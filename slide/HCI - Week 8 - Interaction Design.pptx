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image/gif" Extension="gif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67.xml"/>
  <Override ContentType="application/vnd.openxmlformats-officedocument.presentationml.notesSlide+xml" PartName="/ppt/notesSlides/notesSlide59.xml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84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76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41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50.xml"/>
  <Override ContentType="application/vnd.openxmlformats-officedocument.presentationml.notesSlide+xml" PartName="/ppt/notesSlides/notesSlide68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42.xml"/>
  <Override ContentType="application/vnd.openxmlformats-officedocument.presentationml.notesSlide+xml" PartName="/ppt/notesSlides/notesSlide82.xml"/>
  <Override ContentType="application/vnd.openxmlformats-officedocument.presentationml.notesSlide+xml" PartName="/ppt/notesSlides/notesSlide85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34.xml"/>
  <Override ContentType="application/vnd.openxmlformats-officedocument.presentationml.notesSlide+xml" PartName="/ppt/notesSlides/notesSlide51.xml"/>
  <Override ContentType="application/vnd.openxmlformats-officedocument.presentationml.notesSlide+xml" PartName="/ppt/notesSlides/notesSlide77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43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8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73.xml"/>
  <Override ContentType="application/vnd.openxmlformats-officedocument.presentationml.notesSlide+xml" PartName="/ppt/notesSlides/notesSlide56.xml"/>
  <Override ContentType="application/vnd.openxmlformats-officedocument.presentationml.notesSlide+xml" PartName="/ppt/notesSlides/notesSlide8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69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39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80.xml"/>
  <Override ContentType="application/vnd.openxmlformats-officedocument.presentationml.notesSlide+xml" PartName="/ppt/notesSlides/notesSlide61.xml"/>
  <Override ContentType="application/vnd.openxmlformats-officedocument.presentationml.notesSlide+xml" PartName="/ppt/notesSlides/notesSlide74.xml"/>
  <Override ContentType="application/vnd.openxmlformats-officedocument.presentationml.notesSlide+xml" PartName="/ppt/notesSlides/notesSlide87.xml"/>
  <Override ContentType="application/vnd.openxmlformats-officedocument.presentationml.notesSlide+xml" PartName="/ppt/notesSlides/notesSlide57.xml"/>
  <Override ContentType="application/vnd.openxmlformats-officedocument.presentationml.notesSlide+xml" PartName="/ppt/notesSlides/notesSlide44.xml"/>
  <Override ContentType="application/vnd.openxmlformats-officedocument.presentationml.notesSlide+xml" PartName="/ppt/notesSlides/notesSlide58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75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37.xml"/>
  <Override ContentType="application/vnd.openxmlformats-officedocument.presentationml.notesSlide+xml" PartName="/ppt/notesSlides/notesSlide62.xml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54.xml"/>
  <Override ContentType="application/vnd.openxmlformats-officedocument.presentationml.notesSlide+xml" PartName="/ppt/notesSlides/notesSlide45.xml"/>
  <Override ContentType="application/vnd.openxmlformats-officedocument.presentationml.notesSlide+xml" PartName="/ppt/notesSlides/notesSlide70.xml"/>
  <Override ContentType="application/vnd.openxmlformats-officedocument.presentationml.notesSlide+xml" PartName="/ppt/notesSlides/notesSlide46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63.xml"/>
  <Override ContentType="application/vnd.openxmlformats-officedocument.presentationml.notesSlide+xml" PartName="/ppt/notesSlides/notesSlide5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47.xml"/>
  <Override ContentType="application/vnd.openxmlformats-officedocument.presentationml.notesSlide+xml" PartName="/ppt/notesSlides/notesSlide72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60.xml"/>
  <Override ContentType="application/vnd.openxmlformats-officedocument.presentationml.notesSlide+xml" PartName="/ppt/notesSlides/notesSlide38.xml"/>
  <Override ContentType="application/vnd.openxmlformats-officedocument.presentationml.notesSlide+xml" PartName="/ppt/notesSlides/notesSlide64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48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5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35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65.xml"/>
  <Override ContentType="application/vnd.openxmlformats-officedocument.presentationml.notesSlide+xml" PartName="/ppt/notesSlides/notesSlide78.xml"/>
  <Override ContentType="application/vnd.openxmlformats-officedocument.presentationml.notesSlide+xml" PartName="/ppt/notesSlides/notesSlide79.xml"/>
  <Override ContentType="application/vnd.openxmlformats-officedocument.presentationml.notesSlide+xml" PartName="/ppt/notesSlides/notesSlide36.xml"/>
  <Override ContentType="application/vnd.openxmlformats-officedocument.presentationml.notesSlide+xml" PartName="/ppt/notesSlides/notesSlide49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83.xml"/>
  <Override ContentType="application/vnd.openxmlformats-officedocument.presentationml.notesSlide+xml" PartName="/ppt/notesSlides/notesSlide71.xml"/>
  <Override ContentType="application/vnd.openxmlformats-officedocument.presentationml.notesSlide+xml" PartName="/ppt/notesSlides/notesSlide53.xml"/>
  <Override ContentType="application/vnd.openxmlformats-officedocument.presentationml.notesSlide+xml" PartName="/ppt/notesSlides/notesSlide40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66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37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29.xml"/>
  <Override ContentType="application/vnd.openxmlformats-officedocument.presentationml.slideLayout+xml" PartName="/ppt/slideLayouts/slideLayout4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38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21.xml"/>
  <Override ContentType="application/vnd.openxmlformats-officedocument.presentationml.slideLayout+xml" PartName="/ppt/slideLayouts/slideLayout47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35.xml"/>
  <Override ContentType="application/vnd.openxmlformats-officedocument.presentationml.slideLayout+xml" PartName="/ppt/slideLayouts/slideLayout48.xml"/>
  <Override ContentType="application/vnd.openxmlformats-officedocument.presentationml.slideLayout+xml" PartName="/ppt/slideLayouts/slideLayout4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36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41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24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40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33.xml"/>
  <Override ContentType="application/vnd.openxmlformats-officedocument.presentationml.slideLayout+xml" PartName="/ppt/slideLayouts/slideLayout25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42.xml"/>
  <Override ContentType="application/vnd.openxmlformats-officedocument.presentationml.slideLayout+xml" PartName="/ppt/slideLayouts/slideLayout34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30.xml"/>
  <Override ContentType="application/vnd.openxmlformats-officedocument.presentationml.slideLayout+xml" PartName="/ppt/slideLayouts/slideLayout43.xml"/>
  <Override ContentType="application/vnd.openxmlformats-officedocument.presentationml.slideLayout+xml" PartName="/ppt/slideLayouts/slideLayout26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39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31.xml"/>
  <Override ContentType="application/vnd.openxmlformats-officedocument.presentationml.slideLayout+xml" PartName="/ppt/slideLayouts/slideLayout50.xml"/>
  <Override ContentType="application/vnd.openxmlformats-officedocument.presentationml.slideLayout+xml" PartName="/ppt/slideLayouts/slideLayout4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8.xml"/>
  <Override ContentType="application/vnd.openxmlformats-officedocument.presentationml.slideLayout+xml" PartName="/ppt/slideLayouts/slideLayout27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45.xml"/>
  <Override ContentType="application/vnd.openxmlformats-officedocument.presentationml.slideLayout+xml" PartName="/ppt/slideLayouts/slideLayout3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43.xml"/>
  <Override ContentType="application/vnd.openxmlformats-officedocument.presentationml.slide+xml" PartName="/ppt/slides/slide78.xml"/>
  <Override ContentType="application/vnd.openxmlformats-officedocument.presentationml.slide+xml" PartName="/ppt/slides/slide86.xml"/>
  <Override ContentType="application/vnd.openxmlformats-officedocument.presentationml.slide+xml" PartName="/ppt/slides/slide35.xml"/>
  <Override ContentType="application/vnd.openxmlformats-officedocument.presentationml.slide+xml" PartName="/ppt/slides/slide60.xml"/>
  <Override ContentType="application/vnd.openxmlformats-officedocument.presentationml.slide+xml" PartName="/ppt/slides/slide52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5.xml"/>
  <Override ContentType="application/vnd.openxmlformats-officedocument.presentationml.slide+xml" PartName="/ppt/slides/slide69.xml"/>
  <Override ContentType="application/vnd.openxmlformats-officedocument.presentationml.slide+xml" PartName="/ppt/slides/slide85.xml"/>
  <Override ContentType="application/vnd.openxmlformats-officedocument.presentationml.slide+xml" PartName="/ppt/slides/slide17.xml"/>
  <Override ContentType="application/vnd.openxmlformats-officedocument.presentationml.slide+xml" PartName="/ppt/slides/slide42.xml"/>
  <Override ContentType="application/vnd.openxmlformats-officedocument.presentationml.slide+xml" PartName="/ppt/slides/slide25.xml"/>
  <Override ContentType="application/vnd.openxmlformats-officedocument.presentationml.slide+xml" PartName="/ppt/slides/slide50.xml"/>
  <Override ContentType="application/vnd.openxmlformats-officedocument.presentationml.slide+xml" PartName="/ppt/slides/slide77.xml"/>
  <Override ContentType="application/vnd.openxmlformats-officedocument.presentationml.slide+xml" PartName="/ppt/slides/slide34.xml"/>
  <Override ContentType="application/vnd.openxmlformats-officedocument.presentationml.slide+xml" PartName="/ppt/slides/slide33.xml"/>
  <Override ContentType="application/vnd.openxmlformats-officedocument.presentationml.slide+xml" PartName="/ppt/slides/slide51.xml"/>
  <Override ContentType="application/vnd.openxmlformats-officedocument.presentationml.slide+xml" PartName="/ppt/slides/slide16.xml"/>
  <Override ContentType="application/vnd.openxmlformats-officedocument.presentationml.slide+xml" PartName="/ppt/slides/slide68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84.xml"/>
  <Override ContentType="application/vnd.openxmlformats-officedocument.presentationml.slide+xml" PartName="/ppt/slides/slide37.xml"/>
  <Override ContentType="application/vnd.openxmlformats-officedocument.presentationml.slide+xml" PartName="/ppt/slides/slide71.xml"/>
  <Override ContentType="application/vnd.openxmlformats-officedocument.presentationml.slide+xml" PartName="/ppt/slides/slide41.xml"/>
  <Override ContentType="application/vnd.openxmlformats-officedocument.presentationml.slide+xml" PartName="/ppt/slides/slide67.xml"/>
  <Override ContentType="application/vnd.openxmlformats-officedocument.presentationml.slide+xml" PartName="/ppt/slides/slide7.xml"/>
  <Override ContentType="application/vnd.openxmlformats-officedocument.presentationml.slide+xml" PartName="/ppt/slides/slide54.xml"/>
  <Override ContentType="application/vnd.openxmlformats-officedocument.presentationml.slide+xml" PartName="/ppt/slides/slide36.xml"/>
  <Override ContentType="application/vnd.openxmlformats-officedocument.presentationml.slide+xml" PartName="/ppt/slides/slide66.xml"/>
  <Override ContentType="application/vnd.openxmlformats-officedocument.presentationml.slide+xml" PartName="/ppt/slides/slide79.xml"/>
  <Override ContentType="application/vnd.openxmlformats-officedocument.presentationml.slide+xml" PartName="/ppt/slides/slide23.xml"/>
  <Override ContentType="application/vnd.openxmlformats-officedocument.presentationml.slide+xml" PartName="/ppt/slides/slide49.xml"/>
  <Override ContentType="application/vnd.openxmlformats-officedocument.presentationml.slide+xml" PartName="/ppt/slides/slide10.xml"/>
  <Override ContentType="application/vnd.openxmlformats-officedocument.presentationml.slide+xml" PartName="/ppt/slides/slide83.xml"/>
  <Override ContentType="application/vnd.openxmlformats-officedocument.presentationml.slide+xml" PartName="/ppt/slides/slide70.xml"/>
  <Override ContentType="application/vnd.openxmlformats-officedocument.presentationml.slide+xml" PartName="/ppt/slides/slide6.xml"/>
  <Override ContentType="application/vnd.openxmlformats-officedocument.presentationml.slide+xml" PartName="/ppt/slides/slide53.xml"/>
  <Override ContentType="application/vnd.openxmlformats-officedocument.presentationml.slide+xml" PartName="/ppt/slides/slide40.xml"/>
  <Override ContentType="application/vnd.openxmlformats-officedocument.presentationml.slide+xml" PartName="/ppt/slides/slide48.xml"/>
  <Override ContentType="application/vnd.openxmlformats-officedocument.presentationml.slide+xml" PartName="/ppt/slides/slide73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82.xml"/>
  <Override ContentType="application/vnd.openxmlformats-officedocument.presentationml.slide+xml" PartName="/ppt/slides/slide39.xml"/>
  <Override ContentType="application/vnd.openxmlformats-officedocument.presentationml.slide+xml" PartName="/ppt/slides/slide65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6.xml"/>
  <Override ContentType="application/vnd.openxmlformats-officedocument.presentationml.slide+xml" PartName="/ppt/slides/slide12.xml"/>
  <Override ContentType="application/vnd.openxmlformats-officedocument.presentationml.slide+xml" PartName="/ppt/slides/slide47.xml"/>
  <Override ContentType="application/vnd.openxmlformats-officedocument.presentationml.slide+xml" PartName="/ppt/slides/slide72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38.xml"/>
  <Override ContentType="application/vnd.openxmlformats-officedocument.presentationml.slide+xml" PartName="/ppt/slides/slide46.xml"/>
  <Override ContentType="application/vnd.openxmlformats-officedocument.presentationml.slide+xml" PartName="/ppt/slides/slide64.xml"/>
  <Override ContentType="application/vnd.openxmlformats-officedocument.presentationml.slide+xml" PartName="/ppt/slides/slide81.xml"/>
  <Override ContentType="application/vnd.openxmlformats-officedocument.presentationml.slide+xml" PartName="/ppt/slides/slide8.xml"/>
  <Override ContentType="application/vnd.openxmlformats-officedocument.presentationml.slide+xml" PartName="/ppt/slides/slide55.xml"/>
  <Override ContentType="application/vnd.openxmlformats-officedocument.presentationml.slide+xml" PartName="/ppt/slides/slide29.xml"/>
  <Override ContentType="application/vnd.openxmlformats-officedocument.presentationml.slide+xml" PartName="/ppt/slides/slide59.xml"/>
  <Override ContentType="application/vnd.openxmlformats-officedocument.presentationml.slide+xml" PartName="/ppt/slides/slide32.xml"/>
  <Override ContentType="application/vnd.openxmlformats-officedocument.presentationml.slide+xml" PartName="/ppt/slides/slide62.xml"/>
  <Override ContentType="application/vnd.openxmlformats-officedocument.presentationml.slide+xml" PartName="/ppt/slides/slide75.xml"/>
  <Override ContentType="application/vnd.openxmlformats-officedocument.presentationml.slide+xml" PartName="/ppt/slides/slide76.xml"/>
  <Override ContentType="application/vnd.openxmlformats-officedocument.presentationml.slide+xml" PartName="/ppt/slides/slide1.xml"/>
  <Override ContentType="application/vnd.openxmlformats-officedocument.presentationml.slide+xml" PartName="/ppt/slides/slide58.xml"/>
  <Override ContentType="application/vnd.openxmlformats-officedocument.presentationml.slide+xml" PartName="/ppt/slides/slide63.xml"/>
  <Override ContentType="application/vnd.openxmlformats-officedocument.presentationml.slide+xml" PartName="/ppt/slides/slide45.xml"/>
  <Override ContentType="application/vnd.openxmlformats-officedocument.presentationml.slide+xml" PartName="/ppt/slides/slide28.xml"/>
  <Override ContentType="application/vnd.openxmlformats-officedocument.presentationml.slide+xml" PartName="/ppt/slides/slide80.xml"/>
  <Override ContentType="application/vnd.openxmlformats-officedocument.presentationml.slide+xml" PartName="/ppt/slides/slide15.xml"/>
  <Override ContentType="application/vnd.openxmlformats-officedocument.presentationml.slide+xml" PartName="/ppt/slides/slide61.xml"/>
  <Override ContentType="application/vnd.openxmlformats-officedocument.presentationml.slide+xml" PartName="/ppt/slides/slide31.xml"/>
  <Override ContentType="application/vnd.openxmlformats-officedocument.presentationml.slide+xml" PartName="/ppt/slides/slide87.xml"/>
  <Override ContentType="application/vnd.openxmlformats-officedocument.presentationml.slide+xml" PartName="/ppt/slides/slide74.xml"/>
  <Override ContentType="application/vnd.openxmlformats-officedocument.presentationml.slide+xml" PartName="/ppt/slides/slide27.xml"/>
  <Override ContentType="application/vnd.openxmlformats-officedocument.presentationml.slide+xml" PartName="/ppt/slides/slide57.xml"/>
  <Override ContentType="application/vnd.openxmlformats-officedocument.presentationml.slide+xml" PartName="/ppt/slides/slide2.xml"/>
  <Override ContentType="application/vnd.openxmlformats-officedocument.presentationml.slide+xml" PartName="/ppt/slides/slide44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 showSpecialPlsOnTitleSld="0">
  <p:sldMasterIdLst>
    <p:sldMasterId id="214748369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  <p:sldId id="284" r:id="rId34"/>
    <p:sldId id="285" r:id="rId35"/>
    <p:sldId id="286" r:id="rId36"/>
    <p:sldId id="287" r:id="rId37"/>
    <p:sldId id="288" r:id="rId38"/>
    <p:sldId id="289" r:id="rId39"/>
    <p:sldId id="290" r:id="rId40"/>
    <p:sldId id="291" r:id="rId41"/>
    <p:sldId id="292" r:id="rId42"/>
    <p:sldId id="293" r:id="rId43"/>
    <p:sldId id="294" r:id="rId44"/>
    <p:sldId id="295" r:id="rId45"/>
    <p:sldId id="296" r:id="rId46"/>
    <p:sldId id="297" r:id="rId47"/>
    <p:sldId id="298" r:id="rId48"/>
    <p:sldId id="299" r:id="rId49"/>
    <p:sldId id="300" r:id="rId50"/>
    <p:sldId id="301" r:id="rId51"/>
    <p:sldId id="302" r:id="rId52"/>
    <p:sldId id="303" r:id="rId53"/>
    <p:sldId id="304" r:id="rId54"/>
    <p:sldId id="305" r:id="rId55"/>
    <p:sldId id="306" r:id="rId56"/>
    <p:sldId id="307" r:id="rId57"/>
    <p:sldId id="308" r:id="rId58"/>
    <p:sldId id="309" r:id="rId59"/>
    <p:sldId id="310" r:id="rId60"/>
    <p:sldId id="311" r:id="rId61"/>
    <p:sldId id="312" r:id="rId62"/>
    <p:sldId id="313" r:id="rId63"/>
    <p:sldId id="314" r:id="rId64"/>
    <p:sldId id="315" r:id="rId65"/>
    <p:sldId id="316" r:id="rId66"/>
    <p:sldId id="317" r:id="rId67"/>
    <p:sldId id="318" r:id="rId68"/>
    <p:sldId id="319" r:id="rId69"/>
    <p:sldId id="320" r:id="rId70"/>
    <p:sldId id="321" r:id="rId71"/>
    <p:sldId id="322" r:id="rId72"/>
    <p:sldId id="323" r:id="rId73"/>
    <p:sldId id="324" r:id="rId74"/>
    <p:sldId id="325" r:id="rId75"/>
    <p:sldId id="326" r:id="rId76"/>
    <p:sldId id="327" r:id="rId77"/>
    <p:sldId id="328" r:id="rId78"/>
    <p:sldId id="329" r:id="rId79"/>
    <p:sldId id="330" r:id="rId80"/>
    <p:sldId id="331" r:id="rId81"/>
    <p:sldId id="332" r:id="rId82"/>
    <p:sldId id="333" r:id="rId83"/>
    <p:sldId id="334" r:id="rId84"/>
    <p:sldId id="335" r:id="rId85"/>
    <p:sldId id="336" r:id="rId86"/>
    <p:sldId id="337" r:id="rId87"/>
    <p:sldId id="338" r:id="rId88"/>
    <p:sldId id="339" r:id="rId89"/>
    <p:sldId id="340" r:id="rId90"/>
    <p:sldId id="341" r:id="rId91"/>
    <p:sldId id="342" r:id="rId92"/>
  </p:sldIdLst>
  <p:sldSz cy="5143500" cx="9144000"/>
  <p:notesSz cx="6858000" cy="9144000"/>
  <p:embeddedFontLst>
    <p:embeddedFont>
      <p:font typeface="Raleway"/>
      <p:regular r:id="rId93"/>
      <p:bold r:id="rId94"/>
      <p:italic r:id="rId95"/>
      <p:boldItalic r:id="rId96"/>
    </p:embeddedFont>
    <p:embeddedFont>
      <p:font typeface="Roboto"/>
      <p:regular r:id="rId97"/>
      <p:bold r:id="rId98"/>
      <p:italic r:id="rId99"/>
      <p:boldItalic r:id="rId100"/>
    </p:embeddedFont>
    <p:embeddedFont>
      <p:font typeface="Alef"/>
      <p:regular r:id="rId101"/>
      <p:bold r:id="rId102"/>
    </p:embeddedFont>
    <p:embeddedFont>
      <p:font typeface="Comfortaa Regular"/>
      <p:regular r:id="rId103"/>
      <p:bold r:id="rId104"/>
    </p:embeddedFont>
    <p:embeddedFont>
      <p:font typeface="Saira SemiCondensed SemiBold"/>
      <p:regular r:id="rId105"/>
      <p:bold r:id="rId106"/>
    </p:embeddedFont>
    <p:embeddedFont>
      <p:font typeface="Fjalla One"/>
      <p:regular r:id="rId107"/>
    </p:embeddedFont>
    <p:embeddedFont>
      <p:font typeface="Saira Semi Condensed"/>
      <p:regular r:id="rId108"/>
      <p:bold r:id="rId109"/>
    </p:embeddedFont>
    <p:embeddedFont>
      <p:font typeface="Roboto Condensed"/>
      <p:regular r:id="rId110"/>
      <p:bold r:id="rId111"/>
      <p:italic r:id="rId112"/>
      <p:boldItalic r:id="rId113"/>
    </p:embeddedFont>
    <p:embeddedFont>
      <p:font typeface="Pacifico"/>
      <p:regular r:id="rId114"/>
    </p:embeddedFont>
    <p:embeddedFont>
      <p:font typeface="Abel"/>
      <p:regular r:id="rId115"/>
    </p:embeddedFont>
    <p:embeddedFont>
      <p:font typeface="Lexend Deca"/>
      <p:regular r:id="rId116"/>
      <p:bold r:id="rId117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pos="4989">
          <p15:clr>
            <a:srgbClr val="9AA0A6"/>
          </p15:clr>
        </p15:guide>
        <p15:guide id="2" orient="horz" pos="863">
          <p15:clr>
            <a:srgbClr val="9AA0A6"/>
          </p15:clr>
        </p15:guide>
        <p15:guide id="3" orient="horz" pos="2043">
          <p15:clr>
            <a:srgbClr val="9AA0A6"/>
          </p15:clr>
        </p15:guide>
        <p15:guide id="4" orient="horz" pos="2854">
          <p15:clr>
            <a:srgbClr val="9AA0A6"/>
          </p15:clr>
        </p15:guide>
        <p15:guide id="5" orient="horz" pos="1364">
          <p15:clr>
            <a:srgbClr val="9AA0A6"/>
          </p15:clr>
        </p15:guide>
        <p15:guide id="6" pos="2194">
          <p15:clr>
            <a:srgbClr val="9AA0A6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4989"/>
        <p:guide pos="863" orient="horz"/>
        <p:guide pos="2043" orient="horz"/>
        <p:guide pos="2854" orient="horz"/>
        <p:guide pos="1364" orient="horz"/>
        <p:guide pos="2194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slide" Target="slides/slide35.xml"/><Relationship Id="rId42" Type="http://schemas.openxmlformats.org/officeDocument/2006/relationships/slide" Target="slides/slide37.xml"/><Relationship Id="rId41" Type="http://schemas.openxmlformats.org/officeDocument/2006/relationships/slide" Target="slides/slide36.xml"/><Relationship Id="rId44" Type="http://schemas.openxmlformats.org/officeDocument/2006/relationships/slide" Target="slides/slide39.xml"/><Relationship Id="rId43" Type="http://schemas.openxmlformats.org/officeDocument/2006/relationships/slide" Target="slides/slide38.xml"/><Relationship Id="rId46" Type="http://schemas.openxmlformats.org/officeDocument/2006/relationships/slide" Target="slides/slide41.xml"/><Relationship Id="rId45" Type="http://schemas.openxmlformats.org/officeDocument/2006/relationships/slide" Target="slides/slide40.xml"/><Relationship Id="rId107" Type="http://schemas.openxmlformats.org/officeDocument/2006/relationships/font" Target="fonts/FjallaOne-regular.fntdata"/><Relationship Id="rId106" Type="http://schemas.openxmlformats.org/officeDocument/2006/relationships/font" Target="fonts/SairaSemiCondensedSemiBold-bold.fntdata"/><Relationship Id="rId105" Type="http://schemas.openxmlformats.org/officeDocument/2006/relationships/font" Target="fonts/SairaSemiCondensedSemiBold-regular.fntdata"/><Relationship Id="rId104" Type="http://schemas.openxmlformats.org/officeDocument/2006/relationships/font" Target="fonts/ComfortaaRegular-bold.fntdata"/><Relationship Id="rId109" Type="http://schemas.openxmlformats.org/officeDocument/2006/relationships/font" Target="fonts/SairaSemiCondensed-bold.fntdata"/><Relationship Id="rId108" Type="http://schemas.openxmlformats.org/officeDocument/2006/relationships/font" Target="fonts/SairaSemiCondensed-regular.fntdata"/><Relationship Id="rId48" Type="http://schemas.openxmlformats.org/officeDocument/2006/relationships/slide" Target="slides/slide43.xml"/><Relationship Id="rId47" Type="http://schemas.openxmlformats.org/officeDocument/2006/relationships/slide" Target="slides/slide42.xml"/><Relationship Id="rId49" Type="http://schemas.openxmlformats.org/officeDocument/2006/relationships/slide" Target="slides/slide44.xml"/><Relationship Id="rId103" Type="http://schemas.openxmlformats.org/officeDocument/2006/relationships/font" Target="fonts/ComfortaaRegular-regular.fntdata"/><Relationship Id="rId102" Type="http://schemas.openxmlformats.org/officeDocument/2006/relationships/font" Target="fonts/Alef-bold.fntdata"/><Relationship Id="rId101" Type="http://schemas.openxmlformats.org/officeDocument/2006/relationships/font" Target="fonts/Alef-regular.fntdata"/><Relationship Id="rId100" Type="http://schemas.openxmlformats.org/officeDocument/2006/relationships/font" Target="fonts/Roboto-boldItalic.fntdata"/><Relationship Id="rId31" Type="http://schemas.openxmlformats.org/officeDocument/2006/relationships/slide" Target="slides/slide26.xml"/><Relationship Id="rId30" Type="http://schemas.openxmlformats.org/officeDocument/2006/relationships/slide" Target="slides/slide25.xml"/><Relationship Id="rId33" Type="http://schemas.openxmlformats.org/officeDocument/2006/relationships/slide" Target="slides/slide28.xml"/><Relationship Id="rId32" Type="http://schemas.openxmlformats.org/officeDocument/2006/relationships/slide" Target="slides/slide27.xml"/><Relationship Id="rId35" Type="http://schemas.openxmlformats.org/officeDocument/2006/relationships/slide" Target="slides/slide30.xml"/><Relationship Id="rId34" Type="http://schemas.openxmlformats.org/officeDocument/2006/relationships/slide" Target="slides/slide29.xml"/><Relationship Id="rId37" Type="http://schemas.openxmlformats.org/officeDocument/2006/relationships/slide" Target="slides/slide32.xml"/><Relationship Id="rId36" Type="http://schemas.openxmlformats.org/officeDocument/2006/relationships/slide" Target="slides/slide31.xml"/><Relationship Id="rId39" Type="http://schemas.openxmlformats.org/officeDocument/2006/relationships/slide" Target="slides/slide34.xml"/><Relationship Id="rId38" Type="http://schemas.openxmlformats.org/officeDocument/2006/relationships/slide" Target="slides/slide33.xml"/><Relationship Id="rId20" Type="http://schemas.openxmlformats.org/officeDocument/2006/relationships/slide" Target="slides/slide15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28" Type="http://schemas.openxmlformats.org/officeDocument/2006/relationships/slide" Target="slides/slide23.xml"/><Relationship Id="rId27" Type="http://schemas.openxmlformats.org/officeDocument/2006/relationships/slide" Target="slides/slide22.xml"/><Relationship Id="rId29" Type="http://schemas.openxmlformats.org/officeDocument/2006/relationships/slide" Target="slides/slide24.xml"/><Relationship Id="rId95" Type="http://schemas.openxmlformats.org/officeDocument/2006/relationships/font" Target="fonts/Raleway-italic.fntdata"/><Relationship Id="rId94" Type="http://schemas.openxmlformats.org/officeDocument/2006/relationships/font" Target="fonts/Raleway-bold.fntdata"/><Relationship Id="rId97" Type="http://schemas.openxmlformats.org/officeDocument/2006/relationships/font" Target="fonts/Roboto-regular.fntdata"/><Relationship Id="rId96" Type="http://schemas.openxmlformats.org/officeDocument/2006/relationships/font" Target="fonts/Raleway-boldItalic.fntdata"/><Relationship Id="rId11" Type="http://schemas.openxmlformats.org/officeDocument/2006/relationships/slide" Target="slides/slide6.xml"/><Relationship Id="rId99" Type="http://schemas.openxmlformats.org/officeDocument/2006/relationships/font" Target="fonts/Roboto-italic.fntdata"/><Relationship Id="rId10" Type="http://schemas.openxmlformats.org/officeDocument/2006/relationships/slide" Target="slides/slide5.xml"/><Relationship Id="rId98" Type="http://schemas.openxmlformats.org/officeDocument/2006/relationships/font" Target="fonts/Roboto-bold.fntdata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91" Type="http://schemas.openxmlformats.org/officeDocument/2006/relationships/slide" Target="slides/slide86.xml"/><Relationship Id="rId90" Type="http://schemas.openxmlformats.org/officeDocument/2006/relationships/slide" Target="slides/slide85.xml"/><Relationship Id="rId93" Type="http://schemas.openxmlformats.org/officeDocument/2006/relationships/font" Target="fonts/Raleway-regular.fntdata"/><Relationship Id="rId92" Type="http://schemas.openxmlformats.org/officeDocument/2006/relationships/slide" Target="slides/slide87.xml"/><Relationship Id="rId117" Type="http://schemas.openxmlformats.org/officeDocument/2006/relationships/font" Target="fonts/LexendDeca-bold.fntdata"/><Relationship Id="rId116" Type="http://schemas.openxmlformats.org/officeDocument/2006/relationships/font" Target="fonts/LexendDeca-regular.fntdata"/><Relationship Id="rId115" Type="http://schemas.openxmlformats.org/officeDocument/2006/relationships/font" Target="fonts/Abel-regular.fntdata"/><Relationship Id="rId15" Type="http://schemas.openxmlformats.org/officeDocument/2006/relationships/slide" Target="slides/slide10.xml"/><Relationship Id="rId110" Type="http://schemas.openxmlformats.org/officeDocument/2006/relationships/font" Target="fonts/RobotoCondensed-regular.fntdata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14" Type="http://schemas.openxmlformats.org/officeDocument/2006/relationships/font" Target="fonts/Pacifico-regular.fntdata"/><Relationship Id="rId18" Type="http://schemas.openxmlformats.org/officeDocument/2006/relationships/slide" Target="slides/slide13.xml"/><Relationship Id="rId113" Type="http://schemas.openxmlformats.org/officeDocument/2006/relationships/font" Target="fonts/RobotoCondensed-boldItalic.fntdata"/><Relationship Id="rId112" Type="http://schemas.openxmlformats.org/officeDocument/2006/relationships/font" Target="fonts/RobotoCondensed-italic.fntdata"/><Relationship Id="rId111" Type="http://schemas.openxmlformats.org/officeDocument/2006/relationships/font" Target="fonts/RobotoCondensed-bold.fntdata"/><Relationship Id="rId84" Type="http://schemas.openxmlformats.org/officeDocument/2006/relationships/slide" Target="slides/slide79.xml"/><Relationship Id="rId83" Type="http://schemas.openxmlformats.org/officeDocument/2006/relationships/slide" Target="slides/slide78.xml"/><Relationship Id="rId86" Type="http://schemas.openxmlformats.org/officeDocument/2006/relationships/slide" Target="slides/slide81.xml"/><Relationship Id="rId85" Type="http://schemas.openxmlformats.org/officeDocument/2006/relationships/slide" Target="slides/slide80.xml"/><Relationship Id="rId88" Type="http://schemas.openxmlformats.org/officeDocument/2006/relationships/slide" Target="slides/slide83.xml"/><Relationship Id="rId87" Type="http://schemas.openxmlformats.org/officeDocument/2006/relationships/slide" Target="slides/slide82.xml"/><Relationship Id="rId89" Type="http://schemas.openxmlformats.org/officeDocument/2006/relationships/slide" Target="slides/slide84.xml"/><Relationship Id="rId80" Type="http://schemas.openxmlformats.org/officeDocument/2006/relationships/slide" Target="slides/slide75.xml"/><Relationship Id="rId82" Type="http://schemas.openxmlformats.org/officeDocument/2006/relationships/slide" Target="slides/slide77.xml"/><Relationship Id="rId81" Type="http://schemas.openxmlformats.org/officeDocument/2006/relationships/slide" Target="slides/slide76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73" Type="http://schemas.openxmlformats.org/officeDocument/2006/relationships/slide" Target="slides/slide68.xml"/><Relationship Id="rId72" Type="http://schemas.openxmlformats.org/officeDocument/2006/relationships/slide" Target="slides/slide67.xml"/><Relationship Id="rId75" Type="http://schemas.openxmlformats.org/officeDocument/2006/relationships/slide" Target="slides/slide70.xml"/><Relationship Id="rId74" Type="http://schemas.openxmlformats.org/officeDocument/2006/relationships/slide" Target="slides/slide69.xml"/><Relationship Id="rId77" Type="http://schemas.openxmlformats.org/officeDocument/2006/relationships/slide" Target="slides/slide72.xml"/><Relationship Id="rId76" Type="http://schemas.openxmlformats.org/officeDocument/2006/relationships/slide" Target="slides/slide71.xml"/><Relationship Id="rId79" Type="http://schemas.openxmlformats.org/officeDocument/2006/relationships/slide" Target="slides/slide74.xml"/><Relationship Id="rId78" Type="http://schemas.openxmlformats.org/officeDocument/2006/relationships/slide" Target="slides/slide73.xml"/><Relationship Id="rId71" Type="http://schemas.openxmlformats.org/officeDocument/2006/relationships/slide" Target="slides/slide66.xml"/><Relationship Id="rId70" Type="http://schemas.openxmlformats.org/officeDocument/2006/relationships/slide" Target="slides/slide65.xml"/><Relationship Id="rId62" Type="http://schemas.openxmlformats.org/officeDocument/2006/relationships/slide" Target="slides/slide57.xml"/><Relationship Id="rId61" Type="http://schemas.openxmlformats.org/officeDocument/2006/relationships/slide" Target="slides/slide56.xml"/><Relationship Id="rId64" Type="http://schemas.openxmlformats.org/officeDocument/2006/relationships/slide" Target="slides/slide59.xml"/><Relationship Id="rId63" Type="http://schemas.openxmlformats.org/officeDocument/2006/relationships/slide" Target="slides/slide58.xml"/><Relationship Id="rId66" Type="http://schemas.openxmlformats.org/officeDocument/2006/relationships/slide" Target="slides/slide61.xml"/><Relationship Id="rId65" Type="http://schemas.openxmlformats.org/officeDocument/2006/relationships/slide" Target="slides/slide60.xml"/><Relationship Id="rId68" Type="http://schemas.openxmlformats.org/officeDocument/2006/relationships/slide" Target="slides/slide63.xml"/><Relationship Id="rId67" Type="http://schemas.openxmlformats.org/officeDocument/2006/relationships/slide" Target="slides/slide62.xml"/><Relationship Id="rId60" Type="http://schemas.openxmlformats.org/officeDocument/2006/relationships/slide" Target="slides/slide55.xml"/><Relationship Id="rId69" Type="http://schemas.openxmlformats.org/officeDocument/2006/relationships/slide" Target="slides/slide64.xml"/><Relationship Id="rId51" Type="http://schemas.openxmlformats.org/officeDocument/2006/relationships/slide" Target="slides/slide46.xml"/><Relationship Id="rId50" Type="http://schemas.openxmlformats.org/officeDocument/2006/relationships/slide" Target="slides/slide45.xml"/><Relationship Id="rId53" Type="http://schemas.openxmlformats.org/officeDocument/2006/relationships/slide" Target="slides/slide48.xml"/><Relationship Id="rId52" Type="http://schemas.openxmlformats.org/officeDocument/2006/relationships/slide" Target="slides/slide47.xml"/><Relationship Id="rId55" Type="http://schemas.openxmlformats.org/officeDocument/2006/relationships/slide" Target="slides/slide50.xml"/><Relationship Id="rId54" Type="http://schemas.openxmlformats.org/officeDocument/2006/relationships/slide" Target="slides/slide49.xml"/><Relationship Id="rId57" Type="http://schemas.openxmlformats.org/officeDocument/2006/relationships/slide" Target="slides/slide52.xml"/><Relationship Id="rId56" Type="http://schemas.openxmlformats.org/officeDocument/2006/relationships/slide" Target="slides/slide51.xml"/><Relationship Id="rId59" Type="http://schemas.openxmlformats.org/officeDocument/2006/relationships/slide" Target="slides/slide54.xml"/><Relationship Id="rId58" Type="http://schemas.openxmlformats.org/officeDocument/2006/relationships/slide" Target="slides/slide5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75" name="Shape 29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76" name="Google Shape;2976;gf0d3adae3d_0_14651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77" name="Google Shape;2977;gf0d3adae3d_0_1465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84" name="Shape 29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85" name="Google Shape;2985;g41b2464216_0_678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86" name="Google Shape;2986;g41b2464216_0_67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90" name="Shape 29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91" name="Google Shape;2991;ga15a996d42_0_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92" name="Google Shape;2992;ga15a996d42_0_6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93" name="Google Shape;2993;ga15a996d42_0_6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97" name="Shape 29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98" name="Google Shape;2998;ga15a996d42_0_14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99" name="Google Shape;2999;ga15a996d42_0_1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17" name="Shape 30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18" name="Google Shape;3018;g9832fea933_0_7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19" name="Google Shape;3019;g9832fea933_0_72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20" name="Google Shape;3020;g9832fea933_0_72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23" name="Shape 30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24" name="Google Shape;3024;ga15a996d42_0_194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25" name="Google Shape;3025;ga15a996d42_0_19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91" name="Shape 30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2" name="Google Shape;3092;ga15a996d42_0_66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93" name="Google Shape;3093;ga15a996d42_0_661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94" name="Google Shape;3094;ga15a996d42_0_661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73" name="Shape 3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" name="Google Shape;3174;g9832fea933_0_3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75" name="Google Shape;3175;g9832fea933_0_38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-Ngành học nghiên cứu lý thuyết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    + Nghiên cứu mọi người tương tác với công nghệ (máy tính)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- Ngành học thiết kế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    + Thiết kế các biện pháp can thiệp cho các hệ thống liên quan đến con người và công nghệ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76" name="Google Shape;3176;g9832fea933_0_38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80" name="Shape 3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81" name="Google Shape;3181;ga592cea829_0_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82" name="Google Shape;3182;ga592cea829_0_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-Ngành học nghiên cứu lý thuyết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    + Nghiên cứu mọi người tương tác với công nghệ (máy tính)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- Ngành học thiết kế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    + Thiết kế các biện pháp can thiệp cho các hệ thống liên quan đến con người và công nghệ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83" name="Google Shape;3183;ga592cea829_0_0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87" name="Shape 3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88" name="Google Shape;3188;ga592cea829_0_182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89" name="Google Shape;3189;ga592cea829_0_18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04" name="Shape 3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05" name="Google Shape;3205;ga592cea829_0_358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06" name="Google Shape;3206;ga592cea829_0_35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35" name="Shape 3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36" name="Google Shape;3236;ga592cea829_0_117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37" name="Google Shape;3237;ga592cea829_0_117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43" name="Shape 32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44" name="Google Shape;3244;ga80d05edcb_0_611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45" name="Google Shape;3245;ga80d05edcb_0_61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24" name="Shape 33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25" name="Google Shape;3325;ga908462055_0_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26" name="Google Shape;3326;ga908462055_0_1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92100" lvl="0" marL="457200" rtl="0" algn="l">
              <a:spcBef>
                <a:spcPts val="0"/>
              </a:spcBef>
              <a:spcAft>
                <a:spcPts val="0"/>
              </a:spcAft>
              <a:buSzPts val="1000"/>
              <a:buAutoNum type="arabicPeriod"/>
            </a:pPr>
            <a:r>
              <a:rPr lang="en"/>
              <a:t>KNOW YOUR USER:</a:t>
            </a:r>
            <a:endParaRPr/>
          </a:p>
          <a:p>
            <a:pPr indent="-292100" lvl="1" marL="914400" rtl="0" algn="l">
              <a:spcBef>
                <a:spcPts val="0"/>
              </a:spcBef>
              <a:spcAft>
                <a:spcPts val="0"/>
              </a:spcAft>
              <a:buSzPts val="1000"/>
              <a:buAutoNum type="alphaLcPeriod"/>
            </a:pPr>
            <a:r>
              <a:rPr lang="en"/>
              <a:t>Who are they?</a:t>
            </a:r>
            <a:endParaRPr/>
          </a:p>
          <a:p>
            <a:pPr indent="-292100" lvl="1" marL="914400" rtl="0" algn="l">
              <a:spcBef>
                <a:spcPts val="0"/>
              </a:spcBef>
              <a:spcAft>
                <a:spcPts val="0"/>
              </a:spcAft>
              <a:buSzPts val="1000"/>
              <a:buAutoNum type="alphaLcPeriod"/>
            </a:pPr>
            <a:r>
              <a:rPr lang="en"/>
              <a:t>Probably not like you!</a:t>
            </a:r>
            <a:endParaRPr/>
          </a:p>
          <a:p>
            <a:pPr indent="-292100" lvl="1" marL="914400" rtl="0" algn="l">
              <a:spcBef>
                <a:spcPts val="0"/>
              </a:spcBef>
              <a:spcAft>
                <a:spcPts val="0"/>
              </a:spcAft>
              <a:buSzPts val="1000"/>
              <a:buAutoNum type="alphaLcPeriod"/>
            </a:pPr>
            <a:r>
              <a:rPr lang="en"/>
              <a:t>Talk to them</a:t>
            </a:r>
            <a:endParaRPr/>
          </a:p>
          <a:p>
            <a:pPr indent="-292100" lvl="1" marL="914400" rtl="0" algn="l">
              <a:spcBef>
                <a:spcPts val="0"/>
              </a:spcBef>
              <a:spcAft>
                <a:spcPts val="0"/>
              </a:spcAft>
              <a:buSzPts val="1000"/>
              <a:buAutoNum type="alphaLcPeriod"/>
            </a:pPr>
            <a:r>
              <a:rPr lang="en"/>
              <a:t>Watch them</a:t>
            </a:r>
            <a:endParaRPr/>
          </a:p>
          <a:p>
            <a:pPr indent="-292100" lvl="1" marL="914400" rtl="0" algn="l">
              <a:spcBef>
                <a:spcPts val="0"/>
              </a:spcBef>
              <a:spcAft>
                <a:spcPts val="0"/>
              </a:spcAft>
              <a:buSzPts val="1000"/>
              <a:buAutoNum type="alphaLcPeriod"/>
            </a:pPr>
            <a:r>
              <a:rPr lang="en"/>
              <a:t>Use your imagination</a:t>
            </a:r>
            <a:endParaRPr/>
          </a:p>
          <a:p>
            <a:pPr indent="-292100" lvl="0" marL="457200" rtl="0" algn="l">
              <a:spcBef>
                <a:spcPts val="0"/>
              </a:spcBef>
              <a:spcAft>
                <a:spcPts val="0"/>
              </a:spcAft>
              <a:buSzPts val="1000"/>
              <a:buAutoNum type="arabicPeriod"/>
            </a:pPr>
            <a:r>
              <a:rPr lang="en"/>
              <a:t>PERSONA:</a:t>
            </a:r>
            <a:endParaRPr/>
          </a:p>
          <a:p>
            <a:pPr indent="-292100" lvl="1" marL="914400" rtl="0" algn="l">
              <a:spcBef>
                <a:spcPts val="0"/>
              </a:spcBef>
              <a:spcAft>
                <a:spcPts val="0"/>
              </a:spcAft>
              <a:buSzPts val="1000"/>
              <a:buAutoNum type="alphaLcPeriod"/>
            </a:pPr>
            <a:r>
              <a:rPr lang="en"/>
              <a:t>Description of an ‘example’ user</a:t>
            </a:r>
            <a:br>
              <a:rPr lang="en"/>
            </a:br>
            <a:r>
              <a:rPr lang="en"/>
              <a:t>– not necessarily a real person</a:t>
            </a:r>
            <a:endParaRPr/>
          </a:p>
          <a:p>
            <a:pPr indent="-292100" lvl="1" marL="914400" rtl="0" algn="l">
              <a:spcBef>
                <a:spcPts val="0"/>
              </a:spcBef>
              <a:spcAft>
                <a:spcPts val="0"/>
              </a:spcAft>
              <a:buSzPts val="1000"/>
              <a:buAutoNum type="alphaLcPeriod"/>
            </a:pPr>
            <a:r>
              <a:rPr lang="en"/>
              <a:t>Use as surrogate user</a:t>
            </a:r>
            <a:br>
              <a:rPr lang="en"/>
            </a:br>
            <a:r>
              <a:rPr lang="en"/>
              <a:t>– what would Betty think</a:t>
            </a:r>
            <a:endParaRPr/>
          </a:p>
          <a:p>
            <a:pPr indent="-292100" lvl="1" marL="914400" rtl="0" algn="l">
              <a:spcBef>
                <a:spcPts val="0"/>
              </a:spcBef>
              <a:spcAft>
                <a:spcPts val="0"/>
              </a:spcAft>
              <a:buSzPts val="1000"/>
              <a:buAutoNum type="alphaLcPeriod"/>
            </a:pPr>
            <a:r>
              <a:rPr lang="en"/>
              <a:t>details matter</a:t>
            </a:r>
            <a:br>
              <a:rPr lang="en"/>
            </a:br>
            <a:r>
              <a:rPr lang="en"/>
              <a:t>– makes her ‘real’</a:t>
            </a:r>
            <a:endParaRPr/>
          </a:p>
          <a:p>
            <a:pPr indent="-292100" lvl="0" marL="457200" rtl="0" algn="l">
              <a:spcBef>
                <a:spcPts val="0"/>
              </a:spcBef>
              <a:spcAft>
                <a:spcPts val="0"/>
              </a:spcAft>
              <a:buSzPts val="1000"/>
              <a:buAutoNum type="arabicPeriod"/>
            </a:pPr>
            <a:r>
              <a:rPr lang="en"/>
              <a:t>CULTURAL PROBES</a:t>
            </a:r>
            <a:endParaRPr/>
          </a:p>
          <a:p>
            <a:pPr indent="-292100" lvl="1" marL="914400" rtl="0" algn="l">
              <a:spcBef>
                <a:spcPts val="0"/>
              </a:spcBef>
              <a:spcAft>
                <a:spcPts val="0"/>
              </a:spcAft>
              <a:buClr>
                <a:srgbClr val="21204D"/>
              </a:buClr>
              <a:buSzPts val="1000"/>
              <a:buFont typeface="Abel"/>
              <a:buAutoNum type="alphaLcPeriod"/>
            </a:pPr>
            <a:r>
              <a:rPr b="1" lang="en" sz="1100">
                <a:solidFill>
                  <a:srgbClr val="21204D"/>
                </a:solidFill>
                <a:latin typeface="Abel"/>
                <a:ea typeface="Abel"/>
                <a:cs typeface="Abel"/>
                <a:sym typeface="Abel"/>
              </a:rPr>
              <a:t>Direct observation</a:t>
            </a:r>
            <a:br>
              <a:rPr b="1" lang="en" sz="1100">
                <a:solidFill>
                  <a:srgbClr val="21204D"/>
                </a:solidFill>
                <a:latin typeface="Abel"/>
                <a:ea typeface="Abel"/>
                <a:cs typeface="Abel"/>
                <a:sym typeface="Abel"/>
              </a:rPr>
            </a:br>
            <a:r>
              <a:rPr lang="en" sz="900">
                <a:solidFill>
                  <a:srgbClr val="21204D"/>
                </a:solidFill>
                <a:latin typeface="Abel"/>
                <a:ea typeface="Abel"/>
                <a:cs typeface="Abel"/>
                <a:sym typeface="Abel"/>
              </a:rPr>
              <a:t>- Sometimes hard</a:t>
            </a:r>
            <a:endParaRPr sz="900">
              <a:solidFill>
                <a:srgbClr val="21204D"/>
              </a:solidFill>
              <a:latin typeface="Abel"/>
              <a:ea typeface="Abel"/>
              <a:cs typeface="Abel"/>
              <a:sym typeface="Abel"/>
            </a:endParaRPr>
          </a:p>
          <a:p>
            <a:pPr indent="-285750" lvl="2" marL="1371600" rtl="0" algn="l">
              <a:spcBef>
                <a:spcPts val="0"/>
              </a:spcBef>
              <a:spcAft>
                <a:spcPts val="0"/>
              </a:spcAft>
              <a:buClr>
                <a:srgbClr val="21204D"/>
              </a:buClr>
              <a:buSzPts val="900"/>
              <a:buFont typeface="Abel"/>
              <a:buChar char="■"/>
            </a:pPr>
            <a:r>
              <a:rPr lang="en" sz="900">
                <a:solidFill>
                  <a:srgbClr val="21204D"/>
                </a:solidFill>
                <a:latin typeface="Abel"/>
                <a:ea typeface="Abel"/>
                <a:cs typeface="Abel"/>
                <a:sym typeface="Abel"/>
              </a:rPr>
              <a:t>In the home</a:t>
            </a:r>
            <a:endParaRPr sz="900">
              <a:solidFill>
                <a:srgbClr val="21204D"/>
              </a:solidFill>
              <a:latin typeface="Abel"/>
              <a:ea typeface="Abel"/>
              <a:cs typeface="Abel"/>
              <a:sym typeface="Abel"/>
            </a:endParaRPr>
          </a:p>
          <a:p>
            <a:pPr indent="-285750" lvl="2" marL="1371600" rtl="0" algn="l">
              <a:spcBef>
                <a:spcPts val="0"/>
              </a:spcBef>
              <a:spcAft>
                <a:spcPts val="0"/>
              </a:spcAft>
              <a:buClr>
                <a:srgbClr val="21204D"/>
              </a:buClr>
              <a:buSzPts val="900"/>
              <a:buFont typeface="Abel"/>
              <a:buChar char="■"/>
            </a:pPr>
            <a:r>
              <a:rPr lang="en" sz="900">
                <a:solidFill>
                  <a:srgbClr val="21204D"/>
                </a:solidFill>
                <a:latin typeface="Abel"/>
                <a:ea typeface="Abel"/>
                <a:cs typeface="Abel"/>
                <a:sym typeface="Abel"/>
              </a:rPr>
              <a:t>Psychiatric patients..</a:t>
            </a:r>
            <a:endParaRPr sz="1000">
              <a:solidFill>
                <a:srgbClr val="21204D"/>
              </a:solidFill>
              <a:latin typeface="Abel"/>
              <a:ea typeface="Abel"/>
              <a:cs typeface="Abel"/>
              <a:sym typeface="Abel"/>
            </a:endParaRPr>
          </a:p>
          <a:p>
            <a:pPr indent="-292100" lvl="1" marL="914400" rtl="0" algn="l">
              <a:spcBef>
                <a:spcPts val="1000"/>
              </a:spcBef>
              <a:spcAft>
                <a:spcPts val="0"/>
              </a:spcAft>
              <a:buClr>
                <a:srgbClr val="21204D"/>
              </a:buClr>
              <a:buSzPts val="1000"/>
              <a:buFont typeface="Abel"/>
              <a:buAutoNum type="alphaLcPeriod"/>
            </a:pPr>
            <a:r>
              <a:rPr b="1" lang="en" sz="1100">
                <a:solidFill>
                  <a:srgbClr val="21204D"/>
                </a:solidFill>
                <a:latin typeface="Abel"/>
                <a:ea typeface="Abel"/>
                <a:cs typeface="Abel"/>
                <a:sym typeface="Abel"/>
              </a:rPr>
              <a:t>Probes packs</a:t>
            </a:r>
            <a:br>
              <a:rPr b="1" lang="en" sz="1100">
                <a:solidFill>
                  <a:srgbClr val="21204D"/>
                </a:solidFill>
                <a:latin typeface="Abel"/>
                <a:ea typeface="Abel"/>
                <a:cs typeface="Abel"/>
                <a:sym typeface="Abel"/>
              </a:rPr>
            </a:br>
            <a:r>
              <a:rPr lang="en" sz="900">
                <a:solidFill>
                  <a:srgbClr val="21204D"/>
                </a:solidFill>
                <a:latin typeface="Abel"/>
                <a:ea typeface="Abel"/>
                <a:cs typeface="Abel"/>
                <a:sym typeface="Abel"/>
              </a:rPr>
              <a:t>- Items to prompt responses</a:t>
            </a:r>
            <a:br>
              <a:rPr lang="en" sz="900">
                <a:solidFill>
                  <a:srgbClr val="21204D"/>
                </a:solidFill>
                <a:latin typeface="Abel"/>
                <a:ea typeface="Abel"/>
                <a:cs typeface="Abel"/>
                <a:sym typeface="Abel"/>
              </a:rPr>
            </a:br>
            <a:r>
              <a:rPr lang="en" sz="900">
                <a:solidFill>
                  <a:srgbClr val="21204D"/>
                </a:solidFill>
                <a:latin typeface="Abel"/>
                <a:ea typeface="Abel"/>
                <a:cs typeface="Abel"/>
                <a:sym typeface="Abel"/>
              </a:rPr>
              <a:t>  Ex: glass to listen at wall, camera, postcard</a:t>
            </a:r>
            <a:br>
              <a:rPr lang="en" sz="900">
                <a:solidFill>
                  <a:srgbClr val="21204D"/>
                </a:solidFill>
                <a:latin typeface="Abel"/>
                <a:ea typeface="Abel"/>
                <a:cs typeface="Abel"/>
                <a:sym typeface="Abel"/>
              </a:rPr>
            </a:br>
            <a:r>
              <a:rPr lang="en" sz="900">
                <a:solidFill>
                  <a:srgbClr val="21204D"/>
                </a:solidFill>
                <a:latin typeface="Abel"/>
                <a:ea typeface="Abel"/>
                <a:cs typeface="Abel"/>
                <a:sym typeface="Abel"/>
              </a:rPr>
              <a:t>- Given to people to open in their own environment they record what is meaningful to them</a:t>
            </a:r>
            <a:endParaRPr sz="900">
              <a:solidFill>
                <a:srgbClr val="21204D"/>
              </a:solidFill>
              <a:latin typeface="Abel"/>
              <a:ea typeface="Abel"/>
              <a:cs typeface="Abel"/>
              <a:sym typeface="Abel"/>
            </a:endParaRPr>
          </a:p>
          <a:p>
            <a:pPr indent="-292100" lvl="1" marL="914400" rtl="0" algn="l">
              <a:spcBef>
                <a:spcPts val="1000"/>
              </a:spcBef>
              <a:spcAft>
                <a:spcPts val="0"/>
              </a:spcAft>
              <a:buClr>
                <a:srgbClr val="21204D"/>
              </a:buClr>
              <a:buSzPts val="1000"/>
              <a:buFont typeface="Abel"/>
              <a:buAutoNum type="alphaLcPeriod"/>
            </a:pPr>
            <a:r>
              <a:rPr b="1" lang="en" sz="1100">
                <a:solidFill>
                  <a:srgbClr val="21204D"/>
                </a:solidFill>
                <a:latin typeface="Abel"/>
                <a:ea typeface="Abel"/>
                <a:cs typeface="Abel"/>
                <a:sym typeface="Abel"/>
              </a:rPr>
              <a:t>Used to...</a:t>
            </a:r>
            <a:br>
              <a:rPr b="1" lang="en" sz="1100">
                <a:solidFill>
                  <a:srgbClr val="21204D"/>
                </a:solidFill>
                <a:latin typeface="Abel"/>
                <a:ea typeface="Abel"/>
                <a:cs typeface="Abel"/>
                <a:sym typeface="Abel"/>
              </a:rPr>
            </a:br>
            <a:r>
              <a:rPr lang="en" sz="900">
                <a:solidFill>
                  <a:srgbClr val="21204D"/>
                </a:solidFill>
                <a:latin typeface="Abel"/>
                <a:ea typeface="Abel"/>
                <a:cs typeface="Abel"/>
                <a:sym typeface="Abel"/>
              </a:rPr>
              <a:t>- inform interviews, prompt ideas, enculture designers.</a:t>
            </a:r>
            <a:endParaRPr/>
          </a:p>
        </p:txBody>
      </p:sp>
      <p:sp>
        <p:nvSpPr>
          <p:cNvPr id="3327" name="Google Shape;3327;ga908462055_0_1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66" name="Shape 33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67" name="Google Shape;3367;ga908462055_0_235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AutoNum type="arabicPeriod"/>
            </a:pPr>
            <a:r>
              <a:rPr lang="en"/>
              <a:t>KNOW YOUR USER: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AutoNum type="alphaLcPeriod"/>
            </a:pPr>
            <a:r>
              <a:rPr lang="en"/>
              <a:t>Who are they?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AutoNum type="alphaLcPeriod"/>
            </a:pPr>
            <a:r>
              <a:rPr lang="en"/>
              <a:t>Probably not like you!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AutoNum type="alphaLcPeriod"/>
            </a:pPr>
            <a:r>
              <a:rPr lang="en"/>
              <a:t>Talk to them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AutoNum type="alphaLcPeriod"/>
            </a:pPr>
            <a:r>
              <a:rPr lang="en"/>
              <a:t>Watch them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AutoNum type="alphaLcPeriod"/>
            </a:pPr>
            <a:r>
              <a:rPr lang="en"/>
              <a:t>Use your imagination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AutoNum type="arabicPeriod"/>
            </a:pPr>
            <a:r>
              <a:rPr lang="en"/>
              <a:t>PERSONA: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AutoNum type="alphaLcPeriod"/>
            </a:pPr>
            <a:r>
              <a:rPr lang="en"/>
              <a:t>Description of an ‘example’ user</a:t>
            </a:r>
            <a:br>
              <a:rPr lang="en"/>
            </a:br>
            <a:r>
              <a:rPr lang="en"/>
              <a:t>– not necessarily a real person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AutoNum type="alphaLcPeriod"/>
            </a:pPr>
            <a:r>
              <a:rPr lang="en"/>
              <a:t>Use as surrogate user</a:t>
            </a:r>
            <a:br>
              <a:rPr lang="en"/>
            </a:br>
            <a:r>
              <a:rPr lang="en"/>
              <a:t>– what would Betty think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AutoNum type="alphaLcPeriod"/>
            </a:pPr>
            <a:r>
              <a:rPr lang="en"/>
              <a:t>details matter</a:t>
            </a:r>
            <a:br>
              <a:rPr lang="en"/>
            </a:br>
            <a:r>
              <a:rPr lang="en"/>
              <a:t>– makes her ‘real’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AutoNum type="arabicPeriod"/>
            </a:pPr>
            <a:r>
              <a:rPr lang="en"/>
              <a:t>CULTURAL PROBES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AutoNum type="alphaLcPeriod"/>
            </a:pPr>
            <a:r>
              <a:rPr lang="en"/>
              <a:t>Direct observation</a:t>
            </a:r>
            <a:br>
              <a:rPr lang="en"/>
            </a:br>
            <a:r>
              <a:rPr lang="en"/>
              <a:t>- Sometimes hard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In the home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Psychiatric patients..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AutoNum type="alphaLcPeriod"/>
            </a:pPr>
            <a:r>
              <a:rPr lang="en"/>
              <a:t>Probes packs</a:t>
            </a:r>
            <a:br>
              <a:rPr lang="en"/>
            </a:br>
            <a:r>
              <a:rPr lang="en"/>
              <a:t>- Items to prompt responses</a:t>
            </a:r>
            <a:br>
              <a:rPr lang="en"/>
            </a:br>
            <a:r>
              <a:rPr lang="en"/>
              <a:t>  Ex: glass to listen at wall, camera, postcard</a:t>
            </a:r>
            <a:br>
              <a:rPr lang="en"/>
            </a:br>
            <a:r>
              <a:rPr lang="en"/>
              <a:t>- Given to people to open in their own environment they record what is meaningful to them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AutoNum type="alphaLcPeriod"/>
            </a:pPr>
            <a:r>
              <a:rPr lang="en"/>
              <a:t>Used to...</a:t>
            </a:r>
            <a:br>
              <a:rPr lang="en"/>
            </a:br>
            <a:r>
              <a:rPr lang="en"/>
              <a:t>- inform interviews, prompt ideas, enculture designers.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68" name="Google Shape;3368;ga908462055_0_23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00" name="Shape 34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01" name="Google Shape;3401;ga908462055_0_66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402" name="Google Shape;3402;ga908462055_0_66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03" name="Google Shape;3403;ga908462055_0_660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13" name="Shape 34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14" name="Google Shape;3414;ga908462055_0_71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415" name="Google Shape;3415;ga908462055_0_718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16" name="Google Shape;3416;ga908462055_0_718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22" name="Shape 34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23" name="Google Shape;3423;ga908462055_0_73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424" name="Google Shape;3424;ga908462055_0_731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25" name="Google Shape;3425;ga908462055_0_731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30" name="Shape 34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31" name="Google Shape;3431;ga908462055_0_44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432" name="Google Shape;3432;ga908462055_0_446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33" name="Google Shape;3433;ga908462055_0_446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83" name="Shape 34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4" name="Google Shape;3484;gb19f7037cd_0_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485" name="Google Shape;3485;gb19f7037cd_0_7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86" name="Google Shape;3486;gb19f7037cd_0_7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91" name="Shape 34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92" name="Google Shape;3492;gb19f7037cd_0_1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493" name="Google Shape;3493;gb19f7037cd_0_14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94" name="Google Shape;3494;gb19f7037cd_0_14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99" name="Shape 34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00" name="Google Shape;3500;gb19f7037cd_0_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501" name="Google Shape;3501;gb19f7037cd_0_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02" name="Google Shape;3502;gb19f7037cd_0_0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07" name="Shape 35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08" name="Google Shape;3508;gb19f7037cd_0_2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509" name="Google Shape;3509;gb19f7037cd_0_21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10" name="Google Shape;3510;gb19f7037cd_0_21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16" name="Shape 35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17" name="Google Shape;3517;gb19f7037cd_0_2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518" name="Google Shape;3518;gb19f7037cd_0_29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19" name="Google Shape;3519;gb19f7037cd_0_29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22" name="Shape 35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23" name="Google Shape;3523;gb19f7037cd_0_3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524" name="Google Shape;3524;gb19f7037cd_0_34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25" name="Google Shape;3525;gb19f7037cd_0_34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29" name="Shape 35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30" name="Google Shape;3530;gb19f7037cd_0_3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531" name="Google Shape;3531;gb19f7037cd_0_38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32" name="Google Shape;3532;gb19f7037cd_0_38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36" name="Shape 35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37" name="Google Shape;3537;gb19f7037cd_0_4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538" name="Google Shape;3538;gb19f7037cd_0_42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39" name="Google Shape;3539;gb19f7037cd_0_42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43" name="Shape 35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44" name="Google Shape;3544;gb19f7037cd_0_4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545" name="Google Shape;3545;gb19f7037cd_0_46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46" name="Google Shape;3546;gb19f7037cd_0_46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49" name="Shape 35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50" name="Google Shape;3550;gb19f7037cd_0_5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551" name="Google Shape;3551;gb19f7037cd_0_57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52" name="Google Shape;3552;gb19f7037cd_0_57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56" name="Shape 35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57" name="Google Shape;3557;gb19f7037cd_0_7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558" name="Google Shape;3558;gb19f7037cd_0_71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59" name="Google Shape;3559;gb19f7037cd_0_71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63" name="Shape 35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64" name="Google Shape;3564;gb19f7037cd_0_7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565" name="Google Shape;3565;gb19f7037cd_0_78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66" name="Google Shape;3566;gb19f7037cd_0_78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70" name="Shape 35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71" name="Google Shape;3571;gb19f7037cd_0_8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572" name="Google Shape;3572;gb19f7037cd_0_85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73" name="Google Shape;3573;gb19f7037cd_0_85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77" name="Shape 35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78" name="Google Shape;3578;gb19f7037cd_0_6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579" name="Google Shape;3579;gb19f7037cd_0_61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80" name="Google Shape;3580;gb19f7037cd_0_61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83" name="Shape 35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" name="Google Shape;3584;gb19f7037cd_0_6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585" name="Google Shape;3585;gb19f7037cd_0_65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86" name="Google Shape;3586;gb19f7037cd_0_65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90" name="Shape 35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91" name="Google Shape;3591;gb19f7037cd_0_9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592" name="Google Shape;3592;gb19f7037cd_0_95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93" name="Google Shape;3593;gb19f7037cd_0_95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96" name="Shape 35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97" name="Google Shape;3597;gb19f7037cd_0_10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598" name="Google Shape;3598;gb19f7037cd_0_10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99" name="Google Shape;3599;gb19f7037cd_0_100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03" name="Shape 36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04" name="Google Shape;3604;gb19f7037cd_0_10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605" name="Google Shape;3605;gb19f7037cd_0_107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06" name="Google Shape;3606;gb19f7037cd_0_107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09" name="Shape 36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10" name="Google Shape;3610;gb19f7037cd_0_11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611" name="Google Shape;3611;gb19f7037cd_0_112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12" name="Google Shape;3612;gb19f7037cd_0_112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16" name="Shape 36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17" name="Google Shape;3617;gb19f7037cd_0_11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618" name="Google Shape;3618;gb19f7037cd_0_118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19" name="Google Shape;3619;gb19f7037cd_0_118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23" name="Shape 36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24" name="Google Shape;3624;gb19f7037cd_0_12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625" name="Google Shape;3625;gb19f7037cd_0_124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26" name="Google Shape;3626;gb19f7037cd_0_124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29" name="Shape 36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30" name="Google Shape;3630;gb19f7037cd_0_12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631" name="Google Shape;3631;gb19f7037cd_0_129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32" name="Google Shape;3632;gb19f7037cd_0_129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36" name="Shape 36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37" name="Google Shape;3637;gb19f7037cd_0_13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638" name="Google Shape;3638;gb19f7037cd_0_135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39" name="Google Shape;3639;gb19f7037cd_0_135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43" name="Shape 36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44" name="Google Shape;3644;gb19f7037cd_0_14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645" name="Google Shape;3645;gb19f7037cd_0_141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46" name="Google Shape;3646;gb19f7037cd_0_141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50" name="Shape 36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51" name="Google Shape;3651;gb19f7037cd_0_14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652" name="Google Shape;3652;gb19f7037cd_0_147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53" name="Google Shape;3653;gb19f7037cd_0_147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57" name="Shape 36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58" name="Google Shape;3658;gb19f7037cd_0_15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659" name="Google Shape;3659;gb19f7037cd_0_153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60" name="Google Shape;3660;gb19f7037cd_0_153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63" name="Shape 36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64" name="Google Shape;3664;gb19f7037cd_0_15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665" name="Google Shape;3665;gb19f7037cd_0_158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66" name="Google Shape;3666;gb19f7037cd_0_158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69" name="Shape 36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70" name="Google Shape;3670;gb19f7037cd_0_16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671" name="Google Shape;3671;gb19f7037cd_0_163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72" name="Google Shape;3672;gb19f7037cd_0_163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76" name="Shape 36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77" name="Google Shape;3677;gb19f7037cd_0_16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678" name="Google Shape;3678;gb19f7037cd_0_169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79" name="Google Shape;3679;gb19f7037cd_0_169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83" name="Shape 36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4" name="Google Shape;3684;gb19f7037cd_0_17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685" name="Google Shape;3685;gb19f7037cd_0_175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86" name="Google Shape;3686;gb19f7037cd_0_175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89" name="Shape 36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90" name="Google Shape;3690;gb19f7037cd_0_18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691" name="Google Shape;3691;gb19f7037cd_0_18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92" name="Google Shape;3692;gb19f7037cd_0_180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96" name="Shape 36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97" name="Google Shape;3697;gb19f7037cd_0_18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698" name="Google Shape;3698;gb19f7037cd_0_186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99" name="Google Shape;3699;gb19f7037cd_0_186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02" name="Shape 37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03" name="Google Shape;3703;gb19f7037cd_0_19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704" name="Google Shape;3704;gb19f7037cd_0_191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05" name="Google Shape;3705;gb19f7037cd_0_191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09" name="Shape 37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10" name="Google Shape;3710;gb19f7037cd_0_19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711" name="Google Shape;3711;gb19f7037cd_0_197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12" name="Google Shape;3712;gb19f7037cd_0_197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16" name="Shape 37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17" name="Google Shape;3717;gb19f7037cd_0_20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718" name="Google Shape;3718;gb19f7037cd_0_203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19" name="Google Shape;3719;gb19f7037cd_0_203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23" name="Shape 37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24" name="Google Shape;3724;gb19f7037cd_0_21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725" name="Google Shape;3725;gb19f7037cd_0_211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26" name="Google Shape;3726;gb19f7037cd_0_211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29" name="Shape 37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30" name="Google Shape;3730;gb19f7037cd_0_20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731" name="Google Shape;3731;gb19f7037cd_0_207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32" name="Google Shape;3732;gb19f7037cd_0_207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36" name="Shape 37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37" name="Google Shape;3737;gb19f7037cd_0_22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738" name="Google Shape;3738;gb19f7037cd_0_22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39" name="Google Shape;3739;gb19f7037cd_0_220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43" name="Shape 37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44" name="Google Shape;3744;gb19f7037cd_0_22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745" name="Google Shape;3745;gb19f7037cd_0_226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46" name="Google Shape;3746;gb19f7037cd_0_226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50" name="Shape 37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51" name="Google Shape;3751;gb19f7037cd_0_23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752" name="Google Shape;3752;gb19f7037cd_0_232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53" name="Google Shape;3753;gb19f7037cd_0_232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57" name="Shape 37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58" name="Google Shape;3758;gb19f7037cd_0_23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759" name="Google Shape;3759;gb19f7037cd_0_238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60" name="Google Shape;3760;gb19f7037cd_0_238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64" name="Shape 37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65" name="Google Shape;3765;gb19f7037cd_0_24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766" name="Google Shape;3766;gb19f7037cd_0_245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67" name="Google Shape;3767;gb19f7037cd_0_245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70" name="Shape 37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71" name="Google Shape;3771;gb19f7037cd_0_25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772" name="Google Shape;3772;gb19f7037cd_0_25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73" name="Google Shape;3773;gb19f7037cd_0_250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78" name="Shape 37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79" name="Google Shape;3779;gb19f7037cd_0_25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780" name="Google Shape;3780;gb19f7037cd_0_257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81" name="Google Shape;3781;gb19f7037cd_0_257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84" name="Shape 37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5" name="Google Shape;3785;gb19f7037cd_0_26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786" name="Google Shape;3786;gb19f7037cd_0_262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87" name="Google Shape;3787;gb19f7037cd_0_262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90" name="Shape 37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91" name="Google Shape;3791;gb19f7037cd_0_26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792" name="Google Shape;3792;gb19f7037cd_0_268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93" name="Google Shape;3793;gb19f7037cd_0_268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96" name="Shape 37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97" name="Google Shape;3797;gb19f7037cd_0_27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798" name="Google Shape;3798;gb19f7037cd_0_274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99" name="Google Shape;3799;gb19f7037cd_0_274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03" name="Shape 38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04" name="Google Shape;3804;gb19f7037cd_0_27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805" name="Google Shape;3805;gb19f7037cd_0_279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06" name="Google Shape;3806;gb19f7037cd_0_279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10" name="Shape 38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11" name="Google Shape;3811;gb19f7037cd_0_28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812" name="Google Shape;3812;gb19f7037cd_0_285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13" name="Google Shape;3813;gb19f7037cd_0_285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17" name="Shape 38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18" name="Google Shape;3818;gb19f7037cd_0_29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819" name="Google Shape;3819;gb19f7037cd_0_291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20" name="Google Shape;3820;gb19f7037cd_0_291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24" name="Shape 38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25" name="Google Shape;3825;gb19f7037cd_0_29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826" name="Google Shape;3826;gb19f7037cd_0_297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27" name="Google Shape;3827;gb19f7037cd_0_297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31" name="Shape 38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32" name="Google Shape;3832;gb19f7037cd_0_30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833" name="Google Shape;3833;gb19f7037cd_0_308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34" name="Google Shape;3834;gb19f7037cd_0_308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37" name="Shape 38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38" name="Google Shape;3838;gb19f7037cd_0_31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839" name="Google Shape;3839;gb19f7037cd_0_313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40" name="Google Shape;3840;gb19f7037cd_0_313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44" name="Shape 38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45" name="Google Shape;3845;gb19f7037cd_0_31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846" name="Google Shape;3846;gb19f7037cd_0_319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47" name="Google Shape;3847;gb19f7037cd_0_319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51" name="Shape 38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52" name="Google Shape;3852;gb19f7037cd_0_32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853" name="Google Shape;3853;gb19f7037cd_0_325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54" name="Google Shape;3854;gb19f7037cd_0_325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58" name="Shape 38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59" name="Google Shape;3859;gb19f7037cd_0_33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860" name="Google Shape;3860;gb19f7037cd_0_331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61" name="Google Shape;3861;gb19f7037cd_0_331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64" name="Shape 38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65" name="Google Shape;3865;gb19f7037cd_0_33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866" name="Google Shape;3866;gb19f7037cd_0_336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67" name="Google Shape;3867;gb19f7037cd_0_336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71" name="Shape 38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72" name="Google Shape;3872;gb19f7037cd_0_34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873" name="Google Shape;3873;gb19f7037cd_0_342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74" name="Google Shape;3874;gb19f7037cd_0_342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78" name="Shape 38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79" name="Google Shape;3879;gb19f7037cd_0_34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880" name="Google Shape;3880;gb19f7037cd_0_348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81" name="Google Shape;3881;gb19f7037cd_0_348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85" name="Shape 38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86" name="Google Shape;3886;gb19f7037cd_0_35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887" name="Google Shape;3887;gb19f7037cd_0_354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88" name="Google Shape;3888;gb19f7037cd_0_354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92" name="Shape 38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3" name="Google Shape;3893;gb19f7037cd_0_36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894" name="Google Shape;3894;gb19f7037cd_0_36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95" name="Google Shape;3895;gb19f7037cd_0_360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99" name="Shape 38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00" name="Google Shape;3900;gb19f7037cd_0_366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01" name="Google Shape;3901;gb19f7037cd_0_36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79" name="Shape 39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80" name="Google Shape;3980;gb19f7037cd_0_606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81" name="Google Shape;3981;gb19f7037cd_0_60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60" name="Shape 40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61" name="Google Shape;4061;gb19f7037cd_0_85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062" name="Google Shape;4062;gb19f7037cd_0_852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63" name="Google Shape;4063;gb19f7037cd_0_852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67" name="Shape 40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68" name="Google Shape;4068;gb19f7037cd_0_85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069" name="Google Shape;4069;gb19f7037cd_0_858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70" name="Google Shape;4070;gb19f7037cd_0_858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74" name="Shape 40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75" name="Google Shape;4075;g98fea2ec9f_0_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076" name="Google Shape;4076;g98fea2ec9f_0_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77" name="Google Shape;4077;g98fea2ec9f_0_0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82" name="Shape 40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83" name="Google Shape;4083;g99e7043668_0_4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084" name="Google Shape;4084;g99e7043668_0_41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85" name="Google Shape;4085;g99e7043668_0_41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05" name="Shape 43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6" name="Google Shape;4306;gf0d3adae3d_0_1177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307" name="Google Shape;4307;gf0d3adae3d_0_1177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2" name="Shape 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Google Shape;13;p2"/>
          <p:cNvSpPr/>
          <p:nvPr/>
        </p:nvSpPr>
        <p:spPr>
          <a:xfrm flipH="1">
            <a:off x="0" y="0"/>
            <a:ext cx="39234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" name="Google Shape;14;p2"/>
          <p:cNvSpPr/>
          <p:nvPr/>
        </p:nvSpPr>
        <p:spPr>
          <a:xfrm>
            <a:off x="543920" y="3918830"/>
            <a:ext cx="939900" cy="9399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" name="Google Shape;15;p2"/>
          <p:cNvSpPr/>
          <p:nvPr/>
        </p:nvSpPr>
        <p:spPr>
          <a:xfrm>
            <a:off x="-1384585" y="-1156347"/>
            <a:ext cx="2433600" cy="24336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" name="Google Shape;16;p2"/>
          <p:cNvSpPr/>
          <p:nvPr/>
        </p:nvSpPr>
        <p:spPr>
          <a:xfrm>
            <a:off x="3610297" y="447878"/>
            <a:ext cx="429300" cy="4293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7" name="Google Shape;17;p2"/>
          <p:cNvGrpSpPr/>
          <p:nvPr/>
        </p:nvGrpSpPr>
        <p:grpSpPr>
          <a:xfrm>
            <a:off x="-2557002" y="-12"/>
            <a:ext cx="6861861" cy="5143530"/>
            <a:chOff x="-3799077" y="-5268675"/>
            <a:chExt cx="6861861" cy="5143530"/>
          </a:xfrm>
        </p:grpSpPr>
        <p:sp>
          <p:nvSpPr>
            <p:cNvPr id="18" name="Google Shape;18;p2"/>
            <p:cNvSpPr/>
            <p:nvPr/>
          </p:nvSpPr>
          <p:spPr>
            <a:xfrm flipH="1">
              <a:off x="-3052066" y="-2688483"/>
              <a:ext cx="1596439" cy="1802961"/>
            </a:xfrm>
            <a:custGeom>
              <a:rect b="b" l="l" r="r" t="t"/>
              <a:pathLst>
                <a:path extrusionOk="0" h="32249" w="28555">
                  <a:moveTo>
                    <a:pt x="20483" y="82"/>
                  </a:moveTo>
                  <a:lnTo>
                    <a:pt x="20947" y="102"/>
                  </a:lnTo>
                  <a:lnTo>
                    <a:pt x="21411" y="122"/>
                  </a:lnTo>
                  <a:lnTo>
                    <a:pt x="21875" y="203"/>
                  </a:lnTo>
                  <a:lnTo>
                    <a:pt x="22319" y="283"/>
                  </a:lnTo>
                  <a:lnTo>
                    <a:pt x="22763" y="404"/>
                  </a:lnTo>
                  <a:lnTo>
                    <a:pt x="23187" y="566"/>
                  </a:lnTo>
                  <a:lnTo>
                    <a:pt x="23611" y="748"/>
                  </a:lnTo>
                  <a:lnTo>
                    <a:pt x="23994" y="949"/>
                  </a:lnTo>
                  <a:lnTo>
                    <a:pt x="24378" y="1191"/>
                  </a:lnTo>
                  <a:lnTo>
                    <a:pt x="24741" y="1454"/>
                  </a:lnTo>
                  <a:lnTo>
                    <a:pt x="25124" y="1777"/>
                  </a:lnTo>
                  <a:lnTo>
                    <a:pt x="25487" y="2140"/>
                  </a:lnTo>
                  <a:lnTo>
                    <a:pt x="25851" y="2564"/>
                  </a:lnTo>
                  <a:lnTo>
                    <a:pt x="26174" y="3008"/>
                  </a:lnTo>
                  <a:lnTo>
                    <a:pt x="26496" y="3492"/>
                  </a:lnTo>
                  <a:lnTo>
                    <a:pt x="26779" y="4017"/>
                  </a:lnTo>
                  <a:lnTo>
                    <a:pt x="27062" y="4582"/>
                  </a:lnTo>
                  <a:lnTo>
                    <a:pt x="27324" y="5187"/>
                  </a:lnTo>
                  <a:lnTo>
                    <a:pt x="27546" y="5772"/>
                  </a:lnTo>
                  <a:lnTo>
                    <a:pt x="27748" y="6358"/>
                  </a:lnTo>
                  <a:lnTo>
                    <a:pt x="27909" y="6943"/>
                  </a:lnTo>
                  <a:lnTo>
                    <a:pt x="28071" y="7548"/>
                  </a:lnTo>
                  <a:lnTo>
                    <a:pt x="28192" y="8154"/>
                  </a:lnTo>
                  <a:lnTo>
                    <a:pt x="28293" y="8739"/>
                  </a:lnTo>
                  <a:lnTo>
                    <a:pt x="28373" y="9344"/>
                  </a:lnTo>
                  <a:lnTo>
                    <a:pt x="28434" y="9950"/>
                  </a:lnTo>
                  <a:lnTo>
                    <a:pt x="28474" y="10555"/>
                  </a:lnTo>
                  <a:lnTo>
                    <a:pt x="28474" y="11160"/>
                  </a:lnTo>
                  <a:lnTo>
                    <a:pt x="28474" y="11766"/>
                  </a:lnTo>
                  <a:lnTo>
                    <a:pt x="28434" y="12371"/>
                  </a:lnTo>
                  <a:lnTo>
                    <a:pt x="28373" y="12977"/>
                  </a:lnTo>
                  <a:lnTo>
                    <a:pt x="28272" y="13562"/>
                  </a:lnTo>
                  <a:lnTo>
                    <a:pt x="28171" y="14167"/>
                  </a:lnTo>
                  <a:lnTo>
                    <a:pt x="28030" y="14732"/>
                  </a:lnTo>
                  <a:lnTo>
                    <a:pt x="27869" y="15338"/>
                  </a:lnTo>
                  <a:lnTo>
                    <a:pt x="27667" y="15923"/>
                  </a:lnTo>
                  <a:lnTo>
                    <a:pt x="27465" y="16488"/>
                  </a:lnTo>
                  <a:lnTo>
                    <a:pt x="27223" y="17053"/>
                  </a:lnTo>
                  <a:lnTo>
                    <a:pt x="26961" y="17618"/>
                  </a:lnTo>
                  <a:lnTo>
                    <a:pt x="26678" y="18143"/>
                  </a:lnTo>
                  <a:lnTo>
                    <a:pt x="26355" y="18667"/>
                  </a:lnTo>
                  <a:lnTo>
                    <a:pt x="26032" y="19192"/>
                  </a:lnTo>
                  <a:lnTo>
                    <a:pt x="25669" y="19676"/>
                  </a:lnTo>
                  <a:lnTo>
                    <a:pt x="25306" y="20161"/>
                  </a:lnTo>
                  <a:lnTo>
                    <a:pt x="24922" y="20625"/>
                  </a:lnTo>
                  <a:lnTo>
                    <a:pt x="24499" y="21069"/>
                  </a:lnTo>
                  <a:lnTo>
                    <a:pt x="24075" y="21493"/>
                  </a:lnTo>
                  <a:lnTo>
                    <a:pt x="23631" y="21896"/>
                  </a:lnTo>
                  <a:lnTo>
                    <a:pt x="23167" y="22280"/>
                  </a:lnTo>
                  <a:lnTo>
                    <a:pt x="22703" y="22643"/>
                  </a:lnTo>
                  <a:lnTo>
                    <a:pt x="22238" y="22946"/>
                  </a:lnTo>
                  <a:lnTo>
                    <a:pt x="21795" y="23228"/>
                  </a:lnTo>
                  <a:lnTo>
                    <a:pt x="21310" y="23511"/>
                  </a:lnTo>
                  <a:lnTo>
                    <a:pt x="20846" y="23773"/>
                  </a:lnTo>
                  <a:lnTo>
                    <a:pt x="19877" y="24277"/>
                  </a:lnTo>
                  <a:lnTo>
                    <a:pt x="18909" y="24742"/>
                  </a:lnTo>
                  <a:lnTo>
                    <a:pt x="17940" y="25226"/>
                  </a:lnTo>
                  <a:lnTo>
                    <a:pt x="16951" y="25751"/>
                  </a:lnTo>
                  <a:lnTo>
                    <a:pt x="16467" y="26013"/>
                  </a:lnTo>
                  <a:lnTo>
                    <a:pt x="15983" y="26296"/>
                  </a:lnTo>
                  <a:lnTo>
                    <a:pt x="15519" y="26598"/>
                  </a:lnTo>
                  <a:lnTo>
                    <a:pt x="15075" y="26901"/>
                  </a:lnTo>
                  <a:lnTo>
                    <a:pt x="14510" y="27325"/>
                  </a:lnTo>
                  <a:lnTo>
                    <a:pt x="13965" y="27789"/>
                  </a:lnTo>
                  <a:lnTo>
                    <a:pt x="13420" y="28253"/>
                  </a:lnTo>
                  <a:lnTo>
                    <a:pt x="12895" y="28717"/>
                  </a:lnTo>
                  <a:lnTo>
                    <a:pt x="12148" y="29383"/>
                  </a:lnTo>
                  <a:lnTo>
                    <a:pt x="11402" y="30029"/>
                  </a:lnTo>
                  <a:lnTo>
                    <a:pt x="10998" y="30332"/>
                  </a:lnTo>
                  <a:lnTo>
                    <a:pt x="10595" y="30614"/>
                  </a:lnTo>
                  <a:lnTo>
                    <a:pt x="10171" y="30897"/>
                  </a:lnTo>
                  <a:lnTo>
                    <a:pt x="9747" y="31159"/>
                  </a:lnTo>
                  <a:lnTo>
                    <a:pt x="9303" y="31381"/>
                  </a:lnTo>
                  <a:lnTo>
                    <a:pt x="8839" y="31583"/>
                  </a:lnTo>
                  <a:lnTo>
                    <a:pt x="8375" y="31764"/>
                  </a:lnTo>
                  <a:lnTo>
                    <a:pt x="7890" y="31906"/>
                  </a:lnTo>
                  <a:lnTo>
                    <a:pt x="7406" y="32027"/>
                  </a:lnTo>
                  <a:lnTo>
                    <a:pt x="6922" y="32107"/>
                  </a:lnTo>
                  <a:lnTo>
                    <a:pt x="6417" y="32148"/>
                  </a:lnTo>
                  <a:lnTo>
                    <a:pt x="5933" y="32168"/>
                  </a:lnTo>
                  <a:lnTo>
                    <a:pt x="5893" y="32168"/>
                  </a:lnTo>
                  <a:lnTo>
                    <a:pt x="5368" y="32148"/>
                  </a:lnTo>
                  <a:lnTo>
                    <a:pt x="4843" y="32087"/>
                  </a:lnTo>
                  <a:lnTo>
                    <a:pt x="4359" y="31986"/>
                  </a:lnTo>
                  <a:lnTo>
                    <a:pt x="3875" y="31845"/>
                  </a:lnTo>
                  <a:lnTo>
                    <a:pt x="3431" y="31684"/>
                  </a:lnTo>
                  <a:lnTo>
                    <a:pt x="2987" y="31462"/>
                  </a:lnTo>
                  <a:lnTo>
                    <a:pt x="2583" y="31219"/>
                  </a:lnTo>
                  <a:lnTo>
                    <a:pt x="2200" y="30957"/>
                  </a:lnTo>
                  <a:lnTo>
                    <a:pt x="1998" y="30775"/>
                  </a:lnTo>
                  <a:lnTo>
                    <a:pt x="1816" y="30614"/>
                  </a:lnTo>
                  <a:lnTo>
                    <a:pt x="1635" y="30412"/>
                  </a:lnTo>
                  <a:lnTo>
                    <a:pt x="1453" y="30231"/>
                  </a:lnTo>
                  <a:lnTo>
                    <a:pt x="1292" y="30029"/>
                  </a:lnTo>
                  <a:lnTo>
                    <a:pt x="1150" y="29807"/>
                  </a:lnTo>
                  <a:lnTo>
                    <a:pt x="1009" y="29585"/>
                  </a:lnTo>
                  <a:lnTo>
                    <a:pt x="868" y="29363"/>
                  </a:lnTo>
                  <a:lnTo>
                    <a:pt x="747" y="29121"/>
                  </a:lnTo>
                  <a:lnTo>
                    <a:pt x="626" y="28879"/>
                  </a:lnTo>
                  <a:lnTo>
                    <a:pt x="525" y="28616"/>
                  </a:lnTo>
                  <a:lnTo>
                    <a:pt x="424" y="28354"/>
                  </a:lnTo>
                  <a:lnTo>
                    <a:pt x="343" y="28092"/>
                  </a:lnTo>
                  <a:lnTo>
                    <a:pt x="283" y="27829"/>
                  </a:lnTo>
                  <a:lnTo>
                    <a:pt x="222" y="27547"/>
                  </a:lnTo>
                  <a:lnTo>
                    <a:pt x="162" y="27264"/>
                  </a:lnTo>
                  <a:lnTo>
                    <a:pt x="101" y="26719"/>
                  </a:lnTo>
                  <a:lnTo>
                    <a:pt x="81" y="26154"/>
                  </a:lnTo>
                  <a:lnTo>
                    <a:pt x="121" y="25609"/>
                  </a:lnTo>
                  <a:lnTo>
                    <a:pt x="182" y="25065"/>
                  </a:lnTo>
                  <a:lnTo>
                    <a:pt x="283" y="24520"/>
                  </a:lnTo>
                  <a:lnTo>
                    <a:pt x="444" y="23995"/>
                  </a:lnTo>
                  <a:lnTo>
                    <a:pt x="626" y="23490"/>
                  </a:lnTo>
                  <a:lnTo>
                    <a:pt x="868" y="23006"/>
                  </a:lnTo>
                  <a:lnTo>
                    <a:pt x="1029" y="22724"/>
                  </a:lnTo>
                  <a:lnTo>
                    <a:pt x="1191" y="22441"/>
                  </a:lnTo>
                  <a:lnTo>
                    <a:pt x="1372" y="22179"/>
                  </a:lnTo>
                  <a:lnTo>
                    <a:pt x="1574" y="21916"/>
                  </a:lnTo>
                  <a:lnTo>
                    <a:pt x="1776" y="21654"/>
                  </a:lnTo>
                  <a:lnTo>
                    <a:pt x="1998" y="21392"/>
                  </a:lnTo>
                  <a:lnTo>
                    <a:pt x="2240" y="21129"/>
                  </a:lnTo>
                  <a:lnTo>
                    <a:pt x="2482" y="20867"/>
                  </a:lnTo>
                  <a:lnTo>
                    <a:pt x="3027" y="20383"/>
                  </a:lnTo>
                  <a:lnTo>
                    <a:pt x="3612" y="19898"/>
                  </a:lnTo>
                  <a:lnTo>
                    <a:pt x="4258" y="19414"/>
                  </a:lnTo>
                  <a:lnTo>
                    <a:pt x="4964" y="18970"/>
                  </a:lnTo>
                  <a:lnTo>
                    <a:pt x="5691" y="18526"/>
                  </a:lnTo>
                  <a:lnTo>
                    <a:pt x="6438" y="18102"/>
                  </a:lnTo>
                  <a:lnTo>
                    <a:pt x="7951" y="17336"/>
                  </a:lnTo>
                  <a:lnTo>
                    <a:pt x="9021" y="16771"/>
                  </a:lnTo>
                  <a:lnTo>
                    <a:pt x="10110" y="16185"/>
                  </a:lnTo>
                  <a:lnTo>
                    <a:pt x="10433" y="15983"/>
                  </a:lnTo>
                  <a:lnTo>
                    <a:pt x="10716" y="15802"/>
                  </a:lnTo>
                  <a:lnTo>
                    <a:pt x="10978" y="15600"/>
                  </a:lnTo>
                  <a:lnTo>
                    <a:pt x="11220" y="15398"/>
                  </a:lnTo>
                  <a:lnTo>
                    <a:pt x="11442" y="15196"/>
                  </a:lnTo>
                  <a:lnTo>
                    <a:pt x="11644" y="14974"/>
                  </a:lnTo>
                  <a:lnTo>
                    <a:pt x="11805" y="14752"/>
                  </a:lnTo>
                  <a:lnTo>
                    <a:pt x="11967" y="14510"/>
                  </a:lnTo>
                  <a:lnTo>
                    <a:pt x="12088" y="14268"/>
                  </a:lnTo>
                  <a:lnTo>
                    <a:pt x="12189" y="13986"/>
                  </a:lnTo>
                  <a:lnTo>
                    <a:pt x="12290" y="13723"/>
                  </a:lnTo>
                  <a:lnTo>
                    <a:pt x="12350" y="13421"/>
                  </a:lnTo>
                  <a:lnTo>
                    <a:pt x="12411" y="13098"/>
                  </a:lnTo>
                  <a:lnTo>
                    <a:pt x="12451" y="12755"/>
                  </a:lnTo>
                  <a:lnTo>
                    <a:pt x="12471" y="12391"/>
                  </a:lnTo>
                  <a:lnTo>
                    <a:pt x="12471" y="12008"/>
                  </a:lnTo>
                  <a:lnTo>
                    <a:pt x="12492" y="11302"/>
                  </a:lnTo>
                  <a:lnTo>
                    <a:pt x="12512" y="10616"/>
                  </a:lnTo>
                  <a:lnTo>
                    <a:pt x="12532" y="9950"/>
                  </a:lnTo>
                  <a:lnTo>
                    <a:pt x="12592" y="9324"/>
                  </a:lnTo>
                  <a:lnTo>
                    <a:pt x="12653" y="8698"/>
                  </a:lnTo>
                  <a:lnTo>
                    <a:pt x="12714" y="8113"/>
                  </a:lnTo>
                  <a:lnTo>
                    <a:pt x="12814" y="7548"/>
                  </a:lnTo>
                  <a:lnTo>
                    <a:pt x="12915" y="7003"/>
                  </a:lnTo>
                  <a:lnTo>
                    <a:pt x="13036" y="6479"/>
                  </a:lnTo>
                  <a:lnTo>
                    <a:pt x="13157" y="5974"/>
                  </a:lnTo>
                  <a:lnTo>
                    <a:pt x="13299" y="5510"/>
                  </a:lnTo>
                  <a:lnTo>
                    <a:pt x="13460" y="5046"/>
                  </a:lnTo>
                  <a:lnTo>
                    <a:pt x="13642" y="4622"/>
                  </a:lnTo>
                  <a:lnTo>
                    <a:pt x="13823" y="4218"/>
                  </a:lnTo>
                  <a:lnTo>
                    <a:pt x="14025" y="3835"/>
                  </a:lnTo>
                  <a:lnTo>
                    <a:pt x="14247" y="3472"/>
                  </a:lnTo>
                  <a:lnTo>
                    <a:pt x="14429" y="3169"/>
                  </a:lnTo>
                  <a:lnTo>
                    <a:pt x="14631" y="2887"/>
                  </a:lnTo>
                  <a:lnTo>
                    <a:pt x="14853" y="2644"/>
                  </a:lnTo>
                  <a:lnTo>
                    <a:pt x="15054" y="2402"/>
                  </a:lnTo>
                  <a:lnTo>
                    <a:pt x="15276" y="2180"/>
                  </a:lnTo>
                  <a:lnTo>
                    <a:pt x="15498" y="1979"/>
                  </a:lnTo>
                  <a:lnTo>
                    <a:pt x="15700" y="1797"/>
                  </a:lnTo>
                  <a:lnTo>
                    <a:pt x="15942" y="1635"/>
                  </a:lnTo>
                  <a:lnTo>
                    <a:pt x="16386" y="1333"/>
                  </a:lnTo>
                  <a:lnTo>
                    <a:pt x="16830" y="1091"/>
                  </a:lnTo>
                  <a:lnTo>
                    <a:pt x="17274" y="869"/>
                  </a:lnTo>
                  <a:lnTo>
                    <a:pt x="17698" y="667"/>
                  </a:lnTo>
                  <a:lnTo>
                    <a:pt x="18142" y="505"/>
                  </a:lnTo>
                  <a:lnTo>
                    <a:pt x="18606" y="364"/>
                  </a:lnTo>
                  <a:lnTo>
                    <a:pt x="19070" y="243"/>
                  </a:lnTo>
                  <a:lnTo>
                    <a:pt x="19534" y="162"/>
                  </a:lnTo>
                  <a:lnTo>
                    <a:pt x="19999" y="102"/>
                  </a:lnTo>
                  <a:lnTo>
                    <a:pt x="20483" y="82"/>
                  </a:lnTo>
                  <a:close/>
                  <a:moveTo>
                    <a:pt x="20483" y="1"/>
                  </a:moveTo>
                  <a:lnTo>
                    <a:pt x="19999" y="21"/>
                  </a:lnTo>
                  <a:lnTo>
                    <a:pt x="19534" y="82"/>
                  </a:lnTo>
                  <a:lnTo>
                    <a:pt x="19050" y="162"/>
                  </a:lnTo>
                  <a:lnTo>
                    <a:pt x="18586" y="283"/>
                  </a:lnTo>
                  <a:lnTo>
                    <a:pt x="18122" y="425"/>
                  </a:lnTo>
                  <a:lnTo>
                    <a:pt x="17678" y="606"/>
                  </a:lnTo>
                  <a:lnTo>
                    <a:pt x="17214" y="808"/>
                  </a:lnTo>
                  <a:lnTo>
                    <a:pt x="16750" y="1050"/>
                  </a:lnTo>
                  <a:lnTo>
                    <a:pt x="16285" y="1313"/>
                  </a:lnTo>
                  <a:lnTo>
                    <a:pt x="15841" y="1615"/>
                  </a:lnTo>
                  <a:lnTo>
                    <a:pt x="15619" y="1777"/>
                  </a:lnTo>
                  <a:lnTo>
                    <a:pt x="15397" y="1979"/>
                  </a:lnTo>
                  <a:lnTo>
                    <a:pt x="15175" y="2180"/>
                  </a:lnTo>
                  <a:lnTo>
                    <a:pt x="14974" y="2382"/>
                  </a:lnTo>
                  <a:lnTo>
                    <a:pt x="14752" y="2624"/>
                  </a:lnTo>
                  <a:lnTo>
                    <a:pt x="14550" y="2866"/>
                  </a:lnTo>
                  <a:lnTo>
                    <a:pt x="14368" y="3129"/>
                  </a:lnTo>
                  <a:lnTo>
                    <a:pt x="14166" y="3411"/>
                  </a:lnTo>
                  <a:lnTo>
                    <a:pt x="13944" y="3795"/>
                  </a:lnTo>
                  <a:lnTo>
                    <a:pt x="13743" y="4178"/>
                  </a:lnTo>
                  <a:lnTo>
                    <a:pt x="13561" y="4582"/>
                  </a:lnTo>
                  <a:lnTo>
                    <a:pt x="13400" y="5026"/>
                  </a:lnTo>
                  <a:lnTo>
                    <a:pt x="13238" y="5470"/>
                  </a:lnTo>
                  <a:lnTo>
                    <a:pt x="13077" y="5954"/>
                  </a:lnTo>
                  <a:lnTo>
                    <a:pt x="12956" y="6458"/>
                  </a:lnTo>
                  <a:lnTo>
                    <a:pt x="12835" y="6983"/>
                  </a:lnTo>
                  <a:lnTo>
                    <a:pt x="12734" y="7528"/>
                  </a:lnTo>
                  <a:lnTo>
                    <a:pt x="12653" y="8093"/>
                  </a:lnTo>
                  <a:lnTo>
                    <a:pt x="12572" y="8678"/>
                  </a:lnTo>
                  <a:lnTo>
                    <a:pt x="12512" y="9304"/>
                  </a:lnTo>
                  <a:lnTo>
                    <a:pt x="12451" y="9950"/>
                  </a:lnTo>
                  <a:lnTo>
                    <a:pt x="12431" y="10616"/>
                  </a:lnTo>
                  <a:lnTo>
                    <a:pt x="12411" y="11302"/>
                  </a:lnTo>
                  <a:lnTo>
                    <a:pt x="12391" y="12008"/>
                  </a:lnTo>
                  <a:lnTo>
                    <a:pt x="12391" y="12391"/>
                  </a:lnTo>
                  <a:lnTo>
                    <a:pt x="12370" y="12755"/>
                  </a:lnTo>
                  <a:lnTo>
                    <a:pt x="12330" y="13078"/>
                  </a:lnTo>
                  <a:lnTo>
                    <a:pt x="12270" y="13400"/>
                  </a:lnTo>
                  <a:lnTo>
                    <a:pt x="12209" y="13683"/>
                  </a:lnTo>
                  <a:lnTo>
                    <a:pt x="12128" y="13965"/>
                  </a:lnTo>
                  <a:lnTo>
                    <a:pt x="12007" y="14228"/>
                  </a:lnTo>
                  <a:lnTo>
                    <a:pt x="11886" y="14470"/>
                  </a:lnTo>
                  <a:lnTo>
                    <a:pt x="11745" y="14712"/>
                  </a:lnTo>
                  <a:lnTo>
                    <a:pt x="11563" y="14934"/>
                  </a:lnTo>
                  <a:lnTo>
                    <a:pt x="11382" y="15136"/>
                  </a:lnTo>
                  <a:lnTo>
                    <a:pt x="11160" y="15338"/>
                  </a:lnTo>
                  <a:lnTo>
                    <a:pt x="10938" y="15540"/>
                  </a:lnTo>
                  <a:lnTo>
                    <a:pt x="10675" y="15741"/>
                  </a:lnTo>
                  <a:lnTo>
                    <a:pt x="10373" y="15923"/>
                  </a:lnTo>
                  <a:lnTo>
                    <a:pt x="10070" y="16105"/>
                  </a:lnTo>
                  <a:lnTo>
                    <a:pt x="8980" y="16690"/>
                  </a:lnTo>
                  <a:lnTo>
                    <a:pt x="7911" y="17255"/>
                  </a:lnTo>
                  <a:lnTo>
                    <a:pt x="6397" y="18042"/>
                  </a:lnTo>
                  <a:lnTo>
                    <a:pt x="5651" y="18466"/>
                  </a:lnTo>
                  <a:lnTo>
                    <a:pt x="4924" y="18889"/>
                  </a:lnTo>
                  <a:lnTo>
                    <a:pt x="4218" y="19354"/>
                  </a:lnTo>
                  <a:lnTo>
                    <a:pt x="3552" y="19838"/>
                  </a:lnTo>
                  <a:lnTo>
                    <a:pt x="2967" y="20322"/>
                  </a:lnTo>
                  <a:lnTo>
                    <a:pt x="2422" y="20827"/>
                  </a:lnTo>
                  <a:lnTo>
                    <a:pt x="2180" y="21069"/>
                  </a:lnTo>
                  <a:lnTo>
                    <a:pt x="1937" y="21331"/>
                  </a:lnTo>
                  <a:lnTo>
                    <a:pt x="1715" y="21594"/>
                  </a:lnTo>
                  <a:lnTo>
                    <a:pt x="1514" y="21856"/>
                  </a:lnTo>
                  <a:lnTo>
                    <a:pt x="1312" y="22138"/>
                  </a:lnTo>
                  <a:lnTo>
                    <a:pt x="1130" y="22401"/>
                  </a:lnTo>
                  <a:lnTo>
                    <a:pt x="949" y="22683"/>
                  </a:lnTo>
                  <a:lnTo>
                    <a:pt x="807" y="22966"/>
                  </a:lnTo>
                  <a:lnTo>
                    <a:pt x="565" y="23450"/>
                  </a:lnTo>
                  <a:lnTo>
                    <a:pt x="363" y="23975"/>
                  </a:lnTo>
                  <a:lnTo>
                    <a:pt x="222" y="24499"/>
                  </a:lnTo>
                  <a:lnTo>
                    <a:pt x="101" y="25044"/>
                  </a:lnTo>
                  <a:lnTo>
                    <a:pt x="40" y="25589"/>
                  </a:lnTo>
                  <a:lnTo>
                    <a:pt x="0" y="26154"/>
                  </a:lnTo>
                  <a:lnTo>
                    <a:pt x="20" y="26719"/>
                  </a:lnTo>
                  <a:lnTo>
                    <a:pt x="81" y="27284"/>
                  </a:lnTo>
                  <a:lnTo>
                    <a:pt x="141" y="27567"/>
                  </a:lnTo>
                  <a:lnTo>
                    <a:pt x="202" y="27849"/>
                  </a:lnTo>
                  <a:lnTo>
                    <a:pt x="262" y="28112"/>
                  </a:lnTo>
                  <a:lnTo>
                    <a:pt x="363" y="28394"/>
                  </a:lnTo>
                  <a:lnTo>
                    <a:pt x="444" y="28657"/>
                  </a:lnTo>
                  <a:lnTo>
                    <a:pt x="545" y="28899"/>
                  </a:lnTo>
                  <a:lnTo>
                    <a:pt x="666" y="29161"/>
                  </a:lnTo>
                  <a:lnTo>
                    <a:pt x="787" y="29403"/>
                  </a:lnTo>
                  <a:lnTo>
                    <a:pt x="928" y="29625"/>
                  </a:lnTo>
                  <a:lnTo>
                    <a:pt x="1070" y="29847"/>
                  </a:lnTo>
                  <a:lnTo>
                    <a:pt x="1231" y="30069"/>
                  </a:lnTo>
                  <a:lnTo>
                    <a:pt x="1393" y="30271"/>
                  </a:lnTo>
                  <a:lnTo>
                    <a:pt x="1574" y="30473"/>
                  </a:lnTo>
                  <a:lnTo>
                    <a:pt x="1756" y="30654"/>
                  </a:lnTo>
                  <a:lnTo>
                    <a:pt x="1958" y="30836"/>
                  </a:lnTo>
                  <a:lnTo>
                    <a:pt x="2159" y="31018"/>
                  </a:lnTo>
                  <a:lnTo>
                    <a:pt x="2543" y="31300"/>
                  </a:lnTo>
                  <a:lnTo>
                    <a:pt x="2967" y="31542"/>
                  </a:lnTo>
                  <a:lnTo>
                    <a:pt x="3390" y="31744"/>
                  </a:lnTo>
                  <a:lnTo>
                    <a:pt x="3854" y="31926"/>
                  </a:lnTo>
                  <a:lnTo>
                    <a:pt x="4339" y="32067"/>
                  </a:lnTo>
                  <a:lnTo>
                    <a:pt x="4843" y="32168"/>
                  </a:lnTo>
                  <a:lnTo>
                    <a:pt x="5348" y="32228"/>
                  </a:lnTo>
                  <a:lnTo>
                    <a:pt x="5893" y="32249"/>
                  </a:lnTo>
                  <a:lnTo>
                    <a:pt x="5933" y="32249"/>
                  </a:lnTo>
                  <a:lnTo>
                    <a:pt x="6438" y="32228"/>
                  </a:lnTo>
                  <a:lnTo>
                    <a:pt x="6922" y="32188"/>
                  </a:lnTo>
                  <a:lnTo>
                    <a:pt x="7426" y="32107"/>
                  </a:lnTo>
                  <a:lnTo>
                    <a:pt x="7911" y="31986"/>
                  </a:lnTo>
                  <a:lnTo>
                    <a:pt x="8395" y="31845"/>
                  </a:lnTo>
                  <a:lnTo>
                    <a:pt x="8879" y="31663"/>
                  </a:lnTo>
                  <a:lnTo>
                    <a:pt x="9343" y="31462"/>
                  </a:lnTo>
                  <a:lnTo>
                    <a:pt x="9787" y="31219"/>
                  </a:lnTo>
                  <a:lnTo>
                    <a:pt x="10211" y="30977"/>
                  </a:lnTo>
                  <a:lnTo>
                    <a:pt x="10635" y="30695"/>
                  </a:lnTo>
                  <a:lnTo>
                    <a:pt x="11039" y="30392"/>
                  </a:lnTo>
                  <a:lnTo>
                    <a:pt x="11442" y="30089"/>
                  </a:lnTo>
                  <a:lnTo>
                    <a:pt x="12209" y="29444"/>
                  </a:lnTo>
                  <a:lnTo>
                    <a:pt x="12956" y="28778"/>
                  </a:lnTo>
                  <a:lnTo>
                    <a:pt x="13480" y="28314"/>
                  </a:lnTo>
                  <a:lnTo>
                    <a:pt x="14005" y="27849"/>
                  </a:lnTo>
                  <a:lnTo>
                    <a:pt x="14550" y="27405"/>
                  </a:lnTo>
                  <a:lnTo>
                    <a:pt x="15115" y="26961"/>
                  </a:lnTo>
                  <a:lnTo>
                    <a:pt x="15559" y="26659"/>
                  </a:lnTo>
                  <a:lnTo>
                    <a:pt x="16023" y="26356"/>
                  </a:lnTo>
                  <a:lnTo>
                    <a:pt x="16507" y="26074"/>
                  </a:lnTo>
                  <a:lnTo>
                    <a:pt x="16992" y="25811"/>
                  </a:lnTo>
                  <a:lnTo>
                    <a:pt x="17960" y="25307"/>
                  </a:lnTo>
                  <a:lnTo>
                    <a:pt x="18949" y="24822"/>
                  </a:lnTo>
                  <a:lnTo>
                    <a:pt x="19918" y="24338"/>
                  </a:lnTo>
                  <a:lnTo>
                    <a:pt x="20886" y="23834"/>
                  </a:lnTo>
                  <a:lnTo>
                    <a:pt x="21351" y="23571"/>
                  </a:lnTo>
                  <a:lnTo>
                    <a:pt x="21835" y="23309"/>
                  </a:lnTo>
                  <a:lnTo>
                    <a:pt x="22299" y="23006"/>
                  </a:lnTo>
                  <a:lnTo>
                    <a:pt x="22743" y="22703"/>
                  </a:lnTo>
                  <a:lnTo>
                    <a:pt x="23227" y="22340"/>
                  </a:lnTo>
                  <a:lnTo>
                    <a:pt x="23691" y="21957"/>
                  </a:lnTo>
                  <a:lnTo>
                    <a:pt x="24135" y="21553"/>
                  </a:lnTo>
                  <a:lnTo>
                    <a:pt x="24559" y="21129"/>
                  </a:lnTo>
                  <a:lnTo>
                    <a:pt x="24983" y="20685"/>
                  </a:lnTo>
                  <a:lnTo>
                    <a:pt x="25366" y="20221"/>
                  </a:lnTo>
                  <a:lnTo>
                    <a:pt x="25750" y="19737"/>
                  </a:lnTo>
                  <a:lnTo>
                    <a:pt x="26093" y="19232"/>
                  </a:lnTo>
                  <a:lnTo>
                    <a:pt x="26436" y="18728"/>
                  </a:lnTo>
                  <a:lnTo>
                    <a:pt x="26739" y="18183"/>
                  </a:lnTo>
                  <a:lnTo>
                    <a:pt x="27021" y="17638"/>
                  </a:lnTo>
                  <a:lnTo>
                    <a:pt x="27304" y="17093"/>
                  </a:lnTo>
                  <a:lnTo>
                    <a:pt x="27546" y="16528"/>
                  </a:lnTo>
                  <a:lnTo>
                    <a:pt x="27748" y="15943"/>
                  </a:lnTo>
                  <a:lnTo>
                    <a:pt x="27949" y="15358"/>
                  </a:lnTo>
                  <a:lnTo>
                    <a:pt x="28111" y="14752"/>
                  </a:lnTo>
                  <a:lnTo>
                    <a:pt x="28252" y="14167"/>
                  </a:lnTo>
                  <a:lnTo>
                    <a:pt x="28353" y="13582"/>
                  </a:lnTo>
                  <a:lnTo>
                    <a:pt x="28454" y="12977"/>
                  </a:lnTo>
                  <a:lnTo>
                    <a:pt x="28514" y="12391"/>
                  </a:lnTo>
                  <a:lnTo>
                    <a:pt x="28555" y="11786"/>
                  </a:lnTo>
                  <a:lnTo>
                    <a:pt x="28555" y="11181"/>
                  </a:lnTo>
                  <a:lnTo>
                    <a:pt x="28555" y="10555"/>
                  </a:lnTo>
                  <a:lnTo>
                    <a:pt x="28514" y="9950"/>
                  </a:lnTo>
                  <a:lnTo>
                    <a:pt x="28454" y="9344"/>
                  </a:lnTo>
                  <a:lnTo>
                    <a:pt x="28373" y="8739"/>
                  </a:lnTo>
                  <a:lnTo>
                    <a:pt x="28272" y="8133"/>
                  </a:lnTo>
                  <a:lnTo>
                    <a:pt x="28151" y="7528"/>
                  </a:lnTo>
                  <a:lnTo>
                    <a:pt x="27990" y="6923"/>
                  </a:lnTo>
                  <a:lnTo>
                    <a:pt x="27828" y="6337"/>
                  </a:lnTo>
                  <a:lnTo>
                    <a:pt x="27627" y="5752"/>
                  </a:lnTo>
                  <a:lnTo>
                    <a:pt x="27405" y="5167"/>
                  </a:lnTo>
                  <a:lnTo>
                    <a:pt x="27142" y="4541"/>
                  </a:lnTo>
                  <a:lnTo>
                    <a:pt x="26860" y="3976"/>
                  </a:lnTo>
                  <a:lnTo>
                    <a:pt x="26557" y="3452"/>
                  </a:lnTo>
                  <a:lnTo>
                    <a:pt x="26234" y="2947"/>
                  </a:lnTo>
                  <a:lnTo>
                    <a:pt x="25911" y="2503"/>
                  </a:lnTo>
                  <a:lnTo>
                    <a:pt x="25548" y="2100"/>
                  </a:lnTo>
                  <a:lnTo>
                    <a:pt x="25185" y="1716"/>
                  </a:lnTo>
                  <a:lnTo>
                    <a:pt x="24801" y="1393"/>
                  </a:lnTo>
                  <a:lnTo>
                    <a:pt x="24438" y="1111"/>
                  </a:lnTo>
                  <a:lnTo>
                    <a:pt x="24055" y="889"/>
                  </a:lnTo>
                  <a:lnTo>
                    <a:pt x="23651" y="667"/>
                  </a:lnTo>
                  <a:lnTo>
                    <a:pt x="23227" y="485"/>
                  </a:lnTo>
                  <a:lnTo>
                    <a:pt x="22783" y="344"/>
                  </a:lnTo>
                  <a:lnTo>
                    <a:pt x="22339" y="223"/>
                  </a:lnTo>
                  <a:lnTo>
                    <a:pt x="21895" y="122"/>
                  </a:lnTo>
                  <a:lnTo>
                    <a:pt x="21411" y="61"/>
                  </a:lnTo>
                  <a:lnTo>
                    <a:pt x="20947" y="21"/>
                  </a:lnTo>
                  <a:lnTo>
                    <a:pt x="20483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" name="Google Shape;19;p2"/>
            <p:cNvSpPr/>
            <p:nvPr/>
          </p:nvSpPr>
          <p:spPr>
            <a:xfrm flipH="1">
              <a:off x="-3799077" y="-5170503"/>
              <a:ext cx="6754688" cy="4497143"/>
            </a:xfrm>
            <a:custGeom>
              <a:rect b="b" l="l" r="r" t="t"/>
              <a:pathLst>
                <a:path extrusionOk="0" h="80439" w="120819">
                  <a:moveTo>
                    <a:pt x="94887" y="81"/>
                  </a:moveTo>
                  <a:lnTo>
                    <a:pt x="96400" y="122"/>
                  </a:lnTo>
                  <a:lnTo>
                    <a:pt x="97914" y="182"/>
                  </a:lnTo>
                  <a:lnTo>
                    <a:pt x="99427" y="283"/>
                  </a:lnTo>
                  <a:lnTo>
                    <a:pt x="100941" y="424"/>
                  </a:lnTo>
                  <a:lnTo>
                    <a:pt x="102454" y="586"/>
                  </a:lnTo>
                  <a:lnTo>
                    <a:pt x="103968" y="788"/>
                  </a:lnTo>
                  <a:lnTo>
                    <a:pt x="105481" y="1030"/>
                  </a:lnTo>
                  <a:lnTo>
                    <a:pt x="106894" y="1272"/>
                  </a:lnTo>
                  <a:lnTo>
                    <a:pt x="107620" y="1413"/>
                  </a:lnTo>
                  <a:lnTo>
                    <a:pt x="108367" y="1595"/>
                  </a:lnTo>
                  <a:lnTo>
                    <a:pt x="109114" y="1777"/>
                  </a:lnTo>
                  <a:lnTo>
                    <a:pt x="109860" y="1998"/>
                  </a:lnTo>
                  <a:lnTo>
                    <a:pt x="110607" y="2241"/>
                  </a:lnTo>
                  <a:lnTo>
                    <a:pt x="111354" y="2503"/>
                  </a:lnTo>
                  <a:lnTo>
                    <a:pt x="112100" y="2806"/>
                  </a:lnTo>
                  <a:lnTo>
                    <a:pt x="112827" y="3129"/>
                  </a:lnTo>
                  <a:lnTo>
                    <a:pt x="113533" y="3492"/>
                  </a:lnTo>
                  <a:lnTo>
                    <a:pt x="114219" y="3895"/>
                  </a:lnTo>
                  <a:lnTo>
                    <a:pt x="114562" y="4117"/>
                  </a:lnTo>
                  <a:lnTo>
                    <a:pt x="114885" y="4339"/>
                  </a:lnTo>
                  <a:lnTo>
                    <a:pt x="115208" y="4582"/>
                  </a:lnTo>
                  <a:lnTo>
                    <a:pt x="115531" y="4824"/>
                  </a:lnTo>
                  <a:lnTo>
                    <a:pt x="115834" y="5086"/>
                  </a:lnTo>
                  <a:lnTo>
                    <a:pt x="116136" y="5369"/>
                  </a:lnTo>
                  <a:lnTo>
                    <a:pt x="116419" y="5651"/>
                  </a:lnTo>
                  <a:lnTo>
                    <a:pt x="116701" y="5934"/>
                  </a:lnTo>
                  <a:lnTo>
                    <a:pt x="117044" y="6317"/>
                  </a:lnTo>
                  <a:lnTo>
                    <a:pt x="117367" y="6721"/>
                  </a:lnTo>
                  <a:lnTo>
                    <a:pt x="117690" y="7165"/>
                  </a:lnTo>
                  <a:lnTo>
                    <a:pt x="118033" y="7669"/>
                  </a:lnTo>
                  <a:lnTo>
                    <a:pt x="118336" y="8194"/>
                  </a:lnTo>
                  <a:lnTo>
                    <a:pt x="118659" y="8799"/>
                  </a:lnTo>
                  <a:lnTo>
                    <a:pt x="118941" y="9445"/>
                  </a:lnTo>
                  <a:lnTo>
                    <a:pt x="119224" y="10171"/>
                  </a:lnTo>
                  <a:lnTo>
                    <a:pt x="119486" y="10958"/>
                  </a:lnTo>
                  <a:lnTo>
                    <a:pt x="119728" y="11826"/>
                  </a:lnTo>
                  <a:lnTo>
                    <a:pt x="119950" y="12795"/>
                  </a:lnTo>
                  <a:lnTo>
                    <a:pt x="120152" y="13824"/>
                  </a:lnTo>
                  <a:lnTo>
                    <a:pt x="120334" y="14974"/>
                  </a:lnTo>
                  <a:lnTo>
                    <a:pt x="120475" y="16205"/>
                  </a:lnTo>
                  <a:lnTo>
                    <a:pt x="120576" y="17557"/>
                  </a:lnTo>
                  <a:lnTo>
                    <a:pt x="120657" y="19010"/>
                  </a:lnTo>
                  <a:lnTo>
                    <a:pt x="120697" y="20241"/>
                  </a:lnTo>
                  <a:lnTo>
                    <a:pt x="120717" y="21472"/>
                  </a:lnTo>
                  <a:lnTo>
                    <a:pt x="120737" y="22683"/>
                  </a:lnTo>
                  <a:lnTo>
                    <a:pt x="120737" y="23914"/>
                  </a:lnTo>
                  <a:lnTo>
                    <a:pt x="120717" y="25145"/>
                  </a:lnTo>
                  <a:lnTo>
                    <a:pt x="120697" y="26376"/>
                  </a:lnTo>
                  <a:lnTo>
                    <a:pt x="120657" y="27607"/>
                  </a:lnTo>
                  <a:lnTo>
                    <a:pt x="120616" y="28838"/>
                  </a:lnTo>
                  <a:lnTo>
                    <a:pt x="120536" y="30049"/>
                  </a:lnTo>
                  <a:lnTo>
                    <a:pt x="120455" y="31280"/>
                  </a:lnTo>
                  <a:lnTo>
                    <a:pt x="120374" y="32511"/>
                  </a:lnTo>
                  <a:lnTo>
                    <a:pt x="120253" y="33722"/>
                  </a:lnTo>
                  <a:lnTo>
                    <a:pt x="120152" y="34953"/>
                  </a:lnTo>
                  <a:lnTo>
                    <a:pt x="120011" y="36163"/>
                  </a:lnTo>
                  <a:lnTo>
                    <a:pt x="119870" y="37394"/>
                  </a:lnTo>
                  <a:lnTo>
                    <a:pt x="119708" y="38605"/>
                  </a:lnTo>
                  <a:lnTo>
                    <a:pt x="119567" y="39533"/>
                  </a:lnTo>
                  <a:lnTo>
                    <a:pt x="119405" y="40462"/>
                  </a:lnTo>
                  <a:lnTo>
                    <a:pt x="119224" y="41390"/>
                  </a:lnTo>
                  <a:lnTo>
                    <a:pt x="119103" y="41834"/>
                  </a:lnTo>
                  <a:lnTo>
                    <a:pt x="118982" y="42278"/>
                  </a:lnTo>
                  <a:lnTo>
                    <a:pt x="118820" y="42722"/>
                  </a:lnTo>
                  <a:lnTo>
                    <a:pt x="118659" y="43166"/>
                  </a:lnTo>
                  <a:lnTo>
                    <a:pt x="118497" y="43590"/>
                  </a:lnTo>
                  <a:lnTo>
                    <a:pt x="118296" y="43993"/>
                  </a:lnTo>
                  <a:lnTo>
                    <a:pt x="118074" y="44397"/>
                  </a:lnTo>
                  <a:lnTo>
                    <a:pt x="117831" y="44800"/>
                  </a:lnTo>
                  <a:lnTo>
                    <a:pt x="117549" y="45164"/>
                  </a:lnTo>
                  <a:lnTo>
                    <a:pt x="117266" y="45527"/>
                  </a:lnTo>
                  <a:lnTo>
                    <a:pt x="117105" y="45709"/>
                  </a:lnTo>
                  <a:lnTo>
                    <a:pt x="116943" y="45870"/>
                  </a:lnTo>
                  <a:lnTo>
                    <a:pt x="116782" y="45991"/>
                  </a:lnTo>
                  <a:lnTo>
                    <a:pt x="116621" y="46112"/>
                  </a:lnTo>
                  <a:lnTo>
                    <a:pt x="116459" y="46193"/>
                  </a:lnTo>
                  <a:lnTo>
                    <a:pt x="116298" y="46253"/>
                  </a:lnTo>
                  <a:lnTo>
                    <a:pt x="116136" y="46294"/>
                  </a:lnTo>
                  <a:lnTo>
                    <a:pt x="115975" y="46314"/>
                  </a:lnTo>
                  <a:lnTo>
                    <a:pt x="115813" y="46314"/>
                  </a:lnTo>
                  <a:lnTo>
                    <a:pt x="115632" y="46294"/>
                  </a:lnTo>
                  <a:lnTo>
                    <a:pt x="115490" y="46253"/>
                  </a:lnTo>
                  <a:lnTo>
                    <a:pt x="115349" y="46193"/>
                  </a:lnTo>
                  <a:lnTo>
                    <a:pt x="115228" y="46092"/>
                  </a:lnTo>
                  <a:lnTo>
                    <a:pt x="115107" y="45991"/>
                  </a:lnTo>
                  <a:lnTo>
                    <a:pt x="115006" y="45890"/>
                  </a:lnTo>
                  <a:lnTo>
                    <a:pt x="114905" y="45749"/>
                  </a:lnTo>
                  <a:lnTo>
                    <a:pt x="114724" y="45446"/>
                  </a:lnTo>
                  <a:lnTo>
                    <a:pt x="114562" y="45103"/>
                  </a:lnTo>
                  <a:lnTo>
                    <a:pt x="114441" y="44740"/>
                  </a:lnTo>
                  <a:lnTo>
                    <a:pt x="114300" y="44336"/>
                  </a:lnTo>
                  <a:lnTo>
                    <a:pt x="114360" y="44316"/>
                  </a:lnTo>
                  <a:lnTo>
                    <a:pt x="114199" y="43751"/>
                  </a:lnTo>
                  <a:lnTo>
                    <a:pt x="114017" y="43186"/>
                  </a:lnTo>
                  <a:lnTo>
                    <a:pt x="113816" y="42641"/>
                  </a:lnTo>
                  <a:lnTo>
                    <a:pt x="113594" y="42096"/>
                  </a:lnTo>
                  <a:lnTo>
                    <a:pt x="113331" y="41551"/>
                  </a:lnTo>
                  <a:lnTo>
                    <a:pt x="113049" y="41027"/>
                  </a:lnTo>
                  <a:lnTo>
                    <a:pt x="112746" y="40522"/>
                  </a:lnTo>
                  <a:lnTo>
                    <a:pt x="112403" y="40018"/>
                  </a:lnTo>
                  <a:lnTo>
                    <a:pt x="112040" y="39533"/>
                  </a:lnTo>
                  <a:lnTo>
                    <a:pt x="111656" y="39049"/>
                  </a:lnTo>
                  <a:lnTo>
                    <a:pt x="111253" y="38605"/>
                  </a:lnTo>
                  <a:lnTo>
                    <a:pt x="110829" y="38161"/>
                  </a:lnTo>
                  <a:lnTo>
                    <a:pt x="110365" y="37717"/>
                  </a:lnTo>
                  <a:lnTo>
                    <a:pt x="109901" y="37314"/>
                  </a:lnTo>
                  <a:lnTo>
                    <a:pt x="109396" y="36910"/>
                  </a:lnTo>
                  <a:lnTo>
                    <a:pt x="108892" y="36547"/>
                  </a:lnTo>
                  <a:lnTo>
                    <a:pt x="108367" y="36184"/>
                  </a:lnTo>
                  <a:lnTo>
                    <a:pt x="107822" y="35861"/>
                  </a:lnTo>
                  <a:lnTo>
                    <a:pt x="107277" y="35558"/>
                  </a:lnTo>
                  <a:lnTo>
                    <a:pt x="106712" y="35275"/>
                  </a:lnTo>
                  <a:lnTo>
                    <a:pt x="106147" y="35033"/>
                  </a:lnTo>
                  <a:lnTo>
                    <a:pt x="105582" y="34811"/>
                  </a:lnTo>
                  <a:lnTo>
                    <a:pt x="104997" y="34610"/>
                  </a:lnTo>
                  <a:lnTo>
                    <a:pt x="104412" y="34428"/>
                  </a:lnTo>
                  <a:lnTo>
                    <a:pt x="103826" y="34287"/>
                  </a:lnTo>
                  <a:lnTo>
                    <a:pt x="103241" y="34166"/>
                  </a:lnTo>
                  <a:lnTo>
                    <a:pt x="102636" y="34065"/>
                  </a:lnTo>
                  <a:lnTo>
                    <a:pt x="102051" y="34004"/>
                  </a:lnTo>
                  <a:lnTo>
                    <a:pt x="101445" y="33964"/>
                  </a:lnTo>
                  <a:lnTo>
                    <a:pt x="100860" y="33944"/>
                  </a:lnTo>
                  <a:lnTo>
                    <a:pt x="100255" y="33964"/>
                  </a:lnTo>
                  <a:lnTo>
                    <a:pt x="99669" y="34004"/>
                  </a:lnTo>
                  <a:lnTo>
                    <a:pt x="99084" y="34085"/>
                  </a:lnTo>
                  <a:lnTo>
                    <a:pt x="98499" y="34166"/>
                  </a:lnTo>
                  <a:lnTo>
                    <a:pt x="97914" y="34307"/>
                  </a:lnTo>
                  <a:lnTo>
                    <a:pt x="97349" y="34448"/>
                  </a:lnTo>
                  <a:lnTo>
                    <a:pt x="96763" y="34630"/>
                  </a:lnTo>
                  <a:lnTo>
                    <a:pt x="96198" y="34831"/>
                  </a:lnTo>
                  <a:lnTo>
                    <a:pt x="95654" y="35053"/>
                  </a:lnTo>
                  <a:lnTo>
                    <a:pt x="95109" y="35296"/>
                  </a:lnTo>
                  <a:lnTo>
                    <a:pt x="94564" y="35578"/>
                  </a:lnTo>
                  <a:lnTo>
                    <a:pt x="94019" y="35861"/>
                  </a:lnTo>
                  <a:lnTo>
                    <a:pt x="93494" y="36184"/>
                  </a:lnTo>
                  <a:lnTo>
                    <a:pt x="92990" y="36527"/>
                  </a:lnTo>
                  <a:lnTo>
                    <a:pt x="92485" y="36910"/>
                  </a:lnTo>
                  <a:lnTo>
                    <a:pt x="92001" y="37293"/>
                  </a:lnTo>
                  <a:lnTo>
                    <a:pt x="91517" y="37697"/>
                  </a:lnTo>
                  <a:lnTo>
                    <a:pt x="91052" y="38141"/>
                  </a:lnTo>
                  <a:lnTo>
                    <a:pt x="90609" y="38585"/>
                  </a:lnTo>
                  <a:lnTo>
                    <a:pt x="90185" y="39049"/>
                  </a:lnTo>
                  <a:lnTo>
                    <a:pt x="89781" y="39513"/>
                  </a:lnTo>
                  <a:lnTo>
                    <a:pt x="89398" y="40018"/>
                  </a:lnTo>
                  <a:lnTo>
                    <a:pt x="89055" y="40502"/>
                  </a:lnTo>
                  <a:lnTo>
                    <a:pt x="88712" y="41027"/>
                  </a:lnTo>
                  <a:lnTo>
                    <a:pt x="88389" y="41551"/>
                  </a:lnTo>
                  <a:lnTo>
                    <a:pt x="88086" y="42076"/>
                  </a:lnTo>
                  <a:lnTo>
                    <a:pt x="87824" y="42621"/>
                  </a:lnTo>
                  <a:lnTo>
                    <a:pt x="87561" y="43186"/>
                  </a:lnTo>
                  <a:lnTo>
                    <a:pt x="87339" y="43751"/>
                  </a:lnTo>
                  <a:lnTo>
                    <a:pt x="87138" y="44316"/>
                  </a:lnTo>
                  <a:lnTo>
                    <a:pt x="86956" y="44881"/>
                  </a:lnTo>
                  <a:lnTo>
                    <a:pt x="86815" y="45466"/>
                  </a:lnTo>
                  <a:lnTo>
                    <a:pt x="86673" y="46052"/>
                  </a:lnTo>
                  <a:lnTo>
                    <a:pt x="86573" y="46637"/>
                  </a:lnTo>
                  <a:lnTo>
                    <a:pt x="86492" y="47283"/>
                  </a:lnTo>
                  <a:lnTo>
                    <a:pt x="86411" y="47928"/>
                  </a:lnTo>
                  <a:lnTo>
                    <a:pt x="86290" y="49240"/>
                  </a:lnTo>
                  <a:lnTo>
                    <a:pt x="86209" y="50330"/>
                  </a:lnTo>
                  <a:lnTo>
                    <a:pt x="86088" y="51399"/>
                  </a:lnTo>
                  <a:lnTo>
                    <a:pt x="86007" y="51924"/>
                  </a:lnTo>
                  <a:lnTo>
                    <a:pt x="85927" y="52449"/>
                  </a:lnTo>
                  <a:lnTo>
                    <a:pt x="85806" y="52973"/>
                  </a:lnTo>
                  <a:lnTo>
                    <a:pt x="85685" y="53458"/>
                  </a:lnTo>
                  <a:lnTo>
                    <a:pt x="85543" y="53962"/>
                  </a:lnTo>
                  <a:lnTo>
                    <a:pt x="85362" y="54426"/>
                  </a:lnTo>
                  <a:lnTo>
                    <a:pt x="85160" y="54870"/>
                  </a:lnTo>
                  <a:lnTo>
                    <a:pt x="84918" y="55314"/>
                  </a:lnTo>
                  <a:lnTo>
                    <a:pt x="84655" y="55718"/>
                  </a:lnTo>
                  <a:lnTo>
                    <a:pt x="84353" y="56101"/>
                  </a:lnTo>
                  <a:lnTo>
                    <a:pt x="84171" y="56303"/>
                  </a:lnTo>
                  <a:lnTo>
                    <a:pt x="84010" y="56465"/>
                  </a:lnTo>
                  <a:lnTo>
                    <a:pt x="83808" y="56646"/>
                  </a:lnTo>
                  <a:lnTo>
                    <a:pt x="83606" y="56808"/>
                  </a:lnTo>
                  <a:lnTo>
                    <a:pt x="83344" y="56989"/>
                  </a:lnTo>
                  <a:lnTo>
                    <a:pt x="83041" y="57191"/>
                  </a:lnTo>
                  <a:lnTo>
                    <a:pt x="82658" y="57393"/>
                  </a:lnTo>
                  <a:lnTo>
                    <a:pt x="82173" y="57595"/>
                  </a:lnTo>
                  <a:lnTo>
                    <a:pt x="81628" y="57776"/>
                  </a:lnTo>
                  <a:lnTo>
                    <a:pt x="81326" y="57877"/>
                  </a:lnTo>
                  <a:lnTo>
                    <a:pt x="80983" y="57958"/>
                  </a:lnTo>
                  <a:lnTo>
                    <a:pt x="80599" y="58018"/>
                  </a:lnTo>
                  <a:lnTo>
                    <a:pt x="80216" y="58099"/>
                  </a:lnTo>
                  <a:lnTo>
                    <a:pt x="79792" y="58160"/>
                  </a:lnTo>
                  <a:lnTo>
                    <a:pt x="79328" y="58200"/>
                  </a:lnTo>
                  <a:lnTo>
                    <a:pt x="78642" y="58261"/>
                  </a:lnTo>
                  <a:lnTo>
                    <a:pt x="77935" y="58281"/>
                  </a:lnTo>
                  <a:lnTo>
                    <a:pt x="77249" y="58301"/>
                  </a:lnTo>
                  <a:lnTo>
                    <a:pt x="76543" y="58301"/>
                  </a:lnTo>
                  <a:lnTo>
                    <a:pt x="75837" y="58281"/>
                  </a:lnTo>
                  <a:lnTo>
                    <a:pt x="75151" y="58240"/>
                  </a:lnTo>
                  <a:lnTo>
                    <a:pt x="74444" y="58180"/>
                  </a:lnTo>
                  <a:lnTo>
                    <a:pt x="73758" y="58119"/>
                  </a:lnTo>
                  <a:lnTo>
                    <a:pt x="72366" y="57958"/>
                  </a:lnTo>
                  <a:lnTo>
                    <a:pt x="70994" y="57776"/>
                  </a:lnTo>
                  <a:lnTo>
                    <a:pt x="69601" y="57574"/>
                  </a:lnTo>
                  <a:lnTo>
                    <a:pt x="68249" y="57352"/>
                  </a:lnTo>
                  <a:lnTo>
                    <a:pt x="66937" y="57151"/>
                  </a:lnTo>
                  <a:lnTo>
                    <a:pt x="65605" y="56949"/>
                  </a:lnTo>
                  <a:lnTo>
                    <a:pt x="64294" y="56767"/>
                  </a:lnTo>
                  <a:lnTo>
                    <a:pt x="62962" y="56606"/>
                  </a:lnTo>
                  <a:lnTo>
                    <a:pt x="61771" y="56505"/>
                  </a:lnTo>
                  <a:lnTo>
                    <a:pt x="60581" y="56424"/>
                  </a:lnTo>
                  <a:lnTo>
                    <a:pt x="59390" y="56384"/>
                  </a:lnTo>
                  <a:lnTo>
                    <a:pt x="58179" y="56364"/>
                  </a:lnTo>
                  <a:lnTo>
                    <a:pt x="56968" y="56384"/>
                  </a:lnTo>
                  <a:lnTo>
                    <a:pt x="55778" y="56444"/>
                  </a:lnTo>
                  <a:lnTo>
                    <a:pt x="54567" y="56525"/>
                  </a:lnTo>
                  <a:lnTo>
                    <a:pt x="53356" y="56646"/>
                  </a:lnTo>
                  <a:lnTo>
                    <a:pt x="52145" y="56787"/>
                  </a:lnTo>
                  <a:lnTo>
                    <a:pt x="50935" y="56949"/>
                  </a:lnTo>
                  <a:lnTo>
                    <a:pt x="49744" y="57151"/>
                  </a:lnTo>
                  <a:lnTo>
                    <a:pt x="48553" y="57393"/>
                  </a:lnTo>
                  <a:lnTo>
                    <a:pt x="47343" y="57655"/>
                  </a:lnTo>
                  <a:lnTo>
                    <a:pt x="46172" y="57958"/>
                  </a:lnTo>
                  <a:lnTo>
                    <a:pt x="44981" y="58281"/>
                  </a:lnTo>
                  <a:lnTo>
                    <a:pt x="43811" y="58644"/>
                  </a:lnTo>
                  <a:lnTo>
                    <a:pt x="42661" y="59027"/>
                  </a:lnTo>
                  <a:lnTo>
                    <a:pt x="41510" y="59451"/>
                  </a:lnTo>
                  <a:lnTo>
                    <a:pt x="40380" y="59895"/>
                  </a:lnTo>
                  <a:lnTo>
                    <a:pt x="39250" y="60359"/>
                  </a:lnTo>
                  <a:lnTo>
                    <a:pt x="38140" y="60864"/>
                  </a:lnTo>
                  <a:lnTo>
                    <a:pt x="37031" y="61409"/>
                  </a:lnTo>
                  <a:lnTo>
                    <a:pt x="35961" y="61954"/>
                  </a:lnTo>
                  <a:lnTo>
                    <a:pt x="34891" y="62539"/>
                  </a:lnTo>
                  <a:lnTo>
                    <a:pt x="33842" y="63144"/>
                  </a:lnTo>
                  <a:lnTo>
                    <a:pt x="32813" y="63790"/>
                  </a:lnTo>
                  <a:lnTo>
                    <a:pt x="31784" y="64436"/>
                  </a:lnTo>
                  <a:lnTo>
                    <a:pt x="30795" y="65122"/>
                  </a:lnTo>
                  <a:lnTo>
                    <a:pt x="29826" y="65828"/>
                  </a:lnTo>
                  <a:lnTo>
                    <a:pt x="28878" y="66555"/>
                  </a:lnTo>
                  <a:lnTo>
                    <a:pt x="27950" y="67321"/>
                  </a:lnTo>
                  <a:lnTo>
                    <a:pt x="27041" y="68088"/>
                  </a:lnTo>
                  <a:lnTo>
                    <a:pt x="26113" y="68916"/>
                  </a:lnTo>
                  <a:lnTo>
                    <a:pt x="25205" y="69763"/>
                  </a:lnTo>
                  <a:lnTo>
                    <a:pt x="23429" y="71499"/>
                  </a:lnTo>
                  <a:lnTo>
                    <a:pt x="22279" y="72609"/>
                  </a:lnTo>
                  <a:lnTo>
                    <a:pt x="21129" y="73719"/>
                  </a:lnTo>
                  <a:lnTo>
                    <a:pt x="19938" y="74788"/>
                  </a:lnTo>
                  <a:lnTo>
                    <a:pt x="19333" y="75313"/>
                  </a:lnTo>
                  <a:lnTo>
                    <a:pt x="18707" y="75837"/>
                  </a:lnTo>
                  <a:lnTo>
                    <a:pt x="18081" y="76342"/>
                  </a:lnTo>
                  <a:lnTo>
                    <a:pt x="17456" y="76826"/>
                  </a:lnTo>
                  <a:lnTo>
                    <a:pt x="16810" y="77290"/>
                  </a:lnTo>
                  <a:lnTo>
                    <a:pt x="16144" y="77734"/>
                  </a:lnTo>
                  <a:lnTo>
                    <a:pt x="15458" y="78158"/>
                  </a:lnTo>
                  <a:lnTo>
                    <a:pt x="14772" y="78542"/>
                  </a:lnTo>
                  <a:lnTo>
                    <a:pt x="14066" y="78925"/>
                  </a:lnTo>
                  <a:lnTo>
                    <a:pt x="13339" y="79268"/>
                  </a:lnTo>
                  <a:lnTo>
                    <a:pt x="12915" y="79450"/>
                  </a:lnTo>
                  <a:lnTo>
                    <a:pt x="12492" y="79611"/>
                  </a:lnTo>
                  <a:lnTo>
                    <a:pt x="12048" y="79752"/>
                  </a:lnTo>
                  <a:lnTo>
                    <a:pt x="11604" y="79894"/>
                  </a:lnTo>
                  <a:lnTo>
                    <a:pt x="11160" y="79995"/>
                  </a:lnTo>
                  <a:lnTo>
                    <a:pt x="10716" y="80095"/>
                  </a:lnTo>
                  <a:lnTo>
                    <a:pt x="10252" y="80196"/>
                  </a:lnTo>
                  <a:lnTo>
                    <a:pt x="9787" y="80257"/>
                  </a:lnTo>
                  <a:lnTo>
                    <a:pt x="9344" y="80297"/>
                  </a:lnTo>
                  <a:lnTo>
                    <a:pt x="8879" y="80338"/>
                  </a:lnTo>
                  <a:lnTo>
                    <a:pt x="8415" y="80358"/>
                  </a:lnTo>
                  <a:lnTo>
                    <a:pt x="7951" y="80358"/>
                  </a:lnTo>
                  <a:lnTo>
                    <a:pt x="7507" y="80338"/>
                  </a:lnTo>
                  <a:lnTo>
                    <a:pt x="7063" y="80317"/>
                  </a:lnTo>
                  <a:lnTo>
                    <a:pt x="6619" y="80257"/>
                  </a:lnTo>
                  <a:lnTo>
                    <a:pt x="6175" y="80196"/>
                  </a:lnTo>
                  <a:lnTo>
                    <a:pt x="5691" y="80095"/>
                  </a:lnTo>
                  <a:lnTo>
                    <a:pt x="5247" y="79974"/>
                  </a:lnTo>
                  <a:lnTo>
                    <a:pt x="4803" y="79853"/>
                  </a:lnTo>
                  <a:lnTo>
                    <a:pt x="4379" y="79692"/>
                  </a:lnTo>
                  <a:lnTo>
                    <a:pt x="3955" y="79510"/>
                  </a:lnTo>
                  <a:lnTo>
                    <a:pt x="3572" y="79329"/>
                  </a:lnTo>
                  <a:lnTo>
                    <a:pt x="3189" y="79107"/>
                  </a:lnTo>
                  <a:lnTo>
                    <a:pt x="2846" y="78885"/>
                  </a:lnTo>
                  <a:lnTo>
                    <a:pt x="2502" y="78642"/>
                  </a:lnTo>
                  <a:lnTo>
                    <a:pt x="2180" y="78380"/>
                  </a:lnTo>
                  <a:lnTo>
                    <a:pt x="1897" y="78098"/>
                  </a:lnTo>
                  <a:lnTo>
                    <a:pt x="1615" y="77795"/>
                  </a:lnTo>
                  <a:lnTo>
                    <a:pt x="1352" y="77472"/>
                  </a:lnTo>
                  <a:lnTo>
                    <a:pt x="1130" y="77149"/>
                  </a:lnTo>
                  <a:lnTo>
                    <a:pt x="908" y="76806"/>
                  </a:lnTo>
                  <a:lnTo>
                    <a:pt x="727" y="76443"/>
                  </a:lnTo>
                  <a:lnTo>
                    <a:pt x="585" y="76180"/>
                  </a:lnTo>
                  <a:lnTo>
                    <a:pt x="484" y="75898"/>
                  </a:lnTo>
                  <a:lnTo>
                    <a:pt x="384" y="75636"/>
                  </a:lnTo>
                  <a:lnTo>
                    <a:pt x="303" y="75353"/>
                  </a:lnTo>
                  <a:lnTo>
                    <a:pt x="242" y="75050"/>
                  </a:lnTo>
                  <a:lnTo>
                    <a:pt x="182" y="74768"/>
                  </a:lnTo>
                  <a:lnTo>
                    <a:pt x="141" y="74465"/>
                  </a:lnTo>
                  <a:lnTo>
                    <a:pt x="101" y="74162"/>
                  </a:lnTo>
                  <a:lnTo>
                    <a:pt x="81" y="73860"/>
                  </a:lnTo>
                  <a:lnTo>
                    <a:pt x="81" y="73557"/>
                  </a:lnTo>
                  <a:lnTo>
                    <a:pt x="101" y="73254"/>
                  </a:lnTo>
                  <a:lnTo>
                    <a:pt x="121" y="72952"/>
                  </a:lnTo>
                  <a:lnTo>
                    <a:pt x="162" y="72629"/>
                  </a:lnTo>
                  <a:lnTo>
                    <a:pt x="202" y="72306"/>
                  </a:lnTo>
                  <a:lnTo>
                    <a:pt x="262" y="71983"/>
                  </a:lnTo>
                  <a:lnTo>
                    <a:pt x="343" y="71680"/>
                  </a:lnTo>
                  <a:lnTo>
                    <a:pt x="525" y="71075"/>
                  </a:lnTo>
                  <a:lnTo>
                    <a:pt x="727" y="70490"/>
                  </a:lnTo>
                  <a:lnTo>
                    <a:pt x="989" y="69925"/>
                  </a:lnTo>
                  <a:lnTo>
                    <a:pt x="1292" y="69380"/>
                  </a:lnTo>
                  <a:lnTo>
                    <a:pt x="1615" y="68835"/>
                  </a:lnTo>
                  <a:lnTo>
                    <a:pt x="1998" y="68330"/>
                  </a:lnTo>
                  <a:lnTo>
                    <a:pt x="2381" y="67846"/>
                  </a:lnTo>
                  <a:lnTo>
                    <a:pt x="2825" y="67382"/>
                  </a:lnTo>
                  <a:lnTo>
                    <a:pt x="3209" y="67019"/>
                  </a:lnTo>
                  <a:lnTo>
                    <a:pt x="3612" y="66676"/>
                  </a:lnTo>
                  <a:lnTo>
                    <a:pt x="4036" y="66353"/>
                  </a:lnTo>
                  <a:lnTo>
                    <a:pt x="4500" y="66030"/>
                  </a:lnTo>
                  <a:lnTo>
                    <a:pt x="4964" y="65727"/>
                  </a:lnTo>
                  <a:lnTo>
                    <a:pt x="5449" y="65445"/>
                  </a:lnTo>
                  <a:lnTo>
                    <a:pt x="5973" y="65162"/>
                  </a:lnTo>
                  <a:lnTo>
                    <a:pt x="6518" y="64900"/>
                  </a:lnTo>
                  <a:lnTo>
                    <a:pt x="7063" y="64658"/>
                  </a:lnTo>
                  <a:lnTo>
                    <a:pt x="7669" y="64415"/>
                  </a:lnTo>
                  <a:lnTo>
                    <a:pt x="8274" y="64194"/>
                  </a:lnTo>
                  <a:lnTo>
                    <a:pt x="8920" y="63992"/>
                  </a:lnTo>
                  <a:lnTo>
                    <a:pt x="9586" y="63790"/>
                  </a:lnTo>
                  <a:lnTo>
                    <a:pt x="10272" y="63608"/>
                  </a:lnTo>
                  <a:lnTo>
                    <a:pt x="10978" y="63427"/>
                  </a:lnTo>
                  <a:lnTo>
                    <a:pt x="11745" y="63265"/>
                  </a:lnTo>
                  <a:lnTo>
                    <a:pt x="12673" y="63084"/>
                  </a:lnTo>
                  <a:lnTo>
                    <a:pt x="13460" y="62942"/>
                  </a:lnTo>
                  <a:lnTo>
                    <a:pt x="14227" y="62781"/>
                  </a:lnTo>
                  <a:lnTo>
                    <a:pt x="15014" y="62579"/>
                  </a:lnTo>
                  <a:lnTo>
                    <a:pt x="15761" y="62377"/>
                  </a:lnTo>
                  <a:lnTo>
                    <a:pt x="16144" y="62256"/>
                  </a:lnTo>
                  <a:lnTo>
                    <a:pt x="16507" y="62115"/>
                  </a:lnTo>
                  <a:lnTo>
                    <a:pt x="16871" y="61974"/>
                  </a:lnTo>
                  <a:lnTo>
                    <a:pt x="17234" y="61812"/>
                  </a:lnTo>
                  <a:lnTo>
                    <a:pt x="17577" y="61631"/>
                  </a:lnTo>
                  <a:lnTo>
                    <a:pt x="17920" y="61429"/>
                  </a:lnTo>
                  <a:lnTo>
                    <a:pt x="18243" y="61227"/>
                  </a:lnTo>
                  <a:lnTo>
                    <a:pt x="18566" y="61005"/>
                  </a:lnTo>
                  <a:lnTo>
                    <a:pt x="18909" y="60723"/>
                  </a:lnTo>
                  <a:lnTo>
                    <a:pt x="19232" y="60420"/>
                  </a:lnTo>
                  <a:lnTo>
                    <a:pt x="19534" y="60097"/>
                  </a:lnTo>
                  <a:lnTo>
                    <a:pt x="19817" y="59754"/>
                  </a:lnTo>
                  <a:lnTo>
                    <a:pt x="20099" y="59391"/>
                  </a:lnTo>
                  <a:lnTo>
                    <a:pt x="20362" y="59007"/>
                  </a:lnTo>
                  <a:lnTo>
                    <a:pt x="20604" y="58604"/>
                  </a:lnTo>
                  <a:lnTo>
                    <a:pt x="20826" y="58160"/>
                  </a:lnTo>
                  <a:lnTo>
                    <a:pt x="21028" y="57716"/>
                  </a:lnTo>
                  <a:lnTo>
                    <a:pt x="21230" y="57252"/>
                  </a:lnTo>
                  <a:lnTo>
                    <a:pt x="21391" y="56767"/>
                  </a:lnTo>
                  <a:lnTo>
                    <a:pt x="21552" y="56263"/>
                  </a:lnTo>
                  <a:lnTo>
                    <a:pt x="21694" y="55738"/>
                  </a:lnTo>
                  <a:lnTo>
                    <a:pt x="21795" y="55213"/>
                  </a:lnTo>
                  <a:lnTo>
                    <a:pt x="21895" y="54648"/>
                  </a:lnTo>
                  <a:lnTo>
                    <a:pt x="21976" y="54083"/>
                  </a:lnTo>
                  <a:lnTo>
                    <a:pt x="22037" y="53478"/>
                  </a:lnTo>
                  <a:lnTo>
                    <a:pt x="22077" y="52872"/>
                  </a:lnTo>
                  <a:lnTo>
                    <a:pt x="22097" y="52267"/>
                  </a:lnTo>
                  <a:lnTo>
                    <a:pt x="22117" y="51662"/>
                  </a:lnTo>
                  <a:lnTo>
                    <a:pt x="22097" y="51056"/>
                  </a:lnTo>
                  <a:lnTo>
                    <a:pt x="22077" y="50451"/>
                  </a:lnTo>
                  <a:lnTo>
                    <a:pt x="21996" y="49240"/>
                  </a:lnTo>
                  <a:lnTo>
                    <a:pt x="21875" y="48029"/>
                  </a:lnTo>
                  <a:lnTo>
                    <a:pt x="21734" y="46818"/>
                  </a:lnTo>
                  <a:lnTo>
                    <a:pt x="21552" y="45608"/>
                  </a:lnTo>
                  <a:lnTo>
                    <a:pt x="21371" y="44417"/>
                  </a:lnTo>
                  <a:lnTo>
                    <a:pt x="21068" y="42359"/>
                  </a:lnTo>
                  <a:lnTo>
                    <a:pt x="20927" y="41309"/>
                  </a:lnTo>
                  <a:lnTo>
                    <a:pt x="20806" y="40280"/>
                  </a:lnTo>
                  <a:lnTo>
                    <a:pt x="20745" y="39493"/>
                  </a:lnTo>
                  <a:lnTo>
                    <a:pt x="20685" y="38706"/>
                  </a:lnTo>
                  <a:lnTo>
                    <a:pt x="20665" y="37879"/>
                  </a:lnTo>
                  <a:lnTo>
                    <a:pt x="20665" y="37031"/>
                  </a:lnTo>
                  <a:lnTo>
                    <a:pt x="20685" y="36184"/>
                  </a:lnTo>
                  <a:lnTo>
                    <a:pt x="20765" y="35316"/>
                  </a:lnTo>
                  <a:lnTo>
                    <a:pt x="20866" y="34448"/>
                  </a:lnTo>
                  <a:lnTo>
                    <a:pt x="21008" y="33560"/>
                  </a:lnTo>
                  <a:lnTo>
                    <a:pt x="21088" y="33136"/>
                  </a:lnTo>
                  <a:lnTo>
                    <a:pt x="21189" y="32713"/>
                  </a:lnTo>
                  <a:lnTo>
                    <a:pt x="21290" y="32269"/>
                  </a:lnTo>
                  <a:lnTo>
                    <a:pt x="21431" y="31845"/>
                  </a:lnTo>
                  <a:lnTo>
                    <a:pt x="21552" y="31441"/>
                  </a:lnTo>
                  <a:lnTo>
                    <a:pt x="21714" y="31017"/>
                  </a:lnTo>
                  <a:lnTo>
                    <a:pt x="21875" y="30614"/>
                  </a:lnTo>
                  <a:lnTo>
                    <a:pt x="22057" y="30210"/>
                  </a:lnTo>
                  <a:lnTo>
                    <a:pt x="22259" y="29807"/>
                  </a:lnTo>
                  <a:lnTo>
                    <a:pt x="22461" y="29423"/>
                  </a:lnTo>
                  <a:lnTo>
                    <a:pt x="22703" y="29040"/>
                  </a:lnTo>
                  <a:lnTo>
                    <a:pt x="22945" y="28677"/>
                  </a:lnTo>
                  <a:lnTo>
                    <a:pt x="23207" y="28313"/>
                  </a:lnTo>
                  <a:lnTo>
                    <a:pt x="23470" y="27950"/>
                  </a:lnTo>
                  <a:lnTo>
                    <a:pt x="23772" y="27607"/>
                  </a:lnTo>
                  <a:lnTo>
                    <a:pt x="24095" y="27284"/>
                  </a:lnTo>
                  <a:lnTo>
                    <a:pt x="24458" y="26921"/>
                  </a:lnTo>
                  <a:lnTo>
                    <a:pt x="24862" y="26578"/>
                  </a:lnTo>
                  <a:lnTo>
                    <a:pt x="25266" y="26275"/>
                  </a:lnTo>
                  <a:lnTo>
                    <a:pt x="25710" y="25972"/>
                  </a:lnTo>
                  <a:lnTo>
                    <a:pt x="26153" y="25690"/>
                  </a:lnTo>
                  <a:lnTo>
                    <a:pt x="26597" y="25448"/>
                  </a:lnTo>
                  <a:lnTo>
                    <a:pt x="27082" y="25226"/>
                  </a:lnTo>
                  <a:lnTo>
                    <a:pt x="27586" y="25004"/>
                  </a:lnTo>
                  <a:lnTo>
                    <a:pt x="28091" y="24822"/>
                  </a:lnTo>
                  <a:lnTo>
                    <a:pt x="28615" y="24661"/>
                  </a:lnTo>
                  <a:lnTo>
                    <a:pt x="29160" y="24519"/>
                  </a:lnTo>
                  <a:lnTo>
                    <a:pt x="29705" y="24398"/>
                  </a:lnTo>
                  <a:lnTo>
                    <a:pt x="30290" y="24297"/>
                  </a:lnTo>
                  <a:lnTo>
                    <a:pt x="30876" y="24217"/>
                  </a:lnTo>
                  <a:lnTo>
                    <a:pt x="31481" y="24176"/>
                  </a:lnTo>
                  <a:lnTo>
                    <a:pt x="32086" y="24136"/>
                  </a:lnTo>
                  <a:lnTo>
                    <a:pt x="33297" y="24136"/>
                  </a:lnTo>
                  <a:lnTo>
                    <a:pt x="33903" y="24176"/>
                  </a:lnTo>
                  <a:lnTo>
                    <a:pt x="34508" y="24217"/>
                  </a:lnTo>
                  <a:lnTo>
                    <a:pt x="35113" y="24277"/>
                  </a:lnTo>
                  <a:lnTo>
                    <a:pt x="35699" y="24358"/>
                  </a:lnTo>
                  <a:lnTo>
                    <a:pt x="36264" y="24459"/>
                  </a:lnTo>
                  <a:lnTo>
                    <a:pt x="36829" y="24580"/>
                  </a:lnTo>
                  <a:lnTo>
                    <a:pt x="37394" y="24681"/>
                  </a:lnTo>
                  <a:lnTo>
                    <a:pt x="38443" y="24943"/>
                  </a:lnTo>
                  <a:lnTo>
                    <a:pt x="39412" y="25246"/>
                  </a:lnTo>
                  <a:lnTo>
                    <a:pt x="40320" y="25549"/>
                  </a:lnTo>
                  <a:lnTo>
                    <a:pt x="41147" y="25851"/>
                  </a:lnTo>
                  <a:lnTo>
                    <a:pt x="41874" y="26134"/>
                  </a:lnTo>
                  <a:lnTo>
                    <a:pt x="42600" y="26437"/>
                  </a:lnTo>
                  <a:lnTo>
                    <a:pt x="43327" y="26759"/>
                  </a:lnTo>
                  <a:lnTo>
                    <a:pt x="44033" y="27082"/>
                  </a:lnTo>
                  <a:lnTo>
                    <a:pt x="45466" y="27768"/>
                  </a:lnTo>
                  <a:lnTo>
                    <a:pt x="46878" y="28495"/>
                  </a:lnTo>
                  <a:lnTo>
                    <a:pt x="48271" y="29242"/>
                  </a:lnTo>
                  <a:lnTo>
                    <a:pt x="49643" y="30008"/>
                  </a:lnTo>
                  <a:lnTo>
                    <a:pt x="52367" y="31542"/>
                  </a:lnTo>
                  <a:lnTo>
                    <a:pt x="54486" y="32753"/>
                  </a:lnTo>
                  <a:lnTo>
                    <a:pt x="56646" y="33944"/>
                  </a:lnTo>
                  <a:lnTo>
                    <a:pt x="57735" y="34529"/>
                  </a:lnTo>
                  <a:lnTo>
                    <a:pt x="58825" y="35094"/>
                  </a:lnTo>
                  <a:lnTo>
                    <a:pt x="59935" y="35639"/>
                  </a:lnTo>
                  <a:lnTo>
                    <a:pt x="61045" y="36163"/>
                  </a:lnTo>
                  <a:lnTo>
                    <a:pt x="61953" y="36547"/>
                  </a:lnTo>
                  <a:lnTo>
                    <a:pt x="62821" y="36890"/>
                  </a:lnTo>
                  <a:lnTo>
                    <a:pt x="63668" y="37193"/>
                  </a:lnTo>
                  <a:lnTo>
                    <a:pt x="64496" y="37435"/>
                  </a:lnTo>
                  <a:lnTo>
                    <a:pt x="65283" y="37637"/>
                  </a:lnTo>
                  <a:lnTo>
                    <a:pt x="66049" y="37798"/>
                  </a:lnTo>
                  <a:lnTo>
                    <a:pt x="66816" y="37899"/>
                  </a:lnTo>
                  <a:lnTo>
                    <a:pt x="67523" y="37959"/>
                  </a:lnTo>
                  <a:lnTo>
                    <a:pt x="68229" y="37980"/>
                  </a:lnTo>
                  <a:lnTo>
                    <a:pt x="68552" y="37959"/>
                  </a:lnTo>
                  <a:lnTo>
                    <a:pt x="68895" y="37939"/>
                  </a:lnTo>
                  <a:lnTo>
                    <a:pt x="69218" y="37899"/>
                  </a:lnTo>
                  <a:lnTo>
                    <a:pt x="69541" y="37859"/>
                  </a:lnTo>
                  <a:lnTo>
                    <a:pt x="69843" y="37798"/>
                  </a:lnTo>
                  <a:lnTo>
                    <a:pt x="70166" y="37737"/>
                  </a:lnTo>
                  <a:lnTo>
                    <a:pt x="70449" y="37657"/>
                  </a:lnTo>
                  <a:lnTo>
                    <a:pt x="70751" y="37556"/>
                  </a:lnTo>
                  <a:lnTo>
                    <a:pt x="71034" y="37455"/>
                  </a:lnTo>
                  <a:lnTo>
                    <a:pt x="71316" y="37334"/>
                  </a:lnTo>
                  <a:lnTo>
                    <a:pt x="71579" y="37193"/>
                  </a:lnTo>
                  <a:lnTo>
                    <a:pt x="71861" y="37051"/>
                  </a:lnTo>
                  <a:lnTo>
                    <a:pt x="72103" y="36890"/>
                  </a:lnTo>
                  <a:lnTo>
                    <a:pt x="72366" y="36728"/>
                  </a:lnTo>
                  <a:lnTo>
                    <a:pt x="72628" y="36547"/>
                  </a:lnTo>
                  <a:lnTo>
                    <a:pt x="72870" y="36345"/>
                  </a:lnTo>
                  <a:lnTo>
                    <a:pt x="73112" y="36143"/>
                  </a:lnTo>
                  <a:lnTo>
                    <a:pt x="73355" y="35921"/>
                  </a:lnTo>
                  <a:lnTo>
                    <a:pt x="73577" y="35679"/>
                  </a:lnTo>
                  <a:lnTo>
                    <a:pt x="73778" y="35437"/>
                  </a:lnTo>
                  <a:lnTo>
                    <a:pt x="74000" y="35195"/>
                  </a:lnTo>
                  <a:lnTo>
                    <a:pt x="74182" y="34912"/>
                  </a:lnTo>
                  <a:lnTo>
                    <a:pt x="74384" y="34650"/>
                  </a:lnTo>
                  <a:lnTo>
                    <a:pt x="74565" y="34347"/>
                  </a:lnTo>
                  <a:lnTo>
                    <a:pt x="74727" y="34065"/>
                  </a:lnTo>
                  <a:lnTo>
                    <a:pt x="74888" y="33742"/>
                  </a:lnTo>
                  <a:lnTo>
                    <a:pt x="75050" y="33419"/>
                  </a:lnTo>
                  <a:lnTo>
                    <a:pt x="75191" y="33096"/>
                  </a:lnTo>
                  <a:lnTo>
                    <a:pt x="75312" y="32753"/>
                  </a:lnTo>
                  <a:lnTo>
                    <a:pt x="75433" y="32410"/>
                  </a:lnTo>
                  <a:lnTo>
                    <a:pt x="75635" y="31784"/>
                  </a:lnTo>
                  <a:lnTo>
                    <a:pt x="75796" y="31139"/>
                  </a:lnTo>
                  <a:lnTo>
                    <a:pt x="75917" y="30473"/>
                  </a:lnTo>
                  <a:lnTo>
                    <a:pt x="76018" y="29786"/>
                  </a:lnTo>
                  <a:lnTo>
                    <a:pt x="76099" y="29080"/>
                  </a:lnTo>
                  <a:lnTo>
                    <a:pt x="76139" y="28374"/>
                  </a:lnTo>
                  <a:lnTo>
                    <a:pt x="76139" y="27627"/>
                  </a:lnTo>
                  <a:lnTo>
                    <a:pt x="76119" y="26901"/>
                  </a:lnTo>
                  <a:lnTo>
                    <a:pt x="76059" y="25791"/>
                  </a:lnTo>
                  <a:lnTo>
                    <a:pt x="75998" y="24721"/>
                  </a:lnTo>
                  <a:lnTo>
                    <a:pt x="75837" y="22703"/>
                  </a:lnTo>
                  <a:lnTo>
                    <a:pt x="75655" y="20786"/>
                  </a:lnTo>
                  <a:lnTo>
                    <a:pt x="75453" y="18950"/>
                  </a:lnTo>
                  <a:lnTo>
                    <a:pt x="75252" y="16932"/>
                  </a:lnTo>
                  <a:lnTo>
                    <a:pt x="75050" y="14833"/>
                  </a:lnTo>
                  <a:lnTo>
                    <a:pt x="74929" y="13642"/>
                  </a:lnTo>
                  <a:lnTo>
                    <a:pt x="74787" y="12452"/>
                  </a:lnTo>
                  <a:lnTo>
                    <a:pt x="74606" y="11140"/>
                  </a:lnTo>
                  <a:lnTo>
                    <a:pt x="74545" y="10494"/>
                  </a:lnTo>
                  <a:lnTo>
                    <a:pt x="74485" y="9849"/>
                  </a:lnTo>
                  <a:lnTo>
                    <a:pt x="74444" y="9203"/>
                  </a:lnTo>
                  <a:lnTo>
                    <a:pt x="74424" y="8577"/>
                  </a:lnTo>
                  <a:lnTo>
                    <a:pt x="74424" y="7952"/>
                  </a:lnTo>
                  <a:lnTo>
                    <a:pt x="74464" y="7346"/>
                  </a:lnTo>
                  <a:lnTo>
                    <a:pt x="74525" y="6741"/>
                  </a:lnTo>
                  <a:lnTo>
                    <a:pt x="74646" y="6176"/>
                  </a:lnTo>
                  <a:lnTo>
                    <a:pt x="74707" y="5893"/>
                  </a:lnTo>
                  <a:lnTo>
                    <a:pt x="74787" y="5611"/>
                  </a:lnTo>
                  <a:lnTo>
                    <a:pt x="74888" y="5348"/>
                  </a:lnTo>
                  <a:lnTo>
                    <a:pt x="74989" y="5066"/>
                  </a:lnTo>
                  <a:lnTo>
                    <a:pt x="75110" y="4824"/>
                  </a:lnTo>
                  <a:lnTo>
                    <a:pt x="75231" y="4561"/>
                  </a:lnTo>
                  <a:lnTo>
                    <a:pt x="75393" y="4319"/>
                  </a:lnTo>
                  <a:lnTo>
                    <a:pt x="75554" y="4077"/>
                  </a:lnTo>
                  <a:lnTo>
                    <a:pt x="75716" y="3835"/>
                  </a:lnTo>
                  <a:lnTo>
                    <a:pt x="75917" y="3613"/>
                  </a:lnTo>
                  <a:lnTo>
                    <a:pt x="76119" y="3391"/>
                  </a:lnTo>
                  <a:lnTo>
                    <a:pt x="76341" y="3189"/>
                  </a:lnTo>
                  <a:lnTo>
                    <a:pt x="76604" y="2967"/>
                  </a:lnTo>
                  <a:lnTo>
                    <a:pt x="76886" y="2765"/>
                  </a:lnTo>
                  <a:lnTo>
                    <a:pt x="77169" y="2584"/>
                  </a:lnTo>
                  <a:lnTo>
                    <a:pt x="77471" y="2422"/>
                  </a:lnTo>
                  <a:lnTo>
                    <a:pt x="77754" y="2261"/>
                  </a:lnTo>
                  <a:lnTo>
                    <a:pt x="78077" y="2120"/>
                  </a:lnTo>
                  <a:lnTo>
                    <a:pt x="78379" y="1998"/>
                  </a:lnTo>
                  <a:lnTo>
                    <a:pt x="78702" y="1877"/>
                  </a:lnTo>
                  <a:lnTo>
                    <a:pt x="79348" y="1676"/>
                  </a:lnTo>
                  <a:lnTo>
                    <a:pt x="80014" y="1514"/>
                  </a:lnTo>
                  <a:lnTo>
                    <a:pt x="80660" y="1373"/>
                  </a:lnTo>
                  <a:lnTo>
                    <a:pt x="81306" y="1232"/>
                  </a:lnTo>
                  <a:lnTo>
                    <a:pt x="82799" y="989"/>
                  </a:lnTo>
                  <a:lnTo>
                    <a:pt x="84312" y="747"/>
                  </a:lnTo>
                  <a:lnTo>
                    <a:pt x="85826" y="566"/>
                  </a:lnTo>
                  <a:lnTo>
                    <a:pt x="87319" y="404"/>
                  </a:lnTo>
                  <a:lnTo>
                    <a:pt x="88833" y="283"/>
                  </a:lnTo>
                  <a:lnTo>
                    <a:pt x="90346" y="182"/>
                  </a:lnTo>
                  <a:lnTo>
                    <a:pt x="91860" y="122"/>
                  </a:lnTo>
                  <a:lnTo>
                    <a:pt x="93373" y="81"/>
                  </a:lnTo>
                  <a:close/>
                  <a:moveTo>
                    <a:pt x="93373" y="1"/>
                  </a:moveTo>
                  <a:lnTo>
                    <a:pt x="91860" y="41"/>
                  </a:lnTo>
                  <a:lnTo>
                    <a:pt x="90346" y="102"/>
                  </a:lnTo>
                  <a:lnTo>
                    <a:pt x="88833" y="202"/>
                  </a:lnTo>
                  <a:lnTo>
                    <a:pt x="87319" y="324"/>
                  </a:lnTo>
                  <a:lnTo>
                    <a:pt x="85806" y="485"/>
                  </a:lnTo>
                  <a:lnTo>
                    <a:pt x="84292" y="667"/>
                  </a:lnTo>
                  <a:lnTo>
                    <a:pt x="82799" y="909"/>
                  </a:lnTo>
                  <a:lnTo>
                    <a:pt x="81285" y="1171"/>
                  </a:lnTo>
                  <a:lnTo>
                    <a:pt x="80640" y="1292"/>
                  </a:lnTo>
                  <a:lnTo>
                    <a:pt x="79994" y="1433"/>
                  </a:lnTo>
                  <a:lnTo>
                    <a:pt x="79328" y="1595"/>
                  </a:lnTo>
                  <a:lnTo>
                    <a:pt x="78682" y="1797"/>
                  </a:lnTo>
                  <a:lnTo>
                    <a:pt x="78359" y="1918"/>
                  </a:lnTo>
                  <a:lnTo>
                    <a:pt x="78036" y="2059"/>
                  </a:lnTo>
                  <a:lnTo>
                    <a:pt x="77734" y="2200"/>
                  </a:lnTo>
                  <a:lnTo>
                    <a:pt x="77411" y="2342"/>
                  </a:lnTo>
                  <a:lnTo>
                    <a:pt x="77128" y="2523"/>
                  </a:lnTo>
                  <a:lnTo>
                    <a:pt x="76846" y="2705"/>
                  </a:lnTo>
                  <a:lnTo>
                    <a:pt x="76563" y="2907"/>
                  </a:lnTo>
                  <a:lnTo>
                    <a:pt x="76301" y="3129"/>
                  </a:lnTo>
                  <a:lnTo>
                    <a:pt x="76059" y="3330"/>
                  </a:lnTo>
                  <a:lnTo>
                    <a:pt x="75857" y="3552"/>
                  </a:lnTo>
                  <a:lnTo>
                    <a:pt x="75655" y="3795"/>
                  </a:lnTo>
                  <a:lnTo>
                    <a:pt x="75473" y="4017"/>
                  </a:lnTo>
                  <a:lnTo>
                    <a:pt x="75312" y="4259"/>
                  </a:lnTo>
                  <a:lnTo>
                    <a:pt x="75171" y="4521"/>
                  </a:lnTo>
                  <a:lnTo>
                    <a:pt x="75030" y="4763"/>
                  </a:lnTo>
                  <a:lnTo>
                    <a:pt x="74908" y="5026"/>
                  </a:lnTo>
                  <a:lnTo>
                    <a:pt x="74808" y="5308"/>
                  </a:lnTo>
                  <a:lnTo>
                    <a:pt x="74707" y="5570"/>
                  </a:lnTo>
                  <a:lnTo>
                    <a:pt x="74626" y="5853"/>
                  </a:lnTo>
                  <a:lnTo>
                    <a:pt x="74565" y="6135"/>
                  </a:lnTo>
                  <a:lnTo>
                    <a:pt x="74444" y="6721"/>
                  </a:lnTo>
                  <a:lnTo>
                    <a:pt x="74384" y="7326"/>
                  </a:lnTo>
                  <a:lnTo>
                    <a:pt x="74343" y="7931"/>
                  </a:lnTo>
                  <a:lnTo>
                    <a:pt x="74343" y="8557"/>
                  </a:lnTo>
                  <a:lnTo>
                    <a:pt x="74364" y="9203"/>
                  </a:lnTo>
                  <a:lnTo>
                    <a:pt x="74404" y="9849"/>
                  </a:lnTo>
                  <a:lnTo>
                    <a:pt x="74464" y="10494"/>
                  </a:lnTo>
                  <a:lnTo>
                    <a:pt x="74525" y="11160"/>
                  </a:lnTo>
                  <a:lnTo>
                    <a:pt x="74707" y="12472"/>
                  </a:lnTo>
                  <a:lnTo>
                    <a:pt x="74848" y="13663"/>
                  </a:lnTo>
                  <a:lnTo>
                    <a:pt x="74969" y="14833"/>
                  </a:lnTo>
                  <a:lnTo>
                    <a:pt x="75171" y="16932"/>
                  </a:lnTo>
                  <a:lnTo>
                    <a:pt x="75373" y="18950"/>
                  </a:lnTo>
                  <a:lnTo>
                    <a:pt x="75574" y="20806"/>
                  </a:lnTo>
                  <a:lnTo>
                    <a:pt x="75756" y="22703"/>
                  </a:lnTo>
                  <a:lnTo>
                    <a:pt x="75917" y="24741"/>
                  </a:lnTo>
                  <a:lnTo>
                    <a:pt x="75978" y="25791"/>
                  </a:lnTo>
                  <a:lnTo>
                    <a:pt x="76039" y="26901"/>
                  </a:lnTo>
                  <a:lnTo>
                    <a:pt x="76059" y="27627"/>
                  </a:lnTo>
                  <a:lnTo>
                    <a:pt x="76059" y="28354"/>
                  </a:lnTo>
                  <a:lnTo>
                    <a:pt x="76018" y="29080"/>
                  </a:lnTo>
                  <a:lnTo>
                    <a:pt x="75938" y="29766"/>
                  </a:lnTo>
                  <a:lnTo>
                    <a:pt x="75837" y="30452"/>
                  </a:lnTo>
                  <a:lnTo>
                    <a:pt x="75716" y="31118"/>
                  </a:lnTo>
                  <a:lnTo>
                    <a:pt x="75554" y="31764"/>
                  </a:lnTo>
                  <a:lnTo>
                    <a:pt x="75373" y="32370"/>
                  </a:lnTo>
                  <a:lnTo>
                    <a:pt x="75252" y="32733"/>
                  </a:lnTo>
                  <a:lnTo>
                    <a:pt x="75110" y="33056"/>
                  </a:lnTo>
                  <a:lnTo>
                    <a:pt x="74969" y="33399"/>
                  </a:lnTo>
                  <a:lnTo>
                    <a:pt x="74808" y="33701"/>
                  </a:lnTo>
                  <a:lnTo>
                    <a:pt x="74666" y="34024"/>
                  </a:lnTo>
                  <a:lnTo>
                    <a:pt x="74485" y="34307"/>
                  </a:lnTo>
                  <a:lnTo>
                    <a:pt x="74303" y="34589"/>
                  </a:lnTo>
                  <a:lnTo>
                    <a:pt x="74121" y="34872"/>
                  </a:lnTo>
                  <a:lnTo>
                    <a:pt x="73920" y="35134"/>
                  </a:lnTo>
                  <a:lnTo>
                    <a:pt x="73718" y="35397"/>
                  </a:lnTo>
                  <a:lnTo>
                    <a:pt x="73516" y="35639"/>
                  </a:lnTo>
                  <a:lnTo>
                    <a:pt x="73294" y="35861"/>
                  </a:lnTo>
                  <a:lnTo>
                    <a:pt x="73052" y="36083"/>
                  </a:lnTo>
                  <a:lnTo>
                    <a:pt x="72830" y="36284"/>
                  </a:lnTo>
                  <a:lnTo>
                    <a:pt x="72568" y="36486"/>
                  </a:lnTo>
                  <a:lnTo>
                    <a:pt x="72325" y="36668"/>
                  </a:lnTo>
                  <a:lnTo>
                    <a:pt x="72063" y="36829"/>
                  </a:lnTo>
                  <a:lnTo>
                    <a:pt x="71821" y="36991"/>
                  </a:lnTo>
                  <a:lnTo>
                    <a:pt x="71538" y="37132"/>
                  </a:lnTo>
                  <a:lnTo>
                    <a:pt x="71276" y="37253"/>
                  </a:lnTo>
                  <a:lnTo>
                    <a:pt x="70994" y="37374"/>
                  </a:lnTo>
                  <a:lnTo>
                    <a:pt x="70711" y="37475"/>
                  </a:lnTo>
                  <a:lnTo>
                    <a:pt x="70428" y="37576"/>
                  </a:lnTo>
                  <a:lnTo>
                    <a:pt x="70126" y="37657"/>
                  </a:lnTo>
                  <a:lnTo>
                    <a:pt x="69823" y="37717"/>
                  </a:lnTo>
                  <a:lnTo>
                    <a:pt x="69520" y="37778"/>
                  </a:lnTo>
                  <a:lnTo>
                    <a:pt x="69197" y="37838"/>
                  </a:lnTo>
                  <a:lnTo>
                    <a:pt x="68875" y="37859"/>
                  </a:lnTo>
                  <a:lnTo>
                    <a:pt x="68209" y="37899"/>
                  </a:lnTo>
                  <a:lnTo>
                    <a:pt x="67523" y="37879"/>
                  </a:lnTo>
                  <a:lnTo>
                    <a:pt x="66796" y="37818"/>
                  </a:lnTo>
                  <a:lnTo>
                    <a:pt x="66070" y="37717"/>
                  </a:lnTo>
                  <a:lnTo>
                    <a:pt x="65303" y="37556"/>
                  </a:lnTo>
                  <a:lnTo>
                    <a:pt x="64496" y="37354"/>
                  </a:lnTo>
                  <a:lnTo>
                    <a:pt x="63688" y="37112"/>
                  </a:lnTo>
                  <a:lnTo>
                    <a:pt x="62841" y="36829"/>
                  </a:lnTo>
                  <a:lnTo>
                    <a:pt x="61973" y="36486"/>
                  </a:lnTo>
                  <a:lnTo>
                    <a:pt x="61085" y="36083"/>
                  </a:lnTo>
                  <a:lnTo>
                    <a:pt x="59975" y="35558"/>
                  </a:lnTo>
                  <a:lnTo>
                    <a:pt x="58865" y="35013"/>
                  </a:lnTo>
                  <a:lnTo>
                    <a:pt x="57776" y="34448"/>
                  </a:lnTo>
                  <a:lnTo>
                    <a:pt x="56686" y="33863"/>
                  </a:lnTo>
                  <a:lnTo>
                    <a:pt x="54527" y="32672"/>
                  </a:lnTo>
                  <a:lnTo>
                    <a:pt x="52408" y="31461"/>
                  </a:lnTo>
                  <a:lnTo>
                    <a:pt x="49683" y="29928"/>
                  </a:lnTo>
                  <a:lnTo>
                    <a:pt x="48311" y="29161"/>
                  </a:lnTo>
                  <a:lnTo>
                    <a:pt x="46919" y="28414"/>
                  </a:lnTo>
                  <a:lnTo>
                    <a:pt x="45506" y="27708"/>
                  </a:lnTo>
                  <a:lnTo>
                    <a:pt x="44073" y="27022"/>
                  </a:lnTo>
                  <a:lnTo>
                    <a:pt x="43347" y="26679"/>
                  </a:lnTo>
                  <a:lnTo>
                    <a:pt x="42641" y="26376"/>
                  </a:lnTo>
                  <a:lnTo>
                    <a:pt x="41894" y="26053"/>
                  </a:lnTo>
                  <a:lnTo>
                    <a:pt x="41167" y="25771"/>
                  </a:lnTo>
                  <a:lnTo>
                    <a:pt x="40300" y="25448"/>
                  </a:lnTo>
                  <a:lnTo>
                    <a:pt x="39331" y="25125"/>
                  </a:lnTo>
                  <a:lnTo>
                    <a:pt x="38282" y="24822"/>
                  </a:lnTo>
                  <a:lnTo>
                    <a:pt x="37717" y="24681"/>
                  </a:lnTo>
                  <a:lnTo>
                    <a:pt x="37152" y="24560"/>
                  </a:lnTo>
                  <a:lnTo>
                    <a:pt x="36566" y="24439"/>
                  </a:lnTo>
                  <a:lnTo>
                    <a:pt x="35961" y="24318"/>
                  </a:lnTo>
                  <a:lnTo>
                    <a:pt x="35335" y="24237"/>
                  </a:lnTo>
                  <a:lnTo>
                    <a:pt x="34710" y="24156"/>
                  </a:lnTo>
                  <a:lnTo>
                    <a:pt x="34064" y="24096"/>
                  </a:lnTo>
                  <a:lnTo>
                    <a:pt x="33418" y="24055"/>
                  </a:lnTo>
                  <a:lnTo>
                    <a:pt x="32086" y="24055"/>
                  </a:lnTo>
                  <a:lnTo>
                    <a:pt x="31461" y="24096"/>
                  </a:lnTo>
                  <a:lnTo>
                    <a:pt x="30855" y="24136"/>
                  </a:lnTo>
                  <a:lnTo>
                    <a:pt x="30270" y="24217"/>
                  </a:lnTo>
                  <a:lnTo>
                    <a:pt x="29685" y="24318"/>
                  </a:lnTo>
                  <a:lnTo>
                    <a:pt x="29140" y="24439"/>
                  </a:lnTo>
                  <a:lnTo>
                    <a:pt x="28595" y="24580"/>
                  </a:lnTo>
                  <a:lnTo>
                    <a:pt x="28050" y="24741"/>
                  </a:lnTo>
                  <a:lnTo>
                    <a:pt x="27546" y="24943"/>
                  </a:lnTo>
                  <a:lnTo>
                    <a:pt x="27041" y="25145"/>
                  </a:lnTo>
                  <a:lnTo>
                    <a:pt x="26577" y="25367"/>
                  </a:lnTo>
                  <a:lnTo>
                    <a:pt x="26113" y="25629"/>
                  </a:lnTo>
                  <a:lnTo>
                    <a:pt x="25649" y="25912"/>
                  </a:lnTo>
                  <a:lnTo>
                    <a:pt x="25225" y="26194"/>
                  </a:lnTo>
                  <a:lnTo>
                    <a:pt x="24801" y="26517"/>
                  </a:lnTo>
                  <a:lnTo>
                    <a:pt x="24418" y="26860"/>
                  </a:lnTo>
                  <a:lnTo>
                    <a:pt x="24035" y="27224"/>
                  </a:lnTo>
                  <a:lnTo>
                    <a:pt x="23712" y="27546"/>
                  </a:lnTo>
                  <a:lnTo>
                    <a:pt x="23409" y="27890"/>
                  </a:lnTo>
                  <a:lnTo>
                    <a:pt x="23147" y="28253"/>
                  </a:lnTo>
                  <a:lnTo>
                    <a:pt x="22884" y="28616"/>
                  </a:lnTo>
                  <a:lnTo>
                    <a:pt x="22622" y="28999"/>
                  </a:lnTo>
                  <a:lnTo>
                    <a:pt x="22400" y="29383"/>
                  </a:lnTo>
                  <a:lnTo>
                    <a:pt x="22178" y="29766"/>
                  </a:lnTo>
                  <a:lnTo>
                    <a:pt x="21996" y="30170"/>
                  </a:lnTo>
                  <a:lnTo>
                    <a:pt x="21815" y="30573"/>
                  </a:lnTo>
                  <a:lnTo>
                    <a:pt x="21633" y="30977"/>
                  </a:lnTo>
                  <a:lnTo>
                    <a:pt x="21492" y="31401"/>
                  </a:lnTo>
                  <a:lnTo>
                    <a:pt x="21351" y="31825"/>
                  </a:lnTo>
                  <a:lnTo>
                    <a:pt x="21230" y="32248"/>
                  </a:lnTo>
                  <a:lnTo>
                    <a:pt x="21108" y="32672"/>
                  </a:lnTo>
                  <a:lnTo>
                    <a:pt x="21008" y="33116"/>
                  </a:lnTo>
                  <a:lnTo>
                    <a:pt x="20927" y="33540"/>
                  </a:lnTo>
                  <a:lnTo>
                    <a:pt x="20786" y="34428"/>
                  </a:lnTo>
                  <a:lnTo>
                    <a:pt x="20685" y="35296"/>
                  </a:lnTo>
                  <a:lnTo>
                    <a:pt x="20604" y="36163"/>
                  </a:lnTo>
                  <a:lnTo>
                    <a:pt x="20584" y="37031"/>
                  </a:lnTo>
                  <a:lnTo>
                    <a:pt x="20584" y="37879"/>
                  </a:lnTo>
                  <a:lnTo>
                    <a:pt x="20604" y="38706"/>
                  </a:lnTo>
                  <a:lnTo>
                    <a:pt x="20665" y="39513"/>
                  </a:lnTo>
                  <a:lnTo>
                    <a:pt x="20725" y="40280"/>
                  </a:lnTo>
                  <a:lnTo>
                    <a:pt x="20846" y="41329"/>
                  </a:lnTo>
                  <a:lnTo>
                    <a:pt x="20987" y="42359"/>
                  </a:lnTo>
                  <a:lnTo>
                    <a:pt x="21290" y="44437"/>
                  </a:lnTo>
                  <a:lnTo>
                    <a:pt x="21472" y="45628"/>
                  </a:lnTo>
                  <a:lnTo>
                    <a:pt x="21653" y="46818"/>
                  </a:lnTo>
                  <a:lnTo>
                    <a:pt x="21795" y="48029"/>
                  </a:lnTo>
                  <a:lnTo>
                    <a:pt x="21916" y="49240"/>
                  </a:lnTo>
                  <a:lnTo>
                    <a:pt x="21996" y="50451"/>
                  </a:lnTo>
                  <a:lnTo>
                    <a:pt x="22017" y="51056"/>
                  </a:lnTo>
                  <a:lnTo>
                    <a:pt x="22037" y="51662"/>
                  </a:lnTo>
                  <a:lnTo>
                    <a:pt x="22017" y="52267"/>
                  </a:lnTo>
                  <a:lnTo>
                    <a:pt x="21996" y="52872"/>
                  </a:lnTo>
                  <a:lnTo>
                    <a:pt x="21956" y="53478"/>
                  </a:lnTo>
                  <a:lnTo>
                    <a:pt x="21895" y="54083"/>
                  </a:lnTo>
                  <a:lnTo>
                    <a:pt x="21815" y="54648"/>
                  </a:lnTo>
                  <a:lnTo>
                    <a:pt x="21734" y="55193"/>
                  </a:lnTo>
                  <a:lnTo>
                    <a:pt x="21613" y="55718"/>
                  </a:lnTo>
                  <a:lnTo>
                    <a:pt x="21472" y="56243"/>
                  </a:lnTo>
                  <a:lnTo>
                    <a:pt x="21330" y="56727"/>
                  </a:lnTo>
                  <a:lnTo>
                    <a:pt x="21149" y="57211"/>
                  </a:lnTo>
                  <a:lnTo>
                    <a:pt x="20967" y="57675"/>
                  </a:lnTo>
                  <a:lnTo>
                    <a:pt x="20745" y="58119"/>
                  </a:lnTo>
                  <a:lnTo>
                    <a:pt x="20523" y="58543"/>
                  </a:lnTo>
                  <a:lnTo>
                    <a:pt x="20281" y="58967"/>
                  </a:lnTo>
                  <a:lnTo>
                    <a:pt x="20039" y="59350"/>
                  </a:lnTo>
                  <a:lnTo>
                    <a:pt x="19756" y="59714"/>
                  </a:lnTo>
                  <a:lnTo>
                    <a:pt x="19474" y="60057"/>
                  </a:lnTo>
                  <a:lnTo>
                    <a:pt x="19171" y="60359"/>
                  </a:lnTo>
                  <a:lnTo>
                    <a:pt x="18848" y="60662"/>
                  </a:lnTo>
                  <a:lnTo>
                    <a:pt x="18505" y="60945"/>
                  </a:lnTo>
                  <a:lnTo>
                    <a:pt x="18203" y="61167"/>
                  </a:lnTo>
                  <a:lnTo>
                    <a:pt x="17880" y="61368"/>
                  </a:lnTo>
                  <a:lnTo>
                    <a:pt x="17537" y="61570"/>
                  </a:lnTo>
                  <a:lnTo>
                    <a:pt x="17194" y="61732"/>
                  </a:lnTo>
                  <a:lnTo>
                    <a:pt x="16830" y="61893"/>
                  </a:lnTo>
                  <a:lnTo>
                    <a:pt x="16467" y="62034"/>
                  </a:lnTo>
                  <a:lnTo>
                    <a:pt x="16104" y="62176"/>
                  </a:lnTo>
                  <a:lnTo>
                    <a:pt x="15741" y="62297"/>
                  </a:lnTo>
                  <a:lnTo>
                    <a:pt x="14974" y="62519"/>
                  </a:lnTo>
                  <a:lnTo>
                    <a:pt x="14207" y="62700"/>
                  </a:lnTo>
                  <a:lnTo>
                    <a:pt x="13440" y="62862"/>
                  </a:lnTo>
                  <a:lnTo>
                    <a:pt x="12653" y="63003"/>
                  </a:lnTo>
                  <a:lnTo>
                    <a:pt x="11725" y="63185"/>
                  </a:lnTo>
                  <a:lnTo>
                    <a:pt x="10978" y="63346"/>
                  </a:lnTo>
                  <a:lnTo>
                    <a:pt x="10252" y="63528"/>
                  </a:lnTo>
                  <a:lnTo>
                    <a:pt x="9545" y="63709"/>
                  </a:lnTo>
                  <a:lnTo>
                    <a:pt x="8879" y="63911"/>
                  </a:lnTo>
                  <a:lnTo>
                    <a:pt x="8234" y="64113"/>
                  </a:lnTo>
                  <a:lnTo>
                    <a:pt x="7628" y="64335"/>
                  </a:lnTo>
                  <a:lnTo>
                    <a:pt x="7043" y="64577"/>
                  </a:lnTo>
                  <a:lnTo>
                    <a:pt x="6478" y="64819"/>
                  </a:lnTo>
                  <a:lnTo>
                    <a:pt x="5933" y="65081"/>
                  </a:lnTo>
                  <a:lnTo>
                    <a:pt x="5408" y="65364"/>
                  </a:lnTo>
                  <a:lnTo>
                    <a:pt x="4924" y="65646"/>
                  </a:lnTo>
                  <a:lnTo>
                    <a:pt x="4440" y="65969"/>
                  </a:lnTo>
                  <a:lnTo>
                    <a:pt x="3996" y="66272"/>
                  </a:lnTo>
                  <a:lnTo>
                    <a:pt x="3572" y="66615"/>
                  </a:lnTo>
                  <a:lnTo>
                    <a:pt x="3148" y="66958"/>
                  </a:lnTo>
                  <a:lnTo>
                    <a:pt x="2765" y="67321"/>
                  </a:lnTo>
                  <a:lnTo>
                    <a:pt x="2321" y="67786"/>
                  </a:lnTo>
                  <a:lnTo>
                    <a:pt x="1917" y="68270"/>
                  </a:lnTo>
                  <a:lnTo>
                    <a:pt x="1554" y="68795"/>
                  </a:lnTo>
                  <a:lnTo>
                    <a:pt x="1211" y="69339"/>
                  </a:lnTo>
                  <a:lnTo>
                    <a:pt x="928" y="69884"/>
                  </a:lnTo>
                  <a:lnTo>
                    <a:pt x="666" y="70470"/>
                  </a:lnTo>
                  <a:lnTo>
                    <a:pt x="444" y="71055"/>
                  </a:lnTo>
                  <a:lnTo>
                    <a:pt x="262" y="71660"/>
                  </a:lnTo>
                  <a:lnTo>
                    <a:pt x="182" y="71983"/>
                  </a:lnTo>
                  <a:lnTo>
                    <a:pt x="121" y="72306"/>
                  </a:lnTo>
                  <a:lnTo>
                    <a:pt x="81" y="72609"/>
                  </a:lnTo>
                  <a:lnTo>
                    <a:pt x="41" y="72931"/>
                  </a:lnTo>
                  <a:lnTo>
                    <a:pt x="20" y="73254"/>
                  </a:lnTo>
                  <a:lnTo>
                    <a:pt x="0" y="73557"/>
                  </a:lnTo>
                  <a:lnTo>
                    <a:pt x="0" y="73880"/>
                  </a:lnTo>
                  <a:lnTo>
                    <a:pt x="20" y="74183"/>
                  </a:lnTo>
                  <a:lnTo>
                    <a:pt x="61" y="74485"/>
                  </a:lnTo>
                  <a:lnTo>
                    <a:pt x="101" y="74788"/>
                  </a:lnTo>
                  <a:lnTo>
                    <a:pt x="162" y="75071"/>
                  </a:lnTo>
                  <a:lnTo>
                    <a:pt x="222" y="75373"/>
                  </a:lnTo>
                  <a:lnTo>
                    <a:pt x="323" y="75656"/>
                  </a:lnTo>
                  <a:lnTo>
                    <a:pt x="404" y="75938"/>
                  </a:lnTo>
                  <a:lnTo>
                    <a:pt x="525" y="76201"/>
                  </a:lnTo>
                  <a:lnTo>
                    <a:pt x="646" y="76483"/>
                  </a:lnTo>
                  <a:lnTo>
                    <a:pt x="828" y="76846"/>
                  </a:lnTo>
                  <a:lnTo>
                    <a:pt x="1050" y="77189"/>
                  </a:lnTo>
                  <a:lnTo>
                    <a:pt x="1292" y="77533"/>
                  </a:lnTo>
                  <a:lnTo>
                    <a:pt x="1554" y="77855"/>
                  </a:lnTo>
                  <a:lnTo>
                    <a:pt x="1837" y="78158"/>
                  </a:lnTo>
                  <a:lnTo>
                    <a:pt x="2139" y="78441"/>
                  </a:lnTo>
                  <a:lnTo>
                    <a:pt x="2462" y="78703"/>
                  </a:lnTo>
                  <a:lnTo>
                    <a:pt x="2785" y="78945"/>
                  </a:lnTo>
                  <a:lnTo>
                    <a:pt x="3148" y="79187"/>
                  </a:lnTo>
                  <a:lnTo>
                    <a:pt x="3532" y="79389"/>
                  </a:lnTo>
                  <a:lnTo>
                    <a:pt x="3935" y="79591"/>
                  </a:lnTo>
                  <a:lnTo>
                    <a:pt x="4339" y="79773"/>
                  </a:lnTo>
                  <a:lnTo>
                    <a:pt x="4763" y="79914"/>
                  </a:lnTo>
                  <a:lnTo>
                    <a:pt x="5227" y="80055"/>
                  </a:lnTo>
                  <a:lnTo>
                    <a:pt x="5691" y="80176"/>
                  </a:lnTo>
                  <a:lnTo>
                    <a:pt x="6155" y="80277"/>
                  </a:lnTo>
                  <a:lnTo>
                    <a:pt x="6660" y="80338"/>
                  </a:lnTo>
                  <a:lnTo>
                    <a:pt x="7144" y="80398"/>
                  </a:lnTo>
                  <a:lnTo>
                    <a:pt x="7648" y="80438"/>
                  </a:lnTo>
                  <a:lnTo>
                    <a:pt x="8153" y="80438"/>
                  </a:lnTo>
                  <a:lnTo>
                    <a:pt x="8819" y="80418"/>
                  </a:lnTo>
                  <a:lnTo>
                    <a:pt x="9485" y="80378"/>
                  </a:lnTo>
                  <a:lnTo>
                    <a:pt x="10171" y="80277"/>
                  </a:lnTo>
                  <a:lnTo>
                    <a:pt x="10817" y="80156"/>
                  </a:lnTo>
                  <a:lnTo>
                    <a:pt x="11483" y="80015"/>
                  </a:lnTo>
                  <a:lnTo>
                    <a:pt x="12128" y="79813"/>
                  </a:lnTo>
                  <a:lnTo>
                    <a:pt x="12754" y="79591"/>
                  </a:lnTo>
                  <a:lnTo>
                    <a:pt x="13380" y="79329"/>
                  </a:lnTo>
                  <a:lnTo>
                    <a:pt x="14106" y="78986"/>
                  </a:lnTo>
                  <a:lnTo>
                    <a:pt x="14812" y="78622"/>
                  </a:lnTo>
                  <a:lnTo>
                    <a:pt x="15498" y="78219"/>
                  </a:lnTo>
                  <a:lnTo>
                    <a:pt x="16185" y="77795"/>
                  </a:lnTo>
                  <a:lnTo>
                    <a:pt x="16850" y="77351"/>
                  </a:lnTo>
                  <a:lnTo>
                    <a:pt x="17496" y="76887"/>
                  </a:lnTo>
                  <a:lnTo>
                    <a:pt x="18142" y="76402"/>
                  </a:lnTo>
                  <a:lnTo>
                    <a:pt x="18768" y="75898"/>
                  </a:lnTo>
                  <a:lnTo>
                    <a:pt x="19373" y="75393"/>
                  </a:lnTo>
                  <a:lnTo>
                    <a:pt x="19978" y="74869"/>
                  </a:lnTo>
                  <a:lnTo>
                    <a:pt x="21169" y="73779"/>
                  </a:lnTo>
                  <a:lnTo>
                    <a:pt x="22339" y="72669"/>
                  </a:lnTo>
                  <a:lnTo>
                    <a:pt x="23490" y="71559"/>
                  </a:lnTo>
                  <a:lnTo>
                    <a:pt x="25266" y="69824"/>
                  </a:lnTo>
                  <a:lnTo>
                    <a:pt x="26174" y="68976"/>
                  </a:lnTo>
                  <a:lnTo>
                    <a:pt x="27102" y="68149"/>
                  </a:lnTo>
                  <a:lnTo>
                    <a:pt x="27990" y="67382"/>
                  </a:lnTo>
                  <a:lnTo>
                    <a:pt x="28918" y="66615"/>
                  </a:lnTo>
                  <a:lnTo>
                    <a:pt x="29867" y="65889"/>
                  </a:lnTo>
                  <a:lnTo>
                    <a:pt x="30855" y="65182"/>
                  </a:lnTo>
                  <a:lnTo>
                    <a:pt x="31844" y="64496"/>
                  </a:lnTo>
                  <a:lnTo>
                    <a:pt x="32853" y="63850"/>
                  </a:lnTo>
                  <a:lnTo>
                    <a:pt x="33882" y="63225"/>
                  </a:lnTo>
                  <a:lnTo>
                    <a:pt x="34932" y="62599"/>
                  </a:lnTo>
                  <a:lnTo>
                    <a:pt x="36001" y="62034"/>
                  </a:lnTo>
                  <a:lnTo>
                    <a:pt x="37071" y="61469"/>
                  </a:lnTo>
                  <a:lnTo>
                    <a:pt x="38161" y="60945"/>
                  </a:lnTo>
                  <a:lnTo>
                    <a:pt x="39271" y="60440"/>
                  </a:lnTo>
                  <a:lnTo>
                    <a:pt x="40401" y="59976"/>
                  </a:lnTo>
                  <a:lnTo>
                    <a:pt x="41531" y="59532"/>
                  </a:lnTo>
                  <a:lnTo>
                    <a:pt x="42681" y="59108"/>
                  </a:lnTo>
                  <a:lnTo>
                    <a:pt x="43851" y="58725"/>
                  </a:lnTo>
                  <a:lnTo>
                    <a:pt x="45002" y="58361"/>
                  </a:lnTo>
                  <a:lnTo>
                    <a:pt x="46192" y="58039"/>
                  </a:lnTo>
                  <a:lnTo>
                    <a:pt x="47363" y="57736"/>
                  </a:lnTo>
                  <a:lnTo>
                    <a:pt x="48553" y="57474"/>
                  </a:lnTo>
                  <a:lnTo>
                    <a:pt x="49764" y="57231"/>
                  </a:lnTo>
                  <a:lnTo>
                    <a:pt x="50955" y="57030"/>
                  </a:lnTo>
                  <a:lnTo>
                    <a:pt x="52166" y="56868"/>
                  </a:lnTo>
                  <a:lnTo>
                    <a:pt x="53356" y="56707"/>
                  </a:lnTo>
                  <a:lnTo>
                    <a:pt x="54567" y="56606"/>
                  </a:lnTo>
                  <a:lnTo>
                    <a:pt x="55778" y="56525"/>
                  </a:lnTo>
                  <a:lnTo>
                    <a:pt x="56989" y="56465"/>
                  </a:lnTo>
                  <a:lnTo>
                    <a:pt x="58179" y="56444"/>
                  </a:lnTo>
                  <a:lnTo>
                    <a:pt x="59390" y="56465"/>
                  </a:lnTo>
                  <a:lnTo>
                    <a:pt x="60581" y="56505"/>
                  </a:lnTo>
                  <a:lnTo>
                    <a:pt x="61771" y="56586"/>
                  </a:lnTo>
                  <a:lnTo>
                    <a:pt x="62962" y="56687"/>
                  </a:lnTo>
                  <a:lnTo>
                    <a:pt x="64274" y="56848"/>
                  </a:lnTo>
                  <a:lnTo>
                    <a:pt x="65605" y="57030"/>
                  </a:lnTo>
                  <a:lnTo>
                    <a:pt x="66917" y="57231"/>
                  </a:lnTo>
                  <a:lnTo>
                    <a:pt x="68229" y="57433"/>
                  </a:lnTo>
                  <a:lnTo>
                    <a:pt x="69601" y="57655"/>
                  </a:lnTo>
                  <a:lnTo>
                    <a:pt x="70973" y="57857"/>
                  </a:lnTo>
                  <a:lnTo>
                    <a:pt x="72366" y="58039"/>
                  </a:lnTo>
                  <a:lnTo>
                    <a:pt x="73758" y="58200"/>
                  </a:lnTo>
                  <a:lnTo>
                    <a:pt x="74444" y="58261"/>
                  </a:lnTo>
                  <a:lnTo>
                    <a:pt x="75151" y="58321"/>
                  </a:lnTo>
                  <a:lnTo>
                    <a:pt x="75837" y="58361"/>
                  </a:lnTo>
                  <a:lnTo>
                    <a:pt x="76543" y="58382"/>
                  </a:lnTo>
                  <a:lnTo>
                    <a:pt x="77249" y="58382"/>
                  </a:lnTo>
                  <a:lnTo>
                    <a:pt x="77935" y="58361"/>
                  </a:lnTo>
                  <a:lnTo>
                    <a:pt x="78642" y="58341"/>
                  </a:lnTo>
                  <a:lnTo>
                    <a:pt x="79328" y="58281"/>
                  </a:lnTo>
                  <a:lnTo>
                    <a:pt x="79812" y="58220"/>
                  </a:lnTo>
                  <a:lnTo>
                    <a:pt x="80337" y="58160"/>
                  </a:lnTo>
                  <a:lnTo>
                    <a:pt x="80882" y="58059"/>
                  </a:lnTo>
                  <a:lnTo>
                    <a:pt x="81467" y="57918"/>
                  </a:lnTo>
                  <a:lnTo>
                    <a:pt x="82032" y="57736"/>
                  </a:lnTo>
                  <a:lnTo>
                    <a:pt x="82315" y="57635"/>
                  </a:lnTo>
                  <a:lnTo>
                    <a:pt x="82597" y="57514"/>
                  </a:lnTo>
                  <a:lnTo>
                    <a:pt x="82880" y="57373"/>
                  </a:lnTo>
                  <a:lnTo>
                    <a:pt x="83142" y="57231"/>
                  </a:lnTo>
                  <a:lnTo>
                    <a:pt x="83404" y="57050"/>
                  </a:lnTo>
                  <a:lnTo>
                    <a:pt x="83667" y="56868"/>
                  </a:lnTo>
                  <a:lnTo>
                    <a:pt x="83868" y="56707"/>
                  </a:lnTo>
                  <a:lnTo>
                    <a:pt x="84050" y="56525"/>
                  </a:lnTo>
                  <a:lnTo>
                    <a:pt x="84232" y="56343"/>
                  </a:lnTo>
                  <a:lnTo>
                    <a:pt x="84413" y="56162"/>
                  </a:lnTo>
                  <a:lnTo>
                    <a:pt x="84716" y="55778"/>
                  </a:lnTo>
                  <a:lnTo>
                    <a:pt x="84998" y="55355"/>
                  </a:lnTo>
                  <a:lnTo>
                    <a:pt x="85220" y="54931"/>
                  </a:lnTo>
                  <a:lnTo>
                    <a:pt x="85442" y="54467"/>
                  </a:lnTo>
                  <a:lnTo>
                    <a:pt x="85604" y="53982"/>
                  </a:lnTo>
                  <a:lnTo>
                    <a:pt x="85765" y="53498"/>
                  </a:lnTo>
                  <a:lnTo>
                    <a:pt x="85886" y="52994"/>
                  </a:lnTo>
                  <a:lnTo>
                    <a:pt x="86007" y="52489"/>
                  </a:lnTo>
                  <a:lnTo>
                    <a:pt x="86088" y="51964"/>
                  </a:lnTo>
                  <a:lnTo>
                    <a:pt x="86169" y="51420"/>
                  </a:lnTo>
                  <a:lnTo>
                    <a:pt x="86290" y="50350"/>
                  </a:lnTo>
                  <a:lnTo>
                    <a:pt x="86371" y="49260"/>
                  </a:lnTo>
                  <a:lnTo>
                    <a:pt x="86492" y="47949"/>
                  </a:lnTo>
                  <a:lnTo>
                    <a:pt x="86573" y="47283"/>
                  </a:lnTo>
                  <a:lnTo>
                    <a:pt x="86653" y="46637"/>
                  </a:lnTo>
                  <a:lnTo>
                    <a:pt x="86754" y="46052"/>
                  </a:lnTo>
                  <a:lnTo>
                    <a:pt x="86895" y="45487"/>
                  </a:lnTo>
                  <a:lnTo>
                    <a:pt x="87037" y="44901"/>
                  </a:lnTo>
                  <a:lnTo>
                    <a:pt x="87218" y="44336"/>
                  </a:lnTo>
                  <a:lnTo>
                    <a:pt x="87420" y="43771"/>
                  </a:lnTo>
                  <a:lnTo>
                    <a:pt x="87642" y="43206"/>
                  </a:lnTo>
                  <a:lnTo>
                    <a:pt x="87884" y="42661"/>
                  </a:lnTo>
                  <a:lnTo>
                    <a:pt x="88167" y="42117"/>
                  </a:lnTo>
                  <a:lnTo>
                    <a:pt x="88449" y="41592"/>
                  </a:lnTo>
                  <a:lnTo>
                    <a:pt x="88772" y="41067"/>
                  </a:lnTo>
                  <a:lnTo>
                    <a:pt x="89115" y="40563"/>
                  </a:lnTo>
                  <a:lnTo>
                    <a:pt x="89478" y="40058"/>
                  </a:lnTo>
                  <a:lnTo>
                    <a:pt x="89842" y="39574"/>
                  </a:lnTo>
                  <a:lnTo>
                    <a:pt x="90245" y="39089"/>
                  </a:lnTo>
                  <a:lnTo>
                    <a:pt x="90669" y="38646"/>
                  </a:lnTo>
                  <a:lnTo>
                    <a:pt x="91113" y="38202"/>
                  </a:lnTo>
                  <a:lnTo>
                    <a:pt x="91577" y="37758"/>
                  </a:lnTo>
                  <a:lnTo>
                    <a:pt x="92041" y="37354"/>
                  </a:lnTo>
                  <a:lnTo>
                    <a:pt x="92526" y="36971"/>
                  </a:lnTo>
                  <a:lnTo>
                    <a:pt x="93030" y="36607"/>
                  </a:lnTo>
                  <a:lnTo>
                    <a:pt x="93535" y="36264"/>
                  </a:lnTo>
                  <a:lnTo>
                    <a:pt x="94059" y="35941"/>
                  </a:lnTo>
                  <a:lnTo>
                    <a:pt x="94584" y="35639"/>
                  </a:lnTo>
                  <a:lnTo>
                    <a:pt x="95129" y="35376"/>
                  </a:lnTo>
                  <a:lnTo>
                    <a:pt x="95674" y="35114"/>
                  </a:lnTo>
                  <a:lnTo>
                    <a:pt x="96239" y="34892"/>
                  </a:lnTo>
                  <a:lnTo>
                    <a:pt x="96804" y="34690"/>
                  </a:lnTo>
                  <a:lnTo>
                    <a:pt x="97369" y="34529"/>
                  </a:lnTo>
                  <a:lnTo>
                    <a:pt x="97934" y="34367"/>
                  </a:lnTo>
                  <a:lnTo>
                    <a:pt x="98519" y="34246"/>
                  </a:lnTo>
                  <a:lnTo>
                    <a:pt x="99084" y="34166"/>
                  </a:lnTo>
                  <a:lnTo>
                    <a:pt x="99669" y="34085"/>
                  </a:lnTo>
                  <a:lnTo>
                    <a:pt x="100255" y="34044"/>
                  </a:lnTo>
                  <a:lnTo>
                    <a:pt x="100860" y="34024"/>
                  </a:lnTo>
                  <a:lnTo>
                    <a:pt x="101445" y="34044"/>
                  </a:lnTo>
                  <a:lnTo>
                    <a:pt x="102051" y="34085"/>
                  </a:lnTo>
                  <a:lnTo>
                    <a:pt x="102636" y="34145"/>
                  </a:lnTo>
                  <a:lnTo>
                    <a:pt x="103221" y="34246"/>
                  </a:lnTo>
                  <a:lnTo>
                    <a:pt x="103806" y="34367"/>
                  </a:lnTo>
                  <a:lnTo>
                    <a:pt x="104391" y="34509"/>
                  </a:lnTo>
                  <a:lnTo>
                    <a:pt x="104977" y="34690"/>
                  </a:lnTo>
                  <a:lnTo>
                    <a:pt x="105542" y="34892"/>
                  </a:lnTo>
                  <a:lnTo>
                    <a:pt x="106127" y="35114"/>
                  </a:lnTo>
                  <a:lnTo>
                    <a:pt x="106672" y="35356"/>
                  </a:lnTo>
                  <a:lnTo>
                    <a:pt x="107237" y="35639"/>
                  </a:lnTo>
                  <a:lnTo>
                    <a:pt x="107782" y="35941"/>
                  </a:lnTo>
                  <a:lnTo>
                    <a:pt x="108306" y="36264"/>
                  </a:lnTo>
                  <a:lnTo>
                    <a:pt x="108831" y="36607"/>
                  </a:lnTo>
                  <a:lnTo>
                    <a:pt x="109336" y="36971"/>
                  </a:lnTo>
                  <a:lnTo>
                    <a:pt x="109820" y="37354"/>
                  </a:lnTo>
                  <a:lnTo>
                    <a:pt x="110284" y="37758"/>
                  </a:lnTo>
                  <a:lnTo>
                    <a:pt x="110728" y="38161"/>
                  </a:lnTo>
                  <a:lnTo>
                    <a:pt x="111152" y="38585"/>
                  </a:lnTo>
                  <a:lnTo>
                    <a:pt x="111535" y="39029"/>
                  </a:lnTo>
                  <a:lnTo>
                    <a:pt x="111919" y="39493"/>
                  </a:lnTo>
                  <a:lnTo>
                    <a:pt x="112262" y="39957"/>
                  </a:lnTo>
                  <a:lnTo>
                    <a:pt x="112605" y="40442"/>
                  </a:lnTo>
                  <a:lnTo>
                    <a:pt x="112907" y="40946"/>
                  </a:lnTo>
                  <a:lnTo>
                    <a:pt x="113190" y="41451"/>
                  </a:lnTo>
                  <a:lnTo>
                    <a:pt x="113452" y="41955"/>
                  </a:lnTo>
                  <a:lnTo>
                    <a:pt x="113674" y="42480"/>
                  </a:lnTo>
                  <a:lnTo>
                    <a:pt x="113876" y="43025"/>
                  </a:lnTo>
                  <a:lnTo>
                    <a:pt x="114058" y="43569"/>
                  </a:lnTo>
                  <a:lnTo>
                    <a:pt x="114219" y="44114"/>
                  </a:lnTo>
                  <a:lnTo>
                    <a:pt x="114038" y="43610"/>
                  </a:lnTo>
                  <a:lnTo>
                    <a:pt x="113937" y="43368"/>
                  </a:lnTo>
                  <a:lnTo>
                    <a:pt x="113816" y="43126"/>
                  </a:lnTo>
                  <a:lnTo>
                    <a:pt x="113694" y="42904"/>
                  </a:lnTo>
                  <a:lnTo>
                    <a:pt x="113573" y="42682"/>
                  </a:lnTo>
                  <a:lnTo>
                    <a:pt x="113432" y="42500"/>
                  </a:lnTo>
                  <a:lnTo>
                    <a:pt x="113251" y="42318"/>
                  </a:lnTo>
                  <a:lnTo>
                    <a:pt x="113210" y="42379"/>
                  </a:lnTo>
                  <a:lnTo>
                    <a:pt x="113372" y="42560"/>
                  </a:lnTo>
                  <a:lnTo>
                    <a:pt x="113533" y="42782"/>
                  </a:lnTo>
                  <a:lnTo>
                    <a:pt x="113674" y="43025"/>
                  </a:lnTo>
                  <a:lnTo>
                    <a:pt x="113816" y="43267"/>
                  </a:lnTo>
                  <a:lnTo>
                    <a:pt x="113916" y="43529"/>
                  </a:lnTo>
                  <a:lnTo>
                    <a:pt x="114017" y="43812"/>
                  </a:lnTo>
                  <a:lnTo>
                    <a:pt x="114219" y="44377"/>
                  </a:lnTo>
                  <a:lnTo>
                    <a:pt x="114360" y="44760"/>
                  </a:lnTo>
                  <a:lnTo>
                    <a:pt x="114502" y="45144"/>
                  </a:lnTo>
                  <a:lnTo>
                    <a:pt x="114663" y="45507"/>
                  </a:lnTo>
                  <a:lnTo>
                    <a:pt x="114744" y="45668"/>
                  </a:lnTo>
                  <a:lnTo>
                    <a:pt x="114845" y="45809"/>
                  </a:lnTo>
                  <a:lnTo>
                    <a:pt x="114946" y="45951"/>
                  </a:lnTo>
                  <a:lnTo>
                    <a:pt x="115067" y="46072"/>
                  </a:lnTo>
                  <a:lnTo>
                    <a:pt x="115188" y="46173"/>
                  </a:lnTo>
                  <a:lnTo>
                    <a:pt x="115309" y="46274"/>
                  </a:lnTo>
                  <a:lnTo>
                    <a:pt x="115470" y="46334"/>
                  </a:lnTo>
                  <a:lnTo>
                    <a:pt x="115632" y="46375"/>
                  </a:lnTo>
                  <a:lnTo>
                    <a:pt x="115793" y="46395"/>
                  </a:lnTo>
                  <a:lnTo>
                    <a:pt x="115995" y="46395"/>
                  </a:lnTo>
                  <a:lnTo>
                    <a:pt x="116156" y="46375"/>
                  </a:lnTo>
                  <a:lnTo>
                    <a:pt x="116318" y="46334"/>
                  </a:lnTo>
                  <a:lnTo>
                    <a:pt x="116479" y="46274"/>
                  </a:lnTo>
                  <a:lnTo>
                    <a:pt x="116641" y="46173"/>
                  </a:lnTo>
                  <a:lnTo>
                    <a:pt x="116822" y="46072"/>
                  </a:lnTo>
                  <a:lnTo>
                    <a:pt x="116984" y="45931"/>
                  </a:lnTo>
                  <a:lnTo>
                    <a:pt x="117145" y="45769"/>
                  </a:lnTo>
                  <a:lnTo>
                    <a:pt x="117327" y="45587"/>
                  </a:lnTo>
                  <a:lnTo>
                    <a:pt x="117630" y="45224"/>
                  </a:lnTo>
                  <a:lnTo>
                    <a:pt x="117892" y="44841"/>
                  </a:lnTo>
                  <a:lnTo>
                    <a:pt x="118134" y="44437"/>
                  </a:lnTo>
                  <a:lnTo>
                    <a:pt x="118356" y="44034"/>
                  </a:lnTo>
                  <a:lnTo>
                    <a:pt x="118558" y="43630"/>
                  </a:lnTo>
                  <a:lnTo>
                    <a:pt x="118739" y="43186"/>
                  </a:lnTo>
                  <a:lnTo>
                    <a:pt x="118901" y="42762"/>
                  </a:lnTo>
                  <a:lnTo>
                    <a:pt x="119042" y="42318"/>
                  </a:lnTo>
                  <a:lnTo>
                    <a:pt x="119183" y="41854"/>
                  </a:lnTo>
                  <a:lnTo>
                    <a:pt x="119284" y="41410"/>
                  </a:lnTo>
                  <a:lnTo>
                    <a:pt x="119486" y="40482"/>
                  </a:lnTo>
                  <a:lnTo>
                    <a:pt x="119648" y="39554"/>
                  </a:lnTo>
                  <a:lnTo>
                    <a:pt x="119789" y="38625"/>
                  </a:lnTo>
                  <a:lnTo>
                    <a:pt x="119950" y="37394"/>
                  </a:lnTo>
                  <a:lnTo>
                    <a:pt x="120092" y="36184"/>
                  </a:lnTo>
                  <a:lnTo>
                    <a:pt x="120233" y="34953"/>
                  </a:lnTo>
                  <a:lnTo>
                    <a:pt x="120334" y="33742"/>
                  </a:lnTo>
                  <a:lnTo>
                    <a:pt x="120455" y="32511"/>
                  </a:lnTo>
                  <a:lnTo>
                    <a:pt x="120536" y="31280"/>
                  </a:lnTo>
                  <a:lnTo>
                    <a:pt x="120616" y="30069"/>
                  </a:lnTo>
                  <a:lnTo>
                    <a:pt x="120697" y="28838"/>
                  </a:lnTo>
                  <a:lnTo>
                    <a:pt x="120737" y="27607"/>
                  </a:lnTo>
                  <a:lnTo>
                    <a:pt x="120778" y="26376"/>
                  </a:lnTo>
                  <a:lnTo>
                    <a:pt x="120798" y="25145"/>
                  </a:lnTo>
                  <a:lnTo>
                    <a:pt x="120818" y="23914"/>
                  </a:lnTo>
                  <a:lnTo>
                    <a:pt x="120818" y="22683"/>
                  </a:lnTo>
                  <a:lnTo>
                    <a:pt x="120798" y="21452"/>
                  </a:lnTo>
                  <a:lnTo>
                    <a:pt x="120778" y="20241"/>
                  </a:lnTo>
                  <a:lnTo>
                    <a:pt x="120737" y="19010"/>
                  </a:lnTo>
                  <a:lnTo>
                    <a:pt x="120697" y="18143"/>
                  </a:lnTo>
                  <a:lnTo>
                    <a:pt x="120636" y="17275"/>
                  </a:lnTo>
                  <a:lnTo>
                    <a:pt x="120576" y="16407"/>
                  </a:lnTo>
                  <a:lnTo>
                    <a:pt x="120495" y="15519"/>
                  </a:lnTo>
                  <a:lnTo>
                    <a:pt x="120374" y="14651"/>
                  </a:lnTo>
                  <a:lnTo>
                    <a:pt x="120233" y="13763"/>
                  </a:lnTo>
                  <a:lnTo>
                    <a:pt x="120071" y="12896"/>
                  </a:lnTo>
                  <a:lnTo>
                    <a:pt x="119870" y="12048"/>
                  </a:lnTo>
                  <a:lnTo>
                    <a:pt x="119648" y="11201"/>
                  </a:lnTo>
                  <a:lnTo>
                    <a:pt x="119365" y="10353"/>
                  </a:lnTo>
                  <a:lnTo>
                    <a:pt x="119062" y="9546"/>
                  </a:lnTo>
                  <a:lnTo>
                    <a:pt x="118881" y="9142"/>
                  </a:lnTo>
                  <a:lnTo>
                    <a:pt x="118699" y="8759"/>
                  </a:lnTo>
                  <a:lnTo>
                    <a:pt x="118497" y="8375"/>
                  </a:lnTo>
                  <a:lnTo>
                    <a:pt x="118296" y="7992"/>
                  </a:lnTo>
                  <a:lnTo>
                    <a:pt x="118074" y="7609"/>
                  </a:lnTo>
                  <a:lnTo>
                    <a:pt x="117831" y="7245"/>
                  </a:lnTo>
                  <a:lnTo>
                    <a:pt x="117589" y="6902"/>
                  </a:lnTo>
                  <a:lnTo>
                    <a:pt x="117327" y="6559"/>
                  </a:lnTo>
                  <a:lnTo>
                    <a:pt x="117044" y="6216"/>
                  </a:lnTo>
                  <a:lnTo>
                    <a:pt x="116762" y="5873"/>
                  </a:lnTo>
                  <a:lnTo>
                    <a:pt x="116257" y="5369"/>
                  </a:lnTo>
                  <a:lnTo>
                    <a:pt x="115712" y="4884"/>
                  </a:lnTo>
                  <a:lnTo>
                    <a:pt x="115127" y="4420"/>
                  </a:lnTo>
                  <a:lnTo>
                    <a:pt x="114502" y="3976"/>
                  </a:lnTo>
                  <a:lnTo>
                    <a:pt x="113836" y="3573"/>
                  </a:lnTo>
                  <a:lnTo>
                    <a:pt x="113129" y="3189"/>
                  </a:lnTo>
                  <a:lnTo>
                    <a:pt x="112403" y="2846"/>
                  </a:lnTo>
                  <a:lnTo>
                    <a:pt x="111596" y="2503"/>
                  </a:lnTo>
                  <a:lnTo>
                    <a:pt x="110970" y="2261"/>
                  </a:lnTo>
                  <a:lnTo>
                    <a:pt x="110284" y="2039"/>
                  </a:lnTo>
                  <a:lnTo>
                    <a:pt x="109578" y="1837"/>
                  </a:lnTo>
                  <a:lnTo>
                    <a:pt x="108851" y="1635"/>
                  </a:lnTo>
                  <a:lnTo>
                    <a:pt x="108064" y="1433"/>
                  </a:lnTo>
                  <a:lnTo>
                    <a:pt x="107257" y="1272"/>
                  </a:lnTo>
                  <a:lnTo>
                    <a:pt x="106389" y="1090"/>
                  </a:lnTo>
                  <a:lnTo>
                    <a:pt x="105481" y="949"/>
                  </a:lnTo>
                  <a:lnTo>
                    <a:pt x="103988" y="707"/>
                  </a:lnTo>
                  <a:lnTo>
                    <a:pt x="102474" y="505"/>
                  </a:lnTo>
                  <a:lnTo>
                    <a:pt x="100961" y="344"/>
                  </a:lnTo>
                  <a:lnTo>
                    <a:pt x="99447" y="202"/>
                  </a:lnTo>
                  <a:lnTo>
                    <a:pt x="97934" y="102"/>
                  </a:lnTo>
                  <a:lnTo>
                    <a:pt x="96420" y="41"/>
                  </a:lnTo>
                  <a:lnTo>
                    <a:pt x="94887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" name="Google Shape;20;p2"/>
            <p:cNvSpPr/>
            <p:nvPr/>
          </p:nvSpPr>
          <p:spPr>
            <a:xfrm flipH="1">
              <a:off x="-1055215" y="-5268675"/>
              <a:ext cx="2289244" cy="1739785"/>
            </a:xfrm>
            <a:custGeom>
              <a:rect b="b" l="l" r="r" t="t"/>
              <a:pathLst>
                <a:path extrusionOk="0" h="31119" w="40947">
                  <a:moveTo>
                    <a:pt x="32571" y="82"/>
                  </a:moveTo>
                  <a:lnTo>
                    <a:pt x="33116" y="102"/>
                  </a:lnTo>
                  <a:lnTo>
                    <a:pt x="33601" y="162"/>
                  </a:lnTo>
                  <a:lnTo>
                    <a:pt x="33823" y="203"/>
                  </a:lnTo>
                  <a:lnTo>
                    <a:pt x="34024" y="243"/>
                  </a:lnTo>
                  <a:lnTo>
                    <a:pt x="34206" y="304"/>
                  </a:lnTo>
                  <a:lnTo>
                    <a:pt x="34388" y="384"/>
                  </a:lnTo>
                  <a:lnTo>
                    <a:pt x="34549" y="465"/>
                  </a:lnTo>
                  <a:lnTo>
                    <a:pt x="34690" y="546"/>
                  </a:lnTo>
                  <a:lnTo>
                    <a:pt x="34832" y="647"/>
                  </a:lnTo>
                  <a:lnTo>
                    <a:pt x="34933" y="748"/>
                  </a:lnTo>
                  <a:lnTo>
                    <a:pt x="35033" y="869"/>
                  </a:lnTo>
                  <a:lnTo>
                    <a:pt x="35134" y="990"/>
                  </a:lnTo>
                  <a:lnTo>
                    <a:pt x="35195" y="1131"/>
                  </a:lnTo>
                  <a:lnTo>
                    <a:pt x="35255" y="1272"/>
                  </a:lnTo>
                  <a:lnTo>
                    <a:pt x="35296" y="1454"/>
                  </a:lnTo>
                  <a:lnTo>
                    <a:pt x="35316" y="1656"/>
                  </a:lnTo>
                  <a:lnTo>
                    <a:pt x="35336" y="1858"/>
                  </a:lnTo>
                  <a:lnTo>
                    <a:pt x="35316" y="2059"/>
                  </a:lnTo>
                  <a:lnTo>
                    <a:pt x="35235" y="2443"/>
                  </a:lnTo>
                  <a:lnTo>
                    <a:pt x="35155" y="2826"/>
                  </a:lnTo>
                  <a:lnTo>
                    <a:pt x="35074" y="3169"/>
                  </a:lnTo>
                  <a:lnTo>
                    <a:pt x="34993" y="3492"/>
                  </a:lnTo>
                  <a:lnTo>
                    <a:pt x="34973" y="3835"/>
                  </a:lnTo>
                  <a:lnTo>
                    <a:pt x="34973" y="3997"/>
                  </a:lnTo>
                  <a:lnTo>
                    <a:pt x="34973" y="4158"/>
                  </a:lnTo>
                  <a:lnTo>
                    <a:pt x="35033" y="4400"/>
                  </a:lnTo>
                  <a:lnTo>
                    <a:pt x="35094" y="4642"/>
                  </a:lnTo>
                  <a:lnTo>
                    <a:pt x="35175" y="4864"/>
                  </a:lnTo>
                  <a:lnTo>
                    <a:pt x="35276" y="5086"/>
                  </a:lnTo>
                  <a:lnTo>
                    <a:pt x="35498" y="5510"/>
                  </a:lnTo>
                  <a:lnTo>
                    <a:pt x="35760" y="5914"/>
                  </a:lnTo>
                  <a:lnTo>
                    <a:pt x="36083" y="6438"/>
                  </a:lnTo>
                  <a:lnTo>
                    <a:pt x="36486" y="7165"/>
                  </a:lnTo>
                  <a:lnTo>
                    <a:pt x="36890" y="7912"/>
                  </a:lnTo>
                  <a:lnTo>
                    <a:pt x="37273" y="8658"/>
                  </a:lnTo>
                  <a:lnTo>
                    <a:pt x="37637" y="9425"/>
                  </a:lnTo>
                  <a:lnTo>
                    <a:pt x="37980" y="10212"/>
                  </a:lnTo>
                  <a:lnTo>
                    <a:pt x="38303" y="10999"/>
                  </a:lnTo>
                  <a:lnTo>
                    <a:pt x="38625" y="11786"/>
                  </a:lnTo>
                  <a:lnTo>
                    <a:pt x="38908" y="12573"/>
                  </a:lnTo>
                  <a:lnTo>
                    <a:pt x="39170" y="13380"/>
                  </a:lnTo>
                  <a:lnTo>
                    <a:pt x="39412" y="14188"/>
                  </a:lnTo>
                  <a:lnTo>
                    <a:pt x="39655" y="14995"/>
                  </a:lnTo>
                  <a:lnTo>
                    <a:pt x="39856" y="15802"/>
                  </a:lnTo>
                  <a:lnTo>
                    <a:pt x="40038" y="16629"/>
                  </a:lnTo>
                  <a:lnTo>
                    <a:pt x="40220" y="17457"/>
                  </a:lnTo>
                  <a:lnTo>
                    <a:pt x="40361" y="18284"/>
                  </a:lnTo>
                  <a:lnTo>
                    <a:pt x="40502" y="19112"/>
                  </a:lnTo>
                  <a:lnTo>
                    <a:pt x="40603" y="19939"/>
                  </a:lnTo>
                  <a:lnTo>
                    <a:pt x="40704" y="20766"/>
                  </a:lnTo>
                  <a:lnTo>
                    <a:pt x="40765" y="21614"/>
                  </a:lnTo>
                  <a:lnTo>
                    <a:pt x="40825" y="22441"/>
                  </a:lnTo>
                  <a:lnTo>
                    <a:pt x="40845" y="23269"/>
                  </a:lnTo>
                  <a:lnTo>
                    <a:pt x="40865" y="24116"/>
                  </a:lnTo>
                  <a:lnTo>
                    <a:pt x="40865" y="24944"/>
                  </a:lnTo>
                  <a:lnTo>
                    <a:pt x="40825" y="25771"/>
                  </a:lnTo>
                  <a:lnTo>
                    <a:pt x="40785" y="26437"/>
                  </a:lnTo>
                  <a:lnTo>
                    <a:pt x="40744" y="26800"/>
                  </a:lnTo>
                  <a:lnTo>
                    <a:pt x="40684" y="27163"/>
                  </a:lnTo>
                  <a:lnTo>
                    <a:pt x="40603" y="27547"/>
                  </a:lnTo>
                  <a:lnTo>
                    <a:pt x="40502" y="27950"/>
                  </a:lnTo>
                  <a:lnTo>
                    <a:pt x="40401" y="28334"/>
                  </a:lnTo>
                  <a:lnTo>
                    <a:pt x="40260" y="28717"/>
                  </a:lnTo>
                  <a:lnTo>
                    <a:pt x="40099" y="29081"/>
                  </a:lnTo>
                  <a:lnTo>
                    <a:pt x="39917" y="29424"/>
                  </a:lnTo>
                  <a:lnTo>
                    <a:pt x="39695" y="29767"/>
                  </a:lnTo>
                  <a:lnTo>
                    <a:pt x="39453" y="30069"/>
                  </a:lnTo>
                  <a:lnTo>
                    <a:pt x="39191" y="30332"/>
                  </a:lnTo>
                  <a:lnTo>
                    <a:pt x="39029" y="30453"/>
                  </a:lnTo>
                  <a:lnTo>
                    <a:pt x="38868" y="30574"/>
                  </a:lnTo>
                  <a:lnTo>
                    <a:pt x="38706" y="30675"/>
                  </a:lnTo>
                  <a:lnTo>
                    <a:pt x="38525" y="30776"/>
                  </a:lnTo>
                  <a:lnTo>
                    <a:pt x="38343" y="30856"/>
                  </a:lnTo>
                  <a:lnTo>
                    <a:pt x="38141" y="30917"/>
                  </a:lnTo>
                  <a:lnTo>
                    <a:pt x="37960" y="30977"/>
                  </a:lnTo>
                  <a:lnTo>
                    <a:pt x="37758" y="30998"/>
                  </a:lnTo>
                  <a:lnTo>
                    <a:pt x="37394" y="31038"/>
                  </a:lnTo>
                  <a:lnTo>
                    <a:pt x="37011" y="31038"/>
                  </a:lnTo>
                  <a:lnTo>
                    <a:pt x="36628" y="30998"/>
                  </a:lnTo>
                  <a:lnTo>
                    <a:pt x="36244" y="30937"/>
                  </a:lnTo>
                  <a:lnTo>
                    <a:pt x="35881" y="30836"/>
                  </a:lnTo>
                  <a:lnTo>
                    <a:pt x="35538" y="30735"/>
                  </a:lnTo>
                  <a:lnTo>
                    <a:pt x="35215" y="30634"/>
                  </a:lnTo>
                  <a:lnTo>
                    <a:pt x="34690" y="30433"/>
                  </a:lnTo>
                  <a:lnTo>
                    <a:pt x="34186" y="30231"/>
                  </a:lnTo>
                  <a:lnTo>
                    <a:pt x="33681" y="30009"/>
                  </a:lnTo>
                  <a:lnTo>
                    <a:pt x="33177" y="29767"/>
                  </a:lnTo>
                  <a:lnTo>
                    <a:pt x="32693" y="29524"/>
                  </a:lnTo>
                  <a:lnTo>
                    <a:pt x="32208" y="29262"/>
                  </a:lnTo>
                  <a:lnTo>
                    <a:pt x="31724" y="28980"/>
                  </a:lnTo>
                  <a:lnTo>
                    <a:pt x="31260" y="28697"/>
                  </a:lnTo>
                  <a:lnTo>
                    <a:pt x="30796" y="28394"/>
                  </a:lnTo>
                  <a:lnTo>
                    <a:pt x="30331" y="28071"/>
                  </a:lnTo>
                  <a:lnTo>
                    <a:pt x="29888" y="27749"/>
                  </a:lnTo>
                  <a:lnTo>
                    <a:pt x="29444" y="27406"/>
                  </a:lnTo>
                  <a:lnTo>
                    <a:pt x="28576" y="26719"/>
                  </a:lnTo>
                  <a:lnTo>
                    <a:pt x="27728" y="25993"/>
                  </a:lnTo>
                  <a:lnTo>
                    <a:pt x="26901" y="25226"/>
                  </a:lnTo>
                  <a:lnTo>
                    <a:pt x="26094" y="24419"/>
                  </a:lnTo>
                  <a:lnTo>
                    <a:pt x="25307" y="23612"/>
                  </a:lnTo>
                  <a:lnTo>
                    <a:pt x="24540" y="22784"/>
                  </a:lnTo>
                  <a:lnTo>
                    <a:pt x="23773" y="21937"/>
                  </a:lnTo>
                  <a:lnTo>
                    <a:pt x="23026" y="21069"/>
                  </a:lnTo>
                  <a:lnTo>
                    <a:pt x="21573" y="19334"/>
                  </a:lnTo>
                  <a:lnTo>
                    <a:pt x="21150" y="18809"/>
                  </a:lnTo>
                  <a:lnTo>
                    <a:pt x="19757" y="17134"/>
                  </a:lnTo>
                  <a:lnTo>
                    <a:pt x="18345" y="15479"/>
                  </a:lnTo>
                  <a:lnTo>
                    <a:pt x="17638" y="14652"/>
                  </a:lnTo>
                  <a:lnTo>
                    <a:pt x="16892" y="13845"/>
                  </a:lnTo>
                  <a:lnTo>
                    <a:pt x="16145" y="13058"/>
                  </a:lnTo>
                  <a:lnTo>
                    <a:pt x="15378" y="12291"/>
                  </a:lnTo>
                  <a:lnTo>
                    <a:pt x="14591" y="11544"/>
                  </a:lnTo>
                  <a:lnTo>
                    <a:pt x="13804" y="10838"/>
                  </a:lnTo>
                  <a:lnTo>
                    <a:pt x="12977" y="10131"/>
                  </a:lnTo>
                  <a:lnTo>
                    <a:pt x="12129" y="9486"/>
                  </a:lnTo>
                  <a:lnTo>
                    <a:pt x="11261" y="8880"/>
                  </a:lnTo>
                  <a:lnTo>
                    <a:pt x="10797" y="8578"/>
                  </a:lnTo>
                  <a:lnTo>
                    <a:pt x="10353" y="8295"/>
                  </a:lnTo>
                  <a:lnTo>
                    <a:pt x="9889" y="8012"/>
                  </a:lnTo>
                  <a:lnTo>
                    <a:pt x="9425" y="7770"/>
                  </a:lnTo>
                  <a:lnTo>
                    <a:pt x="8941" y="7508"/>
                  </a:lnTo>
                  <a:lnTo>
                    <a:pt x="8456" y="7266"/>
                  </a:lnTo>
                  <a:lnTo>
                    <a:pt x="7911" y="7024"/>
                  </a:lnTo>
                  <a:lnTo>
                    <a:pt x="7346" y="6782"/>
                  </a:lnTo>
                  <a:lnTo>
                    <a:pt x="6781" y="6560"/>
                  </a:lnTo>
                  <a:lnTo>
                    <a:pt x="6196" y="6358"/>
                  </a:lnTo>
                  <a:lnTo>
                    <a:pt x="5066" y="5954"/>
                  </a:lnTo>
                  <a:lnTo>
                    <a:pt x="3916" y="5591"/>
                  </a:lnTo>
                  <a:lnTo>
                    <a:pt x="2342" y="5066"/>
                  </a:lnTo>
                  <a:lnTo>
                    <a:pt x="2079" y="4965"/>
                  </a:lnTo>
                  <a:lnTo>
                    <a:pt x="1716" y="4804"/>
                  </a:lnTo>
                  <a:lnTo>
                    <a:pt x="1313" y="4602"/>
                  </a:lnTo>
                  <a:lnTo>
                    <a:pt x="1111" y="4461"/>
                  </a:lnTo>
                  <a:lnTo>
                    <a:pt x="909" y="4340"/>
                  </a:lnTo>
                  <a:lnTo>
                    <a:pt x="727" y="4178"/>
                  </a:lnTo>
                  <a:lnTo>
                    <a:pt x="546" y="4017"/>
                  </a:lnTo>
                  <a:lnTo>
                    <a:pt x="384" y="3835"/>
                  </a:lnTo>
                  <a:lnTo>
                    <a:pt x="263" y="3633"/>
                  </a:lnTo>
                  <a:lnTo>
                    <a:pt x="162" y="3432"/>
                  </a:lnTo>
                  <a:lnTo>
                    <a:pt x="102" y="3210"/>
                  </a:lnTo>
                  <a:lnTo>
                    <a:pt x="82" y="2967"/>
                  </a:lnTo>
                  <a:lnTo>
                    <a:pt x="102" y="2725"/>
                  </a:lnTo>
                  <a:lnTo>
                    <a:pt x="162" y="2544"/>
                  </a:lnTo>
                  <a:lnTo>
                    <a:pt x="223" y="2382"/>
                  </a:lnTo>
                  <a:lnTo>
                    <a:pt x="324" y="2221"/>
                  </a:lnTo>
                  <a:lnTo>
                    <a:pt x="425" y="2080"/>
                  </a:lnTo>
                  <a:lnTo>
                    <a:pt x="526" y="1938"/>
                  </a:lnTo>
                  <a:lnTo>
                    <a:pt x="647" y="1837"/>
                  </a:lnTo>
                  <a:lnTo>
                    <a:pt x="889" y="1636"/>
                  </a:lnTo>
                  <a:lnTo>
                    <a:pt x="1070" y="1494"/>
                  </a:lnTo>
                  <a:lnTo>
                    <a:pt x="1272" y="1393"/>
                  </a:lnTo>
                  <a:lnTo>
                    <a:pt x="1474" y="1293"/>
                  </a:lnTo>
                  <a:lnTo>
                    <a:pt x="1676" y="1192"/>
                  </a:lnTo>
                  <a:lnTo>
                    <a:pt x="2100" y="1030"/>
                  </a:lnTo>
                  <a:lnTo>
                    <a:pt x="2523" y="909"/>
                  </a:lnTo>
                  <a:lnTo>
                    <a:pt x="2967" y="808"/>
                  </a:lnTo>
                  <a:lnTo>
                    <a:pt x="3411" y="727"/>
                  </a:lnTo>
                  <a:lnTo>
                    <a:pt x="3855" y="667"/>
                  </a:lnTo>
                  <a:lnTo>
                    <a:pt x="4279" y="627"/>
                  </a:lnTo>
                  <a:lnTo>
                    <a:pt x="5349" y="526"/>
                  </a:lnTo>
                  <a:lnTo>
                    <a:pt x="6438" y="465"/>
                  </a:lnTo>
                  <a:lnTo>
                    <a:pt x="7528" y="405"/>
                  </a:lnTo>
                  <a:lnTo>
                    <a:pt x="8598" y="364"/>
                  </a:lnTo>
                  <a:lnTo>
                    <a:pt x="10757" y="304"/>
                  </a:lnTo>
                  <a:lnTo>
                    <a:pt x="12896" y="284"/>
                  </a:lnTo>
                  <a:lnTo>
                    <a:pt x="32471" y="82"/>
                  </a:lnTo>
                  <a:close/>
                  <a:moveTo>
                    <a:pt x="32471" y="1"/>
                  </a:moveTo>
                  <a:lnTo>
                    <a:pt x="12896" y="203"/>
                  </a:lnTo>
                  <a:lnTo>
                    <a:pt x="10757" y="223"/>
                  </a:lnTo>
                  <a:lnTo>
                    <a:pt x="8598" y="284"/>
                  </a:lnTo>
                  <a:lnTo>
                    <a:pt x="7508" y="324"/>
                  </a:lnTo>
                  <a:lnTo>
                    <a:pt x="6438" y="384"/>
                  </a:lnTo>
                  <a:lnTo>
                    <a:pt x="5349" y="445"/>
                  </a:lnTo>
                  <a:lnTo>
                    <a:pt x="4279" y="546"/>
                  </a:lnTo>
                  <a:lnTo>
                    <a:pt x="3835" y="586"/>
                  </a:lnTo>
                  <a:lnTo>
                    <a:pt x="3391" y="647"/>
                  </a:lnTo>
                  <a:lnTo>
                    <a:pt x="2947" y="727"/>
                  </a:lnTo>
                  <a:lnTo>
                    <a:pt x="2503" y="828"/>
                  </a:lnTo>
                  <a:lnTo>
                    <a:pt x="2059" y="949"/>
                  </a:lnTo>
                  <a:lnTo>
                    <a:pt x="1635" y="1111"/>
                  </a:lnTo>
                  <a:lnTo>
                    <a:pt x="1434" y="1212"/>
                  </a:lnTo>
                  <a:lnTo>
                    <a:pt x="1232" y="1313"/>
                  </a:lnTo>
                  <a:lnTo>
                    <a:pt x="1030" y="1434"/>
                  </a:lnTo>
                  <a:lnTo>
                    <a:pt x="848" y="1575"/>
                  </a:lnTo>
                  <a:lnTo>
                    <a:pt x="586" y="1777"/>
                  </a:lnTo>
                  <a:lnTo>
                    <a:pt x="465" y="1898"/>
                  </a:lnTo>
                  <a:lnTo>
                    <a:pt x="344" y="2039"/>
                  </a:lnTo>
                  <a:lnTo>
                    <a:pt x="243" y="2180"/>
                  </a:lnTo>
                  <a:lnTo>
                    <a:pt x="142" y="2342"/>
                  </a:lnTo>
                  <a:lnTo>
                    <a:pt x="82" y="2524"/>
                  </a:lnTo>
                  <a:lnTo>
                    <a:pt x="21" y="2705"/>
                  </a:lnTo>
                  <a:lnTo>
                    <a:pt x="1" y="2846"/>
                  </a:lnTo>
                  <a:lnTo>
                    <a:pt x="1" y="2967"/>
                  </a:lnTo>
                  <a:lnTo>
                    <a:pt x="21" y="3210"/>
                  </a:lnTo>
                  <a:lnTo>
                    <a:pt x="82" y="3452"/>
                  </a:lnTo>
                  <a:lnTo>
                    <a:pt x="183" y="3674"/>
                  </a:lnTo>
                  <a:lnTo>
                    <a:pt x="324" y="3876"/>
                  </a:lnTo>
                  <a:lnTo>
                    <a:pt x="465" y="4057"/>
                  </a:lnTo>
                  <a:lnTo>
                    <a:pt x="647" y="4219"/>
                  </a:lnTo>
                  <a:lnTo>
                    <a:pt x="848" y="4380"/>
                  </a:lnTo>
                  <a:lnTo>
                    <a:pt x="1050" y="4521"/>
                  </a:lnTo>
                  <a:lnTo>
                    <a:pt x="1252" y="4663"/>
                  </a:lnTo>
                  <a:lnTo>
                    <a:pt x="1676" y="4864"/>
                  </a:lnTo>
                  <a:lnTo>
                    <a:pt x="2039" y="5026"/>
                  </a:lnTo>
                  <a:lnTo>
                    <a:pt x="2322" y="5147"/>
                  </a:lnTo>
                  <a:lnTo>
                    <a:pt x="3896" y="5651"/>
                  </a:lnTo>
                  <a:lnTo>
                    <a:pt x="5026" y="6035"/>
                  </a:lnTo>
                  <a:lnTo>
                    <a:pt x="6176" y="6438"/>
                  </a:lnTo>
                  <a:lnTo>
                    <a:pt x="6741" y="6640"/>
                  </a:lnTo>
                  <a:lnTo>
                    <a:pt x="7306" y="6862"/>
                  </a:lnTo>
                  <a:lnTo>
                    <a:pt x="7871" y="7104"/>
                  </a:lnTo>
                  <a:lnTo>
                    <a:pt x="8416" y="7347"/>
                  </a:lnTo>
                  <a:lnTo>
                    <a:pt x="8900" y="7589"/>
                  </a:lnTo>
                  <a:lnTo>
                    <a:pt x="9385" y="7831"/>
                  </a:lnTo>
                  <a:lnTo>
                    <a:pt x="9849" y="8093"/>
                  </a:lnTo>
                  <a:lnTo>
                    <a:pt x="10313" y="8356"/>
                  </a:lnTo>
                  <a:lnTo>
                    <a:pt x="10757" y="8638"/>
                  </a:lnTo>
                  <a:lnTo>
                    <a:pt x="11201" y="8941"/>
                  </a:lnTo>
                  <a:lnTo>
                    <a:pt x="12089" y="9546"/>
                  </a:lnTo>
                  <a:lnTo>
                    <a:pt x="12936" y="10212"/>
                  </a:lnTo>
                  <a:lnTo>
                    <a:pt x="13743" y="10898"/>
                  </a:lnTo>
                  <a:lnTo>
                    <a:pt x="14551" y="11605"/>
                  </a:lnTo>
                  <a:lnTo>
                    <a:pt x="15338" y="12351"/>
                  </a:lnTo>
                  <a:lnTo>
                    <a:pt x="16084" y="13118"/>
                  </a:lnTo>
                  <a:lnTo>
                    <a:pt x="16831" y="13905"/>
                  </a:lnTo>
                  <a:lnTo>
                    <a:pt x="17578" y="14712"/>
                  </a:lnTo>
                  <a:lnTo>
                    <a:pt x="18284" y="15519"/>
                  </a:lnTo>
                  <a:lnTo>
                    <a:pt x="19697" y="17194"/>
                  </a:lnTo>
                  <a:lnTo>
                    <a:pt x="21089" y="18869"/>
                  </a:lnTo>
                  <a:lnTo>
                    <a:pt x="21513" y="19394"/>
                  </a:lnTo>
                  <a:lnTo>
                    <a:pt x="22986" y="21130"/>
                  </a:lnTo>
                  <a:lnTo>
                    <a:pt x="23712" y="21977"/>
                  </a:lnTo>
                  <a:lnTo>
                    <a:pt x="24479" y="22845"/>
                  </a:lnTo>
                  <a:lnTo>
                    <a:pt x="25246" y="23672"/>
                  </a:lnTo>
                  <a:lnTo>
                    <a:pt x="26053" y="24500"/>
                  </a:lnTo>
                  <a:lnTo>
                    <a:pt x="26861" y="25287"/>
                  </a:lnTo>
                  <a:lnTo>
                    <a:pt x="27688" y="26053"/>
                  </a:lnTo>
                  <a:lnTo>
                    <a:pt x="28535" y="26780"/>
                  </a:lnTo>
                  <a:lnTo>
                    <a:pt x="29403" y="27486"/>
                  </a:lnTo>
                  <a:lnTo>
                    <a:pt x="29847" y="27809"/>
                  </a:lnTo>
                  <a:lnTo>
                    <a:pt x="30291" y="28152"/>
                  </a:lnTo>
                  <a:lnTo>
                    <a:pt x="30755" y="28455"/>
                  </a:lnTo>
                  <a:lnTo>
                    <a:pt x="31219" y="28758"/>
                  </a:lnTo>
                  <a:lnTo>
                    <a:pt x="31684" y="29040"/>
                  </a:lnTo>
                  <a:lnTo>
                    <a:pt x="32168" y="29323"/>
                  </a:lnTo>
                  <a:lnTo>
                    <a:pt x="32652" y="29585"/>
                  </a:lnTo>
                  <a:lnTo>
                    <a:pt x="33137" y="29847"/>
                  </a:lnTo>
                  <a:lnTo>
                    <a:pt x="33641" y="30090"/>
                  </a:lnTo>
                  <a:lnTo>
                    <a:pt x="34146" y="30311"/>
                  </a:lnTo>
                  <a:lnTo>
                    <a:pt x="34670" y="30513"/>
                  </a:lnTo>
                  <a:lnTo>
                    <a:pt x="35195" y="30715"/>
                  </a:lnTo>
                  <a:lnTo>
                    <a:pt x="35659" y="30856"/>
                  </a:lnTo>
                  <a:lnTo>
                    <a:pt x="36164" y="30998"/>
                  </a:lnTo>
                  <a:lnTo>
                    <a:pt x="36426" y="31058"/>
                  </a:lnTo>
                  <a:lnTo>
                    <a:pt x="36688" y="31099"/>
                  </a:lnTo>
                  <a:lnTo>
                    <a:pt x="36971" y="31119"/>
                  </a:lnTo>
                  <a:lnTo>
                    <a:pt x="37475" y="31119"/>
                  </a:lnTo>
                  <a:lnTo>
                    <a:pt x="37697" y="31099"/>
                  </a:lnTo>
                  <a:lnTo>
                    <a:pt x="37939" y="31058"/>
                  </a:lnTo>
                  <a:lnTo>
                    <a:pt x="38161" y="30998"/>
                  </a:lnTo>
                  <a:lnTo>
                    <a:pt x="38363" y="30917"/>
                  </a:lnTo>
                  <a:lnTo>
                    <a:pt x="38565" y="30836"/>
                  </a:lnTo>
                  <a:lnTo>
                    <a:pt x="38747" y="30755"/>
                  </a:lnTo>
                  <a:lnTo>
                    <a:pt x="38908" y="30655"/>
                  </a:lnTo>
                  <a:lnTo>
                    <a:pt x="39069" y="30533"/>
                  </a:lnTo>
                  <a:lnTo>
                    <a:pt x="39231" y="30412"/>
                  </a:lnTo>
                  <a:lnTo>
                    <a:pt x="39372" y="30271"/>
                  </a:lnTo>
                  <a:lnTo>
                    <a:pt x="39513" y="30130"/>
                  </a:lnTo>
                  <a:lnTo>
                    <a:pt x="39756" y="29827"/>
                  </a:lnTo>
                  <a:lnTo>
                    <a:pt x="39978" y="29484"/>
                  </a:lnTo>
                  <a:lnTo>
                    <a:pt x="40179" y="29121"/>
                  </a:lnTo>
                  <a:lnTo>
                    <a:pt x="40341" y="28758"/>
                  </a:lnTo>
                  <a:lnTo>
                    <a:pt x="40462" y="28374"/>
                  </a:lnTo>
                  <a:lnTo>
                    <a:pt x="40583" y="27971"/>
                  </a:lnTo>
                  <a:lnTo>
                    <a:pt x="40684" y="27587"/>
                  </a:lnTo>
                  <a:lnTo>
                    <a:pt x="40765" y="27184"/>
                  </a:lnTo>
                  <a:lnTo>
                    <a:pt x="40805" y="26820"/>
                  </a:lnTo>
                  <a:lnTo>
                    <a:pt x="40865" y="26437"/>
                  </a:lnTo>
                  <a:lnTo>
                    <a:pt x="40906" y="25771"/>
                  </a:lnTo>
                  <a:lnTo>
                    <a:pt x="40946" y="24944"/>
                  </a:lnTo>
                  <a:lnTo>
                    <a:pt x="40946" y="24116"/>
                  </a:lnTo>
                  <a:lnTo>
                    <a:pt x="40926" y="23269"/>
                  </a:lnTo>
                  <a:lnTo>
                    <a:pt x="40906" y="22441"/>
                  </a:lnTo>
                  <a:lnTo>
                    <a:pt x="40845" y="21594"/>
                  </a:lnTo>
                  <a:lnTo>
                    <a:pt x="40785" y="20766"/>
                  </a:lnTo>
                  <a:lnTo>
                    <a:pt x="40684" y="19939"/>
                  </a:lnTo>
                  <a:lnTo>
                    <a:pt x="40583" y="19091"/>
                  </a:lnTo>
                  <a:lnTo>
                    <a:pt x="40442" y="18264"/>
                  </a:lnTo>
                  <a:lnTo>
                    <a:pt x="40300" y="17437"/>
                  </a:lnTo>
                  <a:lnTo>
                    <a:pt x="40119" y="16609"/>
                  </a:lnTo>
                  <a:lnTo>
                    <a:pt x="39937" y="15782"/>
                  </a:lnTo>
                  <a:lnTo>
                    <a:pt x="39715" y="14975"/>
                  </a:lnTo>
                  <a:lnTo>
                    <a:pt x="39493" y="14147"/>
                  </a:lnTo>
                  <a:lnTo>
                    <a:pt x="39251" y="13360"/>
                  </a:lnTo>
                  <a:lnTo>
                    <a:pt x="38989" y="12553"/>
                  </a:lnTo>
                  <a:lnTo>
                    <a:pt x="38686" y="11746"/>
                  </a:lnTo>
                  <a:lnTo>
                    <a:pt x="38383" y="10959"/>
                  </a:lnTo>
                  <a:lnTo>
                    <a:pt x="38060" y="10172"/>
                  </a:lnTo>
                  <a:lnTo>
                    <a:pt x="37717" y="9405"/>
                  </a:lnTo>
                  <a:lnTo>
                    <a:pt x="37354" y="8638"/>
                  </a:lnTo>
                  <a:lnTo>
                    <a:pt x="36971" y="7871"/>
                  </a:lnTo>
                  <a:lnTo>
                    <a:pt x="36567" y="7125"/>
                  </a:lnTo>
                  <a:lnTo>
                    <a:pt x="36143" y="6398"/>
                  </a:lnTo>
                  <a:lnTo>
                    <a:pt x="35841" y="5873"/>
                  </a:lnTo>
                  <a:lnTo>
                    <a:pt x="35578" y="5470"/>
                  </a:lnTo>
                  <a:lnTo>
                    <a:pt x="35336" y="5046"/>
                  </a:lnTo>
                  <a:lnTo>
                    <a:pt x="35255" y="4844"/>
                  </a:lnTo>
                  <a:lnTo>
                    <a:pt x="35175" y="4622"/>
                  </a:lnTo>
                  <a:lnTo>
                    <a:pt x="35094" y="4380"/>
                  </a:lnTo>
                  <a:lnTo>
                    <a:pt x="35054" y="4158"/>
                  </a:lnTo>
                  <a:lnTo>
                    <a:pt x="35054" y="3997"/>
                  </a:lnTo>
                  <a:lnTo>
                    <a:pt x="35054" y="3835"/>
                  </a:lnTo>
                  <a:lnTo>
                    <a:pt x="35074" y="3492"/>
                  </a:lnTo>
                  <a:lnTo>
                    <a:pt x="35155" y="3169"/>
                  </a:lnTo>
                  <a:lnTo>
                    <a:pt x="35235" y="2846"/>
                  </a:lnTo>
                  <a:lnTo>
                    <a:pt x="35316" y="2463"/>
                  </a:lnTo>
                  <a:lnTo>
                    <a:pt x="35397" y="2059"/>
                  </a:lnTo>
                  <a:lnTo>
                    <a:pt x="35417" y="1858"/>
                  </a:lnTo>
                  <a:lnTo>
                    <a:pt x="35397" y="1656"/>
                  </a:lnTo>
                  <a:lnTo>
                    <a:pt x="35376" y="1454"/>
                  </a:lnTo>
                  <a:lnTo>
                    <a:pt x="35336" y="1252"/>
                  </a:lnTo>
                  <a:lnTo>
                    <a:pt x="35276" y="1091"/>
                  </a:lnTo>
                  <a:lnTo>
                    <a:pt x="35195" y="949"/>
                  </a:lnTo>
                  <a:lnTo>
                    <a:pt x="35094" y="808"/>
                  </a:lnTo>
                  <a:lnTo>
                    <a:pt x="34993" y="687"/>
                  </a:lnTo>
                  <a:lnTo>
                    <a:pt x="34872" y="586"/>
                  </a:lnTo>
                  <a:lnTo>
                    <a:pt x="34731" y="485"/>
                  </a:lnTo>
                  <a:lnTo>
                    <a:pt x="34569" y="384"/>
                  </a:lnTo>
                  <a:lnTo>
                    <a:pt x="34408" y="304"/>
                  </a:lnTo>
                  <a:lnTo>
                    <a:pt x="34226" y="223"/>
                  </a:lnTo>
                  <a:lnTo>
                    <a:pt x="34024" y="162"/>
                  </a:lnTo>
                  <a:lnTo>
                    <a:pt x="33802" y="122"/>
                  </a:lnTo>
                  <a:lnTo>
                    <a:pt x="33560" y="82"/>
                  </a:lnTo>
                  <a:lnTo>
                    <a:pt x="33056" y="21"/>
                  </a:lnTo>
                  <a:lnTo>
                    <a:pt x="32471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" name="Google Shape;21;p2"/>
            <p:cNvSpPr/>
            <p:nvPr/>
          </p:nvSpPr>
          <p:spPr>
            <a:xfrm flipH="1">
              <a:off x="2060921" y="-3413869"/>
              <a:ext cx="1001862" cy="1525380"/>
            </a:xfrm>
            <a:custGeom>
              <a:rect b="b" l="l" r="r" t="t"/>
              <a:pathLst>
                <a:path extrusionOk="0" h="27284" w="17920">
                  <a:moveTo>
                    <a:pt x="9041" y="81"/>
                  </a:moveTo>
                  <a:lnTo>
                    <a:pt x="9464" y="101"/>
                  </a:lnTo>
                  <a:lnTo>
                    <a:pt x="9888" y="141"/>
                  </a:lnTo>
                  <a:lnTo>
                    <a:pt x="10312" y="222"/>
                  </a:lnTo>
                  <a:lnTo>
                    <a:pt x="10716" y="323"/>
                  </a:lnTo>
                  <a:lnTo>
                    <a:pt x="11139" y="444"/>
                  </a:lnTo>
                  <a:lnTo>
                    <a:pt x="11543" y="605"/>
                  </a:lnTo>
                  <a:lnTo>
                    <a:pt x="11947" y="767"/>
                  </a:lnTo>
                  <a:lnTo>
                    <a:pt x="12350" y="969"/>
                  </a:lnTo>
                  <a:lnTo>
                    <a:pt x="12734" y="1191"/>
                  </a:lnTo>
                  <a:lnTo>
                    <a:pt x="13117" y="1433"/>
                  </a:lnTo>
                  <a:lnTo>
                    <a:pt x="13480" y="1715"/>
                  </a:lnTo>
                  <a:lnTo>
                    <a:pt x="13844" y="1998"/>
                  </a:lnTo>
                  <a:lnTo>
                    <a:pt x="14187" y="2301"/>
                  </a:lnTo>
                  <a:lnTo>
                    <a:pt x="14530" y="2644"/>
                  </a:lnTo>
                  <a:lnTo>
                    <a:pt x="14832" y="2987"/>
                  </a:lnTo>
                  <a:lnTo>
                    <a:pt x="15155" y="3350"/>
                  </a:lnTo>
                  <a:lnTo>
                    <a:pt x="15397" y="3673"/>
                  </a:lnTo>
                  <a:lnTo>
                    <a:pt x="15619" y="4016"/>
                  </a:lnTo>
                  <a:lnTo>
                    <a:pt x="15841" y="4359"/>
                  </a:lnTo>
                  <a:lnTo>
                    <a:pt x="16063" y="4722"/>
                  </a:lnTo>
                  <a:lnTo>
                    <a:pt x="16265" y="5106"/>
                  </a:lnTo>
                  <a:lnTo>
                    <a:pt x="16447" y="5489"/>
                  </a:lnTo>
                  <a:lnTo>
                    <a:pt x="16628" y="5893"/>
                  </a:lnTo>
                  <a:lnTo>
                    <a:pt x="16790" y="6296"/>
                  </a:lnTo>
                  <a:lnTo>
                    <a:pt x="16931" y="6720"/>
                  </a:lnTo>
                  <a:lnTo>
                    <a:pt x="17072" y="7144"/>
                  </a:lnTo>
                  <a:lnTo>
                    <a:pt x="17214" y="7588"/>
                  </a:lnTo>
                  <a:lnTo>
                    <a:pt x="17315" y="8052"/>
                  </a:lnTo>
                  <a:lnTo>
                    <a:pt x="17436" y="8516"/>
                  </a:lnTo>
                  <a:lnTo>
                    <a:pt x="17516" y="8980"/>
                  </a:lnTo>
                  <a:lnTo>
                    <a:pt x="17597" y="9485"/>
                  </a:lnTo>
                  <a:lnTo>
                    <a:pt x="17678" y="9969"/>
                  </a:lnTo>
                  <a:lnTo>
                    <a:pt x="17738" y="10514"/>
                  </a:lnTo>
                  <a:lnTo>
                    <a:pt x="17779" y="11079"/>
                  </a:lnTo>
                  <a:lnTo>
                    <a:pt x="17819" y="11624"/>
                  </a:lnTo>
                  <a:lnTo>
                    <a:pt x="17839" y="12189"/>
                  </a:lnTo>
                  <a:lnTo>
                    <a:pt x="17839" y="12774"/>
                  </a:lnTo>
                  <a:lnTo>
                    <a:pt x="17819" y="13339"/>
                  </a:lnTo>
                  <a:lnTo>
                    <a:pt x="17799" y="13924"/>
                  </a:lnTo>
                  <a:lnTo>
                    <a:pt x="17758" y="14510"/>
                  </a:lnTo>
                  <a:lnTo>
                    <a:pt x="17718" y="15115"/>
                  </a:lnTo>
                  <a:lnTo>
                    <a:pt x="17637" y="15720"/>
                  </a:lnTo>
                  <a:lnTo>
                    <a:pt x="17557" y="16326"/>
                  </a:lnTo>
                  <a:lnTo>
                    <a:pt x="17456" y="16951"/>
                  </a:lnTo>
                  <a:lnTo>
                    <a:pt x="17355" y="17577"/>
                  </a:lnTo>
                  <a:lnTo>
                    <a:pt x="17234" y="18202"/>
                  </a:lnTo>
                  <a:lnTo>
                    <a:pt x="17093" y="18848"/>
                  </a:lnTo>
                  <a:lnTo>
                    <a:pt x="16931" y="19514"/>
                  </a:lnTo>
                  <a:lnTo>
                    <a:pt x="16709" y="20362"/>
                  </a:lnTo>
                  <a:lnTo>
                    <a:pt x="16447" y="21230"/>
                  </a:lnTo>
                  <a:lnTo>
                    <a:pt x="16285" y="21673"/>
                  </a:lnTo>
                  <a:lnTo>
                    <a:pt x="16124" y="22117"/>
                  </a:lnTo>
                  <a:lnTo>
                    <a:pt x="15942" y="22561"/>
                  </a:lnTo>
                  <a:lnTo>
                    <a:pt x="15740" y="23005"/>
                  </a:lnTo>
                  <a:lnTo>
                    <a:pt x="15518" y="23429"/>
                  </a:lnTo>
                  <a:lnTo>
                    <a:pt x="15276" y="23873"/>
                  </a:lnTo>
                  <a:lnTo>
                    <a:pt x="15014" y="24277"/>
                  </a:lnTo>
                  <a:lnTo>
                    <a:pt x="14731" y="24680"/>
                  </a:lnTo>
                  <a:lnTo>
                    <a:pt x="14429" y="25064"/>
                  </a:lnTo>
                  <a:lnTo>
                    <a:pt x="14106" y="25427"/>
                  </a:lnTo>
                  <a:lnTo>
                    <a:pt x="13743" y="25770"/>
                  </a:lnTo>
                  <a:lnTo>
                    <a:pt x="13359" y="26093"/>
                  </a:lnTo>
                  <a:lnTo>
                    <a:pt x="13077" y="26295"/>
                  </a:lnTo>
                  <a:lnTo>
                    <a:pt x="12774" y="26476"/>
                  </a:lnTo>
                  <a:lnTo>
                    <a:pt x="12491" y="26658"/>
                  </a:lnTo>
                  <a:lnTo>
                    <a:pt x="12209" y="26799"/>
                  </a:lnTo>
                  <a:lnTo>
                    <a:pt x="11906" y="26920"/>
                  </a:lnTo>
                  <a:lnTo>
                    <a:pt x="11624" y="27021"/>
                  </a:lnTo>
                  <a:lnTo>
                    <a:pt x="11321" y="27102"/>
                  </a:lnTo>
                  <a:lnTo>
                    <a:pt x="11018" y="27162"/>
                  </a:lnTo>
                  <a:lnTo>
                    <a:pt x="10716" y="27203"/>
                  </a:lnTo>
                  <a:lnTo>
                    <a:pt x="10110" y="27203"/>
                  </a:lnTo>
                  <a:lnTo>
                    <a:pt x="9808" y="27183"/>
                  </a:lnTo>
                  <a:lnTo>
                    <a:pt x="9485" y="27142"/>
                  </a:lnTo>
                  <a:lnTo>
                    <a:pt x="9182" y="27062"/>
                  </a:lnTo>
                  <a:lnTo>
                    <a:pt x="8859" y="26981"/>
                  </a:lnTo>
                  <a:lnTo>
                    <a:pt x="8556" y="26860"/>
                  </a:lnTo>
                  <a:lnTo>
                    <a:pt x="8234" y="26739"/>
                  </a:lnTo>
                  <a:lnTo>
                    <a:pt x="7931" y="26577"/>
                  </a:lnTo>
                  <a:lnTo>
                    <a:pt x="7628" y="26416"/>
                  </a:lnTo>
                  <a:lnTo>
                    <a:pt x="7346" y="26234"/>
                  </a:lnTo>
                  <a:lnTo>
                    <a:pt x="7063" y="26053"/>
                  </a:lnTo>
                  <a:lnTo>
                    <a:pt x="6781" y="25851"/>
                  </a:lnTo>
                  <a:lnTo>
                    <a:pt x="6256" y="25427"/>
                  </a:lnTo>
                  <a:lnTo>
                    <a:pt x="5772" y="24983"/>
                  </a:lnTo>
                  <a:lnTo>
                    <a:pt x="5328" y="24539"/>
                  </a:lnTo>
                  <a:lnTo>
                    <a:pt x="4944" y="24095"/>
                  </a:lnTo>
                  <a:lnTo>
                    <a:pt x="4581" y="23671"/>
                  </a:lnTo>
                  <a:lnTo>
                    <a:pt x="4238" y="23227"/>
                  </a:lnTo>
                  <a:lnTo>
                    <a:pt x="3895" y="22763"/>
                  </a:lnTo>
                  <a:lnTo>
                    <a:pt x="3572" y="22279"/>
                  </a:lnTo>
                  <a:lnTo>
                    <a:pt x="3249" y="21815"/>
                  </a:lnTo>
                  <a:lnTo>
                    <a:pt x="2967" y="21330"/>
                  </a:lnTo>
                  <a:lnTo>
                    <a:pt x="2664" y="20826"/>
                  </a:lnTo>
                  <a:lnTo>
                    <a:pt x="2401" y="20342"/>
                  </a:lnTo>
                  <a:lnTo>
                    <a:pt x="2139" y="19837"/>
                  </a:lnTo>
                  <a:lnTo>
                    <a:pt x="1897" y="19333"/>
                  </a:lnTo>
                  <a:lnTo>
                    <a:pt x="1675" y="18808"/>
                  </a:lnTo>
                  <a:lnTo>
                    <a:pt x="1453" y="18303"/>
                  </a:lnTo>
                  <a:lnTo>
                    <a:pt x="1251" y="17779"/>
                  </a:lnTo>
                  <a:lnTo>
                    <a:pt x="1070" y="17254"/>
                  </a:lnTo>
                  <a:lnTo>
                    <a:pt x="888" y="16729"/>
                  </a:lnTo>
                  <a:lnTo>
                    <a:pt x="727" y="16205"/>
                  </a:lnTo>
                  <a:lnTo>
                    <a:pt x="585" y="15680"/>
                  </a:lnTo>
                  <a:lnTo>
                    <a:pt x="464" y="15095"/>
                  </a:lnTo>
                  <a:lnTo>
                    <a:pt x="343" y="14530"/>
                  </a:lnTo>
                  <a:lnTo>
                    <a:pt x="262" y="13965"/>
                  </a:lnTo>
                  <a:lnTo>
                    <a:pt x="182" y="13400"/>
                  </a:lnTo>
                  <a:lnTo>
                    <a:pt x="121" y="12835"/>
                  </a:lnTo>
                  <a:lnTo>
                    <a:pt x="101" y="12270"/>
                  </a:lnTo>
                  <a:lnTo>
                    <a:pt x="81" y="11725"/>
                  </a:lnTo>
                  <a:lnTo>
                    <a:pt x="81" y="11160"/>
                  </a:lnTo>
                  <a:lnTo>
                    <a:pt x="101" y="10615"/>
                  </a:lnTo>
                  <a:lnTo>
                    <a:pt x="141" y="10070"/>
                  </a:lnTo>
                  <a:lnTo>
                    <a:pt x="202" y="9525"/>
                  </a:lnTo>
                  <a:lnTo>
                    <a:pt x="283" y="9000"/>
                  </a:lnTo>
                  <a:lnTo>
                    <a:pt x="383" y="8476"/>
                  </a:lnTo>
                  <a:lnTo>
                    <a:pt x="505" y="7951"/>
                  </a:lnTo>
                  <a:lnTo>
                    <a:pt x="646" y="7447"/>
                  </a:lnTo>
                  <a:lnTo>
                    <a:pt x="787" y="6942"/>
                  </a:lnTo>
                  <a:lnTo>
                    <a:pt x="1049" y="6236"/>
                  </a:lnTo>
                  <a:lnTo>
                    <a:pt x="1352" y="5570"/>
                  </a:lnTo>
                  <a:lnTo>
                    <a:pt x="1695" y="4924"/>
                  </a:lnTo>
                  <a:lnTo>
                    <a:pt x="2079" y="4298"/>
                  </a:lnTo>
                  <a:lnTo>
                    <a:pt x="2482" y="3693"/>
                  </a:lnTo>
                  <a:lnTo>
                    <a:pt x="2946" y="3128"/>
                  </a:lnTo>
                  <a:lnTo>
                    <a:pt x="3188" y="2866"/>
                  </a:lnTo>
                  <a:lnTo>
                    <a:pt x="3431" y="2603"/>
                  </a:lnTo>
                  <a:lnTo>
                    <a:pt x="3673" y="2361"/>
                  </a:lnTo>
                  <a:lnTo>
                    <a:pt x="3935" y="2119"/>
                  </a:lnTo>
                  <a:lnTo>
                    <a:pt x="4218" y="1877"/>
                  </a:lnTo>
                  <a:lnTo>
                    <a:pt x="4520" y="1655"/>
                  </a:lnTo>
                  <a:lnTo>
                    <a:pt x="4803" y="1433"/>
                  </a:lnTo>
                  <a:lnTo>
                    <a:pt x="5106" y="1231"/>
                  </a:lnTo>
                  <a:lnTo>
                    <a:pt x="5408" y="1049"/>
                  </a:lnTo>
                  <a:lnTo>
                    <a:pt x="5731" y="888"/>
                  </a:lnTo>
                  <a:lnTo>
                    <a:pt x="6034" y="727"/>
                  </a:lnTo>
                  <a:lnTo>
                    <a:pt x="6337" y="605"/>
                  </a:lnTo>
                  <a:lnTo>
                    <a:pt x="6659" y="484"/>
                  </a:lnTo>
                  <a:lnTo>
                    <a:pt x="6982" y="363"/>
                  </a:lnTo>
                  <a:lnTo>
                    <a:pt x="7305" y="283"/>
                  </a:lnTo>
                  <a:lnTo>
                    <a:pt x="7628" y="202"/>
                  </a:lnTo>
                  <a:lnTo>
                    <a:pt x="7951" y="162"/>
                  </a:lnTo>
                  <a:lnTo>
                    <a:pt x="8274" y="121"/>
                  </a:lnTo>
                  <a:lnTo>
                    <a:pt x="8597" y="81"/>
                  </a:lnTo>
                  <a:close/>
                  <a:moveTo>
                    <a:pt x="8698" y="0"/>
                  </a:moveTo>
                  <a:lnTo>
                    <a:pt x="8355" y="20"/>
                  </a:lnTo>
                  <a:lnTo>
                    <a:pt x="8032" y="61"/>
                  </a:lnTo>
                  <a:lnTo>
                    <a:pt x="7689" y="121"/>
                  </a:lnTo>
                  <a:lnTo>
                    <a:pt x="7366" y="182"/>
                  </a:lnTo>
                  <a:lnTo>
                    <a:pt x="7023" y="283"/>
                  </a:lnTo>
                  <a:lnTo>
                    <a:pt x="6700" y="383"/>
                  </a:lnTo>
                  <a:lnTo>
                    <a:pt x="6377" y="505"/>
                  </a:lnTo>
                  <a:lnTo>
                    <a:pt x="6054" y="646"/>
                  </a:lnTo>
                  <a:lnTo>
                    <a:pt x="5731" y="787"/>
                  </a:lnTo>
                  <a:lnTo>
                    <a:pt x="5408" y="969"/>
                  </a:lnTo>
                  <a:lnTo>
                    <a:pt x="5085" y="1150"/>
                  </a:lnTo>
                  <a:lnTo>
                    <a:pt x="4783" y="1352"/>
                  </a:lnTo>
                  <a:lnTo>
                    <a:pt x="4480" y="1574"/>
                  </a:lnTo>
                  <a:lnTo>
                    <a:pt x="4177" y="1816"/>
                  </a:lnTo>
                  <a:lnTo>
                    <a:pt x="3895" y="2058"/>
                  </a:lnTo>
                  <a:lnTo>
                    <a:pt x="3632" y="2301"/>
                  </a:lnTo>
                  <a:lnTo>
                    <a:pt x="3370" y="2543"/>
                  </a:lnTo>
                  <a:lnTo>
                    <a:pt x="3128" y="2805"/>
                  </a:lnTo>
                  <a:lnTo>
                    <a:pt x="2886" y="3088"/>
                  </a:lnTo>
                  <a:lnTo>
                    <a:pt x="2422" y="3653"/>
                  </a:lnTo>
                  <a:lnTo>
                    <a:pt x="1998" y="4258"/>
                  </a:lnTo>
                  <a:lnTo>
                    <a:pt x="1614" y="4884"/>
                  </a:lnTo>
                  <a:lnTo>
                    <a:pt x="1271" y="5529"/>
                  </a:lnTo>
                  <a:lnTo>
                    <a:pt x="969" y="6216"/>
                  </a:lnTo>
                  <a:lnTo>
                    <a:pt x="848" y="6559"/>
                  </a:lnTo>
                  <a:lnTo>
                    <a:pt x="727" y="6902"/>
                  </a:lnTo>
                  <a:lnTo>
                    <a:pt x="565" y="7406"/>
                  </a:lnTo>
                  <a:lnTo>
                    <a:pt x="424" y="7931"/>
                  </a:lnTo>
                  <a:lnTo>
                    <a:pt x="303" y="8456"/>
                  </a:lnTo>
                  <a:lnTo>
                    <a:pt x="202" y="8980"/>
                  </a:lnTo>
                  <a:lnTo>
                    <a:pt x="121" y="9525"/>
                  </a:lnTo>
                  <a:lnTo>
                    <a:pt x="61" y="10070"/>
                  </a:lnTo>
                  <a:lnTo>
                    <a:pt x="20" y="10615"/>
                  </a:lnTo>
                  <a:lnTo>
                    <a:pt x="0" y="11160"/>
                  </a:lnTo>
                  <a:lnTo>
                    <a:pt x="0" y="11725"/>
                  </a:lnTo>
                  <a:lnTo>
                    <a:pt x="20" y="12270"/>
                  </a:lnTo>
                  <a:lnTo>
                    <a:pt x="40" y="12835"/>
                  </a:lnTo>
                  <a:lnTo>
                    <a:pt x="101" y="13400"/>
                  </a:lnTo>
                  <a:lnTo>
                    <a:pt x="182" y="13965"/>
                  </a:lnTo>
                  <a:lnTo>
                    <a:pt x="262" y="14550"/>
                  </a:lnTo>
                  <a:lnTo>
                    <a:pt x="383" y="15115"/>
                  </a:lnTo>
                  <a:lnTo>
                    <a:pt x="525" y="15700"/>
                  </a:lnTo>
                  <a:lnTo>
                    <a:pt x="666" y="16225"/>
                  </a:lnTo>
                  <a:lnTo>
                    <a:pt x="807" y="16750"/>
                  </a:lnTo>
                  <a:lnTo>
                    <a:pt x="989" y="17274"/>
                  </a:lnTo>
                  <a:lnTo>
                    <a:pt x="1170" y="17799"/>
                  </a:lnTo>
                  <a:lnTo>
                    <a:pt x="1372" y="18324"/>
                  </a:lnTo>
                  <a:lnTo>
                    <a:pt x="1594" y="18848"/>
                  </a:lnTo>
                  <a:lnTo>
                    <a:pt x="1816" y="19353"/>
                  </a:lnTo>
                  <a:lnTo>
                    <a:pt x="2058" y="19877"/>
                  </a:lnTo>
                  <a:lnTo>
                    <a:pt x="2321" y="20382"/>
                  </a:lnTo>
                  <a:lnTo>
                    <a:pt x="2603" y="20866"/>
                  </a:lnTo>
                  <a:lnTo>
                    <a:pt x="2886" y="21371"/>
                  </a:lnTo>
                  <a:lnTo>
                    <a:pt x="3188" y="21855"/>
                  </a:lnTo>
                  <a:lnTo>
                    <a:pt x="3511" y="22339"/>
                  </a:lnTo>
                  <a:lnTo>
                    <a:pt x="3834" y="22804"/>
                  </a:lnTo>
                  <a:lnTo>
                    <a:pt x="4177" y="23268"/>
                  </a:lnTo>
                  <a:lnTo>
                    <a:pt x="4520" y="23732"/>
                  </a:lnTo>
                  <a:lnTo>
                    <a:pt x="4964" y="24236"/>
                  </a:lnTo>
                  <a:lnTo>
                    <a:pt x="5206" y="24519"/>
                  </a:lnTo>
                  <a:lnTo>
                    <a:pt x="5489" y="24822"/>
                  </a:lnTo>
                  <a:lnTo>
                    <a:pt x="5792" y="25104"/>
                  </a:lnTo>
                  <a:lnTo>
                    <a:pt x="6115" y="25407"/>
                  </a:lnTo>
                  <a:lnTo>
                    <a:pt x="6458" y="25689"/>
                  </a:lnTo>
                  <a:lnTo>
                    <a:pt x="6821" y="25972"/>
                  </a:lnTo>
                  <a:lnTo>
                    <a:pt x="7204" y="26254"/>
                  </a:lnTo>
                  <a:lnTo>
                    <a:pt x="7608" y="26497"/>
                  </a:lnTo>
                  <a:lnTo>
                    <a:pt x="8032" y="26718"/>
                  </a:lnTo>
                  <a:lnTo>
                    <a:pt x="8455" y="26900"/>
                  </a:lnTo>
                  <a:lnTo>
                    <a:pt x="8920" y="27062"/>
                  </a:lnTo>
                  <a:lnTo>
                    <a:pt x="9364" y="27183"/>
                  </a:lnTo>
                  <a:lnTo>
                    <a:pt x="9606" y="27223"/>
                  </a:lnTo>
                  <a:lnTo>
                    <a:pt x="9848" y="27263"/>
                  </a:lnTo>
                  <a:lnTo>
                    <a:pt x="10090" y="27284"/>
                  </a:lnTo>
                  <a:lnTo>
                    <a:pt x="10695" y="27284"/>
                  </a:lnTo>
                  <a:lnTo>
                    <a:pt x="11079" y="27223"/>
                  </a:lnTo>
                  <a:lnTo>
                    <a:pt x="11462" y="27142"/>
                  </a:lnTo>
                  <a:lnTo>
                    <a:pt x="11846" y="27021"/>
                  </a:lnTo>
                  <a:lnTo>
                    <a:pt x="12229" y="26880"/>
                  </a:lnTo>
                  <a:lnTo>
                    <a:pt x="12613" y="26678"/>
                  </a:lnTo>
                  <a:lnTo>
                    <a:pt x="12996" y="26436"/>
                  </a:lnTo>
                  <a:lnTo>
                    <a:pt x="13400" y="26153"/>
                  </a:lnTo>
                  <a:lnTo>
                    <a:pt x="13783" y="25831"/>
                  </a:lnTo>
                  <a:lnTo>
                    <a:pt x="14146" y="25488"/>
                  </a:lnTo>
                  <a:lnTo>
                    <a:pt x="14489" y="25124"/>
                  </a:lnTo>
                  <a:lnTo>
                    <a:pt x="14792" y="24721"/>
                  </a:lnTo>
                  <a:lnTo>
                    <a:pt x="15095" y="24317"/>
                  </a:lnTo>
                  <a:lnTo>
                    <a:pt x="15357" y="23913"/>
                  </a:lnTo>
                  <a:lnTo>
                    <a:pt x="15599" y="23490"/>
                  </a:lnTo>
                  <a:lnTo>
                    <a:pt x="15821" y="23046"/>
                  </a:lnTo>
                  <a:lnTo>
                    <a:pt x="16023" y="22602"/>
                  </a:lnTo>
                  <a:lnTo>
                    <a:pt x="16205" y="22158"/>
                  </a:lnTo>
                  <a:lnTo>
                    <a:pt x="16366" y="21714"/>
                  </a:lnTo>
                  <a:lnTo>
                    <a:pt x="16527" y="21270"/>
                  </a:lnTo>
                  <a:lnTo>
                    <a:pt x="16790" y="20382"/>
                  </a:lnTo>
                  <a:lnTo>
                    <a:pt x="17012" y="19534"/>
                  </a:lnTo>
                  <a:lnTo>
                    <a:pt x="17173" y="18868"/>
                  </a:lnTo>
                  <a:lnTo>
                    <a:pt x="17315" y="18223"/>
                  </a:lnTo>
                  <a:lnTo>
                    <a:pt x="17436" y="17597"/>
                  </a:lnTo>
                  <a:lnTo>
                    <a:pt x="17537" y="16951"/>
                  </a:lnTo>
                  <a:lnTo>
                    <a:pt x="17637" y="16346"/>
                  </a:lnTo>
                  <a:lnTo>
                    <a:pt x="17718" y="15720"/>
                  </a:lnTo>
                  <a:lnTo>
                    <a:pt x="17799" y="15115"/>
                  </a:lnTo>
                  <a:lnTo>
                    <a:pt x="17839" y="14530"/>
                  </a:lnTo>
                  <a:lnTo>
                    <a:pt x="17880" y="13924"/>
                  </a:lnTo>
                  <a:lnTo>
                    <a:pt x="17900" y="13339"/>
                  </a:lnTo>
                  <a:lnTo>
                    <a:pt x="17920" y="12774"/>
                  </a:lnTo>
                  <a:lnTo>
                    <a:pt x="17920" y="12189"/>
                  </a:lnTo>
                  <a:lnTo>
                    <a:pt x="17900" y="11624"/>
                  </a:lnTo>
                  <a:lnTo>
                    <a:pt x="17859" y="11059"/>
                  </a:lnTo>
                  <a:lnTo>
                    <a:pt x="17819" y="10514"/>
                  </a:lnTo>
                  <a:lnTo>
                    <a:pt x="17758" y="9969"/>
                  </a:lnTo>
                  <a:lnTo>
                    <a:pt x="17678" y="9465"/>
                  </a:lnTo>
                  <a:lnTo>
                    <a:pt x="17597" y="8980"/>
                  </a:lnTo>
                  <a:lnTo>
                    <a:pt x="17516" y="8496"/>
                  </a:lnTo>
                  <a:lnTo>
                    <a:pt x="17395" y="8032"/>
                  </a:lnTo>
                  <a:lnTo>
                    <a:pt x="17294" y="7568"/>
                  </a:lnTo>
                  <a:lnTo>
                    <a:pt x="17153" y="7124"/>
                  </a:lnTo>
                  <a:lnTo>
                    <a:pt x="17012" y="6700"/>
                  </a:lnTo>
                  <a:lnTo>
                    <a:pt x="16850" y="6276"/>
                  </a:lnTo>
                  <a:lnTo>
                    <a:pt x="16689" y="5852"/>
                  </a:lnTo>
                  <a:lnTo>
                    <a:pt x="16507" y="5449"/>
                  </a:lnTo>
                  <a:lnTo>
                    <a:pt x="16326" y="5065"/>
                  </a:lnTo>
                  <a:lnTo>
                    <a:pt x="16124" y="4682"/>
                  </a:lnTo>
                  <a:lnTo>
                    <a:pt x="15922" y="4319"/>
                  </a:lnTo>
                  <a:lnTo>
                    <a:pt x="15700" y="3976"/>
                  </a:lnTo>
                  <a:lnTo>
                    <a:pt x="15458" y="3632"/>
                  </a:lnTo>
                  <a:lnTo>
                    <a:pt x="15216" y="3310"/>
                  </a:lnTo>
                  <a:lnTo>
                    <a:pt x="14913" y="2926"/>
                  </a:lnTo>
                  <a:lnTo>
                    <a:pt x="14590" y="2583"/>
                  </a:lnTo>
                  <a:lnTo>
                    <a:pt x="14247" y="2240"/>
                  </a:lnTo>
                  <a:lnTo>
                    <a:pt x="13904" y="1937"/>
                  </a:lnTo>
                  <a:lnTo>
                    <a:pt x="13541" y="1635"/>
                  </a:lnTo>
                  <a:lnTo>
                    <a:pt x="13157" y="1372"/>
                  </a:lnTo>
                  <a:lnTo>
                    <a:pt x="12774" y="1130"/>
                  </a:lnTo>
                  <a:lnTo>
                    <a:pt x="12391" y="908"/>
                  </a:lnTo>
                  <a:lnTo>
                    <a:pt x="11987" y="706"/>
                  </a:lnTo>
                  <a:lnTo>
                    <a:pt x="11583" y="525"/>
                  </a:lnTo>
                  <a:lnTo>
                    <a:pt x="11160" y="363"/>
                  </a:lnTo>
                  <a:lnTo>
                    <a:pt x="10736" y="242"/>
                  </a:lnTo>
                  <a:lnTo>
                    <a:pt x="10312" y="141"/>
                  </a:lnTo>
                  <a:lnTo>
                    <a:pt x="9888" y="61"/>
                  </a:lnTo>
                  <a:lnTo>
                    <a:pt x="9464" y="20"/>
                  </a:lnTo>
                  <a:lnTo>
                    <a:pt x="9041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" name="Google Shape;22;p2"/>
            <p:cNvSpPr/>
            <p:nvPr/>
          </p:nvSpPr>
          <p:spPr>
            <a:xfrm flipH="1">
              <a:off x="497192" y="-5154682"/>
              <a:ext cx="2383952" cy="1642730"/>
            </a:xfrm>
            <a:custGeom>
              <a:rect b="b" l="l" r="r" t="t"/>
              <a:pathLst>
                <a:path extrusionOk="0" h="29383" w="42641">
                  <a:moveTo>
                    <a:pt x="9364" y="81"/>
                  </a:moveTo>
                  <a:lnTo>
                    <a:pt x="10796" y="141"/>
                  </a:lnTo>
                  <a:lnTo>
                    <a:pt x="12209" y="222"/>
                  </a:lnTo>
                  <a:lnTo>
                    <a:pt x="13642" y="363"/>
                  </a:lnTo>
                  <a:lnTo>
                    <a:pt x="15054" y="505"/>
                  </a:lnTo>
                  <a:lnTo>
                    <a:pt x="16467" y="706"/>
                  </a:lnTo>
                  <a:lnTo>
                    <a:pt x="17880" y="928"/>
                  </a:lnTo>
                  <a:lnTo>
                    <a:pt x="19292" y="1191"/>
                  </a:lnTo>
                  <a:lnTo>
                    <a:pt x="20685" y="1494"/>
                  </a:lnTo>
                  <a:lnTo>
                    <a:pt x="22077" y="1816"/>
                  </a:lnTo>
                  <a:lnTo>
                    <a:pt x="23469" y="2180"/>
                  </a:lnTo>
                  <a:lnTo>
                    <a:pt x="24842" y="2563"/>
                  </a:lnTo>
                  <a:lnTo>
                    <a:pt x="26194" y="2987"/>
                  </a:lnTo>
                  <a:lnTo>
                    <a:pt x="27546" y="3451"/>
                  </a:lnTo>
                  <a:lnTo>
                    <a:pt x="28878" y="3935"/>
                  </a:lnTo>
                  <a:lnTo>
                    <a:pt x="30210" y="4460"/>
                  </a:lnTo>
                  <a:lnTo>
                    <a:pt x="31340" y="4944"/>
                  </a:lnTo>
                  <a:lnTo>
                    <a:pt x="32409" y="5429"/>
                  </a:lnTo>
                  <a:lnTo>
                    <a:pt x="33418" y="5933"/>
                  </a:lnTo>
                  <a:lnTo>
                    <a:pt x="34346" y="6438"/>
                  </a:lnTo>
                  <a:lnTo>
                    <a:pt x="35234" y="6962"/>
                  </a:lnTo>
                  <a:lnTo>
                    <a:pt x="36062" y="7487"/>
                  </a:lnTo>
                  <a:lnTo>
                    <a:pt x="36829" y="8032"/>
                  </a:lnTo>
                  <a:lnTo>
                    <a:pt x="37555" y="8597"/>
                  </a:lnTo>
                  <a:lnTo>
                    <a:pt x="37979" y="8960"/>
                  </a:lnTo>
                  <a:lnTo>
                    <a:pt x="38403" y="9344"/>
                  </a:lnTo>
                  <a:lnTo>
                    <a:pt x="38806" y="9727"/>
                  </a:lnTo>
                  <a:lnTo>
                    <a:pt x="39190" y="10131"/>
                  </a:lnTo>
                  <a:lnTo>
                    <a:pt x="39573" y="10534"/>
                  </a:lnTo>
                  <a:lnTo>
                    <a:pt x="39916" y="10938"/>
                  </a:lnTo>
                  <a:lnTo>
                    <a:pt x="40239" y="11362"/>
                  </a:lnTo>
                  <a:lnTo>
                    <a:pt x="40562" y="11785"/>
                  </a:lnTo>
                  <a:lnTo>
                    <a:pt x="40844" y="12209"/>
                  </a:lnTo>
                  <a:lnTo>
                    <a:pt x="41127" y="12653"/>
                  </a:lnTo>
                  <a:lnTo>
                    <a:pt x="41369" y="13097"/>
                  </a:lnTo>
                  <a:lnTo>
                    <a:pt x="41611" y="13541"/>
                  </a:lnTo>
                  <a:lnTo>
                    <a:pt x="41813" y="14005"/>
                  </a:lnTo>
                  <a:lnTo>
                    <a:pt x="42015" y="14469"/>
                  </a:lnTo>
                  <a:lnTo>
                    <a:pt x="42176" y="14913"/>
                  </a:lnTo>
                  <a:lnTo>
                    <a:pt x="42338" y="15398"/>
                  </a:lnTo>
                  <a:lnTo>
                    <a:pt x="42459" y="15862"/>
                  </a:lnTo>
                  <a:lnTo>
                    <a:pt x="42499" y="16104"/>
                  </a:lnTo>
                  <a:lnTo>
                    <a:pt x="42540" y="16366"/>
                  </a:lnTo>
                  <a:lnTo>
                    <a:pt x="42560" y="16608"/>
                  </a:lnTo>
                  <a:lnTo>
                    <a:pt x="42560" y="16851"/>
                  </a:lnTo>
                  <a:lnTo>
                    <a:pt x="42540" y="17113"/>
                  </a:lnTo>
                  <a:lnTo>
                    <a:pt x="42519" y="17355"/>
                  </a:lnTo>
                  <a:lnTo>
                    <a:pt x="42479" y="17577"/>
                  </a:lnTo>
                  <a:lnTo>
                    <a:pt x="42418" y="17799"/>
                  </a:lnTo>
                  <a:lnTo>
                    <a:pt x="42338" y="18021"/>
                  </a:lnTo>
                  <a:lnTo>
                    <a:pt x="42217" y="18223"/>
                  </a:lnTo>
                  <a:lnTo>
                    <a:pt x="42096" y="18404"/>
                  </a:lnTo>
                  <a:lnTo>
                    <a:pt x="41954" y="18566"/>
                  </a:lnTo>
                  <a:lnTo>
                    <a:pt x="41773" y="18707"/>
                  </a:lnTo>
                  <a:lnTo>
                    <a:pt x="41571" y="18848"/>
                  </a:lnTo>
                  <a:lnTo>
                    <a:pt x="41409" y="18909"/>
                  </a:lnTo>
                  <a:lnTo>
                    <a:pt x="41228" y="18969"/>
                  </a:lnTo>
                  <a:lnTo>
                    <a:pt x="41046" y="19010"/>
                  </a:lnTo>
                  <a:lnTo>
                    <a:pt x="40865" y="19050"/>
                  </a:lnTo>
                  <a:lnTo>
                    <a:pt x="40461" y="19070"/>
                  </a:lnTo>
                  <a:lnTo>
                    <a:pt x="40057" y="19070"/>
                  </a:lnTo>
                  <a:lnTo>
                    <a:pt x="38948" y="19050"/>
                  </a:lnTo>
                  <a:lnTo>
                    <a:pt x="37838" y="19010"/>
                  </a:lnTo>
                  <a:lnTo>
                    <a:pt x="35618" y="18909"/>
                  </a:lnTo>
                  <a:lnTo>
                    <a:pt x="33398" y="18788"/>
                  </a:lnTo>
                  <a:lnTo>
                    <a:pt x="31198" y="18626"/>
                  </a:lnTo>
                  <a:lnTo>
                    <a:pt x="28918" y="18485"/>
                  </a:lnTo>
                  <a:lnTo>
                    <a:pt x="26597" y="18344"/>
                  </a:lnTo>
                  <a:lnTo>
                    <a:pt x="24277" y="18243"/>
                  </a:lnTo>
                  <a:lnTo>
                    <a:pt x="23126" y="18223"/>
                  </a:lnTo>
                  <a:lnTo>
                    <a:pt x="21956" y="18203"/>
                  </a:lnTo>
                  <a:lnTo>
                    <a:pt x="20806" y="18182"/>
                  </a:lnTo>
                  <a:lnTo>
                    <a:pt x="19635" y="18203"/>
                  </a:lnTo>
                  <a:lnTo>
                    <a:pt x="18465" y="18243"/>
                  </a:lnTo>
                  <a:lnTo>
                    <a:pt x="17315" y="18304"/>
                  </a:lnTo>
                  <a:lnTo>
                    <a:pt x="16164" y="18384"/>
                  </a:lnTo>
                  <a:lnTo>
                    <a:pt x="14994" y="18485"/>
                  </a:lnTo>
                  <a:lnTo>
                    <a:pt x="13844" y="18626"/>
                  </a:lnTo>
                  <a:lnTo>
                    <a:pt x="12693" y="18788"/>
                  </a:lnTo>
                  <a:lnTo>
                    <a:pt x="12007" y="18909"/>
                  </a:lnTo>
                  <a:lnTo>
                    <a:pt x="11321" y="19050"/>
                  </a:lnTo>
                  <a:lnTo>
                    <a:pt x="10615" y="19232"/>
                  </a:lnTo>
                  <a:lnTo>
                    <a:pt x="10272" y="19333"/>
                  </a:lnTo>
                  <a:lnTo>
                    <a:pt x="9929" y="19454"/>
                  </a:lnTo>
                  <a:lnTo>
                    <a:pt x="9586" y="19595"/>
                  </a:lnTo>
                  <a:lnTo>
                    <a:pt x="9263" y="19736"/>
                  </a:lnTo>
                  <a:lnTo>
                    <a:pt x="8940" y="19898"/>
                  </a:lnTo>
                  <a:lnTo>
                    <a:pt x="8617" y="20059"/>
                  </a:lnTo>
                  <a:lnTo>
                    <a:pt x="8314" y="20261"/>
                  </a:lnTo>
                  <a:lnTo>
                    <a:pt x="8032" y="20463"/>
                  </a:lnTo>
                  <a:lnTo>
                    <a:pt x="7749" y="20705"/>
                  </a:lnTo>
                  <a:lnTo>
                    <a:pt x="7487" y="20947"/>
                  </a:lnTo>
                  <a:lnTo>
                    <a:pt x="7245" y="21230"/>
                  </a:lnTo>
                  <a:lnTo>
                    <a:pt x="7003" y="21512"/>
                  </a:lnTo>
                  <a:lnTo>
                    <a:pt x="6801" y="21815"/>
                  </a:lnTo>
                  <a:lnTo>
                    <a:pt x="6619" y="22118"/>
                  </a:lnTo>
                  <a:lnTo>
                    <a:pt x="6458" y="22440"/>
                  </a:lnTo>
                  <a:lnTo>
                    <a:pt x="6316" y="22763"/>
                  </a:lnTo>
                  <a:lnTo>
                    <a:pt x="6195" y="23086"/>
                  </a:lnTo>
                  <a:lnTo>
                    <a:pt x="6094" y="23429"/>
                  </a:lnTo>
                  <a:lnTo>
                    <a:pt x="5994" y="23752"/>
                  </a:lnTo>
                  <a:lnTo>
                    <a:pt x="5913" y="24075"/>
                  </a:lnTo>
                  <a:lnTo>
                    <a:pt x="5792" y="24701"/>
                  </a:lnTo>
                  <a:lnTo>
                    <a:pt x="5711" y="25306"/>
                  </a:lnTo>
                  <a:lnTo>
                    <a:pt x="5650" y="25871"/>
                  </a:lnTo>
                  <a:lnTo>
                    <a:pt x="5650" y="26154"/>
                  </a:lnTo>
                  <a:lnTo>
                    <a:pt x="5650" y="26497"/>
                  </a:lnTo>
                  <a:lnTo>
                    <a:pt x="5650" y="27243"/>
                  </a:lnTo>
                  <a:lnTo>
                    <a:pt x="5630" y="27627"/>
                  </a:lnTo>
                  <a:lnTo>
                    <a:pt x="5610" y="28010"/>
                  </a:lnTo>
                  <a:lnTo>
                    <a:pt x="5529" y="28373"/>
                  </a:lnTo>
                  <a:lnTo>
                    <a:pt x="5489" y="28555"/>
                  </a:lnTo>
                  <a:lnTo>
                    <a:pt x="5428" y="28696"/>
                  </a:lnTo>
                  <a:lnTo>
                    <a:pt x="5368" y="28838"/>
                  </a:lnTo>
                  <a:lnTo>
                    <a:pt x="5287" y="28979"/>
                  </a:lnTo>
                  <a:lnTo>
                    <a:pt x="5206" y="29080"/>
                  </a:lnTo>
                  <a:lnTo>
                    <a:pt x="5106" y="29181"/>
                  </a:lnTo>
                  <a:lnTo>
                    <a:pt x="5005" y="29221"/>
                  </a:lnTo>
                  <a:lnTo>
                    <a:pt x="4904" y="29261"/>
                  </a:lnTo>
                  <a:lnTo>
                    <a:pt x="4803" y="29281"/>
                  </a:lnTo>
                  <a:lnTo>
                    <a:pt x="4702" y="29302"/>
                  </a:lnTo>
                  <a:lnTo>
                    <a:pt x="4581" y="29302"/>
                  </a:lnTo>
                  <a:lnTo>
                    <a:pt x="4440" y="29281"/>
                  </a:lnTo>
                  <a:lnTo>
                    <a:pt x="4177" y="29201"/>
                  </a:lnTo>
                  <a:lnTo>
                    <a:pt x="3955" y="29100"/>
                  </a:lnTo>
                  <a:lnTo>
                    <a:pt x="3774" y="28959"/>
                  </a:lnTo>
                  <a:lnTo>
                    <a:pt x="3592" y="28797"/>
                  </a:lnTo>
                  <a:lnTo>
                    <a:pt x="3451" y="28616"/>
                  </a:lnTo>
                  <a:lnTo>
                    <a:pt x="3310" y="28414"/>
                  </a:lnTo>
                  <a:lnTo>
                    <a:pt x="3188" y="28192"/>
                  </a:lnTo>
                  <a:lnTo>
                    <a:pt x="2946" y="27728"/>
                  </a:lnTo>
                  <a:lnTo>
                    <a:pt x="2523" y="26678"/>
                  </a:lnTo>
                  <a:lnTo>
                    <a:pt x="2119" y="25629"/>
                  </a:lnTo>
                  <a:lnTo>
                    <a:pt x="1756" y="24539"/>
                  </a:lnTo>
                  <a:lnTo>
                    <a:pt x="1433" y="23429"/>
                  </a:lnTo>
                  <a:lnTo>
                    <a:pt x="1130" y="22279"/>
                  </a:lnTo>
                  <a:lnTo>
                    <a:pt x="868" y="21129"/>
                  </a:lnTo>
                  <a:lnTo>
                    <a:pt x="646" y="19938"/>
                  </a:lnTo>
                  <a:lnTo>
                    <a:pt x="464" y="18707"/>
                  </a:lnTo>
                  <a:lnTo>
                    <a:pt x="323" y="17476"/>
                  </a:lnTo>
                  <a:lnTo>
                    <a:pt x="202" y="16205"/>
                  </a:lnTo>
                  <a:lnTo>
                    <a:pt x="141" y="14913"/>
                  </a:lnTo>
                  <a:lnTo>
                    <a:pt x="101" y="13602"/>
                  </a:lnTo>
                  <a:lnTo>
                    <a:pt x="81" y="12250"/>
                  </a:lnTo>
                  <a:lnTo>
                    <a:pt x="121" y="10897"/>
                  </a:lnTo>
                  <a:lnTo>
                    <a:pt x="202" y="9505"/>
                  </a:lnTo>
                  <a:lnTo>
                    <a:pt x="303" y="8092"/>
                  </a:lnTo>
                  <a:lnTo>
                    <a:pt x="404" y="7144"/>
                  </a:lnTo>
                  <a:lnTo>
                    <a:pt x="464" y="6639"/>
                  </a:lnTo>
                  <a:lnTo>
                    <a:pt x="545" y="6135"/>
                  </a:lnTo>
                  <a:lnTo>
                    <a:pt x="646" y="5630"/>
                  </a:lnTo>
                  <a:lnTo>
                    <a:pt x="767" y="5106"/>
                  </a:lnTo>
                  <a:lnTo>
                    <a:pt x="928" y="4601"/>
                  </a:lnTo>
                  <a:lnTo>
                    <a:pt x="1090" y="4097"/>
                  </a:lnTo>
                  <a:lnTo>
                    <a:pt x="1292" y="3612"/>
                  </a:lnTo>
                  <a:lnTo>
                    <a:pt x="1514" y="3128"/>
                  </a:lnTo>
                  <a:lnTo>
                    <a:pt x="1776" y="2684"/>
                  </a:lnTo>
                  <a:lnTo>
                    <a:pt x="2058" y="2240"/>
                  </a:lnTo>
                  <a:lnTo>
                    <a:pt x="2220" y="2038"/>
                  </a:lnTo>
                  <a:lnTo>
                    <a:pt x="2381" y="1837"/>
                  </a:lnTo>
                  <a:lnTo>
                    <a:pt x="2563" y="1655"/>
                  </a:lnTo>
                  <a:lnTo>
                    <a:pt x="2765" y="1473"/>
                  </a:lnTo>
                  <a:lnTo>
                    <a:pt x="2967" y="1312"/>
                  </a:lnTo>
                  <a:lnTo>
                    <a:pt x="3168" y="1150"/>
                  </a:lnTo>
                  <a:lnTo>
                    <a:pt x="3390" y="989"/>
                  </a:lnTo>
                  <a:lnTo>
                    <a:pt x="3612" y="848"/>
                  </a:lnTo>
                  <a:lnTo>
                    <a:pt x="3854" y="727"/>
                  </a:lnTo>
                  <a:lnTo>
                    <a:pt x="4117" y="626"/>
                  </a:lnTo>
                  <a:lnTo>
                    <a:pt x="4359" y="525"/>
                  </a:lnTo>
                  <a:lnTo>
                    <a:pt x="4621" y="424"/>
                  </a:lnTo>
                  <a:lnTo>
                    <a:pt x="5146" y="303"/>
                  </a:lnTo>
                  <a:lnTo>
                    <a:pt x="5691" y="202"/>
                  </a:lnTo>
                  <a:lnTo>
                    <a:pt x="6236" y="141"/>
                  </a:lnTo>
                  <a:lnTo>
                    <a:pt x="6760" y="101"/>
                  </a:lnTo>
                  <a:lnTo>
                    <a:pt x="7305" y="81"/>
                  </a:lnTo>
                  <a:close/>
                  <a:moveTo>
                    <a:pt x="7305" y="0"/>
                  </a:moveTo>
                  <a:lnTo>
                    <a:pt x="6760" y="20"/>
                  </a:lnTo>
                  <a:lnTo>
                    <a:pt x="6215" y="61"/>
                  </a:lnTo>
                  <a:lnTo>
                    <a:pt x="5671" y="121"/>
                  </a:lnTo>
                  <a:lnTo>
                    <a:pt x="5126" y="222"/>
                  </a:lnTo>
                  <a:lnTo>
                    <a:pt x="4601" y="363"/>
                  </a:lnTo>
                  <a:lnTo>
                    <a:pt x="4339" y="444"/>
                  </a:lnTo>
                  <a:lnTo>
                    <a:pt x="4076" y="545"/>
                  </a:lnTo>
                  <a:lnTo>
                    <a:pt x="3834" y="666"/>
                  </a:lnTo>
                  <a:lnTo>
                    <a:pt x="3572" y="787"/>
                  </a:lnTo>
                  <a:lnTo>
                    <a:pt x="3350" y="928"/>
                  </a:lnTo>
                  <a:lnTo>
                    <a:pt x="3128" y="1070"/>
                  </a:lnTo>
                  <a:lnTo>
                    <a:pt x="2906" y="1231"/>
                  </a:lnTo>
                  <a:lnTo>
                    <a:pt x="2704" y="1413"/>
                  </a:lnTo>
                  <a:lnTo>
                    <a:pt x="2523" y="1594"/>
                  </a:lnTo>
                  <a:lnTo>
                    <a:pt x="2341" y="1776"/>
                  </a:lnTo>
                  <a:lnTo>
                    <a:pt x="2159" y="1978"/>
                  </a:lnTo>
                  <a:lnTo>
                    <a:pt x="1998" y="2200"/>
                  </a:lnTo>
                  <a:lnTo>
                    <a:pt x="1695" y="2624"/>
                  </a:lnTo>
                  <a:lnTo>
                    <a:pt x="1453" y="3088"/>
                  </a:lnTo>
                  <a:lnTo>
                    <a:pt x="1211" y="3572"/>
                  </a:lnTo>
                  <a:lnTo>
                    <a:pt x="1009" y="4056"/>
                  </a:lnTo>
                  <a:lnTo>
                    <a:pt x="848" y="4561"/>
                  </a:lnTo>
                  <a:lnTo>
                    <a:pt x="706" y="5086"/>
                  </a:lnTo>
                  <a:lnTo>
                    <a:pt x="585" y="5590"/>
                  </a:lnTo>
                  <a:lnTo>
                    <a:pt x="464" y="6115"/>
                  </a:lnTo>
                  <a:lnTo>
                    <a:pt x="383" y="6619"/>
                  </a:lnTo>
                  <a:lnTo>
                    <a:pt x="323" y="7124"/>
                  </a:lnTo>
                  <a:lnTo>
                    <a:pt x="222" y="8092"/>
                  </a:lnTo>
                  <a:lnTo>
                    <a:pt x="121" y="9505"/>
                  </a:lnTo>
                  <a:lnTo>
                    <a:pt x="40" y="10897"/>
                  </a:lnTo>
                  <a:lnTo>
                    <a:pt x="0" y="12250"/>
                  </a:lnTo>
                  <a:lnTo>
                    <a:pt x="20" y="13602"/>
                  </a:lnTo>
                  <a:lnTo>
                    <a:pt x="61" y="14913"/>
                  </a:lnTo>
                  <a:lnTo>
                    <a:pt x="121" y="16205"/>
                  </a:lnTo>
                  <a:lnTo>
                    <a:pt x="242" y="17476"/>
                  </a:lnTo>
                  <a:lnTo>
                    <a:pt x="383" y="18727"/>
                  </a:lnTo>
                  <a:lnTo>
                    <a:pt x="565" y="19938"/>
                  </a:lnTo>
                  <a:lnTo>
                    <a:pt x="787" y="21149"/>
                  </a:lnTo>
                  <a:lnTo>
                    <a:pt x="1049" y="22319"/>
                  </a:lnTo>
                  <a:lnTo>
                    <a:pt x="1352" y="23449"/>
                  </a:lnTo>
                  <a:lnTo>
                    <a:pt x="1675" y="24559"/>
                  </a:lnTo>
                  <a:lnTo>
                    <a:pt x="2038" y="25649"/>
                  </a:lnTo>
                  <a:lnTo>
                    <a:pt x="2442" y="26719"/>
                  </a:lnTo>
                  <a:lnTo>
                    <a:pt x="2886" y="27748"/>
                  </a:lnTo>
                  <a:lnTo>
                    <a:pt x="3108" y="28232"/>
                  </a:lnTo>
                  <a:lnTo>
                    <a:pt x="3249" y="28454"/>
                  </a:lnTo>
                  <a:lnTo>
                    <a:pt x="3390" y="28676"/>
                  </a:lnTo>
                  <a:lnTo>
                    <a:pt x="3552" y="28858"/>
                  </a:lnTo>
                  <a:lnTo>
                    <a:pt x="3733" y="29019"/>
                  </a:lnTo>
                  <a:lnTo>
                    <a:pt x="3915" y="29160"/>
                  </a:lnTo>
                  <a:lnTo>
                    <a:pt x="4137" y="29261"/>
                  </a:lnTo>
                  <a:lnTo>
                    <a:pt x="4419" y="29362"/>
                  </a:lnTo>
                  <a:lnTo>
                    <a:pt x="4541" y="29382"/>
                  </a:lnTo>
                  <a:lnTo>
                    <a:pt x="4662" y="29382"/>
                  </a:lnTo>
                  <a:lnTo>
                    <a:pt x="4803" y="29362"/>
                  </a:lnTo>
                  <a:lnTo>
                    <a:pt x="4924" y="29342"/>
                  </a:lnTo>
                  <a:lnTo>
                    <a:pt x="5045" y="29302"/>
                  </a:lnTo>
                  <a:lnTo>
                    <a:pt x="5146" y="29241"/>
                  </a:lnTo>
                  <a:lnTo>
                    <a:pt x="5247" y="29140"/>
                  </a:lnTo>
                  <a:lnTo>
                    <a:pt x="5348" y="29039"/>
                  </a:lnTo>
                  <a:lnTo>
                    <a:pt x="5428" y="28898"/>
                  </a:lnTo>
                  <a:lnTo>
                    <a:pt x="5509" y="28757"/>
                  </a:lnTo>
                  <a:lnTo>
                    <a:pt x="5570" y="28595"/>
                  </a:lnTo>
                  <a:lnTo>
                    <a:pt x="5610" y="28414"/>
                  </a:lnTo>
                  <a:lnTo>
                    <a:pt x="5671" y="28051"/>
                  </a:lnTo>
                  <a:lnTo>
                    <a:pt x="5711" y="27647"/>
                  </a:lnTo>
                  <a:lnTo>
                    <a:pt x="5731" y="27243"/>
                  </a:lnTo>
                  <a:lnTo>
                    <a:pt x="5731" y="26497"/>
                  </a:lnTo>
                  <a:lnTo>
                    <a:pt x="5731" y="26154"/>
                  </a:lnTo>
                  <a:lnTo>
                    <a:pt x="5731" y="25891"/>
                  </a:lnTo>
                  <a:lnTo>
                    <a:pt x="5792" y="25326"/>
                  </a:lnTo>
                  <a:lnTo>
                    <a:pt x="5872" y="24721"/>
                  </a:lnTo>
                  <a:lnTo>
                    <a:pt x="5994" y="24095"/>
                  </a:lnTo>
                  <a:lnTo>
                    <a:pt x="6074" y="23772"/>
                  </a:lnTo>
                  <a:lnTo>
                    <a:pt x="6155" y="23449"/>
                  </a:lnTo>
                  <a:lnTo>
                    <a:pt x="6276" y="23127"/>
                  </a:lnTo>
                  <a:lnTo>
                    <a:pt x="6397" y="22804"/>
                  </a:lnTo>
                  <a:lnTo>
                    <a:pt x="6538" y="22481"/>
                  </a:lnTo>
                  <a:lnTo>
                    <a:pt x="6700" y="22178"/>
                  </a:lnTo>
                  <a:lnTo>
                    <a:pt x="6881" y="21855"/>
                  </a:lnTo>
                  <a:lnTo>
                    <a:pt x="7083" y="21573"/>
                  </a:lnTo>
                  <a:lnTo>
                    <a:pt x="7305" y="21270"/>
                  </a:lnTo>
                  <a:lnTo>
                    <a:pt x="7547" y="21008"/>
                  </a:lnTo>
                  <a:lnTo>
                    <a:pt x="7810" y="20765"/>
                  </a:lnTo>
                  <a:lnTo>
                    <a:pt x="8092" y="20523"/>
                  </a:lnTo>
                  <a:lnTo>
                    <a:pt x="8375" y="20322"/>
                  </a:lnTo>
                  <a:lnTo>
                    <a:pt x="8677" y="20140"/>
                  </a:lnTo>
                  <a:lnTo>
                    <a:pt x="8980" y="19958"/>
                  </a:lnTo>
                  <a:lnTo>
                    <a:pt x="9303" y="19797"/>
                  </a:lnTo>
                  <a:lnTo>
                    <a:pt x="9626" y="19656"/>
                  </a:lnTo>
                  <a:lnTo>
                    <a:pt x="9969" y="19535"/>
                  </a:lnTo>
                  <a:lnTo>
                    <a:pt x="10292" y="19413"/>
                  </a:lnTo>
                  <a:lnTo>
                    <a:pt x="10635" y="19313"/>
                  </a:lnTo>
                  <a:lnTo>
                    <a:pt x="11341" y="19131"/>
                  </a:lnTo>
                  <a:lnTo>
                    <a:pt x="12027" y="18990"/>
                  </a:lnTo>
                  <a:lnTo>
                    <a:pt x="12713" y="18869"/>
                  </a:lnTo>
                  <a:lnTo>
                    <a:pt x="13864" y="18707"/>
                  </a:lnTo>
                  <a:lnTo>
                    <a:pt x="15014" y="18566"/>
                  </a:lnTo>
                  <a:lnTo>
                    <a:pt x="16164" y="18465"/>
                  </a:lnTo>
                  <a:lnTo>
                    <a:pt x="17315" y="18384"/>
                  </a:lnTo>
                  <a:lnTo>
                    <a:pt x="18485" y="18324"/>
                  </a:lnTo>
                  <a:lnTo>
                    <a:pt x="19635" y="18283"/>
                  </a:lnTo>
                  <a:lnTo>
                    <a:pt x="20806" y="18263"/>
                  </a:lnTo>
                  <a:lnTo>
                    <a:pt x="21956" y="18283"/>
                  </a:lnTo>
                  <a:lnTo>
                    <a:pt x="23126" y="18304"/>
                  </a:lnTo>
                  <a:lnTo>
                    <a:pt x="24277" y="18324"/>
                  </a:lnTo>
                  <a:lnTo>
                    <a:pt x="26597" y="18425"/>
                  </a:lnTo>
                  <a:lnTo>
                    <a:pt x="28918" y="18566"/>
                  </a:lnTo>
                  <a:lnTo>
                    <a:pt x="31198" y="18707"/>
                  </a:lnTo>
                  <a:lnTo>
                    <a:pt x="33398" y="18869"/>
                  </a:lnTo>
                  <a:lnTo>
                    <a:pt x="35618" y="18990"/>
                  </a:lnTo>
                  <a:lnTo>
                    <a:pt x="37838" y="19091"/>
                  </a:lnTo>
                  <a:lnTo>
                    <a:pt x="38948" y="19131"/>
                  </a:lnTo>
                  <a:lnTo>
                    <a:pt x="40057" y="19151"/>
                  </a:lnTo>
                  <a:lnTo>
                    <a:pt x="40481" y="19151"/>
                  </a:lnTo>
                  <a:lnTo>
                    <a:pt x="40885" y="19131"/>
                  </a:lnTo>
                  <a:lnTo>
                    <a:pt x="41066" y="19091"/>
                  </a:lnTo>
                  <a:lnTo>
                    <a:pt x="41248" y="19050"/>
                  </a:lnTo>
                  <a:lnTo>
                    <a:pt x="41430" y="18990"/>
                  </a:lnTo>
                  <a:lnTo>
                    <a:pt x="41611" y="18909"/>
                  </a:lnTo>
                  <a:lnTo>
                    <a:pt x="41813" y="18788"/>
                  </a:lnTo>
                  <a:lnTo>
                    <a:pt x="41995" y="18626"/>
                  </a:lnTo>
                  <a:lnTo>
                    <a:pt x="42156" y="18465"/>
                  </a:lnTo>
                  <a:lnTo>
                    <a:pt x="42297" y="18263"/>
                  </a:lnTo>
                  <a:lnTo>
                    <a:pt x="42398" y="18061"/>
                  </a:lnTo>
                  <a:lnTo>
                    <a:pt x="42479" y="17839"/>
                  </a:lnTo>
                  <a:lnTo>
                    <a:pt x="42560" y="17617"/>
                  </a:lnTo>
                  <a:lnTo>
                    <a:pt x="42600" y="17375"/>
                  </a:lnTo>
                  <a:lnTo>
                    <a:pt x="42620" y="17133"/>
                  </a:lnTo>
                  <a:lnTo>
                    <a:pt x="42640" y="16871"/>
                  </a:lnTo>
                  <a:lnTo>
                    <a:pt x="42640" y="16608"/>
                  </a:lnTo>
                  <a:lnTo>
                    <a:pt x="42620" y="16366"/>
                  </a:lnTo>
                  <a:lnTo>
                    <a:pt x="42580" y="16104"/>
                  </a:lnTo>
                  <a:lnTo>
                    <a:pt x="42540" y="15862"/>
                  </a:lnTo>
                  <a:lnTo>
                    <a:pt x="42418" y="15357"/>
                  </a:lnTo>
                  <a:lnTo>
                    <a:pt x="42257" y="14893"/>
                  </a:lnTo>
                  <a:lnTo>
                    <a:pt x="42096" y="14429"/>
                  </a:lnTo>
                  <a:lnTo>
                    <a:pt x="41894" y="13965"/>
                  </a:lnTo>
                  <a:lnTo>
                    <a:pt x="41672" y="13521"/>
                  </a:lnTo>
                  <a:lnTo>
                    <a:pt x="41450" y="13057"/>
                  </a:lnTo>
                  <a:lnTo>
                    <a:pt x="41187" y="12613"/>
                  </a:lnTo>
                  <a:lnTo>
                    <a:pt x="40925" y="12169"/>
                  </a:lnTo>
                  <a:lnTo>
                    <a:pt x="40622" y="11745"/>
                  </a:lnTo>
                  <a:lnTo>
                    <a:pt x="40320" y="11301"/>
                  </a:lnTo>
                  <a:lnTo>
                    <a:pt x="39977" y="10897"/>
                  </a:lnTo>
                  <a:lnTo>
                    <a:pt x="39634" y="10474"/>
                  </a:lnTo>
                  <a:lnTo>
                    <a:pt x="39250" y="10070"/>
                  </a:lnTo>
                  <a:lnTo>
                    <a:pt x="38867" y="9666"/>
                  </a:lnTo>
                  <a:lnTo>
                    <a:pt x="38463" y="9283"/>
                  </a:lnTo>
                  <a:lnTo>
                    <a:pt x="38039" y="8900"/>
                  </a:lnTo>
                  <a:lnTo>
                    <a:pt x="37595" y="8536"/>
                  </a:lnTo>
                  <a:lnTo>
                    <a:pt x="36869" y="7971"/>
                  </a:lnTo>
                  <a:lnTo>
                    <a:pt x="36102" y="7426"/>
                  </a:lnTo>
                  <a:lnTo>
                    <a:pt x="35275" y="6882"/>
                  </a:lnTo>
                  <a:lnTo>
                    <a:pt x="34387" y="6377"/>
                  </a:lnTo>
                  <a:lnTo>
                    <a:pt x="33459" y="5873"/>
                  </a:lnTo>
                  <a:lnTo>
                    <a:pt x="32450" y="5368"/>
                  </a:lnTo>
                  <a:lnTo>
                    <a:pt x="31380" y="4884"/>
                  </a:lnTo>
                  <a:lnTo>
                    <a:pt x="30230" y="4379"/>
                  </a:lnTo>
                  <a:lnTo>
                    <a:pt x="28918" y="3875"/>
                  </a:lnTo>
                  <a:lnTo>
                    <a:pt x="27586" y="3370"/>
                  </a:lnTo>
                  <a:lnTo>
                    <a:pt x="26234" y="2906"/>
                  </a:lnTo>
                  <a:lnTo>
                    <a:pt x="24862" y="2482"/>
                  </a:lnTo>
                  <a:lnTo>
                    <a:pt x="23490" y="2099"/>
                  </a:lnTo>
                  <a:lnTo>
                    <a:pt x="22097" y="1736"/>
                  </a:lnTo>
                  <a:lnTo>
                    <a:pt x="20705" y="1413"/>
                  </a:lnTo>
                  <a:lnTo>
                    <a:pt x="19312" y="1110"/>
                  </a:lnTo>
                  <a:lnTo>
                    <a:pt x="17900" y="848"/>
                  </a:lnTo>
                  <a:lnTo>
                    <a:pt x="16487" y="626"/>
                  </a:lnTo>
                  <a:lnTo>
                    <a:pt x="15075" y="424"/>
                  </a:lnTo>
                  <a:lnTo>
                    <a:pt x="13642" y="283"/>
                  </a:lnTo>
                  <a:lnTo>
                    <a:pt x="12229" y="141"/>
                  </a:lnTo>
                  <a:lnTo>
                    <a:pt x="10796" y="61"/>
                  </a:lnTo>
                  <a:lnTo>
                    <a:pt x="9364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" name="Google Shape;23;p2"/>
            <p:cNvSpPr/>
            <p:nvPr/>
          </p:nvSpPr>
          <p:spPr>
            <a:xfrm flipH="1">
              <a:off x="-1306807" y="-1638114"/>
              <a:ext cx="2946940" cy="1512969"/>
            </a:xfrm>
            <a:custGeom>
              <a:rect b="b" l="l" r="r" t="t"/>
              <a:pathLst>
                <a:path extrusionOk="0" h="27062" w="52711">
                  <a:moveTo>
                    <a:pt x="48008" y="81"/>
                  </a:moveTo>
                  <a:lnTo>
                    <a:pt x="48654" y="122"/>
                  </a:lnTo>
                  <a:lnTo>
                    <a:pt x="49300" y="202"/>
                  </a:lnTo>
                  <a:lnTo>
                    <a:pt x="49623" y="243"/>
                  </a:lnTo>
                  <a:lnTo>
                    <a:pt x="49946" y="323"/>
                  </a:lnTo>
                  <a:lnTo>
                    <a:pt x="50248" y="404"/>
                  </a:lnTo>
                  <a:lnTo>
                    <a:pt x="50551" y="485"/>
                  </a:lnTo>
                  <a:lnTo>
                    <a:pt x="50854" y="606"/>
                  </a:lnTo>
                  <a:lnTo>
                    <a:pt x="51156" y="727"/>
                  </a:lnTo>
                  <a:lnTo>
                    <a:pt x="51399" y="848"/>
                  </a:lnTo>
                  <a:lnTo>
                    <a:pt x="51621" y="989"/>
                  </a:lnTo>
                  <a:lnTo>
                    <a:pt x="51822" y="1131"/>
                  </a:lnTo>
                  <a:lnTo>
                    <a:pt x="52004" y="1272"/>
                  </a:lnTo>
                  <a:lnTo>
                    <a:pt x="52165" y="1413"/>
                  </a:lnTo>
                  <a:lnTo>
                    <a:pt x="52287" y="1575"/>
                  </a:lnTo>
                  <a:lnTo>
                    <a:pt x="52408" y="1756"/>
                  </a:lnTo>
                  <a:lnTo>
                    <a:pt x="52488" y="1938"/>
                  </a:lnTo>
                  <a:lnTo>
                    <a:pt x="52569" y="2180"/>
                  </a:lnTo>
                  <a:lnTo>
                    <a:pt x="52609" y="2301"/>
                  </a:lnTo>
                  <a:lnTo>
                    <a:pt x="52630" y="2442"/>
                  </a:lnTo>
                  <a:lnTo>
                    <a:pt x="52630" y="2604"/>
                  </a:lnTo>
                  <a:lnTo>
                    <a:pt x="52609" y="2765"/>
                  </a:lnTo>
                  <a:lnTo>
                    <a:pt x="52589" y="2947"/>
                  </a:lnTo>
                  <a:lnTo>
                    <a:pt x="52549" y="3128"/>
                  </a:lnTo>
                  <a:lnTo>
                    <a:pt x="52488" y="3330"/>
                  </a:lnTo>
                  <a:lnTo>
                    <a:pt x="52408" y="3532"/>
                  </a:lnTo>
                  <a:lnTo>
                    <a:pt x="52307" y="3754"/>
                  </a:lnTo>
                  <a:lnTo>
                    <a:pt x="52186" y="3976"/>
                  </a:lnTo>
                  <a:lnTo>
                    <a:pt x="52024" y="4218"/>
                  </a:lnTo>
                  <a:lnTo>
                    <a:pt x="51843" y="4460"/>
                  </a:lnTo>
                  <a:lnTo>
                    <a:pt x="51641" y="4702"/>
                  </a:lnTo>
                  <a:lnTo>
                    <a:pt x="51399" y="4965"/>
                  </a:lnTo>
                  <a:lnTo>
                    <a:pt x="50854" y="5530"/>
                  </a:lnTo>
                  <a:lnTo>
                    <a:pt x="50269" y="6075"/>
                  </a:lnTo>
                  <a:lnTo>
                    <a:pt x="49118" y="7124"/>
                  </a:lnTo>
                  <a:lnTo>
                    <a:pt x="48311" y="7851"/>
                  </a:lnTo>
                  <a:lnTo>
                    <a:pt x="47524" y="8597"/>
                  </a:lnTo>
                  <a:lnTo>
                    <a:pt x="47141" y="8981"/>
                  </a:lnTo>
                  <a:lnTo>
                    <a:pt x="46777" y="9364"/>
                  </a:lnTo>
                  <a:lnTo>
                    <a:pt x="46414" y="9747"/>
                  </a:lnTo>
                  <a:lnTo>
                    <a:pt x="46071" y="10151"/>
                  </a:lnTo>
                  <a:lnTo>
                    <a:pt x="45748" y="10555"/>
                  </a:lnTo>
                  <a:lnTo>
                    <a:pt x="45446" y="10978"/>
                  </a:lnTo>
                  <a:lnTo>
                    <a:pt x="45163" y="11422"/>
                  </a:lnTo>
                  <a:lnTo>
                    <a:pt x="44901" y="11866"/>
                  </a:lnTo>
                  <a:lnTo>
                    <a:pt x="44658" y="12331"/>
                  </a:lnTo>
                  <a:lnTo>
                    <a:pt x="44457" y="12795"/>
                  </a:lnTo>
                  <a:lnTo>
                    <a:pt x="44295" y="13299"/>
                  </a:lnTo>
                  <a:lnTo>
                    <a:pt x="44154" y="13804"/>
                  </a:lnTo>
                  <a:lnTo>
                    <a:pt x="44093" y="14127"/>
                  </a:lnTo>
                  <a:lnTo>
                    <a:pt x="44033" y="14449"/>
                  </a:lnTo>
                  <a:lnTo>
                    <a:pt x="43972" y="15095"/>
                  </a:lnTo>
                  <a:lnTo>
                    <a:pt x="43932" y="15761"/>
                  </a:lnTo>
                  <a:lnTo>
                    <a:pt x="43912" y="16407"/>
                  </a:lnTo>
                  <a:lnTo>
                    <a:pt x="43871" y="17194"/>
                  </a:lnTo>
                  <a:lnTo>
                    <a:pt x="43811" y="17981"/>
                  </a:lnTo>
                  <a:lnTo>
                    <a:pt x="43771" y="18385"/>
                  </a:lnTo>
                  <a:lnTo>
                    <a:pt x="43710" y="18768"/>
                  </a:lnTo>
                  <a:lnTo>
                    <a:pt x="43609" y="19151"/>
                  </a:lnTo>
                  <a:lnTo>
                    <a:pt x="43508" y="19535"/>
                  </a:lnTo>
                  <a:lnTo>
                    <a:pt x="43306" y="20039"/>
                  </a:lnTo>
                  <a:lnTo>
                    <a:pt x="43064" y="20544"/>
                  </a:lnTo>
                  <a:lnTo>
                    <a:pt x="42782" y="21028"/>
                  </a:lnTo>
                  <a:lnTo>
                    <a:pt x="42459" y="21492"/>
                  </a:lnTo>
                  <a:lnTo>
                    <a:pt x="42096" y="21936"/>
                  </a:lnTo>
                  <a:lnTo>
                    <a:pt x="41692" y="22360"/>
                  </a:lnTo>
                  <a:lnTo>
                    <a:pt x="41248" y="22764"/>
                  </a:lnTo>
                  <a:lnTo>
                    <a:pt x="40784" y="23127"/>
                  </a:lnTo>
                  <a:lnTo>
                    <a:pt x="40300" y="23470"/>
                  </a:lnTo>
                  <a:lnTo>
                    <a:pt x="39795" y="23773"/>
                  </a:lnTo>
                  <a:lnTo>
                    <a:pt x="39270" y="24035"/>
                  </a:lnTo>
                  <a:lnTo>
                    <a:pt x="38746" y="24277"/>
                  </a:lnTo>
                  <a:lnTo>
                    <a:pt x="38181" y="24479"/>
                  </a:lnTo>
                  <a:lnTo>
                    <a:pt x="37636" y="24640"/>
                  </a:lnTo>
                  <a:lnTo>
                    <a:pt x="37071" y="24782"/>
                  </a:lnTo>
                  <a:lnTo>
                    <a:pt x="36506" y="24862"/>
                  </a:lnTo>
                  <a:lnTo>
                    <a:pt x="34790" y="25125"/>
                  </a:lnTo>
                  <a:lnTo>
                    <a:pt x="32894" y="25387"/>
                  </a:lnTo>
                  <a:lnTo>
                    <a:pt x="30250" y="25791"/>
                  </a:lnTo>
                  <a:lnTo>
                    <a:pt x="27485" y="26174"/>
                  </a:lnTo>
                  <a:lnTo>
                    <a:pt x="26093" y="26356"/>
                  </a:lnTo>
                  <a:lnTo>
                    <a:pt x="24680" y="26517"/>
                  </a:lnTo>
                  <a:lnTo>
                    <a:pt x="23247" y="26679"/>
                  </a:lnTo>
                  <a:lnTo>
                    <a:pt x="21855" y="26800"/>
                  </a:lnTo>
                  <a:lnTo>
                    <a:pt x="20564" y="26901"/>
                  </a:lnTo>
                  <a:lnTo>
                    <a:pt x="19252" y="26961"/>
                  </a:lnTo>
                  <a:lnTo>
                    <a:pt x="17900" y="26981"/>
                  </a:lnTo>
                  <a:lnTo>
                    <a:pt x="16548" y="26961"/>
                  </a:lnTo>
                  <a:lnTo>
                    <a:pt x="15175" y="26901"/>
                  </a:lnTo>
                  <a:lnTo>
                    <a:pt x="13783" y="26820"/>
                  </a:lnTo>
                  <a:lnTo>
                    <a:pt x="12370" y="26699"/>
                  </a:lnTo>
                  <a:lnTo>
                    <a:pt x="10958" y="26558"/>
                  </a:lnTo>
                  <a:lnTo>
                    <a:pt x="10837" y="26537"/>
                  </a:lnTo>
                  <a:lnTo>
                    <a:pt x="9626" y="26396"/>
                  </a:lnTo>
                  <a:lnTo>
                    <a:pt x="8334" y="26214"/>
                  </a:lnTo>
                  <a:lnTo>
                    <a:pt x="7648" y="26093"/>
                  </a:lnTo>
                  <a:lnTo>
                    <a:pt x="6962" y="25972"/>
                  </a:lnTo>
                  <a:lnTo>
                    <a:pt x="6276" y="25851"/>
                  </a:lnTo>
                  <a:lnTo>
                    <a:pt x="5590" y="25690"/>
                  </a:lnTo>
                  <a:lnTo>
                    <a:pt x="4924" y="25508"/>
                  </a:lnTo>
                  <a:lnTo>
                    <a:pt x="4258" y="25327"/>
                  </a:lnTo>
                  <a:lnTo>
                    <a:pt x="3612" y="25105"/>
                  </a:lnTo>
                  <a:lnTo>
                    <a:pt x="3007" y="24862"/>
                  </a:lnTo>
                  <a:lnTo>
                    <a:pt x="2422" y="24580"/>
                  </a:lnTo>
                  <a:lnTo>
                    <a:pt x="1877" y="24277"/>
                  </a:lnTo>
                  <a:lnTo>
                    <a:pt x="1614" y="24136"/>
                  </a:lnTo>
                  <a:lnTo>
                    <a:pt x="1372" y="23954"/>
                  </a:lnTo>
                  <a:lnTo>
                    <a:pt x="1130" y="23773"/>
                  </a:lnTo>
                  <a:lnTo>
                    <a:pt x="908" y="23591"/>
                  </a:lnTo>
                  <a:lnTo>
                    <a:pt x="727" y="23409"/>
                  </a:lnTo>
                  <a:lnTo>
                    <a:pt x="545" y="23208"/>
                  </a:lnTo>
                  <a:lnTo>
                    <a:pt x="404" y="23026"/>
                  </a:lnTo>
                  <a:lnTo>
                    <a:pt x="283" y="22824"/>
                  </a:lnTo>
                  <a:lnTo>
                    <a:pt x="202" y="22643"/>
                  </a:lnTo>
                  <a:lnTo>
                    <a:pt x="121" y="22441"/>
                  </a:lnTo>
                  <a:lnTo>
                    <a:pt x="101" y="22239"/>
                  </a:lnTo>
                  <a:lnTo>
                    <a:pt x="81" y="22037"/>
                  </a:lnTo>
                  <a:lnTo>
                    <a:pt x="101" y="21815"/>
                  </a:lnTo>
                  <a:lnTo>
                    <a:pt x="141" y="21593"/>
                  </a:lnTo>
                  <a:lnTo>
                    <a:pt x="202" y="21371"/>
                  </a:lnTo>
                  <a:lnTo>
                    <a:pt x="303" y="21149"/>
                  </a:lnTo>
                  <a:lnTo>
                    <a:pt x="424" y="20947"/>
                  </a:lnTo>
                  <a:lnTo>
                    <a:pt x="565" y="20725"/>
                  </a:lnTo>
                  <a:lnTo>
                    <a:pt x="706" y="20524"/>
                  </a:lnTo>
                  <a:lnTo>
                    <a:pt x="888" y="20302"/>
                  </a:lnTo>
                  <a:lnTo>
                    <a:pt x="1251" y="19898"/>
                  </a:lnTo>
                  <a:lnTo>
                    <a:pt x="1675" y="19494"/>
                  </a:lnTo>
                  <a:lnTo>
                    <a:pt x="2099" y="19111"/>
                  </a:lnTo>
                  <a:lnTo>
                    <a:pt x="2543" y="18748"/>
                  </a:lnTo>
                  <a:lnTo>
                    <a:pt x="3168" y="18183"/>
                  </a:lnTo>
                  <a:lnTo>
                    <a:pt x="3451" y="17920"/>
                  </a:lnTo>
                  <a:lnTo>
                    <a:pt x="3713" y="17658"/>
                  </a:lnTo>
                  <a:lnTo>
                    <a:pt x="4641" y="16669"/>
                  </a:lnTo>
                  <a:lnTo>
                    <a:pt x="5570" y="15701"/>
                  </a:lnTo>
                  <a:lnTo>
                    <a:pt x="6498" y="14793"/>
                  </a:lnTo>
                  <a:lnTo>
                    <a:pt x="7426" y="13925"/>
                  </a:lnTo>
                  <a:lnTo>
                    <a:pt x="8375" y="13097"/>
                  </a:lnTo>
                  <a:lnTo>
                    <a:pt x="9323" y="12310"/>
                  </a:lnTo>
                  <a:lnTo>
                    <a:pt x="10272" y="11564"/>
                  </a:lnTo>
                  <a:lnTo>
                    <a:pt x="11240" y="10857"/>
                  </a:lnTo>
                  <a:lnTo>
                    <a:pt x="12370" y="10091"/>
                  </a:lnTo>
                  <a:lnTo>
                    <a:pt x="13521" y="9324"/>
                  </a:lnTo>
                  <a:lnTo>
                    <a:pt x="14711" y="8597"/>
                  </a:lnTo>
                  <a:lnTo>
                    <a:pt x="15922" y="7911"/>
                  </a:lnTo>
                  <a:lnTo>
                    <a:pt x="17153" y="7245"/>
                  </a:lnTo>
                  <a:lnTo>
                    <a:pt x="18424" y="6599"/>
                  </a:lnTo>
                  <a:lnTo>
                    <a:pt x="19716" y="5994"/>
                  </a:lnTo>
                  <a:lnTo>
                    <a:pt x="21028" y="5429"/>
                  </a:lnTo>
                  <a:lnTo>
                    <a:pt x="22380" y="4864"/>
                  </a:lnTo>
                  <a:lnTo>
                    <a:pt x="23752" y="4339"/>
                  </a:lnTo>
                  <a:lnTo>
                    <a:pt x="25165" y="3855"/>
                  </a:lnTo>
                  <a:lnTo>
                    <a:pt x="26597" y="3391"/>
                  </a:lnTo>
                  <a:lnTo>
                    <a:pt x="28050" y="2967"/>
                  </a:lnTo>
                  <a:lnTo>
                    <a:pt x="29544" y="2563"/>
                  </a:lnTo>
                  <a:lnTo>
                    <a:pt x="31037" y="2180"/>
                  </a:lnTo>
                  <a:lnTo>
                    <a:pt x="32591" y="1837"/>
                  </a:lnTo>
                  <a:lnTo>
                    <a:pt x="34145" y="1514"/>
                  </a:lnTo>
                  <a:lnTo>
                    <a:pt x="35739" y="1231"/>
                  </a:lnTo>
                  <a:lnTo>
                    <a:pt x="37374" y="989"/>
                  </a:lnTo>
                  <a:lnTo>
                    <a:pt x="39028" y="747"/>
                  </a:lnTo>
                  <a:lnTo>
                    <a:pt x="40723" y="566"/>
                  </a:lnTo>
                  <a:lnTo>
                    <a:pt x="42439" y="384"/>
                  </a:lnTo>
                  <a:lnTo>
                    <a:pt x="44194" y="243"/>
                  </a:lnTo>
                  <a:lnTo>
                    <a:pt x="45970" y="142"/>
                  </a:lnTo>
                  <a:lnTo>
                    <a:pt x="46656" y="101"/>
                  </a:lnTo>
                  <a:lnTo>
                    <a:pt x="47342" y="81"/>
                  </a:lnTo>
                  <a:close/>
                  <a:moveTo>
                    <a:pt x="47302" y="1"/>
                  </a:moveTo>
                  <a:lnTo>
                    <a:pt x="46636" y="21"/>
                  </a:lnTo>
                  <a:lnTo>
                    <a:pt x="45970" y="61"/>
                  </a:lnTo>
                  <a:lnTo>
                    <a:pt x="44194" y="162"/>
                  </a:lnTo>
                  <a:lnTo>
                    <a:pt x="42439" y="303"/>
                  </a:lnTo>
                  <a:lnTo>
                    <a:pt x="40703" y="485"/>
                  </a:lnTo>
                  <a:lnTo>
                    <a:pt x="39028" y="666"/>
                  </a:lnTo>
                  <a:lnTo>
                    <a:pt x="37353" y="909"/>
                  </a:lnTo>
                  <a:lnTo>
                    <a:pt x="35739" y="1151"/>
                  </a:lnTo>
                  <a:lnTo>
                    <a:pt x="34145" y="1453"/>
                  </a:lnTo>
                  <a:lnTo>
                    <a:pt x="32571" y="1756"/>
                  </a:lnTo>
                  <a:lnTo>
                    <a:pt x="31017" y="2099"/>
                  </a:lnTo>
                  <a:lnTo>
                    <a:pt x="29523" y="2483"/>
                  </a:lnTo>
                  <a:lnTo>
                    <a:pt x="28030" y="2886"/>
                  </a:lnTo>
                  <a:lnTo>
                    <a:pt x="26577" y="3310"/>
                  </a:lnTo>
                  <a:lnTo>
                    <a:pt x="25144" y="3774"/>
                  </a:lnTo>
                  <a:lnTo>
                    <a:pt x="23732" y="4279"/>
                  </a:lnTo>
                  <a:lnTo>
                    <a:pt x="22339" y="4803"/>
                  </a:lnTo>
                  <a:lnTo>
                    <a:pt x="20987" y="5348"/>
                  </a:lnTo>
                  <a:lnTo>
                    <a:pt x="19676" y="5933"/>
                  </a:lnTo>
                  <a:lnTo>
                    <a:pt x="18384" y="6539"/>
                  </a:lnTo>
                  <a:lnTo>
                    <a:pt x="17113" y="7164"/>
                  </a:lnTo>
                  <a:lnTo>
                    <a:pt x="15882" y="7830"/>
                  </a:lnTo>
                  <a:lnTo>
                    <a:pt x="14671" y="8537"/>
                  </a:lnTo>
                  <a:lnTo>
                    <a:pt x="13480" y="9263"/>
                  </a:lnTo>
                  <a:lnTo>
                    <a:pt x="12330" y="10010"/>
                  </a:lnTo>
                  <a:lnTo>
                    <a:pt x="11200" y="10797"/>
                  </a:lnTo>
                  <a:lnTo>
                    <a:pt x="10231" y="11503"/>
                  </a:lnTo>
                  <a:lnTo>
                    <a:pt x="9263" y="12250"/>
                  </a:lnTo>
                  <a:lnTo>
                    <a:pt x="8314" y="13037"/>
                  </a:lnTo>
                  <a:lnTo>
                    <a:pt x="7386" y="13864"/>
                  </a:lnTo>
                  <a:lnTo>
                    <a:pt x="6438" y="14732"/>
                  </a:lnTo>
                  <a:lnTo>
                    <a:pt x="5509" y="15640"/>
                  </a:lnTo>
                  <a:lnTo>
                    <a:pt x="4581" y="16609"/>
                  </a:lnTo>
                  <a:lnTo>
                    <a:pt x="3653" y="17598"/>
                  </a:lnTo>
                  <a:lnTo>
                    <a:pt x="3390" y="17860"/>
                  </a:lnTo>
                  <a:lnTo>
                    <a:pt x="3108" y="18122"/>
                  </a:lnTo>
                  <a:lnTo>
                    <a:pt x="2482" y="18687"/>
                  </a:lnTo>
                  <a:lnTo>
                    <a:pt x="2038" y="19051"/>
                  </a:lnTo>
                  <a:lnTo>
                    <a:pt x="1614" y="19454"/>
                  </a:lnTo>
                  <a:lnTo>
                    <a:pt x="1191" y="19858"/>
                  </a:lnTo>
                  <a:lnTo>
                    <a:pt x="807" y="20261"/>
                  </a:lnTo>
                  <a:lnTo>
                    <a:pt x="646" y="20483"/>
                  </a:lnTo>
                  <a:lnTo>
                    <a:pt x="484" y="20685"/>
                  </a:lnTo>
                  <a:lnTo>
                    <a:pt x="343" y="20907"/>
                  </a:lnTo>
                  <a:lnTo>
                    <a:pt x="222" y="21129"/>
                  </a:lnTo>
                  <a:lnTo>
                    <a:pt x="141" y="21351"/>
                  </a:lnTo>
                  <a:lnTo>
                    <a:pt x="61" y="21573"/>
                  </a:lnTo>
                  <a:lnTo>
                    <a:pt x="20" y="21795"/>
                  </a:lnTo>
                  <a:lnTo>
                    <a:pt x="0" y="22037"/>
                  </a:lnTo>
                  <a:lnTo>
                    <a:pt x="20" y="22239"/>
                  </a:lnTo>
                  <a:lnTo>
                    <a:pt x="61" y="22441"/>
                  </a:lnTo>
                  <a:lnTo>
                    <a:pt x="121" y="22663"/>
                  </a:lnTo>
                  <a:lnTo>
                    <a:pt x="222" y="22865"/>
                  </a:lnTo>
                  <a:lnTo>
                    <a:pt x="343" y="23066"/>
                  </a:lnTo>
                  <a:lnTo>
                    <a:pt x="484" y="23268"/>
                  </a:lnTo>
                  <a:lnTo>
                    <a:pt x="666" y="23470"/>
                  </a:lnTo>
                  <a:lnTo>
                    <a:pt x="868" y="23652"/>
                  </a:lnTo>
                  <a:lnTo>
                    <a:pt x="1090" y="23833"/>
                  </a:lnTo>
                  <a:lnTo>
                    <a:pt x="1312" y="24015"/>
                  </a:lnTo>
                  <a:lnTo>
                    <a:pt x="1574" y="24196"/>
                  </a:lnTo>
                  <a:lnTo>
                    <a:pt x="1836" y="24358"/>
                  </a:lnTo>
                  <a:lnTo>
                    <a:pt x="2381" y="24661"/>
                  </a:lnTo>
                  <a:lnTo>
                    <a:pt x="2967" y="24923"/>
                  </a:lnTo>
                  <a:lnTo>
                    <a:pt x="3592" y="25165"/>
                  </a:lnTo>
                  <a:lnTo>
                    <a:pt x="4218" y="25387"/>
                  </a:lnTo>
                  <a:lnTo>
                    <a:pt x="4884" y="25589"/>
                  </a:lnTo>
                  <a:lnTo>
                    <a:pt x="5570" y="25770"/>
                  </a:lnTo>
                  <a:lnTo>
                    <a:pt x="6256" y="25912"/>
                  </a:lnTo>
                  <a:lnTo>
                    <a:pt x="6942" y="26053"/>
                  </a:lnTo>
                  <a:lnTo>
                    <a:pt x="7628" y="26174"/>
                  </a:lnTo>
                  <a:lnTo>
                    <a:pt x="8314" y="26295"/>
                  </a:lnTo>
                  <a:lnTo>
                    <a:pt x="9606" y="26477"/>
                  </a:lnTo>
                  <a:lnTo>
                    <a:pt x="10817" y="26618"/>
                  </a:lnTo>
                  <a:lnTo>
                    <a:pt x="10938" y="26638"/>
                  </a:lnTo>
                  <a:lnTo>
                    <a:pt x="11826" y="26739"/>
                  </a:lnTo>
                  <a:lnTo>
                    <a:pt x="12693" y="26820"/>
                  </a:lnTo>
                  <a:lnTo>
                    <a:pt x="13561" y="26880"/>
                  </a:lnTo>
                  <a:lnTo>
                    <a:pt x="14429" y="26941"/>
                  </a:lnTo>
                  <a:lnTo>
                    <a:pt x="15276" y="27001"/>
                  </a:lnTo>
                  <a:lnTo>
                    <a:pt x="16124" y="27022"/>
                  </a:lnTo>
                  <a:lnTo>
                    <a:pt x="16971" y="27042"/>
                  </a:lnTo>
                  <a:lnTo>
                    <a:pt x="17799" y="27062"/>
                  </a:lnTo>
                  <a:lnTo>
                    <a:pt x="18828" y="27042"/>
                  </a:lnTo>
                  <a:lnTo>
                    <a:pt x="19857" y="27022"/>
                  </a:lnTo>
                  <a:lnTo>
                    <a:pt x="20866" y="26961"/>
                  </a:lnTo>
                  <a:lnTo>
                    <a:pt x="21855" y="26880"/>
                  </a:lnTo>
                  <a:lnTo>
                    <a:pt x="23268" y="26759"/>
                  </a:lnTo>
                  <a:lnTo>
                    <a:pt x="24680" y="26598"/>
                  </a:lnTo>
                  <a:lnTo>
                    <a:pt x="26093" y="26436"/>
                  </a:lnTo>
                  <a:lnTo>
                    <a:pt x="27505" y="26255"/>
                  </a:lnTo>
                  <a:lnTo>
                    <a:pt x="30270" y="25871"/>
                  </a:lnTo>
                  <a:lnTo>
                    <a:pt x="32914" y="25468"/>
                  </a:lnTo>
                  <a:lnTo>
                    <a:pt x="34790" y="25205"/>
                  </a:lnTo>
                  <a:lnTo>
                    <a:pt x="36506" y="24943"/>
                  </a:lnTo>
                  <a:lnTo>
                    <a:pt x="37091" y="24862"/>
                  </a:lnTo>
                  <a:lnTo>
                    <a:pt x="37656" y="24721"/>
                  </a:lnTo>
                  <a:lnTo>
                    <a:pt x="38221" y="24539"/>
                  </a:lnTo>
                  <a:lnTo>
                    <a:pt x="38766" y="24338"/>
                  </a:lnTo>
                  <a:lnTo>
                    <a:pt x="39311" y="24096"/>
                  </a:lnTo>
                  <a:lnTo>
                    <a:pt x="39835" y="23833"/>
                  </a:lnTo>
                  <a:lnTo>
                    <a:pt x="40340" y="23530"/>
                  </a:lnTo>
                  <a:lnTo>
                    <a:pt x="40824" y="23208"/>
                  </a:lnTo>
                  <a:lnTo>
                    <a:pt x="41309" y="22824"/>
                  </a:lnTo>
                  <a:lnTo>
                    <a:pt x="41753" y="22421"/>
                  </a:lnTo>
                  <a:lnTo>
                    <a:pt x="42156" y="21977"/>
                  </a:lnTo>
                  <a:lnTo>
                    <a:pt x="42540" y="21533"/>
                  </a:lnTo>
                  <a:lnTo>
                    <a:pt x="42862" y="21069"/>
                  </a:lnTo>
                  <a:lnTo>
                    <a:pt x="43145" y="20584"/>
                  </a:lnTo>
                  <a:lnTo>
                    <a:pt x="43387" y="20080"/>
                  </a:lnTo>
                  <a:lnTo>
                    <a:pt x="43589" y="19555"/>
                  </a:lnTo>
                  <a:lnTo>
                    <a:pt x="43690" y="19172"/>
                  </a:lnTo>
                  <a:lnTo>
                    <a:pt x="43771" y="18788"/>
                  </a:lnTo>
                  <a:lnTo>
                    <a:pt x="43851" y="18385"/>
                  </a:lnTo>
                  <a:lnTo>
                    <a:pt x="43892" y="18001"/>
                  </a:lnTo>
                  <a:lnTo>
                    <a:pt x="43952" y="17194"/>
                  </a:lnTo>
                  <a:lnTo>
                    <a:pt x="43993" y="16407"/>
                  </a:lnTo>
                  <a:lnTo>
                    <a:pt x="44013" y="15761"/>
                  </a:lnTo>
                  <a:lnTo>
                    <a:pt x="44053" y="15115"/>
                  </a:lnTo>
                  <a:lnTo>
                    <a:pt x="44114" y="14449"/>
                  </a:lnTo>
                  <a:lnTo>
                    <a:pt x="44174" y="14147"/>
                  </a:lnTo>
                  <a:lnTo>
                    <a:pt x="44235" y="13824"/>
                  </a:lnTo>
                  <a:lnTo>
                    <a:pt x="44376" y="13319"/>
                  </a:lnTo>
                  <a:lnTo>
                    <a:pt x="44537" y="12815"/>
                  </a:lnTo>
                  <a:lnTo>
                    <a:pt x="44739" y="12351"/>
                  </a:lnTo>
                  <a:lnTo>
                    <a:pt x="44981" y="11887"/>
                  </a:lnTo>
                  <a:lnTo>
                    <a:pt x="45224" y="11443"/>
                  </a:lnTo>
                  <a:lnTo>
                    <a:pt x="45506" y="11019"/>
                  </a:lnTo>
                  <a:lnTo>
                    <a:pt x="45809" y="10595"/>
                  </a:lnTo>
                  <a:lnTo>
                    <a:pt x="46152" y="10191"/>
                  </a:lnTo>
                  <a:lnTo>
                    <a:pt x="46475" y="9788"/>
                  </a:lnTo>
                  <a:lnTo>
                    <a:pt x="46838" y="9404"/>
                  </a:lnTo>
                  <a:lnTo>
                    <a:pt x="47201" y="9021"/>
                  </a:lnTo>
                  <a:lnTo>
                    <a:pt x="47585" y="8658"/>
                  </a:lnTo>
                  <a:lnTo>
                    <a:pt x="48372" y="7911"/>
                  </a:lnTo>
                  <a:lnTo>
                    <a:pt x="49159" y="7185"/>
                  </a:lnTo>
                  <a:lnTo>
                    <a:pt x="50329" y="6135"/>
                  </a:lnTo>
                  <a:lnTo>
                    <a:pt x="50894" y="5590"/>
                  </a:lnTo>
                  <a:lnTo>
                    <a:pt x="51459" y="5025"/>
                  </a:lnTo>
                  <a:lnTo>
                    <a:pt x="51742" y="4702"/>
                  </a:lnTo>
                  <a:lnTo>
                    <a:pt x="52024" y="4359"/>
                  </a:lnTo>
                  <a:lnTo>
                    <a:pt x="52266" y="3976"/>
                  </a:lnTo>
                  <a:lnTo>
                    <a:pt x="52387" y="3774"/>
                  </a:lnTo>
                  <a:lnTo>
                    <a:pt x="52468" y="3572"/>
                  </a:lnTo>
                  <a:lnTo>
                    <a:pt x="52569" y="3371"/>
                  </a:lnTo>
                  <a:lnTo>
                    <a:pt x="52630" y="3169"/>
                  </a:lnTo>
                  <a:lnTo>
                    <a:pt x="52670" y="2947"/>
                  </a:lnTo>
                  <a:lnTo>
                    <a:pt x="52710" y="2745"/>
                  </a:lnTo>
                  <a:lnTo>
                    <a:pt x="52710" y="2523"/>
                  </a:lnTo>
                  <a:lnTo>
                    <a:pt x="52690" y="2321"/>
                  </a:lnTo>
                  <a:lnTo>
                    <a:pt x="52650" y="2099"/>
                  </a:lnTo>
                  <a:lnTo>
                    <a:pt x="52569" y="1897"/>
                  </a:lnTo>
                  <a:lnTo>
                    <a:pt x="52468" y="1716"/>
                  </a:lnTo>
                  <a:lnTo>
                    <a:pt x="52367" y="1534"/>
                  </a:lnTo>
                  <a:lnTo>
                    <a:pt x="52226" y="1373"/>
                  </a:lnTo>
                  <a:lnTo>
                    <a:pt x="52065" y="1211"/>
                  </a:lnTo>
                  <a:lnTo>
                    <a:pt x="51883" y="1070"/>
                  </a:lnTo>
                  <a:lnTo>
                    <a:pt x="51661" y="909"/>
                  </a:lnTo>
                  <a:lnTo>
                    <a:pt x="51439" y="788"/>
                  </a:lnTo>
                  <a:lnTo>
                    <a:pt x="51197" y="666"/>
                  </a:lnTo>
                  <a:lnTo>
                    <a:pt x="50894" y="525"/>
                  </a:lnTo>
                  <a:lnTo>
                    <a:pt x="50571" y="424"/>
                  </a:lnTo>
                  <a:lnTo>
                    <a:pt x="50269" y="323"/>
                  </a:lnTo>
                  <a:lnTo>
                    <a:pt x="49946" y="243"/>
                  </a:lnTo>
                  <a:lnTo>
                    <a:pt x="49623" y="182"/>
                  </a:lnTo>
                  <a:lnTo>
                    <a:pt x="49300" y="122"/>
                  </a:lnTo>
                  <a:lnTo>
                    <a:pt x="48654" y="41"/>
                  </a:lnTo>
                  <a:lnTo>
                    <a:pt x="47988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" name="Google Shape;24;p2"/>
            <p:cNvSpPr/>
            <p:nvPr/>
          </p:nvSpPr>
          <p:spPr>
            <a:xfrm flipH="1">
              <a:off x="1696475" y="-3953198"/>
              <a:ext cx="631867" cy="441222"/>
            </a:xfrm>
            <a:custGeom>
              <a:rect b="b" l="l" r="r" t="t"/>
              <a:pathLst>
                <a:path extrusionOk="0" h="7892" w="11302">
                  <a:moveTo>
                    <a:pt x="10030" y="82"/>
                  </a:moveTo>
                  <a:lnTo>
                    <a:pt x="10252" y="102"/>
                  </a:lnTo>
                  <a:lnTo>
                    <a:pt x="10494" y="142"/>
                  </a:lnTo>
                  <a:lnTo>
                    <a:pt x="10696" y="203"/>
                  </a:lnTo>
                  <a:lnTo>
                    <a:pt x="10797" y="243"/>
                  </a:lnTo>
                  <a:lnTo>
                    <a:pt x="10897" y="304"/>
                  </a:lnTo>
                  <a:lnTo>
                    <a:pt x="10978" y="364"/>
                  </a:lnTo>
                  <a:lnTo>
                    <a:pt x="11059" y="445"/>
                  </a:lnTo>
                  <a:lnTo>
                    <a:pt x="11119" y="526"/>
                  </a:lnTo>
                  <a:lnTo>
                    <a:pt x="11180" y="627"/>
                  </a:lnTo>
                  <a:lnTo>
                    <a:pt x="11220" y="727"/>
                  </a:lnTo>
                  <a:lnTo>
                    <a:pt x="11220" y="828"/>
                  </a:lnTo>
                  <a:lnTo>
                    <a:pt x="11220" y="949"/>
                  </a:lnTo>
                  <a:lnTo>
                    <a:pt x="11180" y="1050"/>
                  </a:lnTo>
                  <a:lnTo>
                    <a:pt x="11140" y="1131"/>
                  </a:lnTo>
                  <a:lnTo>
                    <a:pt x="11079" y="1192"/>
                  </a:lnTo>
                  <a:lnTo>
                    <a:pt x="11019" y="1252"/>
                  </a:lnTo>
                  <a:lnTo>
                    <a:pt x="10938" y="1313"/>
                  </a:lnTo>
                  <a:lnTo>
                    <a:pt x="10756" y="1393"/>
                  </a:lnTo>
                  <a:lnTo>
                    <a:pt x="10554" y="1474"/>
                  </a:lnTo>
                  <a:lnTo>
                    <a:pt x="10433" y="1535"/>
                  </a:lnTo>
                  <a:lnTo>
                    <a:pt x="10131" y="1676"/>
                  </a:lnTo>
                  <a:lnTo>
                    <a:pt x="9888" y="1858"/>
                  </a:lnTo>
                  <a:lnTo>
                    <a:pt x="9666" y="2039"/>
                  </a:lnTo>
                  <a:lnTo>
                    <a:pt x="9505" y="2261"/>
                  </a:lnTo>
                  <a:lnTo>
                    <a:pt x="9364" y="2503"/>
                  </a:lnTo>
                  <a:lnTo>
                    <a:pt x="9243" y="2745"/>
                  </a:lnTo>
                  <a:lnTo>
                    <a:pt x="9021" y="3290"/>
                  </a:lnTo>
                  <a:lnTo>
                    <a:pt x="8819" y="3795"/>
                  </a:lnTo>
                  <a:lnTo>
                    <a:pt x="8617" y="4239"/>
                  </a:lnTo>
                  <a:lnTo>
                    <a:pt x="8415" y="4663"/>
                  </a:lnTo>
                  <a:lnTo>
                    <a:pt x="8193" y="5046"/>
                  </a:lnTo>
                  <a:lnTo>
                    <a:pt x="7992" y="5389"/>
                  </a:lnTo>
                  <a:lnTo>
                    <a:pt x="7749" y="5712"/>
                  </a:lnTo>
                  <a:lnTo>
                    <a:pt x="7527" y="6015"/>
                  </a:lnTo>
                  <a:lnTo>
                    <a:pt x="7285" y="6277"/>
                  </a:lnTo>
                  <a:lnTo>
                    <a:pt x="7023" y="6519"/>
                  </a:lnTo>
                  <a:lnTo>
                    <a:pt x="6821" y="6701"/>
                  </a:lnTo>
                  <a:lnTo>
                    <a:pt x="6599" y="6862"/>
                  </a:lnTo>
                  <a:lnTo>
                    <a:pt x="6357" y="7024"/>
                  </a:lnTo>
                  <a:lnTo>
                    <a:pt x="6115" y="7165"/>
                  </a:lnTo>
                  <a:lnTo>
                    <a:pt x="5873" y="7286"/>
                  </a:lnTo>
                  <a:lnTo>
                    <a:pt x="5630" y="7407"/>
                  </a:lnTo>
                  <a:lnTo>
                    <a:pt x="5368" y="7508"/>
                  </a:lnTo>
                  <a:lnTo>
                    <a:pt x="5086" y="7589"/>
                  </a:lnTo>
                  <a:lnTo>
                    <a:pt x="4823" y="7669"/>
                  </a:lnTo>
                  <a:lnTo>
                    <a:pt x="4541" y="7730"/>
                  </a:lnTo>
                  <a:lnTo>
                    <a:pt x="4278" y="7770"/>
                  </a:lnTo>
                  <a:lnTo>
                    <a:pt x="3996" y="7790"/>
                  </a:lnTo>
                  <a:lnTo>
                    <a:pt x="3713" y="7811"/>
                  </a:lnTo>
                  <a:lnTo>
                    <a:pt x="3431" y="7811"/>
                  </a:lnTo>
                  <a:lnTo>
                    <a:pt x="3169" y="7790"/>
                  </a:lnTo>
                  <a:lnTo>
                    <a:pt x="2886" y="7750"/>
                  </a:lnTo>
                  <a:lnTo>
                    <a:pt x="2603" y="7690"/>
                  </a:lnTo>
                  <a:lnTo>
                    <a:pt x="2321" y="7629"/>
                  </a:lnTo>
                  <a:lnTo>
                    <a:pt x="2059" y="7528"/>
                  </a:lnTo>
                  <a:lnTo>
                    <a:pt x="1796" y="7427"/>
                  </a:lnTo>
                  <a:lnTo>
                    <a:pt x="1554" y="7306"/>
                  </a:lnTo>
                  <a:lnTo>
                    <a:pt x="1332" y="7165"/>
                  </a:lnTo>
                  <a:lnTo>
                    <a:pt x="1110" y="7024"/>
                  </a:lnTo>
                  <a:lnTo>
                    <a:pt x="908" y="6842"/>
                  </a:lnTo>
                  <a:lnTo>
                    <a:pt x="707" y="6640"/>
                  </a:lnTo>
                  <a:lnTo>
                    <a:pt x="545" y="6418"/>
                  </a:lnTo>
                  <a:lnTo>
                    <a:pt x="384" y="6176"/>
                  </a:lnTo>
                  <a:lnTo>
                    <a:pt x="263" y="5934"/>
                  </a:lnTo>
                  <a:lnTo>
                    <a:pt x="182" y="5692"/>
                  </a:lnTo>
                  <a:lnTo>
                    <a:pt x="101" y="5429"/>
                  </a:lnTo>
                  <a:lnTo>
                    <a:pt x="81" y="5167"/>
                  </a:lnTo>
                  <a:lnTo>
                    <a:pt x="81" y="4905"/>
                  </a:lnTo>
                  <a:lnTo>
                    <a:pt x="101" y="4663"/>
                  </a:lnTo>
                  <a:lnTo>
                    <a:pt x="142" y="4441"/>
                  </a:lnTo>
                  <a:lnTo>
                    <a:pt x="222" y="4239"/>
                  </a:lnTo>
                  <a:lnTo>
                    <a:pt x="303" y="4037"/>
                  </a:lnTo>
                  <a:lnTo>
                    <a:pt x="404" y="3835"/>
                  </a:lnTo>
                  <a:lnTo>
                    <a:pt x="525" y="3654"/>
                  </a:lnTo>
                  <a:lnTo>
                    <a:pt x="646" y="3472"/>
                  </a:lnTo>
                  <a:lnTo>
                    <a:pt x="787" y="3311"/>
                  </a:lnTo>
                  <a:lnTo>
                    <a:pt x="1090" y="3008"/>
                  </a:lnTo>
                  <a:lnTo>
                    <a:pt x="1393" y="2745"/>
                  </a:lnTo>
                  <a:lnTo>
                    <a:pt x="1695" y="2523"/>
                  </a:lnTo>
                  <a:lnTo>
                    <a:pt x="1978" y="2342"/>
                  </a:lnTo>
                  <a:lnTo>
                    <a:pt x="2361" y="2120"/>
                  </a:lnTo>
                  <a:lnTo>
                    <a:pt x="2745" y="1918"/>
                  </a:lnTo>
                  <a:lnTo>
                    <a:pt x="3128" y="1736"/>
                  </a:lnTo>
                  <a:lnTo>
                    <a:pt x="3532" y="1555"/>
                  </a:lnTo>
                  <a:lnTo>
                    <a:pt x="4319" y="1252"/>
                  </a:lnTo>
                  <a:lnTo>
                    <a:pt x="5106" y="990"/>
                  </a:lnTo>
                  <a:lnTo>
                    <a:pt x="6175" y="647"/>
                  </a:lnTo>
                  <a:lnTo>
                    <a:pt x="6740" y="505"/>
                  </a:lnTo>
                  <a:lnTo>
                    <a:pt x="7326" y="364"/>
                  </a:lnTo>
                  <a:lnTo>
                    <a:pt x="7911" y="243"/>
                  </a:lnTo>
                  <a:lnTo>
                    <a:pt x="8496" y="162"/>
                  </a:lnTo>
                  <a:lnTo>
                    <a:pt x="9101" y="102"/>
                  </a:lnTo>
                  <a:lnTo>
                    <a:pt x="9727" y="82"/>
                  </a:lnTo>
                  <a:close/>
                  <a:moveTo>
                    <a:pt x="9384" y="1"/>
                  </a:moveTo>
                  <a:lnTo>
                    <a:pt x="8718" y="62"/>
                  </a:lnTo>
                  <a:lnTo>
                    <a:pt x="8092" y="142"/>
                  </a:lnTo>
                  <a:lnTo>
                    <a:pt x="7447" y="243"/>
                  </a:lnTo>
                  <a:lnTo>
                    <a:pt x="6841" y="384"/>
                  </a:lnTo>
                  <a:lnTo>
                    <a:pt x="6236" y="546"/>
                  </a:lnTo>
                  <a:lnTo>
                    <a:pt x="5651" y="727"/>
                  </a:lnTo>
                  <a:lnTo>
                    <a:pt x="5086" y="909"/>
                  </a:lnTo>
                  <a:lnTo>
                    <a:pt x="4299" y="1171"/>
                  </a:lnTo>
                  <a:lnTo>
                    <a:pt x="3491" y="1474"/>
                  </a:lnTo>
                  <a:lnTo>
                    <a:pt x="3108" y="1656"/>
                  </a:lnTo>
                  <a:lnTo>
                    <a:pt x="2704" y="1837"/>
                  </a:lnTo>
                  <a:lnTo>
                    <a:pt x="2321" y="2039"/>
                  </a:lnTo>
                  <a:lnTo>
                    <a:pt x="1938" y="2261"/>
                  </a:lnTo>
                  <a:lnTo>
                    <a:pt x="1655" y="2443"/>
                  </a:lnTo>
                  <a:lnTo>
                    <a:pt x="1352" y="2685"/>
                  </a:lnTo>
                  <a:lnTo>
                    <a:pt x="1029" y="2947"/>
                  </a:lnTo>
                  <a:lnTo>
                    <a:pt x="727" y="3250"/>
                  </a:lnTo>
                  <a:lnTo>
                    <a:pt x="585" y="3432"/>
                  </a:lnTo>
                  <a:lnTo>
                    <a:pt x="464" y="3613"/>
                  </a:lnTo>
                  <a:lnTo>
                    <a:pt x="343" y="3795"/>
                  </a:lnTo>
                  <a:lnTo>
                    <a:pt x="222" y="3997"/>
                  </a:lnTo>
                  <a:lnTo>
                    <a:pt x="142" y="4219"/>
                  </a:lnTo>
                  <a:lnTo>
                    <a:pt x="61" y="4441"/>
                  </a:lnTo>
                  <a:lnTo>
                    <a:pt x="20" y="4663"/>
                  </a:lnTo>
                  <a:lnTo>
                    <a:pt x="0" y="4905"/>
                  </a:lnTo>
                  <a:lnTo>
                    <a:pt x="0" y="5167"/>
                  </a:lnTo>
                  <a:lnTo>
                    <a:pt x="20" y="5429"/>
                  </a:lnTo>
                  <a:lnTo>
                    <a:pt x="101" y="5712"/>
                  </a:lnTo>
                  <a:lnTo>
                    <a:pt x="202" y="5974"/>
                  </a:lnTo>
                  <a:lnTo>
                    <a:pt x="323" y="6216"/>
                  </a:lnTo>
                  <a:lnTo>
                    <a:pt x="485" y="6459"/>
                  </a:lnTo>
                  <a:lnTo>
                    <a:pt x="646" y="6701"/>
                  </a:lnTo>
                  <a:lnTo>
                    <a:pt x="868" y="6903"/>
                  </a:lnTo>
                  <a:lnTo>
                    <a:pt x="1070" y="7084"/>
                  </a:lnTo>
                  <a:lnTo>
                    <a:pt x="1272" y="7225"/>
                  </a:lnTo>
                  <a:lnTo>
                    <a:pt x="1514" y="7367"/>
                  </a:lnTo>
                  <a:lnTo>
                    <a:pt x="1756" y="7488"/>
                  </a:lnTo>
                  <a:lnTo>
                    <a:pt x="2018" y="7609"/>
                  </a:lnTo>
                  <a:lnTo>
                    <a:pt x="2301" y="7690"/>
                  </a:lnTo>
                  <a:lnTo>
                    <a:pt x="2583" y="7770"/>
                  </a:lnTo>
                  <a:lnTo>
                    <a:pt x="2886" y="7831"/>
                  </a:lnTo>
                  <a:lnTo>
                    <a:pt x="3269" y="7871"/>
                  </a:lnTo>
                  <a:lnTo>
                    <a:pt x="3673" y="7891"/>
                  </a:lnTo>
                  <a:lnTo>
                    <a:pt x="4137" y="7871"/>
                  </a:lnTo>
                  <a:lnTo>
                    <a:pt x="4601" y="7811"/>
                  </a:lnTo>
                  <a:lnTo>
                    <a:pt x="5045" y="7710"/>
                  </a:lnTo>
                  <a:lnTo>
                    <a:pt x="5489" y="7548"/>
                  </a:lnTo>
                  <a:lnTo>
                    <a:pt x="5913" y="7367"/>
                  </a:lnTo>
                  <a:lnTo>
                    <a:pt x="6337" y="7145"/>
                  </a:lnTo>
                  <a:lnTo>
                    <a:pt x="6720" y="6882"/>
                  </a:lnTo>
                  <a:lnTo>
                    <a:pt x="7083" y="6580"/>
                  </a:lnTo>
                  <a:lnTo>
                    <a:pt x="7346" y="6338"/>
                  </a:lnTo>
                  <a:lnTo>
                    <a:pt x="7588" y="6055"/>
                  </a:lnTo>
                  <a:lnTo>
                    <a:pt x="7830" y="5752"/>
                  </a:lnTo>
                  <a:lnTo>
                    <a:pt x="8052" y="5429"/>
                  </a:lnTo>
                  <a:lnTo>
                    <a:pt x="8274" y="5086"/>
                  </a:lnTo>
                  <a:lnTo>
                    <a:pt x="8476" y="4703"/>
                  </a:lnTo>
                  <a:lnTo>
                    <a:pt x="8698" y="4279"/>
                  </a:lnTo>
                  <a:lnTo>
                    <a:pt x="8900" y="3815"/>
                  </a:lnTo>
                  <a:lnTo>
                    <a:pt x="9101" y="3311"/>
                  </a:lnTo>
                  <a:lnTo>
                    <a:pt x="9303" y="2786"/>
                  </a:lnTo>
                  <a:lnTo>
                    <a:pt x="9424" y="2544"/>
                  </a:lnTo>
                  <a:lnTo>
                    <a:pt x="9566" y="2322"/>
                  </a:lnTo>
                  <a:lnTo>
                    <a:pt x="9727" y="2100"/>
                  </a:lnTo>
                  <a:lnTo>
                    <a:pt x="9929" y="1918"/>
                  </a:lnTo>
                  <a:lnTo>
                    <a:pt x="10171" y="1757"/>
                  </a:lnTo>
                  <a:lnTo>
                    <a:pt x="10454" y="1615"/>
                  </a:lnTo>
                  <a:lnTo>
                    <a:pt x="10595" y="1555"/>
                  </a:lnTo>
                  <a:lnTo>
                    <a:pt x="10797" y="1474"/>
                  </a:lnTo>
                  <a:lnTo>
                    <a:pt x="10978" y="1373"/>
                  </a:lnTo>
                  <a:lnTo>
                    <a:pt x="11059" y="1313"/>
                  </a:lnTo>
                  <a:lnTo>
                    <a:pt x="11140" y="1252"/>
                  </a:lnTo>
                  <a:lnTo>
                    <a:pt x="11200" y="1171"/>
                  </a:lnTo>
                  <a:lnTo>
                    <a:pt x="11261" y="1071"/>
                  </a:lnTo>
                  <a:lnTo>
                    <a:pt x="11301" y="970"/>
                  </a:lnTo>
                  <a:lnTo>
                    <a:pt x="11301" y="849"/>
                  </a:lnTo>
                  <a:lnTo>
                    <a:pt x="11301" y="727"/>
                  </a:lnTo>
                  <a:lnTo>
                    <a:pt x="11261" y="606"/>
                  </a:lnTo>
                  <a:lnTo>
                    <a:pt x="11200" y="485"/>
                  </a:lnTo>
                  <a:lnTo>
                    <a:pt x="11119" y="384"/>
                  </a:lnTo>
                  <a:lnTo>
                    <a:pt x="11039" y="304"/>
                  </a:lnTo>
                  <a:lnTo>
                    <a:pt x="10938" y="223"/>
                  </a:lnTo>
                  <a:lnTo>
                    <a:pt x="10837" y="162"/>
                  </a:lnTo>
                  <a:lnTo>
                    <a:pt x="10736" y="122"/>
                  </a:lnTo>
                  <a:lnTo>
                    <a:pt x="10514" y="62"/>
                  </a:lnTo>
                  <a:lnTo>
                    <a:pt x="10272" y="21"/>
                  </a:lnTo>
                  <a:lnTo>
                    <a:pt x="10030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" name="Google Shape;25;p2"/>
            <p:cNvSpPr/>
            <p:nvPr/>
          </p:nvSpPr>
          <p:spPr>
            <a:xfrm flipH="1">
              <a:off x="39193" y="-3980256"/>
              <a:ext cx="262933" cy="275344"/>
            </a:xfrm>
            <a:custGeom>
              <a:rect b="b" l="l" r="r" t="t"/>
              <a:pathLst>
                <a:path extrusionOk="0" h="4925" w="4703">
                  <a:moveTo>
                    <a:pt x="1938" y="81"/>
                  </a:moveTo>
                  <a:lnTo>
                    <a:pt x="2160" y="122"/>
                  </a:lnTo>
                  <a:lnTo>
                    <a:pt x="2382" y="182"/>
                  </a:lnTo>
                  <a:lnTo>
                    <a:pt x="2604" y="283"/>
                  </a:lnTo>
                  <a:lnTo>
                    <a:pt x="2785" y="384"/>
                  </a:lnTo>
                  <a:lnTo>
                    <a:pt x="2967" y="505"/>
                  </a:lnTo>
                  <a:lnTo>
                    <a:pt x="3129" y="626"/>
                  </a:lnTo>
                  <a:lnTo>
                    <a:pt x="3411" y="889"/>
                  </a:lnTo>
                  <a:lnTo>
                    <a:pt x="3613" y="1111"/>
                  </a:lnTo>
                  <a:lnTo>
                    <a:pt x="3794" y="1353"/>
                  </a:lnTo>
                  <a:lnTo>
                    <a:pt x="3976" y="1595"/>
                  </a:lnTo>
                  <a:lnTo>
                    <a:pt x="4117" y="1857"/>
                  </a:lnTo>
                  <a:lnTo>
                    <a:pt x="4259" y="2120"/>
                  </a:lnTo>
                  <a:lnTo>
                    <a:pt x="4380" y="2402"/>
                  </a:lnTo>
                  <a:lnTo>
                    <a:pt x="4460" y="2685"/>
                  </a:lnTo>
                  <a:lnTo>
                    <a:pt x="4541" y="2967"/>
                  </a:lnTo>
                  <a:lnTo>
                    <a:pt x="4602" y="3330"/>
                  </a:lnTo>
                  <a:lnTo>
                    <a:pt x="4622" y="3472"/>
                  </a:lnTo>
                  <a:lnTo>
                    <a:pt x="4622" y="3633"/>
                  </a:lnTo>
                  <a:lnTo>
                    <a:pt x="4602" y="3774"/>
                  </a:lnTo>
                  <a:lnTo>
                    <a:pt x="4561" y="3895"/>
                  </a:lnTo>
                  <a:lnTo>
                    <a:pt x="4521" y="4016"/>
                  </a:lnTo>
                  <a:lnTo>
                    <a:pt x="4481" y="4138"/>
                  </a:lnTo>
                  <a:lnTo>
                    <a:pt x="4380" y="4279"/>
                  </a:lnTo>
                  <a:lnTo>
                    <a:pt x="4238" y="4400"/>
                  </a:lnTo>
                  <a:lnTo>
                    <a:pt x="4097" y="4521"/>
                  </a:lnTo>
                  <a:lnTo>
                    <a:pt x="3916" y="4622"/>
                  </a:lnTo>
                  <a:lnTo>
                    <a:pt x="3673" y="4723"/>
                  </a:lnTo>
                  <a:lnTo>
                    <a:pt x="3431" y="4783"/>
                  </a:lnTo>
                  <a:lnTo>
                    <a:pt x="3189" y="4844"/>
                  </a:lnTo>
                  <a:lnTo>
                    <a:pt x="2685" y="4844"/>
                  </a:lnTo>
                  <a:lnTo>
                    <a:pt x="2442" y="4804"/>
                  </a:lnTo>
                  <a:lnTo>
                    <a:pt x="2200" y="4723"/>
                  </a:lnTo>
                  <a:lnTo>
                    <a:pt x="1958" y="4622"/>
                  </a:lnTo>
                  <a:lnTo>
                    <a:pt x="1676" y="4460"/>
                  </a:lnTo>
                  <a:lnTo>
                    <a:pt x="1393" y="4238"/>
                  </a:lnTo>
                  <a:lnTo>
                    <a:pt x="1111" y="3976"/>
                  </a:lnTo>
                  <a:lnTo>
                    <a:pt x="868" y="3694"/>
                  </a:lnTo>
                  <a:lnTo>
                    <a:pt x="646" y="3391"/>
                  </a:lnTo>
                  <a:lnTo>
                    <a:pt x="445" y="3068"/>
                  </a:lnTo>
                  <a:lnTo>
                    <a:pt x="283" y="2725"/>
                  </a:lnTo>
                  <a:lnTo>
                    <a:pt x="162" y="2382"/>
                  </a:lnTo>
                  <a:lnTo>
                    <a:pt x="122" y="2160"/>
                  </a:lnTo>
                  <a:lnTo>
                    <a:pt x="81" y="1958"/>
                  </a:lnTo>
                  <a:lnTo>
                    <a:pt x="81" y="1756"/>
                  </a:lnTo>
                  <a:lnTo>
                    <a:pt x="81" y="1555"/>
                  </a:lnTo>
                  <a:lnTo>
                    <a:pt x="122" y="1373"/>
                  </a:lnTo>
                  <a:lnTo>
                    <a:pt x="162" y="1191"/>
                  </a:lnTo>
                  <a:lnTo>
                    <a:pt x="243" y="1010"/>
                  </a:lnTo>
                  <a:lnTo>
                    <a:pt x="323" y="848"/>
                  </a:lnTo>
                  <a:lnTo>
                    <a:pt x="445" y="687"/>
                  </a:lnTo>
                  <a:lnTo>
                    <a:pt x="606" y="525"/>
                  </a:lnTo>
                  <a:lnTo>
                    <a:pt x="767" y="404"/>
                  </a:lnTo>
                  <a:lnTo>
                    <a:pt x="949" y="283"/>
                  </a:lnTo>
                  <a:lnTo>
                    <a:pt x="1151" y="202"/>
                  </a:lnTo>
                  <a:lnTo>
                    <a:pt x="1353" y="122"/>
                  </a:lnTo>
                  <a:lnTo>
                    <a:pt x="1554" y="81"/>
                  </a:lnTo>
                  <a:close/>
                  <a:moveTo>
                    <a:pt x="1696" y="1"/>
                  </a:moveTo>
                  <a:lnTo>
                    <a:pt x="1454" y="21"/>
                  </a:lnTo>
                  <a:lnTo>
                    <a:pt x="1211" y="81"/>
                  </a:lnTo>
                  <a:lnTo>
                    <a:pt x="989" y="182"/>
                  </a:lnTo>
                  <a:lnTo>
                    <a:pt x="767" y="303"/>
                  </a:lnTo>
                  <a:lnTo>
                    <a:pt x="586" y="445"/>
                  </a:lnTo>
                  <a:lnTo>
                    <a:pt x="404" y="626"/>
                  </a:lnTo>
                  <a:lnTo>
                    <a:pt x="263" y="808"/>
                  </a:lnTo>
                  <a:lnTo>
                    <a:pt x="162" y="989"/>
                  </a:lnTo>
                  <a:lnTo>
                    <a:pt x="81" y="1171"/>
                  </a:lnTo>
                  <a:lnTo>
                    <a:pt x="41" y="1353"/>
                  </a:lnTo>
                  <a:lnTo>
                    <a:pt x="1" y="1555"/>
                  </a:lnTo>
                  <a:lnTo>
                    <a:pt x="1" y="1756"/>
                  </a:lnTo>
                  <a:lnTo>
                    <a:pt x="1" y="1958"/>
                  </a:lnTo>
                  <a:lnTo>
                    <a:pt x="41" y="2180"/>
                  </a:lnTo>
                  <a:lnTo>
                    <a:pt x="81" y="2402"/>
                  </a:lnTo>
                  <a:lnTo>
                    <a:pt x="202" y="2745"/>
                  </a:lnTo>
                  <a:lnTo>
                    <a:pt x="364" y="3088"/>
                  </a:lnTo>
                  <a:lnTo>
                    <a:pt x="566" y="3431"/>
                  </a:lnTo>
                  <a:lnTo>
                    <a:pt x="808" y="3754"/>
                  </a:lnTo>
                  <a:lnTo>
                    <a:pt x="1050" y="4037"/>
                  </a:lnTo>
                  <a:lnTo>
                    <a:pt x="1332" y="4299"/>
                  </a:lnTo>
                  <a:lnTo>
                    <a:pt x="1635" y="4521"/>
                  </a:lnTo>
                  <a:lnTo>
                    <a:pt x="1938" y="4703"/>
                  </a:lnTo>
                  <a:lnTo>
                    <a:pt x="2160" y="4804"/>
                  </a:lnTo>
                  <a:lnTo>
                    <a:pt x="2422" y="4864"/>
                  </a:lnTo>
                  <a:lnTo>
                    <a:pt x="2664" y="4925"/>
                  </a:lnTo>
                  <a:lnTo>
                    <a:pt x="3189" y="4925"/>
                  </a:lnTo>
                  <a:lnTo>
                    <a:pt x="3451" y="4864"/>
                  </a:lnTo>
                  <a:lnTo>
                    <a:pt x="3714" y="4804"/>
                  </a:lnTo>
                  <a:lnTo>
                    <a:pt x="3956" y="4682"/>
                  </a:lnTo>
                  <a:lnTo>
                    <a:pt x="4138" y="4582"/>
                  </a:lnTo>
                  <a:lnTo>
                    <a:pt x="4299" y="4460"/>
                  </a:lnTo>
                  <a:lnTo>
                    <a:pt x="4440" y="4319"/>
                  </a:lnTo>
                  <a:lnTo>
                    <a:pt x="4541" y="4178"/>
                  </a:lnTo>
                  <a:lnTo>
                    <a:pt x="4602" y="4057"/>
                  </a:lnTo>
                  <a:lnTo>
                    <a:pt x="4642" y="3916"/>
                  </a:lnTo>
                  <a:lnTo>
                    <a:pt x="4682" y="3795"/>
                  </a:lnTo>
                  <a:lnTo>
                    <a:pt x="4703" y="3633"/>
                  </a:lnTo>
                  <a:lnTo>
                    <a:pt x="4703" y="3492"/>
                  </a:lnTo>
                  <a:lnTo>
                    <a:pt x="4682" y="3310"/>
                  </a:lnTo>
                  <a:lnTo>
                    <a:pt x="4622" y="2947"/>
                  </a:lnTo>
                  <a:lnTo>
                    <a:pt x="4541" y="2664"/>
                  </a:lnTo>
                  <a:lnTo>
                    <a:pt x="4440" y="2362"/>
                  </a:lnTo>
                  <a:lnTo>
                    <a:pt x="4339" y="2099"/>
                  </a:lnTo>
                  <a:lnTo>
                    <a:pt x="4198" y="1817"/>
                  </a:lnTo>
                  <a:lnTo>
                    <a:pt x="4037" y="1555"/>
                  </a:lnTo>
                  <a:lnTo>
                    <a:pt x="3855" y="1312"/>
                  </a:lnTo>
                  <a:lnTo>
                    <a:pt x="3673" y="1070"/>
                  </a:lnTo>
                  <a:lnTo>
                    <a:pt x="3472" y="828"/>
                  </a:lnTo>
                  <a:lnTo>
                    <a:pt x="3189" y="566"/>
                  </a:lnTo>
                  <a:lnTo>
                    <a:pt x="3007" y="445"/>
                  </a:lnTo>
                  <a:lnTo>
                    <a:pt x="2826" y="324"/>
                  </a:lnTo>
                  <a:lnTo>
                    <a:pt x="2624" y="202"/>
                  </a:lnTo>
                  <a:lnTo>
                    <a:pt x="2422" y="102"/>
                  </a:lnTo>
                  <a:lnTo>
                    <a:pt x="2180" y="41"/>
                  </a:lnTo>
                  <a:lnTo>
                    <a:pt x="1938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" name="Google Shape;26;p2"/>
            <p:cNvSpPr/>
            <p:nvPr/>
          </p:nvSpPr>
          <p:spPr>
            <a:xfrm flipH="1">
              <a:off x="-3393920" y="-1511765"/>
              <a:ext cx="935332" cy="741278"/>
            </a:xfrm>
            <a:custGeom>
              <a:rect b="b" l="l" r="r" t="t"/>
              <a:pathLst>
                <a:path extrusionOk="0" h="13259" w="16730">
                  <a:moveTo>
                    <a:pt x="14550" y="81"/>
                  </a:moveTo>
                  <a:lnTo>
                    <a:pt x="14772" y="122"/>
                  </a:lnTo>
                  <a:lnTo>
                    <a:pt x="15014" y="202"/>
                  </a:lnTo>
                  <a:lnTo>
                    <a:pt x="15216" y="324"/>
                  </a:lnTo>
                  <a:lnTo>
                    <a:pt x="15438" y="465"/>
                  </a:lnTo>
                  <a:lnTo>
                    <a:pt x="15640" y="667"/>
                  </a:lnTo>
                  <a:lnTo>
                    <a:pt x="15821" y="889"/>
                  </a:lnTo>
                  <a:lnTo>
                    <a:pt x="15983" y="1131"/>
                  </a:lnTo>
                  <a:lnTo>
                    <a:pt x="16144" y="1413"/>
                  </a:lnTo>
                  <a:lnTo>
                    <a:pt x="16245" y="1655"/>
                  </a:lnTo>
                  <a:lnTo>
                    <a:pt x="16346" y="1898"/>
                  </a:lnTo>
                  <a:lnTo>
                    <a:pt x="16427" y="2140"/>
                  </a:lnTo>
                  <a:lnTo>
                    <a:pt x="16487" y="2422"/>
                  </a:lnTo>
                  <a:lnTo>
                    <a:pt x="16548" y="2685"/>
                  </a:lnTo>
                  <a:lnTo>
                    <a:pt x="16588" y="2967"/>
                  </a:lnTo>
                  <a:lnTo>
                    <a:pt x="16628" y="3250"/>
                  </a:lnTo>
                  <a:lnTo>
                    <a:pt x="16649" y="3552"/>
                  </a:lnTo>
                  <a:lnTo>
                    <a:pt x="16649" y="3855"/>
                  </a:lnTo>
                  <a:lnTo>
                    <a:pt x="16649" y="4178"/>
                  </a:lnTo>
                  <a:lnTo>
                    <a:pt x="16588" y="4844"/>
                  </a:lnTo>
                  <a:lnTo>
                    <a:pt x="16487" y="5550"/>
                  </a:lnTo>
                  <a:lnTo>
                    <a:pt x="16326" y="6317"/>
                  </a:lnTo>
                  <a:lnTo>
                    <a:pt x="16144" y="7044"/>
                  </a:lnTo>
                  <a:lnTo>
                    <a:pt x="15942" y="7709"/>
                  </a:lnTo>
                  <a:lnTo>
                    <a:pt x="15720" y="8315"/>
                  </a:lnTo>
                  <a:lnTo>
                    <a:pt x="15458" y="8860"/>
                  </a:lnTo>
                  <a:lnTo>
                    <a:pt x="15317" y="9122"/>
                  </a:lnTo>
                  <a:lnTo>
                    <a:pt x="15176" y="9364"/>
                  </a:lnTo>
                  <a:lnTo>
                    <a:pt x="15014" y="9586"/>
                  </a:lnTo>
                  <a:lnTo>
                    <a:pt x="14873" y="9808"/>
                  </a:lnTo>
                  <a:lnTo>
                    <a:pt x="14691" y="10010"/>
                  </a:lnTo>
                  <a:lnTo>
                    <a:pt x="14530" y="10212"/>
                  </a:lnTo>
                  <a:lnTo>
                    <a:pt x="14348" y="10393"/>
                  </a:lnTo>
                  <a:lnTo>
                    <a:pt x="14146" y="10555"/>
                  </a:lnTo>
                  <a:lnTo>
                    <a:pt x="13803" y="10837"/>
                  </a:lnTo>
                  <a:lnTo>
                    <a:pt x="13440" y="11080"/>
                  </a:lnTo>
                  <a:lnTo>
                    <a:pt x="13036" y="11302"/>
                  </a:lnTo>
                  <a:lnTo>
                    <a:pt x="12633" y="11483"/>
                  </a:lnTo>
                  <a:lnTo>
                    <a:pt x="12229" y="11665"/>
                  </a:lnTo>
                  <a:lnTo>
                    <a:pt x="11805" y="11806"/>
                  </a:lnTo>
                  <a:lnTo>
                    <a:pt x="11402" y="11947"/>
                  </a:lnTo>
                  <a:lnTo>
                    <a:pt x="10978" y="12068"/>
                  </a:lnTo>
                  <a:lnTo>
                    <a:pt x="10373" y="12230"/>
                  </a:lnTo>
                  <a:lnTo>
                    <a:pt x="9787" y="12371"/>
                  </a:lnTo>
                  <a:lnTo>
                    <a:pt x="9202" y="12512"/>
                  </a:lnTo>
                  <a:lnTo>
                    <a:pt x="8597" y="12633"/>
                  </a:lnTo>
                  <a:lnTo>
                    <a:pt x="7991" y="12734"/>
                  </a:lnTo>
                  <a:lnTo>
                    <a:pt x="7386" y="12835"/>
                  </a:lnTo>
                  <a:lnTo>
                    <a:pt x="6801" y="12936"/>
                  </a:lnTo>
                  <a:lnTo>
                    <a:pt x="6195" y="12997"/>
                  </a:lnTo>
                  <a:lnTo>
                    <a:pt x="5590" y="13057"/>
                  </a:lnTo>
                  <a:lnTo>
                    <a:pt x="4964" y="13118"/>
                  </a:lnTo>
                  <a:lnTo>
                    <a:pt x="4359" y="13158"/>
                  </a:lnTo>
                  <a:lnTo>
                    <a:pt x="3754" y="13178"/>
                  </a:lnTo>
                  <a:lnTo>
                    <a:pt x="1917" y="13178"/>
                  </a:lnTo>
                  <a:lnTo>
                    <a:pt x="1312" y="13138"/>
                  </a:lnTo>
                  <a:lnTo>
                    <a:pt x="1070" y="13118"/>
                  </a:lnTo>
                  <a:lnTo>
                    <a:pt x="848" y="13077"/>
                  </a:lnTo>
                  <a:lnTo>
                    <a:pt x="646" y="13017"/>
                  </a:lnTo>
                  <a:lnTo>
                    <a:pt x="484" y="12956"/>
                  </a:lnTo>
                  <a:lnTo>
                    <a:pt x="343" y="12855"/>
                  </a:lnTo>
                  <a:lnTo>
                    <a:pt x="242" y="12754"/>
                  </a:lnTo>
                  <a:lnTo>
                    <a:pt x="162" y="12613"/>
                  </a:lnTo>
                  <a:lnTo>
                    <a:pt x="101" y="12472"/>
                  </a:lnTo>
                  <a:lnTo>
                    <a:pt x="81" y="12351"/>
                  </a:lnTo>
                  <a:lnTo>
                    <a:pt x="81" y="12210"/>
                  </a:lnTo>
                  <a:lnTo>
                    <a:pt x="101" y="12068"/>
                  </a:lnTo>
                  <a:lnTo>
                    <a:pt x="121" y="11907"/>
                  </a:lnTo>
                  <a:lnTo>
                    <a:pt x="182" y="11745"/>
                  </a:lnTo>
                  <a:lnTo>
                    <a:pt x="242" y="11584"/>
                  </a:lnTo>
                  <a:lnTo>
                    <a:pt x="384" y="11241"/>
                  </a:lnTo>
                  <a:lnTo>
                    <a:pt x="606" y="10878"/>
                  </a:lnTo>
                  <a:lnTo>
                    <a:pt x="848" y="10515"/>
                  </a:lnTo>
                  <a:lnTo>
                    <a:pt x="1110" y="10131"/>
                  </a:lnTo>
                  <a:lnTo>
                    <a:pt x="1413" y="9768"/>
                  </a:lnTo>
                  <a:lnTo>
                    <a:pt x="1715" y="9405"/>
                  </a:lnTo>
                  <a:lnTo>
                    <a:pt x="2038" y="9062"/>
                  </a:lnTo>
                  <a:lnTo>
                    <a:pt x="2341" y="8739"/>
                  </a:lnTo>
                  <a:lnTo>
                    <a:pt x="2644" y="8456"/>
                  </a:lnTo>
                  <a:lnTo>
                    <a:pt x="2926" y="8194"/>
                  </a:lnTo>
                  <a:lnTo>
                    <a:pt x="3189" y="7972"/>
                  </a:lnTo>
                  <a:lnTo>
                    <a:pt x="3411" y="7790"/>
                  </a:lnTo>
                  <a:lnTo>
                    <a:pt x="3592" y="7669"/>
                  </a:lnTo>
                  <a:lnTo>
                    <a:pt x="4198" y="7306"/>
                  </a:lnTo>
                  <a:lnTo>
                    <a:pt x="4823" y="6983"/>
                  </a:lnTo>
                  <a:lnTo>
                    <a:pt x="6095" y="6357"/>
                  </a:lnTo>
                  <a:lnTo>
                    <a:pt x="6720" y="6055"/>
                  </a:lnTo>
                  <a:lnTo>
                    <a:pt x="7346" y="5752"/>
                  </a:lnTo>
                  <a:lnTo>
                    <a:pt x="7971" y="5409"/>
                  </a:lnTo>
                  <a:lnTo>
                    <a:pt x="8597" y="5066"/>
                  </a:lnTo>
                  <a:lnTo>
                    <a:pt x="9101" y="4723"/>
                  </a:lnTo>
                  <a:lnTo>
                    <a:pt x="9606" y="4360"/>
                  </a:lnTo>
                  <a:lnTo>
                    <a:pt x="10110" y="3976"/>
                  </a:lnTo>
                  <a:lnTo>
                    <a:pt x="10574" y="3573"/>
                  </a:lnTo>
                  <a:lnTo>
                    <a:pt x="11018" y="3149"/>
                  </a:lnTo>
                  <a:lnTo>
                    <a:pt x="11442" y="2705"/>
                  </a:lnTo>
                  <a:lnTo>
                    <a:pt x="11866" y="2241"/>
                  </a:lnTo>
                  <a:lnTo>
                    <a:pt x="12249" y="1756"/>
                  </a:lnTo>
                  <a:lnTo>
                    <a:pt x="12290" y="1716"/>
                  </a:lnTo>
                  <a:lnTo>
                    <a:pt x="12754" y="1131"/>
                  </a:lnTo>
                  <a:lnTo>
                    <a:pt x="12996" y="868"/>
                  </a:lnTo>
                  <a:lnTo>
                    <a:pt x="13238" y="606"/>
                  </a:lnTo>
                  <a:lnTo>
                    <a:pt x="13521" y="404"/>
                  </a:lnTo>
                  <a:lnTo>
                    <a:pt x="13662" y="303"/>
                  </a:lnTo>
                  <a:lnTo>
                    <a:pt x="13803" y="223"/>
                  </a:lnTo>
                  <a:lnTo>
                    <a:pt x="13965" y="162"/>
                  </a:lnTo>
                  <a:lnTo>
                    <a:pt x="14126" y="122"/>
                  </a:lnTo>
                  <a:lnTo>
                    <a:pt x="14288" y="102"/>
                  </a:lnTo>
                  <a:lnTo>
                    <a:pt x="14449" y="81"/>
                  </a:lnTo>
                  <a:close/>
                  <a:moveTo>
                    <a:pt x="14368" y="1"/>
                  </a:moveTo>
                  <a:lnTo>
                    <a:pt x="14187" y="21"/>
                  </a:lnTo>
                  <a:lnTo>
                    <a:pt x="14025" y="61"/>
                  </a:lnTo>
                  <a:lnTo>
                    <a:pt x="13864" y="122"/>
                  </a:lnTo>
                  <a:lnTo>
                    <a:pt x="13702" y="202"/>
                  </a:lnTo>
                  <a:lnTo>
                    <a:pt x="13541" y="283"/>
                  </a:lnTo>
                  <a:lnTo>
                    <a:pt x="13400" y="384"/>
                  </a:lnTo>
                  <a:lnTo>
                    <a:pt x="13238" y="505"/>
                  </a:lnTo>
                  <a:lnTo>
                    <a:pt x="12976" y="768"/>
                  </a:lnTo>
                  <a:lnTo>
                    <a:pt x="12714" y="1050"/>
                  </a:lnTo>
                  <a:lnTo>
                    <a:pt x="12451" y="1353"/>
                  </a:lnTo>
                  <a:lnTo>
                    <a:pt x="12229" y="1655"/>
                  </a:lnTo>
                  <a:lnTo>
                    <a:pt x="12189" y="1716"/>
                  </a:lnTo>
                  <a:lnTo>
                    <a:pt x="11805" y="2200"/>
                  </a:lnTo>
                  <a:lnTo>
                    <a:pt x="11382" y="2664"/>
                  </a:lnTo>
                  <a:lnTo>
                    <a:pt x="10958" y="3088"/>
                  </a:lnTo>
                  <a:lnTo>
                    <a:pt x="10514" y="3512"/>
                  </a:lnTo>
                  <a:lnTo>
                    <a:pt x="10050" y="3916"/>
                  </a:lnTo>
                  <a:lnTo>
                    <a:pt x="9565" y="4299"/>
                  </a:lnTo>
                  <a:lnTo>
                    <a:pt x="9061" y="4662"/>
                  </a:lnTo>
                  <a:lnTo>
                    <a:pt x="8556" y="4985"/>
                  </a:lnTo>
                  <a:lnTo>
                    <a:pt x="7931" y="5348"/>
                  </a:lnTo>
                  <a:lnTo>
                    <a:pt x="7305" y="5671"/>
                  </a:lnTo>
                  <a:lnTo>
                    <a:pt x="6680" y="5994"/>
                  </a:lnTo>
                  <a:lnTo>
                    <a:pt x="6054" y="6297"/>
                  </a:lnTo>
                  <a:lnTo>
                    <a:pt x="4783" y="6902"/>
                  </a:lnTo>
                  <a:lnTo>
                    <a:pt x="4157" y="7245"/>
                  </a:lnTo>
                  <a:lnTo>
                    <a:pt x="3552" y="7588"/>
                  </a:lnTo>
                  <a:lnTo>
                    <a:pt x="3370" y="7709"/>
                  </a:lnTo>
                  <a:lnTo>
                    <a:pt x="3168" y="7891"/>
                  </a:lnTo>
                  <a:lnTo>
                    <a:pt x="2624" y="8375"/>
                  </a:lnTo>
                  <a:lnTo>
                    <a:pt x="2321" y="8658"/>
                  </a:lnTo>
                  <a:lnTo>
                    <a:pt x="1998" y="8981"/>
                  </a:lnTo>
                  <a:lnTo>
                    <a:pt x="1675" y="9344"/>
                  </a:lnTo>
                  <a:lnTo>
                    <a:pt x="1352" y="9707"/>
                  </a:lnTo>
                  <a:lnTo>
                    <a:pt x="1050" y="10071"/>
                  </a:lnTo>
                  <a:lnTo>
                    <a:pt x="787" y="10454"/>
                  </a:lnTo>
                  <a:lnTo>
                    <a:pt x="525" y="10837"/>
                  </a:lnTo>
                  <a:lnTo>
                    <a:pt x="323" y="11201"/>
                  </a:lnTo>
                  <a:lnTo>
                    <a:pt x="162" y="11564"/>
                  </a:lnTo>
                  <a:lnTo>
                    <a:pt x="101" y="11725"/>
                  </a:lnTo>
                  <a:lnTo>
                    <a:pt x="41" y="11907"/>
                  </a:lnTo>
                  <a:lnTo>
                    <a:pt x="20" y="12068"/>
                  </a:lnTo>
                  <a:lnTo>
                    <a:pt x="0" y="12210"/>
                  </a:lnTo>
                  <a:lnTo>
                    <a:pt x="0" y="12371"/>
                  </a:lnTo>
                  <a:lnTo>
                    <a:pt x="41" y="12492"/>
                  </a:lnTo>
                  <a:lnTo>
                    <a:pt x="81" y="12654"/>
                  </a:lnTo>
                  <a:lnTo>
                    <a:pt x="182" y="12795"/>
                  </a:lnTo>
                  <a:lnTo>
                    <a:pt x="283" y="12916"/>
                  </a:lnTo>
                  <a:lnTo>
                    <a:pt x="444" y="13017"/>
                  </a:lnTo>
                  <a:lnTo>
                    <a:pt x="606" y="13098"/>
                  </a:lnTo>
                  <a:lnTo>
                    <a:pt x="807" y="13158"/>
                  </a:lnTo>
                  <a:lnTo>
                    <a:pt x="1050" y="13198"/>
                  </a:lnTo>
                  <a:lnTo>
                    <a:pt x="1312" y="13219"/>
                  </a:lnTo>
                  <a:lnTo>
                    <a:pt x="2099" y="13259"/>
                  </a:lnTo>
                  <a:lnTo>
                    <a:pt x="2886" y="13259"/>
                  </a:lnTo>
                  <a:lnTo>
                    <a:pt x="3915" y="13239"/>
                  </a:lnTo>
                  <a:lnTo>
                    <a:pt x="4944" y="13198"/>
                  </a:lnTo>
                  <a:lnTo>
                    <a:pt x="5973" y="13098"/>
                  </a:lnTo>
                  <a:lnTo>
                    <a:pt x="6982" y="12976"/>
                  </a:lnTo>
                  <a:lnTo>
                    <a:pt x="7991" y="12835"/>
                  </a:lnTo>
                  <a:lnTo>
                    <a:pt x="9000" y="12633"/>
                  </a:lnTo>
                  <a:lnTo>
                    <a:pt x="10009" y="12411"/>
                  </a:lnTo>
                  <a:lnTo>
                    <a:pt x="10998" y="12149"/>
                  </a:lnTo>
                  <a:lnTo>
                    <a:pt x="11422" y="12028"/>
                  </a:lnTo>
                  <a:lnTo>
                    <a:pt x="11846" y="11887"/>
                  </a:lnTo>
                  <a:lnTo>
                    <a:pt x="12270" y="11725"/>
                  </a:lnTo>
                  <a:lnTo>
                    <a:pt x="12673" y="11564"/>
                  </a:lnTo>
                  <a:lnTo>
                    <a:pt x="13077" y="11362"/>
                  </a:lnTo>
                  <a:lnTo>
                    <a:pt x="13480" y="11160"/>
                  </a:lnTo>
                  <a:lnTo>
                    <a:pt x="13844" y="10898"/>
                  </a:lnTo>
                  <a:lnTo>
                    <a:pt x="14207" y="10615"/>
                  </a:lnTo>
                  <a:lnTo>
                    <a:pt x="14409" y="10454"/>
                  </a:lnTo>
                  <a:lnTo>
                    <a:pt x="14590" y="10272"/>
                  </a:lnTo>
                  <a:lnTo>
                    <a:pt x="14752" y="10071"/>
                  </a:lnTo>
                  <a:lnTo>
                    <a:pt x="14933" y="9869"/>
                  </a:lnTo>
                  <a:lnTo>
                    <a:pt x="15095" y="9647"/>
                  </a:lnTo>
                  <a:lnTo>
                    <a:pt x="15236" y="9405"/>
                  </a:lnTo>
                  <a:lnTo>
                    <a:pt x="15398" y="9162"/>
                  </a:lnTo>
                  <a:lnTo>
                    <a:pt x="15519" y="8900"/>
                  </a:lnTo>
                  <a:lnTo>
                    <a:pt x="15781" y="8355"/>
                  </a:lnTo>
                  <a:lnTo>
                    <a:pt x="16023" y="7730"/>
                  </a:lnTo>
                  <a:lnTo>
                    <a:pt x="16225" y="7064"/>
                  </a:lnTo>
                  <a:lnTo>
                    <a:pt x="16407" y="6337"/>
                  </a:lnTo>
                  <a:lnTo>
                    <a:pt x="16568" y="5570"/>
                  </a:lnTo>
                  <a:lnTo>
                    <a:pt x="16669" y="4844"/>
                  </a:lnTo>
                  <a:lnTo>
                    <a:pt x="16729" y="4178"/>
                  </a:lnTo>
                  <a:lnTo>
                    <a:pt x="16729" y="3855"/>
                  </a:lnTo>
                  <a:lnTo>
                    <a:pt x="16729" y="3532"/>
                  </a:lnTo>
                  <a:lnTo>
                    <a:pt x="16709" y="3250"/>
                  </a:lnTo>
                  <a:lnTo>
                    <a:pt x="16669" y="2947"/>
                  </a:lnTo>
                  <a:lnTo>
                    <a:pt x="16628" y="2664"/>
                  </a:lnTo>
                  <a:lnTo>
                    <a:pt x="16568" y="2382"/>
                  </a:lnTo>
                  <a:lnTo>
                    <a:pt x="16507" y="2120"/>
                  </a:lnTo>
                  <a:lnTo>
                    <a:pt x="16427" y="1857"/>
                  </a:lnTo>
                  <a:lnTo>
                    <a:pt x="16326" y="1615"/>
                  </a:lnTo>
                  <a:lnTo>
                    <a:pt x="16205" y="1373"/>
                  </a:lnTo>
                  <a:lnTo>
                    <a:pt x="16063" y="1090"/>
                  </a:lnTo>
                  <a:lnTo>
                    <a:pt x="15882" y="828"/>
                  </a:lnTo>
                  <a:lnTo>
                    <a:pt x="15680" y="606"/>
                  </a:lnTo>
                  <a:lnTo>
                    <a:pt x="15478" y="404"/>
                  </a:lnTo>
                  <a:lnTo>
                    <a:pt x="15256" y="243"/>
                  </a:lnTo>
                  <a:lnTo>
                    <a:pt x="15034" y="122"/>
                  </a:lnTo>
                  <a:lnTo>
                    <a:pt x="14792" y="41"/>
                  </a:lnTo>
                  <a:lnTo>
                    <a:pt x="14550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" name="Google Shape;27;p2"/>
            <p:cNvSpPr/>
            <p:nvPr/>
          </p:nvSpPr>
          <p:spPr>
            <a:xfrm flipH="1">
              <a:off x="-2932478" y="-2601605"/>
              <a:ext cx="1395619" cy="1650669"/>
            </a:xfrm>
            <a:custGeom>
              <a:rect b="b" l="l" r="r" t="t"/>
              <a:pathLst>
                <a:path extrusionOk="0" h="29525" w="24963">
                  <a:moveTo>
                    <a:pt x="18727" y="81"/>
                  </a:moveTo>
                  <a:lnTo>
                    <a:pt x="19211" y="102"/>
                  </a:lnTo>
                  <a:lnTo>
                    <a:pt x="19514" y="142"/>
                  </a:lnTo>
                  <a:lnTo>
                    <a:pt x="19837" y="223"/>
                  </a:lnTo>
                  <a:lnTo>
                    <a:pt x="20140" y="303"/>
                  </a:lnTo>
                  <a:lnTo>
                    <a:pt x="20442" y="404"/>
                  </a:lnTo>
                  <a:lnTo>
                    <a:pt x="20745" y="525"/>
                  </a:lnTo>
                  <a:lnTo>
                    <a:pt x="21048" y="667"/>
                  </a:lnTo>
                  <a:lnTo>
                    <a:pt x="21330" y="828"/>
                  </a:lnTo>
                  <a:lnTo>
                    <a:pt x="21613" y="1010"/>
                  </a:lnTo>
                  <a:lnTo>
                    <a:pt x="21895" y="1212"/>
                  </a:lnTo>
                  <a:lnTo>
                    <a:pt x="22158" y="1413"/>
                  </a:lnTo>
                  <a:lnTo>
                    <a:pt x="22420" y="1655"/>
                  </a:lnTo>
                  <a:lnTo>
                    <a:pt x="22662" y="1898"/>
                  </a:lnTo>
                  <a:lnTo>
                    <a:pt x="22904" y="2160"/>
                  </a:lnTo>
                  <a:lnTo>
                    <a:pt x="23126" y="2443"/>
                  </a:lnTo>
                  <a:lnTo>
                    <a:pt x="23328" y="2725"/>
                  </a:lnTo>
                  <a:lnTo>
                    <a:pt x="23530" y="3028"/>
                  </a:lnTo>
                  <a:lnTo>
                    <a:pt x="23691" y="3290"/>
                  </a:lnTo>
                  <a:lnTo>
                    <a:pt x="23833" y="3573"/>
                  </a:lnTo>
                  <a:lnTo>
                    <a:pt x="24095" y="4138"/>
                  </a:lnTo>
                  <a:lnTo>
                    <a:pt x="24317" y="4723"/>
                  </a:lnTo>
                  <a:lnTo>
                    <a:pt x="24499" y="5369"/>
                  </a:lnTo>
                  <a:lnTo>
                    <a:pt x="24660" y="6035"/>
                  </a:lnTo>
                  <a:lnTo>
                    <a:pt x="24761" y="6721"/>
                  </a:lnTo>
                  <a:lnTo>
                    <a:pt x="24842" y="7467"/>
                  </a:lnTo>
                  <a:lnTo>
                    <a:pt x="24882" y="8214"/>
                  </a:lnTo>
                  <a:lnTo>
                    <a:pt x="24882" y="8880"/>
                  </a:lnTo>
                  <a:lnTo>
                    <a:pt x="24862" y="9546"/>
                  </a:lnTo>
                  <a:lnTo>
                    <a:pt x="24822" y="10232"/>
                  </a:lnTo>
                  <a:lnTo>
                    <a:pt x="24761" y="10938"/>
                  </a:lnTo>
                  <a:lnTo>
                    <a:pt x="24660" y="11665"/>
                  </a:lnTo>
                  <a:lnTo>
                    <a:pt x="24539" y="12411"/>
                  </a:lnTo>
                  <a:lnTo>
                    <a:pt x="24398" y="13178"/>
                  </a:lnTo>
                  <a:lnTo>
                    <a:pt x="24216" y="13986"/>
                  </a:lnTo>
                  <a:lnTo>
                    <a:pt x="23994" y="14853"/>
                  </a:lnTo>
                  <a:lnTo>
                    <a:pt x="23873" y="15297"/>
                  </a:lnTo>
                  <a:lnTo>
                    <a:pt x="23732" y="15721"/>
                  </a:lnTo>
                  <a:lnTo>
                    <a:pt x="23570" y="16145"/>
                  </a:lnTo>
                  <a:lnTo>
                    <a:pt x="23369" y="16569"/>
                  </a:lnTo>
                  <a:lnTo>
                    <a:pt x="23167" y="16972"/>
                  </a:lnTo>
                  <a:lnTo>
                    <a:pt x="22925" y="17356"/>
                  </a:lnTo>
                  <a:lnTo>
                    <a:pt x="22682" y="17658"/>
                  </a:lnTo>
                  <a:lnTo>
                    <a:pt x="22440" y="17961"/>
                  </a:lnTo>
                  <a:lnTo>
                    <a:pt x="22158" y="18244"/>
                  </a:lnTo>
                  <a:lnTo>
                    <a:pt x="21875" y="18506"/>
                  </a:lnTo>
                  <a:lnTo>
                    <a:pt x="21573" y="18748"/>
                  </a:lnTo>
                  <a:lnTo>
                    <a:pt x="21270" y="18990"/>
                  </a:lnTo>
                  <a:lnTo>
                    <a:pt x="20947" y="19212"/>
                  </a:lnTo>
                  <a:lnTo>
                    <a:pt x="20604" y="19414"/>
                  </a:lnTo>
                  <a:lnTo>
                    <a:pt x="20261" y="19616"/>
                  </a:lnTo>
                  <a:lnTo>
                    <a:pt x="19918" y="19818"/>
                  </a:lnTo>
                  <a:lnTo>
                    <a:pt x="19211" y="20181"/>
                  </a:lnTo>
                  <a:lnTo>
                    <a:pt x="18465" y="20524"/>
                  </a:lnTo>
                  <a:lnTo>
                    <a:pt x="17738" y="20847"/>
                  </a:lnTo>
                  <a:lnTo>
                    <a:pt x="17133" y="21109"/>
                  </a:lnTo>
                  <a:lnTo>
                    <a:pt x="16245" y="21513"/>
                  </a:lnTo>
                  <a:lnTo>
                    <a:pt x="15418" y="21916"/>
                  </a:lnTo>
                  <a:lnTo>
                    <a:pt x="14651" y="22340"/>
                  </a:lnTo>
                  <a:lnTo>
                    <a:pt x="13924" y="22744"/>
                  </a:lnTo>
                  <a:lnTo>
                    <a:pt x="13258" y="23167"/>
                  </a:lnTo>
                  <a:lnTo>
                    <a:pt x="12633" y="23611"/>
                  </a:lnTo>
                  <a:lnTo>
                    <a:pt x="12048" y="24055"/>
                  </a:lnTo>
                  <a:lnTo>
                    <a:pt x="11503" y="24520"/>
                  </a:lnTo>
                  <a:lnTo>
                    <a:pt x="11099" y="24883"/>
                  </a:lnTo>
                  <a:lnTo>
                    <a:pt x="10695" y="25246"/>
                  </a:lnTo>
                  <a:lnTo>
                    <a:pt x="9949" y="26013"/>
                  </a:lnTo>
                  <a:lnTo>
                    <a:pt x="9323" y="26638"/>
                  </a:lnTo>
                  <a:lnTo>
                    <a:pt x="8698" y="27244"/>
                  </a:lnTo>
                  <a:lnTo>
                    <a:pt x="8355" y="27526"/>
                  </a:lnTo>
                  <a:lnTo>
                    <a:pt x="8032" y="27809"/>
                  </a:lnTo>
                  <a:lnTo>
                    <a:pt x="7668" y="28091"/>
                  </a:lnTo>
                  <a:lnTo>
                    <a:pt x="7325" y="28334"/>
                  </a:lnTo>
                  <a:lnTo>
                    <a:pt x="6902" y="28596"/>
                  </a:lnTo>
                  <a:lnTo>
                    <a:pt x="6498" y="28818"/>
                  </a:lnTo>
                  <a:lnTo>
                    <a:pt x="6094" y="29000"/>
                  </a:lnTo>
                  <a:lnTo>
                    <a:pt x="5711" y="29141"/>
                  </a:lnTo>
                  <a:lnTo>
                    <a:pt x="5328" y="29262"/>
                  </a:lnTo>
                  <a:lnTo>
                    <a:pt x="4964" y="29343"/>
                  </a:lnTo>
                  <a:lnTo>
                    <a:pt x="4601" y="29403"/>
                  </a:lnTo>
                  <a:lnTo>
                    <a:pt x="4238" y="29423"/>
                  </a:lnTo>
                  <a:lnTo>
                    <a:pt x="3915" y="29423"/>
                  </a:lnTo>
                  <a:lnTo>
                    <a:pt x="3592" y="29403"/>
                  </a:lnTo>
                  <a:lnTo>
                    <a:pt x="3289" y="29363"/>
                  </a:lnTo>
                  <a:lnTo>
                    <a:pt x="2987" y="29302"/>
                  </a:lnTo>
                  <a:lnTo>
                    <a:pt x="2724" y="29221"/>
                  </a:lnTo>
                  <a:lnTo>
                    <a:pt x="2462" y="29121"/>
                  </a:lnTo>
                  <a:lnTo>
                    <a:pt x="2240" y="29020"/>
                  </a:lnTo>
                  <a:lnTo>
                    <a:pt x="2018" y="28899"/>
                  </a:lnTo>
                  <a:lnTo>
                    <a:pt x="1715" y="28677"/>
                  </a:lnTo>
                  <a:lnTo>
                    <a:pt x="1433" y="28414"/>
                  </a:lnTo>
                  <a:lnTo>
                    <a:pt x="1170" y="28132"/>
                  </a:lnTo>
                  <a:lnTo>
                    <a:pt x="928" y="27809"/>
                  </a:lnTo>
                  <a:lnTo>
                    <a:pt x="706" y="27446"/>
                  </a:lnTo>
                  <a:lnTo>
                    <a:pt x="525" y="27062"/>
                  </a:lnTo>
                  <a:lnTo>
                    <a:pt x="363" y="26659"/>
                  </a:lnTo>
                  <a:lnTo>
                    <a:pt x="242" y="26235"/>
                  </a:lnTo>
                  <a:lnTo>
                    <a:pt x="182" y="25952"/>
                  </a:lnTo>
                  <a:lnTo>
                    <a:pt x="121" y="25670"/>
                  </a:lnTo>
                  <a:lnTo>
                    <a:pt x="101" y="25387"/>
                  </a:lnTo>
                  <a:lnTo>
                    <a:pt x="81" y="25105"/>
                  </a:lnTo>
                  <a:lnTo>
                    <a:pt x="81" y="24802"/>
                  </a:lnTo>
                  <a:lnTo>
                    <a:pt x="81" y="24520"/>
                  </a:lnTo>
                  <a:lnTo>
                    <a:pt x="101" y="24237"/>
                  </a:lnTo>
                  <a:lnTo>
                    <a:pt x="141" y="23954"/>
                  </a:lnTo>
                  <a:lnTo>
                    <a:pt x="202" y="23672"/>
                  </a:lnTo>
                  <a:lnTo>
                    <a:pt x="262" y="23389"/>
                  </a:lnTo>
                  <a:lnTo>
                    <a:pt x="343" y="23107"/>
                  </a:lnTo>
                  <a:lnTo>
                    <a:pt x="424" y="22824"/>
                  </a:lnTo>
                  <a:lnTo>
                    <a:pt x="545" y="22562"/>
                  </a:lnTo>
                  <a:lnTo>
                    <a:pt x="666" y="22300"/>
                  </a:lnTo>
                  <a:lnTo>
                    <a:pt x="787" y="22037"/>
                  </a:lnTo>
                  <a:lnTo>
                    <a:pt x="928" y="21795"/>
                  </a:lnTo>
                  <a:lnTo>
                    <a:pt x="1211" y="21392"/>
                  </a:lnTo>
                  <a:lnTo>
                    <a:pt x="1514" y="21008"/>
                  </a:lnTo>
                  <a:lnTo>
                    <a:pt x="1836" y="20645"/>
                  </a:lnTo>
                  <a:lnTo>
                    <a:pt x="2200" y="20302"/>
                  </a:lnTo>
                  <a:lnTo>
                    <a:pt x="2563" y="19959"/>
                  </a:lnTo>
                  <a:lnTo>
                    <a:pt x="2926" y="19656"/>
                  </a:lnTo>
                  <a:lnTo>
                    <a:pt x="3693" y="19071"/>
                  </a:lnTo>
                  <a:lnTo>
                    <a:pt x="4238" y="18687"/>
                  </a:lnTo>
                  <a:lnTo>
                    <a:pt x="4803" y="18304"/>
                  </a:lnTo>
                  <a:lnTo>
                    <a:pt x="5368" y="17921"/>
                  </a:lnTo>
                  <a:lnTo>
                    <a:pt x="5953" y="17557"/>
                  </a:lnTo>
                  <a:lnTo>
                    <a:pt x="6518" y="17194"/>
                  </a:lnTo>
                  <a:lnTo>
                    <a:pt x="7124" y="16851"/>
                  </a:lnTo>
                  <a:lnTo>
                    <a:pt x="7709" y="16528"/>
                  </a:lnTo>
                  <a:lnTo>
                    <a:pt x="8314" y="16205"/>
                  </a:lnTo>
                  <a:lnTo>
                    <a:pt x="8556" y="16084"/>
                  </a:lnTo>
                  <a:lnTo>
                    <a:pt x="9162" y="15761"/>
                  </a:lnTo>
                  <a:lnTo>
                    <a:pt x="9464" y="15580"/>
                  </a:lnTo>
                  <a:lnTo>
                    <a:pt x="9767" y="15398"/>
                  </a:lnTo>
                  <a:lnTo>
                    <a:pt x="10050" y="15196"/>
                  </a:lnTo>
                  <a:lnTo>
                    <a:pt x="10312" y="14995"/>
                  </a:lnTo>
                  <a:lnTo>
                    <a:pt x="10574" y="14752"/>
                  </a:lnTo>
                  <a:lnTo>
                    <a:pt x="10796" y="14490"/>
                  </a:lnTo>
                  <a:lnTo>
                    <a:pt x="10938" y="14308"/>
                  </a:lnTo>
                  <a:lnTo>
                    <a:pt x="11059" y="14107"/>
                  </a:lnTo>
                  <a:lnTo>
                    <a:pt x="11180" y="13905"/>
                  </a:lnTo>
                  <a:lnTo>
                    <a:pt x="11281" y="13683"/>
                  </a:lnTo>
                  <a:lnTo>
                    <a:pt x="11482" y="13219"/>
                  </a:lnTo>
                  <a:lnTo>
                    <a:pt x="11624" y="12755"/>
                  </a:lnTo>
                  <a:lnTo>
                    <a:pt x="11745" y="12270"/>
                  </a:lnTo>
                  <a:lnTo>
                    <a:pt x="11846" y="11766"/>
                  </a:lnTo>
                  <a:lnTo>
                    <a:pt x="11926" y="11261"/>
                  </a:lnTo>
                  <a:lnTo>
                    <a:pt x="11987" y="10777"/>
                  </a:lnTo>
                  <a:lnTo>
                    <a:pt x="12088" y="9889"/>
                  </a:lnTo>
                  <a:lnTo>
                    <a:pt x="12169" y="9001"/>
                  </a:lnTo>
                  <a:lnTo>
                    <a:pt x="12229" y="8153"/>
                  </a:lnTo>
                  <a:lnTo>
                    <a:pt x="12330" y="7286"/>
                  </a:lnTo>
                  <a:lnTo>
                    <a:pt x="12451" y="6438"/>
                  </a:lnTo>
                  <a:lnTo>
                    <a:pt x="12532" y="6014"/>
                  </a:lnTo>
                  <a:lnTo>
                    <a:pt x="12633" y="5591"/>
                  </a:lnTo>
                  <a:lnTo>
                    <a:pt x="12814" y="5005"/>
                  </a:lnTo>
                  <a:lnTo>
                    <a:pt x="13016" y="4420"/>
                  </a:lnTo>
                  <a:lnTo>
                    <a:pt x="13258" y="3875"/>
                  </a:lnTo>
                  <a:lnTo>
                    <a:pt x="13541" y="3351"/>
                  </a:lnTo>
                  <a:lnTo>
                    <a:pt x="13844" y="2866"/>
                  </a:lnTo>
                  <a:lnTo>
                    <a:pt x="14187" y="2422"/>
                  </a:lnTo>
                  <a:lnTo>
                    <a:pt x="14550" y="1999"/>
                  </a:lnTo>
                  <a:lnTo>
                    <a:pt x="14933" y="1615"/>
                  </a:lnTo>
                  <a:lnTo>
                    <a:pt x="15135" y="1434"/>
                  </a:lnTo>
                  <a:lnTo>
                    <a:pt x="15357" y="1272"/>
                  </a:lnTo>
                  <a:lnTo>
                    <a:pt x="15801" y="949"/>
                  </a:lnTo>
                  <a:lnTo>
                    <a:pt x="16265" y="707"/>
                  </a:lnTo>
                  <a:lnTo>
                    <a:pt x="16729" y="485"/>
                  </a:lnTo>
                  <a:lnTo>
                    <a:pt x="17234" y="303"/>
                  </a:lnTo>
                  <a:lnTo>
                    <a:pt x="17738" y="182"/>
                  </a:lnTo>
                  <a:lnTo>
                    <a:pt x="17980" y="142"/>
                  </a:lnTo>
                  <a:lnTo>
                    <a:pt x="18223" y="102"/>
                  </a:lnTo>
                  <a:lnTo>
                    <a:pt x="18485" y="81"/>
                  </a:lnTo>
                  <a:close/>
                  <a:moveTo>
                    <a:pt x="18646" y="1"/>
                  </a:moveTo>
                  <a:lnTo>
                    <a:pt x="18364" y="21"/>
                  </a:lnTo>
                  <a:lnTo>
                    <a:pt x="18081" y="41"/>
                  </a:lnTo>
                  <a:lnTo>
                    <a:pt x="17799" y="81"/>
                  </a:lnTo>
                  <a:lnTo>
                    <a:pt x="17516" y="142"/>
                  </a:lnTo>
                  <a:lnTo>
                    <a:pt x="17234" y="223"/>
                  </a:lnTo>
                  <a:lnTo>
                    <a:pt x="16951" y="324"/>
                  </a:lnTo>
                  <a:lnTo>
                    <a:pt x="16669" y="425"/>
                  </a:lnTo>
                  <a:lnTo>
                    <a:pt x="16406" y="546"/>
                  </a:lnTo>
                  <a:lnTo>
                    <a:pt x="16124" y="667"/>
                  </a:lnTo>
                  <a:lnTo>
                    <a:pt x="15862" y="828"/>
                  </a:lnTo>
                  <a:lnTo>
                    <a:pt x="15599" y="990"/>
                  </a:lnTo>
                  <a:lnTo>
                    <a:pt x="15357" y="1151"/>
                  </a:lnTo>
                  <a:lnTo>
                    <a:pt x="15115" y="1353"/>
                  </a:lnTo>
                  <a:lnTo>
                    <a:pt x="14873" y="1555"/>
                  </a:lnTo>
                  <a:lnTo>
                    <a:pt x="14489" y="1938"/>
                  </a:lnTo>
                  <a:lnTo>
                    <a:pt x="14126" y="2362"/>
                  </a:lnTo>
                  <a:lnTo>
                    <a:pt x="13783" y="2826"/>
                  </a:lnTo>
                  <a:lnTo>
                    <a:pt x="13460" y="3310"/>
                  </a:lnTo>
                  <a:lnTo>
                    <a:pt x="13198" y="3835"/>
                  </a:lnTo>
                  <a:lnTo>
                    <a:pt x="12956" y="4400"/>
                  </a:lnTo>
                  <a:lnTo>
                    <a:pt x="12734" y="4965"/>
                  </a:lnTo>
                  <a:lnTo>
                    <a:pt x="12552" y="5570"/>
                  </a:lnTo>
                  <a:lnTo>
                    <a:pt x="12471" y="5994"/>
                  </a:lnTo>
                  <a:lnTo>
                    <a:pt x="12370" y="6418"/>
                  </a:lnTo>
                  <a:lnTo>
                    <a:pt x="12310" y="6842"/>
                  </a:lnTo>
                  <a:lnTo>
                    <a:pt x="12249" y="7286"/>
                  </a:lnTo>
                  <a:lnTo>
                    <a:pt x="12148" y="8133"/>
                  </a:lnTo>
                  <a:lnTo>
                    <a:pt x="12088" y="9001"/>
                  </a:lnTo>
                  <a:lnTo>
                    <a:pt x="12007" y="9889"/>
                  </a:lnTo>
                  <a:lnTo>
                    <a:pt x="11906" y="10777"/>
                  </a:lnTo>
                  <a:lnTo>
                    <a:pt x="11846" y="11261"/>
                  </a:lnTo>
                  <a:lnTo>
                    <a:pt x="11765" y="11746"/>
                  </a:lnTo>
                  <a:lnTo>
                    <a:pt x="11664" y="12230"/>
                  </a:lnTo>
                  <a:lnTo>
                    <a:pt x="11543" y="12714"/>
                  </a:lnTo>
                  <a:lnTo>
                    <a:pt x="11402" y="13198"/>
                  </a:lnTo>
                  <a:lnTo>
                    <a:pt x="11220" y="13642"/>
                  </a:lnTo>
                  <a:lnTo>
                    <a:pt x="11119" y="13844"/>
                  </a:lnTo>
                  <a:lnTo>
                    <a:pt x="10998" y="14066"/>
                  </a:lnTo>
                  <a:lnTo>
                    <a:pt x="10877" y="14248"/>
                  </a:lnTo>
                  <a:lnTo>
                    <a:pt x="10736" y="14450"/>
                  </a:lnTo>
                  <a:lnTo>
                    <a:pt x="10514" y="14692"/>
                  </a:lnTo>
                  <a:lnTo>
                    <a:pt x="10272" y="14934"/>
                  </a:lnTo>
                  <a:lnTo>
                    <a:pt x="9989" y="15136"/>
                  </a:lnTo>
                  <a:lnTo>
                    <a:pt x="9707" y="15338"/>
                  </a:lnTo>
                  <a:lnTo>
                    <a:pt x="9424" y="15519"/>
                  </a:lnTo>
                  <a:lnTo>
                    <a:pt x="9121" y="15681"/>
                  </a:lnTo>
                  <a:lnTo>
                    <a:pt x="8516" y="16004"/>
                  </a:lnTo>
                  <a:lnTo>
                    <a:pt x="8274" y="16145"/>
                  </a:lnTo>
                  <a:lnTo>
                    <a:pt x="7668" y="16447"/>
                  </a:lnTo>
                  <a:lnTo>
                    <a:pt x="7083" y="16791"/>
                  </a:lnTo>
                  <a:lnTo>
                    <a:pt x="6478" y="17134"/>
                  </a:lnTo>
                  <a:lnTo>
                    <a:pt x="5913" y="17497"/>
                  </a:lnTo>
                  <a:lnTo>
                    <a:pt x="5328" y="17860"/>
                  </a:lnTo>
                  <a:lnTo>
                    <a:pt x="4763" y="18223"/>
                  </a:lnTo>
                  <a:lnTo>
                    <a:pt x="4198" y="18607"/>
                  </a:lnTo>
                  <a:lnTo>
                    <a:pt x="3653" y="19010"/>
                  </a:lnTo>
                  <a:lnTo>
                    <a:pt x="2866" y="19596"/>
                  </a:lnTo>
                  <a:lnTo>
                    <a:pt x="2502" y="19918"/>
                  </a:lnTo>
                  <a:lnTo>
                    <a:pt x="2139" y="20241"/>
                  </a:lnTo>
                  <a:lnTo>
                    <a:pt x="1776" y="20584"/>
                  </a:lnTo>
                  <a:lnTo>
                    <a:pt x="1453" y="20948"/>
                  </a:lnTo>
                  <a:lnTo>
                    <a:pt x="1150" y="21331"/>
                  </a:lnTo>
                  <a:lnTo>
                    <a:pt x="868" y="21755"/>
                  </a:lnTo>
                  <a:lnTo>
                    <a:pt x="727" y="21997"/>
                  </a:lnTo>
                  <a:lnTo>
                    <a:pt x="585" y="22259"/>
                  </a:lnTo>
                  <a:lnTo>
                    <a:pt x="464" y="22542"/>
                  </a:lnTo>
                  <a:lnTo>
                    <a:pt x="363" y="22804"/>
                  </a:lnTo>
                  <a:lnTo>
                    <a:pt x="262" y="23087"/>
                  </a:lnTo>
                  <a:lnTo>
                    <a:pt x="182" y="23369"/>
                  </a:lnTo>
                  <a:lnTo>
                    <a:pt x="121" y="23652"/>
                  </a:lnTo>
                  <a:lnTo>
                    <a:pt x="61" y="23934"/>
                  </a:lnTo>
                  <a:lnTo>
                    <a:pt x="20" y="24217"/>
                  </a:lnTo>
                  <a:lnTo>
                    <a:pt x="0" y="24520"/>
                  </a:lnTo>
                  <a:lnTo>
                    <a:pt x="0" y="24802"/>
                  </a:lnTo>
                  <a:lnTo>
                    <a:pt x="0" y="25105"/>
                  </a:lnTo>
                  <a:lnTo>
                    <a:pt x="20" y="25387"/>
                  </a:lnTo>
                  <a:lnTo>
                    <a:pt x="61" y="25690"/>
                  </a:lnTo>
                  <a:lnTo>
                    <a:pt x="101" y="25972"/>
                  </a:lnTo>
                  <a:lnTo>
                    <a:pt x="161" y="26255"/>
                  </a:lnTo>
                  <a:lnTo>
                    <a:pt x="283" y="26699"/>
                  </a:lnTo>
                  <a:lnTo>
                    <a:pt x="444" y="27103"/>
                  </a:lnTo>
                  <a:lnTo>
                    <a:pt x="646" y="27486"/>
                  </a:lnTo>
                  <a:lnTo>
                    <a:pt x="848" y="27849"/>
                  </a:lnTo>
                  <a:lnTo>
                    <a:pt x="1110" y="28172"/>
                  </a:lnTo>
                  <a:lnTo>
                    <a:pt x="1372" y="28475"/>
                  </a:lnTo>
                  <a:lnTo>
                    <a:pt x="1675" y="28737"/>
                  </a:lnTo>
                  <a:lnTo>
                    <a:pt x="1978" y="28959"/>
                  </a:lnTo>
                  <a:lnTo>
                    <a:pt x="2220" y="29100"/>
                  </a:lnTo>
                  <a:lnTo>
                    <a:pt x="2462" y="29221"/>
                  </a:lnTo>
                  <a:lnTo>
                    <a:pt x="2704" y="29302"/>
                  </a:lnTo>
                  <a:lnTo>
                    <a:pt x="2967" y="29383"/>
                  </a:lnTo>
                  <a:lnTo>
                    <a:pt x="3209" y="29443"/>
                  </a:lnTo>
                  <a:lnTo>
                    <a:pt x="3471" y="29484"/>
                  </a:lnTo>
                  <a:lnTo>
                    <a:pt x="3733" y="29504"/>
                  </a:lnTo>
                  <a:lnTo>
                    <a:pt x="3996" y="29524"/>
                  </a:lnTo>
                  <a:lnTo>
                    <a:pt x="4460" y="29484"/>
                  </a:lnTo>
                  <a:lnTo>
                    <a:pt x="4904" y="29423"/>
                  </a:lnTo>
                  <a:lnTo>
                    <a:pt x="5368" y="29322"/>
                  </a:lnTo>
                  <a:lnTo>
                    <a:pt x="5812" y="29181"/>
                  </a:lnTo>
                  <a:lnTo>
                    <a:pt x="6236" y="29020"/>
                  </a:lnTo>
                  <a:lnTo>
                    <a:pt x="6639" y="28838"/>
                  </a:lnTo>
                  <a:lnTo>
                    <a:pt x="7003" y="28636"/>
                  </a:lnTo>
                  <a:lnTo>
                    <a:pt x="7366" y="28414"/>
                  </a:lnTo>
                  <a:lnTo>
                    <a:pt x="7729" y="28152"/>
                  </a:lnTo>
                  <a:lnTo>
                    <a:pt x="8072" y="27890"/>
                  </a:lnTo>
                  <a:lnTo>
                    <a:pt x="8415" y="27587"/>
                  </a:lnTo>
                  <a:lnTo>
                    <a:pt x="8738" y="27304"/>
                  </a:lnTo>
                  <a:lnTo>
                    <a:pt x="9384" y="26699"/>
                  </a:lnTo>
                  <a:lnTo>
                    <a:pt x="9989" y="26073"/>
                  </a:lnTo>
                  <a:lnTo>
                    <a:pt x="10756" y="25307"/>
                  </a:lnTo>
                  <a:lnTo>
                    <a:pt x="11139" y="24943"/>
                  </a:lnTo>
                  <a:lnTo>
                    <a:pt x="11543" y="24580"/>
                  </a:lnTo>
                  <a:lnTo>
                    <a:pt x="12108" y="24116"/>
                  </a:lnTo>
                  <a:lnTo>
                    <a:pt x="12693" y="23672"/>
                  </a:lnTo>
                  <a:lnTo>
                    <a:pt x="13299" y="23248"/>
                  </a:lnTo>
                  <a:lnTo>
                    <a:pt x="13985" y="22824"/>
                  </a:lnTo>
                  <a:lnTo>
                    <a:pt x="14691" y="22401"/>
                  </a:lnTo>
                  <a:lnTo>
                    <a:pt x="15458" y="21997"/>
                  </a:lnTo>
                  <a:lnTo>
                    <a:pt x="16285" y="21593"/>
                  </a:lnTo>
                  <a:lnTo>
                    <a:pt x="17173" y="21170"/>
                  </a:lnTo>
                  <a:lnTo>
                    <a:pt x="17758" y="20907"/>
                  </a:lnTo>
                  <a:lnTo>
                    <a:pt x="18505" y="20584"/>
                  </a:lnTo>
                  <a:lnTo>
                    <a:pt x="19252" y="20241"/>
                  </a:lnTo>
                  <a:lnTo>
                    <a:pt x="19958" y="19878"/>
                  </a:lnTo>
                  <a:lnTo>
                    <a:pt x="20321" y="19696"/>
                  </a:lnTo>
                  <a:lnTo>
                    <a:pt x="20664" y="19495"/>
                  </a:lnTo>
                  <a:lnTo>
                    <a:pt x="20987" y="19273"/>
                  </a:lnTo>
                  <a:lnTo>
                    <a:pt x="21330" y="19051"/>
                  </a:lnTo>
                  <a:lnTo>
                    <a:pt x="21633" y="18809"/>
                  </a:lnTo>
                  <a:lnTo>
                    <a:pt x="21936" y="18566"/>
                  </a:lnTo>
                  <a:lnTo>
                    <a:pt x="22218" y="18304"/>
                  </a:lnTo>
                  <a:lnTo>
                    <a:pt x="22501" y="18022"/>
                  </a:lnTo>
                  <a:lnTo>
                    <a:pt x="22743" y="17719"/>
                  </a:lnTo>
                  <a:lnTo>
                    <a:pt x="22985" y="17396"/>
                  </a:lnTo>
                  <a:lnTo>
                    <a:pt x="23227" y="17013"/>
                  </a:lnTo>
                  <a:lnTo>
                    <a:pt x="23449" y="16589"/>
                  </a:lnTo>
                  <a:lnTo>
                    <a:pt x="23631" y="16185"/>
                  </a:lnTo>
                  <a:lnTo>
                    <a:pt x="23792" y="15761"/>
                  </a:lnTo>
                  <a:lnTo>
                    <a:pt x="23954" y="15317"/>
                  </a:lnTo>
                  <a:lnTo>
                    <a:pt x="24075" y="14873"/>
                  </a:lnTo>
                  <a:lnTo>
                    <a:pt x="24297" y="14006"/>
                  </a:lnTo>
                  <a:lnTo>
                    <a:pt x="24478" y="13198"/>
                  </a:lnTo>
                  <a:lnTo>
                    <a:pt x="24620" y="12432"/>
                  </a:lnTo>
                  <a:lnTo>
                    <a:pt x="24741" y="11685"/>
                  </a:lnTo>
                  <a:lnTo>
                    <a:pt x="24842" y="10938"/>
                  </a:lnTo>
                  <a:lnTo>
                    <a:pt x="24902" y="10232"/>
                  </a:lnTo>
                  <a:lnTo>
                    <a:pt x="24943" y="9546"/>
                  </a:lnTo>
                  <a:lnTo>
                    <a:pt x="24963" y="8880"/>
                  </a:lnTo>
                  <a:lnTo>
                    <a:pt x="24963" y="8214"/>
                  </a:lnTo>
                  <a:lnTo>
                    <a:pt x="24922" y="7447"/>
                  </a:lnTo>
                  <a:lnTo>
                    <a:pt x="24842" y="6721"/>
                  </a:lnTo>
                  <a:lnTo>
                    <a:pt x="24741" y="6014"/>
                  </a:lnTo>
                  <a:lnTo>
                    <a:pt x="24579" y="5348"/>
                  </a:lnTo>
                  <a:lnTo>
                    <a:pt x="24398" y="4703"/>
                  </a:lnTo>
                  <a:lnTo>
                    <a:pt x="24156" y="4097"/>
                  </a:lnTo>
                  <a:lnTo>
                    <a:pt x="23893" y="3532"/>
                  </a:lnTo>
                  <a:lnTo>
                    <a:pt x="23752" y="3250"/>
                  </a:lnTo>
                  <a:lnTo>
                    <a:pt x="23591" y="2987"/>
                  </a:lnTo>
                  <a:lnTo>
                    <a:pt x="23389" y="2685"/>
                  </a:lnTo>
                  <a:lnTo>
                    <a:pt x="23187" y="2382"/>
                  </a:lnTo>
                  <a:lnTo>
                    <a:pt x="22965" y="2099"/>
                  </a:lnTo>
                  <a:lnTo>
                    <a:pt x="22723" y="1837"/>
                  </a:lnTo>
                  <a:lnTo>
                    <a:pt x="22460" y="1595"/>
                  </a:lnTo>
                  <a:lnTo>
                    <a:pt x="22218" y="1353"/>
                  </a:lnTo>
                  <a:lnTo>
                    <a:pt x="21936" y="1151"/>
                  </a:lnTo>
                  <a:lnTo>
                    <a:pt x="21653" y="949"/>
                  </a:lnTo>
                  <a:lnTo>
                    <a:pt x="21371" y="768"/>
                  </a:lnTo>
                  <a:lnTo>
                    <a:pt x="21088" y="606"/>
                  </a:lnTo>
                  <a:lnTo>
                    <a:pt x="20785" y="445"/>
                  </a:lnTo>
                  <a:lnTo>
                    <a:pt x="20483" y="324"/>
                  </a:lnTo>
                  <a:lnTo>
                    <a:pt x="20160" y="223"/>
                  </a:lnTo>
                  <a:lnTo>
                    <a:pt x="19857" y="142"/>
                  </a:lnTo>
                  <a:lnTo>
                    <a:pt x="19534" y="61"/>
                  </a:lnTo>
                  <a:lnTo>
                    <a:pt x="19211" y="21"/>
                  </a:lnTo>
                  <a:lnTo>
                    <a:pt x="18929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" name="Google Shape;28;p2"/>
            <p:cNvSpPr/>
            <p:nvPr/>
          </p:nvSpPr>
          <p:spPr>
            <a:xfrm flipH="1">
              <a:off x="-1104859" y="-1581704"/>
              <a:ext cx="2259893" cy="1045918"/>
            </a:xfrm>
            <a:custGeom>
              <a:rect b="b" l="l" r="r" t="t"/>
              <a:pathLst>
                <a:path extrusionOk="0" h="18708" w="40422">
                  <a:moveTo>
                    <a:pt x="37434" y="81"/>
                  </a:moveTo>
                  <a:lnTo>
                    <a:pt x="37919" y="101"/>
                  </a:lnTo>
                  <a:lnTo>
                    <a:pt x="38403" y="162"/>
                  </a:lnTo>
                  <a:lnTo>
                    <a:pt x="38887" y="263"/>
                  </a:lnTo>
                  <a:lnTo>
                    <a:pt x="39372" y="384"/>
                  </a:lnTo>
                  <a:lnTo>
                    <a:pt x="39634" y="485"/>
                  </a:lnTo>
                  <a:lnTo>
                    <a:pt x="39796" y="566"/>
                  </a:lnTo>
                  <a:lnTo>
                    <a:pt x="39957" y="666"/>
                  </a:lnTo>
                  <a:lnTo>
                    <a:pt x="40098" y="808"/>
                  </a:lnTo>
                  <a:lnTo>
                    <a:pt x="40219" y="949"/>
                  </a:lnTo>
                  <a:lnTo>
                    <a:pt x="40260" y="1030"/>
                  </a:lnTo>
                  <a:lnTo>
                    <a:pt x="40300" y="1110"/>
                  </a:lnTo>
                  <a:lnTo>
                    <a:pt x="40320" y="1211"/>
                  </a:lnTo>
                  <a:lnTo>
                    <a:pt x="40340" y="1292"/>
                  </a:lnTo>
                  <a:lnTo>
                    <a:pt x="40320" y="1413"/>
                  </a:lnTo>
                  <a:lnTo>
                    <a:pt x="40300" y="1534"/>
                  </a:lnTo>
                  <a:lnTo>
                    <a:pt x="40260" y="1655"/>
                  </a:lnTo>
                  <a:lnTo>
                    <a:pt x="40199" y="1756"/>
                  </a:lnTo>
                  <a:lnTo>
                    <a:pt x="40058" y="1958"/>
                  </a:lnTo>
                  <a:lnTo>
                    <a:pt x="39876" y="2160"/>
                  </a:lnTo>
                  <a:lnTo>
                    <a:pt x="39513" y="2523"/>
                  </a:lnTo>
                  <a:lnTo>
                    <a:pt x="39130" y="2886"/>
                  </a:lnTo>
                  <a:lnTo>
                    <a:pt x="38322" y="3572"/>
                  </a:lnTo>
                  <a:lnTo>
                    <a:pt x="37677" y="4117"/>
                  </a:lnTo>
                  <a:lnTo>
                    <a:pt x="37051" y="4682"/>
                  </a:lnTo>
                  <a:lnTo>
                    <a:pt x="36748" y="4985"/>
                  </a:lnTo>
                  <a:lnTo>
                    <a:pt x="36466" y="5308"/>
                  </a:lnTo>
                  <a:lnTo>
                    <a:pt x="36203" y="5631"/>
                  </a:lnTo>
                  <a:lnTo>
                    <a:pt x="35961" y="5974"/>
                  </a:lnTo>
                  <a:lnTo>
                    <a:pt x="35719" y="6337"/>
                  </a:lnTo>
                  <a:lnTo>
                    <a:pt x="35517" y="6700"/>
                  </a:lnTo>
                  <a:lnTo>
                    <a:pt x="35336" y="7084"/>
                  </a:lnTo>
                  <a:lnTo>
                    <a:pt x="35174" y="7467"/>
                  </a:lnTo>
                  <a:lnTo>
                    <a:pt x="34872" y="8254"/>
                  </a:lnTo>
                  <a:lnTo>
                    <a:pt x="34589" y="9041"/>
                  </a:lnTo>
                  <a:lnTo>
                    <a:pt x="34307" y="9869"/>
                  </a:lnTo>
                  <a:lnTo>
                    <a:pt x="34145" y="10292"/>
                  </a:lnTo>
                  <a:lnTo>
                    <a:pt x="33984" y="10696"/>
                  </a:lnTo>
                  <a:lnTo>
                    <a:pt x="33802" y="11100"/>
                  </a:lnTo>
                  <a:lnTo>
                    <a:pt x="33600" y="11503"/>
                  </a:lnTo>
                  <a:lnTo>
                    <a:pt x="33378" y="11887"/>
                  </a:lnTo>
                  <a:lnTo>
                    <a:pt x="33136" y="12250"/>
                  </a:lnTo>
                  <a:lnTo>
                    <a:pt x="32914" y="12512"/>
                  </a:lnTo>
                  <a:lnTo>
                    <a:pt x="32712" y="12754"/>
                  </a:lnTo>
                  <a:lnTo>
                    <a:pt x="32470" y="12996"/>
                  </a:lnTo>
                  <a:lnTo>
                    <a:pt x="32228" y="13239"/>
                  </a:lnTo>
                  <a:lnTo>
                    <a:pt x="31986" y="13440"/>
                  </a:lnTo>
                  <a:lnTo>
                    <a:pt x="31724" y="13642"/>
                  </a:lnTo>
                  <a:lnTo>
                    <a:pt x="31199" y="14026"/>
                  </a:lnTo>
                  <a:lnTo>
                    <a:pt x="30634" y="14369"/>
                  </a:lnTo>
                  <a:lnTo>
                    <a:pt x="30069" y="14692"/>
                  </a:lnTo>
                  <a:lnTo>
                    <a:pt x="29504" y="14954"/>
                  </a:lnTo>
                  <a:lnTo>
                    <a:pt x="28939" y="15216"/>
                  </a:lnTo>
                  <a:lnTo>
                    <a:pt x="27970" y="15640"/>
                  </a:lnTo>
                  <a:lnTo>
                    <a:pt x="26961" y="16024"/>
                  </a:lnTo>
                  <a:lnTo>
                    <a:pt x="25952" y="16387"/>
                  </a:lnTo>
                  <a:lnTo>
                    <a:pt x="24923" y="16730"/>
                  </a:lnTo>
                  <a:lnTo>
                    <a:pt x="23873" y="17033"/>
                  </a:lnTo>
                  <a:lnTo>
                    <a:pt x="22804" y="17315"/>
                  </a:lnTo>
                  <a:lnTo>
                    <a:pt x="21714" y="17557"/>
                  </a:lnTo>
                  <a:lnTo>
                    <a:pt x="20604" y="17799"/>
                  </a:lnTo>
                  <a:lnTo>
                    <a:pt x="19494" y="18001"/>
                  </a:lnTo>
                  <a:lnTo>
                    <a:pt x="18344" y="18163"/>
                  </a:lnTo>
                  <a:lnTo>
                    <a:pt x="17194" y="18304"/>
                  </a:lnTo>
                  <a:lnTo>
                    <a:pt x="16023" y="18425"/>
                  </a:lnTo>
                  <a:lnTo>
                    <a:pt x="14833" y="18526"/>
                  </a:lnTo>
                  <a:lnTo>
                    <a:pt x="13622" y="18586"/>
                  </a:lnTo>
                  <a:lnTo>
                    <a:pt x="12391" y="18607"/>
                  </a:lnTo>
                  <a:lnTo>
                    <a:pt x="11160" y="18627"/>
                  </a:lnTo>
                  <a:lnTo>
                    <a:pt x="10091" y="18607"/>
                  </a:lnTo>
                  <a:lnTo>
                    <a:pt x="8981" y="18566"/>
                  </a:lnTo>
                  <a:lnTo>
                    <a:pt x="7810" y="18465"/>
                  </a:lnTo>
                  <a:lnTo>
                    <a:pt x="7205" y="18405"/>
                  </a:lnTo>
                  <a:lnTo>
                    <a:pt x="6599" y="18324"/>
                  </a:lnTo>
                  <a:lnTo>
                    <a:pt x="5994" y="18243"/>
                  </a:lnTo>
                  <a:lnTo>
                    <a:pt x="5368" y="18122"/>
                  </a:lnTo>
                  <a:lnTo>
                    <a:pt x="4763" y="17981"/>
                  </a:lnTo>
                  <a:lnTo>
                    <a:pt x="4137" y="17840"/>
                  </a:lnTo>
                  <a:lnTo>
                    <a:pt x="3532" y="17658"/>
                  </a:lnTo>
                  <a:lnTo>
                    <a:pt x="2927" y="17456"/>
                  </a:lnTo>
                  <a:lnTo>
                    <a:pt x="2321" y="17234"/>
                  </a:lnTo>
                  <a:lnTo>
                    <a:pt x="1716" y="16972"/>
                  </a:lnTo>
                  <a:lnTo>
                    <a:pt x="1312" y="16790"/>
                  </a:lnTo>
                  <a:lnTo>
                    <a:pt x="1131" y="16669"/>
                  </a:lnTo>
                  <a:lnTo>
                    <a:pt x="949" y="16548"/>
                  </a:lnTo>
                  <a:lnTo>
                    <a:pt x="767" y="16427"/>
                  </a:lnTo>
                  <a:lnTo>
                    <a:pt x="606" y="16286"/>
                  </a:lnTo>
                  <a:lnTo>
                    <a:pt x="465" y="16124"/>
                  </a:lnTo>
                  <a:lnTo>
                    <a:pt x="323" y="15963"/>
                  </a:lnTo>
                  <a:lnTo>
                    <a:pt x="243" y="15802"/>
                  </a:lnTo>
                  <a:lnTo>
                    <a:pt x="162" y="15640"/>
                  </a:lnTo>
                  <a:lnTo>
                    <a:pt x="122" y="15499"/>
                  </a:lnTo>
                  <a:lnTo>
                    <a:pt x="101" y="15337"/>
                  </a:lnTo>
                  <a:lnTo>
                    <a:pt x="81" y="15196"/>
                  </a:lnTo>
                  <a:lnTo>
                    <a:pt x="101" y="15055"/>
                  </a:lnTo>
                  <a:lnTo>
                    <a:pt x="122" y="14914"/>
                  </a:lnTo>
                  <a:lnTo>
                    <a:pt x="162" y="14772"/>
                  </a:lnTo>
                  <a:lnTo>
                    <a:pt x="222" y="14631"/>
                  </a:lnTo>
                  <a:lnTo>
                    <a:pt x="283" y="14490"/>
                  </a:lnTo>
                  <a:lnTo>
                    <a:pt x="444" y="14207"/>
                  </a:lnTo>
                  <a:lnTo>
                    <a:pt x="646" y="13945"/>
                  </a:lnTo>
                  <a:lnTo>
                    <a:pt x="868" y="13703"/>
                  </a:lnTo>
                  <a:lnTo>
                    <a:pt x="1453" y="13077"/>
                  </a:lnTo>
                  <a:lnTo>
                    <a:pt x="2059" y="12472"/>
                  </a:lnTo>
                  <a:lnTo>
                    <a:pt x="2684" y="11887"/>
                  </a:lnTo>
                  <a:lnTo>
                    <a:pt x="3310" y="11322"/>
                  </a:lnTo>
                  <a:lnTo>
                    <a:pt x="3936" y="10797"/>
                  </a:lnTo>
                  <a:lnTo>
                    <a:pt x="4602" y="10272"/>
                  </a:lnTo>
                  <a:lnTo>
                    <a:pt x="5267" y="9768"/>
                  </a:lnTo>
                  <a:lnTo>
                    <a:pt x="5974" y="9283"/>
                  </a:lnTo>
                  <a:lnTo>
                    <a:pt x="6680" y="8819"/>
                  </a:lnTo>
                  <a:lnTo>
                    <a:pt x="7427" y="8355"/>
                  </a:lnTo>
                  <a:lnTo>
                    <a:pt x="8173" y="7891"/>
                  </a:lnTo>
                  <a:lnTo>
                    <a:pt x="8960" y="7467"/>
                  </a:lnTo>
                  <a:lnTo>
                    <a:pt x="9808" y="7003"/>
                  </a:lnTo>
                  <a:lnTo>
                    <a:pt x="10676" y="6579"/>
                  </a:lnTo>
                  <a:lnTo>
                    <a:pt x="11564" y="6155"/>
                  </a:lnTo>
                  <a:lnTo>
                    <a:pt x="12492" y="5752"/>
                  </a:lnTo>
                  <a:lnTo>
                    <a:pt x="13380" y="5389"/>
                  </a:lnTo>
                  <a:lnTo>
                    <a:pt x="14268" y="5046"/>
                  </a:lnTo>
                  <a:lnTo>
                    <a:pt x="15176" y="4702"/>
                  </a:lnTo>
                  <a:lnTo>
                    <a:pt x="16084" y="4380"/>
                  </a:lnTo>
                  <a:lnTo>
                    <a:pt x="17012" y="4077"/>
                  </a:lnTo>
                  <a:lnTo>
                    <a:pt x="17920" y="3794"/>
                  </a:lnTo>
                  <a:lnTo>
                    <a:pt x="18849" y="3512"/>
                  </a:lnTo>
                  <a:lnTo>
                    <a:pt x="19777" y="3270"/>
                  </a:lnTo>
                  <a:lnTo>
                    <a:pt x="21613" y="2765"/>
                  </a:lnTo>
                  <a:lnTo>
                    <a:pt x="23470" y="2321"/>
                  </a:lnTo>
                  <a:lnTo>
                    <a:pt x="25286" y="1918"/>
                  </a:lnTo>
                  <a:lnTo>
                    <a:pt x="27102" y="1534"/>
                  </a:lnTo>
                  <a:lnTo>
                    <a:pt x="29362" y="1070"/>
                  </a:lnTo>
                  <a:lnTo>
                    <a:pt x="30452" y="868"/>
                  </a:lnTo>
                  <a:lnTo>
                    <a:pt x="31502" y="687"/>
                  </a:lnTo>
                  <a:lnTo>
                    <a:pt x="32531" y="525"/>
                  </a:lnTo>
                  <a:lnTo>
                    <a:pt x="33560" y="384"/>
                  </a:lnTo>
                  <a:lnTo>
                    <a:pt x="34569" y="263"/>
                  </a:lnTo>
                  <a:lnTo>
                    <a:pt x="35578" y="162"/>
                  </a:lnTo>
                  <a:lnTo>
                    <a:pt x="36486" y="81"/>
                  </a:lnTo>
                  <a:close/>
                  <a:moveTo>
                    <a:pt x="36486" y="1"/>
                  </a:moveTo>
                  <a:lnTo>
                    <a:pt x="35558" y="81"/>
                  </a:lnTo>
                  <a:lnTo>
                    <a:pt x="34549" y="182"/>
                  </a:lnTo>
                  <a:lnTo>
                    <a:pt x="33540" y="303"/>
                  </a:lnTo>
                  <a:lnTo>
                    <a:pt x="32511" y="444"/>
                  </a:lnTo>
                  <a:lnTo>
                    <a:pt x="31481" y="606"/>
                  </a:lnTo>
                  <a:lnTo>
                    <a:pt x="30432" y="788"/>
                  </a:lnTo>
                  <a:lnTo>
                    <a:pt x="29362" y="989"/>
                  </a:lnTo>
                  <a:lnTo>
                    <a:pt x="27082" y="1453"/>
                  </a:lnTo>
                  <a:lnTo>
                    <a:pt x="25286" y="1837"/>
                  </a:lnTo>
                  <a:lnTo>
                    <a:pt x="23450" y="2241"/>
                  </a:lnTo>
                  <a:lnTo>
                    <a:pt x="21593" y="2705"/>
                  </a:lnTo>
                  <a:lnTo>
                    <a:pt x="19757" y="3189"/>
                  </a:lnTo>
                  <a:lnTo>
                    <a:pt x="18828" y="3451"/>
                  </a:lnTo>
                  <a:lnTo>
                    <a:pt x="17900" y="3714"/>
                  </a:lnTo>
                  <a:lnTo>
                    <a:pt x="16992" y="3996"/>
                  </a:lnTo>
                  <a:lnTo>
                    <a:pt x="16064" y="4299"/>
                  </a:lnTo>
                  <a:lnTo>
                    <a:pt x="15156" y="4622"/>
                  </a:lnTo>
                  <a:lnTo>
                    <a:pt x="14248" y="4965"/>
                  </a:lnTo>
                  <a:lnTo>
                    <a:pt x="13339" y="5308"/>
                  </a:lnTo>
                  <a:lnTo>
                    <a:pt x="12452" y="5691"/>
                  </a:lnTo>
                  <a:lnTo>
                    <a:pt x="11543" y="6095"/>
                  </a:lnTo>
                  <a:lnTo>
                    <a:pt x="10635" y="6499"/>
                  </a:lnTo>
                  <a:lnTo>
                    <a:pt x="9768" y="6942"/>
                  </a:lnTo>
                  <a:lnTo>
                    <a:pt x="8920" y="7386"/>
                  </a:lnTo>
                  <a:lnTo>
                    <a:pt x="8133" y="7830"/>
                  </a:lnTo>
                  <a:lnTo>
                    <a:pt x="7386" y="8274"/>
                  </a:lnTo>
                  <a:lnTo>
                    <a:pt x="6640" y="8738"/>
                  </a:lnTo>
                  <a:lnTo>
                    <a:pt x="5933" y="9223"/>
                  </a:lnTo>
                  <a:lnTo>
                    <a:pt x="5227" y="9707"/>
                  </a:lnTo>
                  <a:lnTo>
                    <a:pt x="4541" y="10212"/>
                  </a:lnTo>
                  <a:lnTo>
                    <a:pt x="3895" y="10736"/>
                  </a:lnTo>
                  <a:lnTo>
                    <a:pt x="3270" y="11261"/>
                  </a:lnTo>
                  <a:lnTo>
                    <a:pt x="2624" y="11826"/>
                  </a:lnTo>
                  <a:lnTo>
                    <a:pt x="1998" y="12411"/>
                  </a:lnTo>
                  <a:lnTo>
                    <a:pt x="1393" y="13017"/>
                  </a:lnTo>
                  <a:lnTo>
                    <a:pt x="808" y="13642"/>
                  </a:lnTo>
                  <a:lnTo>
                    <a:pt x="586" y="13905"/>
                  </a:lnTo>
                  <a:lnTo>
                    <a:pt x="364" y="14187"/>
                  </a:lnTo>
                  <a:lnTo>
                    <a:pt x="202" y="14470"/>
                  </a:lnTo>
                  <a:lnTo>
                    <a:pt x="122" y="14611"/>
                  </a:lnTo>
                  <a:lnTo>
                    <a:pt x="81" y="14752"/>
                  </a:lnTo>
                  <a:lnTo>
                    <a:pt x="41" y="14893"/>
                  </a:lnTo>
                  <a:lnTo>
                    <a:pt x="0" y="15055"/>
                  </a:lnTo>
                  <a:lnTo>
                    <a:pt x="0" y="15196"/>
                  </a:lnTo>
                  <a:lnTo>
                    <a:pt x="0" y="15358"/>
                  </a:lnTo>
                  <a:lnTo>
                    <a:pt x="41" y="15519"/>
                  </a:lnTo>
                  <a:lnTo>
                    <a:pt x="101" y="15680"/>
                  </a:lnTo>
                  <a:lnTo>
                    <a:pt x="162" y="15842"/>
                  </a:lnTo>
                  <a:lnTo>
                    <a:pt x="263" y="16003"/>
                  </a:lnTo>
                  <a:lnTo>
                    <a:pt x="404" y="16185"/>
                  </a:lnTo>
                  <a:lnTo>
                    <a:pt x="545" y="16346"/>
                  </a:lnTo>
                  <a:lnTo>
                    <a:pt x="727" y="16488"/>
                  </a:lnTo>
                  <a:lnTo>
                    <a:pt x="888" y="16629"/>
                  </a:lnTo>
                  <a:lnTo>
                    <a:pt x="1090" y="16750"/>
                  </a:lnTo>
                  <a:lnTo>
                    <a:pt x="1272" y="16851"/>
                  </a:lnTo>
                  <a:lnTo>
                    <a:pt x="1675" y="17053"/>
                  </a:lnTo>
                  <a:lnTo>
                    <a:pt x="2281" y="17295"/>
                  </a:lnTo>
                  <a:lnTo>
                    <a:pt x="2886" y="17537"/>
                  </a:lnTo>
                  <a:lnTo>
                    <a:pt x="3512" y="17739"/>
                  </a:lnTo>
                  <a:lnTo>
                    <a:pt x="4117" y="17920"/>
                  </a:lnTo>
                  <a:lnTo>
                    <a:pt x="4743" y="18062"/>
                  </a:lnTo>
                  <a:lnTo>
                    <a:pt x="5348" y="18203"/>
                  </a:lnTo>
                  <a:lnTo>
                    <a:pt x="5974" y="18324"/>
                  </a:lnTo>
                  <a:lnTo>
                    <a:pt x="6579" y="18405"/>
                  </a:lnTo>
                  <a:lnTo>
                    <a:pt x="7185" y="18485"/>
                  </a:lnTo>
                  <a:lnTo>
                    <a:pt x="7790" y="18546"/>
                  </a:lnTo>
                  <a:lnTo>
                    <a:pt x="8960" y="18647"/>
                  </a:lnTo>
                  <a:lnTo>
                    <a:pt x="10091" y="18687"/>
                  </a:lnTo>
                  <a:lnTo>
                    <a:pt x="11160" y="18707"/>
                  </a:lnTo>
                  <a:lnTo>
                    <a:pt x="11443" y="18707"/>
                  </a:lnTo>
                  <a:lnTo>
                    <a:pt x="12653" y="18687"/>
                  </a:lnTo>
                  <a:lnTo>
                    <a:pt x="13864" y="18647"/>
                  </a:lnTo>
                  <a:lnTo>
                    <a:pt x="15055" y="18586"/>
                  </a:lnTo>
                  <a:lnTo>
                    <a:pt x="16225" y="18485"/>
                  </a:lnTo>
                  <a:lnTo>
                    <a:pt x="17376" y="18364"/>
                  </a:lnTo>
                  <a:lnTo>
                    <a:pt x="18526" y="18223"/>
                  </a:lnTo>
                  <a:lnTo>
                    <a:pt x="19636" y="18042"/>
                  </a:lnTo>
                  <a:lnTo>
                    <a:pt x="20746" y="17840"/>
                  </a:lnTo>
                  <a:lnTo>
                    <a:pt x="21835" y="17618"/>
                  </a:lnTo>
                  <a:lnTo>
                    <a:pt x="22905" y="17376"/>
                  </a:lnTo>
                  <a:lnTo>
                    <a:pt x="23974" y="17093"/>
                  </a:lnTo>
                  <a:lnTo>
                    <a:pt x="25004" y="16790"/>
                  </a:lnTo>
                  <a:lnTo>
                    <a:pt x="26033" y="16447"/>
                  </a:lnTo>
                  <a:lnTo>
                    <a:pt x="27022" y="16084"/>
                  </a:lnTo>
                  <a:lnTo>
                    <a:pt x="28010" y="15701"/>
                  </a:lnTo>
                  <a:lnTo>
                    <a:pt x="28979" y="15297"/>
                  </a:lnTo>
                  <a:lnTo>
                    <a:pt x="29544" y="15035"/>
                  </a:lnTo>
                  <a:lnTo>
                    <a:pt x="30109" y="14752"/>
                  </a:lnTo>
                  <a:lnTo>
                    <a:pt x="30674" y="14449"/>
                  </a:lnTo>
                  <a:lnTo>
                    <a:pt x="31239" y="14086"/>
                  </a:lnTo>
                  <a:lnTo>
                    <a:pt x="31784" y="13703"/>
                  </a:lnTo>
                  <a:lnTo>
                    <a:pt x="32046" y="13501"/>
                  </a:lnTo>
                  <a:lnTo>
                    <a:pt x="32289" y="13279"/>
                  </a:lnTo>
                  <a:lnTo>
                    <a:pt x="32531" y="13057"/>
                  </a:lnTo>
                  <a:lnTo>
                    <a:pt x="32773" y="12815"/>
                  </a:lnTo>
                  <a:lnTo>
                    <a:pt x="32995" y="12553"/>
                  </a:lnTo>
                  <a:lnTo>
                    <a:pt x="33197" y="12290"/>
                  </a:lnTo>
                  <a:lnTo>
                    <a:pt x="33439" y="11927"/>
                  </a:lnTo>
                  <a:lnTo>
                    <a:pt x="33661" y="11544"/>
                  </a:lnTo>
                  <a:lnTo>
                    <a:pt x="33863" y="11140"/>
                  </a:lnTo>
                  <a:lnTo>
                    <a:pt x="34044" y="10736"/>
                  </a:lnTo>
                  <a:lnTo>
                    <a:pt x="34226" y="10333"/>
                  </a:lnTo>
                  <a:lnTo>
                    <a:pt x="34367" y="9909"/>
                  </a:lnTo>
                  <a:lnTo>
                    <a:pt x="34670" y="9061"/>
                  </a:lnTo>
                  <a:lnTo>
                    <a:pt x="34952" y="8274"/>
                  </a:lnTo>
                  <a:lnTo>
                    <a:pt x="35235" y="7487"/>
                  </a:lnTo>
                  <a:lnTo>
                    <a:pt x="35416" y="7104"/>
                  </a:lnTo>
                  <a:lnTo>
                    <a:pt x="35598" y="6741"/>
                  </a:lnTo>
                  <a:lnTo>
                    <a:pt x="35800" y="6377"/>
                  </a:lnTo>
                  <a:lnTo>
                    <a:pt x="36022" y="6014"/>
                  </a:lnTo>
                  <a:lnTo>
                    <a:pt x="36264" y="5671"/>
                  </a:lnTo>
                  <a:lnTo>
                    <a:pt x="36526" y="5348"/>
                  </a:lnTo>
                  <a:lnTo>
                    <a:pt x="36809" y="5046"/>
                  </a:lnTo>
                  <a:lnTo>
                    <a:pt x="37112" y="4743"/>
                  </a:lnTo>
                  <a:lnTo>
                    <a:pt x="37737" y="4178"/>
                  </a:lnTo>
                  <a:lnTo>
                    <a:pt x="38383" y="3633"/>
                  </a:lnTo>
                  <a:lnTo>
                    <a:pt x="39170" y="2947"/>
                  </a:lnTo>
                  <a:lnTo>
                    <a:pt x="39574" y="2584"/>
                  </a:lnTo>
                  <a:lnTo>
                    <a:pt x="39937" y="2200"/>
                  </a:lnTo>
                  <a:lnTo>
                    <a:pt x="40118" y="2019"/>
                  </a:lnTo>
                  <a:lnTo>
                    <a:pt x="40280" y="1797"/>
                  </a:lnTo>
                  <a:lnTo>
                    <a:pt x="40340" y="1675"/>
                  </a:lnTo>
                  <a:lnTo>
                    <a:pt x="40381" y="1554"/>
                  </a:lnTo>
                  <a:lnTo>
                    <a:pt x="40401" y="1433"/>
                  </a:lnTo>
                  <a:lnTo>
                    <a:pt x="40421" y="1292"/>
                  </a:lnTo>
                  <a:lnTo>
                    <a:pt x="40401" y="1191"/>
                  </a:lnTo>
                  <a:lnTo>
                    <a:pt x="40381" y="1090"/>
                  </a:lnTo>
                  <a:lnTo>
                    <a:pt x="40340" y="989"/>
                  </a:lnTo>
                  <a:lnTo>
                    <a:pt x="40280" y="909"/>
                  </a:lnTo>
                  <a:lnTo>
                    <a:pt x="40159" y="747"/>
                  </a:lnTo>
                  <a:lnTo>
                    <a:pt x="40018" y="626"/>
                  </a:lnTo>
                  <a:lnTo>
                    <a:pt x="39836" y="505"/>
                  </a:lnTo>
                  <a:lnTo>
                    <a:pt x="39674" y="424"/>
                  </a:lnTo>
                  <a:lnTo>
                    <a:pt x="39392" y="303"/>
                  </a:lnTo>
                  <a:lnTo>
                    <a:pt x="38908" y="182"/>
                  </a:lnTo>
                  <a:lnTo>
                    <a:pt x="38423" y="81"/>
                  </a:lnTo>
                  <a:lnTo>
                    <a:pt x="37939" y="21"/>
                  </a:lnTo>
                  <a:lnTo>
                    <a:pt x="37455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" name="Google Shape;29;p2"/>
            <p:cNvSpPr/>
            <p:nvPr/>
          </p:nvSpPr>
          <p:spPr>
            <a:xfrm flipH="1">
              <a:off x="-3292388" y="-1404593"/>
              <a:ext cx="653335" cy="572101"/>
            </a:xfrm>
            <a:custGeom>
              <a:rect b="b" l="l" r="r" t="t"/>
              <a:pathLst>
                <a:path extrusionOk="0" h="10233" w="11686">
                  <a:moveTo>
                    <a:pt x="10817" y="82"/>
                  </a:moveTo>
                  <a:lnTo>
                    <a:pt x="10918" y="102"/>
                  </a:lnTo>
                  <a:lnTo>
                    <a:pt x="10979" y="142"/>
                  </a:lnTo>
                  <a:lnTo>
                    <a:pt x="11039" y="182"/>
                  </a:lnTo>
                  <a:lnTo>
                    <a:pt x="11120" y="303"/>
                  </a:lnTo>
                  <a:lnTo>
                    <a:pt x="11201" y="445"/>
                  </a:lnTo>
                  <a:lnTo>
                    <a:pt x="11241" y="586"/>
                  </a:lnTo>
                  <a:lnTo>
                    <a:pt x="11382" y="1191"/>
                  </a:lnTo>
                  <a:lnTo>
                    <a:pt x="11504" y="1797"/>
                  </a:lnTo>
                  <a:lnTo>
                    <a:pt x="11564" y="2422"/>
                  </a:lnTo>
                  <a:lnTo>
                    <a:pt x="11604" y="3028"/>
                  </a:lnTo>
                  <a:lnTo>
                    <a:pt x="11584" y="3653"/>
                  </a:lnTo>
                  <a:lnTo>
                    <a:pt x="11544" y="4259"/>
                  </a:lnTo>
                  <a:lnTo>
                    <a:pt x="11463" y="4884"/>
                  </a:lnTo>
                  <a:lnTo>
                    <a:pt x="11342" y="5490"/>
                  </a:lnTo>
                  <a:lnTo>
                    <a:pt x="11241" y="5853"/>
                  </a:lnTo>
                  <a:lnTo>
                    <a:pt x="11140" y="6176"/>
                  </a:lnTo>
                  <a:lnTo>
                    <a:pt x="11019" y="6499"/>
                  </a:lnTo>
                  <a:lnTo>
                    <a:pt x="10878" y="6781"/>
                  </a:lnTo>
                  <a:lnTo>
                    <a:pt x="10737" y="7044"/>
                  </a:lnTo>
                  <a:lnTo>
                    <a:pt x="10575" y="7286"/>
                  </a:lnTo>
                  <a:lnTo>
                    <a:pt x="10414" y="7488"/>
                  </a:lnTo>
                  <a:lnTo>
                    <a:pt x="10212" y="7669"/>
                  </a:lnTo>
                  <a:lnTo>
                    <a:pt x="10030" y="7831"/>
                  </a:lnTo>
                  <a:lnTo>
                    <a:pt x="9849" y="7972"/>
                  </a:lnTo>
                  <a:lnTo>
                    <a:pt x="9647" y="8093"/>
                  </a:lnTo>
                  <a:lnTo>
                    <a:pt x="9425" y="8194"/>
                  </a:lnTo>
                  <a:lnTo>
                    <a:pt x="9001" y="8396"/>
                  </a:lnTo>
                  <a:lnTo>
                    <a:pt x="8557" y="8557"/>
                  </a:lnTo>
                  <a:lnTo>
                    <a:pt x="7730" y="8840"/>
                  </a:lnTo>
                  <a:lnTo>
                    <a:pt x="6862" y="9142"/>
                  </a:lnTo>
                  <a:lnTo>
                    <a:pt x="5974" y="9405"/>
                  </a:lnTo>
                  <a:lnTo>
                    <a:pt x="5066" y="9647"/>
                  </a:lnTo>
                  <a:lnTo>
                    <a:pt x="4158" y="9849"/>
                  </a:lnTo>
                  <a:lnTo>
                    <a:pt x="3714" y="9950"/>
                  </a:lnTo>
                  <a:lnTo>
                    <a:pt x="3270" y="10010"/>
                  </a:lnTo>
                  <a:lnTo>
                    <a:pt x="2806" y="10071"/>
                  </a:lnTo>
                  <a:lnTo>
                    <a:pt x="2362" y="10111"/>
                  </a:lnTo>
                  <a:lnTo>
                    <a:pt x="1918" y="10151"/>
                  </a:lnTo>
                  <a:lnTo>
                    <a:pt x="1252" y="10151"/>
                  </a:lnTo>
                  <a:lnTo>
                    <a:pt x="1070" y="10131"/>
                  </a:lnTo>
                  <a:lnTo>
                    <a:pt x="889" y="10071"/>
                  </a:lnTo>
                  <a:lnTo>
                    <a:pt x="707" y="10010"/>
                  </a:lnTo>
                  <a:lnTo>
                    <a:pt x="566" y="9950"/>
                  </a:lnTo>
                  <a:lnTo>
                    <a:pt x="425" y="9849"/>
                  </a:lnTo>
                  <a:lnTo>
                    <a:pt x="324" y="9748"/>
                  </a:lnTo>
                  <a:lnTo>
                    <a:pt x="223" y="9627"/>
                  </a:lnTo>
                  <a:lnTo>
                    <a:pt x="162" y="9526"/>
                  </a:lnTo>
                  <a:lnTo>
                    <a:pt x="122" y="9405"/>
                  </a:lnTo>
                  <a:lnTo>
                    <a:pt x="102" y="9284"/>
                  </a:lnTo>
                  <a:lnTo>
                    <a:pt x="82" y="9163"/>
                  </a:lnTo>
                  <a:lnTo>
                    <a:pt x="102" y="9021"/>
                  </a:lnTo>
                  <a:lnTo>
                    <a:pt x="122" y="8880"/>
                  </a:lnTo>
                  <a:lnTo>
                    <a:pt x="162" y="8739"/>
                  </a:lnTo>
                  <a:lnTo>
                    <a:pt x="223" y="8577"/>
                  </a:lnTo>
                  <a:lnTo>
                    <a:pt x="324" y="8416"/>
                  </a:lnTo>
                  <a:lnTo>
                    <a:pt x="425" y="8234"/>
                  </a:lnTo>
                  <a:lnTo>
                    <a:pt x="546" y="8073"/>
                  </a:lnTo>
                  <a:lnTo>
                    <a:pt x="667" y="7911"/>
                  </a:lnTo>
                  <a:lnTo>
                    <a:pt x="970" y="7589"/>
                  </a:lnTo>
                  <a:lnTo>
                    <a:pt x="1292" y="7306"/>
                  </a:lnTo>
                  <a:lnTo>
                    <a:pt x="1615" y="7064"/>
                  </a:lnTo>
                  <a:lnTo>
                    <a:pt x="1979" y="6822"/>
                  </a:lnTo>
                  <a:lnTo>
                    <a:pt x="2322" y="6620"/>
                  </a:lnTo>
                  <a:lnTo>
                    <a:pt x="2645" y="6438"/>
                  </a:lnTo>
                  <a:lnTo>
                    <a:pt x="3008" y="6257"/>
                  </a:lnTo>
                  <a:lnTo>
                    <a:pt x="3391" y="6075"/>
                  </a:lnTo>
                  <a:lnTo>
                    <a:pt x="4138" y="5752"/>
                  </a:lnTo>
                  <a:lnTo>
                    <a:pt x="5107" y="5328"/>
                  </a:lnTo>
                  <a:lnTo>
                    <a:pt x="5591" y="5086"/>
                  </a:lnTo>
                  <a:lnTo>
                    <a:pt x="6055" y="4824"/>
                  </a:lnTo>
                  <a:lnTo>
                    <a:pt x="6459" y="4582"/>
                  </a:lnTo>
                  <a:lnTo>
                    <a:pt x="6822" y="4319"/>
                  </a:lnTo>
                  <a:lnTo>
                    <a:pt x="7185" y="4017"/>
                  </a:lnTo>
                  <a:lnTo>
                    <a:pt x="7528" y="3714"/>
                  </a:lnTo>
                  <a:lnTo>
                    <a:pt x="7851" y="3391"/>
                  </a:lnTo>
                  <a:lnTo>
                    <a:pt x="8174" y="3048"/>
                  </a:lnTo>
                  <a:lnTo>
                    <a:pt x="8456" y="2685"/>
                  </a:lnTo>
                  <a:lnTo>
                    <a:pt x="8719" y="2301"/>
                  </a:lnTo>
                  <a:lnTo>
                    <a:pt x="9021" y="1817"/>
                  </a:lnTo>
                  <a:lnTo>
                    <a:pt x="9324" y="1353"/>
                  </a:lnTo>
                  <a:lnTo>
                    <a:pt x="9465" y="1131"/>
                  </a:lnTo>
                  <a:lnTo>
                    <a:pt x="9647" y="909"/>
                  </a:lnTo>
                  <a:lnTo>
                    <a:pt x="9808" y="707"/>
                  </a:lnTo>
                  <a:lnTo>
                    <a:pt x="10010" y="525"/>
                  </a:lnTo>
                  <a:lnTo>
                    <a:pt x="10212" y="344"/>
                  </a:lnTo>
                  <a:lnTo>
                    <a:pt x="10434" y="203"/>
                  </a:lnTo>
                  <a:lnTo>
                    <a:pt x="10575" y="122"/>
                  </a:lnTo>
                  <a:lnTo>
                    <a:pt x="10696" y="102"/>
                  </a:lnTo>
                  <a:lnTo>
                    <a:pt x="10817" y="82"/>
                  </a:lnTo>
                  <a:close/>
                  <a:moveTo>
                    <a:pt x="10838" y="1"/>
                  </a:moveTo>
                  <a:lnTo>
                    <a:pt x="10696" y="21"/>
                  </a:lnTo>
                  <a:lnTo>
                    <a:pt x="10555" y="61"/>
                  </a:lnTo>
                  <a:lnTo>
                    <a:pt x="10394" y="122"/>
                  </a:lnTo>
                  <a:lnTo>
                    <a:pt x="10152" y="283"/>
                  </a:lnTo>
                  <a:lnTo>
                    <a:pt x="9950" y="445"/>
                  </a:lnTo>
                  <a:lnTo>
                    <a:pt x="9748" y="647"/>
                  </a:lnTo>
                  <a:lnTo>
                    <a:pt x="9586" y="848"/>
                  </a:lnTo>
                  <a:lnTo>
                    <a:pt x="9405" y="1070"/>
                  </a:lnTo>
                  <a:lnTo>
                    <a:pt x="9264" y="1312"/>
                  </a:lnTo>
                  <a:lnTo>
                    <a:pt x="8961" y="1777"/>
                  </a:lnTo>
                  <a:lnTo>
                    <a:pt x="8658" y="2261"/>
                  </a:lnTo>
                  <a:lnTo>
                    <a:pt x="8396" y="2624"/>
                  </a:lnTo>
                  <a:lnTo>
                    <a:pt x="8113" y="2987"/>
                  </a:lnTo>
                  <a:lnTo>
                    <a:pt x="7790" y="3331"/>
                  </a:lnTo>
                  <a:lnTo>
                    <a:pt x="7468" y="3653"/>
                  </a:lnTo>
                  <a:lnTo>
                    <a:pt x="7145" y="3956"/>
                  </a:lnTo>
                  <a:lnTo>
                    <a:pt x="6781" y="4239"/>
                  </a:lnTo>
                  <a:lnTo>
                    <a:pt x="6398" y="4521"/>
                  </a:lnTo>
                  <a:lnTo>
                    <a:pt x="6015" y="4763"/>
                  </a:lnTo>
                  <a:lnTo>
                    <a:pt x="5550" y="5026"/>
                  </a:lnTo>
                  <a:lnTo>
                    <a:pt x="5066" y="5248"/>
                  </a:lnTo>
                  <a:lnTo>
                    <a:pt x="4097" y="5692"/>
                  </a:lnTo>
                  <a:lnTo>
                    <a:pt x="3351" y="6014"/>
                  </a:lnTo>
                  <a:lnTo>
                    <a:pt x="2988" y="6176"/>
                  </a:lnTo>
                  <a:lnTo>
                    <a:pt x="2604" y="6358"/>
                  </a:lnTo>
                  <a:lnTo>
                    <a:pt x="2281" y="6539"/>
                  </a:lnTo>
                  <a:lnTo>
                    <a:pt x="1918" y="6761"/>
                  </a:lnTo>
                  <a:lnTo>
                    <a:pt x="1575" y="7003"/>
                  </a:lnTo>
                  <a:lnTo>
                    <a:pt x="1232" y="7266"/>
                  </a:lnTo>
                  <a:lnTo>
                    <a:pt x="909" y="7548"/>
                  </a:lnTo>
                  <a:lnTo>
                    <a:pt x="606" y="7851"/>
                  </a:lnTo>
                  <a:lnTo>
                    <a:pt x="485" y="8012"/>
                  </a:lnTo>
                  <a:lnTo>
                    <a:pt x="364" y="8194"/>
                  </a:lnTo>
                  <a:lnTo>
                    <a:pt x="243" y="8376"/>
                  </a:lnTo>
                  <a:lnTo>
                    <a:pt x="162" y="8557"/>
                  </a:lnTo>
                  <a:lnTo>
                    <a:pt x="102" y="8719"/>
                  </a:lnTo>
                  <a:lnTo>
                    <a:pt x="41" y="8860"/>
                  </a:lnTo>
                  <a:lnTo>
                    <a:pt x="21" y="9021"/>
                  </a:lnTo>
                  <a:lnTo>
                    <a:pt x="1" y="9163"/>
                  </a:lnTo>
                  <a:lnTo>
                    <a:pt x="21" y="9304"/>
                  </a:lnTo>
                  <a:lnTo>
                    <a:pt x="41" y="9425"/>
                  </a:lnTo>
                  <a:lnTo>
                    <a:pt x="102" y="9546"/>
                  </a:lnTo>
                  <a:lnTo>
                    <a:pt x="162" y="9667"/>
                  </a:lnTo>
                  <a:lnTo>
                    <a:pt x="263" y="9808"/>
                  </a:lnTo>
                  <a:lnTo>
                    <a:pt x="384" y="9909"/>
                  </a:lnTo>
                  <a:lnTo>
                    <a:pt x="526" y="10010"/>
                  </a:lnTo>
                  <a:lnTo>
                    <a:pt x="687" y="10091"/>
                  </a:lnTo>
                  <a:lnTo>
                    <a:pt x="849" y="10151"/>
                  </a:lnTo>
                  <a:lnTo>
                    <a:pt x="1050" y="10192"/>
                  </a:lnTo>
                  <a:lnTo>
                    <a:pt x="1252" y="10232"/>
                  </a:lnTo>
                  <a:lnTo>
                    <a:pt x="1918" y="10232"/>
                  </a:lnTo>
                  <a:lnTo>
                    <a:pt x="2362" y="10192"/>
                  </a:lnTo>
                  <a:lnTo>
                    <a:pt x="2826" y="10151"/>
                  </a:lnTo>
                  <a:lnTo>
                    <a:pt x="3270" y="10091"/>
                  </a:lnTo>
                  <a:lnTo>
                    <a:pt x="3734" y="10030"/>
                  </a:lnTo>
                  <a:lnTo>
                    <a:pt x="4178" y="9929"/>
                  </a:lnTo>
                  <a:lnTo>
                    <a:pt x="5086" y="9728"/>
                  </a:lnTo>
                  <a:lnTo>
                    <a:pt x="5994" y="9485"/>
                  </a:lnTo>
                  <a:lnTo>
                    <a:pt x="6882" y="9223"/>
                  </a:lnTo>
                  <a:lnTo>
                    <a:pt x="7750" y="8920"/>
                  </a:lnTo>
                  <a:lnTo>
                    <a:pt x="8577" y="8638"/>
                  </a:lnTo>
                  <a:lnTo>
                    <a:pt x="9021" y="8456"/>
                  </a:lnTo>
                  <a:lnTo>
                    <a:pt x="9465" y="8275"/>
                  </a:lnTo>
                  <a:lnTo>
                    <a:pt x="9687" y="8154"/>
                  </a:lnTo>
                  <a:lnTo>
                    <a:pt x="9889" y="8032"/>
                  </a:lnTo>
                  <a:lnTo>
                    <a:pt x="10091" y="7891"/>
                  </a:lnTo>
                  <a:lnTo>
                    <a:pt x="10273" y="7730"/>
                  </a:lnTo>
                  <a:lnTo>
                    <a:pt x="10474" y="7548"/>
                  </a:lnTo>
                  <a:lnTo>
                    <a:pt x="10636" y="7326"/>
                  </a:lnTo>
                  <a:lnTo>
                    <a:pt x="10817" y="7084"/>
                  </a:lnTo>
                  <a:lnTo>
                    <a:pt x="10959" y="6822"/>
                  </a:lnTo>
                  <a:lnTo>
                    <a:pt x="11100" y="6539"/>
                  </a:lnTo>
                  <a:lnTo>
                    <a:pt x="11221" y="6216"/>
                  </a:lnTo>
                  <a:lnTo>
                    <a:pt x="11322" y="5873"/>
                  </a:lnTo>
                  <a:lnTo>
                    <a:pt x="11423" y="5510"/>
                  </a:lnTo>
                  <a:lnTo>
                    <a:pt x="11544" y="4884"/>
                  </a:lnTo>
                  <a:lnTo>
                    <a:pt x="11625" y="4279"/>
                  </a:lnTo>
                  <a:lnTo>
                    <a:pt x="11665" y="3653"/>
                  </a:lnTo>
                  <a:lnTo>
                    <a:pt x="11685" y="3028"/>
                  </a:lnTo>
                  <a:lnTo>
                    <a:pt x="11645" y="2402"/>
                  </a:lnTo>
                  <a:lnTo>
                    <a:pt x="11584" y="1797"/>
                  </a:lnTo>
                  <a:lnTo>
                    <a:pt x="11463" y="1171"/>
                  </a:lnTo>
                  <a:lnTo>
                    <a:pt x="11322" y="566"/>
                  </a:lnTo>
                  <a:lnTo>
                    <a:pt x="11261" y="404"/>
                  </a:lnTo>
                  <a:lnTo>
                    <a:pt x="11201" y="263"/>
                  </a:lnTo>
                  <a:lnTo>
                    <a:pt x="11140" y="182"/>
                  </a:lnTo>
                  <a:lnTo>
                    <a:pt x="11100" y="122"/>
                  </a:lnTo>
                  <a:lnTo>
                    <a:pt x="11019" y="82"/>
                  </a:lnTo>
                  <a:lnTo>
                    <a:pt x="10959" y="41"/>
                  </a:lnTo>
                  <a:lnTo>
                    <a:pt x="10838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" name="Google Shape;30;p2"/>
            <p:cNvSpPr/>
            <p:nvPr/>
          </p:nvSpPr>
          <p:spPr>
            <a:xfrm flipH="1">
              <a:off x="-979618" y="-5128741"/>
              <a:ext cx="1730784" cy="1441910"/>
            </a:xfrm>
            <a:custGeom>
              <a:rect b="b" l="l" r="r" t="t"/>
              <a:pathLst>
                <a:path extrusionOk="0" h="25791" w="30958">
                  <a:moveTo>
                    <a:pt x="13179" y="81"/>
                  </a:moveTo>
                  <a:lnTo>
                    <a:pt x="14551" y="101"/>
                  </a:lnTo>
                  <a:lnTo>
                    <a:pt x="15257" y="121"/>
                  </a:lnTo>
                  <a:lnTo>
                    <a:pt x="15963" y="162"/>
                  </a:lnTo>
                  <a:lnTo>
                    <a:pt x="16690" y="242"/>
                  </a:lnTo>
                  <a:lnTo>
                    <a:pt x="17416" y="323"/>
                  </a:lnTo>
                  <a:lnTo>
                    <a:pt x="18143" y="444"/>
                  </a:lnTo>
                  <a:lnTo>
                    <a:pt x="18869" y="586"/>
                  </a:lnTo>
                  <a:lnTo>
                    <a:pt x="19576" y="767"/>
                  </a:lnTo>
                  <a:lnTo>
                    <a:pt x="20282" y="969"/>
                  </a:lnTo>
                  <a:lnTo>
                    <a:pt x="20988" y="1211"/>
                  </a:lnTo>
                  <a:lnTo>
                    <a:pt x="21654" y="1494"/>
                  </a:lnTo>
                  <a:lnTo>
                    <a:pt x="21997" y="1655"/>
                  </a:lnTo>
                  <a:lnTo>
                    <a:pt x="22320" y="1837"/>
                  </a:lnTo>
                  <a:lnTo>
                    <a:pt x="22643" y="2018"/>
                  </a:lnTo>
                  <a:lnTo>
                    <a:pt x="22946" y="2200"/>
                  </a:lnTo>
                  <a:lnTo>
                    <a:pt x="23269" y="2402"/>
                  </a:lnTo>
                  <a:lnTo>
                    <a:pt x="23551" y="2624"/>
                  </a:lnTo>
                  <a:lnTo>
                    <a:pt x="23854" y="2866"/>
                  </a:lnTo>
                  <a:lnTo>
                    <a:pt x="24136" y="3108"/>
                  </a:lnTo>
                  <a:lnTo>
                    <a:pt x="24540" y="3491"/>
                  </a:lnTo>
                  <a:lnTo>
                    <a:pt x="24923" y="3895"/>
                  </a:lnTo>
                  <a:lnTo>
                    <a:pt x="25287" y="4339"/>
                  </a:lnTo>
                  <a:lnTo>
                    <a:pt x="25670" y="4823"/>
                  </a:lnTo>
                  <a:lnTo>
                    <a:pt x="26013" y="5348"/>
                  </a:lnTo>
                  <a:lnTo>
                    <a:pt x="26356" y="5913"/>
                  </a:lnTo>
                  <a:lnTo>
                    <a:pt x="26719" y="6518"/>
                  </a:lnTo>
                  <a:lnTo>
                    <a:pt x="27042" y="7164"/>
                  </a:lnTo>
                  <a:lnTo>
                    <a:pt x="27345" y="7749"/>
                  </a:lnTo>
                  <a:lnTo>
                    <a:pt x="27607" y="8335"/>
                  </a:lnTo>
                  <a:lnTo>
                    <a:pt x="27870" y="8940"/>
                  </a:lnTo>
                  <a:lnTo>
                    <a:pt x="28112" y="9546"/>
                  </a:lnTo>
                  <a:lnTo>
                    <a:pt x="28556" y="10756"/>
                  </a:lnTo>
                  <a:lnTo>
                    <a:pt x="28959" y="11947"/>
                  </a:lnTo>
                  <a:lnTo>
                    <a:pt x="29343" y="13138"/>
                  </a:lnTo>
                  <a:lnTo>
                    <a:pt x="29666" y="14328"/>
                  </a:lnTo>
                  <a:lnTo>
                    <a:pt x="29948" y="15478"/>
                  </a:lnTo>
                  <a:lnTo>
                    <a:pt x="30231" y="16588"/>
                  </a:lnTo>
                  <a:lnTo>
                    <a:pt x="30453" y="17577"/>
                  </a:lnTo>
                  <a:lnTo>
                    <a:pt x="30654" y="18606"/>
                  </a:lnTo>
                  <a:lnTo>
                    <a:pt x="30735" y="19111"/>
                  </a:lnTo>
                  <a:lnTo>
                    <a:pt x="30816" y="19636"/>
                  </a:lnTo>
                  <a:lnTo>
                    <a:pt x="30856" y="20160"/>
                  </a:lnTo>
                  <a:lnTo>
                    <a:pt x="30876" y="20685"/>
                  </a:lnTo>
                  <a:lnTo>
                    <a:pt x="30876" y="21169"/>
                  </a:lnTo>
                  <a:lnTo>
                    <a:pt x="30856" y="21674"/>
                  </a:lnTo>
                  <a:lnTo>
                    <a:pt x="30796" y="22219"/>
                  </a:lnTo>
                  <a:lnTo>
                    <a:pt x="30695" y="22784"/>
                  </a:lnTo>
                  <a:lnTo>
                    <a:pt x="30614" y="23046"/>
                  </a:lnTo>
                  <a:lnTo>
                    <a:pt x="30533" y="23329"/>
                  </a:lnTo>
                  <a:lnTo>
                    <a:pt x="30412" y="23611"/>
                  </a:lnTo>
                  <a:lnTo>
                    <a:pt x="30311" y="23873"/>
                  </a:lnTo>
                  <a:lnTo>
                    <a:pt x="30170" y="24136"/>
                  </a:lnTo>
                  <a:lnTo>
                    <a:pt x="30009" y="24398"/>
                  </a:lnTo>
                  <a:lnTo>
                    <a:pt x="29847" y="24640"/>
                  </a:lnTo>
                  <a:lnTo>
                    <a:pt x="29645" y="24882"/>
                  </a:lnTo>
                  <a:lnTo>
                    <a:pt x="29383" y="25145"/>
                  </a:lnTo>
                  <a:lnTo>
                    <a:pt x="29242" y="25266"/>
                  </a:lnTo>
                  <a:lnTo>
                    <a:pt x="29101" y="25387"/>
                  </a:lnTo>
                  <a:lnTo>
                    <a:pt x="28939" y="25468"/>
                  </a:lnTo>
                  <a:lnTo>
                    <a:pt x="28798" y="25548"/>
                  </a:lnTo>
                  <a:lnTo>
                    <a:pt x="28657" y="25609"/>
                  </a:lnTo>
                  <a:lnTo>
                    <a:pt x="28515" y="25649"/>
                  </a:lnTo>
                  <a:lnTo>
                    <a:pt x="28334" y="25690"/>
                  </a:lnTo>
                  <a:lnTo>
                    <a:pt x="28152" y="25710"/>
                  </a:lnTo>
                  <a:lnTo>
                    <a:pt x="27991" y="25710"/>
                  </a:lnTo>
                  <a:lnTo>
                    <a:pt x="27809" y="25690"/>
                  </a:lnTo>
                  <a:lnTo>
                    <a:pt x="27648" y="25669"/>
                  </a:lnTo>
                  <a:lnTo>
                    <a:pt x="27466" y="25629"/>
                  </a:lnTo>
                  <a:lnTo>
                    <a:pt x="27143" y="25508"/>
                  </a:lnTo>
                  <a:lnTo>
                    <a:pt x="26800" y="25347"/>
                  </a:lnTo>
                  <a:lnTo>
                    <a:pt x="26477" y="25165"/>
                  </a:lnTo>
                  <a:lnTo>
                    <a:pt x="26154" y="24963"/>
                  </a:lnTo>
                  <a:lnTo>
                    <a:pt x="25852" y="24741"/>
                  </a:lnTo>
                  <a:lnTo>
                    <a:pt x="25145" y="24196"/>
                  </a:lnTo>
                  <a:lnTo>
                    <a:pt x="24419" y="23631"/>
                  </a:lnTo>
                  <a:lnTo>
                    <a:pt x="23692" y="23046"/>
                  </a:lnTo>
                  <a:lnTo>
                    <a:pt x="22946" y="22420"/>
                  </a:lnTo>
                  <a:lnTo>
                    <a:pt x="22199" y="21775"/>
                  </a:lnTo>
                  <a:lnTo>
                    <a:pt x="21412" y="21109"/>
                  </a:lnTo>
                  <a:lnTo>
                    <a:pt x="20625" y="20382"/>
                  </a:lnTo>
                  <a:lnTo>
                    <a:pt x="19798" y="19636"/>
                  </a:lnTo>
                  <a:lnTo>
                    <a:pt x="18506" y="18405"/>
                  </a:lnTo>
                  <a:lnTo>
                    <a:pt x="17215" y="17153"/>
                  </a:lnTo>
                  <a:lnTo>
                    <a:pt x="14692" y="14671"/>
                  </a:lnTo>
                  <a:lnTo>
                    <a:pt x="12270" y="12290"/>
                  </a:lnTo>
                  <a:lnTo>
                    <a:pt x="11039" y="11079"/>
                  </a:lnTo>
                  <a:lnTo>
                    <a:pt x="9808" y="9909"/>
                  </a:lnTo>
                  <a:lnTo>
                    <a:pt x="8376" y="8597"/>
                  </a:lnTo>
                  <a:lnTo>
                    <a:pt x="7024" y="7406"/>
                  </a:lnTo>
                  <a:lnTo>
                    <a:pt x="5732" y="6317"/>
                  </a:lnTo>
                  <a:lnTo>
                    <a:pt x="4461" y="5308"/>
                  </a:lnTo>
                  <a:lnTo>
                    <a:pt x="4118" y="5086"/>
                  </a:lnTo>
                  <a:lnTo>
                    <a:pt x="3593" y="4743"/>
                  </a:lnTo>
                  <a:lnTo>
                    <a:pt x="2523" y="4057"/>
                  </a:lnTo>
                  <a:lnTo>
                    <a:pt x="1958" y="3673"/>
                  </a:lnTo>
                  <a:lnTo>
                    <a:pt x="1414" y="3290"/>
                  </a:lnTo>
                  <a:lnTo>
                    <a:pt x="929" y="2886"/>
                  </a:lnTo>
                  <a:lnTo>
                    <a:pt x="707" y="2704"/>
                  </a:lnTo>
                  <a:lnTo>
                    <a:pt x="526" y="2503"/>
                  </a:lnTo>
                  <a:lnTo>
                    <a:pt x="364" y="2341"/>
                  </a:lnTo>
                  <a:lnTo>
                    <a:pt x="223" y="2160"/>
                  </a:lnTo>
                  <a:lnTo>
                    <a:pt x="142" y="1998"/>
                  </a:lnTo>
                  <a:lnTo>
                    <a:pt x="82" y="1857"/>
                  </a:lnTo>
                  <a:lnTo>
                    <a:pt x="82" y="1776"/>
                  </a:lnTo>
                  <a:lnTo>
                    <a:pt x="82" y="1716"/>
                  </a:lnTo>
                  <a:lnTo>
                    <a:pt x="102" y="1655"/>
                  </a:lnTo>
                  <a:lnTo>
                    <a:pt x="142" y="1595"/>
                  </a:lnTo>
                  <a:lnTo>
                    <a:pt x="243" y="1473"/>
                  </a:lnTo>
                  <a:lnTo>
                    <a:pt x="364" y="1373"/>
                  </a:lnTo>
                  <a:lnTo>
                    <a:pt x="485" y="1292"/>
                  </a:lnTo>
                  <a:lnTo>
                    <a:pt x="647" y="1231"/>
                  </a:lnTo>
                  <a:lnTo>
                    <a:pt x="788" y="1171"/>
                  </a:lnTo>
                  <a:lnTo>
                    <a:pt x="949" y="1130"/>
                  </a:lnTo>
                  <a:lnTo>
                    <a:pt x="1292" y="1070"/>
                  </a:lnTo>
                  <a:lnTo>
                    <a:pt x="2745" y="848"/>
                  </a:lnTo>
                  <a:lnTo>
                    <a:pt x="4219" y="646"/>
                  </a:lnTo>
                  <a:lnTo>
                    <a:pt x="5712" y="464"/>
                  </a:lnTo>
                  <a:lnTo>
                    <a:pt x="7185" y="323"/>
                  </a:lnTo>
                  <a:lnTo>
                    <a:pt x="8658" y="222"/>
                  </a:lnTo>
                  <a:lnTo>
                    <a:pt x="10152" y="142"/>
                  </a:lnTo>
                  <a:lnTo>
                    <a:pt x="11645" y="81"/>
                  </a:lnTo>
                  <a:close/>
                  <a:moveTo>
                    <a:pt x="11645" y="0"/>
                  </a:moveTo>
                  <a:lnTo>
                    <a:pt x="10152" y="61"/>
                  </a:lnTo>
                  <a:lnTo>
                    <a:pt x="8658" y="142"/>
                  </a:lnTo>
                  <a:lnTo>
                    <a:pt x="7185" y="242"/>
                  </a:lnTo>
                  <a:lnTo>
                    <a:pt x="5692" y="384"/>
                  </a:lnTo>
                  <a:lnTo>
                    <a:pt x="4219" y="565"/>
                  </a:lnTo>
                  <a:lnTo>
                    <a:pt x="2745" y="767"/>
                  </a:lnTo>
                  <a:lnTo>
                    <a:pt x="1272" y="989"/>
                  </a:lnTo>
                  <a:lnTo>
                    <a:pt x="929" y="1070"/>
                  </a:lnTo>
                  <a:lnTo>
                    <a:pt x="768" y="1110"/>
                  </a:lnTo>
                  <a:lnTo>
                    <a:pt x="606" y="1151"/>
                  </a:lnTo>
                  <a:lnTo>
                    <a:pt x="445" y="1231"/>
                  </a:lnTo>
                  <a:lnTo>
                    <a:pt x="304" y="1312"/>
                  </a:lnTo>
                  <a:lnTo>
                    <a:pt x="183" y="1413"/>
                  </a:lnTo>
                  <a:lnTo>
                    <a:pt x="82" y="1554"/>
                  </a:lnTo>
                  <a:lnTo>
                    <a:pt x="41" y="1615"/>
                  </a:lnTo>
                  <a:lnTo>
                    <a:pt x="1" y="1695"/>
                  </a:lnTo>
                  <a:lnTo>
                    <a:pt x="1" y="1776"/>
                  </a:lnTo>
                  <a:lnTo>
                    <a:pt x="1" y="1857"/>
                  </a:lnTo>
                  <a:lnTo>
                    <a:pt x="61" y="2018"/>
                  </a:lnTo>
                  <a:lnTo>
                    <a:pt x="142" y="2180"/>
                  </a:lnTo>
                  <a:lnTo>
                    <a:pt x="283" y="2361"/>
                  </a:lnTo>
                  <a:lnTo>
                    <a:pt x="445" y="2543"/>
                  </a:lnTo>
                  <a:lnTo>
                    <a:pt x="627" y="2725"/>
                  </a:lnTo>
                  <a:lnTo>
                    <a:pt x="849" y="2926"/>
                  </a:lnTo>
                  <a:lnTo>
                    <a:pt x="1333" y="3310"/>
                  </a:lnTo>
                  <a:lnTo>
                    <a:pt x="1878" y="3713"/>
                  </a:lnTo>
                  <a:lnTo>
                    <a:pt x="2443" y="4097"/>
                  </a:lnTo>
                  <a:lnTo>
                    <a:pt x="3532" y="4803"/>
                  </a:lnTo>
                  <a:lnTo>
                    <a:pt x="4077" y="5146"/>
                  </a:lnTo>
                  <a:lnTo>
                    <a:pt x="4420" y="5388"/>
                  </a:lnTo>
                  <a:lnTo>
                    <a:pt x="5672" y="6377"/>
                  </a:lnTo>
                  <a:lnTo>
                    <a:pt x="6963" y="7467"/>
                  </a:lnTo>
                  <a:lnTo>
                    <a:pt x="8315" y="8658"/>
                  </a:lnTo>
                  <a:lnTo>
                    <a:pt x="9748" y="9969"/>
                  </a:lnTo>
                  <a:lnTo>
                    <a:pt x="10999" y="11140"/>
                  </a:lnTo>
                  <a:lnTo>
                    <a:pt x="12230" y="12351"/>
                  </a:lnTo>
                  <a:lnTo>
                    <a:pt x="14631" y="14732"/>
                  </a:lnTo>
                  <a:lnTo>
                    <a:pt x="17154" y="17214"/>
                  </a:lnTo>
                  <a:lnTo>
                    <a:pt x="18445" y="18465"/>
                  </a:lnTo>
                  <a:lnTo>
                    <a:pt x="19737" y="19696"/>
                  </a:lnTo>
                  <a:lnTo>
                    <a:pt x="20564" y="20443"/>
                  </a:lnTo>
                  <a:lnTo>
                    <a:pt x="21372" y="21169"/>
                  </a:lnTo>
                  <a:lnTo>
                    <a:pt x="22138" y="21835"/>
                  </a:lnTo>
                  <a:lnTo>
                    <a:pt x="22885" y="22501"/>
                  </a:lnTo>
                  <a:lnTo>
                    <a:pt x="23632" y="23107"/>
                  </a:lnTo>
                  <a:lnTo>
                    <a:pt x="24358" y="23692"/>
                  </a:lnTo>
                  <a:lnTo>
                    <a:pt x="25085" y="24257"/>
                  </a:lnTo>
                  <a:lnTo>
                    <a:pt x="25811" y="24802"/>
                  </a:lnTo>
                  <a:lnTo>
                    <a:pt x="26336" y="25165"/>
                  </a:lnTo>
                  <a:lnTo>
                    <a:pt x="26598" y="25326"/>
                  </a:lnTo>
                  <a:lnTo>
                    <a:pt x="26881" y="25488"/>
                  </a:lnTo>
                  <a:lnTo>
                    <a:pt x="27183" y="25609"/>
                  </a:lnTo>
                  <a:lnTo>
                    <a:pt x="27466" y="25710"/>
                  </a:lnTo>
                  <a:lnTo>
                    <a:pt x="27769" y="25770"/>
                  </a:lnTo>
                  <a:lnTo>
                    <a:pt x="28051" y="25790"/>
                  </a:lnTo>
                  <a:lnTo>
                    <a:pt x="28293" y="25770"/>
                  </a:lnTo>
                  <a:lnTo>
                    <a:pt x="28536" y="25730"/>
                  </a:lnTo>
                  <a:lnTo>
                    <a:pt x="28677" y="25690"/>
                  </a:lnTo>
                  <a:lnTo>
                    <a:pt x="28838" y="25609"/>
                  </a:lnTo>
                  <a:lnTo>
                    <a:pt x="28979" y="25548"/>
                  </a:lnTo>
                  <a:lnTo>
                    <a:pt x="29141" y="25447"/>
                  </a:lnTo>
                  <a:lnTo>
                    <a:pt x="29282" y="25347"/>
                  </a:lnTo>
                  <a:lnTo>
                    <a:pt x="29423" y="25225"/>
                  </a:lnTo>
                  <a:lnTo>
                    <a:pt x="29706" y="24923"/>
                  </a:lnTo>
                  <a:lnTo>
                    <a:pt x="29908" y="24681"/>
                  </a:lnTo>
                  <a:lnTo>
                    <a:pt x="30089" y="24438"/>
                  </a:lnTo>
                  <a:lnTo>
                    <a:pt x="30231" y="24176"/>
                  </a:lnTo>
                  <a:lnTo>
                    <a:pt x="30372" y="23914"/>
                  </a:lnTo>
                  <a:lnTo>
                    <a:pt x="30493" y="23631"/>
                  </a:lnTo>
                  <a:lnTo>
                    <a:pt x="30594" y="23369"/>
                  </a:lnTo>
                  <a:lnTo>
                    <a:pt x="30695" y="23086"/>
                  </a:lnTo>
                  <a:lnTo>
                    <a:pt x="30755" y="22804"/>
                  </a:lnTo>
                  <a:lnTo>
                    <a:pt x="30816" y="22521"/>
                  </a:lnTo>
                  <a:lnTo>
                    <a:pt x="30876" y="22239"/>
                  </a:lnTo>
                  <a:lnTo>
                    <a:pt x="30937" y="21694"/>
                  </a:lnTo>
                  <a:lnTo>
                    <a:pt x="30957" y="21169"/>
                  </a:lnTo>
                  <a:lnTo>
                    <a:pt x="30957" y="20685"/>
                  </a:lnTo>
                  <a:lnTo>
                    <a:pt x="30937" y="20160"/>
                  </a:lnTo>
                  <a:lnTo>
                    <a:pt x="30897" y="19636"/>
                  </a:lnTo>
                  <a:lnTo>
                    <a:pt x="30816" y="19111"/>
                  </a:lnTo>
                  <a:lnTo>
                    <a:pt x="30735" y="18586"/>
                  </a:lnTo>
                  <a:lnTo>
                    <a:pt x="30533" y="17557"/>
                  </a:lnTo>
                  <a:lnTo>
                    <a:pt x="30311" y="16568"/>
                  </a:lnTo>
                  <a:lnTo>
                    <a:pt x="30029" y="15458"/>
                  </a:lnTo>
                  <a:lnTo>
                    <a:pt x="29746" y="14308"/>
                  </a:lnTo>
                  <a:lnTo>
                    <a:pt x="29403" y="13117"/>
                  </a:lnTo>
                  <a:lnTo>
                    <a:pt x="29040" y="11927"/>
                  </a:lnTo>
                  <a:lnTo>
                    <a:pt x="28636" y="10716"/>
                  </a:lnTo>
                  <a:lnTo>
                    <a:pt x="28192" y="9505"/>
                  </a:lnTo>
                  <a:lnTo>
                    <a:pt x="27950" y="8900"/>
                  </a:lnTo>
                  <a:lnTo>
                    <a:pt x="27688" y="8315"/>
                  </a:lnTo>
                  <a:lnTo>
                    <a:pt x="27405" y="7709"/>
                  </a:lnTo>
                  <a:lnTo>
                    <a:pt x="27123" y="7124"/>
                  </a:lnTo>
                  <a:lnTo>
                    <a:pt x="26780" y="6478"/>
                  </a:lnTo>
                  <a:lnTo>
                    <a:pt x="26437" y="5853"/>
                  </a:lnTo>
                  <a:lnTo>
                    <a:pt x="26074" y="5288"/>
                  </a:lnTo>
                  <a:lnTo>
                    <a:pt x="25730" y="4783"/>
                  </a:lnTo>
                  <a:lnTo>
                    <a:pt x="25367" y="4279"/>
                  </a:lnTo>
                  <a:lnTo>
                    <a:pt x="24984" y="3835"/>
                  </a:lnTo>
                  <a:lnTo>
                    <a:pt x="24600" y="3431"/>
                  </a:lnTo>
                  <a:lnTo>
                    <a:pt x="24197" y="3048"/>
                  </a:lnTo>
                  <a:lnTo>
                    <a:pt x="23672" y="2604"/>
                  </a:lnTo>
                  <a:lnTo>
                    <a:pt x="23127" y="2220"/>
                  </a:lnTo>
                  <a:lnTo>
                    <a:pt x="22522" y="1857"/>
                  </a:lnTo>
                  <a:lnTo>
                    <a:pt x="21896" y="1514"/>
                  </a:lnTo>
                  <a:lnTo>
                    <a:pt x="21251" y="1231"/>
                  </a:lnTo>
                  <a:lnTo>
                    <a:pt x="20544" y="969"/>
                  </a:lnTo>
                  <a:lnTo>
                    <a:pt x="19798" y="727"/>
                  </a:lnTo>
                  <a:lnTo>
                    <a:pt x="19031" y="525"/>
                  </a:lnTo>
                  <a:lnTo>
                    <a:pt x="18405" y="404"/>
                  </a:lnTo>
                  <a:lnTo>
                    <a:pt x="17759" y="303"/>
                  </a:lnTo>
                  <a:lnTo>
                    <a:pt x="17093" y="202"/>
                  </a:lnTo>
                  <a:lnTo>
                    <a:pt x="16387" y="121"/>
                  </a:lnTo>
                  <a:lnTo>
                    <a:pt x="15640" y="61"/>
                  </a:lnTo>
                  <a:lnTo>
                    <a:pt x="14853" y="21"/>
                  </a:lnTo>
                  <a:lnTo>
                    <a:pt x="14046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" name="Google Shape;31;p2"/>
            <p:cNvSpPr/>
            <p:nvPr/>
          </p:nvSpPr>
          <p:spPr>
            <a:xfrm flipH="1">
              <a:off x="2209809" y="-3290930"/>
              <a:ext cx="560808" cy="1296383"/>
            </a:xfrm>
            <a:custGeom>
              <a:rect b="b" l="l" r="r" t="t"/>
              <a:pathLst>
                <a:path extrusionOk="0" h="23188" w="10031">
                  <a:moveTo>
                    <a:pt x="4703" y="61"/>
                  </a:moveTo>
                  <a:lnTo>
                    <a:pt x="4985" y="81"/>
                  </a:lnTo>
                  <a:lnTo>
                    <a:pt x="5268" y="122"/>
                  </a:lnTo>
                  <a:lnTo>
                    <a:pt x="5550" y="202"/>
                  </a:lnTo>
                  <a:lnTo>
                    <a:pt x="5833" y="303"/>
                  </a:lnTo>
                  <a:lnTo>
                    <a:pt x="6075" y="424"/>
                  </a:lnTo>
                  <a:lnTo>
                    <a:pt x="6297" y="566"/>
                  </a:lnTo>
                  <a:lnTo>
                    <a:pt x="6519" y="707"/>
                  </a:lnTo>
                  <a:lnTo>
                    <a:pt x="6741" y="868"/>
                  </a:lnTo>
                  <a:lnTo>
                    <a:pt x="6963" y="1070"/>
                  </a:lnTo>
                  <a:lnTo>
                    <a:pt x="7165" y="1272"/>
                  </a:lnTo>
                  <a:lnTo>
                    <a:pt x="7366" y="1494"/>
                  </a:lnTo>
                  <a:lnTo>
                    <a:pt x="7548" y="1736"/>
                  </a:lnTo>
                  <a:lnTo>
                    <a:pt x="7730" y="1999"/>
                  </a:lnTo>
                  <a:lnTo>
                    <a:pt x="7911" y="2281"/>
                  </a:lnTo>
                  <a:lnTo>
                    <a:pt x="8073" y="2584"/>
                  </a:lnTo>
                  <a:lnTo>
                    <a:pt x="8234" y="2907"/>
                  </a:lnTo>
                  <a:lnTo>
                    <a:pt x="8396" y="3230"/>
                  </a:lnTo>
                  <a:lnTo>
                    <a:pt x="8537" y="3593"/>
                  </a:lnTo>
                  <a:lnTo>
                    <a:pt x="8678" y="3976"/>
                  </a:lnTo>
                  <a:lnTo>
                    <a:pt x="8819" y="4380"/>
                  </a:lnTo>
                  <a:lnTo>
                    <a:pt x="9082" y="5207"/>
                  </a:lnTo>
                  <a:lnTo>
                    <a:pt x="9304" y="6075"/>
                  </a:lnTo>
                  <a:lnTo>
                    <a:pt x="9505" y="6922"/>
                  </a:lnTo>
                  <a:lnTo>
                    <a:pt x="9647" y="7790"/>
                  </a:lnTo>
                  <a:lnTo>
                    <a:pt x="9788" y="8678"/>
                  </a:lnTo>
                  <a:lnTo>
                    <a:pt x="9869" y="9546"/>
                  </a:lnTo>
                  <a:lnTo>
                    <a:pt x="9929" y="10434"/>
                  </a:lnTo>
                  <a:lnTo>
                    <a:pt x="9949" y="11302"/>
                  </a:lnTo>
                  <a:lnTo>
                    <a:pt x="9949" y="12189"/>
                  </a:lnTo>
                  <a:lnTo>
                    <a:pt x="9909" y="13077"/>
                  </a:lnTo>
                  <a:lnTo>
                    <a:pt x="9828" y="13945"/>
                  </a:lnTo>
                  <a:lnTo>
                    <a:pt x="9727" y="14833"/>
                  </a:lnTo>
                  <a:lnTo>
                    <a:pt x="9586" y="15701"/>
                  </a:lnTo>
                  <a:lnTo>
                    <a:pt x="9405" y="16569"/>
                  </a:lnTo>
                  <a:lnTo>
                    <a:pt x="9203" y="17416"/>
                  </a:lnTo>
                  <a:lnTo>
                    <a:pt x="8961" y="18264"/>
                  </a:lnTo>
                  <a:lnTo>
                    <a:pt x="8799" y="18768"/>
                  </a:lnTo>
                  <a:lnTo>
                    <a:pt x="8618" y="19293"/>
                  </a:lnTo>
                  <a:lnTo>
                    <a:pt x="8396" y="19838"/>
                  </a:lnTo>
                  <a:lnTo>
                    <a:pt x="8133" y="20362"/>
                  </a:lnTo>
                  <a:lnTo>
                    <a:pt x="7992" y="20625"/>
                  </a:lnTo>
                  <a:lnTo>
                    <a:pt x="7831" y="20867"/>
                  </a:lnTo>
                  <a:lnTo>
                    <a:pt x="7669" y="21129"/>
                  </a:lnTo>
                  <a:lnTo>
                    <a:pt x="7487" y="21371"/>
                  </a:lnTo>
                  <a:lnTo>
                    <a:pt x="7286" y="21593"/>
                  </a:lnTo>
                  <a:lnTo>
                    <a:pt x="7084" y="21815"/>
                  </a:lnTo>
                  <a:lnTo>
                    <a:pt x="6862" y="22037"/>
                  </a:lnTo>
                  <a:lnTo>
                    <a:pt x="6620" y="22239"/>
                  </a:lnTo>
                  <a:lnTo>
                    <a:pt x="6398" y="22401"/>
                  </a:lnTo>
                  <a:lnTo>
                    <a:pt x="6196" y="22542"/>
                  </a:lnTo>
                  <a:lnTo>
                    <a:pt x="5974" y="22663"/>
                  </a:lnTo>
                  <a:lnTo>
                    <a:pt x="5772" y="22764"/>
                  </a:lnTo>
                  <a:lnTo>
                    <a:pt x="5550" y="22865"/>
                  </a:lnTo>
                  <a:lnTo>
                    <a:pt x="5348" y="22945"/>
                  </a:lnTo>
                  <a:lnTo>
                    <a:pt x="5147" y="23006"/>
                  </a:lnTo>
                  <a:lnTo>
                    <a:pt x="4945" y="23046"/>
                  </a:lnTo>
                  <a:lnTo>
                    <a:pt x="4743" y="23087"/>
                  </a:lnTo>
                  <a:lnTo>
                    <a:pt x="4541" y="23107"/>
                  </a:lnTo>
                  <a:lnTo>
                    <a:pt x="4339" y="23107"/>
                  </a:lnTo>
                  <a:lnTo>
                    <a:pt x="4138" y="23087"/>
                  </a:lnTo>
                  <a:lnTo>
                    <a:pt x="3936" y="23046"/>
                  </a:lnTo>
                  <a:lnTo>
                    <a:pt x="3754" y="23006"/>
                  </a:lnTo>
                  <a:lnTo>
                    <a:pt x="3552" y="22925"/>
                  </a:lnTo>
                  <a:lnTo>
                    <a:pt x="3351" y="22845"/>
                  </a:lnTo>
                  <a:lnTo>
                    <a:pt x="3169" y="22764"/>
                  </a:lnTo>
                  <a:lnTo>
                    <a:pt x="2987" y="22643"/>
                  </a:lnTo>
                  <a:lnTo>
                    <a:pt x="2806" y="22522"/>
                  </a:lnTo>
                  <a:lnTo>
                    <a:pt x="2644" y="22380"/>
                  </a:lnTo>
                  <a:lnTo>
                    <a:pt x="2321" y="22078"/>
                  </a:lnTo>
                  <a:lnTo>
                    <a:pt x="1999" y="21714"/>
                  </a:lnTo>
                  <a:lnTo>
                    <a:pt x="1716" y="21331"/>
                  </a:lnTo>
                  <a:lnTo>
                    <a:pt x="1454" y="20927"/>
                  </a:lnTo>
                  <a:lnTo>
                    <a:pt x="1211" y="20483"/>
                  </a:lnTo>
                  <a:lnTo>
                    <a:pt x="990" y="20019"/>
                  </a:lnTo>
                  <a:lnTo>
                    <a:pt x="788" y="19535"/>
                  </a:lnTo>
                  <a:lnTo>
                    <a:pt x="626" y="19051"/>
                  </a:lnTo>
                  <a:lnTo>
                    <a:pt x="465" y="18566"/>
                  </a:lnTo>
                  <a:lnTo>
                    <a:pt x="344" y="18082"/>
                  </a:lnTo>
                  <a:lnTo>
                    <a:pt x="243" y="17598"/>
                  </a:lnTo>
                  <a:lnTo>
                    <a:pt x="162" y="17134"/>
                  </a:lnTo>
                  <a:lnTo>
                    <a:pt x="122" y="16690"/>
                  </a:lnTo>
                  <a:lnTo>
                    <a:pt x="102" y="16286"/>
                  </a:lnTo>
                  <a:lnTo>
                    <a:pt x="81" y="15600"/>
                  </a:lnTo>
                  <a:lnTo>
                    <a:pt x="81" y="14934"/>
                  </a:lnTo>
                  <a:lnTo>
                    <a:pt x="102" y="14268"/>
                  </a:lnTo>
                  <a:lnTo>
                    <a:pt x="142" y="13582"/>
                  </a:lnTo>
                  <a:lnTo>
                    <a:pt x="182" y="12916"/>
                  </a:lnTo>
                  <a:lnTo>
                    <a:pt x="243" y="12250"/>
                  </a:lnTo>
                  <a:lnTo>
                    <a:pt x="404" y="10918"/>
                  </a:lnTo>
                  <a:lnTo>
                    <a:pt x="586" y="9586"/>
                  </a:lnTo>
                  <a:lnTo>
                    <a:pt x="788" y="8254"/>
                  </a:lnTo>
                  <a:lnTo>
                    <a:pt x="1252" y="5631"/>
                  </a:lnTo>
                  <a:lnTo>
                    <a:pt x="1454" y="4622"/>
                  </a:lnTo>
                  <a:lnTo>
                    <a:pt x="1555" y="4117"/>
                  </a:lnTo>
                  <a:lnTo>
                    <a:pt x="1676" y="3613"/>
                  </a:lnTo>
                  <a:lnTo>
                    <a:pt x="1837" y="3108"/>
                  </a:lnTo>
                  <a:lnTo>
                    <a:pt x="1999" y="2604"/>
                  </a:lnTo>
                  <a:lnTo>
                    <a:pt x="2200" y="2140"/>
                  </a:lnTo>
                  <a:lnTo>
                    <a:pt x="2442" y="1655"/>
                  </a:lnTo>
                  <a:lnTo>
                    <a:pt x="2584" y="1393"/>
                  </a:lnTo>
                  <a:lnTo>
                    <a:pt x="2745" y="1151"/>
                  </a:lnTo>
                  <a:lnTo>
                    <a:pt x="2927" y="949"/>
                  </a:lnTo>
                  <a:lnTo>
                    <a:pt x="3108" y="747"/>
                  </a:lnTo>
                  <a:lnTo>
                    <a:pt x="3290" y="586"/>
                  </a:lnTo>
                  <a:lnTo>
                    <a:pt x="3472" y="445"/>
                  </a:lnTo>
                  <a:lnTo>
                    <a:pt x="3673" y="324"/>
                  </a:lnTo>
                  <a:lnTo>
                    <a:pt x="3875" y="223"/>
                  </a:lnTo>
                  <a:lnTo>
                    <a:pt x="4077" y="162"/>
                  </a:lnTo>
                  <a:lnTo>
                    <a:pt x="4279" y="102"/>
                  </a:lnTo>
                  <a:lnTo>
                    <a:pt x="4481" y="81"/>
                  </a:lnTo>
                  <a:lnTo>
                    <a:pt x="4703" y="61"/>
                  </a:lnTo>
                  <a:close/>
                  <a:moveTo>
                    <a:pt x="4561" y="1"/>
                  </a:moveTo>
                  <a:lnTo>
                    <a:pt x="4319" y="21"/>
                  </a:lnTo>
                  <a:lnTo>
                    <a:pt x="4077" y="61"/>
                  </a:lnTo>
                  <a:lnTo>
                    <a:pt x="3855" y="142"/>
                  </a:lnTo>
                  <a:lnTo>
                    <a:pt x="3633" y="243"/>
                  </a:lnTo>
                  <a:lnTo>
                    <a:pt x="3431" y="364"/>
                  </a:lnTo>
                  <a:lnTo>
                    <a:pt x="3229" y="525"/>
                  </a:lnTo>
                  <a:lnTo>
                    <a:pt x="3048" y="687"/>
                  </a:lnTo>
                  <a:lnTo>
                    <a:pt x="2866" y="889"/>
                  </a:lnTo>
                  <a:lnTo>
                    <a:pt x="2685" y="1111"/>
                  </a:lnTo>
                  <a:lnTo>
                    <a:pt x="2523" y="1353"/>
                  </a:lnTo>
                  <a:lnTo>
                    <a:pt x="2362" y="1615"/>
                  </a:lnTo>
                  <a:lnTo>
                    <a:pt x="2120" y="2099"/>
                  </a:lnTo>
                  <a:lnTo>
                    <a:pt x="1918" y="2584"/>
                  </a:lnTo>
                  <a:lnTo>
                    <a:pt x="1756" y="3068"/>
                  </a:lnTo>
                  <a:lnTo>
                    <a:pt x="1615" y="3573"/>
                  </a:lnTo>
                  <a:lnTo>
                    <a:pt x="1474" y="4097"/>
                  </a:lnTo>
                  <a:lnTo>
                    <a:pt x="1373" y="4602"/>
                  </a:lnTo>
                  <a:lnTo>
                    <a:pt x="1171" y="5631"/>
                  </a:lnTo>
                  <a:lnTo>
                    <a:pt x="707" y="8254"/>
                  </a:lnTo>
                  <a:lnTo>
                    <a:pt x="505" y="9566"/>
                  </a:lnTo>
                  <a:lnTo>
                    <a:pt x="324" y="10898"/>
                  </a:lnTo>
                  <a:lnTo>
                    <a:pt x="162" y="12250"/>
                  </a:lnTo>
                  <a:lnTo>
                    <a:pt x="102" y="12916"/>
                  </a:lnTo>
                  <a:lnTo>
                    <a:pt x="61" y="13582"/>
                  </a:lnTo>
                  <a:lnTo>
                    <a:pt x="21" y="14268"/>
                  </a:lnTo>
                  <a:lnTo>
                    <a:pt x="1" y="14934"/>
                  </a:lnTo>
                  <a:lnTo>
                    <a:pt x="1" y="15600"/>
                  </a:lnTo>
                  <a:lnTo>
                    <a:pt x="21" y="16286"/>
                  </a:lnTo>
                  <a:lnTo>
                    <a:pt x="41" y="16710"/>
                  </a:lnTo>
                  <a:lnTo>
                    <a:pt x="81" y="17154"/>
                  </a:lnTo>
                  <a:lnTo>
                    <a:pt x="162" y="17618"/>
                  </a:lnTo>
                  <a:lnTo>
                    <a:pt x="263" y="18102"/>
                  </a:lnTo>
                  <a:lnTo>
                    <a:pt x="404" y="18587"/>
                  </a:lnTo>
                  <a:lnTo>
                    <a:pt x="546" y="19071"/>
                  </a:lnTo>
                  <a:lnTo>
                    <a:pt x="727" y="19575"/>
                  </a:lnTo>
                  <a:lnTo>
                    <a:pt x="929" y="20060"/>
                  </a:lnTo>
                  <a:lnTo>
                    <a:pt x="1151" y="20524"/>
                  </a:lnTo>
                  <a:lnTo>
                    <a:pt x="1393" y="20968"/>
                  </a:lnTo>
                  <a:lnTo>
                    <a:pt x="1655" y="21392"/>
                  </a:lnTo>
                  <a:lnTo>
                    <a:pt x="1958" y="21775"/>
                  </a:lnTo>
                  <a:lnTo>
                    <a:pt x="2261" y="22138"/>
                  </a:lnTo>
                  <a:lnTo>
                    <a:pt x="2604" y="22461"/>
                  </a:lnTo>
                  <a:lnTo>
                    <a:pt x="2765" y="22582"/>
                  </a:lnTo>
                  <a:lnTo>
                    <a:pt x="2947" y="22723"/>
                  </a:lnTo>
                  <a:lnTo>
                    <a:pt x="3129" y="22824"/>
                  </a:lnTo>
                  <a:lnTo>
                    <a:pt x="3330" y="22925"/>
                  </a:lnTo>
                  <a:lnTo>
                    <a:pt x="3593" y="23046"/>
                  </a:lnTo>
                  <a:lnTo>
                    <a:pt x="3875" y="23127"/>
                  </a:lnTo>
                  <a:lnTo>
                    <a:pt x="4158" y="23167"/>
                  </a:lnTo>
                  <a:lnTo>
                    <a:pt x="4460" y="23188"/>
                  </a:lnTo>
                  <a:lnTo>
                    <a:pt x="4723" y="23167"/>
                  </a:lnTo>
                  <a:lnTo>
                    <a:pt x="4985" y="23127"/>
                  </a:lnTo>
                  <a:lnTo>
                    <a:pt x="5268" y="23067"/>
                  </a:lnTo>
                  <a:lnTo>
                    <a:pt x="5550" y="22966"/>
                  </a:lnTo>
                  <a:lnTo>
                    <a:pt x="5813" y="22845"/>
                  </a:lnTo>
                  <a:lnTo>
                    <a:pt x="6095" y="22683"/>
                  </a:lnTo>
                  <a:lnTo>
                    <a:pt x="6378" y="22501"/>
                  </a:lnTo>
                  <a:lnTo>
                    <a:pt x="6680" y="22300"/>
                  </a:lnTo>
                  <a:lnTo>
                    <a:pt x="6922" y="22098"/>
                  </a:lnTo>
                  <a:lnTo>
                    <a:pt x="7144" y="21876"/>
                  </a:lnTo>
                  <a:lnTo>
                    <a:pt x="7346" y="21654"/>
                  </a:lnTo>
                  <a:lnTo>
                    <a:pt x="7548" y="21412"/>
                  </a:lnTo>
                  <a:lnTo>
                    <a:pt x="7730" y="21170"/>
                  </a:lnTo>
                  <a:lnTo>
                    <a:pt x="7911" y="20927"/>
                  </a:lnTo>
                  <a:lnTo>
                    <a:pt x="8053" y="20665"/>
                  </a:lnTo>
                  <a:lnTo>
                    <a:pt x="8214" y="20403"/>
                  </a:lnTo>
                  <a:lnTo>
                    <a:pt x="8476" y="19878"/>
                  </a:lnTo>
                  <a:lnTo>
                    <a:pt x="8698" y="19333"/>
                  </a:lnTo>
                  <a:lnTo>
                    <a:pt x="8880" y="18809"/>
                  </a:lnTo>
                  <a:lnTo>
                    <a:pt x="9041" y="18284"/>
                  </a:lnTo>
                  <a:lnTo>
                    <a:pt x="9283" y="17436"/>
                  </a:lnTo>
                  <a:lnTo>
                    <a:pt x="9485" y="16589"/>
                  </a:lnTo>
                  <a:lnTo>
                    <a:pt x="9667" y="15721"/>
                  </a:lnTo>
                  <a:lnTo>
                    <a:pt x="9808" y="14833"/>
                  </a:lnTo>
                  <a:lnTo>
                    <a:pt x="9909" y="13965"/>
                  </a:lnTo>
                  <a:lnTo>
                    <a:pt x="9990" y="13077"/>
                  </a:lnTo>
                  <a:lnTo>
                    <a:pt x="10030" y="12189"/>
                  </a:lnTo>
                  <a:lnTo>
                    <a:pt x="10030" y="11302"/>
                  </a:lnTo>
                  <a:lnTo>
                    <a:pt x="10010" y="10434"/>
                  </a:lnTo>
                  <a:lnTo>
                    <a:pt x="9949" y="9546"/>
                  </a:lnTo>
                  <a:lnTo>
                    <a:pt x="9869" y="8658"/>
                  </a:lnTo>
                  <a:lnTo>
                    <a:pt x="9727" y="7790"/>
                  </a:lnTo>
                  <a:lnTo>
                    <a:pt x="9566" y="6902"/>
                  </a:lnTo>
                  <a:lnTo>
                    <a:pt x="9384" y="6055"/>
                  </a:lnTo>
                  <a:lnTo>
                    <a:pt x="9162" y="5187"/>
                  </a:lnTo>
                  <a:lnTo>
                    <a:pt x="8900" y="4339"/>
                  </a:lnTo>
                  <a:lnTo>
                    <a:pt x="8759" y="3936"/>
                  </a:lnTo>
                  <a:lnTo>
                    <a:pt x="8618" y="3552"/>
                  </a:lnTo>
                  <a:lnTo>
                    <a:pt x="8476" y="3209"/>
                  </a:lnTo>
                  <a:lnTo>
                    <a:pt x="8315" y="2866"/>
                  </a:lnTo>
                  <a:lnTo>
                    <a:pt x="8153" y="2523"/>
                  </a:lnTo>
                  <a:lnTo>
                    <a:pt x="7972" y="2220"/>
                  </a:lnTo>
                  <a:lnTo>
                    <a:pt x="7790" y="1938"/>
                  </a:lnTo>
                  <a:lnTo>
                    <a:pt x="7609" y="1676"/>
                  </a:lnTo>
                  <a:lnTo>
                    <a:pt x="7407" y="1433"/>
                  </a:lnTo>
                  <a:lnTo>
                    <a:pt x="7225" y="1211"/>
                  </a:lnTo>
                  <a:lnTo>
                    <a:pt x="7003" y="990"/>
                  </a:lnTo>
                  <a:lnTo>
                    <a:pt x="6801" y="808"/>
                  </a:lnTo>
                  <a:lnTo>
                    <a:pt x="6579" y="646"/>
                  </a:lnTo>
                  <a:lnTo>
                    <a:pt x="6337" y="485"/>
                  </a:lnTo>
                  <a:lnTo>
                    <a:pt x="6095" y="344"/>
                  </a:lnTo>
                  <a:lnTo>
                    <a:pt x="5853" y="243"/>
                  </a:lnTo>
                  <a:lnTo>
                    <a:pt x="5591" y="142"/>
                  </a:lnTo>
                  <a:lnTo>
                    <a:pt x="5328" y="61"/>
                  </a:lnTo>
                  <a:lnTo>
                    <a:pt x="5066" y="21"/>
                  </a:lnTo>
                  <a:lnTo>
                    <a:pt x="4824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" name="Google Shape;32;p2"/>
            <p:cNvSpPr/>
            <p:nvPr/>
          </p:nvSpPr>
          <p:spPr>
            <a:xfrm flipH="1">
              <a:off x="624664" y="-5010276"/>
              <a:ext cx="2123367" cy="1193681"/>
            </a:xfrm>
            <a:custGeom>
              <a:rect b="b" l="l" r="r" t="t"/>
              <a:pathLst>
                <a:path extrusionOk="0" h="21351" w="37980">
                  <a:moveTo>
                    <a:pt x="10776" y="81"/>
                  </a:moveTo>
                  <a:lnTo>
                    <a:pt x="11341" y="101"/>
                  </a:lnTo>
                  <a:lnTo>
                    <a:pt x="11927" y="121"/>
                  </a:lnTo>
                  <a:lnTo>
                    <a:pt x="12532" y="182"/>
                  </a:lnTo>
                  <a:lnTo>
                    <a:pt x="13178" y="222"/>
                  </a:lnTo>
                  <a:lnTo>
                    <a:pt x="13824" y="303"/>
                  </a:lnTo>
                  <a:lnTo>
                    <a:pt x="14510" y="404"/>
                  </a:lnTo>
                  <a:lnTo>
                    <a:pt x="15216" y="505"/>
                  </a:lnTo>
                  <a:lnTo>
                    <a:pt x="15943" y="626"/>
                  </a:lnTo>
                  <a:lnTo>
                    <a:pt x="16709" y="767"/>
                  </a:lnTo>
                  <a:lnTo>
                    <a:pt x="17496" y="949"/>
                  </a:lnTo>
                  <a:lnTo>
                    <a:pt x="18324" y="1130"/>
                  </a:lnTo>
                  <a:lnTo>
                    <a:pt x="19171" y="1332"/>
                  </a:lnTo>
                  <a:lnTo>
                    <a:pt x="20039" y="1554"/>
                  </a:lnTo>
                  <a:lnTo>
                    <a:pt x="20947" y="1796"/>
                  </a:lnTo>
                  <a:lnTo>
                    <a:pt x="21875" y="2059"/>
                  </a:lnTo>
                  <a:lnTo>
                    <a:pt x="23571" y="2583"/>
                  </a:lnTo>
                  <a:lnTo>
                    <a:pt x="24418" y="2866"/>
                  </a:lnTo>
                  <a:lnTo>
                    <a:pt x="25286" y="3148"/>
                  </a:lnTo>
                  <a:lnTo>
                    <a:pt x="26154" y="3471"/>
                  </a:lnTo>
                  <a:lnTo>
                    <a:pt x="27021" y="3794"/>
                  </a:lnTo>
                  <a:lnTo>
                    <a:pt x="27889" y="4157"/>
                  </a:lnTo>
                  <a:lnTo>
                    <a:pt x="28757" y="4541"/>
                  </a:lnTo>
                  <a:lnTo>
                    <a:pt x="29625" y="4944"/>
                  </a:lnTo>
                  <a:lnTo>
                    <a:pt x="30472" y="5368"/>
                  </a:lnTo>
                  <a:lnTo>
                    <a:pt x="31300" y="5832"/>
                  </a:lnTo>
                  <a:lnTo>
                    <a:pt x="32127" y="6317"/>
                  </a:lnTo>
                  <a:lnTo>
                    <a:pt x="32954" y="6841"/>
                  </a:lnTo>
                  <a:lnTo>
                    <a:pt x="33741" y="7406"/>
                  </a:lnTo>
                  <a:lnTo>
                    <a:pt x="34508" y="7992"/>
                  </a:lnTo>
                  <a:lnTo>
                    <a:pt x="35255" y="8637"/>
                  </a:lnTo>
                  <a:lnTo>
                    <a:pt x="35638" y="8980"/>
                  </a:lnTo>
                  <a:lnTo>
                    <a:pt x="36001" y="9344"/>
                  </a:lnTo>
                  <a:lnTo>
                    <a:pt x="36345" y="9687"/>
                  </a:lnTo>
                  <a:lnTo>
                    <a:pt x="36627" y="10030"/>
                  </a:lnTo>
                  <a:lnTo>
                    <a:pt x="36910" y="10373"/>
                  </a:lnTo>
                  <a:lnTo>
                    <a:pt x="37132" y="10696"/>
                  </a:lnTo>
                  <a:lnTo>
                    <a:pt x="37354" y="11039"/>
                  </a:lnTo>
                  <a:lnTo>
                    <a:pt x="37535" y="11382"/>
                  </a:lnTo>
                  <a:lnTo>
                    <a:pt x="37656" y="11624"/>
                  </a:lnTo>
                  <a:lnTo>
                    <a:pt x="37737" y="11846"/>
                  </a:lnTo>
                  <a:lnTo>
                    <a:pt x="37818" y="12068"/>
                  </a:lnTo>
                  <a:lnTo>
                    <a:pt x="37858" y="12290"/>
                  </a:lnTo>
                  <a:lnTo>
                    <a:pt x="37898" y="12492"/>
                  </a:lnTo>
                  <a:lnTo>
                    <a:pt x="37898" y="12694"/>
                  </a:lnTo>
                  <a:lnTo>
                    <a:pt x="37878" y="12875"/>
                  </a:lnTo>
                  <a:lnTo>
                    <a:pt x="37838" y="13057"/>
                  </a:lnTo>
                  <a:lnTo>
                    <a:pt x="37757" y="13259"/>
                  </a:lnTo>
                  <a:lnTo>
                    <a:pt x="37636" y="13460"/>
                  </a:lnTo>
                  <a:lnTo>
                    <a:pt x="37495" y="13662"/>
                  </a:lnTo>
                  <a:lnTo>
                    <a:pt x="37313" y="13824"/>
                  </a:lnTo>
                  <a:lnTo>
                    <a:pt x="37111" y="13985"/>
                  </a:lnTo>
                  <a:lnTo>
                    <a:pt x="36869" y="14106"/>
                  </a:lnTo>
                  <a:lnTo>
                    <a:pt x="36627" y="14207"/>
                  </a:lnTo>
                  <a:lnTo>
                    <a:pt x="36365" y="14288"/>
                  </a:lnTo>
                  <a:lnTo>
                    <a:pt x="36102" y="14328"/>
                  </a:lnTo>
                  <a:lnTo>
                    <a:pt x="35860" y="14368"/>
                  </a:lnTo>
                  <a:lnTo>
                    <a:pt x="35336" y="14368"/>
                  </a:lnTo>
                  <a:lnTo>
                    <a:pt x="34831" y="14328"/>
                  </a:lnTo>
                  <a:lnTo>
                    <a:pt x="34327" y="14268"/>
                  </a:lnTo>
                  <a:lnTo>
                    <a:pt x="34306" y="14268"/>
                  </a:lnTo>
                  <a:lnTo>
                    <a:pt x="32934" y="14106"/>
                  </a:lnTo>
                  <a:lnTo>
                    <a:pt x="31501" y="13945"/>
                  </a:lnTo>
                  <a:lnTo>
                    <a:pt x="30028" y="13803"/>
                  </a:lnTo>
                  <a:lnTo>
                    <a:pt x="28535" y="13682"/>
                  </a:lnTo>
                  <a:lnTo>
                    <a:pt x="26981" y="13561"/>
                  </a:lnTo>
                  <a:lnTo>
                    <a:pt x="25387" y="13481"/>
                  </a:lnTo>
                  <a:lnTo>
                    <a:pt x="23772" y="13420"/>
                  </a:lnTo>
                  <a:lnTo>
                    <a:pt x="22138" y="13400"/>
                  </a:lnTo>
                  <a:lnTo>
                    <a:pt x="20483" y="13420"/>
                  </a:lnTo>
                  <a:lnTo>
                    <a:pt x="18788" y="13460"/>
                  </a:lnTo>
                  <a:lnTo>
                    <a:pt x="17093" y="13561"/>
                  </a:lnTo>
                  <a:lnTo>
                    <a:pt x="16245" y="13622"/>
                  </a:lnTo>
                  <a:lnTo>
                    <a:pt x="15398" y="13703"/>
                  </a:lnTo>
                  <a:lnTo>
                    <a:pt x="14530" y="13803"/>
                  </a:lnTo>
                  <a:lnTo>
                    <a:pt x="13682" y="13904"/>
                  </a:lnTo>
                  <a:lnTo>
                    <a:pt x="12815" y="14025"/>
                  </a:lnTo>
                  <a:lnTo>
                    <a:pt x="11967" y="14146"/>
                  </a:lnTo>
                  <a:lnTo>
                    <a:pt x="11099" y="14308"/>
                  </a:lnTo>
                  <a:lnTo>
                    <a:pt x="10252" y="14469"/>
                  </a:lnTo>
                  <a:lnTo>
                    <a:pt x="9384" y="14651"/>
                  </a:lnTo>
                  <a:lnTo>
                    <a:pt x="8536" y="14833"/>
                  </a:lnTo>
                  <a:lnTo>
                    <a:pt x="7992" y="14974"/>
                  </a:lnTo>
                  <a:lnTo>
                    <a:pt x="7467" y="15115"/>
                  </a:lnTo>
                  <a:lnTo>
                    <a:pt x="6922" y="15277"/>
                  </a:lnTo>
                  <a:lnTo>
                    <a:pt x="6397" y="15458"/>
                  </a:lnTo>
                  <a:lnTo>
                    <a:pt x="5873" y="15660"/>
                  </a:lnTo>
                  <a:lnTo>
                    <a:pt x="5368" y="15902"/>
                  </a:lnTo>
                  <a:lnTo>
                    <a:pt x="4864" y="16164"/>
                  </a:lnTo>
                  <a:lnTo>
                    <a:pt x="4379" y="16467"/>
                  </a:lnTo>
                  <a:lnTo>
                    <a:pt x="4137" y="16649"/>
                  </a:lnTo>
                  <a:lnTo>
                    <a:pt x="3875" y="16851"/>
                  </a:lnTo>
                  <a:lnTo>
                    <a:pt x="3613" y="17073"/>
                  </a:lnTo>
                  <a:lnTo>
                    <a:pt x="3350" y="17335"/>
                  </a:lnTo>
                  <a:lnTo>
                    <a:pt x="3108" y="17617"/>
                  </a:lnTo>
                  <a:lnTo>
                    <a:pt x="2866" y="17940"/>
                  </a:lnTo>
                  <a:lnTo>
                    <a:pt x="2644" y="18283"/>
                  </a:lnTo>
                  <a:lnTo>
                    <a:pt x="2462" y="18667"/>
                  </a:lnTo>
                  <a:lnTo>
                    <a:pt x="2382" y="18889"/>
                  </a:lnTo>
                  <a:lnTo>
                    <a:pt x="2341" y="19131"/>
                  </a:lnTo>
                  <a:lnTo>
                    <a:pt x="2260" y="19635"/>
                  </a:lnTo>
                  <a:lnTo>
                    <a:pt x="2220" y="19918"/>
                  </a:lnTo>
                  <a:lnTo>
                    <a:pt x="2180" y="20201"/>
                  </a:lnTo>
                  <a:lnTo>
                    <a:pt x="2099" y="20463"/>
                  </a:lnTo>
                  <a:lnTo>
                    <a:pt x="2059" y="20584"/>
                  </a:lnTo>
                  <a:lnTo>
                    <a:pt x="1998" y="20705"/>
                  </a:lnTo>
                  <a:lnTo>
                    <a:pt x="1897" y="20846"/>
                  </a:lnTo>
                  <a:lnTo>
                    <a:pt x="1816" y="20988"/>
                  </a:lnTo>
                  <a:lnTo>
                    <a:pt x="1716" y="21088"/>
                  </a:lnTo>
                  <a:lnTo>
                    <a:pt x="1615" y="21169"/>
                  </a:lnTo>
                  <a:lnTo>
                    <a:pt x="1514" y="21210"/>
                  </a:lnTo>
                  <a:lnTo>
                    <a:pt x="1413" y="21250"/>
                  </a:lnTo>
                  <a:lnTo>
                    <a:pt x="1312" y="21270"/>
                  </a:lnTo>
                  <a:lnTo>
                    <a:pt x="1211" y="21250"/>
                  </a:lnTo>
                  <a:lnTo>
                    <a:pt x="1110" y="21210"/>
                  </a:lnTo>
                  <a:lnTo>
                    <a:pt x="1009" y="21149"/>
                  </a:lnTo>
                  <a:lnTo>
                    <a:pt x="908" y="21068"/>
                  </a:lnTo>
                  <a:lnTo>
                    <a:pt x="807" y="20967"/>
                  </a:lnTo>
                  <a:lnTo>
                    <a:pt x="707" y="20846"/>
                  </a:lnTo>
                  <a:lnTo>
                    <a:pt x="626" y="20725"/>
                  </a:lnTo>
                  <a:lnTo>
                    <a:pt x="464" y="20422"/>
                  </a:lnTo>
                  <a:lnTo>
                    <a:pt x="323" y="20100"/>
                  </a:lnTo>
                  <a:lnTo>
                    <a:pt x="222" y="19777"/>
                  </a:lnTo>
                  <a:lnTo>
                    <a:pt x="162" y="19454"/>
                  </a:lnTo>
                  <a:lnTo>
                    <a:pt x="121" y="19151"/>
                  </a:lnTo>
                  <a:lnTo>
                    <a:pt x="101" y="18223"/>
                  </a:lnTo>
                  <a:lnTo>
                    <a:pt x="81" y="17274"/>
                  </a:lnTo>
                  <a:lnTo>
                    <a:pt x="81" y="16326"/>
                  </a:lnTo>
                  <a:lnTo>
                    <a:pt x="101" y="15377"/>
                  </a:lnTo>
                  <a:lnTo>
                    <a:pt x="142" y="14449"/>
                  </a:lnTo>
                  <a:lnTo>
                    <a:pt x="182" y="13501"/>
                  </a:lnTo>
                  <a:lnTo>
                    <a:pt x="263" y="12572"/>
                  </a:lnTo>
                  <a:lnTo>
                    <a:pt x="343" y="11624"/>
                  </a:lnTo>
                  <a:lnTo>
                    <a:pt x="444" y="10696"/>
                  </a:lnTo>
                  <a:lnTo>
                    <a:pt x="545" y="9747"/>
                  </a:lnTo>
                  <a:lnTo>
                    <a:pt x="686" y="8819"/>
                  </a:lnTo>
                  <a:lnTo>
                    <a:pt x="828" y="7891"/>
                  </a:lnTo>
                  <a:lnTo>
                    <a:pt x="989" y="6962"/>
                  </a:lnTo>
                  <a:lnTo>
                    <a:pt x="1171" y="6034"/>
                  </a:lnTo>
                  <a:lnTo>
                    <a:pt x="1373" y="5126"/>
                  </a:lnTo>
                  <a:lnTo>
                    <a:pt x="1574" y="4198"/>
                  </a:lnTo>
                  <a:lnTo>
                    <a:pt x="1736" y="3572"/>
                  </a:lnTo>
                  <a:lnTo>
                    <a:pt x="1837" y="3269"/>
                  </a:lnTo>
                  <a:lnTo>
                    <a:pt x="1958" y="2967"/>
                  </a:lnTo>
                  <a:lnTo>
                    <a:pt x="2079" y="2664"/>
                  </a:lnTo>
                  <a:lnTo>
                    <a:pt x="2220" y="2402"/>
                  </a:lnTo>
                  <a:lnTo>
                    <a:pt x="2402" y="2139"/>
                  </a:lnTo>
                  <a:lnTo>
                    <a:pt x="2604" y="1897"/>
                  </a:lnTo>
                  <a:lnTo>
                    <a:pt x="2825" y="1695"/>
                  </a:lnTo>
                  <a:lnTo>
                    <a:pt x="3068" y="1514"/>
                  </a:lnTo>
                  <a:lnTo>
                    <a:pt x="3330" y="1352"/>
                  </a:lnTo>
                  <a:lnTo>
                    <a:pt x="3592" y="1211"/>
                  </a:lnTo>
                  <a:lnTo>
                    <a:pt x="3875" y="1090"/>
                  </a:lnTo>
                  <a:lnTo>
                    <a:pt x="4157" y="989"/>
                  </a:lnTo>
                  <a:lnTo>
                    <a:pt x="4702" y="807"/>
                  </a:lnTo>
                  <a:lnTo>
                    <a:pt x="5247" y="666"/>
                  </a:lnTo>
                  <a:lnTo>
                    <a:pt x="5832" y="525"/>
                  </a:lnTo>
                  <a:lnTo>
                    <a:pt x="6458" y="404"/>
                  </a:lnTo>
                  <a:lnTo>
                    <a:pt x="7104" y="303"/>
                  </a:lnTo>
                  <a:lnTo>
                    <a:pt x="7810" y="202"/>
                  </a:lnTo>
                  <a:lnTo>
                    <a:pt x="8577" y="142"/>
                  </a:lnTo>
                  <a:lnTo>
                    <a:pt x="9384" y="81"/>
                  </a:lnTo>
                  <a:close/>
                  <a:moveTo>
                    <a:pt x="9848" y="0"/>
                  </a:moveTo>
                  <a:lnTo>
                    <a:pt x="9303" y="20"/>
                  </a:lnTo>
                  <a:lnTo>
                    <a:pt x="8758" y="41"/>
                  </a:lnTo>
                  <a:lnTo>
                    <a:pt x="8234" y="81"/>
                  </a:lnTo>
                  <a:lnTo>
                    <a:pt x="7709" y="142"/>
                  </a:lnTo>
                  <a:lnTo>
                    <a:pt x="7184" y="202"/>
                  </a:lnTo>
                  <a:lnTo>
                    <a:pt x="6680" y="283"/>
                  </a:lnTo>
                  <a:lnTo>
                    <a:pt x="6175" y="384"/>
                  </a:lnTo>
                  <a:lnTo>
                    <a:pt x="5671" y="485"/>
                  </a:lnTo>
                  <a:lnTo>
                    <a:pt x="5166" y="606"/>
                  </a:lnTo>
                  <a:lnTo>
                    <a:pt x="4682" y="727"/>
                  </a:lnTo>
                  <a:lnTo>
                    <a:pt x="4117" y="908"/>
                  </a:lnTo>
                  <a:lnTo>
                    <a:pt x="3834" y="1009"/>
                  </a:lnTo>
                  <a:lnTo>
                    <a:pt x="3552" y="1130"/>
                  </a:lnTo>
                  <a:lnTo>
                    <a:pt x="3269" y="1272"/>
                  </a:lnTo>
                  <a:lnTo>
                    <a:pt x="3007" y="1433"/>
                  </a:lnTo>
                  <a:lnTo>
                    <a:pt x="2765" y="1635"/>
                  </a:lnTo>
                  <a:lnTo>
                    <a:pt x="2543" y="1837"/>
                  </a:lnTo>
                  <a:lnTo>
                    <a:pt x="2341" y="2079"/>
                  </a:lnTo>
                  <a:lnTo>
                    <a:pt x="2160" y="2341"/>
                  </a:lnTo>
                  <a:lnTo>
                    <a:pt x="1998" y="2624"/>
                  </a:lnTo>
                  <a:lnTo>
                    <a:pt x="1877" y="2926"/>
                  </a:lnTo>
                  <a:lnTo>
                    <a:pt x="1776" y="3229"/>
                  </a:lnTo>
                  <a:lnTo>
                    <a:pt x="1675" y="3552"/>
                  </a:lnTo>
                  <a:lnTo>
                    <a:pt x="1514" y="4178"/>
                  </a:lnTo>
                  <a:lnTo>
                    <a:pt x="1292" y="5106"/>
                  </a:lnTo>
                  <a:lnTo>
                    <a:pt x="1090" y="6014"/>
                  </a:lnTo>
                  <a:lnTo>
                    <a:pt x="908" y="6942"/>
                  </a:lnTo>
                  <a:lnTo>
                    <a:pt x="747" y="7870"/>
                  </a:lnTo>
                  <a:lnTo>
                    <a:pt x="606" y="8819"/>
                  </a:lnTo>
                  <a:lnTo>
                    <a:pt x="485" y="9747"/>
                  </a:lnTo>
                  <a:lnTo>
                    <a:pt x="364" y="10676"/>
                  </a:lnTo>
                  <a:lnTo>
                    <a:pt x="263" y="11624"/>
                  </a:lnTo>
                  <a:lnTo>
                    <a:pt x="182" y="12552"/>
                  </a:lnTo>
                  <a:lnTo>
                    <a:pt x="101" y="13501"/>
                  </a:lnTo>
                  <a:lnTo>
                    <a:pt x="61" y="14449"/>
                  </a:lnTo>
                  <a:lnTo>
                    <a:pt x="20" y="15377"/>
                  </a:lnTo>
                  <a:lnTo>
                    <a:pt x="0" y="16326"/>
                  </a:lnTo>
                  <a:lnTo>
                    <a:pt x="0" y="17274"/>
                  </a:lnTo>
                  <a:lnTo>
                    <a:pt x="20" y="18223"/>
                  </a:lnTo>
                  <a:lnTo>
                    <a:pt x="41" y="19171"/>
                  </a:lnTo>
                  <a:lnTo>
                    <a:pt x="81" y="19474"/>
                  </a:lnTo>
                  <a:lnTo>
                    <a:pt x="162" y="19797"/>
                  </a:lnTo>
                  <a:lnTo>
                    <a:pt x="263" y="20140"/>
                  </a:lnTo>
                  <a:lnTo>
                    <a:pt x="404" y="20483"/>
                  </a:lnTo>
                  <a:lnTo>
                    <a:pt x="565" y="20766"/>
                  </a:lnTo>
                  <a:lnTo>
                    <a:pt x="666" y="20907"/>
                  </a:lnTo>
                  <a:lnTo>
                    <a:pt x="767" y="21028"/>
                  </a:lnTo>
                  <a:lnTo>
                    <a:pt x="868" y="21129"/>
                  </a:lnTo>
                  <a:lnTo>
                    <a:pt x="969" y="21210"/>
                  </a:lnTo>
                  <a:lnTo>
                    <a:pt x="1070" y="21290"/>
                  </a:lnTo>
                  <a:lnTo>
                    <a:pt x="1191" y="21331"/>
                  </a:lnTo>
                  <a:lnTo>
                    <a:pt x="1332" y="21351"/>
                  </a:lnTo>
                  <a:lnTo>
                    <a:pt x="1433" y="21331"/>
                  </a:lnTo>
                  <a:lnTo>
                    <a:pt x="1514" y="21310"/>
                  </a:lnTo>
                  <a:lnTo>
                    <a:pt x="1615" y="21250"/>
                  </a:lnTo>
                  <a:lnTo>
                    <a:pt x="1716" y="21189"/>
                  </a:lnTo>
                  <a:lnTo>
                    <a:pt x="1796" y="21109"/>
                  </a:lnTo>
                  <a:lnTo>
                    <a:pt x="1897" y="21008"/>
                  </a:lnTo>
                  <a:lnTo>
                    <a:pt x="2059" y="20745"/>
                  </a:lnTo>
                  <a:lnTo>
                    <a:pt x="2119" y="20624"/>
                  </a:lnTo>
                  <a:lnTo>
                    <a:pt x="2180" y="20503"/>
                  </a:lnTo>
                  <a:lnTo>
                    <a:pt x="2260" y="20221"/>
                  </a:lnTo>
                  <a:lnTo>
                    <a:pt x="2301" y="19938"/>
                  </a:lnTo>
                  <a:lnTo>
                    <a:pt x="2341" y="19635"/>
                  </a:lnTo>
                  <a:lnTo>
                    <a:pt x="2422" y="19151"/>
                  </a:lnTo>
                  <a:lnTo>
                    <a:pt x="2462" y="18909"/>
                  </a:lnTo>
                  <a:lnTo>
                    <a:pt x="2543" y="18687"/>
                  </a:lnTo>
                  <a:lnTo>
                    <a:pt x="2725" y="18324"/>
                  </a:lnTo>
                  <a:lnTo>
                    <a:pt x="2926" y="17981"/>
                  </a:lnTo>
                  <a:lnTo>
                    <a:pt x="3169" y="17678"/>
                  </a:lnTo>
                  <a:lnTo>
                    <a:pt x="3411" y="17395"/>
                  </a:lnTo>
                  <a:lnTo>
                    <a:pt x="3673" y="17133"/>
                  </a:lnTo>
                  <a:lnTo>
                    <a:pt x="3935" y="16911"/>
                  </a:lnTo>
                  <a:lnTo>
                    <a:pt x="4198" y="16709"/>
                  </a:lnTo>
                  <a:lnTo>
                    <a:pt x="4440" y="16528"/>
                  </a:lnTo>
                  <a:lnTo>
                    <a:pt x="4904" y="16245"/>
                  </a:lnTo>
                  <a:lnTo>
                    <a:pt x="5388" y="15983"/>
                  </a:lnTo>
                  <a:lnTo>
                    <a:pt x="5913" y="15741"/>
                  </a:lnTo>
                  <a:lnTo>
                    <a:pt x="6418" y="15539"/>
                  </a:lnTo>
                  <a:lnTo>
                    <a:pt x="6962" y="15357"/>
                  </a:lnTo>
                  <a:lnTo>
                    <a:pt x="7487" y="15196"/>
                  </a:lnTo>
                  <a:lnTo>
                    <a:pt x="8032" y="15055"/>
                  </a:lnTo>
                  <a:lnTo>
                    <a:pt x="8557" y="14913"/>
                  </a:lnTo>
                  <a:lnTo>
                    <a:pt x="9404" y="14732"/>
                  </a:lnTo>
                  <a:lnTo>
                    <a:pt x="10272" y="14550"/>
                  </a:lnTo>
                  <a:lnTo>
                    <a:pt x="11119" y="14389"/>
                  </a:lnTo>
                  <a:lnTo>
                    <a:pt x="11987" y="14227"/>
                  </a:lnTo>
                  <a:lnTo>
                    <a:pt x="12835" y="14106"/>
                  </a:lnTo>
                  <a:lnTo>
                    <a:pt x="13703" y="13985"/>
                  </a:lnTo>
                  <a:lnTo>
                    <a:pt x="14550" y="13884"/>
                  </a:lnTo>
                  <a:lnTo>
                    <a:pt x="15398" y="13783"/>
                  </a:lnTo>
                  <a:lnTo>
                    <a:pt x="16265" y="13703"/>
                  </a:lnTo>
                  <a:lnTo>
                    <a:pt x="17113" y="13642"/>
                  </a:lnTo>
                  <a:lnTo>
                    <a:pt x="18808" y="13541"/>
                  </a:lnTo>
                  <a:lnTo>
                    <a:pt x="20483" y="13501"/>
                  </a:lnTo>
                  <a:lnTo>
                    <a:pt x="22138" y="13481"/>
                  </a:lnTo>
                  <a:lnTo>
                    <a:pt x="23772" y="13501"/>
                  </a:lnTo>
                  <a:lnTo>
                    <a:pt x="25387" y="13561"/>
                  </a:lnTo>
                  <a:lnTo>
                    <a:pt x="26981" y="13642"/>
                  </a:lnTo>
                  <a:lnTo>
                    <a:pt x="28515" y="13763"/>
                  </a:lnTo>
                  <a:lnTo>
                    <a:pt x="30028" y="13884"/>
                  </a:lnTo>
                  <a:lnTo>
                    <a:pt x="31501" y="14025"/>
                  </a:lnTo>
                  <a:lnTo>
                    <a:pt x="32934" y="14187"/>
                  </a:lnTo>
                  <a:lnTo>
                    <a:pt x="34306" y="14348"/>
                  </a:lnTo>
                  <a:lnTo>
                    <a:pt x="34831" y="14409"/>
                  </a:lnTo>
                  <a:lnTo>
                    <a:pt x="35356" y="14449"/>
                  </a:lnTo>
                  <a:lnTo>
                    <a:pt x="35860" y="14449"/>
                  </a:lnTo>
                  <a:lnTo>
                    <a:pt x="36123" y="14409"/>
                  </a:lnTo>
                  <a:lnTo>
                    <a:pt x="36385" y="14368"/>
                  </a:lnTo>
                  <a:lnTo>
                    <a:pt x="36647" y="14288"/>
                  </a:lnTo>
                  <a:lnTo>
                    <a:pt x="36910" y="14187"/>
                  </a:lnTo>
                  <a:lnTo>
                    <a:pt x="37152" y="14046"/>
                  </a:lnTo>
                  <a:lnTo>
                    <a:pt x="37374" y="13884"/>
                  </a:lnTo>
                  <a:lnTo>
                    <a:pt x="37555" y="13703"/>
                  </a:lnTo>
                  <a:lnTo>
                    <a:pt x="37717" y="13501"/>
                  </a:lnTo>
                  <a:lnTo>
                    <a:pt x="37838" y="13299"/>
                  </a:lnTo>
                  <a:lnTo>
                    <a:pt x="37919" y="13077"/>
                  </a:lnTo>
                  <a:lnTo>
                    <a:pt x="37959" y="12895"/>
                  </a:lnTo>
                  <a:lnTo>
                    <a:pt x="37979" y="12694"/>
                  </a:lnTo>
                  <a:lnTo>
                    <a:pt x="37979" y="12492"/>
                  </a:lnTo>
                  <a:lnTo>
                    <a:pt x="37939" y="12290"/>
                  </a:lnTo>
                  <a:lnTo>
                    <a:pt x="37898" y="12068"/>
                  </a:lnTo>
                  <a:lnTo>
                    <a:pt x="37818" y="11826"/>
                  </a:lnTo>
                  <a:lnTo>
                    <a:pt x="37737" y="11604"/>
                  </a:lnTo>
                  <a:lnTo>
                    <a:pt x="37616" y="11341"/>
                  </a:lnTo>
                  <a:lnTo>
                    <a:pt x="37414" y="10998"/>
                  </a:lnTo>
                  <a:lnTo>
                    <a:pt x="37212" y="10655"/>
                  </a:lnTo>
                  <a:lnTo>
                    <a:pt x="36970" y="10312"/>
                  </a:lnTo>
                  <a:lnTo>
                    <a:pt x="36708" y="9969"/>
                  </a:lnTo>
                  <a:lnTo>
                    <a:pt x="36405" y="9626"/>
                  </a:lnTo>
                  <a:lnTo>
                    <a:pt x="36062" y="9283"/>
                  </a:lnTo>
                  <a:lnTo>
                    <a:pt x="35699" y="8920"/>
                  </a:lnTo>
                  <a:lnTo>
                    <a:pt x="35315" y="8577"/>
                  </a:lnTo>
                  <a:lnTo>
                    <a:pt x="34569" y="7931"/>
                  </a:lnTo>
                  <a:lnTo>
                    <a:pt x="33782" y="7346"/>
                  </a:lnTo>
                  <a:lnTo>
                    <a:pt x="32995" y="6781"/>
                  </a:lnTo>
                  <a:lnTo>
                    <a:pt x="32187" y="6256"/>
                  </a:lnTo>
                  <a:lnTo>
                    <a:pt x="31360" y="5772"/>
                  </a:lnTo>
                  <a:lnTo>
                    <a:pt x="30512" y="5308"/>
                  </a:lnTo>
                  <a:lnTo>
                    <a:pt x="29665" y="4864"/>
                  </a:lnTo>
                  <a:lnTo>
                    <a:pt x="28797" y="4460"/>
                  </a:lnTo>
                  <a:lnTo>
                    <a:pt x="27929" y="4077"/>
                  </a:lnTo>
                  <a:lnTo>
                    <a:pt x="27062" y="3734"/>
                  </a:lnTo>
                  <a:lnTo>
                    <a:pt x="26194" y="3390"/>
                  </a:lnTo>
                  <a:lnTo>
                    <a:pt x="25306" y="3088"/>
                  </a:lnTo>
                  <a:lnTo>
                    <a:pt x="24458" y="2785"/>
                  </a:lnTo>
                  <a:lnTo>
                    <a:pt x="23591" y="2503"/>
                  </a:lnTo>
                  <a:lnTo>
                    <a:pt x="21896" y="1998"/>
                  </a:lnTo>
                  <a:lnTo>
                    <a:pt x="20685" y="1635"/>
                  </a:lnTo>
                  <a:lnTo>
                    <a:pt x="19494" y="1332"/>
                  </a:lnTo>
                  <a:lnTo>
                    <a:pt x="18364" y="1050"/>
                  </a:lnTo>
                  <a:lnTo>
                    <a:pt x="17295" y="807"/>
                  </a:lnTo>
                  <a:lnTo>
                    <a:pt x="16245" y="585"/>
                  </a:lnTo>
                  <a:lnTo>
                    <a:pt x="15236" y="404"/>
                  </a:lnTo>
                  <a:lnTo>
                    <a:pt x="14268" y="263"/>
                  </a:lnTo>
                  <a:lnTo>
                    <a:pt x="13299" y="162"/>
                  </a:lnTo>
                  <a:lnTo>
                    <a:pt x="12128" y="61"/>
                  </a:lnTo>
                  <a:lnTo>
                    <a:pt x="10978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" name="Google Shape;33;p2"/>
            <p:cNvSpPr/>
            <p:nvPr/>
          </p:nvSpPr>
          <p:spPr>
            <a:xfrm flipH="1">
              <a:off x="1840885" y="-3884377"/>
              <a:ext cx="415281" cy="285520"/>
            </a:xfrm>
            <a:custGeom>
              <a:rect b="b" l="l" r="r" t="t"/>
              <a:pathLst>
                <a:path extrusionOk="0" h="5107" w="7428">
                  <a:moveTo>
                    <a:pt x="7124" y="82"/>
                  </a:moveTo>
                  <a:lnTo>
                    <a:pt x="7205" y="102"/>
                  </a:lnTo>
                  <a:lnTo>
                    <a:pt x="7286" y="142"/>
                  </a:lnTo>
                  <a:lnTo>
                    <a:pt x="7326" y="223"/>
                  </a:lnTo>
                  <a:lnTo>
                    <a:pt x="7346" y="344"/>
                  </a:lnTo>
                  <a:lnTo>
                    <a:pt x="7346" y="485"/>
                  </a:lnTo>
                  <a:lnTo>
                    <a:pt x="7306" y="647"/>
                  </a:lnTo>
                  <a:lnTo>
                    <a:pt x="7225" y="808"/>
                  </a:lnTo>
                  <a:lnTo>
                    <a:pt x="7064" y="1212"/>
                  </a:lnTo>
                  <a:lnTo>
                    <a:pt x="6842" y="1615"/>
                  </a:lnTo>
                  <a:lnTo>
                    <a:pt x="6600" y="1999"/>
                  </a:lnTo>
                  <a:lnTo>
                    <a:pt x="6357" y="2362"/>
                  </a:lnTo>
                  <a:lnTo>
                    <a:pt x="6055" y="2786"/>
                  </a:lnTo>
                  <a:lnTo>
                    <a:pt x="5732" y="3149"/>
                  </a:lnTo>
                  <a:lnTo>
                    <a:pt x="5389" y="3472"/>
                  </a:lnTo>
                  <a:lnTo>
                    <a:pt x="5026" y="3775"/>
                  </a:lnTo>
                  <a:lnTo>
                    <a:pt x="4642" y="4037"/>
                  </a:lnTo>
                  <a:lnTo>
                    <a:pt x="4259" y="4279"/>
                  </a:lnTo>
                  <a:lnTo>
                    <a:pt x="3835" y="4501"/>
                  </a:lnTo>
                  <a:lnTo>
                    <a:pt x="3411" y="4683"/>
                  </a:lnTo>
                  <a:lnTo>
                    <a:pt x="2987" y="4824"/>
                  </a:lnTo>
                  <a:lnTo>
                    <a:pt x="2745" y="4905"/>
                  </a:lnTo>
                  <a:lnTo>
                    <a:pt x="2463" y="4965"/>
                  </a:lnTo>
                  <a:lnTo>
                    <a:pt x="2160" y="5006"/>
                  </a:lnTo>
                  <a:lnTo>
                    <a:pt x="1837" y="5026"/>
                  </a:lnTo>
                  <a:lnTo>
                    <a:pt x="1514" y="5006"/>
                  </a:lnTo>
                  <a:lnTo>
                    <a:pt x="1353" y="4965"/>
                  </a:lnTo>
                  <a:lnTo>
                    <a:pt x="1171" y="4945"/>
                  </a:lnTo>
                  <a:lnTo>
                    <a:pt x="1010" y="4885"/>
                  </a:lnTo>
                  <a:lnTo>
                    <a:pt x="848" y="4824"/>
                  </a:lnTo>
                  <a:lnTo>
                    <a:pt x="707" y="4743"/>
                  </a:lnTo>
                  <a:lnTo>
                    <a:pt x="546" y="4642"/>
                  </a:lnTo>
                  <a:lnTo>
                    <a:pt x="445" y="4562"/>
                  </a:lnTo>
                  <a:lnTo>
                    <a:pt x="364" y="4461"/>
                  </a:lnTo>
                  <a:lnTo>
                    <a:pt x="283" y="4380"/>
                  </a:lnTo>
                  <a:lnTo>
                    <a:pt x="203" y="4279"/>
                  </a:lnTo>
                  <a:lnTo>
                    <a:pt x="162" y="4178"/>
                  </a:lnTo>
                  <a:lnTo>
                    <a:pt x="122" y="4057"/>
                  </a:lnTo>
                  <a:lnTo>
                    <a:pt x="81" y="3956"/>
                  </a:lnTo>
                  <a:lnTo>
                    <a:pt x="81" y="3855"/>
                  </a:lnTo>
                  <a:lnTo>
                    <a:pt x="81" y="3654"/>
                  </a:lnTo>
                  <a:lnTo>
                    <a:pt x="142" y="3492"/>
                  </a:lnTo>
                  <a:lnTo>
                    <a:pt x="243" y="3331"/>
                  </a:lnTo>
                  <a:lnTo>
                    <a:pt x="364" y="3169"/>
                  </a:lnTo>
                  <a:lnTo>
                    <a:pt x="505" y="3028"/>
                  </a:lnTo>
                  <a:lnTo>
                    <a:pt x="647" y="2907"/>
                  </a:lnTo>
                  <a:lnTo>
                    <a:pt x="949" y="2685"/>
                  </a:lnTo>
                  <a:lnTo>
                    <a:pt x="1656" y="2261"/>
                  </a:lnTo>
                  <a:lnTo>
                    <a:pt x="2362" y="1858"/>
                  </a:lnTo>
                  <a:lnTo>
                    <a:pt x="3088" y="1474"/>
                  </a:lnTo>
                  <a:lnTo>
                    <a:pt x="3835" y="1131"/>
                  </a:lnTo>
                  <a:lnTo>
                    <a:pt x="4602" y="828"/>
                  </a:lnTo>
                  <a:lnTo>
                    <a:pt x="5369" y="566"/>
                  </a:lnTo>
                  <a:lnTo>
                    <a:pt x="6156" y="324"/>
                  </a:lnTo>
                  <a:lnTo>
                    <a:pt x="6943" y="122"/>
                  </a:lnTo>
                  <a:lnTo>
                    <a:pt x="7044" y="102"/>
                  </a:lnTo>
                  <a:lnTo>
                    <a:pt x="7124" y="82"/>
                  </a:lnTo>
                  <a:close/>
                  <a:moveTo>
                    <a:pt x="7145" y="1"/>
                  </a:moveTo>
                  <a:lnTo>
                    <a:pt x="7084" y="21"/>
                  </a:lnTo>
                  <a:lnTo>
                    <a:pt x="6923" y="41"/>
                  </a:lnTo>
                  <a:lnTo>
                    <a:pt x="6136" y="243"/>
                  </a:lnTo>
                  <a:lnTo>
                    <a:pt x="5348" y="485"/>
                  </a:lnTo>
                  <a:lnTo>
                    <a:pt x="4561" y="768"/>
                  </a:lnTo>
                  <a:lnTo>
                    <a:pt x="3795" y="1071"/>
                  </a:lnTo>
                  <a:lnTo>
                    <a:pt x="3048" y="1414"/>
                  </a:lnTo>
                  <a:lnTo>
                    <a:pt x="2321" y="1777"/>
                  </a:lnTo>
                  <a:lnTo>
                    <a:pt x="1595" y="2180"/>
                  </a:lnTo>
                  <a:lnTo>
                    <a:pt x="909" y="2624"/>
                  </a:lnTo>
                  <a:lnTo>
                    <a:pt x="586" y="2846"/>
                  </a:lnTo>
                  <a:lnTo>
                    <a:pt x="445" y="2988"/>
                  </a:lnTo>
                  <a:lnTo>
                    <a:pt x="283" y="3129"/>
                  </a:lnTo>
                  <a:lnTo>
                    <a:pt x="162" y="3290"/>
                  </a:lnTo>
                  <a:lnTo>
                    <a:pt x="81" y="3472"/>
                  </a:lnTo>
                  <a:lnTo>
                    <a:pt x="21" y="3654"/>
                  </a:lnTo>
                  <a:lnTo>
                    <a:pt x="1" y="3754"/>
                  </a:lnTo>
                  <a:lnTo>
                    <a:pt x="1" y="3855"/>
                  </a:lnTo>
                  <a:lnTo>
                    <a:pt x="1" y="3976"/>
                  </a:lnTo>
                  <a:lnTo>
                    <a:pt x="41" y="4077"/>
                  </a:lnTo>
                  <a:lnTo>
                    <a:pt x="81" y="4198"/>
                  </a:lnTo>
                  <a:lnTo>
                    <a:pt x="142" y="4320"/>
                  </a:lnTo>
                  <a:lnTo>
                    <a:pt x="203" y="4420"/>
                  </a:lnTo>
                  <a:lnTo>
                    <a:pt x="303" y="4521"/>
                  </a:lnTo>
                  <a:lnTo>
                    <a:pt x="384" y="4622"/>
                  </a:lnTo>
                  <a:lnTo>
                    <a:pt x="505" y="4703"/>
                  </a:lnTo>
                  <a:lnTo>
                    <a:pt x="667" y="4804"/>
                  </a:lnTo>
                  <a:lnTo>
                    <a:pt x="808" y="4885"/>
                  </a:lnTo>
                  <a:lnTo>
                    <a:pt x="990" y="4965"/>
                  </a:lnTo>
                  <a:lnTo>
                    <a:pt x="1151" y="5006"/>
                  </a:lnTo>
                  <a:lnTo>
                    <a:pt x="1312" y="5046"/>
                  </a:lnTo>
                  <a:lnTo>
                    <a:pt x="1494" y="5086"/>
                  </a:lnTo>
                  <a:lnTo>
                    <a:pt x="1837" y="5107"/>
                  </a:lnTo>
                  <a:lnTo>
                    <a:pt x="2160" y="5086"/>
                  </a:lnTo>
                  <a:lnTo>
                    <a:pt x="2483" y="5046"/>
                  </a:lnTo>
                  <a:lnTo>
                    <a:pt x="2765" y="4985"/>
                  </a:lnTo>
                  <a:lnTo>
                    <a:pt x="3008" y="4905"/>
                  </a:lnTo>
                  <a:lnTo>
                    <a:pt x="3452" y="4763"/>
                  </a:lnTo>
                  <a:lnTo>
                    <a:pt x="3875" y="4582"/>
                  </a:lnTo>
                  <a:lnTo>
                    <a:pt x="4299" y="4360"/>
                  </a:lnTo>
                  <a:lnTo>
                    <a:pt x="4703" y="4118"/>
                  </a:lnTo>
                  <a:lnTo>
                    <a:pt x="5086" y="3835"/>
                  </a:lnTo>
                  <a:lnTo>
                    <a:pt x="5449" y="3532"/>
                  </a:lnTo>
                  <a:lnTo>
                    <a:pt x="5792" y="3189"/>
                  </a:lnTo>
                  <a:lnTo>
                    <a:pt x="6115" y="2846"/>
                  </a:lnTo>
                  <a:lnTo>
                    <a:pt x="6398" y="2443"/>
                  </a:lnTo>
                  <a:lnTo>
                    <a:pt x="6640" y="2080"/>
                  </a:lnTo>
                  <a:lnTo>
                    <a:pt x="6882" y="1676"/>
                  </a:lnTo>
                  <a:lnTo>
                    <a:pt x="7124" y="1252"/>
                  </a:lnTo>
                  <a:lnTo>
                    <a:pt x="7306" y="849"/>
                  </a:lnTo>
                  <a:lnTo>
                    <a:pt x="7366" y="667"/>
                  </a:lnTo>
                  <a:lnTo>
                    <a:pt x="7407" y="485"/>
                  </a:lnTo>
                  <a:lnTo>
                    <a:pt x="7427" y="324"/>
                  </a:lnTo>
                  <a:lnTo>
                    <a:pt x="7407" y="203"/>
                  </a:lnTo>
                  <a:lnTo>
                    <a:pt x="7387" y="142"/>
                  </a:lnTo>
                  <a:lnTo>
                    <a:pt x="7346" y="82"/>
                  </a:lnTo>
                  <a:lnTo>
                    <a:pt x="7286" y="41"/>
                  </a:lnTo>
                  <a:lnTo>
                    <a:pt x="7225" y="21"/>
                  </a:lnTo>
                  <a:lnTo>
                    <a:pt x="7145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" name="Google Shape;34;p2"/>
            <p:cNvSpPr/>
            <p:nvPr/>
          </p:nvSpPr>
          <p:spPr>
            <a:xfrm flipH="1">
              <a:off x="104606" y="-3909143"/>
              <a:ext cx="135464" cy="154584"/>
            </a:xfrm>
            <a:custGeom>
              <a:rect b="b" l="l" r="r" t="t"/>
              <a:pathLst>
                <a:path extrusionOk="0" h="2765" w="2423">
                  <a:moveTo>
                    <a:pt x="747" y="81"/>
                  </a:moveTo>
                  <a:lnTo>
                    <a:pt x="888" y="101"/>
                  </a:lnTo>
                  <a:lnTo>
                    <a:pt x="1050" y="121"/>
                  </a:lnTo>
                  <a:lnTo>
                    <a:pt x="1191" y="161"/>
                  </a:lnTo>
                  <a:lnTo>
                    <a:pt x="1332" y="202"/>
                  </a:lnTo>
                  <a:lnTo>
                    <a:pt x="1474" y="262"/>
                  </a:lnTo>
                  <a:lnTo>
                    <a:pt x="1615" y="343"/>
                  </a:lnTo>
                  <a:lnTo>
                    <a:pt x="1736" y="424"/>
                  </a:lnTo>
                  <a:lnTo>
                    <a:pt x="1837" y="505"/>
                  </a:lnTo>
                  <a:lnTo>
                    <a:pt x="1998" y="686"/>
                  </a:lnTo>
                  <a:lnTo>
                    <a:pt x="2140" y="888"/>
                  </a:lnTo>
                  <a:lnTo>
                    <a:pt x="2240" y="1130"/>
                  </a:lnTo>
                  <a:lnTo>
                    <a:pt x="2321" y="1372"/>
                  </a:lnTo>
                  <a:lnTo>
                    <a:pt x="2341" y="1635"/>
                  </a:lnTo>
                  <a:lnTo>
                    <a:pt x="2341" y="1897"/>
                  </a:lnTo>
                  <a:lnTo>
                    <a:pt x="2321" y="2018"/>
                  </a:lnTo>
                  <a:lnTo>
                    <a:pt x="2281" y="2139"/>
                  </a:lnTo>
                  <a:lnTo>
                    <a:pt x="2220" y="2260"/>
                  </a:lnTo>
                  <a:lnTo>
                    <a:pt x="2160" y="2381"/>
                  </a:lnTo>
                  <a:lnTo>
                    <a:pt x="2099" y="2442"/>
                  </a:lnTo>
                  <a:lnTo>
                    <a:pt x="2039" y="2543"/>
                  </a:lnTo>
                  <a:lnTo>
                    <a:pt x="1938" y="2603"/>
                  </a:lnTo>
                  <a:lnTo>
                    <a:pt x="1837" y="2664"/>
                  </a:lnTo>
                  <a:lnTo>
                    <a:pt x="1716" y="2684"/>
                  </a:lnTo>
                  <a:lnTo>
                    <a:pt x="1575" y="2684"/>
                  </a:lnTo>
                  <a:lnTo>
                    <a:pt x="1433" y="2623"/>
                  </a:lnTo>
                  <a:lnTo>
                    <a:pt x="1292" y="2563"/>
                  </a:lnTo>
                  <a:lnTo>
                    <a:pt x="1110" y="2422"/>
                  </a:lnTo>
                  <a:lnTo>
                    <a:pt x="929" y="2220"/>
                  </a:lnTo>
                  <a:lnTo>
                    <a:pt x="727" y="1978"/>
                  </a:lnTo>
                  <a:lnTo>
                    <a:pt x="525" y="1715"/>
                  </a:lnTo>
                  <a:lnTo>
                    <a:pt x="344" y="1433"/>
                  </a:lnTo>
                  <a:lnTo>
                    <a:pt x="202" y="1150"/>
                  </a:lnTo>
                  <a:lnTo>
                    <a:pt x="101" y="888"/>
                  </a:lnTo>
                  <a:lnTo>
                    <a:pt x="81" y="787"/>
                  </a:lnTo>
                  <a:lnTo>
                    <a:pt x="81" y="686"/>
                  </a:lnTo>
                  <a:lnTo>
                    <a:pt x="101" y="484"/>
                  </a:lnTo>
                  <a:lnTo>
                    <a:pt x="122" y="404"/>
                  </a:lnTo>
                  <a:lnTo>
                    <a:pt x="162" y="343"/>
                  </a:lnTo>
                  <a:lnTo>
                    <a:pt x="222" y="283"/>
                  </a:lnTo>
                  <a:lnTo>
                    <a:pt x="283" y="222"/>
                  </a:lnTo>
                  <a:lnTo>
                    <a:pt x="344" y="182"/>
                  </a:lnTo>
                  <a:lnTo>
                    <a:pt x="424" y="141"/>
                  </a:lnTo>
                  <a:lnTo>
                    <a:pt x="566" y="101"/>
                  </a:lnTo>
                  <a:lnTo>
                    <a:pt x="747" y="81"/>
                  </a:lnTo>
                  <a:close/>
                  <a:moveTo>
                    <a:pt x="767" y="0"/>
                  </a:moveTo>
                  <a:lnTo>
                    <a:pt x="566" y="20"/>
                  </a:lnTo>
                  <a:lnTo>
                    <a:pt x="384" y="61"/>
                  </a:lnTo>
                  <a:lnTo>
                    <a:pt x="303" y="101"/>
                  </a:lnTo>
                  <a:lnTo>
                    <a:pt x="222" y="161"/>
                  </a:lnTo>
                  <a:lnTo>
                    <a:pt x="162" y="222"/>
                  </a:lnTo>
                  <a:lnTo>
                    <a:pt x="101" y="303"/>
                  </a:lnTo>
                  <a:lnTo>
                    <a:pt x="61" y="383"/>
                  </a:lnTo>
                  <a:lnTo>
                    <a:pt x="21" y="464"/>
                  </a:lnTo>
                  <a:lnTo>
                    <a:pt x="1" y="565"/>
                  </a:lnTo>
                  <a:lnTo>
                    <a:pt x="1" y="666"/>
                  </a:lnTo>
                  <a:lnTo>
                    <a:pt x="1" y="787"/>
                  </a:lnTo>
                  <a:lnTo>
                    <a:pt x="21" y="908"/>
                  </a:lnTo>
                  <a:lnTo>
                    <a:pt x="61" y="1029"/>
                  </a:lnTo>
                  <a:lnTo>
                    <a:pt x="122" y="1170"/>
                  </a:lnTo>
                  <a:lnTo>
                    <a:pt x="263" y="1453"/>
                  </a:lnTo>
                  <a:lnTo>
                    <a:pt x="444" y="1756"/>
                  </a:lnTo>
                  <a:lnTo>
                    <a:pt x="646" y="2018"/>
                  </a:lnTo>
                  <a:lnTo>
                    <a:pt x="868" y="2280"/>
                  </a:lnTo>
                  <a:lnTo>
                    <a:pt x="1070" y="2482"/>
                  </a:lnTo>
                  <a:lnTo>
                    <a:pt x="1231" y="2623"/>
                  </a:lnTo>
                  <a:lnTo>
                    <a:pt x="1353" y="2684"/>
                  </a:lnTo>
                  <a:lnTo>
                    <a:pt x="1453" y="2724"/>
                  </a:lnTo>
                  <a:lnTo>
                    <a:pt x="1575" y="2765"/>
                  </a:lnTo>
                  <a:lnTo>
                    <a:pt x="1776" y="2765"/>
                  </a:lnTo>
                  <a:lnTo>
                    <a:pt x="1857" y="2744"/>
                  </a:lnTo>
                  <a:lnTo>
                    <a:pt x="1958" y="2684"/>
                  </a:lnTo>
                  <a:lnTo>
                    <a:pt x="2059" y="2623"/>
                  </a:lnTo>
                  <a:lnTo>
                    <a:pt x="2160" y="2523"/>
                  </a:lnTo>
                  <a:lnTo>
                    <a:pt x="2240" y="2422"/>
                  </a:lnTo>
                  <a:lnTo>
                    <a:pt x="2301" y="2301"/>
                  </a:lnTo>
                  <a:lnTo>
                    <a:pt x="2362" y="2159"/>
                  </a:lnTo>
                  <a:lnTo>
                    <a:pt x="2402" y="2038"/>
                  </a:lnTo>
                  <a:lnTo>
                    <a:pt x="2422" y="1897"/>
                  </a:lnTo>
                  <a:lnTo>
                    <a:pt x="2422" y="1776"/>
                  </a:lnTo>
                  <a:lnTo>
                    <a:pt x="2422" y="1635"/>
                  </a:lnTo>
                  <a:lnTo>
                    <a:pt x="2402" y="1372"/>
                  </a:lnTo>
                  <a:lnTo>
                    <a:pt x="2321" y="1110"/>
                  </a:lnTo>
                  <a:lnTo>
                    <a:pt x="2200" y="868"/>
                  </a:lnTo>
                  <a:lnTo>
                    <a:pt x="2059" y="626"/>
                  </a:lnTo>
                  <a:lnTo>
                    <a:pt x="1877" y="444"/>
                  </a:lnTo>
                  <a:lnTo>
                    <a:pt x="1736" y="323"/>
                  </a:lnTo>
                  <a:lnTo>
                    <a:pt x="1575" y="222"/>
                  </a:lnTo>
                  <a:lnTo>
                    <a:pt x="1393" y="141"/>
                  </a:lnTo>
                  <a:lnTo>
                    <a:pt x="1171" y="61"/>
                  </a:lnTo>
                  <a:lnTo>
                    <a:pt x="969" y="20"/>
                  </a:lnTo>
                  <a:lnTo>
                    <a:pt x="767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" name="Google Shape;35;p2"/>
            <p:cNvSpPr/>
            <p:nvPr/>
          </p:nvSpPr>
          <p:spPr>
            <a:xfrm flipH="1">
              <a:off x="-2832066" y="-2489904"/>
              <a:ext cx="1193681" cy="1427263"/>
            </a:xfrm>
            <a:custGeom>
              <a:rect b="b" l="l" r="r" t="t"/>
              <a:pathLst>
                <a:path extrusionOk="0" h="25529" w="21351">
                  <a:moveTo>
                    <a:pt x="16709" y="81"/>
                  </a:moveTo>
                  <a:lnTo>
                    <a:pt x="17052" y="122"/>
                  </a:lnTo>
                  <a:lnTo>
                    <a:pt x="17416" y="202"/>
                  </a:lnTo>
                  <a:lnTo>
                    <a:pt x="17759" y="303"/>
                  </a:lnTo>
                  <a:lnTo>
                    <a:pt x="18102" y="424"/>
                  </a:lnTo>
                  <a:lnTo>
                    <a:pt x="18445" y="586"/>
                  </a:lnTo>
                  <a:lnTo>
                    <a:pt x="18788" y="788"/>
                  </a:lnTo>
                  <a:lnTo>
                    <a:pt x="19111" y="1010"/>
                  </a:lnTo>
                  <a:lnTo>
                    <a:pt x="19434" y="1272"/>
                  </a:lnTo>
                  <a:lnTo>
                    <a:pt x="19736" y="1575"/>
                  </a:lnTo>
                  <a:lnTo>
                    <a:pt x="19999" y="1897"/>
                  </a:lnTo>
                  <a:lnTo>
                    <a:pt x="20261" y="2261"/>
                  </a:lnTo>
                  <a:lnTo>
                    <a:pt x="20483" y="2644"/>
                  </a:lnTo>
                  <a:lnTo>
                    <a:pt x="20644" y="2947"/>
                  </a:lnTo>
                  <a:lnTo>
                    <a:pt x="20766" y="3250"/>
                  </a:lnTo>
                  <a:lnTo>
                    <a:pt x="20887" y="3572"/>
                  </a:lnTo>
                  <a:lnTo>
                    <a:pt x="20987" y="3895"/>
                  </a:lnTo>
                  <a:lnTo>
                    <a:pt x="21068" y="4238"/>
                  </a:lnTo>
                  <a:lnTo>
                    <a:pt x="21149" y="4581"/>
                  </a:lnTo>
                  <a:lnTo>
                    <a:pt x="21209" y="4945"/>
                  </a:lnTo>
                  <a:lnTo>
                    <a:pt x="21250" y="5308"/>
                  </a:lnTo>
                  <a:lnTo>
                    <a:pt x="21270" y="5691"/>
                  </a:lnTo>
                  <a:lnTo>
                    <a:pt x="21270" y="6075"/>
                  </a:lnTo>
                  <a:lnTo>
                    <a:pt x="21270" y="6478"/>
                  </a:lnTo>
                  <a:lnTo>
                    <a:pt x="21250" y="6882"/>
                  </a:lnTo>
                  <a:lnTo>
                    <a:pt x="21230" y="7306"/>
                  </a:lnTo>
                  <a:lnTo>
                    <a:pt x="21169" y="7750"/>
                  </a:lnTo>
                  <a:lnTo>
                    <a:pt x="21109" y="8194"/>
                  </a:lnTo>
                  <a:lnTo>
                    <a:pt x="21028" y="8658"/>
                  </a:lnTo>
                  <a:lnTo>
                    <a:pt x="20947" y="9122"/>
                  </a:lnTo>
                  <a:lnTo>
                    <a:pt x="20846" y="9586"/>
                  </a:lnTo>
                  <a:lnTo>
                    <a:pt x="20725" y="10010"/>
                  </a:lnTo>
                  <a:lnTo>
                    <a:pt x="20604" y="10434"/>
                  </a:lnTo>
                  <a:lnTo>
                    <a:pt x="20483" y="10857"/>
                  </a:lnTo>
                  <a:lnTo>
                    <a:pt x="20342" y="11261"/>
                  </a:lnTo>
                  <a:lnTo>
                    <a:pt x="20180" y="11644"/>
                  </a:lnTo>
                  <a:lnTo>
                    <a:pt x="20019" y="12008"/>
                  </a:lnTo>
                  <a:lnTo>
                    <a:pt x="19857" y="12371"/>
                  </a:lnTo>
                  <a:lnTo>
                    <a:pt x="19676" y="12714"/>
                  </a:lnTo>
                  <a:lnTo>
                    <a:pt x="19474" y="13037"/>
                  </a:lnTo>
                  <a:lnTo>
                    <a:pt x="19272" y="13340"/>
                  </a:lnTo>
                  <a:lnTo>
                    <a:pt x="19070" y="13642"/>
                  </a:lnTo>
                  <a:lnTo>
                    <a:pt x="18848" y="13945"/>
                  </a:lnTo>
                  <a:lnTo>
                    <a:pt x="18606" y="14207"/>
                  </a:lnTo>
                  <a:lnTo>
                    <a:pt x="18364" y="14470"/>
                  </a:lnTo>
                  <a:lnTo>
                    <a:pt x="18142" y="14692"/>
                  </a:lnTo>
                  <a:lnTo>
                    <a:pt x="17920" y="14893"/>
                  </a:lnTo>
                  <a:lnTo>
                    <a:pt x="17436" y="15297"/>
                  </a:lnTo>
                  <a:lnTo>
                    <a:pt x="16931" y="15640"/>
                  </a:lnTo>
                  <a:lnTo>
                    <a:pt x="16386" y="15983"/>
                  </a:lnTo>
                  <a:lnTo>
                    <a:pt x="15842" y="16306"/>
                  </a:lnTo>
                  <a:lnTo>
                    <a:pt x="15297" y="16589"/>
                  </a:lnTo>
                  <a:lnTo>
                    <a:pt x="14187" y="17154"/>
                  </a:lnTo>
                  <a:lnTo>
                    <a:pt x="13481" y="17497"/>
                  </a:lnTo>
                  <a:lnTo>
                    <a:pt x="12774" y="17860"/>
                  </a:lnTo>
                  <a:lnTo>
                    <a:pt x="12088" y="18264"/>
                  </a:lnTo>
                  <a:lnTo>
                    <a:pt x="11422" y="18667"/>
                  </a:lnTo>
                  <a:lnTo>
                    <a:pt x="10958" y="18990"/>
                  </a:lnTo>
                  <a:lnTo>
                    <a:pt x="10494" y="19333"/>
                  </a:lnTo>
                  <a:lnTo>
                    <a:pt x="10070" y="19696"/>
                  </a:lnTo>
                  <a:lnTo>
                    <a:pt x="9646" y="20060"/>
                  </a:lnTo>
                  <a:lnTo>
                    <a:pt x="8799" y="20847"/>
                  </a:lnTo>
                  <a:lnTo>
                    <a:pt x="7992" y="21613"/>
                  </a:lnTo>
                  <a:lnTo>
                    <a:pt x="7205" y="22400"/>
                  </a:lnTo>
                  <a:lnTo>
                    <a:pt x="6377" y="23167"/>
                  </a:lnTo>
                  <a:lnTo>
                    <a:pt x="5953" y="23531"/>
                  </a:lnTo>
                  <a:lnTo>
                    <a:pt x="5509" y="23894"/>
                  </a:lnTo>
                  <a:lnTo>
                    <a:pt x="5065" y="24237"/>
                  </a:lnTo>
                  <a:lnTo>
                    <a:pt x="4601" y="24560"/>
                  </a:lnTo>
                  <a:lnTo>
                    <a:pt x="4178" y="24822"/>
                  </a:lnTo>
                  <a:lnTo>
                    <a:pt x="3935" y="24963"/>
                  </a:lnTo>
                  <a:lnTo>
                    <a:pt x="3673" y="25084"/>
                  </a:lnTo>
                  <a:lnTo>
                    <a:pt x="3411" y="25205"/>
                  </a:lnTo>
                  <a:lnTo>
                    <a:pt x="3148" y="25306"/>
                  </a:lnTo>
                  <a:lnTo>
                    <a:pt x="2866" y="25367"/>
                  </a:lnTo>
                  <a:lnTo>
                    <a:pt x="2563" y="25427"/>
                  </a:lnTo>
                  <a:lnTo>
                    <a:pt x="2260" y="25448"/>
                  </a:lnTo>
                  <a:lnTo>
                    <a:pt x="1978" y="25427"/>
                  </a:lnTo>
                  <a:lnTo>
                    <a:pt x="1695" y="25367"/>
                  </a:lnTo>
                  <a:lnTo>
                    <a:pt x="1433" y="25286"/>
                  </a:lnTo>
                  <a:lnTo>
                    <a:pt x="1171" y="25185"/>
                  </a:lnTo>
                  <a:lnTo>
                    <a:pt x="949" y="25044"/>
                  </a:lnTo>
                  <a:lnTo>
                    <a:pt x="747" y="24883"/>
                  </a:lnTo>
                  <a:lnTo>
                    <a:pt x="585" y="24701"/>
                  </a:lnTo>
                  <a:lnTo>
                    <a:pt x="424" y="24459"/>
                  </a:lnTo>
                  <a:lnTo>
                    <a:pt x="303" y="24196"/>
                  </a:lnTo>
                  <a:lnTo>
                    <a:pt x="222" y="23894"/>
                  </a:lnTo>
                  <a:lnTo>
                    <a:pt x="142" y="23551"/>
                  </a:lnTo>
                  <a:lnTo>
                    <a:pt x="101" y="23167"/>
                  </a:lnTo>
                  <a:lnTo>
                    <a:pt x="81" y="22784"/>
                  </a:lnTo>
                  <a:lnTo>
                    <a:pt x="101" y="22421"/>
                  </a:lnTo>
                  <a:lnTo>
                    <a:pt x="142" y="22037"/>
                  </a:lnTo>
                  <a:lnTo>
                    <a:pt x="202" y="21654"/>
                  </a:lnTo>
                  <a:lnTo>
                    <a:pt x="303" y="21291"/>
                  </a:lnTo>
                  <a:lnTo>
                    <a:pt x="424" y="20947"/>
                  </a:lnTo>
                  <a:lnTo>
                    <a:pt x="585" y="20584"/>
                  </a:lnTo>
                  <a:lnTo>
                    <a:pt x="727" y="20342"/>
                  </a:lnTo>
                  <a:lnTo>
                    <a:pt x="868" y="20080"/>
                  </a:lnTo>
                  <a:lnTo>
                    <a:pt x="1029" y="19838"/>
                  </a:lnTo>
                  <a:lnTo>
                    <a:pt x="1211" y="19616"/>
                  </a:lnTo>
                  <a:lnTo>
                    <a:pt x="1393" y="19373"/>
                  </a:lnTo>
                  <a:lnTo>
                    <a:pt x="1574" y="19172"/>
                  </a:lnTo>
                  <a:lnTo>
                    <a:pt x="1978" y="18768"/>
                  </a:lnTo>
                  <a:lnTo>
                    <a:pt x="2402" y="18385"/>
                  </a:lnTo>
                  <a:lnTo>
                    <a:pt x="2825" y="18042"/>
                  </a:lnTo>
                  <a:lnTo>
                    <a:pt x="3249" y="17739"/>
                  </a:lnTo>
                  <a:lnTo>
                    <a:pt x="3673" y="17456"/>
                  </a:lnTo>
                  <a:lnTo>
                    <a:pt x="4561" y="16871"/>
                  </a:lnTo>
                  <a:lnTo>
                    <a:pt x="5489" y="16306"/>
                  </a:lnTo>
                  <a:lnTo>
                    <a:pt x="6438" y="15761"/>
                  </a:lnTo>
                  <a:lnTo>
                    <a:pt x="7366" y="15257"/>
                  </a:lnTo>
                  <a:lnTo>
                    <a:pt x="7568" y="15136"/>
                  </a:lnTo>
                  <a:lnTo>
                    <a:pt x="8153" y="14793"/>
                  </a:lnTo>
                  <a:lnTo>
                    <a:pt x="8758" y="14429"/>
                  </a:lnTo>
                  <a:lnTo>
                    <a:pt x="9041" y="14228"/>
                  </a:lnTo>
                  <a:lnTo>
                    <a:pt x="9323" y="14026"/>
                  </a:lnTo>
                  <a:lnTo>
                    <a:pt x="9606" y="13804"/>
                  </a:lnTo>
                  <a:lnTo>
                    <a:pt x="9868" y="13541"/>
                  </a:lnTo>
                  <a:lnTo>
                    <a:pt x="10070" y="13340"/>
                  </a:lnTo>
                  <a:lnTo>
                    <a:pt x="10232" y="13138"/>
                  </a:lnTo>
                  <a:lnTo>
                    <a:pt x="10393" y="12916"/>
                  </a:lnTo>
                  <a:lnTo>
                    <a:pt x="10534" y="12694"/>
                  </a:lnTo>
                  <a:lnTo>
                    <a:pt x="10675" y="12452"/>
                  </a:lnTo>
                  <a:lnTo>
                    <a:pt x="10797" y="12210"/>
                  </a:lnTo>
                  <a:lnTo>
                    <a:pt x="10897" y="11967"/>
                  </a:lnTo>
                  <a:lnTo>
                    <a:pt x="10978" y="11725"/>
                  </a:lnTo>
                  <a:lnTo>
                    <a:pt x="11140" y="11221"/>
                  </a:lnTo>
                  <a:lnTo>
                    <a:pt x="11261" y="10716"/>
                  </a:lnTo>
                  <a:lnTo>
                    <a:pt x="11362" y="10191"/>
                  </a:lnTo>
                  <a:lnTo>
                    <a:pt x="11463" y="9647"/>
                  </a:lnTo>
                  <a:lnTo>
                    <a:pt x="11563" y="8839"/>
                  </a:lnTo>
                  <a:lnTo>
                    <a:pt x="11664" y="8012"/>
                  </a:lnTo>
                  <a:lnTo>
                    <a:pt x="11846" y="6599"/>
                  </a:lnTo>
                  <a:lnTo>
                    <a:pt x="11947" y="5893"/>
                  </a:lnTo>
                  <a:lnTo>
                    <a:pt x="12088" y="5187"/>
                  </a:lnTo>
                  <a:lnTo>
                    <a:pt x="12209" y="4682"/>
                  </a:lnTo>
                  <a:lnTo>
                    <a:pt x="12330" y="4218"/>
                  </a:lnTo>
                  <a:lnTo>
                    <a:pt x="12472" y="3754"/>
                  </a:lnTo>
                  <a:lnTo>
                    <a:pt x="12633" y="3330"/>
                  </a:lnTo>
                  <a:lnTo>
                    <a:pt x="12794" y="2947"/>
                  </a:lnTo>
                  <a:lnTo>
                    <a:pt x="12976" y="2563"/>
                  </a:lnTo>
                  <a:lnTo>
                    <a:pt x="13158" y="2220"/>
                  </a:lnTo>
                  <a:lnTo>
                    <a:pt x="13359" y="1897"/>
                  </a:lnTo>
                  <a:lnTo>
                    <a:pt x="13561" y="1615"/>
                  </a:lnTo>
                  <a:lnTo>
                    <a:pt x="13803" y="1332"/>
                  </a:lnTo>
                  <a:lnTo>
                    <a:pt x="14025" y="1090"/>
                  </a:lnTo>
                  <a:lnTo>
                    <a:pt x="14288" y="868"/>
                  </a:lnTo>
                  <a:lnTo>
                    <a:pt x="14550" y="687"/>
                  </a:lnTo>
                  <a:lnTo>
                    <a:pt x="14812" y="525"/>
                  </a:lnTo>
                  <a:lnTo>
                    <a:pt x="15115" y="364"/>
                  </a:lnTo>
                  <a:lnTo>
                    <a:pt x="15418" y="263"/>
                  </a:lnTo>
                  <a:lnTo>
                    <a:pt x="15721" y="162"/>
                  </a:lnTo>
                  <a:lnTo>
                    <a:pt x="16043" y="101"/>
                  </a:lnTo>
                  <a:lnTo>
                    <a:pt x="16366" y="81"/>
                  </a:lnTo>
                  <a:close/>
                  <a:moveTo>
                    <a:pt x="16467" y="1"/>
                  </a:moveTo>
                  <a:lnTo>
                    <a:pt x="16104" y="21"/>
                  </a:lnTo>
                  <a:lnTo>
                    <a:pt x="15741" y="81"/>
                  </a:lnTo>
                  <a:lnTo>
                    <a:pt x="15377" y="182"/>
                  </a:lnTo>
                  <a:lnTo>
                    <a:pt x="15075" y="303"/>
                  </a:lnTo>
                  <a:lnTo>
                    <a:pt x="14792" y="445"/>
                  </a:lnTo>
                  <a:lnTo>
                    <a:pt x="14510" y="606"/>
                  </a:lnTo>
                  <a:lnTo>
                    <a:pt x="14227" y="808"/>
                  </a:lnTo>
                  <a:lnTo>
                    <a:pt x="13985" y="1030"/>
                  </a:lnTo>
                  <a:lnTo>
                    <a:pt x="13743" y="1272"/>
                  </a:lnTo>
                  <a:lnTo>
                    <a:pt x="13501" y="1554"/>
                  </a:lnTo>
                  <a:lnTo>
                    <a:pt x="13299" y="1857"/>
                  </a:lnTo>
                  <a:lnTo>
                    <a:pt x="13097" y="2180"/>
                  </a:lnTo>
                  <a:lnTo>
                    <a:pt x="12895" y="2523"/>
                  </a:lnTo>
                  <a:lnTo>
                    <a:pt x="12714" y="2906"/>
                  </a:lnTo>
                  <a:lnTo>
                    <a:pt x="12552" y="3310"/>
                  </a:lnTo>
                  <a:lnTo>
                    <a:pt x="12391" y="3734"/>
                  </a:lnTo>
                  <a:lnTo>
                    <a:pt x="12250" y="4178"/>
                  </a:lnTo>
                  <a:lnTo>
                    <a:pt x="12128" y="4662"/>
                  </a:lnTo>
                  <a:lnTo>
                    <a:pt x="12007" y="5187"/>
                  </a:lnTo>
                  <a:lnTo>
                    <a:pt x="11886" y="5873"/>
                  </a:lnTo>
                  <a:lnTo>
                    <a:pt x="11765" y="6599"/>
                  </a:lnTo>
                  <a:lnTo>
                    <a:pt x="11584" y="7992"/>
                  </a:lnTo>
                  <a:lnTo>
                    <a:pt x="11483" y="8819"/>
                  </a:lnTo>
                  <a:lnTo>
                    <a:pt x="11382" y="9647"/>
                  </a:lnTo>
                  <a:lnTo>
                    <a:pt x="11281" y="10171"/>
                  </a:lnTo>
                  <a:lnTo>
                    <a:pt x="11180" y="10696"/>
                  </a:lnTo>
                  <a:lnTo>
                    <a:pt x="11059" y="11200"/>
                  </a:lnTo>
                  <a:lnTo>
                    <a:pt x="10918" y="11705"/>
                  </a:lnTo>
                  <a:lnTo>
                    <a:pt x="10817" y="11947"/>
                  </a:lnTo>
                  <a:lnTo>
                    <a:pt x="10716" y="12169"/>
                  </a:lnTo>
                  <a:lnTo>
                    <a:pt x="10595" y="12411"/>
                  </a:lnTo>
                  <a:lnTo>
                    <a:pt x="10474" y="12633"/>
                  </a:lnTo>
                  <a:lnTo>
                    <a:pt x="10332" y="12855"/>
                  </a:lnTo>
                  <a:lnTo>
                    <a:pt x="10171" y="13077"/>
                  </a:lnTo>
                  <a:lnTo>
                    <a:pt x="10010" y="13279"/>
                  </a:lnTo>
                  <a:lnTo>
                    <a:pt x="9808" y="13501"/>
                  </a:lnTo>
                  <a:lnTo>
                    <a:pt x="9545" y="13743"/>
                  </a:lnTo>
                  <a:lnTo>
                    <a:pt x="9283" y="13965"/>
                  </a:lnTo>
                  <a:lnTo>
                    <a:pt x="9001" y="14167"/>
                  </a:lnTo>
                  <a:lnTo>
                    <a:pt x="8718" y="14369"/>
                  </a:lnTo>
                  <a:lnTo>
                    <a:pt x="8113" y="14732"/>
                  </a:lnTo>
                  <a:lnTo>
                    <a:pt x="7527" y="15055"/>
                  </a:lnTo>
                  <a:lnTo>
                    <a:pt x="7326" y="15176"/>
                  </a:lnTo>
                  <a:lnTo>
                    <a:pt x="6397" y="15701"/>
                  </a:lnTo>
                  <a:lnTo>
                    <a:pt x="5449" y="16246"/>
                  </a:lnTo>
                  <a:lnTo>
                    <a:pt x="4521" y="16790"/>
                  </a:lnTo>
                  <a:lnTo>
                    <a:pt x="3612" y="17376"/>
                  </a:lnTo>
                  <a:lnTo>
                    <a:pt x="3209" y="17658"/>
                  </a:lnTo>
                  <a:lnTo>
                    <a:pt x="2765" y="17981"/>
                  </a:lnTo>
                  <a:lnTo>
                    <a:pt x="2341" y="18324"/>
                  </a:lnTo>
                  <a:lnTo>
                    <a:pt x="1917" y="18707"/>
                  </a:lnTo>
                  <a:lnTo>
                    <a:pt x="1514" y="19111"/>
                  </a:lnTo>
                  <a:lnTo>
                    <a:pt x="1312" y="19333"/>
                  </a:lnTo>
                  <a:lnTo>
                    <a:pt x="1130" y="19555"/>
                  </a:lnTo>
                  <a:lnTo>
                    <a:pt x="969" y="19797"/>
                  </a:lnTo>
                  <a:lnTo>
                    <a:pt x="807" y="20039"/>
                  </a:lnTo>
                  <a:lnTo>
                    <a:pt x="646" y="20302"/>
                  </a:lnTo>
                  <a:lnTo>
                    <a:pt x="505" y="20564"/>
                  </a:lnTo>
                  <a:lnTo>
                    <a:pt x="364" y="20907"/>
                  </a:lnTo>
                  <a:lnTo>
                    <a:pt x="222" y="21270"/>
                  </a:lnTo>
                  <a:lnTo>
                    <a:pt x="142" y="21654"/>
                  </a:lnTo>
                  <a:lnTo>
                    <a:pt x="61" y="22017"/>
                  </a:lnTo>
                  <a:lnTo>
                    <a:pt x="20" y="22400"/>
                  </a:lnTo>
                  <a:lnTo>
                    <a:pt x="0" y="22784"/>
                  </a:lnTo>
                  <a:lnTo>
                    <a:pt x="20" y="23167"/>
                  </a:lnTo>
                  <a:lnTo>
                    <a:pt x="61" y="23551"/>
                  </a:lnTo>
                  <a:lnTo>
                    <a:pt x="142" y="23914"/>
                  </a:lnTo>
                  <a:lnTo>
                    <a:pt x="242" y="24237"/>
                  </a:lnTo>
                  <a:lnTo>
                    <a:pt x="364" y="24499"/>
                  </a:lnTo>
                  <a:lnTo>
                    <a:pt x="505" y="24741"/>
                  </a:lnTo>
                  <a:lnTo>
                    <a:pt x="666" y="24923"/>
                  </a:lnTo>
                  <a:lnTo>
                    <a:pt x="848" y="25064"/>
                  </a:lnTo>
                  <a:lnTo>
                    <a:pt x="1050" y="25205"/>
                  </a:lnTo>
                  <a:lnTo>
                    <a:pt x="1251" y="25327"/>
                  </a:lnTo>
                  <a:lnTo>
                    <a:pt x="1494" y="25407"/>
                  </a:lnTo>
                  <a:lnTo>
                    <a:pt x="1736" y="25468"/>
                  </a:lnTo>
                  <a:lnTo>
                    <a:pt x="1978" y="25508"/>
                  </a:lnTo>
                  <a:lnTo>
                    <a:pt x="2260" y="25528"/>
                  </a:lnTo>
                  <a:lnTo>
                    <a:pt x="2563" y="25508"/>
                  </a:lnTo>
                  <a:lnTo>
                    <a:pt x="2866" y="25448"/>
                  </a:lnTo>
                  <a:lnTo>
                    <a:pt x="3169" y="25367"/>
                  </a:lnTo>
                  <a:lnTo>
                    <a:pt x="3451" y="25286"/>
                  </a:lnTo>
                  <a:lnTo>
                    <a:pt x="3713" y="25165"/>
                  </a:lnTo>
                  <a:lnTo>
                    <a:pt x="3976" y="25044"/>
                  </a:lnTo>
                  <a:lnTo>
                    <a:pt x="4218" y="24903"/>
                  </a:lnTo>
                  <a:lnTo>
                    <a:pt x="4642" y="24620"/>
                  </a:lnTo>
                  <a:lnTo>
                    <a:pt x="5106" y="24297"/>
                  </a:lnTo>
                  <a:lnTo>
                    <a:pt x="5550" y="23954"/>
                  </a:lnTo>
                  <a:lnTo>
                    <a:pt x="5994" y="23611"/>
                  </a:lnTo>
                  <a:lnTo>
                    <a:pt x="6418" y="23228"/>
                  </a:lnTo>
                  <a:lnTo>
                    <a:pt x="7245" y="22461"/>
                  </a:lnTo>
                  <a:lnTo>
                    <a:pt x="8052" y="21674"/>
                  </a:lnTo>
                  <a:lnTo>
                    <a:pt x="8859" y="20907"/>
                  </a:lnTo>
                  <a:lnTo>
                    <a:pt x="9687" y="20140"/>
                  </a:lnTo>
                  <a:lnTo>
                    <a:pt x="10110" y="19757"/>
                  </a:lnTo>
                  <a:lnTo>
                    <a:pt x="10554" y="19394"/>
                  </a:lnTo>
                  <a:lnTo>
                    <a:pt x="10998" y="19051"/>
                  </a:lnTo>
                  <a:lnTo>
                    <a:pt x="11463" y="18728"/>
                  </a:lnTo>
                  <a:lnTo>
                    <a:pt x="12128" y="18324"/>
                  </a:lnTo>
                  <a:lnTo>
                    <a:pt x="12815" y="17941"/>
                  </a:lnTo>
                  <a:lnTo>
                    <a:pt x="13521" y="17577"/>
                  </a:lnTo>
                  <a:lnTo>
                    <a:pt x="14207" y="17234"/>
                  </a:lnTo>
                  <a:lnTo>
                    <a:pt x="15337" y="16669"/>
                  </a:lnTo>
                  <a:lnTo>
                    <a:pt x="15902" y="16367"/>
                  </a:lnTo>
                  <a:lnTo>
                    <a:pt x="16447" y="16044"/>
                  </a:lnTo>
                  <a:lnTo>
                    <a:pt x="16972" y="15721"/>
                  </a:lnTo>
                  <a:lnTo>
                    <a:pt x="17476" y="15358"/>
                  </a:lnTo>
                  <a:lnTo>
                    <a:pt x="17981" y="14954"/>
                  </a:lnTo>
                  <a:lnTo>
                    <a:pt x="18203" y="14752"/>
                  </a:lnTo>
                  <a:lnTo>
                    <a:pt x="18425" y="14530"/>
                  </a:lnTo>
                  <a:lnTo>
                    <a:pt x="18667" y="14268"/>
                  </a:lnTo>
                  <a:lnTo>
                    <a:pt x="18909" y="13985"/>
                  </a:lnTo>
                  <a:lnTo>
                    <a:pt x="19131" y="13703"/>
                  </a:lnTo>
                  <a:lnTo>
                    <a:pt x="19333" y="13400"/>
                  </a:lnTo>
                  <a:lnTo>
                    <a:pt x="19535" y="13077"/>
                  </a:lnTo>
                  <a:lnTo>
                    <a:pt x="19736" y="12754"/>
                  </a:lnTo>
                  <a:lnTo>
                    <a:pt x="19918" y="12411"/>
                  </a:lnTo>
                  <a:lnTo>
                    <a:pt x="20100" y="12048"/>
                  </a:lnTo>
                  <a:lnTo>
                    <a:pt x="20261" y="11665"/>
                  </a:lnTo>
                  <a:lnTo>
                    <a:pt x="20402" y="11281"/>
                  </a:lnTo>
                  <a:lnTo>
                    <a:pt x="20544" y="10878"/>
                  </a:lnTo>
                  <a:lnTo>
                    <a:pt x="20685" y="10474"/>
                  </a:lnTo>
                  <a:lnTo>
                    <a:pt x="20806" y="10050"/>
                  </a:lnTo>
                  <a:lnTo>
                    <a:pt x="20927" y="9606"/>
                  </a:lnTo>
                  <a:lnTo>
                    <a:pt x="21028" y="9142"/>
                  </a:lnTo>
                  <a:lnTo>
                    <a:pt x="21109" y="8678"/>
                  </a:lnTo>
                  <a:lnTo>
                    <a:pt x="21189" y="8214"/>
                  </a:lnTo>
                  <a:lnTo>
                    <a:pt x="21250" y="7750"/>
                  </a:lnTo>
                  <a:lnTo>
                    <a:pt x="21310" y="7326"/>
                  </a:lnTo>
                  <a:lnTo>
                    <a:pt x="21331" y="6882"/>
                  </a:lnTo>
                  <a:lnTo>
                    <a:pt x="21351" y="6478"/>
                  </a:lnTo>
                  <a:lnTo>
                    <a:pt x="21351" y="6075"/>
                  </a:lnTo>
                  <a:lnTo>
                    <a:pt x="21351" y="5671"/>
                  </a:lnTo>
                  <a:lnTo>
                    <a:pt x="21331" y="5288"/>
                  </a:lnTo>
                  <a:lnTo>
                    <a:pt x="21270" y="4924"/>
                  </a:lnTo>
                  <a:lnTo>
                    <a:pt x="21230" y="4561"/>
                  </a:lnTo>
                  <a:lnTo>
                    <a:pt x="21149" y="4218"/>
                  </a:lnTo>
                  <a:lnTo>
                    <a:pt x="21068" y="3875"/>
                  </a:lnTo>
                  <a:lnTo>
                    <a:pt x="20967" y="3532"/>
                  </a:lnTo>
                  <a:lnTo>
                    <a:pt x="20846" y="3229"/>
                  </a:lnTo>
                  <a:lnTo>
                    <a:pt x="20705" y="2906"/>
                  </a:lnTo>
                  <a:lnTo>
                    <a:pt x="20564" y="2624"/>
                  </a:lnTo>
                  <a:lnTo>
                    <a:pt x="20362" y="2281"/>
                  </a:lnTo>
                  <a:lnTo>
                    <a:pt x="20140" y="1958"/>
                  </a:lnTo>
                  <a:lnTo>
                    <a:pt x="19898" y="1655"/>
                  </a:lnTo>
                  <a:lnTo>
                    <a:pt x="19615" y="1373"/>
                  </a:lnTo>
                  <a:lnTo>
                    <a:pt x="19333" y="1110"/>
                  </a:lnTo>
                  <a:lnTo>
                    <a:pt x="19010" y="868"/>
                  </a:lnTo>
                  <a:lnTo>
                    <a:pt x="18687" y="646"/>
                  </a:lnTo>
                  <a:lnTo>
                    <a:pt x="18344" y="465"/>
                  </a:lnTo>
                  <a:lnTo>
                    <a:pt x="17981" y="283"/>
                  </a:lnTo>
                  <a:lnTo>
                    <a:pt x="17597" y="162"/>
                  </a:lnTo>
                  <a:lnTo>
                    <a:pt x="17214" y="61"/>
                  </a:lnTo>
                  <a:lnTo>
                    <a:pt x="16851" y="21"/>
                  </a:lnTo>
                  <a:lnTo>
                    <a:pt x="16467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" name="Google Shape;36;p2"/>
            <p:cNvSpPr/>
            <p:nvPr/>
          </p:nvSpPr>
          <p:spPr>
            <a:xfrm flipH="1">
              <a:off x="-818271" y="-1474532"/>
              <a:ext cx="1642730" cy="740159"/>
            </a:xfrm>
            <a:custGeom>
              <a:rect b="b" l="l" r="r" t="t"/>
              <a:pathLst>
                <a:path extrusionOk="0" h="13239" w="29383">
                  <a:moveTo>
                    <a:pt x="28272" y="81"/>
                  </a:moveTo>
                  <a:lnTo>
                    <a:pt x="28474" y="102"/>
                  </a:lnTo>
                  <a:lnTo>
                    <a:pt x="28696" y="142"/>
                  </a:lnTo>
                  <a:lnTo>
                    <a:pt x="28898" y="202"/>
                  </a:lnTo>
                  <a:lnTo>
                    <a:pt x="29019" y="243"/>
                  </a:lnTo>
                  <a:lnTo>
                    <a:pt x="29140" y="303"/>
                  </a:lnTo>
                  <a:lnTo>
                    <a:pt x="29201" y="364"/>
                  </a:lnTo>
                  <a:lnTo>
                    <a:pt x="29261" y="404"/>
                  </a:lnTo>
                  <a:lnTo>
                    <a:pt x="29281" y="465"/>
                  </a:lnTo>
                  <a:lnTo>
                    <a:pt x="29302" y="545"/>
                  </a:lnTo>
                  <a:lnTo>
                    <a:pt x="29302" y="626"/>
                  </a:lnTo>
                  <a:lnTo>
                    <a:pt x="29281" y="707"/>
                  </a:lnTo>
                  <a:lnTo>
                    <a:pt x="29201" y="848"/>
                  </a:lnTo>
                  <a:lnTo>
                    <a:pt x="29059" y="1070"/>
                  </a:lnTo>
                  <a:lnTo>
                    <a:pt x="28918" y="1272"/>
                  </a:lnTo>
                  <a:lnTo>
                    <a:pt x="28595" y="1676"/>
                  </a:lnTo>
                  <a:lnTo>
                    <a:pt x="28232" y="2079"/>
                  </a:lnTo>
                  <a:lnTo>
                    <a:pt x="27889" y="2442"/>
                  </a:lnTo>
                  <a:lnTo>
                    <a:pt x="27566" y="2785"/>
                  </a:lnTo>
                  <a:lnTo>
                    <a:pt x="27263" y="3129"/>
                  </a:lnTo>
                  <a:lnTo>
                    <a:pt x="26961" y="3492"/>
                  </a:lnTo>
                  <a:lnTo>
                    <a:pt x="26698" y="3855"/>
                  </a:lnTo>
                  <a:lnTo>
                    <a:pt x="26476" y="4198"/>
                  </a:lnTo>
                  <a:lnTo>
                    <a:pt x="26295" y="4521"/>
                  </a:lnTo>
                  <a:lnTo>
                    <a:pt x="26133" y="4884"/>
                  </a:lnTo>
                  <a:lnTo>
                    <a:pt x="25972" y="5247"/>
                  </a:lnTo>
                  <a:lnTo>
                    <a:pt x="25689" y="5974"/>
                  </a:lnTo>
                  <a:lnTo>
                    <a:pt x="25447" y="6721"/>
                  </a:lnTo>
                  <a:lnTo>
                    <a:pt x="25124" y="7649"/>
                  </a:lnTo>
                  <a:lnTo>
                    <a:pt x="24943" y="8113"/>
                  </a:lnTo>
                  <a:lnTo>
                    <a:pt x="24741" y="8557"/>
                  </a:lnTo>
                  <a:lnTo>
                    <a:pt x="24539" y="8981"/>
                  </a:lnTo>
                  <a:lnTo>
                    <a:pt x="24297" y="9405"/>
                  </a:lnTo>
                  <a:lnTo>
                    <a:pt x="24014" y="9788"/>
                  </a:lnTo>
                  <a:lnTo>
                    <a:pt x="23853" y="9990"/>
                  </a:lnTo>
                  <a:lnTo>
                    <a:pt x="23692" y="10171"/>
                  </a:lnTo>
                  <a:lnTo>
                    <a:pt x="23409" y="10414"/>
                  </a:lnTo>
                  <a:lnTo>
                    <a:pt x="23106" y="10676"/>
                  </a:lnTo>
                  <a:lnTo>
                    <a:pt x="22784" y="10898"/>
                  </a:lnTo>
                  <a:lnTo>
                    <a:pt x="22420" y="11100"/>
                  </a:lnTo>
                  <a:lnTo>
                    <a:pt x="22017" y="11301"/>
                  </a:lnTo>
                  <a:lnTo>
                    <a:pt x="21593" y="11483"/>
                  </a:lnTo>
                  <a:lnTo>
                    <a:pt x="21129" y="11645"/>
                  </a:lnTo>
                  <a:lnTo>
                    <a:pt x="20644" y="11786"/>
                  </a:lnTo>
                  <a:lnTo>
                    <a:pt x="19958" y="11947"/>
                  </a:lnTo>
                  <a:lnTo>
                    <a:pt x="19272" y="12088"/>
                  </a:lnTo>
                  <a:lnTo>
                    <a:pt x="18566" y="12210"/>
                  </a:lnTo>
                  <a:lnTo>
                    <a:pt x="17880" y="12290"/>
                  </a:lnTo>
                  <a:lnTo>
                    <a:pt x="17173" y="12371"/>
                  </a:lnTo>
                  <a:lnTo>
                    <a:pt x="16467" y="12432"/>
                  </a:lnTo>
                  <a:lnTo>
                    <a:pt x="15075" y="12532"/>
                  </a:lnTo>
                  <a:lnTo>
                    <a:pt x="14106" y="12593"/>
                  </a:lnTo>
                  <a:lnTo>
                    <a:pt x="12774" y="12694"/>
                  </a:lnTo>
                  <a:lnTo>
                    <a:pt x="11442" y="12815"/>
                  </a:lnTo>
                  <a:lnTo>
                    <a:pt x="9142" y="12997"/>
                  </a:lnTo>
                  <a:lnTo>
                    <a:pt x="7971" y="13077"/>
                  </a:lnTo>
                  <a:lnTo>
                    <a:pt x="6801" y="13138"/>
                  </a:lnTo>
                  <a:lnTo>
                    <a:pt x="5630" y="13158"/>
                  </a:lnTo>
                  <a:lnTo>
                    <a:pt x="4480" y="13158"/>
                  </a:lnTo>
                  <a:lnTo>
                    <a:pt x="3895" y="13138"/>
                  </a:lnTo>
                  <a:lnTo>
                    <a:pt x="3310" y="13098"/>
                  </a:lnTo>
                  <a:lnTo>
                    <a:pt x="2725" y="13057"/>
                  </a:lnTo>
                  <a:lnTo>
                    <a:pt x="2139" y="12976"/>
                  </a:lnTo>
                  <a:lnTo>
                    <a:pt x="1857" y="12936"/>
                  </a:lnTo>
                  <a:lnTo>
                    <a:pt x="1554" y="12855"/>
                  </a:lnTo>
                  <a:lnTo>
                    <a:pt x="1251" y="12754"/>
                  </a:lnTo>
                  <a:lnTo>
                    <a:pt x="969" y="12613"/>
                  </a:lnTo>
                  <a:lnTo>
                    <a:pt x="707" y="12452"/>
                  </a:lnTo>
                  <a:lnTo>
                    <a:pt x="485" y="12270"/>
                  </a:lnTo>
                  <a:lnTo>
                    <a:pt x="384" y="12169"/>
                  </a:lnTo>
                  <a:lnTo>
                    <a:pt x="303" y="12048"/>
                  </a:lnTo>
                  <a:lnTo>
                    <a:pt x="222" y="11947"/>
                  </a:lnTo>
                  <a:lnTo>
                    <a:pt x="162" y="11826"/>
                  </a:lnTo>
                  <a:lnTo>
                    <a:pt x="121" y="11685"/>
                  </a:lnTo>
                  <a:lnTo>
                    <a:pt x="81" y="11544"/>
                  </a:lnTo>
                  <a:lnTo>
                    <a:pt x="81" y="11382"/>
                  </a:lnTo>
                  <a:lnTo>
                    <a:pt x="101" y="11241"/>
                  </a:lnTo>
                  <a:lnTo>
                    <a:pt x="142" y="11079"/>
                  </a:lnTo>
                  <a:lnTo>
                    <a:pt x="202" y="10938"/>
                  </a:lnTo>
                  <a:lnTo>
                    <a:pt x="283" y="10777"/>
                  </a:lnTo>
                  <a:lnTo>
                    <a:pt x="384" y="10615"/>
                  </a:lnTo>
                  <a:lnTo>
                    <a:pt x="646" y="10313"/>
                  </a:lnTo>
                  <a:lnTo>
                    <a:pt x="929" y="10010"/>
                  </a:lnTo>
                  <a:lnTo>
                    <a:pt x="1272" y="9727"/>
                  </a:lnTo>
                  <a:lnTo>
                    <a:pt x="1635" y="9465"/>
                  </a:lnTo>
                  <a:lnTo>
                    <a:pt x="2038" y="9203"/>
                  </a:lnTo>
                  <a:lnTo>
                    <a:pt x="2422" y="8940"/>
                  </a:lnTo>
                  <a:lnTo>
                    <a:pt x="3229" y="8476"/>
                  </a:lnTo>
                  <a:lnTo>
                    <a:pt x="4016" y="7992"/>
                  </a:lnTo>
                  <a:lnTo>
                    <a:pt x="5005" y="7407"/>
                  </a:lnTo>
                  <a:lnTo>
                    <a:pt x="6014" y="6821"/>
                  </a:lnTo>
                  <a:lnTo>
                    <a:pt x="7063" y="6277"/>
                  </a:lnTo>
                  <a:lnTo>
                    <a:pt x="8153" y="5732"/>
                  </a:lnTo>
                  <a:lnTo>
                    <a:pt x="9283" y="5207"/>
                  </a:lnTo>
                  <a:lnTo>
                    <a:pt x="10433" y="4682"/>
                  </a:lnTo>
                  <a:lnTo>
                    <a:pt x="11644" y="4198"/>
                  </a:lnTo>
                  <a:lnTo>
                    <a:pt x="12895" y="3714"/>
                  </a:lnTo>
                  <a:lnTo>
                    <a:pt x="14146" y="3250"/>
                  </a:lnTo>
                  <a:lnTo>
                    <a:pt x="15438" y="2826"/>
                  </a:lnTo>
                  <a:lnTo>
                    <a:pt x="16790" y="2382"/>
                  </a:lnTo>
                  <a:lnTo>
                    <a:pt x="18182" y="1958"/>
                  </a:lnTo>
                  <a:lnTo>
                    <a:pt x="19151" y="1676"/>
                  </a:lnTo>
                  <a:lnTo>
                    <a:pt x="20180" y="1393"/>
                  </a:lnTo>
                  <a:lnTo>
                    <a:pt x="21250" y="1111"/>
                  </a:lnTo>
                  <a:lnTo>
                    <a:pt x="22380" y="848"/>
                  </a:lnTo>
                  <a:lnTo>
                    <a:pt x="23550" y="606"/>
                  </a:lnTo>
                  <a:lnTo>
                    <a:pt x="24761" y="404"/>
                  </a:lnTo>
                  <a:lnTo>
                    <a:pt x="25972" y="223"/>
                  </a:lnTo>
                  <a:lnTo>
                    <a:pt x="26598" y="162"/>
                  </a:lnTo>
                  <a:lnTo>
                    <a:pt x="27223" y="102"/>
                  </a:lnTo>
                  <a:lnTo>
                    <a:pt x="27647" y="81"/>
                  </a:lnTo>
                  <a:close/>
                  <a:moveTo>
                    <a:pt x="27647" y="1"/>
                  </a:moveTo>
                  <a:lnTo>
                    <a:pt x="27223" y="21"/>
                  </a:lnTo>
                  <a:lnTo>
                    <a:pt x="26598" y="81"/>
                  </a:lnTo>
                  <a:lnTo>
                    <a:pt x="25972" y="142"/>
                  </a:lnTo>
                  <a:lnTo>
                    <a:pt x="24741" y="324"/>
                  </a:lnTo>
                  <a:lnTo>
                    <a:pt x="23550" y="525"/>
                  </a:lnTo>
                  <a:lnTo>
                    <a:pt x="22360" y="767"/>
                  </a:lnTo>
                  <a:lnTo>
                    <a:pt x="21230" y="1030"/>
                  </a:lnTo>
                  <a:lnTo>
                    <a:pt x="20160" y="1312"/>
                  </a:lnTo>
                  <a:lnTo>
                    <a:pt x="19131" y="1595"/>
                  </a:lnTo>
                  <a:lnTo>
                    <a:pt x="18162" y="1877"/>
                  </a:lnTo>
                  <a:lnTo>
                    <a:pt x="16750" y="2301"/>
                  </a:lnTo>
                  <a:lnTo>
                    <a:pt x="15418" y="2745"/>
                  </a:lnTo>
                  <a:lnTo>
                    <a:pt x="14106" y="3189"/>
                  </a:lnTo>
                  <a:lnTo>
                    <a:pt x="12855" y="3633"/>
                  </a:lnTo>
                  <a:lnTo>
                    <a:pt x="11604" y="4117"/>
                  </a:lnTo>
                  <a:lnTo>
                    <a:pt x="10413" y="4622"/>
                  </a:lnTo>
                  <a:lnTo>
                    <a:pt x="9243" y="5126"/>
                  </a:lnTo>
                  <a:lnTo>
                    <a:pt x="8113" y="5651"/>
                  </a:lnTo>
                  <a:lnTo>
                    <a:pt x="7023" y="6196"/>
                  </a:lnTo>
                  <a:lnTo>
                    <a:pt x="5974" y="6761"/>
                  </a:lnTo>
                  <a:lnTo>
                    <a:pt x="4965" y="7326"/>
                  </a:lnTo>
                  <a:lnTo>
                    <a:pt x="3976" y="7931"/>
                  </a:lnTo>
                  <a:lnTo>
                    <a:pt x="3189" y="8396"/>
                  </a:lnTo>
                  <a:lnTo>
                    <a:pt x="2381" y="8880"/>
                  </a:lnTo>
                  <a:lnTo>
                    <a:pt x="1978" y="9142"/>
                  </a:lnTo>
                  <a:lnTo>
                    <a:pt x="1594" y="9405"/>
                  </a:lnTo>
                  <a:lnTo>
                    <a:pt x="1211" y="9667"/>
                  </a:lnTo>
                  <a:lnTo>
                    <a:pt x="888" y="9949"/>
                  </a:lnTo>
                  <a:lnTo>
                    <a:pt x="585" y="10252"/>
                  </a:lnTo>
                  <a:lnTo>
                    <a:pt x="444" y="10414"/>
                  </a:lnTo>
                  <a:lnTo>
                    <a:pt x="323" y="10575"/>
                  </a:lnTo>
                  <a:lnTo>
                    <a:pt x="202" y="10736"/>
                  </a:lnTo>
                  <a:lnTo>
                    <a:pt x="121" y="10898"/>
                  </a:lnTo>
                  <a:lnTo>
                    <a:pt x="61" y="11059"/>
                  </a:lnTo>
                  <a:lnTo>
                    <a:pt x="20" y="11241"/>
                  </a:lnTo>
                  <a:lnTo>
                    <a:pt x="0" y="11382"/>
                  </a:lnTo>
                  <a:lnTo>
                    <a:pt x="0" y="11544"/>
                  </a:lnTo>
                  <a:lnTo>
                    <a:pt x="41" y="11705"/>
                  </a:lnTo>
                  <a:lnTo>
                    <a:pt x="101" y="11867"/>
                  </a:lnTo>
                  <a:lnTo>
                    <a:pt x="202" y="12048"/>
                  </a:lnTo>
                  <a:lnTo>
                    <a:pt x="343" y="12230"/>
                  </a:lnTo>
                  <a:lnTo>
                    <a:pt x="545" y="12411"/>
                  </a:lnTo>
                  <a:lnTo>
                    <a:pt x="787" y="12593"/>
                  </a:lnTo>
                  <a:lnTo>
                    <a:pt x="1070" y="12754"/>
                  </a:lnTo>
                  <a:lnTo>
                    <a:pt x="1393" y="12896"/>
                  </a:lnTo>
                  <a:lnTo>
                    <a:pt x="1736" y="12997"/>
                  </a:lnTo>
                  <a:lnTo>
                    <a:pt x="2139" y="13057"/>
                  </a:lnTo>
                  <a:lnTo>
                    <a:pt x="2947" y="13158"/>
                  </a:lnTo>
                  <a:lnTo>
                    <a:pt x="3754" y="13198"/>
                  </a:lnTo>
                  <a:lnTo>
                    <a:pt x="4561" y="13239"/>
                  </a:lnTo>
                  <a:lnTo>
                    <a:pt x="6135" y="13239"/>
                  </a:lnTo>
                  <a:lnTo>
                    <a:pt x="6902" y="13219"/>
                  </a:lnTo>
                  <a:lnTo>
                    <a:pt x="8435" y="13138"/>
                  </a:lnTo>
                  <a:lnTo>
                    <a:pt x="9949" y="13017"/>
                  </a:lnTo>
                  <a:lnTo>
                    <a:pt x="11442" y="12896"/>
                  </a:lnTo>
                  <a:lnTo>
                    <a:pt x="12774" y="12775"/>
                  </a:lnTo>
                  <a:lnTo>
                    <a:pt x="14106" y="12674"/>
                  </a:lnTo>
                  <a:lnTo>
                    <a:pt x="15075" y="12613"/>
                  </a:lnTo>
                  <a:lnTo>
                    <a:pt x="16467" y="12512"/>
                  </a:lnTo>
                  <a:lnTo>
                    <a:pt x="17173" y="12452"/>
                  </a:lnTo>
                  <a:lnTo>
                    <a:pt x="17880" y="12371"/>
                  </a:lnTo>
                  <a:lnTo>
                    <a:pt x="18586" y="12290"/>
                  </a:lnTo>
                  <a:lnTo>
                    <a:pt x="19272" y="12169"/>
                  </a:lnTo>
                  <a:lnTo>
                    <a:pt x="19978" y="12028"/>
                  </a:lnTo>
                  <a:lnTo>
                    <a:pt x="20665" y="11867"/>
                  </a:lnTo>
                  <a:lnTo>
                    <a:pt x="21149" y="11705"/>
                  </a:lnTo>
                  <a:lnTo>
                    <a:pt x="21613" y="11544"/>
                  </a:lnTo>
                  <a:lnTo>
                    <a:pt x="22057" y="11362"/>
                  </a:lnTo>
                  <a:lnTo>
                    <a:pt x="22461" y="11180"/>
                  </a:lnTo>
                  <a:lnTo>
                    <a:pt x="22824" y="10958"/>
                  </a:lnTo>
                  <a:lnTo>
                    <a:pt x="23167" y="10736"/>
                  </a:lnTo>
                  <a:lnTo>
                    <a:pt x="23470" y="10474"/>
                  </a:lnTo>
                  <a:lnTo>
                    <a:pt x="23752" y="10212"/>
                  </a:lnTo>
                  <a:lnTo>
                    <a:pt x="23914" y="10030"/>
                  </a:lnTo>
                  <a:lnTo>
                    <a:pt x="24075" y="9849"/>
                  </a:lnTo>
                  <a:lnTo>
                    <a:pt x="24358" y="9445"/>
                  </a:lnTo>
                  <a:lnTo>
                    <a:pt x="24600" y="9021"/>
                  </a:lnTo>
                  <a:lnTo>
                    <a:pt x="24822" y="8597"/>
                  </a:lnTo>
                  <a:lnTo>
                    <a:pt x="25023" y="8133"/>
                  </a:lnTo>
                  <a:lnTo>
                    <a:pt x="25185" y="7669"/>
                  </a:lnTo>
                  <a:lnTo>
                    <a:pt x="25508" y="6741"/>
                  </a:lnTo>
                  <a:lnTo>
                    <a:pt x="25770" y="6014"/>
                  </a:lnTo>
                  <a:lnTo>
                    <a:pt x="26053" y="5268"/>
                  </a:lnTo>
                  <a:lnTo>
                    <a:pt x="26194" y="4925"/>
                  </a:lnTo>
                  <a:lnTo>
                    <a:pt x="26376" y="4561"/>
                  </a:lnTo>
                  <a:lnTo>
                    <a:pt x="26557" y="4238"/>
                  </a:lnTo>
                  <a:lnTo>
                    <a:pt x="26759" y="3895"/>
                  </a:lnTo>
                  <a:lnTo>
                    <a:pt x="27021" y="3532"/>
                  </a:lnTo>
                  <a:lnTo>
                    <a:pt x="27324" y="3169"/>
                  </a:lnTo>
                  <a:lnTo>
                    <a:pt x="27627" y="2826"/>
                  </a:lnTo>
                  <a:lnTo>
                    <a:pt x="27950" y="2503"/>
                  </a:lnTo>
                  <a:lnTo>
                    <a:pt x="28293" y="2120"/>
                  </a:lnTo>
                  <a:lnTo>
                    <a:pt x="28656" y="1736"/>
                  </a:lnTo>
                  <a:lnTo>
                    <a:pt x="28979" y="1333"/>
                  </a:lnTo>
                  <a:lnTo>
                    <a:pt x="29120" y="1111"/>
                  </a:lnTo>
                  <a:lnTo>
                    <a:pt x="29261" y="889"/>
                  </a:lnTo>
                  <a:lnTo>
                    <a:pt x="29362" y="727"/>
                  </a:lnTo>
                  <a:lnTo>
                    <a:pt x="29382" y="626"/>
                  </a:lnTo>
                  <a:lnTo>
                    <a:pt x="29382" y="545"/>
                  </a:lnTo>
                  <a:lnTo>
                    <a:pt x="29362" y="445"/>
                  </a:lnTo>
                  <a:lnTo>
                    <a:pt x="29322" y="364"/>
                  </a:lnTo>
                  <a:lnTo>
                    <a:pt x="29261" y="303"/>
                  </a:lnTo>
                  <a:lnTo>
                    <a:pt x="29201" y="243"/>
                  </a:lnTo>
                  <a:lnTo>
                    <a:pt x="29059" y="162"/>
                  </a:lnTo>
                  <a:lnTo>
                    <a:pt x="28918" y="122"/>
                  </a:lnTo>
                  <a:lnTo>
                    <a:pt x="28716" y="61"/>
                  </a:lnTo>
                  <a:lnTo>
                    <a:pt x="28494" y="21"/>
                  </a:lnTo>
                  <a:lnTo>
                    <a:pt x="28293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" name="Google Shape;37;p2"/>
            <p:cNvSpPr/>
            <p:nvPr/>
          </p:nvSpPr>
          <p:spPr>
            <a:xfrm flipH="1">
              <a:off x="749899" y="-4949394"/>
              <a:ext cx="1884195" cy="733450"/>
            </a:xfrm>
            <a:custGeom>
              <a:rect b="b" l="l" r="r" t="t"/>
              <a:pathLst>
                <a:path extrusionOk="0" h="13119" w="33702">
                  <a:moveTo>
                    <a:pt x="8436" y="82"/>
                  </a:moveTo>
                  <a:lnTo>
                    <a:pt x="9041" y="102"/>
                  </a:lnTo>
                  <a:lnTo>
                    <a:pt x="9667" y="142"/>
                  </a:lnTo>
                  <a:lnTo>
                    <a:pt x="10312" y="183"/>
                  </a:lnTo>
                  <a:lnTo>
                    <a:pt x="10978" y="263"/>
                  </a:lnTo>
                  <a:lnTo>
                    <a:pt x="12532" y="465"/>
                  </a:lnTo>
                  <a:lnTo>
                    <a:pt x="14005" y="707"/>
                  </a:lnTo>
                  <a:lnTo>
                    <a:pt x="15398" y="949"/>
                  </a:lnTo>
                  <a:lnTo>
                    <a:pt x="16689" y="1192"/>
                  </a:lnTo>
                  <a:lnTo>
                    <a:pt x="17900" y="1454"/>
                  </a:lnTo>
                  <a:lnTo>
                    <a:pt x="19030" y="1716"/>
                  </a:lnTo>
                  <a:lnTo>
                    <a:pt x="20080" y="1979"/>
                  </a:lnTo>
                  <a:lnTo>
                    <a:pt x="21048" y="2241"/>
                  </a:lnTo>
                  <a:lnTo>
                    <a:pt x="21956" y="2523"/>
                  </a:lnTo>
                  <a:lnTo>
                    <a:pt x="22804" y="2786"/>
                  </a:lnTo>
                  <a:lnTo>
                    <a:pt x="23571" y="3068"/>
                  </a:lnTo>
                  <a:lnTo>
                    <a:pt x="24277" y="3331"/>
                  </a:lnTo>
                  <a:lnTo>
                    <a:pt x="24943" y="3593"/>
                  </a:lnTo>
                  <a:lnTo>
                    <a:pt x="25548" y="3835"/>
                  </a:lnTo>
                  <a:lnTo>
                    <a:pt x="26598" y="4320"/>
                  </a:lnTo>
                  <a:lnTo>
                    <a:pt x="27607" y="4824"/>
                  </a:lnTo>
                  <a:lnTo>
                    <a:pt x="28071" y="5066"/>
                  </a:lnTo>
                  <a:lnTo>
                    <a:pt x="28535" y="5329"/>
                  </a:lnTo>
                  <a:lnTo>
                    <a:pt x="28999" y="5611"/>
                  </a:lnTo>
                  <a:lnTo>
                    <a:pt x="29423" y="5894"/>
                  </a:lnTo>
                  <a:lnTo>
                    <a:pt x="29847" y="6176"/>
                  </a:lnTo>
                  <a:lnTo>
                    <a:pt x="30271" y="6459"/>
                  </a:lnTo>
                  <a:lnTo>
                    <a:pt x="30654" y="6761"/>
                  </a:lnTo>
                  <a:lnTo>
                    <a:pt x="31058" y="7064"/>
                  </a:lnTo>
                  <a:lnTo>
                    <a:pt x="31421" y="7367"/>
                  </a:lnTo>
                  <a:lnTo>
                    <a:pt x="31784" y="7690"/>
                  </a:lnTo>
                  <a:lnTo>
                    <a:pt x="32127" y="8012"/>
                  </a:lnTo>
                  <a:lnTo>
                    <a:pt x="32450" y="8335"/>
                  </a:lnTo>
                  <a:lnTo>
                    <a:pt x="32773" y="8678"/>
                  </a:lnTo>
                  <a:lnTo>
                    <a:pt x="33076" y="9021"/>
                  </a:lnTo>
                  <a:lnTo>
                    <a:pt x="33237" y="9223"/>
                  </a:lnTo>
                  <a:lnTo>
                    <a:pt x="33378" y="9425"/>
                  </a:lnTo>
                  <a:lnTo>
                    <a:pt x="33520" y="9667"/>
                  </a:lnTo>
                  <a:lnTo>
                    <a:pt x="33560" y="9788"/>
                  </a:lnTo>
                  <a:lnTo>
                    <a:pt x="33600" y="9909"/>
                  </a:lnTo>
                  <a:lnTo>
                    <a:pt x="33620" y="10030"/>
                  </a:lnTo>
                  <a:lnTo>
                    <a:pt x="33620" y="10172"/>
                  </a:lnTo>
                  <a:lnTo>
                    <a:pt x="33600" y="10293"/>
                  </a:lnTo>
                  <a:lnTo>
                    <a:pt x="33580" y="10414"/>
                  </a:lnTo>
                  <a:lnTo>
                    <a:pt x="33520" y="10535"/>
                  </a:lnTo>
                  <a:lnTo>
                    <a:pt x="33459" y="10636"/>
                  </a:lnTo>
                  <a:lnTo>
                    <a:pt x="33378" y="10737"/>
                  </a:lnTo>
                  <a:lnTo>
                    <a:pt x="33257" y="10797"/>
                  </a:lnTo>
                  <a:lnTo>
                    <a:pt x="33176" y="10838"/>
                  </a:lnTo>
                  <a:lnTo>
                    <a:pt x="33096" y="10858"/>
                  </a:lnTo>
                  <a:lnTo>
                    <a:pt x="32894" y="10878"/>
                  </a:lnTo>
                  <a:lnTo>
                    <a:pt x="32692" y="10858"/>
                  </a:lnTo>
                  <a:lnTo>
                    <a:pt x="32470" y="10817"/>
                  </a:lnTo>
                  <a:lnTo>
                    <a:pt x="29019" y="10152"/>
                  </a:lnTo>
                  <a:lnTo>
                    <a:pt x="26840" y="9748"/>
                  </a:lnTo>
                  <a:lnTo>
                    <a:pt x="25750" y="9566"/>
                  </a:lnTo>
                  <a:lnTo>
                    <a:pt x="24640" y="9385"/>
                  </a:lnTo>
                  <a:lnTo>
                    <a:pt x="23551" y="9223"/>
                  </a:lnTo>
                  <a:lnTo>
                    <a:pt x="22420" y="9102"/>
                  </a:lnTo>
                  <a:lnTo>
                    <a:pt x="21311" y="9021"/>
                  </a:lnTo>
                  <a:lnTo>
                    <a:pt x="20201" y="8981"/>
                  </a:lnTo>
                  <a:lnTo>
                    <a:pt x="19071" y="8961"/>
                  </a:lnTo>
                  <a:lnTo>
                    <a:pt x="17941" y="9021"/>
                  </a:lnTo>
                  <a:lnTo>
                    <a:pt x="16831" y="9102"/>
                  </a:lnTo>
                  <a:lnTo>
                    <a:pt x="15721" y="9223"/>
                  </a:lnTo>
                  <a:lnTo>
                    <a:pt x="14591" y="9385"/>
                  </a:lnTo>
                  <a:lnTo>
                    <a:pt x="13501" y="9566"/>
                  </a:lnTo>
                  <a:lnTo>
                    <a:pt x="12391" y="9788"/>
                  </a:lnTo>
                  <a:lnTo>
                    <a:pt x="11281" y="10051"/>
                  </a:lnTo>
                  <a:lnTo>
                    <a:pt x="10191" y="10313"/>
                  </a:lnTo>
                  <a:lnTo>
                    <a:pt x="9081" y="10596"/>
                  </a:lnTo>
                  <a:lnTo>
                    <a:pt x="7992" y="10918"/>
                  </a:lnTo>
                  <a:lnTo>
                    <a:pt x="6922" y="11241"/>
                  </a:lnTo>
                  <a:lnTo>
                    <a:pt x="4763" y="11907"/>
                  </a:lnTo>
                  <a:lnTo>
                    <a:pt x="2604" y="12593"/>
                  </a:lnTo>
                  <a:lnTo>
                    <a:pt x="1595" y="12936"/>
                  </a:lnTo>
                  <a:lnTo>
                    <a:pt x="1433" y="12977"/>
                  </a:lnTo>
                  <a:lnTo>
                    <a:pt x="1231" y="13017"/>
                  </a:lnTo>
                  <a:lnTo>
                    <a:pt x="1050" y="13037"/>
                  </a:lnTo>
                  <a:lnTo>
                    <a:pt x="949" y="13037"/>
                  </a:lnTo>
                  <a:lnTo>
                    <a:pt x="868" y="13017"/>
                  </a:lnTo>
                  <a:lnTo>
                    <a:pt x="767" y="12997"/>
                  </a:lnTo>
                  <a:lnTo>
                    <a:pt x="687" y="12957"/>
                  </a:lnTo>
                  <a:lnTo>
                    <a:pt x="606" y="12896"/>
                  </a:lnTo>
                  <a:lnTo>
                    <a:pt x="525" y="12835"/>
                  </a:lnTo>
                  <a:lnTo>
                    <a:pt x="404" y="12674"/>
                  </a:lnTo>
                  <a:lnTo>
                    <a:pt x="323" y="12492"/>
                  </a:lnTo>
                  <a:lnTo>
                    <a:pt x="243" y="12291"/>
                  </a:lnTo>
                  <a:lnTo>
                    <a:pt x="202" y="12089"/>
                  </a:lnTo>
                  <a:lnTo>
                    <a:pt x="162" y="11867"/>
                  </a:lnTo>
                  <a:lnTo>
                    <a:pt x="142" y="11665"/>
                  </a:lnTo>
                  <a:lnTo>
                    <a:pt x="101" y="10838"/>
                  </a:lnTo>
                  <a:lnTo>
                    <a:pt x="81" y="9990"/>
                  </a:lnTo>
                  <a:lnTo>
                    <a:pt x="101" y="9163"/>
                  </a:lnTo>
                  <a:lnTo>
                    <a:pt x="142" y="8315"/>
                  </a:lnTo>
                  <a:lnTo>
                    <a:pt x="202" y="7488"/>
                  </a:lnTo>
                  <a:lnTo>
                    <a:pt x="283" y="6660"/>
                  </a:lnTo>
                  <a:lnTo>
                    <a:pt x="404" y="5833"/>
                  </a:lnTo>
                  <a:lnTo>
                    <a:pt x="545" y="5006"/>
                  </a:lnTo>
                  <a:lnTo>
                    <a:pt x="666" y="4441"/>
                  </a:lnTo>
                  <a:lnTo>
                    <a:pt x="808" y="3896"/>
                  </a:lnTo>
                  <a:lnTo>
                    <a:pt x="909" y="3654"/>
                  </a:lnTo>
                  <a:lnTo>
                    <a:pt x="989" y="3411"/>
                  </a:lnTo>
                  <a:lnTo>
                    <a:pt x="1110" y="3189"/>
                  </a:lnTo>
                  <a:lnTo>
                    <a:pt x="1231" y="2967"/>
                  </a:lnTo>
                  <a:lnTo>
                    <a:pt x="1413" y="2685"/>
                  </a:lnTo>
                  <a:lnTo>
                    <a:pt x="1635" y="2402"/>
                  </a:lnTo>
                  <a:lnTo>
                    <a:pt x="1877" y="2140"/>
                  </a:lnTo>
                  <a:lnTo>
                    <a:pt x="2160" y="1898"/>
                  </a:lnTo>
                  <a:lnTo>
                    <a:pt x="2462" y="1656"/>
                  </a:lnTo>
                  <a:lnTo>
                    <a:pt x="2805" y="1434"/>
                  </a:lnTo>
                  <a:lnTo>
                    <a:pt x="3189" y="1232"/>
                  </a:lnTo>
                  <a:lnTo>
                    <a:pt x="3572" y="1030"/>
                  </a:lnTo>
                  <a:lnTo>
                    <a:pt x="4117" y="808"/>
                  </a:lnTo>
                  <a:lnTo>
                    <a:pt x="4662" y="627"/>
                  </a:lnTo>
                  <a:lnTo>
                    <a:pt x="5227" y="465"/>
                  </a:lnTo>
                  <a:lnTo>
                    <a:pt x="5832" y="324"/>
                  </a:lnTo>
                  <a:lnTo>
                    <a:pt x="6438" y="223"/>
                  </a:lnTo>
                  <a:lnTo>
                    <a:pt x="7084" y="142"/>
                  </a:lnTo>
                  <a:lnTo>
                    <a:pt x="7750" y="102"/>
                  </a:lnTo>
                  <a:lnTo>
                    <a:pt x="8436" y="82"/>
                  </a:lnTo>
                  <a:close/>
                  <a:moveTo>
                    <a:pt x="8335" y="1"/>
                  </a:moveTo>
                  <a:lnTo>
                    <a:pt x="7830" y="21"/>
                  </a:lnTo>
                  <a:lnTo>
                    <a:pt x="7346" y="41"/>
                  </a:lnTo>
                  <a:lnTo>
                    <a:pt x="6882" y="82"/>
                  </a:lnTo>
                  <a:lnTo>
                    <a:pt x="6438" y="142"/>
                  </a:lnTo>
                  <a:lnTo>
                    <a:pt x="5974" y="223"/>
                  </a:lnTo>
                  <a:lnTo>
                    <a:pt x="5550" y="304"/>
                  </a:lnTo>
                  <a:lnTo>
                    <a:pt x="5126" y="405"/>
                  </a:lnTo>
                  <a:lnTo>
                    <a:pt x="4723" y="526"/>
                  </a:lnTo>
                  <a:lnTo>
                    <a:pt x="4319" y="647"/>
                  </a:lnTo>
                  <a:lnTo>
                    <a:pt x="3915" y="808"/>
                  </a:lnTo>
                  <a:lnTo>
                    <a:pt x="3552" y="970"/>
                  </a:lnTo>
                  <a:lnTo>
                    <a:pt x="3149" y="1151"/>
                  </a:lnTo>
                  <a:lnTo>
                    <a:pt x="2765" y="1373"/>
                  </a:lnTo>
                  <a:lnTo>
                    <a:pt x="2422" y="1595"/>
                  </a:lnTo>
                  <a:lnTo>
                    <a:pt x="2099" y="1837"/>
                  </a:lnTo>
                  <a:lnTo>
                    <a:pt x="1817" y="2080"/>
                  </a:lnTo>
                  <a:lnTo>
                    <a:pt x="1575" y="2362"/>
                  </a:lnTo>
                  <a:lnTo>
                    <a:pt x="1353" y="2624"/>
                  </a:lnTo>
                  <a:lnTo>
                    <a:pt x="1151" y="2927"/>
                  </a:lnTo>
                  <a:lnTo>
                    <a:pt x="1030" y="3169"/>
                  </a:lnTo>
                  <a:lnTo>
                    <a:pt x="909" y="3432"/>
                  </a:lnTo>
                  <a:lnTo>
                    <a:pt x="808" y="3694"/>
                  </a:lnTo>
                  <a:lnTo>
                    <a:pt x="707" y="3956"/>
                  </a:lnTo>
                  <a:lnTo>
                    <a:pt x="586" y="4481"/>
                  </a:lnTo>
                  <a:lnTo>
                    <a:pt x="465" y="4985"/>
                  </a:lnTo>
                  <a:lnTo>
                    <a:pt x="323" y="5813"/>
                  </a:lnTo>
                  <a:lnTo>
                    <a:pt x="222" y="6660"/>
                  </a:lnTo>
                  <a:lnTo>
                    <a:pt x="122" y="7488"/>
                  </a:lnTo>
                  <a:lnTo>
                    <a:pt x="61" y="8315"/>
                  </a:lnTo>
                  <a:lnTo>
                    <a:pt x="21" y="9163"/>
                  </a:lnTo>
                  <a:lnTo>
                    <a:pt x="0" y="9990"/>
                  </a:lnTo>
                  <a:lnTo>
                    <a:pt x="21" y="10838"/>
                  </a:lnTo>
                  <a:lnTo>
                    <a:pt x="61" y="11665"/>
                  </a:lnTo>
                  <a:lnTo>
                    <a:pt x="101" y="11968"/>
                  </a:lnTo>
                  <a:lnTo>
                    <a:pt x="142" y="12230"/>
                  </a:lnTo>
                  <a:lnTo>
                    <a:pt x="222" y="12452"/>
                  </a:lnTo>
                  <a:lnTo>
                    <a:pt x="303" y="12654"/>
                  </a:lnTo>
                  <a:lnTo>
                    <a:pt x="404" y="12815"/>
                  </a:lnTo>
                  <a:lnTo>
                    <a:pt x="545" y="12936"/>
                  </a:lnTo>
                  <a:lnTo>
                    <a:pt x="687" y="13037"/>
                  </a:lnTo>
                  <a:lnTo>
                    <a:pt x="848" y="13098"/>
                  </a:lnTo>
                  <a:lnTo>
                    <a:pt x="949" y="13118"/>
                  </a:lnTo>
                  <a:lnTo>
                    <a:pt x="1191" y="13118"/>
                  </a:lnTo>
                  <a:lnTo>
                    <a:pt x="1353" y="13078"/>
                  </a:lnTo>
                  <a:lnTo>
                    <a:pt x="1615" y="12997"/>
                  </a:lnTo>
                  <a:lnTo>
                    <a:pt x="2644" y="12674"/>
                  </a:lnTo>
                  <a:lnTo>
                    <a:pt x="4783" y="11988"/>
                  </a:lnTo>
                  <a:lnTo>
                    <a:pt x="6942" y="11302"/>
                  </a:lnTo>
                  <a:lnTo>
                    <a:pt x="8012" y="10999"/>
                  </a:lnTo>
                  <a:lnTo>
                    <a:pt x="9102" y="10676"/>
                  </a:lnTo>
                  <a:lnTo>
                    <a:pt x="10191" y="10394"/>
                  </a:lnTo>
                  <a:lnTo>
                    <a:pt x="11301" y="10131"/>
                  </a:lnTo>
                  <a:lnTo>
                    <a:pt x="12391" y="9869"/>
                  </a:lnTo>
                  <a:lnTo>
                    <a:pt x="13501" y="9647"/>
                  </a:lnTo>
                  <a:lnTo>
                    <a:pt x="14611" y="9465"/>
                  </a:lnTo>
                  <a:lnTo>
                    <a:pt x="15721" y="9304"/>
                  </a:lnTo>
                  <a:lnTo>
                    <a:pt x="16831" y="9183"/>
                  </a:lnTo>
                  <a:lnTo>
                    <a:pt x="17961" y="9102"/>
                  </a:lnTo>
                  <a:lnTo>
                    <a:pt x="19071" y="9042"/>
                  </a:lnTo>
                  <a:lnTo>
                    <a:pt x="20201" y="9062"/>
                  </a:lnTo>
                  <a:lnTo>
                    <a:pt x="21311" y="9102"/>
                  </a:lnTo>
                  <a:lnTo>
                    <a:pt x="22420" y="9183"/>
                  </a:lnTo>
                  <a:lnTo>
                    <a:pt x="23530" y="9304"/>
                  </a:lnTo>
                  <a:lnTo>
                    <a:pt x="24640" y="9465"/>
                  </a:lnTo>
                  <a:lnTo>
                    <a:pt x="25750" y="9647"/>
                  </a:lnTo>
                  <a:lnTo>
                    <a:pt x="26840" y="9829"/>
                  </a:lnTo>
                  <a:lnTo>
                    <a:pt x="28999" y="10232"/>
                  </a:lnTo>
                  <a:lnTo>
                    <a:pt x="32470" y="10898"/>
                  </a:lnTo>
                  <a:lnTo>
                    <a:pt x="32692" y="10939"/>
                  </a:lnTo>
                  <a:lnTo>
                    <a:pt x="32894" y="10959"/>
                  </a:lnTo>
                  <a:lnTo>
                    <a:pt x="33116" y="10939"/>
                  </a:lnTo>
                  <a:lnTo>
                    <a:pt x="33197" y="10918"/>
                  </a:lnTo>
                  <a:lnTo>
                    <a:pt x="33298" y="10878"/>
                  </a:lnTo>
                  <a:lnTo>
                    <a:pt x="33419" y="10797"/>
                  </a:lnTo>
                  <a:lnTo>
                    <a:pt x="33520" y="10696"/>
                  </a:lnTo>
                  <a:lnTo>
                    <a:pt x="33600" y="10575"/>
                  </a:lnTo>
                  <a:lnTo>
                    <a:pt x="33661" y="10454"/>
                  </a:lnTo>
                  <a:lnTo>
                    <a:pt x="33681" y="10313"/>
                  </a:lnTo>
                  <a:lnTo>
                    <a:pt x="33701" y="10172"/>
                  </a:lnTo>
                  <a:lnTo>
                    <a:pt x="33701" y="10030"/>
                  </a:lnTo>
                  <a:lnTo>
                    <a:pt x="33681" y="9889"/>
                  </a:lnTo>
                  <a:lnTo>
                    <a:pt x="33641" y="9768"/>
                  </a:lnTo>
                  <a:lnTo>
                    <a:pt x="33600" y="9627"/>
                  </a:lnTo>
                  <a:lnTo>
                    <a:pt x="33459" y="9385"/>
                  </a:lnTo>
                  <a:lnTo>
                    <a:pt x="33298" y="9163"/>
                  </a:lnTo>
                  <a:lnTo>
                    <a:pt x="33136" y="8961"/>
                  </a:lnTo>
                  <a:lnTo>
                    <a:pt x="32833" y="8618"/>
                  </a:lnTo>
                  <a:lnTo>
                    <a:pt x="32511" y="8275"/>
                  </a:lnTo>
                  <a:lnTo>
                    <a:pt x="32188" y="7952"/>
                  </a:lnTo>
                  <a:lnTo>
                    <a:pt x="31824" y="7629"/>
                  </a:lnTo>
                  <a:lnTo>
                    <a:pt x="31481" y="7306"/>
                  </a:lnTo>
                  <a:lnTo>
                    <a:pt x="31098" y="7003"/>
                  </a:lnTo>
                  <a:lnTo>
                    <a:pt x="30714" y="6701"/>
                  </a:lnTo>
                  <a:lnTo>
                    <a:pt x="30311" y="6398"/>
                  </a:lnTo>
                  <a:lnTo>
                    <a:pt x="29907" y="6095"/>
                  </a:lnTo>
                  <a:lnTo>
                    <a:pt x="29483" y="5813"/>
                  </a:lnTo>
                  <a:lnTo>
                    <a:pt x="29040" y="5530"/>
                  </a:lnTo>
                  <a:lnTo>
                    <a:pt x="28575" y="5268"/>
                  </a:lnTo>
                  <a:lnTo>
                    <a:pt x="28111" y="5006"/>
                  </a:lnTo>
                  <a:lnTo>
                    <a:pt x="27627" y="4743"/>
                  </a:lnTo>
                  <a:lnTo>
                    <a:pt x="26638" y="4259"/>
                  </a:lnTo>
                  <a:lnTo>
                    <a:pt x="25569" y="3775"/>
                  </a:lnTo>
                  <a:lnTo>
                    <a:pt x="24963" y="3512"/>
                  </a:lnTo>
                  <a:lnTo>
                    <a:pt x="24317" y="3250"/>
                  </a:lnTo>
                  <a:lnTo>
                    <a:pt x="23591" y="2988"/>
                  </a:lnTo>
                  <a:lnTo>
                    <a:pt x="22824" y="2725"/>
                  </a:lnTo>
                  <a:lnTo>
                    <a:pt x="21977" y="2443"/>
                  </a:lnTo>
                  <a:lnTo>
                    <a:pt x="21068" y="2180"/>
                  </a:lnTo>
                  <a:lnTo>
                    <a:pt x="20100" y="1898"/>
                  </a:lnTo>
                  <a:lnTo>
                    <a:pt x="19050" y="1636"/>
                  </a:lnTo>
                  <a:lnTo>
                    <a:pt x="17920" y="1373"/>
                  </a:lnTo>
                  <a:lnTo>
                    <a:pt x="16710" y="1111"/>
                  </a:lnTo>
                  <a:lnTo>
                    <a:pt x="15398" y="869"/>
                  </a:lnTo>
                  <a:lnTo>
                    <a:pt x="14026" y="627"/>
                  </a:lnTo>
                  <a:lnTo>
                    <a:pt x="12552" y="405"/>
                  </a:lnTo>
                  <a:lnTo>
                    <a:pt x="10978" y="183"/>
                  </a:lnTo>
                  <a:lnTo>
                    <a:pt x="10413" y="122"/>
                  </a:lnTo>
                  <a:lnTo>
                    <a:pt x="9889" y="62"/>
                  </a:lnTo>
                  <a:lnTo>
                    <a:pt x="9344" y="41"/>
                  </a:lnTo>
                  <a:lnTo>
                    <a:pt x="8839" y="21"/>
                  </a:lnTo>
                  <a:lnTo>
                    <a:pt x="8335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" name="Google Shape;38;p2"/>
            <p:cNvSpPr/>
            <p:nvPr/>
          </p:nvSpPr>
          <p:spPr>
            <a:xfrm flipH="1">
              <a:off x="1985352" y="-3774912"/>
              <a:ext cx="166996" cy="99348"/>
            </a:xfrm>
            <a:custGeom>
              <a:rect b="b" l="l" r="r" t="t"/>
              <a:pathLst>
                <a:path extrusionOk="0" h="1777" w="2987">
                  <a:moveTo>
                    <a:pt x="2240" y="81"/>
                  </a:moveTo>
                  <a:lnTo>
                    <a:pt x="2442" y="101"/>
                  </a:lnTo>
                  <a:lnTo>
                    <a:pt x="2644" y="122"/>
                  </a:lnTo>
                  <a:lnTo>
                    <a:pt x="2745" y="162"/>
                  </a:lnTo>
                  <a:lnTo>
                    <a:pt x="2805" y="182"/>
                  </a:lnTo>
                  <a:lnTo>
                    <a:pt x="2866" y="243"/>
                  </a:lnTo>
                  <a:lnTo>
                    <a:pt x="2906" y="283"/>
                  </a:lnTo>
                  <a:lnTo>
                    <a:pt x="2906" y="364"/>
                  </a:lnTo>
                  <a:lnTo>
                    <a:pt x="2906" y="444"/>
                  </a:lnTo>
                  <a:lnTo>
                    <a:pt x="2846" y="525"/>
                  </a:lnTo>
                  <a:lnTo>
                    <a:pt x="2765" y="626"/>
                  </a:lnTo>
                  <a:lnTo>
                    <a:pt x="2543" y="868"/>
                  </a:lnTo>
                  <a:lnTo>
                    <a:pt x="2281" y="1070"/>
                  </a:lnTo>
                  <a:lnTo>
                    <a:pt x="1998" y="1252"/>
                  </a:lnTo>
                  <a:lnTo>
                    <a:pt x="1716" y="1413"/>
                  </a:lnTo>
                  <a:lnTo>
                    <a:pt x="1393" y="1534"/>
                  </a:lnTo>
                  <a:lnTo>
                    <a:pt x="1090" y="1615"/>
                  </a:lnTo>
                  <a:lnTo>
                    <a:pt x="747" y="1675"/>
                  </a:lnTo>
                  <a:lnTo>
                    <a:pt x="424" y="1696"/>
                  </a:lnTo>
                  <a:lnTo>
                    <a:pt x="263" y="1696"/>
                  </a:lnTo>
                  <a:lnTo>
                    <a:pt x="182" y="1655"/>
                  </a:lnTo>
                  <a:lnTo>
                    <a:pt x="121" y="1615"/>
                  </a:lnTo>
                  <a:lnTo>
                    <a:pt x="81" y="1554"/>
                  </a:lnTo>
                  <a:lnTo>
                    <a:pt x="81" y="1494"/>
                  </a:lnTo>
                  <a:lnTo>
                    <a:pt x="81" y="1433"/>
                  </a:lnTo>
                  <a:lnTo>
                    <a:pt x="101" y="1373"/>
                  </a:lnTo>
                  <a:lnTo>
                    <a:pt x="182" y="1252"/>
                  </a:lnTo>
                  <a:lnTo>
                    <a:pt x="263" y="1151"/>
                  </a:lnTo>
                  <a:lnTo>
                    <a:pt x="485" y="949"/>
                  </a:lnTo>
                  <a:lnTo>
                    <a:pt x="686" y="747"/>
                  </a:lnTo>
                  <a:lnTo>
                    <a:pt x="929" y="586"/>
                  </a:lnTo>
                  <a:lnTo>
                    <a:pt x="1171" y="424"/>
                  </a:lnTo>
                  <a:lnTo>
                    <a:pt x="1413" y="283"/>
                  </a:lnTo>
                  <a:lnTo>
                    <a:pt x="1675" y="182"/>
                  </a:lnTo>
                  <a:lnTo>
                    <a:pt x="1958" y="101"/>
                  </a:lnTo>
                  <a:lnTo>
                    <a:pt x="2240" y="81"/>
                  </a:lnTo>
                  <a:close/>
                  <a:moveTo>
                    <a:pt x="2119" y="0"/>
                  </a:moveTo>
                  <a:lnTo>
                    <a:pt x="1938" y="21"/>
                  </a:lnTo>
                  <a:lnTo>
                    <a:pt x="1776" y="61"/>
                  </a:lnTo>
                  <a:lnTo>
                    <a:pt x="1615" y="122"/>
                  </a:lnTo>
                  <a:lnTo>
                    <a:pt x="1453" y="182"/>
                  </a:lnTo>
                  <a:lnTo>
                    <a:pt x="1292" y="243"/>
                  </a:lnTo>
                  <a:lnTo>
                    <a:pt x="1009" y="424"/>
                  </a:lnTo>
                  <a:lnTo>
                    <a:pt x="727" y="626"/>
                  </a:lnTo>
                  <a:lnTo>
                    <a:pt x="464" y="848"/>
                  </a:lnTo>
                  <a:lnTo>
                    <a:pt x="222" y="1090"/>
                  </a:lnTo>
                  <a:lnTo>
                    <a:pt x="101" y="1211"/>
                  </a:lnTo>
                  <a:lnTo>
                    <a:pt x="21" y="1332"/>
                  </a:lnTo>
                  <a:lnTo>
                    <a:pt x="0" y="1433"/>
                  </a:lnTo>
                  <a:lnTo>
                    <a:pt x="0" y="1514"/>
                  </a:lnTo>
                  <a:lnTo>
                    <a:pt x="21" y="1595"/>
                  </a:lnTo>
                  <a:lnTo>
                    <a:pt x="61" y="1655"/>
                  </a:lnTo>
                  <a:lnTo>
                    <a:pt x="121" y="1716"/>
                  </a:lnTo>
                  <a:lnTo>
                    <a:pt x="222" y="1756"/>
                  </a:lnTo>
                  <a:lnTo>
                    <a:pt x="303" y="1776"/>
                  </a:lnTo>
                  <a:lnTo>
                    <a:pt x="424" y="1776"/>
                  </a:lnTo>
                  <a:lnTo>
                    <a:pt x="767" y="1756"/>
                  </a:lnTo>
                  <a:lnTo>
                    <a:pt x="1110" y="1696"/>
                  </a:lnTo>
                  <a:lnTo>
                    <a:pt x="1433" y="1615"/>
                  </a:lnTo>
                  <a:lnTo>
                    <a:pt x="1736" y="1474"/>
                  </a:lnTo>
                  <a:lnTo>
                    <a:pt x="2039" y="1332"/>
                  </a:lnTo>
                  <a:lnTo>
                    <a:pt x="2321" y="1131"/>
                  </a:lnTo>
                  <a:lnTo>
                    <a:pt x="2604" y="929"/>
                  </a:lnTo>
                  <a:lnTo>
                    <a:pt x="2826" y="687"/>
                  </a:lnTo>
                  <a:lnTo>
                    <a:pt x="2926" y="565"/>
                  </a:lnTo>
                  <a:lnTo>
                    <a:pt x="2987" y="465"/>
                  </a:lnTo>
                  <a:lnTo>
                    <a:pt x="2987" y="343"/>
                  </a:lnTo>
                  <a:lnTo>
                    <a:pt x="2967" y="263"/>
                  </a:lnTo>
                  <a:lnTo>
                    <a:pt x="2926" y="182"/>
                  </a:lnTo>
                  <a:lnTo>
                    <a:pt x="2866" y="122"/>
                  </a:lnTo>
                  <a:lnTo>
                    <a:pt x="2765" y="81"/>
                  </a:lnTo>
                  <a:lnTo>
                    <a:pt x="2664" y="41"/>
                  </a:lnTo>
                  <a:lnTo>
                    <a:pt x="2462" y="21"/>
                  </a:lnTo>
                  <a:lnTo>
                    <a:pt x="2281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" name="Google Shape;39;p2"/>
            <p:cNvSpPr/>
            <p:nvPr/>
          </p:nvSpPr>
          <p:spPr>
            <a:xfrm flipH="1">
              <a:off x="-2673006" y="-2347734"/>
              <a:ext cx="901508" cy="1104564"/>
            </a:xfrm>
            <a:custGeom>
              <a:rect b="b" l="l" r="r" t="t"/>
              <a:pathLst>
                <a:path extrusionOk="0" h="19757" w="16125">
                  <a:moveTo>
                    <a:pt x="13945" y="81"/>
                  </a:moveTo>
                  <a:lnTo>
                    <a:pt x="14187" y="142"/>
                  </a:lnTo>
                  <a:lnTo>
                    <a:pt x="14449" y="222"/>
                  </a:lnTo>
                  <a:lnTo>
                    <a:pt x="14671" y="323"/>
                  </a:lnTo>
                  <a:lnTo>
                    <a:pt x="14893" y="464"/>
                  </a:lnTo>
                  <a:lnTo>
                    <a:pt x="15095" y="626"/>
                  </a:lnTo>
                  <a:lnTo>
                    <a:pt x="15277" y="807"/>
                  </a:lnTo>
                  <a:lnTo>
                    <a:pt x="15438" y="1009"/>
                  </a:lnTo>
                  <a:lnTo>
                    <a:pt x="15620" y="1332"/>
                  </a:lnTo>
                  <a:lnTo>
                    <a:pt x="15761" y="1655"/>
                  </a:lnTo>
                  <a:lnTo>
                    <a:pt x="15862" y="1998"/>
                  </a:lnTo>
                  <a:lnTo>
                    <a:pt x="15943" y="2341"/>
                  </a:lnTo>
                  <a:lnTo>
                    <a:pt x="16003" y="2704"/>
                  </a:lnTo>
                  <a:lnTo>
                    <a:pt x="16023" y="3068"/>
                  </a:lnTo>
                  <a:lnTo>
                    <a:pt x="16044" y="3431"/>
                  </a:lnTo>
                  <a:lnTo>
                    <a:pt x="16044" y="3814"/>
                  </a:lnTo>
                  <a:lnTo>
                    <a:pt x="16023" y="4319"/>
                  </a:lnTo>
                  <a:lnTo>
                    <a:pt x="16003" y="4803"/>
                  </a:lnTo>
                  <a:lnTo>
                    <a:pt x="15963" y="5287"/>
                  </a:lnTo>
                  <a:lnTo>
                    <a:pt x="15923" y="5731"/>
                  </a:lnTo>
                  <a:lnTo>
                    <a:pt x="15862" y="6175"/>
                  </a:lnTo>
                  <a:lnTo>
                    <a:pt x="15781" y="6599"/>
                  </a:lnTo>
                  <a:lnTo>
                    <a:pt x="15701" y="7003"/>
                  </a:lnTo>
                  <a:lnTo>
                    <a:pt x="15600" y="7386"/>
                  </a:lnTo>
                  <a:lnTo>
                    <a:pt x="15479" y="7749"/>
                  </a:lnTo>
                  <a:lnTo>
                    <a:pt x="15337" y="8113"/>
                  </a:lnTo>
                  <a:lnTo>
                    <a:pt x="15196" y="8436"/>
                  </a:lnTo>
                  <a:lnTo>
                    <a:pt x="15055" y="8758"/>
                  </a:lnTo>
                  <a:lnTo>
                    <a:pt x="14873" y="9081"/>
                  </a:lnTo>
                  <a:lnTo>
                    <a:pt x="14692" y="9364"/>
                  </a:lnTo>
                  <a:lnTo>
                    <a:pt x="14490" y="9646"/>
                  </a:lnTo>
                  <a:lnTo>
                    <a:pt x="14268" y="9909"/>
                  </a:lnTo>
                  <a:lnTo>
                    <a:pt x="14086" y="10131"/>
                  </a:lnTo>
                  <a:lnTo>
                    <a:pt x="13884" y="10332"/>
                  </a:lnTo>
                  <a:lnTo>
                    <a:pt x="13683" y="10514"/>
                  </a:lnTo>
                  <a:lnTo>
                    <a:pt x="13461" y="10716"/>
                  </a:lnTo>
                  <a:lnTo>
                    <a:pt x="13017" y="11059"/>
                  </a:lnTo>
                  <a:lnTo>
                    <a:pt x="12532" y="11362"/>
                  </a:lnTo>
                  <a:lnTo>
                    <a:pt x="12048" y="11664"/>
                  </a:lnTo>
                  <a:lnTo>
                    <a:pt x="11543" y="11947"/>
                  </a:lnTo>
                  <a:lnTo>
                    <a:pt x="10514" y="12451"/>
                  </a:lnTo>
                  <a:lnTo>
                    <a:pt x="9586" y="12915"/>
                  </a:lnTo>
                  <a:lnTo>
                    <a:pt x="9122" y="13178"/>
                  </a:lnTo>
                  <a:lnTo>
                    <a:pt x="8678" y="13420"/>
                  </a:lnTo>
                  <a:lnTo>
                    <a:pt x="8032" y="13844"/>
                  </a:lnTo>
                  <a:lnTo>
                    <a:pt x="7427" y="14288"/>
                  </a:lnTo>
                  <a:lnTo>
                    <a:pt x="6821" y="14752"/>
                  </a:lnTo>
                  <a:lnTo>
                    <a:pt x="6236" y="15236"/>
                  </a:lnTo>
                  <a:lnTo>
                    <a:pt x="5671" y="15761"/>
                  </a:lnTo>
                  <a:lnTo>
                    <a:pt x="5106" y="16265"/>
                  </a:lnTo>
                  <a:lnTo>
                    <a:pt x="4037" y="17335"/>
                  </a:lnTo>
                  <a:lnTo>
                    <a:pt x="3350" y="18001"/>
                  </a:lnTo>
                  <a:lnTo>
                    <a:pt x="2644" y="18667"/>
                  </a:lnTo>
                  <a:lnTo>
                    <a:pt x="2281" y="18990"/>
                  </a:lnTo>
                  <a:lnTo>
                    <a:pt x="2099" y="19151"/>
                  </a:lnTo>
                  <a:lnTo>
                    <a:pt x="1897" y="19292"/>
                  </a:lnTo>
                  <a:lnTo>
                    <a:pt x="1696" y="19413"/>
                  </a:lnTo>
                  <a:lnTo>
                    <a:pt x="1474" y="19514"/>
                  </a:lnTo>
                  <a:lnTo>
                    <a:pt x="1272" y="19595"/>
                  </a:lnTo>
                  <a:lnTo>
                    <a:pt x="1030" y="19656"/>
                  </a:lnTo>
                  <a:lnTo>
                    <a:pt x="808" y="19676"/>
                  </a:lnTo>
                  <a:lnTo>
                    <a:pt x="687" y="19656"/>
                  </a:lnTo>
                  <a:lnTo>
                    <a:pt x="566" y="19635"/>
                  </a:lnTo>
                  <a:lnTo>
                    <a:pt x="444" y="19595"/>
                  </a:lnTo>
                  <a:lnTo>
                    <a:pt x="344" y="19555"/>
                  </a:lnTo>
                  <a:lnTo>
                    <a:pt x="243" y="19474"/>
                  </a:lnTo>
                  <a:lnTo>
                    <a:pt x="162" y="19373"/>
                  </a:lnTo>
                  <a:lnTo>
                    <a:pt x="101" y="19232"/>
                  </a:lnTo>
                  <a:lnTo>
                    <a:pt x="81" y="19091"/>
                  </a:lnTo>
                  <a:lnTo>
                    <a:pt x="81" y="18929"/>
                  </a:lnTo>
                  <a:lnTo>
                    <a:pt x="122" y="18788"/>
                  </a:lnTo>
                  <a:lnTo>
                    <a:pt x="162" y="18667"/>
                  </a:lnTo>
                  <a:lnTo>
                    <a:pt x="222" y="18546"/>
                  </a:lnTo>
                  <a:lnTo>
                    <a:pt x="323" y="18364"/>
                  </a:lnTo>
                  <a:lnTo>
                    <a:pt x="444" y="18203"/>
                  </a:lnTo>
                  <a:lnTo>
                    <a:pt x="566" y="18021"/>
                  </a:lnTo>
                  <a:lnTo>
                    <a:pt x="868" y="17718"/>
                  </a:lnTo>
                  <a:lnTo>
                    <a:pt x="1171" y="17436"/>
                  </a:lnTo>
                  <a:lnTo>
                    <a:pt x="1494" y="17173"/>
                  </a:lnTo>
                  <a:lnTo>
                    <a:pt x="2220" y="16588"/>
                  </a:lnTo>
                  <a:lnTo>
                    <a:pt x="2987" y="16043"/>
                  </a:lnTo>
                  <a:lnTo>
                    <a:pt x="3754" y="15499"/>
                  </a:lnTo>
                  <a:lnTo>
                    <a:pt x="4521" y="14974"/>
                  </a:lnTo>
                  <a:lnTo>
                    <a:pt x="5308" y="14429"/>
                  </a:lnTo>
                  <a:lnTo>
                    <a:pt x="6075" y="13884"/>
                  </a:lnTo>
                  <a:lnTo>
                    <a:pt x="6862" y="13319"/>
                  </a:lnTo>
                  <a:lnTo>
                    <a:pt x="7608" y="12734"/>
                  </a:lnTo>
                  <a:lnTo>
                    <a:pt x="8153" y="12270"/>
                  </a:lnTo>
                  <a:lnTo>
                    <a:pt x="8436" y="12007"/>
                  </a:lnTo>
                  <a:lnTo>
                    <a:pt x="8718" y="11725"/>
                  </a:lnTo>
                  <a:lnTo>
                    <a:pt x="9001" y="11422"/>
                  </a:lnTo>
                  <a:lnTo>
                    <a:pt x="9283" y="11119"/>
                  </a:lnTo>
                  <a:lnTo>
                    <a:pt x="9546" y="10776"/>
                  </a:lnTo>
                  <a:lnTo>
                    <a:pt x="9788" y="10413"/>
                  </a:lnTo>
                  <a:lnTo>
                    <a:pt x="9949" y="10131"/>
                  </a:lnTo>
                  <a:lnTo>
                    <a:pt x="10111" y="9828"/>
                  </a:lnTo>
                  <a:lnTo>
                    <a:pt x="10252" y="9525"/>
                  </a:lnTo>
                  <a:lnTo>
                    <a:pt x="10393" y="9202"/>
                  </a:lnTo>
                  <a:lnTo>
                    <a:pt x="10494" y="8879"/>
                  </a:lnTo>
                  <a:lnTo>
                    <a:pt x="10615" y="8557"/>
                  </a:lnTo>
                  <a:lnTo>
                    <a:pt x="10777" y="7911"/>
                  </a:lnTo>
                  <a:lnTo>
                    <a:pt x="10938" y="7245"/>
                  </a:lnTo>
                  <a:lnTo>
                    <a:pt x="11039" y="6559"/>
                  </a:lnTo>
                  <a:lnTo>
                    <a:pt x="11241" y="5207"/>
                  </a:lnTo>
                  <a:lnTo>
                    <a:pt x="11342" y="4399"/>
                  </a:lnTo>
                  <a:lnTo>
                    <a:pt x="11463" y="3612"/>
                  </a:lnTo>
                  <a:lnTo>
                    <a:pt x="11604" y="2825"/>
                  </a:lnTo>
                  <a:lnTo>
                    <a:pt x="11685" y="2422"/>
                  </a:lnTo>
                  <a:lnTo>
                    <a:pt x="11786" y="2038"/>
                  </a:lnTo>
                  <a:lnTo>
                    <a:pt x="11866" y="1756"/>
                  </a:lnTo>
                  <a:lnTo>
                    <a:pt x="11987" y="1473"/>
                  </a:lnTo>
                  <a:lnTo>
                    <a:pt x="12109" y="1171"/>
                  </a:lnTo>
                  <a:lnTo>
                    <a:pt x="12250" y="888"/>
                  </a:lnTo>
                  <a:lnTo>
                    <a:pt x="12452" y="626"/>
                  </a:lnTo>
                  <a:lnTo>
                    <a:pt x="12552" y="525"/>
                  </a:lnTo>
                  <a:lnTo>
                    <a:pt x="12674" y="404"/>
                  </a:lnTo>
                  <a:lnTo>
                    <a:pt x="12795" y="323"/>
                  </a:lnTo>
                  <a:lnTo>
                    <a:pt x="12916" y="242"/>
                  </a:lnTo>
                  <a:lnTo>
                    <a:pt x="13077" y="182"/>
                  </a:lnTo>
                  <a:lnTo>
                    <a:pt x="13218" y="121"/>
                  </a:lnTo>
                  <a:lnTo>
                    <a:pt x="13461" y="81"/>
                  </a:lnTo>
                  <a:close/>
                  <a:moveTo>
                    <a:pt x="13541" y="0"/>
                  </a:moveTo>
                  <a:lnTo>
                    <a:pt x="13380" y="20"/>
                  </a:lnTo>
                  <a:lnTo>
                    <a:pt x="13218" y="41"/>
                  </a:lnTo>
                  <a:lnTo>
                    <a:pt x="13037" y="101"/>
                  </a:lnTo>
                  <a:lnTo>
                    <a:pt x="12896" y="162"/>
                  </a:lnTo>
                  <a:lnTo>
                    <a:pt x="12754" y="242"/>
                  </a:lnTo>
                  <a:lnTo>
                    <a:pt x="12613" y="343"/>
                  </a:lnTo>
                  <a:lnTo>
                    <a:pt x="12492" y="464"/>
                  </a:lnTo>
                  <a:lnTo>
                    <a:pt x="12391" y="565"/>
                  </a:lnTo>
                  <a:lnTo>
                    <a:pt x="12189" y="848"/>
                  </a:lnTo>
                  <a:lnTo>
                    <a:pt x="12028" y="1130"/>
                  </a:lnTo>
                  <a:lnTo>
                    <a:pt x="11907" y="1433"/>
                  </a:lnTo>
                  <a:lnTo>
                    <a:pt x="11806" y="1736"/>
                  </a:lnTo>
                  <a:lnTo>
                    <a:pt x="11705" y="2018"/>
                  </a:lnTo>
                  <a:lnTo>
                    <a:pt x="11604" y="2402"/>
                  </a:lnTo>
                  <a:lnTo>
                    <a:pt x="11523" y="2805"/>
                  </a:lnTo>
                  <a:lnTo>
                    <a:pt x="11382" y="3592"/>
                  </a:lnTo>
                  <a:lnTo>
                    <a:pt x="11261" y="4399"/>
                  </a:lnTo>
                  <a:lnTo>
                    <a:pt x="11160" y="5187"/>
                  </a:lnTo>
                  <a:lnTo>
                    <a:pt x="10958" y="6539"/>
                  </a:lnTo>
                  <a:lnTo>
                    <a:pt x="10857" y="7225"/>
                  </a:lnTo>
                  <a:lnTo>
                    <a:pt x="10716" y="7870"/>
                  </a:lnTo>
                  <a:lnTo>
                    <a:pt x="10534" y="8536"/>
                  </a:lnTo>
                  <a:lnTo>
                    <a:pt x="10434" y="8859"/>
                  </a:lnTo>
                  <a:lnTo>
                    <a:pt x="10313" y="9162"/>
                  </a:lnTo>
                  <a:lnTo>
                    <a:pt x="10191" y="9485"/>
                  </a:lnTo>
                  <a:lnTo>
                    <a:pt x="10050" y="9788"/>
                  </a:lnTo>
                  <a:lnTo>
                    <a:pt x="9889" y="10090"/>
                  </a:lnTo>
                  <a:lnTo>
                    <a:pt x="9707" y="10373"/>
                  </a:lnTo>
                  <a:lnTo>
                    <a:pt x="9465" y="10736"/>
                  </a:lnTo>
                  <a:lnTo>
                    <a:pt x="9223" y="11059"/>
                  </a:lnTo>
                  <a:lnTo>
                    <a:pt x="8940" y="11382"/>
                  </a:lnTo>
                  <a:lnTo>
                    <a:pt x="8658" y="11664"/>
                  </a:lnTo>
                  <a:lnTo>
                    <a:pt x="8375" y="11947"/>
                  </a:lnTo>
                  <a:lnTo>
                    <a:pt x="8093" y="12209"/>
                  </a:lnTo>
                  <a:lnTo>
                    <a:pt x="7568" y="12653"/>
                  </a:lnTo>
                  <a:lnTo>
                    <a:pt x="6801" y="13259"/>
                  </a:lnTo>
                  <a:lnTo>
                    <a:pt x="6034" y="13824"/>
                  </a:lnTo>
                  <a:lnTo>
                    <a:pt x="5247" y="14368"/>
                  </a:lnTo>
                  <a:lnTo>
                    <a:pt x="4480" y="14913"/>
                  </a:lnTo>
                  <a:lnTo>
                    <a:pt x="3714" y="15438"/>
                  </a:lnTo>
                  <a:lnTo>
                    <a:pt x="2927" y="15983"/>
                  </a:lnTo>
                  <a:lnTo>
                    <a:pt x="2180" y="16528"/>
                  </a:lnTo>
                  <a:lnTo>
                    <a:pt x="1433" y="17113"/>
                  </a:lnTo>
                  <a:lnTo>
                    <a:pt x="1131" y="17375"/>
                  </a:lnTo>
                  <a:lnTo>
                    <a:pt x="808" y="17658"/>
                  </a:lnTo>
                  <a:lnTo>
                    <a:pt x="505" y="17981"/>
                  </a:lnTo>
                  <a:lnTo>
                    <a:pt x="384" y="18142"/>
                  </a:lnTo>
                  <a:lnTo>
                    <a:pt x="243" y="18324"/>
                  </a:lnTo>
                  <a:lnTo>
                    <a:pt x="142" y="18526"/>
                  </a:lnTo>
                  <a:lnTo>
                    <a:pt x="81" y="18667"/>
                  </a:lnTo>
                  <a:lnTo>
                    <a:pt x="21" y="18808"/>
                  </a:lnTo>
                  <a:lnTo>
                    <a:pt x="1" y="18949"/>
                  </a:lnTo>
                  <a:lnTo>
                    <a:pt x="1" y="19111"/>
                  </a:lnTo>
                  <a:lnTo>
                    <a:pt x="21" y="19272"/>
                  </a:lnTo>
                  <a:lnTo>
                    <a:pt x="101" y="19434"/>
                  </a:lnTo>
                  <a:lnTo>
                    <a:pt x="162" y="19514"/>
                  </a:lnTo>
                  <a:lnTo>
                    <a:pt x="243" y="19575"/>
                  </a:lnTo>
                  <a:lnTo>
                    <a:pt x="323" y="19635"/>
                  </a:lnTo>
                  <a:lnTo>
                    <a:pt x="424" y="19676"/>
                  </a:lnTo>
                  <a:lnTo>
                    <a:pt x="626" y="19736"/>
                  </a:lnTo>
                  <a:lnTo>
                    <a:pt x="828" y="19757"/>
                  </a:lnTo>
                  <a:lnTo>
                    <a:pt x="1050" y="19736"/>
                  </a:lnTo>
                  <a:lnTo>
                    <a:pt x="1292" y="19676"/>
                  </a:lnTo>
                  <a:lnTo>
                    <a:pt x="1514" y="19595"/>
                  </a:lnTo>
                  <a:lnTo>
                    <a:pt x="1736" y="19494"/>
                  </a:lnTo>
                  <a:lnTo>
                    <a:pt x="1938" y="19353"/>
                  </a:lnTo>
                  <a:lnTo>
                    <a:pt x="2140" y="19212"/>
                  </a:lnTo>
                  <a:lnTo>
                    <a:pt x="2341" y="19050"/>
                  </a:lnTo>
                  <a:lnTo>
                    <a:pt x="2705" y="18727"/>
                  </a:lnTo>
                  <a:lnTo>
                    <a:pt x="3411" y="18061"/>
                  </a:lnTo>
                  <a:lnTo>
                    <a:pt x="4077" y="17395"/>
                  </a:lnTo>
                  <a:lnTo>
                    <a:pt x="5167" y="16326"/>
                  </a:lnTo>
                  <a:lnTo>
                    <a:pt x="5732" y="15821"/>
                  </a:lnTo>
                  <a:lnTo>
                    <a:pt x="6297" y="15297"/>
                  </a:lnTo>
                  <a:lnTo>
                    <a:pt x="6862" y="14812"/>
                  </a:lnTo>
                  <a:lnTo>
                    <a:pt x="7467" y="14348"/>
                  </a:lnTo>
                  <a:lnTo>
                    <a:pt x="8093" y="13904"/>
                  </a:lnTo>
                  <a:lnTo>
                    <a:pt x="8718" y="13501"/>
                  </a:lnTo>
                  <a:lnTo>
                    <a:pt x="9162" y="13238"/>
                  </a:lnTo>
                  <a:lnTo>
                    <a:pt x="9626" y="12996"/>
                  </a:lnTo>
                  <a:lnTo>
                    <a:pt x="10555" y="12532"/>
                  </a:lnTo>
                  <a:lnTo>
                    <a:pt x="11584" y="12007"/>
                  </a:lnTo>
                  <a:lnTo>
                    <a:pt x="12088" y="11725"/>
                  </a:lnTo>
                  <a:lnTo>
                    <a:pt x="12573" y="11442"/>
                  </a:lnTo>
                  <a:lnTo>
                    <a:pt x="13057" y="11119"/>
                  </a:lnTo>
                  <a:lnTo>
                    <a:pt x="13521" y="10776"/>
                  </a:lnTo>
                  <a:lnTo>
                    <a:pt x="13743" y="10575"/>
                  </a:lnTo>
                  <a:lnTo>
                    <a:pt x="13945" y="10393"/>
                  </a:lnTo>
                  <a:lnTo>
                    <a:pt x="14147" y="10171"/>
                  </a:lnTo>
                  <a:lnTo>
                    <a:pt x="14328" y="9969"/>
                  </a:lnTo>
                  <a:lnTo>
                    <a:pt x="14550" y="9687"/>
                  </a:lnTo>
                  <a:lnTo>
                    <a:pt x="14752" y="9404"/>
                  </a:lnTo>
                  <a:lnTo>
                    <a:pt x="14934" y="9122"/>
                  </a:lnTo>
                  <a:lnTo>
                    <a:pt x="15115" y="8799"/>
                  </a:lnTo>
                  <a:lnTo>
                    <a:pt x="15277" y="8476"/>
                  </a:lnTo>
                  <a:lnTo>
                    <a:pt x="15418" y="8133"/>
                  </a:lnTo>
                  <a:lnTo>
                    <a:pt x="15559" y="7790"/>
                  </a:lnTo>
                  <a:lnTo>
                    <a:pt x="15660" y="7406"/>
                  </a:lnTo>
                  <a:lnTo>
                    <a:pt x="15761" y="7023"/>
                  </a:lnTo>
                  <a:lnTo>
                    <a:pt x="15862" y="6619"/>
                  </a:lnTo>
                  <a:lnTo>
                    <a:pt x="15943" y="6196"/>
                  </a:lnTo>
                  <a:lnTo>
                    <a:pt x="16003" y="5752"/>
                  </a:lnTo>
                  <a:lnTo>
                    <a:pt x="16044" y="5287"/>
                  </a:lnTo>
                  <a:lnTo>
                    <a:pt x="16084" y="4823"/>
                  </a:lnTo>
                  <a:lnTo>
                    <a:pt x="16104" y="4319"/>
                  </a:lnTo>
                  <a:lnTo>
                    <a:pt x="16124" y="3814"/>
                  </a:lnTo>
                  <a:lnTo>
                    <a:pt x="16124" y="3431"/>
                  </a:lnTo>
                  <a:lnTo>
                    <a:pt x="16104" y="3068"/>
                  </a:lnTo>
                  <a:lnTo>
                    <a:pt x="16084" y="2684"/>
                  </a:lnTo>
                  <a:lnTo>
                    <a:pt x="16023" y="2321"/>
                  </a:lnTo>
                  <a:lnTo>
                    <a:pt x="15943" y="1958"/>
                  </a:lnTo>
                  <a:lnTo>
                    <a:pt x="15842" y="1615"/>
                  </a:lnTo>
                  <a:lnTo>
                    <a:pt x="15701" y="1292"/>
                  </a:lnTo>
                  <a:lnTo>
                    <a:pt x="15519" y="969"/>
                  </a:lnTo>
                  <a:lnTo>
                    <a:pt x="15418" y="828"/>
                  </a:lnTo>
                  <a:lnTo>
                    <a:pt x="15297" y="707"/>
                  </a:lnTo>
                  <a:lnTo>
                    <a:pt x="15196" y="585"/>
                  </a:lnTo>
                  <a:lnTo>
                    <a:pt x="15055" y="485"/>
                  </a:lnTo>
                  <a:lnTo>
                    <a:pt x="14934" y="384"/>
                  </a:lnTo>
                  <a:lnTo>
                    <a:pt x="14792" y="303"/>
                  </a:lnTo>
                  <a:lnTo>
                    <a:pt x="14490" y="142"/>
                  </a:lnTo>
                  <a:lnTo>
                    <a:pt x="14187" y="61"/>
                  </a:lnTo>
                  <a:lnTo>
                    <a:pt x="14026" y="20"/>
                  </a:lnTo>
                  <a:lnTo>
                    <a:pt x="13864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" name="Google Shape;40;p2"/>
            <p:cNvSpPr/>
            <p:nvPr/>
          </p:nvSpPr>
          <p:spPr>
            <a:xfrm flipH="1">
              <a:off x="-3379293" y="-5020451"/>
              <a:ext cx="1990251" cy="2226013"/>
            </a:xfrm>
            <a:custGeom>
              <a:rect b="b" l="l" r="r" t="t"/>
              <a:pathLst>
                <a:path extrusionOk="0" h="39816" w="35599">
                  <a:moveTo>
                    <a:pt x="16346" y="81"/>
                  </a:moveTo>
                  <a:lnTo>
                    <a:pt x="18606" y="102"/>
                  </a:lnTo>
                  <a:lnTo>
                    <a:pt x="19737" y="122"/>
                  </a:lnTo>
                  <a:lnTo>
                    <a:pt x="20867" y="162"/>
                  </a:lnTo>
                  <a:lnTo>
                    <a:pt x="22017" y="223"/>
                  </a:lnTo>
                  <a:lnTo>
                    <a:pt x="23147" y="283"/>
                  </a:lnTo>
                  <a:lnTo>
                    <a:pt x="24277" y="364"/>
                  </a:lnTo>
                  <a:lnTo>
                    <a:pt x="25407" y="465"/>
                  </a:lnTo>
                  <a:lnTo>
                    <a:pt x="26537" y="586"/>
                  </a:lnTo>
                  <a:lnTo>
                    <a:pt x="27667" y="747"/>
                  </a:lnTo>
                  <a:lnTo>
                    <a:pt x="28555" y="868"/>
                  </a:lnTo>
                  <a:lnTo>
                    <a:pt x="29443" y="1050"/>
                  </a:lnTo>
                  <a:lnTo>
                    <a:pt x="29887" y="1151"/>
                  </a:lnTo>
                  <a:lnTo>
                    <a:pt x="30311" y="1272"/>
                  </a:lnTo>
                  <a:lnTo>
                    <a:pt x="30755" y="1413"/>
                  </a:lnTo>
                  <a:lnTo>
                    <a:pt x="31179" y="1554"/>
                  </a:lnTo>
                  <a:lnTo>
                    <a:pt x="31582" y="1736"/>
                  </a:lnTo>
                  <a:lnTo>
                    <a:pt x="31986" y="1918"/>
                  </a:lnTo>
                  <a:lnTo>
                    <a:pt x="32369" y="2140"/>
                  </a:lnTo>
                  <a:lnTo>
                    <a:pt x="32732" y="2382"/>
                  </a:lnTo>
                  <a:lnTo>
                    <a:pt x="33076" y="2644"/>
                  </a:lnTo>
                  <a:lnTo>
                    <a:pt x="33419" y="2927"/>
                  </a:lnTo>
                  <a:lnTo>
                    <a:pt x="33721" y="3250"/>
                  </a:lnTo>
                  <a:lnTo>
                    <a:pt x="34004" y="3593"/>
                  </a:lnTo>
                  <a:lnTo>
                    <a:pt x="34165" y="3815"/>
                  </a:lnTo>
                  <a:lnTo>
                    <a:pt x="34307" y="4057"/>
                  </a:lnTo>
                  <a:lnTo>
                    <a:pt x="34448" y="4299"/>
                  </a:lnTo>
                  <a:lnTo>
                    <a:pt x="34569" y="4561"/>
                  </a:lnTo>
                  <a:lnTo>
                    <a:pt x="34771" y="5066"/>
                  </a:lnTo>
                  <a:lnTo>
                    <a:pt x="34932" y="5611"/>
                  </a:lnTo>
                  <a:lnTo>
                    <a:pt x="35073" y="6135"/>
                  </a:lnTo>
                  <a:lnTo>
                    <a:pt x="35174" y="6680"/>
                  </a:lnTo>
                  <a:lnTo>
                    <a:pt x="35255" y="7205"/>
                  </a:lnTo>
                  <a:lnTo>
                    <a:pt x="35316" y="7730"/>
                  </a:lnTo>
                  <a:lnTo>
                    <a:pt x="35416" y="8577"/>
                  </a:lnTo>
                  <a:lnTo>
                    <a:pt x="35477" y="9445"/>
                  </a:lnTo>
                  <a:lnTo>
                    <a:pt x="35517" y="10333"/>
                  </a:lnTo>
                  <a:lnTo>
                    <a:pt x="35517" y="11261"/>
                  </a:lnTo>
                  <a:lnTo>
                    <a:pt x="35517" y="12230"/>
                  </a:lnTo>
                  <a:lnTo>
                    <a:pt x="35497" y="13219"/>
                  </a:lnTo>
                  <a:lnTo>
                    <a:pt x="35457" y="14248"/>
                  </a:lnTo>
                  <a:lnTo>
                    <a:pt x="35376" y="15337"/>
                  </a:lnTo>
                  <a:lnTo>
                    <a:pt x="35316" y="16165"/>
                  </a:lnTo>
                  <a:lnTo>
                    <a:pt x="35235" y="17033"/>
                  </a:lnTo>
                  <a:lnTo>
                    <a:pt x="35134" y="17921"/>
                  </a:lnTo>
                  <a:lnTo>
                    <a:pt x="34993" y="18808"/>
                  </a:lnTo>
                  <a:lnTo>
                    <a:pt x="34831" y="19717"/>
                  </a:lnTo>
                  <a:lnTo>
                    <a:pt x="34629" y="20625"/>
                  </a:lnTo>
                  <a:lnTo>
                    <a:pt x="34508" y="21089"/>
                  </a:lnTo>
                  <a:lnTo>
                    <a:pt x="34367" y="21533"/>
                  </a:lnTo>
                  <a:lnTo>
                    <a:pt x="34226" y="21997"/>
                  </a:lnTo>
                  <a:lnTo>
                    <a:pt x="34064" y="22441"/>
                  </a:lnTo>
                  <a:lnTo>
                    <a:pt x="33943" y="22784"/>
                  </a:lnTo>
                  <a:lnTo>
                    <a:pt x="33782" y="23127"/>
                  </a:lnTo>
                  <a:lnTo>
                    <a:pt x="33620" y="23490"/>
                  </a:lnTo>
                  <a:lnTo>
                    <a:pt x="33419" y="23833"/>
                  </a:lnTo>
                  <a:lnTo>
                    <a:pt x="33197" y="24176"/>
                  </a:lnTo>
                  <a:lnTo>
                    <a:pt x="32934" y="24479"/>
                  </a:lnTo>
                  <a:lnTo>
                    <a:pt x="32793" y="24641"/>
                  </a:lnTo>
                  <a:lnTo>
                    <a:pt x="32632" y="24782"/>
                  </a:lnTo>
                  <a:lnTo>
                    <a:pt x="32470" y="24903"/>
                  </a:lnTo>
                  <a:lnTo>
                    <a:pt x="32309" y="25024"/>
                  </a:lnTo>
                  <a:lnTo>
                    <a:pt x="32107" y="25145"/>
                  </a:lnTo>
                  <a:lnTo>
                    <a:pt x="31925" y="25226"/>
                  </a:lnTo>
                  <a:lnTo>
                    <a:pt x="31723" y="25327"/>
                  </a:lnTo>
                  <a:lnTo>
                    <a:pt x="31522" y="25387"/>
                  </a:lnTo>
                  <a:lnTo>
                    <a:pt x="31118" y="25508"/>
                  </a:lnTo>
                  <a:lnTo>
                    <a:pt x="30694" y="25569"/>
                  </a:lnTo>
                  <a:lnTo>
                    <a:pt x="30250" y="25609"/>
                  </a:lnTo>
                  <a:lnTo>
                    <a:pt x="29403" y="25609"/>
                  </a:lnTo>
                  <a:lnTo>
                    <a:pt x="28979" y="25589"/>
                  </a:lnTo>
                  <a:lnTo>
                    <a:pt x="27809" y="25488"/>
                  </a:lnTo>
                  <a:lnTo>
                    <a:pt x="26658" y="25347"/>
                  </a:lnTo>
                  <a:lnTo>
                    <a:pt x="25508" y="25185"/>
                  </a:lnTo>
                  <a:lnTo>
                    <a:pt x="24358" y="25004"/>
                  </a:lnTo>
                  <a:lnTo>
                    <a:pt x="23248" y="24842"/>
                  </a:lnTo>
                  <a:lnTo>
                    <a:pt x="22118" y="24681"/>
                  </a:lnTo>
                  <a:lnTo>
                    <a:pt x="20988" y="24540"/>
                  </a:lnTo>
                  <a:lnTo>
                    <a:pt x="19837" y="24439"/>
                  </a:lnTo>
                  <a:lnTo>
                    <a:pt x="19272" y="24398"/>
                  </a:lnTo>
                  <a:lnTo>
                    <a:pt x="18707" y="24378"/>
                  </a:lnTo>
                  <a:lnTo>
                    <a:pt x="17577" y="24378"/>
                  </a:lnTo>
                  <a:lnTo>
                    <a:pt x="17012" y="24419"/>
                  </a:lnTo>
                  <a:lnTo>
                    <a:pt x="16447" y="24459"/>
                  </a:lnTo>
                  <a:lnTo>
                    <a:pt x="15882" y="24540"/>
                  </a:lnTo>
                  <a:lnTo>
                    <a:pt x="15317" y="24620"/>
                  </a:lnTo>
                  <a:lnTo>
                    <a:pt x="14631" y="24762"/>
                  </a:lnTo>
                  <a:lnTo>
                    <a:pt x="13965" y="24943"/>
                  </a:lnTo>
                  <a:lnTo>
                    <a:pt x="13319" y="25165"/>
                  </a:lnTo>
                  <a:lnTo>
                    <a:pt x="12674" y="25407"/>
                  </a:lnTo>
                  <a:lnTo>
                    <a:pt x="12048" y="25690"/>
                  </a:lnTo>
                  <a:lnTo>
                    <a:pt x="11422" y="25993"/>
                  </a:lnTo>
                  <a:lnTo>
                    <a:pt x="10817" y="26336"/>
                  </a:lnTo>
                  <a:lnTo>
                    <a:pt x="10232" y="26699"/>
                  </a:lnTo>
                  <a:lnTo>
                    <a:pt x="9667" y="27102"/>
                  </a:lnTo>
                  <a:lnTo>
                    <a:pt x="9122" y="27526"/>
                  </a:lnTo>
                  <a:lnTo>
                    <a:pt x="8597" y="27990"/>
                  </a:lnTo>
                  <a:lnTo>
                    <a:pt x="8093" y="28455"/>
                  </a:lnTo>
                  <a:lnTo>
                    <a:pt x="7608" y="28959"/>
                  </a:lnTo>
                  <a:lnTo>
                    <a:pt x="7164" y="29484"/>
                  </a:lnTo>
                  <a:lnTo>
                    <a:pt x="6741" y="30029"/>
                  </a:lnTo>
                  <a:lnTo>
                    <a:pt x="6357" y="30594"/>
                  </a:lnTo>
                  <a:lnTo>
                    <a:pt x="6014" y="31159"/>
                  </a:lnTo>
                  <a:lnTo>
                    <a:pt x="5691" y="31744"/>
                  </a:lnTo>
                  <a:lnTo>
                    <a:pt x="5389" y="32329"/>
                  </a:lnTo>
                  <a:lnTo>
                    <a:pt x="5106" y="32914"/>
                  </a:lnTo>
                  <a:lnTo>
                    <a:pt x="4844" y="33520"/>
                  </a:lnTo>
                  <a:lnTo>
                    <a:pt x="4581" y="34125"/>
                  </a:lnTo>
                  <a:lnTo>
                    <a:pt x="4097" y="35336"/>
                  </a:lnTo>
                  <a:lnTo>
                    <a:pt x="3714" y="36264"/>
                  </a:lnTo>
                  <a:lnTo>
                    <a:pt x="3330" y="37172"/>
                  </a:lnTo>
                  <a:lnTo>
                    <a:pt x="2927" y="38080"/>
                  </a:lnTo>
                  <a:lnTo>
                    <a:pt x="2705" y="38524"/>
                  </a:lnTo>
                  <a:lnTo>
                    <a:pt x="2483" y="38948"/>
                  </a:lnTo>
                  <a:lnTo>
                    <a:pt x="2402" y="39089"/>
                  </a:lnTo>
                  <a:lnTo>
                    <a:pt x="2321" y="39211"/>
                  </a:lnTo>
                  <a:lnTo>
                    <a:pt x="2220" y="39332"/>
                  </a:lnTo>
                  <a:lnTo>
                    <a:pt x="2099" y="39453"/>
                  </a:lnTo>
                  <a:lnTo>
                    <a:pt x="1978" y="39554"/>
                  </a:lnTo>
                  <a:lnTo>
                    <a:pt x="1857" y="39634"/>
                  </a:lnTo>
                  <a:lnTo>
                    <a:pt x="1736" y="39695"/>
                  </a:lnTo>
                  <a:lnTo>
                    <a:pt x="1615" y="39715"/>
                  </a:lnTo>
                  <a:lnTo>
                    <a:pt x="1413" y="39715"/>
                  </a:lnTo>
                  <a:lnTo>
                    <a:pt x="1312" y="39654"/>
                  </a:lnTo>
                  <a:lnTo>
                    <a:pt x="1231" y="39594"/>
                  </a:lnTo>
                  <a:lnTo>
                    <a:pt x="1191" y="39513"/>
                  </a:lnTo>
                  <a:lnTo>
                    <a:pt x="1131" y="39433"/>
                  </a:lnTo>
                  <a:lnTo>
                    <a:pt x="1110" y="39352"/>
                  </a:lnTo>
                  <a:lnTo>
                    <a:pt x="1090" y="39251"/>
                  </a:lnTo>
                  <a:lnTo>
                    <a:pt x="1090" y="39049"/>
                  </a:lnTo>
                  <a:lnTo>
                    <a:pt x="1110" y="38847"/>
                  </a:lnTo>
                  <a:lnTo>
                    <a:pt x="1252" y="38040"/>
                  </a:lnTo>
                  <a:lnTo>
                    <a:pt x="1393" y="37253"/>
                  </a:lnTo>
                  <a:lnTo>
                    <a:pt x="1575" y="36466"/>
                  </a:lnTo>
                  <a:lnTo>
                    <a:pt x="1776" y="35699"/>
                  </a:lnTo>
                  <a:lnTo>
                    <a:pt x="2018" y="34630"/>
                  </a:lnTo>
                  <a:lnTo>
                    <a:pt x="2261" y="33560"/>
                  </a:lnTo>
                  <a:lnTo>
                    <a:pt x="2422" y="32551"/>
                  </a:lnTo>
                  <a:lnTo>
                    <a:pt x="2563" y="31562"/>
                  </a:lnTo>
                  <a:lnTo>
                    <a:pt x="2664" y="30533"/>
                  </a:lnTo>
                  <a:lnTo>
                    <a:pt x="2705" y="29524"/>
                  </a:lnTo>
                  <a:lnTo>
                    <a:pt x="2745" y="28515"/>
                  </a:lnTo>
                  <a:lnTo>
                    <a:pt x="2745" y="27506"/>
                  </a:lnTo>
                  <a:lnTo>
                    <a:pt x="2705" y="26477"/>
                  </a:lnTo>
                  <a:lnTo>
                    <a:pt x="2644" y="25468"/>
                  </a:lnTo>
                  <a:lnTo>
                    <a:pt x="2563" y="24439"/>
                  </a:lnTo>
                  <a:lnTo>
                    <a:pt x="2462" y="23430"/>
                  </a:lnTo>
                  <a:lnTo>
                    <a:pt x="2362" y="22401"/>
                  </a:lnTo>
                  <a:lnTo>
                    <a:pt x="2240" y="21392"/>
                  </a:lnTo>
                  <a:lnTo>
                    <a:pt x="1958" y="19374"/>
                  </a:lnTo>
                  <a:lnTo>
                    <a:pt x="1655" y="17355"/>
                  </a:lnTo>
                  <a:lnTo>
                    <a:pt x="1595" y="16972"/>
                  </a:lnTo>
                  <a:lnTo>
                    <a:pt x="1030" y="13219"/>
                  </a:lnTo>
                  <a:lnTo>
                    <a:pt x="485" y="9465"/>
                  </a:lnTo>
                  <a:lnTo>
                    <a:pt x="323" y="8234"/>
                  </a:lnTo>
                  <a:lnTo>
                    <a:pt x="182" y="7043"/>
                  </a:lnTo>
                  <a:lnTo>
                    <a:pt x="142" y="6458"/>
                  </a:lnTo>
                  <a:lnTo>
                    <a:pt x="101" y="5873"/>
                  </a:lnTo>
                  <a:lnTo>
                    <a:pt x="81" y="5308"/>
                  </a:lnTo>
                  <a:lnTo>
                    <a:pt x="81" y="4723"/>
                  </a:lnTo>
                  <a:lnTo>
                    <a:pt x="81" y="4521"/>
                  </a:lnTo>
                  <a:lnTo>
                    <a:pt x="101" y="3633"/>
                  </a:lnTo>
                  <a:lnTo>
                    <a:pt x="142" y="3129"/>
                  </a:lnTo>
                  <a:lnTo>
                    <a:pt x="202" y="2604"/>
                  </a:lnTo>
                  <a:lnTo>
                    <a:pt x="283" y="2099"/>
                  </a:lnTo>
                  <a:lnTo>
                    <a:pt x="323" y="1857"/>
                  </a:lnTo>
                  <a:lnTo>
                    <a:pt x="404" y="1635"/>
                  </a:lnTo>
                  <a:lnTo>
                    <a:pt x="465" y="1413"/>
                  </a:lnTo>
                  <a:lnTo>
                    <a:pt x="566" y="1211"/>
                  </a:lnTo>
                  <a:lnTo>
                    <a:pt x="666" y="1010"/>
                  </a:lnTo>
                  <a:lnTo>
                    <a:pt x="767" y="848"/>
                  </a:lnTo>
                  <a:lnTo>
                    <a:pt x="848" y="747"/>
                  </a:lnTo>
                  <a:lnTo>
                    <a:pt x="929" y="687"/>
                  </a:lnTo>
                  <a:lnTo>
                    <a:pt x="1110" y="545"/>
                  </a:lnTo>
                  <a:lnTo>
                    <a:pt x="1332" y="445"/>
                  </a:lnTo>
                  <a:lnTo>
                    <a:pt x="1575" y="364"/>
                  </a:lnTo>
                  <a:lnTo>
                    <a:pt x="1837" y="303"/>
                  </a:lnTo>
                  <a:lnTo>
                    <a:pt x="2099" y="283"/>
                  </a:lnTo>
                  <a:lnTo>
                    <a:pt x="2382" y="263"/>
                  </a:lnTo>
                  <a:lnTo>
                    <a:pt x="2684" y="243"/>
                  </a:lnTo>
                  <a:lnTo>
                    <a:pt x="3169" y="263"/>
                  </a:lnTo>
                  <a:lnTo>
                    <a:pt x="3633" y="283"/>
                  </a:lnTo>
                  <a:lnTo>
                    <a:pt x="4057" y="303"/>
                  </a:lnTo>
                  <a:lnTo>
                    <a:pt x="4440" y="303"/>
                  </a:lnTo>
                  <a:lnTo>
                    <a:pt x="9586" y="202"/>
                  </a:lnTo>
                  <a:lnTo>
                    <a:pt x="11826" y="142"/>
                  </a:lnTo>
                  <a:lnTo>
                    <a:pt x="14066" y="102"/>
                  </a:lnTo>
                  <a:lnTo>
                    <a:pt x="16346" y="81"/>
                  </a:lnTo>
                  <a:close/>
                  <a:moveTo>
                    <a:pt x="16346" y="1"/>
                  </a:moveTo>
                  <a:lnTo>
                    <a:pt x="14066" y="21"/>
                  </a:lnTo>
                  <a:lnTo>
                    <a:pt x="11826" y="61"/>
                  </a:lnTo>
                  <a:lnTo>
                    <a:pt x="9586" y="122"/>
                  </a:lnTo>
                  <a:lnTo>
                    <a:pt x="4420" y="223"/>
                  </a:lnTo>
                  <a:lnTo>
                    <a:pt x="4057" y="223"/>
                  </a:lnTo>
                  <a:lnTo>
                    <a:pt x="3633" y="202"/>
                  </a:lnTo>
                  <a:lnTo>
                    <a:pt x="2805" y="162"/>
                  </a:lnTo>
                  <a:lnTo>
                    <a:pt x="2382" y="182"/>
                  </a:lnTo>
                  <a:lnTo>
                    <a:pt x="1978" y="202"/>
                  </a:lnTo>
                  <a:lnTo>
                    <a:pt x="1595" y="283"/>
                  </a:lnTo>
                  <a:lnTo>
                    <a:pt x="1413" y="324"/>
                  </a:lnTo>
                  <a:lnTo>
                    <a:pt x="1252" y="384"/>
                  </a:lnTo>
                  <a:lnTo>
                    <a:pt x="1090" y="465"/>
                  </a:lnTo>
                  <a:lnTo>
                    <a:pt x="949" y="566"/>
                  </a:lnTo>
                  <a:lnTo>
                    <a:pt x="828" y="667"/>
                  </a:lnTo>
                  <a:lnTo>
                    <a:pt x="707" y="788"/>
                  </a:lnTo>
                  <a:lnTo>
                    <a:pt x="586" y="969"/>
                  </a:lnTo>
                  <a:lnTo>
                    <a:pt x="485" y="1151"/>
                  </a:lnTo>
                  <a:lnTo>
                    <a:pt x="404" y="1373"/>
                  </a:lnTo>
                  <a:lnTo>
                    <a:pt x="323" y="1575"/>
                  </a:lnTo>
                  <a:lnTo>
                    <a:pt x="263" y="1817"/>
                  </a:lnTo>
                  <a:lnTo>
                    <a:pt x="202" y="2059"/>
                  </a:lnTo>
                  <a:lnTo>
                    <a:pt x="122" y="2563"/>
                  </a:lnTo>
                  <a:lnTo>
                    <a:pt x="61" y="3068"/>
                  </a:lnTo>
                  <a:lnTo>
                    <a:pt x="21" y="3593"/>
                  </a:lnTo>
                  <a:lnTo>
                    <a:pt x="0" y="4521"/>
                  </a:lnTo>
                  <a:lnTo>
                    <a:pt x="0" y="4723"/>
                  </a:lnTo>
                  <a:lnTo>
                    <a:pt x="0" y="5308"/>
                  </a:lnTo>
                  <a:lnTo>
                    <a:pt x="21" y="5873"/>
                  </a:lnTo>
                  <a:lnTo>
                    <a:pt x="61" y="6458"/>
                  </a:lnTo>
                  <a:lnTo>
                    <a:pt x="101" y="7043"/>
                  </a:lnTo>
                  <a:lnTo>
                    <a:pt x="243" y="8234"/>
                  </a:lnTo>
                  <a:lnTo>
                    <a:pt x="404" y="9465"/>
                  </a:lnTo>
                  <a:lnTo>
                    <a:pt x="949" y="13219"/>
                  </a:lnTo>
                  <a:lnTo>
                    <a:pt x="1514" y="16992"/>
                  </a:lnTo>
                  <a:lnTo>
                    <a:pt x="1575" y="17376"/>
                  </a:lnTo>
                  <a:lnTo>
                    <a:pt x="1877" y="19374"/>
                  </a:lnTo>
                  <a:lnTo>
                    <a:pt x="2160" y="21392"/>
                  </a:lnTo>
                  <a:lnTo>
                    <a:pt x="2281" y="22421"/>
                  </a:lnTo>
                  <a:lnTo>
                    <a:pt x="2382" y="23430"/>
                  </a:lnTo>
                  <a:lnTo>
                    <a:pt x="2483" y="24439"/>
                  </a:lnTo>
                  <a:lnTo>
                    <a:pt x="2563" y="25468"/>
                  </a:lnTo>
                  <a:lnTo>
                    <a:pt x="2624" y="26477"/>
                  </a:lnTo>
                  <a:lnTo>
                    <a:pt x="2664" y="27486"/>
                  </a:lnTo>
                  <a:lnTo>
                    <a:pt x="2664" y="28515"/>
                  </a:lnTo>
                  <a:lnTo>
                    <a:pt x="2644" y="29524"/>
                  </a:lnTo>
                  <a:lnTo>
                    <a:pt x="2584" y="30533"/>
                  </a:lnTo>
                  <a:lnTo>
                    <a:pt x="2483" y="31542"/>
                  </a:lnTo>
                  <a:lnTo>
                    <a:pt x="2341" y="32551"/>
                  </a:lnTo>
                  <a:lnTo>
                    <a:pt x="2180" y="33540"/>
                  </a:lnTo>
                  <a:lnTo>
                    <a:pt x="1938" y="34630"/>
                  </a:lnTo>
                  <a:lnTo>
                    <a:pt x="1696" y="35679"/>
                  </a:lnTo>
                  <a:lnTo>
                    <a:pt x="1494" y="36466"/>
                  </a:lnTo>
                  <a:lnTo>
                    <a:pt x="1332" y="37233"/>
                  </a:lnTo>
                  <a:lnTo>
                    <a:pt x="1171" y="38040"/>
                  </a:lnTo>
                  <a:lnTo>
                    <a:pt x="1030" y="38827"/>
                  </a:lnTo>
                  <a:lnTo>
                    <a:pt x="1009" y="39049"/>
                  </a:lnTo>
                  <a:lnTo>
                    <a:pt x="1009" y="39271"/>
                  </a:lnTo>
                  <a:lnTo>
                    <a:pt x="1030" y="39372"/>
                  </a:lnTo>
                  <a:lnTo>
                    <a:pt x="1070" y="39473"/>
                  </a:lnTo>
                  <a:lnTo>
                    <a:pt x="1110" y="39574"/>
                  </a:lnTo>
                  <a:lnTo>
                    <a:pt x="1191" y="39654"/>
                  </a:lnTo>
                  <a:lnTo>
                    <a:pt x="1252" y="39715"/>
                  </a:lnTo>
                  <a:lnTo>
                    <a:pt x="1353" y="39776"/>
                  </a:lnTo>
                  <a:lnTo>
                    <a:pt x="1433" y="39796"/>
                  </a:lnTo>
                  <a:lnTo>
                    <a:pt x="1534" y="39816"/>
                  </a:lnTo>
                  <a:lnTo>
                    <a:pt x="1615" y="39796"/>
                  </a:lnTo>
                  <a:lnTo>
                    <a:pt x="1756" y="39776"/>
                  </a:lnTo>
                  <a:lnTo>
                    <a:pt x="1897" y="39695"/>
                  </a:lnTo>
                  <a:lnTo>
                    <a:pt x="2018" y="39614"/>
                  </a:lnTo>
                  <a:lnTo>
                    <a:pt x="2160" y="39513"/>
                  </a:lnTo>
                  <a:lnTo>
                    <a:pt x="2281" y="39392"/>
                  </a:lnTo>
                  <a:lnTo>
                    <a:pt x="2382" y="39271"/>
                  </a:lnTo>
                  <a:lnTo>
                    <a:pt x="2483" y="39130"/>
                  </a:lnTo>
                  <a:lnTo>
                    <a:pt x="2563" y="38989"/>
                  </a:lnTo>
                  <a:lnTo>
                    <a:pt x="2785" y="38565"/>
                  </a:lnTo>
                  <a:lnTo>
                    <a:pt x="3007" y="38101"/>
                  </a:lnTo>
                  <a:lnTo>
                    <a:pt x="3411" y="37193"/>
                  </a:lnTo>
                  <a:lnTo>
                    <a:pt x="3794" y="36284"/>
                  </a:lnTo>
                  <a:lnTo>
                    <a:pt x="4158" y="35376"/>
                  </a:lnTo>
                  <a:lnTo>
                    <a:pt x="4662" y="34166"/>
                  </a:lnTo>
                  <a:lnTo>
                    <a:pt x="4904" y="33560"/>
                  </a:lnTo>
                  <a:lnTo>
                    <a:pt x="5187" y="32955"/>
                  </a:lnTo>
                  <a:lnTo>
                    <a:pt x="5469" y="32369"/>
                  </a:lnTo>
                  <a:lnTo>
                    <a:pt x="5752" y="31784"/>
                  </a:lnTo>
                  <a:lnTo>
                    <a:pt x="6075" y="31199"/>
                  </a:lnTo>
                  <a:lnTo>
                    <a:pt x="6418" y="30654"/>
                  </a:lnTo>
                  <a:lnTo>
                    <a:pt x="6821" y="30089"/>
                  </a:lnTo>
                  <a:lnTo>
                    <a:pt x="7225" y="29544"/>
                  </a:lnTo>
                  <a:lnTo>
                    <a:pt x="7669" y="29020"/>
                  </a:lnTo>
                  <a:lnTo>
                    <a:pt x="8153" y="28515"/>
                  </a:lnTo>
                  <a:lnTo>
                    <a:pt x="8638" y="28051"/>
                  </a:lnTo>
                  <a:lnTo>
                    <a:pt x="9162" y="27587"/>
                  </a:lnTo>
                  <a:lnTo>
                    <a:pt x="9707" y="27163"/>
                  </a:lnTo>
                  <a:lnTo>
                    <a:pt x="10272" y="26780"/>
                  </a:lnTo>
                  <a:lnTo>
                    <a:pt x="10857" y="26396"/>
                  </a:lnTo>
                  <a:lnTo>
                    <a:pt x="11463" y="26073"/>
                  </a:lnTo>
                  <a:lnTo>
                    <a:pt x="12068" y="25750"/>
                  </a:lnTo>
                  <a:lnTo>
                    <a:pt x="12694" y="25468"/>
                  </a:lnTo>
                  <a:lnTo>
                    <a:pt x="13339" y="25226"/>
                  </a:lnTo>
                  <a:lnTo>
                    <a:pt x="14005" y="25024"/>
                  </a:lnTo>
                  <a:lnTo>
                    <a:pt x="14651" y="24842"/>
                  </a:lnTo>
                  <a:lnTo>
                    <a:pt x="15337" y="24701"/>
                  </a:lnTo>
                  <a:lnTo>
                    <a:pt x="15882" y="24600"/>
                  </a:lnTo>
                  <a:lnTo>
                    <a:pt x="16447" y="24540"/>
                  </a:lnTo>
                  <a:lnTo>
                    <a:pt x="17012" y="24499"/>
                  </a:lnTo>
                  <a:lnTo>
                    <a:pt x="17577" y="24459"/>
                  </a:lnTo>
                  <a:lnTo>
                    <a:pt x="18707" y="24459"/>
                  </a:lnTo>
                  <a:lnTo>
                    <a:pt x="19272" y="24479"/>
                  </a:lnTo>
                  <a:lnTo>
                    <a:pt x="19837" y="24519"/>
                  </a:lnTo>
                  <a:lnTo>
                    <a:pt x="20968" y="24620"/>
                  </a:lnTo>
                  <a:lnTo>
                    <a:pt x="22098" y="24762"/>
                  </a:lnTo>
                  <a:lnTo>
                    <a:pt x="23228" y="24923"/>
                  </a:lnTo>
                  <a:lnTo>
                    <a:pt x="24338" y="25084"/>
                  </a:lnTo>
                  <a:lnTo>
                    <a:pt x="25488" y="25266"/>
                  </a:lnTo>
                  <a:lnTo>
                    <a:pt x="26638" y="25428"/>
                  </a:lnTo>
                  <a:lnTo>
                    <a:pt x="27809" y="25569"/>
                  </a:lnTo>
                  <a:lnTo>
                    <a:pt x="28979" y="25670"/>
                  </a:lnTo>
                  <a:lnTo>
                    <a:pt x="29403" y="25690"/>
                  </a:lnTo>
                  <a:lnTo>
                    <a:pt x="30271" y="25690"/>
                  </a:lnTo>
                  <a:lnTo>
                    <a:pt x="30714" y="25650"/>
                  </a:lnTo>
                  <a:lnTo>
                    <a:pt x="31138" y="25569"/>
                  </a:lnTo>
                  <a:lnTo>
                    <a:pt x="31562" y="25468"/>
                  </a:lnTo>
                  <a:lnTo>
                    <a:pt x="31764" y="25387"/>
                  </a:lnTo>
                  <a:lnTo>
                    <a:pt x="31966" y="25306"/>
                  </a:lnTo>
                  <a:lnTo>
                    <a:pt x="32147" y="25206"/>
                  </a:lnTo>
                  <a:lnTo>
                    <a:pt x="32349" y="25084"/>
                  </a:lnTo>
                  <a:lnTo>
                    <a:pt x="32511" y="24963"/>
                  </a:lnTo>
                  <a:lnTo>
                    <a:pt x="32692" y="24842"/>
                  </a:lnTo>
                  <a:lnTo>
                    <a:pt x="32833" y="24701"/>
                  </a:lnTo>
                  <a:lnTo>
                    <a:pt x="32995" y="24540"/>
                  </a:lnTo>
                  <a:lnTo>
                    <a:pt x="33257" y="24217"/>
                  </a:lnTo>
                  <a:lnTo>
                    <a:pt x="33479" y="23874"/>
                  </a:lnTo>
                  <a:lnTo>
                    <a:pt x="33681" y="23531"/>
                  </a:lnTo>
                  <a:lnTo>
                    <a:pt x="33863" y="23167"/>
                  </a:lnTo>
                  <a:lnTo>
                    <a:pt x="34004" y="22804"/>
                  </a:lnTo>
                  <a:lnTo>
                    <a:pt x="34145" y="22461"/>
                  </a:lnTo>
                  <a:lnTo>
                    <a:pt x="34307" y="22017"/>
                  </a:lnTo>
                  <a:lnTo>
                    <a:pt x="34448" y="21573"/>
                  </a:lnTo>
                  <a:lnTo>
                    <a:pt x="34569" y="21109"/>
                  </a:lnTo>
                  <a:lnTo>
                    <a:pt x="34690" y="20645"/>
                  </a:lnTo>
                  <a:lnTo>
                    <a:pt x="34912" y="19737"/>
                  </a:lnTo>
                  <a:lnTo>
                    <a:pt x="35073" y="18829"/>
                  </a:lnTo>
                  <a:lnTo>
                    <a:pt x="35215" y="17921"/>
                  </a:lnTo>
                  <a:lnTo>
                    <a:pt x="35316" y="17033"/>
                  </a:lnTo>
                  <a:lnTo>
                    <a:pt x="35396" y="16185"/>
                  </a:lnTo>
                  <a:lnTo>
                    <a:pt x="35457" y="15337"/>
                  </a:lnTo>
                  <a:lnTo>
                    <a:pt x="35538" y="14248"/>
                  </a:lnTo>
                  <a:lnTo>
                    <a:pt x="35578" y="13219"/>
                  </a:lnTo>
                  <a:lnTo>
                    <a:pt x="35598" y="12230"/>
                  </a:lnTo>
                  <a:lnTo>
                    <a:pt x="35598" y="11261"/>
                  </a:lnTo>
                  <a:lnTo>
                    <a:pt x="35598" y="10333"/>
                  </a:lnTo>
                  <a:lnTo>
                    <a:pt x="35558" y="9445"/>
                  </a:lnTo>
                  <a:lnTo>
                    <a:pt x="35497" y="8557"/>
                  </a:lnTo>
                  <a:lnTo>
                    <a:pt x="35396" y="7709"/>
                  </a:lnTo>
                  <a:lnTo>
                    <a:pt x="35336" y="7185"/>
                  </a:lnTo>
                  <a:lnTo>
                    <a:pt x="35255" y="6660"/>
                  </a:lnTo>
                  <a:lnTo>
                    <a:pt x="35154" y="6115"/>
                  </a:lnTo>
                  <a:lnTo>
                    <a:pt x="35013" y="5570"/>
                  </a:lnTo>
                  <a:lnTo>
                    <a:pt x="34851" y="5046"/>
                  </a:lnTo>
                  <a:lnTo>
                    <a:pt x="34629" y="4521"/>
                  </a:lnTo>
                  <a:lnTo>
                    <a:pt x="34508" y="4259"/>
                  </a:lnTo>
                  <a:lnTo>
                    <a:pt x="34387" y="4016"/>
                  </a:lnTo>
                  <a:lnTo>
                    <a:pt x="34226" y="3774"/>
                  </a:lnTo>
                  <a:lnTo>
                    <a:pt x="34064" y="3552"/>
                  </a:lnTo>
                  <a:lnTo>
                    <a:pt x="33782" y="3189"/>
                  </a:lnTo>
                  <a:lnTo>
                    <a:pt x="33479" y="2866"/>
                  </a:lnTo>
                  <a:lnTo>
                    <a:pt x="33136" y="2584"/>
                  </a:lnTo>
                  <a:lnTo>
                    <a:pt x="32793" y="2301"/>
                  </a:lnTo>
                  <a:lnTo>
                    <a:pt x="32410" y="2079"/>
                  </a:lnTo>
                  <a:lnTo>
                    <a:pt x="32026" y="1857"/>
                  </a:lnTo>
                  <a:lnTo>
                    <a:pt x="31623" y="1655"/>
                  </a:lnTo>
                  <a:lnTo>
                    <a:pt x="31199" y="1494"/>
                  </a:lnTo>
                  <a:lnTo>
                    <a:pt x="30775" y="1333"/>
                  </a:lnTo>
                  <a:lnTo>
                    <a:pt x="30351" y="1191"/>
                  </a:lnTo>
                  <a:lnTo>
                    <a:pt x="29907" y="1070"/>
                  </a:lnTo>
                  <a:lnTo>
                    <a:pt x="29463" y="969"/>
                  </a:lnTo>
                  <a:lnTo>
                    <a:pt x="28555" y="788"/>
                  </a:lnTo>
                  <a:lnTo>
                    <a:pt x="27667" y="667"/>
                  </a:lnTo>
                  <a:lnTo>
                    <a:pt x="26557" y="525"/>
                  </a:lnTo>
                  <a:lnTo>
                    <a:pt x="25427" y="384"/>
                  </a:lnTo>
                  <a:lnTo>
                    <a:pt x="24277" y="283"/>
                  </a:lnTo>
                  <a:lnTo>
                    <a:pt x="23147" y="202"/>
                  </a:lnTo>
                  <a:lnTo>
                    <a:pt x="22017" y="142"/>
                  </a:lnTo>
                  <a:lnTo>
                    <a:pt x="20887" y="81"/>
                  </a:lnTo>
                  <a:lnTo>
                    <a:pt x="19737" y="41"/>
                  </a:lnTo>
                  <a:lnTo>
                    <a:pt x="18606" y="21"/>
                  </a:lnTo>
                  <a:lnTo>
                    <a:pt x="16346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" name="Google Shape;41;p2"/>
            <p:cNvSpPr/>
            <p:nvPr/>
          </p:nvSpPr>
          <p:spPr>
            <a:xfrm flipH="1">
              <a:off x="-1455741" y="-3455631"/>
              <a:ext cx="2960526" cy="1551321"/>
            </a:xfrm>
            <a:custGeom>
              <a:rect b="b" l="l" r="r" t="t"/>
              <a:pathLst>
                <a:path extrusionOk="0" h="27748" w="52954">
                  <a:moveTo>
                    <a:pt x="8698" y="81"/>
                  </a:moveTo>
                  <a:lnTo>
                    <a:pt x="9162" y="121"/>
                  </a:lnTo>
                  <a:lnTo>
                    <a:pt x="9647" y="162"/>
                  </a:lnTo>
                  <a:lnTo>
                    <a:pt x="10111" y="243"/>
                  </a:lnTo>
                  <a:lnTo>
                    <a:pt x="10555" y="343"/>
                  </a:lnTo>
                  <a:lnTo>
                    <a:pt x="10999" y="444"/>
                  </a:lnTo>
                  <a:lnTo>
                    <a:pt x="11443" y="565"/>
                  </a:lnTo>
                  <a:lnTo>
                    <a:pt x="11887" y="707"/>
                  </a:lnTo>
                  <a:lnTo>
                    <a:pt x="12311" y="848"/>
                  </a:lnTo>
                  <a:lnTo>
                    <a:pt x="12734" y="1009"/>
                  </a:lnTo>
                  <a:lnTo>
                    <a:pt x="13582" y="1373"/>
                  </a:lnTo>
                  <a:lnTo>
                    <a:pt x="14389" y="1756"/>
                  </a:lnTo>
                  <a:lnTo>
                    <a:pt x="15176" y="2160"/>
                  </a:lnTo>
                  <a:lnTo>
                    <a:pt x="15943" y="2563"/>
                  </a:lnTo>
                  <a:lnTo>
                    <a:pt x="16669" y="2987"/>
                  </a:lnTo>
                  <a:lnTo>
                    <a:pt x="18021" y="3754"/>
                  </a:lnTo>
                  <a:lnTo>
                    <a:pt x="19353" y="4561"/>
                  </a:lnTo>
                  <a:lnTo>
                    <a:pt x="22017" y="6176"/>
                  </a:lnTo>
                  <a:lnTo>
                    <a:pt x="24439" y="7649"/>
                  </a:lnTo>
                  <a:lnTo>
                    <a:pt x="25670" y="8395"/>
                  </a:lnTo>
                  <a:lnTo>
                    <a:pt x="26901" y="9102"/>
                  </a:lnTo>
                  <a:lnTo>
                    <a:pt x="28152" y="9808"/>
                  </a:lnTo>
                  <a:lnTo>
                    <a:pt x="29403" y="10494"/>
                  </a:lnTo>
                  <a:lnTo>
                    <a:pt x="30654" y="11160"/>
                  </a:lnTo>
                  <a:lnTo>
                    <a:pt x="31925" y="11806"/>
                  </a:lnTo>
                  <a:lnTo>
                    <a:pt x="33217" y="12391"/>
                  </a:lnTo>
                  <a:lnTo>
                    <a:pt x="34509" y="12956"/>
                  </a:lnTo>
                  <a:lnTo>
                    <a:pt x="35820" y="13481"/>
                  </a:lnTo>
                  <a:lnTo>
                    <a:pt x="36486" y="13743"/>
                  </a:lnTo>
                  <a:lnTo>
                    <a:pt x="37152" y="13965"/>
                  </a:lnTo>
                  <a:lnTo>
                    <a:pt x="37818" y="14187"/>
                  </a:lnTo>
                  <a:lnTo>
                    <a:pt x="38484" y="14389"/>
                  </a:lnTo>
                  <a:lnTo>
                    <a:pt x="39170" y="14591"/>
                  </a:lnTo>
                  <a:lnTo>
                    <a:pt x="39856" y="14772"/>
                  </a:lnTo>
                  <a:lnTo>
                    <a:pt x="40542" y="14934"/>
                  </a:lnTo>
                  <a:lnTo>
                    <a:pt x="41228" y="15075"/>
                  </a:lnTo>
                  <a:lnTo>
                    <a:pt x="41935" y="15216"/>
                  </a:lnTo>
                  <a:lnTo>
                    <a:pt x="42621" y="15317"/>
                  </a:lnTo>
                  <a:lnTo>
                    <a:pt x="43246" y="15418"/>
                  </a:lnTo>
                  <a:lnTo>
                    <a:pt x="43852" y="15479"/>
                  </a:lnTo>
                  <a:lnTo>
                    <a:pt x="44437" y="15519"/>
                  </a:lnTo>
                  <a:lnTo>
                    <a:pt x="45002" y="15539"/>
                  </a:lnTo>
                  <a:lnTo>
                    <a:pt x="45567" y="15539"/>
                  </a:lnTo>
                  <a:lnTo>
                    <a:pt x="46092" y="15519"/>
                  </a:lnTo>
                  <a:lnTo>
                    <a:pt x="46596" y="15479"/>
                  </a:lnTo>
                  <a:lnTo>
                    <a:pt x="47081" y="15398"/>
                  </a:lnTo>
                  <a:lnTo>
                    <a:pt x="47565" y="15317"/>
                  </a:lnTo>
                  <a:lnTo>
                    <a:pt x="48009" y="15216"/>
                  </a:lnTo>
                  <a:lnTo>
                    <a:pt x="48453" y="15075"/>
                  </a:lnTo>
                  <a:lnTo>
                    <a:pt x="48877" y="14934"/>
                  </a:lnTo>
                  <a:lnTo>
                    <a:pt x="49280" y="14752"/>
                  </a:lnTo>
                  <a:lnTo>
                    <a:pt x="49664" y="14550"/>
                  </a:lnTo>
                  <a:lnTo>
                    <a:pt x="50027" y="14348"/>
                  </a:lnTo>
                  <a:lnTo>
                    <a:pt x="50390" y="14106"/>
                  </a:lnTo>
                  <a:lnTo>
                    <a:pt x="50612" y="13925"/>
                  </a:lnTo>
                  <a:lnTo>
                    <a:pt x="50814" y="13763"/>
                  </a:lnTo>
                  <a:lnTo>
                    <a:pt x="51036" y="13622"/>
                  </a:lnTo>
                  <a:lnTo>
                    <a:pt x="51258" y="13481"/>
                  </a:lnTo>
                  <a:lnTo>
                    <a:pt x="51500" y="13380"/>
                  </a:lnTo>
                  <a:lnTo>
                    <a:pt x="51662" y="13339"/>
                  </a:lnTo>
                  <a:lnTo>
                    <a:pt x="51823" y="13299"/>
                  </a:lnTo>
                  <a:lnTo>
                    <a:pt x="51984" y="13299"/>
                  </a:lnTo>
                  <a:lnTo>
                    <a:pt x="52146" y="13319"/>
                  </a:lnTo>
                  <a:lnTo>
                    <a:pt x="52307" y="13360"/>
                  </a:lnTo>
                  <a:lnTo>
                    <a:pt x="52449" y="13420"/>
                  </a:lnTo>
                  <a:lnTo>
                    <a:pt x="52570" y="13521"/>
                  </a:lnTo>
                  <a:lnTo>
                    <a:pt x="52691" y="13642"/>
                  </a:lnTo>
                  <a:lnTo>
                    <a:pt x="52771" y="13804"/>
                  </a:lnTo>
                  <a:lnTo>
                    <a:pt x="52832" y="13985"/>
                  </a:lnTo>
                  <a:lnTo>
                    <a:pt x="52852" y="14167"/>
                  </a:lnTo>
                  <a:lnTo>
                    <a:pt x="52872" y="14348"/>
                  </a:lnTo>
                  <a:lnTo>
                    <a:pt x="52872" y="14893"/>
                  </a:lnTo>
                  <a:lnTo>
                    <a:pt x="52832" y="15398"/>
                  </a:lnTo>
                  <a:lnTo>
                    <a:pt x="52751" y="15902"/>
                  </a:lnTo>
                  <a:lnTo>
                    <a:pt x="52630" y="16366"/>
                  </a:lnTo>
                  <a:lnTo>
                    <a:pt x="52489" y="16831"/>
                  </a:lnTo>
                  <a:lnTo>
                    <a:pt x="52307" y="17254"/>
                  </a:lnTo>
                  <a:lnTo>
                    <a:pt x="52085" y="17658"/>
                  </a:lnTo>
                  <a:lnTo>
                    <a:pt x="51823" y="18041"/>
                  </a:lnTo>
                  <a:lnTo>
                    <a:pt x="51540" y="18405"/>
                  </a:lnTo>
                  <a:lnTo>
                    <a:pt x="51238" y="18728"/>
                  </a:lnTo>
                  <a:lnTo>
                    <a:pt x="50895" y="19030"/>
                  </a:lnTo>
                  <a:lnTo>
                    <a:pt x="50511" y="19293"/>
                  </a:lnTo>
                  <a:lnTo>
                    <a:pt x="50128" y="19535"/>
                  </a:lnTo>
                  <a:lnTo>
                    <a:pt x="49684" y="19737"/>
                  </a:lnTo>
                  <a:lnTo>
                    <a:pt x="49240" y="19898"/>
                  </a:lnTo>
                  <a:lnTo>
                    <a:pt x="48756" y="20039"/>
                  </a:lnTo>
                  <a:lnTo>
                    <a:pt x="48211" y="20140"/>
                  </a:lnTo>
                  <a:lnTo>
                    <a:pt x="47666" y="20221"/>
                  </a:lnTo>
                  <a:lnTo>
                    <a:pt x="47121" y="20261"/>
                  </a:lnTo>
                  <a:lnTo>
                    <a:pt x="46031" y="20261"/>
                  </a:lnTo>
                  <a:lnTo>
                    <a:pt x="45507" y="20241"/>
                  </a:lnTo>
                  <a:lnTo>
                    <a:pt x="44437" y="20160"/>
                  </a:lnTo>
                  <a:lnTo>
                    <a:pt x="42924" y="20019"/>
                  </a:lnTo>
                  <a:lnTo>
                    <a:pt x="41410" y="19858"/>
                  </a:lnTo>
                  <a:lnTo>
                    <a:pt x="38403" y="19494"/>
                  </a:lnTo>
                  <a:lnTo>
                    <a:pt x="36183" y="19212"/>
                  </a:lnTo>
                  <a:lnTo>
                    <a:pt x="33964" y="18970"/>
                  </a:lnTo>
                  <a:lnTo>
                    <a:pt x="32834" y="18849"/>
                  </a:lnTo>
                  <a:lnTo>
                    <a:pt x="31724" y="18768"/>
                  </a:lnTo>
                  <a:lnTo>
                    <a:pt x="30614" y="18687"/>
                  </a:lnTo>
                  <a:lnTo>
                    <a:pt x="29484" y="18627"/>
                  </a:lnTo>
                  <a:lnTo>
                    <a:pt x="28374" y="18606"/>
                  </a:lnTo>
                  <a:lnTo>
                    <a:pt x="27264" y="18606"/>
                  </a:lnTo>
                  <a:lnTo>
                    <a:pt x="26134" y="18627"/>
                  </a:lnTo>
                  <a:lnTo>
                    <a:pt x="25024" y="18687"/>
                  </a:lnTo>
                  <a:lnTo>
                    <a:pt x="23914" y="18788"/>
                  </a:lnTo>
                  <a:lnTo>
                    <a:pt x="22824" y="18909"/>
                  </a:lnTo>
                  <a:lnTo>
                    <a:pt x="21714" y="19091"/>
                  </a:lnTo>
                  <a:lnTo>
                    <a:pt x="20625" y="19313"/>
                  </a:lnTo>
                  <a:lnTo>
                    <a:pt x="19555" y="19595"/>
                  </a:lnTo>
                  <a:lnTo>
                    <a:pt x="18486" y="19898"/>
                  </a:lnTo>
                  <a:lnTo>
                    <a:pt x="17456" y="20241"/>
                  </a:lnTo>
                  <a:lnTo>
                    <a:pt x="16407" y="20645"/>
                  </a:lnTo>
                  <a:lnTo>
                    <a:pt x="15398" y="21048"/>
                  </a:lnTo>
                  <a:lnTo>
                    <a:pt x="14389" y="21512"/>
                  </a:lnTo>
                  <a:lnTo>
                    <a:pt x="13400" y="21977"/>
                  </a:lnTo>
                  <a:lnTo>
                    <a:pt x="12411" y="22481"/>
                  </a:lnTo>
                  <a:lnTo>
                    <a:pt x="11423" y="23006"/>
                  </a:lnTo>
                  <a:lnTo>
                    <a:pt x="10454" y="23551"/>
                  </a:lnTo>
                  <a:lnTo>
                    <a:pt x="9505" y="24116"/>
                  </a:lnTo>
                  <a:lnTo>
                    <a:pt x="8537" y="24681"/>
                  </a:lnTo>
                  <a:lnTo>
                    <a:pt x="6660" y="25851"/>
                  </a:lnTo>
                  <a:lnTo>
                    <a:pt x="4783" y="27022"/>
                  </a:lnTo>
                  <a:lnTo>
                    <a:pt x="4703" y="27082"/>
                  </a:lnTo>
                  <a:lnTo>
                    <a:pt x="4339" y="27304"/>
                  </a:lnTo>
                  <a:lnTo>
                    <a:pt x="4017" y="27465"/>
                  </a:lnTo>
                  <a:lnTo>
                    <a:pt x="3694" y="27587"/>
                  </a:lnTo>
                  <a:lnTo>
                    <a:pt x="3411" y="27647"/>
                  </a:lnTo>
                  <a:lnTo>
                    <a:pt x="3149" y="27667"/>
                  </a:lnTo>
                  <a:lnTo>
                    <a:pt x="3028" y="27667"/>
                  </a:lnTo>
                  <a:lnTo>
                    <a:pt x="2907" y="27647"/>
                  </a:lnTo>
                  <a:lnTo>
                    <a:pt x="2806" y="27607"/>
                  </a:lnTo>
                  <a:lnTo>
                    <a:pt x="2685" y="27566"/>
                  </a:lnTo>
                  <a:lnTo>
                    <a:pt x="2584" y="27506"/>
                  </a:lnTo>
                  <a:lnTo>
                    <a:pt x="2503" y="27445"/>
                  </a:lnTo>
                  <a:lnTo>
                    <a:pt x="2382" y="27344"/>
                  </a:lnTo>
                  <a:lnTo>
                    <a:pt x="2301" y="27223"/>
                  </a:lnTo>
                  <a:lnTo>
                    <a:pt x="2220" y="27082"/>
                  </a:lnTo>
                  <a:lnTo>
                    <a:pt x="2140" y="26941"/>
                  </a:lnTo>
                  <a:lnTo>
                    <a:pt x="2039" y="26638"/>
                  </a:lnTo>
                  <a:lnTo>
                    <a:pt x="1958" y="26295"/>
                  </a:lnTo>
                  <a:lnTo>
                    <a:pt x="1716" y="25064"/>
                  </a:lnTo>
                  <a:lnTo>
                    <a:pt x="1474" y="23813"/>
                  </a:lnTo>
                  <a:lnTo>
                    <a:pt x="1232" y="22562"/>
                  </a:lnTo>
                  <a:lnTo>
                    <a:pt x="1030" y="21311"/>
                  </a:lnTo>
                  <a:lnTo>
                    <a:pt x="828" y="20059"/>
                  </a:lnTo>
                  <a:lnTo>
                    <a:pt x="667" y="18808"/>
                  </a:lnTo>
                  <a:lnTo>
                    <a:pt x="505" y="17537"/>
                  </a:lnTo>
                  <a:lnTo>
                    <a:pt x="364" y="16286"/>
                  </a:lnTo>
                  <a:lnTo>
                    <a:pt x="283" y="15378"/>
                  </a:lnTo>
                  <a:lnTo>
                    <a:pt x="202" y="14550"/>
                  </a:lnTo>
                  <a:lnTo>
                    <a:pt x="162" y="13743"/>
                  </a:lnTo>
                  <a:lnTo>
                    <a:pt x="122" y="13017"/>
                  </a:lnTo>
                  <a:lnTo>
                    <a:pt x="102" y="12310"/>
                  </a:lnTo>
                  <a:lnTo>
                    <a:pt x="81" y="11664"/>
                  </a:lnTo>
                  <a:lnTo>
                    <a:pt x="102" y="11059"/>
                  </a:lnTo>
                  <a:lnTo>
                    <a:pt x="102" y="10494"/>
                  </a:lnTo>
                  <a:lnTo>
                    <a:pt x="162" y="9485"/>
                  </a:lnTo>
                  <a:lnTo>
                    <a:pt x="263" y="8597"/>
                  </a:lnTo>
                  <a:lnTo>
                    <a:pt x="364" y="7810"/>
                  </a:lnTo>
                  <a:lnTo>
                    <a:pt x="505" y="7124"/>
                  </a:lnTo>
                  <a:lnTo>
                    <a:pt x="606" y="6680"/>
                  </a:lnTo>
                  <a:lnTo>
                    <a:pt x="707" y="6236"/>
                  </a:lnTo>
                  <a:lnTo>
                    <a:pt x="828" y="5812"/>
                  </a:lnTo>
                  <a:lnTo>
                    <a:pt x="969" y="5409"/>
                  </a:lnTo>
                  <a:lnTo>
                    <a:pt x="1111" y="5005"/>
                  </a:lnTo>
                  <a:lnTo>
                    <a:pt x="1252" y="4642"/>
                  </a:lnTo>
                  <a:lnTo>
                    <a:pt x="1413" y="4279"/>
                  </a:lnTo>
                  <a:lnTo>
                    <a:pt x="1595" y="3915"/>
                  </a:lnTo>
                  <a:lnTo>
                    <a:pt x="1777" y="3592"/>
                  </a:lnTo>
                  <a:lnTo>
                    <a:pt x="1978" y="3270"/>
                  </a:lnTo>
                  <a:lnTo>
                    <a:pt x="2180" y="2967"/>
                  </a:lnTo>
                  <a:lnTo>
                    <a:pt x="2402" y="2684"/>
                  </a:lnTo>
                  <a:lnTo>
                    <a:pt x="2624" y="2402"/>
                  </a:lnTo>
                  <a:lnTo>
                    <a:pt x="2866" y="2160"/>
                  </a:lnTo>
                  <a:lnTo>
                    <a:pt x="3108" y="1918"/>
                  </a:lnTo>
                  <a:lnTo>
                    <a:pt x="3371" y="1675"/>
                  </a:lnTo>
                  <a:lnTo>
                    <a:pt x="3613" y="1494"/>
                  </a:lnTo>
                  <a:lnTo>
                    <a:pt x="3855" y="1312"/>
                  </a:lnTo>
                  <a:lnTo>
                    <a:pt x="4117" y="1151"/>
                  </a:lnTo>
                  <a:lnTo>
                    <a:pt x="4400" y="989"/>
                  </a:lnTo>
                  <a:lnTo>
                    <a:pt x="4682" y="848"/>
                  </a:lnTo>
                  <a:lnTo>
                    <a:pt x="4965" y="707"/>
                  </a:lnTo>
                  <a:lnTo>
                    <a:pt x="5268" y="586"/>
                  </a:lnTo>
                  <a:lnTo>
                    <a:pt x="5570" y="485"/>
                  </a:lnTo>
                  <a:lnTo>
                    <a:pt x="5893" y="384"/>
                  </a:lnTo>
                  <a:lnTo>
                    <a:pt x="6196" y="303"/>
                  </a:lnTo>
                  <a:lnTo>
                    <a:pt x="6539" y="243"/>
                  </a:lnTo>
                  <a:lnTo>
                    <a:pt x="6862" y="182"/>
                  </a:lnTo>
                  <a:lnTo>
                    <a:pt x="7205" y="121"/>
                  </a:lnTo>
                  <a:lnTo>
                    <a:pt x="7548" y="101"/>
                  </a:lnTo>
                  <a:lnTo>
                    <a:pt x="7891" y="81"/>
                  </a:lnTo>
                  <a:close/>
                  <a:moveTo>
                    <a:pt x="7730" y="0"/>
                  </a:moveTo>
                  <a:lnTo>
                    <a:pt x="7265" y="41"/>
                  </a:lnTo>
                  <a:lnTo>
                    <a:pt x="6801" y="101"/>
                  </a:lnTo>
                  <a:lnTo>
                    <a:pt x="6378" y="182"/>
                  </a:lnTo>
                  <a:lnTo>
                    <a:pt x="5934" y="283"/>
                  </a:lnTo>
                  <a:lnTo>
                    <a:pt x="5530" y="424"/>
                  </a:lnTo>
                  <a:lnTo>
                    <a:pt x="5106" y="565"/>
                  </a:lnTo>
                  <a:lnTo>
                    <a:pt x="4723" y="727"/>
                  </a:lnTo>
                  <a:lnTo>
                    <a:pt x="4339" y="929"/>
                  </a:lnTo>
                  <a:lnTo>
                    <a:pt x="3976" y="1130"/>
                  </a:lnTo>
                  <a:lnTo>
                    <a:pt x="3633" y="1373"/>
                  </a:lnTo>
                  <a:lnTo>
                    <a:pt x="3310" y="1615"/>
                  </a:lnTo>
                  <a:lnTo>
                    <a:pt x="3048" y="1857"/>
                  </a:lnTo>
                  <a:lnTo>
                    <a:pt x="2806" y="2099"/>
                  </a:lnTo>
                  <a:lnTo>
                    <a:pt x="2564" y="2361"/>
                  </a:lnTo>
                  <a:lnTo>
                    <a:pt x="2342" y="2624"/>
                  </a:lnTo>
                  <a:lnTo>
                    <a:pt x="2120" y="2927"/>
                  </a:lnTo>
                  <a:lnTo>
                    <a:pt x="1918" y="3229"/>
                  </a:lnTo>
                  <a:lnTo>
                    <a:pt x="1716" y="3552"/>
                  </a:lnTo>
                  <a:lnTo>
                    <a:pt x="1534" y="3875"/>
                  </a:lnTo>
                  <a:lnTo>
                    <a:pt x="1353" y="4238"/>
                  </a:lnTo>
                  <a:lnTo>
                    <a:pt x="1191" y="4601"/>
                  </a:lnTo>
                  <a:lnTo>
                    <a:pt x="1030" y="4985"/>
                  </a:lnTo>
                  <a:lnTo>
                    <a:pt x="889" y="5388"/>
                  </a:lnTo>
                  <a:lnTo>
                    <a:pt x="747" y="5792"/>
                  </a:lnTo>
                  <a:lnTo>
                    <a:pt x="626" y="6216"/>
                  </a:lnTo>
                  <a:lnTo>
                    <a:pt x="525" y="6660"/>
                  </a:lnTo>
                  <a:lnTo>
                    <a:pt x="424" y="7104"/>
                  </a:lnTo>
                  <a:lnTo>
                    <a:pt x="283" y="7810"/>
                  </a:lnTo>
                  <a:lnTo>
                    <a:pt x="182" y="8577"/>
                  </a:lnTo>
                  <a:lnTo>
                    <a:pt x="81" y="9485"/>
                  </a:lnTo>
                  <a:lnTo>
                    <a:pt x="21" y="10494"/>
                  </a:lnTo>
                  <a:lnTo>
                    <a:pt x="21" y="11059"/>
                  </a:lnTo>
                  <a:lnTo>
                    <a:pt x="1" y="11664"/>
                  </a:lnTo>
                  <a:lnTo>
                    <a:pt x="21" y="12310"/>
                  </a:lnTo>
                  <a:lnTo>
                    <a:pt x="41" y="13017"/>
                  </a:lnTo>
                  <a:lnTo>
                    <a:pt x="81" y="13743"/>
                  </a:lnTo>
                  <a:lnTo>
                    <a:pt x="122" y="14550"/>
                  </a:lnTo>
                  <a:lnTo>
                    <a:pt x="202" y="15398"/>
                  </a:lnTo>
                  <a:lnTo>
                    <a:pt x="283" y="16306"/>
                  </a:lnTo>
                  <a:lnTo>
                    <a:pt x="424" y="17557"/>
                  </a:lnTo>
                  <a:lnTo>
                    <a:pt x="586" y="18808"/>
                  </a:lnTo>
                  <a:lnTo>
                    <a:pt x="768" y="20080"/>
                  </a:lnTo>
                  <a:lnTo>
                    <a:pt x="949" y="21331"/>
                  </a:lnTo>
                  <a:lnTo>
                    <a:pt x="1151" y="22582"/>
                  </a:lnTo>
                  <a:lnTo>
                    <a:pt x="1393" y="23833"/>
                  </a:lnTo>
                  <a:lnTo>
                    <a:pt x="1635" y="25084"/>
                  </a:lnTo>
                  <a:lnTo>
                    <a:pt x="1877" y="26315"/>
                  </a:lnTo>
                  <a:lnTo>
                    <a:pt x="1978" y="26658"/>
                  </a:lnTo>
                  <a:lnTo>
                    <a:pt x="2079" y="26981"/>
                  </a:lnTo>
                  <a:lnTo>
                    <a:pt x="2140" y="27143"/>
                  </a:lnTo>
                  <a:lnTo>
                    <a:pt x="2241" y="27264"/>
                  </a:lnTo>
                  <a:lnTo>
                    <a:pt x="2342" y="27405"/>
                  </a:lnTo>
                  <a:lnTo>
                    <a:pt x="2442" y="27506"/>
                  </a:lnTo>
                  <a:lnTo>
                    <a:pt x="2604" y="27607"/>
                  </a:lnTo>
                  <a:lnTo>
                    <a:pt x="2786" y="27687"/>
                  </a:lnTo>
                  <a:lnTo>
                    <a:pt x="2967" y="27728"/>
                  </a:lnTo>
                  <a:lnTo>
                    <a:pt x="3169" y="27748"/>
                  </a:lnTo>
                  <a:lnTo>
                    <a:pt x="3330" y="27748"/>
                  </a:lnTo>
                  <a:lnTo>
                    <a:pt x="3512" y="27708"/>
                  </a:lnTo>
                  <a:lnTo>
                    <a:pt x="3694" y="27667"/>
                  </a:lnTo>
                  <a:lnTo>
                    <a:pt x="3875" y="27607"/>
                  </a:lnTo>
                  <a:lnTo>
                    <a:pt x="4077" y="27526"/>
                  </a:lnTo>
                  <a:lnTo>
                    <a:pt x="4299" y="27425"/>
                  </a:lnTo>
                  <a:lnTo>
                    <a:pt x="4743" y="27163"/>
                  </a:lnTo>
                  <a:lnTo>
                    <a:pt x="4844" y="27102"/>
                  </a:lnTo>
                  <a:lnTo>
                    <a:pt x="6700" y="25912"/>
                  </a:lnTo>
                  <a:lnTo>
                    <a:pt x="8577" y="24761"/>
                  </a:lnTo>
                  <a:lnTo>
                    <a:pt x="9546" y="24176"/>
                  </a:lnTo>
                  <a:lnTo>
                    <a:pt x="10494" y="23631"/>
                  </a:lnTo>
                  <a:lnTo>
                    <a:pt x="11463" y="23086"/>
                  </a:lnTo>
                  <a:lnTo>
                    <a:pt x="12432" y="22562"/>
                  </a:lnTo>
                  <a:lnTo>
                    <a:pt x="13420" y="22057"/>
                  </a:lnTo>
                  <a:lnTo>
                    <a:pt x="14429" y="21573"/>
                  </a:lnTo>
                  <a:lnTo>
                    <a:pt x="15418" y="21129"/>
                  </a:lnTo>
                  <a:lnTo>
                    <a:pt x="16447" y="20705"/>
                  </a:lnTo>
                  <a:lnTo>
                    <a:pt x="17477" y="20322"/>
                  </a:lnTo>
                  <a:lnTo>
                    <a:pt x="18506" y="19979"/>
                  </a:lnTo>
                  <a:lnTo>
                    <a:pt x="19575" y="19676"/>
                  </a:lnTo>
                  <a:lnTo>
                    <a:pt x="20645" y="19393"/>
                  </a:lnTo>
                  <a:lnTo>
                    <a:pt x="21735" y="19171"/>
                  </a:lnTo>
                  <a:lnTo>
                    <a:pt x="22824" y="18990"/>
                  </a:lnTo>
                  <a:lnTo>
                    <a:pt x="23934" y="18869"/>
                  </a:lnTo>
                  <a:lnTo>
                    <a:pt x="25044" y="18768"/>
                  </a:lnTo>
                  <a:lnTo>
                    <a:pt x="26154" y="18707"/>
                  </a:lnTo>
                  <a:lnTo>
                    <a:pt x="27264" y="18687"/>
                  </a:lnTo>
                  <a:lnTo>
                    <a:pt x="28374" y="18687"/>
                  </a:lnTo>
                  <a:lnTo>
                    <a:pt x="29484" y="18707"/>
                  </a:lnTo>
                  <a:lnTo>
                    <a:pt x="30614" y="18768"/>
                  </a:lnTo>
                  <a:lnTo>
                    <a:pt x="31724" y="18849"/>
                  </a:lnTo>
                  <a:lnTo>
                    <a:pt x="32834" y="18929"/>
                  </a:lnTo>
                  <a:lnTo>
                    <a:pt x="33944" y="19050"/>
                  </a:lnTo>
                  <a:lnTo>
                    <a:pt x="36183" y="19293"/>
                  </a:lnTo>
                  <a:lnTo>
                    <a:pt x="38383" y="19575"/>
                  </a:lnTo>
                  <a:lnTo>
                    <a:pt x="41390" y="19938"/>
                  </a:lnTo>
                  <a:lnTo>
                    <a:pt x="42924" y="20100"/>
                  </a:lnTo>
                  <a:lnTo>
                    <a:pt x="44437" y="20241"/>
                  </a:lnTo>
                  <a:lnTo>
                    <a:pt x="45507" y="20322"/>
                  </a:lnTo>
                  <a:lnTo>
                    <a:pt x="46031" y="20342"/>
                  </a:lnTo>
                  <a:lnTo>
                    <a:pt x="47141" y="20342"/>
                  </a:lnTo>
                  <a:lnTo>
                    <a:pt x="47686" y="20302"/>
                  </a:lnTo>
                  <a:lnTo>
                    <a:pt x="48231" y="20221"/>
                  </a:lnTo>
                  <a:lnTo>
                    <a:pt x="48776" y="20120"/>
                  </a:lnTo>
                  <a:lnTo>
                    <a:pt x="49260" y="19979"/>
                  </a:lnTo>
                  <a:lnTo>
                    <a:pt x="49724" y="19797"/>
                  </a:lnTo>
                  <a:lnTo>
                    <a:pt x="50168" y="19595"/>
                  </a:lnTo>
                  <a:lnTo>
                    <a:pt x="50572" y="19353"/>
                  </a:lnTo>
                  <a:lnTo>
                    <a:pt x="50955" y="19071"/>
                  </a:lnTo>
                  <a:lnTo>
                    <a:pt x="51319" y="18748"/>
                  </a:lnTo>
                  <a:lnTo>
                    <a:pt x="51641" y="18405"/>
                  </a:lnTo>
                  <a:lnTo>
                    <a:pt x="51924" y="18041"/>
                  </a:lnTo>
                  <a:lnTo>
                    <a:pt x="52186" y="17638"/>
                  </a:lnTo>
                  <a:lnTo>
                    <a:pt x="52388" y="17234"/>
                  </a:lnTo>
                  <a:lnTo>
                    <a:pt x="52570" y="16790"/>
                  </a:lnTo>
                  <a:lnTo>
                    <a:pt x="52731" y="16346"/>
                  </a:lnTo>
                  <a:lnTo>
                    <a:pt x="52832" y="15862"/>
                  </a:lnTo>
                  <a:lnTo>
                    <a:pt x="52913" y="15378"/>
                  </a:lnTo>
                  <a:lnTo>
                    <a:pt x="52953" y="14873"/>
                  </a:lnTo>
                  <a:lnTo>
                    <a:pt x="52953" y="14348"/>
                  </a:lnTo>
                  <a:lnTo>
                    <a:pt x="52933" y="14147"/>
                  </a:lnTo>
                  <a:lnTo>
                    <a:pt x="52913" y="13965"/>
                  </a:lnTo>
                  <a:lnTo>
                    <a:pt x="52852" y="13763"/>
                  </a:lnTo>
                  <a:lnTo>
                    <a:pt x="52812" y="13662"/>
                  </a:lnTo>
                  <a:lnTo>
                    <a:pt x="52751" y="13582"/>
                  </a:lnTo>
                  <a:lnTo>
                    <a:pt x="52630" y="13461"/>
                  </a:lnTo>
                  <a:lnTo>
                    <a:pt x="52489" y="13360"/>
                  </a:lnTo>
                  <a:lnTo>
                    <a:pt x="52348" y="13279"/>
                  </a:lnTo>
                  <a:lnTo>
                    <a:pt x="52166" y="13239"/>
                  </a:lnTo>
                  <a:lnTo>
                    <a:pt x="51984" y="13218"/>
                  </a:lnTo>
                  <a:lnTo>
                    <a:pt x="51823" y="13218"/>
                  </a:lnTo>
                  <a:lnTo>
                    <a:pt x="51641" y="13259"/>
                  </a:lnTo>
                  <a:lnTo>
                    <a:pt x="51480" y="13299"/>
                  </a:lnTo>
                  <a:lnTo>
                    <a:pt x="51238" y="13400"/>
                  </a:lnTo>
                  <a:lnTo>
                    <a:pt x="50996" y="13541"/>
                  </a:lnTo>
                  <a:lnTo>
                    <a:pt x="50774" y="13703"/>
                  </a:lnTo>
                  <a:lnTo>
                    <a:pt x="50572" y="13864"/>
                  </a:lnTo>
                  <a:lnTo>
                    <a:pt x="50330" y="14026"/>
                  </a:lnTo>
                  <a:lnTo>
                    <a:pt x="49987" y="14268"/>
                  </a:lnTo>
                  <a:lnTo>
                    <a:pt x="49623" y="14490"/>
                  </a:lnTo>
                  <a:lnTo>
                    <a:pt x="49240" y="14691"/>
                  </a:lnTo>
                  <a:lnTo>
                    <a:pt x="48836" y="14853"/>
                  </a:lnTo>
                  <a:lnTo>
                    <a:pt x="48433" y="15014"/>
                  </a:lnTo>
                  <a:lnTo>
                    <a:pt x="47989" y="15135"/>
                  </a:lnTo>
                  <a:lnTo>
                    <a:pt x="47545" y="15236"/>
                  </a:lnTo>
                  <a:lnTo>
                    <a:pt x="47061" y="15337"/>
                  </a:lnTo>
                  <a:lnTo>
                    <a:pt x="46576" y="15398"/>
                  </a:lnTo>
                  <a:lnTo>
                    <a:pt x="46072" y="15438"/>
                  </a:lnTo>
                  <a:lnTo>
                    <a:pt x="45547" y="15458"/>
                  </a:lnTo>
                  <a:lnTo>
                    <a:pt x="45002" y="15458"/>
                  </a:lnTo>
                  <a:lnTo>
                    <a:pt x="44437" y="15438"/>
                  </a:lnTo>
                  <a:lnTo>
                    <a:pt x="43872" y="15398"/>
                  </a:lnTo>
                  <a:lnTo>
                    <a:pt x="43267" y="15337"/>
                  </a:lnTo>
                  <a:lnTo>
                    <a:pt x="42641" y="15236"/>
                  </a:lnTo>
                  <a:lnTo>
                    <a:pt x="41935" y="15135"/>
                  </a:lnTo>
                  <a:lnTo>
                    <a:pt x="41249" y="14994"/>
                  </a:lnTo>
                  <a:lnTo>
                    <a:pt x="40563" y="14853"/>
                  </a:lnTo>
                  <a:lnTo>
                    <a:pt x="39876" y="14691"/>
                  </a:lnTo>
                  <a:lnTo>
                    <a:pt x="39190" y="14510"/>
                  </a:lnTo>
                  <a:lnTo>
                    <a:pt x="38504" y="14308"/>
                  </a:lnTo>
                  <a:lnTo>
                    <a:pt x="37838" y="14106"/>
                  </a:lnTo>
                  <a:lnTo>
                    <a:pt x="37172" y="13884"/>
                  </a:lnTo>
                  <a:lnTo>
                    <a:pt x="36506" y="13662"/>
                  </a:lnTo>
                  <a:lnTo>
                    <a:pt x="35840" y="13420"/>
                  </a:lnTo>
                  <a:lnTo>
                    <a:pt x="34529" y="12895"/>
                  </a:lnTo>
                  <a:lnTo>
                    <a:pt x="33237" y="12330"/>
                  </a:lnTo>
                  <a:lnTo>
                    <a:pt x="31966" y="11725"/>
                  </a:lnTo>
                  <a:lnTo>
                    <a:pt x="30695" y="11079"/>
                  </a:lnTo>
                  <a:lnTo>
                    <a:pt x="29423" y="10434"/>
                  </a:lnTo>
                  <a:lnTo>
                    <a:pt x="28172" y="9747"/>
                  </a:lnTo>
                  <a:lnTo>
                    <a:pt x="26941" y="9041"/>
                  </a:lnTo>
                  <a:lnTo>
                    <a:pt x="25710" y="8315"/>
                  </a:lnTo>
                  <a:lnTo>
                    <a:pt x="24479" y="7588"/>
                  </a:lnTo>
                  <a:lnTo>
                    <a:pt x="22057" y="6115"/>
                  </a:lnTo>
                  <a:lnTo>
                    <a:pt x="19394" y="4501"/>
                  </a:lnTo>
                  <a:lnTo>
                    <a:pt x="18062" y="3693"/>
                  </a:lnTo>
                  <a:lnTo>
                    <a:pt x="16710" y="2906"/>
                  </a:lnTo>
                  <a:lnTo>
                    <a:pt x="15983" y="2503"/>
                  </a:lnTo>
                  <a:lnTo>
                    <a:pt x="15216" y="2079"/>
                  </a:lnTo>
                  <a:lnTo>
                    <a:pt x="14429" y="1675"/>
                  </a:lnTo>
                  <a:lnTo>
                    <a:pt x="13602" y="1292"/>
                  </a:lnTo>
                  <a:lnTo>
                    <a:pt x="12775" y="949"/>
                  </a:lnTo>
                  <a:lnTo>
                    <a:pt x="12331" y="787"/>
                  </a:lnTo>
                  <a:lnTo>
                    <a:pt x="11907" y="626"/>
                  </a:lnTo>
                  <a:lnTo>
                    <a:pt x="11463" y="485"/>
                  </a:lnTo>
                  <a:lnTo>
                    <a:pt x="11019" y="364"/>
                  </a:lnTo>
                  <a:lnTo>
                    <a:pt x="10575" y="263"/>
                  </a:lnTo>
                  <a:lnTo>
                    <a:pt x="10131" y="162"/>
                  </a:lnTo>
                  <a:lnTo>
                    <a:pt x="9627" y="81"/>
                  </a:lnTo>
                  <a:lnTo>
                    <a:pt x="9142" y="41"/>
                  </a:lnTo>
                  <a:lnTo>
                    <a:pt x="8658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" name="Google Shape;42;p2"/>
            <p:cNvSpPr/>
            <p:nvPr/>
          </p:nvSpPr>
          <p:spPr>
            <a:xfrm flipH="1">
              <a:off x="1864587" y="-1494826"/>
              <a:ext cx="530339" cy="361051"/>
            </a:xfrm>
            <a:custGeom>
              <a:rect b="b" l="l" r="r" t="t"/>
              <a:pathLst>
                <a:path extrusionOk="0" h="6458" w="9486">
                  <a:moveTo>
                    <a:pt x="8880" y="81"/>
                  </a:moveTo>
                  <a:lnTo>
                    <a:pt x="9021" y="101"/>
                  </a:lnTo>
                  <a:lnTo>
                    <a:pt x="9142" y="142"/>
                  </a:lnTo>
                  <a:lnTo>
                    <a:pt x="9203" y="182"/>
                  </a:lnTo>
                  <a:lnTo>
                    <a:pt x="9263" y="243"/>
                  </a:lnTo>
                  <a:lnTo>
                    <a:pt x="9324" y="364"/>
                  </a:lnTo>
                  <a:lnTo>
                    <a:pt x="9364" y="505"/>
                  </a:lnTo>
                  <a:lnTo>
                    <a:pt x="9384" y="646"/>
                  </a:lnTo>
                  <a:lnTo>
                    <a:pt x="9405" y="868"/>
                  </a:lnTo>
                  <a:lnTo>
                    <a:pt x="9384" y="1070"/>
                  </a:lnTo>
                  <a:lnTo>
                    <a:pt x="9364" y="1272"/>
                  </a:lnTo>
                  <a:lnTo>
                    <a:pt x="9324" y="1474"/>
                  </a:lnTo>
                  <a:lnTo>
                    <a:pt x="9263" y="1675"/>
                  </a:lnTo>
                  <a:lnTo>
                    <a:pt x="9183" y="1877"/>
                  </a:lnTo>
                  <a:lnTo>
                    <a:pt x="9001" y="2261"/>
                  </a:lnTo>
                  <a:lnTo>
                    <a:pt x="8779" y="2624"/>
                  </a:lnTo>
                  <a:lnTo>
                    <a:pt x="8537" y="2967"/>
                  </a:lnTo>
                  <a:lnTo>
                    <a:pt x="8274" y="3290"/>
                  </a:lnTo>
                  <a:lnTo>
                    <a:pt x="8012" y="3592"/>
                  </a:lnTo>
                  <a:lnTo>
                    <a:pt x="7689" y="3936"/>
                  </a:lnTo>
                  <a:lnTo>
                    <a:pt x="7346" y="4299"/>
                  </a:lnTo>
                  <a:lnTo>
                    <a:pt x="6983" y="4662"/>
                  </a:lnTo>
                  <a:lnTo>
                    <a:pt x="6579" y="5005"/>
                  </a:lnTo>
                  <a:lnTo>
                    <a:pt x="6135" y="5348"/>
                  </a:lnTo>
                  <a:lnTo>
                    <a:pt x="5691" y="5651"/>
                  </a:lnTo>
                  <a:lnTo>
                    <a:pt x="5449" y="5772"/>
                  </a:lnTo>
                  <a:lnTo>
                    <a:pt x="5207" y="5913"/>
                  </a:lnTo>
                  <a:lnTo>
                    <a:pt x="4945" y="6014"/>
                  </a:lnTo>
                  <a:lnTo>
                    <a:pt x="4682" y="6115"/>
                  </a:lnTo>
                  <a:lnTo>
                    <a:pt x="4460" y="6196"/>
                  </a:lnTo>
                  <a:lnTo>
                    <a:pt x="4218" y="6256"/>
                  </a:lnTo>
                  <a:lnTo>
                    <a:pt x="3956" y="6317"/>
                  </a:lnTo>
                  <a:lnTo>
                    <a:pt x="3714" y="6357"/>
                  </a:lnTo>
                  <a:lnTo>
                    <a:pt x="3451" y="6377"/>
                  </a:lnTo>
                  <a:lnTo>
                    <a:pt x="2927" y="6377"/>
                  </a:lnTo>
                  <a:lnTo>
                    <a:pt x="2664" y="6337"/>
                  </a:lnTo>
                  <a:lnTo>
                    <a:pt x="2402" y="6297"/>
                  </a:lnTo>
                  <a:lnTo>
                    <a:pt x="2140" y="6236"/>
                  </a:lnTo>
                  <a:lnTo>
                    <a:pt x="1898" y="6155"/>
                  </a:lnTo>
                  <a:lnTo>
                    <a:pt x="1655" y="6054"/>
                  </a:lnTo>
                  <a:lnTo>
                    <a:pt x="1413" y="5933"/>
                  </a:lnTo>
                  <a:lnTo>
                    <a:pt x="1191" y="5792"/>
                  </a:lnTo>
                  <a:lnTo>
                    <a:pt x="969" y="5631"/>
                  </a:lnTo>
                  <a:lnTo>
                    <a:pt x="767" y="5429"/>
                  </a:lnTo>
                  <a:lnTo>
                    <a:pt x="586" y="5227"/>
                  </a:lnTo>
                  <a:lnTo>
                    <a:pt x="424" y="4985"/>
                  </a:lnTo>
                  <a:lnTo>
                    <a:pt x="303" y="4743"/>
                  </a:lnTo>
                  <a:lnTo>
                    <a:pt x="202" y="4501"/>
                  </a:lnTo>
                  <a:lnTo>
                    <a:pt x="122" y="4258"/>
                  </a:lnTo>
                  <a:lnTo>
                    <a:pt x="81" y="4016"/>
                  </a:lnTo>
                  <a:lnTo>
                    <a:pt x="81" y="3774"/>
                  </a:lnTo>
                  <a:lnTo>
                    <a:pt x="122" y="3532"/>
                  </a:lnTo>
                  <a:lnTo>
                    <a:pt x="182" y="3370"/>
                  </a:lnTo>
                  <a:lnTo>
                    <a:pt x="243" y="3189"/>
                  </a:lnTo>
                  <a:lnTo>
                    <a:pt x="344" y="3048"/>
                  </a:lnTo>
                  <a:lnTo>
                    <a:pt x="445" y="2906"/>
                  </a:lnTo>
                  <a:lnTo>
                    <a:pt x="586" y="2785"/>
                  </a:lnTo>
                  <a:lnTo>
                    <a:pt x="747" y="2664"/>
                  </a:lnTo>
                  <a:lnTo>
                    <a:pt x="909" y="2563"/>
                  </a:lnTo>
                  <a:lnTo>
                    <a:pt x="1111" y="2483"/>
                  </a:lnTo>
                  <a:lnTo>
                    <a:pt x="3310" y="1655"/>
                  </a:lnTo>
                  <a:lnTo>
                    <a:pt x="5530" y="868"/>
                  </a:lnTo>
                  <a:lnTo>
                    <a:pt x="6357" y="606"/>
                  </a:lnTo>
                  <a:lnTo>
                    <a:pt x="7165" y="364"/>
                  </a:lnTo>
                  <a:lnTo>
                    <a:pt x="7568" y="263"/>
                  </a:lnTo>
                  <a:lnTo>
                    <a:pt x="7972" y="182"/>
                  </a:lnTo>
                  <a:lnTo>
                    <a:pt x="8375" y="121"/>
                  </a:lnTo>
                  <a:lnTo>
                    <a:pt x="8779" y="81"/>
                  </a:lnTo>
                  <a:close/>
                  <a:moveTo>
                    <a:pt x="8759" y="0"/>
                  </a:moveTo>
                  <a:lnTo>
                    <a:pt x="8355" y="41"/>
                  </a:lnTo>
                  <a:lnTo>
                    <a:pt x="7952" y="101"/>
                  </a:lnTo>
                  <a:lnTo>
                    <a:pt x="7548" y="182"/>
                  </a:lnTo>
                  <a:lnTo>
                    <a:pt x="7144" y="283"/>
                  </a:lnTo>
                  <a:lnTo>
                    <a:pt x="6337" y="525"/>
                  </a:lnTo>
                  <a:lnTo>
                    <a:pt x="5510" y="787"/>
                  </a:lnTo>
                  <a:lnTo>
                    <a:pt x="3290" y="1574"/>
                  </a:lnTo>
                  <a:lnTo>
                    <a:pt x="1070" y="2402"/>
                  </a:lnTo>
                  <a:lnTo>
                    <a:pt x="868" y="2503"/>
                  </a:lnTo>
                  <a:lnTo>
                    <a:pt x="687" y="2604"/>
                  </a:lnTo>
                  <a:lnTo>
                    <a:pt x="525" y="2725"/>
                  </a:lnTo>
                  <a:lnTo>
                    <a:pt x="384" y="2846"/>
                  </a:lnTo>
                  <a:lnTo>
                    <a:pt x="263" y="3007"/>
                  </a:lnTo>
                  <a:lnTo>
                    <a:pt x="182" y="3169"/>
                  </a:lnTo>
                  <a:lnTo>
                    <a:pt x="102" y="3330"/>
                  </a:lnTo>
                  <a:lnTo>
                    <a:pt x="41" y="3512"/>
                  </a:lnTo>
                  <a:lnTo>
                    <a:pt x="1" y="3754"/>
                  </a:lnTo>
                  <a:lnTo>
                    <a:pt x="1" y="4016"/>
                  </a:lnTo>
                  <a:lnTo>
                    <a:pt x="41" y="4279"/>
                  </a:lnTo>
                  <a:lnTo>
                    <a:pt x="122" y="4521"/>
                  </a:lnTo>
                  <a:lnTo>
                    <a:pt x="223" y="4783"/>
                  </a:lnTo>
                  <a:lnTo>
                    <a:pt x="364" y="5025"/>
                  </a:lnTo>
                  <a:lnTo>
                    <a:pt x="525" y="5267"/>
                  </a:lnTo>
                  <a:lnTo>
                    <a:pt x="707" y="5489"/>
                  </a:lnTo>
                  <a:lnTo>
                    <a:pt x="969" y="5732"/>
                  </a:lnTo>
                  <a:lnTo>
                    <a:pt x="1252" y="5933"/>
                  </a:lnTo>
                  <a:lnTo>
                    <a:pt x="1554" y="6095"/>
                  </a:lnTo>
                  <a:lnTo>
                    <a:pt x="1877" y="6236"/>
                  </a:lnTo>
                  <a:lnTo>
                    <a:pt x="2200" y="6337"/>
                  </a:lnTo>
                  <a:lnTo>
                    <a:pt x="2523" y="6397"/>
                  </a:lnTo>
                  <a:lnTo>
                    <a:pt x="2866" y="6438"/>
                  </a:lnTo>
                  <a:lnTo>
                    <a:pt x="3189" y="6458"/>
                  </a:lnTo>
                  <a:lnTo>
                    <a:pt x="3593" y="6438"/>
                  </a:lnTo>
                  <a:lnTo>
                    <a:pt x="3976" y="6397"/>
                  </a:lnTo>
                  <a:lnTo>
                    <a:pt x="4360" y="6317"/>
                  </a:lnTo>
                  <a:lnTo>
                    <a:pt x="4723" y="6196"/>
                  </a:lnTo>
                  <a:lnTo>
                    <a:pt x="4985" y="6095"/>
                  </a:lnTo>
                  <a:lnTo>
                    <a:pt x="5227" y="5974"/>
                  </a:lnTo>
                  <a:lnTo>
                    <a:pt x="5490" y="5853"/>
                  </a:lnTo>
                  <a:lnTo>
                    <a:pt x="5712" y="5711"/>
                  </a:lnTo>
                  <a:lnTo>
                    <a:pt x="6176" y="5409"/>
                  </a:lnTo>
                  <a:lnTo>
                    <a:pt x="6620" y="5066"/>
                  </a:lnTo>
                  <a:lnTo>
                    <a:pt x="7023" y="4723"/>
                  </a:lnTo>
                  <a:lnTo>
                    <a:pt x="7407" y="4359"/>
                  </a:lnTo>
                  <a:lnTo>
                    <a:pt x="7750" y="3996"/>
                  </a:lnTo>
                  <a:lnTo>
                    <a:pt x="8073" y="3653"/>
                  </a:lnTo>
                  <a:lnTo>
                    <a:pt x="8335" y="3330"/>
                  </a:lnTo>
                  <a:lnTo>
                    <a:pt x="8597" y="3007"/>
                  </a:lnTo>
                  <a:lnTo>
                    <a:pt x="8860" y="2664"/>
                  </a:lnTo>
                  <a:lnTo>
                    <a:pt x="9082" y="2281"/>
                  </a:lnTo>
                  <a:lnTo>
                    <a:pt x="9263" y="1897"/>
                  </a:lnTo>
                  <a:lnTo>
                    <a:pt x="9324" y="1696"/>
                  </a:lnTo>
                  <a:lnTo>
                    <a:pt x="9405" y="1494"/>
                  </a:lnTo>
                  <a:lnTo>
                    <a:pt x="9445" y="1292"/>
                  </a:lnTo>
                  <a:lnTo>
                    <a:pt x="9465" y="1070"/>
                  </a:lnTo>
                  <a:lnTo>
                    <a:pt x="9485" y="868"/>
                  </a:lnTo>
                  <a:lnTo>
                    <a:pt x="9465" y="646"/>
                  </a:lnTo>
                  <a:lnTo>
                    <a:pt x="9445" y="444"/>
                  </a:lnTo>
                  <a:lnTo>
                    <a:pt x="9384" y="283"/>
                  </a:lnTo>
                  <a:lnTo>
                    <a:pt x="9304" y="162"/>
                  </a:lnTo>
                  <a:lnTo>
                    <a:pt x="9183" y="61"/>
                  </a:lnTo>
                  <a:lnTo>
                    <a:pt x="9082" y="21"/>
                  </a:lnTo>
                  <a:lnTo>
                    <a:pt x="8981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" name="Google Shape;43;p2"/>
            <p:cNvSpPr/>
            <p:nvPr/>
          </p:nvSpPr>
          <p:spPr>
            <a:xfrm flipH="1">
              <a:off x="-756203" y="-5057684"/>
              <a:ext cx="1058329" cy="998564"/>
            </a:xfrm>
            <a:custGeom>
              <a:rect b="b" l="l" r="r" t="t"/>
              <a:pathLst>
                <a:path extrusionOk="0" h="17861" w="18930">
                  <a:moveTo>
                    <a:pt x="3431" y="81"/>
                  </a:moveTo>
                  <a:lnTo>
                    <a:pt x="4117" y="102"/>
                  </a:lnTo>
                  <a:lnTo>
                    <a:pt x="4824" y="162"/>
                  </a:lnTo>
                  <a:lnTo>
                    <a:pt x="5510" y="263"/>
                  </a:lnTo>
                  <a:lnTo>
                    <a:pt x="6216" y="404"/>
                  </a:lnTo>
                  <a:lnTo>
                    <a:pt x="6882" y="566"/>
                  </a:lnTo>
                  <a:lnTo>
                    <a:pt x="7568" y="768"/>
                  </a:lnTo>
                  <a:lnTo>
                    <a:pt x="8234" y="1010"/>
                  </a:lnTo>
                  <a:lnTo>
                    <a:pt x="8880" y="1272"/>
                  </a:lnTo>
                  <a:lnTo>
                    <a:pt x="9505" y="1575"/>
                  </a:lnTo>
                  <a:lnTo>
                    <a:pt x="10131" y="1918"/>
                  </a:lnTo>
                  <a:lnTo>
                    <a:pt x="10736" y="2281"/>
                  </a:lnTo>
                  <a:lnTo>
                    <a:pt x="11301" y="2664"/>
                  </a:lnTo>
                  <a:lnTo>
                    <a:pt x="11866" y="3088"/>
                  </a:lnTo>
                  <a:lnTo>
                    <a:pt x="12391" y="3552"/>
                  </a:lnTo>
                  <a:lnTo>
                    <a:pt x="12896" y="4017"/>
                  </a:lnTo>
                  <a:lnTo>
                    <a:pt x="13380" y="4521"/>
                  </a:lnTo>
                  <a:lnTo>
                    <a:pt x="13824" y="5026"/>
                  </a:lnTo>
                  <a:lnTo>
                    <a:pt x="14248" y="5570"/>
                  </a:lnTo>
                  <a:lnTo>
                    <a:pt x="14651" y="6115"/>
                  </a:lnTo>
                  <a:lnTo>
                    <a:pt x="15035" y="6680"/>
                  </a:lnTo>
                  <a:lnTo>
                    <a:pt x="15418" y="7245"/>
                  </a:lnTo>
                  <a:lnTo>
                    <a:pt x="15761" y="7831"/>
                  </a:lnTo>
                  <a:lnTo>
                    <a:pt x="16084" y="8416"/>
                  </a:lnTo>
                  <a:lnTo>
                    <a:pt x="16387" y="9021"/>
                  </a:lnTo>
                  <a:lnTo>
                    <a:pt x="16689" y="9627"/>
                  </a:lnTo>
                  <a:lnTo>
                    <a:pt x="16972" y="10232"/>
                  </a:lnTo>
                  <a:lnTo>
                    <a:pt x="17497" y="11423"/>
                  </a:lnTo>
                  <a:lnTo>
                    <a:pt x="17981" y="12593"/>
                  </a:lnTo>
                  <a:lnTo>
                    <a:pt x="18183" y="13158"/>
                  </a:lnTo>
                  <a:lnTo>
                    <a:pt x="18385" y="13723"/>
                  </a:lnTo>
                  <a:lnTo>
                    <a:pt x="18566" y="14288"/>
                  </a:lnTo>
                  <a:lnTo>
                    <a:pt x="18707" y="14853"/>
                  </a:lnTo>
                  <a:lnTo>
                    <a:pt x="18768" y="15136"/>
                  </a:lnTo>
                  <a:lnTo>
                    <a:pt x="18808" y="15438"/>
                  </a:lnTo>
                  <a:lnTo>
                    <a:pt x="18829" y="15721"/>
                  </a:lnTo>
                  <a:lnTo>
                    <a:pt x="18849" y="16003"/>
                  </a:lnTo>
                  <a:lnTo>
                    <a:pt x="18849" y="16286"/>
                  </a:lnTo>
                  <a:lnTo>
                    <a:pt x="18829" y="16589"/>
                  </a:lnTo>
                  <a:lnTo>
                    <a:pt x="18788" y="16871"/>
                  </a:lnTo>
                  <a:lnTo>
                    <a:pt x="18728" y="17154"/>
                  </a:lnTo>
                  <a:lnTo>
                    <a:pt x="18687" y="17295"/>
                  </a:lnTo>
                  <a:lnTo>
                    <a:pt x="18647" y="17416"/>
                  </a:lnTo>
                  <a:lnTo>
                    <a:pt x="18586" y="17537"/>
                  </a:lnTo>
                  <a:lnTo>
                    <a:pt x="18486" y="17658"/>
                  </a:lnTo>
                  <a:lnTo>
                    <a:pt x="18405" y="17699"/>
                  </a:lnTo>
                  <a:lnTo>
                    <a:pt x="18324" y="17739"/>
                  </a:lnTo>
                  <a:lnTo>
                    <a:pt x="18243" y="17759"/>
                  </a:lnTo>
                  <a:lnTo>
                    <a:pt x="18163" y="17779"/>
                  </a:lnTo>
                  <a:lnTo>
                    <a:pt x="17981" y="17759"/>
                  </a:lnTo>
                  <a:lnTo>
                    <a:pt x="17799" y="17699"/>
                  </a:lnTo>
                  <a:lnTo>
                    <a:pt x="17638" y="17618"/>
                  </a:lnTo>
                  <a:lnTo>
                    <a:pt x="17477" y="17517"/>
                  </a:lnTo>
                  <a:lnTo>
                    <a:pt x="17234" y="17315"/>
                  </a:lnTo>
                  <a:lnTo>
                    <a:pt x="16346" y="16548"/>
                  </a:lnTo>
                  <a:lnTo>
                    <a:pt x="15418" y="15701"/>
                  </a:lnTo>
                  <a:lnTo>
                    <a:pt x="14429" y="14793"/>
                  </a:lnTo>
                  <a:lnTo>
                    <a:pt x="13319" y="13743"/>
                  </a:lnTo>
                  <a:lnTo>
                    <a:pt x="11140" y="11645"/>
                  </a:lnTo>
                  <a:lnTo>
                    <a:pt x="8860" y="9465"/>
                  </a:lnTo>
                  <a:lnTo>
                    <a:pt x="7709" y="8375"/>
                  </a:lnTo>
                  <a:lnTo>
                    <a:pt x="6539" y="7306"/>
                  </a:lnTo>
                  <a:lnTo>
                    <a:pt x="5611" y="6478"/>
                  </a:lnTo>
                  <a:lnTo>
                    <a:pt x="4703" y="5691"/>
                  </a:lnTo>
                  <a:lnTo>
                    <a:pt x="3835" y="4965"/>
                  </a:lnTo>
                  <a:lnTo>
                    <a:pt x="3007" y="4279"/>
                  </a:lnTo>
                  <a:lnTo>
                    <a:pt x="2644" y="4017"/>
                  </a:lnTo>
                  <a:lnTo>
                    <a:pt x="2220" y="3734"/>
                  </a:lnTo>
                  <a:lnTo>
                    <a:pt x="1575" y="3290"/>
                  </a:lnTo>
                  <a:lnTo>
                    <a:pt x="1252" y="3048"/>
                  </a:lnTo>
                  <a:lnTo>
                    <a:pt x="929" y="2806"/>
                  </a:lnTo>
                  <a:lnTo>
                    <a:pt x="667" y="2564"/>
                  </a:lnTo>
                  <a:lnTo>
                    <a:pt x="424" y="2301"/>
                  </a:lnTo>
                  <a:lnTo>
                    <a:pt x="323" y="2160"/>
                  </a:lnTo>
                  <a:lnTo>
                    <a:pt x="243" y="2019"/>
                  </a:lnTo>
                  <a:lnTo>
                    <a:pt x="182" y="1898"/>
                  </a:lnTo>
                  <a:lnTo>
                    <a:pt x="122" y="1756"/>
                  </a:lnTo>
                  <a:lnTo>
                    <a:pt x="81" y="1575"/>
                  </a:lnTo>
                  <a:lnTo>
                    <a:pt x="102" y="1413"/>
                  </a:lnTo>
                  <a:lnTo>
                    <a:pt x="122" y="1232"/>
                  </a:lnTo>
                  <a:lnTo>
                    <a:pt x="202" y="1070"/>
                  </a:lnTo>
                  <a:lnTo>
                    <a:pt x="283" y="909"/>
                  </a:lnTo>
                  <a:lnTo>
                    <a:pt x="384" y="768"/>
                  </a:lnTo>
                  <a:lnTo>
                    <a:pt x="505" y="646"/>
                  </a:lnTo>
                  <a:lnTo>
                    <a:pt x="646" y="546"/>
                  </a:lnTo>
                  <a:lnTo>
                    <a:pt x="808" y="445"/>
                  </a:lnTo>
                  <a:lnTo>
                    <a:pt x="969" y="384"/>
                  </a:lnTo>
                  <a:lnTo>
                    <a:pt x="1131" y="324"/>
                  </a:lnTo>
                  <a:lnTo>
                    <a:pt x="1312" y="263"/>
                  </a:lnTo>
                  <a:lnTo>
                    <a:pt x="1655" y="202"/>
                  </a:lnTo>
                  <a:lnTo>
                    <a:pt x="2019" y="142"/>
                  </a:lnTo>
                  <a:lnTo>
                    <a:pt x="2725" y="102"/>
                  </a:lnTo>
                  <a:lnTo>
                    <a:pt x="3431" y="81"/>
                  </a:lnTo>
                  <a:close/>
                  <a:moveTo>
                    <a:pt x="3431" y="1"/>
                  </a:moveTo>
                  <a:lnTo>
                    <a:pt x="2725" y="21"/>
                  </a:lnTo>
                  <a:lnTo>
                    <a:pt x="2019" y="61"/>
                  </a:lnTo>
                  <a:lnTo>
                    <a:pt x="1655" y="122"/>
                  </a:lnTo>
                  <a:lnTo>
                    <a:pt x="1272" y="182"/>
                  </a:lnTo>
                  <a:lnTo>
                    <a:pt x="1111" y="243"/>
                  </a:lnTo>
                  <a:lnTo>
                    <a:pt x="929" y="303"/>
                  </a:lnTo>
                  <a:lnTo>
                    <a:pt x="767" y="384"/>
                  </a:lnTo>
                  <a:lnTo>
                    <a:pt x="606" y="485"/>
                  </a:lnTo>
                  <a:lnTo>
                    <a:pt x="465" y="586"/>
                  </a:lnTo>
                  <a:lnTo>
                    <a:pt x="323" y="727"/>
                  </a:lnTo>
                  <a:lnTo>
                    <a:pt x="223" y="868"/>
                  </a:lnTo>
                  <a:lnTo>
                    <a:pt x="122" y="1050"/>
                  </a:lnTo>
                  <a:lnTo>
                    <a:pt x="41" y="1211"/>
                  </a:lnTo>
                  <a:lnTo>
                    <a:pt x="21" y="1393"/>
                  </a:lnTo>
                  <a:lnTo>
                    <a:pt x="1" y="1595"/>
                  </a:lnTo>
                  <a:lnTo>
                    <a:pt x="41" y="1777"/>
                  </a:lnTo>
                  <a:lnTo>
                    <a:pt x="102" y="1918"/>
                  </a:lnTo>
                  <a:lnTo>
                    <a:pt x="162" y="2059"/>
                  </a:lnTo>
                  <a:lnTo>
                    <a:pt x="263" y="2200"/>
                  </a:lnTo>
                  <a:lnTo>
                    <a:pt x="364" y="2342"/>
                  </a:lnTo>
                  <a:lnTo>
                    <a:pt x="586" y="2604"/>
                  </a:lnTo>
                  <a:lnTo>
                    <a:pt x="868" y="2866"/>
                  </a:lnTo>
                  <a:lnTo>
                    <a:pt x="1191" y="3108"/>
                  </a:lnTo>
                  <a:lnTo>
                    <a:pt x="1514" y="3351"/>
                  </a:lnTo>
                  <a:lnTo>
                    <a:pt x="2180" y="3795"/>
                  </a:lnTo>
                  <a:lnTo>
                    <a:pt x="2604" y="4077"/>
                  </a:lnTo>
                  <a:lnTo>
                    <a:pt x="2947" y="4339"/>
                  </a:lnTo>
                  <a:lnTo>
                    <a:pt x="3794" y="5026"/>
                  </a:lnTo>
                  <a:lnTo>
                    <a:pt x="4662" y="5752"/>
                  </a:lnTo>
                  <a:lnTo>
                    <a:pt x="5550" y="6539"/>
                  </a:lnTo>
                  <a:lnTo>
                    <a:pt x="6499" y="7366"/>
                  </a:lnTo>
                  <a:lnTo>
                    <a:pt x="7649" y="8436"/>
                  </a:lnTo>
                  <a:lnTo>
                    <a:pt x="8799" y="9526"/>
                  </a:lnTo>
                  <a:lnTo>
                    <a:pt x="11079" y="11705"/>
                  </a:lnTo>
                  <a:lnTo>
                    <a:pt x="13279" y="13804"/>
                  </a:lnTo>
                  <a:lnTo>
                    <a:pt x="14369" y="14853"/>
                  </a:lnTo>
                  <a:lnTo>
                    <a:pt x="15358" y="15761"/>
                  </a:lnTo>
                  <a:lnTo>
                    <a:pt x="16286" y="16609"/>
                  </a:lnTo>
                  <a:lnTo>
                    <a:pt x="17174" y="17376"/>
                  </a:lnTo>
                  <a:lnTo>
                    <a:pt x="17355" y="17537"/>
                  </a:lnTo>
                  <a:lnTo>
                    <a:pt x="17598" y="17678"/>
                  </a:lnTo>
                  <a:lnTo>
                    <a:pt x="17719" y="17739"/>
                  </a:lnTo>
                  <a:lnTo>
                    <a:pt x="17860" y="17800"/>
                  </a:lnTo>
                  <a:lnTo>
                    <a:pt x="18001" y="17840"/>
                  </a:lnTo>
                  <a:lnTo>
                    <a:pt x="18142" y="17860"/>
                  </a:lnTo>
                  <a:lnTo>
                    <a:pt x="18243" y="17840"/>
                  </a:lnTo>
                  <a:lnTo>
                    <a:pt x="18344" y="17820"/>
                  </a:lnTo>
                  <a:lnTo>
                    <a:pt x="18445" y="17779"/>
                  </a:lnTo>
                  <a:lnTo>
                    <a:pt x="18526" y="17719"/>
                  </a:lnTo>
                  <a:lnTo>
                    <a:pt x="18647" y="17598"/>
                  </a:lnTo>
                  <a:lnTo>
                    <a:pt x="18707" y="17456"/>
                  </a:lnTo>
                  <a:lnTo>
                    <a:pt x="18768" y="17315"/>
                  </a:lnTo>
                  <a:lnTo>
                    <a:pt x="18808" y="17174"/>
                  </a:lnTo>
                  <a:lnTo>
                    <a:pt x="18869" y="16891"/>
                  </a:lnTo>
                  <a:lnTo>
                    <a:pt x="18909" y="16589"/>
                  </a:lnTo>
                  <a:lnTo>
                    <a:pt x="18929" y="16306"/>
                  </a:lnTo>
                  <a:lnTo>
                    <a:pt x="18929" y="16003"/>
                  </a:lnTo>
                  <a:lnTo>
                    <a:pt x="18909" y="15721"/>
                  </a:lnTo>
                  <a:lnTo>
                    <a:pt x="18889" y="15418"/>
                  </a:lnTo>
                  <a:lnTo>
                    <a:pt x="18849" y="15136"/>
                  </a:lnTo>
                  <a:lnTo>
                    <a:pt x="18788" y="14853"/>
                  </a:lnTo>
                  <a:lnTo>
                    <a:pt x="18647" y="14268"/>
                  </a:lnTo>
                  <a:lnTo>
                    <a:pt x="18465" y="13703"/>
                  </a:lnTo>
                  <a:lnTo>
                    <a:pt x="18264" y="13138"/>
                  </a:lnTo>
                  <a:lnTo>
                    <a:pt x="18042" y="12573"/>
                  </a:lnTo>
                  <a:lnTo>
                    <a:pt x="17577" y="11382"/>
                  </a:lnTo>
                  <a:lnTo>
                    <a:pt x="17053" y="10192"/>
                  </a:lnTo>
                  <a:lnTo>
                    <a:pt x="16770" y="9586"/>
                  </a:lnTo>
                  <a:lnTo>
                    <a:pt x="16468" y="8981"/>
                  </a:lnTo>
                  <a:lnTo>
                    <a:pt x="16145" y="8375"/>
                  </a:lnTo>
                  <a:lnTo>
                    <a:pt x="15822" y="7790"/>
                  </a:lnTo>
                  <a:lnTo>
                    <a:pt x="15479" y="7205"/>
                  </a:lnTo>
                  <a:lnTo>
                    <a:pt x="15115" y="6620"/>
                  </a:lnTo>
                  <a:lnTo>
                    <a:pt x="14732" y="6055"/>
                  </a:lnTo>
                  <a:lnTo>
                    <a:pt x="14308" y="5510"/>
                  </a:lnTo>
                  <a:lnTo>
                    <a:pt x="13884" y="4965"/>
                  </a:lnTo>
                  <a:lnTo>
                    <a:pt x="13441" y="4460"/>
                  </a:lnTo>
                  <a:lnTo>
                    <a:pt x="12956" y="3956"/>
                  </a:lnTo>
                  <a:lnTo>
                    <a:pt x="12452" y="3492"/>
                  </a:lnTo>
                  <a:lnTo>
                    <a:pt x="11927" y="3028"/>
                  </a:lnTo>
                  <a:lnTo>
                    <a:pt x="11362" y="2604"/>
                  </a:lnTo>
                  <a:lnTo>
                    <a:pt x="10777" y="2200"/>
                  </a:lnTo>
                  <a:lnTo>
                    <a:pt x="10171" y="1837"/>
                  </a:lnTo>
                  <a:lnTo>
                    <a:pt x="9546" y="1494"/>
                  </a:lnTo>
                  <a:lnTo>
                    <a:pt x="8900" y="1191"/>
                  </a:lnTo>
                  <a:lnTo>
                    <a:pt x="8254" y="929"/>
                  </a:lnTo>
                  <a:lnTo>
                    <a:pt x="7588" y="687"/>
                  </a:lnTo>
                  <a:lnTo>
                    <a:pt x="6902" y="485"/>
                  </a:lnTo>
                  <a:lnTo>
                    <a:pt x="6216" y="324"/>
                  </a:lnTo>
                  <a:lnTo>
                    <a:pt x="5530" y="182"/>
                  </a:lnTo>
                  <a:lnTo>
                    <a:pt x="4824" y="81"/>
                  </a:lnTo>
                  <a:lnTo>
                    <a:pt x="4138" y="21"/>
                  </a:lnTo>
                  <a:lnTo>
                    <a:pt x="3431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" name="Google Shape;44;p2"/>
            <p:cNvSpPr/>
            <p:nvPr/>
          </p:nvSpPr>
          <p:spPr>
            <a:xfrm flipH="1">
              <a:off x="-2591759" y="-2237207"/>
              <a:ext cx="130935" cy="390458"/>
            </a:xfrm>
            <a:custGeom>
              <a:rect b="b" l="l" r="r" t="t"/>
              <a:pathLst>
                <a:path extrusionOk="0" h="6984" w="2342">
                  <a:moveTo>
                    <a:pt x="1494" y="82"/>
                  </a:moveTo>
                  <a:lnTo>
                    <a:pt x="1615" y="122"/>
                  </a:lnTo>
                  <a:lnTo>
                    <a:pt x="1716" y="162"/>
                  </a:lnTo>
                  <a:lnTo>
                    <a:pt x="1817" y="223"/>
                  </a:lnTo>
                  <a:lnTo>
                    <a:pt x="1897" y="304"/>
                  </a:lnTo>
                  <a:lnTo>
                    <a:pt x="1978" y="404"/>
                  </a:lnTo>
                  <a:lnTo>
                    <a:pt x="2039" y="485"/>
                  </a:lnTo>
                  <a:lnTo>
                    <a:pt x="2099" y="586"/>
                  </a:lnTo>
                  <a:lnTo>
                    <a:pt x="2160" y="707"/>
                  </a:lnTo>
                  <a:lnTo>
                    <a:pt x="2200" y="828"/>
                  </a:lnTo>
                  <a:lnTo>
                    <a:pt x="2240" y="1070"/>
                  </a:lnTo>
                  <a:lnTo>
                    <a:pt x="2261" y="1333"/>
                  </a:lnTo>
                  <a:lnTo>
                    <a:pt x="2261" y="1595"/>
                  </a:lnTo>
                  <a:lnTo>
                    <a:pt x="2240" y="2281"/>
                  </a:lnTo>
                  <a:lnTo>
                    <a:pt x="2180" y="2967"/>
                  </a:lnTo>
                  <a:lnTo>
                    <a:pt x="2059" y="3694"/>
                  </a:lnTo>
                  <a:lnTo>
                    <a:pt x="1897" y="4521"/>
                  </a:lnTo>
                  <a:lnTo>
                    <a:pt x="1837" y="4763"/>
                  </a:lnTo>
                  <a:lnTo>
                    <a:pt x="1776" y="5026"/>
                  </a:lnTo>
                  <a:lnTo>
                    <a:pt x="1675" y="5308"/>
                  </a:lnTo>
                  <a:lnTo>
                    <a:pt x="1554" y="5591"/>
                  </a:lnTo>
                  <a:lnTo>
                    <a:pt x="1413" y="5893"/>
                  </a:lnTo>
                  <a:lnTo>
                    <a:pt x="1231" y="6176"/>
                  </a:lnTo>
                  <a:lnTo>
                    <a:pt x="1030" y="6459"/>
                  </a:lnTo>
                  <a:lnTo>
                    <a:pt x="808" y="6741"/>
                  </a:lnTo>
                  <a:lnTo>
                    <a:pt x="707" y="6822"/>
                  </a:lnTo>
                  <a:lnTo>
                    <a:pt x="626" y="6862"/>
                  </a:lnTo>
                  <a:lnTo>
                    <a:pt x="566" y="6902"/>
                  </a:lnTo>
                  <a:lnTo>
                    <a:pt x="485" y="6882"/>
                  </a:lnTo>
                  <a:lnTo>
                    <a:pt x="444" y="6862"/>
                  </a:lnTo>
                  <a:lnTo>
                    <a:pt x="384" y="6822"/>
                  </a:lnTo>
                  <a:lnTo>
                    <a:pt x="303" y="6701"/>
                  </a:lnTo>
                  <a:lnTo>
                    <a:pt x="243" y="6539"/>
                  </a:lnTo>
                  <a:lnTo>
                    <a:pt x="182" y="6317"/>
                  </a:lnTo>
                  <a:lnTo>
                    <a:pt x="142" y="6055"/>
                  </a:lnTo>
                  <a:lnTo>
                    <a:pt x="101" y="5752"/>
                  </a:lnTo>
                  <a:lnTo>
                    <a:pt x="81" y="5086"/>
                  </a:lnTo>
                  <a:lnTo>
                    <a:pt x="81" y="4602"/>
                  </a:lnTo>
                  <a:lnTo>
                    <a:pt x="81" y="4097"/>
                  </a:lnTo>
                  <a:lnTo>
                    <a:pt x="101" y="3976"/>
                  </a:lnTo>
                  <a:lnTo>
                    <a:pt x="122" y="3310"/>
                  </a:lnTo>
                  <a:lnTo>
                    <a:pt x="162" y="2685"/>
                  </a:lnTo>
                  <a:lnTo>
                    <a:pt x="222" y="2100"/>
                  </a:lnTo>
                  <a:lnTo>
                    <a:pt x="283" y="1535"/>
                  </a:lnTo>
                  <a:lnTo>
                    <a:pt x="323" y="1353"/>
                  </a:lnTo>
                  <a:lnTo>
                    <a:pt x="384" y="1131"/>
                  </a:lnTo>
                  <a:lnTo>
                    <a:pt x="444" y="909"/>
                  </a:lnTo>
                  <a:lnTo>
                    <a:pt x="545" y="667"/>
                  </a:lnTo>
                  <a:lnTo>
                    <a:pt x="687" y="465"/>
                  </a:lnTo>
                  <a:lnTo>
                    <a:pt x="767" y="364"/>
                  </a:lnTo>
                  <a:lnTo>
                    <a:pt x="848" y="263"/>
                  </a:lnTo>
                  <a:lnTo>
                    <a:pt x="949" y="203"/>
                  </a:lnTo>
                  <a:lnTo>
                    <a:pt x="1070" y="142"/>
                  </a:lnTo>
                  <a:lnTo>
                    <a:pt x="1191" y="102"/>
                  </a:lnTo>
                  <a:lnTo>
                    <a:pt x="1312" y="82"/>
                  </a:lnTo>
                  <a:close/>
                  <a:moveTo>
                    <a:pt x="1312" y="1"/>
                  </a:moveTo>
                  <a:lnTo>
                    <a:pt x="1171" y="21"/>
                  </a:lnTo>
                  <a:lnTo>
                    <a:pt x="1030" y="61"/>
                  </a:lnTo>
                  <a:lnTo>
                    <a:pt x="868" y="162"/>
                  </a:lnTo>
                  <a:lnTo>
                    <a:pt x="707" y="304"/>
                  </a:lnTo>
                  <a:lnTo>
                    <a:pt x="566" y="485"/>
                  </a:lnTo>
                  <a:lnTo>
                    <a:pt x="485" y="606"/>
                  </a:lnTo>
                  <a:lnTo>
                    <a:pt x="424" y="748"/>
                  </a:lnTo>
                  <a:lnTo>
                    <a:pt x="364" y="909"/>
                  </a:lnTo>
                  <a:lnTo>
                    <a:pt x="303" y="1091"/>
                  </a:lnTo>
                  <a:lnTo>
                    <a:pt x="263" y="1292"/>
                  </a:lnTo>
                  <a:lnTo>
                    <a:pt x="222" y="1514"/>
                  </a:lnTo>
                  <a:lnTo>
                    <a:pt x="142" y="2079"/>
                  </a:lnTo>
                  <a:lnTo>
                    <a:pt x="81" y="2685"/>
                  </a:lnTo>
                  <a:lnTo>
                    <a:pt x="41" y="3310"/>
                  </a:lnTo>
                  <a:lnTo>
                    <a:pt x="21" y="3976"/>
                  </a:lnTo>
                  <a:lnTo>
                    <a:pt x="1" y="4097"/>
                  </a:lnTo>
                  <a:lnTo>
                    <a:pt x="1" y="4602"/>
                  </a:lnTo>
                  <a:lnTo>
                    <a:pt x="1" y="5106"/>
                  </a:lnTo>
                  <a:lnTo>
                    <a:pt x="21" y="5752"/>
                  </a:lnTo>
                  <a:lnTo>
                    <a:pt x="61" y="6055"/>
                  </a:lnTo>
                  <a:lnTo>
                    <a:pt x="101" y="6337"/>
                  </a:lnTo>
                  <a:lnTo>
                    <a:pt x="142" y="6499"/>
                  </a:lnTo>
                  <a:lnTo>
                    <a:pt x="202" y="6680"/>
                  </a:lnTo>
                  <a:lnTo>
                    <a:pt x="263" y="6781"/>
                  </a:lnTo>
                  <a:lnTo>
                    <a:pt x="303" y="6862"/>
                  </a:lnTo>
                  <a:lnTo>
                    <a:pt x="384" y="6923"/>
                  </a:lnTo>
                  <a:lnTo>
                    <a:pt x="465" y="6963"/>
                  </a:lnTo>
                  <a:lnTo>
                    <a:pt x="525" y="6983"/>
                  </a:lnTo>
                  <a:lnTo>
                    <a:pt x="606" y="6963"/>
                  </a:lnTo>
                  <a:lnTo>
                    <a:pt x="687" y="6923"/>
                  </a:lnTo>
                  <a:lnTo>
                    <a:pt x="767" y="6882"/>
                  </a:lnTo>
                  <a:lnTo>
                    <a:pt x="868" y="6802"/>
                  </a:lnTo>
                  <a:lnTo>
                    <a:pt x="1090" y="6519"/>
                  </a:lnTo>
                  <a:lnTo>
                    <a:pt x="1292" y="6237"/>
                  </a:lnTo>
                  <a:lnTo>
                    <a:pt x="1474" y="5934"/>
                  </a:lnTo>
                  <a:lnTo>
                    <a:pt x="1615" y="5631"/>
                  </a:lnTo>
                  <a:lnTo>
                    <a:pt x="1736" y="5349"/>
                  </a:lnTo>
                  <a:lnTo>
                    <a:pt x="1837" y="5046"/>
                  </a:lnTo>
                  <a:lnTo>
                    <a:pt x="1918" y="4784"/>
                  </a:lnTo>
                  <a:lnTo>
                    <a:pt x="1978" y="4521"/>
                  </a:lnTo>
                  <a:lnTo>
                    <a:pt x="2140" y="3714"/>
                  </a:lnTo>
                  <a:lnTo>
                    <a:pt x="2261" y="2967"/>
                  </a:lnTo>
                  <a:lnTo>
                    <a:pt x="2321" y="2281"/>
                  </a:lnTo>
                  <a:lnTo>
                    <a:pt x="2341" y="1595"/>
                  </a:lnTo>
                  <a:lnTo>
                    <a:pt x="2341" y="1333"/>
                  </a:lnTo>
                  <a:lnTo>
                    <a:pt x="2321" y="1050"/>
                  </a:lnTo>
                  <a:lnTo>
                    <a:pt x="2261" y="788"/>
                  </a:lnTo>
                  <a:lnTo>
                    <a:pt x="2220" y="667"/>
                  </a:lnTo>
                  <a:lnTo>
                    <a:pt x="2180" y="546"/>
                  </a:lnTo>
                  <a:lnTo>
                    <a:pt x="2119" y="445"/>
                  </a:lnTo>
                  <a:lnTo>
                    <a:pt x="2039" y="324"/>
                  </a:lnTo>
                  <a:lnTo>
                    <a:pt x="1938" y="243"/>
                  </a:lnTo>
                  <a:lnTo>
                    <a:pt x="1837" y="142"/>
                  </a:lnTo>
                  <a:lnTo>
                    <a:pt x="1716" y="82"/>
                  </a:lnTo>
                  <a:lnTo>
                    <a:pt x="1595" y="21"/>
                  </a:lnTo>
                  <a:lnTo>
                    <a:pt x="1453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" name="Google Shape;45;p2"/>
            <p:cNvSpPr/>
            <p:nvPr/>
          </p:nvSpPr>
          <p:spPr>
            <a:xfrm flipH="1">
              <a:off x="-3345409" y="-5067803"/>
              <a:ext cx="1707024" cy="174879"/>
            </a:xfrm>
            <a:custGeom>
              <a:rect b="b" l="l" r="r" t="t"/>
              <a:pathLst>
                <a:path extrusionOk="0" h="3128" w="30533">
                  <a:moveTo>
                    <a:pt x="17960" y="0"/>
                  </a:moveTo>
                  <a:lnTo>
                    <a:pt x="16750" y="20"/>
                  </a:lnTo>
                  <a:lnTo>
                    <a:pt x="16326" y="20"/>
                  </a:lnTo>
                  <a:lnTo>
                    <a:pt x="13057" y="61"/>
                  </a:lnTo>
                  <a:lnTo>
                    <a:pt x="11422" y="101"/>
                  </a:lnTo>
                  <a:lnTo>
                    <a:pt x="9767" y="182"/>
                  </a:lnTo>
                  <a:lnTo>
                    <a:pt x="8133" y="262"/>
                  </a:lnTo>
                  <a:lnTo>
                    <a:pt x="6478" y="404"/>
                  </a:lnTo>
                  <a:lnTo>
                    <a:pt x="5671" y="484"/>
                  </a:lnTo>
                  <a:lnTo>
                    <a:pt x="4843" y="585"/>
                  </a:lnTo>
                  <a:lnTo>
                    <a:pt x="4036" y="686"/>
                  </a:lnTo>
                  <a:lnTo>
                    <a:pt x="3209" y="807"/>
                  </a:lnTo>
                  <a:lnTo>
                    <a:pt x="2785" y="868"/>
                  </a:lnTo>
                  <a:lnTo>
                    <a:pt x="2361" y="969"/>
                  </a:lnTo>
                  <a:lnTo>
                    <a:pt x="1917" y="1070"/>
                  </a:lnTo>
                  <a:lnTo>
                    <a:pt x="1494" y="1211"/>
                  </a:lnTo>
                  <a:lnTo>
                    <a:pt x="1090" y="1372"/>
                  </a:lnTo>
                  <a:lnTo>
                    <a:pt x="888" y="1473"/>
                  </a:lnTo>
                  <a:lnTo>
                    <a:pt x="686" y="1574"/>
                  </a:lnTo>
                  <a:lnTo>
                    <a:pt x="505" y="1695"/>
                  </a:lnTo>
                  <a:lnTo>
                    <a:pt x="323" y="1836"/>
                  </a:lnTo>
                  <a:lnTo>
                    <a:pt x="162" y="1978"/>
                  </a:lnTo>
                  <a:lnTo>
                    <a:pt x="0" y="2139"/>
                  </a:lnTo>
                  <a:lnTo>
                    <a:pt x="61" y="2200"/>
                  </a:lnTo>
                  <a:lnTo>
                    <a:pt x="222" y="2038"/>
                  </a:lnTo>
                  <a:lnTo>
                    <a:pt x="384" y="1897"/>
                  </a:lnTo>
                  <a:lnTo>
                    <a:pt x="565" y="1756"/>
                  </a:lnTo>
                  <a:lnTo>
                    <a:pt x="747" y="1655"/>
                  </a:lnTo>
                  <a:lnTo>
                    <a:pt x="929" y="1534"/>
                  </a:lnTo>
                  <a:lnTo>
                    <a:pt x="1130" y="1433"/>
                  </a:lnTo>
                  <a:lnTo>
                    <a:pt x="1534" y="1271"/>
                  </a:lnTo>
                  <a:lnTo>
                    <a:pt x="1958" y="1150"/>
                  </a:lnTo>
                  <a:lnTo>
                    <a:pt x="2382" y="1049"/>
                  </a:lnTo>
                  <a:lnTo>
                    <a:pt x="2805" y="949"/>
                  </a:lnTo>
                  <a:lnTo>
                    <a:pt x="3229" y="888"/>
                  </a:lnTo>
                  <a:lnTo>
                    <a:pt x="4036" y="767"/>
                  </a:lnTo>
                  <a:lnTo>
                    <a:pt x="4864" y="666"/>
                  </a:lnTo>
                  <a:lnTo>
                    <a:pt x="5671" y="565"/>
                  </a:lnTo>
                  <a:lnTo>
                    <a:pt x="6498" y="484"/>
                  </a:lnTo>
                  <a:lnTo>
                    <a:pt x="8133" y="343"/>
                  </a:lnTo>
                  <a:lnTo>
                    <a:pt x="9788" y="262"/>
                  </a:lnTo>
                  <a:lnTo>
                    <a:pt x="11422" y="182"/>
                  </a:lnTo>
                  <a:lnTo>
                    <a:pt x="13057" y="141"/>
                  </a:lnTo>
                  <a:lnTo>
                    <a:pt x="16326" y="101"/>
                  </a:lnTo>
                  <a:lnTo>
                    <a:pt x="16750" y="101"/>
                  </a:lnTo>
                  <a:lnTo>
                    <a:pt x="17960" y="81"/>
                  </a:lnTo>
                  <a:lnTo>
                    <a:pt x="19191" y="81"/>
                  </a:lnTo>
                  <a:lnTo>
                    <a:pt x="20402" y="101"/>
                  </a:lnTo>
                  <a:lnTo>
                    <a:pt x="21613" y="161"/>
                  </a:lnTo>
                  <a:lnTo>
                    <a:pt x="22239" y="202"/>
                  </a:lnTo>
                  <a:lnTo>
                    <a:pt x="22844" y="242"/>
                  </a:lnTo>
                  <a:lnTo>
                    <a:pt x="23449" y="303"/>
                  </a:lnTo>
                  <a:lnTo>
                    <a:pt x="24055" y="383"/>
                  </a:lnTo>
                  <a:lnTo>
                    <a:pt x="24640" y="484"/>
                  </a:lnTo>
                  <a:lnTo>
                    <a:pt x="25245" y="585"/>
                  </a:lnTo>
                  <a:lnTo>
                    <a:pt x="25831" y="727"/>
                  </a:lnTo>
                  <a:lnTo>
                    <a:pt x="26436" y="868"/>
                  </a:lnTo>
                  <a:lnTo>
                    <a:pt x="27102" y="1070"/>
                  </a:lnTo>
                  <a:lnTo>
                    <a:pt x="27707" y="1292"/>
                  </a:lnTo>
                  <a:lnTo>
                    <a:pt x="28293" y="1534"/>
                  </a:lnTo>
                  <a:lnTo>
                    <a:pt x="28817" y="1816"/>
                  </a:lnTo>
                  <a:lnTo>
                    <a:pt x="29281" y="2099"/>
                  </a:lnTo>
                  <a:lnTo>
                    <a:pt x="29725" y="2422"/>
                  </a:lnTo>
                  <a:lnTo>
                    <a:pt x="30109" y="2745"/>
                  </a:lnTo>
                  <a:lnTo>
                    <a:pt x="30290" y="2926"/>
                  </a:lnTo>
                  <a:lnTo>
                    <a:pt x="30472" y="3128"/>
                  </a:lnTo>
                  <a:lnTo>
                    <a:pt x="30533" y="3067"/>
                  </a:lnTo>
                  <a:lnTo>
                    <a:pt x="30351" y="2886"/>
                  </a:lnTo>
                  <a:lnTo>
                    <a:pt x="30169" y="2704"/>
                  </a:lnTo>
                  <a:lnTo>
                    <a:pt x="29786" y="2361"/>
                  </a:lnTo>
                  <a:lnTo>
                    <a:pt x="29342" y="2038"/>
                  </a:lnTo>
                  <a:lnTo>
                    <a:pt x="28858" y="1736"/>
                  </a:lnTo>
                  <a:lnTo>
                    <a:pt x="28333" y="1473"/>
                  </a:lnTo>
                  <a:lnTo>
                    <a:pt x="27748" y="1231"/>
                  </a:lnTo>
                  <a:lnTo>
                    <a:pt x="27122" y="989"/>
                  </a:lnTo>
                  <a:lnTo>
                    <a:pt x="26456" y="787"/>
                  </a:lnTo>
                  <a:lnTo>
                    <a:pt x="25851" y="646"/>
                  </a:lnTo>
                  <a:lnTo>
                    <a:pt x="25266" y="525"/>
                  </a:lnTo>
                  <a:lnTo>
                    <a:pt x="24660" y="404"/>
                  </a:lnTo>
                  <a:lnTo>
                    <a:pt x="24055" y="303"/>
                  </a:lnTo>
                  <a:lnTo>
                    <a:pt x="23449" y="222"/>
                  </a:lnTo>
                  <a:lnTo>
                    <a:pt x="22844" y="161"/>
                  </a:lnTo>
                  <a:lnTo>
                    <a:pt x="22239" y="121"/>
                  </a:lnTo>
                  <a:lnTo>
                    <a:pt x="21633" y="81"/>
                  </a:lnTo>
                  <a:lnTo>
                    <a:pt x="20402" y="20"/>
                  </a:lnTo>
                  <a:lnTo>
                    <a:pt x="19191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6" name="Google Shape;46;p2"/>
            <p:cNvSpPr/>
            <p:nvPr/>
          </p:nvSpPr>
          <p:spPr>
            <a:xfrm flipH="1">
              <a:off x="-3431139" y="-4896338"/>
              <a:ext cx="206522" cy="1040271"/>
            </a:xfrm>
            <a:custGeom>
              <a:rect b="b" l="l" r="r" t="t"/>
              <a:pathLst>
                <a:path extrusionOk="0" h="18607" w="3694">
                  <a:moveTo>
                    <a:pt x="2160" y="0"/>
                  </a:moveTo>
                  <a:lnTo>
                    <a:pt x="2099" y="61"/>
                  </a:lnTo>
                  <a:lnTo>
                    <a:pt x="2281" y="283"/>
                  </a:lnTo>
                  <a:lnTo>
                    <a:pt x="2462" y="545"/>
                  </a:lnTo>
                  <a:lnTo>
                    <a:pt x="2624" y="787"/>
                  </a:lnTo>
                  <a:lnTo>
                    <a:pt x="2765" y="1050"/>
                  </a:lnTo>
                  <a:lnTo>
                    <a:pt x="2886" y="1292"/>
                  </a:lnTo>
                  <a:lnTo>
                    <a:pt x="3007" y="1554"/>
                  </a:lnTo>
                  <a:lnTo>
                    <a:pt x="3209" y="2079"/>
                  </a:lnTo>
                  <a:lnTo>
                    <a:pt x="3350" y="2604"/>
                  </a:lnTo>
                  <a:lnTo>
                    <a:pt x="3471" y="3108"/>
                  </a:lnTo>
                  <a:lnTo>
                    <a:pt x="3532" y="3592"/>
                  </a:lnTo>
                  <a:lnTo>
                    <a:pt x="3572" y="4036"/>
                  </a:lnTo>
                  <a:lnTo>
                    <a:pt x="3613" y="4581"/>
                  </a:lnTo>
                  <a:lnTo>
                    <a:pt x="3613" y="5126"/>
                  </a:lnTo>
                  <a:lnTo>
                    <a:pt x="3592" y="5671"/>
                  </a:lnTo>
                  <a:lnTo>
                    <a:pt x="3552" y="6216"/>
                  </a:lnTo>
                  <a:lnTo>
                    <a:pt x="3431" y="7285"/>
                  </a:lnTo>
                  <a:lnTo>
                    <a:pt x="3290" y="8355"/>
                  </a:lnTo>
                  <a:lnTo>
                    <a:pt x="2684" y="12734"/>
                  </a:lnTo>
                  <a:lnTo>
                    <a:pt x="2604" y="13360"/>
                  </a:lnTo>
                  <a:lnTo>
                    <a:pt x="2503" y="14026"/>
                  </a:lnTo>
                  <a:lnTo>
                    <a:pt x="2361" y="14712"/>
                  </a:lnTo>
                  <a:lnTo>
                    <a:pt x="2281" y="15055"/>
                  </a:lnTo>
                  <a:lnTo>
                    <a:pt x="2180" y="15398"/>
                  </a:lnTo>
                  <a:lnTo>
                    <a:pt x="2059" y="15741"/>
                  </a:lnTo>
                  <a:lnTo>
                    <a:pt x="1938" y="16084"/>
                  </a:lnTo>
                  <a:lnTo>
                    <a:pt x="1796" y="16407"/>
                  </a:lnTo>
                  <a:lnTo>
                    <a:pt x="1635" y="16730"/>
                  </a:lnTo>
                  <a:lnTo>
                    <a:pt x="1453" y="17053"/>
                  </a:lnTo>
                  <a:lnTo>
                    <a:pt x="1252" y="17355"/>
                  </a:lnTo>
                  <a:lnTo>
                    <a:pt x="1030" y="17638"/>
                  </a:lnTo>
                  <a:lnTo>
                    <a:pt x="787" y="17900"/>
                  </a:lnTo>
                  <a:lnTo>
                    <a:pt x="606" y="18082"/>
                  </a:lnTo>
                  <a:lnTo>
                    <a:pt x="404" y="18243"/>
                  </a:lnTo>
                  <a:lnTo>
                    <a:pt x="202" y="18384"/>
                  </a:lnTo>
                  <a:lnTo>
                    <a:pt x="0" y="18526"/>
                  </a:lnTo>
                  <a:lnTo>
                    <a:pt x="41" y="18606"/>
                  </a:lnTo>
                  <a:lnTo>
                    <a:pt x="263" y="18465"/>
                  </a:lnTo>
                  <a:lnTo>
                    <a:pt x="465" y="18304"/>
                  </a:lnTo>
                  <a:lnTo>
                    <a:pt x="666" y="18142"/>
                  </a:lnTo>
                  <a:lnTo>
                    <a:pt x="848" y="17961"/>
                  </a:lnTo>
                  <a:lnTo>
                    <a:pt x="1090" y="17678"/>
                  </a:lnTo>
                  <a:lnTo>
                    <a:pt x="1332" y="17396"/>
                  </a:lnTo>
                  <a:lnTo>
                    <a:pt x="1534" y="17093"/>
                  </a:lnTo>
                  <a:lnTo>
                    <a:pt x="1716" y="16790"/>
                  </a:lnTo>
                  <a:lnTo>
                    <a:pt x="1877" y="16447"/>
                  </a:lnTo>
                  <a:lnTo>
                    <a:pt x="2018" y="16124"/>
                  </a:lnTo>
                  <a:lnTo>
                    <a:pt x="2139" y="15781"/>
                  </a:lnTo>
                  <a:lnTo>
                    <a:pt x="2240" y="15438"/>
                  </a:lnTo>
                  <a:lnTo>
                    <a:pt x="2341" y="15075"/>
                  </a:lnTo>
                  <a:lnTo>
                    <a:pt x="2442" y="14732"/>
                  </a:lnTo>
                  <a:lnTo>
                    <a:pt x="2563" y="14046"/>
                  </a:lnTo>
                  <a:lnTo>
                    <a:pt x="2684" y="13380"/>
                  </a:lnTo>
                  <a:lnTo>
                    <a:pt x="2765" y="12734"/>
                  </a:lnTo>
                  <a:lnTo>
                    <a:pt x="3370" y="8375"/>
                  </a:lnTo>
                  <a:lnTo>
                    <a:pt x="3512" y="7306"/>
                  </a:lnTo>
                  <a:lnTo>
                    <a:pt x="3633" y="6216"/>
                  </a:lnTo>
                  <a:lnTo>
                    <a:pt x="3673" y="5671"/>
                  </a:lnTo>
                  <a:lnTo>
                    <a:pt x="3693" y="5126"/>
                  </a:lnTo>
                  <a:lnTo>
                    <a:pt x="3693" y="4581"/>
                  </a:lnTo>
                  <a:lnTo>
                    <a:pt x="3653" y="4036"/>
                  </a:lnTo>
                  <a:lnTo>
                    <a:pt x="3613" y="3572"/>
                  </a:lnTo>
                  <a:lnTo>
                    <a:pt x="3532" y="3088"/>
                  </a:lnTo>
                  <a:lnTo>
                    <a:pt x="3431" y="2583"/>
                  </a:lnTo>
                  <a:lnTo>
                    <a:pt x="3290" y="2059"/>
                  </a:lnTo>
                  <a:lnTo>
                    <a:pt x="3088" y="1534"/>
                  </a:lnTo>
                  <a:lnTo>
                    <a:pt x="2967" y="1272"/>
                  </a:lnTo>
                  <a:lnTo>
                    <a:pt x="2826" y="1009"/>
                  </a:lnTo>
                  <a:lnTo>
                    <a:pt x="2684" y="747"/>
                  </a:lnTo>
                  <a:lnTo>
                    <a:pt x="2523" y="485"/>
                  </a:lnTo>
                  <a:lnTo>
                    <a:pt x="2341" y="243"/>
                  </a:lnTo>
                  <a:lnTo>
                    <a:pt x="2160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7" name="Google Shape;47;p2"/>
            <p:cNvSpPr/>
            <p:nvPr/>
          </p:nvSpPr>
          <p:spPr>
            <a:xfrm flipH="1">
              <a:off x="-3448112" y="-5027215"/>
              <a:ext cx="1867255" cy="1352794"/>
            </a:xfrm>
            <a:custGeom>
              <a:rect b="b" l="l" r="r" t="t"/>
              <a:pathLst>
                <a:path extrusionOk="0" h="24197" w="33399">
                  <a:moveTo>
                    <a:pt x="13521" y="1"/>
                  </a:moveTo>
                  <a:lnTo>
                    <a:pt x="12391" y="21"/>
                  </a:lnTo>
                  <a:lnTo>
                    <a:pt x="11200" y="61"/>
                  </a:lnTo>
                  <a:lnTo>
                    <a:pt x="10009" y="101"/>
                  </a:lnTo>
                  <a:lnTo>
                    <a:pt x="8012" y="223"/>
                  </a:lnTo>
                  <a:lnTo>
                    <a:pt x="5832" y="364"/>
                  </a:lnTo>
                  <a:lnTo>
                    <a:pt x="5287" y="404"/>
                  </a:lnTo>
                  <a:lnTo>
                    <a:pt x="4702" y="424"/>
                  </a:lnTo>
                  <a:lnTo>
                    <a:pt x="3996" y="445"/>
                  </a:lnTo>
                  <a:lnTo>
                    <a:pt x="3289" y="485"/>
                  </a:lnTo>
                  <a:lnTo>
                    <a:pt x="2926" y="525"/>
                  </a:lnTo>
                  <a:lnTo>
                    <a:pt x="2603" y="586"/>
                  </a:lnTo>
                  <a:lnTo>
                    <a:pt x="2260" y="646"/>
                  </a:lnTo>
                  <a:lnTo>
                    <a:pt x="1958" y="747"/>
                  </a:lnTo>
                  <a:lnTo>
                    <a:pt x="1796" y="808"/>
                  </a:lnTo>
                  <a:lnTo>
                    <a:pt x="1655" y="868"/>
                  </a:lnTo>
                  <a:lnTo>
                    <a:pt x="1514" y="949"/>
                  </a:lnTo>
                  <a:lnTo>
                    <a:pt x="1372" y="1050"/>
                  </a:lnTo>
                  <a:lnTo>
                    <a:pt x="1251" y="1151"/>
                  </a:lnTo>
                  <a:lnTo>
                    <a:pt x="1130" y="1272"/>
                  </a:lnTo>
                  <a:lnTo>
                    <a:pt x="1009" y="1413"/>
                  </a:lnTo>
                  <a:lnTo>
                    <a:pt x="888" y="1554"/>
                  </a:lnTo>
                  <a:lnTo>
                    <a:pt x="686" y="1877"/>
                  </a:lnTo>
                  <a:lnTo>
                    <a:pt x="505" y="2241"/>
                  </a:lnTo>
                  <a:lnTo>
                    <a:pt x="343" y="2664"/>
                  </a:lnTo>
                  <a:lnTo>
                    <a:pt x="222" y="3128"/>
                  </a:lnTo>
                  <a:lnTo>
                    <a:pt x="141" y="3532"/>
                  </a:lnTo>
                  <a:lnTo>
                    <a:pt x="81" y="3956"/>
                  </a:lnTo>
                  <a:lnTo>
                    <a:pt x="40" y="4380"/>
                  </a:lnTo>
                  <a:lnTo>
                    <a:pt x="0" y="4783"/>
                  </a:lnTo>
                  <a:lnTo>
                    <a:pt x="0" y="5187"/>
                  </a:lnTo>
                  <a:lnTo>
                    <a:pt x="20" y="5550"/>
                  </a:lnTo>
                  <a:lnTo>
                    <a:pt x="40" y="5893"/>
                  </a:lnTo>
                  <a:lnTo>
                    <a:pt x="61" y="6216"/>
                  </a:lnTo>
                  <a:lnTo>
                    <a:pt x="121" y="6680"/>
                  </a:lnTo>
                  <a:lnTo>
                    <a:pt x="222" y="7144"/>
                  </a:lnTo>
                  <a:lnTo>
                    <a:pt x="323" y="7608"/>
                  </a:lnTo>
                  <a:lnTo>
                    <a:pt x="424" y="8052"/>
                  </a:lnTo>
                  <a:lnTo>
                    <a:pt x="686" y="8960"/>
                  </a:lnTo>
                  <a:lnTo>
                    <a:pt x="969" y="9848"/>
                  </a:lnTo>
                  <a:lnTo>
                    <a:pt x="1191" y="10595"/>
                  </a:lnTo>
                  <a:lnTo>
                    <a:pt x="1413" y="11362"/>
                  </a:lnTo>
                  <a:lnTo>
                    <a:pt x="1635" y="12230"/>
                  </a:lnTo>
                  <a:lnTo>
                    <a:pt x="1836" y="13118"/>
                  </a:lnTo>
                  <a:lnTo>
                    <a:pt x="1998" y="14026"/>
                  </a:lnTo>
                  <a:lnTo>
                    <a:pt x="2119" y="14914"/>
                  </a:lnTo>
                  <a:lnTo>
                    <a:pt x="2220" y="15822"/>
                  </a:lnTo>
                  <a:lnTo>
                    <a:pt x="2280" y="16730"/>
                  </a:lnTo>
                  <a:lnTo>
                    <a:pt x="2321" y="17638"/>
                  </a:lnTo>
                  <a:lnTo>
                    <a:pt x="2321" y="18546"/>
                  </a:lnTo>
                  <a:lnTo>
                    <a:pt x="2280" y="19656"/>
                  </a:lnTo>
                  <a:lnTo>
                    <a:pt x="2260" y="20403"/>
                  </a:lnTo>
                  <a:lnTo>
                    <a:pt x="2240" y="21169"/>
                  </a:lnTo>
                  <a:lnTo>
                    <a:pt x="2260" y="21936"/>
                  </a:lnTo>
                  <a:lnTo>
                    <a:pt x="2301" y="22320"/>
                  </a:lnTo>
                  <a:lnTo>
                    <a:pt x="2341" y="22703"/>
                  </a:lnTo>
                  <a:lnTo>
                    <a:pt x="2381" y="23046"/>
                  </a:lnTo>
                  <a:lnTo>
                    <a:pt x="2442" y="23248"/>
                  </a:lnTo>
                  <a:lnTo>
                    <a:pt x="2502" y="23430"/>
                  </a:lnTo>
                  <a:lnTo>
                    <a:pt x="2583" y="23611"/>
                  </a:lnTo>
                  <a:lnTo>
                    <a:pt x="2684" y="23773"/>
                  </a:lnTo>
                  <a:lnTo>
                    <a:pt x="2825" y="23914"/>
                  </a:lnTo>
                  <a:lnTo>
                    <a:pt x="2987" y="24055"/>
                  </a:lnTo>
                  <a:lnTo>
                    <a:pt x="3128" y="24116"/>
                  </a:lnTo>
                  <a:lnTo>
                    <a:pt x="3249" y="24156"/>
                  </a:lnTo>
                  <a:lnTo>
                    <a:pt x="3390" y="24196"/>
                  </a:lnTo>
                  <a:lnTo>
                    <a:pt x="3532" y="24196"/>
                  </a:lnTo>
                  <a:lnTo>
                    <a:pt x="3733" y="24176"/>
                  </a:lnTo>
                  <a:lnTo>
                    <a:pt x="3955" y="24136"/>
                  </a:lnTo>
                  <a:lnTo>
                    <a:pt x="4177" y="24055"/>
                  </a:lnTo>
                  <a:lnTo>
                    <a:pt x="4379" y="23934"/>
                  </a:lnTo>
                  <a:lnTo>
                    <a:pt x="4601" y="23813"/>
                  </a:lnTo>
                  <a:lnTo>
                    <a:pt x="4823" y="23652"/>
                  </a:lnTo>
                  <a:lnTo>
                    <a:pt x="5247" y="23329"/>
                  </a:lnTo>
                  <a:lnTo>
                    <a:pt x="5630" y="23026"/>
                  </a:lnTo>
                  <a:lnTo>
                    <a:pt x="6014" y="22743"/>
                  </a:lnTo>
                  <a:lnTo>
                    <a:pt x="6417" y="22481"/>
                  </a:lnTo>
                  <a:lnTo>
                    <a:pt x="6821" y="22239"/>
                  </a:lnTo>
                  <a:lnTo>
                    <a:pt x="7245" y="21997"/>
                  </a:lnTo>
                  <a:lnTo>
                    <a:pt x="7689" y="21775"/>
                  </a:lnTo>
                  <a:lnTo>
                    <a:pt x="8133" y="21553"/>
                  </a:lnTo>
                  <a:lnTo>
                    <a:pt x="8577" y="21371"/>
                  </a:lnTo>
                  <a:lnTo>
                    <a:pt x="9041" y="21169"/>
                  </a:lnTo>
                  <a:lnTo>
                    <a:pt x="9525" y="21008"/>
                  </a:lnTo>
                  <a:lnTo>
                    <a:pt x="10009" y="20867"/>
                  </a:lnTo>
                  <a:lnTo>
                    <a:pt x="10494" y="20725"/>
                  </a:lnTo>
                  <a:lnTo>
                    <a:pt x="10998" y="20604"/>
                  </a:lnTo>
                  <a:lnTo>
                    <a:pt x="11503" y="20483"/>
                  </a:lnTo>
                  <a:lnTo>
                    <a:pt x="12027" y="20403"/>
                  </a:lnTo>
                  <a:lnTo>
                    <a:pt x="12552" y="20322"/>
                  </a:lnTo>
                  <a:lnTo>
                    <a:pt x="13460" y="20221"/>
                  </a:lnTo>
                  <a:lnTo>
                    <a:pt x="14409" y="20160"/>
                  </a:lnTo>
                  <a:lnTo>
                    <a:pt x="15377" y="20160"/>
                  </a:lnTo>
                  <a:lnTo>
                    <a:pt x="16366" y="20201"/>
                  </a:lnTo>
                  <a:lnTo>
                    <a:pt x="17355" y="20302"/>
                  </a:lnTo>
                  <a:lnTo>
                    <a:pt x="18384" y="20423"/>
                  </a:lnTo>
                  <a:lnTo>
                    <a:pt x="19433" y="20604"/>
                  </a:lnTo>
                  <a:lnTo>
                    <a:pt x="20503" y="20826"/>
                  </a:lnTo>
                  <a:lnTo>
                    <a:pt x="21714" y="21129"/>
                  </a:lnTo>
                  <a:lnTo>
                    <a:pt x="22642" y="21351"/>
                  </a:lnTo>
                  <a:lnTo>
                    <a:pt x="23591" y="21553"/>
                  </a:lnTo>
                  <a:lnTo>
                    <a:pt x="24055" y="21654"/>
                  </a:lnTo>
                  <a:lnTo>
                    <a:pt x="24539" y="21714"/>
                  </a:lnTo>
                  <a:lnTo>
                    <a:pt x="25023" y="21775"/>
                  </a:lnTo>
                  <a:lnTo>
                    <a:pt x="25508" y="21815"/>
                  </a:lnTo>
                  <a:lnTo>
                    <a:pt x="26053" y="21835"/>
                  </a:lnTo>
                  <a:lnTo>
                    <a:pt x="26597" y="21815"/>
                  </a:lnTo>
                  <a:lnTo>
                    <a:pt x="27122" y="21755"/>
                  </a:lnTo>
                  <a:lnTo>
                    <a:pt x="27647" y="21654"/>
                  </a:lnTo>
                  <a:lnTo>
                    <a:pt x="28131" y="21533"/>
                  </a:lnTo>
                  <a:lnTo>
                    <a:pt x="28595" y="21371"/>
                  </a:lnTo>
                  <a:lnTo>
                    <a:pt x="29039" y="21169"/>
                  </a:lnTo>
                  <a:lnTo>
                    <a:pt x="29443" y="20947"/>
                  </a:lnTo>
                  <a:lnTo>
                    <a:pt x="29402" y="20867"/>
                  </a:lnTo>
                  <a:lnTo>
                    <a:pt x="28999" y="21089"/>
                  </a:lnTo>
                  <a:lnTo>
                    <a:pt x="28555" y="21291"/>
                  </a:lnTo>
                  <a:lnTo>
                    <a:pt x="28111" y="21452"/>
                  </a:lnTo>
                  <a:lnTo>
                    <a:pt x="27627" y="21573"/>
                  </a:lnTo>
                  <a:lnTo>
                    <a:pt x="27122" y="21674"/>
                  </a:lnTo>
                  <a:lnTo>
                    <a:pt x="26597" y="21734"/>
                  </a:lnTo>
                  <a:lnTo>
                    <a:pt x="26053" y="21755"/>
                  </a:lnTo>
                  <a:lnTo>
                    <a:pt x="25508" y="21734"/>
                  </a:lnTo>
                  <a:lnTo>
                    <a:pt x="25023" y="21694"/>
                  </a:lnTo>
                  <a:lnTo>
                    <a:pt x="24539" y="21634"/>
                  </a:lnTo>
                  <a:lnTo>
                    <a:pt x="24075" y="21573"/>
                  </a:lnTo>
                  <a:lnTo>
                    <a:pt x="23591" y="21472"/>
                  </a:lnTo>
                  <a:lnTo>
                    <a:pt x="22662" y="21270"/>
                  </a:lnTo>
                  <a:lnTo>
                    <a:pt x="21734" y="21048"/>
                  </a:lnTo>
                  <a:lnTo>
                    <a:pt x="20503" y="20746"/>
                  </a:lnTo>
                  <a:lnTo>
                    <a:pt x="19454" y="20524"/>
                  </a:lnTo>
                  <a:lnTo>
                    <a:pt x="18404" y="20342"/>
                  </a:lnTo>
                  <a:lnTo>
                    <a:pt x="17375" y="20221"/>
                  </a:lnTo>
                  <a:lnTo>
                    <a:pt x="16366" y="20120"/>
                  </a:lnTo>
                  <a:lnTo>
                    <a:pt x="15377" y="20080"/>
                  </a:lnTo>
                  <a:lnTo>
                    <a:pt x="14409" y="20080"/>
                  </a:lnTo>
                  <a:lnTo>
                    <a:pt x="13460" y="20140"/>
                  </a:lnTo>
                  <a:lnTo>
                    <a:pt x="12532" y="20241"/>
                  </a:lnTo>
                  <a:lnTo>
                    <a:pt x="12007" y="20322"/>
                  </a:lnTo>
                  <a:lnTo>
                    <a:pt x="11503" y="20403"/>
                  </a:lnTo>
                  <a:lnTo>
                    <a:pt x="10978" y="20524"/>
                  </a:lnTo>
                  <a:lnTo>
                    <a:pt x="10474" y="20645"/>
                  </a:lnTo>
                  <a:lnTo>
                    <a:pt x="9989" y="20786"/>
                  </a:lnTo>
                  <a:lnTo>
                    <a:pt x="9505" y="20927"/>
                  </a:lnTo>
                  <a:lnTo>
                    <a:pt x="9021" y="21109"/>
                  </a:lnTo>
                  <a:lnTo>
                    <a:pt x="8556" y="21291"/>
                  </a:lnTo>
                  <a:lnTo>
                    <a:pt x="8092" y="21492"/>
                  </a:lnTo>
                  <a:lnTo>
                    <a:pt x="7648" y="21694"/>
                  </a:lnTo>
                  <a:lnTo>
                    <a:pt x="7204" y="21916"/>
                  </a:lnTo>
                  <a:lnTo>
                    <a:pt x="6781" y="22158"/>
                  </a:lnTo>
                  <a:lnTo>
                    <a:pt x="6377" y="22421"/>
                  </a:lnTo>
                  <a:lnTo>
                    <a:pt x="5973" y="22683"/>
                  </a:lnTo>
                  <a:lnTo>
                    <a:pt x="5590" y="22965"/>
                  </a:lnTo>
                  <a:lnTo>
                    <a:pt x="5207" y="23268"/>
                  </a:lnTo>
                  <a:lnTo>
                    <a:pt x="4924" y="23490"/>
                  </a:lnTo>
                  <a:lnTo>
                    <a:pt x="4641" y="23692"/>
                  </a:lnTo>
                  <a:lnTo>
                    <a:pt x="4359" y="23853"/>
                  </a:lnTo>
                  <a:lnTo>
                    <a:pt x="4076" y="23995"/>
                  </a:lnTo>
                  <a:lnTo>
                    <a:pt x="3935" y="24055"/>
                  </a:lnTo>
                  <a:lnTo>
                    <a:pt x="3814" y="24096"/>
                  </a:lnTo>
                  <a:lnTo>
                    <a:pt x="3673" y="24116"/>
                  </a:lnTo>
                  <a:lnTo>
                    <a:pt x="3411" y="24116"/>
                  </a:lnTo>
                  <a:lnTo>
                    <a:pt x="3269" y="24096"/>
                  </a:lnTo>
                  <a:lnTo>
                    <a:pt x="3148" y="24035"/>
                  </a:lnTo>
                  <a:lnTo>
                    <a:pt x="3027" y="23974"/>
                  </a:lnTo>
                  <a:lnTo>
                    <a:pt x="2886" y="23853"/>
                  </a:lnTo>
                  <a:lnTo>
                    <a:pt x="2745" y="23712"/>
                  </a:lnTo>
                  <a:lnTo>
                    <a:pt x="2644" y="23551"/>
                  </a:lnTo>
                  <a:lnTo>
                    <a:pt x="2583" y="23389"/>
                  </a:lnTo>
                  <a:lnTo>
                    <a:pt x="2523" y="23208"/>
                  </a:lnTo>
                  <a:lnTo>
                    <a:pt x="2462" y="23026"/>
                  </a:lnTo>
                  <a:lnTo>
                    <a:pt x="2422" y="22683"/>
                  </a:lnTo>
                  <a:lnTo>
                    <a:pt x="2381" y="22300"/>
                  </a:lnTo>
                  <a:lnTo>
                    <a:pt x="2341" y="21936"/>
                  </a:lnTo>
                  <a:lnTo>
                    <a:pt x="2321" y="21169"/>
                  </a:lnTo>
                  <a:lnTo>
                    <a:pt x="2341" y="20403"/>
                  </a:lnTo>
                  <a:lnTo>
                    <a:pt x="2361" y="19656"/>
                  </a:lnTo>
                  <a:lnTo>
                    <a:pt x="2402" y="18546"/>
                  </a:lnTo>
                  <a:lnTo>
                    <a:pt x="2402" y="17638"/>
                  </a:lnTo>
                  <a:lnTo>
                    <a:pt x="2361" y="16710"/>
                  </a:lnTo>
                  <a:lnTo>
                    <a:pt x="2301" y="15802"/>
                  </a:lnTo>
                  <a:lnTo>
                    <a:pt x="2200" y="14914"/>
                  </a:lnTo>
                  <a:lnTo>
                    <a:pt x="2079" y="14006"/>
                  </a:lnTo>
                  <a:lnTo>
                    <a:pt x="1917" y="13118"/>
                  </a:lnTo>
                  <a:lnTo>
                    <a:pt x="1715" y="12230"/>
                  </a:lnTo>
                  <a:lnTo>
                    <a:pt x="1493" y="11342"/>
                  </a:lnTo>
                  <a:lnTo>
                    <a:pt x="1271" y="10575"/>
                  </a:lnTo>
                  <a:lnTo>
                    <a:pt x="1029" y="9828"/>
                  </a:lnTo>
                  <a:lnTo>
                    <a:pt x="767" y="8940"/>
                  </a:lnTo>
                  <a:lnTo>
                    <a:pt x="505" y="8032"/>
                  </a:lnTo>
                  <a:lnTo>
                    <a:pt x="404" y="7588"/>
                  </a:lnTo>
                  <a:lnTo>
                    <a:pt x="303" y="7124"/>
                  </a:lnTo>
                  <a:lnTo>
                    <a:pt x="202" y="6660"/>
                  </a:lnTo>
                  <a:lnTo>
                    <a:pt x="141" y="6196"/>
                  </a:lnTo>
                  <a:lnTo>
                    <a:pt x="101" y="5853"/>
                  </a:lnTo>
                  <a:lnTo>
                    <a:pt x="81" y="5469"/>
                  </a:lnTo>
                  <a:lnTo>
                    <a:pt x="81" y="5086"/>
                  </a:lnTo>
                  <a:lnTo>
                    <a:pt x="101" y="4682"/>
                  </a:lnTo>
                  <a:lnTo>
                    <a:pt x="121" y="4279"/>
                  </a:lnTo>
                  <a:lnTo>
                    <a:pt x="162" y="3855"/>
                  </a:lnTo>
                  <a:lnTo>
                    <a:pt x="242" y="3451"/>
                  </a:lnTo>
                  <a:lnTo>
                    <a:pt x="323" y="3048"/>
                  </a:lnTo>
                  <a:lnTo>
                    <a:pt x="424" y="2664"/>
                  </a:lnTo>
                  <a:lnTo>
                    <a:pt x="565" y="2301"/>
                  </a:lnTo>
                  <a:lnTo>
                    <a:pt x="727" y="1958"/>
                  </a:lnTo>
                  <a:lnTo>
                    <a:pt x="928" y="1655"/>
                  </a:lnTo>
                  <a:lnTo>
                    <a:pt x="1130" y="1373"/>
                  </a:lnTo>
                  <a:lnTo>
                    <a:pt x="1251" y="1252"/>
                  </a:lnTo>
                  <a:lnTo>
                    <a:pt x="1393" y="1151"/>
                  </a:lnTo>
                  <a:lnTo>
                    <a:pt x="1514" y="1050"/>
                  </a:lnTo>
                  <a:lnTo>
                    <a:pt x="1655" y="949"/>
                  </a:lnTo>
                  <a:lnTo>
                    <a:pt x="1816" y="888"/>
                  </a:lnTo>
                  <a:lnTo>
                    <a:pt x="1978" y="828"/>
                  </a:lnTo>
                  <a:lnTo>
                    <a:pt x="2280" y="727"/>
                  </a:lnTo>
                  <a:lnTo>
                    <a:pt x="2603" y="666"/>
                  </a:lnTo>
                  <a:lnTo>
                    <a:pt x="2946" y="606"/>
                  </a:lnTo>
                  <a:lnTo>
                    <a:pt x="3289" y="566"/>
                  </a:lnTo>
                  <a:lnTo>
                    <a:pt x="3996" y="525"/>
                  </a:lnTo>
                  <a:lnTo>
                    <a:pt x="4702" y="505"/>
                  </a:lnTo>
                  <a:lnTo>
                    <a:pt x="5287" y="485"/>
                  </a:lnTo>
                  <a:lnTo>
                    <a:pt x="5852" y="445"/>
                  </a:lnTo>
                  <a:lnTo>
                    <a:pt x="8012" y="303"/>
                  </a:lnTo>
                  <a:lnTo>
                    <a:pt x="10009" y="182"/>
                  </a:lnTo>
                  <a:lnTo>
                    <a:pt x="11200" y="142"/>
                  </a:lnTo>
                  <a:lnTo>
                    <a:pt x="12391" y="101"/>
                  </a:lnTo>
                  <a:lnTo>
                    <a:pt x="13521" y="81"/>
                  </a:lnTo>
                  <a:lnTo>
                    <a:pt x="14651" y="81"/>
                  </a:lnTo>
                  <a:lnTo>
                    <a:pt x="15741" y="101"/>
                  </a:lnTo>
                  <a:lnTo>
                    <a:pt x="16790" y="122"/>
                  </a:lnTo>
                  <a:lnTo>
                    <a:pt x="17839" y="182"/>
                  </a:lnTo>
                  <a:lnTo>
                    <a:pt x="18868" y="243"/>
                  </a:lnTo>
                  <a:lnTo>
                    <a:pt x="19857" y="323"/>
                  </a:lnTo>
                  <a:lnTo>
                    <a:pt x="20826" y="404"/>
                  </a:lnTo>
                  <a:lnTo>
                    <a:pt x="21795" y="525"/>
                  </a:lnTo>
                  <a:lnTo>
                    <a:pt x="22723" y="666"/>
                  </a:lnTo>
                  <a:lnTo>
                    <a:pt x="23651" y="808"/>
                  </a:lnTo>
                  <a:lnTo>
                    <a:pt x="24559" y="969"/>
                  </a:lnTo>
                  <a:lnTo>
                    <a:pt x="25447" y="1151"/>
                  </a:lnTo>
                  <a:lnTo>
                    <a:pt x="26335" y="1353"/>
                  </a:lnTo>
                  <a:lnTo>
                    <a:pt x="27082" y="1534"/>
                  </a:lnTo>
                  <a:lnTo>
                    <a:pt x="27828" y="1756"/>
                  </a:lnTo>
                  <a:lnTo>
                    <a:pt x="28575" y="2019"/>
                  </a:lnTo>
                  <a:lnTo>
                    <a:pt x="28958" y="2160"/>
                  </a:lnTo>
                  <a:lnTo>
                    <a:pt x="29322" y="2321"/>
                  </a:lnTo>
                  <a:lnTo>
                    <a:pt x="29665" y="2503"/>
                  </a:lnTo>
                  <a:lnTo>
                    <a:pt x="30028" y="2684"/>
                  </a:lnTo>
                  <a:lnTo>
                    <a:pt x="30371" y="2886"/>
                  </a:lnTo>
                  <a:lnTo>
                    <a:pt x="30694" y="3108"/>
                  </a:lnTo>
                  <a:lnTo>
                    <a:pt x="30997" y="3350"/>
                  </a:lnTo>
                  <a:lnTo>
                    <a:pt x="31299" y="3613"/>
                  </a:lnTo>
                  <a:lnTo>
                    <a:pt x="31582" y="3895"/>
                  </a:lnTo>
                  <a:lnTo>
                    <a:pt x="31844" y="4198"/>
                  </a:lnTo>
                  <a:lnTo>
                    <a:pt x="32086" y="4521"/>
                  </a:lnTo>
                  <a:lnTo>
                    <a:pt x="32288" y="4844"/>
                  </a:lnTo>
                  <a:lnTo>
                    <a:pt x="32470" y="5167"/>
                  </a:lnTo>
                  <a:lnTo>
                    <a:pt x="32631" y="5490"/>
                  </a:lnTo>
                  <a:lnTo>
                    <a:pt x="32772" y="5833"/>
                  </a:lnTo>
                  <a:lnTo>
                    <a:pt x="32894" y="6176"/>
                  </a:lnTo>
                  <a:lnTo>
                    <a:pt x="33015" y="6519"/>
                  </a:lnTo>
                  <a:lnTo>
                    <a:pt x="33095" y="6862"/>
                  </a:lnTo>
                  <a:lnTo>
                    <a:pt x="33156" y="7205"/>
                  </a:lnTo>
                  <a:lnTo>
                    <a:pt x="33216" y="7548"/>
                  </a:lnTo>
                  <a:lnTo>
                    <a:pt x="33277" y="8214"/>
                  </a:lnTo>
                  <a:lnTo>
                    <a:pt x="33317" y="8860"/>
                  </a:lnTo>
                  <a:lnTo>
                    <a:pt x="33297" y="9445"/>
                  </a:lnTo>
                  <a:lnTo>
                    <a:pt x="33277" y="9949"/>
                  </a:lnTo>
                  <a:lnTo>
                    <a:pt x="33216" y="10454"/>
                  </a:lnTo>
                  <a:lnTo>
                    <a:pt x="33156" y="10938"/>
                  </a:lnTo>
                  <a:lnTo>
                    <a:pt x="33095" y="11443"/>
                  </a:lnTo>
                  <a:lnTo>
                    <a:pt x="32914" y="12431"/>
                  </a:lnTo>
                  <a:lnTo>
                    <a:pt x="32732" y="13420"/>
                  </a:lnTo>
                  <a:lnTo>
                    <a:pt x="32450" y="14954"/>
                  </a:lnTo>
                  <a:lnTo>
                    <a:pt x="32288" y="15923"/>
                  </a:lnTo>
                  <a:lnTo>
                    <a:pt x="32167" y="16710"/>
                  </a:lnTo>
                  <a:lnTo>
                    <a:pt x="32026" y="17497"/>
                  </a:lnTo>
                  <a:lnTo>
                    <a:pt x="31844" y="18284"/>
                  </a:lnTo>
                  <a:lnTo>
                    <a:pt x="31743" y="18667"/>
                  </a:lnTo>
                  <a:lnTo>
                    <a:pt x="31622" y="19051"/>
                  </a:lnTo>
                  <a:lnTo>
                    <a:pt x="31481" y="19454"/>
                  </a:lnTo>
                  <a:lnTo>
                    <a:pt x="31319" y="19898"/>
                  </a:lnTo>
                  <a:lnTo>
                    <a:pt x="31098" y="20342"/>
                  </a:lnTo>
                  <a:lnTo>
                    <a:pt x="30835" y="20806"/>
                  </a:lnTo>
                  <a:lnTo>
                    <a:pt x="30553" y="21250"/>
                  </a:lnTo>
                  <a:lnTo>
                    <a:pt x="30371" y="21472"/>
                  </a:lnTo>
                  <a:lnTo>
                    <a:pt x="30210" y="21674"/>
                  </a:lnTo>
                  <a:lnTo>
                    <a:pt x="30008" y="21876"/>
                  </a:lnTo>
                  <a:lnTo>
                    <a:pt x="29806" y="22078"/>
                  </a:lnTo>
                  <a:lnTo>
                    <a:pt x="29584" y="22259"/>
                  </a:lnTo>
                  <a:lnTo>
                    <a:pt x="29362" y="22441"/>
                  </a:lnTo>
                  <a:lnTo>
                    <a:pt x="29402" y="22501"/>
                  </a:lnTo>
                  <a:lnTo>
                    <a:pt x="29766" y="22219"/>
                  </a:lnTo>
                  <a:lnTo>
                    <a:pt x="30129" y="21876"/>
                  </a:lnTo>
                  <a:lnTo>
                    <a:pt x="30452" y="21513"/>
                  </a:lnTo>
                  <a:lnTo>
                    <a:pt x="30754" y="21089"/>
                  </a:lnTo>
                  <a:lnTo>
                    <a:pt x="31037" y="20645"/>
                  </a:lnTo>
                  <a:lnTo>
                    <a:pt x="31279" y="20160"/>
                  </a:lnTo>
                  <a:lnTo>
                    <a:pt x="31501" y="19636"/>
                  </a:lnTo>
                  <a:lnTo>
                    <a:pt x="31703" y="19071"/>
                  </a:lnTo>
                  <a:lnTo>
                    <a:pt x="31824" y="18687"/>
                  </a:lnTo>
                  <a:lnTo>
                    <a:pt x="31925" y="18304"/>
                  </a:lnTo>
                  <a:lnTo>
                    <a:pt x="32086" y="17517"/>
                  </a:lnTo>
                  <a:lnTo>
                    <a:pt x="32248" y="16730"/>
                  </a:lnTo>
                  <a:lnTo>
                    <a:pt x="32369" y="15943"/>
                  </a:lnTo>
                  <a:lnTo>
                    <a:pt x="32530" y="14954"/>
                  </a:lnTo>
                  <a:lnTo>
                    <a:pt x="32813" y="13440"/>
                  </a:lnTo>
                  <a:lnTo>
                    <a:pt x="32994" y="12452"/>
                  </a:lnTo>
                  <a:lnTo>
                    <a:pt x="33176" y="11463"/>
                  </a:lnTo>
                  <a:lnTo>
                    <a:pt x="33237" y="10958"/>
                  </a:lnTo>
                  <a:lnTo>
                    <a:pt x="33297" y="10454"/>
                  </a:lnTo>
                  <a:lnTo>
                    <a:pt x="33358" y="9949"/>
                  </a:lnTo>
                  <a:lnTo>
                    <a:pt x="33378" y="9445"/>
                  </a:lnTo>
                  <a:lnTo>
                    <a:pt x="33398" y="8860"/>
                  </a:lnTo>
                  <a:lnTo>
                    <a:pt x="33358" y="8214"/>
                  </a:lnTo>
                  <a:lnTo>
                    <a:pt x="33337" y="7871"/>
                  </a:lnTo>
                  <a:lnTo>
                    <a:pt x="33297" y="7548"/>
                  </a:lnTo>
                  <a:lnTo>
                    <a:pt x="33237" y="7205"/>
                  </a:lnTo>
                  <a:lnTo>
                    <a:pt x="33176" y="6842"/>
                  </a:lnTo>
                  <a:lnTo>
                    <a:pt x="33075" y="6499"/>
                  </a:lnTo>
                  <a:lnTo>
                    <a:pt x="32974" y="6155"/>
                  </a:lnTo>
                  <a:lnTo>
                    <a:pt x="32853" y="5812"/>
                  </a:lnTo>
                  <a:lnTo>
                    <a:pt x="32712" y="5469"/>
                  </a:lnTo>
                  <a:lnTo>
                    <a:pt x="32550" y="5126"/>
                  </a:lnTo>
                  <a:lnTo>
                    <a:pt x="32369" y="4783"/>
                  </a:lnTo>
                  <a:lnTo>
                    <a:pt x="32147" y="4460"/>
                  </a:lnTo>
                  <a:lnTo>
                    <a:pt x="31925" y="4158"/>
                  </a:lnTo>
                  <a:lnTo>
                    <a:pt x="31642" y="3855"/>
                  </a:lnTo>
                  <a:lnTo>
                    <a:pt x="31360" y="3552"/>
                  </a:lnTo>
                  <a:lnTo>
                    <a:pt x="31057" y="3290"/>
                  </a:lnTo>
                  <a:lnTo>
                    <a:pt x="30734" y="3048"/>
                  </a:lnTo>
                  <a:lnTo>
                    <a:pt x="30411" y="2826"/>
                  </a:lnTo>
                  <a:lnTo>
                    <a:pt x="30068" y="2624"/>
                  </a:lnTo>
                  <a:lnTo>
                    <a:pt x="29725" y="2422"/>
                  </a:lnTo>
                  <a:lnTo>
                    <a:pt x="29362" y="2241"/>
                  </a:lnTo>
                  <a:lnTo>
                    <a:pt x="28979" y="2079"/>
                  </a:lnTo>
                  <a:lnTo>
                    <a:pt x="28615" y="1938"/>
                  </a:lnTo>
                  <a:lnTo>
                    <a:pt x="27849" y="1675"/>
                  </a:lnTo>
                  <a:lnTo>
                    <a:pt x="27102" y="1454"/>
                  </a:lnTo>
                  <a:lnTo>
                    <a:pt x="26355" y="1272"/>
                  </a:lnTo>
                  <a:lnTo>
                    <a:pt x="25467" y="1070"/>
                  </a:lnTo>
                  <a:lnTo>
                    <a:pt x="24579" y="888"/>
                  </a:lnTo>
                  <a:lnTo>
                    <a:pt x="23671" y="727"/>
                  </a:lnTo>
                  <a:lnTo>
                    <a:pt x="22743" y="586"/>
                  </a:lnTo>
                  <a:lnTo>
                    <a:pt x="21795" y="445"/>
                  </a:lnTo>
                  <a:lnTo>
                    <a:pt x="20846" y="344"/>
                  </a:lnTo>
                  <a:lnTo>
                    <a:pt x="19857" y="243"/>
                  </a:lnTo>
                  <a:lnTo>
                    <a:pt x="18868" y="162"/>
                  </a:lnTo>
                  <a:lnTo>
                    <a:pt x="17839" y="101"/>
                  </a:lnTo>
                  <a:lnTo>
                    <a:pt x="16810" y="41"/>
                  </a:lnTo>
                  <a:lnTo>
                    <a:pt x="15741" y="21"/>
                  </a:lnTo>
                  <a:lnTo>
                    <a:pt x="14651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8" name="Google Shape;48;p2"/>
            <p:cNvSpPr/>
            <p:nvPr/>
          </p:nvSpPr>
          <p:spPr>
            <a:xfrm flipH="1">
              <a:off x="-3224708" y="-4984335"/>
              <a:ext cx="1754433" cy="1582965"/>
            </a:xfrm>
            <a:custGeom>
              <a:rect b="b" l="l" r="r" t="t"/>
              <a:pathLst>
                <a:path extrusionOk="0" h="28314" w="31381">
                  <a:moveTo>
                    <a:pt x="3310" y="0"/>
                  </a:moveTo>
                  <a:lnTo>
                    <a:pt x="1938" y="121"/>
                  </a:lnTo>
                  <a:lnTo>
                    <a:pt x="1554" y="162"/>
                  </a:lnTo>
                  <a:lnTo>
                    <a:pt x="1231" y="222"/>
                  </a:lnTo>
                  <a:lnTo>
                    <a:pt x="989" y="303"/>
                  </a:lnTo>
                  <a:lnTo>
                    <a:pt x="868" y="343"/>
                  </a:lnTo>
                  <a:lnTo>
                    <a:pt x="787" y="404"/>
                  </a:lnTo>
                  <a:lnTo>
                    <a:pt x="687" y="485"/>
                  </a:lnTo>
                  <a:lnTo>
                    <a:pt x="626" y="565"/>
                  </a:lnTo>
                  <a:lnTo>
                    <a:pt x="545" y="666"/>
                  </a:lnTo>
                  <a:lnTo>
                    <a:pt x="485" y="787"/>
                  </a:lnTo>
                  <a:lnTo>
                    <a:pt x="384" y="1070"/>
                  </a:lnTo>
                  <a:lnTo>
                    <a:pt x="283" y="1453"/>
                  </a:lnTo>
                  <a:lnTo>
                    <a:pt x="162" y="2180"/>
                  </a:lnTo>
                  <a:lnTo>
                    <a:pt x="61" y="2926"/>
                  </a:lnTo>
                  <a:lnTo>
                    <a:pt x="21" y="3693"/>
                  </a:lnTo>
                  <a:lnTo>
                    <a:pt x="0" y="4501"/>
                  </a:lnTo>
                  <a:lnTo>
                    <a:pt x="21" y="5247"/>
                  </a:lnTo>
                  <a:lnTo>
                    <a:pt x="61" y="5974"/>
                  </a:lnTo>
                  <a:lnTo>
                    <a:pt x="122" y="6700"/>
                  </a:lnTo>
                  <a:lnTo>
                    <a:pt x="202" y="7447"/>
                  </a:lnTo>
                  <a:lnTo>
                    <a:pt x="303" y="8193"/>
                  </a:lnTo>
                  <a:lnTo>
                    <a:pt x="424" y="8940"/>
                  </a:lnTo>
                  <a:lnTo>
                    <a:pt x="666" y="10514"/>
                  </a:lnTo>
                  <a:lnTo>
                    <a:pt x="909" y="11826"/>
                  </a:lnTo>
                  <a:lnTo>
                    <a:pt x="1534" y="15559"/>
                  </a:lnTo>
                  <a:lnTo>
                    <a:pt x="1837" y="17436"/>
                  </a:lnTo>
                  <a:lnTo>
                    <a:pt x="2099" y="19333"/>
                  </a:lnTo>
                  <a:lnTo>
                    <a:pt x="2341" y="21230"/>
                  </a:lnTo>
                  <a:lnTo>
                    <a:pt x="2442" y="22198"/>
                  </a:lnTo>
                  <a:lnTo>
                    <a:pt x="2543" y="23147"/>
                  </a:lnTo>
                  <a:lnTo>
                    <a:pt x="2604" y="24095"/>
                  </a:lnTo>
                  <a:lnTo>
                    <a:pt x="2684" y="25044"/>
                  </a:lnTo>
                  <a:lnTo>
                    <a:pt x="2725" y="26013"/>
                  </a:lnTo>
                  <a:lnTo>
                    <a:pt x="2745" y="26961"/>
                  </a:lnTo>
                  <a:lnTo>
                    <a:pt x="2765" y="27143"/>
                  </a:lnTo>
                  <a:lnTo>
                    <a:pt x="2785" y="27304"/>
                  </a:lnTo>
                  <a:lnTo>
                    <a:pt x="2826" y="27486"/>
                  </a:lnTo>
                  <a:lnTo>
                    <a:pt x="2866" y="27667"/>
                  </a:lnTo>
                  <a:lnTo>
                    <a:pt x="2927" y="27829"/>
                  </a:lnTo>
                  <a:lnTo>
                    <a:pt x="3007" y="27970"/>
                  </a:lnTo>
                  <a:lnTo>
                    <a:pt x="3108" y="28091"/>
                  </a:lnTo>
                  <a:lnTo>
                    <a:pt x="3209" y="28192"/>
                  </a:lnTo>
                  <a:lnTo>
                    <a:pt x="3290" y="28253"/>
                  </a:lnTo>
                  <a:lnTo>
                    <a:pt x="3371" y="28273"/>
                  </a:lnTo>
                  <a:lnTo>
                    <a:pt x="3451" y="28313"/>
                  </a:lnTo>
                  <a:lnTo>
                    <a:pt x="3532" y="28313"/>
                  </a:lnTo>
                  <a:lnTo>
                    <a:pt x="3673" y="28293"/>
                  </a:lnTo>
                  <a:lnTo>
                    <a:pt x="3754" y="28273"/>
                  </a:lnTo>
                  <a:lnTo>
                    <a:pt x="3835" y="28232"/>
                  </a:lnTo>
                  <a:lnTo>
                    <a:pt x="3956" y="28131"/>
                  </a:lnTo>
                  <a:lnTo>
                    <a:pt x="4077" y="28031"/>
                  </a:lnTo>
                  <a:lnTo>
                    <a:pt x="4178" y="27909"/>
                  </a:lnTo>
                  <a:lnTo>
                    <a:pt x="4380" y="27667"/>
                  </a:lnTo>
                  <a:lnTo>
                    <a:pt x="5126" y="26820"/>
                  </a:lnTo>
                  <a:lnTo>
                    <a:pt x="5510" y="26396"/>
                  </a:lnTo>
                  <a:lnTo>
                    <a:pt x="5893" y="25992"/>
                  </a:lnTo>
                  <a:lnTo>
                    <a:pt x="6297" y="25589"/>
                  </a:lnTo>
                  <a:lnTo>
                    <a:pt x="6700" y="25205"/>
                  </a:lnTo>
                  <a:lnTo>
                    <a:pt x="7124" y="24842"/>
                  </a:lnTo>
                  <a:lnTo>
                    <a:pt x="7588" y="24499"/>
                  </a:lnTo>
                  <a:lnTo>
                    <a:pt x="8012" y="24196"/>
                  </a:lnTo>
                  <a:lnTo>
                    <a:pt x="8476" y="23914"/>
                  </a:lnTo>
                  <a:lnTo>
                    <a:pt x="8940" y="23651"/>
                  </a:lnTo>
                  <a:lnTo>
                    <a:pt x="9445" y="23409"/>
                  </a:lnTo>
                  <a:lnTo>
                    <a:pt x="9949" y="23187"/>
                  </a:lnTo>
                  <a:lnTo>
                    <a:pt x="10474" y="22985"/>
                  </a:lnTo>
                  <a:lnTo>
                    <a:pt x="11039" y="22804"/>
                  </a:lnTo>
                  <a:lnTo>
                    <a:pt x="11604" y="22642"/>
                  </a:lnTo>
                  <a:lnTo>
                    <a:pt x="12209" y="22501"/>
                  </a:lnTo>
                  <a:lnTo>
                    <a:pt x="12815" y="22380"/>
                  </a:lnTo>
                  <a:lnTo>
                    <a:pt x="13440" y="22279"/>
                  </a:lnTo>
                  <a:lnTo>
                    <a:pt x="14086" y="22219"/>
                  </a:lnTo>
                  <a:lnTo>
                    <a:pt x="14752" y="22158"/>
                  </a:lnTo>
                  <a:lnTo>
                    <a:pt x="15438" y="22118"/>
                  </a:lnTo>
                  <a:lnTo>
                    <a:pt x="16144" y="22098"/>
                  </a:lnTo>
                  <a:lnTo>
                    <a:pt x="16871" y="22098"/>
                  </a:lnTo>
                  <a:lnTo>
                    <a:pt x="18082" y="22138"/>
                  </a:lnTo>
                  <a:lnTo>
                    <a:pt x="19293" y="22219"/>
                  </a:lnTo>
                  <a:lnTo>
                    <a:pt x="20503" y="22320"/>
                  </a:lnTo>
                  <a:lnTo>
                    <a:pt x="21694" y="22441"/>
                  </a:lnTo>
                  <a:lnTo>
                    <a:pt x="22905" y="22562"/>
                  </a:lnTo>
                  <a:lnTo>
                    <a:pt x="24156" y="22663"/>
                  </a:lnTo>
                  <a:lnTo>
                    <a:pt x="25387" y="22743"/>
                  </a:lnTo>
                  <a:lnTo>
                    <a:pt x="26638" y="22784"/>
                  </a:lnTo>
                  <a:lnTo>
                    <a:pt x="27788" y="22784"/>
                  </a:lnTo>
                  <a:lnTo>
                    <a:pt x="28414" y="22723"/>
                  </a:lnTo>
                  <a:lnTo>
                    <a:pt x="29019" y="22642"/>
                  </a:lnTo>
                  <a:lnTo>
                    <a:pt x="29342" y="22582"/>
                  </a:lnTo>
                  <a:lnTo>
                    <a:pt x="29645" y="22501"/>
                  </a:lnTo>
                  <a:lnTo>
                    <a:pt x="29948" y="22420"/>
                  </a:lnTo>
                  <a:lnTo>
                    <a:pt x="30250" y="22320"/>
                  </a:lnTo>
                  <a:lnTo>
                    <a:pt x="30533" y="22198"/>
                  </a:lnTo>
                  <a:lnTo>
                    <a:pt x="30836" y="22057"/>
                  </a:lnTo>
                  <a:lnTo>
                    <a:pt x="31118" y="21896"/>
                  </a:lnTo>
                  <a:lnTo>
                    <a:pt x="31380" y="21734"/>
                  </a:lnTo>
                  <a:lnTo>
                    <a:pt x="31340" y="21674"/>
                  </a:lnTo>
                  <a:lnTo>
                    <a:pt x="31037" y="21855"/>
                  </a:lnTo>
                  <a:lnTo>
                    <a:pt x="30674" y="22057"/>
                  </a:lnTo>
                  <a:lnTo>
                    <a:pt x="30250" y="22239"/>
                  </a:lnTo>
                  <a:lnTo>
                    <a:pt x="30008" y="22320"/>
                  </a:lnTo>
                  <a:lnTo>
                    <a:pt x="29746" y="22400"/>
                  </a:lnTo>
                  <a:lnTo>
                    <a:pt x="29463" y="22461"/>
                  </a:lnTo>
                  <a:lnTo>
                    <a:pt x="29140" y="22542"/>
                  </a:lnTo>
                  <a:lnTo>
                    <a:pt x="28797" y="22582"/>
                  </a:lnTo>
                  <a:lnTo>
                    <a:pt x="28434" y="22642"/>
                  </a:lnTo>
                  <a:lnTo>
                    <a:pt x="28031" y="22683"/>
                  </a:lnTo>
                  <a:lnTo>
                    <a:pt x="27607" y="22703"/>
                  </a:lnTo>
                  <a:lnTo>
                    <a:pt x="26638" y="22703"/>
                  </a:lnTo>
                  <a:lnTo>
                    <a:pt x="25387" y="22663"/>
                  </a:lnTo>
                  <a:lnTo>
                    <a:pt x="24156" y="22582"/>
                  </a:lnTo>
                  <a:lnTo>
                    <a:pt x="22925" y="22481"/>
                  </a:lnTo>
                  <a:lnTo>
                    <a:pt x="21694" y="22360"/>
                  </a:lnTo>
                  <a:lnTo>
                    <a:pt x="20503" y="22259"/>
                  </a:lnTo>
                  <a:lnTo>
                    <a:pt x="19293" y="22138"/>
                  </a:lnTo>
                  <a:lnTo>
                    <a:pt x="18082" y="22057"/>
                  </a:lnTo>
                  <a:lnTo>
                    <a:pt x="16871" y="22017"/>
                  </a:lnTo>
                  <a:lnTo>
                    <a:pt x="16144" y="22017"/>
                  </a:lnTo>
                  <a:lnTo>
                    <a:pt x="15438" y="22037"/>
                  </a:lnTo>
                  <a:lnTo>
                    <a:pt x="14752" y="22077"/>
                  </a:lnTo>
                  <a:lnTo>
                    <a:pt x="14086" y="22138"/>
                  </a:lnTo>
                  <a:lnTo>
                    <a:pt x="13420" y="22219"/>
                  </a:lnTo>
                  <a:lnTo>
                    <a:pt x="12795" y="22299"/>
                  </a:lnTo>
                  <a:lnTo>
                    <a:pt x="12189" y="22420"/>
                  </a:lnTo>
                  <a:lnTo>
                    <a:pt x="11584" y="22562"/>
                  </a:lnTo>
                  <a:lnTo>
                    <a:pt x="11019" y="22723"/>
                  </a:lnTo>
                  <a:lnTo>
                    <a:pt x="10454" y="22905"/>
                  </a:lnTo>
                  <a:lnTo>
                    <a:pt x="9909" y="23107"/>
                  </a:lnTo>
                  <a:lnTo>
                    <a:pt x="9404" y="23329"/>
                  </a:lnTo>
                  <a:lnTo>
                    <a:pt x="8900" y="23571"/>
                  </a:lnTo>
                  <a:lnTo>
                    <a:pt x="8416" y="23833"/>
                  </a:lnTo>
                  <a:lnTo>
                    <a:pt x="7972" y="24116"/>
                  </a:lnTo>
                  <a:lnTo>
                    <a:pt x="7528" y="24418"/>
                  </a:lnTo>
                  <a:lnTo>
                    <a:pt x="7084" y="24782"/>
                  </a:lnTo>
                  <a:lnTo>
                    <a:pt x="6660" y="25145"/>
                  </a:lnTo>
                  <a:lnTo>
                    <a:pt x="6236" y="25528"/>
                  </a:lnTo>
                  <a:lnTo>
                    <a:pt x="5832" y="25932"/>
                  </a:lnTo>
                  <a:lnTo>
                    <a:pt x="5449" y="26356"/>
                  </a:lnTo>
                  <a:lnTo>
                    <a:pt x="5066" y="26759"/>
                  </a:lnTo>
                  <a:lnTo>
                    <a:pt x="4319" y="27607"/>
                  </a:lnTo>
                  <a:lnTo>
                    <a:pt x="4117" y="27869"/>
                  </a:lnTo>
                  <a:lnTo>
                    <a:pt x="3996" y="27990"/>
                  </a:lnTo>
                  <a:lnTo>
                    <a:pt x="3895" y="28091"/>
                  </a:lnTo>
                  <a:lnTo>
                    <a:pt x="3774" y="28172"/>
                  </a:lnTo>
                  <a:lnTo>
                    <a:pt x="3653" y="28212"/>
                  </a:lnTo>
                  <a:lnTo>
                    <a:pt x="3552" y="28232"/>
                  </a:lnTo>
                  <a:lnTo>
                    <a:pt x="3451" y="28212"/>
                  </a:lnTo>
                  <a:lnTo>
                    <a:pt x="3350" y="28192"/>
                  </a:lnTo>
                  <a:lnTo>
                    <a:pt x="3270" y="28131"/>
                  </a:lnTo>
                  <a:lnTo>
                    <a:pt x="3169" y="28031"/>
                  </a:lnTo>
                  <a:lnTo>
                    <a:pt x="3068" y="27909"/>
                  </a:lnTo>
                  <a:lnTo>
                    <a:pt x="3007" y="27768"/>
                  </a:lnTo>
                  <a:lnTo>
                    <a:pt x="2947" y="27627"/>
                  </a:lnTo>
                  <a:lnTo>
                    <a:pt x="2906" y="27465"/>
                  </a:lnTo>
                  <a:lnTo>
                    <a:pt x="2866" y="27284"/>
                  </a:lnTo>
                  <a:lnTo>
                    <a:pt x="2826" y="26961"/>
                  </a:lnTo>
                  <a:lnTo>
                    <a:pt x="2805" y="26013"/>
                  </a:lnTo>
                  <a:lnTo>
                    <a:pt x="2765" y="25044"/>
                  </a:lnTo>
                  <a:lnTo>
                    <a:pt x="2684" y="24095"/>
                  </a:lnTo>
                  <a:lnTo>
                    <a:pt x="2624" y="23147"/>
                  </a:lnTo>
                  <a:lnTo>
                    <a:pt x="2523" y="22178"/>
                  </a:lnTo>
                  <a:lnTo>
                    <a:pt x="2422" y="21230"/>
                  </a:lnTo>
                  <a:lnTo>
                    <a:pt x="2180" y="19333"/>
                  </a:lnTo>
                  <a:lnTo>
                    <a:pt x="1918" y="17436"/>
                  </a:lnTo>
                  <a:lnTo>
                    <a:pt x="1615" y="15539"/>
                  </a:lnTo>
                  <a:lnTo>
                    <a:pt x="989" y="11806"/>
                  </a:lnTo>
                  <a:lnTo>
                    <a:pt x="747" y="10494"/>
                  </a:lnTo>
                  <a:lnTo>
                    <a:pt x="505" y="8940"/>
                  </a:lnTo>
                  <a:lnTo>
                    <a:pt x="384" y="8173"/>
                  </a:lnTo>
                  <a:lnTo>
                    <a:pt x="283" y="7447"/>
                  </a:lnTo>
                  <a:lnTo>
                    <a:pt x="202" y="6700"/>
                  </a:lnTo>
                  <a:lnTo>
                    <a:pt x="142" y="5974"/>
                  </a:lnTo>
                  <a:lnTo>
                    <a:pt x="101" y="5247"/>
                  </a:lnTo>
                  <a:lnTo>
                    <a:pt x="81" y="4501"/>
                  </a:lnTo>
                  <a:lnTo>
                    <a:pt x="101" y="3693"/>
                  </a:lnTo>
                  <a:lnTo>
                    <a:pt x="142" y="2926"/>
                  </a:lnTo>
                  <a:lnTo>
                    <a:pt x="243" y="2180"/>
                  </a:lnTo>
                  <a:lnTo>
                    <a:pt x="364" y="1474"/>
                  </a:lnTo>
                  <a:lnTo>
                    <a:pt x="444" y="1110"/>
                  </a:lnTo>
                  <a:lnTo>
                    <a:pt x="545" y="828"/>
                  </a:lnTo>
                  <a:lnTo>
                    <a:pt x="606" y="707"/>
                  </a:lnTo>
                  <a:lnTo>
                    <a:pt x="666" y="626"/>
                  </a:lnTo>
                  <a:lnTo>
                    <a:pt x="747" y="545"/>
                  </a:lnTo>
                  <a:lnTo>
                    <a:pt x="828" y="465"/>
                  </a:lnTo>
                  <a:lnTo>
                    <a:pt x="909" y="404"/>
                  </a:lnTo>
                  <a:lnTo>
                    <a:pt x="1009" y="364"/>
                  </a:lnTo>
                  <a:lnTo>
                    <a:pt x="1252" y="303"/>
                  </a:lnTo>
                  <a:lnTo>
                    <a:pt x="1574" y="243"/>
                  </a:lnTo>
                  <a:lnTo>
                    <a:pt x="1958" y="202"/>
                  </a:lnTo>
                  <a:lnTo>
                    <a:pt x="3310" y="81"/>
                  </a:lnTo>
                  <a:lnTo>
                    <a:pt x="3310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9" name="Google Shape;49;p2"/>
            <p:cNvSpPr/>
            <p:nvPr/>
          </p:nvSpPr>
          <p:spPr>
            <a:xfrm flipH="1">
              <a:off x="-3298053" y="-5040745"/>
              <a:ext cx="1571672" cy="1149682"/>
            </a:xfrm>
            <a:custGeom>
              <a:rect b="b" l="l" r="r" t="t"/>
              <a:pathLst>
                <a:path extrusionOk="0" h="20564" w="28112">
                  <a:moveTo>
                    <a:pt x="7083" y="81"/>
                  </a:moveTo>
                  <a:lnTo>
                    <a:pt x="8436" y="142"/>
                  </a:lnTo>
                  <a:lnTo>
                    <a:pt x="9767" y="202"/>
                  </a:lnTo>
                  <a:lnTo>
                    <a:pt x="12956" y="384"/>
                  </a:lnTo>
                  <a:lnTo>
                    <a:pt x="14550" y="485"/>
                  </a:lnTo>
                  <a:lnTo>
                    <a:pt x="16165" y="586"/>
                  </a:lnTo>
                  <a:lnTo>
                    <a:pt x="17779" y="727"/>
                  </a:lnTo>
                  <a:lnTo>
                    <a:pt x="19393" y="868"/>
                  </a:lnTo>
                  <a:lnTo>
                    <a:pt x="21008" y="1030"/>
                  </a:lnTo>
                  <a:lnTo>
                    <a:pt x="22602" y="1211"/>
                  </a:lnTo>
                  <a:lnTo>
                    <a:pt x="23248" y="1312"/>
                  </a:lnTo>
                  <a:lnTo>
                    <a:pt x="23873" y="1433"/>
                  </a:lnTo>
                  <a:lnTo>
                    <a:pt x="24499" y="1574"/>
                  </a:lnTo>
                  <a:lnTo>
                    <a:pt x="24781" y="1675"/>
                  </a:lnTo>
                  <a:lnTo>
                    <a:pt x="25084" y="1776"/>
                  </a:lnTo>
                  <a:lnTo>
                    <a:pt x="25346" y="1877"/>
                  </a:lnTo>
                  <a:lnTo>
                    <a:pt x="25629" y="2018"/>
                  </a:lnTo>
                  <a:lnTo>
                    <a:pt x="25871" y="2160"/>
                  </a:lnTo>
                  <a:lnTo>
                    <a:pt x="26113" y="2301"/>
                  </a:lnTo>
                  <a:lnTo>
                    <a:pt x="26355" y="2483"/>
                  </a:lnTo>
                  <a:lnTo>
                    <a:pt x="26557" y="2684"/>
                  </a:lnTo>
                  <a:lnTo>
                    <a:pt x="26759" y="2886"/>
                  </a:lnTo>
                  <a:lnTo>
                    <a:pt x="26941" y="3128"/>
                  </a:lnTo>
                  <a:lnTo>
                    <a:pt x="27082" y="3370"/>
                  </a:lnTo>
                  <a:lnTo>
                    <a:pt x="27203" y="3613"/>
                  </a:lnTo>
                  <a:lnTo>
                    <a:pt x="27304" y="3855"/>
                  </a:lnTo>
                  <a:lnTo>
                    <a:pt x="27405" y="4137"/>
                  </a:lnTo>
                  <a:lnTo>
                    <a:pt x="27486" y="4400"/>
                  </a:lnTo>
                  <a:lnTo>
                    <a:pt x="27546" y="4662"/>
                  </a:lnTo>
                  <a:lnTo>
                    <a:pt x="27667" y="5207"/>
                  </a:lnTo>
                  <a:lnTo>
                    <a:pt x="27748" y="5772"/>
                  </a:lnTo>
                  <a:lnTo>
                    <a:pt x="27829" y="6337"/>
                  </a:lnTo>
                  <a:lnTo>
                    <a:pt x="27909" y="6922"/>
                  </a:lnTo>
                  <a:lnTo>
                    <a:pt x="27950" y="7487"/>
                  </a:lnTo>
                  <a:lnTo>
                    <a:pt x="27990" y="8072"/>
                  </a:lnTo>
                  <a:lnTo>
                    <a:pt x="28030" y="8678"/>
                  </a:lnTo>
                  <a:lnTo>
                    <a:pt x="28030" y="9283"/>
                  </a:lnTo>
                  <a:lnTo>
                    <a:pt x="28030" y="9889"/>
                  </a:lnTo>
                  <a:lnTo>
                    <a:pt x="28010" y="10494"/>
                  </a:lnTo>
                  <a:lnTo>
                    <a:pt x="27990" y="11120"/>
                  </a:lnTo>
                  <a:lnTo>
                    <a:pt x="27950" y="11765"/>
                  </a:lnTo>
                  <a:lnTo>
                    <a:pt x="27889" y="12411"/>
                  </a:lnTo>
                  <a:lnTo>
                    <a:pt x="27829" y="13057"/>
                  </a:lnTo>
                  <a:lnTo>
                    <a:pt x="27748" y="13723"/>
                  </a:lnTo>
                  <a:lnTo>
                    <a:pt x="27526" y="15075"/>
                  </a:lnTo>
                  <a:lnTo>
                    <a:pt x="27405" y="15700"/>
                  </a:lnTo>
                  <a:lnTo>
                    <a:pt x="27344" y="16003"/>
                  </a:lnTo>
                  <a:lnTo>
                    <a:pt x="27264" y="16306"/>
                  </a:lnTo>
                  <a:lnTo>
                    <a:pt x="27142" y="16609"/>
                  </a:lnTo>
                  <a:lnTo>
                    <a:pt x="27021" y="16891"/>
                  </a:lnTo>
                  <a:lnTo>
                    <a:pt x="26880" y="17174"/>
                  </a:lnTo>
                  <a:lnTo>
                    <a:pt x="26698" y="17436"/>
                  </a:lnTo>
                  <a:lnTo>
                    <a:pt x="26577" y="17597"/>
                  </a:lnTo>
                  <a:lnTo>
                    <a:pt x="26436" y="17739"/>
                  </a:lnTo>
                  <a:lnTo>
                    <a:pt x="26275" y="17900"/>
                  </a:lnTo>
                  <a:lnTo>
                    <a:pt x="26113" y="18021"/>
                  </a:lnTo>
                  <a:lnTo>
                    <a:pt x="25932" y="18162"/>
                  </a:lnTo>
                  <a:lnTo>
                    <a:pt x="25750" y="18284"/>
                  </a:lnTo>
                  <a:lnTo>
                    <a:pt x="25548" y="18384"/>
                  </a:lnTo>
                  <a:lnTo>
                    <a:pt x="25326" y="18485"/>
                  </a:lnTo>
                  <a:lnTo>
                    <a:pt x="25104" y="18586"/>
                  </a:lnTo>
                  <a:lnTo>
                    <a:pt x="24862" y="18667"/>
                  </a:lnTo>
                  <a:lnTo>
                    <a:pt x="24337" y="18828"/>
                  </a:lnTo>
                  <a:lnTo>
                    <a:pt x="23772" y="18949"/>
                  </a:lnTo>
                  <a:lnTo>
                    <a:pt x="23147" y="19030"/>
                  </a:lnTo>
                  <a:lnTo>
                    <a:pt x="22299" y="19091"/>
                  </a:lnTo>
                  <a:lnTo>
                    <a:pt x="21452" y="19111"/>
                  </a:lnTo>
                  <a:lnTo>
                    <a:pt x="20604" y="19091"/>
                  </a:lnTo>
                  <a:lnTo>
                    <a:pt x="19757" y="19050"/>
                  </a:lnTo>
                  <a:lnTo>
                    <a:pt x="18909" y="18990"/>
                  </a:lnTo>
                  <a:lnTo>
                    <a:pt x="18061" y="18909"/>
                  </a:lnTo>
                  <a:lnTo>
                    <a:pt x="16386" y="18727"/>
                  </a:lnTo>
                  <a:lnTo>
                    <a:pt x="15277" y="18606"/>
                  </a:lnTo>
                  <a:lnTo>
                    <a:pt x="14187" y="18485"/>
                  </a:lnTo>
                  <a:lnTo>
                    <a:pt x="13077" y="18405"/>
                  </a:lnTo>
                  <a:lnTo>
                    <a:pt x="11987" y="18344"/>
                  </a:lnTo>
                  <a:lnTo>
                    <a:pt x="10877" y="18344"/>
                  </a:lnTo>
                  <a:lnTo>
                    <a:pt x="10332" y="18384"/>
                  </a:lnTo>
                  <a:lnTo>
                    <a:pt x="9788" y="18425"/>
                  </a:lnTo>
                  <a:lnTo>
                    <a:pt x="9243" y="18485"/>
                  </a:lnTo>
                  <a:lnTo>
                    <a:pt x="8698" y="18566"/>
                  </a:lnTo>
                  <a:lnTo>
                    <a:pt x="8153" y="18667"/>
                  </a:lnTo>
                  <a:lnTo>
                    <a:pt x="7608" y="18808"/>
                  </a:lnTo>
                  <a:lnTo>
                    <a:pt x="7184" y="18929"/>
                  </a:lnTo>
                  <a:lnTo>
                    <a:pt x="6761" y="19071"/>
                  </a:lnTo>
                  <a:lnTo>
                    <a:pt x="5933" y="19373"/>
                  </a:lnTo>
                  <a:lnTo>
                    <a:pt x="5126" y="19716"/>
                  </a:lnTo>
                  <a:lnTo>
                    <a:pt x="4319" y="20059"/>
                  </a:lnTo>
                  <a:lnTo>
                    <a:pt x="4117" y="20140"/>
                  </a:lnTo>
                  <a:lnTo>
                    <a:pt x="3693" y="20322"/>
                  </a:lnTo>
                  <a:lnTo>
                    <a:pt x="3491" y="20382"/>
                  </a:lnTo>
                  <a:lnTo>
                    <a:pt x="3269" y="20443"/>
                  </a:lnTo>
                  <a:lnTo>
                    <a:pt x="3068" y="20463"/>
                  </a:lnTo>
                  <a:lnTo>
                    <a:pt x="2866" y="20483"/>
                  </a:lnTo>
                  <a:lnTo>
                    <a:pt x="2664" y="20443"/>
                  </a:lnTo>
                  <a:lnTo>
                    <a:pt x="2462" y="20382"/>
                  </a:lnTo>
                  <a:lnTo>
                    <a:pt x="2301" y="20302"/>
                  </a:lnTo>
                  <a:lnTo>
                    <a:pt x="2139" y="20180"/>
                  </a:lnTo>
                  <a:lnTo>
                    <a:pt x="2018" y="20059"/>
                  </a:lnTo>
                  <a:lnTo>
                    <a:pt x="1917" y="19898"/>
                  </a:lnTo>
                  <a:lnTo>
                    <a:pt x="1817" y="19737"/>
                  </a:lnTo>
                  <a:lnTo>
                    <a:pt x="1756" y="19575"/>
                  </a:lnTo>
                  <a:lnTo>
                    <a:pt x="1695" y="19414"/>
                  </a:lnTo>
                  <a:lnTo>
                    <a:pt x="1655" y="19252"/>
                  </a:lnTo>
                  <a:lnTo>
                    <a:pt x="1635" y="18909"/>
                  </a:lnTo>
                  <a:lnTo>
                    <a:pt x="1635" y="18586"/>
                  </a:lnTo>
                  <a:lnTo>
                    <a:pt x="1655" y="18243"/>
                  </a:lnTo>
                  <a:lnTo>
                    <a:pt x="1695" y="17920"/>
                  </a:lnTo>
                  <a:lnTo>
                    <a:pt x="1716" y="17759"/>
                  </a:lnTo>
                  <a:lnTo>
                    <a:pt x="1796" y="16851"/>
                  </a:lnTo>
                  <a:lnTo>
                    <a:pt x="1857" y="15922"/>
                  </a:lnTo>
                  <a:lnTo>
                    <a:pt x="1857" y="15014"/>
                  </a:lnTo>
                  <a:lnTo>
                    <a:pt x="1817" y="14106"/>
                  </a:lnTo>
                  <a:lnTo>
                    <a:pt x="1736" y="13198"/>
                  </a:lnTo>
                  <a:lnTo>
                    <a:pt x="1615" y="12290"/>
                  </a:lnTo>
                  <a:lnTo>
                    <a:pt x="1453" y="11382"/>
                  </a:lnTo>
                  <a:lnTo>
                    <a:pt x="1251" y="10474"/>
                  </a:lnTo>
                  <a:lnTo>
                    <a:pt x="1050" y="9747"/>
                  </a:lnTo>
                  <a:lnTo>
                    <a:pt x="848" y="9021"/>
                  </a:lnTo>
                  <a:lnTo>
                    <a:pt x="626" y="8234"/>
                  </a:lnTo>
                  <a:lnTo>
                    <a:pt x="424" y="7447"/>
                  </a:lnTo>
                  <a:lnTo>
                    <a:pt x="323" y="7043"/>
                  </a:lnTo>
                  <a:lnTo>
                    <a:pt x="242" y="6640"/>
                  </a:lnTo>
                  <a:lnTo>
                    <a:pt x="182" y="6236"/>
                  </a:lnTo>
                  <a:lnTo>
                    <a:pt x="121" y="5812"/>
                  </a:lnTo>
                  <a:lnTo>
                    <a:pt x="101" y="5510"/>
                  </a:lnTo>
                  <a:lnTo>
                    <a:pt x="81" y="5227"/>
                  </a:lnTo>
                  <a:lnTo>
                    <a:pt x="81" y="4924"/>
                  </a:lnTo>
                  <a:lnTo>
                    <a:pt x="101" y="4642"/>
                  </a:lnTo>
                  <a:lnTo>
                    <a:pt x="121" y="4339"/>
                  </a:lnTo>
                  <a:lnTo>
                    <a:pt x="162" y="4077"/>
                  </a:lnTo>
                  <a:lnTo>
                    <a:pt x="222" y="3794"/>
                  </a:lnTo>
                  <a:lnTo>
                    <a:pt x="283" y="3532"/>
                  </a:lnTo>
                  <a:lnTo>
                    <a:pt x="343" y="3270"/>
                  </a:lnTo>
                  <a:lnTo>
                    <a:pt x="444" y="3027"/>
                  </a:lnTo>
                  <a:lnTo>
                    <a:pt x="545" y="2765"/>
                  </a:lnTo>
                  <a:lnTo>
                    <a:pt x="646" y="2543"/>
                  </a:lnTo>
                  <a:lnTo>
                    <a:pt x="767" y="2301"/>
                  </a:lnTo>
                  <a:lnTo>
                    <a:pt x="908" y="2099"/>
                  </a:lnTo>
                  <a:lnTo>
                    <a:pt x="1050" y="1877"/>
                  </a:lnTo>
                  <a:lnTo>
                    <a:pt x="1211" y="1675"/>
                  </a:lnTo>
                  <a:lnTo>
                    <a:pt x="1494" y="1352"/>
                  </a:lnTo>
                  <a:lnTo>
                    <a:pt x="1837" y="1070"/>
                  </a:lnTo>
                  <a:lnTo>
                    <a:pt x="2200" y="828"/>
                  </a:lnTo>
                  <a:lnTo>
                    <a:pt x="2583" y="606"/>
                  </a:lnTo>
                  <a:lnTo>
                    <a:pt x="2987" y="444"/>
                  </a:lnTo>
                  <a:lnTo>
                    <a:pt x="3431" y="303"/>
                  </a:lnTo>
                  <a:lnTo>
                    <a:pt x="3895" y="202"/>
                  </a:lnTo>
                  <a:lnTo>
                    <a:pt x="4379" y="142"/>
                  </a:lnTo>
                  <a:lnTo>
                    <a:pt x="5045" y="101"/>
                  </a:lnTo>
                  <a:lnTo>
                    <a:pt x="5731" y="81"/>
                  </a:lnTo>
                  <a:close/>
                  <a:moveTo>
                    <a:pt x="5731" y="0"/>
                  </a:moveTo>
                  <a:lnTo>
                    <a:pt x="5045" y="21"/>
                  </a:lnTo>
                  <a:lnTo>
                    <a:pt x="4359" y="61"/>
                  </a:lnTo>
                  <a:lnTo>
                    <a:pt x="3875" y="121"/>
                  </a:lnTo>
                  <a:lnTo>
                    <a:pt x="3411" y="222"/>
                  </a:lnTo>
                  <a:lnTo>
                    <a:pt x="2967" y="364"/>
                  </a:lnTo>
                  <a:lnTo>
                    <a:pt x="2543" y="545"/>
                  </a:lnTo>
                  <a:lnTo>
                    <a:pt x="2139" y="767"/>
                  </a:lnTo>
                  <a:lnTo>
                    <a:pt x="1776" y="1009"/>
                  </a:lnTo>
                  <a:lnTo>
                    <a:pt x="1453" y="1312"/>
                  </a:lnTo>
                  <a:lnTo>
                    <a:pt x="1151" y="1635"/>
                  </a:lnTo>
                  <a:lnTo>
                    <a:pt x="989" y="1837"/>
                  </a:lnTo>
                  <a:lnTo>
                    <a:pt x="828" y="2039"/>
                  </a:lnTo>
                  <a:lnTo>
                    <a:pt x="707" y="2261"/>
                  </a:lnTo>
                  <a:lnTo>
                    <a:pt x="565" y="2503"/>
                  </a:lnTo>
                  <a:lnTo>
                    <a:pt x="464" y="2745"/>
                  </a:lnTo>
                  <a:lnTo>
                    <a:pt x="364" y="2987"/>
                  </a:lnTo>
                  <a:lnTo>
                    <a:pt x="283" y="3249"/>
                  </a:lnTo>
                  <a:lnTo>
                    <a:pt x="202" y="3512"/>
                  </a:lnTo>
                  <a:lnTo>
                    <a:pt x="142" y="3774"/>
                  </a:lnTo>
                  <a:lnTo>
                    <a:pt x="81" y="4057"/>
                  </a:lnTo>
                  <a:lnTo>
                    <a:pt x="41" y="4339"/>
                  </a:lnTo>
                  <a:lnTo>
                    <a:pt x="20" y="4622"/>
                  </a:lnTo>
                  <a:lnTo>
                    <a:pt x="0" y="4924"/>
                  </a:lnTo>
                  <a:lnTo>
                    <a:pt x="0" y="5227"/>
                  </a:lnTo>
                  <a:lnTo>
                    <a:pt x="20" y="5530"/>
                  </a:lnTo>
                  <a:lnTo>
                    <a:pt x="41" y="5832"/>
                  </a:lnTo>
                  <a:lnTo>
                    <a:pt x="101" y="6236"/>
                  </a:lnTo>
                  <a:lnTo>
                    <a:pt x="162" y="6660"/>
                  </a:lnTo>
                  <a:lnTo>
                    <a:pt x="242" y="7063"/>
                  </a:lnTo>
                  <a:lnTo>
                    <a:pt x="343" y="7467"/>
                  </a:lnTo>
                  <a:lnTo>
                    <a:pt x="545" y="8254"/>
                  </a:lnTo>
                  <a:lnTo>
                    <a:pt x="767" y="9041"/>
                  </a:lnTo>
                  <a:lnTo>
                    <a:pt x="969" y="9768"/>
                  </a:lnTo>
                  <a:lnTo>
                    <a:pt x="1171" y="10494"/>
                  </a:lnTo>
                  <a:lnTo>
                    <a:pt x="1373" y="11402"/>
                  </a:lnTo>
                  <a:lnTo>
                    <a:pt x="1534" y="12290"/>
                  </a:lnTo>
                  <a:lnTo>
                    <a:pt x="1655" y="13198"/>
                  </a:lnTo>
                  <a:lnTo>
                    <a:pt x="1736" y="14106"/>
                  </a:lnTo>
                  <a:lnTo>
                    <a:pt x="1776" y="15014"/>
                  </a:lnTo>
                  <a:lnTo>
                    <a:pt x="1776" y="15922"/>
                  </a:lnTo>
                  <a:lnTo>
                    <a:pt x="1716" y="16851"/>
                  </a:lnTo>
                  <a:lnTo>
                    <a:pt x="1635" y="17759"/>
                  </a:lnTo>
                  <a:lnTo>
                    <a:pt x="1615" y="17900"/>
                  </a:lnTo>
                  <a:lnTo>
                    <a:pt x="1574" y="18243"/>
                  </a:lnTo>
                  <a:lnTo>
                    <a:pt x="1554" y="18586"/>
                  </a:lnTo>
                  <a:lnTo>
                    <a:pt x="1554" y="18929"/>
                  </a:lnTo>
                  <a:lnTo>
                    <a:pt x="1595" y="19252"/>
                  </a:lnTo>
                  <a:lnTo>
                    <a:pt x="1615" y="19434"/>
                  </a:lnTo>
                  <a:lnTo>
                    <a:pt x="1675" y="19595"/>
                  </a:lnTo>
                  <a:lnTo>
                    <a:pt x="1756" y="19777"/>
                  </a:lnTo>
                  <a:lnTo>
                    <a:pt x="1837" y="19938"/>
                  </a:lnTo>
                  <a:lnTo>
                    <a:pt x="1958" y="20100"/>
                  </a:lnTo>
                  <a:lnTo>
                    <a:pt x="2099" y="20241"/>
                  </a:lnTo>
                  <a:lnTo>
                    <a:pt x="2260" y="20362"/>
                  </a:lnTo>
                  <a:lnTo>
                    <a:pt x="2422" y="20463"/>
                  </a:lnTo>
                  <a:lnTo>
                    <a:pt x="2563" y="20503"/>
                  </a:lnTo>
                  <a:lnTo>
                    <a:pt x="2684" y="20544"/>
                  </a:lnTo>
                  <a:lnTo>
                    <a:pt x="2926" y="20564"/>
                  </a:lnTo>
                  <a:lnTo>
                    <a:pt x="3088" y="20544"/>
                  </a:lnTo>
                  <a:lnTo>
                    <a:pt x="3229" y="20524"/>
                  </a:lnTo>
                  <a:lnTo>
                    <a:pt x="3532" y="20463"/>
                  </a:lnTo>
                  <a:lnTo>
                    <a:pt x="3855" y="20342"/>
                  </a:lnTo>
                  <a:lnTo>
                    <a:pt x="4157" y="20221"/>
                  </a:lnTo>
                  <a:lnTo>
                    <a:pt x="4339" y="20140"/>
                  </a:lnTo>
                  <a:lnTo>
                    <a:pt x="5146" y="19777"/>
                  </a:lnTo>
                  <a:lnTo>
                    <a:pt x="5974" y="19454"/>
                  </a:lnTo>
                  <a:lnTo>
                    <a:pt x="6801" y="19131"/>
                  </a:lnTo>
                  <a:lnTo>
                    <a:pt x="7205" y="19010"/>
                  </a:lnTo>
                  <a:lnTo>
                    <a:pt x="7628" y="18889"/>
                  </a:lnTo>
                  <a:lnTo>
                    <a:pt x="8173" y="18748"/>
                  </a:lnTo>
                  <a:lnTo>
                    <a:pt x="8718" y="18647"/>
                  </a:lnTo>
                  <a:lnTo>
                    <a:pt x="9243" y="18566"/>
                  </a:lnTo>
                  <a:lnTo>
                    <a:pt x="9788" y="18506"/>
                  </a:lnTo>
                  <a:lnTo>
                    <a:pt x="10332" y="18465"/>
                  </a:lnTo>
                  <a:lnTo>
                    <a:pt x="10877" y="18425"/>
                  </a:lnTo>
                  <a:lnTo>
                    <a:pt x="11987" y="18425"/>
                  </a:lnTo>
                  <a:lnTo>
                    <a:pt x="13077" y="18485"/>
                  </a:lnTo>
                  <a:lnTo>
                    <a:pt x="14187" y="18566"/>
                  </a:lnTo>
                  <a:lnTo>
                    <a:pt x="15277" y="18687"/>
                  </a:lnTo>
                  <a:lnTo>
                    <a:pt x="16366" y="18808"/>
                  </a:lnTo>
                  <a:lnTo>
                    <a:pt x="18061" y="18990"/>
                  </a:lnTo>
                  <a:lnTo>
                    <a:pt x="18909" y="19071"/>
                  </a:lnTo>
                  <a:lnTo>
                    <a:pt x="19757" y="19131"/>
                  </a:lnTo>
                  <a:lnTo>
                    <a:pt x="20604" y="19171"/>
                  </a:lnTo>
                  <a:lnTo>
                    <a:pt x="21472" y="19192"/>
                  </a:lnTo>
                  <a:lnTo>
                    <a:pt x="22319" y="19171"/>
                  </a:lnTo>
                  <a:lnTo>
                    <a:pt x="23167" y="19111"/>
                  </a:lnTo>
                  <a:lnTo>
                    <a:pt x="23793" y="19010"/>
                  </a:lnTo>
                  <a:lnTo>
                    <a:pt x="24358" y="18909"/>
                  </a:lnTo>
                  <a:lnTo>
                    <a:pt x="24902" y="18748"/>
                  </a:lnTo>
                  <a:lnTo>
                    <a:pt x="25145" y="18667"/>
                  </a:lnTo>
                  <a:lnTo>
                    <a:pt x="25367" y="18566"/>
                  </a:lnTo>
                  <a:lnTo>
                    <a:pt x="25589" y="18465"/>
                  </a:lnTo>
                  <a:lnTo>
                    <a:pt x="25790" y="18344"/>
                  </a:lnTo>
                  <a:lnTo>
                    <a:pt x="25992" y="18223"/>
                  </a:lnTo>
                  <a:lnTo>
                    <a:pt x="26174" y="18082"/>
                  </a:lnTo>
                  <a:lnTo>
                    <a:pt x="26335" y="17961"/>
                  </a:lnTo>
                  <a:lnTo>
                    <a:pt x="26497" y="17799"/>
                  </a:lnTo>
                  <a:lnTo>
                    <a:pt x="26638" y="17638"/>
                  </a:lnTo>
                  <a:lnTo>
                    <a:pt x="26779" y="17476"/>
                  </a:lnTo>
                  <a:lnTo>
                    <a:pt x="26941" y="17214"/>
                  </a:lnTo>
                  <a:lnTo>
                    <a:pt x="27102" y="16931"/>
                  </a:lnTo>
                  <a:lnTo>
                    <a:pt x="27223" y="16629"/>
                  </a:lnTo>
                  <a:lnTo>
                    <a:pt x="27324" y="16326"/>
                  </a:lnTo>
                  <a:lnTo>
                    <a:pt x="27425" y="16023"/>
                  </a:lnTo>
                  <a:lnTo>
                    <a:pt x="27486" y="15721"/>
                  </a:lnTo>
                  <a:lnTo>
                    <a:pt x="27607" y="15095"/>
                  </a:lnTo>
                  <a:lnTo>
                    <a:pt x="27728" y="14409"/>
                  </a:lnTo>
                  <a:lnTo>
                    <a:pt x="27829" y="13723"/>
                  </a:lnTo>
                  <a:lnTo>
                    <a:pt x="27909" y="13057"/>
                  </a:lnTo>
                  <a:lnTo>
                    <a:pt x="27970" y="12411"/>
                  </a:lnTo>
                  <a:lnTo>
                    <a:pt x="28030" y="11765"/>
                  </a:lnTo>
                  <a:lnTo>
                    <a:pt x="28071" y="11140"/>
                  </a:lnTo>
                  <a:lnTo>
                    <a:pt x="28091" y="10494"/>
                  </a:lnTo>
                  <a:lnTo>
                    <a:pt x="28111" y="9889"/>
                  </a:lnTo>
                  <a:lnTo>
                    <a:pt x="28111" y="9263"/>
                  </a:lnTo>
                  <a:lnTo>
                    <a:pt x="28111" y="8678"/>
                  </a:lnTo>
                  <a:lnTo>
                    <a:pt x="28071" y="8072"/>
                  </a:lnTo>
                  <a:lnTo>
                    <a:pt x="28030" y="7487"/>
                  </a:lnTo>
                  <a:lnTo>
                    <a:pt x="27990" y="6902"/>
                  </a:lnTo>
                  <a:lnTo>
                    <a:pt x="27909" y="6337"/>
                  </a:lnTo>
                  <a:lnTo>
                    <a:pt x="27829" y="5752"/>
                  </a:lnTo>
                  <a:lnTo>
                    <a:pt x="27748" y="5207"/>
                  </a:lnTo>
                  <a:lnTo>
                    <a:pt x="27627" y="4642"/>
                  </a:lnTo>
                  <a:lnTo>
                    <a:pt x="27566" y="4379"/>
                  </a:lnTo>
                  <a:lnTo>
                    <a:pt x="27486" y="4097"/>
                  </a:lnTo>
                  <a:lnTo>
                    <a:pt x="27385" y="3835"/>
                  </a:lnTo>
                  <a:lnTo>
                    <a:pt x="27284" y="3572"/>
                  </a:lnTo>
                  <a:lnTo>
                    <a:pt x="27142" y="3330"/>
                  </a:lnTo>
                  <a:lnTo>
                    <a:pt x="27001" y="3088"/>
                  </a:lnTo>
                  <a:lnTo>
                    <a:pt x="26820" y="2846"/>
                  </a:lnTo>
                  <a:lnTo>
                    <a:pt x="26618" y="2624"/>
                  </a:lnTo>
                  <a:lnTo>
                    <a:pt x="26396" y="2422"/>
                  </a:lnTo>
                  <a:lnTo>
                    <a:pt x="26174" y="2240"/>
                  </a:lnTo>
                  <a:lnTo>
                    <a:pt x="25932" y="2079"/>
                  </a:lnTo>
                  <a:lnTo>
                    <a:pt x="25669" y="1938"/>
                  </a:lnTo>
                  <a:lnTo>
                    <a:pt x="25407" y="1817"/>
                  </a:lnTo>
                  <a:lnTo>
                    <a:pt x="25124" y="1696"/>
                  </a:lnTo>
                  <a:lnTo>
                    <a:pt x="24822" y="1595"/>
                  </a:lnTo>
                  <a:lnTo>
                    <a:pt x="24519" y="1494"/>
                  </a:lnTo>
                  <a:lnTo>
                    <a:pt x="23914" y="1352"/>
                  </a:lnTo>
                  <a:lnTo>
                    <a:pt x="23268" y="1231"/>
                  </a:lnTo>
                  <a:lnTo>
                    <a:pt x="22622" y="1130"/>
                  </a:lnTo>
                  <a:lnTo>
                    <a:pt x="21008" y="949"/>
                  </a:lnTo>
                  <a:lnTo>
                    <a:pt x="19413" y="787"/>
                  </a:lnTo>
                  <a:lnTo>
                    <a:pt x="17799" y="646"/>
                  </a:lnTo>
                  <a:lnTo>
                    <a:pt x="16185" y="505"/>
                  </a:lnTo>
                  <a:lnTo>
                    <a:pt x="14570" y="404"/>
                  </a:lnTo>
                  <a:lnTo>
                    <a:pt x="12956" y="303"/>
                  </a:lnTo>
                  <a:lnTo>
                    <a:pt x="9767" y="121"/>
                  </a:lnTo>
                  <a:lnTo>
                    <a:pt x="8436" y="61"/>
                  </a:lnTo>
                  <a:lnTo>
                    <a:pt x="708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0" name="Google Shape;50;p2"/>
            <p:cNvSpPr/>
            <p:nvPr/>
          </p:nvSpPr>
          <p:spPr>
            <a:xfrm flipH="1">
              <a:off x="-3275464" y="-5033980"/>
              <a:ext cx="1393383" cy="700689"/>
            </a:xfrm>
            <a:custGeom>
              <a:rect b="b" l="l" r="r" t="t"/>
              <a:pathLst>
                <a:path extrusionOk="0" h="12533" w="24923">
                  <a:moveTo>
                    <a:pt x="9525" y="0"/>
                  </a:moveTo>
                  <a:lnTo>
                    <a:pt x="8536" y="21"/>
                  </a:lnTo>
                  <a:lnTo>
                    <a:pt x="7547" y="41"/>
                  </a:lnTo>
                  <a:lnTo>
                    <a:pt x="6579" y="61"/>
                  </a:lnTo>
                  <a:lnTo>
                    <a:pt x="5630" y="122"/>
                  </a:lnTo>
                  <a:lnTo>
                    <a:pt x="4682" y="182"/>
                  </a:lnTo>
                  <a:lnTo>
                    <a:pt x="3754" y="263"/>
                  </a:lnTo>
                  <a:lnTo>
                    <a:pt x="3269" y="303"/>
                  </a:lnTo>
                  <a:lnTo>
                    <a:pt x="2785" y="384"/>
                  </a:lnTo>
                  <a:lnTo>
                    <a:pt x="2301" y="485"/>
                  </a:lnTo>
                  <a:lnTo>
                    <a:pt x="2079" y="545"/>
                  </a:lnTo>
                  <a:lnTo>
                    <a:pt x="1857" y="626"/>
                  </a:lnTo>
                  <a:lnTo>
                    <a:pt x="1635" y="727"/>
                  </a:lnTo>
                  <a:lnTo>
                    <a:pt x="1433" y="828"/>
                  </a:lnTo>
                  <a:lnTo>
                    <a:pt x="1231" y="949"/>
                  </a:lnTo>
                  <a:lnTo>
                    <a:pt x="1029" y="1090"/>
                  </a:lnTo>
                  <a:lnTo>
                    <a:pt x="868" y="1252"/>
                  </a:lnTo>
                  <a:lnTo>
                    <a:pt x="686" y="1413"/>
                  </a:lnTo>
                  <a:lnTo>
                    <a:pt x="545" y="1615"/>
                  </a:lnTo>
                  <a:lnTo>
                    <a:pt x="404" y="1817"/>
                  </a:lnTo>
                  <a:lnTo>
                    <a:pt x="283" y="2059"/>
                  </a:lnTo>
                  <a:lnTo>
                    <a:pt x="182" y="2301"/>
                  </a:lnTo>
                  <a:lnTo>
                    <a:pt x="81" y="2543"/>
                  </a:lnTo>
                  <a:lnTo>
                    <a:pt x="0" y="2805"/>
                  </a:lnTo>
                  <a:lnTo>
                    <a:pt x="61" y="2826"/>
                  </a:lnTo>
                  <a:lnTo>
                    <a:pt x="162" y="2584"/>
                  </a:lnTo>
                  <a:lnTo>
                    <a:pt x="242" y="2321"/>
                  </a:lnTo>
                  <a:lnTo>
                    <a:pt x="363" y="2079"/>
                  </a:lnTo>
                  <a:lnTo>
                    <a:pt x="484" y="1857"/>
                  </a:lnTo>
                  <a:lnTo>
                    <a:pt x="606" y="1655"/>
                  </a:lnTo>
                  <a:lnTo>
                    <a:pt x="767" y="1474"/>
                  </a:lnTo>
                  <a:lnTo>
                    <a:pt x="908" y="1292"/>
                  </a:lnTo>
                  <a:lnTo>
                    <a:pt x="1090" y="1151"/>
                  </a:lnTo>
                  <a:lnTo>
                    <a:pt x="1271" y="1009"/>
                  </a:lnTo>
                  <a:lnTo>
                    <a:pt x="1473" y="909"/>
                  </a:lnTo>
                  <a:lnTo>
                    <a:pt x="1675" y="787"/>
                  </a:lnTo>
                  <a:lnTo>
                    <a:pt x="1897" y="707"/>
                  </a:lnTo>
                  <a:lnTo>
                    <a:pt x="2119" y="626"/>
                  </a:lnTo>
                  <a:lnTo>
                    <a:pt x="2341" y="566"/>
                  </a:lnTo>
                  <a:lnTo>
                    <a:pt x="2805" y="465"/>
                  </a:lnTo>
                  <a:lnTo>
                    <a:pt x="3269" y="384"/>
                  </a:lnTo>
                  <a:lnTo>
                    <a:pt x="3754" y="344"/>
                  </a:lnTo>
                  <a:lnTo>
                    <a:pt x="4682" y="263"/>
                  </a:lnTo>
                  <a:lnTo>
                    <a:pt x="5630" y="202"/>
                  </a:lnTo>
                  <a:lnTo>
                    <a:pt x="6579" y="142"/>
                  </a:lnTo>
                  <a:lnTo>
                    <a:pt x="7547" y="122"/>
                  </a:lnTo>
                  <a:lnTo>
                    <a:pt x="8536" y="101"/>
                  </a:lnTo>
                  <a:lnTo>
                    <a:pt x="9525" y="81"/>
                  </a:lnTo>
                  <a:lnTo>
                    <a:pt x="10514" y="81"/>
                  </a:lnTo>
                  <a:lnTo>
                    <a:pt x="11523" y="101"/>
                  </a:lnTo>
                  <a:lnTo>
                    <a:pt x="12552" y="142"/>
                  </a:lnTo>
                  <a:lnTo>
                    <a:pt x="13601" y="182"/>
                  </a:lnTo>
                  <a:lnTo>
                    <a:pt x="14651" y="243"/>
                  </a:lnTo>
                  <a:lnTo>
                    <a:pt x="15720" y="323"/>
                  </a:lnTo>
                  <a:lnTo>
                    <a:pt x="17900" y="505"/>
                  </a:lnTo>
                  <a:lnTo>
                    <a:pt x="20140" y="727"/>
                  </a:lnTo>
                  <a:lnTo>
                    <a:pt x="20927" y="848"/>
                  </a:lnTo>
                  <a:lnTo>
                    <a:pt x="21330" y="909"/>
                  </a:lnTo>
                  <a:lnTo>
                    <a:pt x="21694" y="989"/>
                  </a:lnTo>
                  <a:lnTo>
                    <a:pt x="22057" y="1110"/>
                  </a:lnTo>
                  <a:lnTo>
                    <a:pt x="22400" y="1231"/>
                  </a:lnTo>
                  <a:lnTo>
                    <a:pt x="22723" y="1413"/>
                  </a:lnTo>
                  <a:lnTo>
                    <a:pt x="23046" y="1615"/>
                  </a:lnTo>
                  <a:lnTo>
                    <a:pt x="23248" y="1796"/>
                  </a:lnTo>
                  <a:lnTo>
                    <a:pt x="23449" y="1978"/>
                  </a:lnTo>
                  <a:lnTo>
                    <a:pt x="23631" y="2200"/>
                  </a:lnTo>
                  <a:lnTo>
                    <a:pt x="23792" y="2422"/>
                  </a:lnTo>
                  <a:lnTo>
                    <a:pt x="23954" y="2664"/>
                  </a:lnTo>
                  <a:lnTo>
                    <a:pt x="24075" y="2906"/>
                  </a:lnTo>
                  <a:lnTo>
                    <a:pt x="24196" y="3149"/>
                  </a:lnTo>
                  <a:lnTo>
                    <a:pt x="24297" y="3411"/>
                  </a:lnTo>
                  <a:lnTo>
                    <a:pt x="24378" y="3673"/>
                  </a:lnTo>
                  <a:lnTo>
                    <a:pt x="24458" y="3915"/>
                  </a:lnTo>
                  <a:lnTo>
                    <a:pt x="24579" y="4440"/>
                  </a:lnTo>
                  <a:lnTo>
                    <a:pt x="24660" y="4945"/>
                  </a:lnTo>
                  <a:lnTo>
                    <a:pt x="24721" y="5409"/>
                  </a:lnTo>
                  <a:lnTo>
                    <a:pt x="24781" y="6095"/>
                  </a:lnTo>
                  <a:lnTo>
                    <a:pt x="24822" y="6781"/>
                  </a:lnTo>
                  <a:lnTo>
                    <a:pt x="24842" y="7487"/>
                  </a:lnTo>
                  <a:lnTo>
                    <a:pt x="24822" y="8173"/>
                  </a:lnTo>
                  <a:lnTo>
                    <a:pt x="24801" y="8860"/>
                  </a:lnTo>
                  <a:lnTo>
                    <a:pt x="24741" y="9566"/>
                  </a:lnTo>
                  <a:lnTo>
                    <a:pt x="24660" y="10252"/>
                  </a:lnTo>
                  <a:lnTo>
                    <a:pt x="24559" y="10938"/>
                  </a:lnTo>
                  <a:lnTo>
                    <a:pt x="24479" y="11362"/>
                  </a:lnTo>
                  <a:lnTo>
                    <a:pt x="24398" y="11765"/>
                  </a:lnTo>
                  <a:lnTo>
                    <a:pt x="24297" y="12149"/>
                  </a:lnTo>
                  <a:lnTo>
                    <a:pt x="24196" y="12512"/>
                  </a:lnTo>
                  <a:lnTo>
                    <a:pt x="24257" y="12532"/>
                  </a:lnTo>
                  <a:lnTo>
                    <a:pt x="24378" y="12169"/>
                  </a:lnTo>
                  <a:lnTo>
                    <a:pt x="24479" y="11765"/>
                  </a:lnTo>
                  <a:lnTo>
                    <a:pt x="24559" y="11362"/>
                  </a:lnTo>
                  <a:lnTo>
                    <a:pt x="24640" y="10938"/>
                  </a:lnTo>
                  <a:lnTo>
                    <a:pt x="24741" y="10252"/>
                  </a:lnTo>
                  <a:lnTo>
                    <a:pt x="24822" y="9566"/>
                  </a:lnTo>
                  <a:lnTo>
                    <a:pt x="24882" y="8880"/>
                  </a:lnTo>
                  <a:lnTo>
                    <a:pt x="24902" y="8173"/>
                  </a:lnTo>
                  <a:lnTo>
                    <a:pt x="24922" y="7487"/>
                  </a:lnTo>
                  <a:lnTo>
                    <a:pt x="24902" y="6781"/>
                  </a:lnTo>
                  <a:lnTo>
                    <a:pt x="24862" y="6095"/>
                  </a:lnTo>
                  <a:lnTo>
                    <a:pt x="24801" y="5409"/>
                  </a:lnTo>
                  <a:lnTo>
                    <a:pt x="24741" y="4924"/>
                  </a:lnTo>
                  <a:lnTo>
                    <a:pt x="24660" y="4420"/>
                  </a:lnTo>
                  <a:lnTo>
                    <a:pt x="24539" y="3895"/>
                  </a:lnTo>
                  <a:lnTo>
                    <a:pt x="24458" y="3633"/>
                  </a:lnTo>
                  <a:lnTo>
                    <a:pt x="24357" y="3371"/>
                  </a:lnTo>
                  <a:lnTo>
                    <a:pt x="24257" y="3108"/>
                  </a:lnTo>
                  <a:lnTo>
                    <a:pt x="24156" y="2866"/>
                  </a:lnTo>
                  <a:lnTo>
                    <a:pt x="24014" y="2604"/>
                  </a:lnTo>
                  <a:lnTo>
                    <a:pt x="23873" y="2362"/>
                  </a:lnTo>
                  <a:lnTo>
                    <a:pt x="23692" y="2140"/>
                  </a:lnTo>
                  <a:lnTo>
                    <a:pt x="23510" y="1918"/>
                  </a:lnTo>
                  <a:lnTo>
                    <a:pt x="23308" y="1736"/>
                  </a:lnTo>
                  <a:lnTo>
                    <a:pt x="23086" y="1534"/>
                  </a:lnTo>
                  <a:lnTo>
                    <a:pt x="22763" y="1332"/>
                  </a:lnTo>
                  <a:lnTo>
                    <a:pt x="22440" y="1171"/>
                  </a:lnTo>
                  <a:lnTo>
                    <a:pt x="22077" y="1030"/>
                  </a:lnTo>
                  <a:lnTo>
                    <a:pt x="21714" y="929"/>
                  </a:lnTo>
                  <a:lnTo>
                    <a:pt x="21351" y="828"/>
                  </a:lnTo>
                  <a:lnTo>
                    <a:pt x="20947" y="767"/>
                  </a:lnTo>
                  <a:lnTo>
                    <a:pt x="20160" y="646"/>
                  </a:lnTo>
                  <a:lnTo>
                    <a:pt x="17900" y="424"/>
                  </a:lnTo>
                  <a:lnTo>
                    <a:pt x="15720" y="243"/>
                  </a:lnTo>
                  <a:lnTo>
                    <a:pt x="14651" y="162"/>
                  </a:lnTo>
                  <a:lnTo>
                    <a:pt x="13601" y="101"/>
                  </a:lnTo>
                  <a:lnTo>
                    <a:pt x="12552" y="61"/>
                  </a:lnTo>
                  <a:lnTo>
                    <a:pt x="11543" y="21"/>
                  </a:lnTo>
                  <a:lnTo>
                    <a:pt x="10514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" name="Google Shape;51;p2"/>
            <p:cNvSpPr/>
            <p:nvPr/>
          </p:nvSpPr>
          <p:spPr>
            <a:xfrm flipH="1">
              <a:off x="-3238229" y="-4877163"/>
              <a:ext cx="1371970" cy="810100"/>
            </a:xfrm>
            <a:custGeom>
              <a:rect b="b" l="l" r="r" t="t"/>
              <a:pathLst>
                <a:path extrusionOk="0" h="14490" w="24540">
                  <a:moveTo>
                    <a:pt x="283" y="0"/>
                  </a:moveTo>
                  <a:lnTo>
                    <a:pt x="182" y="364"/>
                  </a:lnTo>
                  <a:lnTo>
                    <a:pt x="102" y="747"/>
                  </a:lnTo>
                  <a:lnTo>
                    <a:pt x="41" y="1131"/>
                  </a:lnTo>
                  <a:lnTo>
                    <a:pt x="21" y="1534"/>
                  </a:lnTo>
                  <a:lnTo>
                    <a:pt x="1" y="1938"/>
                  </a:lnTo>
                  <a:lnTo>
                    <a:pt x="21" y="2341"/>
                  </a:lnTo>
                  <a:lnTo>
                    <a:pt x="61" y="2765"/>
                  </a:lnTo>
                  <a:lnTo>
                    <a:pt x="122" y="3189"/>
                  </a:lnTo>
                  <a:lnTo>
                    <a:pt x="223" y="3633"/>
                  </a:lnTo>
                  <a:lnTo>
                    <a:pt x="324" y="4097"/>
                  </a:lnTo>
                  <a:lnTo>
                    <a:pt x="566" y="4985"/>
                  </a:lnTo>
                  <a:lnTo>
                    <a:pt x="848" y="6055"/>
                  </a:lnTo>
                  <a:lnTo>
                    <a:pt x="969" y="6599"/>
                  </a:lnTo>
                  <a:lnTo>
                    <a:pt x="1050" y="7144"/>
                  </a:lnTo>
                  <a:lnTo>
                    <a:pt x="1111" y="7649"/>
                  </a:lnTo>
                  <a:lnTo>
                    <a:pt x="1151" y="8173"/>
                  </a:lnTo>
                  <a:lnTo>
                    <a:pt x="1151" y="8718"/>
                  </a:lnTo>
                  <a:lnTo>
                    <a:pt x="1151" y="9243"/>
                  </a:lnTo>
                  <a:lnTo>
                    <a:pt x="1131" y="9768"/>
                  </a:lnTo>
                  <a:lnTo>
                    <a:pt x="1090" y="10292"/>
                  </a:lnTo>
                  <a:lnTo>
                    <a:pt x="989" y="11342"/>
                  </a:lnTo>
                  <a:lnTo>
                    <a:pt x="929" y="12088"/>
                  </a:lnTo>
                  <a:lnTo>
                    <a:pt x="868" y="12855"/>
                  </a:lnTo>
                  <a:lnTo>
                    <a:pt x="848" y="13218"/>
                  </a:lnTo>
                  <a:lnTo>
                    <a:pt x="868" y="13400"/>
                  </a:lnTo>
                  <a:lnTo>
                    <a:pt x="889" y="13582"/>
                  </a:lnTo>
                  <a:lnTo>
                    <a:pt x="929" y="13743"/>
                  </a:lnTo>
                  <a:lnTo>
                    <a:pt x="989" y="13905"/>
                  </a:lnTo>
                  <a:lnTo>
                    <a:pt x="1070" y="14046"/>
                  </a:lnTo>
                  <a:lnTo>
                    <a:pt x="1171" y="14187"/>
                  </a:lnTo>
                  <a:lnTo>
                    <a:pt x="1252" y="14268"/>
                  </a:lnTo>
                  <a:lnTo>
                    <a:pt x="1353" y="14328"/>
                  </a:lnTo>
                  <a:lnTo>
                    <a:pt x="1433" y="14369"/>
                  </a:lnTo>
                  <a:lnTo>
                    <a:pt x="1534" y="14409"/>
                  </a:lnTo>
                  <a:lnTo>
                    <a:pt x="1756" y="14470"/>
                  </a:lnTo>
                  <a:lnTo>
                    <a:pt x="1958" y="14490"/>
                  </a:lnTo>
                  <a:lnTo>
                    <a:pt x="2180" y="14470"/>
                  </a:lnTo>
                  <a:lnTo>
                    <a:pt x="2402" y="14429"/>
                  </a:lnTo>
                  <a:lnTo>
                    <a:pt x="2644" y="14349"/>
                  </a:lnTo>
                  <a:lnTo>
                    <a:pt x="2886" y="14227"/>
                  </a:lnTo>
                  <a:lnTo>
                    <a:pt x="3330" y="13965"/>
                  </a:lnTo>
                  <a:lnTo>
                    <a:pt x="3532" y="13844"/>
                  </a:lnTo>
                  <a:lnTo>
                    <a:pt x="3895" y="13642"/>
                  </a:lnTo>
                  <a:lnTo>
                    <a:pt x="4259" y="13461"/>
                  </a:lnTo>
                  <a:lnTo>
                    <a:pt x="4642" y="13299"/>
                  </a:lnTo>
                  <a:lnTo>
                    <a:pt x="5046" y="13138"/>
                  </a:lnTo>
                  <a:lnTo>
                    <a:pt x="5449" y="12996"/>
                  </a:lnTo>
                  <a:lnTo>
                    <a:pt x="5873" y="12875"/>
                  </a:lnTo>
                  <a:lnTo>
                    <a:pt x="6317" y="12754"/>
                  </a:lnTo>
                  <a:lnTo>
                    <a:pt x="6761" y="12653"/>
                  </a:lnTo>
                  <a:lnTo>
                    <a:pt x="7225" y="12573"/>
                  </a:lnTo>
                  <a:lnTo>
                    <a:pt x="7689" y="12512"/>
                  </a:lnTo>
                  <a:lnTo>
                    <a:pt x="8174" y="12472"/>
                  </a:lnTo>
                  <a:lnTo>
                    <a:pt x="8678" y="12431"/>
                  </a:lnTo>
                  <a:lnTo>
                    <a:pt x="9183" y="12411"/>
                  </a:lnTo>
                  <a:lnTo>
                    <a:pt x="10232" y="12411"/>
                  </a:lnTo>
                  <a:lnTo>
                    <a:pt x="10777" y="12431"/>
                  </a:lnTo>
                  <a:lnTo>
                    <a:pt x="11887" y="12532"/>
                  </a:lnTo>
                  <a:lnTo>
                    <a:pt x="12976" y="12653"/>
                  </a:lnTo>
                  <a:lnTo>
                    <a:pt x="14066" y="12815"/>
                  </a:lnTo>
                  <a:lnTo>
                    <a:pt x="15156" y="12976"/>
                  </a:lnTo>
                  <a:lnTo>
                    <a:pt x="16690" y="13198"/>
                  </a:lnTo>
                  <a:lnTo>
                    <a:pt x="17477" y="13299"/>
                  </a:lnTo>
                  <a:lnTo>
                    <a:pt x="18243" y="13400"/>
                  </a:lnTo>
                  <a:lnTo>
                    <a:pt x="18768" y="13440"/>
                  </a:lnTo>
                  <a:lnTo>
                    <a:pt x="19273" y="13481"/>
                  </a:lnTo>
                  <a:lnTo>
                    <a:pt x="19797" y="13481"/>
                  </a:lnTo>
                  <a:lnTo>
                    <a:pt x="20302" y="13461"/>
                  </a:lnTo>
                  <a:lnTo>
                    <a:pt x="20806" y="13400"/>
                  </a:lnTo>
                  <a:lnTo>
                    <a:pt x="21048" y="13360"/>
                  </a:lnTo>
                  <a:lnTo>
                    <a:pt x="21291" y="13299"/>
                  </a:lnTo>
                  <a:lnTo>
                    <a:pt x="21533" y="13218"/>
                  </a:lnTo>
                  <a:lnTo>
                    <a:pt x="21775" y="13138"/>
                  </a:lnTo>
                  <a:lnTo>
                    <a:pt x="21997" y="13037"/>
                  </a:lnTo>
                  <a:lnTo>
                    <a:pt x="22219" y="12936"/>
                  </a:lnTo>
                  <a:lnTo>
                    <a:pt x="22421" y="12815"/>
                  </a:lnTo>
                  <a:lnTo>
                    <a:pt x="22602" y="12694"/>
                  </a:lnTo>
                  <a:lnTo>
                    <a:pt x="22784" y="12553"/>
                  </a:lnTo>
                  <a:lnTo>
                    <a:pt x="22966" y="12411"/>
                  </a:lnTo>
                  <a:lnTo>
                    <a:pt x="23127" y="12250"/>
                  </a:lnTo>
                  <a:lnTo>
                    <a:pt x="23288" y="12068"/>
                  </a:lnTo>
                  <a:lnTo>
                    <a:pt x="23450" y="11887"/>
                  </a:lnTo>
                  <a:lnTo>
                    <a:pt x="23591" y="11685"/>
                  </a:lnTo>
                  <a:lnTo>
                    <a:pt x="23874" y="11261"/>
                  </a:lnTo>
                  <a:lnTo>
                    <a:pt x="24116" y="10797"/>
                  </a:lnTo>
                  <a:lnTo>
                    <a:pt x="24358" y="10292"/>
                  </a:lnTo>
                  <a:lnTo>
                    <a:pt x="24540" y="9727"/>
                  </a:lnTo>
                  <a:lnTo>
                    <a:pt x="24479" y="9707"/>
                  </a:lnTo>
                  <a:lnTo>
                    <a:pt x="24277" y="10252"/>
                  </a:lnTo>
                  <a:lnTo>
                    <a:pt x="24055" y="10756"/>
                  </a:lnTo>
                  <a:lnTo>
                    <a:pt x="23813" y="11221"/>
                  </a:lnTo>
                  <a:lnTo>
                    <a:pt x="23531" y="11644"/>
                  </a:lnTo>
                  <a:lnTo>
                    <a:pt x="23228" y="12008"/>
                  </a:lnTo>
                  <a:lnTo>
                    <a:pt x="23066" y="12189"/>
                  </a:lnTo>
                  <a:lnTo>
                    <a:pt x="22905" y="12351"/>
                  </a:lnTo>
                  <a:lnTo>
                    <a:pt x="22744" y="12492"/>
                  </a:lnTo>
                  <a:lnTo>
                    <a:pt x="22562" y="12613"/>
                  </a:lnTo>
                  <a:lnTo>
                    <a:pt x="22380" y="12754"/>
                  </a:lnTo>
                  <a:lnTo>
                    <a:pt x="22178" y="12855"/>
                  </a:lnTo>
                  <a:lnTo>
                    <a:pt x="21957" y="12976"/>
                  </a:lnTo>
                  <a:lnTo>
                    <a:pt x="21735" y="13077"/>
                  </a:lnTo>
                  <a:lnTo>
                    <a:pt x="21492" y="13158"/>
                  </a:lnTo>
                  <a:lnTo>
                    <a:pt x="21270" y="13218"/>
                  </a:lnTo>
                  <a:lnTo>
                    <a:pt x="21028" y="13279"/>
                  </a:lnTo>
                  <a:lnTo>
                    <a:pt x="20786" y="13319"/>
                  </a:lnTo>
                  <a:lnTo>
                    <a:pt x="20282" y="13380"/>
                  </a:lnTo>
                  <a:lnTo>
                    <a:pt x="19777" y="13400"/>
                  </a:lnTo>
                  <a:lnTo>
                    <a:pt x="19273" y="13400"/>
                  </a:lnTo>
                  <a:lnTo>
                    <a:pt x="18768" y="13360"/>
                  </a:lnTo>
                  <a:lnTo>
                    <a:pt x="18264" y="13319"/>
                  </a:lnTo>
                  <a:lnTo>
                    <a:pt x="17477" y="13218"/>
                  </a:lnTo>
                  <a:lnTo>
                    <a:pt x="16710" y="13118"/>
                  </a:lnTo>
                  <a:lnTo>
                    <a:pt x="15156" y="12896"/>
                  </a:lnTo>
                  <a:lnTo>
                    <a:pt x="14086" y="12734"/>
                  </a:lnTo>
                  <a:lnTo>
                    <a:pt x="12997" y="12573"/>
                  </a:lnTo>
                  <a:lnTo>
                    <a:pt x="11887" y="12452"/>
                  </a:lnTo>
                  <a:lnTo>
                    <a:pt x="10797" y="12351"/>
                  </a:lnTo>
                  <a:lnTo>
                    <a:pt x="10252" y="12331"/>
                  </a:lnTo>
                  <a:lnTo>
                    <a:pt x="9183" y="12331"/>
                  </a:lnTo>
                  <a:lnTo>
                    <a:pt x="8658" y="12351"/>
                  </a:lnTo>
                  <a:lnTo>
                    <a:pt x="8174" y="12391"/>
                  </a:lnTo>
                  <a:lnTo>
                    <a:pt x="7669" y="12431"/>
                  </a:lnTo>
                  <a:lnTo>
                    <a:pt x="7205" y="12492"/>
                  </a:lnTo>
                  <a:lnTo>
                    <a:pt x="6741" y="12573"/>
                  </a:lnTo>
                  <a:lnTo>
                    <a:pt x="6277" y="12674"/>
                  </a:lnTo>
                  <a:lnTo>
                    <a:pt x="5853" y="12795"/>
                  </a:lnTo>
                  <a:lnTo>
                    <a:pt x="5429" y="12916"/>
                  </a:lnTo>
                  <a:lnTo>
                    <a:pt x="5005" y="13057"/>
                  </a:lnTo>
                  <a:lnTo>
                    <a:pt x="4602" y="13218"/>
                  </a:lnTo>
                  <a:lnTo>
                    <a:pt x="4218" y="13380"/>
                  </a:lnTo>
                  <a:lnTo>
                    <a:pt x="3855" y="13582"/>
                  </a:lnTo>
                  <a:lnTo>
                    <a:pt x="3492" y="13783"/>
                  </a:lnTo>
                  <a:lnTo>
                    <a:pt x="3290" y="13905"/>
                  </a:lnTo>
                  <a:lnTo>
                    <a:pt x="2846" y="14147"/>
                  </a:lnTo>
                  <a:lnTo>
                    <a:pt x="2624" y="14268"/>
                  </a:lnTo>
                  <a:lnTo>
                    <a:pt x="2382" y="14349"/>
                  </a:lnTo>
                  <a:lnTo>
                    <a:pt x="2241" y="14389"/>
                  </a:lnTo>
                  <a:lnTo>
                    <a:pt x="2079" y="14409"/>
                  </a:lnTo>
                  <a:lnTo>
                    <a:pt x="1938" y="14409"/>
                  </a:lnTo>
                  <a:lnTo>
                    <a:pt x="1776" y="14389"/>
                  </a:lnTo>
                  <a:lnTo>
                    <a:pt x="1635" y="14369"/>
                  </a:lnTo>
                  <a:lnTo>
                    <a:pt x="1494" y="14308"/>
                  </a:lnTo>
                  <a:lnTo>
                    <a:pt x="1353" y="14227"/>
                  </a:lnTo>
                  <a:lnTo>
                    <a:pt x="1232" y="14127"/>
                  </a:lnTo>
                  <a:lnTo>
                    <a:pt x="1131" y="14005"/>
                  </a:lnTo>
                  <a:lnTo>
                    <a:pt x="1050" y="13864"/>
                  </a:lnTo>
                  <a:lnTo>
                    <a:pt x="1010" y="13723"/>
                  </a:lnTo>
                  <a:lnTo>
                    <a:pt x="969" y="13562"/>
                  </a:lnTo>
                  <a:lnTo>
                    <a:pt x="949" y="13380"/>
                  </a:lnTo>
                  <a:lnTo>
                    <a:pt x="929" y="13218"/>
                  </a:lnTo>
                  <a:lnTo>
                    <a:pt x="949" y="12855"/>
                  </a:lnTo>
                  <a:lnTo>
                    <a:pt x="1010" y="12109"/>
                  </a:lnTo>
                  <a:lnTo>
                    <a:pt x="1070" y="11342"/>
                  </a:lnTo>
                  <a:lnTo>
                    <a:pt x="1171" y="10292"/>
                  </a:lnTo>
                  <a:lnTo>
                    <a:pt x="1211" y="9768"/>
                  </a:lnTo>
                  <a:lnTo>
                    <a:pt x="1232" y="9243"/>
                  </a:lnTo>
                  <a:lnTo>
                    <a:pt x="1232" y="8698"/>
                  </a:lnTo>
                  <a:lnTo>
                    <a:pt x="1232" y="8173"/>
                  </a:lnTo>
                  <a:lnTo>
                    <a:pt x="1191" y="7649"/>
                  </a:lnTo>
                  <a:lnTo>
                    <a:pt x="1131" y="7124"/>
                  </a:lnTo>
                  <a:lnTo>
                    <a:pt x="1050" y="6579"/>
                  </a:lnTo>
                  <a:lnTo>
                    <a:pt x="929" y="6034"/>
                  </a:lnTo>
                  <a:lnTo>
                    <a:pt x="646" y="4965"/>
                  </a:lnTo>
                  <a:lnTo>
                    <a:pt x="404" y="4077"/>
                  </a:lnTo>
                  <a:lnTo>
                    <a:pt x="303" y="3633"/>
                  </a:lnTo>
                  <a:lnTo>
                    <a:pt x="202" y="3169"/>
                  </a:lnTo>
                  <a:lnTo>
                    <a:pt x="142" y="2765"/>
                  </a:lnTo>
                  <a:lnTo>
                    <a:pt x="102" y="2341"/>
                  </a:lnTo>
                  <a:lnTo>
                    <a:pt x="81" y="1938"/>
                  </a:lnTo>
                  <a:lnTo>
                    <a:pt x="102" y="1534"/>
                  </a:lnTo>
                  <a:lnTo>
                    <a:pt x="122" y="1151"/>
                  </a:lnTo>
                  <a:lnTo>
                    <a:pt x="182" y="767"/>
                  </a:lnTo>
                  <a:lnTo>
                    <a:pt x="243" y="384"/>
                  </a:lnTo>
                  <a:lnTo>
                    <a:pt x="344" y="21"/>
                  </a:lnTo>
                  <a:lnTo>
                    <a:pt x="28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2" name="Google Shape;52;p2"/>
            <p:cNvSpPr/>
            <p:nvPr/>
          </p:nvSpPr>
          <p:spPr>
            <a:xfrm flipH="1">
              <a:off x="-3249516" y="-5106211"/>
              <a:ext cx="1060565" cy="526984"/>
            </a:xfrm>
            <a:custGeom>
              <a:rect b="b" l="l" r="r" t="t"/>
              <a:pathLst>
                <a:path extrusionOk="0" h="9426" w="18970">
                  <a:moveTo>
                    <a:pt x="7103" y="1"/>
                  </a:moveTo>
                  <a:lnTo>
                    <a:pt x="5812" y="41"/>
                  </a:lnTo>
                  <a:lnTo>
                    <a:pt x="4480" y="142"/>
                  </a:lnTo>
                  <a:lnTo>
                    <a:pt x="3976" y="183"/>
                  </a:lnTo>
                  <a:lnTo>
                    <a:pt x="3552" y="223"/>
                  </a:lnTo>
                  <a:lnTo>
                    <a:pt x="3168" y="263"/>
                  </a:lnTo>
                  <a:lnTo>
                    <a:pt x="2805" y="324"/>
                  </a:lnTo>
                  <a:lnTo>
                    <a:pt x="2462" y="425"/>
                  </a:lnTo>
                  <a:lnTo>
                    <a:pt x="2301" y="505"/>
                  </a:lnTo>
                  <a:lnTo>
                    <a:pt x="2139" y="586"/>
                  </a:lnTo>
                  <a:lnTo>
                    <a:pt x="1958" y="667"/>
                  </a:lnTo>
                  <a:lnTo>
                    <a:pt x="1796" y="788"/>
                  </a:lnTo>
                  <a:lnTo>
                    <a:pt x="1635" y="909"/>
                  </a:lnTo>
                  <a:lnTo>
                    <a:pt x="1453" y="1070"/>
                  </a:lnTo>
                  <a:lnTo>
                    <a:pt x="1090" y="1434"/>
                  </a:lnTo>
                  <a:lnTo>
                    <a:pt x="827" y="1736"/>
                  </a:lnTo>
                  <a:lnTo>
                    <a:pt x="585" y="2059"/>
                  </a:lnTo>
                  <a:lnTo>
                    <a:pt x="404" y="2362"/>
                  </a:lnTo>
                  <a:lnTo>
                    <a:pt x="242" y="2665"/>
                  </a:lnTo>
                  <a:lnTo>
                    <a:pt x="121" y="2988"/>
                  </a:lnTo>
                  <a:lnTo>
                    <a:pt x="40" y="3290"/>
                  </a:lnTo>
                  <a:lnTo>
                    <a:pt x="0" y="3593"/>
                  </a:lnTo>
                  <a:lnTo>
                    <a:pt x="0" y="3896"/>
                  </a:lnTo>
                  <a:lnTo>
                    <a:pt x="81" y="3896"/>
                  </a:lnTo>
                  <a:lnTo>
                    <a:pt x="81" y="3593"/>
                  </a:lnTo>
                  <a:lnTo>
                    <a:pt x="121" y="3290"/>
                  </a:lnTo>
                  <a:lnTo>
                    <a:pt x="202" y="3008"/>
                  </a:lnTo>
                  <a:lnTo>
                    <a:pt x="323" y="2705"/>
                  </a:lnTo>
                  <a:lnTo>
                    <a:pt x="464" y="2402"/>
                  </a:lnTo>
                  <a:lnTo>
                    <a:pt x="666" y="2100"/>
                  </a:lnTo>
                  <a:lnTo>
                    <a:pt x="888" y="1797"/>
                  </a:lnTo>
                  <a:lnTo>
                    <a:pt x="1150" y="1474"/>
                  </a:lnTo>
                  <a:lnTo>
                    <a:pt x="1514" y="1131"/>
                  </a:lnTo>
                  <a:lnTo>
                    <a:pt x="1675" y="970"/>
                  </a:lnTo>
                  <a:lnTo>
                    <a:pt x="1837" y="848"/>
                  </a:lnTo>
                  <a:lnTo>
                    <a:pt x="2018" y="748"/>
                  </a:lnTo>
                  <a:lnTo>
                    <a:pt x="2180" y="647"/>
                  </a:lnTo>
                  <a:lnTo>
                    <a:pt x="2341" y="566"/>
                  </a:lnTo>
                  <a:lnTo>
                    <a:pt x="2502" y="505"/>
                  </a:lnTo>
                  <a:lnTo>
                    <a:pt x="2825" y="405"/>
                  </a:lnTo>
                  <a:lnTo>
                    <a:pt x="3189" y="344"/>
                  </a:lnTo>
                  <a:lnTo>
                    <a:pt x="3572" y="304"/>
                  </a:lnTo>
                  <a:lnTo>
                    <a:pt x="3996" y="263"/>
                  </a:lnTo>
                  <a:lnTo>
                    <a:pt x="4500" y="223"/>
                  </a:lnTo>
                  <a:lnTo>
                    <a:pt x="5812" y="122"/>
                  </a:lnTo>
                  <a:lnTo>
                    <a:pt x="7103" y="82"/>
                  </a:lnTo>
                  <a:lnTo>
                    <a:pt x="8355" y="82"/>
                  </a:lnTo>
                  <a:lnTo>
                    <a:pt x="9586" y="102"/>
                  </a:lnTo>
                  <a:lnTo>
                    <a:pt x="10574" y="162"/>
                  </a:lnTo>
                  <a:lnTo>
                    <a:pt x="11099" y="223"/>
                  </a:lnTo>
                  <a:lnTo>
                    <a:pt x="11664" y="283"/>
                  </a:lnTo>
                  <a:lnTo>
                    <a:pt x="12209" y="384"/>
                  </a:lnTo>
                  <a:lnTo>
                    <a:pt x="12794" y="505"/>
                  </a:lnTo>
                  <a:lnTo>
                    <a:pt x="13359" y="647"/>
                  </a:lnTo>
                  <a:lnTo>
                    <a:pt x="13945" y="828"/>
                  </a:lnTo>
                  <a:lnTo>
                    <a:pt x="14348" y="990"/>
                  </a:lnTo>
                  <a:lnTo>
                    <a:pt x="14812" y="1171"/>
                  </a:lnTo>
                  <a:lnTo>
                    <a:pt x="15276" y="1414"/>
                  </a:lnTo>
                  <a:lnTo>
                    <a:pt x="15741" y="1696"/>
                  </a:lnTo>
                  <a:lnTo>
                    <a:pt x="16205" y="2019"/>
                  </a:lnTo>
                  <a:lnTo>
                    <a:pt x="16447" y="2201"/>
                  </a:lnTo>
                  <a:lnTo>
                    <a:pt x="16669" y="2382"/>
                  </a:lnTo>
                  <a:lnTo>
                    <a:pt x="16891" y="2604"/>
                  </a:lnTo>
                  <a:lnTo>
                    <a:pt x="17113" y="2826"/>
                  </a:lnTo>
                  <a:lnTo>
                    <a:pt x="17315" y="3068"/>
                  </a:lnTo>
                  <a:lnTo>
                    <a:pt x="17516" y="3310"/>
                  </a:lnTo>
                  <a:lnTo>
                    <a:pt x="17698" y="3593"/>
                  </a:lnTo>
                  <a:lnTo>
                    <a:pt x="17880" y="3876"/>
                  </a:lnTo>
                  <a:lnTo>
                    <a:pt x="18041" y="4178"/>
                  </a:lnTo>
                  <a:lnTo>
                    <a:pt x="18182" y="4501"/>
                  </a:lnTo>
                  <a:lnTo>
                    <a:pt x="18324" y="4824"/>
                  </a:lnTo>
                  <a:lnTo>
                    <a:pt x="18445" y="5187"/>
                  </a:lnTo>
                  <a:lnTo>
                    <a:pt x="18546" y="5530"/>
                  </a:lnTo>
                  <a:lnTo>
                    <a:pt x="18646" y="5914"/>
                  </a:lnTo>
                  <a:lnTo>
                    <a:pt x="18727" y="6297"/>
                  </a:lnTo>
                  <a:lnTo>
                    <a:pt x="18788" y="6701"/>
                  </a:lnTo>
                  <a:lnTo>
                    <a:pt x="18828" y="7125"/>
                  </a:lnTo>
                  <a:lnTo>
                    <a:pt x="18868" y="7548"/>
                  </a:lnTo>
                  <a:lnTo>
                    <a:pt x="18889" y="7992"/>
                  </a:lnTo>
                  <a:lnTo>
                    <a:pt x="18889" y="8456"/>
                  </a:lnTo>
                  <a:lnTo>
                    <a:pt x="18889" y="8941"/>
                  </a:lnTo>
                  <a:lnTo>
                    <a:pt x="18868" y="9425"/>
                  </a:lnTo>
                  <a:lnTo>
                    <a:pt x="18949" y="9425"/>
                  </a:lnTo>
                  <a:lnTo>
                    <a:pt x="18969" y="8941"/>
                  </a:lnTo>
                  <a:lnTo>
                    <a:pt x="18969" y="8456"/>
                  </a:lnTo>
                  <a:lnTo>
                    <a:pt x="18969" y="7992"/>
                  </a:lnTo>
                  <a:lnTo>
                    <a:pt x="18949" y="7528"/>
                  </a:lnTo>
                  <a:lnTo>
                    <a:pt x="18909" y="7104"/>
                  </a:lnTo>
                  <a:lnTo>
                    <a:pt x="18868" y="6681"/>
                  </a:lnTo>
                  <a:lnTo>
                    <a:pt x="18788" y="6277"/>
                  </a:lnTo>
                  <a:lnTo>
                    <a:pt x="18727" y="5894"/>
                  </a:lnTo>
                  <a:lnTo>
                    <a:pt x="18626" y="5510"/>
                  </a:lnTo>
                  <a:lnTo>
                    <a:pt x="18525" y="5147"/>
                  </a:lnTo>
                  <a:lnTo>
                    <a:pt x="18404" y="4804"/>
                  </a:lnTo>
                  <a:lnTo>
                    <a:pt x="18263" y="4461"/>
                  </a:lnTo>
                  <a:lnTo>
                    <a:pt x="18102" y="4138"/>
                  </a:lnTo>
                  <a:lnTo>
                    <a:pt x="17940" y="3835"/>
                  </a:lnTo>
                  <a:lnTo>
                    <a:pt x="17759" y="3553"/>
                  </a:lnTo>
                  <a:lnTo>
                    <a:pt x="17577" y="3270"/>
                  </a:lnTo>
                  <a:lnTo>
                    <a:pt x="17375" y="3008"/>
                  </a:lnTo>
                  <a:lnTo>
                    <a:pt x="17173" y="2766"/>
                  </a:lnTo>
                  <a:lnTo>
                    <a:pt x="16951" y="2544"/>
                  </a:lnTo>
                  <a:lnTo>
                    <a:pt x="16729" y="2322"/>
                  </a:lnTo>
                  <a:lnTo>
                    <a:pt x="16507" y="2140"/>
                  </a:lnTo>
                  <a:lnTo>
                    <a:pt x="16265" y="1958"/>
                  </a:lnTo>
                  <a:lnTo>
                    <a:pt x="15781" y="1615"/>
                  </a:lnTo>
                  <a:lnTo>
                    <a:pt x="15317" y="1333"/>
                  </a:lnTo>
                  <a:lnTo>
                    <a:pt x="14832" y="1111"/>
                  </a:lnTo>
                  <a:lnTo>
                    <a:pt x="14388" y="909"/>
                  </a:lnTo>
                  <a:lnTo>
                    <a:pt x="13965" y="748"/>
                  </a:lnTo>
                  <a:lnTo>
                    <a:pt x="13400" y="566"/>
                  </a:lnTo>
                  <a:lnTo>
                    <a:pt x="12814" y="425"/>
                  </a:lnTo>
                  <a:lnTo>
                    <a:pt x="12229" y="304"/>
                  </a:lnTo>
                  <a:lnTo>
                    <a:pt x="11664" y="223"/>
                  </a:lnTo>
                  <a:lnTo>
                    <a:pt x="11119" y="142"/>
                  </a:lnTo>
                  <a:lnTo>
                    <a:pt x="10574" y="82"/>
                  </a:lnTo>
                  <a:lnTo>
                    <a:pt x="9586" y="21"/>
                  </a:lnTo>
                  <a:lnTo>
                    <a:pt x="8355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3" name="Google Shape;53;p2"/>
            <p:cNvSpPr/>
            <p:nvPr/>
          </p:nvSpPr>
          <p:spPr>
            <a:xfrm flipH="1">
              <a:off x="-3364577" y="-5090390"/>
              <a:ext cx="1339208" cy="816864"/>
            </a:xfrm>
            <a:custGeom>
              <a:rect b="b" l="l" r="r" t="t"/>
              <a:pathLst>
                <a:path extrusionOk="0" h="14611" w="23954">
                  <a:moveTo>
                    <a:pt x="8637" y="0"/>
                  </a:moveTo>
                  <a:lnTo>
                    <a:pt x="7870" y="41"/>
                  </a:lnTo>
                  <a:lnTo>
                    <a:pt x="7083" y="81"/>
                  </a:lnTo>
                  <a:lnTo>
                    <a:pt x="6296" y="162"/>
                  </a:lnTo>
                  <a:lnTo>
                    <a:pt x="5509" y="243"/>
                  </a:lnTo>
                  <a:lnTo>
                    <a:pt x="5065" y="303"/>
                  </a:lnTo>
                  <a:lnTo>
                    <a:pt x="4601" y="384"/>
                  </a:lnTo>
                  <a:lnTo>
                    <a:pt x="4097" y="485"/>
                  </a:lnTo>
                  <a:lnTo>
                    <a:pt x="3592" y="626"/>
                  </a:lnTo>
                  <a:lnTo>
                    <a:pt x="3067" y="787"/>
                  </a:lnTo>
                  <a:lnTo>
                    <a:pt x="2563" y="1009"/>
                  </a:lnTo>
                  <a:lnTo>
                    <a:pt x="2321" y="1131"/>
                  </a:lnTo>
                  <a:lnTo>
                    <a:pt x="2079" y="1252"/>
                  </a:lnTo>
                  <a:lnTo>
                    <a:pt x="1836" y="1393"/>
                  </a:lnTo>
                  <a:lnTo>
                    <a:pt x="1614" y="1554"/>
                  </a:lnTo>
                  <a:lnTo>
                    <a:pt x="1392" y="1716"/>
                  </a:lnTo>
                  <a:lnTo>
                    <a:pt x="1191" y="1897"/>
                  </a:lnTo>
                  <a:lnTo>
                    <a:pt x="1009" y="2079"/>
                  </a:lnTo>
                  <a:lnTo>
                    <a:pt x="827" y="2261"/>
                  </a:lnTo>
                  <a:lnTo>
                    <a:pt x="686" y="2462"/>
                  </a:lnTo>
                  <a:lnTo>
                    <a:pt x="545" y="2664"/>
                  </a:lnTo>
                  <a:lnTo>
                    <a:pt x="404" y="2866"/>
                  </a:lnTo>
                  <a:lnTo>
                    <a:pt x="303" y="3088"/>
                  </a:lnTo>
                  <a:lnTo>
                    <a:pt x="222" y="3330"/>
                  </a:lnTo>
                  <a:lnTo>
                    <a:pt x="141" y="3552"/>
                  </a:lnTo>
                  <a:lnTo>
                    <a:pt x="81" y="3814"/>
                  </a:lnTo>
                  <a:lnTo>
                    <a:pt x="40" y="4057"/>
                  </a:lnTo>
                  <a:lnTo>
                    <a:pt x="0" y="4319"/>
                  </a:lnTo>
                  <a:lnTo>
                    <a:pt x="0" y="4581"/>
                  </a:lnTo>
                  <a:lnTo>
                    <a:pt x="0" y="4864"/>
                  </a:lnTo>
                  <a:lnTo>
                    <a:pt x="20" y="5146"/>
                  </a:lnTo>
                  <a:lnTo>
                    <a:pt x="81" y="5611"/>
                  </a:lnTo>
                  <a:lnTo>
                    <a:pt x="182" y="6095"/>
                  </a:lnTo>
                  <a:lnTo>
                    <a:pt x="303" y="6559"/>
                  </a:lnTo>
                  <a:lnTo>
                    <a:pt x="424" y="7023"/>
                  </a:lnTo>
                  <a:lnTo>
                    <a:pt x="565" y="7588"/>
                  </a:lnTo>
                  <a:lnTo>
                    <a:pt x="706" y="8173"/>
                  </a:lnTo>
                  <a:lnTo>
                    <a:pt x="767" y="8537"/>
                  </a:lnTo>
                  <a:lnTo>
                    <a:pt x="827" y="8920"/>
                  </a:lnTo>
                  <a:lnTo>
                    <a:pt x="868" y="9324"/>
                  </a:lnTo>
                  <a:lnTo>
                    <a:pt x="888" y="9707"/>
                  </a:lnTo>
                  <a:lnTo>
                    <a:pt x="908" y="10090"/>
                  </a:lnTo>
                  <a:lnTo>
                    <a:pt x="888" y="10474"/>
                  </a:lnTo>
                  <a:lnTo>
                    <a:pt x="868" y="10857"/>
                  </a:lnTo>
                  <a:lnTo>
                    <a:pt x="827" y="11241"/>
                  </a:lnTo>
                  <a:lnTo>
                    <a:pt x="807" y="11483"/>
                  </a:lnTo>
                  <a:lnTo>
                    <a:pt x="767" y="11765"/>
                  </a:lnTo>
                  <a:lnTo>
                    <a:pt x="747" y="12068"/>
                  </a:lnTo>
                  <a:lnTo>
                    <a:pt x="747" y="12351"/>
                  </a:lnTo>
                  <a:lnTo>
                    <a:pt x="767" y="12653"/>
                  </a:lnTo>
                  <a:lnTo>
                    <a:pt x="807" y="12815"/>
                  </a:lnTo>
                  <a:lnTo>
                    <a:pt x="848" y="12976"/>
                  </a:lnTo>
                  <a:lnTo>
                    <a:pt x="928" y="13138"/>
                  </a:lnTo>
                  <a:lnTo>
                    <a:pt x="1029" y="13299"/>
                  </a:lnTo>
                  <a:lnTo>
                    <a:pt x="1130" y="13440"/>
                  </a:lnTo>
                  <a:lnTo>
                    <a:pt x="1271" y="13561"/>
                  </a:lnTo>
                  <a:lnTo>
                    <a:pt x="1433" y="13662"/>
                  </a:lnTo>
                  <a:lnTo>
                    <a:pt x="1614" y="13723"/>
                  </a:lnTo>
                  <a:lnTo>
                    <a:pt x="1715" y="13763"/>
                  </a:lnTo>
                  <a:lnTo>
                    <a:pt x="2058" y="13763"/>
                  </a:lnTo>
                  <a:lnTo>
                    <a:pt x="2280" y="13723"/>
                  </a:lnTo>
                  <a:lnTo>
                    <a:pt x="2502" y="13683"/>
                  </a:lnTo>
                  <a:lnTo>
                    <a:pt x="3794" y="13420"/>
                  </a:lnTo>
                  <a:lnTo>
                    <a:pt x="4419" y="13299"/>
                  </a:lnTo>
                  <a:lnTo>
                    <a:pt x="5065" y="13198"/>
                  </a:lnTo>
                  <a:lnTo>
                    <a:pt x="5691" y="13118"/>
                  </a:lnTo>
                  <a:lnTo>
                    <a:pt x="6337" y="13057"/>
                  </a:lnTo>
                  <a:lnTo>
                    <a:pt x="6962" y="13037"/>
                  </a:lnTo>
                  <a:lnTo>
                    <a:pt x="7588" y="13037"/>
                  </a:lnTo>
                  <a:lnTo>
                    <a:pt x="8133" y="13077"/>
                  </a:lnTo>
                  <a:lnTo>
                    <a:pt x="8657" y="13138"/>
                  </a:lnTo>
                  <a:lnTo>
                    <a:pt x="9202" y="13218"/>
                  </a:lnTo>
                  <a:lnTo>
                    <a:pt x="9747" y="13319"/>
                  </a:lnTo>
                  <a:lnTo>
                    <a:pt x="10796" y="13561"/>
                  </a:lnTo>
                  <a:lnTo>
                    <a:pt x="11846" y="13824"/>
                  </a:lnTo>
                  <a:lnTo>
                    <a:pt x="13218" y="14167"/>
                  </a:lnTo>
                  <a:lnTo>
                    <a:pt x="13924" y="14328"/>
                  </a:lnTo>
                  <a:lnTo>
                    <a:pt x="14610" y="14449"/>
                  </a:lnTo>
                  <a:lnTo>
                    <a:pt x="15095" y="14530"/>
                  </a:lnTo>
                  <a:lnTo>
                    <a:pt x="15559" y="14570"/>
                  </a:lnTo>
                  <a:lnTo>
                    <a:pt x="16023" y="14611"/>
                  </a:lnTo>
                  <a:lnTo>
                    <a:pt x="16871" y="14611"/>
                  </a:lnTo>
                  <a:lnTo>
                    <a:pt x="17274" y="14570"/>
                  </a:lnTo>
                  <a:lnTo>
                    <a:pt x="17658" y="14530"/>
                  </a:lnTo>
                  <a:lnTo>
                    <a:pt x="18021" y="14449"/>
                  </a:lnTo>
                  <a:lnTo>
                    <a:pt x="18485" y="14328"/>
                  </a:lnTo>
                  <a:lnTo>
                    <a:pt x="18909" y="14187"/>
                  </a:lnTo>
                  <a:lnTo>
                    <a:pt x="19312" y="14005"/>
                  </a:lnTo>
                  <a:lnTo>
                    <a:pt x="19676" y="13783"/>
                  </a:lnTo>
                  <a:lnTo>
                    <a:pt x="20039" y="13541"/>
                  </a:lnTo>
                  <a:lnTo>
                    <a:pt x="20341" y="13279"/>
                  </a:lnTo>
                  <a:lnTo>
                    <a:pt x="20644" y="12976"/>
                  </a:lnTo>
                  <a:lnTo>
                    <a:pt x="20886" y="12674"/>
                  </a:lnTo>
                  <a:lnTo>
                    <a:pt x="21028" y="12472"/>
                  </a:lnTo>
                  <a:lnTo>
                    <a:pt x="21149" y="12270"/>
                  </a:lnTo>
                  <a:lnTo>
                    <a:pt x="21250" y="12048"/>
                  </a:lnTo>
                  <a:lnTo>
                    <a:pt x="21350" y="11846"/>
                  </a:lnTo>
                  <a:lnTo>
                    <a:pt x="21512" y="11402"/>
                  </a:lnTo>
                  <a:lnTo>
                    <a:pt x="21633" y="10958"/>
                  </a:lnTo>
                  <a:lnTo>
                    <a:pt x="21734" y="10494"/>
                  </a:lnTo>
                  <a:lnTo>
                    <a:pt x="21794" y="10030"/>
                  </a:lnTo>
                  <a:lnTo>
                    <a:pt x="21835" y="9586"/>
                  </a:lnTo>
                  <a:lnTo>
                    <a:pt x="21875" y="9142"/>
                  </a:lnTo>
                  <a:lnTo>
                    <a:pt x="21794" y="9142"/>
                  </a:lnTo>
                  <a:lnTo>
                    <a:pt x="21754" y="9586"/>
                  </a:lnTo>
                  <a:lnTo>
                    <a:pt x="21714" y="10030"/>
                  </a:lnTo>
                  <a:lnTo>
                    <a:pt x="21653" y="10474"/>
                  </a:lnTo>
                  <a:lnTo>
                    <a:pt x="21552" y="10918"/>
                  </a:lnTo>
                  <a:lnTo>
                    <a:pt x="21431" y="11362"/>
                  </a:lnTo>
                  <a:lnTo>
                    <a:pt x="21270" y="11806"/>
                  </a:lnTo>
                  <a:lnTo>
                    <a:pt x="21189" y="12008"/>
                  </a:lnTo>
                  <a:lnTo>
                    <a:pt x="21068" y="12230"/>
                  </a:lnTo>
                  <a:lnTo>
                    <a:pt x="20947" y="12431"/>
                  </a:lnTo>
                  <a:lnTo>
                    <a:pt x="20826" y="12613"/>
                  </a:lnTo>
                  <a:lnTo>
                    <a:pt x="20584" y="12936"/>
                  </a:lnTo>
                  <a:lnTo>
                    <a:pt x="20301" y="13218"/>
                  </a:lnTo>
                  <a:lnTo>
                    <a:pt x="19978" y="13481"/>
                  </a:lnTo>
                  <a:lnTo>
                    <a:pt x="19635" y="13723"/>
                  </a:lnTo>
                  <a:lnTo>
                    <a:pt x="19272" y="13925"/>
                  </a:lnTo>
                  <a:lnTo>
                    <a:pt x="18868" y="14106"/>
                  </a:lnTo>
                  <a:lnTo>
                    <a:pt x="18445" y="14248"/>
                  </a:lnTo>
                  <a:lnTo>
                    <a:pt x="18001" y="14369"/>
                  </a:lnTo>
                  <a:lnTo>
                    <a:pt x="17637" y="14449"/>
                  </a:lnTo>
                  <a:lnTo>
                    <a:pt x="17254" y="14490"/>
                  </a:lnTo>
                  <a:lnTo>
                    <a:pt x="16871" y="14530"/>
                  </a:lnTo>
                  <a:lnTo>
                    <a:pt x="16023" y="14530"/>
                  </a:lnTo>
                  <a:lnTo>
                    <a:pt x="15579" y="14490"/>
                  </a:lnTo>
                  <a:lnTo>
                    <a:pt x="15115" y="14449"/>
                  </a:lnTo>
                  <a:lnTo>
                    <a:pt x="14631" y="14369"/>
                  </a:lnTo>
                  <a:lnTo>
                    <a:pt x="13924" y="14248"/>
                  </a:lnTo>
                  <a:lnTo>
                    <a:pt x="13238" y="14086"/>
                  </a:lnTo>
                  <a:lnTo>
                    <a:pt x="11866" y="13743"/>
                  </a:lnTo>
                  <a:lnTo>
                    <a:pt x="10817" y="13481"/>
                  </a:lnTo>
                  <a:lnTo>
                    <a:pt x="9747" y="13239"/>
                  </a:lnTo>
                  <a:lnTo>
                    <a:pt x="9222" y="13138"/>
                  </a:lnTo>
                  <a:lnTo>
                    <a:pt x="8677" y="13057"/>
                  </a:lnTo>
                  <a:lnTo>
                    <a:pt x="8133" y="12996"/>
                  </a:lnTo>
                  <a:lnTo>
                    <a:pt x="7588" y="12956"/>
                  </a:lnTo>
                  <a:lnTo>
                    <a:pt x="6962" y="12956"/>
                  </a:lnTo>
                  <a:lnTo>
                    <a:pt x="6316" y="12976"/>
                  </a:lnTo>
                  <a:lnTo>
                    <a:pt x="5691" y="13037"/>
                  </a:lnTo>
                  <a:lnTo>
                    <a:pt x="5065" y="13118"/>
                  </a:lnTo>
                  <a:lnTo>
                    <a:pt x="4419" y="13218"/>
                  </a:lnTo>
                  <a:lnTo>
                    <a:pt x="3774" y="13339"/>
                  </a:lnTo>
                  <a:lnTo>
                    <a:pt x="2482" y="13602"/>
                  </a:lnTo>
                  <a:lnTo>
                    <a:pt x="2280" y="13642"/>
                  </a:lnTo>
                  <a:lnTo>
                    <a:pt x="2058" y="13683"/>
                  </a:lnTo>
                  <a:lnTo>
                    <a:pt x="1735" y="13683"/>
                  </a:lnTo>
                  <a:lnTo>
                    <a:pt x="1635" y="13662"/>
                  </a:lnTo>
                  <a:lnTo>
                    <a:pt x="1453" y="13582"/>
                  </a:lnTo>
                  <a:lnTo>
                    <a:pt x="1312" y="13501"/>
                  </a:lnTo>
                  <a:lnTo>
                    <a:pt x="1191" y="13380"/>
                  </a:lnTo>
                  <a:lnTo>
                    <a:pt x="1090" y="13239"/>
                  </a:lnTo>
                  <a:lnTo>
                    <a:pt x="989" y="13097"/>
                  </a:lnTo>
                  <a:lnTo>
                    <a:pt x="928" y="12936"/>
                  </a:lnTo>
                  <a:lnTo>
                    <a:pt x="888" y="12795"/>
                  </a:lnTo>
                  <a:lnTo>
                    <a:pt x="848" y="12633"/>
                  </a:lnTo>
                  <a:lnTo>
                    <a:pt x="827" y="12351"/>
                  </a:lnTo>
                  <a:lnTo>
                    <a:pt x="827" y="12068"/>
                  </a:lnTo>
                  <a:lnTo>
                    <a:pt x="848" y="11765"/>
                  </a:lnTo>
                  <a:lnTo>
                    <a:pt x="888" y="11483"/>
                  </a:lnTo>
                  <a:lnTo>
                    <a:pt x="908" y="11261"/>
                  </a:lnTo>
                  <a:lnTo>
                    <a:pt x="948" y="10857"/>
                  </a:lnTo>
                  <a:lnTo>
                    <a:pt x="969" y="10474"/>
                  </a:lnTo>
                  <a:lnTo>
                    <a:pt x="989" y="10090"/>
                  </a:lnTo>
                  <a:lnTo>
                    <a:pt x="969" y="9707"/>
                  </a:lnTo>
                  <a:lnTo>
                    <a:pt x="948" y="9303"/>
                  </a:lnTo>
                  <a:lnTo>
                    <a:pt x="908" y="8920"/>
                  </a:lnTo>
                  <a:lnTo>
                    <a:pt x="848" y="8537"/>
                  </a:lnTo>
                  <a:lnTo>
                    <a:pt x="787" y="8153"/>
                  </a:lnTo>
                  <a:lnTo>
                    <a:pt x="646" y="7568"/>
                  </a:lnTo>
                  <a:lnTo>
                    <a:pt x="505" y="7003"/>
                  </a:lnTo>
                  <a:lnTo>
                    <a:pt x="383" y="6539"/>
                  </a:lnTo>
                  <a:lnTo>
                    <a:pt x="262" y="6075"/>
                  </a:lnTo>
                  <a:lnTo>
                    <a:pt x="161" y="5611"/>
                  </a:lnTo>
                  <a:lnTo>
                    <a:pt x="101" y="5126"/>
                  </a:lnTo>
                  <a:lnTo>
                    <a:pt x="81" y="4844"/>
                  </a:lnTo>
                  <a:lnTo>
                    <a:pt x="81" y="4581"/>
                  </a:lnTo>
                  <a:lnTo>
                    <a:pt x="81" y="4319"/>
                  </a:lnTo>
                  <a:lnTo>
                    <a:pt x="121" y="4077"/>
                  </a:lnTo>
                  <a:lnTo>
                    <a:pt x="161" y="3835"/>
                  </a:lnTo>
                  <a:lnTo>
                    <a:pt x="222" y="3593"/>
                  </a:lnTo>
                  <a:lnTo>
                    <a:pt x="283" y="3350"/>
                  </a:lnTo>
                  <a:lnTo>
                    <a:pt x="383" y="3128"/>
                  </a:lnTo>
                  <a:lnTo>
                    <a:pt x="484" y="2906"/>
                  </a:lnTo>
                  <a:lnTo>
                    <a:pt x="605" y="2705"/>
                  </a:lnTo>
                  <a:lnTo>
                    <a:pt x="747" y="2503"/>
                  </a:lnTo>
                  <a:lnTo>
                    <a:pt x="888" y="2301"/>
                  </a:lnTo>
                  <a:lnTo>
                    <a:pt x="1070" y="2119"/>
                  </a:lnTo>
                  <a:lnTo>
                    <a:pt x="1251" y="1938"/>
                  </a:lnTo>
                  <a:lnTo>
                    <a:pt x="1453" y="1776"/>
                  </a:lnTo>
                  <a:lnTo>
                    <a:pt x="1655" y="1615"/>
                  </a:lnTo>
                  <a:lnTo>
                    <a:pt x="1897" y="1453"/>
                  </a:lnTo>
                  <a:lnTo>
                    <a:pt x="2119" y="1332"/>
                  </a:lnTo>
                  <a:lnTo>
                    <a:pt x="2361" y="1191"/>
                  </a:lnTo>
                  <a:lnTo>
                    <a:pt x="2603" y="1070"/>
                  </a:lnTo>
                  <a:lnTo>
                    <a:pt x="3108" y="868"/>
                  </a:lnTo>
                  <a:lnTo>
                    <a:pt x="3612" y="707"/>
                  </a:lnTo>
                  <a:lnTo>
                    <a:pt x="4117" y="565"/>
                  </a:lnTo>
                  <a:lnTo>
                    <a:pt x="4621" y="465"/>
                  </a:lnTo>
                  <a:lnTo>
                    <a:pt x="5085" y="384"/>
                  </a:lnTo>
                  <a:lnTo>
                    <a:pt x="5529" y="323"/>
                  </a:lnTo>
                  <a:lnTo>
                    <a:pt x="6316" y="243"/>
                  </a:lnTo>
                  <a:lnTo>
                    <a:pt x="7083" y="162"/>
                  </a:lnTo>
                  <a:lnTo>
                    <a:pt x="7870" y="122"/>
                  </a:lnTo>
                  <a:lnTo>
                    <a:pt x="8637" y="81"/>
                  </a:lnTo>
                  <a:lnTo>
                    <a:pt x="10171" y="81"/>
                  </a:lnTo>
                  <a:lnTo>
                    <a:pt x="10938" y="101"/>
                  </a:lnTo>
                  <a:lnTo>
                    <a:pt x="11704" y="142"/>
                  </a:lnTo>
                  <a:lnTo>
                    <a:pt x="12451" y="202"/>
                  </a:lnTo>
                  <a:lnTo>
                    <a:pt x="13218" y="283"/>
                  </a:lnTo>
                  <a:lnTo>
                    <a:pt x="13965" y="364"/>
                  </a:lnTo>
                  <a:lnTo>
                    <a:pt x="14711" y="485"/>
                  </a:lnTo>
                  <a:lnTo>
                    <a:pt x="15458" y="606"/>
                  </a:lnTo>
                  <a:lnTo>
                    <a:pt x="16225" y="767"/>
                  </a:lnTo>
                  <a:lnTo>
                    <a:pt x="16971" y="929"/>
                  </a:lnTo>
                  <a:lnTo>
                    <a:pt x="17718" y="1110"/>
                  </a:lnTo>
                  <a:lnTo>
                    <a:pt x="18445" y="1312"/>
                  </a:lnTo>
                  <a:lnTo>
                    <a:pt x="19191" y="1554"/>
                  </a:lnTo>
                  <a:lnTo>
                    <a:pt x="19554" y="1675"/>
                  </a:lnTo>
                  <a:lnTo>
                    <a:pt x="19938" y="1817"/>
                  </a:lnTo>
                  <a:lnTo>
                    <a:pt x="20301" y="1978"/>
                  </a:lnTo>
                  <a:lnTo>
                    <a:pt x="20644" y="2140"/>
                  </a:lnTo>
                  <a:lnTo>
                    <a:pt x="20987" y="2321"/>
                  </a:lnTo>
                  <a:lnTo>
                    <a:pt x="21330" y="2523"/>
                  </a:lnTo>
                  <a:lnTo>
                    <a:pt x="21653" y="2745"/>
                  </a:lnTo>
                  <a:lnTo>
                    <a:pt x="21956" y="2967"/>
                  </a:lnTo>
                  <a:lnTo>
                    <a:pt x="22259" y="3229"/>
                  </a:lnTo>
                  <a:lnTo>
                    <a:pt x="22541" y="3492"/>
                  </a:lnTo>
                  <a:lnTo>
                    <a:pt x="22783" y="3794"/>
                  </a:lnTo>
                  <a:lnTo>
                    <a:pt x="23025" y="4097"/>
                  </a:lnTo>
                  <a:lnTo>
                    <a:pt x="23207" y="4380"/>
                  </a:lnTo>
                  <a:lnTo>
                    <a:pt x="23368" y="4682"/>
                  </a:lnTo>
                  <a:lnTo>
                    <a:pt x="23510" y="4965"/>
                  </a:lnTo>
                  <a:lnTo>
                    <a:pt x="23611" y="5288"/>
                  </a:lnTo>
                  <a:lnTo>
                    <a:pt x="23712" y="5611"/>
                  </a:lnTo>
                  <a:lnTo>
                    <a:pt x="23792" y="5933"/>
                  </a:lnTo>
                  <a:lnTo>
                    <a:pt x="23833" y="6256"/>
                  </a:lnTo>
                  <a:lnTo>
                    <a:pt x="23873" y="6579"/>
                  </a:lnTo>
                  <a:lnTo>
                    <a:pt x="23873" y="6922"/>
                  </a:lnTo>
                  <a:lnTo>
                    <a:pt x="23873" y="7245"/>
                  </a:lnTo>
                  <a:lnTo>
                    <a:pt x="23833" y="7588"/>
                  </a:lnTo>
                  <a:lnTo>
                    <a:pt x="23772" y="7911"/>
                  </a:lnTo>
                  <a:lnTo>
                    <a:pt x="23712" y="8234"/>
                  </a:lnTo>
                  <a:lnTo>
                    <a:pt x="23611" y="8537"/>
                  </a:lnTo>
                  <a:lnTo>
                    <a:pt x="23490" y="8860"/>
                  </a:lnTo>
                  <a:lnTo>
                    <a:pt x="23328" y="9162"/>
                  </a:lnTo>
                  <a:lnTo>
                    <a:pt x="23409" y="9182"/>
                  </a:lnTo>
                  <a:lnTo>
                    <a:pt x="23550" y="8880"/>
                  </a:lnTo>
                  <a:lnTo>
                    <a:pt x="23671" y="8577"/>
                  </a:lnTo>
                  <a:lnTo>
                    <a:pt x="23772" y="8254"/>
                  </a:lnTo>
                  <a:lnTo>
                    <a:pt x="23853" y="7931"/>
                  </a:lnTo>
                  <a:lnTo>
                    <a:pt x="23913" y="7588"/>
                  </a:lnTo>
                  <a:lnTo>
                    <a:pt x="23954" y="7265"/>
                  </a:lnTo>
                  <a:lnTo>
                    <a:pt x="23954" y="6922"/>
                  </a:lnTo>
                  <a:lnTo>
                    <a:pt x="23954" y="6579"/>
                  </a:lnTo>
                  <a:lnTo>
                    <a:pt x="23913" y="6236"/>
                  </a:lnTo>
                  <a:lnTo>
                    <a:pt x="23873" y="5913"/>
                  </a:lnTo>
                  <a:lnTo>
                    <a:pt x="23792" y="5590"/>
                  </a:lnTo>
                  <a:lnTo>
                    <a:pt x="23691" y="5267"/>
                  </a:lnTo>
                  <a:lnTo>
                    <a:pt x="23570" y="4945"/>
                  </a:lnTo>
                  <a:lnTo>
                    <a:pt x="23429" y="4642"/>
                  </a:lnTo>
                  <a:lnTo>
                    <a:pt x="23268" y="4339"/>
                  </a:lnTo>
                  <a:lnTo>
                    <a:pt x="23086" y="4057"/>
                  </a:lnTo>
                  <a:lnTo>
                    <a:pt x="22844" y="3734"/>
                  </a:lnTo>
                  <a:lnTo>
                    <a:pt x="22602" y="3451"/>
                  </a:lnTo>
                  <a:lnTo>
                    <a:pt x="22319" y="3169"/>
                  </a:lnTo>
                  <a:lnTo>
                    <a:pt x="22016" y="2906"/>
                  </a:lnTo>
                  <a:lnTo>
                    <a:pt x="21694" y="2684"/>
                  </a:lnTo>
                  <a:lnTo>
                    <a:pt x="21371" y="2462"/>
                  </a:lnTo>
                  <a:lnTo>
                    <a:pt x="21048" y="2261"/>
                  </a:lnTo>
                  <a:lnTo>
                    <a:pt x="20685" y="2079"/>
                  </a:lnTo>
                  <a:lnTo>
                    <a:pt x="20341" y="1897"/>
                  </a:lnTo>
                  <a:lnTo>
                    <a:pt x="19978" y="1756"/>
                  </a:lnTo>
                  <a:lnTo>
                    <a:pt x="19595" y="1595"/>
                  </a:lnTo>
                  <a:lnTo>
                    <a:pt x="19232" y="1474"/>
                  </a:lnTo>
                  <a:lnTo>
                    <a:pt x="18465" y="1231"/>
                  </a:lnTo>
                  <a:lnTo>
                    <a:pt x="17738" y="1030"/>
                  </a:lnTo>
                  <a:lnTo>
                    <a:pt x="16971" y="848"/>
                  </a:lnTo>
                  <a:lnTo>
                    <a:pt x="16225" y="687"/>
                  </a:lnTo>
                  <a:lnTo>
                    <a:pt x="15478" y="545"/>
                  </a:lnTo>
                  <a:lnTo>
                    <a:pt x="14731" y="404"/>
                  </a:lnTo>
                  <a:lnTo>
                    <a:pt x="13985" y="283"/>
                  </a:lnTo>
                  <a:lnTo>
                    <a:pt x="13218" y="202"/>
                  </a:lnTo>
                  <a:lnTo>
                    <a:pt x="12471" y="122"/>
                  </a:lnTo>
                  <a:lnTo>
                    <a:pt x="11704" y="61"/>
                  </a:lnTo>
                  <a:lnTo>
                    <a:pt x="10938" y="21"/>
                  </a:lnTo>
                  <a:lnTo>
                    <a:pt x="10191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4" name="Google Shape;54;p2"/>
            <p:cNvSpPr/>
            <p:nvPr/>
          </p:nvSpPr>
          <p:spPr>
            <a:xfrm flipH="1">
              <a:off x="-3334104" y="-4888456"/>
              <a:ext cx="1145153" cy="459224"/>
            </a:xfrm>
            <a:custGeom>
              <a:rect b="b" l="l" r="r" t="t"/>
              <a:pathLst>
                <a:path extrusionOk="0" h="8214" w="20483">
                  <a:moveTo>
                    <a:pt x="0" y="1"/>
                  </a:moveTo>
                  <a:lnTo>
                    <a:pt x="20" y="182"/>
                  </a:lnTo>
                  <a:lnTo>
                    <a:pt x="40" y="384"/>
                  </a:lnTo>
                  <a:lnTo>
                    <a:pt x="141" y="768"/>
                  </a:lnTo>
                  <a:lnTo>
                    <a:pt x="283" y="1131"/>
                  </a:lnTo>
                  <a:lnTo>
                    <a:pt x="424" y="1494"/>
                  </a:lnTo>
                  <a:lnTo>
                    <a:pt x="585" y="1877"/>
                  </a:lnTo>
                  <a:lnTo>
                    <a:pt x="727" y="2261"/>
                  </a:lnTo>
                  <a:lnTo>
                    <a:pt x="787" y="2463"/>
                  </a:lnTo>
                  <a:lnTo>
                    <a:pt x="827" y="2664"/>
                  </a:lnTo>
                  <a:lnTo>
                    <a:pt x="848" y="2886"/>
                  </a:lnTo>
                  <a:lnTo>
                    <a:pt x="868" y="3088"/>
                  </a:lnTo>
                  <a:lnTo>
                    <a:pt x="848" y="3330"/>
                  </a:lnTo>
                  <a:lnTo>
                    <a:pt x="807" y="3573"/>
                  </a:lnTo>
                  <a:lnTo>
                    <a:pt x="686" y="4057"/>
                  </a:lnTo>
                  <a:lnTo>
                    <a:pt x="585" y="4460"/>
                  </a:lnTo>
                  <a:lnTo>
                    <a:pt x="545" y="4662"/>
                  </a:lnTo>
                  <a:lnTo>
                    <a:pt x="525" y="4864"/>
                  </a:lnTo>
                  <a:lnTo>
                    <a:pt x="525" y="5066"/>
                  </a:lnTo>
                  <a:lnTo>
                    <a:pt x="525" y="5248"/>
                  </a:lnTo>
                  <a:lnTo>
                    <a:pt x="565" y="5449"/>
                  </a:lnTo>
                  <a:lnTo>
                    <a:pt x="646" y="5631"/>
                  </a:lnTo>
                  <a:lnTo>
                    <a:pt x="706" y="5752"/>
                  </a:lnTo>
                  <a:lnTo>
                    <a:pt x="767" y="5873"/>
                  </a:lnTo>
                  <a:lnTo>
                    <a:pt x="848" y="5974"/>
                  </a:lnTo>
                  <a:lnTo>
                    <a:pt x="949" y="6075"/>
                  </a:lnTo>
                  <a:lnTo>
                    <a:pt x="1049" y="6156"/>
                  </a:lnTo>
                  <a:lnTo>
                    <a:pt x="1171" y="6236"/>
                  </a:lnTo>
                  <a:lnTo>
                    <a:pt x="1453" y="6378"/>
                  </a:lnTo>
                  <a:lnTo>
                    <a:pt x="1756" y="6478"/>
                  </a:lnTo>
                  <a:lnTo>
                    <a:pt x="2139" y="6559"/>
                  </a:lnTo>
                  <a:lnTo>
                    <a:pt x="2543" y="6600"/>
                  </a:lnTo>
                  <a:lnTo>
                    <a:pt x="3007" y="6620"/>
                  </a:lnTo>
                  <a:lnTo>
                    <a:pt x="4682" y="6600"/>
                  </a:lnTo>
                  <a:lnTo>
                    <a:pt x="7426" y="6600"/>
                  </a:lnTo>
                  <a:lnTo>
                    <a:pt x="8334" y="6640"/>
                  </a:lnTo>
                  <a:lnTo>
                    <a:pt x="9243" y="6721"/>
                  </a:lnTo>
                  <a:lnTo>
                    <a:pt x="10151" y="6822"/>
                  </a:lnTo>
                  <a:lnTo>
                    <a:pt x="10595" y="6902"/>
                  </a:lnTo>
                  <a:lnTo>
                    <a:pt x="11059" y="6983"/>
                  </a:lnTo>
                  <a:lnTo>
                    <a:pt x="11503" y="7084"/>
                  </a:lnTo>
                  <a:lnTo>
                    <a:pt x="11927" y="7205"/>
                  </a:lnTo>
                  <a:lnTo>
                    <a:pt x="12512" y="7387"/>
                  </a:lnTo>
                  <a:lnTo>
                    <a:pt x="13077" y="7568"/>
                  </a:lnTo>
                  <a:lnTo>
                    <a:pt x="13803" y="7790"/>
                  </a:lnTo>
                  <a:lnTo>
                    <a:pt x="14167" y="7911"/>
                  </a:lnTo>
                  <a:lnTo>
                    <a:pt x="14550" y="8012"/>
                  </a:lnTo>
                  <a:lnTo>
                    <a:pt x="14913" y="8093"/>
                  </a:lnTo>
                  <a:lnTo>
                    <a:pt x="15297" y="8153"/>
                  </a:lnTo>
                  <a:lnTo>
                    <a:pt x="15680" y="8194"/>
                  </a:lnTo>
                  <a:lnTo>
                    <a:pt x="16063" y="8214"/>
                  </a:lnTo>
                  <a:lnTo>
                    <a:pt x="16427" y="8214"/>
                  </a:lnTo>
                  <a:lnTo>
                    <a:pt x="16770" y="8174"/>
                  </a:lnTo>
                  <a:lnTo>
                    <a:pt x="17093" y="8113"/>
                  </a:lnTo>
                  <a:lnTo>
                    <a:pt x="17415" y="8032"/>
                  </a:lnTo>
                  <a:lnTo>
                    <a:pt x="17738" y="7931"/>
                  </a:lnTo>
                  <a:lnTo>
                    <a:pt x="18061" y="7810"/>
                  </a:lnTo>
                  <a:lnTo>
                    <a:pt x="18364" y="7649"/>
                  </a:lnTo>
                  <a:lnTo>
                    <a:pt x="18646" y="7488"/>
                  </a:lnTo>
                  <a:lnTo>
                    <a:pt x="18929" y="7306"/>
                  </a:lnTo>
                  <a:lnTo>
                    <a:pt x="19191" y="7104"/>
                  </a:lnTo>
                  <a:lnTo>
                    <a:pt x="19454" y="6902"/>
                  </a:lnTo>
                  <a:lnTo>
                    <a:pt x="19696" y="6660"/>
                  </a:lnTo>
                  <a:lnTo>
                    <a:pt x="19918" y="6418"/>
                  </a:lnTo>
                  <a:lnTo>
                    <a:pt x="20120" y="6156"/>
                  </a:lnTo>
                  <a:lnTo>
                    <a:pt x="20321" y="5873"/>
                  </a:lnTo>
                  <a:lnTo>
                    <a:pt x="20483" y="5570"/>
                  </a:lnTo>
                  <a:lnTo>
                    <a:pt x="20402" y="5550"/>
                  </a:lnTo>
                  <a:lnTo>
                    <a:pt x="20241" y="5833"/>
                  </a:lnTo>
                  <a:lnTo>
                    <a:pt x="20059" y="6095"/>
                  </a:lnTo>
                  <a:lnTo>
                    <a:pt x="19857" y="6357"/>
                  </a:lnTo>
                  <a:lnTo>
                    <a:pt x="19635" y="6600"/>
                  </a:lnTo>
                  <a:lnTo>
                    <a:pt x="19393" y="6842"/>
                  </a:lnTo>
                  <a:lnTo>
                    <a:pt x="19151" y="7044"/>
                  </a:lnTo>
                  <a:lnTo>
                    <a:pt x="18889" y="7245"/>
                  </a:lnTo>
                  <a:lnTo>
                    <a:pt x="18606" y="7427"/>
                  </a:lnTo>
                  <a:lnTo>
                    <a:pt x="18324" y="7588"/>
                  </a:lnTo>
                  <a:lnTo>
                    <a:pt x="18021" y="7730"/>
                  </a:lnTo>
                  <a:lnTo>
                    <a:pt x="17718" y="7851"/>
                  </a:lnTo>
                  <a:lnTo>
                    <a:pt x="17395" y="7952"/>
                  </a:lnTo>
                  <a:lnTo>
                    <a:pt x="17072" y="8032"/>
                  </a:lnTo>
                  <a:lnTo>
                    <a:pt x="16750" y="8093"/>
                  </a:lnTo>
                  <a:lnTo>
                    <a:pt x="16427" y="8133"/>
                  </a:lnTo>
                  <a:lnTo>
                    <a:pt x="16063" y="8133"/>
                  </a:lnTo>
                  <a:lnTo>
                    <a:pt x="15680" y="8113"/>
                  </a:lnTo>
                  <a:lnTo>
                    <a:pt x="15317" y="8073"/>
                  </a:lnTo>
                  <a:lnTo>
                    <a:pt x="14933" y="8012"/>
                  </a:lnTo>
                  <a:lnTo>
                    <a:pt x="14550" y="7931"/>
                  </a:lnTo>
                  <a:lnTo>
                    <a:pt x="14187" y="7831"/>
                  </a:lnTo>
                  <a:lnTo>
                    <a:pt x="13823" y="7730"/>
                  </a:lnTo>
                  <a:lnTo>
                    <a:pt x="13097" y="7488"/>
                  </a:lnTo>
                  <a:lnTo>
                    <a:pt x="12532" y="7306"/>
                  </a:lnTo>
                  <a:lnTo>
                    <a:pt x="11947" y="7124"/>
                  </a:lnTo>
                  <a:lnTo>
                    <a:pt x="11523" y="7003"/>
                  </a:lnTo>
                  <a:lnTo>
                    <a:pt x="11059" y="6902"/>
                  </a:lnTo>
                  <a:lnTo>
                    <a:pt x="10615" y="6822"/>
                  </a:lnTo>
                  <a:lnTo>
                    <a:pt x="10171" y="6741"/>
                  </a:lnTo>
                  <a:lnTo>
                    <a:pt x="9263" y="6640"/>
                  </a:lnTo>
                  <a:lnTo>
                    <a:pt x="8355" y="6559"/>
                  </a:lnTo>
                  <a:lnTo>
                    <a:pt x="7426" y="6519"/>
                  </a:lnTo>
                  <a:lnTo>
                    <a:pt x="4682" y="6519"/>
                  </a:lnTo>
                  <a:lnTo>
                    <a:pt x="3007" y="6539"/>
                  </a:lnTo>
                  <a:lnTo>
                    <a:pt x="2563" y="6519"/>
                  </a:lnTo>
                  <a:lnTo>
                    <a:pt x="2159" y="6478"/>
                  </a:lnTo>
                  <a:lnTo>
                    <a:pt x="1796" y="6398"/>
                  </a:lnTo>
                  <a:lnTo>
                    <a:pt x="1493" y="6297"/>
                  </a:lnTo>
                  <a:lnTo>
                    <a:pt x="1231" y="6176"/>
                  </a:lnTo>
                  <a:lnTo>
                    <a:pt x="1110" y="6095"/>
                  </a:lnTo>
                  <a:lnTo>
                    <a:pt x="1009" y="6014"/>
                  </a:lnTo>
                  <a:lnTo>
                    <a:pt x="928" y="5913"/>
                  </a:lnTo>
                  <a:lnTo>
                    <a:pt x="848" y="5833"/>
                  </a:lnTo>
                  <a:lnTo>
                    <a:pt x="767" y="5712"/>
                  </a:lnTo>
                  <a:lnTo>
                    <a:pt x="706" y="5611"/>
                  </a:lnTo>
                  <a:lnTo>
                    <a:pt x="646" y="5429"/>
                  </a:lnTo>
                  <a:lnTo>
                    <a:pt x="606" y="5248"/>
                  </a:lnTo>
                  <a:lnTo>
                    <a:pt x="606" y="5046"/>
                  </a:lnTo>
                  <a:lnTo>
                    <a:pt x="606" y="4864"/>
                  </a:lnTo>
                  <a:lnTo>
                    <a:pt x="626" y="4662"/>
                  </a:lnTo>
                  <a:lnTo>
                    <a:pt x="666" y="4481"/>
                  </a:lnTo>
                  <a:lnTo>
                    <a:pt x="767" y="4077"/>
                  </a:lnTo>
                  <a:lnTo>
                    <a:pt x="888" y="3593"/>
                  </a:lnTo>
                  <a:lnTo>
                    <a:pt x="928" y="3330"/>
                  </a:lnTo>
                  <a:lnTo>
                    <a:pt x="949" y="3088"/>
                  </a:lnTo>
                  <a:lnTo>
                    <a:pt x="928" y="2866"/>
                  </a:lnTo>
                  <a:lnTo>
                    <a:pt x="908" y="2664"/>
                  </a:lnTo>
                  <a:lnTo>
                    <a:pt x="868" y="2463"/>
                  </a:lnTo>
                  <a:lnTo>
                    <a:pt x="807" y="2261"/>
                  </a:lnTo>
                  <a:lnTo>
                    <a:pt x="666" y="1857"/>
                  </a:lnTo>
                  <a:lnTo>
                    <a:pt x="505" y="1454"/>
                  </a:lnTo>
                  <a:lnTo>
                    <a:pt x="363" y="1090"/>
                  </a:lnTo>
                  <a:lnTo>
                    <a:pt x="222" y="727"/>
                  </a:lnTo>
                  <a:lnTo>
                    <a:pt x="121" y="364"/>
                  </a:lnTo>
                  <a:lnTo>
                    <a:pt x="101" y="182"/>
                  </a:lnTo>
                  <a:lnTo>
                    <a:pt x="81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5" name="Google Shape;55;p2"/>
            <p:cNvSpPr/>
            <p:nvPr/>
          </p:nvSpPr>
          <p:spPr>
            <a:xfrm flipH="1">
              <a:off x="-3310451" y="-5112976"/>
              <a:ext cx="886861" cy="530339"/>
            </a:xfrm>
            <a:custGeom>
              <a:rect b="b" l="l" r="r" t="t"/>
              <a:pathLst>
                <a:path extrusionOk="0" h="9486" w="15863">
                  <a:moveTo>
                    <a:pt x="4117" y="82"/>
                  </a:moveTo>
                  <a:lnTo>
                    <a:pt x="4581" y="122"/>
                  </a:lnTo>
                  <a:lnTo>
                    <a:pt x="5025" y="162"/>
                  </a:lnTo>
                  <a:lnTo>
                    <a:pt x="5429" y="223"/>
                  </a:lnTo>
                  <a:lnTo>
                    <a:pt x="6176" y="344"/>
                  </a:lnTo>
                  <a:lnTo>
                    <a:pt x="6741" y="465"/>
                  </a:lnTo>
                  <a:lnTo>
                    <a:pt x="7427" y="626"/>
                  </a:lnTo>
                  <a:lnTo>
                    <a:pt x="8113" y="788"/>
                  </a:lnTo>
                  <a:lnTo>
                    <a:pt x="8799" y="990"/>
                  </a:lnTo>
                  <a:lnTo>
                    <a:pt x="9485" y="1171"/>
                  </a:lnTo>
                  <a:lnTo>
                    <a:pt x="10171" y="1393"/>
                  </a:lnTo>
                  <a:lnTo>
                    <a:pt x="10837" y="1615"/>
                  </a:lnTo>
                  <a:lnTo>
                    <a:pt x="11503" y="1857"/>
                  </a:lnTo>
                  <a:lnTo>
                    <a:pt x="12169" y="2100"/>
                  </a:lnTo>
                  <a:lnTo>
                    <a:pt x="12815" y="2382"/>
                  </a:lnTo>
                  <a:lnTo>
                    <a:pt x="13158" y="2523"/>
                  </a:lnTo>
                  <a:lnTo>
                    <a:pt x="13481" y="2705"/>
                  </a:lnTo>
                  <a:lnTo>
                    <a:pt x="13824" y="2887"/>
                  </a:lnTo>
                  <a:lnTo>
                    <a:pt x="14127" y="3109"/>
                  </a:lnTo>
                  <a:lnTo>
                    <a:pt x="14429" y="3331"/>
                  </a:lnTo>
                  <a:lnTo>
                    <a:pt x="14712" y="3593"/>
                  </a:lnTo>
                  <a:lnTo>
                    <a:pt x="14954" y="3875"/>
                  </a:lnTo>
                  <a:lnTo>
                    <a:pt x="15176" y="4158"/>
                  </a:lnTo>
                  <a:lnTo>
                    <a:pt x="15358" y="4481"/>
                  </a:lnTo>
                  <a:lnTo>
                    <a:pt x="15519" y="4804"/>
                  </a:lnTo>
                  <a:lnTo>
                    <a:pt x="15620" y="5127"/>
                  </a:lnTo>
                  <a:lnTo>
                    <a:pt x="15721" y="5490"/>
                  </a:lnTo>
                  <a:lnTo>
                    <a:pt x="15761" y="5833"/>
                  </a:lnTo>
                  <a:lnTo>
                    <a:pt x="15781" y="6176"/>
                  </a:lnTo>
                  <a:lnTo>
                    <a:pt x="15741" y="6539"/>
                  </a:lnTo>
                  <a:lnTo>
                    <a:pt x="15680" y="6902"/>
                  </a:lnTo>
                  <a:lnTo>
                    <a:pt x="15580" y="7246"/>
                  </a:lnTo>
                  <a:lnTo>
                    <a:pt x="15438" y="7589"/>
                  </a:lnTo>
                  <a:lnTo>
                    <a:pt x="15257" y="7891"/>
                  </a:lnTo>
                  <a:lnTo>
                    <a:pt x="15055" y="8174"/>
                  </a:lnTo>
                  <a:lnTo>
                    <a:pt x="14813" y="8436"/>
                  </a:lnTo>
                  <a:lnTo>
                    <a:pt x="14550" y="8678"/>
                  </a:lnTo>
                  <a:lnTo>
                    <a:pt x="14389" y="8799"/>
                  </a:lnTo>
                  <a:lnTo>
                    <a:pt x="14207" y="8900"/>
                  </a:lnTo>
                  <a:lnTo>
                    <a:pt x="14026" y="8981"/>
                  </a:lnTo>
                  <a:lnTo>
                    <a:pt x="13844" y="9082"/>
                  </a:lnTo>
                  <a:lnTo>
                    <a:pt x="13481" y="9203"/>
                  </a:lnTo>
                  <a:lnTo>
                    <a:pt x="13097" y="9304"/>
                  </a:lnTo>
                  <a:lnTo>
                    <a:pt x="12734" y="9364"/>
                  </a:lnTo>
                  <a:lnTo>
                    <a:pt x="12371" y="9385"/>
                  </a:lnTo>
                  <a:lnTo>
                    <a:pt x="12028" y="9405"/>
                  </a:lnTo>
                  <a:lnTo>
                    <a:pt x="11725" y="9385"/>
                  </a:lnTo>
                  <a:lnTo>
                    <a:pt x="11362" y="9364"/>
                  </a:lnTo>
                  <a:lnTo>
                    <a:pt x="10999" y="9324"/>
                  </a:lnTo>
                  <a:lnTo>
                    <a:pt x="10615" y="9264"/>
                  </a:lnTo>
                  <a:lnTo>
                    <a:pt x="10272" y="9183"/>
                  </a:lnTo>
                  <a:lnTo>
                    <a:pt x="9546" y="9021"/>
                  </a:lnTo>
                  <a:lnTo>
                    <a:pt x="8839" y="8840"/>
                  </a:lnTo>
                  <a:lnTo>
                    <a:pt x="7810" y="8577"/>
                  </a:lnTo>
                  <a:lnTo>
                    <a:pt x="7306" y="8476"/>
                  </a:lnTo>
                  <a:lnTo>
                    <a:pt x="6781" y="8376"/>
                  </a:lnTo>
                  <a:lnTo>
                    <a:pt x="6055" y="8295"/>
                  </a:lnTo>
                  <a:lnTo>
                    <a:pt x="5328" y="8234"/>
                  </a:lnTo>
                  <a:lnTo>
                    <a:pt x="4622" y="8214"/>
                  </a:lnTo>
                  <a:lnTo>
                    <a:pt x="3895" y="8214"/>
                  </a:lnTo>
                  <a:lnTo>
                    <a:pt x="2866" y="8194"/>
                  </a:lnTo>
                  <a:lnTo>
                    <a:pt x="2341" y="8174"/>
                  </a:lnTo>
                  <a:lnTo>
                    <a:pt x="1837" y="8133"/>
                  </a:lnTo>
                  <a:lnTo>
                    <a:pt x="1393" y="8073"/>
                  </a:lnTo>
                  <a:lnTo>
                    <a:pt x="1171" y="8033"/>
                  </a:lnTo>
                  <a:lnTo>
                    <a:pt x="969" y="7972"/>
                  </a:lnTo>
                  <a:lnTo>
                    <a:pt x="767" y="7871"/>
                  </a:lnTo>
                  <a:lnTo>
                    <a:pt x="586" y="7770"/>
                  </a:lnTo>
                  <a:lnTo>
                    <a:pt x="404" y="7629"/>
                  </a:lnTo>
                  <a:lnTo>
                    <a:pt x="283" y="7467"/>
                  </a:lnTo>
                  <a:lnTo>
                    <a:pt x="223" y="7367"/>
                  </a:lnTo>
                  <a:lnTo>
                    <a:pt x="162" y="7246"/>
                  </a:lnTo>
                  <a:lnTo>
                    <a:pt x="101" y="7024"/>
                  </a:lnTo>
                  <a:lnTo>
                    <a:pt x="81" y="6802"/>
                  </a:lnTo>
                  <a:lnTo>
                    <a:pt x="101" y="6580"/>
                  </a:lnTo>
                  <a:lnTo>
                    <a:pt x="142" y="6337"/>
                  </a:lnTo>
                  <a:lnTo>
                    <a:pt x="182" y="6095"/>
                  </a:lnTo>
                  <a:lnTo>
                    <a:pt x="323" y="5611"/>
                  </a:lnTo>
                  <a:lnTo>
                    <a:pt x="445" y="5248"/>
                  </a:lnTo>
                  <a:lnTo>
                    <a:pt x="525" y="4905"/>
                  </a:lnTo>
                  <a:lnTo>
                    <a:pt x="545" y="4723"/>
                  </a:lnTo>
                  <a:lnTo>
                    <a:pt x="566" y="4562"/>
                  </a:lnTo>
                  <a:lnTo>
                    <a:pt x="586" y="4380"/>
                  </a:lnTo>
                  <a:lnTo>
                    <a:pt x="566" y="4218"/>
                  </a:lnTo>
                  <a:lnTo>
                    <a:pt x="485" y="3795"/>
                  </a:lnTo>
                  <a:lnTo>
                    <a:pt x="384" y="3391"/>
                  </a:lnTo>
                  <a:lnTo>
                    <a:pt x="263" y="2887"/>
                  </a:lnTo>
                  <a:lnTo>
                    <a:pt x="223" y="2644"/>
                  </a:lnTo>
                  <a:lnTo>
                    <a:pt x="182" y="2382"/>
                  </a:lnTo>
                  <a:lnTo>
                    <a:pt x="202" y="2140"/>
                  </a:lnTo>
                  <a:lnTo>
                    <a:pt x="243" y="1898"/>
                  </a:lnTo>
                  <a:lnTo>
                    <a:pt x="323" y="1656"/>
                  </a:lnTo>
                  <a:lnTo>
                    <a:pt x="445" y="1393"/>
                  </a:lnTo>
                  <a:lnTo>
                    <a:pt x="566" y="1212"/>
                  </a:lnTo>
                  <a:lnTo>
                    <a:pt x="707" y="1050"/>
                  </a:lnTo>
                  <a:lnTo>
                    <a:pt x="868" y="889"/>
                  </a:lnTo>
                  <a:lnTo>
                    <a:pt x="1030" y="748"/>
                  </a:lnTo>
                  <a:lnTo>
                    <a:pt x="1211" y="626"/>
                  </a:lnTo>
                  <a:lnTo>
                    <a:pt x="1393" y="526"/>
                  </a:lnTo>
                  <a:lnTo>
                    <a:pt x="1595" y="425"/>
                  </a:lnTo>
                  <a:lnTo>
                    <a:pt x="1797" y="344"/>
                  </a:lnTo>
                  <a:lnTo>
                    <a:pt x="2019" y="283"/>
                  </a:lnTo>
                  <a:lnTo>
                    <a:pt x="2241" y="223"/>
                  </a:lnTo>
                  <a:lnTo>
                    <a:pt x="2705" y="142"/>
                  </a:lnTo>
                  <a:lnTo>
                    <a:pt x="3189" y="82"/>
                  </a:lnTo>
                  <a:close/>
                  <a:moveTo>
                    <a:pt x="3552" y="1"/>
                  </a:moveTo>
                  <a:lnTo>
                    <a:pt x="3088" y="21"/>
                  </a:lnTo>
                  <a:lnTo>
                    <a:pt x="2604" y="61"/>
                  </a:lnTo>
                  <a:lnTo>
                    <a:pt x="2160" y="162"/>
                  </a:lnTo>
                  <a:lnTo>
                    <a:pt x="1938" y="223"/>
                  </a:lnTo>
                  <a:lnTo>
                    <a:pt x="1716" y="283"/>
                  </a:lnTo>
                  <a:lnTo>
                    <a:pt x="1514" y="384"/>
                  </a:lnTo>
                  <a:lnTo>
                    <a:pt x="1312" y="465"/>
                  </a:lnTo>
                  <a:lnTo>
                    <a:pt x="1131" y="586"/>
                  </a:lnTo>
                  <a:lnTo>
                    <a:pt x="949" y="707"/>
                  </a:lnTo>
                  <a:lnTo>
                    <a:pt x="788" y="848"/>
                  </a:lnTo>
                  <a:lnTo>
                    <a:pt x="646" y="990"/>
                  </a:lnTo>
                  <a:lnTo>
                    <a:pt x="505" y="1171"/>
                  </a:lnTo>
                  <a:lnTo>
                    <a:pt x="384" y="1353"/>
                  </a:lnTo>
                  <a:lnTo>
                    <a:pt x="243" y="1615"/>
                  </a:lnTo>
                  <a:lnTo>
                    <a:pt x="162" y="1878"/>
                  </a:lnTo>
                  <a:lnTo>
                    <a:pt x="122" y="2140"/>
                  </a:lnTo>
                  <a:lnTo>
                    <a:pt x="101" y="2382"/>
                  </a:lnTo>
                  <a:lnTo>
                    <a:pt x="142" y="2644"/>
                  </a:lnTo>
                  <a:lnTo>
                    <a:pt x="182" y="2887"/>
                  </a:lnTo>
                  <a:lnTo>
                    <a:pt x="303" y="3411"/>
                  </a:lnTo>
                  <a:lnTo>
                    <a:pt x="404" y="3815"/>
                  </a:lnTo>
                  <a:lnTo>
                    <a:pt x="485" y="4218"/>
                  </a:lnTo>
                  <a:lnTo>
                    <a:pt x="505" y="4380"/>
                  </a:lnTo>
                  <a:lnTo>
                    <a:pt x="485" y="4541"/>
                  </a:lnTo>
                  <a:lnTo>
                    <a:pt x="445" y="4884"/>
                  </a:lnTo>
                  <a:lnTo>
                    <a:pt x="364" y="5227"/>
                  </a:lnTo>
                  <a:lnTo>
                    <a:pt x="263" y="5591"/>
                  </a:lnTo>
                  <a:lnTo>
                    <a:pt x="101" y="6075"/>
                  </a:lnTo>
                  <a:lnTo>
                    <a:pt x="61" y="6337"/>
                  </a:lnTo>
                  <a:lnTo>
                    <a:pt x="21" y="6580"/>
                  </a:lnTo>
                  <a:lnTo>
                    <a:pt x="1" y="6822"/>
                  </a:lnTo>
                  <a:lnTo>
                    <a:pt x="41" y="7064"/>
                  </a:lnTo>
                  <a:lnTo>
                    <a:pt x="101" y="7286"/>
                  </a:lnTo>
                  <a:lnTo>
                    <a:pt x="142" y="7387"/>
                  </a:lnTo>
                  <a:lnTo>
                    <a:pt x="202" y="7508"/>
                  </a:lnTo>
                  <a:lnTo>
                    <a:pt x="344" y="7689"/>
                  </a:lnTo>
                  <a:lnTo>
                    <a:pt x="525" y="7831"/>
                  </a:lnTo>
                  <a:lnTo>
                    <a:pt x="727" y="7952"/>
                  </a:lnTo>
                  <a:lnTo>
                    <a:pt x="929" y="8033"/>
                  </a:lnTo>
                  <a:lnTo>
                    <a:pt x="1151" y="8113"/>
                  </a:lnTo>
                  <a:lnTo>
                    <a:pt x="1373" y="8154"/>
                  </a:lnTo>
                  <a:lnTo>
                    <a:pt x="1817" y="8214"/>
                  </a:lnTo>
                  <a:lnTo>
                    <a:pt x="2341" y="8255"/>
                  </a:lnTo>
                  <a:lnTo>
                    <a:pt x="2866" y="8275"/>
                  </a:lnTo>
                  <a:lnTo>
                    <a:pt x="3895" y="8295"/>
                  </a:lnTo>
                  <a:lnTo>
                    <a:pt x="4602" y="8295"/>
                  </a:lnTo>
                  <a:lnTo>
                    <a:pt x="5328" y="8315"/>
                  </a:lnTo>
                  <a:lnTo>
                    <a:pt x="6055" y="8376"/>
                  </a:lnTo>
                  <a:lnTo>
                    <a:pt x="6761" y="8456"/>
                  </a:lnTo>
                  <a:lnTo>
                    <a:pt x="7286" y="8557"/>
                  </a:lnTo>
                  <a:lnTo>
                    <a:pt x="7790" y="8658"/>
                  </a:lnTo>
                  <a:lnTo>
                    <a:pt x="8819" y="8920"/>
                  </a:lnTo>
                  <a:lnTo>
                    <a:pt x="9526" y="9102"/>
                  </a:lnTo>
                  <a:lnTo>
                    <a:pt x="10252" y="9264"/>
                  </a:lnTo>
                  <a:lnTo>
                    <a:pt x="10615" y="9344"/>
                  </a:lnTo>
                  <a:lnTo>
                    <a:pt x="10979" y="9385"/>
                  </a:lnTo>
                  <a:lnTo>
                    <a:pt x="11342" y="9445"/>
                  </a:lnTo>
                  <a:lnTo>
                    <a:pt x="11725" y="9465"/>
                  </a:lnTo>
                  <a:lnTo>
                    <a:pt x="12048" y="9485"/>
                  </a:lnTo>
                  <a:lnTo>
                    <a:pt x="12351" y="9465"/>
                  </a:lnTo>
                  <a:lnTo>
                    <a:pt x="12674" y="9445"/>
                  </a:lnTo>
                  <a:lnTo>
                    <a:pt x="12997" y="9405"/>
                  </a:lnTo>
                  <a:lnTo>
                    <a:pt x="13319" y="9324"/>
                  </a:lnTo>
                  <a:lnTo>
                    <a:pt x="13662" y="9223"/>
                  </a:lnTo>
                  <a:lnTo>
                    <a:pt x="13985" y="9102"/>
                  </a:lnTo>
                  <a:lnTo>
                    <a:pt x="14288" y="8941"/>
                  </a:lnTo>
                  <a:lnTo>
                    <a:pt x="14591" y="8739"/>
                  </a:lnTo>
                  <a:lnTo>
                    <a:pt x="14873" y="8497"/>
                  </a:lnTo>
                  <a:lnTo>
                    <a:pt x="15115" y="8234"/>
                  </a:lnTo>
                  <a:lnTo>
                    <a:pt x="15337" y="7932"/>
                  </a:lnTo>
                  <a:lnTo>
                    <a:pt x="15499" y="7609"/>
                  </a:lnTo>
                  <a:lnTo>
                    <a:pt x="15660" y="7286"/>
                  </a:lnTo>
                  <a:lnTo>
                    <a:pt x="15761" y="6923"/>
                  </a:lnTo>
                  <a:lnTo>
                    <a:pt x="15822" y="6559"/>
                  </a:lnTo>
                  <a:lnTo>
                    <a:pt x="15862" y="6176"/>
                  </a:lnTo>
                  <a:lnTo>
                    <a:pt x="15842" y="5833"/>
                  </a:lnTo>
                  <a:lnTo>
                    <a:pt x="15802" y="5470"/>
                  </a:lnTo>
                  <a:lnTo>
                    <a:pt x="15701" y="5106"/>
                  </a:lnTo>
                  <a:lnTo>
                    <a:pt x="15580" y="4763"/>
                  </a:lnTo>
                  <a:lnTo>
                    <a:pt x="15418" y="4440"/>
                  </a:lnTo>
                  <a:lnTo>
                    <a:pt x="15236" y="4118"/>
                  </a:lnTo>
                  <a:lnTo>
                    <a:pt x="15015" y="3815"/>
                  </a:lnTo>
                  <a:lnTo>
                    <a:pt x="14772" y="3532"/>
                  </a:lnTo>
                  <a:lnTo>
                    <a:pt x="14490" y="3270"/>
                  </a:lnTo>
                  <a:lnTo>
                    <a:pt x="14187" y="3028"/>
                  </a:lnTo>
                  <a:lnTo>
                    <a:pt x="13864" y="2826"/>
                  </a:lnTo>
                  <a:lnTo>
                    <a:pt x="13541" y="2624"/>
                  </a:lnTo>
                  <a:lnTo>
                    <a:pt x="13198" y="2463"/>
                  </a:lnTo>
                  <a:lnTo>
                    <a:pt x="12855" y="2301"/>
                  </a:lnTo>
                  <a:lnTo>
                    <a:pt x="12189" y="2039"/>
                  </a:lnTo>
                  <a:lnTo>
                    <a:pt x="11523" y="1777"/>
                  </a:lnTo>
                  <a:lnTo>
                    <a:pt x="10857" y="1535"/>
                  </a:lnTo>
                  <a:lnTo>
                    <a:pt x="10191" y="1313"/>
                  </a:lnTo>
                  <a:lnTo>
                    <a:pt x="9505" y="1111"/>
                  </a:lnTo>
                  <a:lnTo>
                    <a:pt x="8819" y="909"/>
                  </a:lnTo>
                  <a:lnTo>
                    <a:pt x="8133" y="707"/>
                  </a:lnTo>
                  <a:lnTo>
                    <a:pt x="7447" y="546"/>
                  </a:lnTo>
                  <a:lnTo>
                    <a:pt x="6761" y="384"/>
                  </a:lnTo>
                  <a:lnTo>
                    <a:pt x="6176" y="263"/>
                  </a:lnTo>
                  <a:lnTo>
                    <a:pt x="5389" y="142"/>
                  </a:lnTo>
                  <a:lnTo>
                    <a:pt x="4965" y="82"/>
                  </a:lnTo>
                  <a:lnTo>
                    <a:pt x="4501" y="21"/>
                  </a:lnTo>
                  <a:lnTo>
                    <a:pt x="4037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6" name="Google Shape;56;p2"/>
            <p:cNvSpPr/>
            <p:nvPr/>
          </p:nvSpPr>
          <p:spPr>
            <a:xfrm flipH="1">
              <a:off x="-3290097" y="-5084743"/>
              <a:ext cx="669045" cy="364461"/>
            </a:xfrm>
            <a:custGeom>
              <a:rect b="b" l="l" r="r" t="t"/>
              <a:pathLst>
                <a:path extrusionOk="0" h="6519" w="11967">
                  <a:moveTo>
                    <a:pt x="6216" y="81"/>
                  </a:moveTo>
                  <a:lnTo>
                    <a:pt x="6720" y="121"/>
                  </a:lnTo>
                  <a:lnTo>
                    <a:pt x="7204" y="202"/>
                  </a:lnTo>
                  <a:lnTo>
                    <a:pt x="7709" y="283"/>
                  </a:lnTo>
                  <a:lnTo>
                    <a:pt x="8173" y="404"/>
                  </a:lnTo>
                  <a:lnTo>
                    <a:pt x="8657" y="565"/>
                  </a:lnTo>
                  <a:lnTo>
                    <a:pt x="9121" y="727"/>
                  </a:lnTo>
                  <a:lnTo>
                    <a:pt x="9565" y="929"/>
                  </a:lnTo>
                  <a:lnTo>
                    <a:pt x="9868" y="1090"/>
                  </a:lnTo>
                  <a:lnTo>
                    <a:pt x="10171" y="1272"/>
                  </a:lnTo>
                  <a:lnTo>
                    <a:pt x="10433" y="1433"/>
                  </a:lnTo>
                  <a:lnTo>
                    <a:pt x="10675" y="1615"/>
                  </a:lnTo>
                  <a:lnTo>
                    <a:pt x="10897" y="1796"/>
                  </a:lnTo>
                  <a:lnTo>
                    <a:pt x="11099" y="1998"/>
                  </a:lnTo>
                  <a:lnTo>
                    <a:pt x="11261" y="2200"/>
                  </a:lnTo>
                  <a:lnTo>
                    <a:pt x="11422" y="2402"/>
                  </a:lnTo>
                  <a:lnTo>
                    <a:pt x="11583" y="2684"/>
                  </a:lnTo>
                  <a:lnTo>
                    <a:pt x="11725" y="2967"/>
                  </a:lnTo>
                  <a:lnTo>
                    <a:pt x="11805" y="3270"/>
                  </a:lnTo>
                  <a:lnTo>
                    <a:pt x="11866" y="3552"/>
                  </a:lnTo>
                  <a:lnTo>
                    <a:pt x="11886" y="3855"/>
                  </a:lnTo>
                  <a:lnTo>
                    <a:pt x="11866" y="4137"/>
                  </a:lnTo>
                  <a:lnTo>
                    <a:pt x="11805" y="4420"/>
                  </a:lnTo>
                  <a:lnTo>
                    <a:pt x="11725" y="4662"/>
                  </a:lnTo>
                  <a:lnTo>
                    <a:pt x="11644" y="4823"/>
                  </a:lnTo>
                  <a:lnTo>
                    <a:pt x="11543" y="4965"/>
                  </a:lnTo>
                  <a:lnTo>
                    <a:pt x="11442" y="5106"/>
                  </a:lnTo>
                  <a:lnTo>
                    <a:pt x="11321" y="5247"/>
                  </a:lnTo>
                  <a:lnTo>
                    <a:pt x="11180" y="5388"/>
                  </a:lnTo>
                  <a:lnTo>
                    <a:pt x="11039" y="5510"/>
                  </a:lnTo>
                  <a:lnTo>
                    <a:pt x="10877" y="5631"/>
                  </a:lnTo>
                  <a:lnTo>
                    <a:pt x="10695" y="5752"/>
                  </a:lnTo>
                  <a:lnTo>
                    <a:pt x="10494" y="5853"/>
                  </a:lnTo>
                  <a:lnTo>
                    <a:pt x="10292" y="5953"/>
                  </a:lnTo>
                  <a:lnTo>
                    <a:pt x="10070" y="6054"/>
                  </a:lnTo>
                  <a:lnTo>
                    <a:pt x="9848" y="6135"/>
                  </a:lnTo>
                  <a:lnTo>
                    <a:pt x="9606" y="6216"/>
                  </a:lnTo>
                  <a:lnTo>
                    <a:pt x="9364" y="6276"/>
                  </a:lnTo>
                  <a:lnTo>
                    <a:pt x="8859" y="6377"/>
                  </a:lnTo>
                  <a:lnTo>
                    <a:pt x="8314" y="6438"/>
                  </a:lnTo>
                  <a:lnTo>
                    <a:pt x="7729" y="6438"/>
                  </a:lnTo>
                  <a:lnTo>
                    <a:pt x="7103" y="6418"/>
                  </a:lnTo>
                  <a:lnTo>
                    <a:pt x="6438" y="6357"/>
                  </a:lnTo>
                  <a:lnTo>
                    <a:pt x="5731" y="6256"/>
                  </a:lnTo>
                  <a:lnTo>
                    <a:pt x="5025" y="6115"/>
                  </a:lnTo>
                  <a:lnTo>
                    <a:pt x="4339" y="5953"/>
                  </a:lnTo>
                  <a:lnTo>
                    <a:pt x="3653" y="5772"/>
                  </a:lnTo>
                  <a:lnTo>
                    <a:pt x="2987" y="5550"/>
                  </a:lnTo>
                  <a:lnTo>
                    <a:pt x="2321" y="5308"/>
                  </a:lnTo>
                  <a:lnTo>
                    <a:pt x="1655" y="5025"/>
                  </a:lnTo>
                  <a:lnTo>
                    <a:pt x="1009" y="4722"/>
                  </a:lnTo>
                  <a:lnTo>
                    <a:pt x="787" y="4581"/>
                  </a:lnTo>
                  <a:lnTo>
                    <a:pt x="585" y="4460"/>
                  </a:lnTo>
                  <a:lnTo>
                    <a:pt x="424" y="4299"/>
                  </a:lnTo>
                  <a:lnTo>
                    <a:pt x="283" y="4137"/>
                  </a:lnTo>
                  <a:lnTo>
                    <a:pt x="182" y="3956"/>
                  </a:lnTo>
                  <a:lnTo>
                    <a:pt x="121" y="3754"/>
                  </a:lnTo>
                  <a:lnTo>
                    <a:pt x="81" y="3552"/>
                  </a:lnTo>
                  <a:lnTo>
                    <a:pt x="81" y="3350"/>
                  </a:lnTo>
                  <a:lnTo>
                    <a:pt x="101" y="3148"/>
                  </a:lnTo>
                  <a:lnTo>
                    <a:pt x="141" y="2947"/>
                  </a:lnTo>
                  <a:lnTo>
                    <a:pt x="222" y="2745"/>
                  </a:lnTo>
                  <a:lnTo>
                    <a:pt x="303" y="2543"/>
                  </a:lnTo>
                  <a:lnTo>
                    <a:pt x="424" y="2341"/>
                  </a:lnTo>
                  <a:lnTo>
                    <a:pt x="545" y="2139"/>
                  </a:lnTo>
                  <a:lnTo>
                    <a:pt x="686" y="1958"/>
                  </a:lnTo>
                  <a:lnTo>
                    <a:pt x="827" y="1776"/>
                  </a:lnTo>
                  <a:lnTo>
                    <a:pt x="989" y="1595"/>
                  </a:lnTo>
                  <a:lnTo>
                    <a:pt x="1171" y="1433"/>
                  </a:lnTo>
                  <a:lnTo>
                    <a:pt x="1352" y="1272"/>
                  </a:lnTo>
                  <a:lnTo>
                    <a:pt x="1534" y="1130"/>
                  </a:lnTo>
                  <a:lnTo>
                    <a:pt x="1715" y="1009"/>
                  </a:lnTo>
                  <a:lnTo>
                    <a:pt x="1917" y="888"/>
                  </a:lnTo>
                  <a:lnTo>
                    <a:pt x="2099" y="787"/>
                  </a:lnTo>
                  <a:lnTo>
                    <a:pt x="2301" y="707"/>
                  </a:lnTo>
                  <a:lnTo>
                    <a:pt x="2724" y="565"/>
                  </a:lnTo>
                  <a:lnTo>
                    <a:pt x="3148" y="424"/>
                  </a:lnTo>
                  <a:lnTo>
                    <a:pt x="3572" y="323"/>
                  </a:lnTo>
                  <a:lnTo>
                    <a:pt x="3996" y="222"/>
                  </a:lnTo>
                  <a:lnTo>
                    <a:pt x="4419" y="162"/>
                  </a:lnTo>
                  <a:lnTo>
                    <a:pt x="4863" y="121"/>
                  </a:lnTo>
                  <a:lnTo>
                    <a:pt x="5287" y="81"/>
                  </a:lnTo>
                  <a:close/>
                  <a:moveTo>
                    <a:pt x="5550" y="0"/>
                  </a:moveTo>
                  <a:lnTo>
                    <a:pt x="5085" y="21"/>
                  </a:lnTo>
                  <a:lnTo>
                    <a:pt x="4601" y="61"/>
                  </a:lnTo>
                  <a:lnTo>
                    <a:pt x="4137" y="121"/>
                  </a:lnTo>
                  <a:lnTo>
                    <a:pt x="3653" y="222"/>
                  </a:lnTo>
                  <a:lnTo>
                    <a:pt x="3189" y="323"/>
                  </a:lnTo>
                  <a:lnTo>
                    <a:pt x="2724" y="464"/>
                  </a:lnTo>
                  <a:lnTo>
                    <a:pt x="2260" y="626"/>
                  </a:lnTo>
                  <a:lnTo>
                    <a:pt x="2079" y="707"/>
                  </a:lnTo>
                  <a:lnTo>
                    <a:pt x="1877" y="808"/>
                  </a:lnTo>
                  <a:lnTo>
                    <a:pt x="1675" y="929"/>
                  </a:lnTo>
                  <a:lnTo>
                    <a:pt x="1493" y="1070"/>
                  </a:lnTo>
                  <a:lnTo>
                    <a:pt x="1292" y="1211"/>
                  </a:lnTo>
                  <a:lnTo>
                    <a:pt x="1110" y="1373"/>
                  </a:lnTo>
                  <a:lnTo>
                    <a:pt x="928" y="1554"/>
                  </a:lnTo>
                  <a:lnTo>
                    <a:pt x="767" y="1716"/>
                  </a:lnTo>
                  <a:lnTo>
                    <a:pt x="605" y="1917"/>
                  </a:lnTo>
                  <a:lnTo>
                    <a:pt x="464" y="2119"/>
                  </a:lnTo>
                  <a:lnTo>
                    <a:pt x="343" y="2301"/>
                  </a:lnTo>
                  <a:lnTo>
                    <a:pt x="242" y="2523"/>
                  </a:lnTo>
                  <a:lnTo>
                    <a:pt x="141" y="2725"/>
                  </a:lnTo>
                  <a:lnTo>
                    <a:pt x="81" y="2926"/>
                  </a:lnTo>
                  <a:lnTo>
                    <a:pt x="20" y="3128"/>
                  </a:lnTo>
                  <a:lnTo>
                    <a:pt x="0" y="3330"/>
                  </a:lnTo>
                  <a:lnTo>
                    <a:pt x="0" y="3572"/>
                  </a:lnTo>
                  <a:lnTo>
                    <a:pt x="40" y="3774"/>
                  </a:lnTo>
                  <a:lnTo>
                    <a:pt x="121" y="3976"/>
                  </a:lnTo>
                  <a:lnTo>
                    <a:pt x="222" y="4178"/>
                  </a:lnTo>
                  <a:lnTo>
                    <a:pt x="363" y="4339"/>
                  </a:lnTo>
                  <a:lnTo>
                    <a:pt x="525" y="4501"/>
                  </a:lnTo>
                  <a:lnTo>
                    <a:pt x="747" y="4662"/>
                  </a:lnTo>
                  <a:lnTo>
                    <a:pt x="969" y="4783"/>
                  </a:lnTo>
                  <a:lnTo>
                    <a:pt x="1614" y="5106"/>
                  </a:lnTo>
                  <a:lnTo>
                    <a:pt x="2280" y="5368"/>
                  </a:lnTo>
                  <a:lnTo>
                    <a:pt x="2946" y="5631"/>
                  </a:lnTo>
                  <a:lnTo>
                    <a:pt x="3632" y="5853"/>
                  </a:lnTo>
                  <a:lnTo>
                    <a:pt x="4319" y="6034"/>
                  </a:lnTo>
                  <a:lnTo>
                    <a:pt x="5025" y="6196"/>
                  </a:lnTo>
                  <a:lnTo>
                    <a:pt x="5731" y="6337"/>
                  </a:lnTo>
                  <a:lnTo>
                    <a:pt x="6438" y="6438"/>
                  </a:lnTo>
                  <a:lnTo>
                    <a:pt x="7144" y="6498"/>
                  </a:lnTo>
                  <a:lnTo>
                    <a:pt x="7790" y="6519"/>
                  </a:lnTo>
                  <a:lnTo>
                    <a:pt x="8234" y="6519"/>
                  </a:lnTo>
                  <a:lnTo>
                    <a:pt x="8637" y="6478"/>
                  </a:lnTo>
                  <a:lnTo>
                    <a:pt x="9041" y="6418"/>
                  </a:lnTo>
                  <a:lnTo>
                    <a:pt x="9424" y="6357"/>
                  </a:lnTo>
                  <a:lnTo>
                    <a:pt x="9767" y="6256"/>
                  </a:lnTo>
                  <a:lnTo>
                    <a:pt x="10110" y="6135"/>
                  </a:lnTo>
                  <a:lnTo>
                    <a:pt x="10433" y="5974"/>
                  </a:lnTo>
                  <a:lnTo>
                    <a:pt x="10736" y="5812"/>
                  </a:lnTo>
                  <a:lnTo>
                    <a:pt x="10917" y="5691"/>
                  </a:lnTo>
                  <a:lnTo>
                    <a:pt x="11079" y="5570"/>
                  </a:lnTo>
                  <a:lnTo>
                    <a:pt x="11240" y="5429"/>
                  </a:lnTo>
                  <a:lnTo>
                    <a:pt x="11382" y="5308"/>
                  </a:lnTo>
                  <a:lnTo>
                    <a:pt x="11503" y="5166"/>
                  </a:lnTo>
                  <a:lnTo>
                    <a:pt x="11604" y="5005"/>
                  </a:lnTo>
                  <a:lnTo>
                    <a:pt x="11704" y="4864"/>
                  </a:lnTo>
                  <a:lnTo>
                    <a:pt x="11785" y="4702"/>
                  </a:lnTo>
                  <a:lnTo>
                    <a:pt x="11886" y="4440"/>
                  </a:lnTo>
                  <a:lnTo>
                    <a:pt x="11947" y="4137"/>
                  </a:lnTo>
                  <a:lnTo>
                    <a:pt x="11967" y="3855"/>
                  </a:lnTo>
                  <a:lnTo>
                    <a:pt x="11947" y="3552"/>
                  </a:lnTo>
                  <a:lnTo>
                    <a:pt x="11886" y="3249"/>
                  </a:lnTo>
                  <a:lnTo>
                    <a:pt x="11805" y="2947"/>
                  </a:lnTo>
                  <a:lnTo>
                    <a:pt x="11664" y="2644"/>
                  </a:lnTo>
                  <a:lnTo>
                    <a:pt x="11483" y="2361"/>
                  </a:lnTo>
                  <a:lnTo>
                    <a:pt x="11341" y="2160"/>
                  </a:lnTo>
                  <a:lnTo>
                    <a:pt x="11160" y="1938"/>
                  </a:lnTo>
                  <a:lnTo>
                    <a:pt x="10958" y="1736"/>
                  </a:lnTo>
                  <a:lnTo>
                    <a:pt x="10716" y="1554"/>
                  </a:lnTo>
                  <a:lnTo>
                    <a:pt x="10474" y="1373"/>
                  </a:lnTo>
                  <a:lnTo>
                    <a:pt x="10211" y="1191"/>
                  </a:lnTo>
                  <a:lnTo>
                    <a:pt x="9908" y="1030"/>
                  </a:lnTo>
                  <a:lnTo>
                    <a:pt x="9606" y="868"/>
                  </a:lnTo>
                  <a:lnTo>
                    <a:pt x="9182" y="666"/>
                  </a:lnTo>
                  <a:lnTo>
                    <a:pt x="8758" y="505"/>
                  </a:lnTo>
                  <a:lnTo>
                    <a:pt x="8314" y="364"/>
                  </a:lnTo>
                  <a:lnTo>
                    <a:pt x="7870" y="243"/>
                  </a:lnTo>
                  <a:lnTo>
                    <a:pt x="7406" y="142"/>
                  </a:lnTo>
                  <a:lnTo>
                    <a:pt x="6942" y="81"/>
                  </a:lnTo>
                  <a:lnTo>
                    <a:pt x="6478" y="21"/>
                  </a:lnTo>
                  <a:lnTo>
                    <a:pt x="6014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7" name="Google Shape;57;p2"/>
            <p:cNvSpPr/>
            <p:nvPr/>
          </p:nvSpPr>
          <p:spPr>
            <a:xfrm flipH="1">
              <a:off x="-246264" y="-1063843"/>
              <a:ext cx="235874" cy="188464"/>
            </a:xfrm>
            <a:custGeom>
              <a:rect b="b" l="l" r="r" t="t"/>
              <a:pathLst>
                <a:path extrusionOk="0" h="3371" w="4219">
                  <a:moveTo>
                    <a:pt x="3875" y="81"/>
                  </a:moveTo>
                  <a:lnTo>
                    <a:pt x="3976" y="101"/>
                  </a:lnTo>
                  <a:lnTo>
                    <a:pt x="4057" y="182"/>
                  </a:lnTo>
                  <a:lnTo>
                    <a:pt x="4097" y="263"/>
                  </a:lnTo>
                  <a:lnTo>
                    <a:pt x="4137" y="363"/>
                  </a:lnTo>
                  <a:lnTo>
                    <a:pt x="4137" y="464"/>
                  </a:lnTo>
                  <a:lnTo>
                    <a:pt x="4137" y="585"/>
                  </a:lnTo>
                  <a:lnTo>
                    <a:pt x="4077" y="807"/>
                  </a:lnTo>
                  <a:lnTo>
                    <a:pt x="3936" y="1130"/>
                  </a:lnTo>
                  <a:lnTo>
                    <a:pt x="3794" y="1433"/>
                  </a:lnTo>
                  <a:lnTo>
                    <a:pt x="3613" y="1715"/>
                  </a:lnTo>
                  <a:lnTo>
                    <a:pt x="3411" y="1998"/>
                  </a:lnTo>
                  <a:lnTo>
                    <a:pt x="3189" y="2240"/>
                  </a:lnTo>
                  <a:lnTo>
                    <a:pt x="2947" y="2482"/>
                  </a:lnTo>
                  <a:lnTo>
                    <a:pt x="2684" y="2684"/>
                  </a:lnTo>
                  <a:lnTo>
                    <a:pt x="2422" y="2866"/>
                  </a:lnTo>
                  <a:lnTo>
                    <a:pt x="2180" y="2967"/>
                  </a:lnTo>
                  <a:lnTo>
                    <a:pt x="1897" y="3088"/>
                  </a:lnTo>
                  <a:lnTo>
                    <a:pt x="1575" y="3189"/>
                  </a:lnTo>
                  <a:lnTo>
                    <a:pt x="1252" y="3249"/>
                  </a:lnTo>
                  <a:lnTo>
                    <a:pt x="929" y="3290"/>
                  </a:lnTo>
                  <a:lnTo>
                    <a:pt x="626" y="3290"/>
                  </a:lnTo>
                  <a:lnTo>
                    <a:pt x="505" y="3269"/>
                  </a:lnTo>
                  <a:lnTo>
                    <a:pt x="384" y="3249"/>
                  </a:lnTo>
                  <a:lnTo>
                    <a:pt x="283" y="3209"/>
                  </a:lnTo>
                  <a:lnTo>
                    <a:pt x="202" y="3148"/>
                  </a:lnTo>
                  <a:lnTo>
                    <a:pt x="142" y="3088"/>
                  </a:lnTo>
                  <a:lnTo>
                    <a:pt x="122" y="3007"/>
                  </a:lnTo>
                  <a:lnTo>
                    <a:pt x="101" y="2926"/>
                  </a:lnTo>
                  <a:lnTo>
                    <a:pt x="81" y="2846"/>
                  </a:lnTo>
                  <a:lnTo>
                    <a:pt x="101" y="2745"/>
                  </a:lnTo>
                  <a:lnTo>
                    <a:pt x="122" y="2624"/>
                  </a:lnTo>
                  <a:lnTo>
                    <a:pt x="222" y="2381"/>
                  </a:lnTo>
                  <a:lnTo>
                    <a:pt x="344" y="2159"/>
                  </a:lnTo>
                  <a:lnTo>
                    <a:pt x="485" y="1958"/>
                  </a:lnTo>
                  <a:lnTo>
                    <a:pt x="666" y="1756"/>
                  </a:lnTo>
                  <a:lnTo>
                    <a:pt x="848" y="1574"/>
                  </a:lnTo>
                  <a:lnTo>
                    <a:pt x="1070" y="1393"/>
                  </a:lnTo>
                  <a:lnTo>
                    <a:pt x="1292" y="1231"/>
                  </a:lnTo>
                  <a:lnTo>
                    <a:pt x="1534" y="1070"/>
                  </a:lnTo>
                  <a:lnTo>
                    <a:pt x="1776" y="928"/>
                  </a:lnTo>
                  <a:lnTo>
                    <a:pt x="2261" y="666"/>
                  </a:lnTo>
                  <a:lnTo>
                    <a:pt x="2765" y="444"/>
                  </a:lnTo>
                  <a:lnTo>
                    <a:pt x="3229" y="263"/>
                  </a:lnTo>
                  <a:lnTo>
                    <a:pt x="3653" y="101"/>
                  </a:lnTo>
                  <a:lnTo>
                    <a:pt x="3774" y="81"/>
                  </a:lnTo>
                  <a:close/>
                  <a:moveTo>
                    <a:pt x="3754" y="0"/>
                  </a:moveTo>
                  <a:lnTo>
                    <a:pt x="3633" y="41"/>
                  </a:lnTo>
                  <a:lnTo>
                    <a:pt x="3209" y="182"/>
                  </a:lnTo>
                  <a:lnTo>
                    <a:pt x="2725" y="363"/>
                  </a:lnTo>
                  <a:lnTo>
                    <a:pt x="2220" y="606"/>
                  </a:lnTo>
                  <a:lnTo>
                    <a:pt x="1716" y="868"/>
                  </a:lnTo>
                  <a:lnTo>
                    <a:pt x="1474" y="1009"/>
                  </a:lnTo>
                  <a:lnTo>
                    <a:pt x="1231" y="1171"/>
                  </a:lnTo>
                  <a:lnTo>
                    <a:pt x="1009" y="1352"/>
                  </a:lnTo>
                  <a:lnTo>
                    <a:pt x="787" y="1514"/>
                  </a:lnTo>
                  <a:lnTo>
                    <a:pt x="606" y="1715"/>
                  </a:lnTo>
                  <a:lnTo>
                    <a:pt x="424" y="1917"/>
                  </a:lnTo>
                  <a:lnTo>
                    <a:pt x="283" y="2119"/>
                  </a:lnTo>
                  <a:lnTo>
                    <a:pt x="142" y="2341"/>
                  </a:lnTo>
                  <a:lnTo>
                    <a:pt x="81" y="2482"/>
                  </a:lnTo>
                  <a:lnTo>
                    <a:pt x="41" y="2624"/>
                  </a:lnTo>
                  <a:lnTo>
                    <a:pt x="21" y="2745"/>
                  </a:lnTo>
                  <a:lnTo>
                    <a:pt x="0" y="2866"/>
                  </a:lnTo>
                  <a:lnTo>
                    <a:pt x="21" y="2967"/>
                  </a:lnTo>
                  <a:lnTo>
                    <a:pt x="41" y="3047"/>
                  </a:lnTo>
                  <a:lnTo>
                    <a:pt x="81" y="3128"/>
                  </a:lnTo>
                  <a:lnTo>
                    <a:pt x="142" y="3209"/>
                  </a:lnTo>
                  <a:lnTo>
                    <a:pt x="263" y="3290"/>
                  </a:lnTo>
                  <a:lnTo>
                    <a:pt x="404" y="3330"/>
                  </a:lnTo>
                  <a:lnTo>
                    <a:pt x="586" y="3370"/>
                  </a:lnTo>
                  <a:lnTo>
                    <a:pt x="989" y="3370"/>
                  </a:lnTo>
                  <a:lnTo>
                    <a:pt x="1211" y="3350"/>
                  </a:lnTo>
                  <a:lnTo>
                    <a:pt x="1453" y="3290"/>
                  </a:lnTo>
                  <a:lnTo>
                    <a:pt x="1675" y="3229"/>
                  </a:lnTo>
                  <a:lnTo>
                    <a:pt x="2119" y="3088"/>
                  </a:lnTo>
                  <a:lnTo>
                    <a:pt x="2301" y="3007"/>
                  </a:lnTo>
                  <a:lnTo>
                    <a:pt x="2462" y="2926"/>
                  </a:lnTo>
                  <a:lnTo>
                    <a:pt x="2745" y="2745"/>
                  </a:lnTo>
                  <a:lnTo>
                    <a:pt x="3007" y="2543"/>
                  </a:lnTo>
                  <a:lnTo>
                    <a:pt x="3249" y="2301"/>
                  </a:lnTo>
                  <a:lnTo>
                    <a:pt x="3471" y="2038"/>
                  </a:lnTo>
                  <a:lnTo>
                    <a:pt x="3673" y="1776"/>
                  </a:lnTo>
                  <a:lnTo>
                    <a:pt x="3855" y="1473"/>
                  </a:lnTo>
                  <a:lnTo>
                    <a:pt x="4016" y="1150"/>
                  </a:lnTo>
                  <a:lnTo>
                    <a:pt x="4137" y="828"/>
                  </a:lnTo>
                  <a:lnTo>
                    <a:pt x="4218" y="585"/>
                  </a:lnTo>
                  <a:lnTo>
                    <a:pt x="4218" y="464"/>
                  </a:lnTo>
                  <a:lnTo>
                    <a:pt x="4218" y="343"/>
                  </a:lnTo>
                  <a:lnTo>
                    <a:pt x="4178" y="222"/>
                  </a:lnTo>
                  <a:lnTo>
                    <a:pt x="4097" y="121"/>
                  </a:lnTo>
                  <a:lnTo>
                    <a:pt x="3996" y="41"/>
                  </a:lnTo>
                  <a:lnTo>
                    <a:pt x="3956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8" name="Google Shape;58;p2"/>
            <p:cNvSpPr/>
            <p:nvPr/>
          </p:nvSpPr>
          <p:spPr>
            <a:xfrm flipH="1">
              <a:off x="-486582" y="-3332637"/>
              <a:ext cx="1826666" cy="1093271"/>
            </a:xfrm>
            <a:custGeom>
              <a:rect b="b" l="l" r="r" t="t"/>
              <a:pathLst>
                <a:path extrusionOk="0" h="19555" w="32673">
                  <a:moveTo>
                    <a:pt x="4340" y="81"/>
                  </a:moveTo>
                  <a:lnTo>
                    <a:pt x="4622" y="101"/>
                  </a:lnTo>
                  <a:lnTo>
                    <a:pt x="4885" y="121"/>
                  </a:lnTo>
                  <a:lnTo>
                    <a:pt x="5167" y="161"/>
                  </a:lnTo>
                  <a:lnTo>
                    <a:pt x="5450" y="222"/>
                  </a:lnTo>
                  <a:lnTo>
                    <a:pt x="5712" y="283"/>
                  </a:lnTo>
                  <a:lnTo>
                    <a:pt x="6216" y="444"/>
                  </a:lnTo>
                  <a:lnTo>
                    <a:pt x="6640" y="626"/>
                  </a:lnTo>
                  <a:lnTo>
                    <a:pt x="7003" y="787"/>
                  </a:lnTo>
                  <a:lnTo>
                    <a:pt x="7266" y="928"/>
                  </a:lnTo>
                  <a:lnTo>
                    <a:pt x="7629" y="1130"/>
                  </a:lnTo>
                  <a:lnTo>
                    <a:pt x="7972" y="1352"/>
                  </a:lnTo>
                  <a:lnTo>
                    <a:pt x="8315" y="1594"/>
                  </a:lnTo>
                  <a:lnTo>
                    <a:pt x="8658" y="1836"/>
                  </a:lnTo>
                  <a:lnTo>
                    <a:pt x="9324" y="2341"/>
                  </a:lnTo>
                  <a:lnTo>
                    <a:pt x="9950" y="2866"/>
                  </a:lnTo>
                  <a:lnTo>
                    <a:pt x="10918" y="3632"/>
                  </a:lnTo>
                  <a:lnTo>
                    <a:pt x="11746" y="4258"/>
                  </a:lnTo>
                  <a:lnTo>
                    <a:pt x="12613" y="4843"/>
                  </a:lnTo>
                  <a:lnTo>
                    <a:pt x="13481" y="5388"/>
                  </a:lnTo>
                  <a:lnTo>
                    <a:pt x="14369" y="5913"/>
                  </a:lnTo>
                  <a:lnTo>
                    <a:pt x="15297" y="6397"/>
                  </a:lnTo>
                  <a:lnTo>
                    <a:pt x="16226" y="6861"/>
                  </a:lnTo>
                  <a:lnTo>
                    <a:pt x="17174" y="7285"/>
                  </a:lnTo>
                  <a:lnTo>
                    <a:pt x="18143" y="7709"/>
                  </a:lnTo>
                  <a:lnTo>
                    <a:pt x="19132" y="8092"/>
                  </a:lnTo>
                  <a:lnTo>
                    <a:pt x="20120" y="8476"/>
                  </a:lnTo>
                  <a:lnTo>
                    <a:pt x="21129" y="8839"/>
                  </a:lnTo>
                  <a:lnTo>
                    <a:pt x="22138" y="9182"/>
                  </a:lnTo>
                  <a:lnTo>
                    <a:pt x="23168" y="9505"/>
                  </a:lnTo>
                  <a:lnTo>
                    <a:pt x="24217" y="9848"/>
                  </a:lnTo>
                  <a:lnTo>
                    <a:pt x="26316" y="10473"/>
                  </a:lnTo>
                  <a:lnTo>
                    <a:pt x="26376" y="10494"/>
                  </a:lnTo>
                  <a:lnTo>
                    <a:pt x="27627" y="10877"/>
                  </a:lnTo>
                  <a:lnTo>
                    <a:pt x="28253" y="11079"/>
                  </a:lnTo>
                  <a:lnTo>
                    <a:pt x="28879" y="11301"/>
                  </a:lnTo>
                  <a:lnTo>
                    <a:pt x="29484" y="11523"/>
                  </a:lnTo>
                  <a:lnTo>
                    <a:pt x="30089" y="11805"/>
                  </a:lnTo>
                  <a:lnTo>
                    <a:pt x="30675" y="12088"/>
                  </a:lnTo>
                  <a:lnTo>
                    <a:pt x="31240" y="12411"/>
                  </a:lnTo>
                  <a:lnTo>
                    <a:pt x="31583" y="12633"/>
                  </a:lnTo>
                  <a:lnTo>
                    <a:pt x="31744" y="12754"/>
                  </a:lnTo>
                  <a:lnTo>
                    <a:pt x="31906" y="12895"/>
                  </a:lnTo>
                  <a:lnTo>
                    <a:pt x="32067" y="13036"/>
                  </a:lnTo>
                  <a:lnTo>
                    <a:pt x="32208" y="13198"/>
                  </a:lnTo>
                  <a:lnTo>
                    <a:pt x="32329" y="13379"/>
                  </a:lnTo>
                  <a:lnTo>
                    <a:pt x="32450" y="13581"/>
                  </a:lnTo>
                  <a:lnTo>
                    <a:pt x="32511" y="13763"/>
                  </a:lnTo>
                  <a:lnTo>
                    <a:pt x="32572" y="13965"/>
                  </a:lnTo>
                  <a:lnTo>
                    <a:pt x="32592" y="14166"/>
                  </a:lnTo>
                  <a:lnTo>
                    <a:pt x="32592" y="14368"/>
                  </a:lnTo>
                  <a:lnTo>
                    <a:pt x="32551" y="14570"/>
                  </a:lnTo>
                  <a:lnTo>
                    <a:pt x="32471" y="14772"/>
                  </a:lnTo>
                  <a:lnTo>
                    <a:pt x="32370" y="14953"/>
                  </a:lnTo>
                  <a:lnTo>
                    <a:pt x="32289" y="15034"/>
                  </a:lnTo>
                  <a:lnTo>
                    <a:pt x="32208" y="15095"/>
                  </a:lnTo>
                  <a:lnTo>
                    <a:pt x="32067" y="15196"/>
                  </a:lnTo>
                  <a:lnTo>
                    <a:pt x="31926" y="15256"/>
                  </a:lnTo>
                  <a:lnTo>
                    <a:pt x="31764" y="15317"/>
                  </a:lnTo>
                  <a:lnTo>
                    <a:pt x="31603" y="15337"/>
                  </a:lnTo>
                  <a:lnTo>
                    <a:pt x="31421" y="15357"/>
                  </a:lnTo>
                  <a:lnTo>
                    <a:pt x="31240" y="15377"/>
                  </a:lnTo>
                  <a:lnTo>
                    <a:pt x="30876" y="15357"/>
                  </a:lnTo>
                  <a:lnTo>
                    <a:pt x="29625" y="15276"/>
                  </a:lnTo>
                  <a:lnTo>
                    <a:pt x="28354" y="15196"/>
                  </a:lnTo>
                  <a:lnTo>
                    <a:pt x="25872" y="14974"/>
                  </a:lnTo>
                  <a:lnTo>
                    <a:pt x="24116" y="14832"/>
                  </a:lnTo>
                  <a:lnTo>
                    <a:pt x="22360" y="14691"/>
                  </a:lnTo>
                  <a:lnTo>
                    <a:pt x="20585" y="14590"/>
                  </a:lnTo>
                  <a:lnTo>
                    <a:pt x="19697" y="14550"/>
                  </a:lnTo>
                  <a:lnTo>
                    <a:pt x="18809" y="14530"/>
                  </a:lnTo>
                  <a:lnTo>
                    <a:pt x="17073" y="14530"/>
                  </a:lnTo>
                  <a:lnTo>
                    <a:pt x="16226" y="14570"/>
                  </a:lnTo>
                  <a:lnTo>
                    <a:pt x="15398" y="14631"/>
                  </a:lnTo>
                  <a:lnTo>
                    <a:pt x="14591" y="14691"/>
                  </a:lnTo>
                  <a:lnTo>
                    <a:pt x="13824" y="14792"/>
                  </a:lnTo>
                  <a:lnTo>
                    <a:pt x="13057" y="14893"/>
                  </a:lnTo>
                  <a:lnTo>
                    <a:pt x="12311" y="15034"/>
                  </a:lnTo>
                  <a:lnTo>
                    <a:pt x="11584" y="15175"/>
                  </a:lnTo>
                  <a:lnTo>
                    <a:pt x="10878" y="15337"/>
                  </a:lnTo>
                  <a:lnTo>
                    <a:pt x="10192" y="15539"/>
                  </a:lnTo>
                  <a:lnTo>
                    <a:pt x="9526" y="15740"/>
                  </a:lnTo>
                  <a:lnTo>
                    <a:pt x="8880" y="15962"/>
                  </a:lnTo>
                  <a:lnTo>
                    <a:pt x="8255" y="16205"/>
                  </a:lnTo>
                  <a:lnTo>
                    <a:pt x="7629" y="16487"/>
                  </a:lnTo>
                  <a:lnTo>
                    <a:pt x="7024" y="16770"/>
                  </a:lnTo>
                  <a:lnTo>
                    <a:pt x="6539" y="17012"/>
                  </a:lnTo>
                  <a:lnTo>
                    <a:pt x="6055" y="17294"/>
                  </a:lnTo>
                  <a:lnTo>
                    <a:pt x="5086" y="17839"/>
                  </a:lnTo>
                  <a:lnTo>
                    <a:pt x="4441" y="18202"/>
                  </a:lnTo>
                  <a:lnTo>
                    <a:pt x="3775" y="18586"/>
                  </a:lnTo>
                  <a:lnTo>
                    <a:pt x="3089" y="18929"/>
                  </a:lnTo>
                  <a:lnTo>
                    <a:pt x="2382" y="19252"/>
                  </a:lnTo>
                  <a:lnTo>
                    <a:pt x="2160" y="19353"/>
                  </a:lnTo>
                  <a:lnTo>
                    <a:pt x="1918" y="19413"/>
                  </a:lnTo>
                  <a:lnTo>
                    <a:pt x="1676" y="19454"/>
                  </a:lnTo>
                  <a:lnTo>
                    <a:pt x="1434" y="19454"/>
                  </a:lnTo>
                  <a:lnTo>
                    <a:pt x="1333" y="19413"/>
                  </a:lnTo>
                  <a:lnTo>
                    <a:pt x="1212" y="19373"/>
                  </a:lnTo>
                  <a:lnTo>
                    <a:pt x="1030" y="19272"/>
                  </a:lnTo>
                  <a:lnTo>
                    <a:pt x="869" y="19111"/>
                  </a:lnTo>
                  <a:lnTo>
                    <a:pt x="748" y="18949"/>
                  </a:lnTo>
                  <a:lnTo>
                    <a:pt x="627" y="18788"/>
                  </a:lnTo>
                  <a:lnTo>
                    <a:pt x="546" y="18606"/>
                  </a:lnTo>
                  <a:lnTo>
                    <a:pt x="425" y="18324"/>
                  </a:lnTo>
                  <a:lnTo>
                    <a:pt x="324" y="18001"/>
                  </a:lnTo>
                  <a:lnTo>
                    <a:pt x="263" y="17678"/>
                  </a:lnTo>
                  <a:lnTo>
                    <a:pt x="203" y="17335"/>
                  </a:lnTo>
                  <a:lnTo>
                    <a:pt x="162" y="16992"/>
                  </a:lnTo>
                  <a:lnTo>
                    <a:pt x="122" y="16326"/>
                  </a:lnTo>
                  <a:lnTo>
                    <a:pt x="102" y="15660"/>
                  </a:lnTo>
                  <a:lnTo>
                    <a:pt x="102" y="14368"/>
                  </a:lnTo>
                  <a:lnTo>
                    <a:pt x="82" y="13137"/>
                  </a:lnTo>
                  <a:lnTo>
                    <a:pt x="102" y="11947"/>
                  </a:lnTo>
                  <a:lnTo>
                    <a:pt x="122" y="10756"/>
                  </a:lnTo>
                  <a:lnTo>
                    <a:pt x="203" y="9485"/>
                  </a:lnTo>
                  <a:lnTo>
                    <a:pt x="324" y="8274"/>
                  </a:lnTo>
                  <a:lnTo>
                    <a:pt x="405" y="7689"/>
                  </a:lnTo>
                  <a:lnTo>
                    <a:pt x="485" y="7124"/>
                  </a:lnTo>
                  <a:lnTo>
                    <a:pt x="586" y="6579"/>
                  </a:lnTo>
                  <a:lnTo>
                    <a:pt x="687" y="6054"/>
                  </a:lnTo>
                  <a:lnTo>
                    <a:pt x="808" y="5529"/>
                  </a:lnTo>
                  <a:lnTo>
                    <a:pt x="929" y="5025"/>
                  </a:lnTo>
                  <a:lnTo>
                    <a:pt x="1071" y="4541"/>
                  </a:lnTo>
                  <a:lnTo>
                    <a:pt x="1232" y="4056"/>
                  </a:lnTo>
                  <a:lnTo>
                    <a:pt x="1393" y="3592"/>
                  </a:lnTo>
                  <a:lnTo>
                    <a:pt x="1555" y="3128"/>
                  </a:lnTo>
                  <a:lnTo>
                    <a:pt x="1736" y="2684"/>
                  </a:lnTo>
                  <a:lnTo>
                    <a:pt x="1938" y="2260"/>
                  </a:lnTo>
                  <a:lnTo>
                    <a:pt x="2039" y="2038"/>
                  </a:lnTo>
                  <a:lnTo>
                    <a:pt x="2301" y="1493"/>
                  </a:lnTo>
                  <a:lnTo>
                    <a:pt x="2463" y="1231"/>
                  </a:lnTo>
                  <a:lnTo>
                    <a:pt x="2624" y="969"/>
                  </a:lnTo>
                  <a:lnTo>
                    <a:pt x="2806" y="727"/>
                  </a:lnTo>
                  <a:lnTo>
                    <a:pt x="3008" y="525"/>
                  </a:lnTo>
                  <a:lnTo>
                    <a:pt x="3129" y="444"/>
                  </a:lnTo>
                  <a:lnTo>
                    <a:pt x="3250" y="363"/>
                  </a:lnTo>
                  <a:lnTo>
                    <a:pt x="3391" y="283"/>
                  </a:lnTo>
                  <a:lnTo>
                    <a:pt x="3532" y="222"/>
                  </a:lnTo>
                  <a:lnTo>
                    <a:pt x="3795" y="161"/>
                  </a:lnTo>
                  <a:lnTo>
                    <a:pt x="4057" y="101"/>
                  </a:lnTo>
                  <a:lnTo>
                    <a:pt x="4340" y="81"/>
                  </a:lnTo>
                  <a:close/>
                  <a:moveTo>
                    <a:pt x="4360" y="0"/>
                  </a:moveTo>
                  <a:lnTo>
                    <a:pt x="3997" y="40"/>
                  </a:lnTo>
                  <a:lnTo>
                    <a:pt x="3714" y="81"/>
                  </a:lnTo>
                  <a:lnTo>
                    <a:pt x="3492" y="161"/>
                  </a:lnTo>
                  <a:lnTo>
                    <a:pt x="3351" y="222"/>
                  </a:lnTo>
                  <a:lnTo>
                    <a:pt x="3210" y="283"/>
                  </a:lnTo>
                  <a:lnTo>
                    <a:pt x="3089" y="363"/>
                  </a:lnTo>
                  <a:lnTo>
                    <a:pt x="2967" y="464"/>
                  </a:lnTo>
                  <a:lnTo>
                    <a:pt x="2745" y="666"/>
                  </a:lnTo>
                  <a:lnTo>
                    <a:pt x="2564" y="908"/>
                  </a:lnTo>
                  <a:lnTo>
                    <a:pt x="2382" y="1170"/>
                  </a:lnTo>
                  <a:lnTo>
                    <a:pt x="2241" y="1453"/>
                  </a:lnTo>
                  <a:lnTo>
                    <a:pt x="1958" y="2018"/>
                  </a:lnTo>
                  <a:lnTo>
                    <a:pt x="1878" y="2220"/>
                  </a:lnTo>
                  <a:lnTo>
                    <a:pt x="1676" y="2664"/>
                  </a:lnTo>
                  <a:lnTo>
                    <a:pt x="1494" y="3108"/>
                  </a:lnTo>
                  <a:lnTo>
                    <a:pt x="1313" y="3552"/>
                  </a:lnTo>
                  <a:lnTo>
                    <a:pt x="1151" y="4036"/>
                  </a:lnTo>
                  <a:lnTo>
                    <a:pt x="990" y="4500"/>
                  </a:lnTo>
                  <a:lnTo>
                    <a:pt x="849" y="5005"/>
                  </a:lnTo>
                  <a:lnTo>
                    <a:pt x="727" y="5509"/>
                  </a:lnTo>
                  <a:lnTo>
                    <a:pt x="606" y="6034"/>
                  </a:lnTo>
                  <a:lnTo>
                    <a:pt x="505" y="6559"/>
                  </a:lnTo>
                  <a:lnTo>
                    <a:pt x="405" y="7103"/>
                  </a:lnTo>
                  <a:lnTo>
                    <a:pt x="324" y="7668"/>
                  </a:lnTo>
                  <a:lnTo>
                    <a:pt x="243" y="8254"/>
                  </a:lnTo>
                  <a:lnTo>
                    <a:pt x="122" y="9464"/>
                  </a:lnTo>
                  <a:lnTo>
                    <a:pt x="41" y="10756"/>
                  </a:lnTo>
                  <a:lnTo>
                    <a:pt x="21" y="11947"/>
                  </a:lnTo>
                  <a:lnTo>
                    <a:pt x="1" y="13137"/>
                  </a:lnTo>
                  <a:lnTo>
                    <a:pt x="21" y="14368"/>
                  </a:lnTo>
                  <a:lnTo>
                    <a:pt x="21" y="15660"/>
                  </a:lnTo>
                  <a:lnTo>
                    <a:pt x="41" y="16326"/>
                  </a:lnTo>
                  <a:lnTo>
                    <a:pt x="82" y="17012"/>
                  </a:lnTo>
                  <a:lnTo>
                    <a:pt x="122" y="17355"/>
                  </a:lnTo>
                  <a:lnTo>
                    <a:pt x="183" y="17678"/>
                  </a:lnTo>
                  <a:lnTo>
                    <a:pt x="263" y="18021"/>
                  </a:lnTo>
                  <a:lnTo>
                    <a:pt x="344" y="18344"/>
                  </a:lnTo>
                  <a:lnTo>
                    <a:pt x="405" y="18505"/>
                  </a:lnTo>
                  <a:lnTo>
                    <a:pt x="485" y="18687"/>
                  </a:lnTo>
                  <a:lnTo>
                    <a:pt x="586" y="18868"/>
                  </a:lnTo>
                  <a:lnTo>
                    <a:pt x="707" y="19030"/>
                  </a:lnTo>
                  <a:lnTo>
                    <a:pt x="849" y="19211"/>
                  </a:lnTo>
                  <a:lnTo>
                    <a:pt x="1010" y="19353"/>
                  </a:lnTo>
                  <a:lnTo>
                    <a:pt x="1192" y="19454"/>
                  </a:lnTo>
                  <a:lnTo>
                    <a:pt x="1313" y="19494"/>
                  </a:lnTo>
                  <a:lnTo>
                    <a:pt x="1414" y="19534"/>
                  </a:lnTo>
                  <a:lnTo>
                    <a:pt x="1615" y="19555"/>
                  </a:lnTo>
                  <a:lnTo>
                    <a:pt x="1817" y="19534"/>
                  </a:lnTo>
                  <a:lnTo>
                    <a:pt x="2039" y="19474"/>
                  </a:lnTo>
                  <a:lnTo>
                    <a:pt x="2241" y="19413"/>
                  </a:lnTo>
                  <a:lnTo>
                    <a:pt x="2423" y="19333"/>
                  </a:lnTo>
                  <a:lnTo>
                    <a:pt x="3129" y="19010"/>
                  </a:lnTo>
                  <a:lnTo>
                    <a:pt x="3795" y="18646"/>
                  </a:lnTo>
                  <a:lnTo>
                    <a:pt x="4481" y="18283"/>
                  </a:lnTo>
                  <a:lnTo>
                    <a:pt x="5127" y="17900"/>
                  </a:lnTo>
                  <a:lnTo>
                    <a:pt x="6095" y="17355"/>
                  </a:lnTo>
                  <a:lnTo>
                    <a:pt x="6580" y="17093"/>
                  </a:lnTo>
                  <a:lnTo>
                    <a:pt x="7064" y="16830"/>
                  </a:lnTo>
                  <a:lnTo>
                    <a:pt x="7669" y="16548"/>
                  </a:lnTo>
                  <a:lnTo>
                    <a:pt x="8275" y="16285"/>
                  </a:lnTo>
                  <a:lnTo>
                    <a:pt x="8900" y="16043"/>
                  </a:lnTo>
                  <a:lnTo>
                    <a:pt x="9566" y="15821"/>
                  </a:lnTo>
                  <a:lnTo>
                    <a:pt x="10232" y="15619"/>
                  </a:lnTo>
                  <a:lnTo>
                    <a:pt x="10898" y="15418"/>
                  </a:lnTo>
                  <a:lnTo>
                    <a:pt x="11604" y="15256"/>
                  </a:lnTo>
                  <a:lnTo>
                    <a:pt x="12331" y="15115"/>
                  </a:lnTo>
                  <a:lnTo>
                    <a:pt x="13078" y="14974"/>
                  </a:lnTo>
                  <a:lnTo>
                    <a:pt x="13824" y="14873"/>
                  </a:lnTo>
                  <a:lnTo>
                    <a:pt x="14611" y="14772"/>
                  </a:lnTo>
                  <a:lnTo>
                    <a:pt x="15419" y="14711"/>
                  </a:lnTo>
                  <a:lnTo>
                    <a:pt x="16226" y="14651"/>
                  </a:lnTo>
                  <a:lnTo>
                    <a:pt x="17073" y="14610"/>
                  </a:lnTo>
                  <a:lnTo>
                    <a:pt x="18809" y="14610"/>
                  </a:lnTo>
                  <a:lnTo>
                    <a:pt x="19697" y="14631"/>
                  </a:lnTo>
                  <a:lnTo>
                    <a:pt x="20585" y="14671"/>
                  </a:lnTo>
                  <a:lnTo>
                    <a:pt x="22360" y="14772"/>
                  </a:lnTo>
                  <a:lnTo>
                    <a:pt x="24116" y="14913"/>
                  </a:lnTo>
                  <a:lnTo>
                    <a:pt x="25852" y="15054"/>
                  </a:lnTo>
                  <a:lnTo>
                    <a:pt x="28354" y="15276"/>
                  </a:lnTo>
                  <a:lnTo>
                    <a:pt x="29605" y="15357"/>
                  </a:lnTo>
                  <a:lnTo>
                    <a:pt x="30876" y="15438"/>
                  </a:lnTo>
                  <a:lnTo>
                    <a:pt x="31240" y="15458"/>
                  </a:lnTo>
                  <a:lnTo>
                    <a:pt x="31441" y="15438"/>
                  </a:lnTo>
                  <a:lnTo>
                    <a:pt x="31623" y="15418"/>
                  </a:lnTo>
                  <a:lnTo>
                    <a:pt x="31785" y="15397"/>
                  </a:lnTo>
                  <a:lnTo>
                    <a:pt x="31966" y="15337"/>
                  </a:lnTo>
                  <a:lnTo>
                    <a:pt x="32128" y="15256"/>
                  </a:lnTo>
                  <a:lnTo>
                    <a:pt x="32269" y="15155"/>
                  </a:lnTo>
                  <a:lnTo>
                    <a:pt x="32350" y="15075"/>
                  </a:lnTo>
                  <a:lnTo>
                    <a:pt x="32430" y="14994"/>
                  </a:lnTo>
                  <a:lnTo>
                    <a:pt x="32551" y="14812"/>
                  </a:lnTo>
                  <a:lnTo>
                    <a:pt x="32612" y="14610"/>
                  </a:lnTo>
                  <a:lnTo>
                    <a:pt x="32672" y="14388"/>
                  </a:lnTo>
                  <a:lnTo>
                    <a:pt x="32672" y="14166"/>
                  </a:lnTo>
                  <a:lnTo>
                    <a:pt x="32652" y="13944"/>
                  </a:lnTo>
                  <a:lnTo>
                    <a:pt x="32592" y="13743"/>
                  </a:lnTo>
                  <a:lnTo>
                    <a:pt x="32511" y="13541"/>
                  </a:lnTo>
                  <a:lnTo>
                    <a:pt x="32410" y="13339"/>
                  </a:lnTo>
                  <a:lnTo>
                    <a:pt x="32269" y="13157"/>
                  </a:lnTo>
                  <a:lnTo>
                    <a:pt x="32128" y="12996"/>
                  </a:lnTo>
                  <a:lnTo>
                    <a:pt x="31966" y="12835"/>
                  </a:lnTo>
                  <a:lnTo>
                    <a:pt x="31805" y="12693"/>
                  </a:lnTo>
                  <a:lnTo>
                    <a:pt x="31623" y="12572"/>
                  </a:lnTo>
                  <a:lnTo>
                    <a:pt x="31280" y="12350"/>
                  </a:lnTo>
                  <a:lnTo>
                    <a:pt x="30715" y="12027"/>
                  </a:lnTo>
                  <a:lnTo>
                    <a:pt x="30130" y="11725"/>
                  </a:lnTo>
                  <a:lnTo>
                    <a:pt x="29524" y="11462"/>
                  </a:lnTo>
                  <a:lnTo>
                    <a:pt x="28919" y="11220"/>
                  </a:lnTo>
                  <a:lnTo>
                    <a:pt x="28293" y="10998"/>
                  </a:lnTo>
                  <a:lnTo>
                    <a:pt x="27648" y="10796"/>
                  </a:lnTo>
                  <a:lnTo>
                    <a:pt x="26396" y="10413"/>
                  </a:lnTo>
                  <a:lnTo>
                    <a:pt x="26336" y="10393"/>
                  </a:lnTo>
                  <a:lnTo>
                    <a:pt x="24237" y="9767"/>
                  </a:lnTo>
                  <a:lnTo>
                    <a:pt x="23208" y="9444"/>
                  </a:lnTo>
                  <a:lnTo>
                    <a:pt x="22179" y="9101"/>
                  </a:lnTo>
                  <a:lnTo>
                    <a:pt x="21170" y="8758"/>
                  </a:lnTo>
                  <a:lnTo>
                    <a:pt x="20161" y="8395"/>
                  </a:lnTo>
                  <a:lnTo>
                    <a:pt x="19152" y="8032"/>
                  </a:lnTo>
                  <a:lnTo>
                    <a:pt x="18183" y="7628"/>
                  </a:lnTo>
                  <a:lnTo>
                    <a:pt x="17215" y="7224"/>
                  </a:lnTo>
                  <a:lnTo>
                    <a:pt x="16266" y="6781"/>
                  </a:lnTo>
                  <a:lnTo>
                    <a:pt x="15338" y="6316"/>
                  </a:lnTo>
                  <a:lnTo>
                    <a:pt x="14410" y="5832"/>
                  </a:lnTo>
                  <a:lnTo>
                    <a:pt x="13522" y="5328"/>
                  </a:lnTo>
                  <a:lnTo>
                    <a:pt x="12654" y="4783"/>
                  </a:lnTo>
                  <a:lnTo>
                    <a:pt x="11806" y="4197"/>
                  </a:lnTo>
                  <a:lnTo>
                    <a:pt x="10979" y="3572"/>
                  </a:lnTo>
                  <a:lnTo>
                    <a:pt x="10010" y="2805"/>
                  </a:lnTo>
                  <a:lnTo>
                    <a:pt x="9365" y="2280"/>
                  </a:lnTo>
                  <a:lnTo>
                    <a:pt x="8699" y="1776"/>
                  </a:lnTo>
                  <a:lnTo>
                    <a:pt x="8356" y="1514"/>
                  </a:lnTo>
                  <a:lnTo>
                    <a:pt x="8012" y="1292"/>
                  </a:lnTo>
                  <a:lnTo>
                    <a:pt x="7669" y="1070"/>
                  </a:lnTo>
                  <a:lnTo>
                    <a:pt x="7306" y="848"/>
                  </a:lnTo>
                  <a:lnTo>
                    <a:pt x="6923" y="666"/>
                  </a:lnTo>
                  <a:lnTo>
                    <a:pt x="6559" y="505"/>
                  </a:lnTo>
                  <a:lnTo>
                    <a:pt x="6216" y="363"/>
                  </a:lnTo>
                  <a:lnTo>
                    <a:pt x="5894" y="242"/>
                  </a:lnTo>
                  <a:lnTo>
                    <a:pt x="5591" y="161"/>
                  </a:lnTo>
                  <a:lnTo>
                    <a:pt x="5308" y="101"/>
                  </a:lnTo>
                  <a:lnTo>
                    <a:pt x="5046" y="61"/>
                  </a:lnTo>
                  <a:lnTo>
                    <a:pt x="4804" y="20"/>
                  </a:lnTo>
                  <a:lnTo>
                    <a:pt x="4562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9" name="Google Shape;59;p2"/>
            <p:cNvSpPr/>
            <p:nvPr/>
          </p:nvSpPr>
          <p:spPr>
            <a:xfrm flipH="1">
              <a:off x="396816" y="-3077703"/>
              <a:ext cx="794334" cy="541632"/>
            </a:xfrm>
            <a:custGeom>
              <a:rect b="b" l="l" r="r" t="t"/>
              <a:pathLst>
                <a:path extrusionOk="0" h="9688" w="14208">
                  <a:moveTo>
                    <a:pt x="2765" y="81"/>
                  </a:moveTo>
                  <a:lnTo>
                    <a:pt x="2967" y="142"/>
                  </a:lnTo>
                  <a:lnTo>
                    <a:pt x="3189" y="223"/>
                  </a:lnTo>
                  <a:lnTo>
                    <a:pt x="3431" y="324"/>
                  </a:lnTo>
                  <a:lnTo>
                    <a:pt x="3694" y="465"/>
                  </a:lnTo>
                  <a:lnTo>
                    <a:pt x="3956" y="626"/>
                  </a:lnTo>
                  <a:lnTo>
                    <a:pt x="4218" y="828"/>
                  </a:lnTo>
                  <a:lnTo>
                    <a:pt x="4501" y="1070"/>
                  </a:lnTo>
                  <a:lnTo>
                    <a:pt x="5005" y="1474"/>
                  </a:lnTo>
                  <a:lnTo>
                    <a:pt x="5510" y="1837"/>
                  </a:lnTo>
                  <a:lnTo>
                    <a:pt x="6055" y="2200"/>
                  </a:lnTo>
                  <a:lnTo>
                    <a:pt x="6600" y="2523"/>
                  </a:lnTo>
                  <a:lnTo>
                    <a:pt x="7165" y="2826"/>
                  </a:lnTo>
                  <a:lnTo>
                    <a:pt x="7750" y="3088"/>
                  </a:lnTo>
                  <a:lnTo>
                    <a:pt x="8335" y="3330"/>
                  </a:lnTo>
                  <a:lnTo>
                    <a:pt x="8940" y="3532"/>
                  </a:lnTo>
                  <a:lnTo>
                    <a:pt x="9566" y="3714"/>
                  </a:lnTo>
                  <a:lnTo>
                    <a:pt x="10171" y="3895"/>
                  </a:lnTo>
                  <a:lnTo>
                    <a:pt x="11140" y="4158"/>
                  </a:lnTo>
                  <a:lnTo>
                    <a:pt x="11624" y="4319"/>
                  </a:lnTo>
                  <a:lnTo>
                    <a:pt x="12089" y="4481"/>
                  </a:lnTo>
                  <a:lnTo>
                    <a:pt x="12533" y="4683"/>
                  </a:lnTo>
                  <a:lnTo>
                    <a:pt x="12956" y="4904"/>
                  </a:lnTo>
                  <a:lnTo>
                    <a:pt x="13178" y="5046"/>
                  </a:lnTo>
                  <a:lnTo>
                    <a:pt x="13380" y="5167"/>
                  </a:lnTo>
                  <a:lnTo>
                    <a:pt x="13562" y="5328"/>
                  </a:lnTo>
                  <a:lnTo>
                    <a:pt x="13764" y="5490"/>
                  </a:lnTo>
                  <a:lnTo>
                    <a:pt x="13945" y="5671"/>
                  </a:lnTo>
                  <a:lnTo>
                    <a:pt x="14066" y="5853"/>
                  </a:lnTo>
                  <a:lnTo>
                    <a:pt x="14086" y="5934"/>
                  </a:lnTo>
                  <a:lnTo>
                    <a:pt x="14127" y="6014"/>
                  </a:lnTo>
                  <a:lnTo>
                    <a:pt x="14127" y="6095"/>
                  </a:lnTo>
                  <a:lnTo>
                    <a:pt x="14127" y="6176"/>
                  </a:lnTo>
                  <a:lnTo>
                    <a:pt x="14086" y="6317"/>
                  </a:lnTo>
                  <a:lnTo>
                    <a:pt x="14006" y="6458"/>
                  </a:lnTo>
                  <a:lnTo>
                    <a:pt x="13864" y="6579"/>
                  </a:lnTo>
                  <a:lnTo>
                    <a:pt x="13683" y="6721"/>
                  </a:lnTo>
                  <a:lnTo>
                    <a:pt x="13461" y="6842"/>
                  </a:lnTo>
                  <a:lnTo>
                    <a:pt x="13239" y="6963"/>
                  </a:lnTo>
                  <a:lnTo>
                    <a:pt x="12997" y="7064"/>
                  </a:lnTo>
                  <a:lnTo>
                    <a:pt x="12755" y="7165"/>
                  </a:lnTo>
                  <a:lnTo>
                    <a:pt x="12512" y="7225"/>
                  </a:lnTo>
                  <a:lnTo>
                    <a:pt x="12270" y="7286"/>
                  </a:lnTo>
                  <a:lnTo>
                    <a:pt x="11766" y="7387"/>
                  </a:lnTo>
                  <a:lnTo>
                    <a:pt x="11261" y="7447"/>
                  </a:lnTo>
                  <a:lnTo>
                    <a:pt x="10716" y="7467"/>
                  </a:lnTo>
                  <a:lnTo>
                    <a:pt x="9647" y="7488"/>
                  </a:lnTo>
                  <a:lnTo>
                    <a:pt x="8940" y="7508"/>
                  </a:lnTo>
                  <a:lnTo>
                    <a:pt x="8234" y="7528"/>
                  </a:lnTo>
                  <a:lnTo>
                    <a:pt x="7891" y="7548"/>
                  </a:lnTo>
                  <a:lnTo>
                    <a:pt x="7548" y="7588"/>
                  </a:lnTo>
                  <a:lnTo>
                    <a:pt x="7205" y="7649"/>
                  </a:lnTo>
                  <a:lnTo>
                    <a:pt x="6862" y="7710"/>
                  </a:lnTo>
                  <a:lnTo>
                    <a:pt x="6559" y="7790"/>
                  </a:lnTo>
                  <a:lnTo>
                    <a:pt x="6236" y="7891"/>
                  </a:lnTo>
                  <a:lnTo>
                    <a:pt x="5651" y="8113"/>
                  </a:lnTo>
                  <a:lnTo>
                    <a:pt x="5066" y="8375"/>
                  </a:lnTo>
                  <a:lnTo>
                    <a:pt x="4501" y="8658"/>
                  </a:lnTo>
                  <a:lnTo>
                    <a:pt x="3653" y="9041"/>
                  </a:lnTo>
                  <a:lnTo>
                    <a:pt x="3209" y="9223"/>
                  </a:lnTo>
                  <a:lnTo>
                    <a:pt x="2786" y="9384"/>
                  </a:lnTo>
                  <a:lnTo>
                    <a:pt x="2483" y="9485"/>
                  </a:lnTo>
                  <a:lnTo>
                    <a:pt x="2221" y="9546"/>
                  </a:lnTo>
                  <a:lnTo>
                    <a:pt x="1978" y="9586"/>
                  </a:lnTo>
                  <a:lnTo>
                    <a:pt x="1756" y="9606"/>
                  </a:lnTo>
                  <a:lnTo>
                    <a:pt x="1555" y="9606"/>
                  </a:lnTo>
                  <a:lnTo>
                    <a:pt x="1373" y="9586"/>
                  </a:lnTo>
                  <a:lnTo>
                    <a:pt x="1212" y="9566"/>
                  </a:lnTo>
                  <a:lnTo>
                    <a:pt x="1070" y="9526"/>
                  </a:lnTo>
                  <a:lnTo>
                    <a:pt x="929" y="9465"/>
                  </a:lnTo>
                  <a:lnTo>
                    <a:pt x="808" y="9405"/>
                  </a:lnTo>
                  <a:lnTo>
                    <a:pt x="626" y="9284"/>
                  </a:lnTo>
                  <a:lnTo>
                    <a:pt x="485" y="9162"/>
                  </a:lnTo>
                  <a:lnTo>
                    <a:pt x="404" y="9082"/>
                  </a:lnTo>
                  <a:lnTo>
                    <a:pt x="303" y="8920"/>
                  </a:lnTo>
                  <a:lnTo>
                    <a:pt x="243" y="8759"/>
                  </a:lnTo>
                  <a:lnTo>
                    <a:pt x="182" y="8597"/>
                  </a:lnTo>
                  <a:lnTo>
                    <a:pt x="142" y="8436"/>
                  </a:lnTo>
                  <a:lnTo>
                    <a:pt x="102" y="8073"/>
                  </a:lnTo>
                  <a:lnTo>
                    <a:pt x="81" y="7730"/>
                  </a:lnTo>
                  <a:lnTo>
                    <a:pt x="102" y="6983"/>
                  </a:lnTo>
                  <a:lnTo>
                    <a:pt x="142" y="6236"/>
                  </a:lnTo>
                  <a:lnTo>
                    <a:pt x="243" y="5470"/>
                  </a:lnTo>
                  <a:lnTo>
                    <a:pt x="364" y="4703"/>
                  </a:lnTo>
                  <a:lnTo>
                    <a:pt x="525" y="3895"/>
                  </a:lnTo>
                  <a:lnTo>
                    <a:pt x="727" y="3068"/>
                  </a:lnTo>
                  <a:lnTo>
                    <a:pt x="990" y="2200"/>
                  </a:lnTo>
                  <a:lnTo>
                    <a:pt x="1272" y="1292"/>
                  </a:lnTo>
                  <a:lnTo>
                    <a:pt x="1373" y="1050"/>
                  </a:lnTo>
                  <a:lnTo>
                    <a:pt x="1454" y="848"/>
                  </a:lnTo>
                  <a:lnTo>
                    <a:pt x="1575" y="667"/>
                  </a:lnTo>
                  <a:lnTo>
                    <a:pt x="1696" y="505"/>
                  </a:lnTo>
                  <a:lnTo>
                    <a:pt x="1817" y="364"/>
                  </a:lnTo>
                  <a:lnTo>
                    <a:pt x="1958" y="263"/>
                  </a:lnTo>
                  <a:lnTo>
                    <a:pt x="2099" y="162"/>
                  </a:lnTo>
                  <a:lnTo>
                    <a:pt x="2261" y="122"/>
                  </a:lnTo>
                  <a:lnTo>
                    <a:pt x="2402" y="81"/>
                  </a:lnTo>
                  <a:close/>
                  <a:moveTo>
                    <a:pt x="2463" y="1"/>
                  </a:moveTo>
                  <a:lnTo>
                    <a:pt x="2241" y="41"/>
                  </a:lnTo>
                  <a:lnTo>
                    <a:pt x="2079" y="102"/>
                  </a:lnTo>
                  <a:lnTo>
                    <a:pt x="1918" y="182"/>
                  </a:lnTo>
                  <a:lnTo>
                    <a:pt x="1777" y="303"/>
                  </a:lnTo>
                  <a:lnTo>
                    <a:pt x="1635" y="445"/>
                  </a:lnTo>
                  <a:lnTo>
                    <a:pt x="1514" y="606"/>
                  </a:lnTo>
                  <a:lnTo>
                    <a:pt x="1393" y="808"/>
                  </a:lnTo>
                  <a:lnTo>
                    <a:pt x="1292" y="1030"/>
                  </a:lnTo>
                  <a:lnTo>
                    <a:pt x="1191" y="1272"/>
                  </a:lnTo>
                  <a:lnTo>
                    <a:pt x="909" y="2180"/>
                  </a:lnTo>
                  <a:lnTo>
                    <a:pt x="646" y="3048"/>
                  </a:lnTo>
                  <a:lnTo>
                    <a:pt x="445" y="3875"/>
                  </a:lnTo>
                  <a:lnTo>
                    <a:pt x="283" y="4683"/>
                  </a:lnTo>
                  <a:lnTo>
                    <a:pt x="162" y="5470"/>
                  </a:lnTo>
                  <a:lnTo>
                    <a:pt x="61" y="6236"/>
                  </a:lnTo>
                  <a:lnTo>
                    <a:pt x="21" y="6983"/>
                  </a:lnTo>
                  <a:lnTo>
                    <a:pt x="1" y="7730"/>
                  </a:lnTo>
                  <a:lnTo>
                    <a:pt x="21" y="8093"/>
                  </a:lnTo>
                  <a:lnTo>
                    <a:pt x="41" y="8275"/>
                  </a:lnTo>
                  <a:lnTo>
                    <a:pt x="61" y="8456"/>
                  </a:lnTo>
                  <a:lnTo>
                    <a:pt x="102" y="8638"/>
                  </a:lnTo>
                  <a:lnTo>
                    <a:pt x="162" y="8799"/>
                  </a:lnTo>
                  <a:lnTo>
                    <a:pt x="243" y="8961"/>
                  </a:lnTo>
                  <a:lnTo>
                    <a:pt x="344" y="9122"/>
                  </a:lnTo>
                  <a:lnTo>
                    <a:pt x="465" y="9263"/>
                  </a:lnTo>
                  <a:lnTo>
                    <a:pt x="606" y="9384"/>
                  </a:lnTo>
                  <a:lnTo>
                    <a:pt x="768" y="9485"/>
                  </a:lnTo>
                  <a:lnTo>
                    <a:pt x="929" y="9566"/>
                  </a:lnTo>
                  <a:lnTo>
                    <a:pt x="1111" y="9627"/>
                  </a:lnTo>
                  <a:lnTo>
                    <a:pt x="1272" y="9647"/>
                  </a:lnTo>
                  <a:lnTo>
                    <a:pt x="1454" y="9667"/>
                  </a:lnTo>
                  <a:lnTo>
                    <a:pt x="1635" y="9687"/>
                  </a:lnTo>
                  <a:lnTo>
                    <a:pt x="1999" y="9667"/>
                  </a:lnTo>
                  <a:lnTo>
                    <a:pt x="2321" y="9606"/>
                  </a:lnTo>
                  <a:lnTo>
                    <a:pt x="2604" y="9526"/>
                  </a:lnTo>
                  <a:lnTo>
                    <a:pt x="2806" y="9465"/>
                  </a:lnTo>
                  <a:lnTo>
                    <a:pt x="3250" y="9304"/>
                  </a:lnTo>
                  <a:lnTo>
                    <a:pt x="3673" y="9122"/>
                  </a:lnTo>
                  <a:lnTo>
                    <a:pt x="4521" y="8719"/>
                  </a:lnTo>
                  <a:lnTo>
                    <a:pt x="5106" y="8456"/>
                  </a:lnTo>
                  <a:lnTo>
                    <a:pt x="5671" y="8194"/>
                  </a:lnTo>
                  <a:lnTo>
                    <a:pt x="6277" y="7972"/>
                  </a:lnTo>
                  <a:lnTo>
                    <a:pt x="6579" y="7871"/>
                  </a:lnTo>
                  <a:lnTo>
                    <a:pt x="6882" y="7790"/>
                  </a:lnTo>
                  <a:lnTo>
                    <a:pt x="7205" y="7730"/>
                  </a:lnTo>
                  <a:lnTo>
                    <a:pt x="7548" y="7669"/>
                  </a:lnTo>
                  <a:lnTo>
                    <a:pt x="7891" y="7629"/>
                  </a:lnTo>
                  <a:lnTo>
                    <a:pt x="8254" y="7609"/>
                  </a:lnTo>
                  <a:lnTo>
                    <a:pt x="8940" y="7588"/>
                  </a:lnTo>
                  <a:lnTo>
                    <a:pt x="9647" y="7568"/>
                  </a:lnTo>
                  <a:lnTo>
                    <a:pt x="10716" y="7548"/>
                  </a:lnTo>
                  <a:lnTo>
                    <a:pt x="11241" y="7528"/>
                  </a:lnTo>
                  <a:lnTo>
                    <a:pt x="11766" y="7467"/>
                  </a:lnTo>
                  <a:lnTo>
                    <a:pt x="12290" y="7366"/>
                  </a:lnTo>
                  <a:lnTo>
                    <a:pt x="12533" y="7306"/>
                  </a:lnTo>
                  <a:lnTo>
                    <a:pt x="12775" y="7225"/>
                  </a:lnTo>
                  <a:lnTo>
                    <a:pt x="13037" y="7144"/>
                  </a:lnTo>
                  <a:lnTo>
                    <a:pt x="13259" y="7044"/>
                  </a:lnTo>
                  <a:lnTo>
                    <a:pt x="13501" y="6922"/>
                  </a:lnTo>
                  <a:lnTo>
                    <a:pt x="13723" y="6781"/>
                  </a:lnTo>
                  <a:lnTo>
                    <a:pt x="13885" y="6680"/>
                  </a:lnTo>
                  <a:lnTo>
                    <a:pt x="14026" y="6559"/>
                  </a:lnTo>
                  <a:lnTo>
                    <a:pt x="14086" y="6479"/>
                  </a:lnTo>
                  <a:lnTo>
                    <a:pt x="14147" y="6398"/>
                  </a:lnTo>
                  <a:lnTo>
                    <a:pt x="14187" y="6297"/>
                  </a:lnTo>
                  <a:lnTo>
                    <a:pt x="14207" y="6196"/>
                  </a:lnTo>
                  <a:lnTo>
                    <a:pt x="14207" y="6095"/>
                  </a:lnTo>
                  <a:lnTo>
                    <a:pt x="14207" y="6014"/>
                  </a:lnTo>
                  <a:lnTo>
                    <a:pt x="14167" y="5913"/>
                  </a:lnTo>
                  <a:lnTo>
                    <a:pt x="14127" y="5813"/>
                  </a:lnTo>
                  <a:lnTo>
                    <a:pt x="14086" y="5712"/>
                  </a:lnTo>
                  <a:lnTo>
                    <a:pt x="14006" y="5631"/>
                  </a:lnTo>
                  <a:lnTo>
                    <a:pt x="13804" y="5429"/>
                  </a:lnTo>
                  <a:lnTo>
                    <a:pt x="13622" y="5268"/>
                  </a:lnTo>
                  <a:lnTo>
                    <a:pt x="13420" y="5106"/>
                  </a:lnTo>
                  <a:lnTo>
                    <a:pt x="13219" y="4965"/>
                  </a:lnTo>
                  <a:lnTo>
                    <a:pt x="13017" y="4844"/>
                  </a:lnTo>
                  <a:lnTo>
                    <a:pt x="12573" y="4602"/>
                  </a:lnTo>
                  <a:lnTo>
                    <a:pt x="12109" y="4420"/>
                  </a:lnTo>
                  <a:lnTo>
                    <a:pt x="11645" y="4239"/>
                  </a:lnTo>
                  <a:lnTo>
                    <a:pt x="11160" y="4077"/>
                  </a:lnTo>
                  <a:lnTo>
                    <a:pt x="10192" y="3815"/>
                  </a:lnTo>
                  <a:lnTo>
                    <a:pt x="9586" y="3653"/>
                  </a:lnTo>
                  <a:lnTo>
                    <a:pt x="8961" y="3452"/>
                  </a:lnTo>
                  <a:lnTo>
                    <a:pt x="8375" y="3250"/>
                  </a:lnTo>
                  <a:lnTo>
                    <a:pt x="7770" y="3008"/>
                  </a:lnTo>
                  <a:lnTo>
                    <a:pt x="7205" y="2745"/>
                  </a:lnTo>
                  <a:lnTo>
                    <a:pt x="6640" y="2443"/>
                  </a:lnTo>
                  <a:lnTo>
                    <a:pt x="6095" y="2120"/>
                  </a:lnTo>
                  <a:lnTo>
                    <a:pt x="5570" y="1777"/>
                  </a:lnTo>
                  <a:lnTo>
                    <a:pt x="5046" y="1413"/>
                  </a:lnTo>
                  <a:lnTo>
                    <a:pt x="4561" y="1010"/>
                  </a:lnTo>
                  <a:lnTo>
                    <a:pt x="4218" y="727"/>
                  </a:lnTo>
                  <a:lnTo>
                    <a:pt x="3875" y="485"/>
                  </a:lnTo>
                  <a:lnTo>
                    <a:pt x="3573" y="303"/>
                  </a:lnTo>
                  <a:lnTo>
                    <a:pt x="3270" y="162"/>
                  </a:lnTo>
                  <a:lnTo>
                    <a:pt x="2987" y="61"/>
                  </a:lnTo>
                  <a:lnTo>
                    <a:pt x="2725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0" name="Google Shape;60;p2"/>
            <p:cNvSpPr/>
            <p:nvPr/>
          </p:nvSpPr>
          <p:spPr>
            <a:xfrm flipH="1">
              <a:off x="2086879" y="-1327833"/>
              <a:ext cx="152348" cy="92527"/>
            </a:xfrm>
            <a:custGeom>
              <a:rect b="b" l="l" r="r" t="t"/>
              <a:pathLst>
                <a:path extrusionOk="0" h="1655" w="2725">
                  <a:moveTo>
                    <a:pt x="2099" y="81"/>
                  </a:moveTo>
                  <a:lnTo>
                    <a:pt x="2240" y="101"/>
                  </a:lnTo>
                  <a:lnTo>
                    <a:pt x="2382" y="121"/>
                  </a:lnTo>
                  <a:lnTo>
                    <a:pt x="2483" y="182"/>
                  </a:lnTo>
                  <a:lnTo>
                    <a:pt x="2563" y="262"/>
                  </a:lnTo>
                  <a:lnTo>
                    <a:pt x="2624" y="363"/>
                  </a:lnTo>
                  <a:lnTo>
                    <a:pt x="2644" y="424"/>
                  </a:lnTo>
                  <a:lnTo>
                    <a:pt x="2644" y="484"/>
                  </a:lnTo>
                  <a:lnTo>
                    <a:pt x="2644" y="565"/>
                  </a:lnTo>
                  <a:lnTo>
                    <a:pt x="2604" y="626"/>
                  </a:lnTo>
                  <a:lnTo>
                    <a:pt x="2503" y="767"/>
                  </a:lnTo>
                  <a:lnTo>
                    <a:pt x="2321" y="969"/>
                  </a:lnTo>
                  <a:lnTo>
                    <a:pt x="2099" y="1150"/>
                  </a:lnTo>
                  <a:lnTo>
                    <a:pt x="1857" y="1312"/>
                  </a:lnTo>
                  <a:lnTo>
                    <a:pt x="1595" y="1433"/>
                  </a:lnTo>
                  <a:lnTo>
                    <a:pt x="1332" y="1534"/>
                  </a:lnTo>
                  <a:lnTo>
                    <a:pt x="1191" y="1554"/>
                  </a:lnTo>
                  <a:lnTo>
                    <a:pt x="1050" y="1574"/>
                  </a:lnTo>
                  <a:lnTo>
                    <a:pt x="909" y="1574"/>
                  </a:lnTo>
                  <a:lnTo>
                    <a:pt x="767" y="1554"/>
                  </a:lnTo>
                  <a:lnTo>
                    <a:pt x="646" y="1514"/>
                  </a:lnTo>
                  <a:lnTo>
                    <a:pt x="505" y="1473"/>
                  </a:lnTo>
                  <a:lnTo>
                    <a:pt x="364" y="1392"/>
                  </a:lnTo>
                  <a:lnTo>
                    <a:pt x="263" y="1312"/>
                  </a:lnTo>
                  <a:lnTo>
                    <a:pt x="182" y="1231"/>
                  </a:lnTo>
                  <a:lnTo>
                    <a:pt x="122" y="1110"/>
                  </a:lnTo>
                  <a:lnTo>
                    <a:pt x="81" y="1009"/>
                  </a:lnTo>
                  <a:lnTo>
                    <a:pt x="101" y="868"/>
                  </a:lnTo>
                  <a:lnTo>
                    <a:pt x="142" y="747"/>
                  </a:lnTo>
                  <a:lnTo>
                    <a:pt x="222" y="646"/>
                  </a:lnTo>
                  <a:lnTo>
                    <a:pt x="364" y="505"/>
                  </a:lnTo>
                  <a:lnTo>
                    <a:pt x="566" y="404"/>
                  </a:lnTo>
                  <a:lnTo>
                    <a:pt x="787" y="303"/>
                  </a:lnTo>
                  <a:lnTo>
                    <a:pt x="1030" y="242"/>
                  </a:lnTo>
                  <a:lnTo>
                    <a:pt x="1252" y="182"/>
                  </a:lnTo>
                  <a:lnTo>
                    <a:pt x="1474" y="161"/>
                  </a:lnTo>
                  <a:lnTo>
                    <a:pt x="1655" y="121"/>
                  </a:lnTo>
                  <a:lnTo>
                    <a:pt x="1877" y="101"/>
                  </a:lnTo>
                  <a:lnTo>
                    <a:pt x="2099" y="81"/>
                  </a:lnTo>
                  <a:close/>
                  <a:moveTo>
                    <a:pt x="2018" y="0"/>
                  </a:moveTo>
                  <a:lnTo>
                    <a:pt x="1837" y="20"/>
                  </a:lnTo>
                  <a:lnTo>
                    <a:pt x="1635" y="40"/>
                  </a:lnTo>
                  <a:lnTo>
                    <a:pt x="1474" y="81"/>
                  </a:lnTo>
                  <a:lnTo>
                    <a:pt x="1231" y="101"/>
                  </a:lnTo>
                  <a:lnTo>
                    <a:pt x="989" y="161"/>
                  </a:lnTo>
                  <a:lnTo>
                    <a:pt x="767" y="222"/>
                  </a:lnTo>
                  <a:lnTo>
                    <a:pt x="525" y="323"/>
                  </a:lnTo>
                  <a:lnTo>
                    <a:pt x="323" y="444"/>
                  </a:lnTo>
                  <a:lnTo>
                    <a:pt x="162" y="585"/>
                  </a:lnTo>
                  <a:lnTo>
                    <a:pt x="61" y="727"/>
                  </a:lnTo>
                  <a:lnTo>
                    <a:pt x="21" y="868"/>
                  </a:lnTo>
                  <a:lnTo>
                    <a:pt x="0" y="1009"/>
                  </a:lnTo>
                  <a:lnTo>
                    <a:pt x="41" y="1150"/>
                  </a:lnTo>
                  <a:lnTo>
                    <a:pt x="101" y="1271"/>
                  </a:lnTo>
                  <a:lnTo>
                    <a:pt x="202" y="1372"/>
                  </a:lnTo>
                  <a:lnTo>
                    <a:pt x="323" y="1473"/>
                  </a:lnTo>
                  <a:lnTo>
                    <a:pt x="465" y="1554"/>
                  </a:lnTo>
                  <a:lnTo>
                    <a:pt x="606" y="1594"/>
                  </a:lnTo>
                  <a:lnTo>
                    <a:pt x="727" y="1635"/>
                  </a:lnTo>
                  <a:lnTo>
                    <a:pt x="868" y="1635"/>
                  </a:lnTo>
                  <a:lnTo>
                    <a:pt x="989" y="1655"/>
                  </a:lnTo>
                  <a:lnTo>
                    <a:pt x="1211" y="1635"/>
                  </a:lnTo>
                  <a:lnTo>
                    <a:pt x="1433" y="1574"/>
                  </a:lnTo>
                  <a:lnTo>
                    <a:pt x="1655" y="1514"/>
                  </a:lnTo>
                  <a:lnTo>
                    <a:pt x="1857" y="1392"/>
                  </a:lnTo>
                  <a:lnTo>
                    <a:pt x="2059" y="1271"/>
                  </a:lnTo>
                  <a:lnTo>
                    <a:pt x="2240" y="1130"/>
                  </a:lnTo>
                  <a:lnTo>
                    <a:pt x="2422" y="969"/>
                  </a:lnTo>
                  <a:lnTo>
                    <a:pt x="2563" y="807"/>
                  </a:lnTo>
                  <a:lnTo>
                    <a:pt x="2684" y="666"/>
                  </a:lnTo>
                  <a:lnTo>
                    <a:pt x="2705" y="585"/>
                  </a:lnTo>
                  <a:lnTo>
                    <a:pt x="2725" y="484"/>
                  </a:lnTo>
                  <a:lnTo>
                    <a:pt x="2725" y="424"/>
                  </a:lnTo>
                  <a:lnTo>
                    <a:pt x="2705" y="343"/>
                  </a:lnTo>
                  <a:lnTo>
                    <a:pt x="2684" y="283"/>
                  </a:lnTo>
                  <a:lnTo>
                    <a:pt x="2644" y="222"/>
                  </a:lnTo>
                  <a:lnTo>
                    <a:pt x="2523" y="121"/>
                  </a:lnTo>
                  <a:lnTo>
                    <a:pt x="2402" y="40"/>
                  </a:lnTo>
                  <a:lnTo>
                    <a:pt x="2220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1" name="Google Shape;61;p2"/>
            <p:cNvSpPr/>
            <p:nvPr/>
          </p:nvSpPr>
          <p:spPr>
            <a:xfrm flipH="1">
              <a:off x="-459496" y="-4947101"/>
              <a:ext cx="453633" cy="455870"/>
            </a:xfrm>
            <a:custGeom>
              <a:rect b="b" l="l" r="r" t="t"/>
              <a:pathLst>
                <a:path extrusionOk="0" h="8154" w="8114">
                  <a:moveTo>
                    <a:pt x="1010" y="81"/>
                  </a:moveTo>
                  <a:lnTo>
                    <a:pt x="1151" y="101"/>
                  </a:lnTo>
                  <a:lnTo>
                    <a:pt x="1413" y="162"/>
                  </a:lnTo>
                  <a:lnTo>
                    <a:pt x="1696" y="263"/>
                  </a:lnTo>
                  <a:lnTo>
                    <a:pt x="1938" y="384"/>
                  </a:lnTo>
                  <a:lnTo>
                    <a:pt x="2200" y="545"/>
                  </a:lnTo>
                  <a:lnTo>
                    <a:pt x="2422" y="707"/>
                  </a:lnTo>
                  <a:lnTo>
                    <a:pt x="2644" y="888"/>
                  </a:lnTo>
                  <a:lnTo>
                    <a:pt x="3108" y="1251"/>
                  </a:lnTo>
                  <a:lnTo>
                    <a:pt x="3552" y="1635"/>
                  </a:lnTo>
                  <a:lnTo>
                    <a:pt x="3976" y="2039"/>
                  </a:lnTo>
                  <a:lnTo>
                    <a:pt x="4400" y="2422"/>
                  </a:lnTo>
                  <a:lnTo>
                    <a:pt x="4783" y="2826"/>
                  </a:lnTo>
                  <a:lnTo>
                    <a:pt x="5167" y="3229"/>
                  </a:lnTo>
                  <a:lnTo>
                    <a:pt x="5530" y="3653"/>
                  </a:lnTo>
                  <a:lnTo>
                    <a:pt x="5873" y="4077"/>
                  </a:lnTo>
                  <a:lnTo>
                    <a:pt x="6196" y="4500"/>
                  </a:lnTo>
                  <a:lnTo>
                    <a:pt x="6499" y="4924"/>
                  </a:lnTo>
                  <a:lnTo>
                    <a:pt x="6781" y="5348"/>
                  </a:lnTo>
                  <a:lnTo>
                    <a:pt x="7064" y="5792"/>
                  </a:lnTo>
                  <a:lnTo>
                    <a:pt x="7306" y="6236"/>
                  </a:lnTo>
                  <a:lnTo>
                    <a:pt x="7548" y="6680"/>
                  </a:lnTo>
                  <a:lnTo>
                    <a:pt x="7770" y="7144"/>
                  </a:lnTo>
                  <a:lnTo>
                    <a:pt x="7972" y="7588"/>
                  </a:lnTo>
                  <a:lnTo>
                    <a:pt x="8012" y="7729"/>
                  </a:lnTo>
                  <a:lnTo>
                    <a:pt x="8032" y="7871"/>
                  </a:lnTo>
                  <a:lnTo>
                    <a:pt x="8032" y="7931"/>
                  </a:lnTo>
                  <a:lnTo>
                    <a:pt x="8012" y="7992"/>
                  </a:lnTo>
                  <a:lnTo>
                    <a:pt x="7972" y="8032"/>
                  </a:lnTo>
                  <a:lnTo>
                    <a:pt x="7932" y="8052"/>
                  </a:lnTo>
                  <a:lnTo>
                    <a:pt x="7851" y="8072"/>
                  </a:lnTo>
                  <a:lnTo>
                    <a:pt x="7790" y="8072"/>
                  </a:lnTo>
                  <a:lnTo>
                    <a:pt x="7649" y="8012"/>
                  </a:lnTo>
                  <a:lnTo>
                    <a:pt x="7346" y="7830"/>
                  </a:lnTo>
                  <a:lnTo>
                    <a:pt x="7084" y="7628"/>
                  </a:lnTo>
                  <a:lnTo>
                    <a:pt x="6822" y="7386"/>
                  </a:lnTo>
                  <a:lnTo>
                    <a:pt x="6559" y="7164"/>
                  </a:lnTo>
                  <a:lnTo>
                    <a:pt x="2523" y="3310"/>
                  </a:lnTo>
                  <a:lnTo>
                    <a:pt x="2180" y="3007"/>
                  </a:lnTo>
                  <a:lnTo>
                    <a:pt x="1514" y="2462"/>
                  </a:lnTo>
                  <a:lnTo>
                    <a:pt x="1151" y="2119"/>
                  </a:lnTo>
                  <a:lnTo>
                    <a:pt x="808" y="1776"/>
                  </a:lnTo>
                  <a:lnTo>
                    <a:pt x="485" y="1413"/>
                  </a:lnTo>
                  <a:lnTo>
                    <a:pt x="364" y="1251"/>
                  </a:lnTo>
                  <a:lnTo>
                    <a:pt x="243" y="1070"/>
                  </a:lnTo>
                  <a:lnTo>
                    <a:pt x="162" y="908"/>
                  </a:lnTo>
                  <a:lnTo>
                    <a:pt x="102" y="767"/>
                  </a:lnTo>
                  <a:lnTo>
                    <a:pt x="81" y="626"/>
                  </a:lnTo>
                  <a:lnTo>
                    <a:pt x="81" y="485"/>
                  </a:lnTo>
                  <a:lnTo>
                    <a:pt x="122" y="424"/>
                  </a:lnTo>
                  <a:lnTo>
                    <a:pt x="142" y="364"/>
                  </a:lnTo>
                  <a:lnTo>
                    <a:pt x="243" y="263"/>
                  </a:lnTo>
                  <a:lnTo>
                    <a:pt x="404" y="182"/>
                  </a:lnTo>
                  <a:lnTo>
                    <a:pt x="606" y="101"/>
                  </a:lnTo>
                  <a:lnTo>
                    <a:pt x="747" y="81"/>
                  </a:lnTo>
                  <a:close/>
                  <a:moveTo>
                    <a:pt x="727" y="0"/>
                  </a:moveTo>
                  <a:lnTo>
                    <a:pt x="586" y="41"/>
                  </a:lnTo>
                  <a:lnTo>
                    <a:pt x="364" y="101"/>
                  </a:lnTo>
                  <a:lnTo>
                    <a:pt x="203" y="202"/>
                  </a:lnTo>
                  <a:lnTo>
                    <a:pt x="122" y="263"/>
                  </a:lnTo>
                  <a:lnTo>
                    <a:pt x="81" y="323"/>
                  </a:lnTo>
                  <a:lnTo>
                    <a:pt x="41" y="384"/>
                  </a:lnTo>
                  <a:lnTo>
                    <a:pt x="21" y="464"/>
                  </a:lnTo>
                  <a:lnTo>
                    <a:pt x="1" y="606"/>
                  </a:lnTo>
                  <a:lnTo>
                    <a:pt x="21" y="767"/>
                  </a:lnTo>
                  <a:lnTo>
                    <a:pt x="81" y="908"/>
                  </a:lnTo>
                  <a:lnTo>
                    <a:pt x="162" y="1090"/>
                  </a:lnTo>
                  <a:lnTo>
                    <a:pt x="263" y="1251"/>
                  </a:lnTo>
                  <a:lnTo>
                    <a:pt x="404" y="1433"/>
                  </a:lnTo>
                  <a:lnTo>
                    <a:pt x="707" y="1796"/>
                  </a:lnTo>
                  <a:lnTo>
                    <a:pt x="1070" y="2139"/>
                  </a:lnTo>
                  <a:lnTo>
                    <a:pt x="1434" y="2482"/>
                  </a:lnTo>
                  <a:lnTo>
                    <a:pt x="2120" y="3088"/>
                  </a:lnTo>
                  <a:lnTo>
                    <a:pt x="2463" y="3370"/>
                  </a:lnTo>
                  <a:lnTo>
                    <a:pt x="6499" y="7225"/>
                  </a:lnTo>
                  <a:lnTo>
                    <a:pt x="6761" y="7467"/>
                  </a:lnTo>
                  <a:lnTo>
                    <a:pt x="7023" y="7689"/>
                  </a:lnTo>
                  <a:lnTo>
                    <a:pt x="7306" y="7911"/>
                  </a:lnTo>
                  <a:lnTo>
                    <a:pt x="7609" y="8093"/>
                  </a:lnTo>
                  <a:lnTo>
                    <a:pt x="7730" y="8133"/>
                  </a:lnTo>
                  <a:lnTo>
                    <a:pt x="7851" y="8153"/>
                  </a:lnTo>
                  <a:lnTo>
                    <a:pt x="7911" y="8153"/>
                  </a:lnTo>
                  <a:lnTo>
                    <a:pt x="7972" y="8133"/>
                  </a:lnTo>
                  <a:lnTo>
                    <a:pt x="8032" y="8093"/>
                  </a:lnTo>
                  <a:lnTo>
                    <a:pt x="8073" y="8032"/>
                  </a:lnTo>
                  <a:lnTo>
                    <a:pt x="8093" y="7971"/>
                  </a:lnTo>
                  <a:lnTo>
                    <a:pt x="8113" y="7891"/>
                  </a:lnTo>
                  <a:lnTo>
                    <a:pt x="8093" y="7729"/>
                  </a:lnTo>
                  <a:lnTo>
                    <a:pt x="8032" y="7568"/>
                  </a:lnTo>
                  <a:lnTo>
                    <a:pt x="7831" y="7104"/>
                  </a:lnTo>
                  <a:lnTo>
                    <a:pt x="7629" y="6640"/>
                  </a:lnTo>
                  <a:lnTo>
                    <a:pt x="7387" y="6196"/>
                  </a:lnTo>
                  <a:lnTo>
                    <a:pt x="7124" y="5752"/>
                  </a:lnTo>
                  <a:lnTo>
                    <a:pt x="6862" y="5308"/>
                  </a:lnTo>
                  <a:lnTo>
                    <a:pt x="6559" y="4884"/>
                  </a:lnTo>
                  <a:lnTo>
                    <a:pt x="6257" y="4440"/>
                  </a:lnTo>
                  <a:lnTo>
                    <a:pt x="5934" y="4016"/>
                  </a:lnTo>
                  <a:lnTo>
                    <a:pt x="5591" y="3592"/>
                  </a:lnTo>
                  <a:lnTo>
                    <a:pt x="5227" y="3189"/>
                  </a:lnTo>
                  <a:lnTo>
                    <a:pt x="4844" y="2785"/>
                  </a:lnTo>
                  <a:lnTo>
                    <a:pt x="4461" y="2382"/>
                  </a:lnTo>
                  <a:lnTo>
                    <a:pt x="4037" y="1978"/>
                  </a:lnTo>
                  <a:lnTo>
                    <a:pt x="3613" y="1574"/>
                  </a:lnTo>
                  <a:lnTo>
                    <a:pt x="3169" y="1191"/>
                  </a:lnTo>
                  <a:lnTo>
                    <a:pt x="2705" y="808"/>
                  </a:lnTo>
                  <a:lnTo>
                    <a:pt x="2463" y="646"/>
                  </a:lnTo>
                  <a:lnTo>
                    <a:pt x="2221" y="464"/>
                  </a:lnTo>
                  <a:lnTo>
                    <a:pt x="1978" y="323"/>
                  </a:lnTo>
                  <a:lnTo>
                    <a:pt x="1716" y="182"/>
                  </a:lnTo>
                  <a:lnTo>
                    <a:pt x="1434" y="81"/>
                  </a:lnTo>
                  <a:lnTo>
                    <a:pt x="1151" y="21"/>
                  </a:lnTo>
                  <a:lnTo>
                    <a:pt x="1010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2" name="Google Shape;62;p2"/>
            <p:cNvSpPr/>
            <p:nvPr/>
          </p:nvSpPr>
          <p:spPr>
            <a:xfrm flipH="1">
              <a:off x="2120703" y="-1885164"/>
              <a:ext cx="100466" cy="100466"/>
            </a:xfrm>
            <a:custGeom>
              <a:rect b="b" l="l" r="r" t="t"/>
              <a:pathLst>
                <a:path extrusionOk="0" h="1797" w="1797">
                  <a:moveTo>
                    <a:pt x="908" y="0"/>
                  </a:moveTo>
                  <a:lnTo>
                    <a:pt x="727" y="20"/>
                  </a:lnTo>
                  <a:lnTo>
                    <a:pt x="545" y="61"/>
                  </a:lnTo>
                  <a:lnTo>
                    <a:pt x="404" y="162"/>
                  </a:lnTo>
                  <a:lnTo>
                    <a:pt x="263" y="262"/>
                  </a:lnTo>
                  <a:lnTo>
                    <a:pt x="162" y="404"/>
                  </a:lnTo>
                  <a:lnTo>
                    <a:pt x="81" y="545"/>
                  </a:lnTo>
                  <a:lnTo>
                    <a:pt x="21" y="727"/>
                  </a:lnTo>
                  <a:lnTo>
                    <a:pt x="0" y="908"/>
                  </a:lnTo>
                  <a:lnTo>
                    <a:pt x="21" y="1090"/>
                  </a:lnTo>
                  <a:lnTo>
                    <a:pt x="81" y="1251"/>
                  </a:lnTo>
                  <a:lnTo>
                    <a:pt x="162" y="1413"/>
                  </a:lnTo>
                  <a:lnTo>
                    <a:pt x="263" y="1534"/>
                  </a:lnTo>
                  <a:lnTo>
                    <a:pt x="404" y="1655"/>
                  </a:lnTo>
                  <a:lnTo>
                    <a:pt x="545" y="1736"/>
                  </a:lnTo>
                  <a:lnTo>
                    <a:pt x="727" y="1776"/>
                  </a:lnTo>
                  <a:lnTo>
                    <a:pt x="908" y="1796"/>
                  </a:lnTo>
                  <a:lnTo>
                    <a:pt x="1090" y="1776"/>
                  </a:lnTo>
                  <a:lnTo>
                    <a:pt x="1252" y="1736"/>
                  </a:lnTo>
                  <a:lnTo>
                    <a:pt x="1413" y="1655"/>
                  </a:lnTo>
                  <a:lnTo>
                    <a:pt x="1534" y="1534"/>
                  </a:lnTo>
                  <a:lnTo>
                    <a:pt x="1655" y="1413"/>
                  </a:lnTo>
                  <a:lnTo>
                    <a:pt x="1736" y="1251"/>
                  </a:lnTo>
                  <a:lnTo>
                    <a:pt x="1776" y="1090"/>
                  </a:lnTo>
                  <a:lnTo>
                    <a:pt x="1796" y="908"/>
                  </a:lnTo>
                  <a:lnTo>
                    <a:pt x="1776" y="727"/>
                  </a:lnTo>
                  <a:lnTo>
                    <a:pt x="1736" y="545"/>
                  </a:lnTo>
                  <a:lnTo>
                    <a:pt x="1655" y="404"/>
                  </a:lnTo>
                  <a:lnTo>
                    <a:pt x="1534" y="262"/>
                  </a:lnTo>
                  <a:lnTo>
                    <a:pt x="1413" y="162"/>
                  </a:lnTo>
                  <a:lnTo>
                    <a:pt x="1252" y="61"/>
                  </a:lnTo>
                  <a:lnTo>
                    <a:pt x="1090" y="20"/>
                  </a:lnTo>
                  <a:lnTo>
                    <a:pt x="908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3" name="Google Shape;63;p2"/>
            <p:cNvSpPr/>
            <p:nvPr/>
          </p:nvSpPr>
          <p:spPr>
            <a:xfrm flipH="1">
              <a:off x="2118467" y="-1887456"/>
              <a:ext cx="104994" cy="104994"/>
            </a:xfrm>
            <a:custGeom>
              <a:rect b="b" l="l" r="r" t="t"/>
              <a:pathLst>
                <a:path extrusionOk="0" h="1878" w="1878">
                  <a:moveTo>
                    <a:pt x="949" y="81"/>
                  </a:moveTo>
                  <a:lnTo>
                    <a:pt x="1111" y="102"/>
                  </a:lnTo>
                  <a:lnTo>
                    <a:pt x="1272" y="142"/>
                  </a:lnTo>
                  <a:lnTo>
                    <a:pt x="1414" y="223"/>
                  </a:lnTo>
                  <a:lnTo>
                    <a:pt x="1555" y="324"/>
                  </a:lnTo>
                  <a:lnTo>
                    <a:pt x="1656" y="465"/>
                  </a:lnTo>
                  <a:lnTo>
                    <a:pt x="1736" y="606"/>
                  </a:lnTo>
                  <a:lnTo>
                    <a:pt x="1777" y="768"/>
                  </a:lnTo>
                  <a:lnTo>
                    <a:pt x="1797" y="949"/>
                  </a:lnTo>
                  <a:lnTo>
                    <a:pt x="1777" y="1111"/>
                  </a:lnTo>
                  <a:lnTo>
                    <a:pt x="1736" y="1272"/>
                  </a:lnTo>
                  <a:lnTo>
                    <a:pt x="1656" y="1413"/>
                  </a:lnTo>
                  <a:lnTo>
                    <a:pt x="1555" y="1555"/>
                  </a:lnTo>
                  <a:lnTo>
                    <a:pt x="1414" y="1655"/>
                  </a:lnTo>
                  <a:lnTo>
                    <a:pt x="1272" y="1736"/>
                  </a:lnTo>
                  <a:lnTo>
                    <a:pt x="1111" y="1777"/>
                  </a:lnTo>
                  <a:lnTo>
                    <a:pt x="949" y="1797"/>
                  </a:lnTo>
                  <a:lnTo>
                    <a:pt x="768" y="1777"/>
                  </a:lnTo>
                  <a:lnTo>
                    <a:pt x="606" y="1736"/>
                  </a:lnTo>
                  <a:lnTo>
                    <a:pt x="465" y="1655"/>
                  </a:lnTo>
                  <a:lnTo>
                    <a:pt x="344" y="1555"/>
                  </a:lnTo>
                  <a:lnTo>
                    <a:pt x="223" y="1413"/>
                  </a:lnTo>
                  <a:lnTo>
                    <a:pt x="142" y="1272"/>
                  </a:lnTo>
                  <a:lnTo>
                    <a:pt x="102" y="1111"/>
                  </a:lnTo>
                  <a:lnTo>
                    <a:pt x="82" y="949"/>
                  </a:lnTo>
                  <a:lnTo>
                    <a:pt x="102" y="768"/>
                  </a:lnTo>
                  <a:lnTo>
                    <a:pt x="142" y="606"/>
                  </a:lnTo>
                  <a:lnTo>
                    <a:pt x="223" y="465"/>
                  </a:lnTo>
                  <a:lnTo>
                    <a:pt x="344" y="324"/>
                  </a:lnTo>
                  <a:lnTo>
                    <a:pt x="465" y="223"/>
                  </a:lnTo>
                  <a:lnTo>
                    <a:pt x="606" y="142"/>
                  </a:lnTo>
                  <a:lnTo>
                    <a:pt x="768" y="102"/>
                  </a:lnTo>
                  <a:lnTo>
                    <a:pt x="949" y="81"/>
                  </a:lnTo>
                  <a:close/>
                  <a:moveTo>
                    <a:pt x="949" y="1"/>
                  </a:moveTo>
                  <a:lnTo>
                    <a:pt x="748" y="21"/>
                  </a:lnTo>
                  <a:lnTo>
                    <a:pt x="586" y="81"/>
                  </a:lnTo>
                  <a:lnTo>
                    <a:pt x="425" y="162"/>
                  </a:lnTo>
                  <a:lnTo>
                    <a:pt x="284" y="283"/>
                  </a:lnTo>
                  <a:lnTo>
                    <a:pt x="162" y="404"/>
                  </a:lnTo>
                  <a:lnTo>
                    <a:pt x="82" y="566"/>
                  </a:lnTo>
                  <a:lnTo>
                    <a:pt x="21" y="747"/>
                  </a:lnTo>
                  <a:lnTo>
                    <a:pt x="1" y="949"/>
                  </a:lnTo>
                  <a:lnTo>
                    <a:pt x="21" y="1131"/>
                  </a:lnTo>
                  <a:lnTo>
                    <a:pt x="82" y="1312"/>
                  </a:lnTo>
                  <a:lnTo>
                    <a:pt x="162" y="1474"/>
                  </a:lnTo>
                  <a:lnTo>
                    <a:pt x="284" y="1615"/>
                  </a:lnTo>
                  <a:lnTo>
                    <a:pt x="425" y="1716"/>
                  </a:lnTo>
                  <a:lnTo>
                    <a:pt x="586" y="1817"/>
                  </a:lnTo>
                  <a:lnTo>
                    <a:pt x="748" y="1857"/>
                  </a:lnTo>
                  <a:lnTo>
                    <a:pt x="949" y="1877"/>
                  </a:lnTo>
                  <a:lnTo>
                    <a:pt x="1131" y="1857"/>
                  </a:lnTo>
                  <a:lnTo>
                    <a:pt x="1313" y="1817"/>
                  </a:lnTo>
                  <a:lnTo>
                    <a:pt x="1474" y="1716"/>
                  </a:lnTo>
                  <a:lnTo>
                    <a:pt x="1615" y="1615"/>
                  </a:lnTo>
                  <a:lnTo>
                    <a:pt x="1716" y="1474"/>
                  </a:lnTo>
                  <a:lnTo>
                    <a:pt x="1817" y="1312"/>
                  </a:lnTo>
                  <a:lnTo>
                    <a:pt x="1858" y="1131"/>
                  </a:lnTo>
                  <a:lnTo>
                    <a:pt x="1878" y="949"/>
                  </a:lnTo>
                  <a:lnTo>
                    <a:pt x="1858" y="747"/>
                  </a:lnTo>
                  <a:lnTo>
                    <a:pt x="1817" y="566"/>
                  </a:lnTo>
                  <a:lnTo>
                    <a:pt x="1716" y="404"/>
                  </a:lnTo>
                  <a:lnTo>
                    <a:pt x="1615" y="283"/>
                  </a:lnTo>
                  <a:lnTo>
                    <a:pt x="1474" y="162"/>
                  </a:lnTo>
                  <a:lnTo>
                    <a:pt x="1313" y="81"/>
                  </a:lnTo>
                  <a:lnTo>
                    <a:pt x="1131" y="21"/>
                  </a:lnTo>
                  <a:lnTo>
                    <a:pt x="949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4" name="Google Shape;64;p2"/>
            <p:cNvSpPr/>
            <p:nvPr/>
          </p:nvSpPr>
          <p:spPr>
            <a:xfrm flipH="1">
              <a:off x="1892829" y="-3305578"/>
              <a:ext cx="100466" cy="101584"/>
            </a:xfrm>
            <a:custGeom>
              <a:rect b="b" l="l" r="r" t="t"/>
              <a:pathLst>
                <a:path extrusionOk="0" h="1817" w="1797">
                  <a:moveTo>
                    <a:pt x="889" y="0"/>
                  </a:moveTo>
                  <a:lnTo>
                    <a:pt x="707" y="21"/>
                  </a:lnTo>
                  <a:lnTo>
                    <a:pt x="546" y="81"/>
                  </a:lnTo>
                  <a:lnTo>
                    <a:pt x="384" y="162"/>
                  </a:lnTo>
                  <a:lnTo>
                    <a:pt x="263" y="263"/>
                  </a:lnTo>
                  <a:lnTo>
                    <a:pt x="142" y="404"/>
                  </a:lnTo>
                  <a:lnTo>
                    <a:pt x="61" y="565"/>
                  </a:lnTo>
                  <a:lnTo>
                    <a:pt x="21" y="727"/>
                  </a:lnTo>
                  <a:lnTo>
                    <a:pt x="1" y="908"/>
                  </a:lnTo>
                  <a:lnTo>
                    <a:pt x="21" y="1090"/>
                  </a:lnTo>
                  <a:lnTo>
                    <a:pt x="61" y="1252"/>
                  </a:lnTo>
                  <a:lnTo>
                    <a:pt x="142" y="1413"/>
                  </a:lnTo>
                  <a:lnTo>
                    <a:pt x="263" y="1554"/>
                  </a:lnTo>
                  <a:lnTo>
                    <a:pt x="384" y="1655"/>
                  </a:lnTo>
                  <a:lnTo>
                    <a:pt x="546" y="1736"/>
                  </a:lnTo>
                  <a:lnTo>
                    <a:pt x="707" y="1796"/>
                  </a:lnTo>
                  <a:lnTo>
                    <a:pt x="889" y="1817"/>
                  </a:lnTo>
                  <a:lnTo>
                    <a:pt x="1070" y="1796"/>
                  </a:lnTo>
                  <a:lnTo>
                    <a:pt x="1252" y="1736"/>
                  </a:lnTo>
                  <a:lnTo>
                    <a:pt x="1393" y="1655"/>
                  </a:lnTo>
                  <a:lnTo>
                    <a:pt x="1534" y="1554"/>
                  </a:lnTo>
                  <a:lnTo>
                    <a:pt x="1635" y="1413"/>
                  </a:lnTo>
                  <a:lnTo>
                    <a:pt x="1736" y="1252"/>
                  </a:lnTo>
                  <a:lnTo>
                    <a:pt x="1777" y="1090"/>
                  </a:lnTo>
                  <a:lnTo>
                    <a:pt x="1797" y="908"/>
                  </a:lnTo>
                  <a:lnTo>
                    <a:pt x="1777" y="727"/>
                  </a:lnTo>
                  <a:lnTo>
                    <a:pt x="1736" y="565"/>
                  </a:lnTo>
                  <a:lnTo>
                    <a:pt x="1635" y="404"/>
                  </a:lnTo>
                  <a:lnTo>
                    <a:pt x="1534" y="263"/>
                  </a:lnTo>
                  <a:lnTo>
                    <a:pt x="1393" y="162"/>
                  </a:lnTo>
                  <a:lnTo>
                    <a:pt x="1252" y="81"/>
                  </a:lnTo>
                  <a:lnTo>
                    <a:pt x="1070" y="21"/>
                  </a:lnTo>
                  <a:lnTo>
                    <a:pt x="889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5" name="Google Shape;65;p2"/>
            <p:cNvSpPr/>
            <p:nvPr/>
          </p:nvSpPr>
          <p:spPr>
            <a:xfrm flipH="1">
              <a:off x="1890536" y="-3307870"/>
              <a:ext cx="104994" cy="106112"/>
            </a:xfrm>
            <a:custGeom>
              <a:rect b="b" l="l" r="r" t="t"/>
              <a:pathLst>
                <a:path extrusionOk="0" h="1898" w="1878">
                  <a:moveTo>
                    <a:pt x="929" y="82"/>
                  </a:moveTo>
                  <a:lnTo>
                    <a:pt x="1110" y="102"/>
                  </a:lnTo>
                  <a:lnTo>
                    <a:pt x="1272" y="162"/>
                  </a:lnTo>
                  <a:lnTo>
                    <a:pt x="1413" y="243"/>
                  </a:lnTo>
                  <a:lnTo>
                    <a:pt x="1554" y="344"/>
                  </a:lnTo>
                  <a:lnTo>
                    <a:pt x="1655" y="465"/>
                  </a:lnTo>
                  <a:lnTo>
                    <a:pt x="1736" y="606"/>
                  </a:lnTo>
                  <a:lnTo>
                    <a:pt x="1776" y="768"/>
                  </a:lnTo>
                  <a:lnTo>
                    <a:pt x="1796" y="949"/>
                  </a:lnTo>
                  <a:lnTo>
                    <a:pt x="1776" y="1131"/>
                  </a:lnTo>
                  <a:lnTo>
                    <a:pt x="1736" y="1293"/>
                  </a:lnTo>
                  <a:lnTo>
                    <a:pt x="1655" y="1434"/>
                  </a:lnTo>
                  <a:lnTo>
                    <a:pt x="1554" y="1555"/>
                  </a:lnTo>
                  <a:lnTo>
                    <a:pt x="1413" y="1656"/>
                  </a:lnTo>
                  <a:lnTo>
                    <a:pt x="1272" y="1736"/>
                  </a:lnTo>
                  <a:lnTo>
                    <a:pt x="1110" y="1797"/>
                  </a:lnTo>
                  <a:lnTo>
                    <a:pt x="929" y="1817"/>
                  </a:lnTo>
                  <a:lnTo>
                    <a:pt x="767" y="1797"/>
                  </a:lnTo>
                  <a:lnTo>
                    <a:pt x="606" y="1736"/>
                  </a:lnTo>
                  <a:lnTo>
                    <a:pt x="465" y="1656"/>
                  </a:lnTo>
                  <a:lnTo>
                    <a:pt x="323" y="1555"/>
                  </a:lnTo>
                  <a:lnTo>
                    <a:pt x="222" y="1434"/>
                  </a:lnTo>
                  <a:lnTo>
                    <a:pt x="142" y="1293"/>
                  </a:lnTo>
                  <a:lnTo>
                    <a:pt x="101" y="1131"/>
                  </a:lnTo>
                  <a:lnTo>
                    <a:pt x="81" y="949"/>
                  </a:lnTo>
                  <a:lnTo>
                    <a:pt x="101" y="768"/>
                  </a:lnTo>
                  <a:lnTo>
                    <a:pt x="142" y="606"/>
                  </a:lnTo>
                  <a:lnTo>
                    <a:pt x="222" y="465"/>
                  </a:lnTo>
                  <a:lnTo>
                    <a:pt x="323" y="344"/>
                  </a:lnTo>
                  <a:lnTo>
                    <a:pt x="465" y="243"/>
                  </a:lnTo>
                  <a:lnTo>
                    <a:pt x="606" y="162"/>
                  </a:lnTo>
                  <a:lnTo>
                    <a:pt x="767" y="102"/>
                  </a:lnTo>
                  <a:lnTo>
                    <a:pt x="929" y="82"/>
                  </a:lnTo>
                  <a:close/>
                  <a:moveTo>
                    <a:pt x="929" y="1"/>
                  </a:moveTo>
                  <a:lnTo>
                    <a:pt x="747" y="21"/>
                  </a:lnTo>
                  <a:lnTo>
                    <a:pt x="565" y="82"/>
                  </a:lnTo>
                  <a:lnTo>
                    <a:pt x="404" y="162"/>
                  </a:lnTo>
                  <a:lnTo>
                    <a:pt x="263" y="284"/>
                  </a:lnTo>
                  <a:lnTo>
                    <a:pt x="162" y="425"/>
                  </a:lnTo>
                  <a:lnTo>
                    <a:pt x="61" y="586"/>
                  </a:lnTo>
                  <a:lnTo>
                    <a:pt x="21" y="768"/>
                  </a:lnTo>
                  <a:lnTo>
                    <a:pt x="0" y="949"/>
                  </a:lnTo>
                  <a:lnTo>
                    <a:pt x="21" y="1131"/>
                  </a:lnTo>
                  <a:lnTo>
                    <a:pt x="61" y="1313"/>
                  </a:lnTo>
                  <a:lnTo>
                    <a:pt x="162" y="1474"/>
                  </a:lnTo>
                  <a:lnTo>
                    <a:pt x="263" y="1615"/>
                  </a:lnTo>
                  <a:lnTo>
                    <a:pt x="404" y="1736"/>
                  </a:lnTo>
                  <a:lnTo>
                    <a:pt x="565" y="1817"/>
                  </a:lnTo>
                  <a:lnTo>
                    <a:pt x="747" y="1878"/>
                  </a:lnTo>
                  <a:lnTo>
                    <a:pt x="929" y="1898"/>
                  </a:lnTo>
                  <a:lnTo>
                    <a:pt x="1130" y="1878"/>
                  </a:lnTo>
                  <a:lnTo>
                    <a:pt x="1312" y="1817"/>
                  </a:lnTo>
                  <a:lnTo>
                    <a:pt x="1453" y="1736"/>
                  </a:lnTo>
                  <a:lnTo>
                    <a:pt x="1595" y="1615"/>
                  </a:lnTo>
                  <a:lnTo>
                    <a:pt x="1716" y="1474"/>
                  </a:lnTo>
                  <a:lnTo>
                    <a:pt x="1796" y="1313"/>
                  </a:lnTo>
                  <a:lnTo>
                    <a:pt x="1857" y="1131"/>
                  </a:lnTo>
                  <a:lnTo>
                    <a:pt x="1877" y="949"/>
                  </a:lnTo>
                  <a:lnTo>
                    <a:pt x="1857" y="768"/>
                  </a:lnTo>
                  <a:lnTo>
                    <a:pt x="1796" y="586"/>
                  </a:lnTo>
                  <a:lnTo>
                    <a:pt x="1716" y="425"/>
                  </a:lnTo>
                  <a:lnTo>
                    <a:pt x="1595" y="284"/>
                  </a:lnTo>
                  <a:lnTo>
                    <a:pt x="1453" y="162"/>
                  </a:lnTo>
                  <a:lnTo>
                    <a:pt x="1312" y="82"/>
                  </a:lnTo>
                  <a:lnTo>
                    <a:pt x="1130" y="21"/>
                  </a:lnTo>
                  <a:lnTo>
                    <a:pt x="929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6" name="Google Shape;66;p2"/>
            <p:cNvSpPr/>
            <p:nvPr/>
          </p:nvSpPr>
          <p:spPr>
            <a:xfrm flipH="1">
              <a:off x="511885" y="-3871966"/>
              <a:ext cx="100466" cy="101640"/>
            </a:xfrm>
            <a:custGeom>
              <a:rect b="b" l="l" r="r" t="t"/>
              <a:pathLst>
                <a:path extrusionOk="0" h="1818" w="1797">
                  <a:moveTo>
                    <a:pt x="908" y="1"/>
                  </a:moveTo>
                  <a:lnTo>
                    <a:pt x="727" y="21"/>
                  </a:lnTo>
                  <a:lnTo>
                    <a:pt x="545" y="82"/>
                  </a:lnTo>
                  <a:lnTo>
                    <a:pt x="404" y="162"/>
                  </a:lnTo>
                  <a:lnTo>
                    <a:pt x="262" y="263"/>
                  </a:lnTo>
                  <a:lnTo>
                    <a:pt x="162" y="405"/>
                  </a:lnTo>
                  <a:lnTo>
                    <a:pt x="61" y="566"/>
                  </a:lnTo>
                  <a:lnTo>
                    <a:pt x="20" y="727"/>
                  </a:lnTo>
                  <a:lnTo>
                    <a:pt x="0" y="909"/>
                  </a:lnTo>
                  <a:lnTo>
                    <a:pt x="20" y="1091"/>
                  </a:lnTo>
                  <a:lnTo>
                    <a:pt x="61" y="1252"/>
                  </a:lnTo>
                  <a:lnTo>
                    <a:pt x="162" y="1414"/>
                  </a:lnTo>
                  <a:lnTo>
                    <a:pt x="262" y="1535"/>
                  </a:lnTo>
                  <a:lnTo>
                    <a:pt x="404" y="1656"/>
                  </a:lnTo>
                  <a:lnTo>
                    <a:pt x="545" y="1736"/>
                  </a:lnTo>
                  <a:lnTo>
                    <a:pt x="727" y="1797"/>
                  </a:lnTo>
                  <a:lnTo>
                    <a:pt x="908" y="1817"/>
                  </a:lnTo>
                  <a:lnTo>
                    <a:pt x="1090" y="1797"/>
                  </a:lnTo>
                  <a:lnTo>
                    <a:pt x="1251" y="1736"/>
                  </a:lnTo>
                  <a:lnTo>
                    <a:pt x="1413" y="1656"/>
                  </a:lnTo>
                  <a:lnTo>
                    <a:pt x="1534" y="1535"/>
                  </a:lnTo>
                  <a:lnTo>
                    <a:pt x="1655" y="1414"/>
                  </a:lnTo>
                  <a:lnTo>
                    <a:pt x="1736" y="1252"/>
                  </a:lnTo>
                  <a:lnTo>
                    <a:pt x="1776" y="1091"/>
                  </a:lnTo>
                  <a:lnTo>
                    <a:pt x="1796" y="909"/>
                  </a:lnTo>
                  <a:lnTo>
                    <a:pt x="1776" y="727"/>
                  </a:lnTo>
                  <a:lnTo>
                    <a:pt x="1736" y="566"/>
                  </a:lnTo>
                  <a:lnTo>
                    <a:pt x="1655" y="405"/>
                  </a:lnTo>
                  <a:lnTo>
                    <a:pt x="1534" y="263"/>
                  </a:lnTo>
                  <a:lnTo>
                    <a:pt x="1413" y="162"/>
                  </a:lnTo>
                  <a:lnTo>
                    <a:pt x="1251" y="82"/>
                  </a:lnTo>
                  <a:lnTo>
                    <a:pt x="1090" y="21"/>
                  </a:lnTo>
                  <a:lnTo>
                    <a:pt x="908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7" name="Google Shape;67;p2"/>
            <p:cNvSpPr/>
            <p:nvPr/>
          </p:nvSpPr>
          <p:spPr>
            <a:xfrm flipH="1">
              <a:off x="509648" y="-3874202"/>
              <a:ext cx="104994" cy="106112"/>
            </a:xfrm>
            <a:custGeom>
              <a:rect b="b" l="l" r="r" t="t"/>
              <a:pathLst>
                <a:path extrusionOk="0" h="1898" w="1878">
                  <a:moveTo>
                    <a:pt x="949" y="81"/>
                  </a:moveTo>
                  <a:lnTo>
                    <a:pt x="1111" y="101"/>
                  </a:lnTo>
                  <a:lnTo>
                    <a:pt x="1272" y="162"/>
                  </a:lnTo>
                  <a:lnTo>
                    <a:pt x="1413" y="243"/>
                  </a:lnTo>
                  <a:lnTo>
                    <a:pt x="1555" y="344"/>
                  </a:lnTo>
                  <a:lnTo>
                    <a:pt x="1655" y="465"/>
                  </a:lnTo>
                  <a:lnTo>
                    <a:pt x="1736" y="606"/>
                  </a:lnTo>
                  <a:lnTo>
                    <a:pt x="1777" y="767"/>
                  </a:lnTo>
                  <a:lnTo>
                    <a:pt x="1797" y="949"/>
                  </a:lnTo>
                  <a:lnTo>
                    <a:pt x="1777" y="1110"/>
                  </a:lnTo>
                  <a:lnTo>
                    <a:pt x="1736" y="1272"/>
                  </a:lnTo>
                  <a:lnTo>
                    <a:pt x="1655" y="1433"/>
                  </a:lnTo>
                  <a:lnTo>
                    <a:pt x="1555" y="1554"/>
                  </a:lnTo>
                  <a:lnTo>
                    <a:pt x="1413" y="1655"/>
                  </a:lnTo>
                  <a:lnTo>
                    <a:pt x="1272" y="1736"/>
                  </a:lnTo>
                  <a:lnTo>
                    <a:pt x="1111" y="1797"/>
                  </a:lnTo>
                  <a:lnTo>
                    <a:pt x="949" y="1817"/>
                  </a:lnTo>
                  <a:lnTo>
                    <a:pt x="768" y="1797"/>
                  </a:lnTo>
                  <a:lnTo>
                    <a:pt x="606" y="1736"/>
                  </a:lnTo>
                  <a:lnTo>
                    <a:pt x="465" y="1655"/>
                  </a:lnTo>
                  <a:lnTo>
                    <a:pt x="324" y="1554"/>
                  </a:lnTo>
                  <a:lnTo>
                    <a:pt x="223" y="1433"/>
                  </a:lnTo>
                  <a:lnTo>
                    <a:pt x="142" y="1272"/>
                  </a:lnTo>
                  <a:lnTo>
                    <a:pt x="102" y="1110"/>
                  </a:lnTo>
                  <a:lnTo>
                    <a:pt x="81" y="949"/>
                  </a:lnTo>
                  <a:lnTo>
                    <a:pt x="102" y="767"/>
                  </a:lnTo>
                  <a:lnTo>
                    <a:pt x="142" y="606"/>
                  </a:lnTo>
                  <a:lnTo>
                    <a:pt x="223" y="465"/>
                  </a:lnTo>
                  <a:lnTo>
                    <a:pt x="324" y="344"/>
                  </a:lnTo>
                  <a:lnTo>
                    <a:pt x="465" y="243"/>
                  </a:lnTo>
                  <a:lnTo>
                    <a:pt x="606" y="162"/>
                  </a:lnTo>
                  <a:lnTo>
                    <a:pt x="768" y="101"/>
                  </a:lnTo>
                  <a:lnTo>
                    <a:pt x="949" y="81"/>
                  </a:lnTo>
                  <a:close/>
                  <a:moveTo>
                    <a:pt x="949" y="1"/>
                  </a:moveTo>
                  <a:lnTo>
                    <a:pt x="747" y="21"/>
                  </a:lnTo>
                  <a:lnTo>
                    <a:pt x="566" y="81"/>
                  </a:lnTo>
                  <a:lnTo>
                    <a:pt x="425" y="162"/>
                  </a:lnTo>
                  <a:lnTo>
                    <a:pt x="283" y="283"/>
                  </a:lnTo>
                  <a:lnTo>
                    <a:pt x="162" y="424"/>
                  </a:lnTo>
                  <a:lnTo>
                    <a:pt x="81" y="586"/>
                  </a:lnTo>
                  <a:lnTo>
                    <a:pt x="21" y="767"/>
                  </a:lnTo>
                  <a:lnTo>
                    <a:pt x="1" y="949"/>
                  </a:lnTo>
                  <a:lnTo>
                    <a:pt x="21" y="1131"/>
                  </a:lnTo>
                  <a:lnTo>
                    <a:pt x="81" y="1312"/>
                  </a:lnTo>
                  <a:lnTo>
                    <a:pt x="162" y="1474"/>
                  </a:lnTo>
                  <a:lnTo>
                    <a:pt x="283" y="1615"/>
                  </a:lnTo>
                  <a:lnTo>
                    <a:pt x="425" y="1736"/>
                  </a:lnTo>
                  <a:lnTo>
                    <a:pt x="566" y="1817"/>
                  </a:lnTo>
                  <a:lnTo>
                    <a:pt x="747" y="1877"/>
                  </a:lnTo>
                  <a:lnTo>
                    <a:pt x="949" y="1898"/>
                  </a:lnTo>
                  <a:lnTo>
                    <a:pt x="1131" y="1877"/>
                  </a:lnTo>
                  <a:lnTo>
                    <a:pt x="1312" y="1817"/>
                  </a:lnTo>
                  <a:lnTo>
                    <a:pt x="1474" y="1736"/>
                  </a:lnTo>
                  <a:lnTo>
                    <a:pt x="1615" y="1615"/>
                  </a:lnTo>
                  <a:lnTo>
                    <a:pt x="1716" y="1474"/>
                  </a:lnTo>
                  <a:lnTo>
                    <a:pt x="1817" y="1312"/>
                  </a:lnTo>
                  <a:lnTo>
                    <a:pt x="1857" y="1131"/>
                  </a:lnTo>
                  <a:lnTo>
                    <a:pt x="1877" y="949"/>
                  </a:lnTo>
                  <a:lnTo>
                    <a:pt x="1857" y="767"/>
                  </a:lnTo>
                  <a:lnTo>
                    <a:pt x="1817" y="586"/>
                  </a:lnTo>
                  <a:lnTo>
                    <a:pt x="1716" y="424"/>
                  </a:lnTo>
                  <a:lnTo>
                    <a:pt x="1615" y="283"/>
                  </a:lnTo>
                  <a:lnTo>
                    <a:pt x="1474" y="162"/>
                  </a:lnTo>
                  <a:lnTo>
                    <a:pt x="1312" y="81"/>
                  </a:lnTo>
                  <a:lnTo>
                    <a:pt x="1131" y="21"/>
                  </a:lnTo>
                  <a:lnTo>
                    <a:pt x="949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8" name="Google Shape;68;p2"/>
            <p:cNvSpPr/>
            <p:nvPr/>
          </p:nvSpPr>
          <p:spPr>
            <a:xfrm flipH="1">
              <a:off x="-1037114" y="-3361987"/>
              <a:ext cx="100466" cy="100466"/>
            </a:xfrm>
            <a:custGeom>
              <a:rect b="b" l="l" r="r" t="t"/>
              <a:pathLst>
                <a:path extrusionOk="0" h="1797" w="1797">
                  <a:moveTo>
                    <a:pt x="908" y="0"/>
                  </a:moveTo>
                  <a:lnTo>
                    <a:pt x="727" y="21"/>
                  </a:lnTo>
                  <a:lnTo>
                    <a:pt x="545" y="61"/>
                  </a:lnTo>
                  <a:lnTo>
                    <a:pt x="404" y="162"/>
                  </a:lnTo>
                  <a:lnTo>
                    <a:pt x="263" y="263"/>
                  </a:lnTo>
                  <a:lnTo>
                    <a:pt x="162" y="404"/>
                  </a:lnTo>
                  <a:lnTo>
                    <a:pt x="81" y="545"/>
                  </a:lnTo>
                  <a:lnTo>
                    <a:pt x="20" y="727"/>
                  </a:lnTo>
                  <a:lnTo>
                    <a:pt x="0" y="908"/>
                  </a:lnTo>
                  <a:lnTo>
                    <a:pt x="20" y="1090"/>
                  </a:lnTo>
                  <a:lnTo>
                    <a:pt x="81" y="1252"/>
                  </a:lnTo>
                  <a:lnTo>
                    <a:pt x="162" y="1393"/>
                  </a:lnTo>
                  <a:lnTo>
                    <a:pt x="263" y="1534"/>
                  </a:lnTo>
                  <a:lnTo>
                    <a:pt x="404" y="1655"/>
                  </a:lnTo>
                  <a:lnTo>
                    <a:pt x="545" y="1736"/>
                  </a:lnTo>
                  <a:lnTo>
                    <a:pt x="727" y="1776"/>
                  </a:lnTo>
                  <a:lnTo>
                    <a:pt x="908" y="1796"/>
                  </a:lnTo>
                  <a:lnTo>
                    <a:pt x="1090" y="1776"/>
                  </a:lnTo>
                  <a:lnTo>
                    <a:pt x="1251" y="1736"/>
                  </a:lnTo>
                  <a:lnTo>
                    <a:pt x="1413" y="1655"/>
                  </a:lnTo>
                  <a:lnTo>
                    <a:pt x="1534" y="1534"/>
                  </a:lnTo>
                  <a:lnTo>
                    <a:pt x="1655" y="1393"/>
                  </a:lnTo>
                  <a:lnTo>
                    <a:pt x="1736" y="1252"/>
                  </a:lnTo>
                  <a:lnTo>
                    <a:pt x="1796" y="1090"/>
                  </a:lnTo>
                  <a:lnTo>
                    <a:pt x="1796" y="908"/>
                  </a:lnTo>
                  <a:lnTo>
                    <a:pt x="1796" y="727"/>
                  </a:lnTo>
                  <a:lnTo>
                    <a:pt x="1736" y="545"/>
                  </a:lnTo>
                  <a:lnTo>
                    <a:pt x="1655" y="404"/>
                  </a:lnTo>
                  <a:lnTo>
                    <a:pt x="1534" y="263"/>
                  </a:lnTo>
                  <a:lnTo>
                    <a:pt x="1413" y="162"/>
                  </a:lnTo>
                  <a:lnTo>
                    <a:pt x="1251" y="61"/>
                  </a:lnTo>
                  <a:lnTo>
                    <a:pt x="1090" y="21"/>
                  </a:lnTo>
                  <a:lnTo>
                    <a:pt x="908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9" name="Google Shape;69;p2"/>
            <p:cNvSpPr/>
            <p:nvPr/>
          </p:nvSpPr>
          <p:spPr>
            <a:xfrm flipH="1">
              <a:off x="-1039350" y="-3364280"/>
              <a:ext cx="104994" cy="104994"/>
            </a:xfrm>
            <a:custGeom>
              <a:rect b="b" l="l" r="r" t="t"/>
              <a:pathLst>
                <a:path extrusionOk="0" h="1878" w="1878">
                  <a:moveTo>
                    <a:pt x="949" y="82"/>
                  </a:moveTo>
                  <a:lnTo>
                    <a:pt x="1111" y="102"/>
                  </a:lnTo>
                  <a:lnTo>
                    <a:pt x="1272" y="142"/>
                  </a:lnTo>
                  <a:lnTo>
                    <a:pt x="1434" y="223"/>
                  </a:lnTo>
                  <a:lnTo>
                    <a:pt x="1555" y="324"/>
                  </a:lnTo>
                  <a:lnTo>
                    <a:pt x="1656" y="465"/>
                  </a:lnTo>
                  <a:lnTo>
                    <a:pt x="1736" y="606"/>
                  </a:lnTo>
                  <a:lnTo>
                    <a:pt x="1797" y="768"/>
                  </a:lnTo>
                  <a:lnTo>
                    <a:pt x="1797" y="949"/>
                  </a:lnTo>
                  <a:lnTo>
                    <a:pt x="1797" y="1111"/>
                  </a:lnTo>
                  <a:lnTo>
                    <a:pt x="1736" y="1272"/>
                  </a:lnTo>
                  <a:lnTo>
                    <a:pt x="1656" y="1414"/>
                  </a:lnTo>
                  <a:lnTo>
                    <a:pt x="1555" y="1555"/>
                  </a:lnTo>
                  <a:lnTo>
                    <a:pt x="1434" y="1656"/>
                  </a:lnTo>
                  <a:lnTo>
                    <a:pt x="1272" y="1736"/>
                  </a:lnTo>
                  <a:lnTo>
                    <a:pt x="1111" y="1777"/>
                  </a:lnTo>
                  <a:lnTo>
                    <a:pt x="949" y="1797"/>
                  </a:lnTo>
                  <a:lnTo>
                    <a:pt x="768" y="1777"/>
                  </a:lnTo>
                  <a:lnTo>
                    <a:pt x="606" y="1736"/>
                  </a:lnTo>
                  <a:lnTo>
                    <a:pt x="465" y="1656"/>
                  </a:lnTo>
                  <a:lnTo>
                    <a:pt x="344" y="1555"/>
                  </a:lnTo>
                  <a:lnTo>
                    <a:pt x="223" y="1414"/>
                  </a:lnTo>
                  <a:lnTo>
                    <a:pt x="162" y="1272"/>
                  </a:lnTo>
                  <a:lnTo>
                    <a:pt x="102" y="1111"/>
                  </a:lnTo>
                  <a:lnTo>
                    <a:pt x="82" y="949"/>
                  </a:lnTo>
                  <a:lnTo>
                    <a:pt x="102" y="768"/>
                  </a:lnTo>
                  <a:lnTo>
                    <a:pt x="162" y="606"/>
                  </a:lnTo>
                  <a:lnTo>
                    <a:pt x="223" y="465"/>
                  </a:lnTo>
                  <a:lnTo>
                    <a:pt x="344" y="324"/>
                  </a:lnTo>
                  <a:lnTo>
                    <a:pt x="465" y="223"/>
                  </a:lnTo>
                  <a:lnTo>
                    <a:pt x="606" y="142"/>
                  </a:lnTo>
                  <a:lnTo>
                    <a:pt x="768" y="102"/>
                  </a:lnTo>
                  <a:lnTo>
                    <a:pt x="949" y="82"/>
                  </a:lnTo>
                  <a:close/>
                  <a:moveTo>
                    <a:pt x="949" y="1"/>
                  </a:moveTo>
                  <a:lnTo>
                    <a:pt x="748" y="21"/>
                  </a:lnTo>
                  <a:lnTo>
                    <a:pt x="586" y="82"/>
                  </a:lnTo>
                  <a:lnTo>
                    <a:pt x="425" y="162"/>
                  </a:lnTo>
                  <a:lnTo>
                    <a:pt x="283" y="284"/>
                  </a:lnTo>
                  <a:lnTo>
                    <a:pt x="162" y="405"/>
                  </a:lnTo>
                  <a:lnTo>
                    <a:pt x="82" y="566"/>
                  </a:lnTo>
                  <a:lnTo>
                    <a:pt x="21" y="748"/>
                  </a:lnTo>
                  <a:lnTo>
                    <a:pt x="1" y="949"/>
                  </a:lnTo>
                  <a:lnTo>
                    <a:pt x="21" y="1131"/>
                  </a:lnTo>
                  <a:lnTo>
                    <a:pt x="82" y="1313"/>
                  </a:lnTo>
                  <a:lnTo>
                    <a:pt x="162" y="1474"/>
                  </a:lnTo>
                  <a:lnTo>
                    <a:pt x="283" y="1595"/>
                  </a:lnTo>
                  <a:lnTo>
                    <a:pt x="425" y="1716"/>
                  </a:lnTo>
                  <a:lnTo>
                    <a:pt x="586" y="1817"/>
                  </a:lnTo>
                  <a:lnTo>
                    <a:pt x="748" y="1858"/>
                  </a:lnTo>
                  <a:lnTo>
                    <a:pt x="949" y="1878"/>
                  </a:lnTo>
                  <a:lnTo>
                    <a:pt x="1131" y="1858"/>
                  </a:lnTo>
                  <a:lnTo>
                    <a:pt x="1313" y="1817"/>
                  </a:lnTo>
                  <a:lnTo>
                    <a:pt x="1474" y="1716"/>
                  </a:lnTo>
                  <a:lnTo>
                    <a:pt x="1615" y="1595"/>
                  </a:lnTo>
                  <a:lnTo>
                    <a:pt x="1716" y="1474"/>
                  </a:lnTo>
                  <a:lnTo>
                    <a:pt x="1817" y="1313"/>
                  </a:lnTo>
                  <a:lnTo>
                    <a:pt x="1878" y="1131"/>
                  </a:lnTo>
                  <a:lnTo>
                    <a:pt x="1878" y="949"/>
                  </a:lnTo>
                  <a:lnTo>
                    <a:pt x="1878" y="748"/>
                  </a:lnTo>
                  <a:lnTo>
                    <a:pt x="1817" y="566"/>
                  </a:lnTo>
                  <a:lnTo>
                    <a:pt x="1716" y="405"/>
                  </a:lnTo>
                  <a:lnTo>
                    <a:pt x="1615" y="284"/>
                  </a:lnTo>
                  <a:lnTo>
                    <a:pt x="1474" y="162"/>
                  </a:lnTo>
                  <a:lnTo>
                    <a:pt x="1313" y="82"/>
                  </a:lnTo>
                  <a:lnTo>
                    <a:pt x="1131" y="21"/>
                  </a:lnTo>
                  <a:lnTo>
                    <a:pt x="949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0" name="Google Shape;70;p2"/>
            <p:cNvSpPr/>
            <p:nvPr/>
          </p:nvSpPr>
          <p:spPr>
            <a:xfrm flipH="1">
              <a:off x="1080509" y="-1366241"/>
              <a:ext cx="100466" cy="100466"/>
            </a:xfrm>
            <a:custGeom>
              <a:rect b="b" l="l" r="r" t="t"/>
              <a:pathLst>
                <a:path extrusionOk="0" h="1797" w="1797">
                  <a:moveTo>
                    <a:pt x="888" y="1"/>
                  </a:moveTo>
                  <a:lnTo>
                    <a:pt x="707" y="21"/>
                  </a:lnTo>
                  <a:lnTo>
                    <a:pt x="545" y="82"/>
                  </a:lnTo>
                  <a:lnTo>
                    <a:pt x="384" y="162"/>
                  </a:lnTo>
                  <a:lnTo>
                    <a:pt x="263" y="263"/>
                  </a:lnTo>
                  <a:lnTo>
                    <a:pt x="142" y="405"/>
                  </a:lnTo>
                  <a:lnTo>
                    <a:pt x="61" y="546"/>
                  </a:lnTo>
                  <a:lnTo>
                    <a:pt x="21" y="727"/>
                  </a:lnTo>
                  <a:lnTo>
                    <a:pt x="0" y="909"/>
                  </a:lnTo>
                  <a:lnTo>
                    <a:pt x="21" y="1091"/>
                  </a:lnTo>
                  <a:lnTo>
                    <a:pt x="61" y="1252"/>
                  </a:lnTo>
                  <a:lnTo>
                    <a:pt x="142" y="1414"/>
                  </a:lnTo>
                  <a:lnTo>
                    <a:pt x="263" y="1535"/>
                  </a:lnTo>
                  <a:lnTo>
                    <a:pt x="384" y="1656"/>
                  </a:lnTo>
                  <a:lnTo>
                    <a:pt x="545" y="1736"/>
                  </a:lnTo>
                  <a:lnTo>
                    <a:pt x="707" y="1797"/>
                  </a:lnTo>
                  <a:lnTo>
                    <a:pt x="1070" y="1797"/>
                  </a:lnTo>
                  <a:lnTo>
                    <a:pt x="1252" y="1736"/>
                  </a:lnTo>
                  <a:lnTo>
                    <a:pt x="1393" y="1656"/>
                  </a:lnTo>
                  <a:lnTo>
                    <a:pt x="1534" y="1535"/>
                  </a:lnTo>
                  <a:lnTo>
                    <a:pt x="1635" y="1414"/>
                  </a:lnTo>
                  <a:lnTo>
                    <a:pt x="1716" y="1252"/>
                  </a:lnTo>
                  <a:lnTo>
                    <a:pt x="1776" y="1091"/>
                  </a:lnTo>
                  <a:lnTo>
                    <a:pt x="1796" y="909"/>
                  </a:lnTo>
                  <a:lnTo>
                    <a:pt x="1776" y="727"/>
                  </a:lnTo>
                  <a:lnTo>
                    <a:pt x="1716" y="546"/>
                  </a:lnTo>
                  <a:lnTo>
                    <a:pt x="1635" y="405"/>
                  </a:lnTo>
                  <a:lnTo>
                    <a:pt x="1534" y="263"/>
                  </a:lnTo>
                  <a:lnTo>
                    <a:pt x="1393" y="162"/>
                  </a:lnTo>
                  <a:lnTo>
                    <a:pt x="1252" y="82"/>
                  </a:lnTo>
                  <a:lnTo>
                    <a:pt x="1070" y="21"/>
                  </a:lnTo>
                  <a:lnTo>
                    <a:pt x="888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1" name="Google Shape;71;p2"/>
            <p:cNvSpPr/>
            <p:nvPr/>
          </p:nvSpPr>
          <p:spPr>
            <a:xfrm flipH="1">
              <a:off x="1078272" y="-1368477"/>
              <a:ext cx="104994" cy="104994"/>
            </a:xfrm>
            <a:custGeom>
              <a:rect b="b" l="l" r="r" t="t"/>
              <a:pathLst>
                <a:path extrusionOk="0" h="1878" w="1878">
                  <a:moveTo>
                    <a:pt x="929" y="81"/>
                  </a:moveTo>
                  <a:lnTo>
                    <a:pt x="1111" y="101"/>
                  </a:lnTo>
                  <a:lnTo>
                    <a:pt x="1272" y="142"/>
                  </a:lnTo>
                  <a:lnTo>
                    <a:pt x="1414" y="223"/>
                  </a:lnTo>
                  <a:lnTo>
                    <a:pt x="1535" y="344"/>
                  </a:lnTo>
                  <a:lnTo>
                    <a:pt x="1656" y="465"/>
                  </a:lnTo>
                  <a:lnTo>
                    <a:pt x="1736" y="606"/>
                  </a:lnTo>
                  <a:lnTo>
                    <a:pt x="1777" y="767"/>
                  </a:lnTo>
                  <a:lnTo>
                    <a:pt x="1797" y="949"/>
                  </a:lnTo>
                  <a:lnTo>
                    <a:pt x="1777" y="1110"/>
                  </a:lnTo>
                  <a:lnTo>
                    <a:pt x="1736" y="1272"/>
                  </a:lnTo>
                  <a:lnTo>
                    <a:pt x="1656" y="1433"/>
                  </a:lnTo>
                  <a:lnTo>
                    <a:pt x="1535" y="1554"/>
                  </a:lnTo>
                  <a:lnTo>
                    <a:pt x="1414" y="1655"/>
                  </a:lnTo>
                  <a:lnTo>
                    <a:pt x="1272" y="1736"/>
                  </a:lnTo>
                  <a:lnTo>
                    <a:pt x="1111" y="1797"/>
                  </a:lnTo>
                  <a:lnTo>
                    <a:pt x="768" y="1797"/>
                  </a:lnTo>
                  <a:lnTo>
                    <a:pt x="606" y="1736"/>
                  </a:lnTo>
                  <a:lnTo>
                    <a:pt x="445" y="1655"/>
                  </a:lnTo>
                  <a:lnTo>
                    <a:pt x="324" y="1554"/>
                  </a:lnTo>
                  <a:lnTo>
                    <a:pt x="223" y="1433"/>
                  </a:lnTo>
                  <a:lnTo>
                    <a:pt x="142" y="1272"/>
                  </a:lnTo>
                  <a:lnTo>
                    <a:pt x="82" y="1110"/>
                  </a:lnTo>
                  <a:lnTo>
                    <a:pt x="82" y="949"/>
                  </a:lnTo>
                  <a:lnTo>
                    <a:pt x="82" y="767"/>
                  </a:lnTo>
                  <a:lnTo>
                    <a:pt x="142" y="606"/>
                  </a:lnTo>
                  <a:lnTo>
                    <a:pt x="223" y="465"/>
                  </a:lnTo>
                  <a:lnTo>
                    <a:pt x="324" y="344"/>
                  </a:lnTo>
                  <a:lnTo>
                    <a:pt x="445" y="223"/>
                  </a:lnTo>
                  <a:lnTo>
                    <a:pt x="606" y="142"/>
                  </a:lnTo>
                  <a:lnTo>
                    <a:pt x="768" y="101"/>
                  </a:lnTo>
                  <a:lnTo>
                    <a:pt x="929" y="81"/>
                  </a:lnTo>
                  <a:close/>
                  <a:moveTo>
                    <a:pt x="929" y="1"/>
                  </a:moveTo>
                  <a:lnTo>
                    <a:pt x="748" y="21"/>
                  </a:lnTo>
                  <a:lnTo>
                    <a:pt x="566" y="81"/>
                  </a:lnTo>
                  <a:lnTo>
                    <a:pt x="405" y="162"/>
                  </a:lnTo>
                  <a:lnTo>
                    <a:pt x="263" y="283"/>
                  </a:lnTo>
                  <a:lnTo>
                    <a:pt x="162" y="424"/>
                  </a:lnTo>
                  <a:lnTo>
                    <a:pt x="62" y="586"/>
                  </a:lnTo>
                  <a:lnTo>
                    <a:pt x="21" y="747"/>
                  </a:lnTo>
                  <a:lnTo>
                    <a:pt x="1" y="949"/>
                  </a:lnTo>
                  <a:lnTo>
                    <a:pt x="21" y="1131"/>
                  </a:lnTo>
                  <a:lnTo>
                    <a:pt x="62" y="1312"/>
                  </a:lnTo>
                  <a:lnTo>
                    <a:pt x="162" y="1474"/>
                  </a:lnTo>
                  <a:lnTo>
                    <a:pt x="263" y="1615"/>
                  </a:lnTo>
                  <a:lnTo>
                    <a:pt x="405" y="1716"/>
                  </a:lnTo>
                  <a:lnTo>
                    <a:pt x="566" y="1817"/>
                  </a:lnTo>
                  <a:lnTo>
                    <a:pt x="748" y="1857"/>
                  </a:lnTo>
                  <a:lnTo>
                    <a:pt x="929" y="1877"/>
                  </a:lnTo>
                  <a:lnTo>
                    <a:pt x="1131" y="1857"/>
                  </a:lnTo>
                  <a:lnTo>
                    <a:pt x="1293" y="1817"/>
                  </a:lnTo>
                  <a:lnTo>
                    <a:pt x="1454" y="1716"/>
                  </a:lnTo>
                  <a:lnTo>
                    <a:pt x="1595" y="1615"/>
                  </a:lnTo>
                  <a:lnTo>
                    <a:pt x="1716" y="1474"/>
                  </a:lnTo>
                  <a:lnTo>
                    <a:pt x="1797" y="1312"/>
                  </a:lnTo>
                  <a:lnTo>
                    <a:pt x="1858" y="1131"/>
                  </a:lnTo>
                  <a:lnTo>
                    <a:pt x="1878" y="949"/>
                  </a:lnTo>
                  <a:lnTo>
                    <a:pt x="1858" y="747"/>
                  </a:lnTo>
                  <a:lnTo>
                    <a:pt x="1797" y="586"/>
                  </a:lnTo>
                  <a:lnTo>
                    <a:pt x="1716" y="424"/>
                  </a:lnTo>
                  <a:lnTo>
                    <a:pt x="1595" y="283"/>
                  </a:lnTo>
                  <a:lnTo>
                    <a:pt x="1454" y="162"/>
                  </a:lnTo>
                  <a:lnTo>
                    <a:pt x="1293" y="81"/>
                  </a:lnTo>
                  <a:lnTo>
                    <a:pt x="1131" y="21"/>
                  </a:lnTo>
                  <a:lnTo>
                    <a:pt x="929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2" name="Google Shape;72;p2"/>
            <p:cNvSpPr/>
            <p:nvPr/>
          </p:nvSpPr>
          <p:spPr>
            <a:xfrm flipH="1">
              <a:off x="-1522213" y="-1840048"/>
              <a:ext cx="100466" cy="100466"/>
            </a:xfrm>
            <a:custGeom>
              <a:rect b="b" l="l" r="r" t="t"/>
              <a:pathLst>
                <a:path extrusionOk="0" h="1797" w="1797">
                  <a:moveTo>
                    <a:pt x="909" y="0"/>
                  </a:moveTo>
                  <a:lnTo>
                    <a:pt x="727" y="20"/>
                  </a:lnTo>
                  <a:lnTo>
                    <a:pt x="546" y="61"/>
                  </a:lnTo>
                  <a:lnTo>
                    <a:pt x="404" y="162"/>
                  </a:lnTo>
                  <a:lnTo>
                    <a:pt x="263" y="263"/>
                  </a:lnTo>
                  <a:lnTo>
                    <a:pt x="162" y="404"/>
                  </a:lnTo>
                  <a:lnTo>
                    <a:pt x="61" y="545"/>
                  </a:lnTo>
                  <a:lnTo>
                    <a:pt x="21" y="727"/>
                  </a:lnTo>
                  <a:lnTo>
                    <a:pt x="1" y="908"/>
                  </a:lnTo>
                  <a:lnTo>
                    <a:pt x="21" y="1090"/>
                  </a:lnTo>
                  <a:lnTo>
                    <a:pt x="61" y="1251"/>
                  </a:lnTo>
                  <a:lnTo>
                    <a:pt x="162" y="1393"/>
                  </a:lnTo>
                  <a:lnTo>
                    <a:pt x="263" y="1534"/>
                  </a:lnTo>
                  <a:lnTo>
                    <a:pt x="404" y="1655"/>
                  </a:lnTo>
                  <a:lnTo>
                    <a:pt x="546" y="1736"/>
                  </a:lnTo>
                  <a:lnTo>
                    <a:pt x="727" y="1776"/>
                  </a:lnTo>
                  <a:lnTo>
                    <a:pt x="909" y="1796"/>
                  </a:lnTo>
                  <a:lnTo>
                    <a:pt x="1090" y="1776"/>
                  </a:lnTo>
                  <a:lnTo>
                    <a:pt x="1252" y="1736"/>
                  </a:lnTo>
                  <a:lnTo>
                    <a:pt x="1413" y="1655"/>
                  </a:lnTo>
                  <a:lnTo>
                    <a:pt x="1534" y="1534"/>
                  </a:lnTo>
                  <a:lnTo>
                    <a:pt x="1655" y="1393"/>
                  </a:lnTo>
                  <a:lnTo>
                    <a:pt x="1736" y="1251"/>
                  </a:lnTo>
                  <a:lnTo>
                    <a:pt x="1777" y="1090"/>
                  </a:lnTo>
                  <a:lnTo>
                    <a:pt x="1797" y="908"/>
                  </a:lnTo>
                  <a:lnTo>
                    <a:pt x="1777" y="727"/>
                  </a:lnTo>
                  <a:lnTo>
                    <a:pt x="1736" y="545"/>
                  </a:lnTo>
                  <a:lnTo>
                    <a:pt x="1655" y="404"/>
                  </a:lnTo>
                  <a:lnTo>
                    <a:pt x="1534" y="263"/>
                  </a:lnTo>
                  <a:lnTo>
                    <a:pt x="1413" y="162"/>
                  </a:lnTo>
                  <a:lnTo>
                    <a:pt x="1252" y="61"/>
                  </a:lnTo>
                  <a:lnTo>
                    <a:pt x="1090" y="20"/>
                  </a:lnTo>
                  <a:lnTo>
                    <a:pt x="909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3" name="Google Shape;73;p2"/>
            <p:cNvSpPr/>
            <p:nvPr/>
          </p:nvSpPr>
          <p:spPr>
            <a:xfrm flipH="1">
              <a:off x="-1524506" y="-1842340"/>
              <a:ext cx="104994" cy="104994"/>
            </a:xfrm>
            <a:custGeom>
              <a:rect b="b" l="l" r="r" t="t"/>
              <a:pathLst>
                <a:path extrusionOk="0" h="1878" w="1878">
                  <a:moveTo>
                    <a:pt x="949" y="82"/>
                  </a:moveTo>
                  <a:lnTo>
                    <a:pt x="1110" y="102"/>
                  </a:lnTo>
                  <a:lnTo>
                    <a:pt x="1272" y="142"/>
                  </a:lnTo>
                  <a:lnTo>
                    <a:pt x="1413" y="223"/>
                  </a:lnTo>
                  <a:lnTo>
                    <a:pt x="1554" y="324"/>
                  </a:lnTo>
                  <a:lnTo>
                    <a:pt x="1655" y="465"/>
                  </a:lnTo>
                  <a:lnTo>
                    <a:pt x="1736" y="606"/>
                  </a:lnTo>
                  <a:lnTo>
                    <a:pt x="1776" y="768"/>
                  </a:lnTo>
                  <a:lnTo>
                    <a:pt x="1796" y="949"/>
                  </a:lnTo>
                  <a:lnTo>
                    <a:pt x="1776" y="1111"/>
                  </a:lnTo>
                  <a:lnTo>
                    <a:pt x="1736" y="1272"/>
                  </a:lnTo>
                  <a:lnTo>
                    <a:pt x="1655" y="1414"/>
                  </a:lnTo>
                  <a:lnTo>
                    <a:pt x="1554" y="1555"/>
                  </a:lnTo>
                  <a:lnTo>
                    <a:pt x="1413" y="1656"/>
                  </a:lnTo>
                  <a:lnTo>
                    <a:pt x="1272" y="1736"/>
                  </a:lnTo>
                  <a:lnTo>
                    <a:pt x="1110" y="1777"/>
                  </a:lnTo>
                  <a:lnTo>
                    <a:pt x="949" y="1797"/>
                  </a:lnTo>
                  <a:lnTo>
                    <a:pt x="767" y="1777"/>
                  </a:lnTo>
                  <a:lnTo>
                    <a:pt x="606" y="1736"/>
                  </a:lnTo>
                  <a:lnTo>
                    <a:pt x="464" y="1656"/>
                  </a:lnTo>
                  <a:lnTo>
                    <a:pt x="323" y="1555"/>
                  </a:lnTo>
                  <a:lnTo>
                    <a:pt x="222" y="1414"/>
                  </a:lnTo>
                  <a:lnTo>
                    <a:pt x="142" y="1272"/>
                  </a:lnTo>
                  <a:lnTo>
                    <a:pt x="101" y="1111"/>
                  </a:lnTo>
                  <a:lnTo>
                    <a:pt x="81" y="949"/>
                  </a:lnTo>
                  <a:lnTo>
                    <a:pt x="101" y="768"/>
                  </a:lnTo>
                  <a:lnTo>
                    <a:pt x="142" y="606"/>
                  </a:lnTo>
                  <a:lnTo>
                    <a:pt x="222" y="465"/>
                  </a:lnTo>
                  <a:lnTo>
                    <a:pt x="323" y="324"/>
                  </a:lnTo>
                  <a:lnTo>
                    <a:pt x="464" y="223"/>
                  </a:lnTo>
                  <a:lnTo>
                    <a:pt x="606" y="142"/>
                  </a:lnTo>
                  <a:lnTo>
                    <a:pt x="767" y="102"/>
                  </a:lnTo>
                  <a:lnTo>
                    <a:pt x="949" y="82"/>
                  </a:lnTo>
                  <a:close/>
                  <a:moveTo>
                    <a:pt x="949" y="1"/>
                  </a:moveTo>
                  <a:lnTo>
                    <a:pt x="747" y="21"/>
                  </a:lnTo>
                  <a:lnTo>
                    <a:pt x="565" y="82"/>
                  </a:lnTo>
                  <a:lnTo>
                    <a:pt x="424" y="162"/>
                  </a:lnTo>
                  <a:lnTo>
                    <a:pt x="283" y="283"/>
                  </a:lnTo>
                  <a:lnTo>
                    <a:pt x="162" y="405"/>
                  </a:lnTo>
                  <a:lnTo>
                    <a:pt x="81" y="566"/>
                  </a:lnTo>
                  <a:lnTo>
                    <a:pt x="21" y="748"/>
                  </a:lnTo>
                  <a:lnTo>
                    <a:pt x="0" y="949"/>
                  </a:lnTo>
                  <a:lnTo>
                    <a:pt x="21" y="1131"/>
                  </a:lnTo>
                  <a:lnTo>
                    <a:pt x="81" y="1313"/>
                  </a:lnTo>
                  <a:lnTo>
                    <a:pt x="162" y="1474"/>
                  </a:lnTo>
                  <a:lnTo>
                    <a:pt x="283" y="1595"/>
                  </a:lnTo>
                  <a:lnTo>
                    <a:pt x="424" y="1716"/>
                  </a:lnTo>
                  <a:lnTo>
                    <a:pt x="565" y="1797"/>
                  </a:lnTo>
                  <a:lnTo>
                    <a:pt x="747" y="1857"/>
                  </a:lnTo>
                  <a:lnTo>
                    <a:pt x="949" y="1878"/>
                  </a:lnTo>
                  <a:lnTo>
                    <a:pt x="1130" y="1857"/>
                  </a:lnTo>
                  <a:lnTo>
                    <a:pt x="1312" y="1797"/>
                  </a:lnTo>
                  <a:lnTo>
                    <a:pt x="1473" y="1716"/>
                  </a:lnTo>
                  <a:lnTo>
                    <a:pt x="1615" y="1595"/>
                  </a:lnTo>
                  <a:lnTo>
                    <a:pt x="1716" y="1474"/>
                  </a:lnTo>
                  <a:lnTo>
                    <a:pt x="1817" y="1313"/>
                  </a:lnTo>
                  <a:lnTo>
                    <a:pt x="1857" y="1131"/>
                  </a:lnTo>
                  <a:lnTo>
                    <a:pt x="1877" y="949"/>
                  </a:lnTo>
                  <a:lnTo>
                    <a:pt x="1857" y="748"/>
                  </a:lnTo>
                  <a:lnTo>
                    <a:pt x="1817" y="566"/>
                  </a:lnTo>
                  <a:lnTo>
                    <a:pt x="1716" y="405"/>
                  </a:lnTo>
                  <a:lnTo>
                    <a:pt x="1615" y="283"/>
                  </a:lnTo>
                  <a:lnTo>
                    <a:pt x="1473" y="162"/>
                  </a:lnTo>
                  <a:lnTo>
                    <a:pt x="1312" y="82"/>
                  </a:lnTo>
                  <a:lnTo>
                    <a:pt x="1130" y="21"/>
                  </a:lnTo>
                  <a:lnTo>
                    <a:pt x="949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4" name="Google Shape;74;p2"/>
            <p:cNvSpPr/>
            <p:nvPr/>
          </p:nvSpPr>
          <p:spPr>
            <a:xfrm flipH="1">
              <a:off x="-3230321" y="-2914121"/>
              <a:ext cx="101584" cy="101640"/>
            </a:xfrm>
            <a:custGeom>
              <a:rect b="b" l="l" r="r" t="t"/>
              <a:pathLst>
                <a:path extrusionOk="0" h="1818" w="1817">
                  <a:moveTo>
                    <a:pt x="908" y="1"/>
                  </a:moveTo>
                  <a:lnTo>
                    <a:pt x="727" y="21"/>
                  </a:lnTo>
                  <a:lnTo>
                    <a:pt x="565" y="82"/>
                  </a:lnTo>
                  <a:lnTo>
                    <a:pt x="404" y="162"/>
                  </a:lnTo>
                  <a:lnTo>
                    <a:pt x="262" y="263"/>
                  </a:lnTo>
                  <a:lnTo>
                    <a:pt x="162" y="404"/>
                  </a:lnTo>
                  <a:lnTo>
                    <a:pt x="81" y="566"/>
                  </a:lnTo>
                  <a:lnTo>
                    <a:pt x="20" y="727"/>
                  </a:lnTo>
                  <a:lnTo>
                    <a:pt x="0" y="909"/>
                  </a:lnTo>
                  <a:lnTo>
                    <a:pt x="20" y="1091"/>
                  </a:lnTo>
                  <a:lnTo>
                    <a:pt x="81" y="1252"/>
                  </a:lnTo>
                  <a:lnTo>
                    <a:pt x="162" y="1413"/>
                  </a:lnTo>
                  <a:lnTo>
                    <a:pt x="262" y="1555"/>
                  </a:lnTo>
                  <a:lnTo>
                    <a:pt x="404" y="1656"/>
                  </a:lnTo>
                  <a:lnTo>
                    <a:pt x="565" y="1736"/>
                  </a:lnTo>
                  <a:lnTo>
                    <a:pt x="727" y="1797"/>
                  </a:lnTo>
                  <a:lnTo>
                    <a:pt x="908" y="1817"/>
                  </a:lnTo>
                  <a:lnTo>
                    <a:pt x="1090" y="1797"/>
                  </a:lnTo>
                  <a:lnTo>
                    <a:pt x="1251" y="1736"/>
                  </a:lnTo>
                  <a:lnTo>
                    <a:pt x="1413" y="1656"/>
                  </a:lnTo>
                  <a:lnTo>
                    <a:pt x="1534" y="1555"/>
                  </a:lnTo>
                  <a:lnTo>
                    <a:pt x="1655" y="1413"/>
                  </a:lnTo>
                  <a:lnTo>
                    <a:pt x="1736" y="1252"/>
                  </a:lnTo>
                  <a:lnTo>
                    <a:pt x="1796" y="1091"/>
                  </a:lnTo>
                  <a:lnTo>
                    <a:pt x="1816" y="909"/>
                  </a:lnTo>
                  <a:lnTo>
                    <a:pt x="1796" y="727"/>
                  </a:lnTo>
                  <a:lnTo>
                    <a:pt x="1736" y="566"/>
                  </a:lnTo>
                  <a:lnTo>
                    <a:pt x="1655" y="404"/>
                  </a:lnTo>
                  <a:lnTo>
                    <a:pt x="1534" y="263"/>
                  </a:lnTo>
                  <a:lnTo>
                    <a:pt x="1413" y="162"/>
                  </a:lnTo>
                  <a:lnTo>
                    <a:pt x="1251" y="82"/>
                  </a:lnTo>
                  <a:lnTo>
                    <a:pt x="1090" y="21"/>
                  </a:lnTo>
                  <a:lnTo>
                    <a:pt x="908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5" name="Google Shape;75;p2"/>
            <p:cNvSpPr/>
            <p:nvPr/>
          </p:nvSpPr>
          <p:spPr>
            <a:xfrm flipH="1">
              <a:off x="-3232558" y="-2916358"/>
              <a:ext cx="106112" cy="106112"/>
            </a:xfrm>
            <a:custGeom>
              <a:rect b="b" l="l" r="r" t="t"/>
              <a:pathLst>
                <a:path extrusionOk="0" h="1898" w="1898">
                  <a:moveTo>
                    <a:pt x="949" y="81"/>
                  </a:moveTo>
                  <a:lnTo>
                    <a:pt x="1131" y="101"/>
                  </a:lnTo>
                  <a:lnTo>
                    <a:pt x="1292" y="162"/>
                  </a:lnTo>
                  <a:lnTo>
                    <a:pt x="1434" y="243"/>
                  </a:lnTo>
                  <a:lnTo>
                    <a:pt x="1555" y="344"/>
                  </a:lnTo>
                  <a:lnTo>
                    <a:pt x="1655" y="465"/>
                  </a:lnTo>
                  <a:lnTo>
                    <a:pt x="1736" y="606"/>
                  </a:lnTo>
                  <a:lnTo>
                    <a:pt x="1797" y="767"/>
                  </a:lnTo>
                  <a:lnTo>
                    <a:pt x="1817" y="949"/>
                  </a:lnTo>
                  <a:lnTo>
                    <a:pt x="1797" y="1131"/>
                  </a:lnTo>
                  <a:lnTo>
                    <a:pt x="1736" y="1292"/>
                  </a:lnTo>
                  <a:lnTo>
                    <a:pt x="1655" y="1433"/>
                  </a:lnTo>
                  <a:lnTo>
                    <a:pt x="1555" y="1554"/>
                  </a:lnTo>
                  <a:lnTo>
                    <a:pt x="1434" y="1655"/>
                  </a:lnTo>
                  <a:lnTo>
                    <a:pt x="1292" y="1736"/>
                  </a:lnTo>
                  <a:lnTo>
                    <a:pt x="1131" y="1797"/>
                  </a:lnTo>
                  <a:lnTo>
                    <a:pt x="949" y="1817"/>
                  </a:lnTo>
                  <a:lnTo>
                    <a:pt x="768" y="1797"/>
                  </a:lnTo>
                  <a:lnTo>
                    <a:pt x="606" y="1736"/>
                  </a:lnTo>
                  <a:lnTo>
                    <a:pt x="465" y="1655"/>
                  </a:lnTo>
                  <a:lnTo>
                    <a:pt x="344" y="1554"/>
                  </a:lnTo>
                  <a:lnTo>
                    <a:pt x="243" y="1433"/>
                  </a:lnTo>
                  <a:lnTo>
                    <a:pt x="162" y="1292"/>
                  </a:lnTo>
                  <a:lnTo>
                    <a:pt x="102" y="1131"/>
                  </a:lnTo>
                  <a:lnTo>
                    <a:pt x="81" y="949"/>
                  </a:lnTo>
                  <a:lnTo>
                    <a:pt x="102" y="767"/>
                  </a:lnTo>
                  <a:lnTo>
                    <a:pt x="162" y="606"/>
                  </a:lnTo>
                  <a:lnTo>
                    <a:pt x="243" y="465"/>
                  </a:lnTo>
                  <a:lnTo>
                    <a:pt x="344" y="344"/>
                  </a:lnTo>
                  <a:lnTo>
                    <a:pt x="465" y="243"/>
                  </a:lnTo>
                  <a:lnTo>
                    <a:pt x="606" y="162"/>
                  </a:lnTo>
                  <a:lnTo>
                    <a:pt x="768" y="101"/>
                  </a:lnTo>
                  <a:lnTo>
                    <a:pt x="949" y="81"/>
                  </a:lnTo>
                  <a:close/>
                  <a:moveTo>
                    <a:pt x="949" y="0"/>
                  </a:moveTo>
                  <a:lnTo>
                    <a:pt x="768" y="21"/>
                  </a:lnTo>
                  <a:lnTo>
                    <a:pt x="586" y="81"/>
                  </a:lnTo>
                  <a:lnTo>
                    <a:pt x="425" y="162"/>
                  </a:lnTo>
                  <a:lnTo>
                    <a:pt x="283" y="283"/>
                  </a:lnTo>
                  <a:lnTo>
                    <a:pt x="162" y="424"/>
                  </a:lnTo>
                  <a:lnTo>
                    <a:pt x="81" y="586"/>
                  </a:lnTo>
                  <a:lnTo>
                    <a:pt x="21" y="767"/>
                  </a:lnTo>
                  <a:lnTo>
                    <a:pt x="1" y="949"/>
                  </a:lnTo>
                  <a:lnTo>
                    <a:pt x="21" y="1131"/>
                  </a:lnTo>
                  <a:lnTo>
                    <a:pt x="81" y="1312"/>
                  </a:lnTo>
                  <a:lnTo>
                    <a:pt x="162" y="1474"/>
                  </a:lnTo>
                  <a:lnTo>
                    <a:pt x="283" y="1615"/>
                  </a:lnTo>
                  <a:lnTo>
                    <a:pt x="425" y="1736"/>
                  </a:lnTo>
                  <a:lnTo>
                    <a:pt x="586" y="1817"/>
                  </a:lnTo>
                  <a:lnTo>
                    <a:pt x="768" y="1877"/>
                  </a:lnTo>
                  <a:lnTo>
                    <a:pt x="949" y="1897"/>
                  </a:lnTo>
                  <a:lnTo>
                    <a:pt x="1131" y="1877"/>
                  </a:lnTo>
                  <a:lnTo>
                    <a:pt x="1312" y="1817"/>
                  </a:lnTo>
                  <a:lnTo>
                    <a:pt x="1474" y="1736"/>
                  </a:lnTo>
                  <a:lnTo>
                    <a:pt x="1615" y="1615"/>
                  </a:lnTo>
                  <a:lnTo>
                    <a:pt x="1736" y="1474"/>
                  </a:lnTo>
                  <a:lnTo>
                    <a:pt x="1817" y="1312"/>
                  </a:lnTo>
                  <a:lnTo>
                    <a:pt x="1877" y="1131"/>
                  </a:lnTo>
                  <a:lnTo>
                    <a:pt x="1898" y="949"/>
                  </a:lnTo>
                  <a:lnTo>
                    <a:pt x="1877" y="767"/>
                  </a:lnTo>
                  <a:lnTo>
                    <a:pt x="1817" y="586"/>
                  </a:lnTo>
                  <a:lnTo>
                    <a:pt x="1736" y="424"/>
                  </a:lnTo>
                  <a:lnTo>
                    <a:pt x="1615" y="283"/>
                  </a:lnTo>
                  <a:lnTo>
                    <a:pt x="1474" y="162"/>
                  </a:lnTo>
                  <a:lnTo>
                    <a:pt x="1312" y="81"/>
                  </a:lnTo>
                  <a:lnTo>
                    <a:pt x="1131" y="21"/>
                  </a:lnTo>
                  <a:lnTo>
                    <a:pt x="949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6" name="Google Shape;76;p2"/>
            <p:cNvSpPr/>
            <p:nvPr/>
          </p:nvSpPr>
          <p:spPr>
            <a:xfrm flipH="1">
              <a:off x="-1102524" y="-4869280"/>
              <a:ext cx="101584" cy="100466"/>
            </a:xfrm>
            <a:custGeom>
              <a:rect b="b" l="l" r="r" t="t"/>
              <a:pathLst>
                <a:path extrusionOk="0" h="1797" w="1817">
                  <a:moveTo>
                    <a:pt x="909" y="1"/>
                  </a:moveTo>
                  <a:lnTo>
                    <a:pt x="727" y="21"/>
                  </a:lnTo>
                  <a:lnTo>
                    <a:pt x="566" y="61"/>
                  </a:lnTo>
                  <a:lnTo>
                    <a:pt x="404" y="142"/>
                  </a:lnTo>
                  <a:lnTo>
                    <a:pt x="283" y="263"/>
                  </a:lnTo>
                  <a:lnTo>
                    <a:pt x="162" y="384"/>
                  </a:lnTo>
                  <a:lnTo>
                    <a:pt x="81" y="546"/>
                  </a:lnTo>
                  <a:lnTo>
                    <a:pt x="21" y="707"/>
                  </a:lnTo>
                  <a:lnTo>
                    <a:pt x="1" y="889"/>
                  </a:lnTo>
                  <a:lnTo>
                    <a:pt x="21" y="1070"/>
                  </a:lnTo>
                  <a:lnTo>
                    <a:pt x="81" y="1252"/>
                  </a:lnTo>
                  <a:lnTo>
                    <a:pt x="162" y="1393"/>
                  </a:lnTo>
                  <a:lnTo>
                    <a:pt x="283" y="1534"/>
                  </a:lnTo>
                  <a:lnTo>
                    <a:pt x="404" y="1635"/>
                  </a:lnTo>
                  <a:lnTo>
                    <a:pt x="566" y="1716"/>
                  </a:lnTo>
                  <a:lnTo>
                    <a:pt x="727" y="1777"/>
                  </a:lnTo>
                  <a:lnTo>
                    <a:pt x="909" y="1797"/>
                  </a:lnTo>
                  <a:lnTo>
                    <a:pt x="1090" y="1777"/>
                  </a:lnTo>
                  <a:lnTo>
                    <a:pt x="1272" y="1716"/>
                  </a:lnTo>
                  <a:lnTo>
                    <a:pt x="1413" y="1635"/>
                  </a:lnTo>
                  <a:lnTo>
                    <a:pt x="1554" y="1534"/>
                  </a:lnTo>
                  <a:lnTo>
                    <a:pt x="1655" y="1393"/>
                  </a:lnTo>
                  <a:lnTo>
                    <a:pt x="1736" y="1252"/>
                  </a:lnTo>
                  <a:lnTo>
                    <a:pt x="1797" y="1070"/>
                  </a:lnTo>
                  <a:lnTo>
                    <a:pt x="1817" y="889"/>
                  </a:lnTo>
                  <a:lnTo>
                    <a:pt x="1797" y="707"/>
                  </a:lnTo>
                  <a:lnTo>
                    <a:pt x="1736" y="546"/>
                  </a:lnTo>
                  <a:lnTo>
                    <a:pt x="1655" y="384"/>
                  </a:lnTo>
                  <a:lnTo>
                    <a:pt x="1554" y="263"/>
                  </a:lnTo>
                  <a:lnTo>
                    <a:pt x="1413" y="142"/>
                  </a:lnTo>
                  <a:lnTo>
                    <a:pt x="1272" y="61"/>
                  </a:lnTo>
                  <a:lnTo>
                    <a:pt x="1090" y="21"/>
                  </a:lnTo>
                  <a:lnTo>
                    <a:pt x="909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7" name="Google Shape;77;p2"/>
            <p:cNvSpPr/>
            <p:nvPr/>
          </p:nvSpPr>
          <p:spPr>
            <a:xfrm flipH="1">
              <a:off x="-1104816" y="-4871516"/>
              <a:ext cx="106112" cy="104994"/>
            </a:xfrm>
            <a:custGeom>
              <a:rect b="b" l="l" r="r" t="t"/>
              <a:pathLst>
                <a:path extrusionOk="0" h="1878" w="1898">
                  <a:moveTo>
                    <a:pt x="949" y="81"/>
                  </a:moveTo>
                  <a:lnTo>
                    <a:pt x="1130" y="101"/>
                  </a:lnTo>
                  <a:lnTo>
                    <a:pt x="1292" y="142"/>
                  </a:lnTo>
                  <a:lnTo>
                    <a:pt x="1433" y="222"/>
                  </a:lnTo>
                  <a:lnTo>
                    <a:pt x="1554" y="323"/>
                  </a:lnTo>
                  <a:lnTo>
                    <a:pt x="1655" y="444"/>
                  </a:lnTo>
                  <a:lnTo>
                    <a:pt x="1736" y="606"/>
                  </a:lnTo>
                  <a:lnTo>
                    <a:pt x="1796" y="767"/>
                  </a:lnTo>
                  <a:lnTo>
                    <a:pt x="1816" y="929"/>
                  </a:lnTo>
                  <a:lnTo>
                    <a:pt x="1796" y="1110"/>
                  </a:lnTo>
                  <a:lnTo>
                    <a:pt x="1736" y="1272"/>
                  </a:lnTo>
                  <a:lnTo>
                    <a:pt x="1655" y="1413"/>
                  </a:lnTo>
                  <a:lnTo>
                    <a:pt x="1554" y="1534"/>
                  </a:lnTo>
                  <a:lnTo>
                    <a:pt x="1433" y="1655"/>
                  </a:lnTo>
                  <a:lnTo>
                    <a:pt x="1292" y="1736"/>
                  </a:lnTo>
                  <a:lnTo>
                    <a:pt x="1130" y="1776"/>
                  </a:lnTo>
                  <a:lnTo>
                    <a:pt x="949" y="1796"/>
                  </a:lnTo>
                  <a:lnTo>
                    <a:pt x="787" y="1776"/>
                  </a:lnTo>
                  <a:lnTo>
                    <a:pt x="626" y="1736"/>
                  </a:lnTo>
                  <a:lnTo>
                    <a:pt x="464" y="1655"/>
                  </a:lnTo>
                  <a:lnTo>
                    <a:pt x="343" y="1534"/>
                  </a:lnTo>
                  <a:lnTo>
                    <a:pt x="242" y="1413"/>
                  </a:lnTo>
                  <a:lnTo>
                    <a:pt x="162" y="1272"/>
                  </a:lnTo>
                  <a:lnTo>
                    <a:pt x="101" y="1110"/>
                  </a:lnTo>
                  <a:lnTo>
                    <a:pt x="81" y="929"/>
                  </a:lnTo>
                  <a:lnTo>
                    <a:pt x="101" y="767"/>
                  </a:lnTo>
                  <a:lnTo>
                    <a:pt x="162" y="606"/>
                  </a:lnTo>
                  <a:lnTo>
                    <a:pt x="242" y="444"/>
                  </a:lnTo>
                  <a:lnTo>
                    <a:pt x="343" y="323"/>
                  </a:lnTo>
                  <a:lnTo>
                    <a:pt x="464" y="222"/>
                  </a:lnTo>
                  <a:lnTo>
                    <a:pt x="626" y="142"/>
                  </a:lnTo>
                  <a:lnTo>
                    <a:pt x="787" y="101"/>
                  </a:lnTo>
                  <a:lnTo>
                    <a:pt x="949" y="81"/>
                  </a:lnTo>
                  <a:close/>
                  <a:moveTo>
                    <a:pt x="949" y="0"/>
                  </a:moveTo>
                  <a:lnTo>
                    <a:pt x="767" y="21"/>
                  </a:lnTo>
                  <a:lnTo>
                    <a:pt x="585" y="61"/>
                  </a:lnTo>
                  <a:lnTo>
                    <a:pt x="424" y="162"/>
                  </a:lnTo>
                  <a:lnTo>
                    <a:pt x="283" y="263"/>
                  </a:lnTo>
                  <a:lnTo>
                    <a:pt x="162" y="404"/>
                  </a:lnTo>
                  <a:lnTo>
                    <a:pt x="81" y="565"/>
                  </a:lnTo>
                  <a:lnTo>
                    <a:pt x="20" y="747"/>
                  </a:lnTo>
                  <a:lnTo>
                    <a:pt x="0" y="929"/>
                  </a:lnTo>
                  <a:lnTo>
                    <a:pt x="20" y="1130"/>
                  </a:lnTo>
                  <a:lnTo>
                    <a:pt x="81" y="1292"/>
                  </a:lnTo>
                  <a:lnTo>
                    <a:pt x="162" y="1453"/>
                  </a:lnTo>
                  <a:lnTo>
                    <a:pt x="283" y="1595"/>
                  </a:lnTo>
                  <a:lnTo>
                    <a:pt x="424" y="1716"/>
                  </a:lnTo>
                  <a:lnTo>
                    <a:pt x="585" y="1796"/>
                  </a:lnTo>
                  <a:lnTo>
                    <a:pt x="767" y="1857"/>
                  </a:lnTo>
                  <a:lnTo>
                    <a:pt x="949" y="1877"/>
                  </a:lnTo>
                  <a:lnTo>
                    <a:pt x="1150" y="1857"/>
                  </a:lnTo>
                  <a:lnTo>
                    <a:pt x="1312" y="1796"/>
                  </a:lnTo>
                  <a:lnTo>
                    <a:pt x="1473" y="1716"/>
                  </a:lnTo>
                  <a:lnTo>
                    <a:pt x="1615" y="1595"/>
                  </a:lnTo>
                  <a:lnTo>
                    <a:pt x="1736" y="1453"/>
                  </a:lnTo>
                  <a:lnTo>
                    <a:pt x="1816" y="1292"/>
                  </a:lnTo>
                  <a:lnTo>
                    <a:pt x="1877" y="1130"/>
                  </a:lnTo>
                  <a:lnTo>
                    <a:pt x="1897" y="929"/>
                  </a:lnTo>
                  <a:lnTo>
                    <a:pt x="1877" y="747"/>
                  </a:lnTo>
                  <a:lnTo>
                    <a:pt x="1816" y="565"/>
                  </a:lnTo>
                  <a:lnTo>
                    <a:pt x="1736" y="404"/>
                  </a:lnTo>
                  <a:lnTo>
                    <a:pt x="1615" y="263"/>
                  </a:lnTo>
                  <a:lnTo>
                    <a:pt x="1473" y="162"/>
                  </a:lnTo>
                  <a:lnTo>
                    <a:pt x="1312" y="61"/>
                  </a:lnTo>
                  <a:lnTo>
                    <a:pt x="1150" y="21"/>
                  </a:lnTo>
                  <a:lnTo>
                    <a:pt x="949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8" name="Google Shape;78;p2"/>
            <p:cNvSpPr/>
            <p:nvPr/>
          </p:nvSpPr>
          <p:spPr>
            <a:xfrm flipH="1">
              <a:off x="915810" y="-2826125"/>
              <a:ext cx="4584" cy="51994"/>
            </a:xfrm>
            <a:custGeom>
              <a:rect b="b" l="l" r="r" t="t"/>
              <a:pathLst>
                <a:path extrusionOk="0" h="930" w="82">
                  <a:moveTo>
                    <a:pt x="1" y="1"/>
                  </a:moveTo>
                  <a:lnTo>
                    <a:pt x="1" y="929"/>
                  </a:lnTo>
                  <a:lnTo>
                    <a:pt x="82" y="929"/>
                  </a:lnTo>
                  <a:lnTo>
                    <a:pt x="82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9" name="Google Shape;79;p2"/>
            <p:cNvSpPr/>
            <p:nvPr/>
          </p:nvSpPr>
          <p:spPr>
            <a:xfrm flipH="1">
              <a:off x="892105" y="-2802420"/>
              <a:ext cx="51938" cy="4584"/>
            </a:xfrm>
            <a:custGeom>
              <a:rect b="b" l="l" r="r" t="t"/>
              <a:pathLst>
                <a:path extrusionOk="0" h="82" w="929">
                  <a:moveTo>
                    <a:pt x="0" y="1"/>
                  </a:moveTo>
                  <a:lnTo>
                    <a:pt x="0" y="81"/>
                  </a:lnTo>
                  <a:lnTo>
                    <a:pt x="928" y="81"/>
                  </a:lnTo>
                  <a:lnTo>
                    <a:pt x="928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0" name="Google Shape;80;p2"/>
            <p:cNvSpPr/>
            <p:nvPr/>
          </p:nvSpPr>
          <p:spPr>
            <a:xfrm flipH="1">
              <a:off x="161018" y="-3857262"/>
              <a:ext cx="4584" cy="55348"/>
            </a:xfrm>
            <a:custGeom>
              <a:rect b="b" l="l" r="r" t="t"/>
              <a:pathLst>
                <a:path extrusionOk="0" h="990" w="82">
                  <a:moveTo>
                    <a:pt x="0" y="0"/>
                  </a:moveTo>
                  <a:lnTo>
                    <a:pt x="0" y="989"/>
                  </a:lnTo>
                  <a:lnTo>
                    <a:pt x="81" y="989"/>
                  </a:lnTo>
                  <a:lnTo>
                    <a:pt x="81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1" name="Google Shape;81;p2"/>
            <p:cNvSpPr/>
            <p:nvPr/>
          </p:nvSpPr>
          <p:spPr>
            <a:xfrm flipH="1">
              <a:off x="136195" y="-3832440"/>
              <a:ext cx="55348" cy="4529"/>
            </a:xfrm>
            <a:custGeom>
              <a:rect b="b" l="l" r="r" t="t"/>
              <a:pathLst>
                <a:path extrusionOk="0" h="81" w="990">
                  <a:moveTo>
                    <a:pt x="0" y="0"/>
                  </a:moveTo>
                  <a:lnTo>
                    <a:pt x="0" y="81"/>
                  </a:lnTo>
                  <a:lnTo>
                    <a:pt x="989" y="81"/>
                  </a:lnTo>
                  <a:lnTo>
                    <a:pt x="989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2" name="Google Shape;82;p2"/>
            <p:cNvSpPr/>
            <p:nvPr/>
          </p:nvSpPr>
          <p:spPr>
            <a:xfrm flipH="1">
              <a:off x="-2522936" y="-2096155"/>
              <a:ext cx="4584" cy="55348"/>
            </a:xfrm>
            <a:custGeom>
              <a:rect b="b" l="l" r="r" t="t"/>
              <a:pathLst>
                <a:path extrusionOk="0" h="990" w="82">
                  <a:moveTo>
                    <a:pt x="1" y="0"/>
                  </a:moveTo>
                  <a:lnTo>
                    <a:pt x="1" y="989"/>
                  </a:lnTo>
                  <a:lnTo>
                    <a:pt x="81" y="989"/>
                  </a:lnTo>
                  <a:lnTo>
                    <a:pt x="81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3" name="Google Shape;83;p2"/>
            <p:cNvSpPr/>
            <p:nvPr/>
          </p:nvSpPr>
          <p:spPr>
            <a:xfrm flipH="1">
              <a:off x="-2548878" y="-2071332"/>
              <a:ext cx="55348" cy="4584"/>
            </a:xfrm>
            <a:custGeom>
              <a:rect b="b" l="l" r="r" t="t"/>
              <a:pathLst>
                <a:path extrusionOk="0" h="82" w="990">
                  <a:moveTo>
                    <a:pt x="1" y="0"/>
                  </a:moveTo>
                  <a:lnTo>
                    <a:pt x="1" y="81"/>
                  </a:lnTo>
                  <a:lnTo>
                    <a:pt x="990" y="81"/>
                  </a:lnTo>
                  <a:lnTo>
                    <a:pt x="990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84" name="Google Shape;84;p2"/>
          <p:cNvSpPr/>
          <p:nvPr/>
        </p:nvSpPr>
        <p:spPr>
          <a:xfrm flipH="1">
            <a:off x="3923500" y="0"/>
            <a:ext cx="454800" cy="51435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85" name="Google Shape;85;p2"/>
          <p:cNvGrpSpPr/>
          <p:nvPr/>
        </p:nvGrpSpPr>
        <p:grpSpPr>
          <a:xfrm>
            <a:off x="8720580" y="1912541"/>
            <a:ext cx="1209708" cy="1147945"/>
            <a:chOff x="5235125" y="2636100"/>
            <a:chExt cx="796175" cy="755525"/>
          </a:xfrm>
        </p:grpSpPr>
        <p:sp>
          <p:nvSpPr>
            <p:cNvPr id="86" name="Google Shape;86;p2"/>
            <p:cNvSpPr/>
            <p:nvPr/>
          </p:nvSpPr>
          <p:spPr>
            <a:xfrm>
              <a:off x="5779275" y="2943825"/>
              <a:ext cx="35175" cy="33150"/>
            </a:xfrm>
            <a:custGeom>
              <a:rect b="b" l="l" r="r" t="t"/>
              <a:pathLst>
                <a:path extrusionOk="0" h="1326" w="1407">
                  <a:moveTo>
                    <a:pt x="724" y="1"/>
                  </a:moveTo>
                  <a:lnTo>
                    <a:pt x="1" y="683"/>
                  </a:lnTo>
                  <a:lnTo>
                    <a:pt x="21" y="724"/>
                  </a:lnTo>
                  <a:lnTo>
                    <a:pt x="61" y="744"/>
                  </a:lnTo>
                  <a:lnTo>
                    <a:pt x="181" y="784"/>
                  </a:lnTo>
                  <a:lnTo>
                    <a:pt x="322" y="824"/>
                  </a:lnTo>
                  <a:lnTo>
                    <a:pt x="382" y="864"/>
                  </a:lnTo>
                  <a:lnTo>
                    <a:pt x="422" y="884"/>
                  </a:lnTo>
                  <a:lnTo>
                    <a:pt x="503" y="1005"/>
                  </a:lnTo>
                  <a:lnTo>
                    <a:pt x="583" y="1105"/>
                  </a:lnTo>
                  <a:lnTo>
                    <a:pt x="704" y="1326"/>
                  </a:lnTo>
                  <a:lnTo>
                    <a:pt x="1406" y="623"/>
                  </a:lnTo>
                  <a:lnTo>
                    <a:pt x="724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7" name="Google Shape;87;p2"/>
            <p:cNvSpPr/>
            <p:nvPr/>
          </p:nvSpPr>
          <p:spPr>
            <a:xfrm>
              <a:off x="5885700" y="3044725"/>
              <a:ext cx="37175" cy="34675"/>
            </a:xfrm>
            <a:custGeom>
              <a:rect b="b" l="l" r="r" t="t"/>
              <a:pathLst>
                <a:path extrusionOk="0" h="1387" w="1487">
                  <a:moveTo>
                    <a:pt x="764" y="1"/>
                  </a:moveTo>
                  <a:lnTo>
                    <a:pt x="663" y="222"/>
                  </a:lnTo>
                  <a:lnTo>
                    <a:pt x="603" y="322"/>
                  </a:lnTo>
                  <a:lnTo>
                    <a:pt x="543" y="402"/>
                  </a:lnTo>
                  <a:lnTo>
                    <a:pt x="422" y="483"/>
                  </a:lnTo>
                  <a:lnTo>
                    <a:pt x="302" y="543"/>
                  </a:lnTo>
                  <a:lnTo>
                    <a:pt x="1" y="703"/>
                  </a:lnTo>
                  <a:lnTo>
                    <a:pt x="262" y="824"/>
                  </a:lnTo>
                  <a:lnTo>
                    <a:pt x="483" y="985"/>
                  </a:lnTo>
                  <a:lnTo>
                    <a:pt x="583" y="1065"/>
                  </a:lnTo>
                  <a:lnTo>
                    <a:pt x="643" y="1165"/>
                  </a:lnTo>
                  <a:lnTo>
                    <a:pt x="723" y="1266"/>
                  </a:lnTo>
                  <a:lnTo>
                    <a:pt x="764" y="1386"/>
                  </a:lnTo>
                  <a:lnTo>
                    <a:pt x="1486" y="703"/>
                  </a:lnTo>
                  <a:lnTo>
                    <a:pt x="764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8" name="Google Shape;88;p2"/>
            <p:cNvSpPr/>
            <p:nvPr/>
          </p:nvSpPr>
          <p:spPr>
            <a:xfrm>
              <a:off x="5562925" y="2636100"/>
              <a:ext cx="35675" cy="33175"/>
            </a:xfrm>
            <a:custGeom>
              <a:rect b="b" l="l" r="r" t="t"/>
              <a:pathLst>
                <a:path extrusionOk="0" h="1327" w="1427">
                  <a:moveTo>
                    <a:pt x="723" y="1"/>
                  </a:moveTo>
                  <a:lnTo>
                    <a:pt x="1" y="684"/>
                  </a:lnTo>
                  <a:lnTo>
                    <a:pt x="221" y="784"/>
                  </a:lnTo>
                  <a:lnTo>
                    <a:pt x="322" y="824"/>
                  </a:lnTo>
                  <a:lnTo>
                    <a:pt x="422" y="884"/>
                  </a:lnTo>
                  <a:lnTo>
                    <a:pt x="502" y="1005"/>
                  </a:lnTo>
                  <a:lnTo>
                    <a:pt x="583" y="1105"/>
                  </a:lnTo>
                  <a:lnTo>
                    <a:pt x="723" y="1326"/>
                  </a:lnTo>
                  <a:lnTo>
                    <a:pt x="1426" y="643"/>
                  </a:lnTo>
                  <a:lnTo>
                    <a:pt x="723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9" name="Google Shape;89;p2"/>
            <p:cNvSpPr/>
            <p:nvPr/>
          </p:nvSpPr>
          <p:spPr>
            <a:xfrm>
              <a:off x="5672850" y="2636100"/>
              <a:ext cx="33175" cy="32175"/>
            </a:xfrm>
            <a:custGeom>
              <a:rect b="b" l="l" r="r" t="t"/>
              <a:pathLst>
                <a:path extrusionOk="0" h="1287" w="1327">
                  <a:moveTo>
                    <a:pt x="664" y="1"/>
                  </a:moveTo>
                  <a:lnTo>
                    <a:pt x="1" y="664"/>
                  </a:lnTo>
                  <a:lnTo>
                    <a:pt x="664" y="1286"/>
                  </a:lnTo>
                  <a:lnTo>
                    <a:pt x="1326" y="623"/>
                  </a:lnTo>
                  <a:lnTo>
                    <a:pt x="664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0" name="Google Shape;90;p2"/>
            <p:cNvSpPr/>
            <p:nvPr/>
          </p:nvSpPr>
          <p:spPr>
            <a:xfrm>
              <a:off x="5886700" y="3351450"/>
              <a:ext cx="37675" cy="36675"/>
            </a:xfrm>
            <a:custGeom>
              <a:rect b="b" l="l" r="r" t="t"/>
              <a:pathLst>
                <a:path extrusionOk="0" h="1467" w="1507">
                  <a:moveTo>
                    <a:pt x="683" y="0"/>
                  </a:moveTo>
                  <a:lnTo>
                    <a:pt x="663" y="161"/>
                  </a:lnTo>
                  <a:lnTo>
                    <a:pt x="603" y="281"/>
                  </a:lnTo>
                  <a:lnTo>
                    <a:pt x="523" y="362"/>
                  </a:lnTo>
                  <a:lnTo>
                    <a:pt x="422" y="442"/>
                  </a:lnTo>
                  <a:lnTo>
                    <a:pt x="202" y="583"/>
                  </a:lnTo>
                  <a:lnTo>
                    <a:pt x="81" y="663"/>
                  </a:lnTo>
                  <a:lnTo>
                    <a:pt x="1" y="743"/>
                  </a:lnTo>
                  <a:lnTo>
                    <a:pt x="222" y="884"/>
                  </a:lnTo>
                  <a:lnTo>
                    <a:pt x="443" y="1004"/>
                  </a:lnTo>
                  <a:lnTo>
                    <a:pt x="523" y="1105"/>
                  </a:lnTo>
                  <a:lnTo>
                    <a:pt x="603" y="1205"/>
                  </a:lnTo>
                  <a:lnTo>
                    <a:pt x="663" y="1326"/>
                  </a:lnTo>
                  <a:lnTo>
                    <a:pt x="683" y="1466"/>
                  </a:lnTo>
                  <a:lnTo>
                    <a:pt x="764" y="1446"/>
                  </a:lnTo>
                  <a:lnTo>
                    <a:pt x="824" y="1406"/>
                  </a:lnTo>
                  <a:lnTo>
                    <a:pt x="864" y="1346"/>
                  </a:lnTo>
                  <a:lnTo>
                    <a:pt x="904" y="1285"/>
                  </a:lnTo>
                  <a:lnTo>
                    <a:pt x="965" y="1145"/>
                  </a:lnTo>
                  <a:lnTo>
                    <a:pt x="985" y="1085"/>
                  </a:lnTo>
                  <a:lnTo>
                    <a:pt x="1025" y="1044"/>
                  </a:lnTo>
                  <a:lnTo>
                    <a:pt x="1145" y="964"/>
                  </a:lnTo>
                  <a:lnTo>
                    <a:pt x="1266" y="884"/>
                  </a:lnTo>
                  <a:lnTo>
                    <a:pt x="1507" y="743"/>
                  </a:lnTo>
                  <a:lnTo>
                    <a:pt x="68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1" name="Google Shape;91;p2"/>
            <p:cNvSpPr/>
            <p:nvPr/>
          </p:nvSpPr>
          <p:spPr>
            <a:xfrm>
              <a:off x="5563925" y="2738525"/>
              <a:ext cx="35675" cy="34150"/>
            </a:xfrm>
            <a:custGeom>
              <a:rect b="b" l="l" r="r" t="t"/>
              <a:pathLst>
                <a:path extrusionOk="0" h="1366" w="1427">
                  <a:moveTo>
                    <a:pt x="703" y="0"/>
                  </a:moveTo>
                  <a:lnTo>
                    <a:pt x="1" y="643"/>
                  </a:lnTo>
                  <a:lnTo>
                    <a:pt x="744" y="1366"/>
                  </a:lnTo>
                  <a:lnTo>
                    <a:pt x="784" y="1225"/>
                  </a:lnTo>
                  <a:lnTo>
                    <a:pt x="844" y="1125"/>
                  </a:lnTo>
                  <a:lnTo>
                    <a:pt x="924" y="1024"/>
                  </a:lnTo>
                  <a:lnTo>
                    <a:pt x="1005" y="944"/>
                  </a:lnTo>
                  <a:lnTo>
                    <a:pt x="1105" y="864"/>
                  </a:lnTo>
                  <a:lnTo>
                    <a:pt x="1205" y="803"/>
                  </a:lnTo>
                  <a:lnTo>
                    <a:pt x="1426" y="683"/>
                  </a:lnTo>
                  <a:lnTo>
                    <a:pt x="1346" y="582"/>
                  </a:lnTo>
                  <a:lnTo>
                    <a:pt x="1266" y="522"/>
                  </a:lnTo>
                  <a:lnTo>
                    <a:pt x="1045" y="402"/>
                  </a:lnTo>
                  <a:lnTo>
                    <a:pt x="964" y="342"/>
                  </a:lnTo>
                  <a:lnTo>
                    <a:pt x="884" y="281"/>
                  </a:lnTo>
                  <a:lnTo>
                    <a:pt x="824" y="181"/>
                  </a:lnTo>
                  <a:lnTo>
                    <a:pt x="804" y="40"/>
                  </a:lnTo>
                  <a:lnTo>
                    <a:pt x="784" y="20"/>
                  </a:lnTo>
                  <a:lnTo>
                    <a:pt x="744" y="20"/>
                  </a:lnTo>
                  <a:lnTo>
                    <a:pt x="70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2" name="Google Shape;92;p2"/>
            <p:cNvSpPr/>
            <p:nvPr/>
          </p:nvSpPr>
          <p:spPr>
            <a:xfrm>
              <a:off x="5671350" y="2738025"/>
              <a:ext cx="35675" cy="35650"/>
            </a:xfrm>
            <a:custGeom>
              <a:rect b="b" l="l" r="r" t="t"/>
              <a:pathLst>
                <a:path extrusionOk="0" h="1426" w="1427">
                  <a:moveTo>
                    <a:pt x="724" y="0"/>
                  </a:moveTo>
                  <a:lnTo>
                    <a:pt x="1" y="703"/>
                  </a:lnTo>
                  <a:lnTo>
                    <a:pt x="121" y="743"/>
                  </a:lnTo>
                  <a:lnTo>
                    <a:pt x="242" y="823"/>
                  </a:lnTo>
                  <a:lnTo>
                    <a:pt x="342" y="884"/>
                  </a:lnTo>
                  <a:lnTo>
                    <a:pt x="422" y="984"/>
                  </a:lnTo>
                  <a:lnTo>
                    <a:pt x="603" y="1185"/>
                  </a:lnTo>
                  <a:lnTo>
                    <a:pt x="744" y="1426"/>
                  </a:lnTo>
                  <a:lnTo>
                    <a:pt x="844" y="1165"/>
                  </a:lnTo>
                  <a:lnTo>
                    <a:pt x="904" y="1064"/>
                  </a:lnTo>
                  <a:lnTo>
                    <a:pt x="964" y="984"/>
                  </a:lnTo>
                  <a:lnTo>
                    <a:pt x="1065" y="904"/>
                  </a:lnTo>
                  <a:lnTo>
                    <a:pt x="1185" y="823"/>
                  </a:lnTo>
                  <a:lnTo>
                    <a:pt x="1426" y="683"/>
                  </a:lnTo>
                  <a:lnTo>
                    <a:pt x="724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3" name="Google Shape;93;p2"/>
            <p:cNvSpPr/>
            <p:nvPr/>
          </p:nvSpPr>
          <p:spPr>
            <a:xfrm>
              <a:off x="5780775" y="2738525"/>
              <a:ext cx="33675" cy="31150"/>
            </a:xfrm>
            <a:custGeom>
              <a:rect b="b" l="l" r="r" t="t"/>
              <a:pathLst>
                <a:path extrusionOk="0" h="1246" w="1347">
                  <a:moveTo>
                    <a:pt x="664" y="0"/>
                  </a:moveTo>
                  <a:lnTo>
                    <a:pt x="1" y="663"/>
                  </a:lnTo>
                  <a:lnTo>
                    <a:pt x="664" y="1245"/>
                  </a:lnTo>
                  <a:lnTo>
                    <a:pt x="1346" y="663"/>
                  </a:lnTo>
                  <a:lnTo>
                    <a:pt x="664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4" name="Google Shape;94;p2"/>
            <p:cNvSpPr/>
            <p:nvPr/>
          </p:nvSpPr>
          <p:spPr>
            <a:xfrm>
              <a:off x="5777775" y="3352450"/>
              <a:ext cx="38175" cy="34150"/>
            </a:xfrm>
            <a:custGeom>
              <a:rect b="b" l="l" r="r" t="t"/>
              <a:pathLst>
                <a:path extrusionOk="0" h="1366" w="1527">
                  <a:moveTo>
                    <a:pt x="703" y="0"/>
                  </a:moveTo>
                  <a:lnTo>
                    <a:pt x="663" y="121"/>
                  </a:lnTo>
                  <a:lnTo>
                    <a:pt x="623" y="221"/>
                  </a:lnTo>
                  <a:lnTo>
                    <a:pt x="563" y="322"/>
                  </a:lnTo>
                  <a:lnTo>
                    <a:pt x="462" y="402"/>
                  </a:lnTo>
                  <a:lnTo>
                    <a:pt x="382" y="462"/>
                  </a:lnTo>
                  <a:lnTo>
                    <a:pt x="262" y="522"/>
                  </a:lnTo>
                  <a:lnTo>
                    <a:pt x="1" y="623"/>
                  </a:lnTo>
                  <a:lnTo>
                    <a:pt x="41" y="683"/>
                  </a:lnTo>
                  <a:lnTo>
                    <a:pt x="61" y="723"/>
                  </a:lnTo>
                  <a:lnTo>
                    <a:pt x="161" y="804"/>
                  </a:lnTo>
                  <a:lnTo>
                    <a:pt x="282" y="884"/>
                  </a:lnTo>
                  <a:lnTo>
                    <a:pt x="402" y="924"/>
                  </a:lnTo>
                  <a:lnTo>
                    <a:pt x="523" y="1004"/>
                  </a:lnTo>
                  <a:lnTo>
                    <a:pt x="623" y="1085"/>
                  </a:lnTo>
                  <a:lnTo>
                    <a:pt x="643" y="1125"/>
                  </a:lnTo>
                  <a:lnTo>
                    <a:pt x="683" y="1185"/>
                  </a:lnTo>
                  <a:lnTo>
                    <a:pt x="683" y="1265"/>
                  </a:lnTo>
                  <a:lnTo>
                    <a:pt x="683" y="1346"/>
                  </a:lnTo>
                  <a:lnTo>
                    <a:pt x="743" y="1366"/>
                  </a:lnTo>
                  <a:lnTo>
                    <a:pt x="784" y="1366"/>
                  </a:lnTo>
                  <a:lnTo>
                    <a:pt x="1527" y="663"/>
                  </a:lnTo>
                  <a:lnTo>
                    <a:pt x="1426" y="583"/>
                  </a:lnTo>
                  <a:lnTo>
                    <a:pt x="1326" y="543"/>
                  </a:lnTo>
                  <a:lnTo>
                    <a:pt x="1145" y="422"/>
                  </a:lnTo>
                  <a:lnTo>
                    <a:pt x="1045" y="362"/>
                  </a:lnTo>
                  <a:lnTo>
                    <a:pt x="984" y="261"/>
                  </a:lnTo>
                  <a:lnTo>
                    <a:pt x="924" y="161"/>
                  </a:lnTo>
                  <a:lnTo>
                    <a:pt x="904" y="41"/>
                  </a:lnTo>
                  <a:lnTo>
                    <a:pt x="864" y="21"/>
                  </a:lnTo>
                  <a:lnTo>
                    <a:pt x="824" y="21"/>
                  </a:lnTo>
                  <a:lnTo>
                    <a:pt x="70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5" name="Google Shape;95;p2"/>
            <p:cNvSpPr/>
            <p:nvPr/>
          </p:nvSpPr>
          <p:spPr>
            <a:xfrm>
              <a:off x="5669350" y="3350450"/>
              <a:ext cx="40175" cy="39175"/>
            </a:xfrm>
            <a:custGeom>
              <a:rect b="b" l="l" r="r" t="t"/>
              <a:pathLst>
                <a:path extrusionOk="0" h="1567" w="1607">
                  <a:moveTo>
                    <a:pt x="864" y="0"/>
                  </a:moveTo>
                  <a:lnTo>
                    <a:pt x="783" y="20"/>
                  </a:lnTo>
                  <a:lnTo>
                    <a:pt x="723" y="60"/>
                  </a:lnTo>
                  <a:lnTo>
                    <a:pt x="683" y="121"/>
                  </a:lnTo>
                  <a:lnTo>
                    <a:pt x="663" y="181"/>
                  </a:lnTo>
                  <a:lnTo>
                    <a:pt x="623" y="321"/>
                  </a:lnTo>
                  <a:lnTo>
                    <a:pt x="583" y="382"/>
                  </a:lnTo>
                  <a:lnTo>
                    <a:pt x="542" y="422"/>
                  </a:lnTo>
                  <a:lnTo>
                    <a:pt x="422" y="522"/>
                  </a:lnTo>
                  <a:lnTo>
                    <a:pt x="281" y="602"/>
                  </a:lnTo>
                  <a:lnTo>
                    <a:pt x="0" y="763"/>
                  </a:lnTo>
                  <a:lnTo>
                    <a:pt x="201" y="763"/>
                  </a:lnTo>
                  <a:lnTo>
                    <a:pt x="281" y="803"/>
                  </a:lnTo>
                  <a:lnTo>
                    <a:pt x="362" y="823"/>
                  </a:lnTo>
                  <a:lnTo>
                    <a:pt x="402" y="884"/>
                  </a:lnTo>
                  <a:lnTo>
                    <a:pt x="462" y="944"/>
                  </a:lnTo>
                  <a:lnTo>
                    <a:pt x="542" y="1064"/>
                  </a:lnTo>
                  <a:lnTo>
                    <a:pt x="603" y="1225"/>
                  </a:lnTo>
                  <a:lnTo>
                    <a:pt x="703" y="1366"/>
                  </a:lnTo>
                  <a:lnTo>
                    <a:pt x="743" y="1426"/>
                  </a:lnTo>
                  <a:lnTo>
                    <a:pt x="804" y="1486"/>
                  </a:lnTo>
                  <a:lnTo>
                    <a:pt x="884" y="1526"/>
                  </a:lnTo>
                  <a:lnTo>
                    <a:pt x="964" y="1566"/>
                  </a:lnTo>
                  <a:lnTo>
                    <a:pt x="924" y="1466"/>
                  </a:lnTo>
                  <a:lnTo>
                    <a:pt x="924" y="1366"/>
                  </a:lnTo>
                  <a:lnTo>
                    <a:pt x="924" y="1285"/>
                  </a:lnTo>
                  <a:lnTo>
                    <a:pt x="944" y="1225"/>
                  </a:lnTo>
                  <a:lnTo>
                    <a:pt x="964" y="1165"/>
                  </a:lnTo>
                  <a:lnTo>
                    <a:pt x="1024" y="1104"/>
                  </a:lnTo>
                  <a:lnTo>
                    <a:pt x="1125" y="1024"/>
                  </a:lnTo>
                  <a:lnTo>
                    <a:pt x="1265" y="964"/>
                  </a:lnTo>
                  <a:lnTo>
                    <a:pt x="1406" y="884"/>
                  </a:lnTo>
                  <a:lnTo>
                    <a:pt x="1526" y="783"/>
                  </a:lnTo>
                  <a:lnTo>
                    <a:pt x="1567" y="723"/>
                  </a:lnTo>
                  <a:lnTo>
                    <a:pt x="1607" y="643"/>
                  </a:lnTo>
                  <a:lnTo>
                    <a:pt x="1446" y="643"/>
                  </a:lnTo>
                  <a:lnTo>
                    <a:pt x="1306" y="623"/>
                  </a:lnTo>
                  <a:lnTo>
                    <a:pt x="1205" y="562"/>
                  </a:lnTo>
                  <a:lnTo>
                    <a:pt x="1105" y="482"/>
                  </a:lnTo>
                  <a:lnTo>
                    <a:pt x="1024" y="382"/>
                  </a:lnTo>
                  <a:lnTo>
                    <a:pt x="964" y="261"/>
                  </a:lnTo>
                  <a:lnTo>
                    <a:pt x="864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6" name="Google Shape;96;p2"/>
            <p:cNvSpPr/>
            <p:nvPr/>
          </p:nvSpPr>
          <p:spPr>
            <a:xfrm>
              <a:off x="5562425" y="3350950"/>
              <a:ext cx="41700" cy="38175"/>
            </a:xfrm>
            <a:custGeom>
              <a:rect b="b" l="l" r="r" t="t"/>
              <a:pathLst>
                <a:path extrusionOk="0" h="1527" w="1668">
                  <a:moveTo>
                    <a:pt x="683" y="0"/>
                  </a:moveTo>
                  <a:lnTo>
                    <a:pt x="543" y="281"/>
                  </a:lnTo>
                  <a:lnTo>
                    <a:pt x="462" y="402"/>
                  </a:lnTo>
                  <a:lnTo>
                    <a:pt x="382" y="502"/>
                  </a:lnTo>
                  <a:lnTo>
                    <a:pt x="322" y="542"/>
                  </a:lnTo>
                  <a:lnTo>
                    <a:pt x="261" y="562"/>
                  </a:lnTo>
                  <a:lnTo>
                    <a:pt x="141" y="582"/>
                  </a:lnTo>
                  <a:lnTo>
                    <a:pt x="81" y="603"/>
                  </a:lnTo>
                  <a:lnTo>
                    <a:pt x="21" y="623"/>
                  </a:lnTo>
                  <a:lnTo>
                    <a:pt x="0" y="663"/>
                  </a:lnTo>
                  <a:lnTo>
                    <a:pt x="0" y="703"/>
                  </a:lnTo>
                  <a:lnTo>
                    <a:pt x="844" y="1526"/>
                  </a:lnTo>
                  <a:lnTo>
                    <a:pt x="884" y="1366"/>
                  </a:lnTo>
                  <a:lnTo>
                    <a:pt x="924" y="1245"/>
                  </a:lnTo>
                  <a:lnTo>
                    <a:pt x="1004" y="1145"/>
                  </a:lnTo>
                  <a:lnTo>
                    <a:pt x="1105" y="1044"/>
                  </a:lnTo>
                  <a:lnTo>
                    <a:pt x="1225" y="964"/>
                  </a:lnTo>
                  <a:lnTo>
                    <a:pt x="1346" y="884"/>
                  </a:lnTo>
                  <a:lnTo>
                    <a:pt x="1667" y="743"/>
                  </a:lnTo>
                  <a:lnTo>
                    <a:pt x="1265" y="562"/>
                  </a:lnTo>
                  <a:lnTo>
                    <a:pt x="1125" y="482"/>
                  </a:lnTo>
                  <a:lnTo>
                    <a:pt x="1004" y="402"/>
                  </a:lnTo>
                  <a:lnTo>
                    <a:pt x="964" y="362"/>
                  </a:lnTo>
                  <a:lnTo>
                    <a:pt x="944" y="301"/>
                  </a:lnTo>
                  <a:lnTo>
                    <a:pt x="904" y="161"/>
                  </a:lnTo>
                  <a:lnTo>
                    <a:pt x="884" y="101"/>
                  </a:lnTo>
                  <a:lnTo>
                    <a:pt x="844" y="40"/>
                  </a:lnTo>
                  <a:lnTo>
                    <a:pt x="784" y="20"/>
                  </a:lnTo>
                  <a:lnTo>
                    <a:pt x="68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7" name="Google Shape;97;p2"/>
            <p:cNvSpPr/>
            <p:nvPr/>
          </p:nvSpPr>
          <p:spPr>
            <a:xfrm>
              <a:off x="5455500" y="3351450"/>
              <a:ext cx="41700" cy="38175"/>
            </a:xfrm>
            <a:custGeom>
              <a:rect b="b" l="l" r="r" t="t"/>
              <a:pathLst>
                <a:path extrusionOk="0" h="1527" w="1668">
                  <a:moveTo>
                    <a:pt x="743" y="0"/>
                  </a:moveTo>
                  <a:lnTo>
                    <a:pt x="0" y="723"/>
                  </a:lnTo>
                  <a:lnTo>
                    <a:pt x="784" y="1526"/>
                  </a:lnTo>
                  <a:lnTo>
                    <a:pt x="824" y="1386"/>
                  </a:lnTo>
                  <a:lnTo>
                    <a:pt x="884" y="1245"/>
                  </a:lnTo>
                  <a:lnTo>
                    <a:pt x="964" y="1125"/>
                  </a:lnTo>
                  <a:lnTo>
                    <a:pt x="1065" y="1044"/>
                  </a:lnTo>
                  <a:lnTo>
                    <a:pt x="1185" y="964"/>
                  </a:lnTo>
                  <a:lnTo>
                    <a:pt x="1326" y="884"/>
                  </a:lnTo>
                  <a:lnTo>
                    <a:pt x="1667" y="743"/>
                  </a:lnTo>
                  <a:lnTo>
                    <a:pt x="1266" y="583"/>
                  </a:lnTo>
                  <a:lnTo>
                    <a:pt x="1125" y="502"/>
                  </a:lnTo>
                  <a:lnTo>
                    <a:pt x="1025" y="442"/>
                  </a:lnTo>
                  <a:lnTo>
                    <a:pt x="944" y="342"/>
                  </a:lnTo>
                  <a:lnTo>
                    <a:pt x="864" y="221"/>
                  </a:lnTo>
                  <a:lnTo>
                    <a:pt x="74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8" name="Google Shape;98;p2"/>
            <p:cNvSpPr/>
            <p:nvPr/>
          </p:nvSpPr>
          <p:spPr>
            <a:xfrm>
              <a:off x="5887700" y="3250550"/>
              <a:ext cx="36675" cy="34150"/>
            </a:xfrm>
            <a:custGeom>
              <a:rect b="b" l="l" r="r" t="t"/>
              <a:pathLst>
                <a:path extrusionOk="0" h="1366" w="1467">
                  <a:moveTo>
                    <a:pt x="724" y="0"/>
                  </a:moveTo>
                  <a:lnTo>
                    <a:pt x="1" y="663"/>
                  </a:lnTo>
                  <a:lnTo>
                    <a:pt x="744" y="1366"/>
                  </a:lnTo>
                  <a:lnTo>
                    <a:pt x="864" y="1145"/>
                  </a:lnTo>
                  <a:lnTo>
                    <a:pt x="1025" y="964"/>
                  </a:lnTo>
                  <a:lnTo>
                    <a:pt x="1125" y="884"/>
                  </a:lnTo>
                  <a:lnTo>
                    <a:pt x="1226" y="803"/>
                  </a:lnTo>
                  <a:lnTo>
                    <a:pt x="1346" y="743"/>
                  </a:lnTo>
                  <a:lnTo>
                    <a:pt x="1467" y="703"/>
                  </a:lnTo>
                  <a:lnTo>
                    <a:pt x="1386" y="603"/>
                  </a:lnTo>
                  <a:lnTo>
                    <a:pt x="1286" y="542"/>
                  </a:lnTo>
                  <a:lnTo>
                    <a:pt x="1085" y="422"/>
                  </a:lnTo>
                  <a:lnTo>
                    <a:pt x="985" y="342"/>
                  </a:lnTo>
                  <a:lnTo>
                    <a:pt x="904" y="261"/>
                  </a:lnTo>
                  <a:lnTo>
                    <a:pt x="864" y="161"/>
                  </a:lnTo>
                  <a:lnTo>
                    <a:pt x="824" y="40"/>
                  </a:lnTo>
                  <a:lnTo>
                    <a:pt x="804" y="20"/>
                  </a:lnTo>
                  <a:lnTo>
                    <a:pt x="764" y="20"/>
                  </a:lnTo>
                  <a:lnTo>
                    <a:pt x="724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9" name="Google Shape;99;p2"/>
            <p:cNvSpPr/>
            <p:nvPr/>
          </p:nvSpPr>
          <p:spPr>
            <a:xfrm>
              <a:off x="5558900" y="2837900"/>
              <a:ext cx="42200" cy="36675"/>
            </a:xfrm>
            <a:custGeom>
              <a:rect b="b" l="l" r="r" t="t"/>
              <a:pathLst>
                <a:path extrusionOk="0" h="1467" w="1688">
                  <a:moveTo>
                    <a:pt x="864" y="1"/>
                  </a:moveTo>
                  <a:lnTo>
                    <a:pt x="764" y="262"/>
                  </a:lnTo>
                  <a:lnTo>
                    <a:pt x="704" y="362"/>
                  </a:lnTo>
                  <a:lnTo>
                    <a:pt x="643" y="463"/>
                  </a:lnTo>
                  <a:lnTo>
                    <a:pt x="523" y="543"/>
                  </a:lnTo>
                  <a:lnTo>
                    <a:pt x="382" y="623"/>
                  </a:lnTo>
                  <a:lnTo>
                    <a:pt x="1" y="844"/>
                  </a:lnTo>
                  <a:lnTo>
                    <a:pt x="162" y="864"/>
                  </a:lnTo>
                  <a:lnTo>
                    <a:pt x="302" y="904"/>
                  </a:lnTo>
                  <a:lnTo>
                    <a:pt x="423" y="965"/>
                  </a:lnTo>
                  <a:lnTo>
                    <a:pt x="543" y="1025"/>
                  </a:lnTo>
                  <a:lnTo>
                    <a:pt x="623" y="1085"/>
                  </a:lnTo>
                  <a:lnTo>
                    <a:pt x="704" y="1186"/>
                  </a:lnTo>
                  <a:lnTo>
                    <a:pt x="744" y="1286"/>
                  </a:lnTo>
                  <a:lnTo>
                    <a:pt x="784" y="1406"/>
                  </a:lnTo>
                  <a:lnTo>
                    <a:pt x="804" y="1427"/>
                  </a:lnTo>
                  <a:lnTo>
                    <a:pt x="864" y="1447"/>
                  </a:lnTo>
                  <a:lnTo>
                    <a:pt x="985" y="1467"/>
                  </a:lnTo>
                  <a:lnTo>
                    <a:pt x="1045" y="1286"/>
                  </a:lnTo>
                  <a:lnTo>
                    <a:pt x="1065" y="1206"/>
                  </a:lnTo>
                  <a:lnTo>
                    <a:pt x="1105" y="1145"/>
                  </a:lnTo>
                  <a:lnTo>
                    <a:pt x="1246" y="1045"/>
                  </a:lnTo>
                  <a:lnTo>
                    <a:pt x="1386" y="945"/>
                  </a:lnTo>
                  <a:lnTo>
                    <a:pt x="1688" y="744"/>
                  </a:lnTo>
                  <a:lnTo>
                    <a:pt x="1547" y="684"/>
                  </a:lnTo>
                  <a:lnTo>
                    <a:pt x="1427" y="623"/>
                  </a:lnTo>
                  <a:lnTo>
                    <a:pt x="1306" y="543"/>
                  </a:lnTo>
                  <a:lnTo>
                    <a:pt x="1206" y="463"/>
                  </a:lnTo>
                  <a:lnTo>
                    <a:pt x="1105" y="362"/>
                  </a:lnTo>
                  <a:lnTo>
                    <a:pt x="1025" y="262"/>
                  </a:lnTo>
                  <a:lnTo>
                    <a:pt x="864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0" name="Google Shape;100;p2"/>
            <p:cNvSpPr/>
            <p:nvPr/>
          </p:nvSpPr>
          <p:spPr>
            <a:xfrm>
              <a:off x="5672350" y="2840925"/>
              <a:ext cx="35175" cy="33150"/>
            </a:xfrm>
            <a:custGeom>
              <a:rect b="b" l="l" r="r" t="t"/>
              <a:pathLst>
                <a:path extrusionOk="0" h="1326" w="1407">
                  <a:moveTo>
                    <a:pt x="684" y="0"/>
                  </a:moveTo>
                  <a:lnTo>
                    <a:pt x="1" y="663"/>
                  </a:lnTo>
                  <a:lnTo>
                    <a:pt x="724" y="1326"/>
                  </a:lnTo>
                  <a:lnTo>
                    <a:pt x="764" y="1225"/>
                  </a:lnTo>
                  <a:lnTo>
                    <a:pt x="824" y="1105"/>
                  </a:lnTo>
                  <a:lnTo>
                    <a:pt x="904" y="1024"/>
                  </a:lnTo>
                  <a:lnTo>
                    <a:pt x="985" y="944"/>
                  </a:lnTo>
                  <a:lnTo>
                    <a:pt x="1186" y="804"/>
                  </a:lnTo>
                  <a:lnTo>
                    <a:pt x="1406" y="683"/>
                  </a:lnTo>
                  <a:lnTo>
                    <a:pt x="1326" y="583"/>
                  </a:lnTo>
                  <a:lnTo>
                    <a:pt x="1246" y="522"/>
                  </a:lnTo>
                  <a:lnTo>
                    <a:pt x="1045" y="402"/>
                  </a:lnTo>
                  <a:lnTo>
                    <a:pt x="945" y="342"/>
                  </a:lnTo>
                  <a:lnTo>
                    <a:pt x="864" y="261"/>
                  </a:lnTo>
                  <a:lnTo>
                    <a:pt x="804" y="161"/>
                  </a:lnTo>
                  <a:lnTo>
                    <a:pt x="784" y="41"/>
                  </a:lnTo>
                  <a:lnTo>
                    <a:pt x="764" y="20"/>
                  </a:lnTo>
                  <a:lnTo>
                    <a:pt x="724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1" name="Google Shape;101;p2"/>
            <p:cNvSpPr/>
            <p:nvPr/>
          </p:nvSpPr>
          <p:spPr>
            <a:xfrm>
              <a:off x="5780775" y="2841425"/>
              <a:ext cx="33675" cy="31650"/>
            </a:xfrm>
            <a:custGeom>
              <a:rect b="b" l="l" r="r" t="t"/>
              <a:pathLst>
                <a:path extrusionOk="0" h="1266" w="1347">
                  <a:moveTo>
                    <a:pt x="664" y="0"/>
                  </a:moveTo>
                  <a:lnTo>
                    <a:pt x="1" y="623"/>
                  </a:lnTo>
                  <a:lnTo>
                    <a:pt x="684" y="1265"/>
                  </a:lnTo>
                  <a:lnTo>
                    <a:pt x="1346" y="603"/>
                  </a:lnTo>
                  <a:lnTo>
                    <a:pt x="664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2" name="Google Shape;102;p2"/>
            <p:cNvSpPr/>
            <p:nvPr/>
          </p:nvSpPr>
          <p:spPr>
            <a:xfrm>
              <a:off x="5779275" y="3246525"/>
              <a:ext cx="36175" cy="39675"/>
            </a:xfrm>
            <a:custGeom>
              <a:rect b="b" l="l" r="r" t="t"/>
              <a:pathLst>
                <a:path extrusionOk="0" h="1587" w="1447">
                  <a:moveTo>
                    <a:pt x="704" y="1"/>
                  </a:moveTo>
                  <a:lnTo>
                    <a:pt x="663" y="161"/>
                  </a:lnTo>
                  <a:lnTo>
                    <a:pt x="583" y="302"/>
                  </a:lnTo>
                  <a:lnTo>
                    <a:pt x="503" y="422"/>
                  </a:lnTo>
                  <a:lnTo>
                    <a:pt x="422" y="523"/>
                  </a:lnTo>
                  <a:lnTo>
                    <a:pt x="322" y="583"/>
                  </a:lnTo>
                  <a:lnTo>
                    <a:pt x="202" y="663"/>
                  </a:lnTo>
                  <a:lnTo>
                    <a:pt x="1" y="784"/>
                  </a:lnTo>
                  <a:lnTo>
                    <a:pt x="824" y="1587"/>
                  </a:lnTo>
                  <a:lnTo>
                    <a:pt x="844" y="1466"/>
                  </a:lnTo>
                  <a:lnTo>
                    <a:pt x="884" y="1346"/>
                  </a:lnTo>
                  <a:lnTo>
                    <a:pt x="924" y="1246"/>
                  </a:lnTo>
                  <a:lnTo>
                    <a:pt x="1005" y="1165"/>
                  </a:lnTo>
                  <a:lnTo>
                    <a:pt x="1065" y="1085"/>
                  </a:lnTo>
                  <a:lnTo>
                    <a:pt x="1165" y="1025"/>
                  </a:lnTo>
                  <a:lnTo>
                    <a:pt x="1266" y="964"/>
                  </a:lnTo>
                  <a:lnTo>
                    <a:pt x="1386" y="944"/>
                  </a:lnTo>
                  <a:lnTo>
                    <a:pt x="1406" y="904"/>
                  </a:lnTo>
                  <a:lnTo>
                    <a:pt x="1426" y="864"/>
                  </a:lnTo>
                  <a:lnTo>
                    <a:pt x="1446" y="744"/>
                  </a:lnTo>
                  <a:lnTo>
                    <a:pt x="1226" y="643"/>
                  </a:lnTo>
                  <a:lnTo>
                    <a:pt x="1125" y="603"/>
                  </a:lnTo>
                  <a:lnTo>
                    <a:pt x="1025" y="543"/>
                  </a:lnTo>
                  <a:lnTo>
                    <a:pt x="944" y="442"/>
                  </a:lnTo>
                  <a:lnTo>
                    <a:pt x="864" y="322"/>
                  </a:lnTo>
                  <a:lnTo>
                    <a:pt x="704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3" name="Google Shape;103;p2"/>
            <p:cNvSpPr/>
            <p:nvPr/>
          </p:nvSpPr>
          <p:spPr>
            <a:xfrm>
              <a:off x="5670350" y="3249550"/>
              <a:ext cx="37675" cy="37675"/>
            </a:xfrm>
            <a:custGeom>
              <a:rect b="b" l="l" r="r" t="t"/>
              <a:pathLst>
                <a:path extrusionOk="0" h="1507" w="1507">
                  <a:moveTo>
                    <a:pt x="824" y="0"/>
                  </a:moveTo>
                  <a:lnTo>
                    <a:pt x="1" y="743"/>
                  </a:lnTo>
                  <a:lnTo>
                    <a:pt x="262" y="864"/>
                  </a:lnTo>
                  <a:lnTo>
                    <a:pt x="382" y="944"/>
                  </a:lnTo>
                  <a:lnTo>
                    <a:pt x="482" y="1024"/>
                  </a:lnTo>
                  <a:lnTo>
                    <a:pt x="563" y="1125"/>
                  </a:lnTo>
                  <a:lnTo>
                    <a:pt x="623" y="1245"/>
                  </a:lnTo>
                  <a:lnTo>
                    <a:pt x="764" y="1506"/>
                  </a:lnTo>
                  <a:lnTo>
                    <a:pt x="944" y="1205"/>
                  </a:lnTo>
                  <a:lnTo>
                    <a:pt x="1105" y="964"/>
                  </a:lnTo>
                  <a:lnTo>
                    <a:pt x="1145" y="924"/>
                  </a:lnTo>
                  <a:lnTo>
                    <a:pt x="1205" y="904"/>
                  </a:lnTo>
                  <a:lnTo>
                    <a:pt x="1346" y="864"/>
                  </a:lnTo>
                  <a:lnTo>
                    <a:pt x="1406" y="843"/>
                  </a:lnTo>
                  <a:lnTo>
                    <a:pt x="1466" y="803"/>
                  </a:lnTo>
                  <a:lnTo>
                    <a:pt x="1506" y="743"/>
                  </a:lnTo>
                  <a:lnTo>
                    <a:pt x="1506" y="643"/>
                  </a:lnTo>
                  <a:lnTo>
                    <a:pt x="1386" y="603"/>
                  </a:lnTo>
                  <a:lnTo>
                    <a:pt x="1266" y="542"/>
                  </a:lnTo>
                  <a:lnTo>
                    <a:pt x="1165" y="462"/>
                  </a:lnTo>
                  <a:lnTo>
                    <a:pt x="1085" y="402"/>
                  </a:lnTo>
                  <a:lnTo>
                    <a:pt x="984" y="301"/>
                  </a:lnTo>
                  <a:lnTo>
                    <a:pt x="924" y="221"/>
                  </a:lnTo>
                  <a:lnTo>
                    <a:pt x="864" y="101"/>
                  </a:lnTo>
                  <a:lnTo>
                    <a:pt x="824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4" name="Google Shape;104;p2"/>
            <p:cNvSpPr/>
            <p:nvPr/>
          </p:nvSpPr>
          <p:spPr>
            <a:xfrm>
              <a:off x="5562425" y="3247025"/>
              <a:ext cx="37675" cy="38175"/>
            </a:xfrm>
            <a:custGeom>
              <a:rect b="b" l="l" r="r" t="t"/>
              <a:pathLst>
                <a:path extrusionOk="0" h="1527" w="1507">
                  <a:moveTo>
                    <a:pt x="743" y="1"/>
                  </a:moveTo>
                  <a:lnTo>
                    <a:pt x="563" y="322"/>
                  </a:lnTo>
                  <a:lnTo>
                    <a:pt x="482" y="442"/>
                  </a:lnTo>
                  <a:lnTo>
                    <a:pt x="402" y="563"/>
                  </a:lnTo>
                  <a:lnTo>
                    <a:pt x="342" y="603"/>
                  </a:lnTo>
                  <a:lnTo>
                    <a:pt x="282" y="623"/>
                  </a:lnTo>
                  <a:lnTo>
                    <a:pt x="141" y="643"/>
                  </a:lnTo>
                  <a:lnTo>
                    <a:pt x="41" y="663"/>
                  </a:lnTo>
                  <a:lnTo>
                    <a:pt x="0" y="683"/>
                  </a:lnTo>
                  <a:lnTo>
                    <a:pt x="0" y="744"/>
                  </a:lnTo>
                  <a:lnTo>
                    <a:pt x="763" y="1527"/>
                  </a:lnTo>
                  <a:lnTo>
                    <a:pt x="1506" y="744"/>
                  </a:lnTo>
                  <a:lnTo>
                    <a:pt x="1265" y="643"/>
                  </a:lnTo>
                  <a:lnTo>
                    <a:pt x="1145" y="563"/>
                  </a:lnTo>
                  <a:lnTo>
                    <a:pt x="1024" y="483"/>
                  </a:lnTo>
                  <a:lnTo>
                    <a:pt x="944" y="382"/>
                  </a:lnTo>
                  <a:lnTo>
                    <a:pt x="884" y="282"/>
                  </a:lnTo>
                  <a:lnTo>
                    <a:pt x="743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5" name="Google Shape;105;p2"/>
            <p:cNvSpPr/>
            <p:nvPr/>
          </p:nvSpPr>
          <p:spPr>
            <a:xfrm>
              <a:off x="5454500" y="3247025"/>
              <a:ext cx="43200" cy="40700"/>
            </a:xfrm>
            <a:custGeom>
              <a:rect b="b" l="l" r="r" t="t"/>
              <a:pathLst>
                <a:path extrusionOk="0" h="1628" w="1728">
                  <a:moveTo>
                    <a:pt x="763" y="1"/>
                  </a:moveTo>
                  <a:lnTo>
                    <a:pt x="583" y="302"/>
                  </a:lnTo>
                  <a:lnTo>
                    <a:pt x="502" y="422"/>
                  </a:lnTo>
                  <a:lnTo>
                    <a:pt x="422" y="543"/>
                  </a:lnTo>
                  <a:lnTo>
                    <a:pt x="362" y="583"/>
                  </a:lnTo>
                  <a:lnTo>
                    <a:pt x="302" y="603"/>
                  </a:lnTo>
                  <a:lnTo>
                    <a:pt x="161" y="643"/>
                  </a:lnTo>
                  <a:lnTo>
                    <a:pt x="101" y="683"/>
                  </a:lnTo>
                  <a:lnTo>
                    <a:pt x="40" y="724"/>
                  </a:lnTo>
                  <a:lnTo>
                    <a:pt x="20" y="784"/>
                  </a:lnTo>
                  <a:lnTo>
                    <a:pt x="0" y="884"/>
                  </a:lnTo>
                  <a:lnTo>
                    <a:pt x="141" y="924"/>
                  </a:lnTo>
                  <a:lnTo>
                    <a:pt x="261" y="985"/>
                  </a:lnTo>
                  <a:lnTo>
                    <a:pt x="362" y="1065"/>
                  </a:lnTo>
                  <a:lnTo>
                    <a:pt x="462" y="1165"/>
                  </a:lnTo>
                  <a:lnTo>
                    <a:pt x="623" y="1406"/>
                  </a:lnTo>
                  <a:lnTo>
                    <a:pt x="703" y="1527"/>
                  </a:lnTo>
                  <a:lnTo>
                    <a:pt x="824" y="1627"/>
                  </a:lnTo>
                  <a:lnTo>
                    <a:pt x="864" y="1467"/>
                  </a:lnTo>
                  <a:lnTo>
                    <a:pt x="924" y="1326"/>
                  </a:lnTo>
                  <a:lnTo>
                    <a:pt x="984" y="1226"/>
                  </a:lnTo>
                  <a:lnTo>
                    <a:pt x="1085" y="1125"/>
                  </a:lnTo>
                  <a:lnTo>
                    <a:pt x="1205" y="1025"/>
                  </a:lnTo>
                  <a:lnTo>
                    <a:pt x="1366" y="965"/>
                  </a:lnTo>
                  <a:lnTo>
                    <a:pt x="1526" y="904"/>
                  </a:lnTo>
                  <a:lnTo>
                    <a:pt x="1727" y="844"/>
                  </a:lnTo>
                  <a:lnTo>
                    <a:pt x="1306" y="643"/>
                  </a:lnTo>
                  <a:lnTo>
                    <a:pt x="1145" y="583"/>
                  </a:lnTo>
                  <a:lnTo>
                    <a:pt x="1044" y="503"/>
                  </a:lnTo>
                  <a:lnTo>
                    <a:pt x="964" y="402"/>
                  </a:lnTo>
                  <a:lnTo>
                    <a:pt x="904" y="282"/>
                  </a:lnTo>
                  <a:lnTo>
                    <a:pt x="763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6" name="Google Shape;106;p2"/>
            <p:cNvSpPr/>
            <p:nvPr/>
          </p:nvSpPr>
          <p:spPr>
            <a:xfrm>
              <a:off x="5887200" y="3147125"/>
              <a:ext cx="35675" cy="33675"/>
            </a:xfrm>
            <a:custGeom>
              <a:rect b="b" l="l" r="r" t="t"/>
              <a:pathLst>
                <a:path extrusionOk="0" h="1347" w="1427">
                  <a:moveTo>
                    <a:pt x="684" y="1"/>
                  </a:moveTo>
                  <a:lnTo>
                    <a:pt x="603" y="222"/>
                  </a:lnTo>
                  <a:lnTo>
                    <a:pt x="543" y="322"/>
                  </a:lnTo>
                  <a:lnTo>
                    <a:pt x="483" y="402"/>
                  </a:lnTo>
                  <a:lnTo>
                    <a:pt x="362" y="483"/>
                  </a:lnTo>
                  <a:lnTo>
                    <a:pt x="242" y="543"/>
                  </a:lnTo>
                  <a:lnTo>
                    <a:pt x="1" y="664"/>
                  </a:lnTo>
                  <a:lnTo>
                    <a:pt x="744" y="1346"/>
                  </a:lnTo>
                  <a:lnTo>
                    <a:pt x="1426" y="684"/>
                  </a:lnTo>
                  <a:lnTo>
                    <a:pt x="684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7" name="Google Shape;107;p2"/>
            <p:cNvSpPr/>
            <p:nvPr/>
          </p:nvSpPr>
          <p:spPr>
            <a:xfrm>
              <a:off x="5560925" y="2942825"/>
              <a:ext cx="38175" cy="35175"/>
            </a:xfrm>
            <a:custGeom>
              <a:rect b="b" l="l" r="r" t="t"/>
              <a:pathLst>
                <a:path extrusionOk="0" h="1407" w="1527">
                  <a:moveTo>
                    <a:pt x="783" y="1"/>
                  </a:moveTo>
                  <a:lnTo>
                    <a:pt x="683" y="161"/>
                  </a:lnTo>
                  <a:lnTo>
                    <a:pt x="623" y="282"/>
                  </a:lnTo>
                  <a:lnTo>
                    <a:pt x="542" y="362"/>
                  </a:lnTo>
                  <a:lnTo>
                    <a:pt x="422" y="442"/>
                  </a:lnTo>
                  <a:lnTo>
                    <a:pt x="301" y="523"/>
                  </a:lnTo>
                  <a:lnTo>
                    <a:pt x="0" y="663"/>
                  </a:lnTo>
                  <a:lnTo>
                    <a:pt x="301" y="844"/>
                  </a:lnTo>
                  <a:lnTo>
                    <a:pt x="422" y="904"/>
                  </a:lnTo>
                  <a:lnTo>
                    <a:pt x="542" y="984"/>
                  </a:lnTo>
                  <a:lnTo>
                    <a:pt x="582" y="1045"/>
                  </a:lnTo>
                  <a:lnTo>
                    <a:pt x="603" y="1105"/>
                  </a:lnTo>
                  <a:lnTo>
                    <a:pt x="643" y="1225"/>
                  </a:lnTo>
                  <a:lnTo>
                    <a:pt x="683" y="1346"/>
                  </a:lnTo>
                  <a:lnTo>
                    <a:pt x="703" y="1386"/>
                  </a:lnTo>
                  <a:lnTo>
                    <a:pt x="763" y="1406"/>
                  </a:lnTo>
                  <a:lnTo>
                    <a:pt x="1526" y="683"/>
                  </a:lnTo>
                  <a:lnTo>
                    <a:pt x="783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8" name="Google Shape;108;p2"/>
            <p:cNvSpPr/>
            <p:nvPr/>
          </p:nvSpPr>
          <p:spPr>
            <a:xfrm>
              <a:off x="5671850" y="2943325"/>
              <a:ext cx="35175" cy="33150"/>
            </a:xfrm>
            <a:custGeom>
              <a:rect b="b" l="l" r="r" t="t"/>
              <a:pathLst>
                <a:path extrusionOk="0" h="1326" w="1407">
                  <a:moveTo>
                    <a:pt x="704" y="1"/>
                  </a:moveTo>
                  <a:lnTo>
                    <a:pt x="1" y="663"/>
                  </a:lnTo>
                  <a:lnTo>
                    <a:pt x="704" y="1326"/>
                  </a:lnTo>
                  <a:lnTo>
                    <a:pt x="1406" y="663"/>
                  </a:lnTo>
                  <a:lnTo>
                    <a:pt x="704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9" name="Google Shape;109;p2"/>
            <p:cNvSpPr/>
            <p:nvPr/>
          </p:nvSpPr>
          <p:spPr>
            <a:xfrm>
              <a:off x="5781300" y="2636625"/>
              <a:ext cx="33150" cy="30625"/>
            </a:xfrm>
            <a:custGeom>
              <a:rect b="b" l="l" r="r" t="t"/>
              <a:pathLst>
                <a:path extrusionOk="0" h="1225" w="1326">
                  <a:moveTo>
                    <a:pt x="643" y="0"/>
                  </a:moveTo>
                  <a:lnTo>
                    <a:pt x="0" y="622"/>
                  </a:lnTo>
                  <a:lnTo>
                    <a:pt x="643" y="1225"/>
                  </a:lnTo>
                  <a:lnTo>
                    <a:pt x="1325" y="643"/>
                  </a:lnTo>
                  <a:lnTo>
                    <a:pt x="64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0" name="Google Shape;110;p2"/>
            <p:cNvSpPr/>
            <p:nvPr/>
          </p:nvSpPr>
          <p:spPr>
            <a:xfrm>
              <a:off x="5779275" y="3148150"/>
              <a:ext cx="35675" cy="33150"/>
            </a:xfrm>
            <a:custGeom>
              <a:rect b="b" l="l" r="r" t="t"/>
              <a:pathLst>
                <a:path extrusionOk="0" h="1326" w="1427">
                  <a:moveTo>
                    <a:pt x="724" y="0"/>
                  </a:moveTo>
                  <a:lnTo>
                    <a:pt x="1" y="683"/>
                  </a:lnTo>
                  <a:lnTo>
                    <a:pt x="81" y="743"/>
                  </a:lnTo>
                  <a:lnTo>
                    <a:pt x="181" y="803"/>
                  </a:lnTo>
                  <a:lnTo>
                    <a:pt x="382" y="904"/>
                  </a:lnTo>
                  <a:lnTo>
                    <a:pt x="463" y="964"/>
                  </a:lnTo>
                  <a:lnTo>
                    <a:pt x="543" y="1044"/>
                  </a:lnTo>
                  <a:lnTo>
                    <a:pt x="583" y="1165"/>
                  </a:lnTo>
                  <a:lnTo>
                    <a:pt x="623" y="1285"/>
                  </a:lnTo>
                  <a:lnTo>
                    <a:pt x="643" y="1305"/>
                  </a:lnTo>
                  <a:lnTo>
                    <a:pt x="683" y="1325"/>
                  </a:lnTo>
                  <a:lnTo>
                    <a:pt x="724" y="1325"/>
                  </a:lnTo>
                  <a:lnTo>
                    <a:pt x="1426" y="643"/>
                  </a:lnTo>
                  <a:lnTo>
                    <a:pt x="724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1" name="Google Shape;111;p2"/>
            <p:cNvSpPr/>
            <p:nvPr/>
          </p:nvSpPr>
          <p:spPr>
            <a:xfrm>
              <a:off x="5668850" y="3145125"/>
              <a:ext cx="46200" cy="38175"/>
            </a:xfrm>
            <a:custGeom>
              <a:rect b="b" l="l" r="r" t="t"/>
              <a:pathLst>
                <a:path extrusionOk="0" h="1527" w="1848">
                  <a:moveTo>
                    <a:pt x="824" y="1"/>
                  </a:moveTo>
                  <a:lnTo>
                    <a:pt x="663" y="282"/>
                  </a:lnTo>
                  <a:lnTo>
                    <a:pt x="603" y="402"/>
                  </a:lnTo>
                  <a:lnTo>
                    <a:pt x="522" y="503"/>
                  </a:lnTo>
                  <a:lnTo>
                    <a:pt x="402" y="583"/>
                  </a:lnTo>
                  <a:lnTo>
                    <a:pt x="281" y="643"/>
                  </a:lnTo>
                  <a:lnTo>
                    <a:pt x="0" y="784"/>
                  </a:lnTo>
                  <a:lnTo>
                    <a:pt x="322" y="944"/>
                  </a:lnTo>
                  <a:lnTo>
                    <a:pt x="442" y="1025"/>
                  </a:lnTo>
                  <a:lnTo>
                    <a:pt x="562" y="1105"/>
                  </a:lnTo>
                  <a:lnTo>
                    <a:pt x="603" y="1145"/>
                  </a:lnTo>
                  <a:lnTo>
                    <a:pt x="623" y="1205"/>
                  </a:lnTo>
                  <a:lnTo>
                    <a:pt x="663" y="1346"/>
                  </a:lnTo>
                  <a:lnTo>
                    <a:pt x="683" y="1406"/>
                  </a:lnTo>
                  <a:lnTo>
                    <a:pt x="723" y="1466"/>
                  </a:lnTo>
                  <a:lnTo>
                    <a:pt x="803" y="1507"/>
                  </a:lnTo>
                  <a:lnTo>
                    <a:pt x="884" y="1527"/>
                  </a:lnTo>
                  <a:lnTo>
                    <a:pt x="924" y="1386"/>
                  </a:lnTo>
                  <a:lnTo>
                    <a:pt x="984" y="1266"/>
                  </a:lnTo>
                  <a:lnTo>
                    <a:pt x="1064" y="1165"/>
                  </a:lnTo>
                  <a:lnTo>
                    <a:pt x="1165" y="1065"/>
                  </a:lnTo>
                  <a:lnTo>
                    <a:pt x="1305" y="984"/>
                  </a:lnTo>
                  <a:lnTo>
                    <a:pt x="1446" y="904"/>
                  </a:lnTo>
                  <a:lnTo>
                    <a:pt x="1627" y="824"/>
                  </a:lnTo>
                  <a:lnTo>
                    <a:pt x="1848" y="744"/>
                  </a:lnTo>
                  <a:lnTo>
                    <a:pt x="1607" y="703"/>
                  </a:lnTo>
                  <a:lnTo>
                    <a:pt x="1426" y="643"/>
                  </a:lnTo>
                  <a:lnTo>
                    <a:pt x="1285" y="563"/>
                  </a:lnTo>
                  <a:lnTo>
                    <a:pt x="1145" y="462"/>
                  </a:lnTo>
                  <a:lnTo>
                    <a:pt x="1044" y="362"/>
                  </a:lnTo>
                  <a:lnTo>
                    <a:pt x="964" y="242"/>
                  </a:lnTo>
                  <a:lnTo>
                    <a:pt x="824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2" name="Google Shape;112;p2"/>
            <p:cNvSpPr/>
            <p:nvPr/>
          </p:nvSpPr>
          <p:spPr>
            <a:xfrm>
              <a:off x="5562425" y="3146625"/>
              <a:ext cx="38675" cy="36675"/>
            </a:xfrm>
            <a:custGeom>
              <a:rect b="b" l="l" r="r" t="t"/>
              <a:pathLst>
                <a:path extrusionOk="0" h="1467" w="1547">
                  <a:moveTo>
                    <a:pt x="643" y="1"/>
                  </a:moveTo>
                  <a:lnTo>
                    <a:pt x="603" y="41"/>
                  </a:lnTo>
                  <a:lnTo>
                    <a:pt x="563" y="141"/>
                  </a:lnTo>
                  <a:lnTo>
                    <a:pt x="543" y="282"/>
                  </a:lnTo>
                  <a:lnTo>
                    <a:pt x="522" y="342"/>
                  </a:lnTo>
                  <a:lnTo>
                    <a:pt x="502" y="402"/>
                  </a:lnTo>
                  <a:lnTo>
                    <a:pt x="442" y="463"/>
                  </a:lnTo>
                  <a:lnTo>
                    <a:pt x="362" y="503"/>
                  </a:lnTo>
                  <a:lnTo>
                    <a:pt x="201" y="523"/>
                  </a:lnTo>
                  <a:lnTo>
                    <a:pt x="121" y="543"/>
                  </a:lnTo>
                  <a:lnTo>
                    <a:pt x="61" y="563"/>
                  </a:lnTo>
                  <a:lnTo>
                    <a:pt x="21" y="603"/>
                  </a:lnTo>
                  <a:lnTo>
                    <a:pt x="0" y="663"/>
                  </a:lnTo>
                  <a:lnTo>
                    <a:pt x="784" y="1467"/>
                  </a:lnTo>
                  <a:lnTo>
                    <a:pt x="924" y="1226"/>
                  </a:lnTo>
                  <a:lnTo>
                    <a:pt x="984" y="1105"/>
                  </a:lnTo>
                  <a:lnTo>
                    <a:pt x="1065" y="1005"/>
                  </a:lnTo>
                  <a:lnTo>
                    <a:pt x="1165" y="924"/>
                  </a:lnTo>
                  <a:lnTo>
                    <a:pt x="1286" y="864"/>
                  </a:lnTo>
                  <a:lnTo>
                    <a:pt x="1547" y="764"/>
                  </a:lnTo>
                  <a:lnTo>
                    <a:pt x="683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3" name="Google Shape;113;p2"/>
            <p:cNvSpPr/>
            <p:nvPr/>
          </p:nvSpPr>
          <p:spPr>
            <a:xfrm>
              <a:off x="5454000" y="3143625"/>
              <a:ext cx="38175" cy="42200"/>
            </a:xfrm>
            <a:custGeom>
              <a:rect b="b" l="l" r="r" t="t"/>
              <a:pathLst>
                <a:path extrusionOk="0" h="1688" w="1527">
                  <a:moveTo>
                    <a:pt x="783" y="0"/>
                  </a:moveTo>
                  <a:lnTo>
                    <a:pt x="623" y="322"/>
                  </a:lnTo>
                  <a:lnTo>
                    <a:pt x="542" y="442"/>
                  </a:lnTo>
                  <a:lnTo>
                    <a:pt x="462" y="542"/>
                  </a:lnTo>
                  <a:lnTo>
                    <a:pt x="362" y="623"/>
                  </a:lnTo>
                  <a:lnTo>
                    <a:pt x="241" y="703"/>
                  </a:lnTo>
                  <a:lnTo>
                    <a:pt x="0" y="804"/>
                  </a:lnTo>
                  <a:lnTo>
                    <a:pt x="141" y="864"/>
                  </a:lnTo>
                  <a:lnTo>
                    <a:pt x="281" y="944"/>
                  </a:lnTo>
                  <a:lnTo>
                    <a:pt x="382" y="1024"/>
                  </a:lnTo>
                  <a:lnTo>
                    <a:pt x="462" y="1125"/>
                  </a:lnTo>
                  <a:lnTo>
                    <a:pt x="542" y="1245"/>
                  </a:lnTo>
                  <a:lnTo>
                    <a:pt x="623" y="1386"/>
                  </a:lnTo>
                  <a:lnTo>
                    <a:pt x="783" y="1687"/>
                  </a:lnTo>
                  <a:lnTo>
                    <a:pt x="964" y="1346"/>
                  </a:lnTo>
                  <a:lnTo>
                    <a:pt x="1044" y="1205"/>
                  </a:lnTo>
                  <a:lnTo>
                    <a:pt x="1125" y="1085"/>
                  </a:lnTo>
                  <a:lnTo>
                    <a:pt x="1185" y="1044"/>
                  </a:lnTo>
                  <a:lnTo>
                    <a:pt x="1245" y="1024"/>
                  </a:lnTo>
                  <a:lnTo>
                    <a:pt x="1366" y="1004"/>
                  </a:lnTo>
                  <a:lnTo>
                    <a:pt x="1446" y="984"/>
                  </a:lnTo>
                  <a:lnTo>
                    <a:pt x="1486" y="924"/>
                  </a:lnTo>
                  <a:lnTo>
                    <a:pt x="1526" y="864"/>
                  </a:lnTo>
                  <a:lnTo>
                    <a:pt x="1526" y="763"/>
                  </a:lnTo>
                  <a:lnTo>
                    <a:pt x="1406" y="723"/>
                  </a:lnTo>
                  <a:lnTo>
                    <a:pt x="1285" y="683"/>
                  </a:lnTo>
                  <a:lnTo>
                    <a:pt x="1165" y="603"/>
                  </a:lnTo>
                  <a:lnTo>
                    <a:pt x="1085" y="522"/>
                  </a:lnTo>
                  <a:lnTo>
                    <a:pt x="984" y="422"/>
                  </a:lnTo>
                  <a:lnTo>
                    <a:pt x="904" y="302"/>
                  </a:lnTo>
                  <a:lnTo>
                    <a:pt x="844" y="161"/>
                  </a:lnTo>
                  <a:lnTo>
                    <a:pt x="78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4" name="Google Shape;114;p2"/>
            <p:cNvSpPr/>
            <p:nvPr/>
          </p:nvSpPr>
          <p:spPr>
            <a:xfrm>
              <a:off x="5776775" y="3046225"/>
              <a:ext cx="37675" cy="35675"/>
            </a:xfrm>
            <a:custGeom>
              <a:rect b="b" l="l" r="r" t="t"/>
              <a:pathLst>
                <a:path extrusionOk="0" h="1427" w="1507">
                  <a:moveTo>
                    <a:pt x="824" y="1"/>
                  </a:moveTo>
                  <a:lnTo>
                    <a:pt x="0" y="764"/>
                  </a:lnTo>
                  <a:lnTo>
                    <a:pt x="181" y="764"/>
                  </a:lnTo>
                  <a:lnTo>
                    <a:pt x="322" y="784"/>
                  </a:lnTo>
                  <a:lnTo>
                    <a:pt x="442" y="844"/>
                  </a:lnTo>
                  <a:lnTo>
                    <a:pt x="543" y="945"/>
                  </a:lnTo>
                  <a:lnTo>
                    <a:pt x="623" y="1045"/>
                  </a:lnTo>
                  <a:lnTo>
                    <a:pt x="703" y="1166"/>
                  </a:lnTo>
                  <a:lnTo>
                    <a:pt x="884" y="1427"/>
                  </a:lnTo>
                  <a:lnTo>
                    <a:pt x="964" y="1186"/>
                  </a:lnTo>
                  <a:lnTo>
                    <a:pt x="1024" y="1085"/>
                  </a:lnTo>
                  <a:lnTo>
                    <a:pt x="1085" y="985"/>
                  </a:lnTo>
                  <a:lnTo>
                    <a:pt x="1165" y="904"/>
                  </a:lnTo>
                  <a:lnTo>
                    <a:pt x="1245" y="844"/>
                  </a:lnTo>
                  <a:lnTo>
                    <a:pt x="1346" y="784"/>
                  </a:lnTo>
                  <a:lnTo>
                    <a:pt x="1466" y="744"/>
                  </a:lnTo>
                  <a:lnTo>
                    <a:pt x="1486" y="724"/>
                  </a:lnTo>
                  <a:lnTo>
                    <a:pt x="1506" y="684"/>
                  </a:lnTo>
                  <a:lnTo>
                    <a:pt x="1506" y="623"/>
                  </a:lnTo>
                  <a:lnTo>
                    <a:pt x="824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5" name="Google Shape;115;p2"/>
            <p:cNvSpPr/>
            <p:nvPr/>
          </p:nvSpPr>
          <p:spPr>
            <a:xfrm>
              <a:off x="5562425" y="3045225"/>
              <a:ext cx="37675" cy="35175"/>
            </a:xfrm>
            <a:custGeom>
              <a:rect b="b" l="l" r="r" t="t"/>
              <a:pathLst>
                <a:path extrusionOk="0" h="1407" w="1507">
                  <a:moveTo>
                    <a:pt x="763" y="1"/>
                  </a:moveTo>
                  <a:lnTo>
                    <a:pt x="0" y="724"/>
                  </a:lnTo>
                  <a:lnTo>
                    <a:pt x="261" y="864"/>
                  </a:lnTo>
                  <a:lnTo>
                    <a:pt x="382" y="924"/>
                  </a:lnTo>
                  <a:lnTo>
                    <a:pt x="502" y="1005"/>
                  </a:lnTo>
                  <a:lnTo>
                    <a:pt x="543" y="1065"/>
                  </a:lnTo>
                  <a:lnTo>
                    <a:pt x="563" y="1125"/>
                  </a:lnTo>
                  <a:lnTo>
                    <a:pt x="603" y="1246"/>
                  </a:lnTo>
                  <a:lnTo>
                    <a:pt x="623" y="1306"/>
                  </a:lnTo>
                  <a:lnTo>
                    <a:pt x="683" y="1366"/>
                  </a:lnTo>
                  <a:lnTo>
                    <a:pt x="743" y="1386"/>
                  </a:lnTo>
                  <a:lnTo>
                    <a:pt x="844" y="1406"/>
                  </a:lnTo>
                  <a:lnTo>
                    <a:pt x="864" y="1266"/>
                  </a:lnTo>
                  <a:lnTo>
                    <a:pt x="924" y="1145"/>
                  </a:lnTo>
                  <a:lnTo>
                    <a:pt x="984" y="1045"/>
                  </a:lnTo>
                  <a:lnTo>
                    <a:pt x="1085" y="965"/>
                  </a:lnTo>
                  <a:lnTo>
                    <a:pt x="1306" y="844"/>
                  </a:lnTo>
                  <a:lnTo>
                    <a:pt x="1506" y="704"/>
                  </a:lnTo>
                  <a:lnTo>
                    <a:pt x="763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6" name="Google Shape;116;p2"/>
            <p:cNvSpPr/>
            <p:nvPr/>
          </p:nvSpPr>
          <p:spPr>
            <a:xfrm>
              <a:off x="5671850" y="3044225"/>
              <a:ext cx="38175" cy="36175"/>
            </a:xfrm>
            <a:custGeom>
              <a:rect b="b" l="l" r="r" t="t"/>
              <a:pathLst>
                <a:path extrusionOk="0" h="1447" w="1527">
                  <a:moveTo>
                    <a:pt x="724" y="1"/>
                  </a:moveTo>
                  <a:lnTo>
                    <a:pt x="1" y="723"/>
                  </a:lnTo>
                  <a:lnTo>
                    <a:pt x="724" y="1446"/>
                  </a:lnTo>
                  <a:lnTo>
                    <a:pt x="864" y="1205"/>
                  </a:lnTo>
                  <a:lnTo>
                    <a:pt x="924" y="1105"/>
                  </a:lnTo>
                  <a:lnTo>
                    <a:pt x="1005" y="1005"/>
                  </a:lnTo>
                  <a:lnTo>
                    <a:pt x="1105" y="924"/>
                  </a:lnTo>
                  <a:lnTo>
                    <a:pt x="1226" y="844"/>
                  </a:lnTo>
                  <a:lnTo>
                    <a:pt x="1527" y="703"/>
                  </a:lnTo>
                  <a:lnTo>
                    <a:pt x="1386" y="643"/>
                  </a:lnTo>
                  <a:lnTo>
                    <a:pt x="1246" y="583"/>
                  </a:lnTo>
                  <a:lnTo>
                    <a:pt x="1125" y="503"/>
                  </a:lnTo>
                  <a:lnTo>
                    <a:pt x="1025" y="422"/>
                  </a:lnTo>
                  <a:lnTo>
                    <a:pt x="924" y="322"/>
                  </a:lnTo>
                  <a:lnTo>
                    <a:pt x="844" y="221"/>
                  </a:lnTo>
                  <a:lnTo>
                    <a:pt x="784" y="121"/>
                  </a:lnTo>
                  <a:lnTo>
                    <a:pt x="724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7" name="Google Shape;117;p2"/>
            <p:cNvSpPr/>
            <p:nvPr/>
          </p:nvSpPr>
          <p:spPr>
            <a:xfrm>
              <a:off x="5889225" y="2638125"/>
              <a:ext cx="32650" cy="29125"/>
            </a:xfrm>
            <a:custGeom>
              <a:rect b="b" l="l" r="r" t="t"/>
              <a:pathLst>
                <a:path extrusionOk="0" h="1165" w="1306">
                  <a:moveTo>
                    <a:pt x="663" y="0"/>
                  </a:moveTo>
                  <a:lnTo>
                    <a:pt x="0" y="562"/>
                  </a:lnTo>
                  <a:lnTo>
                    <a:pt x="643" y="1165"/>
                  </a:lnTo>
                  <a:lnTo>
                    <a:pt x="1305" y="583"/>
                  </a:lnTo>
                  <a:lnTo>
                    <a:pt x="66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8" name="Google Shape;118;p2"/>
            <p:cNvSpPr/>
            <p:nvPr/>
          </p:nvSpPr>
          <p:spPr>
            <a:xfrm>
              <a:off x="5455000" y="3043225"/>
              <a:ext cx="39675" cy="36675"/>
            </a:xfrm>
            <a:custGeom>
              <a:rect b="b" l="l" r="r" t="t"/>
              <a:pathLst>
                <a:path extrusionOk="0" h="1467" w="1587">
                  <a:moveTo>
                    <a:pt x="723" y="0"/>
                  </a:moveTo>
                  <a:lnTo>
                    <a:pt x="583" y="261"/>
                  </a:lnTo>
                  <a:lnTo>
                    <a:pt x="502" y="382"/>
                  </a:lnTo>
                  <a:lnTo>
                    <a:pt x="422" y="482"/>
                  </a:lnTo>
                  <a:lnTo>
                    <a:pt x="362" y="522"/>
                  </a:lnTo>
                  <a:lnTo>
                    <a:pt x="302" y="563"/>
                  </a:lnTo>
                  <a:lnTo>
                    <a:pt x="161" y="583"/>
                  </a:lnTo>
                  <a:lnTo>
                    <a:pt x="101" y="603"/>
                  </a:lnTo>
                  <a:lnTo>
                    <a:pt x="41" y="623"/>
                  </a:lnTo>
                  <a:lnTo>
                    <a:pt x="0" y="663"/>
                  </a:lnTo>
                  <a:lnTo>
                    <a:pt x="0" y="723"/>
                  </a:lnTo>
                  <a:lnTo>
                    <a:pt x="743" y="1466"/>
                  </a:lnTo>
                  <a:lnTo>
                    <a:pt x="1587" y="623"/>
                  </a:lnTo>
                  <a:lnTo>
                    <a:pt x="1587" y="623"/>
                  </a:lnTo>
                  <a:lnTo>
                    <a:pt x="1386" y="643"/>
                  </a:lnTo>
                  <a:lnTo>
                    <a:pt x="1245" y="623"/>
                  </a:lnTo>
                  <a:lnTo>
                    <a:pt x="1125" y="563"/>
                  </a:lnTo>
                  <a:lnTo>
                    <a:pt x="1024" y="482"/>
                  </a:lnTo>
                  <a:lnTo>
                    <a:pt x="944" y="362"/>
                  </a:lnTo>
                  <a:lnTo>
                    <a:pt x="884" y="261"/>
                  </a:lnTo>
                  <a:lnTo>
                    <a:pt x="72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9" name="Google Shape;119;p2"/>
            <p:cNvSpPr/>
            <p:nvPr/>
          </p:nvSpPr>
          <p:spPr>
            <a:xfrm>
              <a:off x="5996150" y="3046725"/>
              <a:ext cx="34150" cy="31650"/>
            </a:xfrm>
            <a:custGeom>
              <a:rect b="b" l="l" r="r" t="t"/>
              <a:pathLst>
                <a:path extrusionOk="0" h="1266" w="1366">
                  <a:moveTo>
                    <a:pt x="703" y="1"/>
                  </a:moveTo>
                  <a:lnTo>
                    <a:pt x="0" y="603"/>
                  </a:lnTo>
                  <a:lnTo>
                    <a:pt x="723" y="1266"/>
                  </a:lnTo>
                  <a:lnTo>
                    <a:pt x="1365" y="603"/>
                  </a:lnTo>
                  <a:lnTo>
                    <a:pt x="703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0" name="Google Shape;120;p2"/>
            <p:cNvSpPr/>
            <p:nvPr/>
          </p:nvSpPr>
          <p:spPr>
            <a:xfrm>
              <a:off x="5456500" y="2636625"/>
              <a:ext cx="35175" cy="35650"/>
            </a:xfrm>
            <a:custGeom>
              <a:rect b="b" l="l" r="r" t="t"/>
              <a:pathLst>
                <a:path extrusionOk="0" h="1426" w="1407">
                  <a:moveTo>
                    <a:pt x="683" y="0"/>
                  </a:moveTo>
                  <a:lnTo>
                    <a:pt x="1" y="622"/>
                  </a:lnTo>
                  <a:lnTo>
                    <a:pt x="804" y="1426"/>
                  </a:lnTo>
                  <a:lnTo>
                    <a:pt x="804" y="1265"/>
                  </a:lnTo>
                  <a:lnTo>
                    <a:pt x="824" y="1145"/>
                  </a:lnTo>
                  <a:lnTo>
                    <a:pt x="864" y="1024"/>
                  </a:lnTo>
                  <a:lnTo>
                    <a:pt x="904" y="944"/>
                  </a:lnTo>
                  <a:lnTo>
                    <a:pt x="985" y="884"/>
                  </a:lnTo>
                  <a:lnTo>
                    <a:pt x="1065" y="823"/>
                  </a:lnTo>
                  <a:lnTo>
                    <a:pt x="1165" y="783"/>
                  </a:lnTo>
                  <a:lnTo>
                    <a:pt x="1286" y="763"/>
                  </a:lnTo>
                  <a:lnTo>
                    <a:pt x="1326" y="743"/>
                  </a:lnTo>
                  <a:lnTo>
                    <a:pt x="1366" y="703"/>
                  </a:lnTo>
                  <a:lnTo>
                    <a:pt x="1386" y="683"/>
                  </a:lnTo>
                  <a:lnTo>
                    <a:pt x="1406" y="643"/>
                  </a:lnTo>
                  <a:lnTo>
                    <a:pt x="1386" y="602"/>
                  </a:lnTo>
                  <a:lnTo>
                    <a:pt x="1366" y="562"/>
                  </a:lnTo>
                  <a:lnTo>
                    <a:pt x="1306" y="502"/>
                  </a:lnTo>
                  <a:lnTo>
                    <a:pt x="1145" y="442"/>
                  </a:lnTo>
                  <a:lnTo>
                    <a:pt x="985" y="361"/>
                  </a:lnTo>
                  <a:lnTo>
                    <a:pt x="924" y="321"/>
                  </a:lnTo>
                  <a:lnTo>
                    <a:pt x="864" y="261"/>
                  </a:lnTo>
                  <a:lnTo>
                    <a:pt x="824" y="181"/>
                  </a:lnTo>
                  <a:lnTo>
                    <a:pt x="804" y="80"/>
                  </a:lnTo>
                  <a:lnTo>
                    <a:pt x="784" y="40"/>
                  </a:lnTo>
                  <a:lnTo>
                    <a:pt x="744" y="20"/>
                  </a:lnTo>
                  <a:lnTo>
                    <a:pt x="68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1" name="Google Shape;121;p2"/>
            <p:cNvSpPr/>
            <p:nvPr/>
          </p:nvSpPr>
          <p:spPr>
            <a:xfrm>
              <a:off x="5347075" y="3146125"/>
              <a:ext cx="40675" cy="37675"/>
            </a:xfrm>
            <a:custGeom>
              <a:rect b="b" l="l" r="r" t="t"/>
              <a:pathLst>
                <a:path extrusionOk="0" h="1507" w="1627">
                  <a:moveTo>
                    <a:pt x="743" y="1"/>
                  </a:moveTo>
                  <a:lnTo>
                    <a:pt x="703" y="161"/>
                  </a:lnTo>
                  <a:lnTo>
                    <a:pt x="643" y="282"/>
                  </a:lnTo>
                  <a:lnTo>
                    <a:pt x="542" y="382"/>
                  </a:lnTo>
                  <a:lnTo>
                    <a:pt x="422" y="463"/>
                  </a:lnTo>
                  <a:lnTo>
                    <a:pt x="201" y="563"/>
                  </a:lnTo>
                  <a:lnTo>
                    <a:pt x="81" y="623"/>
                  </a:lnTo>
                  <a:lnTo>
                    <a:pt x="0" y="704"/>
                  </a:lnTo>
                  <a:lnTo>
                    <a:pt x="763" y="1507"/>
                  </a:lnTo>
                  <a:lnTo>
                    <a:pt x="884" y="1266"/>
                  </a:lnTo>
                  <a:lnTo>
                    <a:pt x="964" y="1145"/>
                  </a:lnTo>
                  <a:lnTo>
                    <a:pt x="1044" y="1045"/>
                  </a:lnTo>
                  <a:lnTo>
                    <a:pt x="1145" y="965"/>
                  </a:lnTo>
                  <a:lnTo>
                    <a:pt x="1285" y="904"/>
                  </a:lnTo>
                  <a:lnTo>
                    <a:pt x="1627" y="744"/>
                  </a:lnTo>
                  <a:lnTo>
                    <a:pt x="1265" y="583"/>
                  </a:lnTo>
                  <a:lnTo>
                    <a:pt x="1125" y="523"/>
                  </a:lnTo>
                  <a:lnTo>
                    <a:pt x="1024" y="442"/>
                  </a:lnTo>
                  <a:lnTo>
                    <a:pt x="944" y="342"/>
                  </a:lnTo>
                  <a:lnTo>
                    <a:pt x="864" y="242"/>
                  </a:lnTo>
                  <a:lnTo>
                    <a:pt x="743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2" name="Google Shape;122;p2"/>
            <p:cNvSpPr/>
            <p:nvPr/>
          </p:nvSpPr>
          <p:spPr>
            <a:xfrm>
              <a:off x="5346575" y="3042225"/>
              <a:ext cx="40675" cy="38675"/>
            </a:xfrm>
            <a:custGeom>
              <a:rect b="b" l="l" r="r" t="t"/>
              <a:pathLst>
                <a:path extrusionOk="0" h="1547" w="1627">
                  <a:moveTo>
                    <a:pt x="723" y="0"/>
                  </a:moveTo>
                  <a:lnTo>
                    <a:pt x="603" y="281"/>
                  </a:lnTo>
                  <a:lnTo>
                    <a:pt x="542" y="382"/>
                  </a:lnTo>
                  <a:lnTo>
                    <a:pt x="482" y="462"/>
                  </a:lnTo>
                  <a:lnTo>
                    <a:pt x="362" y="562"/>
                  </a:lnTo>
                  <a:lnTo>
                    <a:pt x="241" y="623"/>
                  </a:lnTo>
                  <a:lnTo>
                    <a:pt x="0" y="763"/>
                  </a:lnTo>
                  <a:lnTo>
                    <a:pt x="783" y="1546"/>
                  </a:lnTo>
                  <a:lnTo>
                    <a:pt x="904" y="1305"/>
                  </a:lnTo>
                  <a:lnTo>
                    <a:pt x="964" y="1185"/>
                  </a:lnTo>
                  <a:lnTo>
                    <a:pt x="1064" y="1085"/>
                  </a:lnTo>
                  <a:lnTo>
                    <a:pt x="1165" y="1024"/>
                  </a:lnTo>
                  <a:lnTo>
                    <a:pt x="1285" y="944"/>
                  </a:lnTo>
                  <a:lnTo>
                    <a:pt x="1627" y="803"/>
                  </a:lnTo>
                  <a:lnTo>
                    <a:pt x="1285" y="643"/>
                  </a:lnTo>
                  <a:lnTo>
                    <a:pt x="1145" y="583"/>
                  </a:lnTo>
                  <a:lnTo>
                    <a:pt x="1044" y="502"/>
                  </a:lnTo>
                  <a:lnTo>
                    <a:pt x="944" y="402"/>
                  </a:lnTo>
                  <a:lnTo>
                    <a:pt x="884" y="281"/>
                  </a:lnTo>
                  <a:lnTo>
                    <a:pt x="72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3" name="Google Shape;123;p2"/>
            <p:cNvSpPr/>
            <p:nvPr/>
          </p:nvSpPr>
          <p:spPr>
            <a:xfrm>
              <a:off x="5989100" y="3351950"/>
              <a:ext cx="41700" cy="36175"/>
            </a:xfrm>
            <a:custGeom>
              <a:rect b="b" l="l" r="r" t="t"/>
              <a:pathLst>
                <a:path extrusionOk="0" h="1447" w="1668">
                  <a:moveTo>
                    <a:pt x="945" y="0"/>
                  </a:moveTo>
                  <a:lnTo>
                    <a:pt x="905" y="121"/>
                  </a:lnTo>
                  <a:lnTo>
                    <a:pt x="824" y="221"/>
                  </a:lnTo>
                  <a:lnTo>
                    <a:pt x="744" y="322"/>
                  </a:lnTo>
                  <a:lnTo>
                    <a:pt x="644" y="422"/>
                  </a:lnTo>
                  <a:lnTo>
                    <a:pt x="523" y="502"/>
                  </a:lnTo>
                  <a:lnTo>
                    <a:pt x="382" y="583"/>
                  </a:lnTo>
                  <a:lnTo>
                    <a:pt x="1" y="743"/>
                  </a:lnTo>
                  <a:lnTo>
                    <a:pt x="222" y="783"/>
                  </a:lnTo>
                  <a:lnTo>
                    <a:pt x="382" y="844"/>
                  </a:lnTo>
                  <a:lnTo>
                    <a:pt x="543" y="924"/>
                  </a:lnTo>
                  <a:lnTo>
                    <a:pt x="664" y="1004"/>
                  </a:lnTo>
                  <a:lnTo>
                    <a:pt x="744" y="1105"/>
                  </a:lnTo>
                  <a:lnTo>
                    <a:pt x="824" y="1205"/>
                  </a:lnTo>
                  <a:lnTo>
                    <a:pt x="884" y="1326"/>
                  </a:lnTo>
                  <a:lnTo>
                    <a:pt x="945" y="1446"/>
                  </a:lnTo>
                  <a:lnTo>
                    <a:pt x="1668" y="683"/>
                  </a:lnTo>
                  <a:lnTo>
                    <a:pt x="945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4" name="Google Shape;124;p2"/>
            <p:cNvSpPr/>
            <p:nvPr/>
          </p:nvSpPr>
          <p:spPr>
            <a:xfrm>
              <a:off x="5456500" y="2738525"/>
              <a:ext cx="34675" cy="32650"/>
            </a:xfrm>
            <a:custGeom>
              <a:rect b="b" l="l" r="r" t="t"/>
              <a:pathLst>
                <a:path extrusionOk="0" h="1306" w="1387">
                  <a:moveTo>
                    <a:pt x="663" y="0"/>
                  </a:moveTo>
                  <a:lnTo>
                    <a:pt x="583" y="60"/>
                  </a:lnTo>
                  <a:lnTo>
                    <a:pt x="523" y="141"/>
                  </a:lnTo>
                  <a:lnTo>
                    <a:pt x="422" y="301"/>
                  </a:lnTo>
                  <a:lnTo>
                    <a:pt x="342" y="382"/>
                  </a:lnTo>
                  <a:lnTo>
                    <a:pt x="262" y="462"/>
                  </a:lnTo>
                  <a:lnTo>
                    <a:pt x="161" y="522"/>
                  </a:lnTo>
                  <a:lnTo>
                    <a:pt x="41" y="542"/>
                  </a:lnTo>
                  <a:lnTo>
                    <a:pt x="21" y="562"/>
                  </a:lnTo>
                  <a:lnTo>
                    <a:pt x="21" y="603"/>
                  </a:lnTo>
                  <a:lnTo>
                    <a:pt x="1" y="643"/>
                  </a:lnTo>
                  <a:lnTo>
                    <a:pt x="663" y="1305"/>
                  </a:lnTo>
                  <a:lnTo>
                    <a:pt x="1386" y="663"/>
                  </a:lnTo>
                  <a:lnTo>
                    <a:pt x="66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5" name="Google Shape;125;p2"/>
            <p:cNvSpPr/>
            <p:nvPr/>
          </p:nvSpPr>
          <p:spPr>
            <a:xfrm>
              <a:off x="5888200" y="2943825"/>
              <a:ext cx="34175" cy="31650"/>
            </a:xfrm>
            <a:custGeom>
              <a:rect b="b" l="l" r="r" t="t"/>
              <a:pathLst>
                <a:path extrusionOk="0" h="1266" w="1367">
                  <a:moveTo>
                    <a:pt x="704" y="1"/>
                  </a:moveTo>
                  <a:lnTo>
                    <a:pt x="1" y="623"/>
                  </a:lnTo>
                  <a:lnTo>
                    <a:pt x="704" y="1266"/>
                  </a:lnTo>
                  <a:lnTo>
                    <a:pt x="1366" y="643"/>
                  </a:lnTo>
                  <a:lnTo>
                    <a:pt x="704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6" name="Google Shape;126;p2"/>
            <p:cNvSpPr/>
            <p:nvPr/>
          </p:nvSpPr>
          <p:spPr>
            <a:xfrm>
              <a:off x="5455500" y="2943325"/>
              <a:ext cx="36675" cy="35175"/>
            </a:xfrm>
            <a:custGeom>
              <a:rect b="b" l="l" r="r" t="t"/>
              <a:pathLst>
                <a:path extrusionOk="0" h="1407" w="1467">
                  <a:moveTo>
                    <a:pt x="703" y="1"/>
                  </a:moveTo>
                  <a:lnTo>
                    <a:pt x="0" y="663"/>
                  </a:lnTo>
                  <a:lnTo>
                    <a:pt x="804" y="1406"/>
                  </a:lnTo>
                  <a:lnTo>
                    <a:pt x="824" y="1246"/>
                  </a:lnTo>
                  <a:lnTo>
                    <a:pt x="864" y="1125"/>
                  </a:lnTo>
                  <a:lnTo>
                    <a:pt x="944" y="1025"/>
                  </a:lnTo>
                  <a:lnTo>
                    <a:pt x="1045" y="944"/>
                  </a:lnTo>
                  <a:lnTo>
                    <a:pt x="1145" y="884"/>
                  </a:lnTo>
                  <a:lnTo>
                    <a:pt x="1245" y="824"/>
                  </a:lnTo>
                  <a:lnTo>
                    <a:pt x="1466" y="683"/>
                  </a:lnTo>
                  <a:lnTo>
                    <a:pt x="703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7" name="Google Shape;127;p2"/>
            <p:cNvSpPr/>
            <p:nvPr/>
          </p:nvSpPr>
          <p:spPr>
            <a:xfrm>
              <a:off x="5995650" y="3148650"/>
              <a:ext cx="35150" cy="33650"/>
            </a:xfrm>
            <a:custGeom>
              <a:rect b="b" l="l" r="r" t="t"/>
              <a:pathLst>
                <a:path extrusionOk="0" h="1346" w="1406">
                  <a:moveTo>
                    <a:pt x="723" y="0"/>
                  </a:moveTo>
                  <a:lnTo>
                    <a:pt x="0" y="663"/>
                  </a:lnTo>
                  <a:lnTo>
                    <a:pt x="20" y="723"/>
                  </a:lnTo>
                  <a:lnTo>
                    <a:pt x="40" y="763"/>
                  </a:lnTo>
                  <a:lnTo>
                    <a:pt x="100" y="783"/>
                  </a:lnTo>
                  <a:lnTo>
                    <a:pt x="161" y="803"/>
                  </a:lnTo>
                  <a:lnTo>
                    <a:pt x="301" y="843"/>
                  </a:lnTo>
                  <a:lnTo>
                    <a:pt x="361" y="864"/>
                  </a:lnTo>
                  <a:lnTo>
                    <a:pt x="422" y="904"/>
                  </a:lnTo>
                  <a:lnTo>
                    <a:pt x="562" y="1125"/>
                  </a:lnTo>
                  <a:lnTo>
                    <a:pt x="703" y="1345"/>
                  </a:lnTo>
                  <a:lnTo>
                    <a:pt x="1406" y="623"/>
                  </a:lnTo>
                  <a:lnTo>
                    <a:pt x="72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8" name="Google Shape;128;p2"/>
            <p:cNvSpPr/>
            <p:nvPr/>
          </p:nvSpPr>
          <p:spPr>
            <a:xfrm>
              <a:off x="5888725" y="2740025"/>
              <a:ext cx="33650" cy="29650"/>
            </a:xfrm>
            <a:custGeom>
              <a:rect b="b" l="l" r="r" t="t"/>
              <a:pathLst>
                <a:path extrusionOk="0" h="1186" w="1346">
                  <a:moveTo>
                    <a:pt x="663" y="0"/>
                  </a:moveTo>
                  <a:lnTo>
                    <a:pt x="0" y="583"/>
                  </a:lnTo>
                  <a:lnTo>
                    <a:pt x="663" y="1185"/>
                  </a:lnTo>
                  <a:lnTo>
                    <a:pt x="1345" y="603"/>
                  </a:lnTo>
                  <a:lnTo>
                    <a:pt x="66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9" name="Google Shape;129;p2"/>
            <p:cNvSpPr/>
            <p:nvPr/>
          </p:nvSpPr>
          <p:spPr>
            <a:xfrm>
              <a:off x="5347075" y="3249050"/>
              <a:ext cx="37675" cy="37650"/>
            </a:xfrm>
            <a:custGeom>
              <a:rect b="b" l="l" r="r" t="t"/>
              <a:pathLst>
                <a:path extrusionOk="0" h="1506" w="1507">
                  <a:moveTo>
                    <a:pt x="723" y="0"/>
                  </a:moveTo>
                  <a:lnTo>
                    <a:pt x="0" y="743"/>
                  </a:lnTo>
                  <a:lnTo>
                    <a:pt x="804" y="1506"/>
                  </a:lnTo>
                  <a:lnTo>
                    <a:pt x="844" y="1365"/>
                  </a:lnTo>
                  <a:lnTo>
                    <a:pt x="884" y="1225"/>
                  </a:lnTo>
                  <a:lnTo>
                    <a:pt x="964" y="1124"/>
                  </a:lnTo>
                  <a:lnTo>
                    <a:pt x="1044" y="1044"/>
                  </a:lnTo>
                  <a:lnTo>
                    <a:pt x="1145" y="964"/>
                  </a:lnTo>
                  <a:lnTo>
                    <a:pt x="1245" y="904"/>
                  </a:lnTo>
                  <a:lnTo>
                    <a:pt x="1366" y="843"/>
                  </a:lnTo>
                  <a:lnTo>
                    <a:pt x="1506" y="823"/>
                  </a:lnTo>
                  <a:lnTo>
                    <a:pt x="1486" y="723"/>
                  </a:lnTo>
                  <a:lnTo>
                    <a:pt x="1466" y="663"/>
                  </a:lnTo>
                  <a:lnTo>
                    <a:pt x="1406" y="602"/>
                  </a:lnTo>
                  <a:lnTo>
                    <a:pt x="1346" y="582"/>
                  </a:lnTo>
                  <a:lnTo>
                    <a:pt x="1225" y="542"/>
                  </a:lnTo>
                  <a:lnTo>
                    <a:pt x="1165" y="502"/>
                  </a:lnTo>
                  <a:lnTo>
                    <a:pt x="1105" y="482"/>
                  </a:lnTo>
                  <a:lnTo>
                    <a:pt x="1004" y="361"/>
                  </a:lnTo>
                  <a:lnTo>
                    <a:pt x="904" y="241"/>
                  </a:lnTo>
                  <a:lnTo>
                    <a:pt x="72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0" name="Google Shape;130;p2"/>
            <p:cNvSpPr/>
            <p:nvPr/>
          </p:nvSpPr>
          <p:spPr>
            <a:xfrm>
              <a:off x="5347075" y="2942325"/>
              <a:ext cx="38675" cy="36175"/>
            </a:xfrm>
            <a:custGeom>
              <a:rect b="b" l="l" r="r" t="t"/>
              <a:pathLst>
                <a:path extrusionOk="0" h="1447" w="1547">
                  <a:moveTo>
                    <a:pt x="763" y="0"/>
                  </a:moveTo>
                  <a:lnTo>
                    <a:pt x="0" y="703"/>
                  </a:lnTo>
                  <a:lnTo>
                    <a:pt x="804" y="1446"/>
                  </a:lnTo>
                  <a:lnTo>
                    <a:pt x="824" y="1306"/>
                  </a:lnTo>
                  <a:lnTo>
                    <a:pt x="884" y="1165"/>
                  </a:lnTo>
                  <a:lnTo>
                    <a:pt x="964" y="1065"/>
                  </a:lnTo>
                  <a:lnTo>
                    <a:pt x="1065" y="984"/>
                  </a:lnTo>
                  <a:lnTo>
                    <a:pt x="1165" y="904"/>
                  </a:lnTo>
                  <a:lnTo>
                    <a:pt x="1285" y="844"/>
                  </a:lnTo>
                  <a:lnTo>
                    <a:pt x="1546" y="683"/>
                  </a:lnTo>
                  <a:lnTo>
                    <a:pt x="1245" y="543"/>
                  </a:lnTo>
                  <a:lnTo>
                    <a:pt x="1125" y="482"/>
                  </a:lnTo>
                  <a:lnTo>
                    <a:pt x="1024" y="402"/>
                  </a:lnTo>
                  <a:lnTo>
                    <a:pt x="944" y="322"/>
                  </a:lnTo>
                  <a:lnTo>
                    <a:pt x="864" y="201"/>
                  </a:lnTo>
                  <a:lnTo>
                    <a:pt x="76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1" name="Google Shape;131;p2"/>
            <p:cNvSpPr/>
            <p:nvPr/>
          </p:nvSpPr>
          <p:spPr>
            <a:xfrm>
              <a:off x="5346075" y="3350950"/>
              <a:ext cx="41675" cy="39675"/>
            </a:xfrm>
            <a:custGeom>
              <a:rect b="b" l="l" r="r" t="t"/>
              <a:pathLst>
                <a:path extrusionOk="0" h="1587" w="1667">
                  <a:moveTo>
                    <a:pt x="803" y="0"/>
                  </a:moveTo>
                  <a:lnTo>
                    <a:pt x="0" y="783"/>
                  </a:lnTo>
                  <a:lnTo>
                    <a:pt x="20" y="823"/>
                  </a:lnTo>
                  <a:lnTo>
                    <a:pt x="40" y="864"/>
                  </a:lnTo>
                  <a:lnTo>
                    <a:pt x="161" y="904"/>
                  </a:lnTo>
                  <a:lnTo>
                    <a:pt x="281" y="944"/>
                  </a:lnTo>
                  <a:lnTo>
                    <a:pt x="342" y="964"/>
                  </a:lnTo>
                  <a:lnTo>
                    <a:pt x="402" y="1004"/>
                  </a:lnTo>
                  <a:lnTo>
                    <a:pt x="502" y="1145"/>
                  </a:lnTo>
                  <a:lnTo>
                    <a:pt x="603" y="1285"/>
                  </a:lnTo>
                  <a:lnTo>
                    <a:pt x="783" y="1586"/>
                  </a:lnTo>
                  <a:lnTo>
                    <a:pt x="944" y="1285"/>
                  </a:lnTo>
                  <a:lnTo>
                    <a:pt x="1024" y="1145"/>
                  </a:lnTo>
                  <a:lnTo>
                    <a:pt x="1105" y="1044"/>
                  </a:lnTo>
                  <a:lnTo>
                    <a:pt x="1205" y="964"/>
                  </a:lnTo>
                  <a:lnTo>
                    <a:pt x="1325" y="884"/>
                  </a:lnTo>
                  <a:lnTo>
                    <a:pt x="1667" y="743"/>
                  </a:lnTo>
                  <a:lnTo>
                    <a:pt x="1325" y="582"/>
                  </a:lnTo>
                  <a:lnTo>
                    <a:pt x="1185" y="522"/>
                  </a:lnTo>
                  <a:lnTo>
                    <a:pt x="1064" y="442"/>
                  </a:lnTo>
                  <a:lnTo>
                    <a:pt x="984" y="342"/>
                  </a:lnTo>
                  <a:lnTo>
                    <a:pt x="924" y="241"/>
                  </a:lnTo>
                  <a:lnTo>
                    <a:pt x="80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2" name="Google Shape;132;p2"/>
            <p:cNvSpPr/>
            <p:nvPr/>
          </p:nvSpPr>
          <p:spPr>
            <a:xfrm>
              <a:off x="5235125" y="3348925"/>
              <a:ext cx="40700" cy="42700"/>
            </a:xfrm>
            <a:custGeom>
              <a:rect b="b" l="l" r="r" t="t"/>
              <a:pathLst>
                <a:path extrusionOk="0" h="1708" w="1628">
                  <a:moveTo>
                    <a:pt x="884" y="1"/>
                  </a:moveTo>
                  <a:lnTo>
                    <a:pt x="744" y="282"/>
                  </a:lnTo>
                  <a:lnTo>
                    <a:pt x="663" y="402"/>
                  </a:lnTo>
                  <a:lnTo>
                    <a:pt x="583" y="503"/>
                  </a:lnTo>
                  <a:lnTo>
                    <a:pt x="462" y="603"/>
                  </a:lnTo>
                  <a:lnTo>
                    <a:pt x="342" y="663"/>
                  </a:lnTo>
                  <a:lnTo>
                    <a:pt x="1" y="824"/>
                  </a:lnTo>
                  <a:lnTo>
                    <a:pt x="322" y="985"/>
                  </a:lnTo>
                  <a:lnTo>
                    <a:pt x="462" y="1065"/>
                  </a:lnTo>
                  <a:lnTo>
                    <a:pt x="563" y="1145"/>
                  </a:lnTo>
                  <a:lnTo>
                    <a:pt x="643" y="1246"/>
                  </a:lnTo>
                  <a:lnTo>
                    <a:pt x="723" y="1386"/>
                  </a:lnTo>
                  <a:lnTo>
                    <a:pt x="884" y="1708"/>
                  </a:lnTo>
                  <a:lnTo>
                    <a:pt x="1045" y="1406"/>
                  </a:lnTo>
                  <a:lnTo>
                    <a:pt x="1185" y="1165"/>
                  </a:lnTo>
                  <a:lnTo>
                    <a:pt x="1225" y="1105"/>
                  </a:lnTo>
                  <a:lnTo>
                    <a:pt x="1306" y="1065"/>
                  </a:lnTo>
                  <a:lnTo>
                    <a:pt x="1466" y="1005"/>
                  </a:lnTo>
                  <a:lnTo>
                    <a:pt x="1547" y="965"/>
                  </a:lnTo>
                  <a:lnTo>
                    <a:pt x="1607" y="904"/>
                  </a:lnTo>
                  <a:lnTo>
                    <a:pt x="1627" y="804"/>
                  </a:lnTo>
                  <a:lnTo>
                    <a:pt x="1627" y="663"/>
                  </a:lnTo>
                  <a:lnTo>
                    <a:pt x="1466" y="684"/>
                  </a:lnTo>
                  <a:lnTo>
                    <a:pt x="1346" y="663"/>
                  </a:lnTo>
                  <a:lnTo>
                    <a:pt x="1246" y="603"/>
                  </a:lnTo>
                  <a:lnTo>
                    <a:pt x="1165" y="503"/>
                  </a:lnTo>
                  <a:lnTo>
                    <a:pt x="1085" y="402"/>
                  </a:lnTo>
                  <a:lnTo>
                    <a:pt x="1025" y="262"/>
                  </a:lnTo>
                  <a:lnTo>
                    <a:pt x="884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3" name="Google Shape;133;p2"/>
            <p:cNvSpPr/>
            <p:nvPr/>
          </p:nvSpPr>
          <p:spPr>
            <a:xfrm>
              <a:off x="5888200" y="2842425"/>
              <a:ext cx="34175" cy="30650"/>
            </a:xfrm>
            <a:custGeom>
              <a:rect b="b" l="l" r="r" t="t"/>
              <a:pathLst>
                <a:path extrusionOk="0" h="1226" w="1367">
                  <a:moveTo>
                    <a:pt x="704" y="1"/>
                  </a:moveTo>
                  <a:lnTo>
                    <a:pt x="1" y="583"/>
                  </a:lnTo>
                  <a:lnTo>
                    <a:pt x="704" y="1225"/>
                  </a:lnTo>
                  <a:lnTo>
                    <a:pt x="1366" y="583"/>
                  </a:lnTo>
                  <a:lnTo>
                    <a:pt x="704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4" name="Google Shape;134;p2"/>
            <p:cNvSpPr/>
            <p:nvPr/>
          </p:nvSpPr>
          <p:spPr>
            <a:xfrm>
              <a:off x="5456000" y="2840425"/>
              <a:ext cx="35175" cy="36175"/>
            </a:xfrm>
            <a:custGeom>
              <a:rect b="b" l="l" r="r" t="t"/>
              <a:pathLst>
                <a:path extrusionOk="0" h="1447" w="1407">
                  <a:moveTo>
                    <a:pt x="683" y="0"/>
                  </a:moveTo>
                  <a:lnTo>
                    <a:pt x="603" y="81"/>
                  </a:lnTo>
                  <a:lnTo>
                    <a:pt x="543" y="161"/>
                  </a:lnTo>
                  <a:lnTo>
                    <a:pt x="422" y="342"/>
                  </a:lnTo>
                  <a:lnTo>
                    <a:pt x="362" y="422"/>
                  </a:lnTo>
                  <a:lnTo>
                    <a:pt x="262" y="482"/>
                  </a:lnTo>
                  <a:lnTo>
                    <a:pt x="161" y="542"/>
                  </a:lnTo>
                  <a:lnTo>
                    <a:pt x="41" y="563"/>
                  </a:lnTo>
                  <a:lnTo>
                    <a:pt x="21" y="583"/>
                  </a:lnTo>
                  <a:lnTo>
                    <a:pt x="21" y="643"/>
                  </a:lnTo>
                  <a:lnTo>
                    <a:pt x="1" y="763"/>
                  </a:lnTo>
                  <a:lnTo>
                    <a:pt x="221" y="864"/>
                  </a:lnTo>
                  <a:lnTo>
                    <a:pt x="322" y="904"/>
                  </a:lnTo>
                  <a:lnTo>
                    <a:pt x="422" y="964"/>
                  </a:lnTo>
                  <a:lnTo>
                    <a:pt x="503" y="1085"/>
                  </a:lnTo>
                  <a:lnTo>
                    <a:pt x="563" y="1185"/>
                  </a:lnTo>
                  <a:lnTo>
                    <a:pt x="703" y="1446"/>
                  </a:lnTo>
                  <a:lnTo>
                    <a:pt x="1406" y="683"/>
                  </a:lnTo>
                  <a:lnTo>
                    <a:pt x="68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5" name="Google Shape;135;p2"/>
            <p:cNvSpPr/>
            <p:nvPr/>
          </p:nvSpPr>
          <p:spPr>
            <a:xfrm>
              <a:off x="5995125" y="3250550"/>
              <a:ext cx="36175" cy="33650"/>
            </a:xfrm>
            <a:custGeom>
              <a:rect b="b" l="l" r="r" t="t"/>
              <a:pathLst>
                <a:path extrusionOk="0" h="1346" w="1447">
                  <a:moveTo>
                    <a:pt x="643" y="0"/>
                  </a:moveTo>
                  <a:lnTo>
                    <a:pt x="623" y="141"/>
                  </a:lnTo>
                  <a:lnTo>
                    <a:pt x="583" y="241"/>
                  </a:lnTo>
                  <a:lnTo>
                    <a:pt x="503" y="322"/>
                  </a:lnTo>
                  <a:lnTo>
                    <a:pt x="423" y="402"/>
                  </a:lnTo>
                  <a:lnTo>
                    <a:pt x="222" y="502"/>
                  </a:lnTo>
                  <a:lnTo>
                    <a:pt x="1" y="623"/>
                  </a:lnTo>
                  <a:lnTo>
                    <a:pt x="744" y="1346"/>
                  </a:lnTo>
                  <a:lnTo>
                    <a:pt x="1447" y="663"/>
                  </a:lnTo>
                  <a:lnTo>
                    <a:pt x="1366" y="583"/>
                  </a:lnTo>
                  <a:lnTo>
                    <a:pt x="1286" y="522"/>
                  </a:lnTo>
                  <a:lnTo>
                    <a:pt x="1085" y="402"/>
                  </a:lnTo>
                  <a:lnTo>
                    <a:pt x="1005" y="342"/>
                  </a:lnTo>
                  <a:lnTo>
                    <a:pt x="925" y="261"/>
                  </a:lnTo>
                  <a:lnTo>
                    <a:pt x="864" y="161"/>
                  </a:lnTo>
                  <a:lnTo>
                    <a:pt x="844" y="40"/>
                  </a:lnTo>
                  <a:lnTo>
                    <a:pt x="804" y="20"/>
                  </a:lnTo>
                  <a:lnTo>
                    <a:pt x="764" y="20"/>
                  </a:lnTo>
                  <a:lnTo>
                    <a:pt x="64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6" name="Google Shape;136;p2"/>
            <p:cNvSpPr/>
            <p:nvPr/>
          </p:nvSpPr>
          <p:spPr>
            <a:xfrm>
              <a:off x="5348075" y="2834900"/>
              <a:ext cx="37675" cy="39675"/>
            </a:xfrm>
            <a:custGeom>
              <a:rect b="b" l="l" r="r" t="t"/>
              <a:pathLst>
                <a:path extrusionOk="0" h="1587" w="1507">
                  <a:moveTo>
                    <a:pt x="683" y="0"/>
                  </a:moveTo>
                  <a:lnTo>
                    <a:pt x="563" y="302"/>
                  </a:lnTo>
                  <a:lnTo>
                    <a:pt x="502" y="422"/>
                  </a:lnTo>
                  <a:lnTo>
                    <a:pt x="422" y="522"/>
                  </a:lnTo>
                  <a:lnTo>
                    <a:pt x="342" y="623"/>
                  </a:lnTo>
                  <a:lnTo>
                    <a:pt x="262" y="683"/>
                  </a:lnTo>
                  <a:lnTo>
                    <a:pt x="161" y="743"/>
                  </a:lnTo>
                  <a:lnTo>
                    <a:pt x="41" y="784"/>
                  </a:lnTo>
                  <a:lnTo>
                    <a:pt x="21" y="804"/>
                  </a:lnTo>
                  <a:lnTo>
                    <a:pt x="0" y="844"/>
                  </a:lnTo>
                  <a:lnTo>
                    <a:pt x="0" y="904"/>
                  </a:lnTo>
                  <a:lnTo>
                    <a:pt x="764" y="1587"/>
                  </a:lnTo>
                  <a:lnTo>
                    <a:pt x="824" y="1406"/>
                  </a:lnTo>
                  <a:lnTo>
                    <a:pt x="864" y="1306"/>
                  </a:lnTo>
                  <a:lnTo>
                    <a:pt x="904" y="1245"/>
                  </a:lnTo>
                  <a:lnTo>
                    <a:pt x="1045" y="1165"/>
                  </a:lnTo>
                  <a:lnTo>
                    <a:pt x="1185" y="1065"/>
                  </a:lnTo>
                  <a:lnTo>
                    <a:pt x="1506" y="884"/>
                  </a:lnTo>
                  <a:lnTo>
                    <a:pt x="1225" y="743"/>
                  </a:lnTo>
                  <a:lnTo>
                    <a:pt x="1105" y="663"/>
                  </a:lnTo>
                  <a:lnTo>
                    <a:pt x="1004" y="583"/>
                  </a:lnTo>
                  <a:lnTo>
                    <a:pt x="904" y="482"/>
                  </a:lnTo>
                  <a:lnTo>
                    <a:pt x="824" y="342"/>
                  </a:lnTo>
                  <a:lnTo>
                    <a:pt x="743" y="201"/>
                  </a:lnTo>
                  <a:lnTo>
                    <a:pt x="68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7" name="Google Shape;137;p2"/>
            <p:cNvSpPr/>
            <p:nvPr/>
          </p:nvSpPr>
          <p:spPr>
            <a:xfrm>
              <a:off x="5237650" y="2942825"/>
              <a:ext cx="38175" cy="33650"/>
            </a:xfrm>
            <a:custGeom>
              <a:rect b="b" l="l" r="r" t="t"/>
              <a:pathLst>
                <a:path extrusionOk="0" h="1346" w="1527">
                  <a:moveTo>
                    <a:pt x="783" y="1"/>
                  </a:moveTo>
                  <a:lnTo>
                    <a:pt x="0" y="723"/>
                  </a:lnTo>
                  <a:lnTo>
                    <a:pt x="221" y="824"/>
                  </a:lnTo>
                  <a:lnTo>
                    <a:pt x="422" y="944"/>
                  </a:lnTo>
                  <a:lnTo>
                    <a:pt x="522" y="1025"/>
                  </a:lnTo>
                  <a:lnTo>
                    <a:pt x="582" y="1105"/>
                  </a:lnTo>
                  <a:lnTo>
                    <a:pt x="643" y="1205"/>
                  </a:lnTo>
                  <a:lnTo>
                    <a:pt x="703" y="1326"/>
                  </a:lnTo>
                  <a:lnTo>
                    <a:pt x="723" y="1346"/>
                  </a:lnTo>
                  <a:lnTo>
                    <a:pt x="783" y="1346"/>
                  </a:lnTo>
                  <a:lnTo>
                    <a:pt x="1526" y="663"/>
                  </a:lnTo>
                  <a:lnTo>
                    <a:pt x="783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8" name="Google Shape;138;p2"/>
            <p:cNvSpPr/>
            <p:nvPr/>
          </p:nvSpPr>
          <p:spPr>
            <a:xfrm>
              <a:off x="5239150" y="2840925"/>
              <a:ext cx="36150" cy="33150"/>
            </a:xfrm>
            <a:custGeom>
              <a:rect b="b" l="l" r="r" t="t"/>
              <a:pathLst>
                <a:path extrusionOk="0" h="1326" w="1446">
                  <a:moveTo>
                    <a:pt x="703" y="0"/>
                  </a:moveTo>
                  <a:lnTo>
                    <a:pt x="0" y="663"/>
                  </a:lnTo>
                  <a:lnTo>
                    <a:pt x="723" y="1326"/>
                  </a:lnTo>
                  <a:lnTo>
                    <a:pt x="1446" y="663"/>
                  </a:lnTo>
                  <a:lnTo>
                    <a:pt x="70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9" name="Google Shape;139;p2"/>
            <p:cNvSpPr/>
            <p:nvPr/>
          </p:nvSpPr>
          <p:spPr>
            <a:xfrm>
              <a:off x="5238650" y="3248525"/>
              <a:ext cx="37675" cy="37675"/>
            </a:xfrm>
            <a:custGeom>
              <a:rect b="b" l="l" r="r" t="t"/>
              <a:pathLst>
                <a:path extrusionOk="0" h="1507" w="1507">
                  <a:moveTo>
                    <a:pt x="783" y="1"/>
                  </a:moveTo>
                  <a:lnTo>
                    <a:pt x="0" y="744"/>
                  </a:lnTo>
                  <a:lnTo>
                    <a:pt x="803" y="1507"/>
                  </a:lnTo>
                  <a:lnTo>
                    <a:pt x="944" y="1246"/>
                  </a:lnTo>
                  <a:lnTo>
                    <a:pt x="1024" y="1125"/>
                  </a:lnTo>
                  <a:lnTo>
                    <a:pt x="1105" y="1005"/>
                  </a:lnTo>
                  <a:lnTo>
                    <a:pt x="1145" y="965"/>
                  </a:lnTo>
                  <a:lnTo>
                    <a:pt x="1225" y="945"/>
                  </a:lnTo>
                  <a:lnTo>
                    <a:pt x="1345" y="905"/>
                  </a:lnTo>
                  <a:lnTo>
                    <a:pt x="1406" y="884"/>
                  </a:lnTo>
                  <a:lnTo>
                    <a:pt x="1466" y="844"/>
                  </a:lnTo>
                  <a:lnTo>
                    <a:pt x="1506" y="764"/>
                  </a:lnTo>
                  <a:lnTo>
                    <a:pt x="1506" y="684"/>
                  </a:lnTo>
                  <a:lnTo>
                    <a:pt x="1265" y="563"/>
                  </a:lnTo>
                  <a:lnTo>
                    <a:pt x="1165" y="503"/>
                  </a:lnTo>
                  <a:lnTo>
                    <a:pt x="1064" y="423"/>
                  </a:lnTo>
                  <a:lnTo>
                    <a:pt x="964" y="342"/>
                  </a:lnTo>
                  <a:lnTo>
                    <a:pt x="904" y="242"/>
                  </a:lnTo>
                  <a:lnTo>
                    <a:pt x="823" y="121"/>
                  </a:lnTo>
                  <a:lnTo>
                    <a:pt x="783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0" name="Google Shape;140;p2"/>
            <p:cNvSpPr/>
            <p:nvPr/>
          </p:nvSpPr>
          <p:spPr>
            <a:xfrm>
              <a:off x="5996150" y="2945325"/>
              <a:ext cx="34650" cy="29150"/>
            </a:xfrm>
            <a:custGeom>
              <a:rect b="b" l="l" r="r" t="t"/>
              <a:pathLst>
                <a:path extrusionOk="0" h="1166" w="1386">
                  <a:moveTo>
                    <a:pt x="683" y="1"/>
                  </a:moveTo>
                  <a:lnTo>
                    <a:pt x="0" y="563"/>
                  </a:lnTo>
                  <a:lnTo>
                    <a:pt x="723" y="1166"/>
                  </a:lnTo>
                  <a:lnTo>
                    <a:pt x="1386" y="543"/>
                  </a:lnTo>
                  <a:lnTo>
                    <a:pt x="683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1" name="Google Shape;141;p2"/>
            <p:cNvSpPr/>
            <p:nvPr/>
          </p:nvSpPr>
          <p:spPr>
            <a:xfrm>
              <a:off x="5237650" y="3044725"/>
              <a:ext cx="38175" cy="34675"/>
            </a:xfrm>
            <a:custGeom>
              <a:rect b="b" l="l" r="r" t="t"/>
              <a:pathLst>
                <a:path extrusionOk="0" h="1387" w="1527">
                  <a:moveTo>
                    <a:pt x="743" y="1"/>
                  </a:moveTo>
                  <a:lnTo>
                    <a:pt x="622" y="201"/>
                  </a:lnTo>
                  <a:lnTo>
                    <a:pt x="562" y="302"/>
                  </a:lnTo>
                  <a:lnTo>
                    <a:pt x="462" y="422"/>
                  </a:lnTo>
                  <a:lnTo>
                    <a:pt x="361" y="503"/>
                  </a:lnTo>
                  <a:lnTo>
                    <a:pt x="241" y="563"/>
                  </a:lnTo>
                  <a:lnTo>
                    <a:pt x="0" y="683"/>
                  </a:lnTo>
                  <a:lnTo>
                    <a:pt x="763" y="1386"/>
                  </a:lnTo>
                  <a:lnTo>
                    <a:pt x="1526" y="703"/>
                  </a:lnTo>
                  <a:lnTo>
                    <a:pt x="743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2" name="Google Shape;142;p2"/>
            <p:cNvSpPr/>
            <p:nvPr/>
          </p:nvSpPr>
          <p:spPr>
            <a:xfrm>
              <a:off x="5347075" y="2739525"/>
              <a:ext cx="37175" cy="32150"/>
            </a:xfrm>
            <a:custGeom>
              <a:rect b="b" l="l" r="r" t="t"/>
              <a:pathLst>
                <a:path extrusionOk="0" h="1286" w="1487">
                  <a:moveTo>
                    <a:pt x="743" y="0"/>
                  </a:moveTo>
                  <a:lnTo>
                    <a:pt x="0" y="623"/>
                  </a:lnTo>
                  <a:lnTo>
                    <a:pt x="783" y="1285"/>
                  </a:lnTo>
                  <a:lnTo>
                    <a:pt x="884" y="1085"/>
                  </a:lnTo>
                  <a:lnTo>
                    <a:pt x="944" y="984"/>
                  </a:lnTo>
                  <a:lnTo>
                    <a:pt x="1004" y="884"/>
                  </a:lnTo>
                  <a:lnTo>
                    <a:pt x="1125" y="824"/>
                  </a:lnTo>
                  <a:lnTo>
                    <a:pt x="1245" y="763"/>
                  </a:lnTo>
                  <a:lnTo>
                    <a:pt x="1486" y="643"/>
                  </a:lnTo>
                  <a:lnTo>
                    <a:pt x="74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3" name="Google Shape;143;p2"/>
            <p:cNvSpPr/>
            <p:nvPr/>
          </p:nvSpPr>
          <p:spPr>
            <a:xfrm>
              <a:off x="5238650" y="3147125"/>
              <a:ext cx="37675" cy="36175"/>
            </a:xfrm>
            <a:custGeom>
              <a:rect b="b" l="l" r="r" t="t"/>
              <a:pathLst>
                <a:path extrusionOk="0" h="1447" w="1507">
                  <a:moveTo>
                    <a:pt x="763" y="1"/>
                  </a:moveTo>
                  <a:lnTo>
                    <a:pt x="0" y="704"/>
                  </a:lnTo>
                  <a:lnTo>
                    <a:pt x="803" y="1447"/>
                  </a:lnTo>
                  <a:lnTo>
                    <a:pt x="944" y="1186"/>
                  </a:lnTo>
                  <a:lnTo>
                    <a:pt x="1024" y="1065"/>
                  </a:lnTo>
                  <a:lnTo>
                    <a:pt x="1125" y="965"/>
                  </a:lnTo>
                  <a:lnTo>
                    <a:pt x="1165" y="925"/>
                  </a:lnTo>
                  <a:lnTo>
                    <a:pt x="1225" y="904"/>
                  </a:lnTo>
                  <a:lnTo>
                    <a:pt x="1366" y="864"/>
                  </a:lnTo>
                  <a:lnTo>
                    <a:pt x="1426" y="824"/>
                  </a:lnTo>
                  <a:lnTo>
                    <a:pt x="1466" y="784"/>
                  </a:lnTo>
                  <a:lnTo>
                    <a:pt x="1506" y="724"/>
                  </a:lnTo>
                  <a:lnTo>
                    <a:pt x="1506" y="623"/>
                  </a:lnTo>
                  <a:lnTo>
                    <a:pt x="1125" y="302"/>
                  </a:lnTo>
                  <a:lnTo>
                    <a:pt x="763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4" name="Google Shape;144;p2"/>
            <p:cNvSpPr/>
            <p:nvPr/>
          </p:nvSpPr>
          <p:spPr>
            <a:xfrm>
              <a:off x="5345575" y="2637125"/>
              <a:ext cx="36650" cy="30625"/>
            </a:xfrm>
            <a:custGeom>
              <a:rect b="b" l="l" r="r" t="t"/>
              <a:pathLst>
                <a:path extrusionOk="0" h="1225" w="1466">
                  <a:moveTo>
                    <a:pt x="783" y="0"/>
                  </a:moveTo>
                  <a:lnTo>
                    <a:pt x="0" y="663"/>
                  </a:lnTo>
                  <a:lnTo>
                    <a:pt x="221" y="743"/>
                  </a:lnTo>
                  <a:lnTo>
                    <a:pt x="341" y="783"/>
                  </a:lnTo>
                  <a:lnTo>
                    <a:pt x="422" y="843"/>
                  </a:lnTo>
                  <a:lnTo>
                    <a:pt x="522" y="924"/>
                  </a:lnTo>
                  <a:lnTo>
                    <a:pt x="582" y="1004"/>
                  </a:lnTo>
                  <a:lnTo>
                    <a:pt x="643" y="1084"/>
                  </a:lnTo>
                  <a:lnTo>
                    <a:pt x="703" y="1205"/>
                  </a:lnTo>
                  <a:lnTo>
                    <a:pt x="723" y="1225"/>
                  </a:lnTo>
                  <a:lnTo>
                    <a:pt x="783" y="1225"/>
                  </a:lnTo>
                  <a:lnTo>
                    <a:pt x="1466" y="602"/>
                  </a:lnTo>
                  <a:lnTo>
                    <a:pt x="78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5" name="Google Shape;145;p2"/>
            <p:cNvSpPr/>
            <p:nvPr/>
          </p:nvSpPr>
          <p:spPr>
            <a:xfrm>
              <a:off x="5995125" y="2843425"/>
              <a:ext cx="35675" cy="29150"/>
            </a:xfrm>
            <a:custGeom>
              <a:rect b="b" l="l" r="r" t="t"/>
              <a:pathLst>
                <a:path extrusionOk="0" h="1166" w="1427">
                  <a:moveTo>
                    <a:pt x="724" y="1"/>
                  </a:moveTo>
                  <a:lnTo>
                    <a:pt x="1" y="603"/>
                  </a:lnTo>
                  <a:lnTo>
                    <a:pt x="242" y="683"/>
                  </a:lnTo>
                  <a:lnTo>
                    <a:pt x="342" y="724"/>
                  </a:lnTo>
                  <a:lnTo>
                    <a:pt x="423" y="784"/>
                  </a:lnTo>
                  <a:lnTo>
                    <a:pt x="503" y="864"/>
                  </a:lnTo>
                  <a:lnTo>
                    <a:pt x="563" y="965"/>
                  </a:lnTo>
                  <a:lnTo>
                    <a:pt x="684" y="1165"/>
                  </a:lnTo>
                  <a:lnTo>
                    <a:pt x="1427" y="543"/>
                  </a:lnTo>
                  <a:lnTo>
                    <a:pt x="724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6" name="Google Shape;146;p2"/>
            <p:cNvSpPr/>
            <p:nvPr/>
          </p:nvSpPr>
          <p:spPr>
            <a:xfrm>
              <a:off x="5996650" y="2741025"/>
              <a:ext cx="30125" cy="28125"/>
            </a:xfrm>
            <a:custGeom>
              <a:rect b="b" l="l" r="r" t="t"/>
              <a:pathLst>
                <a:path extrusionOk="0" h="1125" w="1205">
                  <a:moveTo>
                    <a:pt x="663" y="1"/>
                  </a:moveTo>
                  <a:lnTo>
                    <a:pt x="0" y="543"/>
                  </a:lnTo>
                  <a:lnTo>
                    <a:pt x="703" y="1125"/>
                  </a:lnTo>
                  <a:lnTo>
                    <a:pt x="1205" y="663"/>
                  </a:lnTo>
                  <a:lnTo>
                    <a:pt x="663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7" name="Google Shape;147;p2"/>
            <p:cNvSpPr/>
            <p:nvPr/>
          </p:nvSpPr>
          <p:spPr>
            <a:xfrm>
              <a:off x="5240150" y="2738025"/>
              <a:ext cx="35150" cy="32650"/>
            </a:xfrm>
            <a:custGeom>
              <a:rect b="b" l="l" r="r" t="t"/>
              <a:pathLst>
                <a:path extrusionOk="0" h="1306" w="1406">
                  <a:moveTo>
                    <a:pt x="663" y="0"/>
                  </a:moveTo>
                  <a:lnTo>
                    <a:pt x="563" y="161"/>
                  </a:lnTo>
                  <a:lnTo>
                    <a:pt x="502" y="261"/>
                  </a:lnTo>
                  <a:lnTo>
                    <a:pt x="422" y="341"/>
                  </a:lnTo>
                  <a:lnTo>
                    <a:pt x="322" y="422"/>
                  </a:lnTo>
                  <a:lnTo>
                    <a:pt x="221" y="502"/>
                  </a:lnTo>
                  <a:lnTo>
                    <a:pt x="0" y="663"/>
                  </a:lnTo>
                  <a:lnTo>
                    <a:pt x="683" y="1305"/>
                  </a:lnTo>
                  <a:lnTo>
                    <a:pt x="1406" y="663"/>
                  </a:lnTo>
                  <a:lnTo>
                    <a:pt x="66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8" name="Google Shape;148;p2"/>
            <p:cNvSpPr/>
            <p:nvPr/>
          </p:nvSpPr>
          <p:spPr>
            <a:xfrm>
              <a:off x="5240650" y="2636100"/>
              <a:ext cx="36175" cy="31650"/>
            </a:xfrm>
            <a:custGeom>
              <a:rect b="b" l="l" r="r" t="t"/>
              <a:pathLst>
                <a:path extrusionOk="0" h="1266" w="1447">
                  <a:moveTo>
                    <a:pt x="683" y="1"/>
                  </a:moveTo>
                  <a:lnTo>
                    <a:pt x="0" y="664"/>
                  </a:lnTo>
                  <a:lnTo>
                    <a:pt x="663" y="1266"/>
                  </a:lnTo>
                  <a:lnTo>
                    <a:pt x="1446" y="603"/>
                  </a:lnTo>
                  <a:lnTo>
                    <a:pt x="1165" y="503"/>
                  </a:lnTo>
                  <a:lnTo>
                    <a:pt x="1065" y="443"/>
                  </a:lnTo>
                  <a:lnTo>
                    <a:pt x="964" y="382"/>
                  </a:lnTo>
                  <a:lnTo>
                    <a:pt x="884" y="282"/>
                  </a:lnTo>
                  <a:lnTo>
                    <a:pt x="804" y="182"/>
                  </a:lnTo>
                  <a:lnTo>
                    <a:pt x="683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9" name="Google Shape;149;p2"/>
            <p:cNvSpPr/>
            <p:nvPr/>
          </p:nvSpPr>
          <p:spPr>
            <a:xfrm>
              <a:off x="5997150" y="2638625"/>
              <a:ext cx="29125" cy="27125"/>
            </a:xfrm>
            <a:custGeom>
              <a:rect b="b" l="l" r="r" t="t"/>
              <a:pathLst>
                <a:path extrusionOk="0" h="1085" w="1165">
                  <a:moveTo>
                    <a:pt x="643" y="0"/>
                  </a:moveTo>
                  <a:lnTo>
                    <a:pt x="0" y="563"/>
                  </a:lnTo>
                  <a:lnTo>
                    <a:pt x="443" y="911"/>
                  </a:lnTo>
                  <a:lnTo>
                    <a:pt x="443" y="911"/>
                  </a:lnTo>
                  <a:lnTo>
                    <a:pt x="1165" y="462"/>
                  </a:lnTo>
                  <a:lnTo>
                    <a:pt x="643" y="0"/>
                  </a:lnTo>
                  <a:close/>
                  <a:moveTo>
                    <a:pt x="443" y="911"/>
                  </a:moveTo>
                  <a:lnTo>
                    <a:pt x="422" y="924"/>
                  </a:lnTo>
                  <a:lnTo>
                    <a:pt x="663" y="1085"/>
                  </a:lnTo>
                  <a:lnTo>
                    <a:pt x="443" y="91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50" name="Google Shape;150;p2"/>
          <p:cNvSpPr/>
          <p:nvPr/>
        </p:nvSpPr>
        <p:spPr>
          <a:xfrm>
            <a:off x="1733088" y="932547"/>
            <a:ext cx="457237" cy="429412"/>
          </a:xfrm>
          <a:custGeom>
            <a:rect b="b" l="l" r="r" t="t"/>
            <a:pathLst>
              <a:path extrusionOk="0" h="92099" w="98067">
                <a:moveTo>
                  <a:pt x="49019" y="0"/>
                </a:moveTo>
                <a:lnTo>
                  <a:pt x="48824" y="1171"/>
                </a:lnTo>
                <a:lnTo>
                  <a:pt x="48629" y="2064"/>
                </a:lnTo>
                <a:lnTo>
                  <a:pt x="48378" y="3151"/>
                </a:lnTo>
                <a:lnTo>
                  <a:pt x="48071" y="4434"/>
                </a:lnTo>
                <a:lnTo>
                  <a:pt x="47709" y="5884"/>
                </a:lnTo>
                <a:lnTo>
                  <a:pt x="47263" y="7501"/>
                </a:lnTo>
                <a:lnTo>
                  <a:pt x="46733" y="9230"/>
                </a:lnTo>
                <a:lnTo>
                  <a:pt x="46119" y="11070"/>
                </a:lnTo>
                <a:lnTo>
                  <a:pt x="45422" y="13050"/>
                </a:lnTo>
                <a:lnTo>
                  <a:pt x="44641" y="15085"/>
                </a:lnTo>
                <a:lnTo>
                  <a:pt x="43777" y="17177"/>
                </a:lnTo>
                <a:lnTo>
                  <a:pt x="43303" y="18264"/>
                </a:lnTo>
                <a:lnTo>
                  <a:pt x="42801" y="19351"/>
                </a:lnTo>
                <a:lnTo>
                  <a:pt x="42271" y="20439"/>
                </a:lnTo>
                <a:lnTo>
                  <a:pt x="41742" y="21554"/>
                </a:lnTo>
                <a:lnTo>
                  <a:pt x="41156" y="22670"/>
                </a:lnTo>
                <a:lnTo>
                  <a:pt x="40543" y="23785"/>
                </a:lnTo>
                <a:lnTo>
                  <a:pt x="39929" y="24900"/>
                </a:lnTo>
                <a:lnTo>
                  <a:pt x="39260" y="25988"/>
                </a:lnTo>
                <a:lnTo>
                  <a:pt x="38563" y="27103"/>
                </a:lnTo>
                <a:lnTo>
                  <a:pt x="37838" y="28218"/>
                </a:lnTo>
                <a:lnTo>
                  <a:pt x="37113" y="29306"/>
                </a:lnTo>
                <a:lnTo>
                  <a:pt x="36332" y="30421"/>
                </a:lnTo>
                <a:lnTo>
                  <a:pt x="35524" y="31481"/>
                </a:lnTo>
                <a:lnTo>
                  <a:pt x="34687" y="32568"/>
                </a:lnTo>
                <a:lnTo>
                  <a:pt x="33795" y="33600"/>
                </a:lnTo>
                <a:lnTo>
                  <a:pt x="32903" y="34659"/>
                </a:lnTo>
                <a:lnTo>
                  <a:pt x="31954" y="35663"/>
                </a:lnTo>
                <a:lnTo>
                  <a:pt x="30979" y="36667"/>
                </a:lnTo>
                <a:lnTo>
                  <a:pt x="29975" y="37643"/>
                </a:lnTo>
                <a:lnTo>
                  <a:pt x="28943" y="38591"/>
                </a:lnTo>
                <a:lnTo>
                  <a:pt x="27856" y="39511"/>
                </a:lnTo>
                <a:lnTo>
                  <a:pt x="26740" y="40403"/>
                </a:lnTo>
                <a:lnTo>
                  <a:pt x="25597" y="41268"/>
                </a:lnTo>
                <a:lnTo>
                  <a:pt x="24426" y="42104"/>
                </a:lnTo>
                <a:lnTo>
                  <a:pt x="23199" y="42885"/>
                </a:lnTo>
                <a:lnTo>
                  <a:pt x="21944" y="43638"/>
                </a:lnTo>
                <a:lnTo>
                  <a:pt x="20634" y="44363"/>
                </a:lnTo>
                <a:lnTo>
                  <a:pt x="19295" y="45060"/>
                </a:lnTo>
                <a:lnTo>
                  <a:pt x="17929" y="45673"/>
                </a:lnTo>
                <a:lnTo>
                  <a:pt x="16507" y="46287"/>
                </a:lnTo>
                <a:lnTo>
                  <a:pt x="15057" y="46816"/>
                </a:lnTo>
                <a:lnTo>
                  <a:pt x="13551" y="47318"/>
                </a:lnTo>
                <a:lnTo>
                  <a:pt x="12018" y="47765"/>
                </a:lnTo>
                <a:lnTo>
                  <a:pt x="10428" y="48155"/>
                </a:lnTo>
                <a:lnTo>
                  <a:pt x="8811" y="48489"/>
                </a:lnTo>
                <a:lnTo>
                  <a:pt x="7138" y="48768"/>
                </a:lnTo>
                <a:lnTo>
                  <a:pt x="5409" y="48991"/>
                </a:lnTo>
                <a:lnTo>
                  <a:pt x="3653" y="49159"/>
                </a:lnTo>
                <a:lnTo>
                  <a:pt x="1868" y="49242"/>
                </a:lnTo>
                <a:lnTo>
                  <a:pt x="948" y="49270"/>
                </a:lnTo>
                <a:lnTo>
                  <a:pt x="0" y="49298"/>
                </a:lnTo>
                <a:lnTo>
                  <a:pt x="474" y="49438"/>
                </a:lnTo>
                <a:lnTo>
                  <a:pt x="1840" y="49856"/>
                </a:lnTo>
                <a:lnTo>
                  <a:pt x="3959" y="50581"/>
                </a:lnTo>
                <a:lnTo>
                  <a:pt x="5270" y="51055"/>
                </a:lnTo>
                <a:lnTo>
                  <a:pt x="6720" y="51585"/>
                </a:lnTo>
                <a:lnTo>
                  <a:pt x="8309" y="52226"/>
                </a:lnTo>
                <a:lnTo>
                  <a:pt x="10010" y="52951"/>
                </a:lnTo>
                <a:lnTo>
                  <a:pt x="11823" y="53732"/>
                </a:lnTo>
                <a:lnTo>
                  <a:pt x="13719" y="54624"/>
                </a:lnTo>
                <a:lnTo>
                  <a:pt x="15698" y="55600"/>
                </a:lnTo>
                <a:lnTo>
                  <a:pt x="17762" y="56631"/>
                </a:lnTo>
                <a:lnTo>
                  <a:pt x="19853" y="57775"/>
                </a:lnTo>
                <a:lnTo>
                  <a:pt x="21972" y="59001"/>
                </a:lnTo>
                <a:lnTo>
                  <a:pt x="23032" y="59671"/>
                </a:lnTo>
                <a:lnTo>
                  <a:pt x="24119" y="60340"/>
                </a:lnTo>
                <a:lnTo>
                  <a:pt x="25179" y="61037"/>
                </a:lnTo>
                <a:lnTo>
                  <a:pt x="26266" y="61762"/>
                </a:lnTo>
                <a:lnTo>
                  <a:pt x="27354" y="62487"/>
                </a:lnTo>
                <a:lnTo>
                  <a:pt x="28413" y="63268"/>
                </a:lnTo>
                <a:lnTo>
                  <a:pt x="29473" y="64048"/>
                </a:lnTo>
                <a:lnTo>
                  <a:pt x="30532" y="64857"/>
                </a:lnTo>
                <a:lnTo>
                  <a:pt x="31592" y="65693"/>
                </a:lnTo>
                <a:lnTo>
                  <a:pt x="32624" y="66558"/>
                </a:lnTo>
                <a:lnTo>
                  <a:pt x="33627" y="67450"/>
                </a:lnTo>
                <a:lnTo>
                  <a:pt x="34659" y="68370"/>
                </a:lnTo>
                <a:lnTo>
                  <a:pt x="35635" y="69290"/>
                </a:lnTo>
                <a:lnTo>
                  <a:pt x="36611" y="70266"/>
                </a:lnTo>
                <a:lnTo>
                  <a:pt x="37559" y="71242"/>
                </a:lnTo>
                <a:lnTo>
                  <a:pt x="38507" y="72274"/>
                </a:lnTo>
                <a:lnTo>
                  <a:pt x="39399" y="73306"/>
                </a:lnTo>
                <a:lnTo>
                  <a:pt x="40292" y="74365"/>
                </a:lnTo>
                <a:lnTo>
                  <a:pt x="41156" y="75453"/>
                </a:lnTo>
                <a:lnTo>
                  <a:pt x="41993" y="76568"/>
                </a:lnTo>
                <a:lnTo>
                  <a:pt x="42773" y="77711"/>
                </a:lnTo>
                <a:lnTo>
                  <a:pt x="43554" y="78882"/>
                </a:lnTo>
                <a:lnTo>
                  <a:pt x="44279" y="80081"/>
                </a:lnTo>
                <a:lnTo>
                  <a:pt x="44976" y="81308"/>
                </a:lnTo>
                <a:lnTo>
                  <a:pt x="45617" y="82563"/>
                </a:lnTo>
                <a:lnTo>
                  <a:pt x="46259" y="83846"/>
                </a:lnTo>
                <a:lnTo>
                  <a:pt x="46816" y="85156"/>
                </a:lnTo>
                <a:lnTo>
                  <a:pt x="47374" y="86494"/>
                </a:lnTo>
                <a:lnTo>
                  <a:pt x="47848" y="87833"/>
                </a:lnTo>
                <a:lnTo>
                  <a:pt x="48294" y="89227"/>
                </a:lnTo>
                <a:lnTo>
                  <a:pt x="48685" y="90649"/>
                </a:lnTo>
                <a:lnTo>
                  <a:pt x="49019" y="92099"/>
                </a:lnTo>
                <a:lnTo>
                  <a:pt x="49382" y="90649"/>
                </a:lnTo>
                <a:lnTo>
                  <a:pt x="49772" y="89227"/>
                </a:lnTo>
                <a:lnTo>
                  <a:pt x="50218" y="87833"/>
                </a:lnTo>
                <a:lnTo>
                  <a:pt x="50692" y="86494"/>
                </a:lnTo>
                <a:lnTo>
                  <a:pt x="51250" y="85156"/>
                </a:lnTo>
                <a:lnTo>
                  <a:pt x="51808" y="83846"/>
                </a:lnTo>
                <a:lnTo>
                  <a:pt x="52421" y="82563"/>
                </a:lnTo>
                <a:lnTo>
                  <a:pt x="53090" y="81308"/>
                </a:lnTo>
                <a:lnTo>
                  <a:pt x="53787" y="80081"/>
                </a:lnTo>
                <a:lnTo>
                  <a:pt x="54512" y="78882"/>
                </a:lnTo>
                <a:lnTo>
                  <a:pt x="55293" y="77711"/>
                </a:lnTo>
                <a:lnTo>
                  <a:pt x="56074" y="76568"/>
                </a:lnTo>
                <a:lnTo>
                  <a:pt x="56910" y="75453"/>
                </a:lnTo>
                <a:lnTo>
                  <a:pt x="57775" y="74365"/>
                </a:lnTo>
                <a:lnTo>
                  <a:pt x="58639" y="73306"/>
                </a:lnTo>
                <a:lnTo>
                  <a:pt x="59559" y="72274"/>
                </a:lnTo>
                <a:lnTo>
                  <a:pt x="60479" y="71242"/>
                </a:lnTo>
                <a:lnTo>
                  <a:pt x="61455" y="70266"/>
                </a:lnTo>
                <a:lnTo>
                  <a:pt x="62431" y="69290"/>
                </a:lnTo>
                <a:lnTo>
                  <a:pt x="63407" y="68370"/>
                </a:lnTo>
                <a:lnTo>
                  <a:pt x="64411" y="67450"/>
                </a:lnTo>
                <a:lnTo>
                  <a:pt x="65443" y="66558"/>
                </a:lnTo>
                <a:lnTo>
                  <a:pt x="66474" y="65693"/>
                </a:lnTo>
                <a:lnTo>
                  <a:pt x="67534" y="64857"/>
                </a:lnTo>
                <a:lnTo>
                  <a:pt x="68593" y="64048"/>
                </a:lnTo>
                <a:lnTo>
                  <a:pt x="69653" y="63268"/>
                </a:lnTo>
                <a:lnTo>
                  <a:pt x="70713" y="62487"/>
                </a:lnTo>
                <a:lnTo>
                  <a:pt x="71800" y="61762"/>
                </a:lnTo>
                <a:lnTo>
                  <a:pt x="72860" y="61037"/>
                </a:lnTo>
                <a:lnTo>
                  <a:pt x="73947" y="60340"/>
                </a:lnTo>
                <a:lnTo>
                  <a:pt x="75034" y="59671"/>
                </a:lnTo>
                <a:lnTo>
                  <a:pt x="76094" y="59001"/>
                </a:lnTo>
                <a:lnTo>
                  <a:pt x="78213" y="57775"/>
                </a:lnTo>
                <a:lnTo>
                  <a:pt x="80304" y="56631"/>
                </a:lnTo>
                <a:lnTo>
                  <a:pt x="82368" y="55600"/>
                </a:lnTo>
                <a:lnTo>
                  <a:pt x="84348" y="54624"/>
                </a:lnTo>
                <a:lnTo>
                  <a:pt x="86244" y="53732"/>
                </a:lnTo>
                <a:lnTo>
                  <a:pt x="88056" y="52951"/>
                </a:lnTo>
                <a:lnTo>
                  <a:pt x="89757" y="52226"/>
                </a:lnTo>
                <a:lnTo>
                  <a:pt x="91346" y="51585"/>
                </a:lnTo>
                <a:lnTo>
                  <a:pt x="92796" y="51055"/>
                </a:lnTo>
                <a:lnTo>
                  <a:pt x="94107" y="50581"/>
                </a:lnTo>
                <a:lnTo>
                  <a:pt x="96226" y="49856"/>
                </a:lnTo>
                <a:lnTo>
                  <a:pt x="97592" y="49438"/>
                </a:lnTo>
                <a:lnTo>
                  <a:pt x="98066" y="49298"/>
                </a:lnTo>
                <a:lnTo>
                  <a:pt x="97118" y="49270"/>
                </a:lnTo>
                <a:lnTo>
                  <a:pt x="96198" y="49242"/>
                </a:lnTo>
                <a:lnTo>
                  <a:pt x="94413" y="49159"/>
                </a:lnTo>
                <a:lnTo>
                  <a:pt x="92657" y="48991"/>
                </a:lnTo>
                <a:lnTo>
                  <a:pt x="90928" y="48768"/>
                </a:lnTo>
                <a:lnTo>
                  <a:pt x="89255" y="48489"/>
                </a:lnTo>
                <a:lnTo>
                  <a:pt x="87638" y="48155"/>
                </a:lnTo>
                <a:lnTo>
                  <a:pt x="86048" y="47765"/>
                </a:lnTo>
                <a:lnTo>
                  <a:pt x="84515" y="47318"/>
                </a:lnTo>
                <a:lnTo>
                  <a:pt x="83009" y="46816"/>
                </a:lnTo>
                <a:lnTo>
                  <a:pt x="81559" y="46287"/>
                </a:lnTo>
                <a:lnTo>
                  <a:pt x="80137" y="45673"/>
                </a:lnTo>
                <a:lnTo>
                  <a:pt x="78771" y="45060"/>
                </a:lnTo>
                <a:lnTo>
                  <a:pt x="77432" y="44363"/>
                </a:lnTo>
                <a:lnTo>
                  <a:pt x="76122" y="43638"/>
                </a:lnTo>
                <a:lnTo>
                  <a:pt x="74867" y="42885"/>
                </a:lnTo>
                <a:lnTo>
                  <a:pt x="73640" y="42104"/>
                </a:lnTo>
                <a:lnTo>
                  <a:pt x="72469" y="41268"/>
                </a:lnTo>
                <a:lnTo>
                  <a:pt x="71298" y="40403"/>
                </a:lnTo>
                <a:lnTo>
                  <a:pt x="70211" y="39511"/>
                </a:lnTo>
                <a:lnTo>
                  <a:pt x="69123" y="38591"/>
                </a:lnTo>
                <a:lnTo>
                  <a:pt x="68091" y="37643"/>
                </a:lnTo>
                <a:lnTo>
                  <a:pt x="67088" y="36667"/>
                </a:lnTo>
                <a:lnTo>
                  <a:pt x="66112" y="35663"/>
                </a:lnTo>
                <a:lnTo>
                  <a:pt x="65164" y="34659"/>
                </a:lnTo>
                <a:lnTo>
                  <a:pt x="64271" y="33600"/>
                </a:lnTo>
                <a:lnTo>
                  <a:pt x="63379" y="32568"/>
                </a:lnTo>
                <a:lnTo>
                  <a:pt x="62543" y="31481"/>
                </a:lnTo>
                <a:lnTo>
                  <a:pt x="61734" y="30421"/>
                </a:lnTo>
                <a:lnTo>
                  <a:pt x="60953" y="29306"/>
                </a:lnTo>
                <a:lnTo>
                  <a:pt x="60200" y="28218"/>
                </a:lnTo>
                <a:lnTo>
                  <a:pt x="59503" y="27103"/>
                </a:lnTo>
                <a:lnTo>
                  <a:pt x="58806" y="25988"/>
                </a:lnTo>
                <a:lnTo>
                  <a:pt x="58137" y="24900"/>
                </a:lnTo>
                <a:lnTo>
                  <a:pt x="57524" y="23785"/>
                </a:lnTo>
                <a:lnTo>
                  <a:pt x="56910" y="22670"/>
                </a:lnTo>
                <a:lnTo>
                  <a:pt x="56325" y="21554"/>
                </a:lnTo>
                <a:lnTo>
                  <a:pt x="55795" y="20439"/>
                </a:lnTo>
                <a:lnTo>
                  <a:pt x="55265" y="19351"/>
                </a:lnTo>
                <a:lnTo>
                  <a:pt x="54763" y="18264"/>
                </a:lnTo>
                <a:lnTo>
                  <a:pt x="54289" y="17177"/>
                </a:lnTo>
                <a:lnTo>
                  <a:pt x="53425" y="15085"/>
                </a:lnTo>
                <a:lnTo>
                  <a:pt x="52644" y="13050"/>
                </a:lnTo>
                <a:lnTo>
                  <a:pt x="51947" y="11070"/>
                </a:lnTo>
                <a:lnTo>
                  <a:pt x="51334" y="9230"/>
                </a:lnTo>
                <a:lnTo>
                  <a:pt x="50804" y="7501"/>
                </a:lnTo>
                <a:lnTo>
                  <a:pt x="50358" y="5884"/>
                </a:lnTo>
                <a:lnTo>
                  <a:pt x="49995" y="4434"/>
                </a:lnTo>
                <a:lnTo>
                  <a:pt x="49688" y="3151"/>
                </a:lnTo>
                <a:lnTo>
                  <a:pt x="49437" y="2064"/>
                </a:lnTo>
                <a:lnTo>
                  <a:pt x="49242" y="1171"/>
                </a:lnTo>
                <a:lnTo>
                  <a:pt x="49019" y="0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1" name="Google Shape;151;p2"/>
          <p:cNvSpPr/>
          <p:nvPr/>
        </p:nvSpPr>
        <p:spPr>
          <a:xfrm flipH="1">
            <a:off x="8085888" y="4081828"/>
            <a:ext cx="1058100" cy="1058100"/>
          </a:xfrm>
          <a:prstGeom prst="rtTriangle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2" name="Google Shape;152;p2"/>
          <p:cNvSpPr/>
          <p:nvPr/>
        </p:nvSpPr>
        <p:spPr>
          <a:xfrm>
            <a:off x="8019945" y="4215465"/>
            <a:ext cx="790800" cy="790800"/>
          </a:xfrm>
          <a:prstGeom prst="ellipse">
            <a:avLst/>
          </a:prstGeom>
          <a:solidFill>
            <a:schemeClr val="dk2"/>
          </a:solidFill>
          <a:ln cap="flat" cmpd="sng" w="11430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53" name="Google Shape;153;p2"/>
          <p:cNvGrpSpPr/>
          <p:nvPr/>
        </p:nvGrpSpPr>
        <p:grpSpPr>
          <a:xfrm>
            <a:off x="3539540" y="4393300"/>
            <a:ext cx="754524" cy="750237"/>
            <a:chOff x="8523754" y="10"/>
            <a:chExt cx="516408" cy="513439"/>
          </a:xfrm>
        </p:grpSpPr>
        <p:sp>
          <p:nvSpPr>
            <p:cNvPr id="154" name="Google Shape;154;p2"/>
            <p:cNvSpPr/>
            <p:nvPr/>
          </p:nvSpPr>
          <p:spPr>
            <a:xfrm>
              <a:off x="8523754" y="255242"/>
              <a:ext cx="516408" cy="258207"/>
            </a:xfrm>
            <a:custGeom>
              <a:rect b="b" l="l" r="r" t="t"/>
              <a:pathLst>
                <a:path extrusionOk="0" h="41798" w="83595">
                  <a:moveTo>
                    <a:pt x="41797" y="0"/>
                  </a:moveTo>
                  <a:lnTo>
                    <a:pt x="40710" y="28"/>
                  </a:lnTo>
                  <a:lnTo>
                    <a:pt x="39650" y="56"/>
                  </a:lnTo>
                  <a:lnTo>
                    <a:pt x="38591" y="112"/>
                  </a:lnTo>
                  <a:lnTo>
                    <a:pt x="37531" y="223"/>
                  </a:lnTo>
                  <a:lnTo>
                    <a:pt x="36472" y="335"/>
                  </a:lnTo>
                  <a:lnTo>
                    <a:pt x="35440" y="474"/>
                  </a:lnTo>
                  <a:lnTo>
                    <a:pt x="34408" y="669"/>
                  </a:lnTo>
                  <a:lnTo>
                    <a:pt x="33377" y="864"/>
                  </a:lnTo>
                  <a:lnTo>
                    <a:pt x="32373" y="1060"/>
                  </a:lnTo>
                  <a:lnTo>
                    <a:pt x="31369" y="1311"/>
                  </a:lnTo>
                  <a:lnTo>
                    <a:pt x="30365" y="1589"/>
                  </a:lnTo>
                  <a:lnTo>
                    <a:pt x="29361" y="1868"/>
                  </a:lnTo>
                  <a:lnTo>
                    <a:pt x="28385" y="2203"/>
                  </a:lnTo>
                  <a:lnTo>
                    <a:pt x="27437" y="2537"/>
                  </a:lnTo>
                  <a:lnTo>
                    <a:pt x="26489" y="2900"/>
                  </a:lnTo>
                  <a:lnTo>
                    <a:pt x="25541" y="3290"/>
                  </a:lnTo>
                  <a:lnTo>
                    <a:pt x="24593" y="3708"/>
                  </a:lnTo>
                  <a:lnTo>
                    <a:pt x="23673" y="4127"/>
                  </a:lnTo>
                  <a:lnTo>
                    <a:pt x="22781" y="4573"/>
                  </a:lnTo>
                  <a:lnTo>
                    <a:pt x="21889" y="5047"/>
                  </a:lnTo>
                  <a:lnTo>
                    <a:pt x="20996" y="5549"/>
                  </a:lnTo>
                  <a:lnTo>
                    <a:pt x="20132" y="6051"/>
                  </a:lnTo>
                  <a:lnTo>
                    <a:pt x="19267" y="6580"/>
                  </a:lnTo>
                  <a:lnTo>
                    <a:pt x="18431" y="7138"/>
                  </a:lnTo>
                  <a:lnTo>
                    <a:pt x="17594" y="7724"/>
                  </a:lnTo>
                  <a:lnTo>
                    <a:pt x="16786" y="8309"/>
                  </a:lnTo>
                  <a:lnTo>
                    <a:pt x="16005" y="8923"/>
                  </a:lnTo>
                  <a:lnTo>
                    <a:pt x="15224" y="9536"/>
                  </a:lnTo>
                  <a:lnTo>
                    <a:pt x="14444" y="10205"/>
                  </a:lnTo>
                  <a:lnTo>
                    <a:pt x="13691" y="10847"/>
                  </a:lnTo>
                  <a:lnTo>
                    <a:pt x="12966" y="11544"/>
                  </a:lnTo>
                  <a:lnTo>
                    <a:pt x="12241" y="12241"/>
                  </a:lnTo>
                  <a:lnTo>
                    <a:pt x="11544" y="12966"/>
                  </a:lnTo>
                  <a:lnTo>
                    <a:pt x="10875" y="13691"/>
                  </a:lnTo>
                  <a:lnTo>
                    <a:pt x="10205" y="14444"/>
                  </a:lnTo>
                  <a:lnTo>
                    <a:pt x="9564" y="15224"/>
                  </a:lnTo>
                  <a:lnTo>
                    <a:pt x="8923" y="16005"/>
                  </a:lnTo>
                  <a:lnTo>
                    <a:pt x="8309" y="16786"/>
                  </a:lnTo>
                  <a:lnTo>
                    <a:pt x="7724" y="17594"/>
                  </a:lnTo>
                  <a:lnTo>
                    <a:pt x="7138" y="18431"/>
                  </a:lnTo>
                  <a:lnTo>
                    <a:pt x="6581" y="19267"/>
                  </a:lnTo>
                  <a:lnTo>
                    <a:pt x="6051" y="20132"/>
                  </a:lnTo>
                  <a:lnTo>
                    <a:pt x="5549" y="20996"/>
                  </a:lnTo>
                  <a:lnTo>
                    <a:pt x="5047" y="21888"/>
                  </a:lnTo>
                  <a:lnTo>
                    <a:pt x="4573" y="22781"/>
                  </a:lnTo>
                  <a:lnTo>
                    <a:pt x="4127" y="23673"/>
                  </a:lnTo>
                  <a:lnTo>
                    <a:pt x="3709" y="24593"/>
                  </a:lnTo>
                  <a:lnTo>
                    <a:pt x="3290" y="25541"/>
                  </a:lnTo>
                  <a:lnTo>
                    <a:pt x="2900" y="26461"/>
                  </a:lnTo>
                  <a:lnTo>
                    <a:pt x="2537" y="27437"/>
                  </a:lnTo>
                  <a:lnTo>
                    <a:pt x="2203" y="28385"/>
                  </a:lnTo>
                  <a:lnTo>
                    <a:pt x="1896" y="29361"/>
                  </a:lnTo>
                  <a:lnTo>
                    <a:pt x="1589" y="30365"/>
                  </a:lnTo>
                  <a:lnTo>
                    <a:pt x="1311" y="31341"/>
                  </a:lnTo>
                  <a:lnTo>
                    <a:pt x="1087" y="32345"/>
                  </a:lnTo>
                  <a:lnTo>
                    <a:pt x="864" y="33376"/>
                  </a:lnTo>
                  <a:lnTo>
                    <a:pt x="669" y="34408"/>
                  </a:lnTo>
                  <a:lnTo>
                    <a:pt x="502" y="35440"/>
                  </a:lnTo>
                  <a:lnTo>
                    <a:pt x="335" y="36471"/>
                  </a:lnTo>
                  <a:lnTo>
                    <a:pt x="223" y="37531"/>
                  </a:lnTo>
                  <a:lnTo>
                    <a:pt x="139" y="38591"/>
                  </a:lnTo>
                  <a:lnTo>
                    <a:pt x="56" y="39650"/>
                  </a:lnTo>
                  <a:lnTo>
                    <a:pt x="28" y="40710"/>
                  </a:lnTo>
                  <a:lnTo>
                    <a:pt x="0" y="41797"/>
                  </a:lnTo>
                  <a:lnTo>
                    <a:pt x="83595" y="41797"/>
                  </a:lnTo>
                  <a:lnTo>
                    <a:pt x="83595" y="40710"/>
                  </a:lnTo>
                  <a:lnTo>
                    <a:pt x="83539" y="39650"/>
                  </a:lnTo>
                  <a:lnTo>
                    <a:pt x="83483" y="38591"/>
                  </a:lnTo>
                  <a:lnTo>
                    <a:pt x="83372" y="37531"/>
                  </a:lnTo>
                  <a:lnTo>
                    <a:pt x="83260" y="36471"/>
                  </a:lnTo>
                  <a:lnTo>
                    <a:pt x="83121" y="35440"/>
                  </a:lnTo>
                  <a:lnTo>
                    <a:pt x="82953" y="34408"/>
                  </a:lnTo>
                  <a:lnTo>
                    <a:pt x="82758" y="33376"/>
                  </a:lnTo>
                  <a:lnTo>
                    <a:pt x="82535" y="32345"/>
                  </a:lnTo>
                  <a:lnTo>
                    <a:pt x="82284" y="31341"/>
                  </a:lnTo>
                  <a:lnTo>
                    <a:pt x="82005" y="30365"/>
                  </a:lnTo>
                  <a:lnTo>
                    <a:pt x="81727" y="29361"/>
                  </a:lnTo>
                  <a:lnTo>
                    <a:pt x="81392" y="28385"/>
                  </a:lnTo>
                  <a:lnTo>
                    <a:pt x="81057" y="27437"/>
                  </a:lnTo>
                  <a:lnTo>
                    <a:pt x="80695" y="26461"/>
                  </a:lnTo>
                  <a:lnTo>
                    <a:pt x="80304" y="25541"/>
                  </a:lnTo>
                  <a:lnTo>
                    <a:pt x="79914" y="24593"/>
                  </a:lnTo>
                  <a:lnTo>
                    <a:pt x="79468" y="23673"/>
                  </a:lnTo>
                  <a:lnTo>
                    <a:pt x="79022" y="22781"/>
                  </a:lnTo>
                  <a:lnTo>
                    <a:pt x="78548" y="21888"/>
                  </a:lnTo>
                  <a:lnTo>
                    <a:pt x="78046" y="20996"/>
                  </a:lnTo>
                  <a:lnTo>
                    <a:pt x="77544" y="20132"/>
                  </a:lnTo>
                  <a:lnTo>
                    <a:pt x="77014" y="19267"/>
                  </a:lnTo>
                  <a:lnTo>
                    <a:pt x="76457" y="18431"/>
                  </a:lnTo>
                  <a:lnTo>
                    <a:pt x="75899" y="17594"/>
                  </a:lnTo>
                  <a:lnTo>
                    <a:pt x="75285" y="16786"/>
                  </a:lnTo>
                  <a:lnTo>
                    <a:pt x="74672" y="16005"/>
                  </a:lnTo>
                  <a:lnTo>
                    <a:pt x="74059" y="15224"/>
                  </a:lnTo>
                  <a:lnTo>
                    <a:pt x="73417" y="14444"/>
                  </a:lnTo>
                  <a:lnTo>
                    <a:pt x="72748" y="13691"/>
                  </a:lnTo>
                  <a:lnTo>
                    <a:pt x="72051" y="12966"/>
                  </a:lnTo>
                  <a:lnTo>
                    <a:pt x="71354" y="12241"/>
                  </a:lnTo>
                  <a:lnTo>
                    <a:pt x="70629" y="11544"/>
                  </a:lnTo>
                  <a:lnTo>
                    <a:pt x="69904" y="10847"/>
                  </a:lnTo>
                  <a:lnTo>
                    <a:pt x="69151" y="10205"/>
                  </a:lnTo>
                  <a:lnTo>
                    <a:pt x="68398" y="9536"/>
                  </a:lnTo>
                  <a:lnTo>
                    <a:pt x="67617" y="8923"/>
                  </a:lnTo>
                  <a:lnTo>
                    <a:pt x="66809" y="8309"/>
                  </a:lnTo>
                  <a:lnTo>
                    <a:pt x="66000" y="7724"/>
                  </a:lnTo>
                  <a:lnTo>
                    <a:pt x="65164" y="7138"/>
                  </a:lnTo>
                  <a:lnTo>
                    <a:pt x="64327" y="6580"/>
                  </a:lnTo>
                  <a:lnTo>
                    <a:pt x="63463" y="6051"/>
                  </a:lnTo>
                  <a:lnTo>
                    <a:pt x="62598" y="5549"/>
                  </a:lnTo>
                  <a:lnTo>
                    <a:pt x="61734" y="5047"/>
                  </a:lnTo>
                  <a:lnTo>
                    <a:pt x="60842" y="4573"/>
                  </a:lnTo>
                  <a:lnTo>
                    <a:pt x="59922" y="4127"/>
                  </a:lnTo>
                  <a:lnTo>
                    <a:pt x="59001" y="3708"/>
                  </a:lnTo>
                  <a:lnTo>
                    <a:pt x="58081" y="3290"/>
                  </a:lnTo>
                  <a:lnTo>
                    <a:pt x="57133" y="2900"/>
                  </a:lnTo>
                  <a:lnTo>
                    <a:pt x="56185" y="2537"/>
                  </a:lnTo>
                  <a:lnTo>
                    <a:pt x="55209" y="2203"/>
                  </a:lnTo>
                  <a:lnTo>
                    <a:pt x="54233" y="1868"/>
                  </a:lnTo>
                  <a:lnTo>
                    <a:pt x="53257" y="1589"/>
                  </a:lnTo>
                  <a:lnTo>
                    <a:pt x="52254" y="1311"/>
                  </a:lnTo>
                  <a:lnTo>
                    <a:pt x="51250" y="1060"/>
                  </a:lnTo>
                  <a:lnTo>
                    <a:pt x="50218" y="864"/>
                  </a:lnTo>
                  <a:lnTo>
                    <a:pt x="49214" y="669"/>
                  </a:lnTo>
                  <a:lnTo>
                    <a:pt x="48155" y="474"/>
                  </a:lnTo>
                  <a:lnTo>
                    <a:pt x="47123" y="335"/>
                  </a:lnTo>
                  <a:lnTo>
                    <a:pt x="46064" y="223"/>
                  </a:lnTo>
                  <a:lnTo>
                    <a:pt x="45032" y="112"/>
                  </a:lnTo>
                  <a:lnTo>
                    <a:pt x="43944" y="56"/>
                  </a:lnTo>
                  <a:lnTo>
                    <a:pt x="42885" y="28"/>
                  </a:lnTo>
                  <a:lnTo>
                    <a:pt x="41797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5" name="Google Shape;155;p2"/>
            <p:cNvSpPr/>
            <p:nvPr/>
          </p:nvSpPr>
          <p:spPr>
            <a:xfrm>
              <a:off x="8523754" y="10"/>
              <a:ext cx="516408" cy="258207"/>
            </a:xfrm>
            <a:custGeom>
              <a:rect b="b" l="l" r="r" t="t"/>
              <a:pathLst>
                <a:path extrusionOk="0" h="41798" w="83595">
                  <a:moveTo>
                    <a:pt x="41797" y="0"/>
                  </a:moveTo>
                  <a:lnTo>
                    <a:pt x="40710" y="28"/>
                  </a:lnTo>
                  <a:lnTo>
                    <a:pt x="39650" y="56"/>
                  </a:lnTo>
                  <a:lnTo>
                    <a:pt x="38591" y="112"/>
                  </a:lnTo>
                  <a:lnTo>
                    <a:pt x="37531" y="223"/>
                  </a:lnTo>
                  <a:lnTo>
                    <a:pt x="36472" y="335"/>
                  </a:lnTo>
                  <a:lnTo>
                    <a:pt x="35440" y="474"/>
                  </a:lnTo>
                  <a:lnTo>
                    <a:pt x="34408" y="669"/>
                  </a:lnTo>
                  <a:lnTo>
                    <a:pt x="33377" y="864"/>
                  </a:lnTo>
                  <a:lnTo>
                    <a:pt x="32373" y="1060"/>
                  </a:lnTo>
                  <a:lnTo>
                    <a:pt x="31369" y="1311"/>
                  </a:lnTo>
                  <a:lnTo>
                    <a:pt x="30365" y="1589"/>
                  </a:lnTo>
                  <a:lnTo>
                    <a:pt x="29361" y="1868"/>
                  </a:lnTo>
                  <a:lnTo>
                    <a:pt x="28385" y="2203"/>
                  </a:lnTo>
                  <a:lnTo>
                    <a:pt x="27437" y="2537"/>
                  </a:lnTo>
                  <a:lnTo>
                    <a:pt x="26489" y="2900"/>
                  </a:lnTo>
                  <a:lnTo>
                    <a:pt x="25541" y="3290"/>
                  </a:lnTo>
                  <a:lnTo>
                    <a:pt x="24593" y="3708"/>
                  </a:lnTo>
                  <a:lnTo>
                    <a:pt x="23673" y="4127"/>
                  </a:lnTo>
                  <a:lnTo>
                    <a:pt x="22781" y="4573"/>
                  </a:lnTo>
                  <a:lnTo>
                    <a:pt x="21889" y="5047"/>
                  </a:lnTo>
                  <a:lnTo>
                    <a:pt x="20996" y="5549"/>
                  </a:lnTo>
                  <a:lnTo>
                    <a:pt x="20132" y="6051"/>
                  </a:lnTo>
                  <a:lnTo>
                    <a:pt x="19267" y="6580"/>
                  </a:lnTo>
                  <a:lnTo>
                    <a:pt x="18431" y="7138"/>
                  </a:lnTo>
                  <a:lnTo>
                    <a:pt x="17594" y="7724"/>
                  </a:lnTo>
                  <a:lnTo>
                    <a:pt x="16786" y="8309"/>
                  </a:lnTo>
                  <a:lnTo>
                    <a:pt x="16005" y="8923"/>
                  </a:lnTo>
                  <a:lnTo>
                    <a:pt x="15224" y="9536"/>
                  </a:lnTo>
                  <a:lnTo>
                    <a:pt x="14444" y="10205"/>
                  </a:lnTo>
                  <a:lnTo>
                    <a:pt x="13691" y="10847"/>
                  </a:lnTo>
                  <a:lnTo>
                    <a:pt x="12966" y="11544"/>
                  </a:lnTo>
                  <a:lnTo>
                    <a:pt x="12241" y="12241"/>
                  </a:lnTo>
                  <a:lnTo>
                    <a:pt x="11544" y="12966"/>
                  </a:lnTo>
                  <a:lnTo>
                    <a:pt x="10875" y="13691"/>
                  </a:lnTo>
                  <a:lnTo>
                    <a:pt x="10205" y="14444"/>
                  </a:lnTo>
                  <a:lnTo>
                    <a:pt x="9564" y="15224"/>
                  </a:lnTo>
                  <a:lnTo>
                    <a:pt x="8923" y="16005"/>
                  </a:lnTo>
                  <a:lnTo>
                    <a:pt x="8309" y="16786"/>
                  </a:lnTo>
                  <a:lnTo>
                    <a:pt x="7724" y="17594"/>
                  </a:lnTo>
                  <a:lnTo>
                    <a:pt x="7138" y="18431"/>
                  </a:lnTo>
                  <a:lnTo>
                    <a:pt x="6581" y="19267"/>
                  </a:lnTo>
                  <a:lnTo>
                    <a:pt x="6051" y="20132"/>
                  </a:lnTo>
                  <a:lnTo>
                    <a:pt x="5549" y="20996"/>
                  </a:lnTo>
                  <a:lnTo>
                    <a:pt x="5047" y="21888"/>
                  </a:lnTo>
                  <a:lnTo>
                    <a:pt x="4573" y="22781"/>
                  </a:lnTo>
                  <a:lnTo>
                    <a:pt x="4127" y="23673"/>
                  </a:lnTo>
                  <a:lnTo>
                    <a:pt x="3709" y="24593"/>
                  </a:lnTo>
                  <a:lnTo>
                    <a:pt x="3290" y="25541"/>
                  </a:lnTo>
                  <a:lnTo>
                    <a:pt x="2900" y="26461"/>
                  </a:lnTo>
                  <a:lnTo>
                    <a:pt x="2537" y="27437"/>
                  </a:lnTo>
                  <a:lnTo>
                    <a:pt x="2203" y="28385"/>
                  </a:lnTo>
                  <a:lnTo>
                    <a:pt x="1896" y="29361"/>
                  </a:lnTo>
                  <a:lnTo>
                    <a:pt x="1589" y="30365"/>
                  </a:lnTo>
                  <a:lnTo>
                    <a:pt x="1311" y="31341"/>
                  </a:lnTo>
                  <a:lnTo>
                    <a:pt x="1087" y="32345"/>
                  </a:lnTo>
                  <a:lnTo>
                    <a:pt x="864" y="33376"/>
                  </a:lnTo>
                  <a:lnTo>
                    <a:pt x="669" y="34408"/>
                  </a:lnTo>
                  <a:lnTo>
                    <a:pt x="502" y="35440"/>
                  </a:lnTo>
                  <a:lnTo>
                    <a:pt x="335" y="36471"/>
                  </a:lnTo>
                  <a:lnTo>
                    <a:pt x="223" y="37531"/>
                  </a:lnTo>
                  <a:lnTo>
                    <a:pt x="139" y="38591"/>
                  </a:lnTo>
                  <a:lnTo>
                    <a:pt x="56" y="39650"/>
                  </a:lnTo>
                  <a:lnTo>
                    <a:pt x="28" y="40710"/>
                  </a:lnTo>
                  <a:lnTo>
                    <a:pt x="0" y="41797"/>
                  </a:lnTo>
                  <a:lnTo>
                    <a:pt x="83595" y="41797"/>
                  </a:lnTo>
                  <a:lnTo>
                    <a:pt x="83595" y="40710"/>
                  </a:lnTo>
                  <a:lnTo>
                    <a:pt x="83539" y="39650"/>
                  </a:lnTo>
                  <a:lnTo>
                    <a:pt x="83483" y="38591"/>
                  </a:lnTo>
                  <a:lnTo>
                    <a:pt x="83372" y="37531"/>
                  </a:lnTo>
                  <a:lnTo>
                    <a:pt x="83260" y="36471"/>
                  </a:lnTo>
                  <a:lnTo>
                    <a:pt x="83121" y="35440"/>
                  </a:lnTo>
                  <a:lnTo>
                    <a:pt x="82953" y="34408"/>
                  </a:lnTo>
                  <a:lnTo>
                    <a:pt x="82758" y="33376"/>
                  </a:lnTo>
                  <a:lnTo>
                    <a:pt x="82535" y="32345"/>
                  </a:lnTo>
                  <a:lnTo>
                    <a:pt x="82284" y="31341"/>
                  </a:lnTo>
                  <a:lnTo>
                    <a:pt x="82005" y="30365"/>
                  </a:lnTo>
                  <a:lnTo>
                    <a:pt x="81727" y="29361"/>
                  </a:lnTo>
                  <a:lnTo>
                    <a:pt x="81392" y="28385"/>
                  </a:lnTo>
                  <a:lnTo>
                    <a:pt x="81057" y="27437"/>
                  </a:lnTo>
                  <a:lnTo>
                    <a:pt x="80695" y="26461"/>
                  </a:lnTo>
                  <a:lnTo>
                    <a:pt x="80304" y="25541"/>
                  </a:lnTo>
                  <a:lnTo>
                    <a:pt x="79914" y="24593"/>
                  </a:lnTo>
                  <a:lnTo>
                    <a:pt x="79468" y="23673"/>
                  </a:lnTo>
                  <a:lnTo>
                    <a:pt x="79022" y="22781"/>
                  </a:lnTo>
                  <a:lnTo>
                    <a:pt x="78548" y="21888"/>
                  </a:lnTo>
                  <a:lnTo>
                    <a:pt x="78046" y="20996"/>
                  </a:lnTo>
                  <a:lnTo>
                    <a:pt x="77544" y="20132"/>
                  </a:lnTo>
                  <a:lnTo>
                    <a:pt x="77014" y="19267"/>
                  </a:lnTo>
                  <a:lnTo>
                    <a:pt x="76457" y="18431"/>
                  </a:lnTo>
                  <a:lnTo>
                    <a:pt x="75899" y="17594"/>
                  </a:lnTo>
                  <a:lnTo>
                    <a:pt x="75285" y="16786"/>
                  </a:lnTo>
                  <a:lnTo>
                    <a:pt x="74672" y="16005"/>
                  </a:lnTo>
                  <a:lnTo>
                    <a:pt x="74059" y="15224"/>
                  </a:lnTo>
                  <a:lnTo>
                    <a:pt x="73417" y="14444"/>
                  </a:lnTo>
                  <a:lnTo>
                    <a:pt x="72748" y="13691"/>
                  </a:lnTo>
                  <a:lnTo>
                    <a:pt x="72051" y="12966"/>
                  </a:lnTo>
                  <a:lnTo>
                    <a:pt x="71354" y="12241"/>
                  </a:lnTo>
                  <a:lnTo>
                    <a:pt x="70629" y="11544"/>
                  </a:lnTo>
                  <a:lnTo>
                    <a:pt x="69904" y="10847"/>
                  </a:lnTo>
                  <a:lnTo>
                    <a:pt x="69151" y="10205"/>
                  </a:lnTo>
                  <a:lnTo>
                    <a:pt x="68398" y="9536"/>
                  </a:lnTo>
                  <a:lnTo>
                    <a:pt x="67617" y="8923"/>
                  </a:lnTo>
                  <a:lnTo>
                    <a:pt x="66809" y="8309"/>
                  </a:lnTo>
                  <a:lnTo>
                    <a:pt x="66000" y="7724"/>
                  </a:lnTo>
                  <a:lnTo>
                    <a:pt x="65164" y="7138"/>
                  </a:lnTo>
                  <a:lnTo>
                    <a:pt x="64327" y="6580"/>
                  </a:lnTo>
                  <a:lnTo>
                    <a:pt x="63463" y="6051"/>
                  </a:lnTo>
                  <a:lnTo>
                    <a:pt x="62598" y="5549"/>
                  </a:lnTo>
                  <a:lnTo>
                    <a:pt x="61734" y="5047"/>
                  </a:lnTo>
                  <a:lnTo>
                    <a:pt x="60842" y="4573"/>
                  </a:lnTo>
                  <a:lnTo>
                    <a:pt x="59922" y="4127"/>
                  </a:lnTo>
                  <a:lnTo>
                    <a:pt x="59001" y="3708"/>
                  </a:lnTo>
                  <a:lnTo>
                    <a:pt x="58081" y="3290"/>
                  </a:lnTo>
                  <a:lnTo>
                    <a:pt x="57133" y="2900"/>
                  </a:lnTo>
                  <a:lnTo>
                    <a:pt x="56185" y="2537"/>
                  </a:lnTo>
                  <a:lnTo>
                    <a:pt x="55209" y="2203"/>
                  </a:lnTo>
                  <a:lnTo>
                    <a:pt x="54233" y="1868"/>
                  </a:lnTo>
                  <a:lnTo>
                    <a:pt x="53257" y="1589"/>
                  </a:lnTo>
                  <a:lnTo>
                    <a:pt x="52254" y="1311"/>
                  </a:lnTo>
                  <a:lnTo>
                    <a:pt x="51250" y="1060"/>
                  </a:lnTo>
                  <a:lnTo>
                    <a:pt x="50218" y="864"/>
                  </a:lnTo>
                  <a:lnTo>
                    <a:pt x="49214" y="669"/>
                  </a:lnTo>
                  <a:lnTo>
                    <a:pt x="48155" y="474"/>
                  </a:lnTo>
                  <a:lnTo>
                    <a:pt x="47123" y="335"/>
                  </a:lnTo>
                  <a:lnTo>
                    <a:pt x="46064" y="223"/>
                  </a:lnTo>
                  <a:lnTo>
                    <a:pt x="45032" y="112"/>
                  </a:lnTo>
                  <a:lnTo>
                    <a:pt x="43944" y="56"/>
                  </a:lnTo>
                  <a:lnTo>
                    <a:pt x="42885" y="28"/>
                  </a:lnTo>
                  <a:lnTo>
                    <a:pt x="41797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56" name="Google Shape;156;p2"/>
          <p:cNvSpPr txBox="1"/>
          <p:nvPr>
            <p:ph type="ctrTitle"/>
          </p:nvPr>
        </p:nvSpPr>
        <p:spPr>
          <a:xfrm>
            <a:off x="4304753" y="1484801"/>
            <a:ext cx="4114800" cy="1371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l">
              <a:spcBef>
                <a:spcPts val="0"/>
              </a:spcBef>
              <a:spcAft>
                <a:spcPts val="0"/>
              </a:spcAft>
              <a:buSzPts val="5200"/>
              <a:buNone/>
              <a:defRPr sz="50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57" name="Google Shape;157;p2"/>
          <p:cNvSpPr txBox="1"/>
          <p:nvPr>
            <p:ph idx="1" type="subTitle"/>
          </p:nvPr>
        </p:nvSpPr>
        <p:spPr>
          <a:xfrm>
            <a:off x="4304753" y="3109999"/>
            <a:ext cx="3442200" cy="548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Dosis"/>
              <a:buNone/>
              <a:defRPr sz="18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p3"/>
          <p:cNvSpPr/>
          <p:nvPr/>
        </p:nvSpPr>
        <p:spPr>
          <a:xfrm>
            <a:off x="2530200" y="0"/>
            <a:ext cx="4083600" cy="51435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0" name="Google Shape;160;p3"/>
          <p:cNvSpPr txBox="1"/>
          <p:nvPr>
            <p:ph type="title"/>
          </p:nvPr>
        </p:nvSpPr>
        <p:spPr>
          <a:xfrm>
            <a:off x="3014400" y="2680488"/>
            <a:ext cx="3115200" cy="411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 sz="45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61" name="Google Shape;161;p3"/>
          <p:cNvSpPr txBox="1"/>
          <p:nvPr>
            <p:ph idx="1" type="subTitle"/>
          </p:nvPr>
        </p:nvSpPr>
        <p:spPr>
          <a:xfrm>
            <a:off x="3037200" y="3290867"/>
            <a:ext cx="3069600" cy="3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9pPr>
          </a:lstStyle>
          <a:p/>
        </p:txBody>
      </p:sp>
      <p:sp>
        <p:nvSpPr>
          <p:cNvPr id="162" name="Google Shape;162;p3"/>
          <p:cNvSpPr txBox="1"/>
          <p:nvPr>
            <p:ph hasCustomPrompt="1" idx="2" type="title"/>
          </p:nvPr>
        </p:nvSpPr>
        <p:spPr>
          <a:xfrm>
            <a:off x="4027950" y="1693480"/>
            <a:ext cx="1088100" cy="475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4500">
                <a:solidFill>
                  <a:schemeClr val="lt1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6000"/>
              <a:buNone/>
              <a:defRPr sz="6000">
                <a:solidFill>
                  <a:schemeClr val="dk2"/>
                </a:solidFill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6000"/>
              <a:buNone/>
              <a:defRPr sz="6000">
                <a:solidFill>
                  <a:schemeClr val="dk2"/>
                </a:solidFill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6000"/>
              <a:buNone/>
              <a:defRPr sz="6000">
                <a:solidFill>
                  <a:schemeClr val="dk2"/>
                </a:solidFill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6000"/>
              <a:buNone/>
              <a:defRPr sz="6000">
                <a:solidFill>
                  <a:schemeClr val="dk2"/>
                </a:solidFill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6000"/>
              <a:buNone/>
              <a:defRPr sz="6000">
                <a:solidFill>
                  <a:schemeClr val="dk2"/>
                </a:solidFill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6000"/>
              <a:buNone/>
              <a:defRPr sz="6000">
                <a:solidFill>
                  <a:schemeClr val="dk2"/>
                </a:solidFill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6000"/>
              <a:buNone/>
              <a:defRPr sz="6000">
                <a:solidFill>
                  <a:schemeClr val="dk2"/>
                </a:solidFill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6000"/>
              <a:buNone/>
              <a:defRPr sz="6000">
                <a:solidFill>
                  <a:schemeClr val="dk2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163" name="Google Shape;163;p3"/>
          <p:cNvSpPr/>
          <p:nvPr/>
        </p:nvSpPr>
        <p:spPr>
          <a:xfrm>
            <a:off x="8133850" y="182191"/>
            <a:ext cx="597600" cy="5976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4" name="Google Shape;164;p3"/>
          <p:cNvSpPr/>
          <p:nvPr/>
        </p:nvSpPr>
        <p:spPr>
          <a:xfrm rot="5400000">
            <a:off x="8133850" y="787293"/>
            <a:ext cx="597600" cy="597600"/>
          </a:xfrm>
          <a:prstGeom prst="rtTriangle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5" name="Google Shape;165;p3"/>
          <p:cNvSpPr/>
          <p:nvPr/>
        </p:nvSpPr>
        <p:spPr>
          <a:xfrm rot="3449335">
            <a:off x="1473204" y="-1086091"/>
            <a:ext cx="1596402" cy="1802919"/>
          </a:xfrm>
          <a:custGeom>
            <a:rect b="b" l="l" r="r" t="t"/>
            <a:pathLst>
              <a:path extrusionOk="0" h="32249" w="28555">
                <a:moveTo>
                  <a:pt x="20483" y="82"/>
                </a:moveTo>
                <a:lnTo>
                  <a:pt x="20947" y="102"/>
                </a:lnTo>
                <a:lnTo>
                  <a:pt x="21411" y="122"/>
                </a:lnTo>
                <a:lnTo>
                  <a:pt x="21875" y="203"/>
                </a:lnTo>
                <a:lnTo>
                  <a:pt x="22319" y="283"/>
                </a:lnTo>
                <a:lnTo>
                  <a:pt x="22763" y="404"/>
                </a:lnTo>
                <a:lnTo>
                  <a:pt x="23187" y="566"/>
                </a:lnTo>
                <a:lnTo>
                  <a:pt x="23611" y="748"/>
                </a:lnTo>
                <a:lnTo>
                  <a:pt x="23994" y="949"/>
                </a:lnTo>
                <a:lnTo>
                  <a:pt x="24378" y="1191"/>
                </a:lnTo>
                <a:lnTo>
                  <a:pt x="24741" y="1454"/>
                </a:lnTo>
                <a:lnTo>
                  <a:pt x="25124" y="1777"/>
                </a:lnTo>
                <a:lnTo>
                  <a:pt x="25487" y="2140"/>
                </a:lnTo>
                <a:lnTo>
                  <a:pt x="25851" y="2564"/>
                </a:lnTo>
                <a:lnTo>
                  <a:pt x="26174" y="3008"/>
                </a:lnTo>
                <a:lnTo>
                  <a:pt x="26496" y="3492"/>
                </a:lnTo>
                <a:lnTo>
                  <a:pt x="26779" y="4017"/>
                </a:lnTo>
                <a:lnTo>
                  <a:pt x="27062" y="4582"/>
                </a:lnTo>
                <a:lnTo>
                  <a:pt x="27324" y="5187"/>
                </a:lnTo>
                <a:lnTo>
                  <a:pt x="27546" y="5772"/>
                </a:lnTo>
                <a:lnTo>
                  <a:pt x="27748" y="6358"/>
                </a:lnTo>
                <a:lnTo>
                  <a:pt x="27909" y="6943"/>
                </a:lnTo>
                <a:lnTo>
                  <a:pt x="28071" y="7548"/>
                </a:lnTo>
                <a:lnTo>
                  <a:pt x="28192" y="8154"/>
                </a:lnTo>
                <a:lnTo>
                  <a:pt x="28293" y="8739"/>
                </a:lnTo>
                <a:lnTo>
                  <a:pt x="28373" y="9344"/>
                </a:lnTo>
                <a:lnTo>
                  <a:pt x="28434" y="9950"/>
                </a:lnTo>
                <a:lnTo>
                  <a:pt x="28474" y="10555"/>
                </a:lnTo>
                <a:lnTo>
                  <a:pt x="28474" y="11160"/>
                </a:lnTo>
                <a:lnTo>
                  <a:pt x="28474" y="11766"/>
                </a:lnTo>
                <a:lnTo>
                  <a:pt x="28434" y="12371"/>
                </a:lnTo>
                <a:lnTo>
                  <a:pt x="28373" y="12977"/>
                </a:lnTo>
                <a:lnTo>
                  <a:pt x="28272" y="13562"/>
                </a:lnTo>
                <a:lnTo>
                  <a:pt x="28171" y="14167"/>
                </a:lnTo>
                <a:lnTo>
                  <a:pt x="28030" y="14732"/>
                </a:lnTo>
                <a:lnTo>
                  <a:pt x="27869" y="15338"/>
                </a:lnTo>
                <a:lnTo>
                  <a:pt x="27667" y="15923"/>
                </a:lnTo>
                <a:lnTo>
                  <a:pt x="27465" y="16488"/>
                </a:lnTo>
                <a:lnTo>
                  <a:pt x="27223" y="17053"/>
                </a:lnTo>
                <a:lnTo>
                  <a:pt x="26961" y="17618"/>
                </a:lnTo>
                <a:lnTo>
                  <a:pt x="26678" y="18143"/>
                </a:lnTo>
                <a:lnTo>
                  <a:pt x="26355" y="18667"/>
                </a:lnTo>
                <a:lnTo>
                  <a:pt x="26032" y="19192"/>
                </a:lnTo>
                <a:lnTo>
                  <a:pt x="25669" y="19676"/>
                </a:lnTo>
                <a:lnTo>
                  <a:pt x="25306" y="20161"/>
                </a:lnTo>
                <a:lnTo>
                  <a:pt x="24922" y="20625"/>
                </a:lnTo>
                <a:lnTo>
                  <a:pt x="24499" y="21069"/>
                </a:lnTo>
                <a:lnTo>
                  <a:pt x="24075" y="21493"/>
                </a:lnTo>
                <a:lnTo>
                  <a:pt x="23631" y="21896"/>
                </a:lnTo>
                <a:lnTo>
                  <a:pt x="23167" y="22280"/>
                </a:lnTo>
                <a:lnTo>
                  <a:pt x="22703" y="22643"/>
                </a:lnTo>
                <a:lnTo>
                  <a:pt x="22238" y="22946"/>
                </a:lnTo>
                <a:lnTo>
                  <a:pt x="21795" y="23228"/>
                </a:lnTo>
                <a:lnTo>
                  <a:pt x="21310" y="23511"/>
                </a:lnTo>
                <a:lnTo>
                  <a:pt x="20846" y="23773"/>
                </a:lnTo>
                <a:lnTo>
                  <a:pt x="19877" y="24277"/>
                </a:lnTo>
                <a:lnTo>
                  <a:pt x="18909" y="24742"/>
                </a:lnTo>
                <a:lnTo>
                  <a:pt x="17940" y="25226"/>
                </a:lnTo>
                <a:lnTo>
                  <a:pt x="16951" y="25751"/>
                </a:lnTo>
                <a:lnTo>
                  <a:pt x="16467" y="26013"/>
                </a:lnTo>
                <a:lnTo>
                  <a:pt x="15983" y="26296"/>
                </a:lnTo>
                <a:lnTo>
                  <a:pt x="15519" y="26598"/>
                </a:lnTo>
                <a:lnTo>
                  <a:pt x="15075" y="26901"/>
                </a:lnTo>
                <a:lnTo>
                  <a:pt x="14510" y="27325"/>
                </a:lnTo>
                <a:lnTo>
                  <a:pt x="13965" y="27789"/>
                </a:lnTo>
                <a:lnTo>
                  <a:pt x="13420" y="28253"/>
                </a:lnTo>
                <a:lnTo>
                  <a:pt x="12895" y="28717"/>
                </a:lnTo>
                <a:lnTo>
                  <a:pt x="12148" y="29383"/>
                </a:lnTo>
                <a:lnTo>
                  <a:pt x="11402" y="30029"/>
                </a:lnTo>
                <a:lnTo>
                  <a:pt x="10998" y="30332"/>
                </a:lnTo>
                <a:lnTo>
                  <a:pt x="10595" y="30614"/>
                </a:lnTo>
                <a:lnTo>
                  <a:pt x="10171" y="30897"/>
                </a:lnTo>
                <a:lnTo>
                  <a:pt x="9747" y="31159"/>
                </a:lnTo>
                <a:lnTo>
                  <a:pt x="9303" y="31381"/>
                </a:lnTo>
                <a:lnTo>
                  <a:pt x="8839" y="31583"/>
                </a:lnTo>
                <a:lnTo>
                  <a:pt x="8375" y="31764"/>
                </a:lnTo>
                <a:lnTo>
                  <a:pt x="7890" y="31906"/>
                </a:lnTo>
                <a:lnTo>
                  <a:pt x="7406" y="32027"/>
                </a:lnTo>
                <a:lnTo>
                  <a:pt x="6922" y="32107"/>
                </a:lnTo>
                <a:lnTo>
                  <a:pt x="6417" y="32148"/>
                </a:lnTo>
                <a:lnTo>
                  <a:pt x="5933" y="32168"/>
                </a:lnTo>
                <a:lnTo>
                  <a:pt x="5893" y="32168"/>
                </a:lnTo>
                <a:lnTo>
                  <a:pt x="5368" y="32148"/>
                </a:lnTo>
                <a:lnTo>
                  <a:pt x="4843" y="32087"/>
                </a:lnTo>
                <a:lnTo>
                  <a:pt x="4359" y="31986"/>
                </a:lnTo>
                <a:lnTo>
                  <a:pt x="3875" y="31845"/>
                </a:lnTo>
                <a:lnTo>
                  <a:pt x="3431" y="31684"/>
                </a:lnTo>
                <a:lnTo>
                  <a:pt x="2987" y="31462"/>
                </a:lnTo>
                <a:lnTo>
                  <a:pt x="2583" y="31219"/>
                </a:lnTo>
                <a:lnTo>
                  <a:pt x="2200" y="30957"/>
                </a:lnTo>
                <a:lnTo>
                  <a:pt x="1998" y="30775"/>
                </a:lnTo>
                <a:lnTo>
                  <a:pt x="1816" y="30614"/>
                </a:lnTo>
                <a:lnTo>
                  <a:pt x="1635" y="30412"/>
                </a:lnTo>
                <a:lnTo>
                  <a:pt x="1453" y="30231"/>
                </a:lnTo>
                <a:lnTo>
                  <a:pt x="1292" y="30029"/>
                </a:lnTo>
                <a:lnTo>
                  <a:pt x="1150" y="29807"/>
                </a:lnTo>
                <a:lnTo>
                  <a:pt x="1009" y="29585"/>
                </a:lnTo>
                <a:lnTo>
                  <a:pt x="868" y="29363"/>
                </a:lnTo>
                <a:lnTo>
                  <a:pt x="747" y="29121"/>
                </a:lnTo>
                <a:lnTo>
                  <a:pt x="626" y="28879"/>
                </a:lnTo>
                <a:lnTo>
                  <a:pt x="525" y="28616"/>
                </a:lnTo>
                <a:lnTo>
                  <a:pt x="424" y="28354"/>
                </a:lnTo>
                <a:lnTo>
                  <a:pt x="343" y="28092"/>
                </a:lnTo>
                <a:lnTo>
                  <a:pt x="283" y="27829"/>
                </a:lnTo>
                <a:lnTo>
                  <a:pt x="222" y="27547"/>
                </a:lnTo>
                <a:lnTo>
                  <a:pt x="162" y="27264"/>
                </a:lnTo>
                <a:lnTo>
                  <a:pt x="101" y="26719"/>
                </a:lnTo>
                <a:lnTo>
                  <a:pt x="81" y="26154"/>
                </a:lnTo>
                <a:lnTo>
                  <a:pt x="121" y="25609"/>
                </a:lnTo>
                <a:lnTo>
                  <a:pt x="182" y="25065"/>
                </a:lnTo>
                <a:lnTo>
                  <a:pt x="283" y="24520"/>
                </a:lnTo>
                <a:lnTo>
                  <a:pt x="444" y="23995"/>
                </a:lnTo>
                <a:lnTo>
                  <a:pt x="626" y="23490"/>
                </a:lnTo>
                <a:lnTo>
                  <a:pt x="868" y="23006"/>
                </a:lnTo>
                <a:lnTo>
                  <a:pt x="1029" y="22724"/>
                </a:lnTo>
                <a:lnTo>
                  <a:pt x="1191" y="22441"/>
                </a:lnTo>
                <a:lnTo>
                  <a:pt x="1372" y="22179"/>
                </a:lnTo>
                <a:lnTo>
                  <a:pt x="1574" y="21916"/>
                </a:lnTo>
                <a:lnTo>
                  <a:pt x="1776" y="21654"/>
                </a:lnTo>
                <a:lnTo>
                  <a:pt x="1998" y="21392"/>
                </a:lnTo>
                <a:lnTo>
                  <a:pt x="2240" y="21129"/>
                </a:lnTo>
                <a:lnTo>
                  <a:pt x="2482" y="20867"/>
                </a:lnTo>
                <a:lnTo>
                  <a:pt x="3027" y="20383"/>
                </a:lnTo>
                <a:lnTo>
                  <a:pt x="3612" y="19898"/>
                </a:lnTo>
                <a:lnTo>
                  <a:pt x="4258" y="19414"/>
                </a:lnTo>
                <a:lnTo>
                  <a:pt x="4964" y="18970"/>
                </a:lnTo>
                <a:lnTo>
                  <a:pt x="5691" y="18526"/>
                </a:lnTo>
                <a:lnTo>
                  <a:pt x="6438" y="18102"/>
                </a:lnTo>
                <a:lnTo>
                  <a:pt x="7951" y="17336"/>
                </a:lnTo>
                <a:lnTo>
                  <a:pt x="9021" y="16771"/>
                </a:lnTo>
                <a:lnTo>
                  <a:pt x="10110" y="16185"/>
                </a:lnTo>
                <a:lnTo>
                  <a:pt x="10433" y="15983"/>
                </a:lnTo>
                <a:lnTo>
                  <a:pt x="10716" y="15802"/>
                </a:lnTo>
                <a:lnTo>
                  <a:pt x="10978" y="15600"/>
                </a:lnTo>
                <a:lnTo>
                  <a:pt x="11220" y="15398"/>
                </a:lnTo>
                <a:lnTo>
                  <a:pt x="11442" y="15196"/>
                </a:lnTo>
                <a:lnTo>
                  <a:pt x="11644" y="14974"/>
                </a:lnTo>
                <a:lnTo>
                  <a:pt x="11805" y="14752"/>
                </a:lnTo>
                <a:lnTo>
                  <a:pt x="11967" y="14510"/>
                </a:lnTo>
                <a:lnTo>
                  <a:pt x="12088" y="14268"/>
                </a:lnTo>
                <a:lnTo>
                  <a:pt x="12189" y="13986"/>
                </a:lnTo>
                <a:lnTo>
                  <a:pt x="12290" y="13723"/>
                </a:lnTo>
                <a:lnTo>
                  <a:pt x="12350" y="13421"/>
                </a:lnTo>
                <a:lnTo>
                  <a:pt x="12411" y="13098"/>
                </a:lnTo>
                <a:lnTo>
                  <a:pt x="12451" y="12755"/>
                </a:lnTo>
                <a:lnTo>
                  <a:pt x="12471" y="12391"/>
                </a:lnTo>
                <a:lnTo>
                  <a:pt x="12471" y="12008"/>
                </a:lnTo>
                <a:lnTo>
                  <a:pt x="12492" y="11302"/>
                </a:lnTo>
                <a:lnTo>
                  <a:pt x="12512" y="10616"/>
                </a:lnTo>
                <a:lnTo>
                  <a:pt x="12532" y="9950"/>
                </a:lnTo>
                <a:lnTo>
                  <a:pt x="12592" y="9324"/>
                </a:lnTo>
                <a:lnTo>
                  <a:pt x="12653" y="8698"/>
                </a:lnTo>
                <a:lnTo>
                  <a:pt x="12714" y="8113"/>
                </a:lnTo>
                <a:lnTo>
                  <a:pt x="12814" y="7548"/>
                </a:lnTo>
                <a:lnTo>
                  <a:pt x="12915" y="7003"/>
                </a:lnTo>
                <a:lnTo>
                  <a:pt x="13036" y="6479"/>
                </a:lnTo>
                <a:lnTo>
                  <a:pt x="13157" y="5974"/>
                </a:lnTo>
                <a:lnTo>
                  <a:pt x="13299" y="5510"/>
                </a:lnTo>
                <a:lnTo>
                  <a:pt x="13460" y="5046"/>
                </a:lnTo>
                <a:lnTo>
                  <a:pt x="13642" y="4622"/>
                </a:lnTo>
                <a:lnTo>
                  <a:pt x="13823" y="4218"/>
                </a:lnTo>
                <a:lnTo>
                  <a:pt x="14025" y="3835"/>
                </a:lnTo>
                <a:lnTo>
                  <a:pt x="14247" y="3472"/>
                </a:lnTo>
                <a:lnTo>
                  <a:pt x="14429" y="3169"/>
                </a:lnTo>
                <a:lnTo>
                  <a:pt x="14631" y="2887"/>
                </a:lnTo>
                <a:lnTo>
                  <a:pt x="14853" y="2644"/>
                </a:lnTo>
                <a:lnTo>
                  <a:pt x="15054" y="2402"/>
                </a:lnTo>
                <a:lnTo>
                  <a:pt x="15276" y="2180"/>
                </a:lnTo>
                <a:lnTo>
                  <a:pt x="15498" y="1979"/>
                </a:lnTo>
                <a:lnTo>
                  <a:pt x="15700" y="1797"/>
                </a:lnTo>
                <a:lnTo>
                  <a:pt x="15942" y="1635"/>
                </a:lnTo>
                <a:lnTo>
                  <a:pt x="16386" y="1333"/>
                </a:lnTo>
                <a:lnTo>
                  <a:pt x="16830" y="1091"/>
                </a:lnTo>
                <a:lnTo>
                  <a:pt x="17274" y="869"/>
                </a:lnTo>
                <a:lnTo>
                  <a:pt x="17698" y="667"/>
                </a:lnTo>
                <a:lnTo>
                  <a:pt x="18142" y="505"/>
                </a:lnTo>
                <a:lnTo>
                  <a:pt x="18606" y="364"/>
                </a:lnTo>
                <a:lnTo>
                  <a:pt x="19070" y="243"/>
                </a:lnTo>
                <a:lnTo>
                  <a:pt x="19534" y="162"/>
                </a:lnTo>
                <a:lnTo>
                  <a:pt x="19999" y="102"/>
                </a:lnTo>
                <a:lnTo>
                  <a:pt x="20483" y="82"/>
                </a:lnTo>
                <a:close/>
                <a:moveTo>
                  <a:pt x="20483" y="1"/>
                </a:moveTo>
                <a:lnTo>
                  <a:pt x="19999" y="21"/>
                </a:lnTo>
                <a:lnTo>
                  <a:pt x="19534" y="82"/>
                </a:lnTo>
                <a:lnTo>
                  <a:pt x="19050" y="162"/>
                </a:lnTo>
                <a:lnTo>
                  <a:pt x="18586" y="283"/>
                </a:lnTo>
                <a:lnTo>
                  <a:pt x="18122" y="425"/>
                </a:lnTo>
                <a:lnTo>
                  <a:pt x="17678" y="606"/>
                </a:lnTo>
                <a:lnTo>
                  <a:pt x="17214" y="808"/>
                </a:lnTo>
                <a:lnTo>
                  <a:pt x="16750" y="1050"/>
                </a:lnTo>
                <a:lnTo>
                  <a:pt x="16285" y="1313"/>
                </a:lnTo>
                <a:lnTo>
                  <a:pt x="15841" y="1615"/>
                </a:lnTo>
                <a:lnTo>
                  <a:pt x="15619" y="1777"/>
                </a:lnTo>
                <a:lnTo>
                  <a:pt x="15397" y="1979"/>
                </a:lnTo>
                <a:lnTo>
                  <a:pt x="15175" y="2180"/>
                </a:lnTo>
                <a:lnTo>
                  <a:pt x="14974" y="2382"/>
                </a:lnTo>
                <a:lnTo>
                  <a:pt x="14752" y="2624"/>
                </a:lnTo>
                <a:lnTo>
                  <a:pt x="14550" y="2866"/>
                </a:lnTo>
                <a:lnTo>
                  <a:pt x="14368" y="3129"/>
                </a:lnTo>
                <a:lnTo>
                  <a:pt x="14166" y="3411"/>
                </a:lnTo>
                <a:lnTo>
                  <a:pt x="13944" y="3795"/>
                </a:lnTo>
                <a:lnTo>
                  <a:pt x="13743" y="4178"/>
                </a:lnTo>
                <a:lnTo>
                  <a:pt x="13561" y="4582"/>
                </a:lnTo>
                <a:lnTo>
                  <a:pt x="13400" y="5026"/>
                </a:lnTo>
                <a:lnTo>
                  <a:pt x="13238" y="5470"/>
                </a:lnTo>
                <a:lnTo>
                  <a:pt x="13077" y="5954"/>
                </a:lnTo>
                <a:lnTo>
                  <a:pt x="12956" y="6458"/>
                </a:lnTo>
                <a:lnTo>
                  <a:pt x="12835" y="6983"/>
                </a:lnTo>
                <a:lnTo>
                  <a:pt x="12734" y="7528"/>
                </a:lnTo>
                <a:lnTo>
                  <a:pt x="12653" y="8093"/>
                </a:lnTo>
                <a:lnTo>
                  <a:pt x="12572" y="8678"/>
                </a:lnTo>
                <a:lnTo>
                  <a:pt x="12512" y="9304"/>
                </a:lnTo>
                <a:lnTo>
                  <a:pt x="12451" y="9950"/>
                </a:lnTo>
                <a:lnTo>
                  <a:pt x="12431" y="10616"/>
                </a:lnTo>
                <a:lnTo>
                  <a:pt x="12411" y="11302"/>
                </a:lnTo>
                <a:lnTo>
                  <a:pt x="12391" y="12008"/>
                </a:lnTo>
                <a:lnTo>
                  <a:pt x="12391" y="12391"/>
                </a:lnTo>
                <a:lnTo>
                  <a:pt x="12370" y="12755"/>
                </a:lnTo>
                <a:lnTo>
                  <a:pt x="12330" y="13078"/>
                </a:lnTo>
                <a:lnTo>
                  <a:pt x="12270" y="13400"/>
                </a:lnTo>
                <a:lnTo>
                  <a:pt x="12209" y="13683"/>
                </a:lnTo>
                <a:lnTo>
                  <a:pt x="12128" y="13965"/>
                </a:lnTo>
                <a:lnTo>
                  <a:pt x="12007" y="14228"/>
                </a:lnTo>
                <a:lnTo>
                  <a:pt x="11886" y="14470"/>
                </a:lnTo>
                <a:lnTo>
                  <a:pt x="11745" y="14712"/>
                </a:lnTo>
                <a:lnTo>
                  <a:pt x="11563" y="14934"/>
                </a:lnTo>
                <a:lnTo>
                  <a:pt x="11382" y="15136"/>
                </a:lnTo>
                <a:lnTo>
                  <a:pt x="11160" y="15338"/>
                </a:lnTo>
                <a:lnTo>
                  <a:pt x="10938" y="15540"/>
                </a:lnTo>
                <a:lnTo>
                  <a:pt x="10675" y="15741"/>
                </a:lnTo>
                <a:lnTo>
                  <a:pt x="10373" y="15923"/>
                </a:lnTo>
                <a:lnTo>
                  <a:pt x="10070" y="16105"/>
                </a:lnTo>
                <a:lnTo>
                  <a:pt x="8980" y="16690"/>
                </a:lnTo>
                <a:lnTo>
                  <a:pt x="7911" y="17255"/>
                </a:lnTo>
                <a:lnTo>
                  <a:pt x="6397" y="18042"/>
                </a:lnTo>
                <a:lnTo>
                  <a:pt x="5651" y="18466"/>
                </a:lnTo>
                <a:lnTo>
                  <a:pt x="4924" y="18889"/>
                </a:lnTo>
                <a:lnTo>
                  <a:pt x="4218" y="19354"/>
                </a:lnTo>
                <a:lnTo>
                  <a:pt x="3552" y="19838"/>
                </a:lnTo>
                <a:lnTo>
                  <a:pt x="2967" y="20322"/>
                </a:lnTo>
                <a:lnTo>
                  <a:pt x="2422" y="20827"/>
                </a:lnTo>
                <a:lnTo>
                  <a:pt x="2180" y="21069"/>
                </a:lnTo>
                <a:lnTo>
                  <a:pt x="1937" y="21331"/>
                </a:lnTo>
                <a:lnTo>
                  <a:pt x="1715" y="21594"/>
                </a:lnTo>
                <a:lnTo>
                  <a:pt x="1514" y="21856"/>
                </a:lnTo>
                <a:lnTo>
                  <a:pt x="1312" y="22138"/>
                </a:lnTo>
                <a:lnTo>
                  <a:pt x="1130" y="22401"/>
                </a:lnTo>
                <a:lnTo>
                  <a:pt x="949" y="22683"/>
                </a:lnTo>
                <a:lnTo>
                  <a:pt x="807" y="22966"/>
                </a:lnTo>
                <a:lnTo>
                  <a:pt x="565" y="23450"/>
                </a:lnTo>
                <a:lnTo>
                  <a:pt x="363" y="23975"/>
                </a:lnTo>
                <a:lnTo>
                  <a:pt x="222" y="24499"/>
                </a:lnTo>
                <a:lnTo>
                  <a:pt x="101" y="25044"/>
                </a:lnTo>
                <a:lnTo>
                  <a:pt x="40" y="25589"/>
                </a:lnTo>
                <a:lnTo>
                  <a:pt x="0" y="26154"/>
                </a:lnTo>
                <a:lnTo>
                  <a:pt x="20" y="26719"/>
                </a:lnTo>
                <a:lnTo>
                  <a:pt x="81" y="27284"/>
                </a:lnTo>
                <a:lnTo>
                  <a:pt x="141" y="27567"/>
                </a:lnTo>
                <a:lnTo>
                  <a:pt x="202" y="27849"/>
                </a:lnTo>
                <a:lnTo>
                  <a:pt x="262" y="28112"/>
                </a:lnTo>
                <a:lnTo>
                  <a:pt x="363" y="28394"/>
                </a:lnTo>
                <a:lnTo>
                  <a:pt x="444" y="28657"/>
                </a:lnTo>
                <a:lnTo>
                  <a:pt x="545" y="28899"/>
                </a:lnTo>
                <a:lnTo>
                  <a:pt x="666" y="29161"/>
                </a:lnTo>
                <a:lnTo>
                  <a:pt x="787" y="29403"/>
                </a:lnTo>
                <a:lnTo>
                  <a:pt x="928" y="29625"/>
                </a:lnTo>
                <a:lnTo>
                  <a:pt x="1070" y="29847"/>
                </a:lnTo>
                <a:lnTo>
                  <a:pt x="1231" y="30069"/>
                </a:lnTo>
                <a:lnTo>
                  <a:pt x="1393" y="30271"/>
                </a:lnTo>
                <a:lnTo>
                  <a:pt x="1574" y="30473"/>
                </a:lnTo>
                <a:lnTo>
                  <a:pt x="1756" y="30654"/>
                </a:lnTo>
                <a:lnTo>
                  <a:pt x="1958" y="30836"/>
                </a:lnTo>
                <a:lnTo>
                  <a:pt x="2159" y="31018"/>
                </a:lnTo>
                <a:lnTo>
                  <a:pt x="2543" y="31300"/>
                </a:lnTo>
                <a:lnTo>
                  <a:pt x="2967" y="31542"/>
                </a:lnTo>
                <a:lnTo>
                  <a:pt x="3390" y="31744"/>
                </a:lnTo>
                <a:lnTo>
                  <a:pt x="3854" y="31926"/>
                </a:lnTo>
                <a:lnTo>
                  <a:pt x="4339" y="32067"/>
                </a:lnTo>
                <a:lnTo>
                  <a:pt x="4843" y="32168"/>
                </a:lnTo>
                <a:lnTo>
                  <a:pt x="5348" y="32228"/>
                </a:lnTo>
                <a:lnTo>
                  <a:pt x="5893" y="32249"/>
                </a:lnTo>
                <a:lnTo>
                  <a:pt x="5933" y="32249"/>
                </a:lnTo>
                <a:lnTo>
                  <a:pt x="6438" y="32228"/>
                </a:lnTo>
                <a:lnTo>
                  <a:pt x="6922" y="32188"/>
                </a:lnTo>
                <a:lnTo>
                  <a:pt x="7426" y="32107"/>
                </a:lnTo>
                <a:lnTo>
                  <a:pt x="7911" y="31986"/>
                </a:lnTo>
                <a:lnTo>
                  <a:pt x="8395" y="31845"/>
                </a:lnTo>
                <a:lnTo>
                  <a:pt x="8879" y="31663"/>
                </a:lnTo>
                <a:lnTo>
                  <a:pt x="9343" y="31462"/>
                </a:lnTo>
                <a:lnTo>
                  <a:pt x="9787" y="31219"/>
                </a:lnTo>
                <a:lnTo>
                  <a:pt x="10211" y="30977"/>
                </a:lnTo>
                <a:lnTo>
                  <a:pt x="10635" y="30695"/>
                </a:lnTo>
                <a:lnTo>
                  <a:pt x="11039" y="30392"/>
                </a:lnTo>
                <a:lnTo>
                  <a:pt x="11442" y="30089"/>
                </a:lnTo>
                <a:lnTo>
                  <a:pt x="12209" y="29444"/>
                </a:lnTo>
                <a:lnTo>
                  <a:pt x="12956" y="28778"/>
                </a:lnTo>
                <a:lnTo>
                  <a:pt x="13480" y="28314"/>
                </a:lnTo>
                <a:lnTo>
                  <a:pt x="14005" y="27849"/>
                </a:lnTo>
                <a:lnTo>
                  <a:pt x="14550" y="27405"/>
                </a:lnTo>
                <a:lnTo>
                  <a:pt x="15115" y="26961"/>
                </a:lnTo>
                <a:lnTo>
                  <a:pt x="15559" y="26659"/>
                </a:lnTo>
                <a:lnTo>
                  <a:pt x="16023" y="26356"/>
                </a:lnTo>
                <a:lnTo>
                  <a:pt x="16507" y="26074"/>
                </a:lnTo>
                <a:lnTo>
                  <a:pt x="16992" y="25811"/>
                </a:lnTo>
                <a:lnTo>
                  <a:pt x="17960" y="25307"/>
                </a:lnTo>
                <a:lnTo>
                  <a:pt x="18949" y="24822"/>
                </a:lnTo>
                <a:lnTo>
                  <a:pt x="19918" y="24338"/>
                </a:lnTo>
                <a:lnTo>
                  <a:pt x="20886" y="23834"/>
                </a:lnTo>
                <a:lnTo>
                  <a:pt x="21351" y="23571"/>
                </a:lnTo>
                <a:lnTo>
                  <a:pt x="21835" y="23309"/>
                </a:lnTo>
                <a:lnTo>
                  <a:pt x="22299" y="23006"/>
                </a:lnTo>
                <a:lnTo>
                  <a:pt x="22743" y="22703"/>
                </a:lnTo>
                <a:lnTo>
                  <a:pt x="23227" y="22340"/>
                </a:lnTo>
                <a:lnTo>
                  <a:pt x="23691" y="21957"/>
                </a:lnTo>
                <a:lnTo>
                  <a:pt x="24135" y="21553"/>
                </a:lnTo>
                <a:lnTo>
                  <a:pt x="24559" y="21129"/>
                </a:lnTo>
                <a:lnTo>
                  <a:pt x="24983" y="20685"/>
                </a:lnTo>
                <a:lnTo>
                  <a:pt x="25366" y="20221"/>
                </a:lnTo>
                <a:lnTo>
                  <a:pt x="25750" y="19737"/>
                </a:lnTo>
                <a:lnTo>
                  <a:pt x="26093" y="19232"/>
                </a:lnTo>
                <a:lnTo>
                  <a:pt x="26436" y="18728"/>
                </a:lnTo>
                <a:lnTo>
                  <a:pt x="26739" y="18183"/>
                </a:lnTo>
                <a:lnTo>
                  <a:pt x="27021" y="17638"/>
                </a:lnTo>
                <a:lnTo>
                  <a:pt x="27304" y="17093"/>
                </a:lnTo>
                <a:lnTo>
                  <a:pt x="27546" y="16528"/>
                </a:lnTo>
                <a:lnTo>
                  <a:pt x="27748" y="15943"/>
                </a:lnTo>
                <a:lnTo>
                  <a:pt x="27949" y="15358"/>
                </a:lnTo>
                <a:lnTo>
                  <a:pt x="28111" y="14752"/>
                </a:lnTo>
                <a:lnTo>
                  <a:pt x="28252" y="14167"/>
                </a:lnTo>
                <a:lnTo>
                  <a:pt x="28353" y="13582"/>
                </a:lnTo>
                <a:lnTo>
                  <a:pt x="28454" y="12977"/>
                </a:lnTo>
                <a:lnTo>
                  <a:pt x="28514" y="12391"/>
                </a:lnTo>
                <a:lnTo>
                  <a:pt x="28555" y="11786"/>
                </a:lnTo>
                <a:lnTo>
                  <a:pt x="28555" y="11181"/>
                </a:lnTo>
                <a:lnTo>
                  <a:pt x="28555" y="10555"/>
                </a:lnTo>
                <a:lnTo>
                  <a:pt x="28514" y="9950"/>
                </a:lnTo>
                <a:lnTo>
                  <a:pt x="28454" y="9344"/>
                </a:lnTo>
                <a:lnTo>
                  <a:pt x="28373" y="8739"/>
                </a:lnTo>
                <a:lnTo>
                  <a:pt x="28272" y="8133"/>
                </a:lnTo>
                <a:lnTo>
                  <a:pt x="28151" y="7528"/>
                </a:lnTo>
                <a:lnTo>
                  <a:pt x="27990" y="6923"/>
                </a:lnTo>
                <a:lnTo>
                  <a:pt x="27828" y="6337"/>
                </a:lnTo>
                <a:lnTo>
                  <a:pt x="27627" y="5752"/>
                </a:lnTo>
                <a:lnTo>
                  <a:pt x="27405" y="5167"/>
                </a:lnTo>
                <a:lnTo>
                  <a:pt x="27142" y="4541"/>
                </a:lnTo>
                <a:lnTo>
                  <a:pt x="26860" y="3976"/>
                </a:lnTo>
                <a:lnTo>
                  <a:pt x="26557" y="3452"/>
                </a:lnTo>
                <a:lnTo>
                  <a:pt x="26234" y="2947"/>
                </a:lnTo>
                <a:lnTo>
                  <a:pt x="25911" y="2503"/>
                </a:lnTo>
                <a:lnTo>
                  <a:pt x="25548" y="2100"/>
                </a:lnTo>
                <a:lnTo>
                  <a:pt x="25185" y="1716"/>
                </a:lnTo>
                <a:lnTo>
                  <a:pt x="24801" y="1393"/>
                </a:lnTo>
                <a:lnTo>
                  <a:pt x="24438" y="1111"/>
                </a:lnTo>
                <a:lnTo>
                  <a:pt x="24055" y="889"/>
                </a:lnTo>
                <a:lnTo>
                  <a:pt x="23651" y="667"/>
                </a:lnTo>
                <a:lnTo>
                  <a:pt x="23227" y="485"/>
                </a:lnTo>
                <a:lnTo>
                  <a:pt x="22783" y="344"/>
                </a:lnTo>
                <a:lnTo>
                  <a:pt x="22339" y="223"/>
                </a:lnTo>
                <a:lnTo>
                  <a:pt x="21895" y="122"/>
                </a:lnTo>
                <a:lnTo>
                  <a:pt x="21411" y="61"/>
                </a:lnTo>
                <a:lnTo>
                  <a:pt x="20947" y="21"/>
                </a:lnTo>
                <a:lnTo>
                  <a:pt x="20483" y="1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6" name="Google Shape;166;p3"/>
          <p:cNvSpPr/>
          <p:nvPr/>
        </p:nvSpPr>
        <p:spPr>
          <a:xfrm>
            <a:off x="7290020" y="98147"/>
            <a:ext cx="6754688" cy="4497143"/>
          </a:xfrm>
          <a:custGeom>
            <a:rect b="b" l="l" r="r" t="t"/>
            <a:pathLst>
              <a:path extrusionOk="0" h="80439" w="120819">
                <a:moveTo>
                  <a:pt x="94887" y="81"/>
                </a:moveTo>
                <a:lnTo>
                  <a:pt x="96400" y="122"/>
                </a:lnTo>
                <a:lnTo>
                  <a:pt x="97914" y="182"/>
                </a:lnTo>
                <a:lnTo>
                  <a:pt x="99427" y="283"/>
                </a:lnTo>
                <a:lnTo>
                  <a:pt x="100941" y="424"/>
                </a:lnTo>
                <a:lnTo>
                  <a:pt x="102454" y="586"/>
                </a:lnTo>
                <a:lnTo>
                  <a:pt x="103968" y="788"/>
                </a:lnTo>
                <a:lnTo>
                  <a:pt x="105481" y="1030"/>
                </a:lnTo>
                <a:lnTo>
                  <a:pt x="106894" y="1272"/>
                </a:lnTo>
                <a:lnTo>
                  <a:pt x="107620" y="1413"/>
                </a:lnTo>
                <a:lnTo>
                  <a:pt x="108367" y="1595"/>
                </a:lnTo>
                <a:lnTo>
                  <a:pt x="109114" y="1777"/>
                </a:lnTo>
                <a:lnTo>
                  <a:pt x="109860" y="1998"/>
                </a:lnTo>
                <a:lnTo>
                  <a:pt x="110607" y="2241"/>
                </a:lnTo>
                <a:lnTo>
                  <a:pt x="111354" y="2503"/>
                </a:lnTo>
                <a:lnTo>
                  <a:pt x="112100" y="2806"/>
                </a:lnTo>
                <a:lnTo>
                  <a:pt x="112827" y="3129"/>
                </a:lnTo>
                <a:lnTo>
                  <a:pt x="113533" y="3492"/>
                </a:lnTo>
                <a:lnTo>
                  <a:pt x="114219" y="3895"/>
                </a:lnTo>
                <a:lnTo>
                  <a:pt x="114562" y="4117"/>
                </a:lnTo>
                <a:lnTo>
                  <a:pt x="114885" y="4339"/>
                </a:lnTo>
                <a:lnTo>
                  <a:pt x="115208" y="4582"/>
                </a:lnTo>
                <a:lnTo>
                  <a:pt x="115531" y="4824"/>
                </a:lnTo>
                <a:lnTo>
                  <a:pt x="115834" y="5086"/>
                </a:lnTo>
                <a:lnTo>
                  <a:pt x="116136" y="5369"/>
                </a:lnTo>
                <a:lnTo>
                  <a:pt x="116419" y="5651"/>
                </a:lnTo>
                <a:lnTo>
                  <a:pt x="116701" y="5934"/>
                </a:lnTo>
                <a:lnTo>
                  <a:pt x="117044" y="6317"/>
                </a:lnTo>
                <a:lnTo>
                  <a:pt x="117367" y="6721"/>
                </a:lnTo>
                <a:lnTo>
                  <a:pt x="117690" y="7165"/>
                </a:lnTo>
                <a:lnTo>
                  <a:pt x="118033" y="7669"/>
                </a:lnTo>
                <a:lnTo>
                  <a:pt x="118336" y="8194"/>
                </a:lnTo>
                <a:lnTo>
                  <a:pt x="118659" y="8799"/>
                </a:lnTo>
                <a:lnTo>
                  <a:pt x="118941" y="9445"/>
                </a:lnTo>
                <a:lnTo>
                  <a:pt x="119224" y="10171"/>
                </a:lnTo>
                <a:lnTo>
                  <a:pt x="119486" y="10958"/>
                </a:lnTo>
                <a:lnTo>
                  <a:pt x="119728" y="11826"/>
                </a:lnTo>
                <a:lnTo>
                  <a:pt x="119950" y="12795"/>
                </a:lnTo>
                <a:lnTo>
                  <a:pt x="120152" y="13824"/>
                </a:lnTo>
                <a:lnTo>
                  <a:pt x="120334" y="14974"/>
                </a:lnTo>
                <a:lnTo>
                  <a:pt x="120475" y="16205"/>
                </a:lnTo>
                <a:lnTo>
                  <a:pt x="120576" y="17557"/>
                </a:lnTo>
                <a:lnTo>
                  <a:pt x="120657" y="19010"/>
                </a:lnTo>
                <a:lnTo>
                  <a:pt x="120697" y="20241"/>
                </a:lnTo>
                <a:lnTo>
                  <a:pt x="120717" y="21472"/>
                </a:lnTo>
                <a:lnTo>
                  <a:pt x="120737" y="22683"/>
                </a:lnTo>
                <a:lnTo>
                  <a:pt x="120737" y="23914"/>
                </a:lnTo>
                <a:lnTo>
                  <a:pt x="120717" y="25145"/>
                </a:lnTo>
                <a:lnTo>
                  <a:pt x="120697" y="26376"/>
                </a:lnTo>
                <a:lnTo>
                  <a:pt x="120657" y="27607"/>
                </a:lnTo>
                <a:lnTo>
                  <a:pt x="120616" y="28838"/>
                </a:lnTo>
                <a:lnTo>
                  <a:pt x="120536" y="30049"/>
                </a:lnTo>
                <a:lnTo>
                  <a:pt x="120455" y="31280"/>
                </a:lnTo>
                <a:lnTo>
                  <a:pt x="120374" y="32511"/>
                </a:lnTo>
                <a:lnTo>
                  <a:pt x="120253" y="33722"/>
                </a:lnTo>
                <a:lnTo>
                  <a:pt x="120152" y="34953"/>
                </a:lnTo>
                <a:lnTo>
                  <a:pt x="120011" y="36163"/>
                </a:lnTo>
                <a:lnTo>
                  <a:pt x="119870" y="37394"/>
                </a:lnTo>
                <a:lnTo>
                  <a:pt x="119708" y="38605"/>
                </a:lnTo>
                <a:lnTo>
                  <a:pt x="119567" y="39533"/>
                </a:lnTo>
                <a:lnTo>
                  <a:pt x="119405" y="40462"/>
                </a:lnTo>
                <a:lnTo>
                  <a:pt x="119224" y="41390"/>
                </a:lnTo>
                <a:lnTo>
                  <a:pt x="119103" y="41834"/>
                </a:lnTo>
                <a:lnTo>
                  <a:pt x="118982" y="42278"/>
                </a:lnTo>
                <a:lnTo>
                  <a:pt x="118820" y="42722"/>
                </a:lnTo>
                <a:lnTo>
                  <a:pt x="118659" y="43166"/>
                </a:lnTo>
                <a:lnTo>
                  <a:pt x="118497" y="43590"/>
                </a:lnTo>
                <a:lnTo>
                  <a:pt x="118296" y="43993"/>
                </a:lnTo>
                <a:lnTo>
                  <a:pt x="118074" y="44397"/>
                </a:lnTo>
                <a:lnTo>
                  <a:pt x="117831" y="44800"/>
                </a:lnTo>
                <a:lnTo>
                  <a:pt x="117549" y="45164"/>
                </a:lnTo>
                <a:lnTo>
                  <a:pt x="117266" y="45527"/>
                </a:lnTo>
                <a:lnTo>
                  <a:pt x="117105" y="45709"/>
                </a:lnTo>
                <a:lnTo>
                  <a:pt x="116943" y="45870"/>
                </a:lnTo>
                <a:lnTo>
                  <a:pt x="116782" y="45991"/>
                </a:lnTo>
                <a:lnTo>
                  <a:pt x="116621" y="46112"/>
                </a:lnTo>
                <a:lnTo>
                  <a:pt x="116459" y="46193"/>
                </a:lnTo>
                <a:lnTo>
                  <a:pt x="116298" y="46253"/>
                </a:lnTo>
                <a:lnTo>
                  <a:pt x="116136" y="46294"/>
                </a:lnTo>
                <a:lnTo>
                  <a:pt x="115975" y="46314"/>
                </a:lnTo>
                <a:lnTo>
                  <a:pt x="115813" y="46314"/>
                </a:lnTo>
                <a:lnTo>
                  <a:pt x="115632" y="46294"/>
                </a:lnTo>
                <a:lnTo>
                  <a:pt x="115490" y="46253"/>
                </a:lnTo>
                <a:lnTo>
                  <a:pt x="115349" y="46193"/>
                </a:lnTo>
                <a:lnTo>
                  <a:pt x="115228" y="46092"/>
                </a:lnTo>
                <a:lnTo>
                  <a:pt x="115107" y="45991"/>
                </a:lnTo>
                <a:lnTo>
                  <a:pt x="115006" y="45890"/>
                </a:lnTo>
                <a:lnTo>
                  <a:pt x="114905" y="45749"/>
                </a:lnTo>
                <a:lnTo>
                  <a:pt x="114724" y="45446"/>
                </a:lnTo>
                <a:lnTo>
                  <a:pt x="114562" y="45103"/>
                </a:lnTo>
                <a:lnTo>
                  <a:pt x="114441" y="44740"/>
                </a:lnTo>
                <a:lnTo>
                  <a:pt x="114300" y="44336"/>
                </a:lnTo>
                <a:lnTo>
                  <a:pt x="114360" y="44316"/>
                </a:lnTo>
                <a:lnTo>
                  <a:pt x="114199" y="43751"/>
                </a:lnTo>
                <a:lnTo>
                  <a:pt x="114017" y="43186"/>
                </a:lnTo>
                <a:lnTo>
                  <a:pt x="113816" y="42641"/>
                </a:lnTo>
                <a:lnTo>
                  <a:pt x="113594" y="42096"/>
                </a:lnTo>
                <a:lnTo>
                  <a:pt x="113331" y="41551"/>
                </a:lnTo>
                <a:lnTo>
                  <a:pt x="113049" y="41027"/>
                </a:lnTo>
                <a:lnTo>
                  <a:pt x="112746" y="40522"/>
                </a:lnTo>
                <a:lnTo>
                  <a:pt x="112403" y="40018"/>
                </a:lnTo>
                <a:lnTo>
                  <a:pt x="112040" y="39533"/>
                </a:lnTo>
                <a:lnTo>
                  <a:pt x="111656" y="39049"/>
                </a:lnTo>
                <a:lnTo>
                  <a:pt x="111253" y="38605"/>
                </a:lnTo>
                <a:lnTo>
                  <a:pt x="110829" y="38161"/>
                </a:lnTo>
                <a:lnTo>
                  <a:pt x="110365" y="37717"/>
                </a:lnTo>
                <a:lnTo>
                  <a:pt x="109901" y="37314"/>
                </a:lnTo>
                <a:lnTo>
                  <a:pt x="109396" y="36910"/>
                </a:lnTo>
                <a:lnTo>
                  <a:pt x="108892" y="36547"/>
                </a:lnTo>
                <a:lnTo>
                  <a:pt x="108367" y="36184"/>
                </a:lnTo>
                <a:lnTo>
                  <a:pt x="107822" y="35861"/>
                </a:lnTo>
                <a:lnTo>
                  <a:pt x="107277" y="35558"/>
                </a:lnTo>
                <a:lnTo>
                  <a:pt x="106712" y="35275"/>
                </a:lnTo>
                <a:lnTo>
                  <a:pt x="106147" y="35033"/>
                </a:lnTo>
                <a:lnTo>
                  <a:pt x="105582" y="34811"/>
                </a:lnTo>
                <a:lnTo>
                  <a:pt x="104997" y="34610"/>
                </a:lnTo>
                <a:lnTo>
                  <a:pt x="104412" y="34428"/>
                </a:lnTo>
                <a:lnTo>
                  <a:pt x="103826" y="34287"/>
                </a:lnTo>
                <a:lnTo>
                  <a:pt x="103241" y="34166"/>
                </a:lnTo>
                <a:lnTo>
                  <a:pt x="102636" y="34065"/>
                </a:lnTo>
                <a:lnTo>
                  <a:pt x="102051" y="34004"/>
                </a:lnTo>
                <a:lnTo>
                  <a:pt x="101445" y="33964"/>
                </a:lnTo>
                <a:lnTo>
                  <a:pt x="100860" y="33944"/>
                </a:lnTo>
                <a:lnTo>
                  <a:pt x="100255" y="33964"/>
                </a:lnTo>
                <a:lnTo>
                  <a:pt x="99669" y="34004"/>
                </a:lnTo>
                <a:lnTo>
                  <a:pt x="99084" y="34085"/>
                </a:lnTo>
                <a:lnTo>
                  <a:pt x="98499" y="34166"/>
                </a:lnTo>
                <a:lnTo>
                  <a:pt x="97914" y="34307"/>
                </a:lnTo>
                <a:lnTo>
                  <a:pt x="97349" y="34448"/>
                </a:lnTo>
                <a:lnTo>
                  <a:pt x="96763" y="34630"/>
                </a:lnTo>
                <a:lnTo>
                  <a:pt x="96198" y="34831"/>
                </a:lnTo>
                <a:lnTo>
                  <a:pt x="95654" y="35053"/>
                </a:lnTo>
                <a:lnTo>
                  <a:pt x="95109" y="35296"/>
                </a:lnTo>
                <a:lnTo>
                  <a:pt x="94564" y="35578"/>
                </a:lnTo>
                <a:lnTo>
                  <a:pt x="94019" y="35861"/>
                </a:lnTo>
                <a:lnTo>
                  <a:pt x="93494" y="36184"/>
                </a:lnTo>
                <a:lnTo>
                  <a:pt x="92990" y="36527"/>
                </a:lnTo>
                <a:lnTo>
                  <a:pt x="92485" y="36910"/>
                </a:lnTo>
                <a:lnTo>
                  <a:pt x="92001" y="37293"/>
                </a:lnTo>
                <a:lnTo>
                  <a:pt x="91517" y="37697"/>
                </a:lnTo>
                <a:lnTo>
                  <a:pt x="91052" y="38141"/>
                </a:lnTo>
                <a:lnTo>
                  <a:pt x="90609" y="38585"/>
                </a:lnTo>
                <a:lnTo>
                  <a:pt x="90185" y="39049"/>
                </a:lnTo>
                <a:lnTo>
                  <a:pt x="89781" y="39513"/>
                </a:lnTo>
                <a:lnTo>
                  <a:pt x="89398" y="40018"/>
                </a:lnTo>
                <a:lnTo>
                  <a:pt x="89055" y="40502"/>
                </a:lnTo>
                <a:lnTo>
                  <a:pt x="88712" y="41027"/>
                </a:lnTo>
                <a:lnTo>
                  <a:pt x="88389" y="41551"/>
                </a:lnTo>
                <a:lnTo>
                  <a:pt x="88086" y="42076"/>
                </a:lnTo>
                <a:lnTo>
                  <a:pt x="87824" y="42621"/>
                </a:lnTo>
                <a:lnTo>
                  <a:pt x="87561" y="43186"/>
                </a:lnTo>
                <a:lnTo>
                  <a:pt x="87339" y="43751"/>
                </a:lnTo>
                <a:lnTo>
                  <a:pt x="87138" y="44316"/>
                </a:lnTo>
                <a:lnTo>
                  <a:pt x="86956" y="44881"/>
                </a:lnTo>
                <a:lnTo>
                  <a:pt x="86815" y="45466"/>
                </a:lnTo>
                <a:lnTo>
                  <a:pt x="86673" y="46052"/>
                </a:lnTo>
                <a:lnTo>
                  <a:pt x="86573" y="46637"/>
                </a:lnTo>
                <a:lnTo>
                  <a:pt x="86492" y="47283"/>
                </a:lnTo>
                <a:lnTo>
                  <a:pt x="86411" y="47928"/>
                </a:lnTo>
                <a:lnTo>
                  <a:pt x="86290" y="49240"/>
                </a:lnTo>
                <a:lnTo>
                  <a:pt x="86209" y="50330"/>
                </a:lnTo>
                <a:lnTo>
                  <a:pt x="86088" y="51399"/>
                </a:lnTo>
                <a:lnTo>
                  <a:pt x="86007" y="51924"/>
                </a:lnTo>
                <a:lnTo>
                  <a:pt x="85927" y="52449"/>
                </a:lnTo>
                <a:lnTo>
                  <a:pt x="85806" y="52973"/>
                </a:lnTo>
                <a:lnTo>
                  <a:pt x="85685" y="53458"/>
                </a:lnTo>
                <a:lnTo>
                  <a:pt x="85543" y="53962"/>
                </a:lnTo>
                <a:lnTo>
                  <a:pt x="85362" y="54426"/>
                </a:lnTo>
                <a:lnTo>
                  <a:pt x="85160" y="54870"/>
                </a:lnTo>
                <a:lnTo>
                  <a:pt x="84918" y="55314"/>
                </a:lnTo>
                <a:lnTo>
                  <a:pt x="84655" y="55718"/>
                </a:lnTo>
                <a:lnTo>
                  <a:pt x="84353" y="56101"/>
                </a:lnTo>
                <a:lnTo>
                  <a:pt x="84171" y="56303"/>
                </a:lnTo>
                <a:lnTo>
                  <a:pt x="84010" y="56465"/>
                </a:lnTo>
                <a:lnTo>
                  <a:pt x="83808" y="56646"/>
                </a:lnTo>
                <a:lnTo>
                  <a:pt x="83606" y="56808"/>
                </a:lnTo>
                <a:lnTo>
                  <a:pt x="83344" y="56989"/>
                </a:lnTo>
                <a:lnTo>
                  <a:pt x="83041" y="57191"/>
                </a:lnTo>
                <a:lnTo>
                  <a:pt x="82658" y="57393"/>
                </a:lnTo>
                <a:lnTo>
                  <a:pt x="82173" y="57595"/>
                </a:lnTo>
                <a:lnTo>
                  <a:pt x="81628" y="57776"/>
                </a:lnTo>
                <a:lnTo>
                  <a:pt x="81326" y="57877"/>
                </a:lnTo>
                <a:lnTo>
                  <a:pt x="80983" y="57958"/>
                </a:lnTo>
                <a:lnTo>
                  <a:pt x="80599" y="58018"/>
                </a:lnTo>
                <a:lnTo>
                  <a:pt x="80216" y="58099"/>
                </a:lnTo>
                <a:lnTo>
                  <a:pt x="79792" y="58160"/>
                </a:lnTo>
                <a:lnTo>
                  <a:pt x="79328" y="58200"/>
                </a:lnTo>
                <a:lnTo>
                  <a:pt x="78642" y="58261"/>
                </a:lnTo>
                <a:lnTo>
                  <a:pt x="77935" y="58281"/>
                </a:lnTo>
                <a:lnTo>
                  <a:pt x="77249" y="58301"/>
                </a:lnTo>
                <a:lnTo>
                  <a:pt x="76543" y="58301"/>
                </a:lnTo>
                <a:lnTo>
                  <a:pt x="75837" y="58281"/>
                </a:lnTo>
                <a:lnTo>
                  <a:pt x="75151" y="58240"/>
                </a:lnTo>
                <a:lnTo>
                  <a:pt x="74444" y="58180"/>
                </a:lnTo>
                <a:lnTo>
                  <a:pt x="73758" y="58119"/>
                </a:lnTo>
                <a:lnTo>
                  <a:pt x="72366" y="57958"/>
                </a:lnTo>
                <a:lnTo>
                  <a:pt x="70994" y="57776"/>
                </a:lnTo>
                <a:lnTo>
                  <a:pt x="69601" y="57574"/>
                </a:lnTo>
                <a:lnTo>
                  <a:pt x="68249" y="57352"/>
                </a:lnTo>
                <a:lnTo>
                  <a:pt x="66937" y="57151"/>
                </a:lnTo>
                <a:lnTo>
                  <a:pt x="65605" y="56949"/>
                </a:lnTo>
                <a:lnTo>
                  <a:pt x="64294" y="56767"/>
                </a:lnTo>
                <a:lnTo>
                  <a:pt x="62962" y="56606"/>
                </a:lnTo>
                <a:lnTo>
                  <a:pt x="61771" y="56505"/>
                </a:lnTo>
                <a:lnTo>
                  <a:pt x="60581" y="56424"/>
                </a:lnTo>
                <a:lnTo>
                  <a:pt x="59390" y="56384"/>
                </a:lnTo>
                <a:lnTo>
                  <a:pt x="58179" y="56364"/>
                </a:lnTo>
                <a:lnTo>
                  <a:pt x="56968" y="56384"/>
                </a:lnTo>
                <a:lnTo>
                  <a:pt x="55778" y="56444"/>
                </a:lnTo>
                <a:lnTo>
                  <a:pt x="54567" y="56525"/>
                </a:lnTo>
                <a:lnTo>
                  <a:pt x="53356" y="56646"/>
                </a:lnTo>
                <a:lnTo>
                  <a:pt x="52145" y="56787"/>
                </a:lnTo>
                <a:lnTo>
                  <a:pt x="50935" y="56949"/>
                </a:lnTo>
                <a:lnTo>
                  <a:pt x="49744" y="57151"/>
                </a:lnTo>
                <a:lnTo>
                  <a:pt x="48553" y="57393"/>
                </a:lnTo>
                <a:lnTo>
                  <a:pt x="47343" y="57655"/>
                </a:lnTo>
                <a:lnTo>
                  <a:pt x="46172" y="57958"/>
                </a:lnTo>
                <a:lnTo>
                  <a:pt x="44981" y="58281"/>
                </a:lnTo>
                <a:lnTo>
                  <a:pt x="43811" y="58644"/>
                </a:lnTo>
                <a:lnTo>
                  <a:pt x="42661" y="59027"/>
                </a:lnTo>
                <a:lnTo>
                  <a:pt x="41510" y="59451"/>
                </a:lnTo>
                <a:lnTo>
                  <a:pt x="40380" y="59895"/>
                </a:lnTo>
                <a:lnTo>
                  <a:pt x="39250" y="60359"/>
                </a:lnTo>
                <a:lnTo>
                  <a:pt x="38140" y="60864"/>
                </a:lnTo>
                <a:lnTo>
                  <a:pt x="37031" y="61409"/>
                </a:lnTo>
                <a:lnTo>
                  <a:pt x="35961" y="61954"/>
                </a:lnTo>
                <a:lnTo>
                  <a:pt x="34891" y="62539"/>
                </a:lnTo>
                <a:lnTo>
                  <a:pt x="33842" y="63144"/>
                </a:lnTo>
                <a:lnTo>
                  <a:pt x="32813" y="63790"/>
                </a:lnTo>
                <a:lnTo>
                  <a:pt x="31784" y="64436"/>
                </a:lnTo>
                <a:lnTo>
                  <a:pt x="30795" y="65122"/>
                </a:lnTo>
                <a:lnTo>
                  <a:pt x="29826" y="65828"/>
                </a:lnTo>
                <a:lnTo>
                  <a:pt x="28878" y="66555"/>
                </a:lnTo>
                <a:lnTo>
                  <a:pt x="27950" y="67321"/>
                </a:lnTo>
                <a:lnTo>
                  <a:pt x="27041" y="68088"/>
                </a:lnTo>
                <a:lnTo>
                  <a:pt x="26113" y="68916"/>
                </a:lnTo>
                <a:lnTo>
                  <a:pt x="25205" y="69763"/>
                </a:lnTo>
                <a:lnTo>
                  <a:pt x="23429" y="71499"/>
                </a:lnTo>
                <a:lnTo>
                  <a:pt x="22279" y="72609"/>
                </a:lnTo>
                <a:lnTo>
                  <a:pt x="21129" y="73719"/>
                </a:lnTo>
                <a:lnTo>
                  <a:pt x="19938" y="74788"/>
                </a:lnTo>
                <a:lnTo>
                  <a:pt x="19333" y="75313"/>
                </a:lnTo>
                <a:lnTo>
                  <a:pt x="18707" y="75837"/>
                </a:lnTo>
                <a:lnTo>
                  <a:pt x="18081" y="76342"/>
                </a:lnTo>
                <a:lnTo>
                  <a:pt x="17456" y="76826"/>
                </a:lnTo>
                <a:lnTo>
                  <a:pt x="16810" y="77290"/>
                </a:lnTo>
                <a:lnTo>
                  <a:pt x="16144" y="77734"/>
                </a:lnTo>
                <a:lnTo>
                  <a:pt x="15458" y="78158"/>
                </a:lnTo>
                <a:lnTo>
                  <a:pt x="14772" y="78542"/>
                </a:lnTo>
                <a:lnTo>
                  <a:pt x="14066" y="78925"/>
                </a:lnTo>
                <a:lnTo>
                  <a:pt x="13339" y="79268"/>
                </a:lnTo>
                <a:lnTo>
                  <a:pt x="12915" y="79450"/>
                </a:lnTo>
                <a:lnTo>
                  <a:pt x="12492" y="79611"/>
                </a:lnTo>
                <a:lnTo>
                  <a:pt x="12048" y="79752"/>
                </a:lnTo>
                <a:lnTo>
                  <a:pt x="11604" y="79894"/>
                </a:lnTo>
                <a:lnTo>
                  <a:pt x="11160" y="79995"/>
                </a:lnTo>
                <a:lnTo>
                  <a:pt x="10716" y="80095"/>
                </a:lnTo>
                <a:lnTo>
                  <a:pt x="10252" y="80196"/>
                </a:lnTo>
                <a:lnTo>
                  <a:pt x="9787" y="80257"/>
                </a:lnTo>
                <a:lnTo>
                  <a:pt x="9344" y="80297"/>
                </a:lnTo>
                <a:lnTo>
                  <a:pt x="8879" y="80338"/>
                </a:lnTo>
                <a:lnTo>
                  <a:pt x="8415" y="80358"/>
                </a:lnTo>
                <a:lnTo>
                  <a:pt x="7951" y="80358"/>
                </a:lnTo>
                <a:lnTo>
                  <a:pt x="7507" y="80338"/>
                </a:lnTo>
                <a:lnTo>
                  <a:pt x="7063" y="80317"/>
                </a:lnTo>
                <a:lnTo>
                  <a:pt x="6619" y="80257"/>
                </a:lnTo>
                <a:lnTo>
                  <a:pt x="6175" y="80196"/>
                </a:lnTo>
                <a:lnTo>
                  <a:pt x="5691" y="80095"/>
                </a:lnTo>
                <a:lnTo>
                  <a:pt x="5247" y="79974"/>
                </a:lnTo>
                <a:lnTo>
                  <a:pt x="4803" y="79853"/>
                </a:lnTo>
                <a:lnTo>
                  <a:pt x="4379" y="79692"/>
                </a:lnTo>
                <a:lnTo>
                  <a:pt x="3955" y="79510"/>
                </a:lnTo>
                <a:lnTo>
                  <a:pt x="3572" y="79329"/>
                </a:lnTo>
                <a:lnTo>
                  <a:pt x="3189" y="79107"/>
                </a:lnTo>
                <a:lnTo>
                  <a:pt x="2846" y="78885"/>
                </a:lnTo>
                <a:lnTo>
                  <a:pt x="2502" y="78642"/>
                </a:lnTo>
                <a:lnTo>
                  <a:pt x="2180" y="78380"/>
                </a:lnTo>
                <a:lnTo>
                  <a:pt x="1897" y="78098"/>
                </a:lnTo>
                <a:lnTo>
                  <a:pt x="1615" y="77795"/>
                </a:lnTo>
                <a:lnTo>
                  <a:pt x="1352" y="77472"/>
                </a:lnTo>
                <a:lnTo>
                  <a:pt x="1130" y="77149"/>
                </a:lnTo>
                <a:lnTo>
                  <a:pt x="908" y="76806"/>
                </a:lnTo>
                <a:lnTo>
                  <a:pt x="727" y="76443"/>
                </a:lnTo>
                <a:lnTo>
                  <a:pt x="585" y="76180"/>
                </a:lnTo>
                <a:lnTo>
                  <a:pt x="484" y="75898"/>
                </a:lnTo>
                <a:lnTo>
                  <a:pt x="384" y="75636"/>
                </a:lnTo>
                <a:lnTo>
                  <a:pt x="303" y="75353"/>
                </a:lnTo>
                <a:lnTo>
                  <a:pt x="242" y="75050"/>
                </a:lnTo>
                <a:lnTo>
                  <a:pt x="182" y="74768"/>
                </a:lnTo>
                <a:lnTo>
                  <a:pt x="141" y="74465"/>
                </a:lnTo>
                <a:lnTo>
                  <a:pt x="101" y="74162"/>
                </a:lnTo>
                <a:lnTo>
                  <a:pt x="81" y="73860"/>
                </a:lnTo>
                <a:lnTo>
                  <a:pt x="81" y="73557"/>
                </a:lnTo>
                <a:lnTo>
                  <a:pt x="101" y="73254"/>
                </a:lnTo>
                <a:lnTo>
                  <a:pt x="121" y="72952"/>
                </a:lnTo>
                <a:lnTo>
                  <a:pt x="162" y="72629"/>
                </a:lnTo>
                <a:lnTo>
                  <a:pt x="202" y="72306"/>
                </a:lnTo>
                <a:lnTo>
                  <a:pt x="262" y="71983"/>
                </a:lnTo>
                <a:lnTo>
                  <a:pt x="343" y="71680"/>
                </a:lnTo>
                <a:lnTo>
                  <a:pt x="525" y="71075"/>
                </a:lnTo>
                <a:lnTo>
                  <a:pt x="727" y="70490"/>
                </a:lnTo>
                <a:lnTo>
                  <a:pt x="989" y="69925"/>
                </a:lnTo>
                <a:lnTo>
                  <a:pt x="1292" y="69380"/>
                </a:lnTo>
                <a:lnTo>
                  <a:pt x="1615" y="68835"/>
                </a:lnTo>
                <a:lnTo>
                  <a:pt x="1998" y="68330"/>
                </a:lnTo>
                <a:lnTo>
                  <a:pt x="2381" y="67846"/>
                </a:lnTo>
                <a:lnTo>
                  <a:pt x="2825" y="67382"/>
                </a:lnTo>
                <a:lnTo>
                  <a:pt x="3209" y="67019"/>
                </a:lnTo>
                <a:lnTo>
                  <a:pt x="3612" y="66676"/>
                </a:lnTo>
                <a:lnTo>
                  <a:pt x="4036" y="66353"/>
                </a:lnTo>
                <a:lnTo>
                  <a:pt x="4500" y="66030"/>
                </a:lnTo>
                <a:lnTo>
                  <a:pt x="4964" y="65727"/>
                </a:lnTo>
                <a:lnTo>
                  <a:pt x="5449" y="65445"/>
                </a:lnTo>
                <a:lnTo>
                  <a:pt x="5973" y="65162"/>
                </a:lnTo>
                <a:lnTo>
                  <a:pt x="6518" y="64900"/>
                </a:lnTo>
                <a:lnTo>
                  <a:pt x="7063" y="64658"/>
                </a:lnTo>
                <a:lnTo>
                  <a:pt x="7669" y="64415"/>
                </a:lnTo>
                <a:lnTo>
                  <a:pt x="8274" y="64194"/>
                </a:lnTo>
                <a:lnTo>
                  <a:pt x="8920" y="63992"/>
                </a:lnTo>
                <a:lnTo>
                  <a:pt x="9586" y="63790"/>
                </a:lnTo>
                <a:lnTo>
                  <a:pt x="10272" y="63608"/>
                </a:lnTo>
                <a:lnTo>
                  <a:pt x="10978" y="63427"/>
                </a:lnTo>
                <a:lnTo>
                  <a:pt x="11745" y="63265"/>
                </a:lnTo>
                <a:lnTo>
                  <a:pt x="12673" y="63084"/>
                </a:lnTo>
                <a:lnTo>
                  <a:pt x="13460" y="62942"/>
                </a:lnTo>
                <a:lnTo>
                  <a:pt x="14227" y="62781"/>
                </a:lnTo>
                <a:lnTo>
                  <a:pt x="15014" y="62579"/>
                </a:lnTo>
                <a:lnTo>
                  <a:pt x="15761" y="62377"/>
                </a:lnTo>
                <a:lnTo>
                  <a:pt x="16144" y="62256"/>
                </a:lnTo>
                <a:lnTo>
                  <a:pt x="16507" y="62115"/>
                </a:lnTo>
                <a:lnTo>
                  <a:pt x="16871" y="61974"/>
                </a:lnTo>
                <a:lnTo>
                  <a:pt x="17234" y="61812"/>
                </a:lnTo>
                <a:lnTo>
                  <a:pt x="17577" y="61631"/>
                </a:lnTo>
                <a:lnTo>
                  <a:pt x="17920" y="61429"/>
                </a:lnTo>
                <a:lnTo>
                  <a:pt x="18243" y="61227"/>
                </a:lnTo>
                <a:lnTo>
                  <a:pt x="18566" y="61005"/>
                </a:lnTo>
                <a:lnTo>
                  <a:pt x="18909" y="60723"/>
                </a:lnTo>
                <a:lnTo>
                  <a:pt x="19232" y="60420"/>
                </a:lnTo>
                <a:lnTo>
                  <a:pt x="19534" y="60097"/>
                </a:lnTo>
                <a:lnTo>
                  <a:pt x="19817" y="59754"/>
                </a:lnTo>
                <a:lnTo>
                  <a:pt x="20099" y="59391"/>
                </a:lnTo>
                <a:lnTo>
                  <a:pt x="20362" y="59007"/>
                </a:lnTo>
                <a:lnTo>
                  <a:pt x="20604" y="58604"/>
                </a:lnTo>
                <a:lnTo>
                  <a:pt x="20826" y="58160"/>
                </a:lnTo>
                <a:lnTo>
                  <a:pt x="21028" y="57716"/>
                </a:lnTo>
                <a:lnTo>
                  <a:pt x="21230" y="57252"/>
                </a:lnTo>
                <a:lnTo>
                  <a:pt x="21391" y="56767"/>
                </a:lnTo>
                <a:lnTo>
                  <a:pt x="21552" y="56263"/>
                </a:lnTo>
                <a:lnTo>
                  <a:pt x="21694" y="55738"/>
                </a:lnTo>
                <a:lnTo>
                  <a:pt x="21795" y="55213"/>
                </a:lnTo>
                <a:lnTo>
                  <a:pt x="21895" y="54648"/>
                </a:lnTo>
                <a:lnTo>
                  <a:pt x="21976" y="54083"/>
                </a:lnTo>
                <a:lnTo>
                  <a:pt x="22037" y="53478"/>
                </a:lnTo>
                <a:lnTo>
                  <a:pt x="22077" y="52872"/>
                </a:lnTo>
                <a:lnTo>
                  <a:pt x="22097" y="52267"/>
                </a:lnTo>
                <a:lnTo>
                  <a:pt x="22117" y="51662"/>
                </a:lnTo>
                <a:lnTo>
                  <a:pt x="22097" y="51056"/>
                </a:lnTo>
                <a:lnTo>
                  <a:pt x="22077" y="50451"/>
                </a:lnTo>
                <a:lnTo>
                  <a:pt x="21996" y="49240"/>
                </a:lnTo>
                <a:lnTo>
                  <a:pt x="21875" y="48029"/>
                </a:lnTo>
                <a:lnTo>
                  <a:pt x="21734" y="46818"/>
                </a:lnTo>
                <a:lnTo>
                  <a:pt x="21552" y="45608"/>
                </a:lnTo>
                <a:lnTo>
                  <a:pt x="21371" y="44417"/>
                </a:lnTo>
                <a:lnTo>
                  <a:pt x="21068" y="42359"/>
                </a:lnTo>
                <a:lnTo>
                  <a:pt x="20927" y="41309"/>
                </a:lnTo>
                <a:lnTo>
                  <a:pt x="20806" y="40280"/>
                </a:lnTo>
                <a:lnTo>
                  <a:pt x="20745" y="39493"/>
                </a:lnTo>
                <a:lnTo>
                  <a:pt x="20685" y="38706"/>
                </a:lnTo>
                <a:lnTo>
                  <a:pt x="20665" y="37879"/>
                </a:lnTo>
                <a:lnTo>
                  <a:pt x="20665" y="37031"/>
                </a:lnTo>
                <a:lnTo>
                  <a:pt x="20685" y="36184"/>
                </a:lnTo>
                <a:lnTo>
                  <a:pt x="20765" y="35316"/>
                </a:lnTo>
                <a:lnTo>
                  <a:pt x="20866" y="34448"/>
                </a:lnTo>
                <a:lnTo>
                  <a:pt x="21008" y="33560"/>
                </a:lnTo>
                <a:lnTo>
                  <a:pt x="21088" y="33136"/>
                </a:lnTo>
                <a:lnTo>
                  <a:pt x="21189" y="32713"/>
                </a:lnTo>
                <a:lnTo>
                  <a:pt x="21290" y="32269"/>
                </a:lnTo>
                <a:lnTo>
                  <a:pt x="21431" y="31845"/>
                </a:lnTo>
                <a:lnTo>
                  <a:pt x="21552" y="31441"/>
                </a:lnTo>
                <a:lnTo>
                  <a:pt x="21714" y="31017"/>
                </a:lnTo>
                <a:lnTo>
                  <a:pt x="21875" y="30614"/>
                </a:lnTo>
                <a:lnTo>
                  <a:pt x="22057" y="30210"/>
                </a:lnTo>
                <a:lnTo>
                  <a:pt x="22259" y="29807"/>
                </a:lnTo>
                <a:lnTo>
                  <a:pt x="22461" y="29423"/>
                </a:lnTo>
                <a:lnTo>
                  <a:pt x="22703" y="29040"/>
                </a:lnTo>
                <a:lnTo>
                  <a:pt x="22945" y="28677"/>
                </a:lnTo>
                <a:lnTo>
                  <a:pt x="23207" y="28313"/>
                </a:lnTo>
                <a:lnTo>
                  <a:pt x="23470" y="27950"/>
                </a:lnTo>
                <a:lnTo>
                  <a:pt x="23772" y="27607"/>
                </a:lnTo>
                <a:lnTo>
                  <a:pt x="24095" y="27284"/>
                </a:lnTo>
                <a:lnTo>
                  <a:pt x="24458" y="26921"/>
                </a:lnTo>
                <a:lnTo>
                  <a:pt x="24862" y="26578"/>
                </a:lnTo>
                <a:lnTo>
                  <a:pt x="25266" y="26275"/>
                </a:lnTo>
                <a:lnTo>
                  <a:pt x="25710" y="25972"/>
                </a:lnTo>
                <a:lnTo>
                  <a:pt x="26153" y="25690"/>
                </a:lnTo>
                <a:lnTo>
                  <a:pt x="26597" y="25448"/>
                </a:lnTo>
                <a:lnTo>
                  <a:pt x="27082" y="25226"/>
                </a:lnTo>
                <a:lnTo>
                  <a:pt x="27586" y="25004"/>
                </a:lnTo>
                <a:lnTo>
                  <a:pt x="28091" y="24822"/>
                </a:lnTo>
                <a:lnTo>
                  <a:pt x="28615" y="24661"/>
                </a:lnTo>
                <a:lnTo>
                  <a:pt x="29160" y="24519"/>
                </a:lnTo>
                <a:lnTo>
                  <a:pt x="29705" y="24398"/>
                </a:lnTo>
                <a:lnTo>
                  <a:pt x="30290" y="24297"/>
                </a:lnTo>
                <a:lnTo>
                  <a:pt x="30876" y="24217"/>
                </a:lnTo>
                <a:lnTo>
                  <a:pt x="31481" y="24176"/>
                </a:lnTo>
                <a:lnTo>
                  <a:pt x="32086" y="24136"/>
                </a:lnTo>
                <a:lnTo>
                  <a:pt x="33297" y="24136"/>
                </a:lnTo>
                <a:lnTo>
                  <a:pt x="33903" y="24176"/>
                </a:lnTo>
                <a:lnTo>
                  <a:pt x="34508" y="24217"/>
                </a:lnTo>
                <a:lnTo>
                  <a:pt x="35113" y="24277"/>
                </a:lnTo>
                <a:lnTo>
                  <a:pt x="35699" y="24358"/>
                </a:lnTo>
                <a:lnTo>
                  <a:pt x="36264" y="24459"/>
                </a:lnTo>
                <a:lnTo>
                  <a:pt x="36829" y="24580"/>
                </a:lnTo>
                <a:lnTo>
                  <a:pt x="37394" y="24681"/>
                </a:lnTo>
                <a:lnTo>
                  <a:pt x="38443" y="24943"/>
                </a:lnTo>
                <a:lnTo>
                  <a:pt x="39412" y="25246"/>
                </a:lnTo>
                <a:lnTo>
                  <a:pt x="40320" y="25549"/>
                </a:lnTo>
                <a:lnTo>
                  <a:pt x="41147" y="25851"/>
                </a:lnTo>
                <a:lnTo>
                  <a:pt x="41874" y="26134"/>
                </a:lnTo>
                <a:lnTo>
                  <a:pt x="42600" y="26437"/>
                </a:lnTo>
                <a:lnTo>
                  <a:pt x="43327" y="26759"/>
                </a:lnTo>
                <a:lnTo>
                  <a:pt x="44033" y="27082"/>
                </a:lnTo>
                <a:lnTo>
                  <a:pt x="45466" y="27768"/>
                </a:lnTo>
                <a:lnTo>
                  <a:pt x="46878" y="28495"/>
                </a:lnTo>
                <a:lnTo>
                  <a:pt x="48271" y="29242"/>
                </a:lnTo>
                <a:lnTo>
                  <a:pt x="49643" y="30008"/>
                </a:lnTo>
                <a:lnTo>
                  <a:pt x="52367" y="31542"/>
                </a:lnTo>
                <a:lnTo>
                  <a:pt x="54486" y="32753"/>
                </a:lnTo>
                <a:lnTo>
                  <a:pt x="56646" y="33944"/>
                </a:lnTo>
                <a:lnTo>
                  <a:pt x="57735" y="34529"/>
                </a:lnTo>
                <a:lnTo>
                  <a:pt x="58825" y="35094"/>
                </a:lnTo>
                <a:lnTo>
                  <a:pt x="59935" y="35639"/>
                </a:lnTo>
                <a:lnTo>
                  <a:pt x="61045" y="36163"/>
                </a:lnTo>
                <a:lnTo>
                  <a:pt x="61953" y="36547"/>
                </a:lnTo>
                <a:lnTo>
                  <a:pt x="62821" y="36890"/>
                </a:lnTo>
                <a:lnTo>
                  <a:pt x="63668" y="37193"/>
                </a:lnTo>
                <a:lnTo>
                  <a:pt x="64496" y="37435"/>
                </a:lnTo>
                <a:lnTo>
                  <a:pt x="65283" y="37637"/>
                </a:lnTo>
                <a:lnTo>
                  <a:pt x="66049" y="37798"/>
                </a:lnTo>
                <a:lnTo>
                  <a:pt x="66816" y="37899"/>
                </a:lnTo>
                <a:lnTo>
                  <a:pt x="67523" y="37959"/>
                </a:lnTo>
                <a:lnTo>
                  <a:pt x="68229" y="37980"/>
                </a:lnTo>
                <a:lnTo>
                  <a:pt x="68552" y="37959"/>
                </a:lnTo>
                <a:lnTo>
                  <a:pt x="68895" y="37939"/>
                </a:lnTo>
                <a:lnTo>
                  <a:pt x="69218" y="37899"/>
                </a:lnTo>
                <a:lnTo>
                  <a:pt x="69541" y="37859"/>
                </a:lnTo>
                <a:lnTo>
                  <a:pt x="69843" y="37798"/>
                </a:lnTo>
                <a:lnTo>
                  <a:pt x="70166" y="37737"/>
                </a:lnTo>
                <a:lnTo>
                  <a:pt x="70449" y="37657"/>
                </a:lnTo>
                <a:lnTo>
                  <a:pt x="70751" y="37556"/>
                </a:lnTo>
                <a:lnTo>
                  <a:pt x="71034" y="37455"/>
                </a:lnTo>
                <a:lnTo>
                  <a:pt x="71316" y="37334"/>
                </a:lnTo>
                <a:lnTo>
                  <a:pt x="71579" y="37193"/>
                </a:lnTo>
                <a:lnTo>
                  <a:pt x="71861" y="37051"/>
                </a:lnTo>
                <a:lnTo>
                  <a:pt x="72103" y="36890"/>
                </a:lnTo>
                <a:lnTo>
                  <a:pt x="72366" y="36728"/>
                </a:lnTo>
                <a:lnTo>
                  <a:pt x="72628" y="36547"/>
                </a:lnTo>
                <a:lnTo>
                  <a:pt x="72870" y="36345"/>
                </a:lnTo>
                <a:lnTo>
                  <a:pt x="73112" y="36143"/>
                </a:lnTo>
                <a:lnTo>
                  <a:pt x="73355" y="35921"/>
                </a:lnTo>
                <a:lnTo>
                  <a:pt x="73577" y="35679"/>
                </a:lnTo>
                <a:lnTo>
                  <a:pt x="73778" y="35437"/>
                </a:lnTo>
                <a:lnTo>
                  <a:pt x="74000" y="35195"/>
                </a:lnTo>
                <a:lnTo>
                  <a:pt x="74182" y="34912"/>
                </a:lnTo>
                <a:lnTo>
                  <a:pt x="74384" y="34650"/>
                </a:lnTo>
                <a:lnTo>
                  <a:pt x="74565" y="34347"/>
                </a:lnTo>
                <a:lnTo>
                  <a:pt x="74727" y="34065"/>
                </a:lnTo>
                <a:lnTo>
                  <a:pt x="74888" y="33742"/>
                </a:lnTo>
                <a:lnTo>
                  <a:pt x="75050" y="33419"/>
                </a:lnTo>
                <a:lnTo>
                  <a:pt x="75191" y="33096"/>
                </a:lnTo>
                <a:lnTo>
                  <a:pt x="75312" y="32753"/>
                </a:lnTo>
                <a:lnTo>
                  <a:pt x="75433" y="32410"/>
                </a:lnTo>
                <a:lnTo>
                  <a:pt x="75635" y="31784"/>
                </a:lnTo>
                <a:lnTo>
                  <a:pt x="75796" y="31139"/>
                </a:lnTo>
                <a:lnTo>
                  <a:pt x="75917" y="30473"/>
                </a:lnTo>
                <a:lnTo>
                  <a:pt x="76018" y="29786"/>
                </a:lnTo>
                <a:lnTo>
                  <a:pt x="76099" y="29080"/>
                </a:lnTo>
                <a:lnTo>
                  <a:pt x="76139" y="28374"/>
                </a:lnTo>
                <a:lnTo>
                  <a:pt x="76139" y="27627"/>
                </a:lnTo>
                <a:lnTo>
                  <a:pt x="76119" y="26901"/>
                </a:lnTo>
                <a:lnTo>
                  <a:pt x="76059" y="25791"/>
                </a:lnTo>
                <a:lnTo>
                  <a:pt x="75998" y="24721"/>
                </a:lnTo>
                <a:lnTo>
                  <a:pt x="75837" y="22703"/>
                </a:lnTo>
                <a:lnTo>
                  <a:pt x="75655" y="20786"/>
                </a:lnTo>
                <a:lnTo>
                  <a:pt x="75453" y="18950"/>
                </a:lnTo>
                <a:lnTo>
                  <a:pt x="75252" y="16932"/>
                </a:lnTo>
                <a:lnTo>
                  <a:pt x="75050" y="14833"/>
                </a:lnTo>
                <a:lnTo>
                  <a:pt x="74929" y="13642"/>
                </a:lnTo>
                <a:lnTo>
                  <a:pt x="74787" y="12452"/>
                </a:lnTo>
                <a:lnTo>
                  <a:pt x="74606" y="11140"/>
                </a:lnTo>
                <a:lnTo>
                  <a:pt x="74545" y="10494"/>
                </a:lnTo>
                <a:lnTo>
                  <a:pt x="74485" y="9849"/>
                </a:lnTo>
                <a:lnTo>
                  <a:pt x="74444" y="9203"/>
                </a:lnTo>
                <a:lnTo>
                  <a:pt x="74424" y="8577"/>
                </a:lnTo>
                <a:lnTo>
                  <a:pt x="74424" y="7952"/>
                </a:lnTo>
                <a:lnTo>
                  <a:pt x="74464" y="7346"/>
                </a:lnTo>
                <a:lnTo>
                  <a:pt x="74525" y="6741"/>
                </a:lnTo>
                <a:lnTo>
                  <a:pt x="74646" y="6176"/>
                </a:lnTo>
                <a:lnTo>
                  <a:pt x="74707" y="5893"/>
                </a:lnTo>
                <a:lnTo>
                  <a:pt x="74787" y="5611"/>
                </a:lnTo>
                <a:lnTo>
                  <a:pt x="74888" y="5348"/>
                </a:lnTo>
                <a:lnTo>
                  <a:pt x="74989" y="5066"/>
                </a:lnTo>
                <a:lnTo>
                  <a:pt x="75110" y="4824"/>
                </a:lnTo>
                <a:lnTo>
                  <a:pt x="75231" y="4561"/>
                </a:lnTo>
                <a:lnTo>
                  <a:pt x="75393" y="4319"/>
                </a:lnTo>
                <a:lnTo>
                  <a:pt x="75554" y="4077"/>
                </a:lnTo>
                <a:lnTo>
                  <a:pt x="75716" y="3835"/>
                </a:lnTo>
                <a:lnTo>
                  <a:pt x="75917" y="3613"/>
                </a:lnTo>
                <a:lnTo>
                  <a:pt x="76119" y="3391"/>
                </a:lnTo>
                <a:lnTo>
                  <a:pt x="76341" y="3189"/>
                </a:lnTo>
                <a:lnTo>
                  <a:pt x="76604" y="2967"/>
                </a:lnTo>
                <a:lnTo>
                  <a:pt x="76886" y="2765"/>
                </a:lnTo>
                <a:lnTo>
                  <a:pt x="77169" y="2584"/>
                </a:lnTo>
                <a:lnTo>
                  <a:pt x="77471" y="2422"/>
                </a:lnTo>
                <a:lnTo>
                  <a:pt x="77754" y="2261"/>
                </a:lnTo>
                <a:lnTo>
                  <a:pt x="78077" y="2120"/>
                </a:lnTo>
                <a:lnTo>
                  <a:pt x="78379" y="1998"/>
                </a:lnTo>
                <a:lnTo>
                  <a:pt x="78702" y="1877"/>
                </a:lnTo>
                <a:lnTo>
                  <a:pt x="79348" y="1676"/>
                </a:lnTo>
                <a:lnTo>
                  <a:pt x="80014" y="1514"/>
                </a:lnTo>
                <a:lnTo>
                  <a:pt x="80660" y="1373"/>
                </a:lnTo>
                <a:lnTo>
                  <a:pt x="81306" y="1232"/>
                </a:lnTo>
                <a:lnTo>
                  <a:pt x="82799" y="989"/>
                </a:lnTo>
                <a:lnTo>
                  <a:pt x="84312" y="747"/>
                </a:lnTo>
                <a:lnTo>
                  <a:pt x="85826" y="566"/>
                </a:lnTo>
                <a:lnTo>
                  <a:pt x="87319" y="404"/>
                </a:lnTo>
                <a:lnTo>
                  <a:pt x="88833" y="283"/>
                </a:lnTo>
                <a:lnTo>
                  <a:pt x="90346" y="182"/>
                </a:lnTo>
                <a:lnTo>
                  <a:pt x="91860" y="122"/>
                </a:lnTo>
                <a:lnTo>
                  <a:pt x="93373" y="81"/>
                </a:lnTo>
                <a:close/>
                <a:moveTo>
                  <a:pt x="93373" y="1"/>
                </a:moveTo>
                <a:lnTo>
                  <a:pt x="91860" y="41"/>
                </a:lnTo>
                <a:lnTo>
                  <a:pt x="90346" y="102"/>
                </a:lnTo>
                <a:lnTo>
                  <a:pt x="88833" y="202"/>
                </a:lnTo>
                <a:lnTo>
                  <a:pt x="87319" y="324"/>
                </a:lnTo>
                <a:lnTo>
                  <a:pt x="85806" y="485"/>
                </a:lnTo>
                <a:lnTo>
                  <a:pt x="84292" y="667"/>
                </a:lnTo>
                <a:lnTo>
                  <a:pt x="82799" y="909"/>
                </a:lnTo>
                <a:lnTo>
                  <a:pt x="81285" y="1171"/>
                </a:lnTo>
                <a:lnTo>
                  <a:pt x="80640" y="1292"/>
                </a:lnTo>
                <a:lnTo>
                  <a:pt x="79994" y="1433"/>
                </a:lnTo>
                <a:lnTo>
                  <a:pt x="79328" y="1595"/>
                </a:lnTo>
                <a:lnTo>
                  <a:pt x="78682" y="1797"/>
                </a:lnTo>
                <a:lnTo>
                  <a:pt x="78359" y="1918"/>
                </a:lnTo>
                <a:lnTo>
                  <a:pt x="78036" y="2059"/>
                </a:lnTo>
                <a:lnTo>
                  <a:pt x="77734" y="2200"/>
                </a:lnTo>
                <a:lnTo>
                  <a:pt x="77411" y="2342"/>
                </a:lnTo>
                <a:lnTo>
                  <a:pt x="77128" y="2523"/>
                </a:lnTo>
                <a:lnTo>
                  <a:pt x="76846" y="2705"/>
                </a:lnTo>
                <a:lnTo>
                  <a:pt x="76563" y="2907"/>
                </a:lnTo>
                <a:lnTo>
                  <a:pt x="76301" y="3129"/>
                </a:lnTo>
                <a:lnTo>
                  <a:pt x="76059" y="3330"/>
                </a:lnTo>
                <a:lnTo>
                  <a:pt x="75857" y="3552"/>
                </a:lnTo>
                <a:lnTo>
                  <a:pt x="75655" y="3795"/>
                </a:lnTo>
                <a:lnTo>
                  <a:pt x="75473" y="4017"/>
                </a:lnTo>
                <a:lnTo>
                  <a:pt x="75312" y="4259"/>
                </a:lnTo>
                <a:lnTo>
                  <a:pt x="75171" y="4521"/>
                </a:lnTo>
                <a:lnTo>
                  <a:pt x="75030" y="4763"/>
                </a:lnTo>
                <a:lnTo>
                  <a:pt x="74908" y="5026"/>
                </a:lnTo>
                <a:lnTo>
                  <a:pt x="74808" y="5308"/>
                </a:lnTo>
                <a:lnTo>
                  <a:pt x="74707" y="5570"/>
                </a:lnTo>
                <a:lnTo>
                  <a:pt x="74626" y="5853"/>
                </a:lnTo>
                <a:lnTo>
                  <a:pt x="74565" y="6135"/>
                </a:lnTo>
                <a:lnTo>
                  <a:pt x="74444" y="6721"/>
                </a:lnTo>
                <a:lnTo>
                  <a:pt x="74384" y="7326"/>
                </a:lnTo>
                <a:lnTo>
                  <a:pt x="74343" y="7931"/>
                </a:lnTo>
                <a:lnTo>
                  <a:pt x="74343" y="8557"/>
                </a:lnTo>
                <a:lnTo>
                  <a:pt x="74364" y="9203"/>
                </a:lnTo>
                <a:lnTo>
                  <a:pt x="74404" y="9849"/>
                </a:lnTo>
                <a:lnTo>
                  <a:pt x="74464" y="10494"/>
                </a:lnTo>
                <a:lnTo>
                  <a:pt x="74525" y="11160"/>
                </a:lnTo>
                <a:lnTo>
                  <a:pt x="74707" y="12472"/>
                </a:lnTo>
                <a:lnTo>
                  <a:pt x="74848" y="13663"/>
                </a:lnTo>
                <a:lnTo>
                  <a:pt x="74969" y="14833"/>
                </a:lnTo>
                <a:lnTo>
                  <a:pt x="75171" y="16932"/>
                </a:lnTo>
                <a:lnTo>
                  <a:pt x="75373" y="18950"/>
                </a:lnTo>
                <a:lnTo>
                  <a:pt x="75574" y="20806"/>
                </a:lnTo>
                <a:lnTo>
                  <a:pt x="75756" y="22703"/>
                </a:lnTo>
                <a:lnTo>
                  <a:pt x="75917" y="24741"/>
                </a:lnTo>
                <a:lnTo>
                  <a:pt x="75978" y="25791"/>
                </a:lnTo>
                <a:lnTo>
                  <a:pt x="76039" y="26901"/>
                </a:lnTo>
                <a:lnTo>
                  <a:pt x="76059" y="27627"/>
                </a:lnTo>
                <a:lnTo>
                  <a:pt x="76059" y="28354"/>
                </a:lnTo>
                <a:lnTo>
                  <a:pt x="76018" y="29080"/>
                </a:lnTo>
                <a:lnTo>
                  <a:pt x="75938" y="29766"/>
                </a:lnTo>
                <a:lnTo>
                  <a:pt x="75837" y="30452"/>
                </a:lnTo>
                <a:lnTo>
                  <a:pt x="75716" y="31118"/>
                </a:lnTo>
                <a:lnTo>
                  <a:pt x="75554" y="31764"/>
                </a:lnTo>
                <a:lnTo>
                  <a:pt x="75373" y="32370"/>
                </a:lnTo>
                <a:lnTo>
                  <a:pt x="75252" y="32733"/>
                </a:lnTo>
                <a:lnTo>
                  <a:pt x="75110" y="33056"/>
                </a:lnTo>
                <a:lnTo>
                  <a:pt x="74969" y="33399"/>
                </a:lnTo>
                <a:lnTo>
                  <a:pt x="74808" y="33701"/>
                </a:lnTo>
                <a:lnTo>
                  <a:pt x="74666" y="34024"/>
                </a:lnTo>
                <a:lnTo>
                  <a:pt x="74485" y="34307"/>
                </a:lnTo>
                <a:lnTo>
                  <a:pt x="74303" y="34589"/>
                </a:lnTo>
                <a:lnTo>
                  <a:pt x="74121" y="34872"/>
                </a:lnTo>
                <a:lnTo>
                  <a:pt x="73920" y="35134"/>
                </a:lnTo>
                <a:lnTo>
                  <a:pt x="73718" y="35397"/>
                </a:lnTo>
                <a:lnTo>
                  <a:pt x="73516" y="35639"/>
                </a:lnTo>
                <a:lnTo>
                  <a:pt x="73294" y="35861"/>
                </a:lnTo>
                <a:lnTo>
                  <a:pt x="73052" y="36083"/>
                </a:lnTo>
                <a:lnTo>
                  <a:pt x="72830" y="36284"/>
                </a:lnTo>
                <a:lnTo>
                  <a:pt x="72568" y="36486"/>
                </a:lnTo>
                <a:lnTo>
                  <a:pt x="72325" y="36668"/>
                </a:lnTo>
                <a:lnTo>
                  <a:pt x="72063" y="36829"/>
                </a:lnTo>
                <a:lnTo>
                  <a:pt x="71821" y="36991"/>
                </a:lnTo>
                <a:lnTo>
                  <a:pt x="71538" y="37132"/>
                </a:lnTo>
                <a:lnTo>
                  <a:pt x="71276" y="37253"/>
                </a:lnTo>
                <a:lnTo>
                  <a:pt x="70994" y="37374"/>
                </a:lnTo>
                <a:lnTo>
                  <a:pt x="70711" y="37475"/>
                </a:lnTo>
                <a:lnTo>
                  <a:pt x="70428" y="37576"/>
                </a:lnTo>
                <a:lnTo>
                  <a:pt x="70126" y="37657"/>
                </a:lnTo>
                <a:lnTo>
                  <a:pt x="69823" y="37717"/>
                </a:lnTo>
                <a:lnTo>
                  <a:pt x="69520" y="37778"/>
                </a:lnTo>
                <a:lnTo>
                  <a:pt x="69197" y="37838"/>
                </a:lnTo>
                <a:lnTo>
                  <a:pt x="68875" y="37859"/>
                </a:lnTo>
                <a:lnTo>
                  <a:pt x="68209" y="37899"/>
                </a:lnTo>
                <a:lnTo>
                  <a:pt x="67523" y="37879"/>
                </a:lnTo>
                <a:lnTo>
                  <a:pt x="66796" y="37818"/>
                </a:lnTo>
                <a:lnTo>
                  <a:pt x="66070" y="37717"/>
                </a:lnTo>
                <a:lnTo>
                  <a:pt x="65303" y="37556"/>
                </a:lnTo>
                <a:lnTo>
                  <a:pt x="64496" y="37354"/>
                </a:lnTo>
                <a:lnTo>
                  <a:pt x="63688" y="37112"/>
                </a:lnTo>
                <a:lnTo>
                  <a:pt x="62841" y="36829"/>
                </a:lnTo>
                <a:lnTo>
                  <a:pt x="61973" y="36486"/>
                </a:lnTo>
                <a:lnTo>
                  <a:pt x="61085" y="36083"/>
                </a:lnTo>
                <a:lnTo>
                  <a:pt x="59975" y="35558"/>
                </a:lnTo>
                <a:lnTo>
                  <a:pt x="58865" y="35013"/>
                </a:lnTo>
                <a:lnTo>
                  <a:pt x="57776" y="34448"/>
                </a:lnTo>
                <a:lnTo>
                  <a:pt x="56686" y="33863"/>
                </a:lnTo>
                <a:lnTo>
                  <a:pt x="54527" y="32672"/>
                </a:lnTo>
                <a:lnTo>
                  <a:pt x="52408" y="31461"/>
                </a:lnTo>
                <a:lnTo>
                  <a:pt x="49683" y="29928"/>
                </a:lnTo>
                <a:lnTo>
                  <a:pt x="48311" y="29161"/>
                </a:lnTo>
                <a:lnTo>
                  <a:pt x="46919" y="28414"/>
                </a:lnTo>
                <a:lnTo>
                  <a:pt x="45506" y="27708"/>
                </a:lnTo>
                <a:lnTo>
                  <a:pt x="44073" y="27022"/>
                </a:lnTo>
                <a:lnTo>
                  <a:pt x="43347" y="26679"/>
                </a:lnTo>
                <a:lnTo>
                  <a:pt x="42641" y="26376"/>
                </a:lnTo>
                <a:lnTo>
                  <a:pt x="41894" y="26053"/>
                </a:lnTo>
                <a:lnTo>
                  <a:pt x="41167" y="25771"/>
                </a:lnTo>
                <a:lnTo>
                  <a:pt x="40300" y="25448"/>
                </a:lnTo>
                <a:lnTo>
                  <a:pt x="39331" y="25125"/>
                </a:lnTo>
                <a:lnTo>
                  <a:pt x="38282" y="24822"/>
                </a:lnTo>
                <a:lnTo>
                  <a:pt x="37717" y="24681"/>
                </a:lnTo>
                <a:lnTo>
                  <a:pt x="37152" y="24560"/>
                </a:lnTo>
                <a:lnTo>
                  <a:pt x="36566" y="24439"/>
                </a:lnTo>
                <a:lnTo>
                  <a:pt x="35961" y="24318"/>
                </a:lnTo>
                <a:lnTo>
                  <a:pt x="35335" y="24237"/>
                </a:lnTo>
                <a:lnTo>
                  <a:pt x="34710" y="24156"/>
                </a:lnTo>
                <a:lnTo>
                  <a:pt x="34064" y="24096"/>
                </a:lnTo>
                <a:lnTo>
                  <a:pt x="33418" y="24055"/>
                </a:lnTo>
                <a:lnTo>
                  <a:pt x="32086" y="24055"/>
                </a:lnTo>
                <a:lnTo>
                  <a:pt x="31461" y="24096"/>
                </a:lnTo>
                <a:lnTo>
                  <a:pt x="30855" y="24136"/>
                </a:lnTo>
                <a:lnTo>
                  <a:pt x="30270" y="24217"/>
                </a:lnTo>
                <a:lnTo>
                  <a:pt x="29685" y="24318"/>
                </a:lnTo>
                <a:lnTo>
                  <a:pt x="29140" y="24439"/>
                </a:lnTo>
                <a:lnTo>
                  <a:pt x="28595" y="24580"/>
                </a:lnTo>
                <a:lnTo>
                  <a:pt x="28050" y="24741"/>
                </a:lnTo>
                <a:lnTo>
                  <a:pt x="27546" y="24943"/>
                </a:lnTo>
                <a:lnTo>
                  <a:pt x="27041" y="25145"/>
                </a:lnTo>
                <a:lnTo>
                  <a:pt x="26577" y="25367"/>
                </a:lnTo>
                <a:lnTo>
                  <a:pt x="26113" y="25629"/>
                </a:lnTo>
                <a:lnTo>
                  <a:pt x="25649" y="25912"/>
                </a:lnTo>
                <a:lnTo>
                  <a:pt x="25225" y="26194"/>
                </a:lnTo>
                <a:lnTo>
                  <a:pt x="24801" y="26517"/>
                </a:lnTo>
                <a:lnTo>
                  <a:pt x="24418" y="26860"/>
                </a:lnTo>
                <a:lnTo>
                  <a:pt x="24035" y="27224"/>
                </a:lnTo>
                <a:lnTo>
                  <a:pt x="23712" y="27546"/>
                </a:lnTo>
                <a:lnTo>
                  <a:pt x="23409" y="27890"/>
                </a:lnTo>
                <a:lnTo>
                  <a:pt x="23147" y="28253"/>
                </a:lnTo>
                <a:lnTo>
                  <a:pt x="22884" y="28616"/>
                </a:lnTo>
                <a:lnTo>
                  <a:pt x="22622" y="28999"/>
                </a:lnTo>
                <a:lnTo>
                  <a:pt x="22400" y="29383"/>
                </a:lnTo>
                <a:lnTo>
                  <a:pt x="22178" y="29766"/>
                </a:lnTo>
                <a:lnTo>
                  <a:pt x="21996" y="30170"/>
                </a:lnTo>
                <a:lnTo>
                  <a:pt x="21815" y="30573"/>
                </a:lnTo>
                <a:lnTo>
                  <a:pt x="21633" y="30977"/>
                </a:lnTo>
                <a:lnTo>
                  <a:pt x="21492" y="31401"/>
                </a:lnTo>
                <a:lnTo>
                  <a:pt x="21351" y="31825"/>
                </a:lnTo>
                <a:lnTo>
                  <a:pt x="21230" y="32248"/>
                </a:lnTo>
                <a:lnTo>
                  <a:pt x="21108" y="32672"/>
                </a:lnTo>
                <a:lnTo>
                  <a:pt x="21008" y="33116"/>
                </a:lnTo>
                <a:lnTo>
                  <a:pt x="20927" y="33540"/>
                </a:lnTo>
                <a:lnTo>
                  <a:pt x="20786" y="34428"/>
                </a:lnTo>
                <a:lnTo>
                  <a:pt x="20685" y="35296"/>
                </a:lnTo>
                <a:lnTo>
                  <a:pt x="20604" y="36163"/>
                </a:lnTo>
                <a:lnTo>
                  <a:pt x="20584" y="37031"/>
                </a:lnTo>
                <a:lnTo>
                  <a:pt x="20584" y="37879"/>
                </a:lnTo>
                <a:lnTo>
                  <a:pt x="20604" y="38706"/>
                </a:lnTo>
                <a:lnTo>
                  <a:pt x="20665" y="39513"/>
                </a:lnTo>
                <a:lnTo>
                  <a:pt x="20725" y="40280"/>
                </a:lnTo>
                <a:lnTo>
                  <a:pt x="20846" y="41329"/>
                </a:lnTo>
                <a:lnTo>
                  <a:pt x="20987" y="42359"/>
                </a:lnTo>
                <a:lnTo>
                  <a:pt x="21290" y="44437"/>
                </a:lnTo>
                <a:lnTo>
                  <a:pt x="21472" y="45628"/>
                </a:lnTo>
                <a:lnTo>
                  <a:pt x="21653" y="46818"/>
                </a:lnTo>
                <a:lnTo>
                  <a:pt x="21795" y="48029"/>
                </a:lnTo>
                <a:lnTo>
                  <a:pt x="21916" y="49240"/>
                </a:lnTo>
                <a:lnTo>
                  <a:pt x="21996" y="50451"/>
                </a:lnTo>
                <a:lnTo>
                  <a:pt x="22017" y="51056"/>
                </a:lnTo>
                <a:lnTo>
                  <a:pt x="22037" y="51662"/>
                </a:lnTo>
                <a:lnTo>
                  <a:pt x="22017" y="52267"/>
                </a:lnTo>
                <a:lnTo>
                  <a:pt x="21996" y="52872"/>
                </a:lnTo>
                <a:lnTo>
                  <a:pt x="21956" y="53478"/>
                </a:lnTo>
                <a:lnTo>
                  <a:pt x="21895" y="54083"/>
                </a:lnTo>
                <a:lnTo>
                  <a:pt x="21815" y="54648"/>
                </a:lnTo>
                <a:lnTo>
                  <a:pt x="21734" y="55193"/>
                </a:lnTo>
                <a:lnTo>
                  <a:pt x="21613" y="55718"/>
                </a:lnTo>
                <a:lnTo>
                  <a:pt x="21472" y="56243"/>
                </a:lnTo>
                <a:lnTo>
                  <a:pt x="21330" y="56727"/>
                </a:lnTo>
                <a:lnTo>
                  <a:pt x="21149" y="57211"/>
                </a:lnTo>
                <a:lnTo>
                  <a:pt x="20967" y="57675"/>
                </a:lnTo>
                <a:lnTo>
                  <a:pt x="20745" y="58119"/>
                </a:lnTo>
                <a:lnTo>
                  <a:pt x="20523" y="58543"/>
                </a:lnTo>
                <a:lnTo>
                  <a:pt x="20281" y="58967"/>
                </a:lnTo>
                <a:lnTo>
                  <a:pt x="20039" y="59350"/>
                </a:lnTo>
                <a:lnTo>
                  <a:pt x="19756" y="59714"/>
                </a:lnTo>
                <a:lnTo>
                  <a:pt x="19474" y="60057"/>
                </a:lnTo>
                <a:lnTo>
                  <a:pt x="19171" y="60359"/>
                </a:lnTo>
                <a:lnTo>
                  <a:pt x="18848" y="60662"/>
                </a:lnTo>
                <a:lnTo>
                  <a:pt x="18505" y="60945"/>
                </a:lnTo>
                <a:lnTo>
                  <a:pt x="18203" y="61167"/>
                </a:lnTo>
                <a:lnTo>
                  <a:pt x="17880" y="61368"/>
                </a:lnTo>
                <a:lnTo>
                  <a:pt x="17537" y="61570"/>
                </a:lnTo>
                <a:lnTo>
                  <a:pt x="17194" y="61732"/>
                </a:lnTo>
                <a:lnTo>
                  <a:pt x="16830" y="61893"/>
                </a:lnTo>
                <a:lnTo>
                  <a:pt x="16467" y="62034"/>
                </a:lnTo>
                <a:lnTo>
                  <a:pt x="16104" y="62176"/>
                </a:lnTo>
                <a:lnTo>
                  <a:pt x="15741" y="62297"/>
                </a:lnTo>
                <a:lnTo>
                  <a:pt x="14974" y="62519"/>
                </a:lnTo>
                <a:lnTo>
                  <a:pt x="14207" y="62700"/>
                </a:lnTo>
                <a:lnTo>
                  <a:pt x="13440" y="62862"/>
                </a:lnTo>
                <a:lnTo>
                  <a:pt x="12653" y="63003"/>
                </a:lnTo>
                <a:lnTo>
                  <a:pt x="11725" y="63185"/>
                </a:lnTo>
                <a:lnTo>
                  <a:pt x="10978" y="63346"/>
                </a:lnTo>
                <a:lnTo>
                  <a:pt x="10252" y="63528"/>
                </a:lnTo>
                <a:lnTo>
                  <a:pt x="9545" y="63709"/>
                </a:lnTo>
                <a:lnTo>
                  <a:pt x="8879" y="63911"/>
                </a:lnTo>
                <a:lnTo>
                  <a:pt x="8234" y="64113"/>
                </a:lnTo>
                <a:lnTo>
                  <a:pt x="7628" y="64335"/>
                </a:lnTo>
                <a:lnTo>
                  <a:pt x="7043" y="64577"/>
                </a:lnTo>
                <a:lnTo>
                  <a:pt x="6478" y="64819"/>
                </a:lnTo>
                <a:lnTo>
                  <a:pt x="5933" y="65081"/>
                </a:lnTo>
                <a:lnTo>
                  <a:pt x="5408" y="65364"/>
                </a:lnTo>
                <a:lnTo>
                  <a:pt x="4924" y="65646"/>
                </a:lnTo>
                <a:lnTo>
                  <a:pt x="4440" y="65969"/>
                </a:lnTo>
                <a:lnTo>
                  <a:pt x="3996" y="66272"/>
                </a:lnTo>
                <a:lnTo>
                  <a:pt x="3572" y="66615"/>
                </a:lnTo>
                <a:lnTo>
                  <a:pt x="3148" y="66958"/>
                </a:lnTo>
                <a:lnTo>
                  <a:pt x="2765" y="67321"/>
                </a:lnTo>
                <a:lnTo>
                  <a:pt x="2321" y="67786"/>
                </a:lnTo>
                <a:lnTo>
                  <a:pt x="1917" y="68270"/>
                </a:lnTo>
                <a:lnTo>
                  <a:pt x="1554" y="68795"/>
                </a:lnTo>
                <a:lnTo>
                  <a:pt x="1211" y="69339"/>
                </a:lnTo>
                <a:lnTo>
                  <a:pt x="928" y="69884"/>
                </a:lnTo>
                <a:lnTo>
                  <a:pt x="666" y="70470"/>
                </a:lnTo>
                <a:lnTo>
                  <a:pt x="444" y="71055"/>
                </a:lnTo>
                <a:lnTo>
                  <a:pt x="262" y="71660"/>
                </a:lnTo>
                <a:lnTo>
                  <a:pt x="182" y="71983"/>
                </a:lnTo>
                <a:lnTo>
                  <a:pt x="121" y="72306"/>
                </a:lnTo>
                <a:lnTo>
                  <a:pt x="81" y="72609"/>
                </a:lnTo>
                <a:lnTo>
                  <a:pt x="41" y="72931"/>
                </a:lnTo>
                <a:lnTo>
                  <a:pt x="20" y="73254"/>
                </a:lnTo>
                <a:lnTo>
                  <a:pt x="0" y="73557"/>
                </a:lnTo>
                <a:lnTo>
                  <a:pt x="0" y="73880"/>
                </a:lnTo>
                <a:lnTo>
                  <a:pt x="20" y="74183"/>
                </a:lnTo>
                <a:lnTo>
                  <a:pt x="61" y="74485"/>
                </a:lnTo>
                <a:lnTo>
                  <a:pt x="101" y="74788"/>
                </a:lnTo>
                <a:lnTo>
                  <a:pt x="162" y="75071"/>
                </a:lnTo>
                <a:lnTo>
                  <a:pt x="222" y="75373"/>
                </a:lnTo>
                <a:lnTo>
                  <a:pt x="323" y="75656"/>
                </a:lnTo>
                <a:lnTo>
                  <a:pt x="404" y="75938"/>
                </a:lnTo>
                <a:lnTo>
                  <a:pt x="525" y="76201"/>
                </a:lnTo>
                <a:lnTo>
                  <a:pt x="646" y="76483"/>
                </a:lnTo>
                <a:lnTo>
                  <a:pt x="828" y="76846"/>
                </a:lnTo>
                <a:lnTo>
                  <a:pt x="1050" y="77189"/>
                </a:lnTo>
                <a:lnTo>
                  <a:pt x="1292" y="77533"/>
                </a:lnTo>
                <a:lnTo>
                  <a:pt x="1554" y="77855"/>
                </a:lnTo>
                <a:lnTo>
                  <a:pt x="1837" y="78158"/>
                </a:lnTo>
                <a:lnTo>
                  <a:pt x="2139" y="78441"/>
                </a:lnTo>
                <a:lnTo>
                  <a:pt x="2462" y="78703"/>
                </a:lnTo>
                <a:lnTo>
                  <a:pt x="2785" y="78945"/>
                </a:lnTo>
                <a:lnTo>
                  <a:pt x="3148" y="79187"/>
                </a:lnTo>
                <a:lnTo>
                  <a:pt x="3532" y="79389"/>
                </a:lnTo>
                <a:lnTo>
                  <a:pt x="3935" y="79591"/>
                </a:lnTo>
                <a:lnTo>
                  <a:pt x="4339" y="79773"/>
                </a:lnTo>
                <a:lnTo>
                  <a:pt x="4763" y="79914"/>
                </a:lnTo>
                <a:lnTo>
                  <a:pt x="5227" y="80055"/>
                </a:lnTo>
                <a:lnTo>
                  <a:pt x="5691" y="80176"/>
                </a:lnTo>
                <a:lnTo>
                  <a:pt x="6155" y="80277"/>
                </a:lnTo>
                <a:lnTo>
                  <a:pt x="6660" y="80338"/>
                </a:lnTo>
                <a:lnTo>
                  <a:pt x="7144" y="80398"/>
                </a:lnTo>
                <a:lnTo>
                  <a:pt x="7648" y="80438"/>
                </a:lnTo>
                <a:lnTo>
                  <a:pt x="8153" y="80438"/>
                </a:lnTo>
                <a:lnTo>
                  <a:pt x="8819" y="80418"/>
                </a:lnTo>
                <a:lnTo>
                  <a:pt x="9485" y="80378"/>
                </a:lnTo>
                <a:lnTo>
                  <a:pt x="10171" y="80277"/>
                </a:lnTo>
                <a:lnTo>
                  <a:pt x="10817" y="80156"/>
                </a:lnTo>
                <a:lnTo>
                  <a:pt x="11483" y="80015"/>
                </a:lnTo>
                <a:lnTo>
                  <a:pt x="12128" y="79813"/>
                </a:lnTo>
                <a:lnTo>
                  <a:pt x="12754" y="79591"/>
                </a:lnTo>
                <a:lnTo>
                  <a:pt x="13380" y="79329"/>
                </a:lnTo>
                <a:lnTo>
                  <a:pt x="14106" y="78986"/>
                </a:lnTo>
                <a:lnTo>
                  <a:pt x="14812" y="78622"/>
                </a:lnTo>
                <a:lnTo>
                  <a:pt x="15498" y="78219"/>
                </a:lnTo>
                <a:lnTo>
                  <a:pt x="16185" y="77795"/>
                </a:lnTo>
                <a:lnTo>
                  <a:pt x="16850" y="77351"/>
                </a:lnTo>
                <a:lnTo>
                  <a:pt x="17496" y="76887"/>
                </a:lnTo>
                <a:lnTo>
                  <a:pt x="18142" y="76402"/>
                </a:lnTo>
                <a:lnTo>
                  <a:pt x="18768" y="75898"/>
                </a:lnTo>
                <a:lnTo>
                  <a:pt x="19373" y="75393"/>
                </a:lnTo>
                <a:lnTo>
                  <a:pt x="19978" y="74869"/>
                </a:lnTo>
                <a:lnTo>
                  <a:pt x="21169" y="73779"/>
                </a:lnTo>
                <a:lnTo>
                  <a:pt x="22339" y="72669"/>
                </a:lnTo>
                <a:lnTo>
                  <a:pt x="23490" y="71559"/>
                </a:lnTo>
                <a:lnTo>
                  <a:pt x="25266" y="69824"/>
                </a:lnTo>
                <a:lnTo>
                  <a:pt x="26174" y="68976"/>
                </a:lnTo>
                <a:lnTo>
                  <a:pt x="27102" y="68149"/>
                </a:lnTo>
                <a:lnTo>
                  <a:pt x="27990" y="67382"/>
                </a:lnTo>
                <a:lnTo>
                  <a:pt x="28918" y="66615"/>
                </a:lnTo>
                <a:lnTo>
                  <a:pt x="29867" y="65889"/>
                </a:lnTo>
                <a:lnTo>
                  <a:pt x="30855" y="65182"/>
                </a:lnTo>
                <a:lnTo>
                  <a:pt x="31844" y="64496"/>
                </a:lnTo>
                <a:lnTo>
                  <a:pt x="32853" y="63850"/>
                </a:lnTo>
                <a:lnTo>
                  <a:pt x="33882" y="63225"/>
                </a:lnTo>
                <a:lnTo>
                  <a:pt x="34932" y="62599"/>
                </a:lnTo>
                <a:lnTo>
                  <a:pt x="36001" y="62034"/>
                </a:lnTo>
                <a:lnTo>
                  <a:pt x="37071" y="61469"/>
                </a:lnTo>
                <a:lnTo>
                  <a:pt x="38161" y="60945"/>
                </a:lnTo>
                <a:lnTo>
                  <a:pt x="39271" y="60440"/>
                </a:lnTo>
                <a:lnTo>
                  <a:pt x="40401" y="59976"/>
                </a:lnTo>
                <a:lnTo>
                  <a:pt x="41531" y="59532"/>
                </a:lnTo>
                <a:lnTo>
                  <a:pt x="42681" y="59108"/>
                </a:lnTo>
                <a:lnTo>
                  <a:pt x="43851" y="58725"/>
                </a:lnTo>
                <a:lnTo>
                  <a:pt x="45002" y="58361"/>
                </a:lnTo>
                <a:lnTo>
                  <a:pt x="46192" y="58039"/>
                </a:lnTo>
                <a:lnTo>
                  <a:pt x="47363" y="57736"/>
                </a:lnTo>
                <a:lnTo>
                  <a:pt x="48553" y="57474"/>
                </a:lnTo>
                <a:lnTo>
                  <a:pt x="49764" y="57231"/>
                </a:lnTo>
                <a:lnTo>
                  <a:pt x="50955" y="57030"/>
                </a:lnTo>
                <a:lnTo>
                  <a:pt x="52166" y="56868"/>
                </a:lnTo>
                <a:lnTo>
                  <a:pt x="53356" y="56707"/>
                </a:lnTo>
                <a:lnTo>
                  <a:pt x="54567" y="56606"/>
                </a:lnTo>
                <a:lnTo>
                  <a:pt x="55778" y="56525"/>
                </a:lnTo>
                <a:lnTo>
                  <a:pt x="56989" y="56465"/>
                </a:lnTo>
                <a:lnTo>
                  <a:pt x="58179" y="56444"/>
                </a:lnTo>
                <a:lnTo>
                  <a:pt x="59390" y="56465"/>
                </a:lnTo>
                <a:lnTo>
                  <a:pt x="60581" y="56505"/>
                </a:lnTo>
                <a:lnTo>
                  <a:pt x="61771" y="56586"/>
                </a:lnTo>
                <a:lnTo>
                  <a:pt x="62962" y="56687"/>
                </a:lnTo>
                <a:lnTo>
                  <a:pt x="64274" y="56848"/>
                </a:lnTo>
                <a:lnTo>
                  <a:pt x="65605" y="57030"/>
                </a:lnTo>
                <a:lnTo>
                  <a:pt x="66917" y="57231"/>
                </a:lnTo>
                <a:lnTo>
                  <a:pt x="68229" y="57433"/>
                </a:lnTo>
                <a:lnTo>
                  <a:pt x="69601" y="57655"/>
                </a:lnTo>
                <a:lnTo>
                  <a:pt x="70973" y="57857"/>
                </a:lnTo>
                <a:lnTo>
                  <a:pt x="72366" y="58039"/>
                </a:lnTo>
                <a:lnTo>
                  <a:pt x="73758" y="58200"/>
                </a:lnTo>
                <a:lnTo>
                  <a:pt x="74444" y="58261"/>
                </a:lnTo>
                <a:lnTo>
                  <a:pt x="75151" y="58321"/>
                </a:lnTo>
                <a:lnTo>
                  <a:pt x="75837" y="58361"/>
                </a:lnTo>
                <a:lnTo>
                  <a:pt x="76543" y="58382"/>
                </a:lnTo>
                <a:lnTo>
                  <a:pt x="77249" y="58382"/>
                </a:lnTo>
                <a:lnTo>
                  <a:pt x="77935" y="58361"/>
                </a:lnTo>
                <a:lnTo>
                  <a:pt x="78642" y="58341"/>
                </a:lnTo>
                <a:lnTo>
                  <a:pt x="79328" y="58281"/>
                </a:lnTo>
                <a:lnTo>
                  <a:pt x="79812" y="58220"/>
                </a:lnTo>
                <a:lnTo>
                  <a:pt x="80337" y="58160"/>
                </a:lnTo>
                <a:lnTo>
                  <a:pt x="80882" y="58059"/>
                </a:lnTo>
                <a:lnTo>
                  <a:pt x="81467" y="57918"/>
                </a:lnTo>
                <a:lnTo>
                  <a:pt x="82032" y="57736"/>
                </a:lnTo>
                <a:lnTo>
                  <a:pt x="82315" y="57635"/>
                </a:lnTo>
                <a:lnTo>
                  <a:pt x="82597" y="57514"/>
                </a:lnTo>
                <a:lnTo>
                  <a:pt x="82880" y="57373"/>
                </a:lnTo>
                <a:lnTo>
                  <a:pt x="83142" y="57231"/>
                </a:lnTo>
                <a:lnTo>
                  <a:pt x="83404" y="57050"/>
                </a:lnTo>
                <a:lnTo>
                  <a:pt x="83667" y="56868"/>
                </a:lnTo>
                <a:lnTo>
                  <a:pt x="83868" y="56707"/>
                </a:lnTo>
                <a:lnTo>
                  <a:pt x="84050" y="56525"/>
                </a:lnTo>
                <a:lnTo>
                  <a:pt x="84232" y="56343"/>
                </a:lnTo>
                <a:lnTo>
                  <a:pt x="84413" y="56162"/>
                </a:lnTo>
                <a:lnTo>
                  <a:pt x="84716" y="55778"/>
                </a:lnTo>
                <a:lnTo>
                  <a:pt x="84998" y="55355"/>
                </a:lnTo>
                <a:lnTo>
                  <a:pt x="85220" y="54931"/>
                </a:lnTo>
                <a:lnTo>
                  <a:pt x="85442" y="54467"/>
                </a:lnTo>
                <a:lnTo>
                  <a:pt x="85604" y="53982"/>
                </a:lnTo>
                <a:lnTo>
                  <a:pt x="85765" y="53498"/>
                </a:lnTo>
                <a:lnTo>
                  <a:pt x="85886" y="52994"/>
                </a:lnTo>
                <a:lnTo>
                  <a:pt x="86007" y="52489"/>
                </a:lnTo>
                <a:lnTo>
                  <a:pt x="86088" y="51964"/>
                </a:lnTo>
                <a:lnTo>
                  <a:pt x="86169" y="51420"/>
                </a:lnTo>
                <a:lnTo>
                  <a:pt x="86290" y="50350"/>
                </a:lnTo>
                <a:lnTo>
                  <a:pt x="86371" y="49260"/>
                </a:lnTo>
                <a:lnTo>
                  <a:pt x="86492" y="47949"/>
                </a:lnTo>
                <a:lnTo>
                  <a:pt x="86573" y="47283"/>
                </a:lnTo>
                <a:lnTo>
                  <a:pt x="86653" y="46637"/>
                </a:lnTo>
                <a:lnTo>
                  <a:pt x="86754" y="46052"/>
                </a:lnTo>
                <a:lnTo>
                  <a:pt x="86895" y="45487"/>
                </a:lnTo>
                <a:lnTo>
                  <a:pt x="87037" y="44901"/>
                </a:lnTo>
                <a:lnTo>
                  <a:pt x="87218" y="44336"/>
                </a:lnTo>
                <a:lnTo>
                  <a:pt x="87420" y="43771"/>
                </a:lnTo>
                <a:lnTo>
                  <a:pt x="87642" y="43206"/>
                </a:lnTo>
                <a:lnTo>
                  <a:pt x="87884" y="42661"/>
                </a:lnTo>
                <a:lnTo>
                  <a:pt x="88167" y="42117"/>
                </a:lnTo>
                <a:lnTo>
                  <a:pt x="88449" y="41592"/>
                </a:lnTo>
                <a:lnTo>
                  <a:pt x="88772" y="41067"/>
                </a:lnTo>
                <a:lnTo>
                  <a:pt x="89115" y="40563"/>
                </a:lnTo>
                <a:lnTo>
                  <a:pt x="89478" y="40058"/>
                </a:lnTo>
                <a:lnTo>
                  <a:pt x="89842" y="39574"/>
                </a:lnTo>
                <a:lnTo>
                  <a:pt x="90245" y="39089"/>
                </a:lnTo>
                <a:lnTo>
                  <a:pt x="90669" y="38646"/>
                </a:lnTo>
                <a:lnTo>
                  <a:pt x="91113" y="38202"/>
                </a:lnTo>
                <a:lnTo>
                  <a:pt x="91577" y="37758"/>
                </a:lnTo>
                <a:lnTo>
                  <a:pt x="92041" y="37354"/>
                </a:lnTo>
                <a:lnTo>
                  <a:pt x="92526" y="36971"/>
                </a:lnTo>
                <a:lnTo>
                  <a:pt x="93030" y="36607"/>
                </a:lnTo>
                <a:lnTo>
                  <a:pt x="93535" y="36264"/>
                </a:lnTo>
                <a:lnTo>
                  <a:pt x="94059" y="35941"/>
                </a:lnTo>
                <a:lnTo>
                  <a:pt x="94584" y="35639"/>
                </a:lnTo>
                <a:lnTo>
                  <a:pt x="95129" y="35376"/>
                </a:lnTo>
                <a:lnTo>
                  <a:pt x="95674" y="35114"/>
                </a:lnTo>
                <a:lnTo>
                  <a:pt x="96239" y="34892"/>
                </a:lnTo>
                <a:lnTo>
                  <a:pt x="96804" y="34690"/>
                </a:lnTo>
                <a:lnTo>
                  <a:pt x="97369" y="34529"/>
                </a:lnTo>
                <a:lnTo>
                  <a:pt x="97934" y="34367"/>
                </a:lnTo>
                <a:lnTo>
                  <a:pt x="98519" y="34246"/>
                </a:lnTo>
                <a:lnTo>
                  <a:pt x="99084" y="34166"/>
                </a:lnTo>
                <a:lnTo>
                  <a:pt x="99669" y="34085"/>
                </a:lnTo>
                <a:lnTo>
                  <a:pt x="100255" y="34044"/>
                </a:lnTo>
                <a:lnTo>
                  <a:pt x="100860" y="34024"/>
                </a:lnTo>
                <a:lnTo>
                  <a:pt x="101445" y="34044"/>
                </a:lnTo>
                <a:lnTo>
                  <a:pt x="102051" y="34085"/>
                </a:lnTo>
                <a:lnTo>
                  <a:pt x="102636" y="34145"/>
                </a:lnTo>
                <a:lnTo>
                  <a:pt x="103221" y="34246"/>
                </a:lnTo>
                <a:lnTo>
                  <a:pt x="103806" y="34367"/>
                </a:lnTo>
                <a:lnTo>
                  <a:pt x="104391" y="34509"/>
                </a:lnTo>
                <a:lnTo>
                  <a:pt x="104977" y="34690"/>
                </a:lnTo>
                <a:lnTo>
                  <a:pt x="105542" y="34892"/>
                </a:lnTo>
                <a:lnTo>
                  <a:pt x="106127" y="35114"/>
                </a:lnTo>
                <a:lnTo>
                  <a:pt x="106672" y="35356"/>
                </a:lnTo>
                <a:lnTo>
                  <a:pt x="107237" y="35639"/>
                </a:lnTo>
                <a:lnTo>
                  <a:pt x="107782" y="35941"/>
                </a:lnTo>
                <a:lnTo>
                  <a:pt x="108306" y="36264"/>
                </a:lnTo>
                <a:lnTo>
                  <a:pt x="108831" y="36607"/>
                </a:lnTo>
                <a:lnTo>
                  <a:pt x="109336" y="36971"/>
                </a:lnTo>
                <a:lnTo>
                  <a:pt x="109820" y="37354"/>
                </a:lnTo>
                <a:lnTo>
                  <a:pt x="110284" y="37758"/>
                </a:lnTo>
                <a:lnTo>
                  <a:pt x="110728" y="38161"/>
                </a:lnTo>
                <a:lnTo>
                  <a:pt x="111152" y="38585"/>
                </a:lnTo>
                <a:lnTo>
                  <a:pt x="111535" y="39029"/>
                </a:lnTo>
                <a:lnTo>
                  <a:pt x="111919" y="39493"/>
                </a:lnTo>
                <a:lnTo>
                  <a:pt x="112262" y="39957"/>
                </a:lnTo>
                <a:lnTo>
                  <a:pt x="112605" y="40442"/>
                </a:lnTo>
                <a:lnTo>
                  <a:pt x="112907" y="40946"/>
                </a:lnTo>
                <a:lnTo>
                  <a:pt x="113190" y="41451"/>
                </a:lnTo>
                <a:lnTo>
                  <a:pt x="113452" y="41955"/>
                </a:lnTo>
                <a:lnTo>
                  <a:pt x="113674" y="42480"/>
                </a:lnTo>
                <a:lnTo>
                  <a:pt x="113876" y="43025"/>
                </a:lnTo>
                <a:lnTo>
                  <a:pt x="114058" y="43569"/>
                </a:lnTo>
                <a:lnTo>
                  <a:pt x="114219" y="44114"/>
                </a:lnTo>
                <a:lnTo>
                  <a:pt x="114038" y="43610"/>
                </a:lnTo>
                <a:lnTo>
                  <a:pt x="113937" y="43368"/>
                </a:lnTo>
                <a:lnTo>
                  <a:pt x="113816" y="43126"/>
                </a:lnTo>
                <a:lnTo>
                  <a:pt x="113694" y="42904"/>
                </a:lnTo>
                <a:lnTo>
                  <a:pt x="113573" y="42682"/>
                </a:lnTo>
                <a:lnTo>
                  <a:pt x="113432" y="42500"/>
                </a:lnTo>
                <a:lnTo>
                  <a:pt x="113251" y="42318"/>
                </a:lnTo>
                <a:lnTo>
                  <a:pt x="113210" y="42379"/>
                </a:lnTo>
                <a:lnTo>
                  <a:pt x="113372" y="42560"/>
                </a:lnTo>
                <a:lnTo>
                  <a:pt x="113533" y="42782"/>
                </a:lnTo>
                <a:lnTo>
                  <a:pt x="113674" y="43025"/>
                </a:lnTo>
                <a:lnTo>
                  <a:pt x="113816" y="43267"/>
                </a:lnTo>
                <a:lnTo>
                  <a:pt x="113916" y="43529"/>
                </a:lnTo>
                <a:lnTo>
                  <a:pt x="114017" y="43812"/>
                </a:lnTo>
                <a:lnTo>
                  <a:pt x="114219" y="44377"/>
                </a:lnTo>
                <a:lnTo>
                  <a:pt x="114360" y="44760"/>
                </a:lnTo>
                <a:lnTo>
                  <a:pt x="114502" y="45144"/>
                </a:lnTo>
                <a:lnTo>
                  <a:pt x="114663" y="45507"/>
                </a:lnTo>
                <a:lnTo>
                  <a:pt x="114744" y="45668"/>
                </a:lnTo>
                <a:lnTo>
                  <a:pt x="114845" y="45809"/>
                </a:lnTo>
                <a:lnTo>
                  <a:pt x="114946" y="45951"/>
                </a:lnTo>
                <a:lnTo>
                  <a:pt x="115067" y="46072"/>
                </a:lnTo>
                <a:lnTo>
                  <a:pt x="115188" y="46173"/>
                </a:lnTo>
                <a:lnTo>
                  <a:pt x="115309" y="46274"/>
                </a:lnTo>
                <a:lnTo>
                  <a:pt x="115470" y="46334"/>
                </a:lnTo>
                <a:lnTo>
                  <a:pt x="115632" y="46375"/>
                </a:lnTo>
                <a:lnTo>
                  <a:pt x="115793" y="46395"/>
                </a:lnTo>
                <a:lnTo>
                  <a:pt x="115995" y="46395"/>
                </a:lnTo>
                <a:lnTo>
                  <a:pt x="116156" y="46375"/>
                </a:lnTo>
                <a:lnTo>
                  <a:pt x="116318" y="46334"/>
                </a:lnTo>
                <a:lnTo>
                  <a:pt x="116479" y="46274"/>
                </a:lnTo>
                <a:lnTo>
                  <a:pt x="116641" y="46173"/>
                </a:lnTo>
                <a:lnTo>
                  <a:pt x="116822" y="46072"/>
                </a:lnTo>
                <a:lnTo>
                  <a:pt x="116984" y="45931"/>
                </a:lnTo>
                <a:lnTo>
                  <a:pt x="117145" y="45769"/>
                </a:lnTo>
                <a:lnTo>
                  <a:pt x="117327" y="45587"/>
                </a:lnTo>
                <a:lnTo>
                  <a:pt x="117630" y="45224"/>
                </a:lnTo>
                <a:lnTo>
                  <a:pt x="117892" y="44841"/>
                </a:lnTo>
                <a:lnTo>
                  <a:pt x="118134" y="44437"/>
                </a:lnTo>
                <a:lnTo>
                  <a:pt x="118356" y="44034"/>
                </a:lnTo>
                <a:lnTo>
                  <a:pt x="118558" y="43630"/>
                </a:lnTo>
                <a:lnTo>
                  <a:pt x="118739" y="43186"/>
                </a:lnTo>
                <a:lnTo>
                  <a:pt x="118901" y="42762"/>
                </a:lnTo>
                <a:lnTo>
                  <a:pt x="119042" y="42318"/>
                </a:lnTo>
                <a:lnTo>
                  <a:pt x="119183" y="41854"/>
                </a:lnTo>
                <a:lnTo>
                  <a:pt x="119284" y="41410"/>
                </a:lnTo>
                <a:lnTo>
                  <a:pt x="119486" y="40482"/>
                </a:lnTo>
                <a:lnTo>
                  <a:pt x="119648" y="39554"/>
                </a:lnTo>
                <a:lnTo>
                  <a:pt x="119789" y="38625"/>
                </a:lnTo>
                <a:lnTo>
                  <a:pt x="119950" y="37394"/>
                </a:lnTo>
                <a:lnTo>
                  <a:pt x="120092" y="36184"/>
                </a:lnTo>
                <a:lnTo>
                  <a:pt x="120233" y="34953"/>
                </a:lnTo>
                <a:lnTo>
                  <a:pt x="120334" y="33742"/>
                </a:lnTo>
                <a:lnTo>
                  <a:pt x="120455" y="32511"/>
                </a:lnTo>
                <a:lnTo>
                  <a:pt x="120536" y="31280"/>
                </a:lnTo>
                <a:lnTo>
                  <a:pt x="120616" y="30069"/>
                </a:lnTo>
                <a:lnTo>
                  <a:pt x="120697" y="28838"/>
                </a:lnTo>
                <a:lnTo>
                  <a:pt x="120737" y="27607"/>
                </a:lnTo>
                <a:lnTo>
                  <a:pt x="120778" y="26376"/>
                </a:lnTo>
                <a:lnTo>
                  <a:pt x="120798" y="25145"/>
                </a:lnTo>
                <a:lnTo>
                  <a:pt x="120818" y="23914"/>
                </a:lnTo>
                <a:lnTo>
                  <a:pt x="120818" y="22683"/>
                </a:lnTo>
                <a:lnTo>
                  <a:pt x="120798" y="21452"/>
                </a:lnTo>
                <a:lnTo>
                  <a:pt x="120778" y="20241"/>
                </a:lnTo>
                <a:lnTo>
                  <a:pt x="120737" y="19010"/>
                </a:lnTo>
                <a:lnTo>
                  <a:pt x="120697" y="18143"/>
                </a:lnTo>
                <a:lnTo>
                  <a:pt x="120636" y="17275"/>
                </a:lnTo>
                <a:lnTo>
                  <a:pt x="120576" y="16407"/>
                </a:lnTo>
                <a:lnTo>
                  <a:pt x="120495" y="15519"/>
                </a:lnTo>
                <a:lnTo>
                  <a:pt x="120374" y="14651"/>
                </a:lnTo>
                <a:lnTo>
                  <a:pt x="120233" y="13763"/>
                </a:lnTo>
                <a:lnTo>
                  <a:pt x="120071" y="12896"/>
                </a:lnTo>
                <a:lnTo>
                  <a:pt x="119870" y="12048"/>
                </a:lnTo>
                <a:lnTo>
                  <a:pt x="119648" y="11201"/>
                </a:lnTo>
                <a:lnTo>
                  <a:pt x="119365" y="10353"/>
                </a:lnTo>
                <a:lnTo>
                  <a:pt x="119062" y="9546"/>
                </a:lnTo>
                <a:lnTo>
                  <a:pt x="118881" y="9142"/>
                </a:lnTo>
                <a:lnTo>
                  <a:pt x="118699" y="8759"/>
                </a:lnTo>
                <a:lnTo>
                  <a:pt x="118497" y="8375"/>
                </a:lnTo>
                <a:lnTo>
                  <a:pt x="118296" y="7992"/>
                </a:lnTo>
                <a:lnTo>
                  <a:pt x="118074" y="7609"/>
                </a:lnTo>
                <a:lnTo>
                  <a:pt x="117831" y="7245"/>
                </a:lnTo>
                <a:lnTo>
                  <a:pt x="117589" y="6902"/>
                </a:lnTo>
                <a:lnTo>
                  <a:pt x="117327" y="6559"/>
                </a:lnTo>
                <a:lnTo>
                  <a:pt x="117044" y="6216"/>
                </a:lnTo>
                <a:lnTo>
                  <a:pt x="116762" y="5873"/>
                </a:lnTo>
                <a:lnTo>
                  <a:pt x="116257" y="5369"/>
                </a:lnTo>
                <a:lnTo>
                  <a:pt x="115712" y="4884"/>
                </a:lnTo>
                <a:lnTo>
                  <a:pt x="115127" y="4420"/>
                </a:lnTo>
                <a:lnTo>
                  <a:pt x="114502" y="3976"/>
                </a:lnTo>
                <a:lnTo>
                  <a:pt x="113836" y="3573"/>
                </a:lnTo>
                <a:lnTo>
                  <a:pt x="113129" y="3189"/>
                </a:lnTo>
                <a:lnTo>
                  <a:pt x="112403" y="2846"/>
                </a:lnTo>
                <a:lnTo>
                  <a:pt x="111596" y="2503"/>
                </a:lnTo>
                <a:lnTo>
                  <a:pt x="110970" y="2261"/>
                </a:lnTo>
                <a:lnTo>
                  <a:pt x="110284" y="2039"/>
                </a:lnTo>
                <a:lnTo>
                  <a:pt x="109578" y="1837"/>
                </a:lnTo>
                <a:lnTo>
                  <a:pt x="108851" y="1635"/>
                </a:lnTo>
                <a:lnTo>
                  <a:pt x="108064" y="1433"/>
                </a:lnTo>
                <a:lnTo>
                  <a:pt x="107257" y="1272"/>
                </a:lnTo>
                <a:lnTo>
                  <a:pt x="106389" y="1090"/>
                </a:lnTo>
                <a:lnTo>
                  <a:pt x="105481" y="949"/>
                </a:lnTo>
                <a:lnTo>
                  <a:pt x="103988" y="707"/>
                </a:lnTo>
                <a:lnTo>
                  <a:pt x="102474" y="505"/>
                </a:lnTo>
                <a:lnTo>
                  <a:pt x="100961" y="344"/>
                </a:lnTo>
                <a:lnTo>
                  <a:pt x="99447" y="202"/>
                </a:lnTo>
                <a:lnTo>
                  <a:pt x="97934" y="102"/>
                </a:lnTo>
                <a:lnTo>
                  <a:pt x="96420" y="41"/>
                </a:lnTo>
                <a:lnTo>
                  <a:pt x="94887" y="1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7" name="Google Shape;167;p3"/>
          <p:cNvSpPr/>
          <p:nvPr/>
        </p:nvSpPr>
        <p:spPr>
          <a:xfrm>
            <a:off x="9011602" y="-25"/>
            <a:ext cx="2289244" cy="1739785"/>
          </a:xfrm>
          <a:custGeom>
            <a:rect b="b" l="l" r="r" t="t"/>
            <a:pathLst>
              <a:path extrusionOk="0" h="31119" w="40947">
                <a:moveTo>
                  <a:pt x="32571" y="82"/>
                </a:moveTo>
                <a:lnTo>
                  <a:pt x="33116" y="102"/>
                </a:lnTo>
                <a:lnTo>
                  <a:pt x="33601" y="162"/>
                </a:lnTo>
                <a:lnTo>
                  <a:pt x="33823" y="203"/>
                </a:lnTo>
                <a:lnTo>
                  <a:pt x="34024" y="243"/>
                </a:lnTo>
                <a:lnTo>
                  <a:pt x="34206" y="304"/>
                </a:lnTo>
                <a:lnTo>
                  <a:pt x="34388" y="384"/>
                </a:lnTo>
                <a:lnTo>
                  <a:pt x="34549" y="465"/>
                </a:lnTo>
                <a:lnTo>
                  <a:pt x="34690" y="546"/>
                </a:lnTo>
                <a:lnTo>
                  <a:pt x="34832" y="647"/>
                </a:lnTo>
                <a:lnTo>
                  <a:pt x="34933" y="748"/>
                </a:lnTo>
                <a:lnTo>
                  <a:pt x="35033" y="869"/>
                </a:lnTo>
                <a:lnTo>
                  <a:pt x="35134" y="990"/>
                </a:lnTo>
                <a:lnTo>
                  <a:pt x="35195" y="1131"/>
                </a:lnTo>
                <a:lnTo>
                  <a:pt x="35255" y="1272"/>
                </a:lnTo>
                <a:lnTo>
                  <a:pt x="35296" y="1454"/>
                </a:lnTo>
                <a:lnTo>
                  <a:pt x="35316" y="1656"/>
                </a:lnTo>
                <a:lnTo>
                  <a:pt x="35336" y="1858"/>
                </a:lnTo>
                <a:lnTo>
                  <a:pt x="35316" y="2059"/>
                </a:lnTo>
                <a:lnTo>
                  <a:pt x="35235" y="2443"/>
                </a:lnTo>
                <a:lnTo>
                  <a:pt x="35155" y="2826"/>
                </a:lnTo>
                <a:lnTo>
                  <a:pt x="35074" y="3169"/>
                </a:lnTo>
                <a:lnTo>
                  <a:pt x="34993" y="3492"/>
                </a:lnTo>
                <a:lnTo>
                  <a:pt x="34973" y="3835"/>
                </a:lnTo>
                <a:lnTo>
                  <a:pt x="34973" y="3997"/>
                </a:lnTo>
                <a:lnTo>
                  <a:pt x="34973" y="4158"/>
                </a:lnTo>
                <a:lnTo>
                  <a:pt x="35033" y="4400"/>
                </a:lnTo>
                <a:lnTo>
                  <a:pt x="35094" y="4642"/>
                </a:lnTo>
                <a:lnTo>
                  <a:pt x="35175" y="4864"/>
                </a:lnTo>
                <a:lnTo>
                  <a:pt x="35276" y="5086"/>
                </a:lnTo>
                <a:lnTo>
                  <a:pt x="35498" y="5510"/>
                </a:lnTo>
                <a:lnTo>
                  <a:pt x="35760" y="5914"/>
                </a:lnTo>
                <a:lnTo>
                  <a:pt x="36083" y="6438"/>
                </a:lnTo>
                <a:lnTo>
                  <a:pt x="36486" y="7165"/>
                </a:lnTo>
                <a:lnTo>
                  <a:pt x="36890" y="7912"/>
                </a:lnTo>
                <a:lnTo>
                  <a:pt x="37273" y="8658"/>
                </a:lnTo>
                <a:lnTo>
                  <a:pt x="37637" y="9425"/>
                </a:lnTo>
                <a:lnTo>
                  <a:pt x="37980" y="10212"/>
                </a:lnTo>
                <a:lnTo>
                  <a:pt x="38303" y="10999"/>
                </a:lnTo>
                <a:lnTo>
                  <a:pt x="38625" y="11786"/>
                </a:lnTo>
                <a:lnTo>
                  <a:pt x="38908" y="12573"/>
                </a:lnTo>
                <a:lnTo>
                  <a:pt x="39170" y="13380"/>
                </a:lnTo>
                <a:lnTo>
                  <a:pt x="39412" y="14188"/>
                </a:lnTo>
                <a:lnTo>
                  <a:pt x="39655" y="14995"/>
                </a:lnTo>
                <a:lnTo>
                  <a:pt x="39856" y="15802"/>
                </a:lnTo>
                <a:lnTo>
                  <a:pt x="40038" y="16629"/>
                </a:lnTo>
                <a:lnTo>
                  <a:pt x="40220" y="17457"/>
                </a:lnTo>
                <a:lnTo>
                  <a:pt x="40361" y="18284"/>
                </a:lnTo>
                <a:lnTo>
                  <a:pt x="40502" y="19112"/>
                </a:lnTo>
                <a:lnTo>
                  <a:pt x="40603" y="19939"/>
                </a:lnTo>
                <a:lnTo>
                  <a:pt x="40704" y="20766"/>
                </a:lnTo>
                <a:lnTo>
                  <a:pt x="40765" y="21614"/>
                </a:lnTo>
                <a:lnTo>
                  <a:pt x="40825" y="22441"/>
                </a:lnTo>
                <a:lnTo>
                  <a:pt x="40845" y="23269"/>
                </a:lnTo>
                <a:lnTo>
                  <a:pt x="40865" y="24116"/>
                </a:lnTo>
                <a:lnTo>
                  <a:pt x="40865" y="24944"/>
                </a:lnTo>
                <a:lnTo>
                  <a:pt x="40825" y="25771"/>
                </a:lnTo>
                <a:lnTo>
                  <a:pt x="40785" y="26437"/>
                </a:lnTo>
                <a:lnTo>
                  <a:pt x="40744" y="26800"/>
                </a:lnTo>
                <a:lnTo>
                  <a:pt x="40684" y="27163"/>
                </a:lnTo>
                <a:lnTo>
                  <a:pt x="40603" y="27547"/>
                </a:lnTo>
                <a:lnTo>
                  <a:pt x="40502" y="27950"/>
                </a:lnTo>
                <a:lnTo>
                  <a:pt x="40401" y="28334"/>
                </a:lnTo>
                <a:lnTo>
                  <a:pt x="40260" y="28717"/>
                </a:lnTo>
                <a:lnTo>
                  <a:pt x="40099" y="29081"/>
                </a:lnTo>
                <a:lnTo>
                  <a:pt x="39917" y="29424"/>
                </a:lnTo>
                <a:lnTo>
                  <a:pt x="39695" y="29767"/>
                </a:lnTo>
                <a:lnTo>
                  <a:pt x="39453" y="30069"/>
                </a:lnTo>
                <a:lnTo>
                  <a:pt x="39191" y="30332"/>
                </a:lnTo>
                <a:lnTo>
                  <a:pt x="39029" y="30453"/>
                </a:lnTo>
                <a:lnTo>
                  <a:pt x="38868" y="30574"/>
                </a:lnTo>
                <a:lnTo>
                  <a:pt x="38706" y="30675"/>
                </a:lnTo>
                <a:lnTo>
                  <a:pt x="38525" y="30776"/>
                </a:lnTo>
                <a:lnTo>
                  <a:pt x="38343" y="30856"/>
                </a:lnTo>
                <a:lnTo>
                  <a:pt x="38141" y="30917"/>
                </a:lnTo>
                <a:lnTo>
                  <a:pt x="37960" y="30977"/>
                </a:lnTo>
                <a:lnTo>
                  <a:pt x="37758" y="30998"/>
                </a:lnTo>
                <a:lnTo>
                  <a:pt x="37394" y="31038"/>
                </a:lnTo>
                <a:lnTo>
                  <a:pt x="37011" y="31038"/>
                </a:lnTo>
                <a:lnTo>
                  <a:pt x="36628" y="30998"/>
                </a:lnTo>
                <a:lnTo>
                  <a:pt x="36244" y="30937"/>
                </a:lnTo>
                <a:lnTo>
                  <a:pt x="35881" y="30836"/>
                </a:lnTo>
                <a:lnTo>
                  <a:pt x="35538" y="30735"/>
                </a:lnTo>
                <a:lnTo>
                  <a:pt x="35215" y="30634"/>
                </a:lnTo>
                <a:lnTo>
                  <a:pt x="34690" y="30433"/>
                </a:lnTo>
                <a:lnTo>
                  <a:pt x="34186" y="30231"/>
                </a:lnTo>
                <a:lnTo>
                  <a:pt x="33681" y="30009"/>
                </a:lnTo>
                <a:lnTo>
                  <a:pt x="33177" y="29767"/>
                </a:lnTo>
                <a:lnTo>
                  <a:pt x="32693" y="29524"/>
                </a:lnTo>
                <a:lnTo>
                  <a:pt x="32208" y="29262"/>
                </a:lnTo>
                <a:lnTo>
                  <a:pt x="31724" y="28980"/>
                </a:lnTo>
                <a:lnTo>
                  <a:pt x="31260" y="28697"/>
                </a:lnTo>
                <a:lnTo>
                  <a:pt x="30796" y="28394"/>
                </a:lnTo>
                <a:lnTo>
                  <a:pt x="30331" y="28071"/>
                </a:lnTo>
                <a:lnTo>
                  <a:pt x="29888" y="27749"/>
                </a:lnTo>
                <a:lnTo>
                  <a:pt x="29444" y="27406"/>
                </a:lnTo>
                <a:lnTo>
                  <a:pt x="28576" y="26719"/>
                </a:lnTo>
                <a:lnTo>
                  <a:pt x="27728" y="25993"/>
                </a:lnTo>
                <a:lnTo>
                  <a:pt x="26901" y="25226"/>
                </a:lnTo>
                <a:lnTo>
                  <a:pt x="26094" y="24419"/>
                </a:lnTo>
                <a:lnTo>
                  <a:pt x="25307" y="23612"/>
                </a:lnTo>
                <a:lnTo>
                  <a:pt x="24540" y="22784"/>
                </a:lnTo>
                <a:lnTo>
                  <a:pt x="23773" y="21937"/>
                </a:lnTo>
                <a:lnTo>
                  <a:pt x="23026" y="21069"/>
                </a:lnTo>
                <a:lnTo>
                  <a:pt x="21573" y="19334"/>
                </a:lnTo>
                <a:lnTo>
                  <a:pt x="21150" y="18809"/>
                </a:lnTo>
                <a:lnTo>
                  <a:pt x="19757" y="17134"/>
                </a:lnTo>
                <a:lnTo>
                  <a:pt x="18345" y="15479"/>
                </a:lnTo>
                <a:lnTo>
                  <a:pt x="17638" y="14652"/>
                </a:lnTo>
                <a:lnTo>
                  <a:pt x="16892" y="13845"/>
                </a:lnTo>
                <a:lnTo>
                  <a:pt x="16145" y="13058"/>
                </a:lnTo>
                <a:lnTo>
                  <a:pt x="15378" y="12291"/>
                </a:lnTo>
                <a:lnTo>
                  <a:pt x="14591" y="11544"/>
                </a:lnTo>
                <a:lnTo>
                  <a:pt x="13804" y="10838"/>
                </a:lnTo>
                <a:lnTo>
                  <a:pt x="12977" y="10131"/>
                </a:lnTo>
                <a:lnTo>
                  <a:pt x="12129" y="9486"/>
                </a:lnTo>
                <a:lnTo>
                  <a:pt x="11261" y="8880"/>
                </a:lnTo>
                <a:lnTo>
                  <a:pt x="10797" y="8578"/>
                </a:lnTo>
                <a:lnTo>
                  <a:pt x="10353" y="8295"/>
                </a:lnTo>
                <a:lnTo>
                  <a:pt x="9889" y="8012"/>
                </a:lnTo>
                <a:lnTo>
                  <a:pt x="9425" y="7770"/>
                </a:lnTo>
                <a:lnTo>
                  <a:pt x="8941" y="7508"/>
                </a:lnTo>
                <a:lnTo>
                  <a:pt x="8456" y="7266"/>
                </a:lnTo>
                <a:lnTo>
                  <a:pt x="7911" y="7024"/>
                </a:lnTo>
                <a:lnTo>
                  <a:pt x="7346" y="6782"/>
                </a:lnTo>
                <a:lnTo>
                  <a:pt x="6781" y="6560"/>
                </a:lnTo>
                <a:lnTo>
                  <a:pt x="6196" y="6358"/>
                </a:lnTo>
                <a:lnTo>
                  <a:pt x="5066" y="5954"/>
                </a:lnTo>
                <a:lnTo>
                  <a:pt x="3916" y="5591"/>
                </a:lnTo>
                <a:lnTo>
                  <a:pt x="2342" y="5066"/>
                </a:lnTo>
                <a:lnTo>
                  <a:pt x="2079" y="4965"/>
                </a:lnTo>
                <a:lnTo>
                  <a:pt x="1716" y="4804"/>
                </a:lnTo>
                <a:lnTo>
                  <a:pt x="1313" y="4602"/>
                </a:lnTo>
                <a:lnTo>
                  <a:pt x="1111" y="4461"/>
                </a:lnTo>
                <a:lnTo>
                  <a:pt x="909" y="4340"/>
                </a:lnTo>
                <a:lnTo>
                  <a:pt x="727" y="4178"/>
                </a:lnTo>
                <a:lnTo>
                  <a:pt x="546" y="4017"/>
                </a:lnTo>
                <a:lnTo>
                  <a:pt x="384" y="3835"/>
                </a:lnTo>
                <a:lnTo>
                  <a:pt x="263" y="3633"/>
                </a:lnTo>
                <a:lnTo>
                  <a:pt x="162" y="3432"/>
                </a:lnTo>
                <a:lnTo>
                  <a:pt x="102" y="3210"/>
                </a:lnTo>
                <a:lnTo>
                  <a:pt x="82" y="2967"/>
                </a:lnTo>
                <a:lnTo>
                  <a:pt x="102" y="2725"/>
                </a:lnTo>
                <a:lnTo>
                  <a:pt x="162" y="2544"/>
                </a:lnTo>
                <a:lnTo>
                  <a:pt x="223" y="2382"/>
                </a:lnTo>
                <a:lnTo>
                  <a:pt x="324" y="2221"/>
                </a:lnTo>
                <a:lnTo>
                  <a:pt x="425" y="2080"/>
                </a:lnTo>
                <a:lnTo>
                  <a:pt x="526" y="1938"/>
                </a:lnTo>
                <a:lnTo>
                  <a:pt x="647" y="1837"/>
                </a:lnTo>
                <a:lnTo>
                  <a:pt x="889" y="1636"/>
                </a:lnTo>
                <a:lnTo>
                  <a:pt x="1070" y="1494"/>
                </a:lnTo>
                <a:lnTo>
                  <a:pt x="1272" y="1393"/>
                </a:lnTo>
                <a:lnTo>
                  <a:pt x="1474" y="1293"/>
                </a:lnTo>
                <a:lnTo>
                  <a:pt x="1676" y="1192"/>
                </a:lnTo>
                <a:lnTo>
                  <a:pt x="2100" y="1030"/>
                </a:lnTo>
                <a:lnTo>
                  <a:pt x="2523" y="909"/>
                </a:lnTo>
                <a:lnTo>
                  <a:pt x="2967" y="808"/>
                </a:lnTo>
                <a:lnTo>
                  <a:pt x="3411" y="727"/>
                </a:lnTo>
                <a:lnTo>
                  <a:pt x="3855" y="667"/>
                </a:lnTo>
                <a:lnTo>
                  <a:pt x="4279" y="627"/>
                </a:lnTo>
                <a:lnTo>
                  <a:pt x="5349" y="526"/>
                </a:lnTo>
                <a:lnTo>
                  <a:pt x="6438" y="465"/>
                </a:lnTo>
                <a:lnTo>
                  <a:pt x="7528" y="405"/>
                </a:lnTo>
                <a:lnTo>
                  <a:pt x="8598" y="364"/>
                </a:lnTo>
                <a:lnTo>
                  <a:pt x="10757" y="304"/>
                </a:lnTo>
                <a:lnTo>
                  <a:pt x="12896" y="284"/>
                </a:lnTo>
                <a:lnTo>
                  <a:pt x="32471" y="82"/>
                </a:lnTo>
                <a:close/>
                <a:moveTo>
                  <a:pt x="32471" y="1"/>
                </a:moveTo>
                <a:lnTo>
                  <a:pt x="12896" y="203"/>
                </a:lnTo>
                <a:lnTo>
                  <a:pt x="10757" y="223"/>
                </a:lnTo>
                <a:lnTo>
                  <a:pt x="8598" y="284"/>
                </a:lnTo>
                <a:lnTo>
                  <a:pt x="7508" y="324"/>
                </a:lnTo>
                <a:lnTo>
                  <a:pt x="6438" y="384"/>
                </a:lnTo>
                <a:lnTo>
                  <a:pt x="5349" y="445"/>
                </a:lnTo>
                <a:lnTo>
                  <a:pt x="4279" y="546"/>
                </a:lnTo>
                <a:lnTo>
                  <a:pt x="3835" y="586"/>
                </a:lnTo>
                <a:lnTo>
                  <a:pt x="3391" y="647"/>
                </a:lnTo>
                <a:lnTo>
                  <a:pt x="2947" y="727"/>
                </a:lnTo>
                <a:lnTo>
                  <a:pt x="2503" y="828"/>
                </a:lnTo>
                <a:lnTo>
                  <a:pt x="2059" y="949"/>
                </a:lnTo>
                <a:lnTo>
                  <a:pt x="1635" y="1111"/>
                </a:lnTo>
                <a:lnTo>
                  <a:pt x="1434" y="1212"/>
                </a:lnTo>
                <a:lnTo>
                  <a:pt x="1232" y="1313"/>
                </a:lnTo>
                <a:lnTo>
                  <a:pt x="1030" y="1434"/>
                </a:lnTo>
                <a:lnTo>
                  <a:pt x="848" y="1575"/>
                </a:lnTo>
                <a:lnTo>
                  <a:pt x="586" y="1777"/>
                </a:lnTo>
                <a:lnTo>
                  <a:pt x="465" y="1898"/>
                </a:lnTo>
                <a:lnTo>
                  <a:pt x="344" y="2039"/>
                </a:lnTo>
                <a:lnTo>
                  <a:pt x="243" y="2180"/>
                </a:lnTo>
                <a:lnTo>
                  <a:pt x="142" y="2342"/>
                </a:lnTo>
                <a:lnTo>
                  <a:pt x="82" y="2524"/>
                </a:lnTo>
                <a:lnTo>
                  <a:pt x="21" y="2705"/>
                </a:lnTo>
                <a:lnTo>
                  <a:pt x="1" y="2846"/>
                </a:lnTo>
                <a:lnTo>
                  <a:pt x="1" y="2967"/>
                </a:lnTo>
                <a:lnTo>
                  <a:pt x="21" y="3210"/>
                </a:lnTo>
                <a:lnTo>
                  <a:pt x="82" y="3452"/>
                </a:lnTo>
                <a:lnTo>
                  <a:pt x="183" y="3674"/>
                </a:lnTo>
                <a:lnTo>
                  <a:pt x="324" y="3876"/>
                </a:lnTo>
                <a:lnTo>
                  <a:pt x="465" y="4057"/>
                </a:lnTo>
                <a:lnTo>
                  <a:pt x="647" y="4219"/>
                </a:lnTo>
                <a:lnTo>
                  <a:pt x="848" y="4380"/>
                </a:lnTo>
                <a:lnTo>
                  <a:pt x="1050" y="4521"/>
                </a:lnTo>
                <a:lnTo>
                  <a:pt x="1252" y="4663"/>
                </a:lnTo>
                <a:lnTo>
                  <a:pt x="1676" y="4864"/>
                </a:lnTo>
                <a:lnTo>
                  <a:pt x="2039" y="5026"/>
                </a:lnTo>
                <a:lnTo>
                  <a:pt x="2322" y="5147"/>
                </a:lnTo>
                <a:lnTo>
                  <a:pt x="3896" y="5651"/>
                </a:lnTo>
                <a:lnTo>
                  <a:pt x="5026" y="6035"/>
                </a:lnTo>
                <a:lnTo>
                  <a:pt x="6176" y="6438"/>
                </a:lnTo>
                <a:lnTo>
                  <a:pt x="6741" y="6640"/>
                </a:lnTo>
                <a:lnTo>
                  <a:pt x="7306" y="6862"/>
                </a:lnTo>
                <a:lnTo>
                  <a:pt x="7871" y="7104"/>
                </a:lnTo>
                <a:lnTo>
                  <a:pt x="8416" y="7347"/>
                </a:lnTo>
                <a:lnTo>
                  <a:pt x="8900" y="7589"/>
                </a:lnTo>
                <a:lnTo>
                  <a:pt x="9385" y="7831"/>
                </a:lnTo>
                <a:lnTo>
                  <a:pt x="9849" y="8093"/>
                </a:lnTo>
                <a:lnTo>
                  <a:pt x="10313" y="8356"/>
                </a:lnTo>
                <a:lnTo>
                  <a:pt x="10757" y="8638"/>
                </a:lnTo>
                <a:lnTo>
                  <a:pt x="11201" y="8941"/>
                </a:lnTo>
                <a:lnTo>
                  <a:pt x="12089" y="9546"/>
                </a:lnTo>
                <a:lnTo>
                  <a:pt x="12936" y="10212"/>
                </a:lnTo>
                <a:lnTo>
                  <a:pt x="13743" y="10898"/>
                </a:lnTo>
                <a:lnTo>
                  <a:pt x="14551" y="11605"/>
                </a:lnTo>
                <a:lnTo>
                  <a:pt x="15338" y="12351"/>
                </a:lnTo>
                <a:lnTo>
                  <a:pt x="16084" y="13118"/>
                </a:lnTo>
                <a:lnTo>
                  <a:pt x="16831" y="13905"/>
                </a:lnTo>
                <a:lnTo>
                  <a:pt x="17578" y="14712"/>
                </a:lnTo>
                <a:lnTo>
                  <a:pt x="18284" y="15519"/>
                </a:lnTo>
                <a:lnTo>
                  <a:pt x="19697" y="17194"/>
                </a:lnTo>
                <a:lnTo>
                  <a:pt x="21089" y="18869"/>
                </a:lnTo>
                <a:lnTo>
                  <a:pt x="21513" y="19394"/>
                </a:lnTo>
                <a:lnTo>
                  <a:pt x="22986" y="21130"/>
                </a:lnTo>
                <a:lnTo>
                  <a:pt x="23712" y="21977"/>
                </a:lnTo>
                <a:lnTo>
                  <a:pt x="24479" y="22845"/>
                </a:lnTo>
                <a:lnTo>
                  <a:pt x="25246" y="23672"/>
                </a:lnTo>
                <a:lnTo>
                  <a:pt x="26053" y="24500"/>
                </a:lnTo>
                <a:lnTo>
                  <a:pt x="26861" y="25287"/>
                </a:lnTo>
                <a:lnTo>
                  <a:pt x="27688" y="26053"/>
                </a:lnTo>
                <a:lnTo>
                  <a:pt x="28535" y="26780"/>
                </a:lnTo>
                <a:lnTo>
                  <a:pt x="29403" y="27486"/>
                </a:lnTo>
                <a:lnTo>
                  <a:pt x="29847" y="27809"/>
                </a:lnTo>
                <a:lnTo>
                  <a:pt x="30291" y="28152"/>
                </a:lnTo>
                <a:lnTo>
                  <a:pt x="30755" y="28455"/>
                </a:lnTo>
                <a:lnTo>
                  <a:pt x="31219" y="28758"/>
                </a:lnTo>
                <a:lnTo>
                  <a:pt x="31684" y="29040"/>
                </a:lnTo>
                <a:lnTo>
                  <a:pt x="32168" y="29323"/>
                </a:lnTo>
                <a:lnTo>
                  <a:pt x="32652" y="29585"/>
                </a:lnTo>
                <a:lnTo>
                  <a:pt x="33137" y="29847"/>
                </a:lnTo>
                <a:lnTo>
                  <a:pt x="33641" y="30090"/>
                </a:lnTo>
                <a:lnTo>
                  <a:pt x="34146" y="30311"/>
                </a:lnTo>
                <a:lnTo>
                  <a:pt x="34670" y="30513"/>
                </a:lnTo>
                <a:lnTo>
                  <a:pt x="35195" y="30715"/>
                </a:lnTo>
                <a:lnTo>
                  <a:pt x="35659" y="30856"/>
                </a:lnTo>
                <a:lnTo>
                  <a:pt x="36164" y="30998"/>
                </a:lnTo>
                <a:lnTo>
                  <a:pt x="36426" y="31058"/>
                </a:lnTo>
                <a:lnTo>
                  <a:pt x="36688" y="31099"/>
                </a:lnTo>
                <a:lnTo>
                  <a:pt x="36971" y="31119"/>
                </a:lnTo>
                <a:lnTo>
                  <a:pt x="37475" y="31119"/>
                </a:lnTo>
                <a:lnTo>
                  <a:pt x="37697" y="31099"/>
                </a:lnTo>
                <a:lnTo>
                  <a:pt x="37939" y="31058"/>
                </a:lnTo>
                <a:lnTo>
                  <a:pt x="38161" y="30998"/>
                </a:lnTo>
                <a:lnTo>
                  <a:pt x="38363" y="30917"/>
                </a:lnTo>
                <a:lnTo>
                  <a:pt x="38565" y="30836"/>
                </a:lnTo>
                <a:lnTo>
                  <a:pt x="38747" y="30755"/>
                </a:lnTo>
                <a:lnTo>
                  <a:pt x="38908" y="30655"/>
                </a:lnTo>
                <a:lnTo>
                  <a:pt x="39069" y="30533"/>
                </a:lnTo>
                <a:lnTo>
                  <a:pt x="39231" y="30412"/>
                </a:lnTo>
                <a:lnTo>
                  <a:pt x="39372" y="30271"/>
                </a:lnTo>
                <a:lnTo>
                  <a:pt x="39513" y="30130"/>
                </a:lnTo>
                <a:lnTo>
                  <a:pt x="39756" y="29827"/>
                </a:lnTo>
                <a:lnTo>
                  <a:pt x="39978" y="29484"/>
                </a:lnTo>
                <a:lnTo>
                  <a:pt x="40179" y="29121"/>
                </a:lnTo>
                <a:lnTo>
                  <a:pt x="40341" y="28758"/>
                </a:lnTo>
                <a:lnTo>
                  <a:pt x="40462" y="28374"/>
                </a:lnTo>
                <a:lnTo>
                  <a:pt x="40583" y="27971"/>
                </a:lnTo>
                <a:lnTo>
                  <a:pt x="40684" y="27587"/>
                </a:lnTo>
                <a:lnTo>
                  <a:pt x="40765" y="27184"/>
                </a:lnTo>
                <a:lnTo>
                  <a:pt x="40805" y="26820"/>
                </a:lnTo>
                <a:lnTo>
                  <a:pt x="40865" y="26437"/>
                </a:lnTo>
                <a:lnTo>
                  <a:pt x="40906" y="25771"/>
                </a:lnTo>
                <a:lnTo>
                  <a:pt x="40946" y="24944"/>
                </a:lnTo>
                <a:lnTo>
                  <a:pt x="40946" y="24116"/>
                </a:lnTo>
                <a:lnTo>
                  <a:pt x="40926" y="23269"/>
                </a:lnTo>
                <a:lnTo>
                  <a:pt x="40906" y="22441"/>
                </a:lnTo>
                <a:lnTo>
                  <a:pt x="40845" y="21594"/>
                </a:lnTo>
                <a:lnTo>
                  <a:pt x="40785" y="20766"/>
                </a:lnTo>
                <a:lnTo>
                  <a:pt x="40684" y="19939"/>
                </a:lnTo>
                <a:lnTo>
                  <a:pt x="40583" y="19091"/>
                </a:lnTo>
                <a:lnTo>
                  <a:pt x="40442" y="18264"/>
                </a:lnTo>
                <a:lnTo>
                  <a:pt x="40300" y="17437"/>
                </a:lnTo>
                <a:lnTo>
                  <a:pt x="40119" y="16609"/>
                </a:lnTo>
                <a:lnTo>
                  <a:pt x="39937" y="15782"/>
                </a:lnTo>
                <a:lnTo>
                  <a:pt x="39715" y="14975"/>
                </a:lnTo>
                <a:lnTo>
                  <a:pt x="39493" y="14147"/>
                </a:lnTo>
                <a:lnTo>
                  <a:pt x="39251" y="13360"/>
                </a:lnTo>
                <a:lnTo>
                  <a:pt x="38989" y="12553"/>
                </a:lnTo>
                <a:lnTo>
                  <a:pt x="38686" y="11746"/>
                </a:lnTo>
                <a:lnTo>
                  <a:pt x="38383" y="10959"/>
                </a:lnTo>
                <a:lnTo>
                  <a:pt x="38060" y="10172"/>
                </a:lnTo>
                <a:lnTo>
                  <a:pt x="37717" y="9405"/>
                </a:lnTo>
                <a:lnTo>
                  <a:pt x="37354" y="8638"/>
                </a:lnTo>
                <a:lnTo>
                  <a:pt x="36971" y="7871"/>
                </a:lnTo>
                <a:lnTo>
                  <a:pt x="36567" y="7125"/>
                </a:lnTo>
                <a:lnTo>
                  <a:pt x="36143" y="6398"/>
                </a:lnTo>
                <a:lnTo>
                  <a:pt x="35841" y="5873"/>
                </a:lnTo>
                <a:lnTo>
                  <a:pt x="35578" y="5470"/>
                </a:lnTo>
                <a:lnTo>
                  <a:pt x="35336" y="5046"/>
                </a:lnTo>
                <a:lnTo>
                  <a:pt x="35255" y="4844"/>
                </a:lnTo>
                <a:lnTo>
                  <a:pt x="35175" y="4622"/>
                </a:lnTo>
                <a:lnTo>
                  <a:pt x="35094" y="4380"/>
                </a:lnTo>
                <a:lnTo>
                  <a:pt x="35054" y="4158"/>
                </a:lnTo>
                <a:lnTo>
                  <a:pt x="35054" y="3997"/>
                </a:lnTo>
                <a:lnTo>
                  <a:pt x="35054" y="3835"/>
                </a:lnTo>
                <a:lnTo>
                  <a:pt x="35074" y="3492"/>
                </a:lnTo>
                <a:lnTo>
                  <a:pt x="35155" y="3169"/>
                </a:lnTo>
                <a:lnTo>
                  <a:pt x="35235" y="2846"/>
                </a:lnTo>
                <a:lnTo>
                  <a:pt x="35316" y="2463"/>
                </a:lnTo>
                <a:lnTo>
                  <a:pt x="35397" y="2059"/>
                </a:lnTo>
                <a:lnTo>
                  <a:pt x="35417" y="1858"/>
                </a:lnTo>
                <a:lnTo>
                  <a:pt x="35397" y="1656"/>
                </a:lnTo>
                <a:lnTo>
                  <a:pt x="35376" y="1454"/>
                </a:lnTo>
                <a:lnTo>
                  <a:pt x="35336" y="1252"/>
                </a:lnTo>
                <a:lnTo>
                  <a:pt x="35276" y="1091"/>
                </a:lnTo>
                <a:lnTo>
                  <a:pt x="35195" y="949"/>
                </a:lnTo>
                <a:lnTo>
                  <a:pt x="35094" y="808"/>
                </a:lnTo>
                <a:lnTo>
                  <a:pt x="34993" y="687"/>
                </a:lnTo>
                <a:lnTo>
                  <a:pt x="34872" y="586"/>
                </a:lnTo>
                <a:lnTo>
                  <a:pt x="34731" y="485"/>
                </a:lnTo>
                <a:lnTo>
                  <a:pt x="34569" y="384"/>
                </a:lnTo>
                <a:lnTo>
                  <a:pt x="34408" y="304"/>
                </a:lnTo>
                <a:lnTo>
                  <a:pt x="34226" y="223"/>
                </a:lnTo>
                <a:lnTo>
                  <a:pt x="34024" y="162"/>
                </a:lnTo>
                <a:lnTo>
                  <a:pt x="33802" y="122"/>
                </a:lnTo>
                <a:lnTo>
                  <a:pt x="33560" y="82"/>
                </a:lnTo>
                <a:lnTo>
                  <a:pt x="33056" y="21"/>
                </a:lnTo>
                <a:lnTo>
                  <a:pt x="32471" y="1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8" name="Google Shape;168;p3"/>
          <p:cNvSpPr/>
          <p:nvPr/>
        </p:nvSpPr>
        <p:spPr>
          <a:xfrm>
            <a:off x="7182848" y="1854781"/>
            <a:ext cx="1001862" cy="1525380"/>
          </a:xfrm>
          <a:custGeom>
            <a:rect b="b" l="l" r="r" t="t"/>
            <a:pathLst>
              <a:path extrusionOk="0" h="27284" w="17920">
                <a:moveTo>
                  <a:pt x="9041" y="81"/>
                </a:moveTo>
                <a:lnTo>
                  <a:pt x="9464" y="101"/>
                </a:lnTo>
                <a:lnTo>
                  <a:pt x="9888" y="141"/>
                </a:lnTo>
                <a:lnTo>
                  <a:pt x="10312" y="222"/>
                </a:lnTo>
                <a:lnTo>
                  <a:pt x="10716" y="323"/>
                </a:lnTo>
                <a:lnTo>
                  <a:pt x="11139" y="444"/>
                </a:lnTo>
                <a:lnTo>
                  <a:pt x="11543" y="605"/>
                </a:lnTo>
                <a:lnTo>
                  <a:pt x="11947" y="767"/>
                </a:lnTo>
                <a:lnTo>
                  <a:pt x="12350" y="969"/>
                </a:lnTo>
                <a:lnTo>
                  <a:pt x="12734" y="1191"/>
                </a:lnTo>
                <a:lnTo>
                  <a:pt x="13117" y="1433"/>
                </a:lnTo>
                <a:lnTo>
                  <a:pt x="13480" y="1715"/>
                </a:lnTo>
                <a:lnTo>
                  <a:pt x="13844" y="1998"/>
                </a:lnTo>
                <a:lnTo>
                  <a:pt x="14187" y="2301"/>
                </a:lnTo>
                <a:lnTo>
                  <a:pt x="14530" y="2644"/>
                </a:lnTo>
                <a:lnTo>
                  <a:pt x="14832" y="2987"/>
                </a:lnTo>
                <a:lnTo>
                  <a:pt x="15155" y="3350"/>
                </a:lnTo>
                <a:lnTo>
                  <a:pt x="15397" y="3673"/>
                </a:lnTo>
                <a:lnTo>
                  <a:pt x="15619" y="4016"/>
                </a:lnTo>
                <a:lnTo>
                  <a:pt x="15841" y="4359"/>
                </a:lnTo>
                <a:lnTo>
                  <a:pt x="16063" y="4722"/>
                </a:lnTo>
                <a:lnTo>
                  <a:pt x="16265" y="5106"/>
                </a:lnTo>
                <a:lnTo>
                  <a:pt x="16447" y="5489"/>
                </a:lnTo>
                <a:lnTo>
                  <a:pt x="16628" y="5893"/>
                </a:lnTo>
                <a:lnTo>
                  <a:pt x="16790" y="6296"/>
                </a:lnTo>
                <a:lnTo>
                  <a:pt x="16931" y="6720"/>
                </a:lnTo>
                <a:lnTo>
                  <a:pt x="17072" y="7144"/>
                </a:lnTo>
                <a:lnTo>
                  <a:pt x="17214" y="7588"/>
                </a:lnTo>
                <a:lnTo>
                  <a:pt x="17315" y="8052"/>
                </a:lnTo>
                <a:lnTo>
                  <a:pt x="17436" y="8516"/>
                </a:lnTo>
                <a:lnTo>
                  <a:pt x="17516" y="8980"/>
                </a:lnTo>
                <a:lnTo>
                  <a:pt x="17597" y="9485"/>
                </a:lnTo>
                <a:lnTo>
                  <a:pt x="17678" y="9969"/>
                </a:lnTo>
                <a:lnTo>
                  <a:pt x="17738" y="10514"/>
                </a:lnTo>
                <a:lnTo>
                  <a:pt x="17779" y="11079"/>
                </a:lnTo>
                <a:lnTo>
                  <a:pt x="17819" y="11624"/>
                </a:lnTo>
                <a:lnTo>
                  <a:pt x="17839" y="12189"/>
                </a:lnTo>
                <a:lnTo>
                  <a:pt x="17839" y="12774"/>
                </a:lnTo>
                <a:lnTo>
                  <a:pt x="17819" y="13339"/>
                </a:lnTo>
                <a:lnTo>
                  <a:pt x="17799" y="13924"/>
                </a:lnTo>
                <a:lnTo>
                  <a:pt x="17758" y="14510"/>
                </a:lnTo>
                <a:lnTo>
                  <a:pt x="17718" y="15115"/>
                </a:lnTo>
                <a:lnTo>
                  <a:pt x="17637" y="15720"/>
                </a:lnTo>
                <a:lnTo>
                  <a:pt x="17557" y="16326"/>
                </a:lnTo>
                <a:lnTo>
                  <a:pt x="17456" y="16951"/>
                </a:lnTo>
                <a:lnTo>
                  <a:pt x="17355" y="17577"/>
                </a:lnTo>
                <a:lnTo>
                  <a:pt x="17234" y="18202"/>
                </a:lnTo>
                <a:lnTo>
                  <a:pt x="17093" y="18848"/>
                </a:lnTo>
                <a:lnTo>
                  <a:pt x="16931" y="19514"/>
                </a:lnTo>
                <a:lnTo>
                  <a:pt x="16709" y="20362"/>
                </a:lnTo>
                <a:lnTo>
                  <a:pt x="16447" y="21230"/>
                </a:lnTo>
                <a:lnTo>
                  <a:pt x="16285" y="21673"/>
                </a:lnTo>
                <a:lnTo>
                  <a:pt x="16124" y="22117"/>
                </a:lnTo>
                <a:lnTo>
                  <a:pt x="15942" y="22561"/>
                </a:lnTo>
                <a:lnTo>
                  <a:pt x="15740" y="23005"/>
                </a:lnTo>
                <a:lnTo>
                  <a:pt x="15518" y="23429"/>
                </a:lnTo>
                <a:lnTo>
                  <a:pt x="15276" y="23873"/>
                </a:lnTo>
                <a:lnTo>
                  <a:pt x="15014" y="24277"/>
                </a:lnTo>
                <a:lnTo>
                  <a:pt x="14731" y="24680"/>
                </a:lnTo>
                <a:lnTo>
                  <a:pt x="14429" y="25064"/>
                </a:lnTo>
                <a:lnTo>
                  <a:pt x="14106" y="25427"/>
                </a:lnTo>
                <a:lnTo>
                  <a:pt x="13743" y="25770"/>
                </a:lnTo>
                <a:lnTo>
                  <a:pt x="13359" y="26093"/>
                </a:lnTo>
                <a:lnTo>
                  <a:pt x="13077" y="26295"/>
                </a:lnTo>
                <a:lnTo>
                  <a:pt x="12774" y="26476"/>
                </a:lnTo>
                <a:lnTo>
                  <a:pt x="12491" y="26658"/>
                </a:lnTo>
                <a:lnTo>
                  <a:pt x="12209" y="26799"/>
                </a:lnTo>
                <a:lnTo>
                  <a:pt x="11906" y="26920"/>
                </a:lnTo>
                <a:lnTo>
                  <a:pt x="11624" y="27021"/>
                </a:lnTo>
                <a:lnTo>
                  <a:pt x="11321" y="27102"/>
                </a:lnTo>
                <a:lnTo>
                  <a:pt x="11018" y="27162"/>
                </a:lnTo>
                <a:lnTo>
                  <a:pt x="10716" y="27203"/>
                </a:lnTo>
                <a:lnTo>
                  <a:pt x="10110" y="27203"/>
                </a:lnTo>
                <a:lnTo>
                  <a:pt x="9808" y="27183"/>
                </a:lnTo>
                <a:lnTo>
                  <a:pt x="9485" y="27142"/>
                </a:lnTo>
                <a:lnTo>
                  <a:pt x="9182" y="27062"/>
                </a:lnTo>
                <a:lnTo>
                  <a:pt x="8859" y="26981"/>
                </a:lnTo>
                <a:lnTo>
                  <a:pt x="8556" y="26860"/>
                </a:lnTo>
                <a:lnTo>
                  <a:pt x="8234" y="26739"/>
                </a:lnTo>
                <a:lnTo>
                  <a:pt x="7931" y="26577"/>
                </a:lnTo>
                <a:lnTo>
                  <a:pt x="7628" y="26416"/>
                </a:lnTo>
                <a:lnTo>
                  <a:pt x="7346" y="26234"/>
                </a:lnTo>
                <a:lnTo>
                  <a:pt x="7063" y="26053"/>
                </a:lnTo>
                <a:lnTo>
                  <a:pt x="6781" y="25851"/>
                </a:lnTo>
                <a:lnTo>
                  <a:pt x="6256" y="25427"/>
                </a:lnTo>
                <a:lnTo>
                  <a:pt x="5772" y="24983"/>
                </a:lnTo>
                <a:lnTo>
                  <a:pt x="5328" y="24539"/>
                </a:lnTo>
                <a:lnTo>
                  <a:pt x="4944" y="24095"/>
                </a:lnTo>
                <a:lnTo>
                  <a:pt x="4581" y="23671"/>
                </a:lnTo>
                <a:lnTo>
                  <a:pt x="4238" y="23227"/>
                </a:lnTo>
                <a:lnTo>
                  <a:pt x="3895" y="22763"/>
                </a:lnTo>
                <a:lnTo>
                  <a:pt x="3572" y="22279"/>
                </a:lnTo>
                <a:lnTo>
                  <a:pt x="3249" y="21815"/>
                </a:lnTo>
                <a:lnTo>
                  <a:pt x="2967" y="21330"/>
                </a:lnTo>
                <a:lnTo>
                  <a:pt x="2664" y="20826"/>
                </a:lnTo>
                <a:lnTo>
                  <a:pt x="2401" y="20342"/>
                </a:lnTo>
                <a:lnTo>
                  <a:pt x="2139" y="19837"/>
                </a:lnTo>
                <a:lnTo>
                  <a:pt x="1897" y="19333"/>
                </a:lnTo>
                <a:lnTo>
                  <a:pt x="1675" y="18808"/>
                </a:lnTo>
                <a:lnTo>
                  <a:pt x="1453" y="18303"/>
                </a:lnTo>
                <a:lnTo>
                  <a:pt x="1251" y="17779"/>
                </a:lnTo>
                <a:lnTo>
                  <a:pt x="1070" y="17254"/>
                </a:lnTo>
                <a:lnTo>
                  <a:pt x="888" y="16729"/>
                </a:lnTo>
                <a:lnTo>
                  <a:pt x="727" y="16205"/>
                </a:lnTo>
                <a:lnTo>
                  <a:pt x="585" y="15680"/>
                </a:lnTo>
                <a:lnTo>
                  <a:pt x="464" y="15095"/>
                </a:lnTo>
                <a:lnTo>
                  <a:pt x="343" y="14530"/>
                </a:lnTo>
                <a:lnTo>
                  <a:pt x="262" y="13965"/>
                </a:lnTo>
                <a:lnTo>
                  <a:pt x="182" y="13400"/>
                </a:lnTo>
                <a:lnTo>
                  <a:pt x="121" y="12835"/>
                </a:lnTo>
                <a:lnTo>
                  <a:pt x="101" y="12270"/>
                </a:lnTo>
                <a:lnTo>
                  <a:pt x="81" y="11725"/>
                </a:lnTo>
                <a:lnTo>
                  <a:pt x="81" y="11160"/>
                </a:lnTo>
                <a:lnTo>
                  <a:pt x="101" y="10615"/>
                </a:lnTo>
                <a:lnTo>
                  <a:pt x="141" y="10070"/>
                </a:lnTo>
                <a:lnTo>
                  <a:pt x="202" y="9525"/>
                </a:lnTo>
                <a:lnTo>
                  <a:pt x="283" y="9000"/>
                </a:lnTo>
                <a:lnTo>
                  <a:pt x="383" y="8476"/>
                </a:lnTo>
                <a:lnTo>
                  <a:pt x="505" y="7951"/>
                </a:lnTo>
                <a:lnTo>
                  <a:pt x="646" y="7447"/>
                </a:lnTo>
                <a:lnTo>
                  <a:pt x="787" y="6942"/>
                </a:lnTo>
                <a:lnTo>
                  <a:pt x="1049" y="6236"/>
                </a:lnTo>
                <a:lnTo>
                  <a:pt x="1352" y="5570"/>
                </a:lnTo>
                <a:lnTo>
                  <a:pt x="1695" y="4924"/>
                </a:lnTo>
                <a:lnTo>
                  <a:pt x="2079" y="4298"/>
                </a:lnTo>
                <a:lnTo>
                  <a:pt x="2482" y="3693"/>
                </a:lnTo>
                <a:lnTo>
                  <a:pt x="2946" y="3128"/>
                </a:lnTo>
                <a:lnTo>
                  <a:pt x="3188" y="2866"/>
                </a:lnTo>
                <a:lnTo>
                  <a:pt x="3431" y="2603"/>
                </a:lnTo>
                <a:lnTo>
                  <a:pt x="3673" y="2361"/>
                </a:lnTo>
                <a:lnTo>
                  <a:pt x="3935" y="2119"/>
                </a:lnTo>
                <a:lnTo>
                  <a:pt x="4218" y="1877"/>
                </a:lnTo>
                <a:lnTo>
                  <a:pt x="4520" y="1655"/>
                </a:lnTo>
                <a:lnTo>
                  <a:pt x="4803" y="1433"/>
                </a:lnTo>
                <a:lnTo>
                  <a:pt x="5106" y="1231"/>
                </a:lnTo>
                <a:lnTo>
                  <a:pt x="5408" y="1049"/>
                </a:lnTo>
                <a:lnTo>
                  <a:pt x="5731" y="888"/>
                </a:lnTo>
                <a:lnTo>
                  <a:pt x="6034" y="727"/>
                </a:lnTo>
                <a:lnTo>
                  <a:pt x="6337" y="605"/>
                </a:lnTo>
                <a:lnTo>
                  <a:pt x="6659" y="484"/>
                </a:lnTo>
                <a:lnTo>
                  <a:pt x="6982" y="363"/>
                </a:lnTo>
                <a:lnTo>
                  <a:pt x="7305" y="283"/>
                </a:lnTo>
                <a:lnTo>
                  <a:pt x="7628" y="202"/>
                </a:lnTo>
                <a:lnTo>
                  <a:pt x="7951" y="162"/>
                </a:lnTo>
                <a:lnTo>
                  <a:pt x="8274" y="121"/>
                </a:lnTo>
                <a:lnTo>
                  <a:pt x="8597" y="81"/>
                </a:lnTo>
                <a:close/>
                <a:moveTo>
                  <a:pt x="8698" y="0"/>
                </a:moveTo>
                <a:lnTo>
                  <a:pt x="8355" y="20"/>
                </a:lnTo>
                <a:lnTo>
                  <a:pt x="8032" y="61"/>
                </a:lnTo>
                <a:lnTo>
                  <a:pt x="7689" y="121"/>
                </a:lnTo>
                <a:lnTo>
                  <a:pt x="7366" y="182"/>
                </a:lnTo>
                <a:lnTo>
                  <a:pt x="7023" y="283"/>
                </a:lnTo>
                <a:lnTo>
                  <a:pt x="6700" y="383"/>
                </a:lnTo>
                <a:lnTo>
                  <a:pt x="6377" y="505"/>
                </a:lnTo>
                <a:lnTo>
                  <a:pt x="6054" y="646"/>
                </a:lnTo>
                <a:lnTo>
                  <a:pt x="5731" y="787"/>
                </a:lnTo>
                <a:lnTo>
                  <a:pt x="5408" y="969"/>
                </a:lnTo>
                <a:lnTo>
                  <a:pt x="5085" y="1150"/>
                </a:lnTo>
                <a:lnTo>
                  <a:pt x="4783" y="1352"/>
                </a:lnTo>
                <a:lnTo>
                  <a:pt x="4480" y="1574"/>
                </a:lnTo>
                <a:lnTo>
                  <a:pt x="4177" y="1816"/>
                </a:lnTo>
                <a:lnTo>
                  <a:pt x="3895" y="2058"/>
                </a:lnTo>
                <a:lnTo>
                  <a:pt x="3632" y="2301"/>
                </a:lnTo>
                <a:lnTo>
                  <a:pt x="3370" y="2543"/>
                </a:lnTo>
                <a:lnTo>
                  <a:pt x="3128" y="2805"/>
                </a:lnTo>
                <a:lnTo>
                  <a:pt x="2886" y="3088"/>
                </a:lnTo>
                <a:lnTo>
                  <a:pt x="2422" y="3653"/>
                </a:lnTo>
                <a:lnTo>
                  <a:pt x="1998" y="4258"/>
                </a:lnTo>
                <a:lnTo>
                  <a:pt x="1614" y="4884"/>
                </a:lnTo>
                <a:lnTo>
                  <a:pt x="1271" y="5529"/>
                </a:lnTo>
                <a:lnTo>
                  <a:pt x="969" y="6216"/>
                </a:lnTo>
                <a:lnTo>
                  <a:pt x="848" y="6559"/>
                </a:lnTo>
                <a:lnTo>
                  <a:pt x="727" y="6902"/>
                </a:lnTo>
                <a:lnTo>
                  <a:pt x="565" y="7406"/>
                </a:lnTo>
                <a:lnTo>
                  <a:pt x="424" y="7931"/>
                </a:lnTo>
                <a:lnTo>
                  <a:pt x="303" y="8456"/>
                </a:lnTo>
                <a:lnTo>
                  <a:pt x="202" y="8980"/>
                </a:lnTo>
                <a:lnTo>
                  <a:pt x="121" y="9525"/>
                </a:lnTo>
                <a:lnTo>
                  <a:pt x="61" y="10070"/>
                </a:lnTo>
                <a:lnTo>
                  <a:pt x="20" y="10615"/>
                </a:lnTo>
                <a:lnTo>
                  <a:pt x="0" y="11160"/>
                </a:lnTo>
                <a:lnTo>
                  <a:pt x="0" y="11725"/>
                </a:lnTo>
                <a:lnTo>
                  <a:pt x="20" y="12270"/>
                </a:lnTo>
                <a:lnTo>
                  <a:pt x="40" y="12835"/>
                </a:lnTo>
                <a:lnTo>
                  <a:pt x="101" y="13400"/>
                </a:lnTo>
                <a:lnTo>
                  <a:pt x="182" y="13965"/>
                </a:lnTo>
                <a:lnTo>
                  <a:pt x="262" y="14550"/>
                </a:lnTo>
                <a:lnTo>
                  <a:pt x="383" y="15115"/>
                </a:lnTo>
                <a:lnTo>
                  <a:pt x="525" y="15700"/>
                </a:lnTo>
                <a:lnTo>
                  <a:pt x="666" y="16225"/>
                </a:lnTo>
                <a:lnTo>
                  <a:pt x="807" y="16750"/>
                </a:lnTo>
                <a:lnTo>
                  <a:pt x="989" y="17274"/>
                </a:lnTo>
                <a:lnTo>
                  <a:pt x="1170" y="17799"/>
                </a:lnTo>
                <a:lnTo>
                  <a:pt x="1372" y="18324"/>
                </a:lnTo>
                <a:lnTo>
                  <a:pt x="1594" y="18848"/>
                </a:lnTo>
                <a:lnTo>
                  <a:pt x="1816" y="19353"/>
                </a:lnTo>
                <a:lnTo>
                  <a:pt x="2058" y="19877"/>
                </a:lnTo>
                <a:lnTo>
                  <a:pt x="2321" y="20382"/>
                </a:lnTo>
                <a:lnTo>
                  <a:pt x="2603" y="20866"/>
                </a:lnTo>
                <a:lnTo>
                  <a:pt x="2886" y="21371"/>
                </a:lnTo>
                <a:lnTo>
                  <a:pt x="3188" y="21855"/>
                </a:lnTo>
                <a:lnTo>
                  <a:pt x="3511" y="22339"/>
                </a:lnTo>
                <a:lnTo>
                  <a:pt x="3834" y="22804"/>
                </a:lnTo>
                <a:lnTo>
                  <a:pt x="4177" y="23268"/>
                </a:lnTo>
                <a:lnTo>
                  <a:pt x="4520" y="23732"/>
                </a:lnTo>
                <a:lnTo>
                  <a:pt x="4964" y="24236"/>
                </a:lnTo>
                <a:lnTo>
                  <a:pt x="5206" y="24519"/>
                </a:lnTo>
                <a:lnTo>
                  <a:pt x="5489" y="24822"/>
                </a:lnTo>
                <a:lnTo>
                  <a:pt x="5792" y="25104"/>
                </a:lnTo>
                <a:lnTo>
                  <a:pt x="6115" y="25407"/>
                </a:lnTo>
                <a:lnTo>
                  <a:pt x="6458" y="25689"/>
                </a:lnTo>
                <a:lnTo>
                  <a:pt x="6821" y="25972"/>
                </a:lnTo>
                <a:lnTo>
                  <a:pt x="7204" y="26254"/>
                </a:lnTo>
                <a:lnTo>
                  <a:pt x="7608" y="26497"/>
                </a:lnTo>
                <a:lnTo>
                  <a:pt x="8032" y="26718"/>
                </a:lnTo>
                <a:lnTo>
                  <a:pt x="8455" y="26900"/>
                </a:lnTo>
                <a:lnTo>
                  <a:pt x="8920" y="27062"/>
                </a:lnTo>
                <a:lnTo>
                  <a:pt x="9364" y="27183"/>
                </a:lnTo>
                <a:lnTo>
                  <a:pt x="9606" y="27223"/>
                </a:lnTo>
                <a:lnTo>
                  <a:pt x="9848" y="27263"/>
                </a:lnTo>
                <a:lnTo>
                  <a:pt x="10090" y="27284"/>
                </a:lnTo>
                <a:lnTo>
                  <a:pt x="10695" y="27284"/>
                </a:lnTo>
                <a:lnTo>
                  <a:pt x="11079" y="27223"/>
                </a:lnTo>
                <a:lnTo>
                  <a:pt x="11462" y="27142"/>
                </a:lnTo>
                <a:lnTo>
                  <a:pt x="11846" y="27021"/>
                </a:lnTo>
                <a:lnTo>
                  <a:pt x="12229" y="26880"/>
                </a:lnTo>
                <a:lnTo>
                  <a:pt x="12613" y="26678"/>
                </a:lnTo>
                <a:lnTo>
                  <a:pt x="12996" y="26436"/>
                </a:lnTo>
                <a:lnTo>
                  <a:pt x="13400" y="26153"/>
                </a:lnTo>
                <a:lnTo>
                  <a:pt x="13783" y="25831"/>
                </a:lnTo>
                <a:lnTo>
                  <a:pt x="14146" y="25488"/>
                </a:lnTo>
                <a:lnTo>
                  <a:pt x="14489" y="25124"/>
                </a:lnTo>
                <a:lnTo>
                  <a:pt x="14792" y="24721"/>
                </a:lnTo>
                <a:lnTo>
                  <a:pt x="15095" y="24317"/>
                </a:lnTo>
                <a:lnTo>
                  <a:pt x="15357" y="23913"/>
                </a:lnTo>
                <a:lnTo>
                  <a:pt x="15599" y="23490"/>
                </a:lnTo>
                <a:lnTo>
                  <a:pt x="15821" y="23046"/>
                </a:lnTo>
                <a:lnTo>
                  <a:pt x="16023" y="22602"/>
                </a:lnTo>
                <a:lnTo>
                  <a:pt x="16205" y="22158"/>
                </a:lnTo>
                <a:lnTo>
                  <a:pt x="16366" y="21714"/>
                </a:lnTo>
                <a:lnTo>
                  <a:pt x="16527" y="21270"/>
                </a:lnTo>
                <a:lnTo>
                  <a:pt x="16790" y="20382"/>
                </a:lnTo>
                <a:lnTo>
                  <a:pt x="17012" y="19534"/>
                </a:lnTo>
                <a:lnTo>
                  <a:pt x="17173" y="18868"/>
                </a:lnTo>
                <a:lnTo>
                  <a:pt x="17315" y="18223"/>
                </a:lnTo>
                <a:lnTo>
                  <a:pt x="17436" y="17597"/>
                </a:lnTo>
                <a:lnTo>
                  <a:pt x="17537" y="16951"/>
                </a:lnTo>
                <a:lnTo>
                  <a:pt x="17637" y="16346"/>
                </a:lnTo>
                <a:lnTo>
                  <a:pt x="17718" y="15720"/>
                </a:lnTo>
                <a:lnTo>
                  <a:pt x="17799" y="15115"/>
                </a:lnTo>
                <a:lnTo>
                  <a:pt x="17839" y="14530"/>
                </a:lnTo>
                <a:lnTo>
                  <a:pt x="17880" y="13924"/>
                </a:lnTo>
                <a:lnTo>
                  <a:pt x="17900" y="13339"/>
                </a:lnTo>
                <a:lnTo>
                  <a:pt x="17920" y="12774"/>
                </a:lnTo>
                <a:lnTo>
                  <a:pt x="17920" y="12189"/>
                </a:lnTo>
                <a:lnTo>
                  <a:pt x="17900" y="11624"/>
                </a:lnTo>
                <a:lnTo>
                  <a:pt x="17859" y="11059"/>
                </a:lnTo>
                <a:lnTo>
                  <a:pt x="17819" y="10514"/>
                </a:lnTo>
                <a:lnTo>
                  <a:pt x="17758" y="9969"/>
                </a:lnTo>
                <a:lnTo>
                  <a:pt x="17678" y="9465"/>
                </a:lnTo>
                <a:lnTo>
                  <a:pt x="17597" y="8980"/>
                </a:lnTo>
                <a:lnTo>
                  <a:pt x="17516" y="8496"/>
                </a:lnTo>
                <a:lnTo>
                  <a:pt x="17395" y="8032"/>
                </a:lnTo>
                <a:lnTo>
                  <a:pt x="17294" y="7568"/>
                </a:lnTo>
                <a:lnTo>
                  <a:pt x="17153" y="7124"/>
                </a:lnTo>
                <a:lnTo>
                  <a:pt x="17012" y="6700"/>
                </a:lnTo>
                <a:lnTo>
                  <a:pt x="16850" y="6276"/>
                </a:lnTo>
                <a:lnTo>
                  <a:pt x="16689" y="5852"/>
                </a:lnTo>
                <a:lnTo>
                  <a:pt x="16507" y="5449"/>
                </a:lnTo>
                <a:lnTo>
                  <a:pt x="16326" y="5065"/>
                </a:lnTo>
                <a:lnTo>
                  <a:pt x="16124" y="4682"/>
                </a:lnTo>
                <a:lnTo>
                  <a:pt x="15922" y="4319"/>
                </a:lnTo>
                <a:lnTo>
                  <a:pt x="15700" y="3976"/>
                </a:lnTo>
                <a:lnTo>
                  <a:pt x="15458" y="3632"/>
                </a:lnTo>
                <a:lnTo>
                  <a:pt x="15216" y="3310"/>
                </a:lnTo>
                <a:lnTo>
                  <a:pt x="14913" y="2926"/>
                </a:lnTo>
                <a:lnTo>
                  <a:pt x="14590" y="2583"/>
                </a:lnTo>
                <a:lnTo>
                  <a:pt x="14247" y="2240"/>
                </a:lnTo>
                <a:lnTo>
                  <a:pt x="13904" y="1937"/>
                </a:lnTo>
                <a:lnTo>
                  <a:pt x="13541" y="1635"/>
                </a:lnTo>
                <a:lnTo>
                  <a:pt x="13157" y="1372"/>
                </a:lnTo>
                <a:lnTo>
                  <a:pt x="12774" y="1130"/>
                </a:lnTo>
                <a:lnTo>
                  <a:pt x="12391" y="908"/>
                </a:lnTo>
                <a:lnTo>
                  <a:pt x="11987" y="706"/>
                </a:lnTo>
                <a:lnTo>
                  <a:pt x="11583" y="525"/>
                </a:lnTo>
                <a:lnTo>
                  <a:pt x="11160" y="363"/>
                </a:lnTo>
                <a:lnTo>
                  <a:pt x="10736" y="242"/>
                </a:lnTo>
                <a:lnTo>
                  <a:pt x="10312" y="141"/>
                </a:lnTo>
                <a:lnTo>
                  <a:pt x="9888" y="61"/>
                </a:lnTo>
                <a:lnTo>
                  <a:pt x="9464" y="20"/>
                </a:lnTo>
                <a:lnTo>
                  <a:pt x="9041" y="0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9" name="Google Shape;169;p3"/>
          <p:cNvSpPr/>
          <p:nvPr/>
        </p:nvSpPr>
        <p:spPr>
          <a:xfrm>
            <a:off x="7364488" y="113968"/>
            <a:ext cx="2383952" cy="1642730"/>
          </a:xfrm>
          <a:custGeom>
            <a:rect b="b" l="l" r="r" t="t"/>
            <a:pathLst>
              <a:path extrusionOk="0" h="29383" w="42641">
                <a:moveTo>
                  <a:pt x="9364" y="81"/>
                </a:moveTo>
                <a:lnTo>
                  <a:pt x="10796" y="141"/>
                </a:lnTo>
                <a:lnTo>
                  <a:pt x="12209" y="222"/>
                </a:lnTo>
                <a:lnTo>
                  <a:pt x="13642" y="363"/>
                </a:lnTo>
                <a:lnTo>
                  <a:pt x="15054" y="505"/>
                </a:lnTo>
                <a:lnTo>
                  <a:pt x="16467" y="706"/>
                </a:lnTo>
                <a:lnTo>
                  <a:pt x="17880" y="928"/>
                </a:lnTo>
                <a:lnTo>
                  <a:pt x="19292" y="1191"/>
                </a:lnTo>
                <a:lnTo>
                  <a:pt x="20685" y="1494"/>
                </a:lnTo>
                <a:lnTo>
                  <a:pt x="22077" y="1816"/>
                </a:lnTo>
                <a:lnTo>
                  <a:pt x="23469" y="2180"/>
                </a:lnTo>
                <a:lnTo>
                  <a:pt x="24842" y="2563"/>
                </a:lnTo>
                <a:lnTo>
                  <a:pt x="26194" y="2987"/>
                </a:lnTo>
                <a:lnTo>
                  <a:pt x="27546" y="3451"/>
                </a:lnTo>
                <a:lnTo>
                  <a:pt x="28878" y="3935"/>
                </a:lnTo>
                <a:lnTo>
                  <a:pt x="30210" y="4460"/>
                </a:lnTo>
                <a:lnTo>
                  <a:pt x="31340" y="4944"/>
                </a:lnTo>
                <a:lnTo>
                  <a:pt x="32409" y="5429"/>
                </a:lnTo>
                <a:lnTo>
                  <a:pt x="33418" y="5933"/>
                </a:lnTo>
                <a:lnTo>
                  <a:pt x="34346" y="6438"/>
                </a:lnTo>
                <a:lnTo>
                  <a:pt x="35234" y="6962"/>
                </a:lnTo>
                <a:lnTo>
                  <a:pt x="36062" y="7487"/>
                </a:lnTo>
                <a:lnTo>
                  <a:pt x="36829" y="8032"/>
                </a:lnTo>
                <a:lnTo>
                  <a:pt x="37555" y="8597"/>
                </a:lnTo>
                <a:lnTo>
                  <a:pt x="37979" y="8960"/>
                </a:lnTo>
                <a:lnTo>
                  <a:pt x="38403" y="9344"/>
                </a:lnTo>
                <a:lnTo>
                  <a:pt x="38806" y="9727"/>
                </a:lnTo>
                <a:lnTo>
                  <a:pt x="39190" y="10131"/>
                </a:lnTo>
                <a:lnTo>
                  <a:pt x="39573" y="10534"/>
                </a:lnTo>
                <a:lnTo>
                  <a:pt x="39916" y="10938"/>
                </a:lnTo>
                <a:lnTo>
                  <a:pt x="40239" y="11362"/>
                </a:lnTo>
                <a:lnTo>
                  <a:pt x="40562" y="11785"/>
                </a:lnTo>
                <a:lnTo>
                  <a:pt x="40844" y="12209"/>
                </a:lnTo>
                <a:lnTo>
                  <a:pt x="41127" y="12653"/>
                </a:lnTo>
                <a:lnTo>
                  <a:pt x="41369" y="13097"/>
                </a:lnTo>
                <a:lnTo>
                  <a:pt x="41611" y="13541"/>
                </a:lnTo>
                <a:lnTo>
                  <a:pt x="41813" y="14005"/>
                </a:lnTo>
                <a:lnTo>
                  <a:pt x="42015" y="14469"/>
                </a:lnTo>
                <a:lnTo>
                  <a:pt x="42176" y="14913"/>
                </a:lnTo>
                <a:lnTo>
                  <a:pt x="42338" y="15398"/>
                </a:lnTo>
                <a:lnTo>
                  <a:pt x="42459" y="15862"/>
                </a:lnTo>
                <a:lnTo>
                  <a:pt x="42499" y="16104"/>
                </a:lnTo>
                <a:lnTo>
                  <a:pt x="42540" y="16366"/>
                </a:lnTo>
                <a:lnTo>
                  <a:pt x="42560" y="16608"/>
                </a:lnTo>
                <a:lnTo>
                  <a:pt x="42560" y="16851"/>
                </a:lnTo>
                <a:lnTo>
                  <a:pt x="42540" y="17113"/>
                </a:lnTo>
                <a:lnTo>
                  <a:pt x="42519" y="17355"/>
                </a:lnTo>
                <a:lnTo>
                  <a:pt x="42479" y="17577"/>
                </a:lnTo>
                <a:lnTo>
                  <a:pt x="42418" y="17799"/>
                </a:lnTo>
                <a:lnTo>
                  <a:pt x="42338" y="18021"/>
                </a:lnTo>
                <a:lnTo>
                  <a:pt x="42217" y="18223"/>
                </a:lnTo>
                <a:lnTo>
                  <a:pt x="42096" y="18404"/>
                </a:lnTo>
                <a:lnTo>
                  <a:pt x="41954" y="18566"/>
                </a:lnTo>
                <a:lnTo>
                  <a:pt x="41773" y="18707"/>
                </a:lnTo>
                <a:lnTo>
                  <a:pt x="41571" y="18848"/>
                </a:lnTo>
                <a:lnTo>
                  <a:pt x="41409" y="18909"/>
                </a:lnTo>
                <a:lnTo>
                  <a:pt x="41228" y="18969"/>
                </a:lnTo>
                <a:lnTo>
                  <a:pt x="41046" y="19010"/>
                </a:lnTo>
                <a:lnTo>
                  <a:pt x="40865" y="19050"/>
                </a:lnTo>
                <a:lnTo>
                  <a:pt x="40461" y="19070"/>
                </a:lnTo>
                <a:lnTo>
                  <a:pt x="40057" y="19070"/>
                </a:lnTo>
                <a:lnTo>
                  <a:pt x="38948" y="19050"/>
                </a:lnTo>
                <a:lnTo>
                  <a:pt x="37838" y="19010"/>
                </a:lnTo>
                <a:lnTo>
                  <a:pt x="35618" y="18909"/>
                </a:lnTo>
                <a:lnTo>
                  <a:pt x="33398" y="18788"/>
                </a:lnTo>
                <a:lnTo>
                  <a:pt x="31198" y="18626"/>
                </a:lnTo>
                <a:lnTo>
                  <a:pt x="28918" y="18485"/>
                </a:lnTo>
                <a:lnTo>
                  <a:pt x="26597" y="18344"/>
                </a:lnTo>
                <a:lnTo>
                  <a:pt x="24277" y="18243"/>
                </a:lnTo>
                <a:lnTo>
                  <a:pt x="23126" y="18223"/>
                </a:lnTo>
                <a:lnTo>
                  <a:pt x="21956" y="18203"/>
                </a:lnTo>
                <a:lnTo>
                  <a:pt x="20806" y="18182"/>
                </a:lnTo>
                <a:lnTo>
                  <a:pt x="19635" y="18203"/>
                </a:lnTo>
                <a:lnTo>
                  <a:pt x="18465" y="18243"/>
                </a:lnTo>
                <a:lnTo>
                  <a:pt x="17315" y="18304"/>
                </a:lnTo>
                <a:lnTo>
                  <a:pt x="16164" y="18384"/>
                </a:lnTo>
                <a:lnTo>
                  <a:pt x="14994" y="18485"/>
                </a:lnTo>
                <a:lnTo>
                  <a:pt x="13844" y="18626"/>
                </a:lnTo>
                <a:lnTo>
                  <a:pt x="12693" y="18788"/>
                </a:lnTo>
                <a:lnTo>
                  <a:pt x="12007" y="18909"/>
                </a:lnTo>
                <a:lnTo>
                  <a:pt x="11321" y="19050"/>
                </a:lnTo>
                <a:lnTo>
                  <a:pt x="10615" y="19232"/>
                </a:lnTo>
                <a:lnTo>
                  <a:pt x="10272" y="19333"/>
                </a:lnTo>
                <a:lnTo>
                  <a:pt x="9929" y="19454"/>
                </a:lnTo>
                <a:lnTo>
                  <a:pt x="9586" y="19595"/>
                </a:lnTo>
                <a:lnTo>
                  <a:pt x="9263" y="19736"/>
                </a:lnTo>
                <a:lnTo>
                  <a:pt x="8940" y="19898"/>
                </a:lnTo>
                <a:lnTo>
                  <a:pt x="8617" y="20059"/>
                </a:lnTo>
                <a:lnTo>
                  <a:pt x="8314" y="20261"/>
                </a:lnTo>
                <a:lnTo>
                  <a:pt x="8032" y="20463"/>
                </a:lnTo>
                <a:lnTo>
                  <a:pt x="7749" y="20705"/>
                </a:lnTo>
                <a:lnTo>
                  <a:pt x="7487" y="20947"/>
                </a:lnTo>
                <a:lnTo>
                  <a:pt x="7245" y="21230"/>
                </a:lnTo>
                <a:lnTo>
                  <a:pt x="7003" y="21512"/>
                </a:lnTo>
                <a:lnTo>
                  <a:pt x="6801" y="21815"/>
                </a:lnTo>
                <a:lnTo>
                  <a:pt x="6619" y="22118"/>
                </a:lnTo>
                <a:lnTo>
                  <a:pt x="6458" y="22440"/>
                </a:lnTo>
                <a:lnTo>
                  <a:pt x="6316" y="22763"/>
                </a:lnTo>
                <a:lnTo>
                  <a:pt x="6195" y="23086"/>
                </a:lnTo>
                <a:lnTo>
                  <a:pt x="6094" y="23429"/>
                </a:lnTo>
                <a:lnTo>
                  <a:pt x="5994" y="23752"/>
                </a:lnTo>
                <a:lnTo>
                  <a:pt x="5913" y="24075"/>
                </a:lnTo>
                <a:lnTo>
                  <a:pt x="5792" y="24701"/>
                </a:lnTo>
                <a:lnTo>
                  <a:pt x="5711" y="25306"/>
                </a:lnTo>
                <a:lnTo>
                  <a:pt x="5650" y="25871"/>
                </a:lnTo>
                <a:lnTo>
                  <a:pt x="5650" y="26154"/>
                </a:lnTo>
                <a:lnTo>
                  <a:pt x="5650" y="26497"/>
                </a:lnTo>
                <a:lnTo>
                  <a:pt x="5650" y="27243"/>
                </a:lnTo>
                <a:lnTo>
                  <a:pt x="5630" y="27627"/>
                </a:lnTo>
                <a:lnTo>
                  <a:pt x="5610" y="28010"/>
                </a:lnTo>
                <a:lnTo>
                  <a:pt x="5529" y="28373"/>
                </a:lnTo>
                <a:lnTo>
                  <a:pt x="5489" y="28555"/>
                </a:lnTo>
                <a:lnTo>
                  <a:pt x="5428" y="28696"/>
                </a:lnTo>
                <a:lnTo>
                  <a:pt x="5368" y="28838"/>
                </a:lnTo>
                <a:lnTo>
                  <a:pt x="5287" y="28979"/>
                </a:lnTo>
                <a:lnTo>
                  <a:pt x="5206" y="29080"/>
                </a:lnTo>
                <a:lnTo>
                  <a:pt x="5106" y="29181"/>
                </a:lnTo>
                <a:lnTo>
                  <a:pt x="5005" y="29221"/>
                </a:lnTo>
                <a:lnTo>
                  <a:pt x="4904" y="29261"/>
                </a:lnTo>
                <a:lnTo>
                  <a:pt x="4803" y="29281"/>
                </a:lnTo>
                <a:lnTo>
                  <a:pt x="4702" y="29302"/>
                </a:lnTo>
                <a:lnTo>
                  <a:pt x="4581" y="29302"/>
                </a:lnTo>
                <a:lnTo>
                  <a:pt x="4440" y="29281"/>
                </a:lnTo>
                <a:lnTo>
                  <a:pt x="4177" y="29201"/>
                </a:lnTo>
                <a:lnTo>
                  <a:pt x="3955" y="29100"/>
                </a:lnTo>
                <a:lnTo>
                  <a:pt x="3774" y="28959"/>
                </a:lnTo>
                <a:lnTo>
                  <a:pt x="3592" y="28797"/>
                </a:lnTo>
                <a:lnTo>
                  <a:pt x="3451" y="28616"/>
                </a:lnTo>
                <a:lnTo>
                  <a:pt x="3310" y="28414"/>
                </a:lnTo>
                <a:lnTo>
                  <a:pt x="3188" y="28192"/>
                </a:lnTo>
                <a:lnTo>
                  <a:pt x="2946" y="27728"/>
                </a:lnTo>
                <a:lnTo>
                  <a:pt x="2523" y="26678"/>
                </a:lnTo>
                <a:lnTo>
                  <a:pt x="2119" y="25629"/>
                </a:lnTo>
                <a:lnTo>
                  <a:pt x="1756" y="24539"/>
                </a:lnTo>
                <a:lnTo>
                  <a:pt x="1433" y="23429"/>
                </a:lnTo>
                <a:lnTo>
                  <a:pt x="1130" y="22279"/>
                </a:lnTo>
                <a:lnTo>
                  <a:pt x="868" y="21129"/>
                </a:lnTo>
                <a:lnTo>
                  <a:pt x="646" y="19938"/>
                </a:lnTo>
                <a:lnTo>
                  <a:pt x="464" y="18707"/>
                </a:lnTo>
                <a:lnTo>
                  <a:pt x="323" y="17476"/>
                </a:lnTo>
                <a:lnTo>
                  <a:pt x="202" y="16205"/>
                </a:lnTo>
                <a:lnTo>
                  <a:pt x="141" y="14913"/>
                </a:lnTo>
                <a:lnTo>
                  <a:pt x="101" y="13602"/>
                </a:lnTo>
                <a:lnTo>
                  <a:pt x="81" y="12250"/>
                </a:lnTo>
                <a:lnTo>
                  <a:pt x="121" y="10897"/>
                </a:lnTo>
                <a:lnTo>
                  <a:pt x="202" y="9505"/>
                </a:lnTo>
                <a:lnTo>
                  <a:pt x="303" y="8092"/>
                </a:lnTo>
                <a:lnTo>
                  <a:pt x="404" y="7144"/>
                </a:lnTo>
                <a:lnTo>
                  <a:pt x="464" y="6639"/>
                </a:lnTo>
                <a:lnTo>
                  <a:pt x="545" y="6135"/>
                </a:lnTo>
                <a:lnTo>
                  <a:pt x="646" y="5630"/>
                </a:lnTo>
                <a:lnTo>
                  <a:pt x="767" y="5106"/>
                </a:lnTo>
                <a:lnTo>
                  <a:pt x="928" y="4601"/>
                </a:lnTo>
                <a:lnTo>
                  <a:pt x="1090" y="4097"/>
                </a:lnTo>
                <a:lnTo>
                  <a:pt x="1292" y="3612"/>
                </a:lnTo>
                <a:lnTo>
                  <a:pt x="1514" y="3128"/>
                </a:lnTo>
                <a:lnTo>
                  <a:pt x="1776" y="2684"/>
                </a:lnTo>
                <a:lnTo>
                  <a:pt x="2058" y="2240"/>
                </a:lnTo>
                <a:lnTo>
                  <a:pt x="2220" y="2038"/>
                </a:lnTo>
                <a:lnTo>
                  <a:pt x="2381" y="1837"/>
                </a:lnTo>
                <a:lnTo>
                  <a:pt x="2563" y="1655"/>
                </a:lnTo>
                <a:lnTo>
                  <a:pt x="2765" y="1473"/>
                </a:lnTo>
                <a:lnTo>
                  <a:pt x="2967" y="1312"/>
                </a:lnTo>
                <a:lnTo>
                  <a:pt x="3168" y="1150"/>
                </a:lnTo>
                <a:lnTo>
                  <a:pt x="3390" y="989"/>
                </a:lnTo>
                <a:lnTo>
                  <a:pt x="3612" y="848"/>
                </a:lnTo>
                <a:lnTo>
                  <a:pt x="3854" y="727"/>
                </a:lnTo>
                <a:lnTo>
                  <a:pt x="4117" y="626"/>
                </a:lnTo>
                <a:lnTo>
                  <a:pt x="4359" y="525"/>
                </a:lnTo>
                <a:lnTo>
                  <a:pt x="4621" y="424"/>
                </a:lnTo>
                <a:lnTo>
                  <a:pt x="5146" y="303"/>
                </a:lnTo>
                <a:lnTo>
                  <a:pt x="5691" y="202"/>
                </a:lnTo>
                <a:lnTo>
                  <a:pt x="6236" y="141"/>
                </a:lnTo>
                <a:lnTo>
                  <a:pt x="6760" y="101"/>
                </a:lnTo>
                <a:lnTo>
                  <a:pt x="7305" y="81"/>
                </a:lnTo>
                <a:close/>
                <a:moveTo>
                  <a:pt x="7305" y="0"/>
                </a:moveTo>
                <a:lnTo>
                  <a:pt x="6760" y="20"/>
                </a:lnTo>
                <a:lnTo>
                  <a:pt x="6215" y="61"/>
                </a:lnTo>
                <a:lnTo>
                  <a:pt x="5671" y="121"/>
                </a:lnTo>
                <a:lnTo>
                  <a:pt x="5126" y="222"/>
                </a:lnTo>
                <a:lnTo>
                  <a:pt x="4601" y="363"/>
                </a:lnTo>
                <a:lnTo>
                  <a:pt x="4339" y="444"/>
                </a:lnTo>
                <a:lnTo>
                  <a:pt x="4076" y="545"/>
                </a:lnTo>
                <a:lnTo>
                  <a:pt x="3834" y="666"/>
                </a:lnTo>
                <a:lnTo>
                  <a:pt x="3572" y="787"/>
                </a:lnTo>
                <a:lnTo>
                  <a:pt x="3350" y="928"/>
                </a:lnTo>
                <a:lnTo>
                  <a:pt x="3128" y="1070"/>
                </a:lnTo>
                <a:lnTo>
                  <a:pt x="2906" y="1231"/>
                </a:lnTo>
                <a:lnTo>
                  <a:pt x="2704" y="1413"/>
                </a:lnTo>
                <a:lnTo>
                  <a:pt x="2523" y="1594"/>
                </a:lnTo>
                <a:lnTo>
                  <a:pt x="2341" y="1776"/>
                </a:lnTo>
                <a:lnTo>
                  <a:pt x="2159" y="1978"/>
                </a:lnTo>
                <a:lnTo>
                  <a:pt x="1998" y="2200"/>
                </a:lnTo>
                <a:lnTo>
                  <a:pt x="1695" y="2624"/>
                </a:lnTo>
                <a:lnTo>
                  <a:pt x="1453" y="3088"/>
                </a:lnTo>
                <a:lnTo>
                  <a:pt x="1211" y="3572"/>
                </a:lnTo>
                <a:lnTo>
                  <a:pt x="1009" y="4056"/>
                </a:lnTo>
                <a:lnTo>
                  <a:pt x="848" y="4561"/>
                </a:lnTo>
                <a:lnTo>
                  <a:pt x="706" y="5086"/>
                </a:lnTo>
                <a:lnTo>
                  <a:pt x="585" y="5590"/>
                </a:lnTo>
                <a:lnTo>
                  <a:pt x="464" y="6115"/>
                </a:lnTo>
                <a:lnTo>
                  <a:pt x="383" y="6619"/>
                </a:lnTo>
                <a:lnTo>
                  <a:pt x="323" y="7124"/>
                </a:lnTo>
                <a:lnTo>
                  <a:pt x="222" y="8092"/>
                </a:lnTo>
                <a:lnTo>
                  <a:pt x="121" y="9505"/>
                </a:lnTo>
                <a:lnTo>
                  <a:pt x="40" y="10897"/>
                </a:lnTo>
                <a:lnTo>
                  <a:pt x="0" y="12250"/>
                </a:lnTo>
                <a:lnTo>
                  <a:pt x="20" y="13602"/>
                </a:lnTo>
                <a:lnTo>
                  <a:pt x="61" y="14913"/>
                </a:lnTo>
                <a:lnTo>
                  <a:pt x="121" y="16205"/>
                </a:lnTo>
                <a:lnTo>
                  <a:pt x="242" y="17476"/>
                </a:lnTo>
                <a:lnTo>
                  <a:pt x="383" y="18727"/>
                </a:lnTo>
                <a:lnTo>
                  <a:pt x="565" y="19938"/>
                </a:lnTo>
                <a:lnTo>
                  <a:pt x="787" y="21149"/>
                </a:lnTo>
                <a:lnTo>
                  <a:pt x="1049" y="22319"/>
                </a:lnTo>
                <a:lnTo>
                  <a:pt x="1352" y="23449"/>
                </a:lnTo>
                <a:lnTo>
                  <a:pt x="1675" y="24559"/>
                </a:lnTo>
                <a:lnTo>
                  <a:pt x="2038" y="25649"/>
                </a:lnTo>
                <a:lnTo>
                  <a:pt x="2442" y="26719"/>
                </a:lnTo>
                <a:lnTo>
                  <a:pt x="2886" y="27748"/>
                </a:lnTo>
                <a:lnTo>
                  <a:pt x="3108" y="28232"/>
                </a:lnTo>
                <a:lnTo>
                  <a:pt x="3249" y="28454"/>
                </a:lnTo>
                <a:lnTo>
                  <a:pt x="3390" y="28676"/>
                </a:lnTo>
                <a:lnTo>
                  <a:pt x="3552" y="28858"/>
                </a:lnTo>
                <a:lnTo>
                  <a:pt x="3733" y="29019"/>
                </a:lnTo>
                <a:lnTo>
                  <a:pt x="3915" y="29160"/>
                </a:lnTo>
                <a:lnTo>
                  <a:pt x="4137" y="29261"/>
                </a:lnTo>
                <a:lnTo>
                  <a:pt x="4419" y="29362"/>
                </a:lnTo>
                <a:lnTo>
                  <a:pt x="4541" y="29382"/>
                </a:lnTo>
                <a:lnTo>
                  <a:pt x="4662" y="29382"/>
                </a:lnTo>
                <a:lnTo>
                  <a:pt x="4803" y="29362"/>
                </a:lnTo>
                <a:lnTo>
                  <a:pt x="4924" y="29342"/>
                </a:lnTo>
                <a:lnTo>
                  <a:pt x="5045" y="29302"/>
                </a:lnTo>
                <a:lnTo>
                  <a:pt x="5146" y="29241"/>
                </a:lnTo>
                <a:lnTo>
                  <a:pt x="5247" y="29140"/>
                </a:lnTo>
                <a:lnTo>
                  <a:pt x="5348" y="29039"/>
                </a:lnTo>
                <a:lnTo>
                  <a:pt x="5428" y="28898"/>
                </a:lnTo>
                <a:lnTo>
                  <a:pt x="5509" y="28757"/>
                </a:lnTo>
                <a:lnTo>
                  <a:pt x="5570" y="28595"/>
                </a:lnTo>
                <a:lnTo>
                  <a:pt x="5610" y="28414"/>
                </a:lnTo>
                <a:lnTo>
                  <a:pt x="5671" y="28051"/>
                </a:lnTo>
                <a:lnTo>
                  <a:pt x="5711" y="27647"/>
                </a:lnTo>
                <a:lnTo>
                  <a:pt x="5731" y="27243"/>
                </a:lnTo>
                <a:lnTo>
                  <a:pt x="5731" y="26497"/>
                </a:lnTo>
                <a:lnTo>
                  <a:pt x="5731" y="26154"/>
                </a:lnTo>
                <a:lnTo>
                  <a:pt x="5731" y="25891"/>
                </a:lnTo>
                <a:lnTo>
                  <a:pt x="5792" y="25326"/>
                </a:lnTo>
                <a:lnTo>
                  <a:pt x="5872" y="24721"/>
                </a:lnTo>
                <a:lnTo>
                  <a:pt x="5994" y="24095"/>
                </a:lnTo>
                <a:lnTo>
                  <a:pt x="6074" y="23772"/>
                </a:lnTo>
                <a:lnTo>
                  <a:pt x="6155" y="23449"/>
                </a:lnTo>
                <a:lnTo>
                  <a:pt x="6276" y="23127"/>
                </a:lnTo>
                <a:lnTo>
                  <a:pt x="6397" y="22804"/>
                </a:lnTo>
                <a:lnTo>
                  <a:pt x="6538" y="22481"/>
                </a:lnTo>
                <a:lnTo>
                  <a:pt x="6700" y="22178"/>
                </a:lnTo>
                <a:lnTo>
                  <a:pt x="6881" y="21855"/>
                </a:lnTo>
                <a:lnTo>
                  <a:pt x="7083" y="21573"/>
                </a:lnTo>
                <a:lnTo>
                  <a:pt x="7305" y="21270"/>
                </a:lnTo>
                <a:lnTo>
                  <a:pt x="7547" y="21008"/>
                </a:lnTo>
                <a:lnTo>
                  <a:pt x="7810" y="20765"/>
                </a:lnTo>
                <a:lnTo>
                  <a:pt x="8092" y="20523"/>
                </a:lnTo>
                <a:lnTo>
                  <a:pt x="8375" y="20322"/>
                </a:lnTo>
                <a:lnTo>
                  <a:pt x="8677" y="20140"/>
                </a:lnTo>
                <a:lnTo>
                  <a:pt x="8980" y="19958"/>
                </a:lnTo>
                <a:lnTo>
                  <a:pt x="9303" y="19797"/>
                </a:lnTo>
                <a:lnTo>
                  <a:pt x="9626" y="19656"/>
                </a:lnTo>
                <a:lnTo>
                  <a:pt x="9969" y="19535"/>
                </a:lnTo>
                <a:lnTo>
                  <a:pt x="10292" y="19413"/>
                </a:lnTo>
                <a:lnTo>
                  <a:pt x="10635" y="19313"/>
                </a:lnTo>
                <a:lnTo>
                  <a:pt x="11341" y="19131"/>
                </a:lnTo>
                <a:lnTo>
                  <a:pt x="12027" y="18990"/>
                </a:lnTo>
                <a:lnTo>
                  <a:pt x="12713" y="18869"/>
                </a:lnTo>
                <a:lnTo>
                  <a:pt x="13864" y="18707"/>
                </a:lnTo>
                <a:lnTo>
                  <a:pt x="15014" y="18566"/>
                </a:lnTo>
                <a:lnTo>
                  <a:pt x="16164" y="18465"/>
                </a:lnTo>
                <a:lnTo>
                  <a:pt x="17315" y="18384"/>
                </a:lnTo>
                <a:lnTo>
                  <a:pt x="18485" y="18324"/>
                </a:lnTo>
                <a:lnTo>
                  <a:pt x="19635" y="18283"/>
                </a:lnTo>
                <a:lnTo>
                  <a:pt x="20806" y="18263"/>
                </a:lnTo>
                <a:lnTo>
                  <a:pt x="21956" y="18283"/>
                </a:lnTo>
                <a:lnTo>
                  <a:pt x="23126" y="18304"/>
                </a:lnTo>
                <a:lnTo>
                  <a:pt x="24277" y="18324"/>
                </a:lnTo>
                <a:lnTo>
                  <a:pt x="26597" y="18425"/>
                </a:lnTo>
                <a:lnTo>
                  <a:pt x="28918" y="18566"/>
                </a:lnTo>
                <a:lnTo>
                  <a:pt x="31198" y="18707"/>
                </a:lnTo>
                <a:lnTo>
                  <a:pt x="33398" y="18869"/>
                </a:lnTo>
                <a:lnTo>
                  <a:pt x="35618" y="18990"/>
                </a:lnTo>
                <a:lnTo>
                  <a:pt x="37838" y="19091"/>
                </a:lnTo>
                <a:lnTo>
                  <a:pt x="38948" y="19131"/>
                </a:lnTo>
                <a:lnTo>
                  <a:pt x="40057" y="19151"/>
                </a:lnTo>
                <a:lnTo>
                  <a:pt x="40481" y="19151"/>
                </a:lnTo>
                <a:lnTo>
                  <a:pt x="40885" y="19131"/>
                </a:lnTo>
                <a:lnTo>
                  <a:pt x="41066" y="19091"/>
                </a:lnTo>
                <a:lnTo>
                  <a:pt x="41248" y="19050"/>
                </a:lnTo>
                <a:lnTo>
                  <a:pt x="41430" y="18990"/>
                </a:lnTo>
                <a:lnTo>
                  <a:pt x="41611" y="18909"/>
                </a:lnTo>
                <a:lnTo>
                  <a:pt x="41813" y="18788"/>
                </a:lnTo>
                <a:lnTo>
                  <a:pt x="41995" y="18626"/>
                </a:lnTo>
                <a:lnTo>
                  <a:pt x="42156" y="18465"/>
                </a:lnTo>
                <a:lnTo>
                  <a:pt x="42297" y="18263"/>
                </a:lnTo>
                <a:lnTo>
                  <a:pt x="42398" y="18061"/>
                </a:lnTo>
                <a:lnTo>
                  <a:pt x="42479" y="17839"/>
                </a:lnTo>
                <a:lnTo>
                  <a:pt x="42560" y="17617"/>
                </a:lnTo>
                <a:lnTo>
                  <a:pt x="42600" y="17375"/>
                </a:lnTo>
                <a:lnTo>
                  <a:pt x="42620" y="17133"/>
                </a:lnTo>
                <a:lnTo>
                  <a:pt x="42640" y="16871"/>
                </a:lnTo>
                <a:lnTo>
                  <a:pt x="42640" y="16608"/>
                </a:lnTo>
                <a:lnTo>
                  <a:pt x="42620" y="16366"/>
                </a:lnTo>
                <a:lnTo>
                  <a:pt x="42580" y="16104"/>
                </a:lnTo>
                <a:lnTo>
                  <a:pt x="42540" y="15862"/>
                </a:lnTo>
                <a:lnTo>
                  <a:pt x="42418" y="15357"/>
                </a:lnTo>
                <a:lnTo>
                  <a:pt x="42257" y="14893"/>
                </a:lnTo>
                <a:lnTo>
                  <a:pt x="42096" y="14429"/>
                </a:lnTo>
                <a:lnTo>
                  <a:pt x="41894" y="13965"/>
                </a:lnTo>
                <a:lnTo>
                  <a:pt x="41672" y="13521"/>
                </a:lnTo>
                <a:lnTo>
                  <a:pt x="41450" y="13057"/>
                </a:lnTo>
                <a:lnTo>
                  <a:pt x="41187" y="12613"/>
                </a:lnTo>
                <a:lnTo>
                  <a:pt x="40925" y="12169"/>
                </a:lnTo>
                <a:lnTo>
                  <a:pt x="40622" y="11745"/>
                </a:lnTo>
                <a:lnTo>
                  <a:pt x="40320" y="11301"/>
                </a:lnTo>
                <a:lnTo>
                  <a:pt x="39977" y="10897"/>
                </a:lnTo>
                <a:lnTo>
                  <a:pt x="39634" y="10474"/>
                </a:lnTo>
                <a:lnTo>
                  <a:pt x="39250" y="10070"/>
                </a:lnTo>
                <a:lnTo>
                  <a:pt x="38867" y="9666"/>
                </a:lnTo>
                <a:lnTo>
                  <a:pt x="38463" y="9283"/>
                </a:lnTo>
                <a:lnTo>
                  <a:pt x="38039" y="8900"/>
                </a:lnTo>
                <a:lnTo>
                  <a:pt x="37595" y="8536"/>
                </a:lnTo>
                <a:lnTo>
                  <a:pt x="36869" y="7971"/>
                </a:lnTo>
                <a:lnTo>
                  <a:pt x="36102" y="7426"/>
                </a:lnTo>
                <a:lnTo>
                  <a:pt x="35275" y="6882"/>
                </a:lnTo>
                <a:lnTo>
                  <a:pt x="34387" y="6377"/>
                </a:lnTo>
                <a:lnTo>
                  <a:pt x="33459" y="5873"/>
                </a:lnTo>
                <a:lnTo>
                  <a:pt x="32450" y="5368"/>
                </a:lnTo>
                <a:lnTo>
                  <a:pt x="31380" y="4884"/>
                </a:lnTo>
                <a:lnTo>
                  <a:pt x="30230" y="4379"/>
                </a:lnTo>
                <a:lnTo>
                  <a:pt x="28918" y="3875"/>
                </a:lnTo>
                <a:lnTo>
                  <a:pt x="27586" y="3370"/>
                </a:lnTo>
                <a:lnTo>
                  <a:pt x="26234" y="2906"/>
                </a:lnTo>
                <a:lnTo>
                  <a:pt x="24862" y="2482"/>
                </a:lnTo>
                <a:lnTo>
                  <a:pt x="23490" y="2099"/>
                </a:lnTo>
                <a:lnTo>
                  <a:pt x="22097" y="1736"/>
                </a:lnTo>
                <a:lnTo>
                  <a:pt x="20705" y="1413"/>
                </a:lnTo>
                <a:lnTo>
                  <a:pt x="19312" y="1110"/>
                </a:lnTo>
                <a:lnTo>
                  <a:pt x="17900" y="848"/>
                </a:lnTo>
                <a:lnTo>
                  <a:pt x="16487" y="626"/>
                </a:lnTo>
                <a:lnTo>
                  <a:pt x="15075" y="424"/>
                </a:lnTo>
                <a:lnTo>
                  <a:pt x="13642" y="283"/>
                </a:lnTo>
                <a:lnTo>
                  <a:pt x="12229" y="141"/>
                </a:lnTo>
                <a:lnTo>
                  <a:pt x="10796" y="61"/>
                </a:lnTo>
                <a:lnTo>
                  <a:pt x="9364" y="0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0" name="Google Shape;170;p3"/>
          <p:cNvSpPr/>
          <p:nvPr/>
        </p:nvSpPr>
        <p:spPr>
          <a:xfrm>
            <a:off x="8605498" y="3630536"/>
            <a:ext cx="2946940" cy="1512969"/>
          </a:xfrm>
          <a:custGeom>
            <a:rect b="b" l="l" r="r" t="t"/>
            <a:pathLst>
              <a:path extrusionOk="0" h="27062" w="52711">
                <a:moveTo>
                  <a:pt x="48008" y="81"/>
                </a:moveTo>
                <a:lnTo>
                  <a:pt x="48654" y="122"/>
                </a:lnTo>
                <a:lnTo>
                  <a:pt x="49300" y="202"/>
                </a:lnTo>
                <a:lnTo>
                  <a:pt x="49623" y="243"/>
                </a:lnTo>
                <a:lnTo>
                  <a:pt x="49946" y="323"/>
                </a:lnTo>
                <a:lnTo>
                  <a:pt x="50248" y="404"/>
                </a:lnTo>
                <a:lnTo>
                  <a:pt x="50551" y="485"/>
                </a:lnTo>
                <a:lnTo>
                  <a:pt x="50854" y="606"/>
                </a:lnTo>
                <a:lnTo>
                  <a:pt x="51156" y="727"/>
                </a:lnTo>
                <a:lnTo>
                  <a:pt x="51399" y="848"/>
                </a:lnTo>
                <a:lnTo>
                  <a:pt x="51621" y="989"/>
                </a:lnTo>
                <a:lnTo>
                  <a:pt x="51822" y="1131"/>
                </a:lnTo>
                <a:lnTo>
                  <a:pt x="52004" y="1272"/>
                </a:lnTo>
                <a:lnTo>
                  <a:pt x="52165" y="1413"/>
                </a:lnTo>
                <a:lnTo>
                  <a:pt x="52287" y="1575"/>
                </a:lnTo>
                <a:lnTo>
                  <a:pt x="52408" y="1756"/>
                </a:lnTo>
                <a:lnTo>
                  <a:pt x="52488" y="1938"/>
                </a:lnTo>
                <a:lnTo>
                  <a:pt x="52569" y="2180"/>
                </a:lnTo>
                <a:lnTo>
                  <a:pt x="52609" y="2301"/>
                </a:lnTo>
                <a:lnTo>
                  <a:pt x="52630" y="2442"/>
                </a:lnTo>
                <a:lnTo>
                  <a:pt x="52630" y="2604"/>
                </a:lnTo>
                <a:lnTo>
                  <a:pt x="52609" y="2765"/>
                </a:lnTo>
                <a:lnTo>
                  <a:pt x="52589" y="2947"/>
                </a:lnTo>
                <a:lnTo>
                  <a:pt x="52549" y="3128"/>
                </a:lnTo>
                <a:lnTo>
                  <a:pt x="52488" y="3330"/>
                </a:lnTo>
                <a:lnTo>
                  <a:pt x="52408" y="3532"/>
                </a:lnTo>
                <a:lnTo>
                  <a:pt x="52307" y="3754"/>
                </a:lnTo>
                <a:lnTo>
                  <a:pt x="52186" y="3976"/>
                </a:lnTo>
                <a:lnTo>
                  <a:pt x="52024" y="4218"/>
                </a:lnTo>
                <a:lnTo>
                  <a:pt x="51843" y="4460"/>
                </a:lnTo>
                <a:lnTo>
                  <a:pt x="51641" y="4702"/>
                </a:lnTo>
                <a:lnTo>
                  <a:pt x="51399" y="4965"/>
                </a:lnTo>
                <a:lnTo>
                  <a:pt x="50854" y="5530"/>
                </a:lnTo>
                <a:lnTo>
                  <a:pt x="50269" y="6075"/>
                </a:lnTo>
                <a:lnTo>
                  <a:pt x="49118" y="7124"/>
                </a:lnTo>
                <a:lnTo>
                  <a:pt x="48311" y="7851"/>
                </a:lnTo>
                <a:lnTo>
                  <a:pt x="47524" y="8597"/>
                </a:lnTo>
                <a:lnTo>
                  <a:pt x="47141" y="8981"/>
                </a:lnTo>
                <a:lnTo>
                  <a:pt x="46777" y="9364"/>
                </a:lnTo>
                <a:lnTo>
                  <a:pt x="46414" y="9747"/>
                </a:lnTo>
                <a:lnTo>
                  <a:pt x="46071" y="10151"/>
                </a:lnTo>
                <a:lnTo>
                  <a:pt x="45748" y="10555"/>
                </a:lnTo>
                <a:lnTo>
                  <a:pt x="45446" y="10978"/>
                </a:lnTo>
                <a:lnTo>
                  <a:pt x="45163" y="11422"/>
                </a:lnTo>
                <a:lnTo>
                  <a:pt x="44901" y="11866"/>
                </a:lnTo>
                <a:lnTo>
                  <a:pt x="44658" y="12331"/>
                </a:lnTo>
                <a:lnTo>
                  <a:pt x="44457" y="12795"/>
                </a:lnTo>
                <a:lnTo>
                  <a:pt x="44295" y="13299"/>
                </a:lnTo>
                <a:lnTo>
                  <a:pt x="44154" y="13804"/>
                </a:lnTo>
                <a:lnTo>
                  <a:pt x="44093" y="14127"/>
                </a:lnTo>
                <a:lnTo>
                  <a:pt x="44033" y="14449"/>
                </a:lnTo>
                <a:lnTo>
                  <a:pt x="43972" y="15095"/>
                </a:lnTo>
                <a:lnTo>
                  <a:pt x="43932" y="15761"/>
                </a:lnTo>
                <a:lnTo>
                  <a:pt x="43912" y="16407"/>
                </a:lnTo>
                <a:lnTo>
                  <a:pt x="43871" y="17194"/>
                </a:lnTo>
                <a:lnTo>
                  <a:pt x="43811" y="17981"/>
                </a:lnTo>
                <a:lnTo>
                  <a:pt x="43771" y="18385"/>
                </a:lnTo>
                <a:lnTo>
                  <a:pt x="43710" y="18768"/>
                </a:lnTo>
                <a:lnTo>
                  <a:pt x="43609" y="19151"/>
                </a:lnTo>
                <a:lnTo>
                  <a:pt x="43508" y="19535"/>
                </a:lnTo>
                <a:lnTo>
                  <a:pt x="43306" y="20039"/>
                </a:lnTo>
                <a:lnTo>
                  <a:pt x="43064" y="20544"/>
                </a:lnTo>
                <a:lnTo>
                  <a:pt x="42782" y="21028"/>
                </a:lnTo>
                <a:lnTo>
                  <a:pt x="42459" y="21492"/>
                </a:lnTo>
                <a:lnTo>
                  <a:pt x="42096" y="21936"/>
                </a:lnTo>
                <a:lnTo>
                  <a:pt x="41692" y="22360"/>
                </a:lnTo>
                <a:lnTo>
                  <a:pt x="41248" y="22764"/>
                </a:lnTo>
                <a:lnTo>
                  <a:pt x="40784" y="23127"/>
                </a:lnTo>
                <a:lnTo>
                  <a:pt x="40300" y="23470"/>
                </a:lnTo>
                <a:lnTo>
                  <a:pt x="39795" y="23773"/>
                </a:lnTo>
                <a:lnTo>
                  <a:pt x="39270" y="24035"/>
                </a:lnTo>
                <a:lnTo>
                  <a:pt x="38746" y="24277"/>
                </a:lnTo>
                <a:lnTo>
                  <a:pt x="38181" y="24479"/>
                </a:lnTo>
                <a:lnTo>
                  <a:pt x="37636" y="24640"/>
                </a:lnTo>
                <a:lnTo>
                  <a:pt x="37071" y="24782"/>
                </a:lnTo>
                <a:lnTo>
                  <a:pt x="36506" y="24862"/>
                </a:lnTo>
                <a:lnTo>
                  <a:pt x="34790" y="25125"/>
                </a:lnTo>
                <a:lnTo>
                  <a:pt x="32894" y="25387"/>
                </a:lnTo>
                <a:lnTo>
                  <a:pt x="30250" y="25791"/>
                </a:lnTo>
                <a:lnTo>
                  <a:pt x="27485" y="26174"/>
                </a:lnTo>
                <a:lnTo>
                  <a:pt x="26093" y="26356"/>
                </a:lnTo>
                <a:lnTo>
                  <a:pt x="24680" y="26517"/>
                </a:lnTo>
                <a:lnTo>
                  <a:pt x="23247" y="26679"/>
                </a:lnTo>
                <a:lnTo>
                  <a:pt x="21855" y="26800"/>
                </a:lnTo>
                <a:lnTo>
                  <a:pt x="20564" y="26901"/>
                </a:lnTo>
                <a:lnTo>
                  <a:pt x="19252" y="26961"/>
                </a:lnTo>
                <a:lnTo>
                  <a:pt x="17900" y="26981"/>
                </a:lnTo>
                <a:lnTo>
                  <a:pt x="16548" y="26961"/>
                </a:lnTo>
                <a:lnTo>
                  <a:pt x="15175" y="26901"/>
                </a:lnTo>
                <a:lnTo>
                  <a:pt x="13783" y="26820"/>
                </a:lnTo>
                <a:lnTo>
                  <a:pt x="12370" y="26699"/>
                </a:lnTo>
                <a:lnTo>
                  <a:pt x="10958" y="26558"/>
                </a:lnTo>
                <a:lnTo>
                  <a:pt x="10837" y="26537"/>
                </a:lnTo>
                <a:lnTo>
                  <a:pt x="9626" y="26396"/>
                </a:lnTo>
                <a:lnTo>
                  <a:pt x="8334" y="26214"/>
                </a:lnTo>
                <a:lnTo>
                  <a:pt x="7648" y="26093"/>
                </a:lnTo>
                <a:lnTo>
                  <a:pt x="6962" y="25972"/>
                </a:lnTo>
                <a:lnTo>
                  <a:pt x="6276" y="25851"/>
                </a:lnTo>
                <a:lnTo>
                  <a:pt x="5590" y="25690"/>
                </a:lnTo>
                <a:lnTo>
                  <a:pt x="4924" y="25508"/>
                </a:lnTo>
                <a:lnTo>
                  <a:pt x="4258" y="25327"/>
                </a:lnTo>
                <a:lnTo>
                  <a:pt x="3612" y="25105"/>
                </a:lnTo>
                <a:lnTo>
                  <a:pt x="3007" y="24862"/>
                </a:lnTo>
                <a:lnTo>
                  <a:pt x="2422" y="24580"/>
                </a:lnTo>
                <a:lnTo>
                  <a:pt x="1877" y="24277"/>
                </a:lnTo>
                <a:lnTo>
                  <a:pt x="1614" y="24136"/>
                </a:lnTo>
                <a:lnTo>
                  <a:pt x="1372" y="23954"/>
                </a:lnTo>
                <a:lnTo>
                  <a:pt x="1130" y="23773"/>
                </a:lnTo>
                <a:lnTo>
                  <a:pt x="908" y="23591"/>
                </a:lnTo>
                <a:lnTo>
                  <a:pt x="727" y="23409"/>
                </a:lnTo>
                <a:lnTo>
                  <a:pt x="545" y="23208"/>
                </a:lnTo>
                <a:lnTo>
                  <a:pt x="404" y="23026"/>
                </a:lnTo>
                <a:lnTo>
                  <a:pt x="283" y="22824"/>
                </a:lnTo>
                <a:lnTo>
                  <a:pt x="202" y="22643"/>
                </a:lnTo>
                <a:lnTo>
                  <a:pt x="121" y="22441"/>
                </a:lnTo>
                <a:lnTo>
                  <a:pt x="101" y="22239"/>
                </a:lnTo>
                <a:lnTo>
                  <a:pt x="81" y="22037"/>
                </a:lnTo>
                <a:lnTo>
                  <a:pt x="101" y="21815"/>
                </a:lnTo>
                <a:lnTo>
                  <a:pt x="141" y="21593"/>
                </a:lnTo>
                <a:lnTo>
                  <a:pt x="202" y="21371"/>
                </a:lnTo>
                <a:lnTo>
                  <a:pt x="303" y="21149"/>
                </a:lnTo>
                <a:lnTo>
                  <a:pt x="424" y="20947"/>
                </a:lnTo>
                <a:lnTo>
                  <a:pt x="565" y="20725"/>
                </a:lnTo>
                <a:lnTo>
                  <a:pt x="706" y="20524"/>
                </a:lnTo>
                <a:lnTo>
                  <a:pt x="888" y="20302"/>
                </a:lnTo>
                <a:lnTo>
                  <a:pt x="1251" y="19898"/>
                </a:lnTo>
                <a:lnTo>
                  <a:pt x="1675" y="19494"/>
                </a:lnTo>
                <a:lnTo>
                  <a:pt x="2099" y="19111"/>
                </a:lnTo>
                <a:lnTo>
                  <a:pt x="2543" y="18748"/>
                </a:lnTo>
                <a:lnTo>
                  <a:pt x="3168" y="18183"/>
                </a:lnTo>
                <a:lnTo>
                  <a:pt x="3451" y="17920"/>
                </a:lnTo>
                <a:lnTo>
                  <a:pt x="3713" y="17658"/>
                </a:lnTo>
                <a:lnTo>
                  <a:pt x="4641" y="16669"/>
                </a:lnTo>
                <a:lnTo>
                  <a:pt x="5570" y="15701"/>
                </a:lnTo>
                <a:lnTo>
                  <a:pt x="6498" y="14793"/>
                </a:lnTo>
                <a:lnTo>
                  <a:pt x="7426" y="13925"/>
                </a:lnTo>
                <a:lnTo>
                  <a:pt x="8375" y="13097"/>
                </a:lnTo>
                <a:lnTo>
                  <a:pt x="9323" y="12310"/>
                </a:lnTo>
                <a:lnTo>
                  <a:pt x="10272" y="11564"/>
                </a:lnTo>
                <a:lnTo>
                  <a:pt x="11240" y="10857"/>
                </a:lnTo>
                <a:lnTo>
                  <a:pt x="12370" y="10091"/>
                </a:lnTo>
                <a:lnTo>
                  <a:pt x="13521" y="9324"/>
                </a:lnTo>
                <a:lnTo>
                  <a:pt x="14711" y="8597"/>
                </a:lnTo>
                <a:lnTo>
                  <a:pt x="15922" y="7911"/>
                </a:lnTo>
                <a:lnTo>
                  <a:pt x="17153" y="7245"/>
                </a:lnTo>
                <a:lnTo>
                  <a:pt x="18424" y="6599"/>
                </a:lnTo>
                <a:lnTo>
                  <a:pt x="19716" y="5994"/>
                </a:lnTo>
                <a:lnTo>
                  <a:pt x="21028" y="5429"/>
                </a:lnTo>
                <a:lnTo>
                  <a:pt x="22380" y="4864"/>
                </a:lnTo>
                <a:lnTo>
                  <a:pt x="23752" y="4339"/>
                </a:lnTo>
                <a:lnTo>
                  <a:pt x="25165" y="3855"/>
                </a:lnTo>
                <a:lnTo>
                  <a:pt x="26597" y="3391"/>
                </a:lnTo>
                <a:lnTo>
                  <a:pt x="28050" y="2967"/>
                </a:lnTo>
                <a:lnTo>
                  <a:pt x="29544" y="2563"/>
                </a:lnTo>
                <a:lnTo>
                  <a:pt x="31037" y="2180"/>
                </a:lnTo>
                <a:lnTo>
                  <a:pt x="32591" y="1837"/>
                </a:lnTo>
                <a:lnTo>
                  <a:pt x="34145" y="1514"/>
                </a:lnTo>
                <a:lnTo>
                  <a:pt x="35739" y="1231"/>
                </a:lnTo>
                <a:lnTo>
                  <a:pt x="37374" y="989"/>
                </a:lnTo>
                <a:lnTo>
                  <a:pt x="39028" y="747"/>
                </a:lnTo>
                <a:lnTo>
                  <a:pt x="40723" y="566"/>
                </a:lnTo>
                <a:lnTo>
                  <a:pt x="42439" y="384"/>
                </a:lnTo>
                <a:lnTo>
                  <a:pt x="44194" y="243"/>
                </a:lnTo>
                <a:lnTo>
                  <a:pt x="45970" y="142"/>
                </a:lnTo>
                <a:lnTo>
                  <a:pt x="46656" y="101"/>
                </a:lnTo>
                <a:lnTo>
                  <a:pt x="47342" y="81"/>
                </a:lnTo>
                <a:close/>
                <a:moveTo>
                  <a:pt x="47302" y="1"/>
                </a:moveTo>
                <a:lnTo>
                  <a:pt x="46636" y="21"/>
                </a:lnTo>
                <a:lnTo>
                  <a:pt x="45970" y="61"/>
                </a:lnTo>
                <a:lnTo>
                  <a:pt x="44194" y="162"/>
                </a:lnTo>
                <a:lnTo>
                  <a:pt x="42439" y="303"/>
                </a:lnTo>
                <a:lnTo>
                  <a:pt x="40703" y="485"/>
                </a:lnTo>
                <a:lnTo>
                  <a:pt x="39028" y="666"/>
                </a:lnTo>
                <a:lnTo>
                  <a:pt x="37353" y="909"/>
                </a:lnTo>
                <a:lnTo>
                  <a:pt x="35739" y="1151"/>
                </a:lnTo>
                <a:lnTo>
                  <a:pt x="34145" y="1453"/>
                </a:lnTo>
                <a:lnTo>
                  <a:pt x="32571" y="1756"/>
                </a:lnTo>
                <a:lnTo>
                  <a:pt x="31017" y="2099"/>
                </a:lnTo>
                <a:lnTo>
                  <a:pt x="29523" y="2483"/>
                </a:lnTo>
                <a:lnTo>
                  <a:pt x="28030" y="2886"/>
                </a:lnTo>
                <a:lnTo>
                  <a:pt x="26577" y="3310"/>
                </a:lnTo>
                <a:lnTo>
                  <a:pt x="25144" y="3774"/>
                </a:lnTo>
                <a:lnTo>
                  <a:pt x="23732" y="4279"/>
                </a:lnTo>
                <a:lnTo>
                  <a:pt x="22339" y="4803"/>
                </a:lnTo>
                <a:lnTo>
                  <a:pt x="20987" y="5348"/>
                </a:lnTo>
                <a:lnTo>
                  <a:pt x="19676" y="5933"/>
                </a:lnTo>
                <a:lnTo>
                  <a:pt x="18384" y="6539"/>
                </a:lnTo>
                <a:lnTo>
                  <a:pt x="17113" y="7164"/>
                </a:lnTo>
                <a:lnTo>
                  <a:pt x="15882" y="7830"/>
                </a:lnTo>
                <a:lnTo>
                  <a:pt x="14671" y="8537"/>
                </a:lnTo>
                <a:lnTo>
                  <a:pt x="13480" y="9263"/>
                </a:lnTo>
                <a:lnTo>
                  <a:pt x="12330" y="10010"/>
                </a:lnTo>
                <a:lnTo>
                  <a:pt x="11200" y="10797"/>
                </a:lnTo>
                <a:lnTo>
                  <a:pt x="10231" y="11503"/>
                </a:lnTo>
                <a:lnTo>
                  <a:pt x="9263" y="12250"/>
                </a:lnTo>
                <a:lnTo>
                  <a:pt x="8314" y="13037"/>
                </a:lnTo>
                <a:lnTo>
                  <a:pt x="7386" y="13864"/>
                </a:lnTo>
                <a:lnTo>
                  <a:pt x="6438" y="14732"/>
                </a:lnTo>
                <a:lnTo>
                  <a:pt x="5509" y="15640"/>
                </a:lnTo>
                <a:lnTo>
                  <a:pt x="4581" y="16609"/>
                </a:lnTo>
                <a:lnTo>
                  <a:pt x="3653" y="17598"/>
                </a:lnTo>
                <a:lnTo>
                  <a:pt x="3390" y="17860"/>
                </a:lnTo>
                <a:lnTo>
                  <a:pt x="3108" y="18122"/>
                </a:lnTo>
                <a:lnTo>
                  <a:pt x="2482" y="18687"/>
                </a:lnTo>
                <a:lnTo>
                  <a:pt x="2038" y="19051"/>
                </a:lnTo>
                <a:lnTo>
                  <a:pt x="1614" y="19454"/>
                </a:lnTo>
                <a:lnTo>
                  <a:pt x="1191" y="19858"/>
                </a:lnTo>
                <a:lnTo>
                  <a:pt x="807" y="20261"/>
                </a:lnTo>
                <a:lnTo>
                  <a:pt x="646" y="20483"/>
                </a:lnTo>
                <a:lnTo>
                  <a:pt x="484" y="20685"/>
                </a:lnTo>
                <a:lnTo>
                  <a:pt x="343" y="20907"/>
                </a:lnTo>
                <a:lnTo>
                  <a:pt x="222" y="21129"/>
                </a:lnTo>
                <a:lnTo>
                  <a:pt x="141" y="21351"/>
                </a:lnTo>
                <a:lnTo>
                  <a:pt x="61" y="21573"/>
                </a:lnTo>
                <a:lnTo>
                  <a:pt x="20" y="21795"/>
                </a:lnTo>
                <a:lnTo>
                  <a:pt x="0" y="22037"/>
                </a:lnTo>
                <a:lnTo>
                  <a:pt x="20" y="22239"/>
                </a:lnTo>
                <a:lnTo>
                  <a:pt x="61" y="22441"/>
                </a:lnTo>
                <a:lnTo>
                  <a:pt x="121" y="22663"/>
                </a:lnTo>
                <a:lnTo>
                  <a:pt x="222" y="22865"/>
                </a:lnTo>
                <a:lnTo>
                  <a:pt x="343" y="23066"/>
                </a:lnTo>
                <a:lnTo>
                  <a:pt x="484" y="23268"/>
                </a:lnTo>
                <a:lnTo>
                  <a:pt x="666" y="23470"/>
                </a:lnTo>
                <a:lnTo>
                  <a:pt x="868" y="23652"/>
                </a:lnTo>
                <a:lnTo>
                  <a:pt x="1090" y="23833"/>
                </a:lnTo>
                <a:lnTo>
                  <a:pt x="1312" y="24015"/>
                </a:lnTo>
                <a:lnTo>
                  <a:pt x="1574" y="24196"/>
                </a:lnTo>
                <a:lnTo>
                  <a:pt x="1836" y="24358"/>
                </a:lnTo>
                <a:lnTo>
                  <a:pt x="2381" y="24661"/>
                </a:lnTo>
                <a:lnTo>
                  <a:pt x="2967" y="24923"/>
                </a:lnTo>
                <a:lnTo>
                  <a:pt x="3592" y="25165"/>
                </a:lnTo>
                <a:lnTo>
                  <a:pt x="4218" y="25387"/>
                </a:lnTo>
                <a:lnTo>
                  <a:pt x="4884" y="25589"/>
                </a:lnTo>
                <a:lnTo>
                  <a:pt x="5570" y="25770"/>
                </a:lnTo>
                <a:lnTo>
                  <a:pt x="6256" y="25912"/>
                </a:lnTo>
                <a:lnTo>
                  <a:pt x="6942" y="26053"/>
                </a:lnTo>
                <a:lnTo>
                  <a:pt x="7628" y="26174"/>
                </a:lnTo>
                <a:lnTo>
                  <a:pt x="8314" y="26295"/>
                </a:lnTo>
                <a:lnTo>
                  <a:pt x="9606" y="26477"/>
                </a:lnTo>
                <a:lnTo>
                  <a:pt x="10817" y="26618"/>
                </a:lnTo>
                <a:lnTo>
                  <a:pt x="10938" y="26638"/>
                </a:lnTo>
                <a:lnTo>
                  <a:pt x="11826" y="26739"/>
                </a:lnTo>
                <a:lnTo>
                  <a:pt x="12693" y="26820"/>
                </a:lnTo>
                <a:lnTo>
                  <a:pt x="13561" y="26880"/>
                </a:lnTo>
                <a:lnTo>
                  <a:pt x="14429" y="26941"/>
                </a:lnTo>
                <a:lnTo>
                  <a:pt x="15276" y="27001"/>
                </a:lnTo>
                <a:lnTo>
                  <a:pt x="16124" y="27022"/>
                </a:lnTo>
                <a:lnTo>
                  <a:pt x="16971" y="27042"/>
                </a:lnTo>
                <a:lnTo>
                  <a:pt x="17799" y="27062"/>
                </a:lnTo>
                <a:lnTo>
                  <a:pt x="18828" y="27042"/>
                </a:lnTo>
                <a:lnTo>
                  <a:pt x="19857" y="27022"/>
                </a:lnTo>
                <a:lnTo>
                  <a:pt x="20866" y="26961"/>
                </a:lnTo>
                <a:lnTo>
                  <a:pt x="21855" y="26880"/>
                </a:lnTo>
                <a:lnTo>
                  <a:pt x="23268" y="26759"/>
                </a:lnTo>
                <a:lnTo>
                  <a:pt x="24680" y="26598"/>
                </a:lnTo>
                <a:lnTo>
                  <a:pt x="26093" y="26436"/>
                </a:lnTo>
                <a:lnTo>
                  <a:pt x="27505" y="26255"/>
                </a:lnTo>
                <a:lnTo>
                  <a:pt x="30270" y="25871"/>
                </a:lnTo>
                <a:lnTo>
                  <a:pt x="32914" y="25468"/>
                </a:lnTo>
                <a:lnTo>
                  <a:pt x="34790" y="25205"/>
                </a:lnTo>
                <a:lnTo>
                  <a:pt x="36506" y="24943"/>
                </a:lnTo>
                <a:lnTo>
                  <a:pt x="37091" y="24862"/>
                </a:lnTo>
                <a:lnTo>
                  <a:pt x="37656" y="24721"/>
                </a:lnTo>
                <a:lnTo>
                  <a:pt x="38221" y="24539"/>
                </a:lnTo>
                <a:lnTo>
                  <a:pt x="38766" y="24338"/>
                </a:lnTo>
                <a:lnTo>
                  <a:pt x="39311" y="24096"/>
                </a:lnTo>
                <a:lnTo>
                  <a:pt x="39835" y="23833"/>
                </a:lnTo>
                <a:lnTo>
                  <a:pt x="40340" y="23530"/>
                </a:lnTo>
                <a:lnTo>
                  <a:pt x="40824" y="23208"/>
                </a:lnTo>
                <a:lnTo>
                  <a:pt x="41309" y="22824"/>
                </a:lnTo>
                <a:lnTo>
                  <a:pt x="41753" y="22421"/>
                </a:lnTo>
                <a:lnTo>
                  <a:pt x="42156" y="21977"/>
                </a:lnTo>
                <a:lnTo>
                  <a:pt x="42540" y="21533"/>
                </a:lnTo>
                <a:lnTo>
                  <a:pt x="42862" y="21069"/>
                </a:lnTo>
                <a:lnTo>
                  <a:pt x="43145" y="20584"/>
                </a:lnTo>
                <a:lnTo>
                  <a:pt x="43387" y="20080"/>
                </a:lnTo>
                <a:lnTo>
                  <a:pt x="43589" y="19555"/>
                </a:lnTo>
                <a:lnTo>
                  <a:pt x="43690" y="19172"/>
                </a:lnTo>
                <a:lnTo>
                  <a:pt x="43771" y="18788"/>
                </a:lnTo>
                <a:lnTo>
                  <a:pt x="43851" y="18385"/>
                </a:lnTo>
                <a:lnTo>
                  <a:pt x="43892" y="18001"/>
                </a:lnTo>
                <a:lnTo>
                  <a:pt x="43952" y="17194"/>
                </a:lnTo>
                <a:lnTo>
                  <a:pt x="43993" y="16407"/>
                </a:lnTo>
                <a:lnTo>
                  <a:pt x="44013" y="15761"/>
                </a:lnTo>
                <a:lnTo>
                  <a:pt x="44053" y="15115"/>
                </a:lnTo>
                <a:lnTo>
                  <a:pt x="44114" y="14449"/>
                </a:lnTo>
                <a:lnTo>
                  <a:pt x="44174" y="14147"/>
                </a:lnTo>
                <a:lnTo>
                  <a:pt x="44235" y="13824"/>
                </a:lnTo>
                <a:lnTo>
                  <a:pt x="44376" y="13319"/>
                </a:lnTo>
                <a:lnTo>
                  <a:pt x="44537" y="12815"/>
                </a:lnTo>
                <a:lnTo>
                  <a:pt x="44739" y="12351"/>
                </a:lnTo>
                <a:lnTo>
                  <a:pt x="44981" y="11887"/>
                </a:lnTo>
                <a:lnTo>
                  <a:pt x="45224" y="11443"/>
                </a:lnTo>
                <a:lnTo>
                  <a:pt x="45506" y="11019"/>
                </a:lnTo>
                <a:lnTo>
                  <a:pt x="45809" y="10595"/>
                </a:lnTo>
                <a:lnTo>
                  <a:pt x="46152" y="10191"/>
                </a:lnTo>
                <a:lnTo>
                  <a:pt x="46475" y="9788"/>
                </a:lnTo>
                <a:lnTo>
                  <a:pt x="46838" y="9404"/>
                </a:lnTo>
                <a:lnTo>
                  <a:pt x="47201" y="9021"/>
                </a:lnTo>
                <a:lnTo>
                  <a:pt x="47585" y="8658"/>
                </a:lnTo>
                <a:lnTo>
                  <a:pt x="48372" y="7911"/>
                </a:lnTo>
                <a:lnTo>
                  <a:pt x="49159" y="7185"/>
                </a:lnTo>
                <a:lnTo>
                  <a:pt x="50329" y="6135"/>
                </a:lnTo>
                <a:lnTo>
                  <a:pt x="50894" y="5590"/>
                </a:lnTo>
                <a:lnTo>
                  <a:pt x="51459" y="5025"/>
                </a:lnTo>
                <a:lnTo>
                  <a:pt x="51742" y="4702"/>
                </a:lnTo>
                <a:lnTo>
                  <a:pt x="52024" y="4359"/>
                </a:lnTo>
                <a:lnTo>
                  <a:pt x="52266" y="3976"/>
                </a:lnTo>
                <a:lnTo>
                  <a:pt x="52387" y="3774"/>
                </a:lnTo>
                <a:lnTo>
                  <a:pt x="52468" y="3572"/>
                </a:lnTo>
                <a:lnTo>
                  <a:pt x="52569" y="3371"/>
                </a:lnTo>
                <a:lnTo>
                  <a:pt x="52630" y="3169"/>
                </a:lnTo>
                <a:lnTo>
                  <a:pt x="52670" y="2947"/>
                </a:lnTo>
                <a:lnTo>
                  <a:pt x="52710" y="2745"/>
                </a:lnTo>
                <a:lnTo>
                  <a:pt x="52710" y="2523"/>
                </a:lnTo>
                <a:lnTo>
                  <a:pt x="52690" y="2321"/>
                </a:lnTo>
                <a:lnTo>
                  <a:pt x="52650" y="2099"/>
                </a:lnTo>
                <a:lnTo>
                  <a:pt x="52569" y="1897"/>
                </a:lnTo>
                <a:lnTo>
                  <a:pt x="52468" y="1716"/>
                </a:lnTo>
                <a:lnTo>
                  <a:pt x="52367" y="1534"/>
                </a:lnTo>
                <a:lnTo>
                  <a:pt x="52226" y="1373"/>
                </a:lnTo>
                <a:lnTo>
                  <a:pt x="52065" y="1211"/>
                </a:lnTo>
                <a:lnTo>
                  <a:pt x="51883" y="1070"/>
                </a:lnTo>
                <a:lnTo>
                  <a:pt x="51661" y="909"/>
                </a:lnTo>
                <a:lnTo>
                  <a:pt x="51439" y="788"/>
                </a:lnTo>
                <a:lnTo>
                  <a:pt x="51197" y="666"/>
                </a:lnTo>
                <a:lnTo>
                  <a:pt x="50894" y="525"/>
                </a:lnTo>
                <a:lnTo>
                  <a:pt x="50571" y="424"/>
                </a:lnTo>
                <a:lnTo>
                  <a:pt x="50269" y="323"/>
                </a:lnTo>
                <a:lnTo>
                  <a:pt x="49946" y="243"/>
                </a:lnTo>
                <a:lnTo>
                  <a:pt x="49623" y="182"/>
                </a:lnTo>
                <a:lnTo>
                  <a:pt x="49300" y="122"/>
                </a:lnTo>
                <a:lnTo>
                  <a:pt x="48654" y="41"/>
                </a:lnTo>
                <a:lnTo>
                  <a:pt x="47988" y="1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1" name="Google Shape;171;p3"/>
          <p:cNvSpPr/>
          <p:nvPr/>
        </p:nvSpPr>
        <p:spPr>
          <a:xfrm>
            <a:off x="7917290" y="1315452"/>
            <a:ext cx="631867" cy="441222"/>
          </a:xfrm>
          <a:custGeom>
            <a:rect b="b" l="l" r="r" t="t"/>
            <a:pathLst>
              <a:path extrusionOk="0" h="7892" w="11302">
                <a:moveTo>
                  <a:pt x="10030" y="82"/>
                </a:moveTo>
                <a:lnTo>
                  <a:pt x="10252" y="102"/>
                </a:lnTo>
                <a:lnTo>
                  <a:pt x="10494" y="142"/>
                </a:lnTo>
                <a:lnTo>
                  <a:pt x="10696" y="203"/>
                </a:lnTo>
                <a:lnTo>
                  <a:pt x="10797" y="243"/>
                </a:lnTo>
                <a:lnTo>
                  <a:pt x="10897" y="304"/>
                </a:lnTo>
                <a:lnTo>
                  <a:pt x="10978" y="364"/>
                </a:lnTo>
                <a:lnTo>
                  <a:pt x="11059" y="445"/>
                </a:lnTo>
                <a:lnTo>
                  <a:pt x="11119" y="526"/>
                </a:lnTo>
                <a:lnTo>
                  <a:pt x="11180" y="627"/>
                </a:lnTo>
                <a:lnTo>
                  <a:pt x="11220" y="727"/>
                </a:lnTo>
                <a:lnTo>
                  <a:pt x="11220" y="828"/>
                </a:lnTo>
                <a:lnTo>
                  <a:pt x="11220" y="949"/>
                </a:lnTo>
                <a:lnTo>
                  <a:pt x="11180" y="1050"/>
                </a:lnTo>
                <a:lnTo>
                  <a:pt x="11140" y="1131"/>
                </a:lnTo>
                <a:lnTo>
                  <a:pt x="11079" y="1192"/>
                </a:lnTo>
                <a:lnTo>
                  <a:pt x="11019" y="1252"/>
                </a:lnTo>
                <a:lnTo>
                  <a:pt x="10938" y="1313"/>
                </a:lnTo>
                <a:lnTo>
                  <a:pt x="10756" y="1393"/>
                </a:lnTo>
                <a:lnTo>
                  <a:pt x="10554" y="1474"/>
                </a:lnTo>
                <a:lnTo>
                  <a:pt x="10433" y="1535"/>
                </a:lnTo>
                <a:lnTo>
                  <a:pt x="10131" y="1676"/>
                </a:lnTo>
                <a:lnTo>
                  <a:pt x="9888" y="1858"/>
                </a:lnTo>
                <a:lnTo>
                  <a:pt x="9666" y="2039"/>
                </a:lnTo>
                <a:lnTo>
                  <a:pt x="9505" y="2261"/>
                </a:lnTo>
                <a:lnTo>
                  <a:pt x="9364" y="2503"/>
                </a:lnTo>
                <a:lnTo>
                  <a:pt x="9243" y="2745"/>
                </a:lnTo>
                <a:lnTo>
                  <a:pt x="9021" y="3290"/>
                </a:lnTo>
                <a:lnTo>
                  <a:pt x="8819" y="3795"/>
                </a:lnTo>
                <a:lnTo>
                  <a:pt x="8617" y="4239"/>
                </a:lnTo>
                <a:lnTo>
                  <a:pt x="8415" y="4663"/>
                </a:lnTo>
                <a:lnTo>
                  <a:pt x="8193" y="5046"/>
                </a:lnTo>
                <a:lnTo>
                  <a:pt x="7992" y="5389"/>
                </a:lnTo>
                <a:lnTo>
                  <a:pt x="7749" y="5712"/>
                </a:lnTo>
                <a:lnTo>
                  <a:pt x="7527" y="6015"/>
                </a:lnTo>
                <a:lnTo>
                  <a:pt x="7285" y="6277"/>
                </a:lnTo>
                <a:lnTo>
                  <a:pt x="7023" y="6519"/>
                </a:lnTo>
                <a:lnTo>
                  <a:pt x="6821" y="6701"/>
                </a:lnTo>
                <a:lnTo>
                  <a:pt x="6599" y="6862"/>
                </a:lnTo>
                <a:lnTo>
                  <a:pt x="6357" y="7024"/>
                </a:lnTo>
                <a:lnTo>
                  <a:pt x="6115" y="7165"/>
                </a:lnTo>
                <a:lnTo>
                  <a:pt x="5873" y="7286"/>
                </a:lnTo>
                <a:lnTo>
                  <a:pt x="5630" y="7407"/>
                </a:lnTo>
                <a:lnTo>
                  <a:pt x="5368" y="7508"/>
                </a:lnTo>
                <a:lnTo>
                  <a:pt x="5086" y="7589"/>
                </a:lnTo>
                <a:lnTo>
                  <a:pt x="4823" y="7669"/>
                </a:lnTo>
                <a:lnTo>
                  <a:pt x="4541" y="7730"/>
                </a:lnTo>
                <a:lnTo>
                  <a:pt x="4278" y="7770"/>
                </a:lnTo>
                <a:lnTo>
                  <a:pt x="3996" y="7790"/>
                </a:lnTo>
                <a:lnTo>
                  <a:pt x="3713" y="7811"/>
                </a:lnTo>
                <a:lnTo>
                  <a:pt x="3431" y="7811"/>
                </a:lnTo>
                <a:lnTo>
                  <a:pt x="3169" y="7790"/>
                </a:lnTo>
                <a:lnTo>
                  <a:pt x="2886" y="7750"/>
                </a:lnTo>
                <a:lnTo>
                  <a:pt x="2603" y="7690"/>
                </a:lnTo>
                <a:lnTo>
                  <a:pt x="2321" y="7629"/>
                </a:lnTo>
                <a:lnTo>
                  <a:pt x="2059" y="7528"/>
                </a:lnTo>
                <a:lnTo>
                  <a:pt x="1796" y="7427"/>
                </a:lnTo>
                <a:lnTo>
                  <a:pt x="1554" y="7306"/>
                </a:lnTo>
                <a:lnTo>
                  <a:pt x="1332" y="7165"/>
                </a:lnTo>
                <a:lnTo>
                  <a:pt x="1110" y="7024"/>
                </a:lnTo>
                <a:lnTo>
                  <a:pt x="908" y="6842"/>
                </a:lnTo>
                <a:lnTo>
                  <a:pt x="707" y="6640"/>
                </a:lnTo>
                <a:lnTo>
                  <a:pt x="545" y="6418"/>
                </a:lnTo>
                <a:lnTo>
                  <a:pt x="384" y="6176"/>
                </a:lnTo>
                <a:lnTo>
                  <a:pt x="263" y="5934"/>
                </a:lnTo>
                <a:lnTo>
                  <a:pt x="182" y="5692"/>
                </a:lnTo>
                <a:lnTo>
                  <a:pt x="101" y="5429"/>
                </a:lnTo>
                <a:lnTo>
                  <a:pt x="81" y="5167"/>
                </a:lnTo>
                <a:lnTo>
                  <a:pt x="81" y="4905"/>
                </a:lnTo>
                <a:lnTo>
                  <a:pt x="101" y="4663"/>
                </a:lnTo>
                <a:lnTo>
                  <a:pt x="142" y="4441"/>
                </a:lnTo>
                <a:lnTo>
                  <a:pt x="222" y="4239"/>
                </a:lnTo>
                <a:lnTo>
                  <a:pt x="303" y="4037"/>
                </a:lnTo>
                <a:lnTo>
                  <a:pt x="404" y="3835"/>
                </a:lnTo>
                <a:lnTo>
                  <a:pt x="525" y="3654"/>
                </a:lnTo>
                <a:lnTo>
                  <a:pt x="646" y="3472"/>
                </a:lnTo>
                <a:lnTo>
                  <a:pt x="787" y="3311"/>
                </a:lnTo>
                <a:lnTo>
                  <a:pt x="1090" y="3008"/>
                </a:lnTo>
                <a:lnTo>
                  <a:pt x="1393" y="2745"/>
                </a:lnTo>
                <a:lnTo>
                  <a:pt x="1695" y="2523"/>
                </a:lnTo>
                <a:lnTo>
                  <a:pt x="1978" y="2342"/>
                </a:lnTo>
                <a:lnTo>
                  <a:pt x="2361" y="2120"/>
                </a:lnTo>
                <a:lnTo>
                  <a:pt x="2745" y="1918"/>
                </a:lnTo>
                <a:lnTo>
                  <a:pt x="3128" y="1736"/>
                </a:lnTo>
                <a:lnTo>
                  <a:pt x="3532" y="1555"/>
                </a:lnTo>
                <a:lnTo>
                  <a:pt x="4319" y="1252"/>
                </a:lnTo>
                <a:lnTo>
                  <a:pt x="5106" y="990"/>
                </a:lnTo>
                <a:lnTo>
                  <a:pt x="6175" y="647"/>
                </a:lnTo>
                <a:lnTo>
                  <a:pt x="6740" y="505"/>
                </a:lnTo>
                <a:lnTo>
                  <a:pt x="7326" y="364"/>
                </a:lnTo>
                <a:lnTo>
                  <a:pt x="7911" y="243"/>
                </a:lnTo>
                <a:lnTo>
                  <a:pt x="8496" y="162"/>
                </a:lnTo>
                <a:lnTo>
                  <a:pt x="9101" y="102"/>
                </a:lnTo>
                <a:lnTo>
                  <a:pt x="9727" y="82"/>
                </a:lnTo>
                <a:close/>
                <a:moveTo>
                  <a:pt x="9384" y="1"/>
                </a:moveTo>
                <a:lnTo>
                  <a:pt x="8718" y="62"/>
                </a:lnTo>
                <a:lnTo>
                  <a:pt x="8092" y="142"/>
                </a:lnTo>
                <a:lnTo>
                  <a:pt x="7447" y="243"/>
                </a:lnTo>
                <a:lnTo>
                  <a:pt x="6841" y="384"/>
                </a:lnTo>
                <a:lnTo>
                  <a:pt x="6236" y="546"/>
                </a:lnTo>
                <a:lnTo>
                  <a:pt x="5651" y="727"/>
                </a:lnTo>
                <a:lnTo>
                  <a:pt x="5086" y="909"/>
                </a:lnTo>
                <a:lnTo>
                  <a:pt x="4299" y="1171"/>
                </a:lnTo>
                <a:lnTo>
                  <a:pt x="3491" y="1474"/>
                </a:lnTo>
                <a:lnTo>
                  <a:pt x="3108" y="1656"/>
                </a:lnTo>
                <a:lnTo>
                  <a:pt x="2704" y="1837"/>
                </a:lnTo>
                <a:lnTo>
                  <a:pt x="2321" y="2039"/>
                </a:lnTo>
                <a:lnTo>
                  <a:pt x="1938" y="2261"/>
                </a:lnTo>
                <a:lnTo>
                  <a:pt x="1655" y="2443"/>
                </a:lnTo>
                <a:lnTo>
                  <a:pt x="1352" y="2685"/>
                </a:lnTo>
                <a:lnTo>
                  <a:pt x="1029" y="2947"/>
                </a:lnTo>
                <a:lnTo>
                  <a:pt x="727" y="3250"/>
                </a:lnTo>
                <a:lnTo>
                  <a:pt x="585" y="3432"/>
                </a:lnTo>
                <a:lnTo>
                  <a:pt x="464" y="3613"/>
                </a:lnTo>
                <a:lnTo>
                  <a:pt x="343" y="3795"/>
                </a:lnTo>
                <a:lnTo>
                  <a:pt x="222" y="3997"/>
                </a:lnTo>
                <a:lnTo>
                  <a:pt x="142" y="4219"/>
                </a:lnTo>
                <a:lnTo>
                  <a:pt x="61" y="4441"/>
                </a:lnTo>
                <a:lnTo>
                  <a:pt x="20" y="4663"/>
                </a:lnTo>
                <a:lnTo>
                  <a:pt x="0" y="4905"/>
                </a:lnTo>
                <a:lnTo>
                  <a:pt x="0" y="5167"/>
                </a:lnTo>
                <a:lnTo>
                  <a:pt x="20" y="5429"/>
                </a:lnTo>
                <a:lnTo>
                  <a:pt x="101" y="5712"/>
                </a:lnTo>
                <a:lnTo>
                  <a:pt x="202" y="5974"/>
                </a:lnTo>
                <a:lnTo>
                  <a:pt x="323" y="6216"/>
                </a:lnTo>
                <a:lnTo>
                  <a:pt x="485" y="6459"/>
                </a:lnTo>
                <a:lnTo>
                  <a:pt x="646" y="6701"/>
                </a:lnTo>
                <a:lnTo>
                  <a:pt x="868" y="6903"/>
                </a:lnTo>
                <a:lnTo>
                  <a:pt x="1070" y="7084"/>
                </a:lnTo>
                <a:lnTo>
                  <a:pt x="1272" y="7225"/>
                </a:lnTo>
                <a:lnTo>
                  <a:pt x="1514" y="7367"/>
                </a:lnTo>
                <a:lnTo>
                  <a:pt x="1756" y="7488"/>
                </a:lnTo>
                <a:lnTo>
                  <a:pt x="2018" y="7609"/>
                </a:lnTo>
                <a:lnTo>
                  <a:pt x="2301" y="7690"/>
                </a:lnTo>
                <a:lnTo>
                  <a:pt x="2583" y="7770"/>
                </a:lnTo>
                <a:lnTo>
                  <a:pt x="2886" y="7831"/>
                </a:lnTo>
                <a:lnTo>
                  <a:pt x="3269" y="7871"/>
                </a:lnTo>
                <a:lnTo>
                  <a:pt x="3673" y="7891"/>
                </a:lnTo>
                <a:lnTo>
                  <a:pt x="4137" y="7871"/>
                </a:lnTo>
                <a:lnTo>
                  <a:pt x="4601" y="7811"/>
                </a:lnTo>
                <a:lnTo>
                  <a:pt x="5045" y="7710"/>
                </a:lnTo>
                <a:lnTo>
                  <a:pt x="5489" y="7548"/>
                </a:lnTo>
                <a:lnTo>
                  <a:pt x="5913" y="7367"/>
                </a:lnTo>
                <a:lnTo>
                  <a:pt x="6337" y="7145"/>
                </a:lnTo>
                <a:lnTo>
                  <a:pt x="6720" y="6882"/>
                </a:lnTo>
                <a:lnTo>
                  <a:pt x="7083" y="6580"/>
                </a:lnTo>
                <a:lnTo>
                  <a:pt x="7346" y="6338"/>
                </a:lnTo>
                <a:lnTo>
                  <a:pt x="7588" y="6055"/>
                </a:lnTo>
                <a:lnTo>
                  <a:pt x="7830" y="5752"/>
                </a:lnTo>
                <a:lnTo>
                  <a:pt x="8052" y="5429"/>
                </a:lnTo>
                <a:lnTo>
                  <a:pt x="8274" y="5086"/>
                </a:lnTo>
                <a:lnTo>
                  <a:pt x="8476" y="4703"/>
                </a:lnTo>
                <a:lnTo>
                  <a:pt x="8698" y="4279"/>
                </a:lnTo>
                <a:lnTo>
                  <a:pt x="8900" y="3815"/>
                </a:lnTo>
                <a:lnTo>
                  <a:pt x="9101" y="3311"/>
                </a:lnTo>
                <a:lnTo>
                  <a:pt x="9303" y="2786"/>
                </a:lnTo>
                <a:lnTo>
                  <a:pt x="9424" y="2544"/>
                </a:lnTo>
                <a:lnTo>
                  <a:pt x="9566" y="2322"/>
                </a:lnTo>
                <a:lnTo>
                  <a:pt x="9727" y="2100"/>
                </a:lnTo>
                <a:lnTo>
                  <a:pt x="9929" y="1918"/>
                </a:lnTo>
                <a:lnTo>
                  <a:pt x="10171" y="1757"/>
                </a:lnTo>
                <a:lnTo>
                  <a:pt x="10454" y="1615"/>
                </a:lnTo>
                <a:lnTo>
                  <a:pt x="10595" y="1555"/>
                </a:lnTo>
                <a:lnTo>
                  <a:pt x="10797" y="1474"/>
                </a:lnTo>
                <a:lnTo>
                  <a:pt x="10978" y="1373"/>
                </a:lnTo>
                <a:lnTo>
                  <a:pt x="11059" y="1313"/>
                </a:lnTo>
                <a:lnTo>
                  <a:pt x="11140" y="1252"/>
                </a:lnTo>
                <a:lnTo>
                  <a:pt x="11200" y="1171"/>
                </a:lnTo>
                <a:lnTo>
                  <a:pt x="11261" y="1071"/>
                </a:lnTo>
                <a:lnTo>
                  <a:pt x="11301" y="970"/>
                </a:lnTo>
                <a:lnTo>
                  <a:pt x="11301" y="849"/>
                </a:lnTo>
                <a:lnTo>
                  <a:pt x="11301" y="727"/>
                </a:lnTo>
                <a:lnTo>
                  <a:pt x="11261" y="606"/>
                </a:lnTo>
                <a:lnTo>
                  <a:pt x="11200" y="485"/>
                </a:lnTo>
                <a:lnTo>
                  <a:pt x="11119" y="384"/>
                </a:lnTo>
                <a:lnTo>
                  <a:pt x="11039" y="304"/>
                </a:lnTo>
                <a:lnTo>
                  <a:pt x="10938" y="223"/>
                </a:lnTo>
                <a:lnTo>
                  <a:pt x="10837" y="162"/>
                </a:lnTo>
                <a:lnTo>
                  <a:pt x="10736" y="122"/>
                </a:lnTo>
                <a:lnTo>
                  <a:pt x="10514" y="62"/>
                </a:lnTo>
                <a:lnTo>
                  <a:pt x="10272" y="21"/>
                </a:lnTo>
                <a:lnTo>
                  <a:pt x="10030" y="1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2" name="Google Shape;172;p3"/>
          <p:cNvSpPr/>
          <p:nvPr/>
        </p:nvSpPr>
        <p:spPr>
          <a:xfrm>
            <a:off x="1573619" y="4469485"/>
            <a:ext cx="935332" cy="741278"/>
          </a:xfrm>
          <a:custGeom>
            <a:rect b="b" l="l" r="r" t="t"/>
            <a:pathLst>
              <a:path extrusionOk="0" h="13259" w="16730">
                <a:moveTo>
                  <a:pt x="14550" y="81"/>
                </a:moveTo>
                <a:lnTo>
                  <a:pt x="14772" y="122"/>
                </a:lnTo>
                <a:lnTo>
                  <a:pt x="15014" y="202"/>
                </a:lnTo>
                <a:lnTo>
                  <a:pt x="15216" y="324"/>
                </a:lnTo>
                <a:lnTo>
                  <a:pt x="15438" y="465"/>
                </a:lnTo>
                <a:lnTo>
                  <a:pt x="15640" y="667"/>
                </a:lnTo>
                <a:lnTo>
                  <a:pt x="15821" y="889"/>
                </a:lnTo>
                <a:lnTo>
                  <a:pt x="15983" y="1131"/>
                </a:lnTo>
                <a:lnTo>
                  <a:pt x="16144" y="1413"/>
                </a:lnTo>
                <a:lnTo>
                  <a:pt x="16245" y="1655"/>
                </a:lnTo>
                <a:lnTo>
                  <a:pt x="16346" y="1898"/>
                </a:lnTo>
                <a:lnTo>
                  <a:pt x="16427" y="2140"/>
                </a:lnTo>
                <a:lnTo>
                  <a:pt x="16487" y="2422"/>
                </a:lnTo>
                <a:lnTo>
                  <a:pt x="16548" y="2685"/>
                </a:lnTo>
                <a:lnTo>
                  <a:pt x="16588" y="2967"/>
                </a:lnTo>
                <a:lnTo>
                  <a:pt x="16628" y="3250"/>
                </a:lnTo>
                <a:lnTo>
                  <a:pt x="16649" y="3552"/>
                </a:lnTo>
                <a:lnTo>
                  <a:pt x="16649" y="3855"/>
                </a:lnTo>
                <a:lnTo>
                  <a:pt x="16649" y="4178"/>
                </a:lnTo>
                <a:lnTo>
                  <a:pt x="16588" y="4844"/>
                </a:lnTo>
                <a:lnTo>
                  <a:pt x="16487" y="5550"/>
                </a:lnTo>
                <a:lnTo>
                  <a:pt x="16326" y="6317"/>
                </a:lnTo>
                <a:lnTo>
                  <a:pt x="16144" y="7044"/>
                </a:lnTo>
                <a:lnTo>
                  <a:pt x="15942" y="7709"/>
                </a:lnTo>
                <a:lnTo>
                  <a:pt x="15720" y="8315"/>
                </a:lnTo>
                <a:lnTo>
                  <a:pt x="15458" y="8860"/>
                </a:lnTo>
                <a:lnTo>
                  <a:pt x="15317" y="9122"/>
                </a:lnTo>
                <a:lnTo>
                  <a:pt x="15176" y="9364"/>
                </a:lnTo>
                <a:lnTo>
                  <a:pt x="15014" y="9586"/>
                </a:lnTo>
                <a:lnTo>
                  <a:pt x="14873" y="9808"/>
                </a:lnTo>
                <a:lnTo>
                  <a:pt x="14691" y="10010"/>
                </a:lnTo>
                <a:lnTo>
                  <a:pt x="14530" y="10212"/>
                </a:lnTo>
                <a:lnTo>
                  <a:pt x="14348" y="10393"/>
                </a:lnTo>
                <a:lnTo>
                  <a:pt x="14146" y="10555"/>
                </a:lnTo>
                <a:lnTo>
                  <a:pt x="13803" y="10837"/>
                </a:lnTo>
                <a:lnTo>
                  <a:pt x="13440" y="11080"/>
                </a:lnTo>
                <a:lnTo>
                  <a:pt x="13036" y="11302"/>
                </a:lnTo>
                <a:lnTo>
                  <a:pt x="12633" y="11483"/>
                </a:lnTo>
                <a:lnTo>
                  <a:pt x="12229" y="11665"/>
                </a:lnTo>
                <a:lnTo>
                  <a:pt x="11805" y="11806"/>
                </a:lnTo>
                <a:lnTo>
                  <a:pt x="11402" y="11947"/>
                </a:lnTo>
                <a:lnTo>
                  <a:pt x="10978" y="12068"/>
                </a:lnTo>
                <a:lnTo>
                  <a:pt x="10373" y="12230"/>
                </a:lnTo>
                <a:lnTo>
                  <a:pt x="9787" y="12371"/>
                </a:lnTo>
                <a:lnTo>
                  <a:pt x="9202" y="12512"/>
                </a:lnTo>
                <a:lnTo>
                  <a:pt x="8597" y="12633"/>
                </a:lnTo>
                <a:lnTo>
                  <a:pt x="7991" y="12734"/>
                </a:lnTo>
                <a:lnTo>
                  <a:pt x="7386" y="12835"/>
                </a:lnTo>
                <a:lnTo>
                  <a:pt x="6801" y="12936"/>
                </a:lnTo>
                <a:lnTo>
                  <a:pt x="6195" y="12997"/>
                </a:lnTo>
                <a:lnTo>
                  <a:pt x="5590" y="13057"/>
                </a:lnTo>
                <a:lnTo>
                  <a:pt x="4964" y="13118"/>
                </a:lnTo>
                <a:lnTo>
                  <a:pt x="4359" y="13158"/>
                </a:lnTo>
                <a:lnTo>
                  <a:pt x="3754" y="13178"/>
                </a:lnTo>
                <a:lnTo>
                  <a:pt x="1917" y="13178"/>
                </a:lnTo>
                <a:lnTo>
                  <a:pt x="1312" y="13138"/>
                </a:lnTo>
                <a:lnTo>
                  <a:pt x="1070" y="13118"/>
                </a:lnTo>
                <a:lnTo>
                  <a:pt x="848" y="13077"/>
                </a:lnTo>
                <a:lnTo>
                  <a:pt x="646" y="13017"/>
                </a:lnTo>
                <a:lnTo>
                  <a:pt x="484" y="12956"/>
                </a:lnTo>
                <a:lnTo>
                  <a:pt x="343" y="12855"/>
                </a:lnTo>
                <a:lnTo>
                  <a:pt x="242" y="12754"/>
                </a:lnTo>
                <a:lnTo>
                  <a:pt x="162" y="12613"/>
                </a:lnTo>
                <a:lnTo>
                  <a:pt x="101" y="12472"/>
                </a:lnTo>
                <a:lnTo>
                  <a:pt x="81" y="12351"/>
                </a:lnTo>
                <a:lnTo>
                  <a:pt x="81" y="12210"/>
                </a:lnTo>
                <a:lnTo>
                  <a:pt x="101" y="12068"/>
                </a:lnTo>
                <a:lnTo>
                  <a:pt x="121" y="11907"/>
                </a:lnTo>
                <a:lnTo>
                  <a:pt x="182" y="11745"/>
                </a:lnTo>
                <a:lnTo>
                  <a:pt x="242" y="11584"/>
                </a:lnTo>
                <a:lnTo>
                  <a:pt x="384" y="11241"/>
                </a:lnTo>
                <a:lnTo>
                  <a:pt x="606" y="10878"/>
                </a:lnTo>
                <a:lnTo>
                  <a:pt x="848" y="10515"/>
                </a:lnTo>
                <a:lnTo>
                  <a:pt x="1110" y="10131"/>
                </a:lnTo>
                <a:lnTo>
                  <a:pt x="1413" y="9768"/>
                </a:lnTo>
                <a:lnTo>
                  <a:pt x="1715" y="9405"/>
                </a:lnTo>
                <a:lnTo>
                  <a:pt x="2038" y="9062"/>
                </a:lnTo>
                <a:lnTo>
                  <a:pt x="2341" y="8739"/>
                </a:lnTo>
                <a:lnTo>
                  <a:pt x="2644" y="8456"/>
                </a:lnTo>
                <a:lnTo>
                  <a:pt x="2926" y="8194"/>
                </a:lnTo>
                <a:lnTo>
                  <a:pt x="3189" y="7972"/>
                </a:lnTo>
                <a:lnTo>
                  <a:pt x="3411" y="7790"/>
                </a:lnTo>
                <a:lnTo>
                  <a:pt x="3592" y="7669"/>
                </a:lnTo>
                <a:lnTo>
                  <a:pt x="4198" y="7306"/>
                </a:lnTo>
                <a:lnTo>
                  <a:pt x="4823" y="6983"/>
                </a:lnTo>
                <a:lnTo>
                  <a:pt x="6095" y="6357"/>
                </a:lnTo>
                <a:lnTo>
                  <a:pt x="6720" y="6055"/>
                </a:lnTo>
                <a:lnTo>
                  <a:pt x="7346" y="5752"/>
                </a:lnTo>
                <a:lnTo>
                  <a:pt x="7971" y="5409"/>
                </a:lnTo>
                <a:lnTo>
                  <a:pt x="8597" y="5066"/>
                </a:lnTo>
                <a:lnTo>
                  <a:pt x="9101" y="4723"/>
                </a:lnTo>
                <a:lnTo>
                  <a:pt x="9606" y="4360"/>
                </a:lnTo>
                <a:lnTo>
                  <a:pt x="10110" y="3976"/>
                </a:lnTo>
                <a:lnTo>
                  <a:pt x="10574" y="3573"/>
                </a:lnTo>
                <a:lnTo>
                  <a:pt x="11018" y="3149"/>
                </a:lnTo>
                <a:lnTo>
                  <a:pt x="11442" y="2705"/>
                </a:lnTo>
                <a:lnTo>
                  <a:pt x="11866" y="2241"/>
                </a:lnTo>
                <a:lnTo>
                  <a:pt x="12249" y="1756"/>
                </a:lnTo>
                <a:lnTo>
                  <a:pt x="12290" y="1716"/>
                </a:lnTo>
                <a:lnTo>
                  <a:pt x="12754" y="1131"/>
                </a:lnTo>
                <a:lnTo>
                  <a:pt x="12996" y="868"/>
                </a:lnTo>
                <a:lnTo>
                  <a:pt x="13238" y="606"/>
                </a:lnTo>
                <a:lnTo>
                  <a:pt x="13521" y="404"/>
                </a:lnTo>
                <a:lnTo>
                  <a:pt x="13662" y="303"/>
                </a:lnTo>
                <a:lnTo>
                  <a:pt x="13803" y="223"/>
                </a:lnTo>
                <a:lnTo>
                  <a:pt x="13965" y="162"/>
                </a:lnTo>
                <a:lnTo>
                  <a:pt x="14126" y="122"/>
                </a:lnTo>
                <a:lnTo>
                  <a:pt x="14288" y="102"/>
                </a:lnTo>
                <a:lnTo>
                  <a:pt x="14449" y="81"/>
                </a:lnTo>
                <a:close/>
                <a:moveTo>
                  <a:pt x="14368" y="1"/>
                </a:moveTo>
                <a:lnTo>
                  <a:pt x="14187" y="21"/>
                </a:lnTo>
                <a:lnTo>
                  <a:pt x="14025" y="61"/>
                </a:lnTo>
                <a:lnTo>
                  <a:pt x="13864" y="122"/>
                </a:lnTo>
                <a:lnTo>
                  <a:pt x="13702" y="202"/>
                </a:lnTo>
                <a:lnTo>
                  <a:pt x="13541" y="283"/>
                </a:lnTo>
                <a:lnTo>
                  <a:pt x="13400" y="384"/>
                </a:lnTo>
                <a:lnTo>
                  <a:pt x="13238" y="505"/>
                </a:lnTo>
                <a:lnTo>
                  <a:pt x="12976" y="768"/>
                </a:lnTo>
                <a:lnTo>
                  <a:pt x="12714" y="1050"/>
                </a:lnTo>
                <a:lnTo>
                  <a:pt x="12451" y="1353"/>
                </a:lnTo>
                <a:lnTo>
                  <a:pt x="12229" y="1655"/>
                </a:lnTo>
                <a:lnTo>
                  <a:pt x="12189" y="1716"/>
                </a:lnTo>
                <a:lnTo>
                  <a:pt x="11805" y="2200"/>
                </a:lnTo>
                <a:lnTo>
                  <a:pt x="11382" y="2664"/>
                </a:lnTo>
                <a:lnTo>
                  <a:pt x="10958" y="3088"/>
                </a:lnTo>
                <a:lnTo>
                  <a:pt x="10514" y="3512"/>
                </a:lnTo>
                <a:lnTo>
                  <a:pt x="10050" y="3916"/>
                </a:lnTo>
                <a:lnTo>
                  <a:pt x="9565" y="4299"/>
                </a:lnTo>
                <a:lnTo>
                  <a:pt x="9061" y="4662"/>
                </a:lnTo>
                <a:lnTo>
                  <a:pt x="8556" y="4985"/>
                </a:lnTo>
                <a:lnTo>
                  <a:pt x="7931" y="5348"/>
                </a:lnTo>
                <a:lnTo>
                  <a:pt x="7305" y="5671"/>
                </a:lnTo>
                <a:lnTo>
                  <a:pt x="6680" y="5994"/>
                </a:lnTo>
                <a:lnTo>
                  <a:pt x="6054" y="6297"/>
                </a:lnTo>
                <a:lnTo>
                  <a:pt x="4783" y="6902"/>
                </a:lnTo>
                <a:lnTo>
                  <a:pt x="4157" y="7245"/>
                </a:lnTo>
                <a:lnTo>
                  <a:pt x="3552" y="7588"/>
                </a:lnTo>
                <a:lnTo>
                  <a:pt x="3370" y="7709"/>
                </a:lnTo>
                <a:lnTo>
                  <a:pt x="3168" y="7891"/>
                </a:lnTo>
                <a:lnTo>
                  <a:pt x="2624" y="8375"/>
                </a:lnTo>
                <a:lnTo>
                  <a:pt x="2321" y="8658"/>
                </a:lnTo>
                <a:lnTo>
                  <a:pt x="1998" y="8981"/>
                </a:lnTo>
                <a:lnTo>
                  <a:pt x="1675" y="9344"/>
                </a:lnTo>
                <a:lnTo>
                  <a:pt x="1352" y="9707"/>
                </a:lnTo>
                <a:lnTo>
                  <a:pt x="1050" y="10071"/>
                </a:lnTo>
                <a:lnTo>
                  <a:pt x="787" y="10454"/>
                </a:lnTo>
                <a:lnTo>
                  <a:pt x="525" y="10837"/>
                </a:lnTo>
                <a:lnTo>
                  <a:pt x="323" y="11201"/>
                </a:lnTo>
                <a:lnTo>
                  <a:pt x="162" y="11564"/>
                </a:lnTo>
                <a:lnTo>
                  <a:pt x="101" y="11725"/>
                </a:lnTo>
                <a:lnTo>
                  <a:pt x="41" y="11907"/>
                </a:lnTo>
                <a:lnTo>
                  <a:pt x="20" y="12068"/>
                </a:lnTo>
                <a:lnTo>
                  <a:pt x="0" y="12210"/>
                </a:lnTo>
                <a:lnTo>
                  <a:pt x="0" y="12371"/>
                </a:lnTo>
                <a:lnTo>
                  <a:pt x="41" y="12492"/>
                </a:lnTo>
                <a:lnTo>
                  <a:pt x="81" y="12654"/>
                </a:lnTo>
                <a:lnTo>
                  <a:pt x="182" y="12795"/>
                </a:lnTo>
                <a:lnTo>
                  <a:pt x="283" y="12916"/>
                </a:lnTo>
                <a:lnTo>
                  <a:pt x="444" y="13017"/>
                </a:lnTo>
                <a:lnTo>
                  <a:pt x="606" y="13098"/>
                </a:lnTo>
                <a:lnTo>
                  <a:pt x="807" y="13158"/>
                </a:lnTo>
                <a:lnTo>
                  <a:pt x="1050" y="13198"/>
                </a:lnTo>
                <a:lnTo>
                  <a:pt x="1312" y="13219"/>
                </a:lnTo>
                <a:lnTo>
                  <a:pt x="2099" y="13259"/>
                </a:lnTo>
                <a:lnTo>
                  <a:pt x="2886" y="13259"/>
                </a:lnTo>
                <a:lnTo>
                  <a:pt x="3915" y="13239"/>
                </a:lnTo>
                <a:lnTo>
                  <a:pt x="4944" y="13198"/>
                </a:lnTo>
                <a:lnTo>
                  <a:pt x="5973" y="13098"/>
                </a:lnTo>
                <a:lnTo>
                  <a:pt x="6982" y="12976"/>
                </a:lnTo>
                <a:lnTo>
                  <a:pt x="7991" y="12835"/>
                </a:lnTo>
                <a:lnTo>
                  <a:pt x="9000" y="12633"/>
                </a:lnTo>
                <a:lnTo>
                  <a:pt x="10009" y="12411"/>
                </a:lnTo>
                <a:lnTo>
                  <a:pt x="10998" y="12149"/>
                </a:lnTo>
                <a:lnTo>
                  <a:pt x="11422" y="12028"/>
                </a:lnTo>
                <a:lnTo>
                  <a:pt x="11846" y="11887"/>
                </a:lnTo>
                <a:lnTo>
                  <a:pt x="12270" y="11725"/>
                </a:lnTo>
                <a:lnTo>
                  <a:pt x="12673" y="11564"/>
                </a:lnTo>
                <a:lnTo>
                  <a:pt x="13077" y="11362"/>
                </a:lnTo>
                <a:lnTo>
                  <a:pt x="13480" y="11160"/>
                </a:lnTo>
                <a:lnTo>
                  <a:pt x="13844" y="10898"/>
                </a:lnTo>
                <a:lnTo>
                  <a:pt x="14207" y="10615"/>
                </a:lnTo>
                <a:lnTo>
                  <a:pt x="14409" y="10454"/>
                </a:lnTo>
                <a:lnTo>
                  <a:pt x="14590" y="10272"/>
                </a:lnTo>
                <a:lnTo>
                  <a:pt x="14752" y="10071"/>
                </a:lnTo>
                <a:lnTo>
                  <a:pt x="14933" y="9869"/>
                </a:lnTo>
                <a:lnTo>
                  <a:pt x="15095" y="9647"/>
                </a:lnTo>
                <a:lnTo>
                  <a:pt x="15236" y="9405"/>
                </a:lnTo>
                <a:lnTo>
                  <a:pt x="15398" y="9162"/>
                </a:lnTo>
                <a:lnTo>
                  <a:pt x="15519" y="8900"/>
                </a:lnTo>
                <a:lnTo>
                  <a:pt x="15781" y="8355"/>
                </a:lnTo>
                <a:lnTo>
                  <a:pt x="16023" y="7730"/>
                </a:lnTo>
                <a:lnTo>
                  <a:pt x="16225" y="7064"/>
                </a:lnTo>
                <a:lnTo>
                  <a:pt x="16407" y="6337"/>
                </a:lnTo>
                <a:lnTo>
                  <a:pt x="16568" y="5570"/>
                </a:lnTo>
                <a:lnTo>
                  <a:pt x="16669" y="4844"/>
                </a:lnTo>
                <a:lnTo>
                  <a:pt x="16729" y="4178"/>
                </a:lnTo>
                <a:lnTo>
                  <a:pt x="16729" y="3855"/>
                </a:lnTo>
                <a:lnTo>
                  <a:pt x="16729" y="3532"/>
                </a:lnTo>
                <a:lnTo>
                  <a:pt x="16709" y="3250"/>
                </a:lnTo>
                <a:lnTo>
                  <a:pt x="16669" y="2947"/>
                </a:lnTo>
                <a:lnTo>
                  <a:pt x="16628" y="2664"/>
                </a:lnTo>
                <a:lnTo>
                  <a:pt x="16568" y="2382"/>
                </a:lnTo>
                <a:lnTo>
                  <a:pt x="16507" y="2120"/>
                </a:lnTo>
                <a:lnTo>
                  <a:pt x="16427" y="1857"/>
                </a:lnTo>
                <a:lnTo>
                  <a:pt x="16326" y="1615"/>
                </a:lnTo>
                <a:lnTo>
                  <a:pt x="16205" y="1373"/>
                </a:lnTo>
                <a:lnTo>
                  <a:pt x="16063" y="1090"/>
                </a:lnTo>
                <a:lnTo>
                  <a:pt x="15882" y="828"/>
                </a:lnTo>
                <a:lnTo>
                  <a:pt x="15680" y="606"/>
                </a:lnTo>
                <a:lnTo>
                  <a:pt x="15478" y="404"/>
                </a:lnTo>
                <a:lnTo>
                  <a:pt x="15256" y="243"/>
                </a:lnTo>
                <a:lnTo>
                  <a:pt x="15034" y="122"/>
                </a:lnTo>
                <a:lnTo>
                  <a:pt x="14792" y="41"/>
                </a:lnTo>
                <a:lnTo>
                  <a:pt x="14550" y="1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3" name="Google Shape;173;p3"/>
          <p:cNvSpPr/>
          <p:nvPr/>
        </p:nvSpPr>
        <p:spPr>
          <a:xfrm rot="3449335">
            <a:off x="1554254" y="-1020347"/>
            <a:ext cx="1395586" cy="1650631"/>
          </a:xfrm>
          <a:custGeom>
            <a:rect b="b" l="l" r="r" t="t"/>
            <a:pathLst>
              <a:path extrusionOk="0" h="29525" w="24963">
                <a:moveTo>
                  <a:pt x="18727" y="81"/>
                </a:moveTo>
                <a:lnTo>
                  <a:pt x="19211" y="102"/>
                </a:lnTo>
                <a:lnTo>
                  <a:pt x="19514" y="142"/>
                </a:lnTo>
                <a:lnTo>
                  <a:pt x="19837" y="223"/>
                </a:lnTo>
                <a:lnTo>
                  <a:pt x="20140" y="303"/>
                </a:lnTo>
                <a:lnTo>
                  <a:pt x="20442" y="404"/>
                </a:lnTo>
                <a:lnTo>
                  <a:pt x="20745" y="525"/>
                </a:lnTo>
                <a:lnTo>
                  <a:pt x="21048" y="667"/>
                </a:lnTo>
                <a:lnTo>
                  <a:pt x="21330" y="828"/>
                </a:lnTo>
                <a:lnTo>
                  <a:pt x="21613" y="1010"/>
                </a:lnTo>
                <a:lnTo>
                  <a:pt x="21895" y="1212"/>
                </a:lnTo>
                <a:lnTo>
                  <a:pt x="22158" y="1413"/>
                </a:lnTo>
                <a:lnTo>
                  <a:pt x="22420" y="1655"/>
                </a:lnTo>
                <a:lnTo>
                  <a:pt x="22662" y="1898"/>
                </a:lnTo>
                <a:lnTo>
                  <a:pt x="22904" y="2160"/>
                </a:lnTo>
                <a:lnTo>
                  <a:pt x="23126" y="2443"/>
                </a:lnTo>
                <a:lnTo>
                  <a:pt x="23328" y="2725"/>
                </a:lnTo>
                <a:lnTo>
                  <a:pt x="23530" y="3028"/>
                </a:lnTo>
                <a:lnTo>
                  <a:pt x="23691" y="3290"/>
                </a:lnTo>
                <a:lnTo>
                  <a:pt x="23833" y="3573"/>
                </a:lnTo>
                <a:lnTo>
                  <a:pt x="24095" y="4138"/>
                </a:lnTo>
                <a:lnTo>
                  <a:pt x="24317" y="4723"/>
                </a:lnTo>
                <a:lnTo>
                  <a:pt x="24499" y="5369"/>
                </a:lnTo>
                <a:lnTo>
                  <a:pt x="24660" y="6035"/>
                </a:lnTo>
                <a:lnTo>
                  <a:pt x="24761" y="6721"/>
                </a:lnTo>
                <a:lnTo>
                  <a:pt x="24842" y="7467"/>
                </a:lnTo>
                <a:lnTo>
                  <a:pt x="24882" y="8214"/>
                </a:lnTo>
                <a:lnTo>
                  <a:pt x="24882" y="8880"/>
                </a:lnTo>
                <a:lnTo>
                  <a:pt x="24862" y="9546"/>
                </a:lnTo>
                <a:lnTo>
                  <a:pt x="24822" y="10232"/>
                </a:lnTo>
                <a:lnTo>
                  <a:pt x="24761" y="10938"/>
                </a:lnTo>
                <a:lnTo>
                  <a:pt x="24660" y="11665"/>
                </a:lnTo>
                <a:lnTo>
                  <a:pt x="24539" y="12411"/>
                </a:lnTo>
                <a:lnTo>
                  <a:pt x="24398" y="13178"/>
                </a:lnTo>
                <a:lnTo>
                  <a:pt x="24216" y="13986"/>
                </a:lnTo>
                <a:lnTo>
                  <a:pt x="23994" y="14853"/>
                </a:lnTo>
                <a:lnTo>
                  <a:pt x="23873" y="15297"/>
                </a:lnTo>
                <a:lnTo>
                  <a:pt x="23732" y="15721"/>
                </a:lnTo>
                <a:lnTo>
                  <a:pt x="23570" y="16145"/>
                </a:lnTo>
                <a:lnTo>
                  <a:pt x="23369" y="16569"/>
                </a:lnTo>
                <a:lnTo>
                  <a:pt x="23167" y="16972"/>
                </a:lnTo>
                <a:lnTo>
                  <a:pt x="22925" y="17356"/>
                </a:lnTo>
                <a:lnTo>
                  <a:pt x="22682" y="17658"/>
                </a:lnTo>
                <a:lnTo>
                  <a:pt x="22440" y="17961"/>
                </a:lnTo>
                <a:lnTo>
                  <a:pt x="22158" y="18244"/>
                </a:lnTo>
                <a:lnTo>
                  <a:pt x="21875" y="18506"/>
                </a:lnTo>
                <a:lnTo>
                  <a:pt x="21573" y="18748"/>
                </a:lnTo>
                <a:lnTo>
                  <a:pt x="21270" y="18990"/>
                </a:lnTo>
                <a:lnTo>
                  <a:pt x="20947" y="19212"/>
                </a:lnTo>
                <a:lnTo>
                  <a:pt x="20604" y="19414"/>
                </a:lnTo>
                <a:lnTo>
                  <a:pt x="20261" y="19616"/>
                </a:lnTo>
                <a:lnTo>
                  <a:pt x="19918" y="19818"/>
                </a:lnTo>
                <a:lnTo>
                  <a:pt x="19211" y="20181"/>
                </a:lnTo>
                <a:lnTo>
                  <a:pt x="18465" y="20524"/>
                </a:lnTo>
                <a:lnTo>
                  <a:pt x="17738" y="20847"/>
                </a:lnTo>
                <a:lnTo>
                  <a:pt x="17133" y="21109"/>
                </a:lnTo>
                <a:lnTo>
                  <a:pt x="16245" y="21513"/>
                </a:lnTo>
                <a:lnTo>
                  <a:pt x="15418" y="21916"/>
                </a:lnTo>
                <a:lnTo>
                  <a:pt x="14651" y="22340"/>
                </a:lnTo>
                <a:lnTo>
                  <a:pt x="13924" y="22744"/>
                </a:lnTo>
                <a:lnTo>
                  <a:pt x="13258" y="23167"/>
                </a:lnTo>
                <a:lnTo>
                  <a:pt x="12633" y="23611"/>
                </a:lnTo>
                <a:lnTo>
                  <a:pt x="12048" y="24055"/>
                </a:lnTo>
                <a:lnTo>
                  <a:pt x="11503" y="24520"/>
                </a:lnTo>
                <a:lnTo>
                  <a:pt x="11099" y="24883"/>
                </a:lnTo>
                <a:lnTo>
                  <a:pt x="10695" y="25246"/>
                </a:lnTo>
                <a:lnTo>
                  <a:pt x="9949" y="26013"/>
                </a:lnTo>
                <a:lnTo>
                  <a:pt x="9323" y="26638"/>
                </a:lnTo>
                <a:lnTo>
                  <a:pt x="8698" y="27244"/>
                </a:lnTo>
                <a:lnTo>
                  <a:pt x="8355" y="27526"/>
                </a:lnTo>
                <a:lnTo>
                  <a:pt x="8032" y="27809"/>
                </a:lnTo>
                <a:lnTo>
                  <a:pt x="7668" y="28091"/>
                </a:lnTo>
                <a:lnTo>
                  <a:pt x="7325" y="28334"/>
                </a:lnTo>
                <a:lnTo>
                  <a:pt x="6902" y="28596"/>
                </a:lnTo>
                <a:lnTo>
                  <a:pt x="6498" y="28818"/>
                </a:lnTo>
                <a:lnTo>
                  <a:pt x="6094" y="29000"/>
                </a:lnTo>
                <a:lnTo>
                  <a:pt x="5711" y="29141"/>
                </a:lnTo>
                <a:lnTo>
                  <a:pt x="5328" y="29262"/>
                </a:lnTo>
                <a:lnTo>
                  <a:pt x="4964" y="29343"/>
                </a:lnTo>
                <a:lnTo>
                  <a:pt x="4601" y="29403"/>
                </a:lnTo>
                <a:lnTo>
                  <a:pt x="4238" y="29423"/>
                </a:lnTo>
                <a:lnTo>
                  <a:pt x="3915" y="29423"/>
                </a:lnTo>
                <a:lnTo>
                  <a:pt x="3592" y="29403"/>
                </a:lnTo>
                <a:lnTo>
                  <a:pt x="3289" y="29363"/>
                </a:lnTo>
                <a:lnTo>
                  <a:pt x="2987" y="29302"/>
                </a:lnTo>
                <a:lnTo>
                  <a:pt x="2724" y="29221"/>
                </a:lnTo>
                <a:lnTo>
                  <a:pt x="2462" y="29121"/>
                </a:lnTo>
                <a:lnTo>
                  <a:pt x="2240" y="29020"/>
                </a:lnTo>
                <a:lnTo>
                  <a:pt x="2018" y="28899"/>
                </a:lnTo>
                <a:lnTo>
                  <a:pt x="1715" y="28677"/>
                </a:lnTo>
                <a:lnTo>
                  <a:pt x="1433" y="28414"/>
                </a:lnTo>
                <a:lnTo>
                  <a:pt x="1170" y="28132"/>
                </a:lnTo>
                <a:lnTo>
                  <a:pt x="928" y="27809"/>
                </a:lnTo>
                <a:lnTo>
                  <a:pt x="706" y="27446"/>
                </a:lnTo>
                <a:lnTo>
                  <a:pt x="525" y="27062"/>
                </a:lnTo>
                <a:lnTo>
                  <a:pt x="363" y="26659"/>
                </a:lnTo>
                <a:lnTo>
                  <a:pt x="242" y="26235"/>
                </a:lnTo>
                <a:lnTo>
                  <a:pt x="182" y="25952"/>
                </a:lnTo>
                <a:lnTo>
                  <a:pt x="121" y="25670"/>
                </a:lnTo>
                <a:lnTo>
                  <a:pt x="101" y="25387"/>
                </a:lnTo>
                <a:lnTo>
                  <a:pt x="81" y="25105"/>
                </a:lnTo>
                <a:lnTo>
                  <a:pt x="81" y="24802"/>
                </a:lnTo>
                <a:lnTo>
                  <a:pt x="81" y="24520"/>
                </a:lnTo>
                <a:lnTo>
                  <a:pt x="101" y="24237"/>
                </a:lnTo>
                <a:lnTo>
                  <a:pt x="141" y="23954"/>
                </a:lnTo>
                <a:lnTo>
                  <a:pt x="202" y="23672"/>
                </a:lnTo>
                <a:lnTo>
                  <a:pt x="262" y="23389"/>
                </a:lnTo>
                <a:lnTo>
                  <a:pt x="343" y="23107"/>
                </a:lnTo>
                <a:lnTo>
                  <a:pt x="424" y="22824"/>
                </a:lnTo>
                <a:lnTo>
                  <a:pt x="545" y="22562"/>
                </a:lnTo>
                <a:lnTo>
                  <a:pt x="666" y="22300"/>
                </a:lnTo>
                <a:lnTo>
                  <a:pt x="787" y="22037"/>
                </a:lnTo>
                <a:lnTo>
                  <a:pt x="928" y="21795"/>
                </a:lnTo>
                <a:lnTo>
                  <a:pt x="1211" y="21392"/>
                </a:lnTo>
                <a:lnTo>
                  <a:pt x="1514" y="21008"/>
                </a:lnTo>
                <a:lnTo>
                  <a:pt x="1836" y="20645"/>
                </a:lnTo>
                <a:lnTo>
                  <a:pt x="2200" y="20302"/>
                </a:lnTo>
                <a:lnTo>
                  <a:pt x="2563" y="19959"/>
                </a:lnTo>
                <a:lnTo>
                  <a:pt x="2926" y="19656"/>
                </a:lnTo>
                <a:lnTo>
                  <a:pt x="3693" y="19071"/>
                </a:lnTo>
                <a:lnTo>
                  <a:pt x="4238" y="18687"/>
                </a:lnTo>
                <a:lnTo>
                  <a:pt x="4803" y="18304"/>
                </a:lnTo>
                <a:lnTo>
                  <a:pt x="5368" y="17921"/>
                </a:lnTo>
                <a:lnTo>
                  <a:pt x="5953" y="17557"/>
                </a:lnTo>
                <a:lnTo>
                  <a:pt x="6518" y="17194"/>
                </a:lnTo>
                <a:lnTo>
                  <a:pt x="7124" y="16851"/>
                </a:lnTo>
                <a:lnTo>
                  <a:pt x="7709" y="16528"/>
                </a:lnTo>
                <a:lnTo>
                  <a:pt x="8314" y="16205"/>
                </a:lnTo>
                <a:lnTo>
                  <a:pt x="8556" y="16084"/>
                </a:lnTo>
                <a:lnTo>
                  <a:pt x="9162" y="15761"/>
                </a:lnTo>
                <a:lnTo>
                  <a:pt x="9464" y="15580"/>
                </a:lnTo>
                <a:lnTo>
                  <a:pt x="9767" y="15398"/>
                </a:lnTo>
                <a:lnTo>
                  <a:pt x="10050" y="15196"/>
                </a:lnTo>
                <a:lnTo>
                  <a:pt x="10312" y="14995"/>
                </a:lnTo>
                <a:lnTo>
                  <a:pt x="10574" y="14752"/>
                </a:lnTo>
                <a:lnTo>
                  <a:pt x="10796" y="14490"/>
                </a:lnTo>
                <a:lnTo>
                  <a:pt x="10938" y="14308"/>
                </a:lnTo>
                <a:lnTo>
                  <a:pt x="11059" y="14107"/>
                </a:lnTo>
                <a:lnTo>
                  <a:pt x="11180" y="13905"/>
                </a:lnTo>
                <a:lnTo>
                  <a:pt x="11281" y="13683"/>
                </a:lnTo>
                <a:lnTo>
                  <a:pt x="11482" y="13219"/>
                </a:lnTo>
                <a:lnTo>
                  <a:pt x="11624" y="12755"/>
                </a:lnTo>
                <a:lnTo>
                  <a:pt x="11745" y="12270"/>
                </a:lnTo>
                <a:lnTo>
                  <a:pt x="11846" y="11766"/>
                </a:lnTo>
                <a:lnTo>
                  <a:pt x="11926" y="11261"/>
                </a:lnTo>
                <a:lnTo>
                  <a:pt x="11987" y="10777"/>
                </a:lnTo>
                <a:lnTo>
                  <a:pt x="12088" y="9889"/>
                </a:lnTo>
                <a:lnTo>
                  <a:pt x="12169" y="9001"/>
                </a:lnTo>
                <a:lnTo>
                  <a:pt x="12229" y="8153"/>
                </a:lnTo>
                <a:lnTo>
                  <a:pt x="12330" y="7286"/>
                </a:lnTo>
                <a:lnTo>
                  <a:pt x="12451" y="6438"/>
                </a:lnTo>
                <a:lnTo>
                  <a:pt x="12532" y="6014"/>
                </a:lnTo>
                <a:lnTo>
                  <a:pt x="12633" y="5591"/>
                </a:lnTo>
                <a:lnTo>
                  <a:pt x="12814" y="5005"/>
                </a:lnTo>
                <a:lnTo>
                  <a:pt x="13016" y="4420"/>
                </a:lnTo>
                <a:lnTo>
                  <a:pt x="13258" y="3875"/>
                </a:lnTo>
                <a:lnTo>
                  <a:pt x="13541" y="3351"/>
                </a:lnTo>
                <a:lnTo>
                  <a:pt x="13844" y="2866"/>
                </a:lnTo>
                <a:lnTo>
                  <a:pt x="14187" y="2422"/>
                </a:lnTo>
                <a:lnTo>
                  <a:pt x="14550" y="1999"/>
                </a:lnTo>
                <a:lnTo>
                  <a:pt x="14933" y="1615"/>
                </a:lnTo>
                <a:lnTo>
                  <a:pt x="15135" y="1434"/>
                </a:lnTo>
                <a:lnTo>
                  <a:pt x="15357" y="1272"/>
                </a:lnTo>
                <a:lnTo>
                  <a:pt x="15801" y="949"/>
                </a:lnTo>
                <a:lnTo>
                  <a:pt x="16265" y="707"/>
                </a:lnTo>
                <a:lnTo>
                  <a:pt x="16729" y="485"/>
                </a:lnTo>
                <a:lnTo>
                  <a:pt x="17234" y="303"/>
                </a:lnTo>
                <a:lnTo>
                  <a:pt x="17738" y="182"/>
                </a:lnTo>
                <a:lnTo>
                  <a:pt x="17980" y="142"/>
                </a:lnTo>
                <a:lnTo>
                  <a:pt x="18223" y="102"/>
                </a:lnTo>
                <a:lnTo>
                  <a:pt x="18485" y="81"/>
                </a:lnTo>
                <a:close/>
                <a:moveTo>
                  <a:pt x="18646" y="1"/>
                </a:moveTo>
                <a:lnTo>
                  <a:pt x="18364" y="21"/>
                </a:lnTo>
                <a:lnTo>
                  <a:pt x="18081" y="41"/>
                </a:lnTo>
                <a:lnTo>
                  <a:pt x="17799" y="81"/>
                </a:lnTo>
                <a:lnTo>
                  <a:pt x="17516" y="142"/>
                </a:lnTo>
                <a:lnTo>
                  <a:pt x="17234" y="223"/>
                </a:lnTo>
                <a:lnTo>
                  <a:pt x="16951" y="324"/>
                </a:lnTo>
                <a:lnTo>
                  <a:pt x="16669" y="425"/>
                </a:lnTo>
                <a:lnTo>
                  <a:pt x="16406" y="546"/>
                </a:lnTo>
                <a:lnTo>
                  <a:pt x="16124" y="667"/>
                </a:lnTo>
                <a:lnTo>
                  <a:pt x="15862" y="828"/>
                </a:lnTo>
                <a:lnTo>
                  <a:pt x="15599" y="990"/>
                </a:lnTo>
                <a:lnTo>
                  <a:pt x="15357" y="1151"/>
                </a:lnTo>
                <a:lnTo>
                  <a:pt x="15115" y="1353"/>
                </a:lnTo>
                <a:lnTo>
                  <a:pt x="14873" y="1555"/>
                </a:lnTo>
                <a:lnTo>
                  <a:pt x="14489" y="1938"/>
                </a:lnTo>
                <a:lnTo>
                  <a:pt x="14126" y="2362"/>
                </a:lnTo>
                <a:lnTo>
                  <a:pt x="13783" y="2826"/>
                </a:lnTo>
                <a:lnTo>
                  <a:pt x="13460" y="3310"/>
                </a:lnTo>
                <a:lnTo>
                  <a:pt x="13198" y="3835"/>
                </a:lnTo>
                <a:lnTo>
                  <a:pt x="12956" y="4400"/>
                </a:lnTo>
                <a:lnTo>
                  <a:pt x="12734" y="4965"/>
                </a:lnTo>
                <a:lnTo>
                  <a:pt x="12552" y="5570"/>
                </a:lnTo>
                <a:lnTo>
                  <a:pt x="12471" y="5994"/>
                </a:lnTo>
                <a:lnTo>
                  <a:pt x="12370" y="6418"/>
                </a:lnTo>
                <a:lnTo>
                  <a:pt x="12310" y="6842"/>
                </a:lnTo>
                <a:lnTo>
                  <a:pt x="12249" y="7286"/>
                </a:lnTo>
                <a:lnTo>
                  <a:pt x="12148" y="8133"/>
                </a:lnTo>
                <a:lnTo>
                  <a:pt x="12088" y="9001"/>
                </a:lnTo>
                <a:lnTo>
                  <a:pt x="12007" y="9889"/>
                </a:lnTo>
                <a:lnTo>
                  <a:pt x="11906" y="10777"/>
                </a:lnTo>
                <a:lnTo>
                  <a:pt x="11846" y="11261"/>
                </a:lnTo>
                <a:lnTo>
                  <a:pt x="11765" y="11746"/>
                </a:lnTo>
                <a:lnTo>
                  <a:pt x="11664" y="12230"/>
                </a:lnTo>
                <a:lnTo>
                  <a:pt x="11543" y="12714"/>
                </a:lnTo>
                <a:lnTo>
                  <a:pt x="11402" y="13198"/>
                </a:lnTo>
                <a:lnTo>
                  <a:pt x="11220" y="13642"/>
                </a:lnTo>
                <a:lnTo>
                  <a:pt x="11119" y="13844"/>
                </a:lnTo>
                <a:lnTo>
                  <a:pt x="10998" y="14066"/>
                </a:lnTo>
                <a:lnTo>
                  <a:pt x="10877" y="14248"/>
                </a:lnTo>
                <a:lnTo>
                  <a:pt x="10736" y="14450"/>
                </a:lnTo>
                <a:lnTo>
                  <a:pt x="10514" y="14692"/>
                </a:lnTo>
                <a:lnTo>
                  <a:pt x="10272" y="14934"/>
                </a:lnTo>
                <a:lnTo>
                  <a:pt x="9989" y="15136"/>
                </a:lnTo>
                <a:lnTo>
                  <a:pt x="9707" y="15338"/>
                </a:lnTo>
                <a:lnTo>
                  <a:pt x="9424" y="15519"/>
                </a:lnTo>
                <a:lnTo>
                  <a:pt x="9121" y="15681"/>
                </a:lnTo>
                <a:lnTo>
                  <a:pt x="8516" y="16004"/>
                </a:lnTo>
                <a:lnTo>
                  <a:pt x="8274" y="16145"/>
                </a:lnTo>
                <a:lnTo>
                  <a:pt x="7668" y="16447"/>
                </a:lnTo>
                <a:lnTo>
                  <a:pt x="7083" y="16791"/>
                </a:lnTo>
                <a:lnTo>
                  <a:pt x="6478" y="17134"/>
                </a:lnTo>
                <a:lnTo>
                  <a:pt x="5913" y="17497"/>
                </a:lnTo>
                <a:lnTo>
                  <a:pt x="5328" y="17860"/>
                </a:lnTo>
                <a:lnTo>
                  <a:pt x="4763" y="18223"/>
                </a:lnTo>
                <a:lnTo>
                  <a:pt x="4198" y="18607"/>
                </a:lnTo>
                <a:lnTo>
                  <a:pt x="3653" y="19010"/>
                </a:lnTo>
                <a:lnTo>
                  <a:pt x="2866" y="19596"/>
                </a:lnTo>
                <a:lnTo>
                  <a:pt x="2502" y="19918"/>
                </a:lnTo>
                <a:lnTo>
                  <a:pt x="2139" y="20241"/>
                </a:lnTo>
                <a:lnTo>
                  <a:pt x="1776" y="20584"/>
                </a:lnTo>
                <a:lnTo>
                  <a:pt x="1453" y="20948"/>
                </a:lnTo>
                <a:lnTo>
                  <a:pt x="1150" y="21331"/>
                </a:lnTo>
                <a:lnTo>
                  <a:pt x="868" y="21755"/>
                </a:lnTo>
                <a:lnTo>
                  <a:pt x="727" y="21997"/>
                </a:lnTo>
                <a:lnTo>
                  <a:pt x="585" y="22259"/>
                </a:lnTo>
                <a:lnTo>
                  <a:pt x="464" y="22542"/>
                </a:lnTo>
                <a:lnTo>
                  <a:pt x="363" y="22804"/>
                </a:lnTo>
                <a:lnTo>
                  <a:pt x="262" y="23087"/>
                </a:lnTo>
                <a:lnTo>
                  <a:pt x="182" y="23369"/>
                </a:lnTo>
                <a:lnTo>
                  <a:pt x="121" y="23652"/>
                </a:lnTo>
                <a:lnTo>
                  <a:pt x="61" y="23934"/>
                </a:lnTo>
                <a:lnTo>
                  <a:pt x="20" y="24217"/>
                </a:lnTo>
                <a:lnTo>
                  <a:pt x="0" y="24520"/>
                </a:lnTo>
                <a:lnTo>
                  <a:pt x="0" y="24802"/>
                </a:lnTo>
                <a:lnTo>
                  <a:pt x="0" y="25105"/>
                </a:lnTo>
                <a:lnTo>
                  <a:pt x="20" y="25387"/>
                </a:lnTo>
                <a:lnTo>
                  <a:pt x="61" y="25690"/>
                </a:lnTo>
                <a:lnTo>
                  <a:pt x="101" y="25972"/>
                </a:lnTo>
                <a:lnTo>
                  <a:pt x="161" y="26255"/>
                </a:lnTo>
                <a:lnTo>
                  <a:pt x="283" y="26699"/>
                </a:lnTo>
                <a:lnTo>
                  <a:pt x="444" y="27103"/>
                </a:lnTo>
                <a:lnTo>
                  <a:pt x="646" y="27486"/>
                </a:lnTo>
                <a:lnTo>
                  <a:pt x="848" y="27849"/>
                </a:lnTo>
                <a:lnTo>
                  <a:pt x="1110" y="28172"/>
                </a:lnTo>
                <a:lnTo>
                  <a:pt x="1372" y="28475"/>
                </a:lnTo>
                <a:lnTo>
                  <a:pt x="1675" y="28737"/>
                </a:lnTo>
                <a:lnTo>
                  <a:pt x="1978" y="28959"/>
                </a:lnTo>
                <a:lnTo>
                  <a:pt x="2220" y="29100"/>
                </a:lnTo>
                <a:lnTo>
                  <a:pt x="2462" y="29221"/>
                </a:lnTo>
                <a:lnTo>
                  <a:pt x="2704" y="29302"/>
                </a:lnTo>
                <a:lnTo>
                  <a:pt x="2967" y="29383"/>
                </a:lnTo>
                <a:lnTo>
                  <a:pt x="3209" y="29443"/>
                </a:lnTo>
                <a:lnTo>
                  <a:pt x="3471" y="29484"/>
                </a:lnTo>
                <a:lnTo>
                  <a:pt x="3733" y="29504"/>
                </a:lnTo>
                <a:lnTo>
                  <a:pt x="3996" y="29524"/>
                </a:lnTo>
                <a:lnTo>
                  <a:pt x="4460" y="29484"/>
                </a:lnTo>
                <a:lnTo>
                  <a:pt x="4904" y="29423"/>
                </a:lnTo>
                <a:lnTo>
                  <a:pt x="5368" y="29322"/>
                </a:lnTo>
                <a:lnTo>
                  <a:pt x="5812" y="29181"/>
                </a:lnTo>
                <a:lnTo>
                  <a:pt x="6236" y="29020"/>
                </a:lnTo>
                <a:lnTo>
                  <a:pt x="6639" y="28838"/>
                </a:lnTo>
                <a:lnTo>
                  <a:pt x="7003" y="28636"/>
                </a:lnTo>
                <a:lnTo>
                  <a:pt x="7366" y="28414"/>
                </a:lnTo>
                <a:lnTo>
                  <a:pt x="7729" y="28152"/>
                </a:lnTo>
                <a:lnTo>
                  <a:pt x="8072" y="27890"/>
                </a:lnTo>
                <a:lnTo>
                  <a:pt x="8415" y="27587"/>
                </a:lnTo>
                <a:lnTo>
                  <a:pt x="8738" y="27304"/>
                </a:lnTo>
                <a:lnTo>
                  <a:pt x="9384" y="26699"/>
                </a:lnTo>
                <a:lnTo>
                  <a:pt x="9989" y="26073"/>
                </a:lnTo>
                <a:lnTo>
                  <a:pt x="10756" y="25307"/>
                </a:lnTo>
                <a:lnTo>
                  <a:pt x="11139" y="24943"/>
                </a:lnTo>
                <a:lnTo>
                  <a:pt x="11543" y="24580"/>
                </a:lnTo>
                <a:lnTo>
                  <a:pt x="12108" y="24116"/>
                </a:lnTo>
                <a:lnTo>
                  <a:pt x="12693" y="23672"/>
                </a:lnTo>
                <a:lnTo>
                  <a:pt x="13299" y="23248"/>
                </a:lnTo>
                <a:lnTo>
                  <a:pt x="13985" y="22824"/>
                </a:lnTo>
                <a:lnTo>
                  <a:pt x="14691" y="22401"/>
                </a:lnTo>
                <a:lnTo>
                  <a:pt x="15458" y="21997"/>
                </a:lnTo>
                <a:lnTo>
                  <a:pt x="16285" y="21593"/>
                </a:lnTo>
                <a:lnTo>
                  <a:pt x="17173" y="21170"/>
                </a:lnTo>
                <a:lnTo>
                  <a:pt x="17758" y="20907"/>
                </a:lnTo>
                <a:lnTo>
                  <a:pt x="18505" y="20584"/>
                </a:lnTo>
                <a:lnTo>
                  <a:pt x="19252" y="20241"/>
                </a:lnTo>
                <a:lnTo>
                  <a:pt x="19958" y="19878"/>
                </a:lnTo>
                <a:lnTo>
                  <a:pt x="20321" y="19696"/>
                </a:lnTo>
                <a:lnTo>
                  <a:pt x="20664" y="19495"/>
                </a:lnTo>
                <a:lnTo>
                  <a:pt x="20987" y="19273"/>
                </a:lnTo>
                <a:lnTo>
                  <a:pt x="21330" y="19051"/>
                </a:lnTo>
                <a:lnTo>
                  <a:pt x="21633" y="18809"/>
                </a:lnTo>
                <a:lnTo>
                  <a:pt x="21936" y="18566"/>
                </a:lnTo>
                <a:lnTo>
                  <a:pt x="22218" y="18304"/>
                </a:lnTo>
                <a:lnTo>
                  <a:pt x="22501" y="18022"/>
                </a:lnTo>
                <a:lnTo>
                  <a:pt x="22743" y="17719"/>
                </a:lnTo>
                <a:lnTo>
                  <a:pt x="22985" y="17396"/>
                </a:lnTo>
                <a:lnTo>
                  <a:pt x="23227" y="17013"/>
                </a:lnTo>
                <a:lnTo>
                  <a:pt x="23449" y="16589"/>
                </a:lnTo>
                <a:lnTo>
                  <a:pt x="23631" y="16185"/>
                </a:lnTo>
                <a:lnTo>
                  <a:pt x="23792" y="15761"/>
                </a:lnTo>
                <a:lnTo>
                  <a:pt x="23954" y="15317"/>
                </a:lnTo>
                <a:lnTo>
                  <a:pt x="24075" y="14873"/>
                </a:lnTo>
                <a:lnTo>
                  <a:pt x="24297" y="14006"/>
                </a:lnTo>
                <a:lnTo>
                  <a:pt x="24478" y="13198"/>
                </a:lnTo>
                <a:lnTo>
                  <a:pt x="24620" y="12432"/>
                </a:lnTo>
                <a:lnTo>
                  <a:pt x="24741" y="11685"/>
                </a:lnTo>
                <a:lnTo>
                  <a:pt x="24842" y="10938"/>
                </a:lnTo>
                <a:lnTo>
                  <a:pt x="24902" y="10232"/>
                </a:lnTo>
                <a:lnTo>
                  <a:pt x="24943" y="9546"/>
                </a:lnTo>
                <a:lnTo>
                  <a:pt x="24963" y="8880"/>
                </a:lnTo>
                <a:lnTo>
                  <a:pt x="24963" y="8214"/>
                </a:lnTo>
                <a:lnTo>
                  <a:pt x="24922" y="7447"/>
                </a:lnTo>
                <a:lnTo>
                  <a:pt x="24842" y="6721"/>
                </a:lnTo>
                <a:lnTo>
                  <a:pt x="24741" y="6014"/>
                </a:lnTo>
                <a:lnTo>
                  <a:pt x="24579" y="5348"/>
                </a:lnTo>
                <a:lnTo>
                  <a:pt x="24398" y="4703"/>
                </a:lnTo>
                <a:lnTo>
                  <a:pt x="24156" y="4097"/>
                </a:lnTo>
                <a:lnTo>
                  <a:pt x="23893" y="3532"/>
                </a:lnTo>
                <a:lnTo>
                  <a:pt x="23752" y="3250"/>
                </a:lnTo>
                <a:lnTo>
                  <a:pt x="23591" y="2987"/>
                </a:lnTo>
                <a:lnTo>
                  <a:pt x="23389" y="2685"/>
                </a:lnTo>
                <a:lnTo>
                  <a:pt x="23187" y="2382"/>
                </a:lnTo>
                <a:lnTo>
                  <a:pt x="22965" y="2099"/>
                </a:lnTo>
                <a:lnTo>
                  <a:pt x="22723" y="1837"/>
                </a:lnTo>
                <a:lnTo>
                  <a:pt x="22460" y="1595"/>
                </a:lnTo>
                <a:lnTo>
                  <a:pt x="22218" y="1353"/>
                </a:lnTo>
                <a:lnTo>
                  <a:pt x="21936" y="1151"/>
                </a:lnTo>
                <a:lnTo>
                  <a:pt x="21653" y="949"/>
                </a:lnTo>
                <a:lnTo>
                  <a:pt x="21371" y="768"/>
                </a:lnTo>
                <a:lnTo>
                  <a:pt x="21088" y="606"/>
                </a:lnTo>
                <a:lnTo>
                  <a:pt x="20785" y="445"/>
                </a:lnTo>
                <a:lnTo>
                  <a:pt x="20483" y="324"/>
                </a:lnTo>
                <a:lnTo>
                  <a:pt x="20160" y="223"/>
                </a:lnTo>
                <a:lnTo>
                  <a:pt x="19857" y="142"/>
                </a:lnTo>
                <a:lnTo>
                  <a:pt x="19534" y="61"/>
                </a:lnTo>
                <a:lnTo>
                  <a:pt x="19211" y="21"/>
                </a:lnTo>
                <a:lnTo>
                  <a:pt x="18929" y="1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4" name="Google Shape;174;p3"/>
          <p:cNvSpPr/>
          <p:nvPr/>
        </p:nvSpPr>
        <p:spPr>
          <a:xfrm>
            <a:off x="8938198" y="3915546"/>
            <a:ext cx="2259893" cy="1045918"/>
          </a:xfrm>
          <a:custGeom>
            <a:rect b="b" l="l" r="r" t="t"/>
            <a:pathLst>
              <a:path extrusionOk="0" h="18708" w="40422">
                <a:moveTo>
                  <a:pt x="37434" y="81"/>
                </a:moveTo>
                <a:lnTo>
                  <a:pt x="37919" y="101"/>
                </a:lnTo>
                <a:lnTo>
                  <a:pt x="38403" y="162"/>
                </a:lnTo>
                <a:lnTo>
                  <a:pt x="38887" y="263"/>
                </a:lnTo>
                <a:lnTo>
                  <a:pt x="39372" y="384"/>
                </a:lnTo>
                <a:lnTo>
                  <a:pt x="39634" y="485"/>
                </a:lnTo>
                <a:lnTo>
                  <a:pt x="39796" y="566"/>
                </a:lnTo>
                <a:lnTo>
                  <a:pt x="39957" y="666"/>
                </a:lnTo>
                <a:lnTo>
                  <a:pt x="40098" y="808"/>
                </a:lnTo>
                <a:lnTo>
                  <a:pt x="40219" y="949"/>
                </a:lnTo>
                <a:lnTo>
                  <a:pt x="40260" y="1030"/>
                </a:lnTo>
                <a:lnTo>
                  <a:pt x="40300" y="1110"/>
                </a:lnTo>
                <a:lnTo>
                  <a:pt x="40320" y="1211"/>
                </a:lnTo>
                <a:lnTo>
                  <a:pt x="40340" y="1292"/>
                </a:lnTo>
                <a:lnTo>
                  <a:pt x="40320" y="1413"/>
                </a:lnTo>
                <a:lnTo>
                  <a:pt x="40300" y="1534"/>
                </a:lnTo>
                <a:lnTo>
                  <a:pt x="40260" y="1655"/>
                </a:lnTo>
                <a:lnTo>
                  <a:pt x="40199" y="1756"/>
                </a:lnTo>
                <a:lnTo>
                  <a:pt x="40058" y="1958"/>
                </a:lnTo>
                <a:lnTo>
                  <a:pt x="39876" y="2160"/>
                </a:lnTo>
                <a:lnTo>
                  <a:pt x="39513" y="2523"/>
                </a:lnTo>
                <a:lnTo>
                  <a:pt x="39130" y="2886"/>
                </a:lnTo>
                <a:lnTo>
                  <a:pt x="38322" y="3572"/>
                </a:lnTo>
                <a:lnTo>
                  <a:pt x="37677" y="4117"/>
                </a:lnTo>
                <a:lnTo>
                  <a:pt x="37051" y="4682"/>
                </a:lnTo>
                <a:lnTo>
                  <a:pt x="36748" y="4985"/>
                </a:lnTo>
                <a:lnTo>
                  <a:pt x="36466" y="5308"/>
                </a:lnTo>
                <a:lnTo>
                  <a:pt x="36203" y="5631"/>
                </a:lnTo>
                <a:lnTo>
                  <a:pt x="35961" y="5974"/>
                </a:lnTo>
                <a:lnTo>
                  <a:pt x="35719" y="6337"/>
                </a:lnTo>
                <a:lnTo>
                  <a:pt x="35517" y="6700"/>
                </a:lnTo>
                <a:lnTo>
                  <a:pt x="35336" y="7084"/>
                </a:lnTo>
                <a:lnTo>
                  <a:pt x="35174" y="7467"/>
                </a:lnTo>
                <a:lnTo>
                  <a:pt x="34872" y="8254"/>
                </a:lnTo>
                <a:lnTo>
                  <a:pt x="34589" y="9041"/>
                </a:lnTo>
                <a:lnTo>
                  <a:pt x="34307" y="9869"/>
                </a:lnTo>
                <a:lnTo>
                  <a:pt x="34145" y="10292"/>
                </a:lnTo>
                <a:lnTo>
                  <a:pt x="33984" y="10696"/>
                </a:lnTo>
                <a:lnTo>
                  <a:pt x="33802" y="11100"/>
                </a:lnTo>
                <a:lnTo>
                  <a:pt x="33600" y="11503"/>
                </a:lnTo>
                <a:lnTo>
                  <a:pt x="33378" y="11887"/>
                </a:lnTo>
                <a:lnTo>
                  <a:pt x="33136" y="12250"/>
                </a:lnTo>
                <a:lnTo>
                  <a:pt x="32914" y="12512"/>
                </a:lnTo>
                <a:lnTo>
                  <a:pt x="32712" y="12754"/>
                </a:lnTo>
                <a:lnTo>
                  <a:pt x="32470" y="12996"/>
                </a:lnTo>
                <a:lnTo>
                  <a:pt x="32228" y="13239"/>
                </a:lnTo>
                <a:lnTo>
                  <a:pt x="31986" y="13440"/>
                </a:lnTo>
                <a:lnTo>
                  <a:pt x="31724" y="13642"/>
                </a:lnTo>
                <a:lnTo>
                  <a:pt x="31199" y="14026"/>
                </a:lnTo>
                <a:lnTo>
                  <a:pt x="30634" y="14369"/>
                </a:lnTo>
                <a:lnTo>
                  <a:pt x="30069" y="14692"/>
                </a:lnTo>
                <a:lnTo>
                  <a:pt x="29504" y="14954"/>
                </a:lnTo>
                <a:lnTo>
                  <a:pt x="28939" y="15216"/>
                </a:lnTo>
                <a:lnTo>
                  <a:pt x="27970" y="15640"/>
                </a:lnTo>
                <a:lnTo>
                  <a:pt x="26961" y="16024"/>
                </a:lnTo>
                <a:lnTo>
                  <a:pt x="25952" y="16387"/>
                </a:lnTo>
                <a:lnTo>
                  <a:pt x="24923" y="16730"/>
                </a:lnTo>
                <a:lnTo>
                  <a:pt x="23873" y="17033"/>
                </a:lnTo>
                <a:lnTo>
                  <a:pt x="22804" y="17315"/>
                </a:lnTo>
                <a:lnTo>
                  <a:pt x="21714" y="17557"/>
                </a:lnTo>
                <a:lnTo>
                  <a:pt x="20604" y="17799"/>
                </a:lnTo>
                <a:lnTo>
                  <a:pt x="19494" y="18001"/>
                </a:lnTo>
                <a:lnTo>
                  <a:pt x="18344" y="18163"/>
                </a:lnTo>
                <a:lnTo>
                  <a:pt x="17194" y="18304"/>
                </a:lnTo>
                <a:lnTo>
                  <a:pt x="16023" y="18425"/>
                </a:lnTo>
                <a:lnTo>
                  <a:pt x="14833" y="18526"/>
                </a:lnTo>
                <a:lnTo>
                  <a:pt x="13622" y="18586"/>
                </a:lnTo>
                <a:lnTo>
                  <a:pt x="12391" y="18607"/>
                </a:lnTo>
                <a:lnTo>
                  <a:pt x="11160" y="18627"/>
                </a:lnTo>
                <a:lnTo>
                  <a:pt x="10091" y="18607"/>
                </a:lnTo>
                <a:lnTo>
                  <a:pt x="8981" y="18566"/>
                </a:lnTo>
                <a:lnTo>
                  <a:pt x="7810" y="18465"/>
                </a:lnTo>
                <a:lnTo>
                  <a:pt x="7205" y="18405"/>
                </a:lnTo>
                <a:lnTo>
                  <a:pt x="6599" y="18324"/>
                </a:lnTo>
                <a:lnTo>
                  <a:pt x="5994" y="18243"/>
                </a:lnTo>
                <a:lnTo>
                  <a:pt x="5368" y="18122"/>
                </a:lnTo>
                <a:lnTo>
                  <a:pt x="4763" y="17981"/>
                </a:lnTo>
                <a:lnTo>
                  <a:pt x="4137" y="17840"/>
                </a:lnTo>
                <a:lnTo>
                  <a:pt x="3532" y="17658"/>
                </a:lnTo>
                <a:lnTo>
                  <a:pt x="2927" y="17456"/>
                </a:lnTo>
                <a:lnTo>
                  <a:pt x="2321" y="17234"/>
                </a:lnTo>
                <a:lnTo>
                  <a:pt x="1716" y="16972"/>
                </a:lnTo>
                <a:lnTo>
                  <a:pt x="1312" y="16790"/>
                </a:lnTo>
                <a:lnTo>
                  <a:pt x="1131" y="16669"/>
                </a:lnTo>
                <a:lnTo>
                  <a:pt x="949" y="16548"/>
                </a:lnTo>
                <a:lnTo>
                  <a:pt x="767" y="16427"/>
                </a:lnTo>
                <a:lnTo>
                  <a:pt x="606" y="16286"/>
                </a:lnTo>
                <a:lnTo>
                  <a:pt x="465" y="16124"/>
                </a:lnTo>
                <a:lnTo>
                  <a:pt x="323" y="15963"/>
                </a:lnTo>
                <a:lnTo>
                  <a:pt x="243" y="15802"/>
                </a:lnTo>
                <a:lnTo>
                  <a:pt x="162" y="15640"/>
                </a:lnTo>
                <a:lnTo>
                  <a:pt x="122" y="15499"/>
                </a:lnTo>
                <a:lnTo>
                  <a:pt x="101" y="15337"/>
                </a:lnTo>
                <a:lnTo>
                  <a:pt x="81" y="15196"/>
                </a:lnTo>
                <a:lnTo>
                  <a:pt x="101" y="15055"/>
                </a:lnTo>
                <a:lnTo>
                  <a:pt x="122" y="14914"/>
                </a:lnTo>
                <a:lnTo>
                  <a:pt x="162" y="14772"/>
                </a:lnTo>
                <a:lnTo>
                  <a:pt x="222" y="14631"/>
                </a:lnTo>
                <a:lnTo>
                  <a:pt x="283" y="14490"/>
                </a:lnTo>
                <a:lnTo>
                  <a:pt x="444" y="14207"/>
                </a:lnTo>
                <a:lnTo>
                  <a:pt x="646" y="13945"/>
                </a:lnTo>
                <a:lnTo>
                  <a:pt x="868" y="13703"/>
                </a:lnTo>
                <a:lnTo>
                  <a:pt x="1453" y="13077"/>
                </a:lnTo>
                <a:lnTo>
                  <a:pt x="2059" y="12472"/>
                </a:lnTo>
                <a:lnTo>
                  <a:pt x="2684" y="11887"/>
                </a:lnTo>
                <a:lnTo>
                  <a:pt x="3310" y="11322"/>
                </a:lnTo>
                <a:lnTo>
                  <a:pt x="3936" y="10797"/>
                </a:lnTo>
                <a:lnTo>
                  <a:pt x="4602" y="10272"/>
                </a:lnTo>
                <a:lnTo>
                  <a:pt x="5267" y="9768"/>
                </a:lnTo>
                <a:lnTo>
                  <a:pt x="5974" y="9283"/>
                </a:lnTo>
                <a:lnTo>
                  <a:pt x="6680" y="8819"/>
                </a:lnTo>
                <a:lnTo>
                  <a:pt x="7427" y="8355"/>
                </a:lnTo>
                <a:lnTo>
                  <a:pt x="8173" y="7891"/>
                </a:lnTo>
                <a:lnTo>
                  <a:pt x="8960" y="7467"/>
                </a:lnTo>
                <a:lnTo>
                  <a:pt x="9808" y="7003"/>
                </a:lnTo>
                <a:lnTo>
                  <a:pt x="10676" y="6579"/>
                </a:lnTo>
                <a:lnTo>
                  <a:pt x="11564" y="6155"/>
                </a:lnTo>
                <a:lnTo>
                  <a:pt x="12492" y="5752"/>
                </a:lnTo>
                <a:lnTo>
                  <a:pt x="13380" y="5389"/>
                </a:lnTo>
                <a:lnTo>
                  <a:pt x="14268" y="5046"/>
                </a:lnTo>
                <a:lnTo>
                  <a:pt x="15176" y="4702"/>
                </a:lnTo>
                <a:lnTo>
                  <a:pt x="16084" y="4380"/>
                </a:lnTo>
                <a:lnTo>
                  <a:pt x="17012" y="4077"/>
                </a:lnTo>
                <a:lnTo>
                  <a:pt x="17920" y="3794"/>
                </a:lnTo>
                <a:lnTo>
                  <a:pt x="18849" y="3512"/>
                </a:lnTo>
                <a:lnTo>
                  <a:pt x="19777" y="3270"/>
                </a:lnTo>
                <a:lnTo>
                  <a:pt x="21613" y="2765"/>
                </a:lnTo>
                <a:lnTo>
                  <a:pt x="23470" y="2321"/>
                </a:lnTo>
                <a:lnTo>
                  <a:pt x="25286" y="1918"/>
                </a:lnTo>
                <a:lnTo>
                  <a:pt x="27102" y="1534"/>
                </a:lnTo>
                <a:lnTo>
                  <a:pt x="29362" y="1070"/>
                </a:lnTo>
                <a:lnTo>
                  <a:pt x="30452" y="868"/>
                </a:lnTo>
                <a:lnTo>
                  <a:pt x="31502" y="687"/>
                </a:lnTo>
                <a:lnTo>
                  <a:pt x="32531" y="525"/>
                </a:lnTo>
                <a:lnTo>
                  <a:pt x="33560" y="384"/>
                </a:lnTo>
                <a:lnTo>
                  <a:pt x="34569" y="263"/>
                </a:lnTo>
                <a:lnTo>
                  <a:pt x="35578" y="162"/>
                </a:lnTo>
                <a:lnTo>
                  <a:pt x="36486" y="81"/>
                </a:lnTo>
                <a:close/>
                <a:moveTo>
                  <a:pt x="36486" y="1"/>
                </a:moveTo>
                <a:lnTo>
                  <a:pt x="35558" y="81"/>
                </a:lnTo>
                <a:lnTo>
                  <a:pt x="34549" y="182"/>
                </a:lnTo>
                <a:lnTo>
                  <a:pt x="33540" y="303"/>
                </a:lnTo>
                <a:lnTo>
                  <a:pt x="32511" y="444"/>
                </a:lnTo>
                <a:lnTo>
                  <a:pt x="31481" y="606"/>
                </a:lnTo>
                <a:lnTo>
                  <a:pt x="30432" y="788"/>
                </a:lnTo>
                <a:lnTo>
                  <a:pt x="29362" y="989"/>
                </a:lnTo>
                <a:lnTo>
                  <a:pt x="27082" y="1453"/>
                </a:lnTo>
                <a:lnTo>
                  <a:pt x="25286" y="1837"/>
                </a:lnTo>
                <a:lnTo>
                  <a:pt x="23450" y="2241"/>
                </a:lnTo>
                <a:lnTo>
                  <a:pt x="21593" y="2705"/>
                </a:lnTo>
                <a:lnTo>
                  <a:pt x="19757" y="3189"/>
                </a:lnTo>
                <a:lnTo>
                  <a:pt x="18828" y="3451"/>
                </a:lnTo>
                <a:lnTo>
                  <a:pt x="17900" y="3714"/>
                </a:lnTo>
                <a:lnTo>
                  <a:pt x="16992" y="3996"/>
                </a:lnTo>
                <a:lnTo>
                  <a:pt x="16064" y="4299"/>
                </a:lnTo>
                <a:lnTo>
                  <a:pt x="15156" y="4622"/>
                </a:lnTo>
                <a:lnTo>
                  <a:pt x="14248" y="4965"/>
                </a:lnTo>
                <a:lnTo>
                  <a:pt x="13339" y="5308"/>
                </a:lnTo>
                <a:lnTo>
                  <a:pt x="12452" y="5691"/>
                </a:lnTo>
                <a:lnTo>
                  <a:pt x="11543" y="6095"/>
                </a:lnTo>
                <a:lnTo>
                  <a:pt x="10635" y="6499"/>
                </a:lnTo>
                <a:lnTo>
                  <a:pt x="9768" y="6942"/>
                </a:lnTo>
                <a:lnTo>
                  <a:pt x="8920" y="7386"/>
                </a:lnTo>
                <a:lnTo>
                  <a:pt x="8133" y="7830"/>
                </a:lnTo>
                <a:lnTo>
                  <a:pt x="7386" y="8274"/>
                </a:lnTo>
                <a:lnTo>
                  <a:pt x="6640" y="8738"/>
                </a:lnTo>
                <a:lnTo>
                  <a:pt x="5933" y="9223"/>
                </a:lnTo>
                <a:lnTo>
                  <a:pt x="5227" y="9707"/>
                </a:lnTo>
                <a:lnTo>
                  <a:pt x="4541" y="10212"/>
                </a:lnTo>
                <a:lnTo>
                  <a:pt x="3895" y="10736"/>
                </a:lnTo>
                <a:lnTo>
                  <a:pt x="3270" y="11261"/>
                </a:lnTo>
                <a:lnTo>
                  <a:pt x="2624" y="11826"/>
                </a:lnTo>
                <a:lnTo>
                  <a:pt x="1998" y="12411"/>
                </a:lnTo>
                <a:lnTo>
                  <a:pt x="1393" y="13017"/>
                </a:lnTo>
                <a:lnTo>
                  <a:pt x="808" y="13642"/>
                </a:lnTo>
                <a:lnTo>
                  <a:pt x="586" y="13905"/>
                </a:lnTo>
                <a:lnTo>
                  <a:pt x="364" y="14187"/>
                </a:lnTo>
                <a:lnTo>
                  <a:pt x="202" y="14470"/>
                </a:lnTo>
                <a:lnTo>
                  <a:pt x="122" y="14611"/>
                </a:lnTo>
                <a:lnTo>
                  <a:pt x="81" y="14752"/>
                </a:lnTo>
                <a:lnTo>
                  <a:pt x="41" y="14893"/>
                </a:lnTo>
                <a:lnTo>
                  <a:pt x="0" y="15055"/>
                </a:lnTo>
                <a:lnTo>
                  <a:pt x="0" y="15196"/>
                </a:lnTo>
                <a:lnTo>
                  <a:pt x="0" y="15358"/>
                </a:lnTo>
                <a:lnTo>
                  <a:pt x="41" y="15519"/>
                </a:lnTo>
                <a:lnTo>
                  <a:pt x="101" y="15680"/>
                </a:lnTo>
                <a:lnTo>
                  <a:pt x="162" y="15842"/>
                </a:lnTo>
                <a:lnTo>
                  <a:pt x="263" y="16003"/>
                </a:lnTo>
                <a:lnTo>
                  <a:pt x="404" y="16185"/>
                </a:lnTo>
                <a:lnTo>
                  <a:pt x="545" y="16346"/>
                </a:lnTo>
                <a:lnTo>
                  <a:pt x="727" y="16488"/>
                </a:lnTo>
                <a:lnTo>
                  <a:pt x="888" y="16629"/>
                </a:lnTo>
                <a:lnTo>
                  <a:pt x="1090" y="16750"/>
                </a:lnTo>
                <a:lnTo>
                  <a:pt x="1272" y="16851"/>
                </a:lnTo>
                <a:lnTo>
                  <a:pt x="1675" y="17053"/>
                </a:lnTo>
                <a:lnTo>
                  <a:pt x="2281" y="17295"/>
                </a:lnTo>
                <a:lnTo>
                  <a:pt x="2886" y="17537"/>
                </a:lnTo>
                <a:lnTo>
                  <a:pt x="3512" y="17739"/>
                </a:lnTo>
                <a:lnTo>
                  <a:pt x="4117" y="17920"/>
                </a:lnTo>
                <a:lnTo>
                  <a:pt x="4743" y="18062"/>
                </a:lnTo>
                <a:lnTo>
                  <a:pt x="5348" y="18203"/>
                </a:lnTo>
                <a:lnTo>
                  <a:pt x="5974" y="18324"/>
                </a:lnTo>
                <a:lnTo>
                  <a:pt x="6579" y="18405"/>
                </a:lnTo>
                <a:lnTo>
                  <a:pt x="7185" y="18485"/>
                </a:lnTo>
                <a:lnTo>
                  <a:pt x="7790" y="18546"/>
                </a:lnTo>
                <a:lnTo>
                  <a:pt x="8960" y="18647"/>
                </a:lnTo>
                <a:lnTo>
                  <a:pt x="10091" y="18687"/>
                </a:lnTo>
                <a:lnTo>
                  <a:pt x="11160" y="18707"/>
                </a:lnTo>
                <a:lnTo>
                  <a:pt x="11443" y="18707"/>
                </a:lnTo>
                <a:lnTo>
                  <a:pt x="12653" y="18687"/>
                </a:lnTo>
                <a:lnTo>
                  <a:pt x="13864" y="18647"/>
                </a:lnTo>
                <a:lnTo>
                  <a:pt x="15055" y="18586"/>
                </a:lnTo>
                <a:lnTo>
                  <a:pt x="16225" y="18485"/>
                </a:lnTo>
                <a:lnTo>
                  <a:pt x="17376" y="18364"/>
                </a:lnTo>
                <a:lnTo>
                  <a:pt x="18526" y="18223"/>
                </a:lnTo>
                <a:lnTo>
                  <a:pt x="19636" y="18042"/>
                </a:lnTo>
                <a:lnTo>
                  <a:pt x="20746" y="17840"/>
                </a:lnTo>
                <a:lnTo>
                  <a:pt x="21835" y="17618"/>
                </a:lnTo>
                <a:lnTo>
                  <a:pt x="22905" y="17376"/>
                </a:lnTo>
                <a:lnTo>
                  <a:pt x="23974" y="17093"/>
                </a:lnTo>
                <a:lnTo>
                  <a:pt x="25004" y="16790"/>
                </a:lnTo>
                <a:lnTo>
                  <a:pt x="26033" y="16447"/>
                </a:lnTo>
                <a:lnTo>
                  <a:pt x="27022" y="16084"/>
                </a:lnTo>
                <a:lnTo>
                  <a:pt x="28010" y="15701"/>
                </a:lnTo>
                <a:lnTo>
                  <a:pt x="28979" y="15297"/>
                </a:lnTo>
                <a:lnTo>
                  <a:pt x="29544" y="15035"/>
                </a:lnTo>
                <a:lnTo>
                  <a:pt x="30109" y="14752"/>
                </a:lnTo>
                <a:lnTo>
                  <a:pt x="30674" y="14449"/>
                </a:lnTo>
                <a:lnTo>
                  <a:pt x="31239" y="14086"/>
                </a:lnTo>
                <a:lnTo>
                  <a:pt x="31784" y="13703"/>
                </a:lnTo>
                <a:lnTo>
                  <a:pt x="32046" y="13501"/>
                </a:lnTo>
                <a:lnTo>
                  <a:pt x="32289" y="13279"/>
                </a:lnTo>
                <a:lnTo>
                  <a:pt x="32531" y="13057"/>
                </a:lnTo>
                <a:lnTo>
                  <a:pt x="32773" y="12815"/>
                </a:lnTo>
                <a:lnTo>
                  <a:pt x="32995" y="12553"/>
                </a:lnTo>
                <a:lnTo>
                  <a:pt x="33197" y="12290"/>
                </a:lnTo>
                <a:lnTo>
                  <a:pt x="33439" y="11927"/>
                </a:lnTo>
                <a:lnTo>
                  <a:pt x="33661" y="11544"/>
                </a:lnTo>
                <a:lnTo>
                  <a:pt x="33863" y="11140"/>
                </a:lnTo>
                <a:lnTo>
                  <a:pt x="34044" y="10736"/>
                </a:lnTo>
                <a:lnTo>
                  <a:pt x="34226" y="10333"/>
                </a:lnTo>
                <a:lnTo>
                  <a:pt x="34367" y="9909"/>
                </a:lnTo>
                <a:lnTo>
                  <a:pt x="34670" y="9061"/>
                </a:lnTo>
                <a:lnTo>
                  <a:pt x="34952" y="8274"/>
                </a:lnTo>
                <a:lnTo>
                  <a:pt x="35235" y="7487"/>
                </a:lnTo>
                <a:lnTo>
                  <a:pt x="35416" y="7104"/>
                </a:lnTo>
                <a:lnTo>
                  <a:pt x="35598" y="6741"/>
                </a:lnTo>
                <a:lnTo>
                  <a:pt x="35800" y="6377"/>
                </a:lnTo>
                <a:lnTo>
                  <a:pt x="36022" y="6014"/>
                </a:lnTo>
                <a:lnTo>
                  <a:pt x="36264" y="5671"/>
                </a:lnTo>
                <a:lnTo>
                  <a:pt x="36526" y="5348"/>
                </a:lnTo>
                <a:lnTo>
                  <a:pt x="36809" y="5046"/>
                </a:lnTo>
                <a:lnTo>
                  <a:pt x="37112" y="4743"/>
                </a:lnTo>
                <a:lnTo>
                  <a:pt x="37737" y="4178"/>
                </a:lnTo>
                <a:lnTo>
                  <a:pt x="38383" y="3633"/>
                </a:lnTo>
                <a:lnTo>
                  <a:pt x="39170" y="2947"/>
                </a:lnTo>
                <a:lnTo>
                  <a:pt x="39574" y="2584"/>
                </a:lnTo>
                <a:lnTo>
                  <a:pt x="39937" y="2200"/>
                </a:lnTo>
                <a:lnTo>
                  <a:pt x="40118" y="2019"/>
                </a:lnTo>
                <a:lnTo>
                  <a:pt x="40280" y="1797"/>
                </a:lnTo>
                <a:lnTo>
                  <a:pt x="40340" y="1675"/>
                </a:lnTo>
                <a:lnTo>
                  <a:pt x="40381" y="1554"/>
                </a:lnTo>
                <a:lnTo>
                  <a:pt x="40401" y="1433"/>
                </a:lnTo>
                <a:lnTo>
                  <a:pt x="40421" y="1292"/>
                </a:lnTo>
                <a:lnTo>
                  <a:pt x="40401" y="1191"/>
                </a:lnTo>
                <a:lnTo>
                  <a:pt x="40381" y="1090"/>
                </a:lnTo>
                <a:lnTo>
                  <a:pt x="40340" y="989"/>
                </a:lnTo>
                <a:lnTo>
                  <a:pt x="40280" y="909"/>
                </a:lnTo>
                <a:lnTo>
                  <a:pt x="40159" y="747"/>
                </a:lnTo>
                <a:lnTo>
                  <a:pt x="40018" y="626"/>
                </a:lnTo>
                <a:lnTo>
                  <a:pt x="39836" y="505"/>
                </a:lnTo>
                <a:lnTo>
                  <a:pt x="39674" y="424"/>
                </a:lnTo>
                <a:lnTo>
                  <a:pt x="39392" y="303"/>
                </a:lnTo>
                <a:lnTo>
                  <a:pt x="38908" y="182"/>
                </a:lnTo>
                <a:lnTo>
                  <a:pt x="38423" y="81"/>
                </a:lnTo>
                <a:lnTo>
                  <a:pt x="37939" y="21"/>
                </a:lnTo>
                <a:lnTo>
                  <a:pt x="37455" y="1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5" name="Google Shape;175;p3"/>
          <p:cNvSpPr/>
          <p:nvPr/>
        </p:nvSpPr>
        <p:spPr>
          <a:xfrm>
            <a:off x="1754085" y="4576657"/>
            <a:ext cx="653335" cy="572101"/>
          </a:xfrm>
          <a:custGeom>
            <a:rect b="b" l="l" r="r" t="t"/>
            <a:pathLst>
              <a:path extrusionOk="0" h="10233" w="11686">
                <a:moveTo>
                  <a:pt x="10817" y="82"/>
                </a:moveTo>
                <a:lnTo>
                  <a:pt x="10918" y="102"/>
                </a:lnTo>
                <a:lnTo>
                  <a:pt x="10979" y="142"/>
                </a:lnTo>
                <a:lnTo>
                  <a:pt x="11039" y="182"/>
                </a:lnTo>
                <a:lnTo>
                  <a:pt x="11120" y="303"/>
                </a:lnTo>
                <a:lnTo>
                  <a:pt x="11201" y="445"/>
                </a:lnTo>
                <a:lnTo>
                  <a:pt x="11241" y="586"/>
                </a:lnTo>
                <a:lnTo>
                  <a:pt x="11382" y="1191"/>
                </a:lnTo>
                <a:lnTo>
                  <a:pt x="11504" y="1797"/>
                </a:lnTo>
                <a:lnTo>
                  <a:pt x="11564" y="2422"/>
                </a:lnTo>
                <a:lnTo>
                  <a:pt x="11604" y="3028"/>
                </a:lnTo>
                <a:lnTo>
                  <a:pt x="11584" y="3653"/>
                </a:lnTo>
                <a:lnTo>
                  <a:pt x="11544" y="4259"/>
                </a:lnTo>
                <a:lnTo>
                  <a:pt x="11463" y="4884"/>
                </a:lnTo>
                <a:lnTo>
                  <a:pt x="11342" y="5490"/>
                </a:lnTo>
                <a:lnTo>
                  <a:pt x="11241" y="5853"/>
                </a:lnTo>
                <a:lnTo>
                  <a:pt x="11140" y="6176"/>
                </a:lnTo>
                <a:lnTo>
                  <a:pt x="11019" y="6499"/>
                </a:lnTo>
                <a:lnTo>
                  <a:pt x="10878" y="6781"/>
                </a:lnTo>
                <a:lnTo>
                  <a:pt x="10737" y="7044"/>
                </a:lnTo>
                <a:lnTo>
                  <a:pt x="10575" y="7286"/>
                </a:lnTo>
                <a:lnTo>
                  <a:pt x="10414" y="7488"/>
                </a:lnTo>
                <a:lnTo>
                  <a:pt x="10212" y="7669"/>
                </a:lnTo>
                <a:lnTo>
                  <a:pt x="10030" y="7831"/>
                </a:lnTo>
                <a:lnTo>
                  <a:pt x="9849" y="7972"/>
                </a:lnTo>
                <a:lnTo>
                  <a:pt x="9647" y="8093"/>
                </a:lnTo>
                <a:lnTo>
                  <a:pt x="9425" y="8194"/>
                </a:lnTo>
                <a:lnTo>
                  <a:pt x="9001" y="8396"/>
                </a:lnTo>
                <a:lnTo>
                  <a:pt x="8557" y="8557"/>
                </a:lnTo>
                <a:lnTo>
                  <a:pt x="7730" y="8840"/>
                </a:lnTo>
                <a:lnTo>
                  <a:pt x="6862" y="9142"/>
                </a:lnTo>
                <a:lnTo>
                  <a:pt x="5974" y="9405"/>
                </a:lnTo>
                <a:lnTo>
                  <a:pt x="5066" y="9647"/>
                </a:lnTo>
                <a:lnTo>
                  <a:pt x="4158" y="9849"/>
                </a:lnTo>
                <a:lnTo>
                  <a:pt x="3714" y="9950"/>
                </a:lnTo>
                <a:lnTo>
                  <a:pt x="3270" y="10010"/>
                </a:lnTo>
                <a:lnTo>
                  <a:pt x="2806" y="10071"/>
                </a:lnTo>
                <a:lnTo>
                  <a:pt x="2362" y="10111"/>
                </a:lnTo>
                <a:lnTo>
                  <a:pt x="1918" y="10151"/>
                </a:lnTo>
                <a:lnTo>
                  <a:pt x="1252" y="10151"/>
                </a:lnTo>
                <a:lnTo>
                  <a:pt x="1070" y="10131"/>
                </a:lnTo>
                <a:lnTo>
                  <a:pt x="889" y="10071"/>
                </a:lnTo>
                <a:lnTo>
                  <a:pt x="707" y="10010"/>
                </a:lnTo>
                <a:lnTo>
                  <a:pt x="566" y="9950"/>
                </a:lnTo>
                <a:lnTo>
                  <a:pt x="425" y="9849"/>
                </a:lnTo>
                <a:lnTo>
                  <a:pt x="324" y="9748"/>
                </a:lnTo>
                <a:lnTo>
                  <a:pt x="223" y="9627"/>
                </a:lnTo>
                <a:lnTo>
                  <a:pt x="162" y="9526"/>
                </a:lnTo>
                <a:lnTo>
                  <a:pt x="122" y="9405"/>
                </a:lnTo>
                <a:lnTo>
                  <a:pt x="102" y="9284"/>
                </a:lnTo>
                <a:lnTo>
                  <a:pt x="82" y="9163"/>
                </a:lnTo>
                <a:lnTo>
                  <a:pt x="102" y="9021"/>
                </a:lnTo>
                <a:lnTo>
                  <a:pt x="122" y="8880"/>
                </a:lnTo>
                <a:lnTo>
                  <a:pt x="162" y="8739"/>
                </a:lnTo>
                <a:lnTo>
                  <a:pt x="223" y="8577"/>
                </a:lnTo>
                <a:lnTo>
                  <a:pt x="324" y="8416"/>
                </a:lnTo>
                <a:lnTo>
                  <a:pt x="425" y="8234"/>
                </a:lnTo>
                <a:lnTo>
                  <a:pt x="546" y="8073"/>
                </a:lnTo>
                <a:lnTo>
                  <a:pt x="667" y="7911"/>
                </a:lnTo>
                <a:lnTo>
                  <a:pt x="970" y="7589"/>
                </a:lnTo>
                <a:lnTo>
                  <a:pt x="1292" y="7306"/>
                </a:lnTo>
                <a:lnTo>
                  <a:pt x="1615" y="7064"/>
                </a:lnTo>
                <a:lnTo>
                  <a:pt x="1979" y="6822"/>
                </a:lnTo>
                <a:lnTo>
                  <a:pt x="2322" y="6620"/>
                </a:lnTo>
                <a:lnTo>
                  <a:pt x="2645" y="6438"/>
                </a:lnTo>
                <a:lnTo>
                  <a:pt x="3008" y="6257"/>
                </a:lnTo>
                <a:lnTo>
                  <a:pt x="3391" y="6075"/>
                </a:lnTo>
                <a:lnTo>
                  <a:pt x="4138" y="5752"/>
                </a:lnTo>
                <a:lnTo>
                  <a:pt x="5107" y="5328"/>
                </a:lnTo>
                <a:lnTo>
                  <a:pt x="5591" y="5086"/>
                </a:lnTo>
                <a:lnTo>
                  <a:pt x="6055" y="4824"/>
                </a:lnTo>
                <a:lnTo>
                  <a:pt x="6459" y="4582"/>
                </a:lnTo>
                <a:lnTo>
                  <a:pt x="6822" y="4319"/>
                </a:lnTo>
                <a:lnTo>
                  <a:pt x="7185" y="4017"/>
                </a:lnTo>
                <a:lnTo>
                  <a:pt x="7528" y="3714"/>
                </a:lnTo>
                <a:lnTo>
                  <a:pt x="7851" y="3391"/>
                </a:lnTo>
                <a:lnTo>
                  <a:pt x="8174" y="3048"/>
                </a:lnTo>
                <a:lnTo>
                  <a:pt x="8456" y="2685"/>
                </a:lnTo>
                <a:lnTo>
                  <a:pt x="8719" y="2301"/>
                </a:lnTo>
                <a:lnTo>
                  <a:pt x="9021" y="1817"/>
                </a:lnTo>
                <a:lnTo>
                  <a:pt x="9324" y="1353"/>
                </a:lnTo>
                <a:lnTo>
                  <a:pt x="9465" y="1131"/>
                </a:lnTo>
                <a:lnTo>
                  <a:pt x="9647" y="909"/>
                </a:lnTo>
                <a:lnTo>
                  <a:pt x="9808" y="707"/>
                </a:lnTo>
                <a:lnTo>
                  <a:pt x="10010" y="525"/>
                </a:lnTo>
                <a:lnTo>
                  <a:pt x="10212" y="344"/>
                </a:lnTo>
                <a:lnTo>
                  <a:pt x="10434" y="203"/>
                </a:lnTo>
                <a:lnTo>
                  <a:pt x="10575" y="122"/>
                </a:lnTo>
                <a:lnTo>
                  <a:pt x="10696" y="102"/>
                </a:lnTo>
                <a:lnTo>
                  <a:pt x="10817" y="82"/>
                </a:lnTo>
                <a:close/>
                <a:moveTo>
                  <a:pt x="10838" y="1"/>
                </a:moveTo>
                <a:lnTo>
                  <a:pt x="10696" y="21"/>
                </a:lnTo>
                <a:lnTo>
                  <a:pt x="10555" y="61"/>
                </a:lnTo>
                <a:lnTo>
                  <a:pt x="10394" y="122"/>
                </a:lnTo>
                <a:lnTo>
                  <a:pt x="10152" y="283"/>
                </a:lnTo>
                <a:lnTo>
                  <a:pt x="9950" y="445"/>
                </a:lnTo>
                <a:lnTo>
                  <a:pt x="9748" y="647"/>
                </a:lnTo>
                <a:lnTo>
                  <a:pt x="9586" y="848"/>
                </a:lnTo>
                <a:lnTo>
                  <a:pt x="9405" y="1070"/>
                </a:lnTo>
                <a:lnTo>
                  <a:pt x="9264" y="1312"/>
                </a:lnTo>
                <a:lnTo>
                  <a:pt x="8961" y="1777"/>
                </a:lnTo>
                <a:lnTo>
                  <a:pt x="8658" y="2261"/>
                </a:lnTo>
                <a:lnTo>
                  <a:pt x="8396" y="2624"/>
                </a:lnTo>
                <a:lnTo>
                  <a:pt x="8113" y="2987"/>
                </a:lnTo>
                <a:lnTo>
                  <a:pt x="7790" y="3331"/>
                </a:lnTo>
                <a:lnTo>
                  <a:pt x="7468" y="3653"/>
                </a:lnTo>
                <a:lnTo>
                  <a:pt x="7145" y="3956"/>
                </a:lnTo>
                <a:lnTo>
                  <a:pt x="6781" y="4239"/>
                </a:lnTo>
                <a:lnTo>
                  <a:pt x="6398" y="4521"/>
                </a:lnTo>
                <a:lnTo>
                  <a:pt x="6015" y="4763"/>
                </a:lnTo>
                <a:lnTo>
                  <a:pt x="5550" y="5026"/>
                </a:lnTo>
                <a:lnTo>
                  <a:pt x="5066" y="5248"/>
                </a:lnTo>
                <a:lnTo>
                  <a:pt x="4097" y="5692"/>
                </a:lnTo>
                <a:lnTo>
                  <a:pt x="3351" y="6014"/>
                </a:lnTo>
                <a:lnTo>
                  <a:pt x="2988" y="6176"/>
                </a:lnTo>
                <a:lnTo>
                  <a:pt x="2604" y="6358"/>
                </a:lnTo>
                <a:lnTo>
                  <a:pt x="2281" y="6539"/>
                </a:lnTo>
                <a:lnTo>
                  <a:pt x="1918" y="6761"/>
                </a:lnTo>
                <a:lnTo>
                  <a:pt x="1575" y="7003"/>
                </a:lnTo>
                <a:lnTo>
                  <a:pt x="1232" y="7266"/>
                </a:lnTo>
                <a:lnTo>
                  <a:pt x="909" y="7548"/>
                </a:lnTo>
                <a:lnTo>
                  <a:pt x="606" y="7851"/>
                </a:lnTo>
                <a:lnTo>
                  <a:pt x="485" y="8012"/>
                </a:lnTo>
                <a:lnTo>
                  <a:pt x="364" y="8194"/>
                </a:lnTo>
                <a:lnTo>
                  <a:pt x="243" y="8376"/>
                </a:lnTo>
                <a:lnTo>
                  <a:pt x="162" y="8557"/>
                </a:lnTo>
                <a:lnTo>
                  <a:pt x="102" y="8719"/>
                </a:lnTo>
                <a:lnTo>
                  <a:pt x="41" y="8860"/>
                </a:lnTo>
                <a:lnTo>
                  <a:pt x="21" y="9021"/>
                </a:lnTo>
                <a:lnTo>
                  <a:pt x="1" y="9163"/>
                </a:lnTo>
                <a:lnTo>
                  <a:pt x="21" y="9304"/>
                </a:lnTo>
                <a:lnTo>
                  <a:pt x="41" y="9425"/>
                </a:lnTo>
                <a:lnTo>
                  <a:pt x="102" y="9546"/>
                </a:lnTo>
                <a:lnTo>
                  <a:pt x="162" y="9667"/>
                </a:lnTo>
                <a:lnTo>
                  <a:pt x="263" y="9808"/>
                </a:lnTo>
                <a:lnTo>
                  <a:pt x="384" y="9909"/>
                </a:lnTo>
                <a:lnTo>
                  <a:pt x="526" y="10010"/>
                </a:lnTo>
                <a:lnTo>
                  <a:pt x="687" y="10091"/>
                </a:lnTo>
                <a:lnTo>
                  <a:pt x="849" y="10151"/>
                </a:lnTo>
                <a:lnTo>
                  <a:pt x="1050" y="10192"/>
                </a:lnTo>
                <a:lnTo>
                  <a:pt x="1252" y="10232"/>
                </a:lnTo>
                <a:lnTo>
                  <a:pt x="1918" y="10232"/>
                </a:lnTo>
                <a:lnTo>
                  <a:pt x="2362" y="10192"/>
                </a:lnTo>
                <a:lnTo>
                  <a:pt x="2826" y="10151"/>
                </a:lnTo>
                <a:lnTo>
                  <a:pt x="3270" y="10091"/>
                </a:lnTo>
                <a:lnTo>
                  <a:pt x="3734" y="10030"/>
                </a:lnTo>
                <a:lnTo>
                  <a:pt x="4178" y="9929"/>
                </a:lnTo>
                <a:lnTo>
                  <a:pt x="5086" y="9728"/>
                </a:lnTo>
                <a:lnTo>
                  <a:pt x="5994" y="9485"/>
                </a:lnTo>
                <a:lnTo>
                  <a:pt x="6882" y="9223"/>
                </a:lnTo>
                <a:lnTo>
                  <a:pt x="7750" y="8920"/>
                </a:lnTo>
                <a:lnTo>
                  <a:pt x="8577" y="8638"/>
                </a:lnTo>
                <a:lnTo>
                  <a:pt x="9021" y="8456"/>
                </a:lnTo>
                <a:lnTo>
                  <a:pt x="9465" y="8275"/>
                </a:lnTo>
                <a:lnTo>
                  <a:pt x="9687" y="8154"/>
                </a:lnTo>
                <a:lnTo>
                  <a:pt x="9889" y="8032"/>
                </a:lnTo>
                <a:lnTo>
                  <a:pt x="10091" y="7891"/>
                </a:lnTo>
                <a:lnTo>
                  <a:pt x="10273" y="7730"/>
                </a:lnTo>
                <a:lnTo>
                  <a:pt x="10474" y="7548"/>
                </a:lnTo>
                <a:lnTo>
                  <a:pt x="10636" y="7326"/>
                </a:lnTo>
                <a:lnTo>
                  <a:pt x="10817" y="7084"/>
                </a:lnTo>
                <a:lnTo>
                  <a:pt x="10959" y="6822"/>
                </a:lnTo>
                <a:lnTo>
                  <a:pt x="11100" y="6539"/>
                </a:lnTo>
                <a:lnTo>
                  <a:pt x="11221" y="6216"/>
                </a:lnTo>
                <a:lnTo>
                  <a:pt x="11322" y="5873"/>
                </a:lnTo>
                <a:lnTo>
                  <a:pt x="11423" y="5510"/>
                </a:lnTo>
                <a:lnTo>
                  <a:pt x="11544" y="4884"/>
                </a:lnTo>
                <a:lnTo>
                  <a:pt x="11625" y="4279"/>
                </a:lnTo>
                <a:lnTo>
                  <a:pt x="11665" y="3653"/>
                </a:lnTo>
                <a:lnTo>
                  <a:pt x="11685" y="3028"/>
                </a:lnTo>
                <a:lnTo>
                  <a:pt x="11645" y="2402"/>
                </a:lnTo>
                <a:lnTo>
                  <a:pt x="11584" y="1797"/>
                </a:lnTo>
                <a:lnTo>
                  <a:pt x="11463" y="1171"/>
                </a:lnTo>
                <a:lnTo>
                  <a:pt x="11322" y="566"/>
                </a:lnTo>
                <a:lnTo>
                  <a:pt x="11261" y="404"/>
                </a:lnTo>
                <a:lnTo>
                  <a:pt x="11201" y="263"/>
                </a:lnTo>
                <a:lnTo>
                  <a:pt x="11140" y="182"/>
                </a:lnTo>
                <a:lnTo>
                  <a:pt x="11100" y="122"/>
                </a:lnTo>
                <a:lnTo>
                  <a:pt x="11019" y="82"/>
                </a:lnTo>
                <a:lnTo>
                  <a:pt x="10959" y="41"/>
                </a:lnTo>
                <a:lnTo>
                  <a:pt x="10838" y="1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6" name="Google Shape;176;p3"/>
          <p:cNvSpPr/>
          <p:nvPr/>
        </p:nvSpPr>
        <p:spPr>
          <a:xfrm>
            <a:off x="7475015" y="1977720"/>
            <a:ext cx="560808" cy="1296383"/>
          </a:xfrm>
          <a:custGeom>
            <a:rect b="b" l="l" r="r" t="t"/>
            <a:pathLst>
              <a:path extrusionOk="0" h="23188" w="10031">
                <a:moveTo>
                  <a:pt x="4703" y="61"/>
                </a:moveTo>
                <a:lnTo>
                  <a:pt x="4985" y="81"/>
                </a:lnTo>
                <a:lnTo>
                  <a:pt x="5268" y="122"/>
                </a:lnTo>
                <a:lnTo>
                  <a:pt x="5550" y="202"/>
                </a:lnTo>
                <a:lnTo>
                  <a:pt x="5833" y="303"/>
                </a:lnTo>
                <a:lnTo>
                  <a:pt x="6075" y="424"/>
                </a:lnTo>
                <a:lnTo>
                  <a:pt x="6297" y="566"/>
                </a:lnTo>
                <a:lnTo>
                  <a:pt x="6519" y="707"/>
                </a:lnTo>
                <a:lnTo>
                  <a:pt x="6741" y="868"/>
                </a:lnTo>
                <a:lnTo>
                  <a:pt x="6963" y="1070"/>
                </a:lnTo>
                <a:lnTo>
                  <a:pt x="7165" y="1272"/>
                </a:lnTo>
                <a:lnTo>
                  <a:pt x="7366" y="1494"/>
                </a:lnTo>
                <a:lnTo>
                  <a:pt x="7548" y="1736"/>
                </a:lnTo>
                <a:lnTo>
                  <a:pt x="7730" y="1999"/>
                </a:lnTo>
                <a:lnTo>
                  <a:pt x="7911" y="2281"/>
                </a:lnTo>
                <a:lnTo>
                  <a:pt x="8073" y="2584"/>
                </a:lnTo>
                <a:lnTo>
                  <a:pt x="8234" y="2907"/>
                </a:lnTo>
                <a:lnTo>
                  <a:pt x="8396" y="3230"/>
                </a:lnTo>
                <a:lnTo>
                  <a:pt x="8537" y="3593"/>
                </a:lnTo>
                <a:lnTo>
                  <a:pt x="8678" y="3976"/>
                </a:lnTo>
                <a:lnTo>
                  <a:pt x="8819" y="4380"/>
                </a:lnTo>
                <a:lnTo>
                  <a:pt x="9082" y="5207"/>
                </a:lnTo>
                <a:lnTo>
                  <a:pt x="9304" y="6075"/>
                </a:lnTo>
                <a:lnTo>
                  <a:pt x="9505" y="6922"/>
                </a:lnTo>
                <a:lnTo>
                  <a:pt x="9647" y="7790"/>
                </a:lnTo>
                <a:lnTo>
                  <a:pt x="9788" y="8678"/>
                </a:lnTo>
                <a:lnTo>
                  <a:pt x="9869" y="9546"/>
                </a:lnTo>
                <a:lnTo>
                  <a:pt x="9929" y="10434"/>
                </a:lnTo>
                <a:lnTo>
                  <a:pt x="9949" y="11302"/>
                </a:lnTo>
                <a:lnTo>
                  <a:pt x="9949" y="12189"/>
                </a:lnTo>
                <a:lnTo>
                  <a:pt x="9909" y="13077"/>
                </a:lnTo>
                <a:lnTo>
                  <a:pt x="9828" y="13945"/>
                </a:lnTo>
                <a:lnTo>
                  <a:pt x="9727" y="14833"/>
                </a:lnTo>
                <a:lnTo>
                  <a:pt x="9586" y="15701"/>
                </a:lnTo>
                <a:lnTo>
                  <a:pt x="9405" y="16569"/>
                </a:lnTo>
                <a:lnTo>
                  <a:pt x="9203" y="17416"/>
                </a:lnTo>
                <a:lnTo>
                  <a:pt x="8961" y="18264"/>
                </a:lnTo>
                <a:lnTo>
                  <a:pt x="8799" y="18768"/>
                </a:lnTo>
                <a:lnTo>
                  <a:pt x="8618" y="19293"/>
                </a:lnTo>
                <a:lnTo>
                  <a:pt x="8396" y="19838"/>
                </a:lnTo>
                <a:lnTo>
                  <a:pt x="8133" y="20362"/>
                </a:lnTo>
                <a:lnTo>
                  <a:pt x="7992" y="20625"/>
                </a:lnTo>
                <a:lnTo>
                  <a:pt x="7831" y="20867"/>
                </a:lnTo>
                <a:lnTo>
                  <a:pt x="7669" y="21129"/>
                </a:lnTo>
                <a:lnTo>
                  <a:pt x="7487" y="21371"/>
                </a:lnTo>
                <a:lnTo>
                  <a:pt x="7286" y="21593"/>
                </a:lnTo>
                <a:lnTo>
                  <a:pt x="7084" y="21815"/>
                </a:lnTo>
                <a:lnTo>
                  <a:pt x="6862" y="22037"/>
                </a:lnTo>
                <a:lnTo>
                  <a:pt x="6620" y="22239"/>
                </a:lnTo>
                <a:lnTo>
                  <a:pt x="6398" y="22401"/>
                </a:lnTo>
                <a:lnTo>
                  <a:pt x="6196" y="22542"/>
                </a:lnTo>
                <a:lnTo>
                  <a:pt x="5974" y="22663"/>
                </a:lnTo>
                <a:lnTo>
                  <a:pt x="5772" y="22764"/>
                </a:lnTo>
                <a:lnTo>
                  <a:pt x="5550" y="22865"/>
                </a:lnTo>
                <a:lnTo>
                  <a:pt x="5348" y="22945"/>
                </a:lnTo>
                <a:lnTo>
                  <a:pt x="5147" y="23006"/>
                </a:lnTo>
                <a:lnTo>
                  <a:pt x="4945" y="23046"/>
                </a:lnTo>
                <a:lnTo>
                  <a:pt x="4743" y="23087"/>
                </a:lnTo>
                <a:lnTo>
                  <a:pt x="4541" y="23107"/>
                </a:lnTo>
                <a:lnTo>
                  <a:pt x="4339" y="23107"/>
                </a:lnTo>
                <a:lnTo>
                  <a:pt x="4138" y="23087"/>
                </a:lnTo>
                <a:lnTo>
                  <a:pt x="3936" y="23046"/>
                </a:lnTo>
                <a:lnTo>
                  <a:pt x="3754" y="23006"/>
                </a:lnTo>
                <a:lnTo>
                  <a:pt x="3552" y="22925"/>
                </a:lnTo>
                <a:lnTo>
                  <a:pt x="3351" y="22845"/>
                </a:lnTo>
                <a:lnTo>
                  <a:pt x="3169" y="22764"/>
                </a:lnTo>
                <a:lnTo>
                  <a:pt x="2987" y="22643"/>
                </a:lnTo>
                <a:lnTo>
                  <a:pt x="2806" y="22522"/>
                </a:lnTo>
                <a:lnTo>
                  <a:pt x="2644" y="22380"/>
                </a:lnTo>
                <a:lnTo>
                  <a:pt x="2321" y="22078"/>
                </a:lnTo>
                <a:lnTo>
                  <a:pt x="1999" y="21714"/>
                </a:lnTo>
                <a:lnTo>
                  <a:pt x="1716" y="21331"/>
                </a:lnTo>
                <a:lnTo>
                  <a:pt x="1454" y="20927"/>
                </a:lnTo>
                <a:lnTo>
                  <a:pt x="1211" y="20483"/>
                </a:lnTo>
                <a:lnTo>
                  <a:pt x="990" y="20019"/>
                </a:lnTo>
                <a:lnTo>
                  <a:pt x="788" y="19535"/>
                </a:lnTo>
                <a:lnTo>
                  <a:pt x="626" y="19051"/>
                </a:lnTo>
                <a:lnTo>
                  <a:pt x="465" y="18566"/>
                </a:lnTo>
                <a:lnTo>
                  <a:pt x="344" y="18082"/>
                </a:lnTo>
                <a:lnTo>
                  <a:pt x="243" y="17598"/>
                </a:lnTo>
                <a:lnTo>
                  <a:pt x="162" y="17134"/>
                </a:lnTo>
                <a:lnTo>
                  <a:pt x="122" y="16690"/>
                </a:lnTo>
                <a:lnTo>
                  <a:pt x="102" y="16286"/>
                </a:lnTo>
                <a:lnTo>
                  <a:pt x="81" y="15600"/>
                </a:lnTo>
                <a:lnTo>
                  <a:pt x="81" y="14934"/>
                </a:lnTo>
                <a:lnTo>
                  <a:pt x="102" y="14268"/>
                </a:lnTo>
                <a:lnTo>
                  <a:pt x="142" y="13582"/>
                </a:lnTo>
                <a:lnTo>
                  <a:pt x="182" y="12916"/>
                </a:lnTo>
                <a:lnTo>
                  <a:pt x="243" y="12250"/>
                </a:lnTo>
                <a:lnTo>
                  <a:pt x="404" y="10918"/>
                </a:lnTo>
                <a:lnTo>
                  <a:pt x="586" y="9586"/>
                </a:lnTo>
                <a:lnTo>
                  <a:pt x="788" y="8254"/>
                </a:lnTo>
                <a:lnTo>
                  <a:pt x="1252" y="5631"/>
                </a:lnTo>
                <a:lnTo>
                  <a:pt x="1454" y="4622"/>
                </a:lnTo>
                <a:lnTo>
                  <a:pt x="1555" y="4117"/>
                </a:lnTo>
                <a:lnTo>
                  <a:pt x="1676" y="3613"/>
                </a:lnTo>
                <a:lnTo>
                  <a:pt x="1837" y="3108"/>
                </a:lnTo>
                <a:lnTo>
                  <a:pt x="1999" y="2604"/>
                </a:lnTo>
                <a:lnTo>
                  <a:pt x="2200" y="2140"/>
                </a:lnTo>
                <a:lnTo>
                  <a:pt x="2442" y="1655"/>
                </a:lnTo>
                <a:lnTo>
                  <a:pt x="2584" y="1393"/>
                </a:lnTo>
                <a:lnTo>
                  <a:pt x="2745" y="1151"/>
                </a:lnTo>
                <a:lnTo>
                  <a:pt x="2927" y="949"/>
                </a:lnTo>
                <a:lnTo>
                  <a:pt x="3108" y="747"/>
                </a:lnTo>
                <a:lnTo>
                  <a:pt x="3290" y="586"/>
                </a:lnTo>
                <a:lnTo>
                  <a:pt x="3472" y="445"/>
                </a:lnTo>
                <a:lnTo>
                  <a:pt x="3673" y="324"/>
                </a:lnTo>
                <a:lnTo>
                  <a:pt x="3875" y="223"/>
                </a:lnTo>
                <a:lnTo>
                  <a:pt x="4077" y="162"/>
                </a:lnTo>
                <a:lnTo>
                  <a:pt x="4279" y="102"/>
                </a:lnTo>
                <a:lnTo>
                  <a:pt x="4481" y="81"/>
                </a:lnTo>
                <a:lnTo>
                  <a:pt x="4703" y="61"/>
                </a:lnTo>
                <a:close/>
                <a:moveTo>
                  <a:pt x="4561" y="1"/>
                </a:moveTo>
                <a:lnTo>
                  <a:pt x="4319" y="21"/>
                </a:lnTo>
                <a:lnTo>
                  <a:pt x="4077" y="61"/>
                </a:lnTo>
                <a:lnTo>
                  <a:pt x="3855" y="142"/>
                </a:lnTo>
                <a:lnTo>
                  <a:pt x="3633" y="243"/>
                </a:lnTo>
                <a:lnTo>
                  <a:pt x="3431" y="364"/>
                </a:lnTo>
                <a:lnTo>
                  <a:pt x="3229" y="525"/>
                </a:lnTo>
                <a:lnTo>
                  <a:pt x="3048" y="687"/>
                </a:lnTo>
                <a:lnTo>
                  <a:pt x="2866" y="889"/>
                </a:lnTo>
                <a:lnTo>
                  <a:pt x="2685" y="1111"/>
                </a:lnTo>
                <a:lnTo>
                  <a:pt x="2523" y="1353"/>
                </a:lnTo>
                <a:lnTo>
                  <a:pt x="2362" y="1615"/>
                </a:lnTo>
                <a:lnTo>
                  <a:pt x="2120" y="2099"/>
                </a:lnTo>
                <a:lnTo>
                  <a:pt x="1918" y="2584"/>
                </a:lnTo>
                <a:lnTo>
                  <a:pt x="1756" y="3068"/>
                </a:lnTo>
                <a:lnTo>
                  <a:pt x="1615" y="3573"/>
                </a:lnTo>
                <a:lnTo>
                  <a:pt x="1474" y="4097"/>
                </a:lnTo>
                <a:lnTo>
                  <a:pt x="1373" y="4602"/>
                </a:lnTo>
                <a:lnTo>
                  <a:pt x="1171" y="5631"/>
                </a:lnTo>
                <a:lnTo>
                  <a:pt x="707" y="8254"/>
                </a:lnTo>
                <a:lnTo>
                  <a:pt x="505" y="9566"/>
                </a:lnTo>
                <a:lnTo>
                  <a:pt x="324" y="10898"/>
                </a:lnTo>
                <a:lnTo>
                  <a:pt x="162" y="12250"/>
                </a:lnTo>
                <a:lnTo>
                  <a:pt x="102" y="12916"/>
                </a:lnTo>
                <a:lnTo>
                  <a:pt x="61" y="13582"/>
                </a:lnTo>
                <a:lnTo>
                  <a:pt x="21" y="14268"/>
                </a:lnTo>
                <a:lnTo>
                  <a:pt x="1" y="14934"/>
                </a:lnTo>
                <a:lnTo>
                  <a:pt x="1" y="15600"/>
                </a:lnTo>
                <a:lnTo>
                  <a:pt x="21" y="16286"/>
                </a:lnTo>
                <a:lnTo>
                  <a:pt x="41" y="16710"/>
                </a:lnTo>
                <a:lnTo>
                  <a:pt x="81" y="17154"/>
                </a:lnTo>
                <a:lnTo>
                  <a:pt x="162" y="17618"/>
                </a:lnTo>
                <a:lnTo>
                  <a:pt x="263" y="18102"/>
                </a:lnTo>
                <a:lnTo>
                  <a:pt x="404" y="18587"/>
                </a:lnTo>
                <a:lnTo>
                  <a:pt x="546" y="19071"/>
                </a:lnTo>
                <a:lnTo>
                  <a:pt x="727" y="19575"/>
                </a:lnTo>
                <a:lnTo>
                  <a:pt x="929" y="20060"/>
                </a:lnTo>
                <a:lnTo>
                  <a:pt x="1151" y="20524"/>
                </a:lnTo>
                <a:lnTo>
                  <a:pt x="1393" y="20968"/>
                </a:lnTo>
                <a:lnTo>
                  <a:pt x="1655" y="21392"/>
                </a:lnTo>
                <a:lnTo>
                  <a:pt x="1958" y="21775"/>
                </a:lnTo>
                <a:lnTo>
                  <a:pt x="2261" y="22138"/>
                </a:lnTo>
                <a:lnTo>
                  <a:pt x="2604" y="22461"/>
                </a:lnTo>
                <a:lnTo>
                  <a:pt x="2765" y="22582"/>
                </a:lnTo>
                <a:lnTo>
                  <a:pt x="2947" y="22723"/>
                </a:lnTo>
                <a:lnTo>
                  <a:pt x="3129" y="22824"/>
                </a:lnTo>
                <a:lnTo>
                  <a:pt x="3330" y="22925"/>
                </a:lnTo>
                <a:lnTo>
                  <a:pt x="3593" y="23046"/>
                </a:lnTo>
                <a:lnTo>
                  <a:pt x="3875" y="23127"/>
                </a:lnTo>
                <a:lnTo>
                  <a:pt x="4158" y="23167"/>
                </a:lnTo>
                <a:lnTo>
                  <a:pt x="4460" y="23188"/>
                </a:lnTo>
                <a:lnTo>
                  <a:pt x="4723" y="23167"/>
                </a:lnTo>
                <a:lnTo>
                  <a:pt x="4985" y="23127"/>
                </a:lnTo>
                <a:lnTo>
                  <a:pt x="5268" y="23067"/>
                </a:lnTo>
                <a:lnTo>
                  <a:pt x="5550" y="22966"/>
                </a:lnTo>
                <a:lnTo>
                  <a:pt x="5813" y="22845"/>
                </a:lnTo>
                <a:lnTo>
                  <a:pt x="6095" y="22683"/>
                </a:lnTo>
                <a:lnTo>
                  <a:pt x="6378" y="22501"/>
                </a:lnTo>
                <a:lnTo>
                  <a:pt x="6680" y="22300"/>
                </a:lnTo>
                <a:lnTo>
                  <a:pt x="6922" y="22098"/>
                </a:lnTo>
                <a:lnTo>
                  <a:pt x="7144" y="21876"/>
                </a:lnTo>
                <a:lnTo>
                  <a:pt x="7346" y="21654"/>
                </a:lnTo>
                <a:lnTo>
                  <a:pt x="7548" y="21412"/>
                </a:lnTo>
                <a:lnTo>
                  <a:pt x="7730" y="21170"/>
                </a:lnTo>
                <a:lnTo>
                  <a:pt x="7911" y="20927"/>
                </a:lnTo>
                <a:lnTo>
                  <a:pt x="8053" y="20665"/>
                </a:lnTo>
                <a:lnTo>
                  <a:pt x="8214" y="20403"/>
                </a:lnTo>
                <a:lnTo>
                  <a:pt x="8476" y="19878"/>
                </a:lnTo>
                <a:lnTo>
                  <a:pt x="8698" y="19333"/>
                </a:lnTo>
                <a:lnTo>
                  <a:pt x="8880" y="18809"/>
                </a:lnTo>
                <a:lnTo>
                  <a:pt x="9041" y="18284"/>
                </a:lnTo>
                <a:lnTo>
                  <a:pt x="9283" y="17436"/>
                </a:lnTo>
                <a:lnTo>
                  <a:pt x="9485" y="16589"/>
                </a:lnTo>
                <a:lnTo>
                  <a:pt x="9667" y="15721"/>
                </a:lnTo>
                <a:lnTo>
                  <a:pt x="9808" y="14833"/>
                </a:lnTo>
                <a:lnTo>
                  <a:pt x="9909" y="13965"/>
                </a:lnTo>
                <a:lnTo>
                  <a:pt x="9990" y="13077"/>
                </a:lnTo>
                <a:lnTo>
                  <a:pt x="10030" y="12189"/>
                </a:lnTo>
                <a:lnTo>
                  <a:pt x="10030" y="11302"/>
                </a:lnTo>
                <a:lnTo>
                  <a:pt x="10010" y="10434"/>
                </a:lnTo>
                <a:lnTo>
                  <a:pt x="9949" y="9546"/>
                </a:lnTo>
                <a:lnTo>
                  <a:pt x="9869" y="8658"/>
                </a:lnTo>
                <a:lnTo>
                  <a:pt x="9727" y="7790"/>
                </a:lnTo>
                <a:lnTo>
                  <a:pt x="9566" y="6902"/>
                </a:lnTo>
                <a:lnTo>
                  <a:pt x="9384" y="6055"/>
                </a:lnTo>
                <a:lnTo>
                  <a:pt x="9162" y="5187"/>
                </a:lnTo>
                <a:lnTo>
                  <a:pt x="8900" y="4339"/>
                </a:lnTo>
                <a:lnTo>
                  <a:pt x="8759" y="3936"/>
                </a:lnTo>
                <a:lnTo>
                  <a:pt x="8618" y="3552"/>
                </a:lnTo>
                <a:lnTo>
                  <a:pt x="8476" y="3209"/>
                </a:lnTo>
                <a:lnTo>
                  <a:pt x="8315" y="2866"/>
                </a:lnTo>
                <a:lnTo>
                  <a:pt x="8153" y="2523"/>
                </a:lnTo>
                <a:lnTo>
                  <a:pt x="7972" y="2220"/>
                </a:lnTo>
                <a:lnTo>
                  <a:pt x="7790" y="1938"/>
                </a:lnTo>
                <a:lnTo>
                  <a:pt x="7609" y="1676"/>
                </a:lnTo>
                <a:lnTo>
                  <a:pt x="7407" y="1433"/>
                </a:lnTo>
                <a:lnTo>
                  <a:pt x="7225" y="1211"/>
                </a:lnTo>
                <a:lnTo>
                  <a:pt x="7003" y="990"/>
                </a:lnTo>
                <a:lnTo>
                  <a:pt x="6801" y="808"/>
                </a:lnTo>
                <a:lnTo>
                  <a:pt x="6579" y="646"/>
                </a:lnTo>
                <a:lnTo>
                  <a:pt x="6337" y="485"/>
                </a:lnTo>
                <a:lnTo>
                  <a:pt x="6095" y="344"/>
                </a:lnTo>
                <a:lnTo>
                  <a:pt x="5853" y="243"/>
                </a:lnTo>
                <a:lnTo>
                  <a:pt x="5591" y="142"/>
                </a:lnTo>
                <a:lnTo>
                  <a:pt x="5328" y="61"/>
                </a:lnTo>
                <a:lnTo>
                  <a:pt x="5066" y="21"/>
                </a:lnTo>
                <a:lnTo>
                  <a:pt x="4824" y="1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7" name="Google Shape;177;p3"/>
          <p:cNvSpPr/>
          <p:nvPr/>
        </p:nvSpPr>
        <p:spPr>
          <a:xfrm>
            <a:off x="7497601" y="258374"/>
            <a:ext cx="2123367" cy="1193681"/>
          </a:xfrm>
          <a:custGeom>
            <a:rect b="b" l="l" r="r" t="t"/>
            <a:pathLst>
              <a:path extrusionOk="0" h="21351" w="37980">
                <a:moveTo>
                  <a:pt x="10776" y="81"/>
                </a:moveTo>
                <a:lnTo>
                  <a:pt x="11341" y="101"/>
                </a:lnTo>
                <a:lnTo>
                  <a:pt x="11927" y="121"/>
                </a:lnTo>
                <a:lnTo>
                  <a:pt x="12532" y="182"/>
                </a:lnTo>
                <a:lnTo>
                  <a:pt x="13178" y="222"/>
                </a:lnTo>
                <a:lnTo>
                  <a:pt x="13824" y="303"/>
                </a:lnTo>
                <a:lnTo>
                  <a:pt x="14510" y="404"/>
                </a:lnTo>
                <a:lnTo>
                  <a:pt x="15216" y="505"/>
                </a:lnTo>
                <a:lnTo>
                  <a:pt x="15943" y="626"/>
                </a:lnTo>
                <a:lnTo>
                  <a:pt x="16709" y="767"/>
                </a:lnTo>
                <a:lnTo>
                  <a:pt x="17496" y="949"/>
                </a:lnTo>
                <a:lnTo>
                  <a:pt x="18324" y="1130"/>
                </a:lnTo>
                <a:lnTo>
                  <a:pt x="19171" y="1332"/>
                </a:lnTo>
                <a:lnTo>
                  <a:pt x="20039" y="1554"/>
                </a:lnTo>
                <a:lnTo>
                  <a:pt x="20947" y="1796"/>
                </a:lnTo>
                <a:lnTo>
                  <a:pt x="21875" y="2059"/>
                </a:lnTo>
                <a:lnTo>
                  <a:pt x="23571" y="2583"/>
                </a:lnTo>
                <a:lnTo>
                  <a:pt x="24418" y="2866"/>
                </a:lnTo>
                <a:lnTo>
                  <a:pt x="25286" y="3148"/>
                </a:lnTo>
                <a:lnTo>
                  <a:pt x="26154" y="3471"/>
                </a:lnTo>
                <a:lnTo>
                  <a:pt x="27021" y="3794"/>
                </a:lnTo>
                <a:lnTo>
                  <a:pt x="27889" y="4157"/>
                </a:lnTo>
                <a:lnTo>
                  <a:pt x="28757" y="4541"/>
                </a:lnTo>
                <a:lnTo>
                  <a:pt x="29625" y="4944"/>
                </a:lnTo>
                <a:lnTo>
                  <a:pt x="30472" y="5368"/>
                </a:lnTo>
                <a:lnTo>
                  <a:pt x="31300" y="5832"/>
                </a:lnTo>
                <a:lnTo>
                  <a:pt x="32127" y="6317"/>
                </a:lnTo>
                <a:lnTo>
                  <a:pt x="32954" y="6841"/>
                </a:lnTo>
                <a:lnTo>
                  <a:pt x="33741" y="7406"/>
                </a:lnTo>
                <a:lnTo>
                  <a:pt x="34508" y="7992"/>
                </a:lnTo>
                <a:lnTo>
                  <a:pt x="35255" y="8637"/>
                </a:lnTo>
                <a:lnTo>
                  <a:pt x="35638" y="8980"/>
                </a:lnTo>
                <a:lnTo>
                  <a:pt x="36001" y="9344"/>
                </a:lnTo>
                <a:lnTo>
                  <a:pt x="36345" y="9687"/>
                </a:lnTo>
                <a:lnTo>
                  <a:pt x="36627" y="10030"/>
                </a:lnTo>
                <a:lnTo>
                  <a:pt x="36910" y="10373"/>
                </a:lnTo>
                <a:lnTo>
                  <a:pt x="37132" y="10696"/>
                </a:lnTo>
                <a:lnTo>
                  <a:pt x="37354" y="11039"/>
                </a:lnTo>
                <a:lnTo>
                  <a:pt x="37535" y="11382"/>
                </a:lnTo>
                <a:lnTo>
                  <a:pt x="37656" y="11624"/>
                </a:lnTo>
                <a:lnTo>
                  <a:pt x="37737" y="11846"/>
                </a:lnTo>
                <a:lnTo>
                  <a:pt x="37818" y="12068"/>
                </a:lnTo>
                <a:lnTo>
                  <a:pt x="37858" y="12290"/>
                </a:lnTo>
                <a:lnTo>
                  <a:pt x="37898" y="12492"/>
                </a:lnTo>
                <a:lnTo>
                  <a:pt x="37898" y="12694"/>
                </a:lnTo>
                <a:lnTo>
                  <a:pt x="37878" y="12875"/>
                </a:lnTo>
                <a:lnTo>
                  <a:pt x="37838" y="13057"/>
                </a:lnTo>
                <a:lnTo>
                  <a:pt x="37757" y="13259"/>
                </a:lnTo>
                <a:lnTo>
                  <a:pt x="37636" y="13460"/>
                </a:lnTo>
                <a:lnTo>
                  <a:pt x="37495" y="13662"/>
                </a:lnTo>
                <a:lnTo>
                  <a:pt x="37313" y="13824"/>
                </a:lnTo>
                <a:lnTo>
                  <a:pt x="37111" y="13985"/>
                </a:lnTo>
                <a:lnTo>
                  <a:pt x="36869" y="14106"/>
                </a:lnTo>
                <a:lnTo>
                  <a:pt x="36627" y="14207"/>
                </a:lnTo>
                <a:lnTo>
                  <a:pt x="36365" y="14288"/>
                </a:lnTo>
                <a:lnTo>
                  <a:pt x="36102" y="14328"/>
                </a:lnTo>
                <a:lnTo>
                  <a:pt x="35860" y="14368"/>
                </a:lnTo>
                <a:lnTo>
                  <a:pt x="35336" y="14368"/>
                </a:lnTo>
                <a:lnTo>
                  <a:pt x="34831" y="14328"/>
                </a:lnTo>
                <a:lnTo>
                  <a:pt x="34327" y="14268"/>
                </a:lnTo>
                <a:lnTo>
                  <a:pt x="34306" y="14268"/>
                </a:lnTo>
                <a:lnTo>
                  <a:pt x="32934" y="14106"/>
                </a:lnTo>
                <a:lnTo>
                  <a:pt x="31501" y="13945"/>
                </a:lnTo>
                <a:lnTo>
                  <a:pt x="30028" y="13803"/>
                </a:lnTo>
                <a:lnTo>
                  <a:pt x="28535" y="13682"/>
                </a:lnTo>
                <a:lnTo>
                  <a:pt x="26981" y="13561"/>
                </a:lnTo>
                <a:lnTo>
                  <a:pt x="25387" y="13481"/>
                </a:lnTo>
                <a:lnTo>
                  <a:pt x="23772" y="13420"/>
                </a:lnTo>
                <a:lnTo>
                  <a:pt x="22138" y="13400"/>
                </a:lnTo>
                <a:lnTo>
                  <a:pt x="20483" y="13420"/>
                </a:lnTo>
                <a:lnTo>
                  <a:pt x="18788" y="13460"/>
                </a:lnTo>
                <a:lnTo>
                  <a:pt x="17093" y="13561"/>
                </a:lnTo>
                <a:lnTo>
                  <a:pt x="16245" y="13622"/>
                </a:lnTo>
                <a:lnTo>
                  <a:pt x="15398" y="13703"/>
                </a:lnTo>
                <a:lnTo>
                  <a:pt x="14530" y="13803"/>
                </a:lnTo>
                <a:lnTo>
                  <a:pt x="13682" y="13904"/>
                </a:lnTo>
                <a:lnTo>
                  <a:pt x="12815" y="14025"/>
                </a:lnTo>
                <a:lnTo>
                  <a:pt x="11967" y="14146"/>
                </a:lnTo>
                <a:lnTo>
                  <a:pt x="11099" y="14308"/>
                </a:lnTo>
                <a:lnTo>
                  <a:pt x="10252" y="14469"/>
                </a:lnTo>
                <a:lnTo>
                  <a:pt x="9384" y="14651"/>
                </a:lnTo>
                <a:lnTo>
                  <a:pt x="8536" y="14833"/>
                </a:lnTo>
                <a:lnTo>
                  <a:pt x="7992" y="14974"/>
                </a:lnTo>
                <a:lnTo>
                  <a:pt x="7467" y="15115"/>
                </a:lnTo>
                <a:lnTo>
                  <a:pt x="6922" y="15277"/>
                </a:lnTo>
                <a:lnTo>
                  <a:pt x="6397" y="15458"/>
                </a:lnTo>
                <a:lnTo>
                  <a:pt x="5873" y="15660"/>
                </a:lnTo>
                <a:lnTo>
                  <a:pt x="5368" y="15902"/>
                </a:lnTo>
                <a:lnTo>
                  <a:pt x="4864" y="16164"/>
                </a:lnTo>
                <a:lnTo>
                  <a:pt x="4379" y="16467"/>
                </a:lnTo>
                <a:lnTo>
                  <a:pt x="4137" y="16649"/>
                </a:lnTo>
                <a:lnTo>
                  <a:pt x="3875" y="16851"/>
                </a:lnTo>
                <a:lnTo>
                  <a:pt x="3613" y="17073"/>
                </a:lnTo>
                <a:lnTo>
                  <a:pt x="3350" y="17335"/>
                </a:lnTo>
                <a:lnTo>
                  <a:pt x="3108" y="17617"/>
                </a:lnTo>
                <a:lnTo>
                  <a:pt x="2866" y="17940"/>
                </a:lnTo>
                <a:lnTo>
                  <a:pt x="2644" y="18283"/>
                </a:lnTo>
                <a:lnTo>
                  <a:pt x="2462" y="18667"/>
                </a:lnTo>
                <a:lnTo>
                  <a:pt x="2382" y="18889"/>
                </a:lnTo>
                <a:lnTo>
                  <a:pt x="2341" y="19131"/>
                </a:lnTo>
                <a:lnTo>
                  <a:pt x="2260" y="19635"/>
                </a:lnTo>
                <a:lnTo>
                  <a:pt x="2220" y="19918"/>
                </a:lnTo>
                <a:lnTo>
                  <a:pt x="2180" y="20201"/>
                </a:lnTo>
                <a:lnTo>
                  <a:pt x="2099" y="20463"/>
                </a:lnTo>
                <a:lnTo>
                  <a:pt x="2059" y="20584"/>
                </a:lnTo>
                <a:lnTo>
                  <a:pt x="1998" y="20705"/>
                </a:lnTo>
                <a:lnTo>
                  <a:pt x="1897" y="20846"/>
                </a:lnTo>
                <a:lnTo>
                  <a:pt x="1816" y="20988"/>
                </a:lnTo>
                <a:lnTo>
                  <a:pt x="1716" y="21088"/>
                </a:lnTo>
                <a:lnTo>
                  <a:pt x="1615" y="21169"/>
                </a:lnTo>
                <a:lnTo>
                  <a:pt x="1514" y="21210"/>
                </a:lnTo>
                <a:lnTo>
                  <a:pt x="1413" y="21250"/>
                </a:lnTo>
                <a:lnTo>
                  <a:pt x="1312" y="21270"/>
                </a:lnTo>
                <a:lnTo>
                  <a:pt x="1211" y="21250"/>
                </a:lnTo>
                <a:lnTo>
                  <a:pt x="1110" y="21210"/>
                </a:lnTo>
                <a:lnTo>
                  <a:pt x="1009" y="21149"/>
                </a:lnTo>
                <a:lnTo>
                  <a:pt x="908" y="21068"/>
                </a:lnTo>
                <a:lnTo>
                  <a:pt x="807" y="20967"/>
                </a:lnTo>
                <a:lnTo>
                  <a:pt x="707" y="20846"/>
                </a:lnTo>
                <a:lnTo>
                  <a:pt x="626" y="20725"/>
                </a:lnTo>
                <a:lnTo>
                  <a:pt x="464" y="20422"/>
                </a:lnTo>
                <a:lnTo>
                  <a:pt x="323" y="20100"/>
                </a:lnTo>
                <a:lnTo>
                  <a:pt x="222" y="19777"/>
                </a:lnTo>
                <a:lnTo>
                  <a:pt x="162" y="19454"/>
                </a:lnTo>
                <a:lnTo>
                  <a:pt x="121" y="19151"/>
                </a:lnTo>
                <a:lnTo>
                  <a:pt x="101" y="18223"/>
                </a:lnTo>
                <a:lnTo>
                  <a:pt x="81" y="17274"/>
                </a:lnTo>
                <a:lnTo>
                  <a:pt x="81" y="16326"/>
                </a:lnTo>
                <a:lnTo>
                  <a:pt x="101" y="15377"/>
                </a:lnTo>
                <a:lnTo>
                  <a:pt x="142" y="14449"/>
                </a:lnTo>
                <a:lnTo>
                  <a:pt x="182" y="13501"/>
                </a:lnTo>
                <a:lnTo>
                  <a:pt x="263" y="12572"/>
                </a:lnTo>
                <a:lnTo>
                  <a:pt x="343" y="11624"/>
                </a:lnTo>
                <a:lnTo>
                  <a:pt x="444" y="10696"/>
                </a:lnTo>
                <a:lnTo>
                  <a:pt x="545" y="9747"/>
                </a:lnTo>
                <a:lnTo>
                  <a:pt x="686" y="8819"/>
                </a:lnTo>
                <a:lnTo>
                  <a:pt x="828" y="7891"/>
                </a:lnTo>
                <a:lnTo>
                  <a:pt x="989" y="6962"/>
                </a:lnTo>
                <a:lnTo>
                  <a:pt x="1171" y="6034"/>
                </a:lnTo>
                <a:lnTo>
                  <a:pt x="1373" y="5126"/>
                </a:lnTo>
                <a:lnTo>
                  <a:pt x="1574" y="4198"/>
                </a:lnTo>
                <a:lnTo>
                  <a:pt x="1736" y="3572"/>
                </a:lnTo>
                <a:lnTo>
                  <a:pt x="1837" y="3269"/>
                </a:lnTo>
                <a:lnTo>
                  <a:pt x="1958" y="2967"/>
                </a:lnTo>
                <a:lnTo>
                  <a:pt x="2079" y="2664"/>
                </a:lnTo>
                <a:lnTo>
                  <a:pt x="2220" y="2402"/>
                </a:lnTo>
                <a:lnTo>
                  <a:pt x="2402" y="2139"/>
                </a:lnTo>
                <a:lnTo>
                  <a:pt x="2604" y="1897"/>
                </a:lnTo>
                <a:lnTo>
                  <a:pt x="2825" y="1695"/>
                </a:lnTo>
                <a:lnTo>
                  <a:pt x="3068" y="1514"/>
                </a:lnTo>
                <a:lnTo>
                  <a:pt x="3330" y="1352"/>
                </a:lnTo>
                <a:lnTo>
                  <a:pt x="3592" y="1211"/>
                </a:lnTo>
                <a:lnTo>
                  <a:pt x="3875" y="1090"/>
                </a:lnTo>
                <a:lnTo>
                  <a:pt x="4157" y="989"/>
                </a:lnTo>
                <a:lnTo>
                  <a:pt x="4702" y="807"/>
                </a:lnTo>
                <a:lnTo>
                  <a:pt x="5247" y="666"/>
                </a:lnTo>
                <a:lnTo>
                  <a:pt x="5832" y="525"/>
                </a:lnTo>
                <a:lnTo>
                  <a:pt x="6458" y="404"/>
                </a:lnTo>
                <a:lnTo>
                  <a:pt x="7104" y="303"/>
                </a:lnTo>
                <a:lnTo>
                  <a:pt x="7810" y="202"/>
                </a:lnTo>
                <a:lnTo>
                  <a:pt x="8577" y="142"/>
                </a:lnTo>
                <a:lnTo>
                  <a:pt x="9384" y="81"/>
                </a:lnTo>
                <a:close/>
                <a:moveTo>
                  <a:pt x="9848" y="0"/>
                </a:moveTo>
                <a:lnTo>
                  <a:pt x="9303" y="20"/>
                </a:lnTo>
                <a:lnTo>
                  <a:pt x="8758" y="41"/>
                </a:lnTo>
                <a:lnTo>
                  <a:pt x="8234" y="81"/>
                </a:lnTo>
                <a:lnTo>
                  <a:pt x="7709" y="142"/>
                </a:lnTo>
                <a:lnTo>
                  <a:pt x="7184" y="202"/>
                </a:lnTo>
                <a:lnTo>
                  <a:pt x="6680" y="283"/>
                </a:lnTo>
                <a:lnTo>
                  <a:pt x="6175" y="384"/>
                </a:lnTo>
                <a:lnTo>
                  <a:pt x="5671" y="485"/>
                </a:lnTo>
                <a:lnTo>
                  <a:pt x="5166" y="606"/>
                </a:lnTo>
                <a:lnTo>
                  <a:pt x="4682" y="727"/>
                </a:lnTo>
                <a:lnTo>
                  <a:pt x="4117" y="908"/>
                </a:lnTo>
                <a:lnTo>
                  <a:pt x="3834" y="1009"/>
                </a:lnTo>
                <a:lnTo>
                  <a:pt x="3552" y="1130"/>
                </a:lnTo>
                <a:lnTo>
                  <a:pt x="3269" y="1272"/>
                </a:lnTo>
                <a:lnTo>
                  <a:pt x="3007" y="1433"/>
                </a:lnTo>
                <a:lnTo>
                  <a:pt x="2765" y="1635"/>
                </a:lnTo>
                <a:lnTo>
                  <a:pt x="2543" y="1837"/>
                </a:lnTo>
                <a:lnTo>
                  <a:pt x="2341" y="2079"/>
                </a:lnTo>
                <a:lnTo>
                  <a:pt x="2160" y="2341"/>
                </a:lnTo>
                <a:lnTo>
                  <a:pt x="1998" y="2624"/>
                </a:lnTo>
                <a:lnTo>
                  <a:pt x="1877" y="2926"/>
                </a:lnTo>
                <a:lnTo>
                  <a:pt x="1776" y="3229"/>
                </a:lnTo>
                <a:lnTo>
                  <a:pt x="1675" y="3552"/>
                </a:lnTo>
                <a:lnTo>
                  <a:pt x="1514" y="4178"/>
                </a:lnTo>
                <a:lnTo>
                  <a:pt x="1292" y="5106"/>
                </a:lnTo>
                <a:lnTo>
                  <a:pt x="1090" y="6014"/>
                </a:lnTo>
                <a:lnTo>
                  <a:pt x="908" y="6942"/>
                </a:lnTo>
                <a:lnTo>
                  <a:pt x="747" y="7870"/>
                </a:lnTo>
                <a:lnTo>
                  <a:pt x="606" y="8819"/>
                </a:lnTo>
                <a:lnTo>
                  <a:pt x="485" y="9747"/>
                </a:lnTo>
                <a:lnTo>
                  <a:pt x="364" y="10676"/>
                </a:lnTo>
                <a:lnTo>
                  <a:pt x="263" y="11624"/>
                </a:lnTo>
                <a:lnTo>
                  <a:pt x="182" y="12552"/>
                </a:lnTo>
                <a:lnTo>
                  <a:pt x="101" y="13501"/>
                </a:lnTo>
                <a:lnTo>
                  <a:pt x="61" y="14449"/>
                </a:lnTo>
                <a:lnTo>
                  <a:pt x="20" y="15377"/>
                </a:lnTo>
                <a:lnTo>
                  <a:pt x="0" y="16326"/>
                </a:lnTo>
                <a:lnTo>
                  <a:pt x="0" y="17274"/>
                </a:lnTo>
                <a:lnTo>
                  <a:pt x="20" y="18223"/>
                </a:lnTo>
                <a:lnTo>
                  <a:pt x="41" y="19171"/>
                </a:lnTo>
                <a:lnTo>
                  <a:pt x="81" y="19474"/>
                </a:lnTo>
                <a:lnTo>
                  <a:pt x="162" y="19797"/>
                </a:lnTo>
                <a:lnTo>
                  <a:pt x="263" y="20140"/>
                </a:lnTo>
                <a:lnTo>
                  <a:pt x="404" y="20483"/>
                </a:lnTo>
                <a:lnTo>
                  <a:pt x="565" y="20766"/>
                </a:lnTo>
                <a:lnTo>
                  <a:pt x="666" y="20907"/>
                </a:lnTo>
                <a:lnTo>
                  <a:pt x="767" y="21028"/>
                </a:lnTo>
                <a:lnTo>
                  <a:pt x="868" y="21129"/>
                </a:lnTo>
                <a:lnTo>
                  <a:pt x="969" y="21210"/>
                </a:lnTo>
                <a:lnTo>
                  <a:pt x="1070" y="21290"/>
                </a:lnTo>
                <a:lnTo>
                  <a:pt x="1191" y="21331"/>
                </a:lnTo>
                <a:lnTo>
                  <a:pt x="1332" y="21351"/>
                </a:lnTo>
                <a:lnTo>
                  <a:pt x="1433" y="21331"/>
                </a:lnTo>
                <a:lnTo>
                  <a:pt x="1514" y="21310"/>
                </a:lnTo>
                <a:lnTo>
                  <a:pt x="1615" y="21250"/>
                </a:lnTo>
                <a:lnTo>
                  <a:pt x="1716" y="21189"/>
                </a:lnTo>
                <a:lnTo>
                  <a:pt x="1796" y="21109"/>
                </a:lnTo>
                <a:lnTo>
                  <a:pt x="1897" y="21008"/>
                </a:lnTo>
                <a:lnTo>
                  <a:pt x="2059" y="20745"/>
                </a:lnTo>
                <a:lnTo>
                  <a:pt x="2119" y="20624"/>
                </a:lnTo>
                <a:lnTo>
                  <a:pt x="2180" y="20503"/>
                </a:lnTo>
                <a:lnTo>
                  <a:pt x="2260" y="20221"/>
                </a:lnTo>
                <a:lnTo>
                  <a:pt x="2301" y="19938"/>
                </a:lnTo>
                <a:lnTo>
                  <a:pt x="2341" y="19635"/>
                </a:lnTo>
                <a:lnTo>
                  <a:pt x="2422" y="19151"/>
                </a:lnTo>
                <a:lnTo>
                  <a:pt x="2462" y="18909"/>
                </a:lnTo>
                <a:lnTo>
                  <a:pt x="2543" y="18687"/>
                </a:lnTo>
                <a:lnTo>
                  <a:pt x="2725" y="18324"/>
                </a:lnTo>
                <a:lnTo>
                  <a:pt x="2926" y="17981"/>
                </a:lnTo>
                <a:lnTo>
                  <a:pt x="3169" y="17678"/>
                </a:lnTo>
                <a:lnTo>
                  <a:pt x="3411" y="17395"/>
                </a:lnTo>
                <a:lnTo>
                  <a:pt x="3673" y="17133"/>
                </a:lnTo>
                <a:lnTo>
                  <a:pt x="3935" y="16911"/>
                </a:lnTo>
                <a:lnTo>
                  <a:pt x="4198" y="16709"/>
                </a:lnTo>
                <a:lnTo>
                  <a:pt x="4440" y="16528"/>
                </a:lnTo>
                <a:lnTo>
                  <a:pt x="4904" y="16245"/>
                </a:lnTo>
                <a:lnTo>
                  <a:pt x="5388" y="15983"/>
                </a:lnTo>
                <a:lnTo>
                  <a:pt x="5913" y="15741"/>
                </a:lnTo>
                <a:lnTo>
                  <a:pt x="6418" y="15539"/>
                </a:lnTo>
                <a:lnTo>
                  <a:pt x="6962" y="15357"/>
                </a:lnTo>
                <a:lnTo>
                  <a:pt x="7487" y="15196"/>
                </a:lnTo>
                <a:lnTo>
                  <a:pt x="8032" y="15055"/>
                </a:lnTo>
                <a:lnTo>
                  <a:pt x="8557" y="14913"/>
                </a:lnTo>
                <a:lnTo>
                  <a:pt x="9404" y="14732"/>
                </a:lnTo>
                <a:lnTo>
                  <a:pt x="10272" y="14550"/>
                </a:lnTo>
                <a:lnTo>
                  <a:pt x="11119" y="14389"/>
                </a:lnTo>
                <a:lnTo>
                  <a:pt x="11987" y="14227"/>
                </a:lnTo>
                <a:lnTo>
                  <a:pt x="12835" y="14106"/>
                </a:lnTo>
                <a:lnTo>
                  <a:pt x="13703" y="13985"/>
                </a:lnTo>
                <a:lnTo>
                  <a:pt x="14550" y="13884"/>
                </a:lnTo>
                <a:lnTo>
                  <a:pt x="15398" y="13783"/>
                </a:lnTo>
                <a:lnTo>
                  <a:pt x="16265" y="13703"/>
                </a:lnTo>
                <a:lnTo>
                  <a:pt x="17113" y="13642"/>
                </a:lnTo>
                <a:lnTo>
                  <a:pt x="18808" y="13541"/>
                </a:lnTo>
                <a:lnTo>
                  <a:pt x="20483" y="13501"/>
                </a:lnTo>
                <a:lnTo>
                  <a:pt x="22138" y="13481"/>
                </a:lnTo>
                <a:lnTo>
                  <a:pt x="23772" y="13501"/>
                </a:lnTo>
                <a:lnTo>
                  <a:pt x="25387" y="13561"/>
                </a:lnTo>
                <a:lnTo>
                  <a:pt x="26981" y="13642"/>
                </a:lnTo>
                <a:lnTo>
                  <a:pt x="28515" y="13763"/>
                </a:lnTo>
                <a:lnTo>
                  <a:pt x="30028" y="13884"/>
                </a:lnTo>
                <a:lnTo>
                  <a:pt x="31501" y="14025"/>
                </a:lnTo>
                <a:lnTo>
                  <a:pt x="32934" y="14187"/>
                </a:lnTo>
                <a:lnTo>
                  <a:pt x="34306" y="14348"/>
                </a:lnTo>
                <a:lnTo>
                  <a:pt x="34831" y="14409"/>
                </a:lnTo>
                <a:lnTo>
                  <a:pt x="35356" y="14449"/>
                </a:lnTo>
                <a:lnTo>
                  <a:pt x="35860" y="14449"/>
                </a:lnTo>
                <a:lnTo>
                  <a:pt x="36123" y="14409"/>
                </a:lnTo>
                <a:lnTo>
                  <a:pt x="36385" y="14368"/>
                </a:lnTo>
                <a:lnTo>
                  <a:pt x="36647" y="14288"/>
                </a:lnTo>
                <a:lnTo>
                  <a:pt x="36910" y="14187"/>
                </a:lnTo>
                <a:lnTo>
                  <a:pt x="37152" y="14046"/>
                </a:lnTo>
                <a:lnTo>
                  <a:pt x="37374" y="13884"/>
                </a:lnTo>
                <a:lnTo>
                  <a:pt x="37555" y="13703"/>
                </a:lnTo>
                <a:lnTo>
                  <a:pt x="37717" y="13501"/>
                </a:lnTo>
                <a:lnTo>
                  <a:pt x="37838" y="13299"/>
                </a:lnTo>
                <a:lnTo>
                  <a:pt x="37919" y="13077"/>
                </a:lnTo>
                <a:lnTo>
                  <a:pt x="37959" y="12895"/>
                </a:lnTo>
                <a:lnTo>
                  <a:pt x="37979" y="12694"/>
                </a:lnTo>
                <a:lnTo>
                  <a:pt x="37979" y="12492"/>
                </a:lnTo>
                <a:lnTo>
                  <a:pt x="37939" y="12290"/>
                </a:lnTo>
                <a:lnTo>
                  <a:pt x="37898" y="12068"/>
                </a:lnTo>
                <a:lnTo>
                  <a:pt x="37818" y="11826"/>
                </a:lnTo>
                <a:lnTo>
                  <a:pt x="37737" y="11604"/>
                </a:lnTo>
                <a:lnTo>
                  <a:pt x="37616" y="11341"/>
                </a:lnTo>
                <a:lnTo>
                  <a:pt x="37414" y="10998"/>
                </a:lnTo>
                <a:lnTo>
                  <a:pt x="37212" y="10655"/>
                </a:lnTo>
                <a:lnTo>
                  <a:pt x="36970" y="10312"/>
                </a:lnTo>
                <a:lnTo>
                  <a:pt x="36708" y="9969"/>
                </a:lnTo>
                <a:lnTo>
                  <a:pt x="36405" y="9626"/>
                </a:lnTo>
                <a:lnTo>
                  <a:pt x="36062" y="9283"/>
                </a:lnTo>
                <a:lnTo>
                  <a:pt x="35699" y="8920"/>
                </a:lnTo>
                <a:lnTo>
                  <a:pt x="35315" y="8577"/>
                </a:lnTo>
                <a:lnTo>
                  <a:pt x="34569" y="7931"/>
                </a:lnTo>
                <a:lnTo>
                  <a:pt x="33782" y="7346"/>
                </a:lnTo>
                <a:lnTo>
                  <a:pt x="32995" y="6781"/>
                </a:lnTo>
                <a:lnTo>
                  <a:pt x="32187" y="6256"/>
                </a:lnTo>
                <a:lnTo>
                  <a:pt x="31360" y="5772"/>
                </a:lnTo>
                <a:lnTo>
                  <a:pt x="30512" y="5308"/>
                </a:lnTo>
                <a:lnTo>
                  <a:pt x="29665" y="4864"/>
                </a:lnTo>
                <a:lnTo>
                  <a:pt x="28797" y="4460"/>
                </a:lnTo>
                <a:lnTo>
                  <a:pt x="27929" y="4077"/>
                </a:lnTo>
                <a:lnTo>
                  <a:pt x="27062" y="3734"/>
                </a:lnTo>
                <a:lnTo>
                  <a:pt x="26194" y="3390"/>
                </a:lnTo>
                <a:lnTo>
                  <a:pt x="25306" y="3088"/>
                </a:lnTo>
                <a:lnTo>
                  <a:pt x="24458" y="2785"/>
                </a:lnTo>
                <a:lnTo>
                  <a:pt x="23591" y="2503"/>
                </a:lnTo>
                <a:lnTo>
                  <a:pt x="21896" y="1998"/>
                </a:lnTo>
                <a:lnTo>
                  <a:pt x="20685" y="1635"/>
                </a:lnTo>
                <a:lnTo>
                  <a:pt x="19494" y="1332"/>
                </a:lnTo>
                <a:lnTo>
                  <a:pt x="18364" y="1050"/>
                </a:lnTo>
                <a:lnTo>
                  <a:pt x="17295" y="807"/>
                </a:lnTo>
                <a:lnTo>
                  <a:pt x="16245" y="585"/>
                </a:lnTo>
                <a:lnTo>
                  <a:pt x="15236" y="404"/>
                </a:lnTo>
                <a:lnTo>
                  <a:pt x="14268" y="263"/>
                </a:lnTo>
                <a:lnTo>
                  <a:pt x="13299" y="162"/>
                </a:lnTo>
                <a:lnTo>
                  <a:pt x="12128" y="61"/>
                </a:lnTo>
                <a:lnTo>
                  <a:pt x="10978" y="0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8" name="Google Shape;178;p3"/>
          <p:cNvSpPr/>
          <p:nvPr/>
        </p:nvSpPr>
        <p:spPr>
          <a:xfrm>
            <a:off x="7989465" y="1384273"/>
            <a:ext cx="415281" cy="285520"/>
          </a:xfrm>
          <a:custGeom>
            <a:rect b="b" l="l" r="r" t="t"/>
            <a:pathLst>
              <a:path extrusionOk="0" h="5107" w="7428">
                <a:moveTo>
                  <a:pt x="7124" y="82"/>
                </a:moveTo>
                <a:lnTo>
                  <a:pt x="7205" y="102"/>
                </a:lnTo>
                <a:lnTo>
                  <a:pt x="7286" y="142"/>
                </a:lnTo>
                <a:lnTo>
                  <a:pt x="7326" y="223"/>
                </a:lnTo>
                <a:lnTo>
                  <a:pt x="7346" y="344"/>
                </a:lnTo>
                <a:lnTo>
                  <a:pt x="7346" y="485"/>
                </a:lnTo>
                <a:lnTo>
                  <a:pt x="7306" y="647"/>
                </a:lnTo>
                <a:lnTo>
                  <a:pt x="7225" y="808"/>
                </a:lnTo>
                <a:lnTo>
                  <a:pt x="7064" y="1212"/>
                </a:lnTo>
                <a:lnTo>
                  <a:pt x="6842" y="1615"/>
                </a:lnTo>
                <a:lnTo>
                  <a:pt x="6600" y="1999"/>
                </a:lnTo>
                <a:lnTo>
                  <a:pt x="6357" y="2362"/>
                </a:lnTo>
                <a:lnTo>
                  <a:pt x="6055" y="2786"/>
                </a:lnTo>
                <a:lnTo>
                  <a:pt x="5732" y="3149"/>
                </a:lnTo>
                <a:lnTo>
                  <a:pt x="5389" y="3472"/>
                </a:lnTo>
                <a:lnTo>
                  <a:pt x="5026" y="3775"/>
                </a:lnTo>
                <a:lnTo>
                  <a:pt x="4642" y="4037"/>
                </a:lnTo>
                <a:lnTo>
                  <a:pt x="4259" y="4279"/>
                </a:lnTo>
                <a:lnTo>
                  <a:pt x="3835" y="4501"/>
                </a:lnTo>
                <a:lnTo>
                  <a:pt x="3411" y="4683"/>
                </a:lnTo>
                <a:lnTo>
                  <a:pt x="2987" y="4824"/>
                </a:lnTo>
                <a:lnTo>
                  <a:pt x="2745" y="4905"/>
                </a:lnTo>
                <a:lnTo>
                  <a:pt x="2463" y="4965"/>
                </a:lnTo>
                <a:lnTo>
                  <a:pt x="2160" y="5006"/>
                </a:lnTo>
                <a:lnTo>
                  <a:pt x="1837" y="5026"/>
                </a:lnTo>
                <a:lnTo>
                  <a:pt x="1514" y="5006"/>
                </a:lnTo>
                <a:lnTo>
                  <a:pt x="1353" y="4965"/>
                </a:lnTo>
                <a:lnTo>
                  <a:pt x="1171" y="4945"/>
                </a:lnTo>
                <a:lnTo>
                  <a:pt x="1010" y="4885"/>
                </a:lnTo>
                <a:lnTo>
                  <a:pt x="848" y="4824"/>
                </a:lnTo>
                <a:lnTo>
                  <a:pt x="707" y="4743"/>
                </a:lnTo>
                <a:lnTo>
                  <a:pt x="546" y="4642"/>
                </a:lnTo>
                <a:lnTo>
                  <a:pt x="445" y="4562"/>
                </a:lnTo>
                <a:lnTo>
                  <a:pt x="364" y="4461"/>
                </a:lnTo>
                <a:lnTo>
                  <a:pt x="283" y="4380"/>
                </a:lnTo>
                <a:lnTo>
                  <a:pt x="203" y="4279"/>
                </a:lnTo>
                <a:lnTo>
                  <a:pt x="162" y="4178"/>
                </a:lnTo>
                <a:lnTo>
                  <a:pt x="122" y="4057"/>
                </a:lnTo>
                <a:lnTo>
                  <a:pt x="81" y="3956"/>
                </a:lnTo>
                <a:lnTo>
                  <a:pt x="81" y="3855"/>
                </a:lnTo>
                <a:lnTo>
                  <a:pt x="81" y="3654"/>
                </a:lnTo>
                <a:lnTo>
                  <a:pt x="142" y="3492"/>
                </a:lnTo>
                <a:lnTo>
                  <a:pt x="243" y="3331"/>
                </a:lnTo>
                <a:lnTo>
                  <a:pt x="364" y="3169"/>
                </a:lnTo>
                <a:lnTo>
                  <a:pt x="505" y="3028"/>
                </a:lnTo>
                <a:lnTo>
                  <a:pt x="647" y="2907"/>
                </a:lnTo>
                <a:lnTo>
                  <a:pt x="949" y="2685"/>
                </a:lnTo>
                <a:lnTo>
                  <a:pt x="1656" y="2261"/>
                </a:lnTo>
                <a:lnTo>
                  <a:pt x="2362" y="1858"/>
                </a:lnTo>
                <a:lnTo>
                  <a:pt x="3088" y="1474"/>
                </a:lnTo>
                <a:lnTo>
                  <a:pt x="3835" y="1131"/>
                </a:lnTo>
                <a:lnTo>
                  <a:pt x="4602" y="828"/>
                </a:lnTo>
                <a:lnTo>
                  <a:pt x="5369" y="566"/>
                </a:lnTo>
                <a:lnTo>
                  <a:pt x="6156" y="324"/>
                </a:lnTo>
                <a:lnTo>
                  <a:pt x="6943" y="122"/>
                </a:lnTo>
                <a:lnTo>
                  <a:pt x="7044" y="102"/>
                </a:lnTo>
                <a:lnTo>
                  <a:pt x="7124" y="82"/>
                </a:lnTo>
                <a:close/>
                <a:moveTo>
                  <a:pt x="7145" y="1"/>
                </a:moveTo>
                <a:lnTo>
                  <a:pt x="7084" y="21"/>
                </a:lnTo>
                <a:lnTo>
                  <a:pt x="6923" y="41"/>
                </a:lnTo>
                <a:lnTo>
                  <a:pt x="6136" y="243"/>
                </a:lnTo>
                <a:lnTo>
                  <a:pt x="5348" y="485"/>
                </a:lnTo>
                <a:lnTo>
                  <a:pt x="4561" y="768"/>
                </a:lnTo>
                <a:lnTo>
                  <a:pt x="3795" y="1071"/>
                </a:lnTo>
                <a:lnTo>
                  <a:pt x="3048" y="1414"/>
                </a:lnTo>
                <a:lnTo>
                  <a:pt x="2321" y="1777"/>
                </a:lnTo>
                <a:lnTo>
                  <a:pt x="1595" y="2180"/>
                </a:lnTo>
                <a:lnTo>
                  <a:pt x="909" y="2624"/>
                </a:lnTo>
                <a:lnTo>
                  <a:pt x="586" y="2846"/>
                </a:lnTo>
                <a:lnTo>
                  <a:pt x="445" y="2988"/>
                </a:lnTo>
                <a:lnTo>
                  <a:pt x="283" y="3129"/>
                </a:lnTo>
                <a:lnTo>
                  <a:pt x="162" y="3290"/>
                </a:lnTo>
                <a:lnTo>
                  <a:pt x="81" y="3472"/>
                </a:lnTo>
                <a:lnTo>
                  <a:pt x="21" y="3654"/>
                </a:lnTo>
                <a:lnTo>
                  <a:pt x="1" y="3754"/>
                </a:lnTo>
                <a:lnTo>
                  <a:pt x="1" y="3855"/>
                </a:lnTo>
                <a:lnTo>
                  <a:pt x="1" y="3976"/>
                </a:lnTo>
                <a:lnTo>
                  <a:pt x="41" y="4077"/>
                </a:lnTo>
                <a:lnTo>
                  <a:pt x="81" y="4198"/>
                </a:lnTo>
                <a:lnTo>
                  <a:pt x="142" y="4320"/>
                </a:lnTo>
                <a:lnTo>
                  <a:pt x="203" y="4420"/>
                </a:lnTo>
                <a:lnTo>
                  <a:pt x="303" y="4521"/>
                </a:lnTo>
                <a:lnTo>
                  <a:pt x="384" y="4622"/>
                </a:lnTo>
                <a:lnTo>
                  <a:pt x="505" y="4703"/>
                </a:lnTo>
                <a:lnTo>
                  <a:pt x="667" y="4804"/>
                </a:lnTo>
                <a:lnTo>
                  <a:pt x="808" y="4885"/>
                </a:lnTo>
                <a:lnTo>
                  <a:pt x="990" y="4965"/>
                </a:lnTo>
                <a:lnTo>
                  <a:pt x="1151" y="5006"/>
                </a:lnTo>
                <a:lnTo>
                  <a:pt x="1312" y="5046"/>
                </a:lnTo>
                <a:lnTo>
                  <a:pt x="1494" y="5086"/>
                </a:lnTo>
                <a:lnTo>
                  <a:pt x="1837" y="5107"/>
                </a:lnTo>
                <a:lnTo>
                  <a:pt x="2160" y="5086"/>
                </a:lnTo>
                <a:lnTo>
                  <a:pt x="2483" y="5046"/>
                </a:lnTo>
                <a:lnTo>
                  <a:pt x="2765" y="4985"/>
                </a:lnTo>
                <a:lnTo>
                  <a:pt x="3008" y="4905"/>
                </a:lnTo>
                <a:lnTo>
                  <a:pt x="3452" y="4763"/>
                </a:lnTo>
                <a:lnTo>
                  <a:pt x="3875" y="4582"/>
                </a:lnTo>
                <a:lnTo>
                  <a:pt x="4299" y="4360"/>
                </a:lnTo>
                <a:lnTo>
                  <a:pt x="4703" y="4118"/>
                </a:lnTo>
                <a:lnTo>
                  <a:pt x="5086" y="3835"/>
                </a:lnTo>
                <a:lnTo>
                  <a:pt x="5449" y="3532"/>
                </a:lnTo>
                <a:lnTo>
                  <a:pt x="5792" y="3189"/>
                </a:lnTo>
                <a:lnTo>
                  <a:pt x="6115" y="2846"/>
                </a:lnTo>
                <a:lnTo>
                  <a:pt x="6398" y="2443"/>
                </a:lnTo>
                <a:lnTo>
                  <a:pt x="6640" y="2080"/>
                </a:lnTo>
                <a:lnTo>
                  <a:pt x="6882" y="1676"/>
                </a:lnTo>
                <a:lnTo>
                  <a:pt x="7124" y="1252"/>
                </a:lnTo>
                <a:lnTo>
                  <a:pt x="7306" y="849"/>
                </a:lnTo>
                <a:lnTo>
                  <a:pt x="7366" y="667"/>
                </a:lnTo>
                <a:lnTo>
                  <a:pt x="7407" y="485"/>
                </a:lnTo>
                <a:lnTo>
                  <a:pt x="7427" y="324"/>
                </a:lnTo>
                <a:lnTo>
                  <a:pt x="7407" y="203"/>
                </a:lnTo>
                <a:lnTo>
                  <a:pt x="7387" y="142"/>
                </a:lnTo>
                <a:lnTo>
                  <a:pt x="7346" y="82"/>
                </a:lnTo>
                <a:lnTo>
                  <a:pt x="7286" y="41"/>
                </a:lnTo>
                <a:lnTo>
                  <a:pt x="7225" y="21"/>
                </a:lnTo>
                <a:lnTo>
                  <a:pt x="7145" y="1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9" name="Google Shape;179;p3"/>
          <p:cNvSpPr/>
          <p:nvPr/>
        </p:nvSpPr>
        <p:spPr>
          <a:xfrm rot="3449335">
            <a:off x="1655522" y="-908175"/>
            <a:ext cx="1193653" cy="1427229"/>
          </a:xfrm>
          <a:custGeom>
            <a:rect b="b" l="l" r="r" t="t"/>
            <a:pathLst>
              <a:path extrusionOk="0" h="25529" w="21351">
                <a:moveTo>
                  <a:pt x="16709" y="81"/>
                </a:moveTo>
                <a:lnTo>
                  <a:pt x="17052" y="122"/>
                </a:lnTo>
                <a:lnTo>
                  <a:pt x="17416" y="202"/>
                </a:lnTo>
                <a:lnTo>
                  <a:pt x="17759" y="303"/>
                </a:lnTo>
                <a:lnTo>
                  <a:pt x="18102" y="424"/>
                </a:lnTo>
                <a:lnTo>
                  <a:pt x="18445" y="586"/>
                </a:lnTo>
                <a:lnTo>
                  <a:pt x="18788" y="788"/>
                </a:lnTo>
                <a:lnTo>
                  <a:pt x="19111" y="1010"/>
                </a:lnTo>
                <a:lnTo>
                  <a:pt x="19434" y="1272"/>
                </a:lnTo>
                <a:lnTo>
                  <a:pt x="19736" y="1575"/>
                </a:lnTo>
                <a:lnTo>
                  <a:pt x="19999" y="1897"/>
                </a:lnTo>
                <a:lnTo>
                  <a:pt x="20261" y="2261"/>
                </a:lnTo>
                <a:lnTo>
                  <a:pt x="20483" y="2644"/>
                </a:lnTo>
                <a:lnTo>
                  <a:pt x="20644" y="2947"/>
                </a:lnTo>
                <a:lnTo>
                  <a:pt x="20766" y="3250"/>
                </a:lnTo>
                <a:lnTo>
                  <a:pt x="20887" y="3572"/>
                </a:lnTo>
                <a:lnTo>
                  <a:pt x="20987" y="3895"/>
                </a:lnTo>
                <a:lnTo>
                  <a:pt x="21068" y="4238"/>
                </a:lnTo>
                <a:lnTo>
                  <a:pt x="21149" y="4581"/>
                </a:lnTo>
                <a:lnTo>
                  <a:pt x="21209" y="4945"/>
                </a:lnTo>
                <a:lnTo>
                  <a:pt x="21250" y="5308"/>
                </a:lnTo>
                <a:lnTo>
                  <a:pt x="21270" y="5691"/>
                </a:lnTo>
                <a:lnTo>
                  <a:pt x="21270" y="6075"/>
                </a:lnTo>
                <a:lnTo>
                  <a:pt x="21270" y="6478"/>
                </a:lnTo>
                <a:lnTo>
                  <a:pt x="21250" y="6882"/>
                </a:lnTo>
                <a:lnTo>
                  <a:pt x="21230" y="7306"/>
                </a:lnTo>
                <a:lnTo>
                  <a:pt x="21169" y="7750"/>
                </a:lnTo>
                <a:lnTo>
                  <a:pt x="21109" y="8194"/>
                </a:lnTo>
                <a:lnTo>
                  <a:pt x="21028" y="8658"/>
                </a:lnTo>
                <a:lnTo>
                  <a:pt x="20947" y="9122"/>
                </a:lnTo>
                <a:lnTo>
                  <a:pt x="20846" y="9586"/>
                </a:lnTo>
                <a:lnTo>
                  <a:pt x="20725" y="10010"/>
                </a:lnTo>
                <a:lnTo>
                  <a:pt x="20604" y="10434"/>
                </a:lnTo>
                <a:lnTo>
                  <a:pt x="20483" y="10857"/>
                </a:lnTo>
                <a:lnTo>
                  <a:pt x="20342" y="11261"/>
                </a:lnTo>
                <a:lnTo>
                  <a:pt x="20180" y="11644"/>
                </a:lnTo>
                <a:lnTo>
                  <a:pt x="20019" y="12008"/>
                </a:lnTo>
                <a:lnTo>
                  <a:pt x="19857" y="12371"/>
                </a:lnTo>
                <a:lnTo>
                  <a:pt x="19676" y="12714"/>
                </a:lnTo>
                <a:lnTo>
                  <a:pt x="19474" y="13037"/>
                </a:lnTo>
                <a:lnTo>
                  <a:pt x="19272" y="13340"/>
                </a:lnTo>
                <a:lnTo>
                  <a:pt x="19070" y="13642"/>
                </a:lnTo>
                <a:lnTo>
                  <a:pt x="18848" y="13945"/>
                </a:lnTo>
                <a:lnTo>
                  <a:pt x="18606" y="14207"/>
                </a:lnTo>
                <a:lnTo>
                  <a:pt x="18364" y="14470"/>
                </a:lnTo>
                <a:lnTo>
                  <a:pt x="18142" y="14692"/>
                </a:lnTo>
                <a:lnTo>
                  <a:pt x="17920" y="14893"/>
                </a:lnTo>
                <a:lnTo>
                  <a:pt x="17436" y="15297"/>
                </a:lnTo>
                <a:lnTo>
                  <a:pt x="16931" y="15640"/>
                </a:lnTo>
                <a:lnTo>
                  <a:pt x="16386" y="15983"/>
                </a:lnTo>
                <a:lnTo>
                  <a:pt x="15842" y="16306"/>
                </a:lnTo>
                <a:lnTo>
                  <a:pt x="15297" y="16589"/>
                </a:lnTo>
                <a:lnTo>
                  <a:pt x="14187" y="17154"/>
                </a:lnTo>
                <a:lnTo>
                  <a:pt x="13481" y="17497"/>
                </a:lnTo>
                <a:lnTo>
                  <a:pt x="12774" y="17860"/>
                </a:lnTo>
                <a:lnTo>
                  <a:pt x="12088" y="18264"/>
                </a:lnTo>
                <a:lnTo>
                  <a:pt x="11422" y="18667"/>
                </a:lnTo>
                <a:lnTo>
                  <a:pt x="10958" y="18990"/>
                </a:lnTo>
                <a:lnTo>
                  <a:pt x="10494" y="19333"/>
                </a:lnTo>
                <a:lnTo>
                  <a:pt x="10070" y="19696"/>
                </a:lnTo>
                <a:lnTo>
                  <a:pt x="9646" y="20060"/>
                </a:lnTo>
                <a:lnTo>
                  <a:pt x="8799" y="20847"/>
                </a:lnTo>
                <a:lnTo>
                  <a:pt x="7992" y="21613"/>
                </a:lnTo>
                <a:lnTo>
                  <a:pt x="7205" y="22400"/>
                </a:lnTo>
                <a:lnTo>
                  <a:pt x="6377" y="23167"/>
                </a:lnTo>
                <a:lnTo>
                  <a:pt x="5953" y="23531"/>
                </a:lnTo>
                <a:lnTo>
                  <a:pt x="5509" y="23894"/>
                </a:lnTo>
                <a:lnTo>
                  <a:pt x="5065" y="24237"/>
                </a:lnTo>
                <a:lnTo>
                  <a:pt x="4601" y="24560"/>
                </a:lnTo>
                <a:lnTo>
                  <a:pt x="4178" y="24822"/>
                </a:lnTo>
                <a:lnTo>
                  <a:pt x="3935" y="24963"/>
                </a:lnTo>
                <a:lnTo>
                  <a:pt x="3673" y="25084"/>
                </a:lnTo>
                <a:lnTo>
                  <a:pt x="3411" y="25205"/>
                </a:lnTo>
                <a:lnTo>
                  <a:pt x="3148" y="25306"/>
                </a:lnTo>
                <a:lnTo>
                  <a:pt x="2866" y="25367"/>
                </a:lnTo>
                <a:lnTo>
                  <a:pt x="2563" y="25427"/>
                </a:lnTo>
                <a:lnTo>
                  <a:pt x="2260" y="25448"/>
                </a:lnTo>
                <a:lnTo>
                  <a:pt x="1978" y="25427"/>
                </a:lnTo>
                <a:lnTo>
                  <a:pt x="1695" y="25367"/>
                </a:lnTo>
                <a:lnTo>
                  <a:pt x="1433" y="25286"/>
                </a:lnTo>
                <a:lnTo>
                  <a:pt x="1171" y="25185"/>
                </a:lnTo>
                <a:lnTo>
                  <a:pt x="949" y="25044"/>
                </a:lnTo>
                <a:lnTo>
                  <a:pt x="747" y="24883"/>
                </a:lnTo>
                <a:lnTo>
                  <a:pt x="585" y="24701"/>
                </a:lnTo>
                <a:lnTo>
                  <a:pt x="424" y="24459"/>
                </a:lnTo>
                <a:lnTo>
                  <a:pt x="303" y="24196"/>
                </a:lnTo>
                <a:lnTo>
                  <a:pt x="222" y="23894"/>
                </a:lnTo>
                <a:lnTo>
                  <a:pt x="142" y="23551"/>
                </a:lnTo>
                <a:lnTo>
                  <a:pt x="101" y="23167"/>
                </a:lnTo>
                <a:lnTo>
                  <a:pt x="81" y="22784"/>
                </a:lnTo>
                <a:lnTo>
                  <a:pt x="101" y="22421"/>
                </a:lnTo>
                <a:lnTo>
                  <a:pt x="142" y="22037"/>
                </a:lnTo>
                <a:lnTo>
                  <a:pt x="202" y="21654"/>
                </a:lnTo>
                <a:lnTo>
                  <a:pt x="303" y="21291"/>
                </a:lnTo>
                <a:lnTo>
                  <a:pt x="424" y="20947"/>
                </a:lnTo>
                <a:lnTo>
                  <a:pt x="585" y="20584"/>
                </a:lnTo>
                <a:lnTo>
                  <a:pt x="727" y="20342"/>
                </a:lnTo>
                <a:lnTo>
                  <a:pt x="868" y="20080"/>
                </a:lnTo>
                <a:lnTo>
                  <a:pt x="1029" y="19838"/>
                </a:lnTo>
                <a:lnTo>
                  <a:pt x="1211" y="19616"/>
                </a:lnTo>
                <a:lnTo>
                  <a:pt x="1393" y="19373"/>
                </a:lnTo>
                <a:lnTo>
                  <a:pt x="1574" y="19172"/>
                </a:lnTo>
                <a:lnTo>
                  <a:pt x="1978" y="18768"/>
                </a:lnTo>
                <a:lnTo>
                  <a:pt x="2402" y="18385"/>
                </a:lnTo>
                <a:lnTo>
                  <a:pt x="2825" y="18042"/>
                </a:lnTo>
                <a:lnTo>
                  <a:pt x="3249" y="17739"/>
                </a:lnTo>
                <a:lnTo>
                  <a:pt x="3673" y="17456"/>
                </a:lnTo>
                <a:lnTo>
                  <a:pt x="4561" y="16871"/>
                </a:lnTo>
                <a:lnTo>
                  <a:pt x="5489" y="16306"/>
                </a:lnTo>
                <a:lnTo>
                  <a:pt x="6438" y="15761"/>
                </a:lnTo>
                <a:lnTo>
                  <a:pt x="7366" y="15257"/>
                </a:lnTo>
                <a:lnTo>
                  <a:pt x="7568" y="15136"/>
                </a:lnTo>
                <a:lnTo>
                  <a:pt x="8153" y="14793"/>
                </a:lnTo>
                <a:lnTo>
                  <a:pt x="8758" y="14429"/>
                </a:lnTo>
                <a:lnTo>
                  <a:pt x="9041" y="14228"/>
                </a:lnTo>
                <a:lnTo>
                  <a:pt x="9323" y="14026"/>
                </a:lnTo>
                <a:lnTo>
                  <a:pt x="9606" y="13804"/>
                </a:lnTo>
                <a:lnTo>
                  <a:pt x="9868" y="13541"/>
                </a:lnTo>
                <a:lnTo>
                  <a:pt x="10070" y="13340"/>
                </a:lnTo>
                <a:lnTo>
                  <a:pt x="10232" y="13138"/>
                </a:lnTo>
                <a:lnTo>
                  <a:pt x="10393" y="12916"/>
                </a:lnTo>
                <a:lnTo>
                  <a:pt x="10534" y="12694"/>
                </a:lnTo>
                <a:lnTo>
                  <a:pt x="10675" y="12452"/>
                </a:lnTo>
                <a:lnTo>
                  <a:pt x="10797" y="12210"/>
                </a:lnTo>
                <a:lnTo>
                  <a:pt x="10897" y="11967"/>
                </a:lnTo>
                <a:lnTo>
                  <a:pt x="10978" y="11725"/>
                </a:lnTo>
                <a:lnTo>
                  <a:pt x="11140" y="11221"/>
                </a:lnTo>
                <a:lnTo>
                  <a:pt x="11261" y="10716"/>
                </a:lnTo>
                <a:lnTo>
                  <a:pt x="11362" y="10191"/>
                </a:lnTo>
                <a:lnTo>
                  <a:pt x="11463" y="9647"/>
                </a:lnTo>
                <a:lnTo>
                  <a:pt x="11563" y="8839"/>
                </a:lnTo>
                <a:lnTo>
                  <a:pt x="11664" y="8012"/>
                </a:lnTo>
                <a:lnTo>
                  <a:pt x="11846" y="6599"/>
                </a:lnTo>
                <a:lnTo>
                  <a:pt x="11947" y="5893"/>
                </a:lnTo>
                <a:lnTo>
                  <a:pt x="12088" y="5187"/>
                </a:lnTo>
                <a:lnTo>
                  <a:pt x="12209" y="4682"/>
                </a:lnTo>
                <a:lnTo>
                  <a:pt x="12330" y="4218"/>
                </a:lnTo>
                <a:lnTo>
                  <a:pt x="12472" y="3754"/>
                </a:lnTo>
                <a:lnTo>
                  <a:pt x="12633" y="3330"/>
                </a:lnTo>
                <a:lnTo>
                  <a:pt x="12794" y="2947"/>
                </a:lnTo>
                <a:lnTo>
                  <a:pt x="12976" y="2563"/>
                </a:lnTo>
                <a:lnTo>
                  <a:pt x="13158" y="2220"/>
                </a:lnTo>
                <a:lnTo>
                  <a:pt x="13359" y="1897"/>
                </a:lnTo>
                <a:lnTo>
                  <a:pt x="13561" y="1615"/>
                </a:lnTo>
                <a:lnTo>
                  <a:pt x="13803" y="1332"/>
                </a:lnTo>
                <a:lnTo>
                  <a:pt x="14025" y="1090"/>
                </a:lnTo>
                <a:lnTo>
                  <a:pt x="14288" y="868"/>
                </a:lnTo>
                <a:lnTo>
                  <a:pt x="14550" y="687"/>
                </a:lnTo>
                <a:lnTo>
                  <a:pt x="14812" y="525"/>
                </a:lnTo>
                <a:lnTo>
                  <a:pt x="15115" y="364"/>
                </a:lnTo>
                <a:lnTo>
                  <a:pt x="15418" y="263"/>
                </a:lnTo>
                <a:lnTo>
                  <a:pt x="15721" y="162"/>
                </a:lnTo>
                <a:lnTo>
                  <a:pt x="16043" y="101"/>
                </a:lnTo>
                <a:lnTo>
                  <a:pt x="16366" y="81"/>
                </a:lnTo>
                <a:close/>
                <a:moveTo>
                  <a:pt x="16467" y="1"/>
                </a:moveTo>
                <a:lnTo>
                  <a:pt x="16104" y="21"/>
                </a:lnTo>
                <a:lnTo>
                  <a:pt x="15741" y="81"/>
                </a:lnTo>
                <a:lnTo>
                  <a:pt x="15377" y="182"/>
                </a:lnTo>
                <a:lnTo>
                  <a:pt x="15075" y="303"/>
                </a:lnTo>
                <a:lnTo>
                  <a:pt x="14792" y="445"/>
                </a:lnTo>
                <a:lnTo>
                  <a:pt x="14510" y="606"/>
                </a:lnTo>
                <a:lnTo>
                  <a:pt x="14227" y="808"/>
                </a:lnTo>
                <a:lnTo>
                  <a:pt x="13985" y="1030"/>
                </a:lnTo>
                <a:lnTo>
                  <a:pt x="13743" y="1272"/>
                </a:lnTo>
                <a:lnTo>
                  <a:pt x="13501" y="1554"/>
                </a:lnTo>
                <a:lnTo>
                  <a:pt x="13299" y="1857"/>
                </a:lnTo>
                <a:lnTo>
                  <a:pt x="13097" y="2180"/>
                </a:lnTo>
                <a:lnTo>
                  <a:pt x="12895" y="2523"/>
                </a:lnTo>
                <a:lnTo>
                  <a:pt x="12714" y="2906"/>
                </a:lnTo>
                <a:lnTo>
                  <a:pt x="12552" y="3310"/>
                </a:lnTo>
                <a:lnTo>
                  <a:pt x="12391" y="3734"/>
                </a:lnTo>
                <a:lnTo>
                  <a:pt x="12250" y="4178"/>
                </a:lnTo>
                <a:lnTo>
                  <a:pt x="12128" y="4662"/>
                </a:lnTo>
                <a:lnTo>
                  <a:pt x="12007" y="5187"/>
                </a:lnTo>
                <a:lnTo>
                  <a:pt x="11886" y="5873"/>
                </a:lnTo>
                <a:lnTo>
                  <a:pt x="11765" y="6599"/>
                </a:lnTo>
                <a:lnTo>
                  <a:pt x="11584" y="7992"/>
                </a:lnTo>
                <a:lnTo>
                  <a:pt x="11483" y="8819"/>
                </a:lnTo>
                <a:lnTo>
                  <a:pt x="11382" y="9647"/>
                </a:lnTo>
                <a:lnTo>
                  <a:pt x="11281" y="10171"/>
                </a:lnTo>
                <a:lnTo>
                  <a:pt x="11180" y="10696"/>
                </a:lnTo>
                <a:lnTo>
                  <a:pt x="11059" y="11200"/>
                </a:lnTo>
                <a:lnTo>
                  <a:pt x="10918" y="11705"/>
                </a:lnTo>
                <a:lnTo>
                  <a:pt x="10817" y="11947"/>
                </a:lnTo>
                <a:lnTo>
                  <a:pt x="10716" y="12169"/>
                </a:lnTo>
                <a:lnTo>
                  <a:pt x="10595" y="12411"/>
                </a:lnTo>
                <a:lnTo>
                  <a:pt x="10474" y="12633"/>
                </a:lnTo>
                <a:lnTo>
                  <a:pt x="10332" y="12855"/>
                </a:lnTo>
                <a:lnTo>
                  <a:pt x="10171" y="13077"/>
                </a:lnTo>
                <a:lnTo>
                  <a:pt x="10010" y="13279"/>
                </a:lnTo>
                <a:lnTo>
                  <a:pt x="9808" y="13501"/>
                </a:lnTo>
                <a:lnTo>
                  <a:pt x="9545" y="13743"/>
                </a:lnTo>
                <a:lnTo>
                  <a:pt x="9283" y="13965"/>
                </a:lnTo>
                <a:lnTo>
                  <a:pt x="9001" y="14167"/>
                </a:lnTo>
                <a:lnTo>
                  <a:pt x="8718" y="14369"/>
                </a:lnTo>
                <a:lnTo>
                  <a:pt x="8113" y="14732"/>
                </a:lnTo>
                <a:lnTo>
                  <a:pt x="7527" y="15055"/>
                </a:lnTo>
                <a:lnTo>
                  <a:pt x="7326" y="15176"/>
                </a:lnTo>
                <a:lnTo>
                  <a:pt x="6397" y="15701"/>
                </a:lnTo>
                <a:lnTo>
                  <a:pt x="5449" y="16246"/>
                </a:lnTo>
                <a:lnTo>
                  <a:pt x="4521" y="16790"/>
                </a:lnTo>
                <a:lnTo>
                  <a:pt x="3612" y="17376"/>
                </a:lnTo>
                <a:lnTo>
                  <a:pt x="3209" y="17658"/>
                </a:lnTo>
                <a:lnTo>
                  <a:pt x="2765" y="17981"/>
                </a:lnTo>
                <a:lnTo>
                  <a:pt x="2341" y="18324"/>
                </a:lnTo>
                <a:lnTo>
                  <a:pt x="1917" y="18707"/>
                </a:lnTo>
                <a:lnTo>
                  <a:pt x="1514" y="19111"/>
                </a:lnTo>
                <a:lnTo>
                  <a:pt x="1312" y="19333"/>
                </a:lnTo>
                <a:lnTo>
                  <a:pt x="1130" y="19555"/>
                </a:lnTo>
                <a:lnTo>
                  <a:pt x="969" y="19797"/>
                </a:lnTo>
                <a:lnTo>
                  <a:pt x="807" y="20039"/>
                </a:lnTo>
                <a:lnTo>
                  <a:pt x="646" y="20302"/>
                </a:lnTo>
                <a:lnTo>
                  <a:pt x="505" y="20564"/>
                </a:lnTo>
                <a:lnTo>
                  <a:pt x="364" y="20907"/>
                </a:lnTo>
                <a:lnTo>
                  <a:pt x="222" y="21270"/>
                </a:lnTo>
                <a:lnTo>
                  <a:pt x="142" y="21654"/>
                </a:lnTo>
                <a:lnTo>
                  <a:pt x="61" y="22017"/>
                </a:lnTo>
                <a:lnTo>
                  <a:pt x="20" y="22400"/>
                </a:lnTo>
                <a:lnTo>
                  <a:pt x="0" y="22784"/>
                </a:lnTo>
                <a:lnTo>
                  <a:pt x="20" y="23167"/>
                </a:lnTo>
                <a:lnTo>
                  <a:pt x="61" y="23551"/>
                </a:lnTo>
                <a:lnTo>
                  <a:pt x="142" y="23914"/>
                </a:lnTo>
                <a:lnTo>
                  <a:pt x="242" y="24237"/>
                </a:lnTo>
                <a:lnTo>
                  <a:pt x="364" y="24499"/>
                </a:lnTo>
                <a:lnTo>
                  <a:pt x="505" y="24741"/>
                </a:lnTo>
                <a:lnTo>
                  <a:pt x="666" y="24923"/>
                </a:lnTo>
                <a:lnTo>
                  <a:pt x="848" y="25064"/>
                </a:lnTo>
                <a:lnTo>
                  <a:pt x="1050" y="25205"/>
                </a:lnTo>
                <a:lnTo>
                  <a:pt x="1251" y="25327"/>
                </a:lnTo>
                <a:lnTo>
                  <a:pt x="1494" y="25407"/>
                </a:lnTo>
                <a:lnTo>
                  <a:pt x="1736" y="25468"/>
                </a:lnTo>
                <a:lnTo>
                  <a:pt x="1978" y="25508"/>
                </a:lnTo>
                <a:lnTo>
                  <a:pt x="2260" y="25528"/>
                </a:lnTo>
                <a:lnTo>
                  <a:pt x="2563" y="25508"/>
                </a:lnTo>
                <a:lnTo>
                  <a:pt x="2866" y="25448"/>
                </a:lnTo>
                <a:lnTo>
                  <a:pt x="3169" y="25367"/>
                </a:lnTo>
                <a:lnTo>
                  <a:pt x="3451" y="25286"/>
                </a:lnTo>
                <a:lnTo>
                  <a:pt x="3713" y="25165"/>
                </a:lnTo>
                <a:lnTo>
                  <a:pt x="3976" y="25044"/>
                </a:lnTo>
                <a:lnTo>
                  <a:pt x="4218" y="24903"/>
                </a:lnTo>
                <a:lnTo>
                  <a:pt x="4642" y="24620"/>
                </a:lnTo>
                <a:lnTo>
                  <a:pt x="5106" y="24297"/>
                </a:lnTo>
                <a:lnTo>
                  <a:pt x="5550" y="23954"/>
                </a:lnTo>
                <a:lnTo>
                  <a:pt x="5994" y="23611"/>
                </a:lnTo>
                <a:lnTo>
                  <a:pt x="6418" y="23228"/>
                </a:lnTo>
                <a:lnTo>
                  <a:pt x="7245" y="22461"/>
                </a:lnTo>
                <a:lnTo>
                  <a:pt x="8052" y="21674"/>
                </a:lnTo>
                <a:lnTo>
                  <a:pt x="8859" y="20907"/>
                </a:lnTo>
                <a:lnTo>
                  <a:pt x="9687" y="20140"/>
                </a:lnTo>
                <a:lnTo>
                  <a:pt x="10110" y="19757"/>
                </a:lnTo>
                <a:lnTo>
                  <a:pt x="10554" y="19394"/>
                </a:lnTo>
                <a:lnTo>
                  <a:pt x="10998" y="19051"/>
                </a:lnTo>
                <a:lnTo>
                  <a:pt x="11463" y="18728"/>
                </a:lnTo>
                <a:lnTo>
                  <a:pt x="12128" y="18324"/>
                </a:lnTo>
                <a:lnTo>
                  <a:pt x="12815" y="17941"/>
                </a:lnTo>
                <a:lnTo>
                  <a:pt x="13521" y="17577"/>
                </a:lnTo>
                <a:lnTo>
                  <a:pt x="14207" y="17234"/>
                </a:lnTo>
                <a:lnTo>
                  <a:pt x="15337" y="16669"/>
                </a:lnTo>
                <a:lnTo>
                  <a:pt x="15902" y="16367"/>
                </a:lnTo>
                <a:lnTo>
                  <a:pt x="16447" y="16044"/>
                </a:lnTo>
                <a:lnTo>
                  <a:pt x="16972" y="15721"/>
                </a:lnTo>
                <a:lnTo>
                  <a:pt x="17476" y="15358"/>
                </a:lnTo>
                <a:lnTo>
                  <a:pt x="17981" y="14954"/>
                </a:lnTo>
                <a:lnTo>
                  <a:pt x="18203" y="14752"/>
                </a:lnTo>
                <a:lnTo>
                  <a:pt x="18425" y="14530"/>
                </a:lnTo>
                <a:lnTo>
                  <a:pt x="18667" y="14268"/>
                </a:lnTo>
                <a:lnTo>
                  <a:pt x="18909" y="13985"/>
                </a:lnTo>
                <a:lnTo>
                  <a:pt x="19131" y="13703"/>
                </a:lnTo>
                <a:lnTo>
                  <a:pt x="19333" y="13400"/>
                </a:lnTo>
                <a:lnTo>
                  <a:pt x="19535" y="13077"/>
                </a:lnTo>
                <a:lnTo>
                  <a:pt x="19736" y="12754"/>
                </a:lnTo>
                <a:lnTo>
                  <a:pt x="19918" y="12411"/>
                </a:lnTo>
                <a:lnTo>
                  <a:pt x="20100" y="12048"/>
                </a:lnTo>
                <a:lnTo>
                  <a:pt x="20261" y="11665"/>
                </a:lnTo>
                <a:lnTo>
                  <a:pt x="20402" y="11281"/>
                </a:lnTo>
                <a:lnTo>
                  <a:pt x="20544" y="10878"/>
                </a:lnTo>
                <a:lnTo>
                  <a:pt x="20685" y="10474"/>
                </a:lnTo>
                <a:lnTo>
                  <a:pt x="20806" y="10050"/>
                </a:lnTo>
                <a:lnTo>
                  <a:pt x="20927" y="9606"/>
                </a:lnTo>
                <a:lnTo>
                  <a:pt x="21028" y="9142"/>
                </a:lnTo>
                <a:lnTo>
                  <a:pt x="21109" y="8678"/>
                </a:lnTo>
                <a:lnTo>
                  <a:pt x="21189" y="8214"/>
                </a:lnTo>
                <a:lnTo>
                  <a:pt x="21250" y="7750"/>
                </a:lnTo>
                <a:lnTo>
                  <a:pt x="21310" y="7326"/>
                </a:lnTo>
                <a:lnTo>
                  <a:pt x="21331" y="6882"/>
                </a:lnTo>
                <a:lnTo>
                  <a:pt x="21351" y="6478"/>
                </a:lnTo>
                <a:lnTo>
                  <a:pt x="21351" y="6075"/>
                </a:lnTo>
                <a:lnTo>
                  <a:pt x="21351" y="5671"/>
                </a:lnTo>
                <a:lnTo>
                  <a:pt x="21331" y="5288"/>
                </a:lnTo>
                <a:lnTo>
                  <a:pt x="21270" y="4924"/>
                </a:lnTo>
                <a:lnTo>
                  <a:pt x="21230" y="4561"/>
                </a:lnTo>
                <a:lnTo>
                  <a:pt x="21149" y="4218"/>
                </a:lnTo>
                <a:lnTo>
                  <a:pt x="21068" y="3875"/>
                </a:lnTo>
                <a:lnTo>
                  <a:pt x="20967" y="3532"/>
                </a:lnTo>
                <a:lnTo>
                  <a:pt x="20846" y="3229"/>
                </a:lnTo>
                <a:lnTo>
                  <a:pt x="20705" y="2906"/>
                </a:lnTo>
                <a:lnTo>
                  <a:pt x="20564" y="2624"/>
                </a:lnTo>
                <a:lnTo>
                  <a:pt x="20362" y="2281"/>
                </a:lnTo>
                <a:lnTo>
                  <a:pt x="20140" y="1958"/>
                </a:lnTo>
                <a:lnTo>
                  <a:pt x="19898" y="1655"/>
                </a:lnTo>
                <a:lnTo>
                  <a:pt x="19615" y="1373"/>
                </a:lnTo>
                <a:lnTo>
                  <a:pt x="19333" y="1110"/>
                </a:lnTo>
                <a:lnTo>
                  <a:pt x="19010" y="868"/>
                </a:lnTo>
                <a:lnTo>
                  <a:pt x="18687" y="646"/>
                </a:lnTo>
                <a:lnTo>
                  <a:pt x="18344" y="465"/>
                </a:lnTo>
                <a:lnTo>
                  <a:pt x="17981" y="283"/>
                </a:lnTo>
                <a:lnTo>
                  <a:pt x="17597" y="162"/>
                </a:lnTo>
                <a:lnTo>
                  <a:pt x="17214" y="61"/>
                </a:lnTo>
                <a:lnTo>
                  <a:pt x="16851" y="21"/>
                </a:lnTo>
                <a:lnTo>
                  <a:pt x="16467" y="1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0" name="Google Shape;180;p3"/>
          <p:cNvSpPr/>
          <p:nvPr/>
        </p:nvSpPr>
        <p:spPr>
          <a:xfrm>
            <a:off x="7611538" y="319256"/>
            <a:ext cx="1884195" cy="733450"/>
          </a:xfrm>
          <a:custGeom>
            <a:rect b="b" l="l" r="r" t="t"/>
            <a:pathLst>
              <a:path extrusionOk="0" h="13119" w="33702">
                <a:moveTo>
                  <a:pt x="8436" y="82"/>
                </a:moveTo>
                <a:lnTo>
                  <a:pt x="9041" y="102"/>
                </a:lnTo>
                <a:lnTo>
                  <a:pt x="9667" y="142"/>
                </a:lnTo>
                <a:lnTo>
                  <a:pt x="10312" y="183"/>
                </a:lnTo>
                <a:lnTo>
                  <a:pt x="10978" y="263"/>
                </a:lnTo>
                <a:lnTo>
                  <a:pt x="12532" y="465"/>
                </a:lnTo>
                <a:lnTo>
                  <a:pt x="14005" y="707"/>
                </a:lnTo>
                <a:lnTo>
                  <a:pt x="15398" y="949"/>
                </a:lnTo>
                <a:lnTo>
                  <a:pt x="16689" y="1192"/>
                </a:lnTo>
                <a:lnTo>
                  <a:pt x="17900" y="1454"/>
                </a:lnTo>
                <a:lnTo>
                  <a:pt x="19030" y="1716"/>
                </a:lnTo>
                <a:lnTo>
                  <a:pt x="20080" y="1979"/>
                </a:lnTo>
                <a:lnTo>
                  <a:pt x="21048" y="2241"/>
                </a:lnTo>
                <a:lnTo>
                  <a:pt x="21956" y="2523"/>
                </a:lnTo>
                <a:lnTo>
                  <a:pt x="22804" y="2786"/>
                </a:lnTo>
                <a:lnTo>
                  <a:pt x="23571" y="3068"/>
                </a:lnTo>
                <a:lnTo>
                  <a:pt x="24277" y="3331"/>
                </a:lnTo>
                <a:lnTo>
                  <a:pt x="24943" y="3593"/>
                </a:lnTo>
                <a:lnTo>
                  <a:pt x="25548" y="3835"/>
                </a:lnTo>
                <a:lnTo>
                  <a:pt x="26598" y="4320"/>
                </a:lnTo>
                <a:lnTo>
                  <a:pt x="27607" y="4824"/>
                </a:lnTo>
                <a:lnTo>
                  <a:pt x="28071" y="5066"/>
                </a:lnTo>
                <a:lnTo>
                  <a:pt x="28535" y="5329"/>
                </a:lnTo>
                <a:lnTo>
                  <a:pt x="28999" y="5611"/>
                </a:lnTo>
                <a:lnTo>
                  <a:pt x="29423" y="5894"/>
                </a:lnTo>
                <a:lnTo>
                  <a:pt x="29847" y="6176"/>
                </a:lnTo>
                <a:lnTo>
                  <a:pt x="30271" y="6459"/>
                </a:lnTo>
                <a:lnTo>
                  <a:pt x="30654" y="6761"/>
                </a:lnTo>
                <a:lnTo>
                  <a:pt x="31058" y="7064"/>
                </a:lnTo>
                <a:lnTo>
                  <a:pt x="31421" y="7367"/>
                </a:lnTo>
                <a:lnTo>
                  <a:pt x="31784" y="7690"/>
                </a:lnTo>
                <a:lnTo>
                  <a:pt x="32127" y="8012"/>
                </a:lnTo>
                <a:lnTo>
                  <a:pt x="32450" y="8335"/>
                </a:lnTo>
                <a:lnTo>
                  <a:pt x="32773" y="8678"/>
                </a:lnTo>
                <a:lnTo>
                  <a:pt x="33076" y="9021"/>
                </a:lnTo>
                <a:lnTo>
                  <a:pt x="33237" y="9223"/>
                </a:lnTo>
                <a:lnTo>
                  <a:pt x="33378" y="9425"/>
                </a:lnTo>
                <a:lnTo>
                  <a:pt x="33520" y="9667"/>
                </a:lnTo>
                <a:lnTo>
                  <a:pt x="33560" y="9788"/>
                </a:lnTo>
                <a:lnTo>
                  <a:pt x="33600" y="9909"/>
                </a:lnTo>
                <a:lnTo>
                  <a:pt x="33620" y="10030"/>
                </a:lnTo>
                <a:lnTo>
                  <a:pt x="33620" y="10172"/>
                </a:lnTo>
                <a:lnTo>
                  <a:pt x="33600" y="10293"/>
                </a:lnTo>
                <a:lnTo>
                  <a:pt x="33580" y="10414"/>
                </a:lnTo>
                <a:lnTo>
                  <a:pt x="33520" y="10535"/>
                </a:lnTo>
                <a:lnTo>
                  <a:pt x="33459" y="10636"/>
                </a:lnTo>
                <a:lnTo>
                  <a:pt x="33378" y="10737"/>
                </a:lnTo>
                <a:lnTo>
                  <a:pt x="33257" y="10797"/>
                </a:lnTo>
                <a:lnTo>
                  <a:pt x="33176" y="10838"/>
                </a:lnTo>
                <a:lnTo>
                  <a:pt x="33096" y="10858"/>
                </a:lnTo>
                <a:lnTo>
                  <a:pt x="32894" y="10878"/>
                </a:lnTo>
                <a:lnTo>
                  <a:pt x="32692" y="10858"/>
                </a:lnTo>
                <a:lnTo>
                  <a:pt x="32470" y="10817"/>
                </a:lnTo>
                <a:lnTo>
                  <a:pt x="29019" y="10152"/>
                </a:lnTo>
                <a:lnTo>
                  <a:pt x="26840" y="9748"/>
                </a:lnTo>
                <a:lnTo>
                  <a:pt x="25750" y="9566"/>
                </a:lnTo>
                <a:lnTo>
                  <a:pt x="24640" y="9385"/>
                </a:lnTo>
                <a:lnTo>
                  <a:pt x="23551" y="9223"/>
                </a:lnTo>
                <a:lnTo>
                  <a:pt x="22420" y="9102"/>
                </a:lnTo>
                <a:lnTo>
                  <a:pt x="21311" y="9021"/>
                </a:lnTo>
                <a:lnTo>
                  <a:pt x="20201" y="8981"/>
                </a:lnTo>
                <a:lnTo>
                  <a:pt x="19071" y="8961"/>
                </a:lnTo>
                <a:lnTo>
                  <a:pt x="17941" y="9021"/>
                </a:lnTo>
                <a:lnTo>
                  <a:pt x="16831" y="9102"/>
                </a:lnTo>
                <a:lnTo>
                  <a:pt x="15721" y="9223"/>
                </a:lnTo>
                <a:lnTo>
                  <a:pt x="14591" y="9385"/>
                </a:lnTo>
                <a:lnTo>
                  <a:pt x="13501" y="9566"/>
                </a:lnTo>
                <a:lnTo>
                  <a:pt x="12391" y="9788"/>
                </a:lnTo>
                <a:lnTo>
                  <a:pt x="11281" y="10051"/>
                </a:lnTo>
                <a:lnTo>
                  <a:pt x="10191" y="10313"/>
                </a:lnTo>
                <a:lnTo>
                  <a:pt x="9081" y="10596"/>
                </a:lnTo>
                <a:lnTo>
                  <a:pt x="7992" y="10918"/>
                </a:lnTo>
                <a:lnTo>
                  <a:pt x="6922" y="11241"/>
                </a:lnTo>
                <a:lnTo>
                  <a:pt x="4763" y="11907"/>
                </a:lnTo>
                <a:lnTo>
                  <a:pt x="2604" y="12593"/>
                </a:lnTo>
                <a:lnTo>
                  <a:pt x="1595" y="12936"/>
                </a:lnTo>
                <a:lnTo>
                  <a:pt x="1433" y="12977"/>
                </a:lnTo>
                <a:lnTo>
                  <a:pt x="1231" y="13017"/>
                </a:lnTo>
                <a:lnTo>
                  <a:pt x="1050" y="13037"/>
                </a:lnTo>
                <a:lnTo>
                  <a:pt x="949" y="13037"/>
                </a:lnTo>
                <a:lnTo>
                  <a:pt x="868" y="13017"/>
                </a:lnTo>
                <a:lnTo>
                  <a:pt x="767" y="12997"/>
                </a:lnTo>
                <a:lnTo>
                  <a:pt x="687" y="12957"/>
                </a:lnTo>
                <a:lnTo>
                  <a:pt x="606" y="12896"/>
                </a:lnTo>
                <a:lnTo>
                  <a:pt x="525" y="12835"/>
                </a:lnTo>
                <a:lnTo>
                  <a:pt x="404" y="12674"/>
                </a:lnTo>
                <a:lnTo>
                  <a:pt x="323" y="12492"/>
                </a:lnTo>
                <a:lnTo>
                  <a:pt x="243" y="12291"/>
                </a:lnTo>
                <a:lnTo>
                  <a:pt x="202" y="12089"/>
                </a:lnTo>
                <a:lnTo>
                  <a:pt x="162" y="11867"/>
                </a:lnTo>
                <a:lnTo>
                  <a:pt x="142" y="11665"/>
                </a:lnTo>
                <a:lnTo>
                  <a:pt x="101" y="10838"/>
                </a:lnTo>
                <a:lnTo>
                  <a:pt x="81" y="9990"/>
                </a:lnTo>
                <a:lnTo>
                  <a:pt x="101" y="9163"/>
                </a:lnTo>
                <a:lnTo>
                  <a:pt x="142" y="8315"/>
                </a:lnTo>
                <a:lnTo>
                  <a:pt x="202" y="7488"/>
                </a:lnTo>
                <a:lnTo>
                  <a:pt x="283" y="6660"/>
                </a:lnTo>
                <a:lnTo>
                  <a:pt x="404" y="5833"/>
                </a:lnTo>
                <a:lnTo>
                  <a:pt x="545" y="5006"/>
                </a:lnTo>
                <a:lnTo>
                  <a:pt x="666" y="4441"/>
                </a:lnTo>
                <a:lnTo>
                  <a:pt x="808" y="3896"/>
                </a:lnTo>
                <a:lnTo>
                  <a:pt x="909" y="3654"/>
                </a:lnTo>
                <a:lnTo>
                  <a:pt x="989" y="3411"/>
                </a:lnTo>
                <a:lnTo>
                  <a:pt x="1110" y="3189"/>
                </a:lnTo>
                <a:lnTo>
                  <a:pt x="1231" y="2967"/>
                </a:lnTo>
                <a:lnTo>
                  <a:pt x="1413" y="2685"/>
                </a:lnTo>
                <a:lnTo>
                  <a:pt x="1635" y="2402"/>
                </a:lnTo>
                <a:lnTo>
                  <a:pt x="1877" y="2140"/>
                </a:lnTo>
                <a:lnTo>
                  <a:pt x="2160" y="1898"/>
                </a:lnTo>
                <a:lnTo>
                  <a:pt x="2462" y="1656"/>
                </a:lnTo>
                <a:lnTo>
                  <a:pt x="2805" y="1434"/>
                </a:lnTo>
                <a:lnTo>
                  <a:pt x="3189" y="1232"/>
                </a:lnTo>
                <a:lnTo>
                  <a:pt x="3572" y="1030"/>
                </a:lnTo>
                <a:lnTo>
                  <a:pt x="4117" y="808"/>
                </a:lnTo>
                <a:lnTo>
                  <a:pt x="4662" y="627"/>
                </a:lnTo>
                <a:lnTo>
                  <a:pt x="5227" y="465"/>
                </a:lnTo>
                <a:lnTo>
                  <a:pt x="5832" y="324"/>
                </a:lnTo>
                <a:lnTo>
                  <a:pt x="6438" y="223"/>
                </a:lnTo>
                <a:lnTo>
                  <a:pt x="7084" y="142"/>
                </a:lnTo>
                <a:lnTo>
                  <a:pt x="7750" y="102"/>
                </a:lnTo>
                <a:lnTo>
                  <a:pt x="8436" y="82"/>
                </a:lnTo>
                <a:close/>
                <a:moveTo>
                  <a:pt x="8335" y="1"/>
                </a:moveTo>
                <a:lnTo>
                  <a:pt x="7830" y="21"/>
                </a:lnTo>
                <a:lnTo>
                  <a:pt x="7346" y="41"/>
                </a:lnTo>
                <a:lnTo>
                  <a:pt x="6882" y="82"/>
                </a:lnTo>
                <a:lnTo>
                  <a:pt x="6438" y="142"/>
                </a:lnTo>
                <a:lnTo>
                  <a:pt x="5974" y="223"/>
                </a:lnTo>
                <a:lnTo>
                  <a:pt x="5550" y="304"/>
                </a:lnTo>
                <a:lnTo>
                  <a:pt x="5126" y="405"/>
                </a:lnTo>
                <a:lnTo>
                  <a:pt x="4723" y="526"/>
                </a:lnTo>
                <a:lnTo>
                  <a:pt x="4319" y="647"/>
                </a:lnTo>
                <a:lnTo>
                  <a:pt x="3915" y="808"/>
                </a:lnTo>
                <a:lnTo>
                  <a:pt x="3552" y="970"/>
                </a:lnTo>
                <a:lnTo>
                  <a:pt x="3149" y="1151"/>
                </a:lnTo>
                <a:lnTo>
                  <a:pt x="2765" y="1373"/>
                </a:lnTo>
                <a:lnTo>
                  <a:pt x="2422" y="1595"/>
                </a:lnTo>
                <a:lnTo>
                  <a:pt x="2099" y="1837"/>
                </a:lnTo>
                <a:lnTo>
                  <a:pt x="1817" y="2080"/>
                </a:lnTo>
                <a:lnTo>
                  <a:pt x="1575" y="2362"/>
                </a:lnTo>
                <a:lnTo>
                  <a:pt x="1353" y="2624"/>
                </a:lnTo>
                <a:lnTo>
                  <a:pt x="1151" y="2927"/>
                </a:lnTo>
                <a:lnTo>
                  <a:pt x="1030" y="3169"/>
                </a:lnTo>
                <a:lnTo>
                  <a:pt x="909" y="3432"/>
                </a:lnTo>
                <a:lnTo>
                  <a:pt x="808" y="3694"/>
                </a:lnTo>
                <a:lnTo>
                  <a:pt x="707" y="3956"/>
                </a:lnTo>
                <a:lnTo>
                  <a:pt x="586" y="4481"/>
                </a:lnTo>
                <a:lnTo>
                  <a:pt x="465" y="4985"/>
                </a:lnTo>
                <a:lnTo>
                  <a:pt x="323" y="5813"/>
                </a:lnTo>
                <a:lnTo>
                  <a:pt x="222" y="6660"/>
                </a:lnTo>
                <a:lnTo>
                  <a:pt x="122" y="7488"/>
                </a:lnTo>
                <a:lnTo>
                  <a:pt x="61" y="8315"/>
                </a:lnTo>
                <a:lnTo>
                  <a:pt x="21" y="9163"/>
                </a:lnTo>
                <a:lnTo>
                  <a:pt x="0" y="9990"/>
                </a:lnTo>
                <a:lnTo>
                  <a:pt x="21" y="10838"/>
                </a:lnTo>
                <a:lnTo>
                  <a:pt x="61" y="11665"/>
                </a:lnTo>
                <a:lnTo>
                  <a:pt x="101" y="11968"/>
                </a:lnTo>
                <a:lnTo>
                  <a:pt x="142" y="12230"/>
                </a:lnTo>
                <a:lnTo>
                  <a:pt x="222" y="12452"/>
                </a:lnTo>
                <a:lnTo>
                  <a:pt x="303" y="12654"/>
                </a:lnTo>
                <a:lnTo>
                  <a:pt x="404" y="12815"/>
                </a:lnTo>
                <a:lnTo>
                  <a:pt x="545" y="12936"/>
                </a:lnTo>
                <a:lnTo>
                  <a:pt x="687" y="13037"/>
                </a:lnTo>
                <a:lnTo>
                  <a:pt x="848" y="13098"/>
                </a:lnTo>
                <a:lnTo>
                  <a:pt x="949" y="13118"/>
                </a:lnTo>
                <a:lnTo>
                  <a:pt x="1191" y="13118"/>
                </a:lnTo>
                <a:lnTo>
                  <a:pt x="1353" y="13078"/>
                </a:lnTo>
                <a:lnTo>
                  <a:pt x="1615" y="12997"/>
                </a:lnTo>
                <a:lnTo>
                  <a:pt x="2644" y="12674"/>
                </a:lnTo>
                <a:lnTo>
                  <a:pt x="4783" y="11988"/>
                </a:lnTo>
                <a:lnTo>
                  <a:pt x="6942" y="11302"/>
                </a:lnTo>
                <a:lnTo>
                  <a:pt x="8012" y="10999"/>
                </a:lnTo>
                <a:lnTo>
                  <a:pt x="9102" y="10676"/>
                </a:lnTo>
                <a:lnTo>
                  <a:pt x="10191" y="10394"/>
                </a:lnTo>
                <a:lnTo>
                  <a:pt x="11301" y="10131"/>
                </a:lnTo>
                <a:lnTo>
                  <a:pt x="12391" y="9869"/>
                </a:lnTo>
                <a:lnTo>
                  <a:pt x="13501" y="9647"/>
                </a:lnTo>
                <a:lnTo>
                  <a:pt x="14611" y="9465"/>
                </a:lnTo>
                <a:lnTo>
                  <a:pt x="15721" y="9304"/>
                </a:lnTo>
                <a:lnTo>
                  <a:pt x="16831" y="9183"/>
                </a:lnTo>
                <a:lnTo>
                  <a:pt x="17961" y="9102"/>
                </a:lnTo>
                <a:lnTo>
                  <a:pt x="19071" y="9042"/>
                </a:lnTo>
                <a:lnTo>
                  <a:pt x="20201" y="9062"/>
                </a:lnTo>
                <a:lnTo>
                  <a:pt x="21311" y="9102"/>
                </a:lnTo>
                <a:lnTo>
                  <a:pt x="22420" y="9183"/>
                </a:lnTo>
                <a:lnTo>
                  <a:pt x="23530" y="9304"/>
                </a:lnTo>
                <a:lnTo>
                  <a:pt x="24640" y="9465"/>
                </a:lnTo>
                <a:lnTo>
                  <a:pt x="25750" y="9647"/>
                </a:lnTo>
                <a:lnTo>
                  <a:pt x="26840" y="9829"/>
                </a:lnTo>
                <a:lnTo>
                  <a:pt x="28999" y="10232"/>
                </a:lnTo>
                <a:lnTo>
                  <a:pt x="32470" y="10898"/>
                </a:lnTo>
                <a:lnTo>
                  <a:pt x="32692" y="10939"/>
                </a:lnTo>
                <a:lnTo>
                  <a:pt x="32894" y="10959"/>
                </a:lnTo>
                <a:lnTo>
                  <a:pt x="33116" y="10939"/>
                </a:lnTo>
                <a:lnTo>
                  <a:pt x="33197" y="10918"/>
                </a:lnTo>
                <a:lnTo>
                  <a:pt x="33298" y="10878"/>
                </a:lnTo>
                <a:lnTo>
                  <a:pt x="33419" y="10797"/>
                </a:lnTo>
                <a:lnTo>
                  <a:pt x="33520" y="10696"/>
                </a:lnTo>
                <a:lnTo>
                  <a:pt x="33600" y="10575"/>
                </a:lnTo>
                <a:lnTo>
                  <a:pt x="33661" y="10454"/>
                </a:lnTo>
                <a:lnTo>
                  <a:pt x="33681" y="10313"/>
                </a:lnTo>
                <a:lnTo>
                  <a:pt x="33701" y="10172"/>
                </a:lnTo>
                <a:lnTo>
                  <a:pt x="33701" y="10030"/>
                </a:lnTo>
                <a:lnTo>
                  <a:pt x="33681" y="9889"/>
                </a:lnTo>
                <a:lnTo>
                  <a:pt x="33641" y="9768"/>
                </a:lnTo>
                <a:lnTo>
                  <a:pt x="33600" y="9627"/>
                </a:lnTo>
                <a:lnTo>
                  <a:pt x="33459" y="9385"/>
                </a:lnTo>
                <a:lnTo>
                  <a:pt x="33298" y="9163"/>
                </a:lnTo>
                <a:lnTo>
                  <a:pt x="33136" y="8961"/>
                </a:lnTo>
                <a:lnTo>
                  <a:pt x="32833" y="8618"/>
                </a:lnTo>
                <a:lnTo>
                  <a:pt x="32511" y="8275"/>
                </a:lnTo>
                <a:lnTo>
                  <a:pt x="32188" y="7952"/>
                </a:lnTo>
                <a:lnTo>
                  <a:pt x="31824" y="7629"/>
                </a:lnTo>
                <a:lnTo>
                  <a:pt x="31481" y="7306"/>
                </a:lnTo>
                <a:lnTo>
                  <a:pt x="31098" y="7003"/>
                </a:lnTo>
                <a:lnTo>
                  <a:pt x="30714" y="6701"/>
                </a:lnTo>
                <a:lnTo>
                  <a:pt x="30311" y="6398"/>
                </a:lnTo>
                <a:lnTo>
                  <a:pt x="29907" y="6095"/>
                </a:lnTo>
                <a:lnTo>
                  <a:pt x="29483" y="5813"/>
                </a:lnTo>
                <a:lnTo>
                  <a:pt x="29040" y="5530"/>
                </a:lnTo>
                <a:lnTo>
                  <a:pt x="28575" y="5268"/>
                </a:lnTo>
                <a:lnTo>
                  <a:pt x="28111" y="5006"/>
                </a:lnTo>
                <a:lnTo>
                  <a:pt x="27627" y="4743"/>
                </a:lnTo>
                <a:lnTo>
                  <a:pt x="26638" y="4259"/>
                </a:lnTo>
                <a:lnTo>
                  <a:pt x="25569" y="3775"/>
                </a:lnTo>
                <a:lnTo>
                  <a:pt x="24963" y="3512"/>
                </a:lnTo>
                <a:lnTo>
                  <a:pt x="24317" y="3250"/>
                </a:lnTo>
                <a:lnTo>
                  <a:pt x="23591" y="2988"/>
                </a:lnTo>
                <a:lnTo>
                  <a:pt x="22824" y="2725"/>
                </a:lnTo>
                <a:lnTo>
                  <a:pt x="21977" y="2443"/>
                </a:lnTo>
                <a:lnTo>
                  <a:pt x="21068" y="2180"/>
                </a:lnTo>
                <a:lnTo>
                  <a:pt x="20100" y="1898"/>
                </a:lnTo>
                <a:lnTo>
                  <a:pt x="19050" y="1636"/>
                </a:lnTo>
                <a:lnTo>
                  <a:pt x="17920" y="1373"/>
                </a:lnTo>
                <a:lnTo>
                  <a:pt x="16710" y="1111"/>
                </a:lnTo>
                <a:lnTo>
                  <a:pt x="15398" y="869"/>
                </a:lnTo>
                <a:lnTo>
                  <a:pt x="14026" y="627"/>
                </a:lnTo>
                <a:lnTo>
                  <a:pt x="12552" y="405"/>
                </a:lnTo>
                <a:lnTo>
                  <a:pt x="10978" y="183"/>
                </a:lnTo>
                <a:lnTo>
                  <a:pt x="10413" y="122"/>
                </a:lnTo>
                <a:lnTo>
                  <a:pt x="9889" y="62"/>
                </a:lnTo>
                <a:lnTo>
                  <a:pt x="9344" y="41"/>
                </a:lnTo>
                <a:lnTo>
                  <a:pt x="8839" y="21"/>
                </a:lnTo>
                <a:lnTo>
                  <a:pt x="8335" y="1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1" name="Google Shape;181;p3"/>
          <p:cNvSpPr/>
          <p:nvPr/>
        </p:nvSpPr>
        <p:spPr>
          <a:xfrm>
            <a:off x="8093284" y="1493738"/>
            <a:ext cx="166996" cy="99348"/>
          </a:xfrm>
          <a:custGeom>
            <a:rect b="b" l="l" r="r" t="t"/>
            <a:pathLst>
              <a:path extrusionOk="0" h="1777" w="2987">
                <a:moveTo>
                  <a:pt x="2240" y="81"/>
                </a:moveTo>
                <a:lnTo>
                  <a:pt x="2442" y="101"/>
                </a:lnTo>
                <a:lnTo>
                  <a:pt x="2644" y="122"/>
                </a:lnTo>
                <a:lnTo>
                  <a:pt x="2745" y="162"/>
                </a:lnTo>
                <a:lnTo>
                  <a:pt x="2805" y="182"/>
                </a:lnTo>
                <a:lnTo>
                  <a:pt x="2866" y="243"/>
                </a:lnTo>
                <a:lnTo>
                  <a:pt x="2906" y="283"/>
                </a:lnTo>
                <a:lnTo>
                  <a:pt x="2906" y="364"/>
                </a:lnTo>
                <a:lnTo>
                  <a:pt x="2906" y="444"/>
                </a:lnTo>
                <a:lnTo>
                  <a:pt x="2846" y="525"/>
                </a:lnTo>
                <a:lnTo>
                  <a:pt x="2765" y="626"/>
                </a:lnTo>
                <a:lnTo>
                  <a:pt x="2543" y="868"/>
                </a:lnTo>
                <a:lnTo>
                  <a:pt x="2281" y="1070"/>
                </a:lnTo>
                <a:lnTo>
                  <a:pt x="1998" y="1252"/>
                </a:lnTo>
                <a:lnTo>
                  <a:pt x="1716" y="1413"/>
                </a:lnTo>
                <a:lnTo>
                  <a:pt x="1393" y="1534"/>
                </a:lnTo>
                <a:lnTo>
                  <a:pt x="1090" y="1615"/>
                </a:lnTo>
                <a:lnTo>
                  <a:pt x="747" y="1675"/>
                </a:lnTo>
                <a:lnTo>
                  <a:pt x="424" y="1696"/>
                </a:lnTo>
                <a:lnTo>
                  <a:pt x="263" y="1696"/>
                </a:lnTo>
                <a:lnTo>
                  <a:pt x="182" y="1655"/>
                </a:lnTo>
                <a:lnTo>
                  <a:pt x="121" y="1615"/>
                </a:lnTo>
                <a:lnTo>
                  <a:pt x="81" y="1554"/>
                </a:lnTo>
                <a:lnTo>
                  <a:pt x="81" y="1494"/>
                </a:lnTo>
                <a:lnTo>
                  <a:pt x="81" y="1433"/>
                </a:lnTo>
                <a:lnTo>
                  <a:pt x="101" y="1373"/>
                </a:lnTo>
                <a:lnTo>
                  <a:pt x="182" y="1252"/>
                </a:lnTo>
                <a:lnTo>
                  <a:pt x="263" y="1151"/>
                </a:lnTo>
                <a:lnTo>
                  <a:pt x="485" y="949"/>
                </a:lnTo>
                <a:lnTo>
                  <a:pt x="686" y="747"/>
                </a:lnTo>
                <a:lnTo>
                  <a:pt x="929" y="586"/>
                </a:lnTo>
                <a:lnTo>
                  <a:pt x="1171" y="424"/>
                </a:lnTo>
                <a:lnTo>
                  <a:pt x="1413" y="283"/>
                </a:lnTo>
                <a:lnTo>
                  <a:pt x="1675" y="182"/>
                </a:lnTo>
                <a:lnTo>
                  <a:pt x="1958" y="101"/>
                </a:lnTo>
                <a:lnTo>
                  <a:pt x="2240" y="81"/>
                </a:lnTo>
                <a:close/>
                <a:moveTo>
                  <a:pt x="2119" y="0"/>
                </a:moveTo>
                <a:lnTo>
                  <a:pt x="1938" y="21"/>
                </a:lnTo>
                <a:lnTo>
                  <a:pt x="1776" y="61"/>
                </a:lnTo>
                <a:lnTo>
                  <a:pt x="1615" y="122"/>
                </a:lnTo>
                <a:lnTo>
                  <a:pt x="1453" y="182"/>
                </a:lnTo>
                <a:lnTo>
                  <a:pt x="1292" y="243"/>
                </a:lnTo>
                <a:lnTo>
                  <a:pt x="1009" y="424"/>
                </a:lnTo>
                <a:lnTo>
                  <a:pt x="727" y="626"/>
                </a:lnTo>
                <a:lnTo>
                  <a:pt x="464" y="848"/>
                </a:lnTo>
                <a:lnTo>
                  <a:pt x="222" y="1090"/>
                </a:lnTo>
                <a:lnTo>
                  <a:pt x="101" y="1211"/>
                </a:lnTo>
                <a:lnTo>
                  <a:pt x="21" y="1332"/>
                </a:lnTo>
                <a:lnTo>
                  <a:pt x="0" y="1433"/>
                </a:lnTo>
                <a:lnTo>
                  <a:pt x="0" y="1514"/>
                </a:lnTo>
                <a:lnTo>
                  <a:pt x="21" y="1595"/>
                </a:lnTo>
                <a:lnTo>
                  <a:pt x="61" y="1655"/>
                </a:lnTo>
                <a:lnTo>
                  <a:pt x="121" y="1716"/>
                </a:lnTo>
                <a:lnTo>
                  <a:pt x="222" y="1756"/>
                </a:lnTo>
                <a:lnTo>
                  <a:pt x="303" y="1776"/>
                </a:lnTo>
                <a:lnTo>
                  <a:pt x="424" y="1776"/>
                </a:lnTo>
                <a:lnTo>
                  <a:pt x="767" y="1756"/>
                </a:lnTo>
                <a:lnTo>
                  <a:pt x="1110" y="1696"/>
                </a:lnTo>
                <a:lnTo>
                  <a:pt x="1433" y="1615"/>
                </a:lnTo>
                <a:lnTo>
                  <a:pt x="1736" y="1474"/>
                </a:lnTo>
                <a:lnTo>
                  <a:pt x="2039" y="1332"/>
                </a:lnTo>
                <a:lnTo>
                  <a:pt x="2321" y="1131"/>
                </a:lnTo>
                <a:lnTo>
                  <a:pt x="2604" y="929"/>
                </a:lnTo>
                <a:lnTo>
                  <a:pt x="2826" y="687"/>
                </a:lnTo>
                <a:lnTo>
                  <a:pt x="2926" y="565"/>
                </a:lnTo>
                <a:lnTo>
                  <a:pt x="2987" y="465"/>
                </a:lnTo>
                <a:lnTo>
                  <a:pt x="2987" y="343"/>
                </a:lnTo>
                <a:lnTo>
                  <a:pt x="2967" y="263"/>
                </a:lnTo>
                <a:lnTo>
                  <a:pt x="2926" y="182"/>
                </a:lnTo>
                <a:lnTo>
                  <a:pt x="2866" y="122"/>
                </a:lnTo>
                <a:lnTo>
                  <a:pt x="2765" y="81"/>
                </a:lnTo>
                <a:lnTo>
                  <a:pt x="2664" y="41"/>
                </a:lnTo>
                <a:lnTo>
                  <a:pt x="2462" y="21"/>
                </a:lnTo>
                <a:lnTo>
                  <a:pt x="2281" y="0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2" name="Google Shape;182;p3"/>
          <p:cNvSpPr/>
          <p:nvPr/>
        </p:nvSpPr>
        <p:spPr>
          <a:xfrm rot="3449335">
            <a:off x="1810805" y="-768073"/>
            <a:ext cx="901487" cy="1104539"/>
          </a:xfrm>
          <a:custGeom>
            <a:rect b="b" l="l" r="r" t="t"/>
            <a:pathLst>
              <a:path extrusionOk="0" h="19757" w="16125">
                <a:moveTo>
                  <a:pt x="13945" y="81"/>
                </a:moveTo>
                <a:lnTo>
                  <a:pt x="14187" y="142"/>
                </a:lnTo>
                <a:lnTo>
                  <a:pt x="14449" y="222"/>
                </a:lnTo>
                <a:lnTo>
                  <a:pt x="14671" y="323"/>
                </a:lnTo>
                <a:lnTo>
                  <a:pt x="14893" y="464"/>
                </a:lnTo>
                <a:lnTo>
                  <a:pt x="15095" y="626"/>
                </a:lnTo>
                <a:lnTo>
                  <a:pt x="15277" y="807"/>
                </a:lnTo>
                <a:lnTo>
                  <a:pt x="15438" y="1009"/>
                </a:lnTo>
                <a:lnTo>
                  <a:pt x="15620" y="1332"/>
                </a:lnTo>
                <a:lnTo>
                  <a:pt x="15761" y="1655"/>
                </a:lnTo>
                <a:lnTo>
                  <a:pt x="15862" y="1998"/>
                </a:lnTo>
                <a:lnTo>
                  <a:pt x="15943" y="2341"/>
                </a:lnTo>
                <a:lnTo>
                  <a:pt x="16003" y="2704"/>
                </a:lnTo>
                <a:lnTo>
                  <a:pt x="16023" y="3068"/>
                </a:lnTo>
                <a:lnTo>
                  <a:pt x="16044" y="3431"/>
                </a:lnTo>
                <a:lnTo>
                  <a:pt x="16044" y="3814"/>
                </a:lnTo>
                <a:lnTo>
                  <a:pt x="16023" y="4319"/>
                </a:lnTo>
                <a:lnTo>
                  <a:pt x="16003" y="4803"/>
                </a:lnTo>
                <a:lnTo>
                  <a:pt x="15963" y="5287"/>
                </a:lnTo>
                <a:lnTo>
                  <a:pt x="15923" y="5731"/>
                </a:lnTo>
                <a:lnTo>
                  <a:pt x="15862" y="6175"/>
                </a:lnTo>
                <a:lnTo>
                  <a:pt x="15781" y="6599"/>
                </a:lnTo>
                <a:lnTo>
                  <a:pt x="15701" y="7003"/>
                </a:lnTo>
                <a:lnTo>
                  <a:pt x="15600" y="7386"/>
                </a:lnTo>
                <a:lnTo>
                  <a:pt x="15479" y="7749"/>
                </a:lnTo>
                <a:lnTo>
                  <a:pt x="15337" y="8113"/>
                </a:lnTo>
                <a:lnTo>
                  <a:pt x="15196" y="8436"/>
                </a:lnTo>
                <a:lnTo>
                  <a:pt x="15055" y="8758"/>
                </a:lnTo>
                <a:lnTo>
                  <a:pt x="14873" y="9081"/>
                </a:lnTo>
                <a:lnTo>
                  <a:pt x="14692" y="9364"/>
                </a:lnTo>
                <a:lnTo>
                  <a:pt x="14490" y="9646"/>
                </a:lnTo>
                <a:lnTo>
                  <a:pt x="14268" y="9909"/>
                </a:lnTo>
                <a:lnTo>
                  <a:pt x="14086" y="10131"/>
                </a:lnTo>
                <a:lnTo>
                  <a:pt x="13884" y="10332"/>
                </a:lnTo>
                <a:lnTo>
                  <a:pt x="13683" y="10514"/>
                </a:lnTo>
                <a:lnTo>
                  <a:pt x="13461" y="10716"/>
                </a:lnTo>
                <a:lnTo>
                  <a:pt x="13017" y="11059"/>
                </a:lnTo>
                <a:lnTo>
                  <a:pt x="12532" y="11362"/>
                </a:lnTo>
                <a:lnTo>
                  <a:pt x="12048" y="11664"/>
                </a:lnTo>
                <a:lnTo>
                  <a:pt x="11543" y="11947"/>
                </a:lnTo>
                <a:lnTo>
                  <a:pt x="10514" y="12451"/>
                </a:lnTo>
                <a:lnTo>
                  <a:pt x="9586" y="12915"/>
                </a:lnTo>
                <a:lnTo>
                  <a:pt x="9122" y="13178"/>
                </a:lnTo>
                <a:lnTo>
                  <a:pt x="8678" y="13420"/>
                </a:lnTo>
                <a:lnTo>
                  <a:pt x="8032" y="13844"/>
                </a:lnTo>
                <a:lnTo>
                  <a:pt x="7427" y="14288"/>
                </a:lnTo>
                <a:lnTo>
                  <a:pt x="6821" y="14752"/>
                </a:lnTo>
                <a:lnTo>
                  <a:pt x="6236" y="15236"/>
                </a:lnTo>
                <a:lnTo>
                  <a:pt x="5671" y="15761"/>
                </a:lnTo>
                <a:lnTo>
                  <a:pt x="5106" y="16265"/>
                </a:lnTo>
                <a:lnTo>
                  <a:pt x="4037" y="17335"/>
                </a:lnTo>
                <a:lnTo>
                  <a:pt x="3350" y="18001"/>
                </a:lnTo>
                <a:lnTo>
                  <a:pt x="2644" y="18667"/>
                </a:lnTo>
                <a:lnTo>
                  <a:pt x="2281" y="18990"/>
                </a:lnTo>
                <a:lnTo>
                  <a:pt x="2099" y="19151"/>
                </a:lnTo>
                <a:lnTo>
                  <a:pt x="1897" y="19292"/>
                </a:lnTo>
                <a:lnTo>
                  <a:pt x="1696" y="19413"/>
                </a:lnTo>
                <a:lnTo>
                  <a:pt x="1474" y="19514"/>
                </a:lnTo>
                <a:lnTo>
                  <a:pt x="1272" y="19595"/>
                </a:lnTo>
                <a:lnTo>
                  <a:pt x="1030" y="19656"/>
                </a:lnTo>
                <a:lnTo>
                  <a:pt x="808" y="19676"/>
                </a:lnTo>
                <a:lnTo>
                  <a:pt x="687" y="19656"/>
                </a:lnTo>
                <a:lnTo>
                  <a:pt x="566" y="19635"/>
                </a:lnTo>
                <a:lnTo>
                  <a:pt x="444" y="19595"/>
                </a:lnTo>
                <a:lnTo>
                  <a:pt x="344" y="19555"/>
                </a:lnTo>
                <a:lnTo>
                  <a:pt x="243" y="19474"/>
                </a:lnTo>
                <a:lnTo>
                  <a:pt x="162" y="19373"/>
                </a:lnTo>
                <a:lnTo>
                  <a:pt x="101" y="19232"/>
                </a:lnTo>
                <a:lnTo>
                  <a:pt x="81" y="19091"/>
                </a:lnTo>
                <a:lnTo>
                  <a:pt x="81" y="18929"/>
                </a:lnTo>
                <a:lnTo>
                  <a:pt x="122" y="18788"/>
                </a:lnTo>
                <a:lnTo>
                  <a:pt x="162" y="18667"/>
                </a:lnTo>
                <a:lnTo>
                  <a:pt x="222" y="18546"/>
                </a:lnTo>
                <a:lnTo>
                  <a:pt x="323" y="18364"/>
                </a:lnTo>
                <a:lnTo>
                  <a:pt x="444" y="18203"/>
                </a:lnTo>
                <a:lnTo>
                  <a:pt x="566" y="18021"/>
                </a:lnTo>
                <a:lnTo>
                  <a:pt x="868" y="17718"/>
                </a:lnTo>
                <a:lnTo>
                  <a:pt x="1171" y="17436"/>
                </a:lnTo>
                <a:lnTo>
                  <a:pt x="1494" y="17173"/>
                </a:lnTo>
                <a:lnTo>
                  <a:pt x="2220" y="16588"/>
                </a:lnTo>
                <a:lnTo>
                  <a:pt x="2987" y="16043"/>
                </a:lnTo>
                <a:lnTo>
                  <a:pt x="3754" y="15499"/>
                </a:lnTo>
                <a:lnTo>
                  <a:pt x="4521" y="14974"/>
                </a:lnTo>
                <a:lnTo>
                  <a:pt x="5308" y="14429"/>
                </a:lnTo>
                <a:lnTo>
                  <a:pt x="6075" y="13884"/>
                </a:lnTo>
                <a:lnTo>
                  <a:pt x="6862" y="13319"/>
                </a:lnTo>
                <a:lnTo>
                  <a:pt x="7608" y="12734"/>
                </a:lnTo>
                <a:lnTo>
                  <a:pt x="8153" y="12270"/>
                </a:lnTo>
                <a:lnTo>
                  <a:pt x="8436" y="12007"/>
                </a:lnTo>
                <a:lnTo>
                  <a:pt x="8718" y="11725"/>
                </a:lnTo>
                <a:lnTo>
                  <a:pt x="9001" y="11422"/>
                </a:lnTo>
                <a:lnTo>
                  <a:pt x="9283" y="11119"/>
                </a:lnTo>
                <a:lnTo>
                  <a:pt x="9546" y="10776"/>
                </a:lnTo>
                <a:lnTo>
                  <a:pt x="9788" y="10413"/>
                </a:lnTo>
                <a:lnTo>
                  <a:pt x="9949" y="10131"/>
                </a:lnTo>
                <a:lnTo>
                  <a:pt x="10111" y="9828"/>
                </a:lnTo>
                <a:lnTo>
                  <a:pt x="10252" y="9525"/>
                </a:lnTo>
                <a:lnTo>
                  <a:pt x="10393" y="9202"/>
                </a:lnTo>
                <a:lnTo>
                  <a:pt x="10494" y="8879"/>
                </a:lnTo>
                <a:lnTo>
                  <a:pt x="10615" y="8557"/>
                </a:lnTo>
                <a:lnTo>
                  <a:pt x="10777" y="7911"/>
                </a:lnTo>
                <a:lnTo>
                  <a:pt x="10938" y="7245"/>
                </a:lnTo>
                <a:lnTo>
                  <a:pt x="11039" y="6559"/>
                </a:lnTo>
                <a:lnTo>
                  <a:pt x="11241" y="5207"/>
                </a:lnTo>
                <a:lnTo>
                  <a:pt x="11342" y="4399"/>
                </a:lnTo>
                <a:lnTo>
                  <a:pt x="11463" y="3612"/>
                </a:lnTo>
                <a:lnTo>
                  <a:pt x="11604" y="2825"/>
                </a:lnTo>
                <a:lnTo>
                  <a:pt x="11685" y="2422"/>
                </a:lnTo>
                <a:lnTo>
                  <a:pt x="11786" y="2038"/>
                </a:lnTo>
                <a:lnTo>
                  <a:pt x="11866" y="1756"/>
                </a:lnTo>
                <a:lnTo>
                  <a:pt x="11987" y="1473"/>
                </a:lnTo>
                <a:lnTo>
                  <a:pt x="12109" y="1171"/>
                </a:lnTo>
                <a:lnTo>
                  <a:pt x="12250" y="888"/>
                </a:lnTo>
                <a:lnTo>
                  <a:pt x="12452" y="626"/>
                </a:lnTo>
                <a:lnTo>
                  <a:pt x="12552" y="525"/>
                </a:lnTo>
                <a:lnTo>
                  <a:pt x="12674" y="404"/>
                </a:lnTo>
                <a:lnTo>
                  <a:pt x="12795" y="323"/>
                </a:lnTo>
                <a:lnTo>
                  <a:pt x="12916" y="242"/>
                </a:lnTo>
                <a:lnTo>
                  <a:pt x="13077" y="182"/>
                </a:lnTo>
                <a:lnTo>
                  <a:pt x="13218" y="121"/>
                </a:lnTo>
                <a:lnTo>
                  <a:pt x="13461" y="81"/>
                </a:lnTo>
                <a:close/>
                <a:moveTo>
                  <a:pt x="13541" y="0"/>
                </a:moveTo>
                <a:lnTo>
                  <a:pt x="13380" y="20"/>
                </a:lnTo>
                <a:lnTo>
                  <a:pt x="13218" y="41"/>
                </a:lnTo>
                <a:lnTo>
                  <a:pt x="13037" y="101"/>
                </a:lnTo>
                <a:lnTo>
                  <a:pt x="12896" y="162"/>
                </a:lnTo>
                <a:lnTo>
                  <a:pt x="12754" y="242"/>
                </a:lnTo>
                <a:lnTo>
                  <a:pt x="12613" y="343"/>
                </a:lnTo>
                <a:lnTo>
                  <a:pt x="12492" y="464"/>
                </a:lnTo>
                <a:lnTo>
                  <a:pt x="12391" y="565"/>
                </a:lnTo>
                <a:lnTo>
                  <a:pt x="12189" y="848"/>
                </a:lnTo>
                <a:lnTo>
                  <a:pt x="12028" y="1130"/>
                </a:lnTo>
                <a:lnTo>
                  <a:pt x="11907" y="1433"/>
                </a:lnTo>
                <a:lnTo>
                  <a:pt x="11806" y="1736"/>
                </a:lnTo>
                <a:lnTo>
                  <a:pt x="11705" y="2018"/>
                </a:lnTo>
                <a:lnTo>
                  <a:pt x="11604" y="2402"/>
                </a:lnTo>
                <a:lnTo>
                  <a:pt x="11523" y="2805"/>
                </a:lnTo>
                <a:lnTo>
                  <a:pt x="11382" y="3592"/>
                </a:lnTo>
                <a:lnTo>
                  <a:pt x="11261" y="4399"/>
                </a:lnTo>
                <a:lnTo>
                  <a:pt x="11160" y="5187"/>
                </a:lnTo>
                <a:lnTo>
                  <a:pt x="10958" y="6539"/>
                </a:lnTo>
                <a:lnTo>
                  <a:pt x="10857" y="7225"/>
                </a:lnTo>
                <a:lnTo>
                  <a:pt x="10716" y="7870"/>
                </a:lnTo>
                <a:lnTo>
                  <a:pt x="10534" y="8536"/>
                </a:lnTo>
                <a:lnTo>
                  <a:pt x="10434" y="8859"/>
                </a:lnTo>
                <a:lnTo>
                  <a:pt x="10313" y="9162"/>
                </a:lnTo>
                <a:lnTo>
                  <a:pt x="10191" y="9485"/>
                </a:lnTo>
                <a:lnTo>
                  <a:pt x="10050" y="9788"/>
                </a:lnTo>
                <a:lnTo>
                  <a:pt x="9889" y="10090"/>
                </a:lnTo>
                <a:lnTo>
                  <a:pt x="9707" y="10373"/>
                </a:lnTo>
                <a:lnTo>
                  <a:pt x="9465" y="10736"/>
                </a:lnTo>
                <a:lnTo>
                  <a:pt x="9223" y="11059"/>
                </a:lnTo>
                <a:lnTo>
                  <a:pt x="8940" y="11382"/>
                </a:lnTo>
                <a:lnTo>
                  <a:pt x="8658" y="11664"/>
                </a:lnTo>
                <a:lnTo>
                  <a:pt x="8375" y="11947"/>
                </a:lnTo>
                <a:lnTo>
                  <a:pt x="8093" y="12209"/>
                </a:lnTo>
                <a:lnTo>
                  <a:pt x="7568" y="12653"/>
                </a:lnTo>
                <a:lnTo>
                  <a:pt x="6801" y="13259"/>
                </a:lnTo>
                <a:lnTo>
                  <a:pt x="6034" y="13824"/>
                </a:lnTo>
                <a:lnTo>
                  <a:pt x="5247" y="14368"/>
                </a:lnTo>
                <a:lnTo>
                  <a:pt x="4480" y="14913"/>
                </a:lnTo>
                <a:lnTo>
                  <a:pt x="3714" y="15438"/>
                </a:lnTo>
                <a:lnTo>
                  <a:pt x="2927" y="15983"/>
                </a:lnTo>
                <a:lnTo>
                  <a:pt x="2180" y="16528"/>
                </a:lnTo>
                <a:lnTo>
                  <a:pt x="1433" y="17113"/>
                </a:lnTo>
                <a:lnTo>
                  <a:pt x="1131" y="17375"/>
                </a:lnTo>
                <a:lnTo>
                  <a:pt x="808" y="17658"/>
                </a:lnTo>
                <a:lnTo>
                  <a:pt x="505" y="17981"/>
                </a:lnTo>
                <a:lnTo>
                  <a:pt x="384" y="18142"/>
                </a:lnTo>
                <a:lnTo>
                  <a:pt x="243" y="18324"/>
                </a:lnTo>
                <a:lnTo>
                  <a:pt x="142" y="18526"/>
                </a:lnTo>
                <a:lnTo>
                  <a:pt x="81" y="18667"/>
                </a:lnTo>
                <a:lnTo>
                  <a:pt x="21" y="18808"/>
                </a:lnTo>
                <a:lnTo>
                  <a:pt x="1" y="18949"/>
                </a:lnTo>
                <a:lnTo>
                  <a:pt x="1" y="19111"/>
                </a:lnTo>
                <a:lnTo>
                  <a:pt x="21" y="19272"/>
                </a:lnTo>
                <a:lnTo>
                  <a:pt x="101" y="19434"/>
                </a:lnTo>
                <a:lnTo>
                  <a:pt x="162" y="19514"/>
                </a:lnTo>
                <a:lnTo>
                  <a:pt x="243" y="19575"/>
                </a:lnTo>
                <a:lnTo>
                  <a:pt x="323" y="19635"/>
                </a:lnTo>
                <a:lnTo>
                  <a:pt x="424" y="19676"/>
                </a:lnTo>
                <a:lnTo>
                  <a:pt x="626" y="19736"/>
                </a:lnTo>
                <a:lnTo>
                  <a:pt x="828" y="19757"/>
                </a:lnTo>
                <a:lnTo>
                  <a:pt x="1050" y="19736"/>
                </a:lnTo>
                <a:lnTo>
                  <a:pt x="1292" y="19676"/>
                </a:lnTo>
                <a:lnTo>
                  <a:pt x="1514" y="19595"/>
                </a:lnTo>
                <a:lnTo>
                  <a:pt x="1736" y="19494"/>
                </a:lnTo>
                <a:lnTo>
                  <a:pt x="1938" y="19353"/>
                </a:lnTo>
                <a:lnTo>
                  <a:pt x="2140" y="19212"/>
                </a:lnTo>
                <a:lnTo>
                  <a:pt x="2341" y="19050"/>
                </a:lnTo>
                <a:lnTo>
                  <a:pt x="2705" y="18727"/>
                </a:lnTo>
                <a:lnTo>
                  <a:pt x="3411" y="18061"/>
                </a:lnTo>
                <a:lnTo>
                  <a:pt x="4077" y="17395"/>
                </a:lnTo>
                <a:lnTo>
                  <a:pt x="5167" y="16326"/>
                </a:lnTo>
                <a:lnTo>
                  <a:pt x="5732" y="15821"/>
                </a:lnTo>
                <a:lnTo>
                  <a:pt x="6297" y="15297"/>
                </a:lnTo>
                <a:lnTo>
                  <a:pt x="6862" y="14812"/>
                </a:lnTo>
                <a:lnTo>
                  <a:pt x="7467" y="14348"/>
                </a:lnTo>
                <a:lnTo>
                  <a:pt x="8093" y="13904"/>
                </a:lnTo>
                <a:lnTo>
                  <a:pt x="8718" y="13501"/>
                </a:lnTo>
                <a:lnTo>
                  <a:pt x="9162" y="13238"/>
                </a:lnTo>
                <a:lnTo>
                  <a:pt x="9626" y="12996"/>
                </a:lnTo>
                <a:lnTo>
                  <a:pt x="10555" y="12532"/>
                </a:lnTo>
                <a:lnTo>
                  <a:pt x="11584" y="12007"/>
                </a:lnTo>
                <a:lnTo>
                  <a:pt x="12088" y="11725"/>
                </a:lnTo>
                <a:lnTo>
                  <a:pt x="12573" y="11442"/>
                </a:lnTo>
                <a:lnTo>
                  <a:pt x="13057" y="11119"/>
                </a:lnTo>
                <a:lnTo>
                  <a:pt x="13521" y="10776"/>
                </a:lnTo>
                <a:lnTo>
                  <a:pt x="13743" y="10575"/>
                </a:lnTo>
                <a:lnTo>
                  <a:pt x="13945" y="10393"/>
                </a:lnTo>
                <a:lnTo>
                  <a:pt x="14147" y="10171"/>
                </a:lnTo>
                <a:lnTo>
                  <a:pt x="14328" y="9969"/>
                </a:lnTo>
                <a:lnTo>
                  <a:pt x="14550" y="9687"/>
                </a:lnTo>
                <a:lnTo>
                  <a:pt x="14752" y="9404"/>
                </a:lnTo>
                <a:lnTo>
                  <a:pt x="14934" y="9122"/>
                </a:lnTo>
                <a:lnTo>
                  <a:pt x="15115" y="8799"/>
                </a:lnTo>
                <a:lnTo>
                  <a:pt x="15277" y="8476"/>
                </a:lnTo>
                <a:lnTo>
                  <a:pt x="15418" y="8133"/>
                </a:lnTo>
                <a:lnTo>
                  <a:pt x="15559" y="7790"/>
                </a:lnTo>
                <a:lnTo>
                  <a:pt x="15660" y="7406"/>
                </a:lnTo>
                <a:lnTo>
                  <a:pt x="15761" y="7023"/>
                </a:lnTo>
                <a:lnTo>
                  <a:pt x="15862" y="6619"/>
                </a:lnTo>
                <a:lnTo>
                  <a:pt x="15943" y="6196"/>
                </a:lnTo>
                <a:lnTo>
                  <a:pt x="16003" y="5752"/>
                </a:lnTo>
                <a:lnTo>
                  <a:pt x="16044" y="5287"/>
                </a:lnTo>
                <a:lnTo>
                  <a:pt x="16084" y="4823"/>
                </a:lnTo>
                <a:lnTo>
                  <a:pt x="16104" y="4319"/>
                </a:lnTo>
                <a:lnTo>
                  <a:pt x="16124" y="3814"/>
                </a:lnTo>
                <a:lnTo>
                  <a:pt x="16124" y="3431"/>
                </a:lnTo>
                <a:lnTo>
                  <a:pt x="16104" y="3068"/>
                </a:lnTo>
                <a:lnTo>
                  <a:pt x="16084" y="2684"/>
                </a:lnTo>
                <a:lnTo>
                  <a:pt x="16023" y="2321"/>
                </a:lnTo>
                <a:lnTo>
                  <a:pt x="15943" y="1958"/>
                </a:lnTo>
                <a:lnTo>
                  <a:pt x="15842" y="1615"/>
                </a:lnTo>
                <a:lnTo>
                  <a:pt x="15701" y="1292"/>
                </a:lnTo>
                <a:lnTo>
                  <a:pt x="15519" y="969"/>
                </a:lnTo>
                <a:lnTo>
                  <a:pt x="15418" y="828"/>
                </a:lnTo>
                <a:lnTo>
                  <a:pt x="15297" y="707"/>
                </a:lnTo>
                <a:lnTo>
                  <a:pt x="15196" y="585"/>
                </a:lnTo>
                <a:lnTo>
                  <a:pt x="15055" y="485"/>
                </a:lnTo>
                <a:lnTo>
                  <a:pt x="14934" y="384"/>
                </a:lnTo>
                <a:lnTo>
                  <a:pt x="14792" y="303"/>
                </a:lnTo>
                <a:lnTo>
                  <a:pt x="14490" y="142"/>
                </a:lnTo>
                <a:lnTo>
                  <a:pt x="14187" y="61"/>
                </a:lnTo>
                <a:lnTo>
                  <a:pt x="14026" y="20"/>
                </a:lnTo>
                <a:lnTo>
                  <a:pt x="13864" y="0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3" name="Google Shape;183;p3"/>
          <p:cNvSpPr/>
          <p:nvPr/>
        </p:nvSpPr>
        <p:spPr>
          <a:xfrm>
            <a:off x="8740847" y="1813019"/>
            <a:ext cx="2960526" cy="1551321"/>
          </a:xfrm>
          <a:custGeom>
            <a:rect b="b" l="l" r="r" t="t"/>
            <a:pathLst>
              <a:path extrusionOk="0" h="27748" w="52954">
                <a:moveTo>
                  <a:pt x="8698" y="81"/>
                </a:moveTo>
                <a:lnTo>
                  <a:pt x="9162" y="121"/>
                </a:lnTo>
                <a:lnTo>
                  <a:pt x="9647" y="162"/>
                </a:lnTo>
                <a:lnTo>
                  <a:pt x="10111" y="243"/>
                </a:lnTo>
                <a:lnTo>
                  <a:pt x="10555" y="343"/>
                </a:lnTo>
                <a:lnTo>
                  <a:pt x="10999" y="444"/>
                </a:lnTo>
                <a:lnTo>
                  <a:pt x="11443" y="565"/>
                </a:lnTo>
                <a:lnTo>
                  <a:pt x="11887" y="707"/>
                </a:lnTo>
                <a:lnTo>
                  <a:pt x="12311" y="848"/>
                </a:lnTo>
                <a:lnTo>
                  <a:pt x="12734" y="1009"/>
                </a:lnTo>
                <a:lnTo>
                  <a:pt x="13582" y="1373"/>
                </a:lnTo>
                <a:lnTo>
                  <a:pt x="14389" y="1756"/>
                </a:lnTo>
                <a:lnTo>
                  <a:pt x="15176" y="2160"/>
                </a:lnTo>
                <a:lnTo>
                  <a:pt x="15943" y="2563"/>
                </a:lnTo>
                <a:lnTo>
                  <a:pt x="16669" y="2987"/>
                </a:lnTo>
                <a:lnTo>
                  <a:pt x="18021" y="3754"/>
                </a:lnTo>
                <a:lnTo>
                  <a:pt x="19353" y="4561"/>
                </a:lnTo>
                <a:lnTo>
                  <a:pt x="22017" y="6176"/>
                </a:lnTo>
                <a:lnTo>
                  <a:pt x="24439" y="7649"/>
                </a:lnTo>
                <a:lnTo>
                  <a:pt x="25670" y="8395"/>
                </a:lnTo>
                <a:lnTo>
                  <a:pt x="26901" y="9102"/>
                </a:lnTo>
                <a:lnTo>
                  <a:pt x="28152" y="9808"/>
                </a:lnTo>
                <a:lnTo>
                  <a:pt x="29403" y="10494"/>
                </a:lnTo>
                <a:lnTo>
                  <a:pt x="30654" y="11160"/>
                </a:lnTo>
                <a:lnTo>
                  <a:pt x="31925" y="11806"/>
                </a:lnTo>
                <a:lnTo>
                  <a:pt x="33217" y="12391"/>
                </a:lnTo>
                <a:lnTo>
                  <a:pt x="34509" y="12956"/>
                </a:lnTo>
                <a:lnTo>
                  <a:pt x="35820" y="13481"/>
                </a:lnTo>
                <a:lnTo>
                  <a:pt x="36486" y="13743"/>
                </a:lnTo>
                <a:lnTo>
                  <a:pt x="37152" y="13965"/>
                </a:lnTo>
                <a:lnTo>
                  <a:pt x="37818" y="14187"/>
                </a:lnTo>
                <a:lnTo>
                  <a:pt x="38484" y="14389"/>
                </a:lnTo>
                <a:lnTo>
                  <a:pt x="39170" y="14591"/>
                </a:lnTo>
                <a:lnTo>
                  <a:pt x="39856" y="14772"/>
                </a:lnTo>
                <a:lnTo>
                  <a:pt x="40542" y="14934"/>
                </a:lnTo>
                <a:lnTo>
                  <a:pt x="41228" y="15075"/>
                </a:lnTo>
                <a:lnTo>
                  <a:pt x="41935" y="15216"/>
                </a:lnTo>
                <a:lnTo>
                  <a:pt x="42621" y="15317"/>
                </a:lnTo>
                <a:lnTo>
                  <a:pt x="43246" y="15418"/>
                </a:lnTo>
                <a:lnTo>
                  <a:pt x="43852" y="15479"/>
                </a:lnTo>
                <a:lnTo>
                  <a:pt x="44437" y="15519"/>
                </a:lnTo>
                <a:lnTo>
                  <a:pt x="45002" y="15539"/>
                </a:lnTo>
                <a:lnTo>
                  <a:pt x="45567" y="15539"/>
                </a:lnTo>
                <a:lnTo>
                  <a:pt x="46092" y="15519"/>
                </a:lnTo>
                <a:lnTo>
                  <a:pt x="46596" y="15479"/>
                </a:lnTo>
                <a:lnTo>
                  <a:pt x="47081" y="15398"/>
                </a:lnTo>
                <a:lnTo>
                  <a:pt x="47565" y="15317"/>
                </a:lnTo>
                <a:lnTo>
                  <a:pt x="48009" y="15216"/>
                </a:lnTo>
                <a:lnTo>
                  <a:pt x="48453" y="15075"/>
                </a:lnTo>
                <a:lnTo>
                  <a:pt x="48877" y="14934"/>
                </a:lnTo>
                <a:lnTo>
                  <a:pt x="49280" y="14752"/>
                </a:lnTo>
                <a:lnTo>
                  <a:pt x="49664" y="14550"/>
                </a:lnTo>
                <a:lnTo>
                  <a:pt x="50027" y="14348"/>
                </a:lnTo>
                <a:lnTo>
                  <a:pt x="50390" y="14106"/>
                </a:lnTo>
                <a:lnTo>
                  <a:pt x="50612" y="13925"/>
                </a:lnTo>
                <a:lnTo>
                  <a:pt x="50814" y="13763"/>
                </a:lnTo>
                <a:lnTo>
                  <a:pt x="51036" y="13622"/>
                </a:lnTo>
                <a:lnTo>
                  <a:pt x="51258" y="13481"/>
                </a:lnTo>
                <a:lnTo>
                  <a:pt x="51500" y="13380"/>
                </a:lnTo>
                <a:lnTo>
                  <a:pt x="51662" y="13339"/>
                </a:lnTo>
                <a:lnTo>
                  <a:pt x="51823" y="13299"/>
                </a:lnTo>
                <a:lnTo>
                  <a:pt x="51984" y="13299"/>
                </a:lnTo>
                <a:lnTo>
                  <a:pt x="52146" y="13319"/>
                </a:lnTo>
                <a:lnTo>
                  <a:pt x="52307" y="13360"/>
                </a:lnTo>
                <a:lnTo>
                  <a:pt x="52449" y="13420"/>
                </a:lnTo>
                <a:lnTo>
                  <a:pt x="52570" y="13521"/>
                </a:lnTo>
                <a:lnTo>
                  <a:pt x="52691" y="13642"/>
                </a:lnTo>
                <a:lnTo>
                  <a:pt x="52771" y="13804"/>
                </a:lnTo>
                <a:lnTo>
                  <a:pt x="52832" y="13985"/>
                </a:lnTo>
                <a:lnTo>
                  <a:pt x="52852" y="14167"/>
                </a:lnTo>
                <a:lnTo>
                  <a:pt x="52872" y="14348"/>
                </a:lnTo>
                <a:lnTo>
                  <a:pt x="52872" y="14893"/>
                </a:lnTo>
                <a:lnTo>
                  <a:pt x="52832" y="15398"/>
                </a:lnTo>
                <a:lnTo>
                  <a:pt x="52751" y="15902"/>
                </a:lnTo>
                <a:lnTo>
                  <a:pt x="52630" y="16366"/>
                </a:lnTo>
                <a:lnTo>
                  <a:pt x="52489" y="16831"/>
                </a:lnTo>
                <a:lnTo>
                  <a:pt x="52307" y="17254"/>
                </a:lnTo>
                <a:lnTo>
                  <a:pt x="52085" y="17658"/>
                </a:lnTo>
                <a:lnTo>
                  <a:pt x="51823" y="18041"/>
                </a:lnTo>
                <a:lnTo>
                  <a:pt x="51540" y="18405"/>
                </a:lnTo>
                <a:lnTo>
                  <a:pt x="51238" y="18728"/>
                </a:lnTo>
                <a:lnTo>
                  <a:pt x="50895" y="19030"/>
                </a:lnTo>
                <a:lnTo>
                  <a:pt x="50511" y="19293"/>
                </a:lnTo>
                <a:lnTo>
                  <a:pt x="50128" y="19535"/>
                </a:lnTo>
                <a:lnTo>
                  <a:pt x="49684" y="19737"/>
                </a:lnTo>
                <a:lnTo>
                  <a:pt x="49240" y="19898"/>
                </a:lnTo>
                <a:lnTo>
                  <a:pt x="48756" y="20039"/>
                </a:lnTo>
                <a:lnTo>
                  <a:pt x="48211" y="20140"/>
                </a:lnTo>
                <a:lnTo>
                  <a:pt x="47666" y="20221"/>
                </a:lnTo>
                <a:lnTo>
                  <a:pt x="47121" y="20261"/>
                </a:lnTo>
                <a:lnTo>
                  <a:pt x="46031" y="20261"/>
                </a:lnTo>
                <a:lnTo>
                  <a:pt x="45507" y="20241"/>
                </a:lnTo>
                <a:lnTo>
                  <a:pt x="44437" y="20160"/>
                </a:lnTo>
                <a:lnTo>
                  <a:pt x="42924" y="20019"/>
                </a:lnTo>
                <a:lnTo>
                  <a:pt x="41410" y="19858"/>
                </a:lnTo>
                <a:lnTo>
                  <a:pt x="38403" y="19494"/>
                </a:lnTo>
                <a:lnTo>
                  <a:pt x="36183" y="19212"/>
                </a:lnTo>
                <a:lnTo>
                  <a:pt x="33964" y="18970"/>
                </a:lnTo>
                <a:lnTo>
                  <a:pt x="32834" y="18849"/>
                </a:lnTo>
                <a:lnTo>
                  <a:pt x="31724" y="18768"/>
                </a:lnTo>
                <a:lnTo>
                  <a:pt x="30614" y="18687"/>
                </a:lnTo>
                <a:lnTo>
                  <a:pt x="29484" y="18627"/>
                </a:lnTo>
                <a:lnTo>
                  <a:pt x="28374" y="18606"/>
                </a:lnTo>
                <a:lnTo>
                  <a:pt x="27264" y="18606"/>
                </a:lnTo>
                <a:lnTo>
                  <a:pt x="26134" y="18627"/>
                </a:lnTo>
                <a:lnTo>
                  <a:pt x="25024" y="18687"/>
                </a:lnTo>
                <a:lnTo>
                  <a:pt x="23914" y="18788"/>
                </a:lnTo>
                <a:lnTo>
                  <a:pt x="22824" y="18909"/>
                </a:lnTo>
                <a:lnTo>
                  <a:pt x="21714" y="19091"/>
                </a:lnTo>
                <a:lnTo>
                  <a:pt x="20625" y="19313"/>
                </a:lnTo>
                <a:lnTo>
                  <a:pt x="19555" y="19595"/>
                </a:lnTo>
                <a:lnTo>
                  <a:pt x="18486" y="19898"/>
                </a:lnTo>
                <a:lnTo>
                  <a:pt x="17456" y="20241"/>
                </a:lnTo>
                <a:lnTo>
                  <a:pt x="16407" y="20645"/>
                </a:lnTo>
                <a:lnTo>
                  <a:pt x="15398" y="21048"/>
                </a:lnTo>
                <a:lnTo>
                  <a:pt x="14389" y="21512"/>
                </a:lnTo>
                <a:lnTo>
                  <a:pt x="13400" y="21977"/>
                </a:lnTo>
                <a:lnTo>
                  <a:pt x="12411" y="22481"/>
                </a:lnTo>
                <a:lnTo>
                  <a:pt x="11423" y="23006"/>
                </a:lnTo>
                <a:lnTo>
                  <a:pt x="10454" y="23551"/>
                </a:lnTo>
                <a:lnTo>
                  <a:pt x="9505" y="24116"/>
                </a:lnTo>
                <a:lnTo>
                  <a:pt x="8537" y="24681"/>
                </a:lnTo>
                <a:lnTo>
                  <a:pt x="6660" y="25851"/>
                </a:lnTo>
                <a:lnTo>
                  <a:pt x="4783" y="27022"/>
                </a:lnTo>
                <a:lnTo>
                  <a:pt x="4703" y="27082"/>
                </a:lnTo>
                <a:lnTo>
                  <a:pt x="4339" y="27304"/>
                </a:lnTo>
                <a:lnTo>
                  <a:pt x="4017" y="27465"/>
                </a:lnTo>
                <a:lnTo>
                  <a:pt x="3694" y="27587"/>
                </a:lnTo>
                <a:lnTo>
                  <a:pt x="3411" y="27647"/>
                </a:lnTo>
                <a:lnTo>
                  <a:pt x="3149" y="27667"/>
                </a:lnTo>
                <a:lnTo>
                  <a:pt x="3028" y="27667"/>
                </a:lnTo>
                <a:lnTo>
                  <a:pt x="2907" y="27647"/>
                </a:lnTo>
                <a:lnTo>
                  <a:pt x="2806" y="27607"/>
                </a:lnTo>
                <a:lnTo>
                  <a:pt x="2685" y="27566"/>
                </a:lnTo>
                <a:lnTo>
                  <a:pt x="2584" y="27506"/>
                </a:lnTo>
                <a:lnTo>
                  <a:pt x="2503" y="27445"/>
                </a:lnTo>
                <a:lnTo>
                  <a:pt x="2382" y="27344"/>
                </a:lnTo>
                <a:lnTo>
                  <a:pt x="2301" y="27223"/>
                </a:lnTo>
                <a:lnTo>
                  <a:pt x="2220" y="27082"/>
                </a:lnTo>
                <a:lnTo>
                  <a:pt x="2140" y="26941"/>
                </a:lnTo>
                <a:lnTo>
                  <a:pt x="2039" y="26638"/>
                </a:lnTo>
                <a:lnTo>
                  <a:pt x="1958" y="26295"/>
                </a:lnTo>
                <a:lnTo>
                  <a:pt x="1716" y="25064"/>
                </a:lnTo>
                <a:lnTo>
                  <a:pt x="1474" y="23813"/>
                </a:lnTo>
                <a:lnTo>
                  <a:pt x="1232" y="22562"/>
                </a:lnTo>
                <a:lnTo>
                  <a:pt x="1030" y="21311"/>
                </a:lnTo>
                <a:lnTo>
                  <a:pt x="828" y="20059"/>
                </a:lnTo>
                <a:lnTo>
                  <a:pt x="667" y="18808"/>
                </a:lnTo>
                <a:lnTo>
                  <a:pt x="505" y="17537"/>
                </a:lnTo>
                <a:lnTo>
                  <a:pt x="364" y="16286"/>
                </a:lnTo>
                <a:lnTo>
                  <a:pt x="283" y="15378"/>
                </a:lnTo>
                <a:lnTo>
                  <a:pt x="202" y="14550"/>
                </a:lnTo>
                <a:lnTo>
                  <a:pt x="162" y="13743"/>
                </a:lnTo>
                <a:lnTo>
                  <a:pt x="122" y="13017"/>
                </a:lnTo>
                <a:lnTo>
                  <a:pt x="102" y="12310"/>
                </a:lnTo>
                <a:lnTo>
                  <a:pt x="81" y="11664"/>
                </a:lnTo>
                <a:lnTo>
                  <a:pt x="102" y="11059"/>
                </a:lnTo>
                <a:lnTo>
                  <a:pt x="102" y="10494"/>
                </a:lnTo>
                <a:lnTo>
                  <a:pt x="162" y="9485"/>
                </a:lnTo>
                <a:lnTo>
                  <a:pt x="263" y="8597"/>
                </a:lnTo>
                <a:lnTo>
                  <a:pt x="364" y="7810"/>
                </a:lnTo>
                <a:lnTo>
                  <a:pt x="505" y="7124"/>
                </a:lnTo>
                <a:lnTo>
                  <a:pt x="606" y="6680"/>
                </a:lnTo>
                <a:lnTo>
                  <a:pt x="707" y="6236"/>
                </a:lnTo>
                <a:lnTo>
                  <a:pt x="828" y="5812"/>
                </a:lnTo>
                <a:lnTo>
                  <a:pt x="969" y="5409"/>
                </a:lnTo>
                <a:lnTo>
                  <a:pt x="1111" y="5005"/>
                </a:lnTo>
                <a:lnTo>
                  <a:pt x="1252" y="4642"/>
                </a:lnTo>
                <a:lnTo>
                  <a:pt x="1413" y="4279"/>
                </a:lnTo>
                <a:lnTo>
                  <a:pt x="1595" y="3915"/>
                </a:lnTo>
                <a:lnTo>
                  <a:pt x="1777" y="3592"/>
                </a:lnTo>
                <a:lnTo>
                  <a:pt x="1978" y="3270"/>
                </a:lnTo>
                <a:lnTo>
                  <a:pt x="2180" y="2967"/>
                </a:lnTo>
                <a:lnTo>
                  <a:pt x="2402" y="2684"/>
                </a:lnTo>
                <a:lnTo>
                  <a:pt x="2624" y="2402"/>
                </a:lnTo>
                <a:lnTo>
                  <a:pt x="2866" y="2160"/>
                </a:lnTo>
                <a:lnTo>
                  <a:pt x="3108" y="1918"/>
                </a:lnTo>
                <a:lnTo>
                  <a:pt x="3371" y="1675"/>
                </a:lnTo>
                <a:lnTo>
                  <a:pt x="3613" y="1494"/>
                </a:lnTo>
                <a:lnTo>
                  <a:pt x="3855" y="1312"/>
                </a:lnTo>
                <a:lnTo>
                  <a:pt x="4117" y="1151"/>
                </a:lnTo>
                <a:lnTo>
                  <a:pt x="4400" y="989"/>
                </a:lnTo>
                <a:lnTo>
                  <a:pt x="4682" y="848"/>
                </a:lnTo>
                <a:lnTo>
                  <a:pt x="4965" y="707"/>
                </a:lnTo>
                <a:lnTo>
                  <a:pt x="5268" y="586"/>
                </a:lnTo>
                <a:lnTo>
                  <a:pt x="5570" y="485"/>
                </a:lnTo>
                <a:lnTo>
                  <a:pt x="5893" y="384"/>
                </a:lnTo>
                <a:lnTo>
                  <a:pt x="6196" y="303"/>
                </a:lnTo>
                <a:lnTo>
                  <a:pt x="6539" y="243"/>
                </a:lnTo>
                <a:lnTo>
                  <a:pt x="6862" y="182"/>
                </a:lnTo>
                <a:lnTo>
                  <a:pt x="7205" y="121"/>
                </a:lnTo>
                <a:lnTo>
                  <a:pt x="7548" y="101"/>
                </a:lnTo>
                <a:lnTo>
                  <a:pt x="7891" y="81"/>
                </a:lnTo>
                <a:close/>
                <a:moveTo>
                  <a:pt x="7730" y="0"/>
                </a:moveTo>
                <a:lnTo>
                  <a:pt x="7265" y="41"/>
                </a:lnTo>
                <a:lnTo>
                  <a:pt x="6801" y="101"/>
                </a:lnTo>
                <a:lnTo>
                  <a:pt x="6378" y="182"/>
                </a:lnTo>
                <a:lnTo>
                  <a:pt x="5934" y="283"/>
                </a:lnTo>
                <a:lnTo>
                  <a:pt x="5530" y="424"/>
                </a:lnTo>
                <a:lnTo>
                  <a:pt x="5106" y="565"/>
                </a:lnTo>
                <a:lnTo>
                  <a:pt x="4723" y="727"/>
                </a:lnTo>
                <a:lnTo>
                  <a:pt x="4339" y="929"/>
                </a:lnTo>
                <a:lnTo>
                  <a:pt x="3976" y="1130"/>
                </a:lnTo>
                <a:lnTo>
                  <a:pt x="3633" y="1373"/>
                </a:lnTo>
                <a:lnTo>
                  <a:pt x="3310" y="1615"/>
                </a:lnTo>
                <a:lnTo>
                  <a:pt x="3048" y="1857"/>
                </a:lnTo>
                <a:lnTo>
                  <a:pt x="2806" y="2099"/>
                </a:lnTo>
                <a:lnTo>
                  <a:pt x="2564" y="2361"/>
                </a:lnTo>
                <a:lnTo>
                  <a:pt x="2342" y="2624"/>
                </a:lnTo>
                <a:lnTo>
                  <a:pt x="2120" y="2927"/>
                </a:lnTo>
                <a:lnTo>
                  <a:pt x="1918" y="3229"/>
                </a:lnTo>
                <a:lnTo>
                  <a:pt x="1716" y="3552"/>
                </a:lnTo>
                <a:lnTo>
                  <a:pt x="1534" y="3875"/>
                </a:lnTo>
                <a:lnTo>
                  <a:pt x="1353" y="4238"/>
                </a:lnTo>
                <a:lnTo>
                  <a:pt x="1191" y="4601"/>
                </a:lnTo>
                <a:lnTo>
                  <a:pt x="1030" y="4985"/>
                </a:lnTo>
                <a:lnTo>
                  <a:pt x="889" y="5388"/>
                </a:lnTo>
                <a:lnTo>
                  <a:pt x="747" y="5792"/>
                </a:lnTo>
                <a:lnTo>
                  <a:pt x="626" y="6216"/>
                </a:lnTo>
                <a:lnTo>
                  <a:pt x="525" y="6660"/>
                </a:lnTo>
                <a:lnTo>
                  <a:pt x="424" y="7104"/>
                </a:lnTo>
                <a:lnTo>
                  <a:pt x="283" y="7810"/>
                </a:lnTo>
                <a:lnTo>
                  <a:pt x="182" y="8577"/>
                </a:lnTo>
                <a:lnTo>
                  <a:pt x="81" y="9485"/>
                </a:lnTo>
                <a:lnTo>
                  <a:pt x="21" y="10494"/>
                </a:lnTo>
                <a:lnTo>
                  <a:pt x="21" y="11059"/>
                </a:lnTo>
                <a:lnTo>
                  <a:pt x="1" y="11664"/>
                </a:lnTo>
                <a:lnTo>
                  <a:pt x="21" y="12310"/>
                </a:lnTo>
                <a:lnTo>
                  <a:pt x="41" y="13017"/>
                </a:lnTo>
                <a:lnTo>
                  <a:pt x="81" y="13743"/>
                </a:lnTo>
                <a:lnTo>
                  <a:pt x="122" y="14550"/>
                </a:lnTo>
                <a:lnTo>
                  <a:pt x="202" y="15398"/>
                </a:lnTo>
                <a:lnTo>
                  <a:pt x="283" y="16306"/>
                </a:lnTo>
                <a:lnTo>
                  <a:pt x="424" y="17557"/>
                </a:lnTo>
                <a:lnTo>
                  <a:pt x="586" y="18808"/>
                </a:lnTo>
                <a:lnTo>
                  <a:pt x="768" y="20080"/>
                </a:lnTo>
                <a:lnTo>
                  <a:pt x="949" y="21331"/>
                </a:lnTo>
                <a:lnTo>
                  <a:pt x="1151" y="22582"/>
                </a:lnTo>
                <a:lnTo>
                  <a:pt x="1393" y="23833"/>
                </a:lnTo>
                <a:lnTo>
                  <a:pt x="1635" y="25084"/>
                </a:lnTo>
                <a:lnTo>
                  <a:pt x="1877" y="26315"/>
                </a:lnTo>
                <a:lnTo>
                  <a:pt x="1978" y="26658"/>
                </a:lnTo>
                <a:lnTo>
                  <a:pt x="2079" y="26981"/>
                </a:lnTo>
                <a:lnTo>
                  <a:pt x="2140" y="27143"/>
                </a:lnTo>
                <a:lnTo>
                  <a:pt x="2241" y="27264"/>
                </a:lnTo>
                <a:lnTo>
                  <a:pt x="2342" y="27405"/>
                </a:lnTo>
                <a:lnTo>
                  <a:pt x="2442" y="27506"/>
                </a:lnTo>
                <a:lnTo>
                  <a:pt x="2604" y="27607"/>
                </a:lnTo>
                <a:lnTo>
                  <a:pt x="2786" y="27687"/>
                </a:lnTo>
                <a:lnTo>
                  <a:pt x="2967" y="27728"/>
                </a:lnTo>
                <a:lnTo>
                  <a:pt x="3169" y="27748"/>
                </a:lnTo>
                <a:lnTo>
                  <a:pt x="3330" y="27748"/>
                </a:lnTo>
                <a:lnTo>
                  <a:pt x="3512" y="27708"/>
                </a:lnTo>
                <a:lnTo>
                  <a:pt x="3694" y="27667"/>
                </a:lnTo>
                <a:lnTo>
                  <a:pt x="3875" y="27607"/>
                </a:lnTo>
                <a:lnTo>
                  <a:pt x="4077" y="27526"/>
                </a:lnTo>
                <a:lnTo>
                  <a:pt x="4299" y="27425"/>
                </a:lnTo>
                <a:lnTo>
                  <a:pt x="4743" y="27163"/>
                </a:lnTo>
                <a:lnTo>
                  <a:pt x="4844" y="27102"/>
                </a:lnTo>
                <a:lnTo>
                  <a:pt x="6700" y="25912"/>
                </a:lnTo>
                <a:lnTo>
                  <a:pt x="8577" y="24761"/>
                </a:lnTo>
                <a:lnTo>
                  <a:pt x="9546" y="24176"/>
                </a:lnTo>
                <a:lnTo>
                  <a:pt x="10494" y="23631"/>
                </a:lnTo>
                <a:lnTo>
                  <a:pt x="11463" y="23086"/>
                </a:lnTo>
                <a:lnTo>
                  <a:pt x="12432" y="22562"/>
                </a:lnTo>
                <a:lnTo>
                  <a:pt x="13420" y="22057"/>
                </a:lnTo>
                <a:lnTo>
                  <a:pt x="14429" y="21573"/>
                </a:lnTo>
                <a:lnTo>
                  <a:pt x="15418" y="21129"/>
                </a:lnTo>
                <a:lnTo>
                  <a:pt x="16447" y="20705"/>
                </a:lnTo>
                <a:lnTo>
                  <a:pt x="17477" y="20322"/>
                </a:lnTo>
                <a:lnTo>
                  <a:pt x="18506" y="19979"/>
                </a:lnTo>
                <a:lnTo>
                  <a:pt x="19575" y="19676"/>
                </a:lnTo>
                <a:lnTo>
                  <a:pt x="20645" y="19393"/>
                </a:lnTo>
                <a:lnTo>
                  <a:pt x="21735" y="19171"/>
                </a:lnTo>
                <a:lnTo>
                  <a:pt x="22824" y="18990"/>
                </a:lnTo>
                <a:lnTo>
                  <a:pt x="23934" y="18869"/>
                </a:lnTo>
                <a:lnTo>
                  <a:pt x="25044" y="18768"/>
                </a:lnTo>
                <a:lnTo>
                  <a:pt x="26154" y="18707"/>
                </a:lnTo>
                <a:lnTo>
                  <a:pt x="27264" y="18687"/>
                </a:lnTo>
                <a:lnTo>
                  <a:pt x="28374" y="18687"/>
                </a:lnTo>
                <a:lnTo>
                  <a:pt x="29484" y="18707"/>
                </a:lnTo>
                <a:lnTo>
                  <a:pt x="30614" y="18768"/>
                </a:lnTo>
                <a:lnTo>
                  <a:pt x="31724" y="18849"/>
                </a:lnTo>
                <a:lnTo>
                  <a:pt x="32834" y="18929"/>
                </a:lnTo>
                <a:lnTo>
                  <a:pt x="33944" y="19050"/>
                </a:lnTo>
                <a:lnTo>
                  <a:pt x="36183" y="19293"/>
                </a:lnTo>
                <a:lnTo>
                  <a:pt x="38383" y="19575"/>
                </a:lnTo>
                <a:lnTo>
                  <a:pt x="41390" y="19938"/>
                </a:lnTo>
                <a:lnTo>
                  <a:pt x="42924" y="20100"/>
                </a:lnTo>
                <a:lnTo>
                  <a:pt x="44437" y="20241"/>
                </a:lnTo>
                <a:lnTo>
                  <a:pt x="45507" y="20322"/>
                </a:lnTo>
                <a:lnTo>
                  <a:pt x="46031" y="20342"/>
                </a:lnTo>
                <a:lnTo>
                  <a:pt x="47141" y="20342"/>
                </a:lnTo>
                <a:lnTo>
                  <a:pt x="47686" y="20302"/>
                </a:lnTo>
                <a:lnTo>
                  <a:pt x="48231" y="20221"/>
                </a:lnTo>
                <a:lnTo>
                  <a:pt x="48776" y="20120"/>
                </a:lnTo>
                <a:lnTo>
                  <a:pt x="49260" y="19979"/>
                </a:lnTo>
                <a:lnTo>
                  <a:pt x="49724" y="19797"/>
                </a:lnTo>
                <a:lnTo>
                  <a:pt x="50168" y="19595"/>
                </a:lnTo>
                <a:lnTo>
                  <a:pt x="50572" y="19353"/>
                </a:lnTo>
                <a:lnTo>
                  <a:pt x="50955" y="19071"/>
                </a:lnTo>
                <a:lnTo>
                  <a:pt x="51319" y="18748"/>
                </a:lnTo>
                <a:lnTo>
                  <a:pt x="51641" y="18405"/>
                </a:lnTo>
                <a:lnTo>
                  <a:pt x="51924" y="18041"/>
                </a:lnTo>
                <a:lnTo>
                  <a:pt x="52186" y="17638"/>
                </a:lnTo>
                <a:lnTo>
                  <a:pt x="52388" y="17234"/>
                </a:lnTo>
                <a:lnTo>
                  <a:pt x="52570" y="16790"/>
                </a:lnTo>
                <a:lnTo>
                  <a:pt x="52731" y="16346"/>
                </a:lnTo>
                <a:lnTo>
                  <a:pt x="52832" y="15862"/>
                </a:lnTo>
                <a:lnTo>
                  <a:pt x="52913" y="15378"/>
                </a:lnTo>
                <a:lnTo>
                  <a:pt x="52953" y="14873"/>
                </a:lnTo>
                <a:lnTo>
                  <a:pt x="52953" y="14348"/>
                </a:lnTo>
                <a:lnTo>
                  <a:pt x="52933" y="14147"/>
                </a:lnTo>
                <a:lnTo>
                  <a:pt x="52913" y="13965"/>
                </a:lnTo>
                <a:lnTo>
                  <a:pt x="52852" y="13763"/>
                </a:lnTo>
                <a:lnTo>
                  <a:pt x="52812" y="13662"/>
                </a:lnTo>
                <a:lnTo>
                  <a:pt x="52751" y="13582"/>
                </a:lnTo>
                <a:lnTo>
                  <a:pt x="52630" y="13461"/>
                </a:lnTo>
                <a:lnTo>
                  <a:pt x="52489" y="13360"/>
                </a:lnTo>
                <a:lnTo>
                  <a:pt x="52348" y="13279"/>
                </a:lnTo>
                <a:lnTo>
                  <a:pt x="52166" y="13239"/>
                </a:lnTo>
                <a:lnTo>
                  <a:pt x="51984" y="13218"/>
                </a:lnTo>
                <a:lnTo>
                  <a:pt x="51823" y="13218"/>
                </a:lnTo>
                <a:lnTo>
                  <a:pt x="51641" y="13259"/>
                </a:lnTo>
                <a:lnTo>
                  <a:pt x="51480" y="13299"/>
                </a:lnTo>
                <a:lnTo>
                  <a:pt x="51238" y="13400"/>
                </a:lnTo>
                <a:lnTo>
                  <a:pt x="50996" y="13541"/>
                </a:lnTo>
                <a:lnTo>
                  <a:pt x="50774" y="13703"/>
                </a:lnTo>
                <a:lnTo>
                  <a:pt x="50572" y="13864"/>
                </a:lnTo>
                <a:lnTo>
                  <a:pt x="50330" y="14026"/>
                </a:lnTo>
                <a:lnTo>
                  <a:pt x="49987" y="14268"/>
                </a:lnTo>
                <a:lnTo>
                  <a:pt x="49623" y="14490"/>
                </a:lnTo>
                <a:lnTo>
                  <a:pt x="49240" y="14691"/>
                </a:lnTo>
                <a:lnTo>
                  <a:pt x="48836" y="14853"/>
                </a:lnTo>
                <a:lnTo>
                  <a:pt x="48433" y="15014"/>
                </a:lnTo>
                <a:lnTo>
                  <a:pt x="47989" y="15135"/>
                </a:lnTo>
                <a:lnTo>
                  <a:pt x="47545" y="15236"/>
                </a:lnTo>
                <a:lnTo>
                  <a:pt x="47061" y="15337"/>
                </a:lnTo>
                <a:lnTo>
                  <a:pt x="46576" y="15398"/>
                </a:lnTo>
                <a:lnTo>
                  <a:pt x="46072" y="15438"/>
                </a:lnTo>
                <a:lnTo>
                  <a:pt x="45547" y="15458"/>
                </a:lnTo>
                <a:lnTo>
                  <a:pt x="45002" y="15458"/>
                </a:lnTo>
                <a:lnTo>
                  <a:pt x="44437" y="15438"/>
                </a:lnTo>
                <a:lnTo>
                  <a:pt x="43872" y="15398"/>
                </a:lnTo>
                <a:lnTo>
                  <a:pt x="43267" y="15337"/>
                </a:lnTo>
                <a:lnTo>
                  <a:pt x="42641" y="15236"/>
                </a:lnTo>
                <a:lnTo>
                  <a:pt x="41935" y="15135"/>
                </a:lnTo>
                <a:lnTo>
                  <a:pt x="41249" y="14994"/>
                </a:lnTo>
                <a:lnTo>
                  <a:pt x="40563" y="14853"/>
                </a:lnTo>
                <a:lnTo>
                  <a:pt x="39876" y="14691"/>
                </a:lnTo>
                <a:lnTo>
                  <a:pt x="39190" y="14510"/>
                </a:lnTo>
                <a:lnTo>
                  <a:pt x="38504" y="14308"/>
                </a:lnTo>
                <a:lnTo>
                  <a:pt x="37838" y="14106"/>
                </a:lnTo>
                <a:lnTo>
                  <a:pt x="37172" y="13884"/>
                </a:lnTo>
                <a:lnTo>
                  <a:pt x="36506" y="13662"/>
                </a:lnTo>
                <a:lnTo>
                  <a:pt x="35840" y="13420"/>
                </a:lnTo>
                <a:lnTo>
                  <a:pt x="34529" y="12895"/>
                </a:lnTo>
                <a:lnTo>
                  <a:pt x="33237" y="12330"/>
                </a:lnTo>
                <a:lnTo>
                  <a:pt x="31966" y="11725"/>
                </a:lnTo>
                <a:lnTo>
                  <a:pt x="30695" y="11079"/>
                </a:lnTo>
                <a:lnTo>
                  <a:pt x="29423" y="10434"/>
                </a:lnTo>
                <a:lnTo>
                  <a:pt x="28172" y="9747"/>
                </a:lnTo>
                <a:lnTo>
                  <a:pt x="26941" y="9041"/>
                </a:lnTo>
                <a:lnTo>
                  <a:pt x="25710" y="8315"/>
                </a:lnTo>
                <a:lnTo>
                  <a:pt x="24479" y="7588"/>
                </a:lnTo>
                <a:lnTo>
                  <a:pt x="22057" y="6115"/>
                </a:lnTo>
                <a:lnTo>
                  <a:pt x="19394" y="4501"/>
                </a:lnTo>
                <a:lnTo>
                  <a:pt x="18062" y="3693"/>
                </a:lnTo>
                <a:lnTo>
                  <a:pt x="16710" y="2906"/>
                </a:lnTo>
                <a:lnTo>
                  <a:pt x="15983" y="2503"/>
                </a:lnTo>
                <a:lnTo>
                  <a:pt x="15216" y="2079"/>
                </a:lnTo>
                <a:lnTo>
                  <a:pt x="14429" y="1675"/>
                </a:lnTo>
                <a:lnTo>
                  <a:pt x="13602" y="1292"/>
                </a:lnTo>
                <a:lnTo>
                  <a:pt x="12775" y="949"/>
                </a:lnTo>
                <a:lnTo>
                  <a:pt x="12331" y="787"/>
                </a:lnTo>
                <a:lnTo>
                  <a:pt x="11907" y="626"/>
                </a:lnTo>
                <a:lnTo>
                  <a:pt x="11463" y="485"/>
                </a:lnTo>
                <a:lnTo>
                  <a:pt x="11019" y="364"/>
                </a:lnTo>
                <a:lnTo>
                  <a:pt x="10575" y="263"/>
                </a:lnTo>
                <a:lnTo>
                  <a:pt x="10131" y="162"/>
                </a:lnTo>
                <a:lnTo>
                  <a:pt x="9627" y="81"/>
                </a:lnTo>
                <a:lnTo>
                  <a:pt x="9142" y="41"/>
                </a:lnTo>
                <a:lnTo>
                  <a:pt x="8658" y="0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4" name="Google Shape;184;p3"/>
          <p:cNvSpPr/>
          <p:nvPr/>
        </p:nvSpPr>
        <p:spPr>
          <a:xfrm>
            <a:off x="7850706" y="3773824"/>
            <a:ext cx="530339" cy="361051"/>
          </a:xfrm>
          <a:custGeom>
            <a:rect b="b" l="l" r="r" t="t"/>
            <a:pathLst>
              <a:path extrusionOk="0" h="6458" w="9486">
                <a:moveTo>
                  <a:pt x="8880" y="81"/>
                </a:moveTo>
                <a:lnTo>
                  <a:pt x="9021" y="101"/>
                </a:lnTo>
                <a:lnTo>
                  <a:pt x="9142" y="142"/>
                </a:lnTo>
                <a:lnTo>
                  <a:pt x="9203" y="182"/>
                </a:lnTo>
                <a:lnTo>
                  <a:pt x="9263" y="243"/>
                </a:lnTo>
                <a:lnTo>
                  <a:pt x="9324" y="364"/>
                </a:lnTo>
                <a:lnTo>
                  <a:pt x="9364" y="505"/>
                </a:lnTo>
                <a:lnTo>
                  <a:pt x="9384" y="646"/>
                </a:lnTo>
                <a:lnTo>
                  <a:pt x="9405" y="868"/>
                </a:lnTo>
                <a:lnTo>
                  <a:pt x="9384" y="1070"/>
                </a:lnTo>
                <a:lnTo>
                  <a:pt x="9364" y="1272"/>
                </a:lnTo>
                <a:lnTo>
                  <a:pt x="9324" y="1474"/>
                </a:lnTo>
                <a:lnTo>
                  <a:pt x="9263" y="1675"/>
                </a:lnTo>
                <a:lnTo>
                  <a:pt x="9183" y="1877"/>
                </a:lnTo>
                <a:lnTo>
                  <a:pt x="9001" y="2261"/>
                </a:lnTo>
                <a:lnTo>
                  <a:pt x="8779" y="2624"/>
                </a:lnTo>
                <a:lnTo>
                  <a:pt x="8537" y="2967"/>
                </a:lnTo>
                <a:lnTo>
                  <a:pt x="8274" y="3290"/>
                </a:lnTo>
                <a:lnTo>
                  <a:pt x="8012" y="3592"/>
                </a:lnTo>
                <a:lnTo>
                  <a:pt x="7689" y="3936"/>
                </a:lnTo>
                <a:lnTo>
                  <a:pt x="7346" y="4299"/>
                </a:lnTo>
                <a:lnTo>
                  <a:pt x="6983" y="4662"/>
                </a:lnTo>
                <a:lnTo>
                  <a:pt x="6579" y="5005"/>
                </a:lnTo>
                <a:lnTo>
                  <a:pt x="6135" y="5348"/>
                </a:lnTo>
                <a:lnTo>
                  <a:pt x="5691" y="5651"/>
                </a:lnTo>
                <a:lnTo>
                  <a:pt x="5449" y="5772"/>
                </a:lnTo>
                <a:lnTo>
                  <a:pt x="5207" y="5913"/>
                </a:lnTo>
                <a:lnTo>
                  <a:pt x="4945" y="6014"/>
                </a:lnTo>
                <a:lnTo>
                  <a:pt x="4682" y="6115"/>
                </a:lnTo>
                <a:lnTo>
                  <a:pt x="4460" y="6196"/>
                </a:lnTo>
                <a:lnTo>
                  <a:pt x="4218" y="6256"/>
                </a:lnTo>
                <a:lnTo>
                  <a:pt x="3956" y="6317"/>
                </a:lnTo>
                <a:lnTo>
                  <a:pt x="3714" y="6357"/>
                </a:lnTo>
                <a:lnTo>
                  <a:pt x="3451" y="6377"/>
                </a:lnTo>
                <a:lnTo>
                  <a:pt x="2927" y="6377"/>
                </a:lnTo>
                <a:lnTo>
                  <a:pt x="2664" y="6337"/>
                </a:lnTo>
                <a:lnTo>
                  <a:pt x="2402" y="6297"/>
                </a:lnTo>
                <a:lnTo>
                  <a:pt x="2140" y="6236"/>
                </a:lnTo>
                <a:lnTo>
                  <a:pt x="1898" y="6155"/>
                </a:lnTo>
                <a:lnTo>
                  <a:pt x="1655" y="6054"/>
                </a:lnTo>
                <a:lnTo>
                  <a:pt x="1413" y="5933"/>
                </a:lnTo>
                <a:lnTo>
                  <a:pt x="1191" y="5792"/>
                </a:lnTo>
                <a:lnTo>
                  <a:pt x="969" y="5631"/>
                </a:lnTo>
                <a:lnTo>
                  <a:pt x="767" y="5429"/>
                </a:lnTo>
                <a:lnTo>
                  <a:pt x="586" y="5227"/>
                </a:lnTo>
                <a:lnTo>
                  <a:pt x="424" y="4985"/>
                </a:lnTo>
                <a:lnTo>
                  <a:pt x="303" y="4743"/>
                </a:lnTo>
                <a:lnTo>
                  <a:pt x="202" y="4501"/>
                </a:lnTo>
                <a:lnTo>
                  <a:pt x="122" y="4258"/>
                </a:lnTo>
                <a:lnTo>
                  <a:pt x="81" y="4016"/>
                </a:lnTo>
                <a:lnTo>
                  <a:pt x="81" y="3774"/>
                </a:lnTo>
                <a:lnTo>
                  <a:pt x="122" y="3532"/>
                </a:lnTo>
                <a:lnTo>
                  <a:pt x="182" y="3370"/>
                </a:lnTo>
                <a:lnTo>
                  <a:pt x="243" y="3189"/>
                </a:lnTo>
                <a:lnTo>
                  <a:pt x="344" y="3048"/>
                </a:lnTo>
                <a:lnTo>
                  <a:pt x="445" y="2906"/>
                </a:lnTo>
                <a:lnTo>
                  <a:pt x="586" y="2785"/>
                </a:lnTo>
                <a:lnTo>
                  <a:pt x="747" y="2664"/>
                </a:lnTo>
                <a:lnTo>
                  <a:pt x="909" y="2563"/>
                </a:lnTo>
                <a:lnTo>
                  <a:pt x="1111" y="2483"/>
                </a:lnTo>
                <a:lnTo>
                  <a:pt x="3310" y="1655"/>
                </a:lnTo>
                <a:lnTo>
                  <a:pt x="5530" y="868"/>
                </a:lnTo>
                <a:lnTo>
                  <a:pt x="6357" y="606"/>
                </a:lnTo>
                <a:lnTo>
                  <a:pt x="7165" y="364"/>
                </a:lnTo>
                <a:lnTo>
                  <a:pt x="7568" y="263"/>
                </a:lnTo>
                <a:lnTo>
                  <a:pt x="7972" y="182"/>
                </a:lnTo>
                <a:lnTo>
                  <a:pt x="8375" y="121"/>
                </a:lnTo>
                <a:lnTo>
                  <a:pt x="8779" y="81"/>
                </a:lnTo>
                <a:close/>
                <a:moveTo>
                  <a:pt x="8759" y="0"/>
                </a:moveTo>
                <a:lnTo>
                  <a:pt x="8355" y="41"/>
                </a:lnTo>
                <a:lnTo>
                  <a:pt x="7952" y="101"/>
                </a:lnTo>
                <a:lnTo>
                  <a:pt x="7548" y="182"/>
                </a:lnTo>
                <a:lnTo>
                  <a:pt x="7144" y="283"/>
                </a:lnTo>
                <a:lnTo>
                  <a:pt x="6337" y="525"/>
                </a:lnTo>
                <a:lnTo>
                  <a:pt x="5510" y="787"/>
                </a:lnTo>
                <a:lnTo>
                  <a:pt x="3290" y="1574"/>
                </a:lnTo>
                <a:lnTo>
                  <a:pt x="1070" y="2402"/>
                </a:lnTo>
                <a:lnTo>
                  <a:pt x="868" y="2503"/>
                </a:lnTo>
                <a:lnTo>
                  <a:pt x="687" y="2604"/>
                </a:lnTo>
                <a:lnTo>
                  <a:pt x="525" y="2725"/>
                </a:lnTo>
                <a:lnTo>
                  <a:pt x="384" y="2846"/>
                </a:lnTo>
                <a:lnTo>
                  <a:pt x="263" y="3007"/>
                </a:lnTo>
                <a:lnTo>
                  <a:pt x="182" y="3169"/>
                </a:lnTo>
                <a:lnTo>
                  <a:pt x="102" y="3330"/>
                </a:lnTo>
                <a:lnTo>
                  <a:pt x="41" y="3512"/>
                </a:lnTo>
                <a:lnTo>
                  <a:pt x="1" y="3754"/>
                </a:lnTo>
                <a:lnTo>
                  <a:pt x="1" y="4016"/>
                </a:lnTo>
                <a:lnTo>
                  <a:pt x="41" y="4279"/>
                </a:lnTo>
                <a:lnTo>
                  <a:pt x="122" y="4521"/>
                </a:lnTo>
                <a:lnTo>
                  <a:pt x="223" y="4783"/>
                </a:lnTo>
                <a:lnTo>
                  <a:pt x="364" y="5025"/>
                </a:lnTo>
                <a:lnTo>
                  <a:pt x="525" y="5267"/>
                </a:lnTo>
                <a:lnTo>
                  <a:pt x="707" y="5489"/>
                </a:lnTo>
                <a:lnTo>
                  <a:pt x="969" y="5732"/>
                </a:lnTo>
                <a:lnTo>
                  <a:pt x="1252" y="5933"/>
                </a:lnTo>
                <a:lnTo>
                  <a:pt x="1554" y="6095"/>
                </a:lnTo>
                <a:lnTo>
                  <a:pt x="1877" y="6236"/>
                </a:lnTo>
                <a:lnTo>
                  <a:pt x="2200" y="6337"/>
                </a:lnTo>
                <a:lnTo>
                  <a:pt x="2523" y="6397"/>
                </a:lnTo>
                <a:lnTo>
                  <a:pt x="2866" y="6438"/>
                </a:lnTo>
                <a:lnTo>
                  <a:pt x="3189" y="6458"/>
                </a:lnTo>
                <a:lnTo>
                  <a:pt x="3593" y="6438"/>
                </a:lnTo>
                <a:lnTo>
                  <a:pt x="3976" y="6397"/>
                </a:lnTo>
                <a:lnTo>
                  <a:pt x="4360" y="6317"/>
                </a:lnTo>
                <a:lnTo>
                  <a:pt x="4723" y="6196"/>
                </a:lnTo>
                <a:lnTo>
                  <a:pt x="4985" y="6095"/>
                </a:lnTo>
                <a:lnTo>
                  <a:pt x="5227" y="5974"/>
                </a:lnTo>
                <a:lnTo>
                  <a:pt x="5490" y="5853"/>
                </a:lnTo>
                <a:lnTo>
                  <a:pt x="5712" y="5711"/>
                </a:lnTo>
                <a:lnTo>
                  <a:pt x="6176" y="5409"/>
                </a:lnTo>
                <a:lnTo>
                  <a:pt x="6620" y="5066"/>
                </a:lnTo>
                <a:lnTo>
                  <a:pt x="7023" y="4723"/>
                </a:lnTo>
                <a:lnTo>
                  <a:pt x="7407" y="4359"/>
                </a:lnTo>
                <a:lnTo>
                  <a:pt x="7750" y="3996"/>
                </a:lnTo>
                <a:lnTo>
                  <a:pt x="8073" y="3653"/>
                </a:lnTo>
                <a:lnTo>
                  <a:pt x="8335" y="3330"/>
                </a:lnTo>
                <a:lnTo>
                  <a:pt x="8597" y="3007"/>
                </a:lnTo>
                <a:lnTo>
                  <a:pt x="8860" y="2664"/>
                </a:lnTo>
                <a:lnTo>
                  <a:pt x="9082" y="2281"/>
                </a:lnTo>
                <a:lnTo>
                  <a:pt x="9263" y="1897"/>
                </a:lnTo>
                <a:lnTo>
                  <a:pt x="9324" y="1696"/>
                </a:lnTo>
                <a:lnTo>
                  <a:pt x="9405" y="1494"/>
                </a:lnTo>
                <a:lnTo>
                  <a:pt x="9445" y="1292"/>
                </a:lnTo>
                <a:lnTo>
                  <a:pt x="9465" y="1070"/>
                </a:lnTo>
                <a:lnTo>
                  <a:pt x="9485" y="868"/>
                </a:lnTo>
                <a:lnTo>
                  <a:pt x="9465" y="646"/>
                </a:lnTo>
                <a:lnTo>
                  <a:pt x="9445" y="444"/>
                </a:lnTo>
                <a:lnTo>
                  <a:pt x="9384" y="283"/>
                </a:lnTo>
                <a:lnTo>
                  <a:pt x="9304" y="162"/>
                </a:lnTo>
                <a:lnTo>
                  <a:pt x="9183" y="61"/>
                </a:lnTo>
                <a:lnTo>
                  <a:pt x="9082" y="21"/>
                </a:lnTo>
                <a:lnTo>
                  <a:pt x="8981" y="0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5" name="Google Shape;185;p3"/>
          <p:cNvSpPr/>
          <p:nvPr/>
        </p:nvSpPr>
        <p:spPr>
          <a:xfrm rot="3449335">
            <a:off x="2567386" y="-287123"/>
            <a:ext cx="130932" cy="390449"/>
          </a:xfrm>
          <a:custGeom>
            <a:rect b="b" l="l" r="r" t="t"/>
            <a:pathLst>
              <a:path extrusionOk="0" h="6984" w="2342">
                <a:moveTo>
                  <a:pt x="1494" y="82"/>
                </a:moveTo>
                <a:lnTo>
                  <a:pt x="1615" y="122"/>
                </a:lnTo>
                <a:lnTo>
                  <a:pt x="1716" y="162"/>
                </a:lnTo>
                <a:lnTo>
                  <a:pt x="1817" y="223"/>
                </a:lnTo>
                <a:lnTo>
                  <a:pt x="1897" y="304"/>
                </a:lnTo>
                <a:lnTo>
                  <a:pt x="1978" y="404"/>
                </a:lnTo>
                <a:lnTo>
                  <a:pt x="2039" y="485"/>
                </a:lnTo>
                <a:lnTo>
                  <a:pt x="2099" y="586"/>
                </a:lnTo>
                <a:lnTo>
                  <a:pt x="2160" y="707"/>
                </a:lnTo>
                <a:lnTo>
                  <a:pt x="2200" y="828"/>
                </a:lnTo>
                <a:lnTo>
                  <a:pt x="2240" y="1070"/>
                </a:lnTo>
                <a:lnTo>
                  <a:pt x="2261" y="1333"/>
                </a:lnTo>
                <a:lnTo>
                  <a:pt x="2261" y="1595"/>
                </a:lnTo>
                <a:lnTo>
                  <a:pt x="2240" y="2281"/>
                </a:lnTo>
                <a:lnTo>
                  <a:pt x="2180" y="2967"/>
                </a:lnTo>
                <a:lnTo>
                  <a:pt x="2059" y="3694"/>
                </a:lnTo>
                <a:lnTo>
                  <a:pt x="1897" y="4521"/>
                </a:lnTo>
                <a:lnTo>
                  <a:pt x="1837" y="4763"/>
                </a:lnTo>
                <a:lnTo>
                  <a:pt x="1776" y="5026"/>
                </a:lnTo>
                <a:lnTo>
                  <a:pt x="1675" y="5308"/>
                </a:lnTo>
                <a:lnTo>
                  <a:pt x="1554" y="5591"/>
                </a:lnTo>
                <a:lnTo>
                  <a:pt x="1413" y="5893"/>
                </a:lnTo>
                <a:lnTo>
                  <a:pt x="1231" y="6176"/>
                </a:lnTo>
                <a:lnTo>
                  <a:pt x="1030" y="6459"/>
                </a:lnTo>
                <a:lnTo>
                  <a:pt x="808" y="6741"/>
                </a:lnTo>
                <a:lnTo>
                  <a:pt x="707" y="6822"/>
                </a:lnTo>
                <a:lnTo>
                  <a:pt x="626" y="6862"/>
                </a:lnTo>
                <a:lnTo>
                  <a:pt x="566" y="6902"/>
                </a:lnTo>
                <a:lnTo>
                  <a:pt x="485" y="6882"/>
                </a:lnTo>
                <a:lnTo>
                  <a:pt x="444" y="6862"/>
                </a:lnTo>
                <a:lnTo>
                  <a:pt x="384" y="6822"/>
                </a:lnTo>
                <a:lnTo>
                  <a:pt x="303" y="6701"/>
                </a:lnTo>
                <a:lnTo>
                  <a:pt x="243" y="6539"/>
                </a:lnTo>
                <a:lnTo>
                  <a:pt x="182" y="6317"/>
                </a:lnTo>
                <a:lnTo>
                  <a:pt x="142" y="6055"/>
                </a:lnTo>
                <a:lnTo>
                  <a:pt x="101" y="5752"/>
                </a:lnTo>
                <a:lnTo>
                  <a:pt x="81" y="5086"/>
                </a:lnTo>
                <a:lnTo>
                  <a:pt x="81" y="4602"/>
                </a:lnTo>
                <a:lnTo>
                  <a:pt x="81" y="4097"/>
                </a:lnTo>
                <a:lnTo>
                  <a:pt x="101" y="3976"/>
                </a:lnTo>
                <a:lnTo>
                  <a:pt x="122" y="3310"/>
                </a:lnTo>
                <a:lnTo>
                  <a:pt x="162" y="2685"/>
                </a:lnTo>
                <a:lnTo>
                  <a:pt x="222" y="2100"/>
                </a:lnTo>
                <a:lnTo>
                  <a:pt x="283" y="1535"/>
                </a:lnTo>
                <a:lnTo>
                  <a:pt x="323" y="1353"/>
                </a:lnTo>
                <a:lnTo>
                  <a:pt x="384" y="1131"/>
                </a:lnTo>
                <a:lnTo>
                  <a:pt x="444" y="909"/>
                </a:lnTo>
                <a:lnTo>
                  <a:pt x="545" y="667"/>
                </a:lnTo>
                <a:lnTo>
                  <a:pt x="687" y="465"/>
                </a:lnTo>
                <a:lnTo>
                  <a:pt x="767" y="364"/>
                </a:lnTo>
                <a:lnTo>
                  <a:pt x="848" y="263"/>
                </a:lnTo>
                <a:lnTo>
                  <a:pt x="949" y="203"/>
                </a:lnTo>
                <a:lnTo>
                  <a:pt x="1070" y="142"/>
                </a:lnTo>
                <a:lnTo>
                  <a:pt x="1191" y="102"/>
                </a:lnTo>
                <a:lnTo>
                  <a:pt x="1312" y="82"/>
                </a:lnTo>
                <a:close/>
                <a:moveTo>
                  <a:pt x="1312" y="1"/>
                </a:moveTo>
                <a:lnTo>
                  <a:pt x="1171" y="21"/>
                </a:lnTo>
                <a:lnTo>
                  <a:pt x="1030" y="61"/>
                </a:lnTo>
                <a:lnTo>
                  <a:pt x="868" y="162"/>
                </a:lnTo>
                <a:lnTo>
                  <a:pt x="707" y="304"/>
                </a:lnTo>
                <a:lnTo>
                  <a:pt x="566" y="485"/>
                </a:lnTo>
                <a:lnTo>
                  <a:pt x="485" y="606"/>
                </a:lnTo>
                <a:lnTo>
                  <a:pt x="424" y="748"/>
                </a:lnTo>
                <a:lnTo>
                  <a:pt x="364" y="909"/>
                </a:lnTo>
                <a:lnTo>
                  <a:pt x="303" y="1091"/>
                </a:lnTo>
                <a:lnTo>
                  <a:pt x="263" y="1292"/>
                </a:lnTo>
                <a:lnTo>
                  <a:pt x="222" y="1514"/>
                </a:lnTo>
                <a:lnTo>
                  <a:pt x="142" y="2079"/>
                </a:lnTo>
                <a:lnTo>
                  <a:pt x="81" y="2685"/>
                </a:lnTo>
                <a:lnTo>
                  <a:pt x="41" y="3310"/>
                </a:lnTo>
                <a:lnTo>
                  <a:pt x="21" y="3976"/>
                </a:lnTo>
                <a:lnTo>
                  <a:pt x="1" y="4097"/>
                </a:lnTo>
                <a:lnTo>
                  <a:pt x="1" y="4602"/>
                </a:lnTo>
                <a:lnTo>
                  <a:pt x="1" y="5106"/>
                </a:lnTo>
                <a:lnTo>
                  <a:pt x="21" y="5752"/>
                </a:lnTo>
                <a:lnTo>
                  <a:pt x="61" y="6055"/>
                </a:lnTo>
                <a:lnTo>
                  <a:pt x="101" y="6337"/>
                </a:lnTo>
                <a:lnTo>
                  <a:pt x="142" y="6499"/>
                </a:lnTo>
                <a:lnTo>
                  <a:pt x="202" y="6680"/>
                </a:lnTo>
                <a:lnTo>
                  <a:pt x="263" y="6781"/>
                </a:lnTo>
                <a:lnTo>
                  <a:pt x="303" y="6862"/>
                </a:lnTo>
                <a:lnTo>
                  <a:pt x="384" y="6923"/>
                </a:lnTo>
                <a:lnTo>
                  <a:pt x="465" y="6963"/>
                </a:lnTo>
                <a:lnTo>
                  <a:pt x="525" y="6983"/>
                </a:lnTo>
                <a:lnTo>
                  <a:pt x="606" y="6963"/>
                </a:lnTo>
                <a:lnTo>
                  <a:pt x="687" y="6923"/>
                </a:lnTo>
                <a:lnTo>
                  <a:pt x="767" y="6882"/>
                </a:lnTo>
                <a:lnTo>
                  <a:pt x="868" y="6802"/>
                </a:lnTo>
                <a:lnTo>
                  <a:pt x="1090" y="6519"/>
                </a:lnTo>
                <a:lnTo>
                  <a:pt x="1292" y="6237"/>
                </a:lnTo>
                <a:lnTo>
                  <a:pt x="1474" y="5934"/>
                </a:lnTo>
                <a:lnTo>
                  <a:pt x="1615" y="5631"/>
                </a:lnTo>
                <a:lnTo>
                  <a:pt x="1736" y="5349"/>
                </a:lnTo>
                <a:lnTo>
                  <a:pt x="1837" y="5046"/>
                </a:lnTo>
                <a:lnTo>
                  <a:pt x="1918" y="4784"/>
                </a:lnTo>
                <a:lnTo>
                  <a:pt x="1978" y="4521"/>
                </a:lnTo>
                <a:lnTo>
                  <a:pt x="2140" y="3714"/>
                </a:lnTo>
                <a:lnTo>
                  <a:pt x="2261" y="2967"/>
                </a:lnTo>
                <a:lnTo>
                  <a:pt x="2321" y="2281"/>
                </a:lnTo>
                <a:lnTo>
                  <a:pt x="2341" y="1595"/>
                </a:lnTo>
                <a:lnTo>
                  <a:pt x="2341" y="1333"/>
                </a:lnTo>
                <a:lnTo>
                  <a:pt x="2321" y="1050"/>
                </a:lnTo>
                <a:lnTo>
                  <a:pt x="2261" y="788"/>
                </a:lnTo>
                <a:lnTo>
                  <a:pt x="2220" y="667"/>
                </a:lnTo>
                <a:lnTo>
                  <a:pt x="2180" y="546"/>
                </a:lnTo>
                <a:lnTo>
                  <a:pt x="2119" y="445"/>
                </a:lnTo>
                <a:lnTo>
                  <a:pt x="2039" y="324"/>
                </a:lnTo>
                <a:lnTo>
                  <a:pt x="1938" y="243"/>
                </a:lnTo>
                <a:lnTo>
                  <a:pt x="1837" y="142"/>
                </a:lnTo>
                <a:lnTo>
                  <a:pt x="1716" y="82"/>
                </a:lnTo>
                <a:lnTo>
                  <a:pt x="1595" y="21"/>
                </a:lnTo>
                <a:lnTo>
                  <a:pt x="1453" y="1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6" name="Google Shape;186;p3"/>
          <p:cNvSpPr/>
          <p:nvPr/>
        </p:nvSpPr>
        <p:spPr>
          <a:xfrm>
            <a:off x="13470249" y="372312"/>
            <a:ext cx="206522" cy="1040271"/>
          </a:xfrm>
          <a:custGeom>
            <a:rect b="b" l="l" r="r" t="t"/>
            <a:pathLst>
              <a:path extrusionOk="0" h="18607" w="3694">
                <a:moveTo>
                  <a:pt x="2160" y="0"/>
                </a:moveTo>
                <a:lnTo>
                  <a:pt x="2099" y="61"/>
                </a:lnTo>
                <a:lnTo>
                  <a:pt x="2281" y="283"/>
                </a:lnTo>
                <a:lnTo>
                  <a:pt x="2462" y="545"/>
                </a:lnTo>
                <a:lnTo>
                  <a:pt x="2624" y="787"/>
                </a:lnTo>
                <a:lnTo>
                  <a:pt x="2765" y="1050"/>
                </a:lnTo>
                <a:lnTo>
                  <a:pt x="2886" y="1292"/>
                </a:lnTo>
                <a:lnTo>
                  <a:pt x="3007" y="1554"/>
                </a:lnTo>
                <a:lnTo>
                  <a:pt x="3209" y="2079"/>
                </a:lnTo>
                <a:lnTo>
                  <a:pt x="3350" y="2604"/>
                </a:lnTo>
                <a:lnTo>
                  <a:pt x="3471" y="3108"/>
                </a:lnTo>
                <a:lnTo>
                  <a:pt x="3532" y="3592"/>
                </a:lnTo>
                <a:lnTo>
                  <a:pt x="3572" y="4036"/>
                </a:lnTo>
                <a:lnTo>
                  <a:pt x="3613" y="4581"/>
                </a:lnTo>
                <a:lnTo>
                  <a:pt x="3613" y="5126"/>
                </a:lnTo>
                <a:lnTo>
                  <a:pt x="3592" y="5671"/>
                </a:lnTo>
                <a:lnTo>
                  <a:pt x="3552" y="6216"/>
                </a:lnTo>
                <a:lnTo>
                  <a:pt x="3431" y="7285"/>
                </a:lnTo>
                <a:lnTo>
                  <a:pt x="3290" y="8355"/>
                </a:lnTo>
                <a:lnTo>
                  <a:pt x="2684" y="12734"/>
                </a:lnTo>
                <a:lnTo>
                  <a:pt x="2604" y="13360"/>
                </a:lnTo>
                <a:lnTo>
                  <a:pt x="2503" y="14026"/>
                </a:lnTo>
                <a:lnTo>
                  <a:pt x="2361" y="14712"/>
                </a:lnTo>
                <a:lnTo>
                  <a:pt x="2281" y="15055"/>
                </a:lnTo>
                <a:lnTo>
                  <a:pt x="2180" y="15398"/>
                </a:lnTo>
                <a:lnTo>
                  <a:pt x="2059" y="15741"/>
                </a:lnTo>
                <a:lnTo>
                  <a:pt x="1938" y="16084"/>
                </a:lnTo>
                <a:lnTo>
                  <a:pt x="1796" y="16407"/>
                </a:lnTo>
                <a:lnTo>
                  <a:pt x="1635" y="16730"/>
                </a:lnTo>
                <a:lnTo>
                  <a:pt x="1453" y="17053"/>
                </a:lnTo>
                <a:lnTo>
                  <a:pt x="1252" y="17355"/>
                </a:lnTo>
                <a:lnTo>
                  <a:pt x="1030" y="17638"/>
                </a:lnTo>
                <a:lnTo>
                  <a:pt x="787" y="17900"/>
                </a:lnTo>
                <a:lnTo>
                  <a:pt x="606" y="18082"/>
                </a:lnTo>
                <a:lnTo>
                  <a:pt x="404" y="18243"/>
                </a:lnTo>
                <a:lnTo>
                  <a:pt x="202" y="18384"/>
                </a:lnTo>
                <a:lnTo>
                  <a:pt x="0" y="18526"/>
                </a:lnTo>
                <a:lnTo>
                  <a:pt x="41" y="18606"/>
                </a:lnTo>
                <a:lnTo>
                  <a:pt x="263" y="18465"/>
                </a:lnTo>
                <a:lnTo>
                  <a:pt x="465" y="18304"/>
                </a:lnTo>
                <a:lnTo>
                  <a:pt x="666" y="18142"/>
                </a:lnTo>
                <a:lnTo>
                  <a:pt x="848" y="17961"/>
                </a:lnTo>
                <a:lnTo>
                  <a:pt x="1090" y="17678"/>
                </a:lnTo>
                <a:lnTo>
                  <a:pt x="1332" y="17396"/>
                </a:lnTo>
                <a:lnTo>
                  <a:pt x="1534" y="17093"/>
                </a:lnTo>
                <a:lnTo>
                  <a:pt x="1716" y="16790"/>
                </a:lnTo>
                <a:lnTo>
                  <a:pt x="1877" y="16447"/>
                </a:lnTo>
                <a:lnTo>
                  <a:pt x="2018" y="16124"/>
                </a:lnTo>
                <a:lnTo>
                  <a:pt x="2139" y="15781"/>
                </a:lnTo>
                <a:lnTo>
                  <a:pt x="2240" y="15438"/>
                </a:lnTo>
                <a:lnTo>
                  <a:pt x="2341" y="15075"/>
                </a:lnTo>
                <a:lnTo>
                  <a:pt x="2442" y="14732"/>
                </a:lnTo>
                <a:lnTo>
                  <a:pt x="2563" y="14046"/>
                </a:lnTo>
                <a:lnTo>
                  <a:pt x="2684" y="13380"/>
                </a:lnTo>
                <a:lnTo>
                  <a:pt x="2765" y="12734"/>
                </a:lnTo>
                <a:lnTo>
                  <a:pt x="3370" y="8375"/>
                </a:lnTo>
                <a:lnTo>
                  <a:pt x="3512" y="7306"/>
                </a:lnTo>
                <a:lnTo>
                  <a:pt x="3633" y="6216"/>
                </a:lnTo>
                <a:lnTo>
                  <a:pt x="3673" y="5671"/>
                </a:lnTo>
                <a:lnTo>
                  <a:pt x="3693" y="5126"/>
                </a:lnTo>
                <a:lnTo>
                  <a:pt x="3693" y="4581"/>
                </a:lnTo>
                <a:lnTo>
                  <a:pt x="3653" y="4036"/>
                </a:lnTo>
                <a:lnTo>
                  <a:pt x="3613" y="3572"/>
                </a:lnTo>
                <a:lnTo>
                  <a:pt x="3532" y="3088"/>
                </a:lnTo>
                <a:lnTo>
                  <a:pt x="3431" y="2583"/>
                </a:lnTo>
                <a:lnTo>
                  <a:pt x="3290" y="2059"/>
                </a:lnTo>
                <a:lnTo>
                  <a:pt x="3088" y="1534"/>
                </a:lnTo>
                <a:lnTo>
                  <a:pt x="2967" y="1272"/>
                </a:lnTo>
                <a:lnTo>
                  <a:pt x="2826" y="1009"/>
                </a:lnTo>
                <a:lnTo>
                  <a:pt x="2684" y="747"/>
                </a:lnTo>
                <a:lnTo>
                  <a:pt x="2523" y="485"/>
                </a:lnTo>
                <a:lnTo>
                  <a:pt x="2341" y="243"/>
                </a:lnTo>
                <a:lnTo>
                  <a:pt x="2160" y="0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7" name="Google Shape;187;p3"/>
          <p:cNvSpPr/>
          <p:nvPr/>
        </p:nvSpPr>
        <p:spPr>
          <a:xfrm>
            <a:off x="8905548" y="1936013"/>
            <a:ext cx="1826666" cy="1093271"/>
          </a:xfrm>
          <a:custGeom>
            <a:rect b="b" l="l" r="r" t="t"/>
            <a:pathLst>
              <a:path extrusionOk="0" h="19555" w="32673">
                <a:moveTo>
                  <a:pt x="4340" y="81"/>
                </a:moveTo>
                <a:lnTo>
                  <a:pt x="4622" y="101"/>
                </a:lnTo>
                <a:lnTo>
                  <a:pt x="4885" y="121"/>
                </a:lnTo>
                <a:lnTo>
                  <a:pt x="5167" y="161"/>
                </a:lnTo>
                <a:lnTo>
                  <a:pt x="5450" y="222"/>
                </a:lnTo>
                <a:lnTo>
                  <a:pt x="5712" y="283"/>
                </a:lnTo>
                <a:lnTo>
                  <a:pt x="6216" y="444"/>
                </a:lnTo>
                <a:lnTo>
                  <a:pt x="6640" y="626"/>
                </a:lnTo>
                <a:lnTo>
                  <a:pt x="7003" y="787"/>
                </a:lnTo>
                <a:lnTo>
                  <a:pt x="7266" y="928"/>
                </a:lnTo>
                <a:lnTo>
                  <a:pt x="7629" y="1130"/>
                </a:lnTo>
                <a:lnTo>
                  <a:pt x="7972" y="1352"/>
                </a:lnTo>
                <a:lnTo>
                  <a:pt x="8315" y="1594"/>
                </a:lnTo>
                <a:lnTo>
                  <a:pt x="8658" y="1836"/>
                </a:lnTo>
                <a:lnTo>
                  <a:pt x="9324" y="2341"/>
                </a:lnTo>
                <a:lnTo>
                  <a:pt x="9950" y="2866"/>
                </a:lnTo>
                <a:lnTo>
                  <a:pt x="10918" y="3632"/>
                </a:lnTo>
                <a:lnTo>
                  <a:pt x="11746" y="4258"/>
                </a:lnTo>
                <a:lnTo>
                  <a:pt x="12613" y="4843"/>
                </a:lnTo>
                <a:lnTo>
                  <a:pt x="13481" y="5388"/>
                </a:lnTo>
                <a:lnTo>
                  <a:pt x="14369" y="5913"/>
                </a:lnTo>
                <a:lnTo>
                  <a:pt x="15297" y="6397"/>
                </a:lnTo>
                <a:lnTo>
                  <a:pt x="16226" y="6861"/>
                </a:lnTo>
                <a:lnTo>
                  <a:pt x="17174" y="7285"/>
                </a:lnTo>
                <a:lnTo>
                  <a:pt x="18143" y="7709"/>
                </a:lnTo>
                <a:lnTo>
                  <a:pt x="19132" y="8092"/>
                </a:lnTo>
                <a:lnTo>
                  <a:pt x="20120" y="8476"/>
                </a:lnTo>
                <a:lnTo>
                  <a:pt x="21129" y="8839"/>
                </a:lnTo>
                <a:lnTo>
                  <a:pt x="22138" y="9182"/>
                </a:lnTo>
                <a:lnTo>
                  <a:pt x="23168" y="9505"/>
                </a:lnTo>
                <a:lnTo>
                  <a:pt x="24217" y="9848"/>
                </a:lnTo>
                <a:lnTo>
                  <a:pt x="26316" y="10473"/>
                </a:lnTo>
                <a:lnTo>
                  <a:pt x="26376" y="10494"/>
                </a:lnTo>
                <a:lnTo>
                  <a:pt x="27627" y="10877"/>
                </a:lnTo>
                <a:lnTo>
                  <a:pt x="28253" y="11079"/>
                </a:lnTo>
                <a:lnTo>
                  <a:pt x="28879" y="11301"/>
                </a:lnTo>
                <a:lnTo>
                  <a:pt x="29484" y="11523"/>
                </a:lnTo>
                <a:lnTo>
                  <a:pt x="30089" y="11805"/>
                </a:lnTo>
                <a:lnTo>
                  <a:pt x="30675" y="12088"/>
                </a:lnTo>
                <a:lnTo>
                  <a:pt x="31240" y="12411"/>
                </a:lnTo>
                <a:lnTo>
                  <a:pt x="31583" y="12633"/>
                </a:lnTo>
                <a:lnTo>
                  <a:pt x="31744" y="12754"/>
                </a:lnTo>
                <a:lnTo>
                  <a:pt x="31906" y="12895"/>
                </a:lnTo>
                <a:lnTo>
                  <a:pt x="32067" y="13036"/>
                </a:lnTo>
                <a:lnTo>
                  <a:pt x="32208" y="13198"/>
                </a:lnTo>
                <a:lnTo>
                  <a:pt x="32329" y="13379"/>
                </a:lnTo>
                <a:lnTo>
                  <a:pt x="32450" y="13581"/>
                </a:lnTo>
                <a:lnTo>
                  <a:pt x="32511" y="13763"/>
                </a:lnTo>
                <a:lnTo>
                  <a:pt x="32572" y="13965"/>
                </a:lnTo>
                <a:lnTo>
                  <a:pt x="32592" y="14166"/>
                </a:lnTo>
                <a:lnTo>
                  <a:pt x="32592" y="14368"/>
                </a:lnTo>
                <a:lnTo>
                  <a:pt x="32551" y="14570"/>
                </a:lnTo>
                <a:lnTo>
                  <a:pt x="32471" y="14772"/>
                </a:lnTo>
                <a:lnTo>
                  <a:pt x="32370" y="14953"/>
                </a:lnTo>
                <a:lnTo>
                  <a:pt x="32289" y="15034"/>
                </a:lnTo>
                <a:lnTo>
                  <a:pt x="32208" y="15095"/>
                </a:lnTo>
                <a:lnTo>
                  <a:pt x="32067" y="15196"/>
                </a:lnTo>
                <a:lnTo>
                  <a:pt x="31926" y="15256"/>
                </a:lnTo>
                <a:lnTo>
                  <a:pt x="31764" y="15317"/>
                </a:lnTo>
                <a:lnTo>
                  <a:pt x="31603" y="15337"/>
                </a:lnTo>
                <a:lnTo>
                  <a:pt x="31421" y="15357"/>
                </a:lnTo>
                <a:lnTo>
                  <a:pt x="31240" y="15377"/>
                </a:lnTo>
                <a:lnTo>
                  <a:pt x="30876" y="15357"/>
                </a:lnTo>
                <a:lnTo>
                  <a:pt x="29625" y="15276"/>
                </a:lnTo>
                <a:lnTo>
                  <a:pt x="28354" y="15196"/>
                </a:lnTo>
                <a:lnTo>
                  <a:pt x="25872" y="14974"/>
                </a:lnTo>
                <a:lnTo>
                  <a:pt x="24116" y="14832"/>
                </a:lnTo>
                <a:lnTo>
                  <a:pt x="22360" y="14691"/>
                </a:lnTo>
                <a:lnTo>
                  <a:pt x="20585" y="14590"/>
                </a:lnTo>
                <a:lnTo>
                  <a:pt x="19697" y="14550"/>
                </a:lnTo>
                <a:lnTo>
                  <a:pt x="18809" y="14530"/>
                </a:lnTo>
                <a:lnTo>
                  <a:pt x="17073" y="14530"/>
                </a:lnTo>
                <a:lnTo>
                  <a:pt x="16226" y="14570"/>
                </a:lnTo>
                <a:lnTo>
                  <a:pt x="15398" y="14631"/>
                </a:lnTo>
                <a:lnTo>
                  <a:pt x="14591" y="14691"/>
                </a:lnTo>
                <a:lnTo>
                  <a:pt x="13824" y="14792"/>
                </a:lnTo>
                <a:lnTo>
                  <a:pt x="13057" y="14893"/>
                </a:lnTo>
                <a:lnTo>
                  <a:pt x="12311" y="15034"/>
                </a:lnTo>
                <a:lnTo>
                  <a:pt x="11584" y="15175"/>
                </a:lnTo>
                <a:lnTo>
                  <a:pt x="10878" y="15337"/>
                </a:lnTo>
                <a:lnTo>
                  <a:pt x="10192" y="15539"/>
                </a:lnTo>
                <a:lnTo>
                  <a:pt x="9526" y="15740"/>
                </a:lnTo>
                <a:lnTo>
                  <a:pt x="8880" y="15962"/>
                </a:lnTo>
                <a:lnTo>
                  <a:pt x="8255" y="16205"/>
                </a:lnTo>
                <a:lnTo>
                  <a:pt x="7629" y="16487"/>
                </a:lnTo>
                <a:lnTo>
                  <a:pt x="7024" y="16770"/>
                </a:lnTo>
                <a:lnTo>
                  <a:pt x="6539" y="17012"/>
                </a:lnTo>
                <a:lnTo>
                  <a:pt x="6055" y="17294"/>
                </a:lnTo>
                <a:lnTo>
                  <a:pt x="5086" y="17839"/>
                </a:lnTo>
                <a:lnTo>
                  <a:pt x="4441" y="18202"/>
                </a:lnTo>
                <a:lnTo>
                  <a:pt x="3775" y="18586"/>
                </a:lnTo>
                <a:lnTo>
                  <a:pt x="3089" y="18929"/>
                </a:lnTo>
                <a:lnTo>
                  <a:pt x="2382" y="19252"/>
                </a:lnTo>
                <a:lnTo>
                  <a:pt x="2160" y="19353"/>
                </a:lnTo>
                <a:lnTo>
                  <a:pt x="1918" y="19413"/>
                </a:lnTo>
                <a:lnTo>
                  <a:pt x="1676" y="19454"/>
                </a:lnTo>
                <a:lnTo>
                  <a:pt x="1434" y="19454"/>
                </a:lnTo>
                <a:lnTo>
                  <a:pt x="1333" y="19413"/>
                </a:lnTo>
                <a:lnTo>
                  <a:pt x="1212" y="19373"/>
                </a:lnTo>
                <a:lnTo>
                  <a:pt x="1030" y="19272"/>
                </a:lnTo>
                <a:lnTo>
                  <a:pt x="869" y="19111"/>
                </a:lnTo>
                <a:lnTo>
                  <a:pt x="748" y="18949"/>
                </a:lnTo>
                <a:lnTo>
                  <a:pt x="627" y="18788"/>
                </a:lnTo>
                <a:lnTo>
                  <a:pt x="546" y="18606"/>
                </a:lnTo>
                <a:lnTo>
                  <a:pt x="425" y="18324"/>
                </a:lnTo>
                <a:lnTo>
                  <a:pt x="324" y="18001"/>
                </a:lnTo>
                <a:lnTo>
                  <a:pt x="263" y="17678"/>
                </a:lnTo>
                <a:lnTo>
                  <a:pt x="203" y="17335"/>
                </a:lnTo>
                <a:lnTo>
                  <a:pt x="162" y="16992"/>
                </a:lnTo>
                <a:lnTo>
                  <a:pt x="122" y="16326"/>
                </a:lnTo>
                <a:lnTo>
                  <a:pt x="102" y="15660"/>
                </a:lnTo>
                <a:lnTo>
                  <a:pt x="102" y="14368"/>
                </a:lnTo>
                <a:lnTo>
                  <a:pt x="82" y="13137"/>
                </a:lnTo>
                <a:lnTo>
                  <a:pt x="102" y="11947"/>
                </a:lnTo>
                <a:lnTo>
                  <a:pt x="122" y="10756"/>
                </a:lnTo>
                <a:lnTo>
                  <a:pt x="203" y="9485"/>
                </a:lnTo>
                <a:lnTo>
                  <a:pt x="324" y="8274"/>
                </a:lnTo>
                <a:lnTo>
                  <a:pt x="405" y="7689"/>
                </a:lnTo>
                <a:lnTo>
                  <a:pt x="485" y="7124"/>
                </a:lnTo>
                <a:lnTo>
                  <a:pt x="586" y="6579"/>
                </a:lnTo>
                <a:lnTo>
                  <a:pt x="687" y="6054"/>
                </a:lnTo>
                <a:lnTo>
                  <a:pt x="808" y="5529"/>
                </a:lnTo>
                <a:lnTo>
                  <a:pt x="929" y="5025"/>
                </a:lnTo>
                <a:lnTo>
                  <a:pt x="1071" y="4541"/>
                </a:lnTo>
                <a:lnTo>
                  <a:pt x="1232" y="4056"/>
                </a:lnTo>
                <a:lnTo>
                  <a:pt x="1393" y="3592"/>
                </a:lnTo>
                <a:lnTo>
                  <a:pt x="1555" y="3128"/>
                </a:lnTo>
                <a:lnTo>
                  <a:pt x="1736" y="2684"/>
                </a:lnTo>
                <a:lnTo>
                  <a:pt x="1938" y="2260"/>
                </a:lnTo>
                <a:lnTo>
                  <a:pt x="2039" y="2038"/>
                </a:lnTo>
                <a:lnTo>
                  <a:pt x="2301" y="1493"/>
                </a:lnTo>
                <a:lnTo>
                  <a:pt x="2463" y="1231"/>
                </a:lnTo>
                <a:lnTo>
                  <a:pt x="2624" y="969"/>
                </a:lnTo>
                <a:lnTo>
                  <a:pt x="2806" y="727"/>
                </a:lnTo>
                <a:lnTo>
                  <a:pt x="3008" y="525"/>
                </a:lnTo>
                <a:lnTo>
                  <a:pt x="3129" y="444"/>
                </a:lnTo>
                <a:lnTo>
                  <a:pt x="3250" y="363"/>
                </a:lnTo>
                <a:lnTo>
                  <a:pt x="3391" y="283"/>
                </a:lnTo>
                <a:lnTo>
                  <a:pt x="3532" y="222"/>
                </a:lnTo>
                <a:lnTo>
                  <a:pt x="3795" y="161"/>
                </a:lnTo>
                <a:lnTo>
                  <a:pt x="4057" y="101"/>
                </a:lnTo>
                <a:lnTo>
                  <a:pt x="4340" y="81"/>
                </a:lnTo>
                <a:close/>
                <a:moveTo>
                  <a:pt x="4360" y="0"/>
                </a:moveTo>
                <a:lnTo>
                  <a:pt x="3997" y="40"/>
                </a:lnTo>
                <a:lnTo>
                  <a:pt x="3714" y="81"/>
                </a:lnTo>
                <a:lnTo>
                  <a:pt x="3492" y="161"/>
                </a:lnTo>
                <a:lnTo>
                  <a:pt x="3351" y="222"/>
                </a:lnTo>
                <a:lnTo>
                  <a:pt x="3210" y="283"/>
                </a:lnTo>
                <a:lnTo>
                  <a:pt x="3089" y="363"/>
                </a:lnTo>
                <a:lnTo>
                  <a:pt x="2967" y="464"/>
                </a:lnTo>
                <a:lnTo>
                  <a:pt x="2745" y="666"/>
                </a:lnTo>
                <a:lnTo>
                  <a:pt x="2564" y="908"/>
                </a:lnTo>
                <a:lnTo>
                  <a:pt x="2382" y="1170"/>
                </a:lnTo>
                <a:lnTo>
                  <a:pt x="2241" y="1453"/>
                </a:lnTo>
                <a:lnTo>
                  <a:pt x="1958" y="2018"/>
                </a:lnTo>
                <a:lnTo>
                  <a:pt x="1878" y="2220"/>
                </a:lnTo>
                <a:lnTo>
                  <a:pt x="1676" y="2664"/>
                </a:lnTo>
                <a:lnTo>
                  <a:pt x="1494" y="3108"/>
                </a:lnTo>
                <a:lnTo>
                  <a:pt x="1313" y="3552"/>
                </a:lnTo>
                <a:lnTo>
                  <a:pt x="1151" y="4036"/>
                </a:lnTo>
                <a:lnTo>
                  <a:pt x="990" y="4500"/>
                </a:lnTo>
                <a:lnTo>
                  <a:pt x="849" y="5005"/>
                </a:lnTo>
                <a:lnTo>
                  <a:pt x="727" y="5509"/>
                </a:lnTo>
                <a:lnTo>
                  <a:pt x="606" y="6034"/>
                </a:lnTo>
                <a:lnTo>
                  <a:pt x="505" y="6559"/>
                </a:lnTo>
                <a:lnTo>
                  <a:pt x="405" y="7103"/>
                </a:lnTo>
                <a:lnTo>
                  <a:pt x="324" y="7668"/>
                </a:lnTo>
                <a:lnTo>
                  <a:pt x="243" y="8254"/>
                </a:lnTo>
                <a:lnTo>
                  <a:pt x="122" y="9464"/>
                </a:lnTo>
                <a:lnTo>
                  <a:pt x="41" y="10756"/>
                </a:lnTo>
                <a:lnTo>
                  <a:pt x="21" y="11947"/>
                </a:lnTo>
                <a:lnTo>
                  <a:pt x="1" y="13137"/>
                </a:lnTo>
                <a:lnTo>
                  <a:pt x="21" y="14368"/>
                </a:lnTo>
                <a:lnTo>
                  <a:pt x="21" y="15660"/>
                </a:lnTo>
                <a:lnTo>
                  <a:pt x="41" y="16326"/>
                </a:lnTo>
                <a:lnTo>
                  <a:pt x="82" y="17012"/>
                </a:lnTo>
                <a:lnTo>
                  <a:pt x="122" y="17355"/>
                </a:lnTo>
                <a:lnTo>
                  <a:pt x="183" y="17678"/>
                </a:lnTo>
                <a:lnTo>
                  <a:pt x="263" y="18021"/>
                </a:lnTo>
                <a:lnTo>
                  <a:pt x="344" y="18344"/>
                </a:lnTo>
                <a:lnTo>
                  <a:pt x="405" y="18505"/>
                </a:lnTo>
                <a:lnTo>
                  <a:pt x="485" y="18687"/>
                </a:lnTo>
                <a:lnTo>
                  <a:pt x="586" y="18868"/>
                </a:lnTo>
                <a:lnTo>
                  <a:pt x="707" y="19030"/>
                </a:lnTo>
                <a:lnTo>
                  <a:pt x="849" y="19211"/>
                </a:lnTo>
                <a:lnTo>
                  <a:pt x="1010" y="19353"/>
                </a:lnTo>
                <a:lnTo>
                  <a:pt x="1192" y="19454"/>
                </a:lnTo>
                <a:lnTo>
                  <a:pt x="1313" y="19494"/>
                </a:lnTo>
                <a:lnTo>
                  <a:pt x="1414" y="19534"/>
                </a:lnTo>
                <a:lnTo>
                  <a:pt x="1615" y="19555"/>
                </a:lnTo>
                <a:lnTo>
                  <a:pt x="1817" y="19534"/>
                </a:lnTo>
                <a:lnTo>
                  <a:pt x="2039" y="19474"/>
                </a:lnTo>
                <a:lnTo>
                  <a:pt x="2241" y="19413"/>
                </a:lnTo>
                <a:lnTo>
                  <a:pt x="2423" y="19333"/>
                </a:lnTo>
                <a:lnTo>
                  <a:pt x="3129" y="19010"/>
                </a:lnTo>
                <a:lnTo>
                  <a:pt x="3795" y="18646"/>
                </a:lnTo>
                <a:lnTo>
                  <a:pt x="4481" y="18283"/>
                </a:lnTo>
                <a:lnTo>
                  <a:pt x="5127" y="17900"/>
                </a:lnTo>
                <a:lnTo>
                  <a:pt x="6095" y="17355"/>
                </a:lnTo>
                <a:lnTo>
                  <a:pt x="6580" y="17093"/>
                </a:lnTo>
                <a:lnTo>
                  <a:pt x="7064" y="16830"/>
                </a:lnTo>
                <a:lnTo>
                  <a:pt x="7669" y="16548"/>
                </a:lnTo>
                <a:lnTo>
                  <a:pt x="8275" y="16285"/>
                </a:lnTo>
                <a:lnTo>
                  <a:pt x="8900" y="16043"/>
                </a:lnTo>
                <a:lnTo>
                  <a:pt x="9566" y="15821"/>
                </a:lnTo>
                <a:lnTo>
                  <a:pt x="10232" y="15619"/>
                </a:lnTo>
                <a:lnTo>
                  <a:pt x="10898" y="15418"/>
                </a:lnTo>
                <a:lnTo>
                  <a:pt x="11604" y="15256"/>
                </a:lnTo>
                <a:lnTo>
                  <a:pt x="12331" y="15115"/>
                </a:lnTo>
                <a:lnTo>
                  <a:pt x="13078" y="14974"/>
                </a:lnTo>
                <a:lnTo>
                  <a:pt x="13824" y="14873"/>
                </a:lnTo>
                <a:lnTo>
                  <a:pt x="14611" y="14772"/>
                </a:lnTo>
                <a:lnTo>
                  <a:pt x="15419" y="14711"/>
                </a:lnTo>
                <a:lnTo>
                  <a:pt x="16226" y="14651"/>
                </a:lnTo>
                <a:lnTo>
                  <a:pt x="17073" y="14610"/>
                </a:lnTo>
                <a:lnTo>
                  <a:pt x="18809" y="14610"/>
                </a:lnTo>
                <a:lnTo>
                  <a:pt x="19697" y="14631"/>
                </a:lnTo>
                <a:lnTo>
                  <a:pt x="20585" y="14671"/>
                </a:lnTo>
                <a:lnTo>
                  <a:pt x="22360" y="14772"/>
                </a:lnTo>
                <a:lnTo>
                  <a:pt x="24116" y="14913"/>
                </a:lnTo>
                <a:lnTo>
                  <a:pt x="25852" y="15054"/>
                </a:lnTo>
                <a:lnTo>
                  <a:pt x="28354" y="15276"/>
                </a:lnTo>
                <a:lnTo>
                  <a:pt x="29605" y="15357"/>
                </a:lnTo>
                <a:lnTo>
                  <a:pt x="30876" y="15438"/>
                </a:lnTo>
                <a:lnTo>
                  <a:pt x="31240" y="15458"/>
                </a:lnTo>
                <a:lnTo>
                  <a:pt x="31441" y="15438"/>
                </a:lnTo>
                <a:lnTo>
                  <a:pt x="31623" y="15418"/>
                </a:lnTo>
                <a:lnTo>
                  <a:pt x="31785" y="15397"/>
                </a:lnTo>
                <a:lnTo>
                  <a:pt x="31966" y="15337"/>
                </a:lnTo>
                <a:lnTo>
                  <a:pt x="32128" y="15256"/>
                </a:lnTo>
                <a:lnTo>
                  <a:pt x="32269" y="15155"/>
                </a:lnTo>
                <a:lnTo>
                  <a:pt x="32350" y="15075"/>
                </a:lnTo>
                <a:lnTo>
                  <a:pt x="32430" y="14994"/>
                </a:lnTo>
                <a:lnTo>
                  <a:pt x="32551" y="14812"/>
                </a:lnTo>
                <a:lnTo>
                  <a:pt x="32612" y="14610"/>
                </a:lnTo>
                <a:lnTo>
                  <a:pt x="32672" y="14388"/>
                </a:lnTo>
                <a:lnTo>
                  <a:pt x="32672" y="14166"/>
                </a:lnTo>
                <a:lnTo>
                  <a:pt x="32652" y="13944"/>
                </a:lnTo>
                <a:lnTo>
                  <a:pt x="32592" y="13743"/>
                </a:lnTo>
                <a:lnTo>
                  <a:pt x="32511" y="13541"/>
                </a:lnTo>
                <a:lnTo>
                  <a:pt x="32410" y="13339"/>
                </a:lnTo>
                <a:lnTo>
                  <a:pt x="32269" y="13157"/>
                </a:lnTo>
                <a:lnTo>
                  <a:pt x="32128" y="12996"/>
                </a:lnTo>
                <a:lnTo>
                  <a:pt x="31966" y="12835"/>
                </a:lnTo>
                <a:lnTo>
                  <a:pt x="31805" y="12693"/>
                </a:lnTo>
                <a:lnTo>
                  <a:pt x="31623" y="12572"/>
                </a:lnTo>
                <a:lnTo>
                  <a:pt x="31280" y="12350"/>
                </a:lnTo>
                <a:lnTo>
                  <a:pt x="30715" y="12027"/>
                </a:lnTo>
                <a:lnTo>
                  <a:pt x="30130" y="11725"/>
                </a:lnTo>
                <a:lnTo>
                  <a:pt x="29524" y="11462"/>
                </a:lnTo>
                <a:lnTo>
                  <a:pt x="28919" y="11220"/>
                </a:lnTo>
                <a:lnTo>
                  <a:pt x="28293" y="10998"/>
                </a:lnTo>
                <a:lnTo>
                  <a:pt x="27648" y="10796"/>
                </a:lnTo>
                <a:lnTo>
                  <a:pt x="26396" y="10413"/>
                </a:lnTo>
                <a:lnTo>
                  <a:pt x="26336" y="10393"/>
                </a:lnTo>
                <a:lnTo>
                  <a:pt x="24237" y="9767"/>
                </a:lnTo>
                <a:lnTo>
                  <a:pt x="23208" y="9444"/>
                </a:lnTo>
                <a:lnTo>
                  <a:pt x="22179" y="9101"/>
                </a:lnTo>
                <a:lnTo>
                  <a:pt x="21170" y="8758"/>
                </a:lnTo>
                <a:lnTo>
                  <a:pt x="20161" y="8395"/>
                </a:lnTo>
                <a:lnTo>
                  <a:pt x="19152" y="8032"/>
                </a:lnTo>
                <a:lnTo>
                  <a:pt x="18183" y="7628"/>
                </a:lnTo>
                <a:lnTo>
                  <a:pt x="17215" y="7224"/>
                </a:lnTo>
                <a:lnTo>
                  <a:pt x="16266" y="6781"/>
                </a:lnTo>
                <a:lnTo>
                  <a:pt x="15338" y="6316"/>
                </a:lnTo>
                <a:lnTo>
                  <a:pt x="14410" y="5832"/>
                </a:lnTo>
                <a:lnTo>
                  <a:pt x="13522" y="5328"/>
                </a:lnTo>
                <a:lnTo>
                  <a:pt x="12654" y="4783"/>
                </a:lnTo>
                <a:lnTo>
                  <a:pt x="11806" y="4197"/>
                </a:lnTo>
                <a:lnTo>
                  <a:pt x="10979" y="3572"/>
                </a:lnTo>
                <a:lnTo>
                  <a:pt x="10010" y="2805"/>
                </a:lnTo>
                <a:lnTo>
                  <a:pt x="9365" y="2280"/>
                </a:lnTo>
                <a:lnTo>
                  <a:pt x="8699" y="1776"/>
                </a:lnTo>
                <a:lnTo>
                  <a:pt x="8356" y="1514"/>
                </a:lnTo>
                <a:lnTo>
                  <a:pt x="8012" y="1292"/>
                </a:lnTo>
                <a:lnTo>
                  <a:pt x="7669" y="1070"/>
                </a:lnTo>
                <a:lnTo>
                  <a:pt x="7306" y="848"/>
                </a:lnTo>
                <a:lnTo>
                  <a:pt x="6923" y="666"/>
                </a:lnTo>
                <a:lnTo>
                  <a:pt x="6559" y="505"/>
                </a:lnTo>
                <a:lnTo>
                  <a:pt x="6216" y="363"/>
                </a:lnTo>
                <a:lnTo>
                  <a:pt x="5894" y="242"/>
                </a:lnTo>
                <a:lnTo>
                  <a:pt x="5591" y="161"/>
                </a:lnTo>
                <a:lnTo>
                  <a:pt x="5308" y="101"/>
                </a:lnTo>
                <a:lnTo>
                  <a:pt x="5046" y="61"/>
                </a:lnTo>
                <a:lnTo>
                  <a:pt x="4804" y="20"/>
                </a:lnTo>
                <a:lnTo>
                  <a:pt x="4562" y="0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8" name="Google Shape;188;p3"/>
          <p:cNvSpPr/>
          <p:nvPr/>
        </p:nvSpPr>
        <p:spPr>
          <a:xfrm>
            <a:off x="9054482" y="2190947"/>
            <a:ext cx="794334" cy="541632"/>
          </a:xfrm>
          <a:custGeom>
            <a:rect b="b" l="l" r="r" t="t"/>
            <a:pathLst>
              <a:path extrusionOk="0" h="9688" w="14208">
                <a:moveTo>
                  <a:pt x="2765" y="81"/>
                </a:moveTo>
                <a:lnTo>
                  <a:pt x="2967" y="142"/>
                </a:lnTo>
                <a:lnTo>
                  <a:pt x="3189" y="223"/>
                </a:lnTo>
                <a:lnTo>
                  <a:pt x="3431" y="324"/>
                </a:lnTo>
                <a:lnTo>
                  <a:pt x="3694" y="465"/>
                </a:lnTo>
                <a:lnTo>
                  <a:pt x="3956" y="626"/>
                </a:lnTo>
                <a:lnTo>
                  <a:pt x="4218" y="828"/>
                </a:lnTo>
                <a:lnTo>
                  <a:pt x="4501" y="1070"/>
                </a:lnTo>
                <a:lnTo>
                  <a:pt x="5005" y="1474"/>
                </a:lnTo>
                <a:lnTo>
                  <a:pt x="5510" y="1837"/>
                </a:lnTo>
                <a:lnTo>
                  <a:pt x="6055" y="2200"/>
                </a:lnTo>
                <a:lnTo>
                  <a:pt x="6600" y="2523"/>
                </a:lnTo>
                <a:lnTo>
                  <a:pt x="7165" y="2826"/>
                </a:lnTo>
                <a:lnTo>
                  <a:pt x="7750" y="3088"/>
                </a:lnTo>
                <a:lnTo>
                  <a:pt x="8335" y="3330"/>
                </a:lnTo>
                <a:lnTo>
                  <a:pt x="8940" y="3532"/>
                </a:lnTo>
                <a:lnTo>
                  <a:pt x="9566" y="3714"/>
                </a:lnTo>
                <a:lnTo>
                  <a:pt x="10171" y="3895"/>
                </a:lnTo>
                <a:lnTo>
                  <a:pt x="11140" y="4158"/>
                </a:lnTo>
                <a:lnTo>
                  <a:pt x="11624" y="4319"/>
                </a:lnTo>
                <a:lnTo>
                  <a:pt x="12089" y="4481"/>
                </a:lnTo>
                <a:lnTo>
                  <a:pt x="12533" y="4683"/>
                </a:lnTo>
                <a:lnTo>
                  <a:pt x="12956" y="4904"/>
                </a:lnTo>
                <a:lnTo>
                  <a:pt x="13178" y="5046"/>
                </a:lnTo>
                <a:lnTo>
                  <a:pt x="13380" y="5167"/>
                </a:lnTo>
                <a:lnTo>
                  <a:pt x="13562" y="5328"/>
                </a:lnTo>
                <a:lnTo>
                  <a:pt x="13764" y="5490"/>
                </a:lnTo>
                <a:lnTo>
                  <a:pt x="13945" y="5671"/>
                </a:lnTo>
                <a:lnTo>
                  <a:pt x="14066" y="5853"/>
                </a:lnTo>
                <a:lnTo>
                  <a:pt x="14086" y="5934"/>
                </a:lnTo>
                <a:lnTo>
                  <a:pt x="14127" y="6014"/>
                </a:lnTo>
                <a:lnTo>
                  <a:pt x="14127" y="6095"/>
                </a:lnTo>
                <a:lnTo>
                  <a:pt x="14127" y="6176"/>
                </a:lnTo>
                <a:lnTo>
                  <a:pt x="14086" y="6317"/>
                </a:lnTo>
                <a:lnTo>
                  <a:pt x="14006" y="6458"/>
                </a:lnTo>
                <a:lnTo>
                  <a:pt x="13864" y="6579"/>
                </a:lnTo>
                <a:lnTo>
                  <a:pt x="13683" y="6721"/>
                </a:lnTo>
                <a:lnTo>
                  <a:pt x="13461" y="6842"/>
                </a:lnTo>
                <a:lnTo>
                  <a:pt x="13239" y="6963"/>
                </a:lnTo>
                <a:lnTo>
                  <a:pt x="12997" y="7064"/>
                </a:lnTo>
                <a:lnTo>
                  <a:pt x="12755" y="7165"/>
                </a:lnTo>
                <a:lnTo>
                  <a:pt x="12512" y="7225"/>
                </a:lnTo>
                <a:lnTo>
                  <a:pt x="12270" y="7286"/>
                </a:lnTo>
                <a:lnTo>
                  <a:pt x="11766" y="7387"/>
                </a:lnTo>
                <a:lnTo>
                  <a:pt x="11261" y="7447"/>
                </a:lnTo>
                <a:lnTo>
                  <a:pt x="10716" y="7467"/>
                </a:lnTo>
                <a:lnTo>
                  <a:pt x="9647" y="7488"/>
                </a:lnTo>
                <a:lnTo>
                  <a:pt x="8940" y="7508"/>
                </a:lnTo>
                <a:lnTo>
                  <a:pt x="8234" y="7528"/>
                </a:lnTo>
                <a:lnTo>
                  <a:pt x="7891" y="7548"/>
                </a:lnTo>
                <a:lnTo>
                  <a:pt x="7548" y="7588"/>
                </a:lnTo>
                <a:lnTo>
                  <a:pt x="7205" y="7649"/>
                </a:lnTo>
                <a:lnTo>
                  <a:pt x="6862" y="7710"/>
                </a:lnTo>
                <a:lnTo>
                  <a:pt x="6559" y="7790"/>
                </a:lnTo>
                <a:lnTo>
                  <a:pt x="6236" y="7891"/>
                </a:lnTo>
                <a:lnTo>
                  <a:pt x="5651" y="8113"/>
                </a:lnTo>
                <a:lnTo>
                  <a:pt x="5066" y="8375"/>
                </a:lnTo>
                <a:lnTo>
                  <a:pt x="4501" y="8658"/>
                </a:lnTo>
                <a:lnTo>
                  <a:pt x="3653" y="9041"/>
                </a:lnTo>
                <a:lnTo>
                  <a:pt x="3209" y="9223"/>
                </a:lnTo>
                <a:lnTo>
                  <a:pt x="2786" y="9384"/>
                </a:lnTo>
                <a:lnTo>
                  <a:pt x="2483" y="9485"/>
                </a:lnTo>
                <a:lnTo>
                  <a:pt x="2221" y="9546"/>
                </a:lnTo>
                <a:lnTo>
                  <a:pt x="1978" y="9586"/>
                </a:lnTo>
                <a:lnTo>
                  <a:pt x="1756" y="9606"/>
                </a:lnTo>
                <a:lnTo>
                  <a:pt x="1555" y="9606"/>
                </a:lnTo>
                <a:lnTo>
                  <a:pt x="1373" y="9586"/>
                </a:lnTo>
                <a:lnTo>
                  <a:pt x="1212" y="9566"/>
                </a:lnTo>
                <a:lnTo>
                  <a:pt x="1070" y="9526"/>
                </a:lnTo>
                <a:lnTo>
                  <a:pt x="929" y="9465"/>
                </a:lnTo>
                <a:lnTo>
                  <a:pt x="808" y="9405"/>
                </a:lnTo>
                <a:lnTo>
                  <a:pt x="626" y="9284"/>
                </a:lnTo>
                <a:lnTo>
                  <a:pt x="485" y="9162"/>
                </a:lnTo>
                <a:lnTo>
                  <a:pt x="404" y="9082"/>
                </a:lnTo>
                <a:lnTo>
                  <a:pt x="303" y="8920"/>
                </a:lnTo>
                <a:lnTo>
                  <a:pt x="243" y="8759"/>
                </a:lnTo>
                <a:lnTo>
                  <a:pt x="182" y="8597"/>
                </a:lnTo>
                <a:lnTo>
                  <a:pt x="142" y="8436"/>
                </a:lnTo>
                <a:lnTo>
                  <a:pt x="102" y="8073"/>
                </a:lnTo>
                <a:lnTo>
                  <a:pt x="81" y="7730"/>
                </a:lnTo>
                <a:lnTo>
                  <a:pt x="102" y="6983"/>
                </a:lnTo>
                <a:lnTo>
                  <a:pt x="142" y="6236"/>
                </a:lnTo>
                <a:lnTo>
                  <a:pt x="243" y="5470"/>
                </a:lnTo>
                <a:lnTo>
                  <a:pt x="364" y="4703"/>
                </a:lnTo>
                <a:lnTo>
                  <a:pt x="525" y="3895"/>
                </a:lnTo>
                <a:lnTo>
                  <a:pt x="727" y="3068"/>
                </a:lnTo>
                <a:lnTo>
                  <a:pt x="990" y="2200"/>
                </a:lnTo>
                <a:lnTo>
                  <a:pt x="1272" y="1292"/>
                </a:lnTo>
                <a:lnTo>
                  <a:pt x="1373" y="1050"/>
                </a:lnTo>
                <a:lnTo>
                  <a:pt x="1454" y="848"/>
                </a:lnTo>
                <a:lnTo>
                  <a:pt x="1575" y="667"/>
                </a:lnTo>
                <a:lnTo>
                  <a:pt x="1696" y="505"/>
                </a:lnTo>
                <a:lnTo>
                  <a:pt x="1817" y="364"/>
                </a:lnTo>
                <a:lnTo>
                  <a:pt x="1958" y="263"/>
                </a:lnTo>
                <a:lnTo>
                  <a:pt x="2099" y="162"/>
                </a:lnTo>
                <a:lnTo>
                  <a:pt x="2261" y="122"/>
                </a:lnTo>
                <a:lnTo>
                  <a:pt x="2402" y="81"/>
                </a:lnTo>
                <a:close/>
                <a:moveTo>
                  <a:pt x="2463" y="1"/>
                </a:moveTo>
                <a:lnTo>
                  <a:pt x="2241" y="41"/>
                </a:lnTo>
                <a:lnTo>
                  <a:pt x="2079" y="102"/>
                </a:lnTo>
                <a:lnTo>
                  <a:pt x="1918" y="182"/>
                </a:lnTo>
                <a:lnTo>
                  <a:pt x="1777" y="303"/>
                </a:lnTo>
                <a:lnTo>
                  <a:pt x="1635" y="445"/>
                </a:lnTo>
                <a:lnTo>
                  <a:pt x="1514" y="606"/>
                </a:lnTo>
                <a:lnTo>
                  <a:pt x="1393" y="808"/>
                </a:lnTo>
                <a:lnTo>
                  <a:pt x="1292" y="1030"/>
                </a:lnTo>
                <a:lnTo>
                  <a:pt x="1191" y="1272"/>
                </a:lnTo>
                <a:lnTo>
                  <a:pt x="909" y="2180"/>
                </a:lnTo>
                <a:lnTo>
                  <a:pt x="646" y="3048"/>
                </a:lnTo>
                <a:lnTo>
                  <a:pt x="445" y="3875"/>
                </a:lnTo>
                <a:lnTo>
                  <a:pt x="283" y="4683"/>
                </a:lnTo>
                <a:lnTo>
                  <a:pt x="162" y="5470"/>
                </a:lnTo>
                <a:lnTo>
                  <a:pt x="61" y="6236"/>
                </a:lnTo>
                <a:lnTo>
                  <a:pt x="21" y="6983"/>
                </a:lnTo>
                <a:lnTo>
                  <a:pt x="1" y="7730"/>
                </a:lnTo>
                <a:lnTo>
                  <a:pt x="21" y="8093"/>
                </a:lnTo>
                <a:lnTo>
                  <a:pt x="41" y="8275"/>
                </a:lnTo>
                <a:lnTo>
                  <a:pt x="61" y="8456"/>
                </a:lnTo>
                <a:lnTo>
                  <a:pt x="102" y="8638"/>
                </a:lnTo>
                <a:lnTo>
                  <a:pt x="162" y="8799"/>
                </a:lnTo>
                <a:lnTo>
                  <a:pt x="243" y="8961"/>
                </a:lnTo>
                <a:lnTo>
                  <a:pt x="344" y="9122"/>
                </a:lnTo>
                <a:lnTo>
                  <a:pt x="465" y="9263"/>
                </a:lnTo>
                <a:lnTo>
                  <a:pt x="606" y="9384"/>
                </a:lnTo>
                <a:lnTo>
                  <a:pt x="768" y="9485"/>
                </a:lnTo>
                <a:lnTo>
                  <a:pt x="929" y="9566"/>
                </a:lnTo>
                <a:lnTo>
                  <a:pt x="1111" y="9627"/>
                </a:lnTo>
                <a:lnTo>
                  <a:pt x="1272" y="9647"/>
                </a:lnTo>
                <a:lnTo>
                  <a:pt x="1454" y="9667"/>
                </a:lnTo>
                <a:lnTo>
                  <a:pt x="1635" y="9687"/>
                </a:lnTo>
                <a:lnTo>
                  <a:pt x="1999" y="9667"/>
                </a:lnTo>
                <a:lnTo>
                  <a:pt x="2321" y="9606"/>
                </a:lnTo>
                <a:lnTo>
                  <a:pt x="2604" y="9526"/>
                </a:lnTo>
                <a:lnTo>
                  <a:pt x="2806" y="9465"/>
                </a:lnTo>
                <a:lnTo>
                  <a:pt x="3250" y="9304"/>
                </a:lnTo>
                <a:lnTo>
                  <a:pt x="3673" y="9122"/>
                </a:lnTo>
                <a:lnTo>
                  <a:pt x="4521" y="8719"/>
                </a:lnTo>
                <a:lnTo>
                  <a:pt x="5106" y="8456"/>
                </a:lnTo>
                <a:lnTo>
                  <a:pt x="5671" y="8194"/>
                </a:lnTo>
                <a:lnTo>
                  <a:pt x="6277" y="7972"/>
                </a:lnTo>
                <a:lnTo>
                  <a:pt x="6579" y="7871"/>
                </a:lnTo>
                <a:lnTo>
                  <a:pt x="6882" y="7790"/>
                </a:lnTo>
                <a:lnTo>
                  <a:pt x="7205" y="7730"/>
                </a:lnTo>
                <a:lnTo>
                  <a:pt x="7548" y="7669"/>
                </a:lnTo>
                <a:lnTo>
                  <a:pt x="7891" y="7629"/>
                </a:lnTo>
                <a:lnTo>
                  <a:pt x="8254" y="7609"/>
                </a:lnTo>
                <a:lnTo>
                  <a:pt x="8940" y="7588"/>
                </a:lnTo>
                <a:lnTo>
                  <a:pt x="9647" y="7568"/>
                </a:lnTo>
                <a:lnTo>
                  <a:pt x="10716" y="7548"/>
                </a:lnTo>
                <a:lnTo>
                  <a:pt x="11241" y="7528"/>
                </a:lnTo>
                <a:lnTo>
                  <a:pt x="11766" y="7467"/>
                </a:lnTo>
                <a:lnTo>
                  <a:pt x="12290" y="7366"/>
                </a:lnTo>
                <a:lnTo>
                  <a:pt x="12533" y="7306"/>
                </a:lnTo>
                <a:lnTo>
                  <a:pt x="12775" y="7225"/>
                </a:lnTo>
                <a:lnTo>
                  <a:pt x="13037" y="7144"/>
                </a:lnTo>
                <a:lnTo>
                  <a:pt x="13259" y="7044"/>
                </a:lnTo>
                <a:lnTo>
                  <a:pt x="13501" y="6922"/>
                </a:lnTo>
                <a:lnTo>
                  <a:pt x="13723" y="6781"/>
                </a:lnTo>
                <a:lnTo>
                  <a:pt x="13885" y="6680"/>
                </a:lnTo>
                <a:lnTo>
                  <a:pt x="14026" y="6559"/>
                </a:lnTo>
                <a:lnTo>
                  <a:pt x="14086" y="6479"/>
                </a:lnTo>
                <a:lnTo>
                  <a:pt x="14147" y="6398"/>
                </a:lnTo>
                <a:lnTo>
                  <a:pt x="14187" y="6297"/>
                </a:lnTo>
                <a:lnTo>
                  <a:pt x="14207" y="6196"/>
                </a:lnTo>
                <a:lnTo>
                  <a:pt x="14207" y="6095"/>
                </a:lnTo>
                <a:lnTo>
                  <a:pt x="14207" y="6014"/>
                </a:lnTo>
                <a:lnTo>
                  <a:pt x="14167" y="5913"/>
                </a:lnTo>
                <a:lnTo>
                  <a:pt x="14127" y="5813"/>
                </a:lnTo>
                <a:lnTo>
                  <a:pt x="14086" y="5712"/>
                </a:lnTo>
                <a:lnTo>
                  <a:pt x="14006" y="5631"/>
                </a:lnTo>
                <a:lnTo>
                  <a:pt x="13804" y="5429"/>
                </a:lnTo>
                <a:lnTo>
                  <a:pt x="13622" y="5268"/>
                </a:lnTo>
                <a:lnTo>
                  <a:pt x="13420" y="5106"/>
                </a:lnTo>
                <a:lnTo>
                  <a:pt x="13219" y="4965"/>
                </a:lnTo>
                <a:lnTo>
                  <a:pt x="13017" y="4844"/>
                </a:lnTo>
                <a:lnTo>
                  <a:pt x="12573" y="4602"/>
                </a:lnTo>
                <a:lnTo>
                  <a:pt x="12109" y="4420"/>
                </a:lnTo>
                <a:lnTo>
                  <a:pt x="11645" y="4239"/>
                </a:lnTo>
                <a:lnTo>
                  <a:pt x="11160" y="4077"/>
                </a:lnTo>
                <a:lnTo>
                  <a:pt x="10192" y="3815"/>
                </a:lnTo>
                <a:lnTo>
                  <a:pt x="9586" y="3653"/>
                </a:lnTo>
                <a:lnTo>
                  <a:pt x="8961" y="3452"/>
                </a:lnTo>
                <a:lnTo>
                  <a:pt x="8375" y="3250"/>
                </a:lnTo>
                <a:lnTo>
                  <a:pt x="7770" y="3008"/>
                </a:lnTo>
                <a:lnTo>
                  <a:pt x="7205" y="2745"/>
                </a:lnTo>
                <a:lnTo>
                  <a:pt x="6640" y="2443"/>
                </a:lnTo>
                <a:lnTo>
                  <a:pt x="6095" y="2120"/>
                </a:lnTo>
                <a:lnTo>
                  <a:pt x="5570" y="1777"/>
                </a:lnTo>
                <a:lnTo>
                  <a:pt x="5046" y="1413"/>
                </a:lnTo>
                <a:lnTo>
                  <a:pt x="4561" y="1010"/>
                </a:lnTo>
                <a:lnTo>
                  <a:pt x="4218" y="727"/>
                </a:lnTo>
                <a:lnTo>
                  <a:pt x="3875" y="485"/>
                </a:lnTo>
                <a:lnTo>
                  <a:pt x="3573" y="303"/>
                </a:lnTo>
                <a:lnTo>
                  <a:pt x="3270" y="162"/>
                </a:lnTo>
                <a:lnTo>
                  <a:pt x="2987" y="61"/>
                </a:lnTo>
                <a:lnTo>
                  <a:pt x="2725" y="1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9" name="Google Shape;189;p3"/>
          <p:cNvSpPr/>
          <p:nvPr/>
        </p:nvSpPr>
        <p:spPr>
          <a:xfrm>
            <a:off x="8006405" y="3940817"/>
            <a:ext cx="152348" cy="92527"/>
          </a:xfrm>
          <a:custGeom>
            <a:rect b="b" l="l" r="r" t="t"/>
            <a:pathLst>
              <a:path extrusionOk="0" h="1655" w="2725">
                <a:moveTo>
                  <a:pt x="2099" y="81"/>
                </a:moveTo>
                <a:lnTo>
                  <a:pt x="2240" y="101"/>
                </a:lnTo>
                <a:lnTo>
                  <a:pt x="2382" y="121"/>
                </a:lnTo>
                <a:lnTo>
                  <a:pt x="2483" y="182"/>
                </a:lnTo>
                <a:lnTo>
                  <a:pt x="2563" y="262"/>
                </a:lnTo>
                <a:lnTo>
                  <a:pt x="2624" y="363"/>
                </a:lnTo>
                <a:lnTo>
                  <a:pt x="2644" y="424"/>
                </a:lnTo>
                <a:lnTo>
                  <a:pt x="2644" y="484"/>
                </a:lnTo>
                <a:lnTo>
                  <a:pt x="2644" y="565"/>
                </a:lnTo>
                <a:lnTo>
                  <a:pt x="2604" y="626"/>
                </a:lnTo>
                <a:lnTo>
                  <a:pt x="2503" y="767"/>
                </a:lnTo>
                <a:lnTo>
                  <a:pt x="2321" y="969"/>
                </a:lnTo>
                <a:lnTo>
                  <a:pt x="2099" y="1150"/>
                </a:lnTo>
                <a:lnTo>
                  <a:pt x="1857" y="1312"/>
                </a:lnTo>
                <a:lnTo>
                  <a:pt x="1595" y="1433"/>
                </a:lnTo>
                <a:lnTo>
                  <a:pt x="1332" y="1534"/>
                </a:lnTo>
                <a:lnTo>
                  <a:pt x="1191" y="1554"/>
                </a:lnTo>
                <a:lnTo>
                  <a:pt x="1050" y="1574"/>
                </a:lnTo>
                <a:lnTo>
                  <a:pt x="909" y="1574"/>
                </a:lnTo>
                <a:lnTo>
                  <a:pt x="767" y="1554"/>
                </a:lnTo>
                <a:lnTo>
                  <a:pt x="646" y="1514"/>
                </a:lnTo>
                <a:lnTo>
                  <a:pt x="505" y="1473"/>
                </a:lnTo>
                <a:lnTo>
                  <a:pt x="364" y="1392"/>
                </a:lnTo>
                <a:lnTo>
                  <a:pt x="263" y="1312"/>
                </a:lnTo>
                <a:lnTo>
                  <a:pt x="182" y="1231"/>
                </a:lnTo>
                <a:lnTo>
                  <a:pt x="122" y="1110"/>
                </a:lnTo>
                <a:lnTo>
                  <a:pt x="81" y="1009"/>
                </a:lnTo>
                <a:lnTo>
                  <a:pt x="101" y="868"/>
                </a:lnTo>
                <a:lnTo>
                  <a:pt x="142" y="747"/>
                </a:lnTo>
                <a:lnTo>
                  <a:pt x="222" y="646"/>
                </a:lnTo>
                <a:lnTo>
                  <a:pt x="364" y="505"/>
                </a:lnTo>
                <a:lnTo>
                  <a:pt x="566" y="404"/>
                </a:lnTo>
                <a:lnTo>
                  <a:pt x="787" y="303"/>
                </a:lnTo>
                <a:lnTo>
                  <a:pt x="1030" y="242"/>
                </a:lnTo>
                <a:lnTo>
                  <a:pt x="1252" y="182"/>
                </a:lnTo>
                <a:lnTo>
                  <a:pt x="1474" y="161"/>
                </a:lnTo>
                <a:lnTo>
                  <a:pt x="1655" y="121"/>
                </a:lnTo>
                <a:lnTo>
                  <a:pt x="1877" y="101"/>
                </a:lnTo>
                <a:lnTo>
                  <a:pt x="2099" y="81"/>
                </a:lnTo>
                <a:close/>
                <a:moveTo>
                  <a:pt x="2018" y="0"/>
                </a:moveTo>
                <a:lnTo>
                  <a:pt x="1837" y="20"/>
                </a:lnTo>
                <a:lnTo>
                  <a:pt x="1635" y="40"/>
                </a:lnTo>
                <a:lnTo>
                  <a:pt x="1474" y="81"/>
                </a:lnTo>
                <a:lnTo>
                  <a:pt x="1231" y="101"/>
                </a:lnTo>
                <a:lnTo>
                  <a:pt x="989" y="161"/>
                </a:lnTo>
                <a:lnTo>
                  <a:pt x="767" y="222"/>
                </a:lnTo>
                <a:lnTo>
                  <a:pt x="525" y="323"/>
                </a:lnTo>
                <a:lnTo>
                  <a:pt x="323" y="444"/>
                </a:lnTo>
                <a:lnTo>
                  <a:pt x="162" y="585"/>
                </a:lnTo>
                <a:lnTo>
                  <a:pt x="61" y="727"/>
                </a:lnTo>
                <a:lnTo>
                  <a:pt x="21" y="868"/>
                </a:lnTo>
                <a:lnTo>
                  <a:pt x="0" y="1009"/>
                </a:lnTo>
                <a:lnTo>
                  <a:pt x="41" y="1150"/>
                </a:lnTo>
                <a:lnTo>
                  <a:pt x="101" y="1271"/>
                </a:lnTo>
                <a:lnTo>
                  <a:pt x="202" y="1372"/>
                </a:lnTo>
                <a:lnTo>
                  <a:pt x="323" y="1473"/>
                </a:lnTo>
                <a:lnTo>
                  <a:pt x="465" y="1554"/>
                </a:lnTo>
                <a:lnTo>
                  <a:pt x="606" y="1594"/>
                </a:lnTo>
                <a:lnTo>
                  <a:pt x="727" y="1635"/>
                </a:lnTo>
                <a:lnTo>
                  <a:pt x="868" y="1635"/>
                </a:lnTo>
                <a:lnTo>
                  <a:pt x="989" y="1655"/>
                </a:lnTo>
                <a:lnTo>
                  <a:pt x="1211" y="1635"/>
                </a:lnTo>
                <a:lnTo>
                  <a:pt x="1433" y="1574"/>
                </a:lnTo>
                <a:lnTo>
                  <a:pt x="1655" y="1514"/>
                </a:lnTo>
                <a:lnTo>
                  <a:pt x="1857" y="1392"/>
                </a:lnTo>
                <a:lnTo>
                  <a:pt x="2059" y="1271"/>
                </a:lnTo>
                <a:lnTo>
                  <a:pt x="2240" y="1130"/>
                </a:lnTo>
                <a:lnTo>
                  <a:pt x="2422" y="969"/>
                </a:lnTo>
                <a:lnTo>
                  <a:pt x="2563" y="807"/>
                </a:lnTo>
                <a:lnTo>
                  <a:pt x="2684" y="666"/>
                </a:lnTo>
                <a:lnTo>
                  <a:pt x="2705" y="585"/>
                </a:lnTo>
                <a:lnTo>
                  <a:pt x="2725" y="484"/>
                </a:lnTo>
                <a:lnTo>
                  <a:pt x="2725" y="424"/>
                </a:lnTo>
                <a:lnTo>
                  <a:pt x="2705" y="343"/>
                </a:lnTo>
                <a:lnTo>
                  <a:pt x="2684" y="283"/>
                </a:lnTo>
                <a:lnTo>
                  <a:pt x="2644" y="222"/>
                </a:lnTo>
                <a:lnTo>
                  <a:pt x="2523" y="121"/>
                </a:lnTo>
                <a:lnTo>
                  <a:pt x="2402" y="40"/>
                </a:lnTo>
                <a:lnTo>
                  <a:pt x="2220" y="0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0" name="Google Shape;190;p3"/>
          <p:cNvSpPr/>
          <p:nvPr/>
        </p:nvSpPr>
        <p:spPr>
          <a:xfrm>
            <a:off x="8024463" y="3383486"/>
            <a:ext cx="100466" cy="100466"/>
          </a:xfrm>
          <a:custGeom>
            <a:rect b="b" l="l" r="r" t="t"/>
            <a:pathLst>
              <a:path extrusionOk="0" h="1797" w="1797">
                <a:moveTo>
                  <a:pt x="908" y="0"/>
                </a:moveTo>
                <a:lnTo>
                  <a:pt x="727" y="20"/>
                </a:lnTo>
                <a:lnTo>
                  <a:pt x="545" y="61"/>
                </a:lnTo>
                <a:lnTo>
                  <a:pt x="404" y="162"/>
                </a:lnTo>
                <a:lnTo>
                  <a:pt x="263" y="262"/>
                </a:lnTo>
                <a:lnTo>
                  <a:pt x="162" y="404"/>
                </a:lnTo>
                <a:lnTo>
                  <a:pt x="81" y="545"/>
                </a:lnTo>
                <a:lnTo>
                  <a:pt x="21" y="727"/>
                </a:lnTo>
                <a:lnTo>
                  <a:pt x="0" y="908"/>
                </a:lnTo>
                <a:lnTo>
                  <a:pt x="21" y="1090"/>
                </a:lnTo>
                <a:lnTo>
                  <a:pt x="81" y="1251"/>
                </a:lnTo>
                <a:lnTo>
                  <a:pt x="162" y="1413"/>
                </a:lnTo>
                <a:lnTo>
                  <a:pt x="263" y="1534"/>
                </a:lnTo>
                <a:lnTo>
                  <a:pt x="404" y="1655"/>
                </a:lnTo>
                <a:lnTo>
                  <a:pt x="545" y="1736"/>
                </a:lnTo>
                <a:lnTo>
                  <a:pt x="727" y="1776"/>
                </a:lnTo>
                <a:lnTo>
                  <a:pt x="908" y="1796"/>
                </a:lnTo>
                <a:lnTo>
                  <a:pt x="1090" y="1776"/>
                </a:lnTo>
                <a:lnTo>
                  <a:pt x="1252" y="1736"/>
                </a:lnTo>
                <a:lnTo>
                  <a:pt x="1413" y="1655"/>
                </a:lnTo>
                <a:lnTo>
                  <a:pt x="1534" y="1534"/>
                </a:lnTo>
                <a:lnTo>
                  <a:pt x="1655" y="1413"/>
                </a:lnTo>
                <a:lnTo>
                  <a:pt x="1736" y="1251"/>
                </a:lnTo>
                <a:lnTo>
                  <a:pt x="1776" y="1090"/>
                </a:lnTo>
                <a:lnTo>
                  <a:pt x="1796" y="908"/>
                </a:lnTo>
                <a:lnTo>
                  <a:pt x="1776" y="727"/>
                </a:lnTo>
                <a:lnTo>
                  <a:pt x="1736" y="545"/>
                </a:lnTo>
                <a:lnTo>
                  <a:pt x="1655" y="404"/>
                </a:lnTo>
                <a:lnTo>
                  <a:pt x="1534" y="262"/>
                </a:lnTo>
                <a:lnTo>
                  <a:pt x="1413" y="162"/>
                </a:lnTo>
                <a:lnTo>
                  <a:pt x="1252" y="61"/>
                </a:lnTo>
                <a:lnTo>
                  <a:pt x="1090" y="20"/>
                </a:lnTo>
                <a:lnTo>
                  <a:pt x="908" y="0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1" name="Google Shape;191;p3"/>
          <p:cNvSpPr/>
          <p:nvPr/>
        </p:nvSpPr>
        <p:spPr>
          <a:xfrm>
            <a:off x="8022171" y="3381194"/>
            <a:ext cx="104994" cy="104994"/>
          </a:xfrm>
          <a:custGeom>
            <a:rect b="b" l="l" r="r" t="t"/>
            <a:pathLst>
              <a:path extrusionOk="0" h="1878" w="1878">
                <a:moveTo>
                  <a:pt x="949" y="81"/>
                </a:moveTo>
                <a:lnTo>
                  <a:pt x="1111" y="102"/>
                </a:lnTo>
                <a:lnTo>
                  <a:pt x="1272" y="142"/>
                </a:lnTo>
                <a:lnTo>
                  <a:pt x="1414" y="223"/>
                </a:lnTo>
                <a:lnTo>
                  <a:pt x="1555" y="324"/>
                </a:lnTo>
                <a:lnTo>
                  <a:pt x="1656" y="465"/>
                </a:lnTo>
                <a:lnTo>
                  <a:pt x="1736" y="606"/>
                </a:lnTo>
                <a:lnTo>
                  <a:pt x="1777" y="768"/>
                </a:lnTo>
                <a:lnTo>
                  <a:pt x="1797" y="949"/>
                </a:lnTo>
                <a:lnTo>
                  <a:pt x="1777" y="1111"/>
                </a:lnTo>
                <a:lnTo>
                  <a:pt x="1736" y="1272"/>
                </a:lnTo>
                <a:lnTo>
                  <a:pt x="1656" y="1413"/>
                </a:lnTo>
                <a:lnTo>
                  <a:pt x="1555" y="1555"/>
                </a:lnTo>
                <a:lnTo>
                  <a:pt x="1414" y="1655"/>
                </a:lnTo>
                <a:lnTo>
                  <a:pt x="1272" y="1736"/>
                </a:lnTo>
                <a:lnTo>
                  <a:pt x="1111" y="1777"/>
                </a:lnTo>
                <a:lnTo>
                  <a:pt x="949" y="1797"/>
                </a:lnTo>
                <a:lnTo>
                  <a:pt x="768" y="1777"/>
                </a:lnTo>
                <a:lnTo>
                  <a:pt x="606" y="1736"/>
                </a:lnTo>
                <a:lnTo>
                  <a:pt x="465" y="1655"/>
                </a:lnTo>
                <a:lnTo>
                  <a:pt x="344" y="1555"/>
                </a:lnTo>
                <a:lnTo>
                  <a:pt x="223" y="1413"/>
                </a:lnTo>
                <a:lnTo>
                  <a:pt x="142" y="1272"/>
                </a:lnTo>
                <a:lnTo>
                  <a:pt x="102" y="1111"/>
                </a:lnTo>
                <a:lnTo>
                  <a:pt x="82" y="949"/>
                </a:lnTo>
                <a:lnTo>
                  <a:pt x="102" y="768"/>
                </a:lnTo>
                <a:lnTo>
                  <a:pt x="142" y="606"/>
                </a:lnTo>
                <a:lnTo>
                  <a:pt x="223" y="465"/>
                </a:lnTo>
                <a:lnTo>
                  <a:pt x="344" y="324"/>
                </a:lnTo>
                <a:lnTo>
                  <a:pt x="465" y="223"/>
                </a:lnTo>
                <a:lnTo>
                  <a:pt x="606" y="142"/>
                </a:lnTo>
                <a:lnTo>
                  <a:pt x="768" y="102"/>
                </a:lnTo>
                <a:lnTo>
                  <a:pt x="949" y="81"/>
                </a:lnTo>
                <a:close/>
                <a:moveTo>
                  <a:pt x="949" y="1"/>
                </a:moveTo>
                <a:lnTo>
                  <a:pt x="748" y="21"/>
                </a:lnTo>
                <a:lnTo>
                  <a:pt x="586" y="81"/>
                </a:lnTo>
                <a:lnTo>
                  <a:pt x="425" y="162"/>
                </a:lnTo>
                <a:lnTo>
                  <a:pt x="284" y="283"/>
                </a:lnTo>
                <a:lnTo>
                  <a:pt x="162" y="404"/>
                </a:lnTo>
                <a:lnTo>
                  <a:pt x="82" y="566"/>
                </a:lnTo>
                <a:lnTo>
                  <a:pt x="21" y="747"/>
                </a:lnTo>
                <a:lnTo>
                  <a:pt x="1" y="949"/>
                </a:lnTo>
                <a:lnTo>
                  <a:pt x="21" y="1131"/>
                </a:lnTo>
                <a:lnTo>
                  <a:pt x="82" y="1312"/>
                </a:lnTo>
                <a:lnTo>
                  <a:pt x="162" y="1474"/>
                </a:lnTo>
                <a:lnTo>
                  <a:pt x="284" y="1615"/>
                </a:lnTo>
                <a:lnTo>
                  <a:pt x="425" y="1716"/>
                </a:lnTo>
                <a:lnTo>
                  <a:pt x="586" y="1817"/>
                </a:lnTo>
                <a:lnTo>
                  <a:pt x="748" y="1857"/>
                </a:lnTo>
                <a:lnTo>
                  <a:pt x="949" y="1877"/>
                </a:lnTo>
                <a:lnTo>
                  <a:pt x="1131" y="1857"/>
                </a:lnTo>
                <a:lnTo>
                  <a:pt x="1313" y="1817"/>
                </a:lnTo>
                <a:lnTo>
                  <a:pt x="1474" y="1716"/>
                </a:lnTo>
                <a:lnTo>
                  <a:pt x="1615" y="1615"/>
                </a:lnTo>
                <a:lnTo>
                  <a:pt x="1716" y="1474"/>
                </a:lnTo>
                <a:lnTo>
                  <a:pt x="1817" y="1312"/>
                </a:lnTo>
                <a:lnTo>
                  <a:pt x="1858" y="1131"/>
                </a:lnTo>
                <a:lnTo>
                  <a:pt x="1878" y="949"/>
                </a:lnTo>
                <a:lnTo>
                  <a:pt x="1858" y="747"/>
                </a:lnTo>
                <a:lnTo>
                  <a:pt x="1817" y="566"/>
                </a:lnTo>
                <a:lnTo>
                  <a:pt x="1716" y="404"/>
                </a:lnTo>
                <a:lnTo>
                  <a:pt x="1615" y="283"/>
                </a:lnTo>
                <a:lnTo>
                  <a:pt x="1474" y="162"/>
                </a:lnTo>
                <a:lnTo>
                  <a:pt x="1313" y="81"/>
                </a:lnTo>
                <a:lnTo>
                  <a:pt x="1131" y="21"/>
                </a:lnTo>
                <a:lnTo>
                  <a:pt x="949" y="1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2" name="Google Shape;192;p3"/>
          <p:cNvSpPr/>
          <p:nvPr/>
        </p:nvSpPr>
        <p:spPr>
          <a:xfrm>
            <a:off x="8252337" y="1963072"/>
            <a:ext cx="100466" cy="101584"/>
          </a:xfrm>
          <a:custGeom>
            <a:rect b="b" l="l" r="r" t="t"/>
            <a:pathLst>
              <a:path extrusionOk="0" h="1817" w="1797">
                <a:moveTo>
                  <a:pt x="889" y="0"/>
                </a:moveTo>
                <a:lnTo>
                  <a:pt x="707" y="21"/>
                </a:lnTo>
                <a:lnTo>
                  <a:pt x="546" y="81"/>
                </a:lnTo>
                <a:lnTo>
                  <a:pt x="384" y="162"/>
                </a:lnTo>
                <a:lnTo>
                  <a:pt x="263" y="263"/>
                </a:lnTo>
                <a:lnTo>
                  <a:pt x="142" y="404"/>
                </a:lnTo>
                <a:lnTo>
                  <a:pt x="61" y="565"/>
                </a:lnTo>
                <a:lnTo>
                  <a:pt x="21" y="727"/>
                </a:lnTo>
                <a:lnTo>
                  <a:pt x="1" y="908"/>
                </a:lnTo>
                <a:lnTo>
                  <a:pt x="21" y="1090"/>
                </a:lnTo>
                <a:lnTo>
                  <a:pt x="61" y="1252"/>
                </a:lnTo>
                <a:lnTo>
                  <a:pt x="142" y="1413"/>
                </a:lnTo>
                <a:lnTo>
                  <a:pt x="263" y="1554"/>
                </a:lnTo>
                <a:lnTo>
                  <a:pt x="384" y="1655"/>
                </a:lnTo>
                <a:lnTo>
                  <a:pt x="546" y="1736"/>
                </a:lnTo>
                <a:lnTo>
                  <a:pt x="707" y="1796"/>
                </a:lnTo>
                <a:lnTo>
                  <a:pt x="889" y="1817"/>
                </a:lnTo>
                <a:lnTo>
                  <a:pt x="1070" y="1796"/>
                </a:lnTo>
                <a:lnTo>
                  <a:pt x="1252" y="1736"/>
                </a:lnTo>
                <a:lnTo>
                  <a:pt x="1393" y="1655"/>
                </a:lnTo>
                <a:lnTo>
                  <a:pt x="1534" y="1554"/>
                </a:lnTo>
                <a:lnTo>
                  <a:pt x="1635" y="1413"/>
                </a:lnTo>
                <a:lnTo>
                  <a:pt x="1736" y="1252"/>
                </a:lnTo>
                <a:lnTo>
                  <a:pt x="1777" y="1090"/>
                </a:lnTo>
                <a:lnTo>
                  <a:pt x="1797" y="908"/>
                </a:lnTo>
                <a:lnTo>
                  <a:pt x="1777" y="727"/>
                </a:lnTo>
                <a:lnTo>
                  <a:pt x="1736" y="565"/>
                </a:lnTo>
                <a:lnTo>
                  <a:pt x="1635" y="404"/>
                </a:lnTo>
                <a:lnTo>
                  <a:pt x="1534" y="263"/>
                </a:lnTo>
                <a:lnTo>
                  <a:pt x="1393" y="162"/>
                </a:lnTo>
                <a:lnTo>
                  <a:pt x="1252" y="81"/>
                </a:lnTo>
                <a:lnTo>
                  <a:pt x="1070" y="21"/>
                </a:lnTo>
                <a:lnTo>
                  <a:pt x="889" y="0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3" name="Google Shape;193;p3"/>
          <p:cNvSpPr/>
          <p:nvPr/>
        </p:nvSpPr>
        <p:spPr>
          <a:xfrm>
            <a:off x="8250101" y="1960780"/>
            <a:ext cx="104994" cy="106112"/>
          </a:xfrm>
          <a:custGeom>
            <a:rect b="b" l="l" r="r" t="t"/>
            <a:pathLst>
              <a:path extrusionOk="0" h="1898" w="1878">
                <a:moveTo>
                  <a:pt x="929" y="82"/>
                </a:moveTo>
                <a:lnTo>
                  <a:pt x="1110" y="102"/>
                </a:lnTo>
                <a:lnTo>
                  <a:pt x="1272" y="162"/>
                </a:lnTo>
                <a:lnTo>
                  <a:pt x="1413" y="243"/>
                </a:lnTo>
                <a:lnTo>
                  <a:pt x="1554" y="344"/>
                </a:lnTo>
                <a:lnTo>
                  <a:pt x="1655" y="465"/>
                </a:lnTo>
                <a:lnTo>
                  <a:pt x="1736" y="606"/>
                </a:lnTo>
                <a:lnTo>
                  <a:pt x="1776" y="768"/>
                </a:lnTo>
                <a:lnTo>
                  <a:pt x="1796" y="949"/>
                </a:lnTo>
                <a:lnTo>
                  <a:pt x="1776" y="1131"/>
                </a:lnTo>
                <a:lnTo>
                  <a:pt x="1736" y="1293"/>
                </a:lnTo>
                <a:lnTo>
                  <a:pt x="1655" y="1434"/>
                </a:lnTo>
                <a:lnTo>
                  <a:pt x="1554" y="1555"/>
                </a:lnTo>
                <a:lnTo>
                  <a:pt x="1413" y="1656"/>
                </a:lnTo>
                <a:lnTo>
                  <a:pt x="1272" y="1736"/>
                </a:lnTo>
                <a:lnTo>
                  <a:pt x="1110" y="1797"/>
                </a:lnTo>
                <a:lnTo>
                  <a:pt x="929" y="1817"/>
                </a:lnTo>
                <a:lnTo>
                  <a:pt x="767" y="1797"/>
                </a:lnTo>
                <a:lnTo>
                  <a:pt x="606" y="1736"/>
                </a:lnTo>
                <a:lnTo>
                  <a:pt x="465" y="1656"/>
                </a:lnTo>
                <a:lnTo>
                  <a:pt x="323" y="1555"/>
                </a:lnTo>
                <a:lnTo>
                  <a:pt x="222" y="1434"/>
                </a:lnTo>
                <a:lnTo>
                  <a:pt x="142" y="1293"/>
                </a:lnTo>
                <a:lnTo>
                  <a:pt x="101" y="1131"/>
                </a:lnTo>
                <a:lnTo>
                  <a:pt x="81" y="949"/>
                </a:lnTo>
                <a:lnTo>
                  <a:pt x="101" y="768"/>
                </a:lnTo>
                <a:lnTo>
                  <a:pt x="142" y="606"/>
                </a:lnTo>
                <a:lnTo>
                  <a:pt x="222" y="465"/>
                </a:lnTo>
                <a:lnTo>
                  <a:pt x="323" y="344"/>
                </a:lnTo>
                <a:lnTo>
                  <a:pt x="465" y="243"/>
                </a:lnTo>
                <a:lnTo>
                  <a:pt x="606" y="162"/>
                </a:lnTo>
                <a:lnTo>
                  <a:pt x="767" y="102"/>
                </a:lnTo>
                <a:lnTo>
                  <a:pt x="929" y="82"/>
                </a:lnTo>
                <a:close/>
                <a:moveTo>
                  <a:pt x="929" y="1"/>
                </a:moveTo>
                <a:lnTo>
                  <a:pt x="747" y="21"/>
                </a:lnTo>
                <a:lnTo>
                  <a:pt x="565" y="82"/>
                </a:lnTo>
                <a:lnTo>
                  <a:pt x="404" y="162"/>
                </a:lnTo>
                <a:lnTo>
                  <a:pt x="263" y="284"/>
                </a:lnTo>
                <a:lnTo>
                  <a:pt x="162" y="425"/>
                </a:lnTo>
                <a:lnTo>
                  <a:pt x="61" y="586"/>
                </a:lnTo>
                <a:lnTo>
                  <a:pt x="21" y="768"/>
                </a:lnTo>
                <a:lnTo>
                  <a:pt x="0" y="949"/>
                </a:lnTo>
                <a:lnTo>
                  <a:pt x="21" y="1131"/>
                </a:lnTo>
                <a:lnTo>
                  <a:pt x="61" y="1313"/>
                </a:lnTo>
                <a:lnTo>
                  <a:pt x="162" y="1474"/>
                </a:lnTo>
                <a:lnTo>
                  <a:pt x="263" y="1615"/>
                </a:lnTo>
                <a:lnTo>
                  <a:pt x="404" y="1736"/>
                </a:lnTo>
                <a:lnTo>
                  <a:pt x="565" y="1817"/>
                </a:lnTo>
                <a:lnTo>
                  <a:pt x="747" y="1878"/>
                </a:lnTo>
                <a:lnTo>
                  <a:pt x="929" y="1898"/>
                </a:lnTo>
                <a:lnTo>
                  <a:pt x="1130" y="1878"/>
                </a:lnTo>
                <a:lnTo>
                  <a:pt x="1312" y="1817"/>
                </a:lnTo>
                <a:lnTo>
                  <a:pt x="1453" y="1736"/>
                </a:lnTo>
                <a:lnTo>
                  <a:pt x="1595" y="1615"/>
                </a:lnTo>
                <a:lnTo>
                  <a:pt x="1716" y="1474"/>
                </a:lnTo>
                <a:lnTo>
                  <a:pt x="1796" y="1313"/>
                </a:lnTo>
                <a:lnTo>
                  <a:pt x="1857" y="1131"/>
                </a:lnTo>
                <a:lnTo>
                  <a:pt x="1877" y="949"/>
                </a:lnTo>
                <a:lnTo>
                  <a:pt x="1857" y="768"/>
                </a:lnTo>
                <a:lnTo>
                  <a:pt x="1796" y="586"/>
                </a:lnTo>
                <a:lnTo>
                  <a:pt x="1716" y="425"/>
                </a:lnTo>
                <a:lnTo>
                  <a:pt x="1595" y="284"/>
                </a:lnTo>
                <a:lnTo>
                  <a:pt x="1453" y="162"/>
                </a:lnTo>
                <a:lnTo>
                  <a:pt x="1312" y="82"/>
                </a:lnTo>
                <a:lnTo>
                  <a:pt x="1130" y="21"/>
                </a:lnTo>
                <a:lnTo>
                  <a:pt x="929" y="1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4" name="Google Shape;194;p3"/>
          <p:cNvSpPr/>
          <p:nvPr/>
        </p:nvSpPr>
        <p:spPr>
          <a:xfrm>
            <a:off x="8947481" y="1091884"/>
            <a:ext cx="100466" cy="101640"/>
          </a:xfrm>
          <a:custGeom>
            <a:rect b="b" l="l" r="r" t="t"/>
            <a:pathLst>
              <a:path extrusionOk="0" h="1818" w="1797">
                <a:moveTo>
                  <a:pt x="908" y="1"/>
                </a:moveTo>
                <a:lnTo>
                  <a:pt x="727" y="21"/>
                </a:lnTo>
                <a:lnTo>
                  <a:pt x="545" y="82"/>
                </a:lnTo>
                <a:lnTo>
                  <a:pt x="404" y="162"/>
                </a:lnTo>
                <a:lnTo>
                  <a:pt x="262" y="263"/>
                </a:lnTo>
                <a:lnTo>
                  <a:pt x="162" y="405"/>
                </a:lnTo>
                <a:lnTo>
                  <a:pt x="61" y="566"/>
                </a:lnTo>
                <a:lnTo>
                  <a:pt x="20" y="727"/>
                </a:lnTo>
                <a:lnTo>
                  <a:pt x="0" y="909"/>
                </a:lnTo>
                <a:lnTo>
                  <a:pt x="20" y="1091"/>
                </a:lnTo>
                <a:lnTo>
                  <a:pt x="61" y="1252"/>
                </a:lnTo>
                <a:lnTo>
                  <a:pt x="162" y="1414"/>
                </a:lnTo>
                <a:lnTo>
                  <a:pt x="262" y="1535"/>
                </a:lnTo>
                <a:lnTo>
                  <a:pt x="404" y="1656"/>
                </a:lnTo>
                <a:lnTo>
                  <a:pt x="545" y="1736"/>
                </a:lnTo>
                <a:lnTo>
                  <a:pt x="727" y="1797"/>
                </a:lnTo>
                <a:lnTo>
                  <a:pt x="908" y="1817"/>
                </a:lnTo>
                <a:lnTo>
                  <a:pt x="1090" y="1797"/>
                </a:lnTo>
                <a:lnTo>
                  <a:pt x="1251" y="1736"/>
                </a:lnTo>
                <a:lnTo>
                  <a:pt x="1413" y="1656"/>
                </a:lnTo>
                <a:lnTo>
                  <a:pt x="1534" y="1535"/>
                </a:lnTo>
                <a:lnTo>
                  <a:pt x="1655" y="1414"/>
                </a:lnTo>
                <a:lnTo>
                  <a:pt x="1736" y="1252"/>
                </a:lnTo>
                <a:lnTo>
                  <a:pt x="1776" y="1091"/>
                </a:lnTo>
                <a:lnTo>
                  <a:pt x="1796" y="909"/>
                </a:lnTo>
                <a:lnTo>
                  <a:pt x="1776" y="727"/>
                </a:lnTo>
                <a:lnTo>
                  <a:pt x="1736" y="566"/>
                </a:lnTo>
                <a:lnTo>
                  <a:pt x="1655" y="405"/>
                </a:lnTo>
                <a:lnTo>
                  <a:pt x="1534" y="263"/>
                </a:lnTo>
                <a:lnTo>
                  <a:pt x="1413" y="162"/>
                </a:lnTo>
                <a:lnTo>
                  <a:pt x="1251" y="82"/>
                </a:lnTo>
                <a:lnTo>
                  <a:pt x="1090" y="21"/>
                </a:lnTo>
                <a:lnTo>
                  <a:pt x="908" y="1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5" name="Google Shape;195;p3"/>
          <p:cNvSpPr/>
          <p:nvPr/>
        </p:nvSpPr>
        <p:spPr>
          <a:xfrm>
            <a:off x="9048679" y="1373263"/>
            <a:ext cx="100466" cy="100466"/>
          </a:xfrm>
          <a:custGeom>
            <a:rect b="b" l="l" r="r" t="t"/>
            <a:pathLst>
              <a:path extrusionOk="0" h="1797" w="1797">
                <a:moveTo>
                  <a:pt x="908" y="0"/>
                </a:moveTo>
                <a:lnTo>
                  <a:pt x="727" y="21"/>
                </a:lnTo>
                <a:lnTo>
                  <a:pt x="545" y="61"/>
                </a:lnTo>
                <a:lnTo>
                  <a:pt x="404" y="162"/>
                </a:lnTo>
                <a:lnTo>
                  <a:pt x="263" y="263"/>
                </a:lnTo>
                <a:lnTo>
                  <a:pt x="162" y="404"/>
                </a:lnTo>
                <a:lnTo>
                  <a:pt x="81" y="545"/>
                </a:lnTo>
                <a:lnTo>
                  <a:pt x="20" y="727"/>
                </a:lnTo>
                <a:lnTo>
                  <a:pt x="0" y="908"/>
                </a:lnTo>
                <a:lnTo>
                  <a:pt x="20" y="1090"/>
                </a:lnTo>
                <a:lnTo>
                  <a:pt x="81" y="1252"/>
                </a:lnTo>
                <a:lnTo>
                  <a:pt x="162" y="1393"/>
                </a:lnTo>
                <a:lnTo>
                  <a:pt x="263" y="1534"/>
                </a:lnTo>
                <a:lnTo>
                  <a:pt x="404" y="1655"/>
                </a:lnTo>
                <a:lnTo>
                  <a:pt x="545" y="1736"/>
                </a:lnTo>
                <a:lnTo>
                  <a:pt x="727" y="1776"/>
                </a:lnTo>
                <a:lnTo>
                  <a:pt x="908" y="1796"/>
                </a:lnTo>
                <a:lnTo>
                  <a:pt x="1090" y="1776"/>
                </a:lnTo>
                <a:lnTo>
                  <a:pt x="1251" y="1736"/>
                </a:lnTo>
                <a:lnTo>
                  <a:pt x="1413" y="1655"/>
                </a:lnTo>
                <a:lnTo>
                  <a:pt x="1534" y="1534"/>
                </a:lnTo>
                <a:lnTo>
                  <a:pt x="1655" y="1393"/>
                </a:lnTo>
                <a:lnTo>
                  <a:pt x="1736" y="1252"/>
                </a:lnTo>
                <a:lnTo>
                  <a:pt x="1796" y="1090"/>
                </a:lnTo>
                <a:lnTo>
                  <a:pt x="1796" y="908"/>
                </a:lnTo>
                <a:lnTo>
                  <a:pt x="1796" y="727"/>
                </a:lnTo>
                <a:lnTo>
                  <a:pt x="1736" y="545"/>
                </a:lnTo>
                <a:lnTo>
                  <a:pt x="1655" y="404"/>
                </a:lnTo>
                <a:lnTo>
                  <a:pt x="1534" y="263"/>
                </a:lnTo>
                <a:lnTo>
                  <a:pt x="1413" y="162"/>
                </a:lnTo>
                <a:lnTo>
                  <a:pt x="1251" y="61"/>
                </a:lnTo>
                <a:lnTo>
                  <a:pt x="1090" y="21"/>
                </a:lnTo>
                <a:lnTo>
                  <a:pt x="908" y="0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6" name="Google Shape;196;p3"/>
          <p:cNvSpPr/>
          <p:nvPr/>
        </p:nvSpPr>
        <p:spPr>
          <a:xfrm>
            <a:off x="9064657" y="3902409"/>
            <a:ext cx="100466" cy="100466"/>
          </a:xfrm>
          <a:custGeom>
            <a:rect b="b" l="l" r="r" t="t"/>
            <a:pathLst>
              <a:path extrusionOk="0" h="1797" w="1797">
                <a:moveTo>
                  <a:pt x="888" y="1"/>
                </a:moveTo>
                <a:lnTo>
                  <a:pt x="707" y="21"/>
                </a:lnTo>
                <a:lnTo>
                  <a:pt x="545" y="82"/>
                </a:lnTo>
                <a:lnTo>
                  <a:pt x="384" y="162"/>
                </a:lnTo>
                <a:lnTo>
                  <a:pt x="263" y="263"/>
                </a:lnTo>
                <a:lnTo>
                  <a:pt x="142" y="405"/>
                </a:lnTo>
                <a:lnTo>
                  <a:pt x="61" y="546"/>
                </a:lnTo>
                <a:lnTo>
                  <a:pt x="21" y="727"/>
                </a:lnTo>
                <a:lnTo>
                  <a:pt x="0" y="909"/>
                </a:lnTo>
                <a:lnTo>
                  <a:pt x="21" y="1091"/>
                </a:lnTo>
                <a:lnTo>
                  <a:pt x="61" y="1252"/>
                </a:lnTo>
                <a:lnTo>
                  <a:pt x="142" y="1414"/>
                </a:lnTo>
                <a:lnTo>
                  <a:pt x="263" y="1535"/>
                </a:lnTo>
                <a:lnTo>
                  <a:pt x="384" y="1656"/>
                </a:lnTo>
                <a:lnTo>
                  <a:pt x="545" y="1736"/>
                </a:lnTo>
                <a:lnTo>
                  <a:pt x="707" y="1797"/>
                </a:lnTo>
                <a:lnTo>
                  <a:pt x="1070" y="1797"/>
                </a:lnTo>
                <a:lnTo>
                  <a:pt x="1252" y="1736"/>
                </a:lnTo>
                <a:lnTo>
                  <a:pt x="1393" y="1656"/>
                </a:lnTo>
                <a:lnTo>
                  <a:pt x="1534" y="1535"/>
                </a:lnTo>
                <a:lnTo>
                  <a:pt x="1635" y="1414"/>
                </a:lnTo>
                <a:lnTo>
                  <a:pt x="1716" y="1252"/>
                </a:lnTo>
                <a:lnTo>
                  <a:pt x="1776" y="1091"/>
                </a:lnTo>
                <a:lnTo>
                  <a:pt x="1796" y="909"/>
                </a:lnTo>
                <a:lnTo>
                  <a:pt x="1776" y="727"/>
                </a:lnTo>
                <a:lnTo>
                  <a:pt x="1716" y="546"/>
                </a:lnTo>
                <a:lnTo>
                  <a:pt x="1635" y="405"/>
                </a:lnTo>
                <a:lnTo>
                  <a:pt x="1534" y="263"/>
                </a:lnTo>
                <a:lnTo>
                  <a:pt x="1393" y="162"/>
                </a:lnTo>
                <a:lnTo>
                  <a:pt x="1252" y="82"/>
                </a:lnTo>
                <a:lnTo>
                  <a:pt x="1070" y="21"/>
                </a:lnTo>
                <a:lnTo>
                  <a:pt x="888" y="1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7" name="Google Shape;197;p3"/>
          <p:cNvSpPr/>
          <p:nvPr/>
        </p:nvSpPr>
        <p:spPr>
          <a:xfrm>
            <a:off x="9062365" y="3900173"/>
            <a:ext cx="104994" cy="104994"/>
          </a:xfrm>
          <a:custGeom>
            <a:rect b="b" l="l" r="r" t="t"/>
            <a:pathLst>
              <a:path extrusionOk="0" h="1878" w="1878">
                <a:moveTo>
                  <a:pt x="929" y="81"/>
                </a:moveTo>
                <a:lnTo>
                  <a:pt x="1111" y="101"/>
                </a:lnTo>
                <a:lnTo>
                  <a:pt x="1272" y="142"/>
                </a:lnTo>
                <a:lnTo>
                  <a:pt x="1414" y="223"/>
                </a:lnTo>
                <a:lnTo>
                  <a:pt x="1535" y="344"/>
                </a:lnTo>
                <a:lnTo>
                  <a:pt x="1656" y="465"/>
                </a:lnTo>
                <a:lnTo>
                  <a:pt x="1736" y="606"/>
                </a:lnTo>
                <a:lnTo>
                  <a:pt x="1777" y="767"/>
                </a:lnTo>
                <a:lnTo>
                  <a:pt x="1797" y="949"/>
                </a:lnTo>
                <a:lnTo>
                  <a:pt x="1777" y="1110"/>
                </a:lnTo>
                <a:lnTo>
                  <a:pt x="1736" y="1272"/>
                </a:lnTo>
                <a:lnTo>
                  <a:pt x="1656" y="1433"/>
                </a:lnTo>
                <a:lnTo>
                  <a:pt x="1535" y="1554"/>
                </a:lnTo>
                <a:lnTo>
                  <a:pt x="1414" y="1655"/>
                </a:lnTo>
                <a:lnTo>
                  <a:pt x="1272" y="1736"/>
                </a:lnTo>
                <a:lnTo>
                  <a:pt x="1111" y="1797"/>
                </a:lnTo>
                <a:lnTo>
                  <a:pt x="768" y="1797"/>
                </a:lnTo>
                <a:lnTo>
                  <a:pt x="606" y="1736"/>
                </a:lnTo>
                <a:lnTo>
                  <a:pt x="445" y="1655"/>
                </a:lnTo>
                <a:lnTo>
                  <a:pt x="324" y="1554"/>
                </a:lnTo>
                <a:lnTo>
                  <a:pt x="223" y="1433"/>
                </a:lnTo>
                <a:lnTo>
                  <a:pt x="142" y="1272"/>
                </a:lnTo>
                <a:lnTo>
                  <a:pt x="82" y="1110"/>
                </a:lnTo>
                <a:lnTo>
                  <a:pt x="82" y="949"/>
                </a:lnTo>
                <a:lnTo>
                  <a:pt x="82" y="767"/>
                </a:lnTo>
                <a:lnTo>
                  <a:pt x="142" y="606"/>
                </a:lnTo>
                <a:lnTo>
                  <a:pt x="223" y="465"/>
                </a:lnTo>
                <a:lnTo>
                  <a:pt x="324" y="344"/>
                </a:lnTo>
                <a:lnTo>
                  <a:pt x="445" y="223"/>
                </a:lnTo>
                <a:lnTo>
                  <a:pt x="606" y="142"/>
                </a:lnTo>
                <a:lnTo>
                  <a:pt x="768" y="101"/>
                </a:lnTo>
                <a:lnTo>
                  <a:pt x="929" y="81"/>
                </a:lnTo>
                <a:close/>
                <a:moveTo>
                  <a:pt x="929" y="1"/>
                </a:moveTo>
                <a:lnTo>
                  <a:pt x="748" y="21"/>
                </a:lnTo>
                <a:lnTo>
                  <a:pt x="566" y="81"/>
                </a:lnTo>
                <a:lnTo>
                  <a:pt x="405" y="162"/>
                </a:lnTo>
                <a:lnTo>
                  <a:pt x="263" y="283"/>
                </a:lnTo>
                <a:lnTo>
                  <a:pt x="162" y="424"/>
                </a:lnTo>
                <a:lnTo>
                  <a:pt x="62" y="586"/>
                </a:lnTo>
                <a:lnTo>
                  <a:pt x="21" y="747"/>
                </a:lnTo>
                <a:lnTo>
                  <a:pt x="1" y="949"/>
                </a:lnTo>
                <a:lnTo>
                  <a:pt x="21" y="1131"/>
                </a:lnTo>
                <a:lnTo>
                  <a:pt x="62" y="1312"/>
                </a:lnTo>
                <a:lnTo>
                  <a:pt x="162" y="1474"/>
                </a:lnTo>
                <a:lnTo>
                  <a:pt x="263" y="1615"/>
                </a:lnTo>
                <a:lnTo>
                  <a:pt x="405" y="1716"/>
                </a:lnTo>
                <a:lnTo>
                  <a:pt x="566" y="1817"/>
                </a:lnTo>
                <a:lnTo>
                  <a:pt x="748" y="1857"/>
                </a:lnTo>
                <a:lnTo>
                  <a:pt x="929" y="1877"/>
                </a:lnTo>
                <a:lnTo>
                  <a:pt x="1131" y="1857"/>
                </a:lnTo>
                <a:lnTo>
                  <a:pt x="1293" y="1817"/>
                </a:lnTo>
                <a:lnTo>
                  <a:pt x="1454" y="1716"/>
                </a:lnTo>
                <a:lnTo>
                  <a:pt x="1595" y="1615"/>
                </a:lnTo>
                <a:lnTo>
                  <a:pt x="1716" y="1474"/>
                </a:lnTo>
                <a:lnTo>
                  <a:pt x="1797" y="1312"/>
                </a:lnTo>
                <a:lnTo>
                  <a:pt x="1858" y="1131"/>
                </a:lnTo>
                <a:lnTo>
                  <a:pt x="1878" y="949"/>
                </a:lnTo>
                <a:lnTo>
                  <a:pt x="1858" y="747"/>
                </a:lnTo>
                <a:lnTo>
                  <a:pt x="1797" y="586"/>
                </a:lnTo>
                <a:lnTo>
                  <a:pt x="1716" y="424"/>
                </a:lnTo>
                <a:lnTo>
                  <a:pt x="1595" y="283"/>
                </a:lnTo>
                <a:lnTo>
                  <a:pt x="1454" y="162"/>
                </a:lnTo>
                <a:lnTo>
                  <a:pt x="1293" y="81"/>
                </a:lnTo>
                <a:lnTo>
                  <a:pt x="1131" y="21"/>
                </a:lnTo>
                <a:lnTo>
                  <a:pt x="929" y="1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8" name="Google Shape;198;p3"/>
          <p:cNvSpPr/>
          <p:nvPr/>
        </p:nvSpPr>
        <p:spPr>
          <a:xfrm>
            <a:off x="7397129" y="4469477"/>
            <a:ext cx="100466" cy="100466"/>
          </a:xfrm>
          <a:custGeom>
            <a:rect b="b" l="l" r="r" t="t"/>
            <a:pathLst>
              <a:path extrusionOk="0" h="1797" w="1797">
                <a:moveTo>
                  <a:pt x="909" y="0"/>
                </a:moveTo>
                <a:lnTo>
                  <a:pt x="727" y="20"/>
                </a:lnTo>
                <a:lnTo>
                  <a:pt x="546" y="61"/>
                </a:lnTo>
                <a:lnTo>
                  <a:pt x="404" y="162"/>
                </a:lnTo>
                <a:lnTo>
                  <a:pt x="263" y="263"/>
                </a:lnTo>
                <a:lnTo>
                  <a:pt x="162" y="404"/>
                </a:lnTo>
                <a:lnTo>
                  <a:pt x="61" y="545"/>
                </a:lnTo>
                <a:lnTo>
                  <a:pt x="21" y="727"/>
                </a:lnTo>
                <a:lnTo>
                  <a:pt x="1" y="908"/>
                </a:lnTo>
                <a:lnTo>
                  <a:pt x="21" y="1090"/>
                </a:lnTo>
                <a:lnTo>
                  <a:pt x="61" y="1251"/>
                </a:lnTo>
                <a:lnTo>
                  <a:pt x="162" y="1393"/>
                </a:lnTo>
                <a:lnTo>
                  <a:pt x="263" y="1534"/>
                </a:lnTo>
                <a:lnTo>
                  <a:pt x="404" y="1655"/>
                </a:lnTo>
                <a:lnTo>
                  <a:pt x="546" y="1736"/>
                </a:lnTo>
                <a:lnTo>
                  <a:pt x="727" y="1776"/>
                </a:lnTo>
                <a:lnTo>
                  <a:pt x="909" y="1796"/>
                </a:lnTo>
                <a:lnTo>
                  <a:pt x="1090" y="1776"/>
                </a:lnTo>
                <a:lnTo>
                  <a:pt x="1252" y="1736"/>
                </a:lnTo>
                <a:lnTo>
                  <a:pt x="1413" y="1655"/>
                </a:lnTo>
                <a:lnTo>
                  <a:pt x="1534" y="1534"/>
                </a:lnTo>
                <a:lnTo>
                  <a:pt x="1655" y="1393"/>
                </a:lnTo>
                <a:lnTo>
                  <a:pt x="1736" y="1251"/>
                </a:lnTo>
                <a:lnTo>
                  <a:pt x="1777" y="1090"/>
                </a:lnTo>
                <a:lnTo>
                  <a:pt x="1797" y="908"/>
                </a:lnTo>
                <a:lnTo>
                  <a:pt x="1777" y="727"/>
                </a:lnTo>
                <a:lnTo>
                  <a:pt x="1736" y="545"/>
                </a:lnTo>
                <a:lnTo>
                  <a:pt x="1655" y="404"/>
                </a:lnTo>
                <a:lnTo>
                  <a:pt x="1534" y="263"/>
                </a:lnTo>
                <a:lnTo>
                  <a:pt x="1413" y="162"/>
                </a:lnTo>
                <a:lnTo>
                  <a:pt x="1252" y="61"/>
                </a:lnTo>
                <a:lnTo>
                  <a:pt x="1090" y="20"/>
                </a:lnTo>
                <a:lnTo>
                  <a:pt x="909" y="0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9" name="Google Shape;199;p3"/>
          <p:cNvSpPr/>
          <p:nvPr/>
        </p:nvSpPr>
        <p:spPr>
          <a:xfrm>
            <a:off x="7665172" y="399370"/>
            <a:ext cx="101584" cy="100466"/>
          </a:xfrm>
          <a:custGeom>
            <a:rect b="b" l="l" r="r" t="t"/>
            <a:pathLst>
              <a:path extrusionOk="0" h="1797" w="1817">
                <a:moveTo>
                  <a:pt x="909" y="1"/>
                </a:moveTo>
                <a:lnTo>
                  <a:pt x="727" y="21"/>
                </a:lnTo>
                <a:lnTo>
                  <a:pt x="566" y="61"/>
                </a:lnTo>
                <a:lnTo>
                  <a:pt x="404" y="142"/>
                </a:lnTo>
                <a:lnTo>
                  <a:pt x="283" y="263"/>
                </a:lnTo>
                <a:lnTo>
                  <a:pt x="162" y="384"/>
                </a:lnTo>
                <a:lnTo>
                  <a:pt x="81" y="546"/>
                </a:lnTo>
                <a:lnTo>
                  <a:pt x="21" y="707"/>
                </a:lnTo>
                <a:lnTo>
                  <a:pt x="1" y="889"/>
                </a:lnTo>
                <a:lnTo>
                  <a:pt x="21" y="1070"/>
                </a:lnTo>
                <a:lnTo>
                  <a:pt x="81" y="1252"/>
                </a:lnTo>
                <a:lnTo>
                  <a:pt x="162" y="1393"/>
                </a:lnTo>
                <a:lnTo>
                  <a:pt x="283" y="1534"/>
                </a:lnTo>
                <a:lnTo>
                  <a:pt x="404" y="1635"/>
                </a:lnTo>
                <a:lnTo>
                  <a:pt x="566" y="1716"/>
                </a:lnTo>
                <a:lnTo>
                  <a:pt x="727" y="1777"/>
                </a:lnTo>
                <a:lnTo>
                  <a:pt x="909" y="1797"/>
                </a:lnTo>
                <a:lnTo>
                  <a:pt x="1090" y="1777"/>
                </a:lnTo>
                <a:lnTo>
                  <a:pt x="1272" y="1716"/>
                </a:lnTo>
                <a:lnTo>
                  <a:pt x="1413" y="1635"/>
                </a:lnTo>
                <a:lnTo>
                  <a:pt x="1554" y="1534"/>
                </a:lnTo>
                <a:lnTo>
                  <a:pt x="1655" y="1393"/>
                </a:lnTo>
                <a:lnTo>
                  <a:pt x="1736" y="1252"/>
                </a:lnTo>
                <a:lnTo>
                  <a:pt x="1797" y="1070"/>
                </a:lnTo>
                <a:lnTo>
                  <a:pt x="1817" y="889"/>
                </a:lnTo>
                <a:lnTo>
                  <a:pt x="1797" y="707"/>
                </a:lnTo>
                <a:lnTo>
                  <a:pt x="1736" y="546"/>
                </a:lnTo>
                <a:lnTo>
                  <a:pt x="1655" y="384"/>
                </a:lnTo>
                <a:lnTo>
                  <a:pt x="1554" y="263"/>
                </a:lnTo>
                <a:lnTo>
                  <a:pt x="1413" y="142"/>
                </a:lnTo>
                <a:lnTo>
                  <a:pt x="1272" y="61"/>
                </a:lnTo>
                <a:lnTo>
                  <a:pt x="1090" y="21"/>
                </a:lnTo>
                <a:lnTo>
                  <a:pt x="909" y="1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0" name="Google Shape;200;p3"/>
          <p:cNvSpPr/>
          <p:nvPr/>
        </p:nvSpPr>
        <p:spPr>
          <a:xfrm>
            <a:off x="9325237" y="2442525"/>
            <a:ext cx="4584" cy="51994"/>
          </a:xfrm>
          <a:custGeom>
            <a:rect b="b" l="l" r="r" t="t"/>
            <a:pathLst>
              <a:path extrusionOk="0" h="930" w="82">
                <a:moveTo>
                  <a:pt x="1" y="1"/>
                </a:moveTo>
                <a:lnTo>
                  <a:pt x="1" y="929"/>
                </a:lnTo>
                <a:lnTo>
                  <a:pt x="82" y="929"/>
                </a:lnTo>
                <a:lnTo>
                  <a:pt x="82" y="1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1" name="Google Shape;201;p3"/>
          <p:cNvSpPr/>
          <p:nvPr/>
        </p:nvSpPr>
        <p:spPr>
          <a:xfrm>
            <a:off x="9301588" y="2466230"/>
            <a:ext cx="51938" cy="4584"/>
          </a:xfrm>
          <a:custGeom>
            <a:rect b="b" l="l" r="r" t="t"/>
            <a:pathLst>
              <a:path extrusionOk="0" h="82" w="929">
                <a:moveTo>
                  <a:pt x="0" y="1"/>
                </a:moveTo>
                <a:lnTo>
                  <a:pt x="0" y="81"/>
                </a:lnTo>
                <a:lnTo>
                  <a:pt x="928" y="81"/>
                </a:lnTo>
                <a:lnTo>
                  <a:pt x="928" y="1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2" name="Google Shape;202;p3"/>
          <p:cNvSpPr/>
          <p:nvPr/>
        </p:nvSpPr>
        <p:spPr>
          <a:xfrm rot="3449335">
            <a:off x="2649872" y="-138575"/>
            <a:ext cx="4584" cy="55347"/>
          </a:xfrm>
          <a:custGeom>
            <a:rect b="b" l="l" r="r" t="t"/>
            <a:pathLst>
              <a:path extrusionOk="0" h="990" w="82">
                <a:moveTo>
                  <a:pt x="1" y="0"/>
                </a:moveTo>
                <a:lnTo>
                  <a:pt x="1" y="989"/>
                </a:lnTo>
                <a:lnTo>
                  <a:pt x="81" y="989"/>
                </a:lnTo>
                <a:lnTo>
                  <a:pt x="81" y="0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3" name="Google Shape;203;p3"/>
          <p:cNvSpPr/>
          <p:nvPr/>
        </p:nvSpPr>
        <p:spPr>
          <a:xfrm>
            <a:off x="-2003610" y="63728"/>
            <a:ext cx="2433600" cy="24336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4" name="Google Shape;204;p3"/>
          <p:cNvSpPr/>
          <p:nvPr/>
        </p:nvSpPr>
        <p:spPr>
          <a:xfrm rot="3449335">
            <a:off x="2625262" y="-113023"/>
            <a:ext cx="55347" cy="4584"/>
          </a:xfrm>
          <a:custGeom>
            <a:rect b="b" l="l" r="r" t="t"/>
            <a:pathLst>
              <a:path extrusionOk="0" h="82" w="990">
                <a:moveTo>
                  <a:pt x="1" y="0"/>
                </a:moveTo>
                <a:lnTo>
                  <a:pt x="1" y="81"/>
                </a:lnTo>
                <a:lnTo>
                  <a:pt x="990" y="81"/>
                </a:lnTo>
                <a:lnTo>
                  <a:pt x="990" y="0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205" name="Google Shape;205;p3"/>
          <p:cNvGrpSpPr/>
          <p:nvPr/>
        </p:nvGrpSpPr>
        <p:grpSpPr>
          <a:xfrm>
            <a:off x="3970982" y="4599416"/>
            <a:ext cx="1205112" cy="520243"/>
            <a:chOff x="3970982" y="4599416"/>
            <a:chExt cx="1205112" cy="520243"/>
          </a:xfrm>
        </p:grpSpPr>
        <p:sp>
          <p:nvSpPr>
            <p:cNvPr id="206" name="Google Shape;206;p3"/>
            <p:cNvSpPr/>
            <p:nvPr/>
          </p:nvSpPr>
          <p:spPr>
            <a:xfrm>
              <a:off x="4793927" y="5066973"/>
              <a:ext cx="53445" cy="50368"/>
            </a:xfrm>
            <a:custGeom>
              <a:rect b="b" l="l" r="r" t="t"/>
              <a:pathLst>
                <a:path extrusionOk="0" h="1326" w="1407">
                  <a:moveTo>
                    <a:pt x="724" y="1"/>
                  </a:moveTo>
                  <a:lnTo>
                    <a:pt x="1" y="683"/>
                  </a:lnTo>
                  <a:lnTo>
                    <a:pt x="21" y="724"/>
                  </a:lnTo>
                  <a:lnTo>
                    <a:pt x="61" y="744"/>
                  </a:lnTo>
                  <a:lnTo>
                    <a:pt x="181" y="784"/>
                  </a:lnTo>
                  <a:lnTo>
                    <a:pt x="322" y="824"/>
                  </a:lnTo>
                  <a:lnTo>
                    <a:pt x="382" y="864"/>
                  </a:lnTo>
                  <a:lnTo>
                    <a:pt x="422" y="884"/>
                  </a:lnTo>
                  <a:lnTo>
                    <a:pt x="503" y="1005"/>
                  </a:lnTo>
                  <a:lnTo>
                    <a:pt x="583" y="1105"/>
                  </a:lnTo>
                  <a:lnTo>
                    <a:pt x="704" y="1326"/>
                  </a:lnTo>
                  <a:lnTo>
                    <a:pt x="1406" y="623"/>
                  </a:lnTo>
                  <a:lnTo>
                    <a:pt x="724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7" name="Google Shape;207;p3"/>
            <p:cNvSpPr/>
            <p:nvPr/>
          </p:nvSpPr>
          <p:spPr>
            <a:xfrm>
              <a:off x="4465205" y="4599416"/>
              <a:ext cx="54205" cy="50406"/>
            </a:xfrm>
            <a:custGeom>
              <a:rect b="b" l="l" r="r" t="t"/>
              <a:pathLst>
                <a:path extrusionOk="0" h="1327" w="1427">
                  <a:moveTo>
                    <a:pt x="723" y="1"/>
                  </a:moveTo>
                  <a:lnTo>
                    <a:pt x="1" y="684"/>
                  </a:lnTo>
                  <a:lnTo>
                    <a:pt x="221" y="784"/>
                  </a:lnTo>
                  <a:lnTo>
                    <a:pt x="322" y="824"/>
                  </a:lnTo>
                  <a:lnTo>
                    <a:pt x="422" y="884"/>
                  </a:lnTo>
                  <a:lnTo>
                    <a:pt x="502" y="1005"/>
                  </a:lnTo>
                  <a:lnTo>
                    <a:pt x="583" y="1105"/>
                  </a:lnTo>
                  <a:lnTo>
                    <a:pt x="723" y="1326"/>
                  </a:lnTo>
                  <a:lnTo>
                    <a:pt x="1426" y="643"/>
                  </a:lnTo>
                  <a:lnTo>
                    <a:pt x="723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8" name="Google Shape;208;p3"/>
            <p:cNvSpPr/>
            <p:nvPr/>
          </p:nvSpPr>
          <p:spPr>
            <a:xfrm>
              <a:off x="4632225" y="4599416"/>
              <a:ext cx="50406" cy="48887"/>
            </a:xfrm>
            <a:custGeom>
              <a:rect b="b" l="l" r="r" t="t"/>
              <a:pathLst>
                <a:path extrusionOk="0" h="1287" w="1327">
                  <a:moveTo>
                    <a:pt x="664" y="1"/>
                  </a:moveTo>
                  <a:lnTo>
                    <a:pt x="1" y="664"/>
                  </a:lnTo>
                  <a:lnTo>
                    <a:pt x="664" y="1286"/>
                  </a:lnTo>
                  <a:lnTo>
                    <a:pt x="1326" y="623"/>
                  </a:lnTo>
                  <a:lnTo>
                    <a:pt x="664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9" name="Google Shape;209;p3"/>
            <p:cNvSpPr/>
            <p:nvPr/>
          </p:nvSpPr>
          <p:spPr>
            <a:xfrm>
              <a:off x="4466725" y="4755040"/>
              <a:ext cx="54205" cy="51888"/>
            </a:xfrm>
            <a:custGeom>
              <a:rect b="b" l="l" r="r" t="t"/>
              <a:pathLst>
                <a:path extrusionOk="0" h="1366" w="1427">
                  <a:moveTo>
                    <a:pt x="703" y="0"/>
                  </a:moveTo>
                  <a:lnTo>
                    <a:pt x="1" y="643"/>
                  </a:lnTo>
                  <a:lnTo>
                    <a:pt x="744" y="1366"/>
                  </a:lnTo>
                  <a:lnTo>
                    <a:pt x="784" y="1225"/>
                  </a:lnTo>
                  <a:lnTo>
                    <a:pt x="844" y="1125"/>
                  </a:lnTo>
                  <a:lnTo>
                    <a:pt x="924" y="1024"/>
                  </a:lnTo>
                  <a:lnTo>
                    <a:pt x="1005" y="944"/>
                  </a:lnTo>
                  <a:lnTo>
                    <a:pt x="1105" y="864"/>
                  </a:lnTo>
                  <a:lnTo>
                    <a:pt x="1205" y="803"/>
                  </a:lnTo>
                  <a:lnTo>
                    <a:pt x="1426" y="683"/>
                  </a:lnTo>
                  <a:lnTo>
                    <a:pt x="1346" y="582"/>
                  </a:lnTo>
                  <a:lnTo>
                    <a:pt x="1266" y="522"/>
                  </a:lnTo>
                  <a:lnTo>
                    <a:pt x="1045" y="402"/>
                  </a:lnTo>
                  <a:lnTo>
                    <a:pt x="964" y="342"/>
                  </a:lnTo>
                  <a:lnTo>
                    <a:pt x="884" y="281"/>
                  </a:lnTo>
                  <a:lnTo>
                    <a:pt x="824" y="181"/>
                  </a:lnTo>
                  <a:lnTo>
                    <a:pt x="804" y="40"/>
                  </a:lnTo>
                  <a:lnTo>
                    <a:pt x="784" y="20"/>
                  </a:lnTo>
                  <a:lnTo>
                    <a:pt x="744" y="20"/>
                  </a:lnTo>
                  <a:lnTo>
                    <a:pt x="70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0" name="Google Shape;210;p3"/>
            <p:cNvSpPr/>
            <p:nvPr/>
          </p:nvSpPr>
          <p:spPr>
            <a:xfrm>
              <a:off x="4629946" y="4754280"/>
              <a:ext cx="54205" cy="54167"/>
            </a:xfrm>
            <a:custGeom>
              <a:rect b="b" l="l" r="r" t="t"/>
              <a:pathLst>
                <a:path extrusionOk="0" h="1426" w="1427">
                  <a:moveTo>
                    <a:pt x="724" y="0"/>
                  </a:moveTo>
                  <a:lnTo>
                    <a:pt x="1" y="703"/>
                  </a:lnTo>
                  <a:lnTo>
                    <a:pt x="121" y="743"/>
                  </a:lnTo>
                  <a:lnTo>
                    <a:pt x="242" y="823"/>
                  </a:lnTo>
                  <a:lnTo>
                    <a:pt x="342" y="884"/>
                  </a:lnTo>
                  <a:lnTo>
                    <a:pt x="422" y="984"/>
                  </a:lnTo>
                  <a:lnTo>
                    <a:pt x="603" y="1185"/>
                  </a:lnTo>
                  <a:lnTo>
                    <a:pt x="744" y="1426"/>
                  </a:lnTo>
                  <a:lnTo>
                    <a:pt x="844" y="1165"/>
                  </a:lnTo>
                  <a:lnTo>
                    <a:pt x="904" y="1064"/>
                  </a:lnTo>
                  <a:lnTo>
                    <a:pt x="964" y="984"/>
                  </a:lnTo>
                  <a:lnTo>
                    <a:pt x="1065" y="904"/>
                  </a:lnTo>
                  <a:lnTo>
                    <a:pt x="1185" y="823"/>
                  </a:lnTo>
                  <a:lnTo>
                    <a:pt x="1426" y="683"/>
                  </a:lnTo>
                  <a:lnTo>
                    <a:pt x="724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1" name="Google Shape;211;p3"/>
            <p:cNvSpPr/>
            <p:nvPr/>
          </p:nvSpPr>
          <p:spPr>
            <a:xfrm>
              <a:off x="4796206" y="4755040"/>
              <a:ext cx="51166" cy="47329"/>
            </a:xfrm>
            <a:custGeom>
              <a:rect b="b" l="l" r="r" t="t"/>
              <a:pathLst>
                <a:path extrusionOk="0" h="1246" w="1347">
                  <a:moveTo>
                    <a:pt x="664" y="0"/>
                  </a:moveTo>
                  <a:lnTo>
                    <a:pt x="1" y="663"/>
                  </a:lnTo>
                  <a:lnTo>
                    <a:pt x="664" y="1245"/>
                  </a:lnTo>
                  <a:lnTo>
                    <a:pt x="1346" y="663"/>
                  </a:lnTo>
                  <a:lnTo>
                    <a:pt x="664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2" name="Google Shape;212;p3"/>
            <p:cNvSpPr/>
            <p:nvPr/>
          </p:nvSpPr>
          <p:spPr>
            <a:xfrm>
              <a:off x="4459090" y="4906031"/>
              <a:ext cx="64119" cy="55724"/>
            </a:xfrm>
            <a:custGeom>
              <a:rect b="b" l="l" r="r" t="t"/>
              <a:pathLst>
                <a:path extrusionOk="0" h="1467" w="1688">
                  <a:moveTo>
                    <a:pt x="864" y="1"/>
                  </a:moveTo>
                  <a:lnTo>
                    <a:pt x="764" y="262"/>
                  </a:lnTo>
                  <a:lnTo>
                    <a:pt x="704" y="362"/>
                  </a:lnTo>
                  <a:lnTo>
                    <a:pt x="643" y="463"/>
                  </a:lnTo>
                  <a:lnTo>
                    <a:pt x="523" y="543"/>
                  </a:lnTo>
                  <a:lnTo>
                    <a:pt x="382" y="623"/>
                  </a:lnTo>
                  <a:lnTo>
                    <a:pt x="1" y="844"/>
                  </a:lnTo>
                  <a:lnTo>
                    <a:pt x="162" y="864"/>
                  </a:lnTo>
                  <a:lnTo>
                    <a:pt x="302" y="904"/>
                  </a:lnTo>
                  <a:lnTo>
                    <a:pt x="423" y="965"/>
                  </a:lnTo>
                  <a:lnTo>
                    <a:pt x="543" y="1025"/>
                  </a:lnTo>
                  <a:lnTo>
                    <a:pt x="623" y="1085"/>
                  </a:lnTo>
                  <a:lnTo>
                    <a:pt x="704" y="1186"/>
                  </a:lnTo>
                  <a:lnTo>
                    <a:pt x="744" y="1286"/>
                  </a:lnTo>
                  <a:lnTo>
                    <a:pt x="784" y="1406"/>
                  </a:lnTo>
                  <a:lnTo>
                    <a:pt x="804" y="1427"/>
                  </a:lnTo>
                  <a:lnTo>
                    <a:pt x="864" y="1447"/>
                  </a:lnTo>
                  <a:lnTo>
                    <a:pt x="985" y="1467"/>
                  </a:lnTo>
                  <a:lnTo>
                    <a:pt x="1045" y="1286"/>
                  </a:lnTo>
                  <a:lnTo>
                    <a:pt x="1065" y="1206"/>
                  </a:lnTo>
                  <a:lnTo>
                    <a:pt x="1105" y="1145"/>
                  </a:lnTo>
                  <a:lnTo>
                    <a:pt x="1246" y="1045"/>
                  </a:lnTo>
                  <a:lnTo>
                    <a:pt x="1386" y="945"/>
                  </a:lnTo>
                  <a:lnTo>
                    <a:pt x="1688" y="744"/>
                  </a:lnTo>
                  <a:lnTo>
                    <a:pt x="1547" y="684"/>
                  </a:lnTo>
                  <a:lnTo>
                    <a:pt x="1427" y="623"/>
                  </a:lnTo>
                  <a:lnTo>
                    <a:pt x="1306" y="543"/>
                  </a:lnTo>
                  <a:lnTo>
                    <a:pt x="1206" y="463"/>
                  </a:lnTo>
                  <a:lnTo>
                    <a:pt x="1105" y="362"/>
                  </a:lnTo>
                  <a:lnTo>
                    <a:pt x="1025" y="262"/>
                  </a:lnTo>
                  <a:lnTo>
                    <a:pt x="864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3" name="Google Shape;213;p3"/>
            <p:cNvSpPr/>
            <p:nvPr/>
          </p:nvSpPr>
          <p:spPr>
            <a:xfrm>
              <a:off x="4631466" y="4910627"/>
              <a:ext cx="53445" cy="50368"/>
            </a:xfrm>
            <a:custGeom>
              <a:rect b="b" l="l" r="r" t="t"/>
              <a:pathLst>
                <a:path extrusionOk="0" h="1326" w="1407">
                  <a:moveTo>
                    <a:pt x="684" y="0"/>
                  </a:moveTo>
                  <a:lnTo>
                    <a:pt x="1" y="663"/>
                  </a:lnTo>
                  <a:lnTo>
                    <a:pt x="724" y="1326"/>
                  </a:lnTo>
                  <a:lnTo>
                    <a:pt x="764" y="1225"/>
                  </a:lnTo>
                  <a:lnTo>
                    <a:pt x="824" y="1105"/>
                  </a:lnTo>
                  <a:lnTo>
                    <a:pt x="904" y="1024"/>
                  </a:lnTo>
                  <a:lnTo>
                    <a:pt x="985" y="944"/>
                  </a:lnTo>
                  <a:lnTo>
                    <a:pt x="1186" y="804"/>
                  </a:lnTo>
                  <a:lnTo>
                    <a:pt x="1406" y="683"/>
                  </a:lnTo>
                  <a:lnTo>
                    <a:pt x="1326" y="583"/>
                  </a:lnTo>
                  <a:lnTo>
                    <a:pt x="1246" y="522"/>
                  </a:lnTo>
                  <a:lnTo>
                    <a:pt x="1045" y="402"/>
                  </a:lnTo>
                  <a:lnTo>
                    <a:pt x="945" y="342"/>
                  </a:lnTo>
                  <a:lnTo>
                    <a:pt x="864" y="261"/>
                  </a:lnTo>
                  <a:lnTo>
                    <a:pt x="804" y="161"/>
                  </a:lnTo>
                  <a:lnTo>
                    <a:pt x="784" y="41"/>
                  </a:lnTo>
                  <a:lnTo>
                    <a:pt x="764" y="20"/>
                  </a:lnTo>
                  <a:lnTo>
                    <a:pt x="724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4" name="Google Shape;214;p3"/>
            <p:cNvSpPr/>
            <p:nvPr/>
          </p:nvSpPr>
          <p:spPr>
            <a:xfrm>
              <a:off x="4796206" y="4911386"/>
              <a:ext cx="51166" cy="48089"/>
            </a:xfrm>
            <a:custGeom>
              <a:rect b="b" l="l" r="r" t="t"/>
              <a:pathLst>
                <a:path extrusionOk="0" h="1266" w="1347">
                  <a:moveTo>
                    <a:pt x="664" y="0"/>
                  </a:moveTo>
                  <a:lnTo>
                    <a:pt x="1" y="623"/>
                  </a:lnTo>
                  <a:lnTo>
                    <a:pt x="684" y="1265"/>
                  </a:lnTo>
                  <a:lnTo>
                    <a:pt x="1346" y="603"/>
                  </a:lnTo>
                  <a:lnTo>
                    <a:pt x="664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5" name="Google Shape;215;p3"/>
            <p:cNvSpPr/>
            <p:nvPr/>
          </p:nvSpPr>
          <p:spPr>
            <a:xfrm>
              <a:off x="4462166" y="5065454"/>
              <a:ext cx="58003" cy="53445"/>
            </a:xfrm>
            <a:custGeom>
              <a:rect b="b" l="l" r="r" t="t"/>
              <a:pathLst>
                <a:path extrusionOk="0" h="1407" w="1527">
                  <a:moveTo>
                    <a:pt x="783" y="1"/>
                  </a:moveTo>
                  <a:lnTo>
                    <a:pt x="683" y="161"/>
                  </a:lnTo>
                  <a:lnTo>
                    <a:pt x="623" y="282"/>
                  </a:lnTo>
                  <a:lnTo>
                    <a:pt x="542" y="362"/>
                  </a:lnTo>
                  <a:lnTo>
                    <a:pt x="422" y="442"/>
                  </a:lnTo>
                  <a:lnTo>
                    <a:pt x="301" y="523"/>
                  </a:lnTo>
                  <a:lnTo>
                    <a:pt x="0" y="663"/>
                  </a:lnTo>
                  <a:lnTo>
                    <a:pt x="301" y="844"/>
                  </a:lnTo>
                  <a:lnTo>
                    <a:pt x="422" y="904"/>
                  </a:lnTo>
                  <a:lnTo>
                    <a:pt x="542" y="984"/>
                  </a:lnTo>
                  <a:lnTo>
                    <a:pt x="582" y="1045"/>
                  </a:lnTo>
                  <a:lnTo>
                    <a:pt x="603" y="1105"/>
                  </a:lnTo>
                  <a:lnTo>
                    <a:pt x="643" y="1225"/>
                  </a:lnTo>
                  <a:lnTo>
                    <a:pt x="683" y="1346"/>
                  </a:lnTo>
                  <a:lnTo>
                    <a:pt x="703" y="1386"/>
                  </a:lnTo>
                  <a:lnTo>
                    <a:pt x="763" y="1406"/>
                  </a:lnTo>
                  <a:lnTo>
                    <a:pt x="1526" y="683"/>
                  </a:lnTo>
                  <a:lnTo>
                    <a:pt x="783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6" name="Google Shape;216;p3"/>
            <p:cNvSpPr/>
            <p:nvPr/>
          </p:nvSpPr>
          <p:spPr>
            <a:xfrm>
              <a:off x="4630706" y="5066213"/>
              <a:ext cx="53445" cy="50368"/>
            </a:xfrm>
            <a:custGeom>
              <a:rect b="b" l="l" r="r" t="t"/>
              <a:pathLst>
                <a:path extrusionOk="0" h="1326" w="1407">
                  <a:moveTo>
                    <a:pt x="704" y="1"/>
                  </a:moveTo>
                  <a:lnTo>
                    <a:pt x="1" y="663"/>
                  </a:lnTo>
                  <a:lnTo>
                    <a:pt x="704" y="1326"/>
                  </a:lnTo>
                  <a:lnTo>
                    <a:pt x="1406" y="663"/>
                  </a:lnTo>
                  <a:lnTo>
                    <a:pt x="704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7" name="Google Shape;217;p3"/>
            <p:cNvSpPr/>
            <p:nvPr/>
          </p:nvSpPr>
          <p:spPr>
            <a:xfrm>
              <a:off x="4797004" y="4600213"/>
              <a:ext cx="50368" cy="46532"/>
            </a:xfrm>
            <a:custGeom>
              <a:rect b="b" l="l" r="r" t="t"/>
              <a:pathLst>
                <a:path extrusionOk="0" h="1225" w="1326">
                  <a:moveTo>
                    <a:pt x="643" y="0"/>
                  </a:moveTo>
                  <a:lnTo>
                    <a:pt x="0" y="622"/>
                  </a:lnTo>
                  <a:lnTo>
                    <a:pt x="643" y="1225"/>
                  </a:lnTo>
                  <a:lnTo>
                    <a:pt x="1325" y="643"/>
                  </a:lnTo>
                  <a:lnTo>
                    <a:pt x="64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8" name="Google Shape;218;p3"/>
            <p:cNvSpPr/>
            <p:nvPr/>
          </p:nvSpPr>
          <p:spPr>
            <a:xfrm>
              <a:off x="4960985" y="4602492"/>
              <a:ext cx="49608" cy="44253"/>
            </a:xfrm>
            <a:custGeom>
              <a:rect b="b" l="l" r="r" t="t"/>
              <a:pathLst>
                <a:path extrusionOk="0" h="1165" w="1306">
                  <a:moveTo>
                    <a:pt x="663" y="0"/>
                  </a:moveTo>
                  <a:lnTo>
                    <a:pt x="0" y="562"/>
                  </a:lnTo>
                  <a:lnTo>
                    <a:pt x="643" y="1165"/>
                  </a:lnTo>
                  <a:lnTo>
                    <a:pt x="1305" y="583"/>
                  </a:lnTo>
                  <a:lnTo>
                    <a:pt x="66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9" name="Google Shape;219;p3"/>
            <p:cNvSpPr/>
            <p:nvPr/>
          </p:nvSpPr>
          <p:spPr>
            <a:xfrm>
              <a:off x="4303503" y="4600213"/>
              <a:ext cx="53445" cy="54167"/>
            </a:xfrm>
            <a:custGeom>
              <a:rect b="b" l="l" r="r" t="t"/>
              <a:pathLst>
                <a:path extrusionOk="0" h="1426" w="1407">
                  <a:moveTo>
                    <a:pt x="683" y="0"/>
                  </a:moveTo>
                  <a:lnTo>
                    <a:pt x="1" y="622"/>
                  </a:lnTo>
                  <a:lnTo>
                    <a:pt x="804" y="1426"/>
                  </a:lnTo>
                  <a:lnTo>
                    <a:pt x="804" y="1265"/>
                  </a:lnTo>
                  <a:lnTo>
                    <a:pt x="824" y="1145"/>
                  </a:lnTo>
                  <a:lnTo>
                    <a:pt x="864" y="1024"/>
                  </a:lnTo>
                  <a:lnTo>
                    <a:pt x="904" y="944"/>
                  </a:lnTo>
                  <a:lnTo>
                    <a:pt x="985" y="884"/>
                  </a:lnTo>
                  <a:lnTo>
                    <a:pt x="1065" y="823"/>
                  </a:lnTo>
                  <a:lnTo>
                    <a:pt x="1165" y="783"/>
                  </a:lnTo>
                  <a:lnTo>
                    <a:pt x="1286" y="763"/>
                  </a:lnTo>
                  <a:lnTo>
                    <a:pt x="1326" y="743"/>
                  </a:lnTo>
                  <a:lnTo>
                    <a:pt x="1366" y="703"/>
                  </a:lnTo>
                  <a:lnTo>
                    <a:pt x="1386" y="683"/>
                  </a:lnTo>
                  <a:lnTo>
                    <a:pt x="1406" y="643"/>
                  </a:lnTo>
                  <a:lnTo>
                    <a:pt x="1386" y="602"/>
                  </a:lnTo>
                  <a:lnTo>
                    <a:pt x="1366" y="562"/>
                  </a:lnTo>
                  <a:lnTo>
                    <a:pt x="1306" y="502"/>
                  </a:lnTo>
                  <a:lnTo>
                    <a:pt x="1145" y="442"/>
                  </a:lnTo>
                  <a:lnTo>
                    <a:pt x="985" y="361"/>
                  </a:lnTo>
                  <a:lnTo>
                    <a:pt x="924" y="321"/>
                  </a:lnTo>
                  <a:lnTo>
                    <a:pt x="864" y="261"/>
                  </a:lnTo>
                  <a:lnTo>
                    <a:pt x="824" y="181"/>
                  </a:lnTo>
                  <a:lnTo>
                    <a:pt x="804" y="80"/>
                  </a:lnTo>
                  <a:lnTo>
                    <a:pt x="784" y="40"/>
                  </a:lnTo>
                  <a:lnTo>
                    <a:pt x="744" y="20"/>
                  </a:lnTo>
                  <a:lnTo>
                    <a:pt x="68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0" name="Google Shape;220;p3"/>
            <p:cNvSpPr/>
            <p:nvPr/>
          </p:nvSpPr>
          <p:spPr>
            <a:xfrm>
              <a:off x="4303503" y="4755040"/>
              <a:ext cx="52685" cy="49608"/>
            </a:xfrm>
            <a:custGeom>
              <a:rect b="b" l="l" r="r" t="t"/>
              <a:pathLst>
                <a:path extrusionOk="0" h="1306" w="1387">
                  <a:moveTo>
                    <a:pt x="663" y="0"/>
                  </a:moveTo>
                  <a:lnTo>
                    <a:pt x="583" y="60"/>
                  </a:lnTo>
                  <a:lnTo>
                    <a:pt x="523" y="141"/>
                  </a:lnTo>
                  <a:lnTo>
                    <a:pt x="422" y="301"/>
                  </a:lnTo>
                  <a:lnTo>
                    <a:pt x="342" y="382"/>
                  </a:lnTo>
                  <a:lnTo>
                    <a:pt x="262" y="462"/>
                  </a:lnTo>
                  <a:lnTo>
                    <a:pt x="161" y="522"/>
                  </a:lnTo>
                  <a:lnTo>
                    <a:pt x="41" y="542"/>
                  </a:lnTo>
                  <a:lnTo>
                    <a:pt x="21" y="562"/>
                  </a:lnTo>
                  <a:lnTo>
                    <a:pt x="21" y="603"/>
                  </a:lnTo>
                  <a:lnTo>
                    <a:pt x="1" y="643"/>
                  </a:lnTo>
                  <a:lnTo>
                    <a:pt x="663" y="1305"/>
                  </a:lnTo>
                  <a:lnTo>
                    <a:pt x="1386" y="663"/>
                  </a:lnTo>
                  <a:lnTo>
                    <a:pt x="66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1" name="Google Shape;221;p3"/>
            <p:cNvSpPr/>
            <p:nvPr/>
          </p:nvSpPr>
          <p:spPr>
            <a:xfrm>
              <a:off x="4959428" y="5066973"/>
              <a:ext cx="51925" cy="48089"/>
            </a:xfrm>
            <a:custGeom>
              <a:rect b="b" l="l" r="r" t="t"/>
              <a:pathLst>
                <a:path extrusionOk="0" h="1266" w="1367">
                  <a:moveTo>
                    <a:pt x="704" y="1"/>
                  </a:moveTo>
                  <a:lnTo>
                    <a:pt x="1" y="623"/>
                  </a:lnTo>
                  <a:lnTo>
                    <a:pt x="704" y="1266"/>
                  </a:lnTo>
                  <a:lnTo>
                    <a:pt x="1366" y="643"/>
                  </a:lnTo>
                  <a:lnTo>
                    <a:pt x="704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2" name="Google Shape;222;p3"/>
            <p:cNvSpPr/>
            <p:nvPr/>
          </p:nvSpPr>
          <p:spPr>
            <a:xfrm>
              <a:off x="4301984" y="5066213"/>
              <a:ext cx="55724" cy="53445"/>
            </a:xfrm>
            <a:custGeom>
              <a:rect b="b" l="l" r="r" t="t"/>
              <a:pathLst>
                <a:path extrusionOk="0" h="1407" w="1467">
                  <a:moveTo>
                    <a:pt x="703" y="1"/>
                  </a:moveTo>
                  <a:lnTo>
                    <a:pt x="0" y="663"/>
                  </a:lnTo>
                  <a:lnTo>
                    <a:pt x="804" y="1406"/>
                  </a:lnTo>
                  <a:lnTo>
                    <a:pt x="824" y="1246"/>
                  </a:lnTo>
                  <a:lnTo>
                    <a:pt x="864" y="1125"/>
                  </a:lnTo>
                  <a:lnTo>
                    <a:pt x="944" y="1025"/>
                  </a:lnTo>
                  <a:lnTo>
                    <a:pt x="1045" y="944"/>
                  </a:lnTo>
                  <a:lnTo>
                    <a:pt x="1145" y="884"/>
                  </a:lnTo>
                  <a:lnTo>
                    <a:pt x="1245" y="824"/>
                  </a:lnTo>
                  <a:lnTo>
                    <a:pt x="1466" y="683"/>
                  </a:lnTo>
                  <a:lnTo>
                    <a:pt x="703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3" name="Google Shape;223;p3"/>
            <p:cNvSpPr/>
            <p:nvPr/>
          </p:nvSpPr>
          <p:spPr>
            <a:xfrm>
              <a:off x="4960226" y="4757319"/>
              <a:ext cx="51128" cy="45050"/>
            </a:xfrm>
            <a:custGeom>
              <a:rect b="b" l="l" r="r" t="t"/>
              <a:pathLst>
                <a:path extrusionOk="0" h="1186" w="1346">
                  <a:moveTo>
                    <a:pt x="663" y="0"/>
                  </a:moveTo>
                  <a:lnTo>
                    <a:pt x="0" y="583"/>
                  </a:lnTo>
                  <a:lnTo>
                    <a:pt x="663" y="1185"/>
                  </a:lnTo>
                  <a:lnTo>
                    <a:pt x="1345" y="603"/>
                  </a:lnTo>
                  <a:lnTo>
                    <a:pt x="66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4" name="Google Shape;224;p3"/>
            <p:cNvSpPr/>
            <p:nvPr/>
          </p:nvSpPr>
          <p:spPr>
            <a:xfrm>
              <a:off x="4137243" y="5064694"/>
              <a:ext cx="58763" cy="54964"/>
            </a:xfrm>
            <a:custGeom>
              <a:rect b="b" l="l" r="r" t="t"/>
              <a:pathLst>
                <a:path extrusionOk="0" h="1447" w="1547">
                  <a:moveTo>
                    <a:pt x="763" y="0"/>
                  </a:moveTo>
                  <a:lnTo>
                    <a:pt x="0" y="703"/>
                  </a:lnTo>
                  <a:lnTo>
                    <a:pt x="804" y="1446"/>
                  </a:lnTo>
                  <a:lnTo>
                    <a:pt x="824" y="1306"/>
                  </a:lnTo>
                  <a:lnTo>
                    <a:pt x="884" y="1165"/>
                  </a:lnTo>
                  <a:lnTo>
                    <a:pt x="964" y="1065"/>
                  </a:lnTo>
                  <a:lnTo>
                    <a:pt x="1065" y="984"/>
                  </a:lnTo>
                  <a:lnTo>
                    <a:pt x="1165" y="904"/>
                  </a:lnTo>
                  <a:lnTo>
                    <a:pt x="1285" y="844"/>
                  </a:lnTo>
                  <a:lnTo>
                    <a:pt x="1546" y="683"/>
                  </a:lnTo>
                  <a:lnTo>
                    <a:pt x="1245" y="543"/>
                  </a:lnTo>
                  <a:lnTo>
                    <a:pt x="1125" y="482"/>
                  </a:lnTo>
                  <a:lnTo>
                    <a:pt x="1024" y="402"/>
                  </a:lnTo>
                  <a:lnTo>
                    <a:pt x="944" y="322"/>
                  </a:lnTo>
                  <a:lnTo>
                    <a:pt x="864" y="201"/>
                  </a:lnTo>
                  <a:lnTo>
                    <a:pt x="76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5" name="Google Shape;225;p3"/>
            <p:cNvSpPr/>
            <p:nvPr/>
          </p:nvSpPr>
          <p:spPr>
            <a:xfrm>
              <a:off x="4959428" y="4912906"/>
              <a:ext cx="51925" cy="46570"/>
            </a:xfrm>
            <a:custGeom>
              <a:rect b="b" l="l" r="r" t="t"/>
              <a:pathLst>
                <a:path extrusionOk="0" h="1226" w="1367">
                  <a:moveTo>
                    <a:pt x="704" y="1"/>
                  </a:moveTo>
                  <a:lnTo>
                    <a:pt x="1" y="583"/>
                  </a:lnTo>
                  <a:lnTo>
                    <a:pt x="704" y="1225"/>
                  </a:lnTo>
                  <a:lnTo>
                    <a:pt x="1366" y="583"/>
                  </a:lnTo>
                  <a:lnTo>
                    <a:pt x="704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6" name="Google Shape;226;p3"/>
            <p:cNvSpPr/>
            <p:nvPr/>
          </p:nvSpPr>
          <p:spPr>
            <a:xfrm>
              <a:off x="4302743" y="4909867"/>
              <a:ext cx="53445" cy="54964"/>
            </a:xfrm>
            <a:custGeom>
              <a:rect b="b" l="l" r="r" t="t"/>
              <a:pathLst>
                <a:path extrusionOk="0" h="1447" w="1407">
                  <a:moveTo>
                    <a:pt x="683" y="0"/>
                  </a:moveTo>
                  <a:lnTo>
                    <a:pt x="603" y="81"/>
                  </a:lnTo>
                  <a:lnTo>
                    <a:pt x="543" y="161"/>
                  </a:lnTo>
                  <a:lnTo>
                    <a:pt x="422" y="342"/>
                  </a:lnTo>
                  <a:lnTo>
                    <a:pt x="362" y="422"/>
                  </a:lnTo>
                  <a:lnTo>
                    <a:pt x="262" y="482"/>
                  </a:lnTo>
                  <a:lnTo>
                    <a:pt x="161" y="542"/>
                  </a:lnTo>
                  <a:lnTo>
                    <a:pt x="41" y="563"/>
                  </a:lnTo>
                  <a:lnTo>
                    <a:pt x="21" y="583"/>
                  </a:lnTo>
                  <a:lnTo>
                    <a:pt x="21" y="643"/>
                  </a:lnTo>
                  <a:lnTo>
                    <a:pt x="1" y="763"/>
                  </a:lnTo>
                  <a:lnTo>
                    <a:pt x="221" y="864"/>
                  </a:lnTo>
                  <a:lnTo>
                    <a:pt x="322" y="904"/>
                  </a:lnTo>
                  <a:lnTo>
                    <a:pt x="422" y="964"/>
                  </a:lnTo>
                  <a:lnTo>
                    <a:pt x="503" y="1085"/>
                  </a:lnTo>
                  <a:lnTo>
                    <a:pt x="563" y="1185"/>
                  </a:lnTo>
                  <a:lnTo>
                    <a:pt x="703" y="1446"/>
                  </a:lnTo>
                  <a:lnTo>
                    <a:pt x="1406" y="683"/>
                  </a:lnTo>
                  <a:lnTo>
                    <a:pt x="68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7" name="Google Shape;227;p3"/>
            <p:cNvSpPr/>
            <p:nvPr/>
          </p:nvSpPr>
          <p:spPr>
            <a:xfrm>
              <a:off x="4138762" y="4901472"/>
              <a:ext cx="57243" cy="60282"/>
            </a:xfrm>
            <a:custGeom>
              <a:rect b="b" l="l" r="r" t="t"/>
              <a:pathLst>
                <a:path extrusionOk="0" h="1587" w="1507">
                  <a:moveTo>
                    <a:pt x="683" y="0"/>
                  </a:moveTo>
                  <a:lnTo>
                    <a:pt x="563" y="302"/>
                  </a:lnTo>
                  <a:lnTo>
                    <a:pt x="502" y="422"/>
                  </a:lnTo>
                  <a:lnTo>
                    <a:pt x="422" y="522"/>
                  </a:lnTo>
                  <a:lnTo>
                    <a:pt x="342" y="623"/>
                  </a:lnTo>
                  <a:lnTo>
                    <a:pt x="262" y="683"/>
                  </a:lnTo>
                  <a:lnTo>
                    <a:pt x="161" y="743"/>
                  </a:lnTo>
                  <a:lnTo>
                    <a:pt x="41" y="784"/>
                  </a:lnTo>
                  <a:lnTo>
                    <a:pt x="21" y="804"/>
                  </a:lnTo>
                  <a:lnTo>
                    <a:pt x="0" y="844"/>
                  </a:lnTo>
                  <a:lnTo>
                    <a:pt x="0" y="904"/>
                  </a:lnTo>
                  <a:lnTo>
                    <a:pt x="764" y="1587"/>
                  </a:lnTo>
                  <a:lnTo>
                    <a:pt x="824" y="1406"/>
                  </a:lnTo>
                  <a:lnTo>
                    <a:pt x="864" y="1306"/>
                  </a:lnTo>
                  <a:lnTo>
                    <a:pt x="904" y="1245"/>
                  </a:lnTo>
                  <a:lnTo>
                    <a:pt x="1045" y="1165"/>
                  </a:lnTo>
                  <a:lnTo>
                    <a:pt x="1185" y="1065"/>
                  </a:lnTo>
                  <a:lnTo>
                    <a:pt x="1506" y="884"/>
                  </a:lnTo>
                  <a:lnTo>
                    <a:pt x="1225" y="743"/>
                  </a:lnTo>
                  <a:lnTo>
                    <a:pt x="1105" y="663"/>
                  </a:lnTo>
                  <a:lnTo>
                    <a:pt x="1004" y="583"/>
                  </a:lnTo>
                  <a:lnTo>
                    <a:pt x="904" y="482"/>
                  </a:lnTo>
                  <a:lnTo>
                    <a:pt x="824" y="342"/>
                  </a:lnTo>
                  <a:lnTo>
                    <a:pt x="743" y="201"/>
                  </a:lnTo>
                  <a:lnTo>
                    <a:pt x="68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8" name="Google Shape;228;p3"/>
            <p:cNvSpPr/>
            <p:nvPr/>
          </p:nvSpPr>
          <p:spPr>
            <a:xfrm>
              <a:off x="3970982" y="5065454"/>
              <a:ext cx="58003" cy="51128"/>
            </a:xfrm>
            <a:custGeom>
              <a:rect b="b" l="l" r="r" t="t"/>
              <a:pathLst>
                <a:path extrusionOk="0" h="1346" w="1527">
                  <a:moveTo>
                    <a:pt x="783" y="1"/>
                  </a:moveTo>
                  <a:lnTo>
                    <a:pt x="0" y="723"/>
                  </a:lnTo>
                  <a:lnTo>
                    <a:pt x="221" y="824"/>
                  </a:lnTo>
                  <a:lnTo>
                    <a:pt x="422" y="944"/>
                  </a:lnTo>
                  <a:lnTo>
                    <a:pt x="522" y="1025"/>
                  </a:lnTo>
                  <a:lnTo>
                    <a:pt x="582" y="1105"/>
                  </a:lnTo>
                  <a:lnTo>
                    <a:pt x="643" y="1205"/>
                  </a:lnTo>
                  <a:lnTo>
                    <a:pt x="703" y="1326"/>
                  </a:lnTo>
                  <a:lnTo>
                    <a:pt x="723" y="1346"/>
                  </a:lnTo>
                  <a:lnTo>
                    <a:pt x="783" y="1346"/>
                  </a:lnTo>
                  <a:lnTo>
                    <a:pt x="1526" y="663"/>
                  </a:lnTo>
                  <a:lnTo>
                    <a:pt x="783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9" name="Google Shape;229;p3"/>
            <p:cNvSpPr/>
            <p:nvPr/>
          </p:nvSpPr>
          <p:spPr>
            <a:xfrm>
              <a:off x="3973261" y="4910627"/>
              <a:ext cx="54926" cy="50368"/>
            </a:xfrm>
            <a:custGeom>
              <a:rect b="b" l="l" r="r" t="t"/>
              <a:pathLst>
                <a:path extrusionOk="0" h="1326" w="1446">
                  <a:moveTo>
                    <a:pt x="703" y="0"/>
                  </a:moveTo>
                  <a:lnTo>
                    <a:pt x="0" y="663"/>
                  </a:lnTo>
                  <a:lnTo>
                    <a:pt x="723" y="1326"/>
                  </a:lnTo>
                  <a:lnTo>
                    <a:pt x="1446" y="663"/>
                  </a:lnTo>
                  <a:lnTo>
                    <a:pt x="70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0" name="Google Shape;230;p3"/>
            <p:cNvSpPr/>
            <p:nvPr/>
          </p:nvSpPr>
          <p:spPr>
            <a:xfrm>
              <a:off x="5123447" y="5069252"/>
              <a:ext cx="52647" cy="44291"/>
            </a:xfrm>
            <a:custGeom>
              <a:rect b="b" l="l" r="r" t="t"/>
              <a:pathLst>
                <a:path extrusionOk="0" h="1166" w="1386">
                  <a:moveTo>
                    <a:pt x="683" y="1"/>
                  </a:moveTo>
                  <a:lnTo>
                    <a:pt x="0" y="563"/>
                  </a:lnTo>
                  <a:lnTo>
                    <a:pt x="723" y="1166"/>
                  </a:lnTo>
                  <a:lnTo>
                    <a:pt x="1386" y="543"/>
                  </a:lnTo>
                  <a:lnTo>
                    <a:pt x="683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1" name="Google Shape;231;p3"/>
            <p:cNvSpPr/>
            <p:nvPr/>
          </p:nvSpPr>
          <p:spPr>
            <a:xfrm>
              <a:off x="4137243" y="4756560"/>
              <a:ext cx="56484" cy="48849"/>
            </a:xfrm>
            <a:custGeom>
              <a:rect b="b" l="l" r="r" t="t"/>
              <a:pathLst>
                <a:path extrusionOk="0" h="1286" w="1487">
                  <a:moveTo>
                    <a:pt x="743" y="0"/>
                  </a:moveTo>
                  <a:lnTo>
                    <a:pt x="0" y="623"/>
                  </a:lnTo>
                  <a:lnTo>
                    <a:pt x="783" y="1285"/>
                  </a:lnTo>
                  <a:lnTo>
                    <a:pt x="884" y="1085"/>
                  </a:lnTo>
                  <a:lnTo>
                    <a:pt x="944" y="984"/>
                  </a:lnTo>
                  <a:lnTo>
                    <a:pt x="1004" y="884"/>
                  </a:lnTo>
                  <a:lnTo>
                    <a:pt x="1125" y="824"/>
                  </a:lnTo>
                  <a:lnTo>
                    <a:pt x="1245" y="763"/>
                  </a:lnTo>
                  <a:lnTo>
                    <a:pt x="1486" y="643"/>
                  </a:lnTo>
                  <a:lnTo>
                    <a:pt x="74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2" name="Google Shape;232;p3"/>
            <p:cNvSpPr/>
            <p:nvPr/>
          </p:nvSpPr>
          <p:spPr>
            <a:xfrm>
              <a:off x="4134964" y="4600973"/>
              <a:ext cx="55686" cy="46532"/>
            </a:xfrm>
            <a:custGeom>
              <a:rect b="b" l="l" r="r" t="t"/>
              <a:pathLst>
                <a:path extrusionOk="0" h="1225" w="1466">
                  <a:moveTo>
                    <a:pt x="783" y="0"/>
                  </a:moveTo>
                  <a:lnTo>
                    <a:pt x="0" y="663"/>
                  </a:lnTo>
                  <a:lnTo>
                    <a:pt x="221" y="743"/>
                  </a:lnTo>
                  <a:lnTo>
                    <a:pt x="341" y="783"/>
                  </a:lnTo>
                  <a:lnTo>
                    <a:pt x="422" y="843"/>
                  </a:lnTo>
                  <a:lnTo>
                    <a:pt x="522" y="924"/>
                  </a:lnTo>
                  <a:lnTo>
                    <a:pt x="582" y="1004"/>
                  </a:lnTo>
                  <a:lnTo>
                    <a:pt x="643" y="1084"/>
                  </a:lnTo>
                  <a:lnTo>
                    <a:pt x="703" y="1205"/>
                  </a:lnTo>
                  <a:lnTo>
                    <a:pt x="723" y="1225"/>
                  </a:lnTo>
                  <a:lnTo>
                    <a:pt x="783" y="1225"/>
                  </a:lnTo>
                  <a:lnTo>
                    <a:pt x="1466" y="602"/>
                  </a:lnTo>
                  <a:lnTo>
                    <a:pt x="78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3" name="Google Shape;233;p3"/>
            <p:cNvSpPr/>
            <p:nvPr/>
          </p:nvSpPr>
          <p:spPr>
            <a:xfrm>
              <a:off x="5121890" y="4914425"/>
              <a:ext cx="54205" cy="44291"/>
            </a:xfrm>
            <a:custGeom>
              <a:rect b="b" l="l" r="r" t="t"/>
              <a:pathLst>
                <a:path extrusionOk="0" h="1166" w="1427">
                  <a:moveTo>
                    <a:pt x="724" y="1"/>
                  </a:moveTo>
                  <a:lnTo>
                    <a:pt x="1" y="603"/>
                  </a:lnTo>
                  <a:lnTo>
                    <a:pt x="242" y="683"/>
                  </a:lnTo>
                  <a:lnTo>
                    <a:pt x="342" y="724"/>
                  </a:lnTo>
                  <a:lnTo>
                    <a:pt x="423" y="784"/>
                  </a:lnTo>
                  <a:lnTo>
                    <a:pt x="503" y="864"/>
                  </a:lnTo>
                  <a:lnTo>
                    <a:pt x="563" y="965"/>
                  </a:lnTo>
                  <a:lnTo>
                    <a:pt x="684" y="1165"/>
                  </a:lnTo>
                  <a:lnTo>
                    <a:pt x="1427" y="543"/>
                  </a:lnTo>
                  <a:lnTo>
                    <a:pt x="724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4" name="Google Shape;234;p3"/>
            <p:cNvSpPr/>
            <p:nvPr/>
          </p:nvSpPr>
          <p:spPr>
            <a:xfrm>
              <a:off x="5124207" y="4758839"/>
              <a:ext cx="45772" cy="42733"/>
            </a:xfrm>
            <a:custGeom>
              <a:rect b="b" l="l" r="r" t="t"/>
              <a:pathLst>
                <a:path extrusionOk="0" h="1125" w="1205">
                  <a:moveTo>
                    <a:pt x="663" y="1"/>
                  </a:moveTo>
                  <a:lnTo>
                    <a:pt x="0" y="543"/>
                  </a:lnTo>
                  <a:lnTo>
                    <a:pt x="703" y="1125"/>
                  </a:lnTo>
                  <a:lnTo>
                    <a:pt x="1205" y="663"/>
                  </a:lnTo>
                  <a:lnTo>
                    <a:pt x="663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5" name="Google Shape;235;p3"/>
            <p:cNvSpPr/>
            <p:nvPr/>
          </p:nvSpPr>
          <p:spPr>
            <a:xfrm>
              <a:off x="3974781" y="4754280"/>
              <a:ext cx="53407" cy="49608"/>
            </a:xfrm>
            <a:custGeom>
              <a:rect b="b" l="l" r="r" t="t"/>
              <a:pathLst>
                <a:path extrusionOk="0" h="1306" w="1406">
                  <a:moveTo>
                    <a:pt x="663" y="0"/>
                  </a:moveTo>
                  <a:lnTo>
                    <a:pt x="563" y="161"/>
                  </a:lnTo>
                  <a:lnTo>
                    <a:pt x="502" y="261"/>
                  </a:lnTo>
                  <a:lnTo>
                    <a:pt x="422" y="341"/>
                  </a:lnTo>
                  <a:lnTo>
                    <a:pt x="322" y="422"/>
                  </a:lnTo>
                  <a:lnTo>
                    <a:pt x="221" y="502"/>
                  </a:lnTo>
                  <a:lnTo>
                    <a:pt x="0" y="663"/>
                  </a:lnTo>
                  <a:lnTo>
                    <a:pt x="683" y="1305"/>
                  </a:lnTo>
                  <a:lnTo>
                    <a:pt x="1406" y="663"/>
                  </a:lnTo>
                  <a:lnTo>
                    <a:pt x="66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6" name="Google Shape;236;p3"/>
            <p:cNvSpPr/>
            <p:nvPr/>
          </p:nvSpPr>
          <p:spPr>
            <a:xfrm>
              <a:off x="3975541" y="4599416"/>
              <a:ext cx="54964" cy="48089"/>
            </a:xfrm>
            <a:custGeom>
              <a:rect b="b" l="l" r="r" t="t"/>
              <a:pathLst>
                <a:path extrusionOk="0" h="1266" w="1447">
                  <a:moveTo>
                    <a:pt x="683" y="1"/>
                  </a:moveTo>
                  <a:lnTo>
                    <a:pt x="0" y="664"/>
                  </a:lnTo>
                  <a:lnTo>
                    <a:pt x="663" y="1266"/>
                  </a:lnTo>
                  <a:lnTo>
                    <a:pt x="1446" y="603"/>
                  </a:lnTo>
                  <a:lnTo>
                    <a:pt x="1165" y="503"/>
                  </a:lnTo>
                  <a:lnTo>
                    <a:pt x="1065" y="443"/>
                  </a:lnTo>
                  <a:lnTo>
                    <a:pt x="964" y="382"/>
                  </a:lnTo>
                  <a:lnTo>
                    <a:pt x="884" y="282"/>
                  </a:lnTo>
                  <a:lnTo>
                    <a:pt x="804" y="182"/>
                  </a:lnTo>
                  <a:lnTo>
                    <a:pt x="683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7" name="Google Shape;237;p3"/>
            <p:cNvSpPr/>
            <p:nvPr/>
          </p:nvSpPr>
          <p:spPr>
            <a:xfrm>
              <a:off x="5124967" y="4603252"/>
              <a:ext cx="44253" cy="41214"/>
            </a:xfrm>
            <a:custGeom>
              <a:rect b="b" l="l" r="r" t="t"/>
              <a:pathLst>
                <a:path extrusionOk="0" h="1085" w="1165">
                  <a:moveTo>
                    <a:pt x="643" y="0"/>
                  </a:moveTo>
                  <a:lnTo>
                    <a:pt x="0" y="563"/>
                  </a:lnTo>
                  <a:lnTo>
                    <a:pt x="443" y="911"/>
                  </a:lnTo>
                  <a:lnTo>
                    <a:pt x="443" y="911"/>
                  </a:lnTo>
                  <a:lnTo>
                    <a:pt x="1165" y="462"/>
                  </a:lnTo>
                  <a:lnTo>
                    <a:pt x="643" y="0"/>
                  </a:lnTo>
                  <a:close/>
                  <a:moveTo>
                    <a:pt x="443" y="911"/>
                  </a:moveTo>
                  <a:lnTo>
                    <a:pt x="422" y="924"/>
                  </a:lnTo>
                  <a:lnTo>
                    <a:pt x="663" y="1085"/>
                  </a:lnTo>
                  <a:lnTo>
                    <a:pt x="443" y="91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238" name="Google Shape;238;p3"/>
          <p:cNvGrpSpPr/>
          <p:nvPr/>
        </p:nvGrpSpPr>
        <p:grpSpPr>
          <a:xfrm>
            <a:off x="3969444" y="51341"/>
            <a:ext cx="1205112" cy="520243"/>
            <a:chOff x="3970982" y="4599416"/>
            <a:chExt cx="1205112" cy="520243"/>
          </a:xfrm>
        </p:grpSpPr>
        <p:sp>
          <p:nvSpPr>
            <p:cNvPr id="239" name="Google Shape;239;p3"/>
            <p:cNvSpPr/>
            <p:nvPr/>
          </p:nvSpPr>
          <p:spPr>
            <a:xfrm>
              <a:off x="4793927" y="5066973"/>
              <a:ext cx="53445" cy="50368"/>
            </a:xfrm>
            <a:custGeom>
              <a:rect b="b" l="l" r="r" t="t"/>
              <a:pathLst>
                <a:path extrusionOk="0" h="1326" w="1407">
                  <a:moveTo>
                    <a:pt x="724" y="1"/>
                  </a:moveTo>
                  <a:lnTo>
                    <a:pt x="1" y="683"/>
                  </a:lnTo>
                  <a:lnTo>
                    <a:pt x="21" y="724"/>
                  </a:lnTo>
                  <a:lnTo>
                    <a:pt x="61" y="744"/>
                  </a:lnTo>
                  <a:lnTo>
                    <a:pt x="181" y="784"/>
                  </a:lnTo>
                  <a:lnTo>
                    <a:pt x="322" y="824"/>
                  </a:lnTo>
                  <a:lnTo>
                    <a:pt x="382" y="864"/>
                  </a:lnTo>
                  <a:lnTo>
                    <a:pt x="422" y="884"/>
                  </a:lnTo>
                  <a:lnTo>
                    <a:pt x="503" y="1005"/>
                  </a:lnTo>
                  <a:lnTo>
                    <a:pt x="583" y="1105"/>
                  </a:lnTo>
                  <a:lnTo>
                    <a:pt x="704" y="1326"/>
                  </a:lnTo>
                  <a:lnTo>
                    <a:pt x="1406" y="623"/>
                  </a:lnTo>
                  <a:lnTo>
                    <a:pt x="724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0" name="Google Shape;240;p3"/>
            <p:cNvSpPr/>
            <p:nvPr/>
          </p:nvSpPr>
          <p:spPr>
            <a:xfrm>
              <a:off x="4465205" y="4599416"/>
              <a:ext cx="54205" cy="50406"/>
            </a:xfrm>
            <a:custGeom>
              <a:rect b="b" l="l" r="r" t="t"/>
              <a:pathLst>
                <a:path extrusionOk="0" h="1327" w="1427">
                  <a:moveTo>
                    <a:pt x="723" y="1"/>
                  </a:moveTo>
                  <a:lnTo>
                    <a:pt x="1" y="684"/>
                  </a:lnTo>
                  <a:lnTo>
                    <a:pt x="221" y="784"/>
                  </a:lnTo>
                  <a:lnTo>
                    <a:pt x="322" y="824"/>
                  </a:lnTo>
                  <a:lnTo>
                    <a:pt x="422" y="884"/>
                  </a:lnTo>
                  <a:lnTo>
                    <a:pt x="502" y="1005"/>
                  </a:lnTo>
                  <a:lnTo>
                    <a:pt x="583" y="1105"/>
                  </a:lnTo>
                  <a:lnTo>
                    <a:pt x="723" y="1326"/>
                  </a:lnTo>
                  <a:lnTo>
                    <a:pt x="1426" y="643"/>
                  </a:lnTo>
                  <a:lnTo>
                    <a:pt x="723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1" name="Google Shape;241;p3"/>
            <p:cNvSpPr/>
            <p:nvPr/>
          </p:nvSpPr>
          <p:spPr>
            <a:xfrm>
              <a:off x="4632225" y="4599416"/>
              <a:ext cx="50406" cy="48887"/>
            </a:xfrm>
            <a:custGeom>
              <a:rect b="b" l="l" r="r" t="t"/>
              <a:pathLst>
                <a:path extrusionOk="0" h="1287" w="1327">
                  <a:moveTo>
                    <a:pt x="664" y="1"/>
                  </a:moveTo>
                  <a:lnTo>
                    <a:pt x="1" y="664"/>
                  </a:lnTo>
                  <a:lnTo>
                    <a:pt x="664" y="1286"/>
                  </a:lnTo>
                  <a:lnTo>
                    <a:pt x="1326" y="623"/>
                  </a:lnTo>
                  <a:lnTo>
                    <a:pt x="664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2" name="Google Shape;242;p3"/>
            <p:cNvSpPr/>
            <p:nvPr/>
          </p:nvSpPr>
          <p:spPr>
            <a:xfrm>
              <a:off x="4466725" y="4755040"/>
              <a:ext cx="54205" cy="51888"/>
            </a:xfrm>
            <a:custGeom>
              <a:rect b="b" l="l" r="r" t="t"/>
              <a:pathLst>
                <a:path extrusionOk="0" h="1366" w="1427">
                  <a:moveTo>
                    <a:pt x="703" y="0"/>
                  </a:moveTo>
                  <a:lnTo>
                    <a:pt x="1" y="643"/>
                  </a:lnTo>
                  <a:lnTo>
                    <a:pt x="744" y="1366"/>
                  </a:lnTo>
                  <a:lnTo>
                    <a:pt x="784" y="1225"/>
                  </a:lnTo>
                  <a:lnTo>
                    <a:pt x="844" y="1125"/>
                  </a:lnTo>
                  <a:lnTo>
                    <a:pt x="924" y="1024"/>
                  </a:lnTo>
                  <a:lnTo>
                    <a:pt x="1005" y="944"/>
                  </a:lnTo>
                  <a:lnTo>
                    <a:pt x="1105" y="864"/>
                  </a:lnTo>
                  <a:lnTo>
                    <a:pt x="1205" y="803"/>
                  </a:lnTo>
                  <a:lnTo>
                    <a:pt x="1426" y="683"/>
                  </a:lnTo>
                  <a:lnTo>
                    <a:pt x="1346" y="582"/>
                  </a:lnTo>
                  <a:lnTo>
                    <a:pt x="1266" y="522"/>
                  </a:lnTo>
                  <a:lnTo>
                    <a:pt x="1045" y="402"/>
                  </a:lnTo>
                  <a:lnTo>
                    <a:pt x="964" y="342"/>
                  </a:lnTo>
                  <a:lnTo>
                    <a:pt x="884" y="281"/>
                  </a:lnTo>
                  <a:lnTo>
                    <a:pt x="824" y="181"/>
                  </a:lnTo>
                  <a:lnTo>
                    <a:pt x="804" y="40"/>
                  </a:lnTo>
                  <a:lnTo>
                    <a:pt x="784" y="20"/>
                  </a:lnTo>
                  <a:lnTo>
                    <a:pt x="744" y="20"/>
                  </a:lnTo>
                  <a:lnTo>
                    <a:pt x="70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3" name="Google Shape;243;p3"/>
            <p:cNvSpPr/>
            <p:nvPr/>
          </p:nvSpPr>
          <p:spPr>
            <a:xfrm>
              <a:off x="4629946" y="4754280"/>
              <a:ext cx="54205" cy="54167"/>
            </a:xfrm>
            <a:custGeom>
              <a:rect b="b" l="l" r="r" t="t"/>
              <a:pathLst>
                <a:path extrusionOk="0" h="1426" w="1427">
                  <a:moveTo>
                    <a:pt x="724" y="0"/>
                  </a:moveTo>
                  <a:lnTo>
                    <a:pt x="1" y="703"/>
                  </a:lnTo>
                  <a:lnTo>
                    <a:pt x="121" y="743"/>
                  </a:lnTo>
                  <a:lnTo>
                    <a:pt x="242" y="823"/>
                  </a:lnTo>
                  <a:lnTo>
                    <a:pt x="342" y="884"/>
                  </a:lnTo>
                  <a:lnTo>
                    <a:pt x="422" y="984"/>
                  </a:lnTo>
                  <a:lnTo>
                    <a:pt x="603" y="1185"/>
                  </a:lnTo>
                  <a:lnTo>
                    <a:pt x="744" y="1426"/>
                  </a:lnTo>
                  <a:lnTo>
                    <a:pt x="844" y="1165"/>
                  </a:lnTo>
                  <a:lnTo>
                    <a:pt x="904" y="1064"/>
                  </a:lnTo>
                  <a:lnTo>
                    <a:pt x="964" y="984"/>
                  </a:lnTo>
                  <a:lnTo>
                    <a:pt x="1065" y="904"/>
                  </a:lnTo>
                  <a:lnTo>
                    <a:pt x="1185" y="823"/>
                  </a:lnTo>
                  <a:lnTo>
                    <a:pt x="1426" y="683"/>
                  </a:lnTo>
                  <a:lnTo>
                    <a:pt x="724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4" name="Google Shape;244;p3"/>
            <p:cNvSpPr/>
            <p:nvPr/>
          </p:nvSpPr>
          <p:spPr>
            <a:xfrm>
              <a:off x="4796206" y="4755040"/>
              <a:ext cx="51166" cy="47329"/>
            </a:xfrm>
            <a:custGeom>
              <a:rect b="b" l="l" r="r" t="t"/>
              <a:pathLst>
                <a:path extrusionOk="0" h="1246" w="1347">
                  <a:moveTo>
                    <a:pt x="664" y="0"/>
                  </a:moveTo>
                  <a:lnTo>
                    <a:pt x="1" y="663"/>
                  </a:lnTo>
                  <a:lnTo>
                    <a:pt x="664" y="1245"/>
                  </a:lnTo>
                  <a:lnTo>
                    <a:pt x="1346" y="663"/>
                  </a:lnTo>
                  <a:lnTo>
                    <a:pt x="664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5" name="Google Shape;245;p3"/>
            <p:cNvSpPr/>
            <p:nvPr/>
          </p:nvSpPr>
          <p:spPr>
            <a:xfrm>
              <a:off x="4459090" y="4906031"/>
              <a:ext cx="64119" cy="55724"/>
            </a:xfrm>
            <a:custGeom>
              <a:rect b="b" l="l" r="r" t="t"/>
              <a:pathLst>
                <a:path extrusionOk="0" h="1467" w="1688">
                  <a:moveTo>
                    <a:pt x="864" y="1"/>
                  </a:moveTo>
                  <a:lnTo>
                    <a:pt x="764" y="262"/>
                  </a:lnTo>
                  <a:lnTo>
                    <a:pt x="704" y="362"/>
                  </a:lnTo>
                  <a:lnTo>
                    <a:pt x="643" y="463"/>
                  </a:lnTo>
                  <a:lnTo>
                    <a:pt x="523" y="543"/>
                  </a:lnTo>
                  <a:lnTo>
                    <a:pt x="382" y="623"/>
                  </a:lnTo>
                  <a:lnTo>
                    <a:pt x="1" y="844"/>
                  </a:lnTo>
                  <a:lnTo>
                    <a:pt x="162" y="864"/>
                  </a:lnTo>
                  <a:lnTo>
                    <a:pt x="302" y="904"/>
                  </a:lnTo>
                  <a:lnTo>
                    <a:pt x="423" y="965"/>
                  </a:lnTo>
                  <a:lnTo>
                    <a:pt x="543" y="1025"/>
                  </a:lnTo>
                  <a:lnTo>
                    <a:pt x="623" y="1085"/>
                  </a:lnTo>
                  <a:lnTo>
                    <a:pt x="704" y="1186"/>
                  </a:lnTo>
                  <a:lnTo>
                    <a:pt x="744" y="1286"/>
                  </a:lnTo>
                  <a:lnTo>
                    <a:pt x="784" y="1406"/>
                  </a:lnTo>
                  <a:lnTo>
                    <a:pt x="804" y="1427"/>
                  </a:lnTo>
                  <a:lnTo>
                    <a:pt x="864" y="1447"/>
                  </a:lnTo>
                  <a:lnTo>
                    <a:pt x="985" y="1467"/>
                  </a:lnTo>
                  <a:lnTo>
                    <a:pt x="1045" y="1286"/>
                  </a:lnTo>
                  <a:lnTo>
                    <a:pt x="1065" y="1206"/>
                  </a:lnTo>
                  <a:lnTo>
                    <a:pt x="1105" y="1145"/>
                  </a:lnTo>
                  <a:lnTo>
                    <a:pt x="1246" y="1045"/>
                  </a:lnTo>
                  <a:lnTo>
                    <a:pt x="1386" y="945"/>
                  </a:lnTo>
                  <a:lnTo>
                    <a:pt x="1688" y="744"/>
                  </a:lnTo>
                  <a:lnTo>
                    <a:pt x="1547" y="684"/>
                  </a:lnTo>
                  <a:lnTo>
                    <a:pt x="1427" y="623"/>
                  </a:lnTo>
                  <a:lnTo>
                    <a:pt x="1306" y="543"/>
                  </a:lnTo>
                  <a:lnTo>
                    <a:pt x="1206" y="463"/>
                  </a:lnTo>
                  <a:lnTo>
                    <a:pt x="1105" y="362"/>
                  </a:lnTo>
                  <a:lnTo>
                    <a:pt x="1025" y="262"/>
                  </a:lnTo>
                  <a:lnTo>
                    <a:pt x="864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6" name="Google Shape;246;p3"/>
            <p:cNvSpPr/>
            <p:nvPr/>
          </p:nvSpPr>
          <p:spPr>
            <a:xfrm>
              <a:off x="4631466" y="4910627"/>
              <a:ext cx="53445" cy="50368"/>
            </a:xfrm>
            <a:custGeom>
              <a:rect b="b" l="l" r="r" t="t"/>
              <a:pathLst>
                <a:path extrusionOk="0" h="1326" w="1407">
                  <a:moveTo>
                    <a:pt x="684" y="0"/>
                  </a:moveTo>
                  <a:lnTo>
                    <a:pt x="1" y="663"/>
                  </a:lnTo>
                  <a:lnTo>
                    <a:pt x="724" y="1326"/>
                  </a:lnTo>
                  <a:lnTo>
                    <a:pt x="764" y="1225"/>
                  </a:lnTo>
                  <a:lnTo>
                    <a:pt x="824" y="1105"/>
                  </a:lnTo>
                  <a:lnTo>
                    <a:pt x="904" y="1024"/>
                  </a:lnTo>
                  <a:lnTo>
                    <a:pt x="985" y="944"/>
                  </a:lnTo>
                  <a:lnTo>
                    <a:pt x="1186" y="804"/>
                  </a:lnTo>
                  <a:lnTo>
                    <a:pt x="1406" y="683"/>
                  </a:lnTo>
                  <a:lnTo>
                    <a:pt x="1326" y="583"/>
                  </a:lnTo>
                  <a:lnTo>
                    <a:pt x="1246" y="522"/>
                  </a:lnTo>
                  <a:lnTo>
                    <a:pt x="1045" y="402"/>
                  </a:lnTo>
                  <a:lnTo>
                    <a:pt x="945" y="342"/>
                  </a:lnTo>
                  <a:lnTo>
                    <a:pt x="864" y="261"/>
                  </a:lnTo>
                  <a:lnTo>
                    <a:pt x="804" y="161"/>
                  </a:lnTo>
                  <a:lnTo>
                    <a:pt x="784" y="41"/>
                  </a:lnTo>
                  <a:lnTo>
                    <a:pt x="764" y="20"/>
                  </a:lnTo>
                  <a:lnTo>
                    <a:pt x="724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7" name="Google Shape;247;p3"/>
            <p:cNvSpPr/>
            <p:nvPr/>
          </p:nvSpPr>
          <p:spPr>
            <a:xfrm>
              <a:off x="4796206" y="4911386"/>
              <a:ext cx="51166" cy="48089"/>
            </a:xfrm>
            <a:custGeom>
              <a:rect b="b" l="l" r="r" t="t"/>
              <a:pathLst>
                <a:path extrusionOk="0" h="1266" w="1347">
                  <a:moveTo>
                    <a:pt x="664" y="0"/>
                  </a:moveTo>
                  <a:lnTo>
                    <a:pt x="1" y="623"/>
                  </a:lnTo>
                  <a:lnTo>
                    <a:pt x="684" y="1265"/>
                  </a:lnTo>
                  <a:lnTo>
                    <a:pt x="1346" y="603"/>
                  </a:lnTo>
                  <a:lnTo>
                    <a:pt x="664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8" name="Google Shape;248;p3"/>
            <p:cNvSpPr/>
            <p:nvPr/>
          </p:nvSpPr>
          <p:spPr>
            <a:xfrm>
              <a:off x="4462166" y="5065454"/>
              <a:ext cx="58003" cy="53445"/>
            </a:xfrm>
            <a:custGeom>
              <a:rect b="b" l="l" r="r" t="t"/>
              <a:pathLst>
                <a:path extrusionOk="0" h="1407" w="1527">
                  <a:moveTo>
                    <a:pt x="783" y="1"/>
                  </a:moveTo>
                  <a:lnTo>
                    <a:pt x="683" y="161"/>
                  </a:lnTo>
                  <a:lnTo>
                    <a:pt x="623" y="282"/>
                  </a:lnTo>
                  <a:lnTo>
                    <a:pt x="542" y="362"/>
                  </a:lnTo>
                  <a:lnTo>
                    <a:pt x="422" y="442"/>
                  </a:lnTo>
                  <a:lnTo>
                    <a:pt x="301" y="523"/>
                  </a:lnTo>
                  <a:lnTo>
                    <a:pt x="0" y="663"/>
                  </a:lnTo>
                  <a:lnTo>
                    <a:pt x="301" y="844"/>
                  </a:lnTo>
                  <a:lnTo>
                    <a:pt x="422" y="904"/>
                  </a:lnTo>
                  <a:lnTo>
                    <a:pt x="542" y="984"/>
                  </a:lnTo>
                  <a:lnTo>
                    <a:pt x="582" y="1045"/>
                  </a:lnTo>
                  <a:lnTo>
                    <a:pt x="603" y="1105"/>
                  </a:lnTo>
                  <a:lnTo>
                    <a:pt x="643" y="1225"/>
                  </a:lnTo>
                  <a:lnTo>
                    <a:pt x="683" y="1346"/>
                  </a:lnTo>
                  <a:lnTo>
                    <a:pt x="703" y="1386"/>
                  </a:lnTo>
                  <a:lnTo>
                    <a:pt x="763" y="1406"/>
                  </a:lnTo>
                  <a:lnTo>
                    <a:pt x="1526" y="683"/>
                  </a:lnTo>
                  <a:lnTo>
                    <a:pt x="783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9" name="Google Shape;249;p3"/>
            <p:cNvSpPr/>
            <p:nvPr/>
          </p:nvSpPr>
          <p:spPr>
            <a:xfrm>
              <a:off x="4630706" y="5066213"/>
              <a:ext cx="53445" cy="50368"/>
            </a:xfrm>
            <a:custGeom>
              <a:rect b="b" l="l" r="r" t="t"/>
              <a:pathLst>
                <a:path extrusionOk="0" h="1326" w="1407">
                  <a:moveTo>
                    <a:pt x="704" y="1"/>
                  </a:moveTo>
                  <a:lnTo>
                    <a:pt x="1" y="663"/>
                  </a:lnTo>
                  <a:lnTo>
                    <a:pt x="704" y="1326"/>
                  </a:lnTo>
                  <a:lnTo>
                    <a:pt x="1406" y="663"/>
                  </a:lnTo>
                  <a:lnTo>
                    <a:pt x="704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0" name="Google Shape;250;p3"/>
            <p:cNvSpPr/>
            <p:nvPr/>
          </p:nvSpPr>
          <p:spPr>
            <a:xfrm>
              <a:off x="4797004" y="4600213"/>
              <a:ext cx="50368" cy="46532"/>
            </a:xfrm>
            <a:custGeom>
              <a:rect b="b" l="l" r="r" t="t"/>
              <a:pathLst>
                <a:path extrusionOk="0" h="1225" w="1326">
                  <a:moveTo>
                    <a:pt x="643" y="0"/>
                  </a:moveTo>
                  <a:lnTo>
                    <a:pt x="0" y="622"/>
                  </a:lnTo>
                  <a:lnTo>
                    <a:pt x="643" y="1225"/>
                  </a:lnTo>
                  <a:lnTo>
                    <a:pt x="1325" y="643"/>
                  </a:lnTo>
                  <a:lnTo>
                    <a:pt x="64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1" name="Google Shape;251;p3"/>
            <p:cNvSpPr/>
            <p:nvPr/>
          </p:nvSpPr>
          <p:spPr>
            <a:xfrm>
              <a:off x="4960985" y="4602492"/>
              <a:ext cx="49608" cy="44253"/>
            </a:xfrm>
            <a:custGeom>
              <a:rect b="b" l="l" r="r" t="t"/>
              <a:pathLst>
                <a:path extrusionOk="0" h="1165" w="1306">
                  <a:moveTo>
                    <a:pt x="663" y="0"/>
                  </a:moveTo>
                  <a:lnTo>
                    <a:pt x="0" y="562"/>
                  </a:lnTo>
                  <a:lnTo>
                    <a:pt x="643" y="1165"/>
                  </a:lnTo>
                  <a:lnTo>
                    <a:pt x="1305" y="583"/>
                  </a:lnTo>
                  <a:lnTo>
                    <a:pt x="66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2" name="Google Shape;252;p3"/>
            <p:cNvSpPr/>
            <p:nvPr/>
          </p:nvSpPr>
          <p:spPr>
            <a:xfrm>
              <a:off x="4303503" y="4600213"/>
              <a:ext cx="53445" cy="54167"/>
            </a:xfrm>
            <a:custGeom>
              <a:rect b="b" l="l" r="r" t="t"/>
              <a:pathLst>
                <a:path extrusionOk="0" h="1426" w="1407">
                  <a:moveTo>
                    <a:pt x="683" y="0"/>
                  </a:moveTo>
                  <a:lnTo>
                    <a:pt x="1" y="622"/>
                  </a:lnTo>
                  <a:lnTo>
                    <a:pt x="804" y="1426"/>
                  </a:lnTo>
                  <a:lnTo>
                    <a:pt x="804" y="1265"/>
                  </a:lnTo>
                  <a:lnTo>
                    <a:pt x="824" y="1145"/>
                  </a:lnTo>
                  <a:lnTo>
                    <a:pt x="864" y="1024"/>
                  </a:lnTo>
                  <a:lnTo>
                    <a:pt x="904" y="944"/>
                  </a:lnTo>
                  <a:lnTo>
                    <a:pt x="985" y="884"/>
                  </a:lnTo>
                  <a:lnTo>
                    <a:pt x="1065" y="823"/>
                  </a:lnTo>
                  <a:lnTo>
                    <a:pt x="1165" y="783"/>
                  </a:lnTo>
                  <a:lnTo>
                    <a:pt x="1286" y="763"/>
                  </a:lnTo>
                  <a:lnTo>
                    <a:pt x="1326" y="743"/>
                  </a:lnTo>
                  <a:lnTo>
                    <a:pt x="1366" y="703"/>
                  </a:lnTo>
                  <a:lnTo>
                    <a:pt x="1386" y="683"/>
                  </a:lnTo>
                  <a:lnTo>
                    <a:pt x="1406" y="643"/>
                  </a:lnTo>
                  <a:lnTo>
                    <a:pt x="1386" y="602"/>
                  </a:lnTo>
                  <a:lnTo>
                    <a:pt x="1366" y="562"/>
                  </a:lnTo>
                  <a:lnTo>
                    <a:pt x="1306" y="502"/>
                  </a:lnTo>
                  <a:lnTo>
                    <a:pt x="1145" y="442"/>
                  </a:lnTo>
                  <a:lnTo>
                    <a:pt x="985" y="361"/>
                  </a:lnTo>
                  <a:lnTo>
                    <a:pt x="924" y="321"/>
                  </a:lnTo>
                  <a:lnTo>
                    <a:pt x="864" y="261"/>
                  </a:lnTo>
                  <a:lnTo>
                    <a:pt x="824" y="181"/>
                  </a:lnTo>
                  <a:lnTo>
                    <a:pt x="804" y="80"/>
                  </a:lnTo>
                  <a:lnTo>
                    <a:pt x="784" y="40"/>
                  </a:lnTo>
                  <a:lnTo>
                    <a:pt x="744" y="20"/>
                  </a:lnTo>
                  <a:lnTo>
                    <a:pt x="68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3" name="Google Shape;253;p3"/>
            <p:cNvSpPr/>
            <p:nvPr/>
          </p:nvSpPr>
          <p:spPr>
            <a:xfrm>
              <a:off x="4303503" y="4755040"/>
              <a:ext cx="52685" cy="49608"/>
            </a:xfrm>
            <a:custGeom>
              <a:rect b="b" l="l" r="r" t="t"/>
              <a:pathLst>
                <a:path extrusionOk="0" h="1306" w="1387">
                  <a:moveTo>
                    <a:pt x="663" y="0"/>
                  </a:moveTo>
                  <a:lnTo>
                    <a:pt x="583" y="60"/>
                  </a:lnTo>
                  <a:lnTo>
                    <a:pt x="523" y="141"/>
                  </a:lnTo>
                  <a:lnTo>
                    <a:pt x="422" y="301"/>
                  </a:lnTo>
                  <a:lnTo>
                    <a:pt x="342" y="382"/>
                  </a:lnTo>
                  <a:lnTo>
                    <a:pt x="262" y="462"/>
                  </a:lnTo>
                  <a:lnTo>
                    <a:pt x="161" y="522"/>
                  </a:lnTo>
                  <a:lnTo>
                    <a:pt x="41" y="542"/>
                  </a:lnTo>
                  <a:lnTo>
                    <a:pt x="21" y="562"/>
                  </a:lnTo>
                  <a:lnTo>
                    <a:pt x="21" y="603"/>
                  </a:lnTo>
                  <a:lnTo>
                    <a:pt x="1" y="643"/>
                  </a:lnTo>
                  <a:lnTo>
                    <a:pt x="663" y="1305"/>
                  </a:lnTo>
                  <a:lnTo>
                    <a:pt x="1386" y="663"/>
                  </a:lnTo>
                  <a:lnTo>
                    <a:pt x="66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4" name="Google Shape;254;p3"/>
            <p:cNvSpPr/>
            <p:nvPr/>
          </p:nvSpPr>
          <p:spPr>
            <a:xfrm>
              <a:off x="4959428" y="5066973"/>
              <a:ext cx="51925" cy="48089"/>
            </a:xfrm>
            <a:custGeom>
              <a:rect b="b" l="l" r="r" t="t"/>
              <a:pathLst>
                <a:path extrusionOk="0" h="1266" w="1367">
                  <a:moveTo>
                    <a:pt x="704" y="1"/>
                  </a:moveTo>
                  <a:lnTo>
                    <a:pt x="1" y="623"/>
                  </a:lnTo>
                  <a:lnTo>
                    <a:pt x="704" y="1266"/>
                  </a:lnTo>
                  <a:lnTo>
                    <a:pt x="1366" y="643"/>
                  </a:lnTo>
                  <a:lnTo>
                    <a:pt x="704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5" name="Google Shape;255;p3"/>
            <p:cNvSpPr/>
            <p:nvPr/>
          </p:nvSpPr>
          <p:spPr>
            <a:xfrm>
              <a:off x="4301984" y="5066213"/>
              <a:ext cx="55724" cy="53445"/>
            </a:xfrm>
            <a:custGeom>
              <a:rect b="b" l="l" r="r" t="t"/>
              <a:pathLst>
                <a:path extrusionOk="0" h="1407" w="1467">
                  <a:moveTo>
                    <a:pt x="703" y="1"/>
                  </a:moveTo>
                  <a:lnTo>
                    <a:pt x="0" y="663"/>
                  </a:lnTo>
                  <a:lnTo>
                    <a:pt x="804" y="1406"/>
                  </a:lnTo>
                  <a:lnTo>
                    <a:pt x="824" y="1246"/>
                  </a:lnTo>
                  <a:lnTo>
                    <a:pt x="864" y="1125"/>
                  </a:lnTo>
                  <a:lnTo>
                    <a:pt x="944" y="1025"/>
                  </a:lnTo>
                  <a:lnTo>
                    <a:pt x="1045" y="944"/>
                  </a:lnTo>
                  <a:lnTo>
                    <a:pt x="1145" y="884"/>
                  </a:lnTo>
                  <a:lnTo>
                    <a:pt x="1245" y="824"/>
                  </a:lnTo>
                  <a:lnTo>
                    <a:pt x="1466" y="683"/>
                  </a:lnTo>
                  <a:lnTo>
                    <a:pt x="703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6" name="Google Shape;256;p3"/>
            <p:cNvSpPr/>
            <p:nvPr/>
          </p:nvSpPr>
          <p:spPr>
            <a:xfrm>
              <a:off x="4960226" y="4757319"/>
              <a:ext cx="51128" cy="45050"/>
            </a:xfrm>
            <a:custGeom>
              <a:rect b="b" l="l" r="r" t="t"/>
              <a:pathLst>
                <a:path extrusionOk="0" h="1186" w="1346">
                  <a:moveTo>
                    <a:pt x="663" y="0"/>
                  </a:moveTo>
                  <a:lnTo>
                    <a:pt x="0" y="583"/>
                  </a:lnTo>
                  <a:lnTo>
                    <a:pt x="663" y="1185"/>
                  </a:lnTo>
                  <a:lnTo>
                    <a:pt x="1345" y="603"/>
                  </a:lnTo>
                  <a:lnTo>
                    <a:pt x="66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7" name="Google Shape;257;p3"/>
            <p:cNvSpPr/>
            <p:nvPr/>
          </p:nvSpPr>
          <p:spPr>
            <a:xfrm>
              <a:off x="4137243" y="5064694"/>
              <a:ext cx="58763" cy="54964"/>
            </a:xfrm>
            <a:custGeom>
              <a:rect b="b" l="l" r="r" t="t"/>
              <a:pathLst>
                <a:path extrusionOk="0" h="1447" w="1547">
                  <a:moveTo>
                    <a:pt x="763" y="0"/>
                  </a:moveTo>
                  <a:lnTo>
                    <a:pt x="0" y="703"/>
                  </a:lnTo>
                  <a:lnTo>
                    <a:pt x="804" y="1446"/>
                  </a:lnTo>
                  <a:lnTo>
                    <a:pt x="824" y="1306"/>
                  </a:lnTo>
                  <a:lnTo>
                    <a:pt x="884" y="1165"/>
                  </a:lnTo>
                  <a:lnTo>
                    <a:pt x="964" y="1065"/>
                  </a:lnTo>
                  <a:lnTo>
                    <a:pt x="1065" y="984"/>
                  </a:lnTo>
                  <a:lnTo>
                    <a:pt x="1165" y="904"/>
                  </a:lnTo>
                  <a:lnTo>
                    <a:pt x="1285" y="844"/>
                  </a:lnTo>
                  <a:lnTo>
                    <a:pt x="1546" y="683"/>
                  </a:lnTo>
                  <a:lnTo>
                    <a:pt x="1245" y="543"/>
                  </a:lnTo>
                  <a:lnTo>
                    <a:pt x="1125" y="482"/>
                  </a:lnTo>
                  <a:lnTo>
                    <a:pt x="1024" y="402"/>
                  </a:lnTo>
                  <a:lnTo>
                    <a:pt x="944" y="322"/>
                  </a:lnTo>
                  <a:lnTo>
                    <a:pt x="864" y="201"/>
                  </a:lnTo>
                  <a:lnTo>
                    <a:pt x="76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8" name="Google Shape;258;p3"/>
            <p:cNvSpPr/>
            <p:nvPr/>
          </p:nvSpPr>
          <p:spPr>
            <a:xfrm>
              <a:off x="4959428" y="4912906"/>
              <a:ext cx="51925" cy="46570"/>
            </a:xfrm>
            <a:custGeom>
              <a:rect b="b" l="l" r="r" t="t"/>
              <a:pathLst>
                <a:path extrusionOk="0" h="1226" w="1367">
                  <a:moveTo>
                    <a:pt x="704" y="1"/>
                  </a:moveTo>
                  <a:lnTo>
                    <a:pt x="1" y="583"/>
                  </a:lnTo>
                  <a:lnTo>
                    <a:pt x="704" y="1225"/>
                  </a:lnTo>
                  <a:lnTo>
                    <a:pt x="1366" y="583"/>
                  </a:lnTo>
                  <a:lnTo>
                    <a:pt x="704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9" name="Google Shape;259;p3"/>
            <p:cNvSpPr/>
            <p:nvPr/>
          </p:nvSpPr>
          <p:spPr>
            <a:xfrm>
              <a:off x="4302743" y="4909867"/>
              <a:ext cx="53445" cy="54964"/>
            </a:xfrm>
            <a:custGeom>
              <a:rect b="b" l="l" r="r" t="t"/>
              <a:pathLst>
                <a:path extrusionOk="0" h="1447" w="1407">
                  <a:moveTo>
                    <a:pt x="683" y="0"/>
                  </a:moveTo>
                  <a:lnTo>
                    <a:pt x="603" y="81"/>
                  </a:lnTo>
                  <a:lnTo>
                    <a:pt x="543" y="161"/>
                  </a:lnTo>
                  <a:lnTo>
                    <a:pt x="422" y="342"/>
                  </a:lnTo>
                  <a:lnTo>
                    <a:pt x="362" y="422"/>
                  </a:lnTo>
                  <a:lnTo>
                    <a:pt x="262" y="482"/>
                  </a:lnTo>
                  <a:lnTo>
                    <a:pt x="161" y="542"/>
                  </a:lnTo>
                  <a:lnTo>
                    <a:pt x="41" y="563"/>
                  </a:lnTo>
                  <a:lnTo>
                    <a:pt x="21" y="583"/>
                  </a:lnTo>
                  <a:lnTo>
                    <a:pt x="21" y="643"/>
                  </a:lnTo>
                  <a:lnTo>
                    <a:pt x="1" y="763"/>
                  </a:lnTo>
                  <a:lnTo>
                    <a:pt x="221" y="864"/>
                  </a:lnTo>
                  <a:lnTo>
                    <a:pt x="322" y="904"/>
                  </a:lnTo>
                  <a:lnTo>
                    <a:pt x="422" y="964"/>
                  </a:lnTo>
                  <a:lnTo>
                    <a:pt x="503" y="1085"/>
                  </a:lnTo>
                  <a:lnTo>
                    <a:pt x="563" y="1185"/>
                  </a:lnTo>
                  <a:lnTo>
                    <a:pt x="703" y="1446"/>
                  </a:lnTo>
                  <a:lnTo>
                    <a:pt x="1406" y="683"/>
                  </a:lnTo>
                  <a:lnTo>
                    <a:pt x="68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0" name="Google Shape;260;p3"/>
            <p:cNvSpPr/>
            <p:nvPr/>
          </p:nvSpPr>
          <p:spPr>
            <a:xfrm>
              <a:off x="4138762" y="4901472"/>
              <a:ext cx="57243" cy="60282"/>
            </a:xfrm>
            <a:custGeom>
              <a:rect b="b" l="l" r="r" t="t"/>
              <a:pathLst>
                <a:path extrusionOk="0" h="1587" w="1507">
                  <a:moveTo>
                    <a:pt x="683" y="0"/>
                  </a:moveTo>
                  <a:lnTo>
                    <a:pt x="563" y="302"/>
                  </a:lnTo>
                  <a:lnTo>
                    <a:pt x="502" y="422"/>
                  </a:lnTo>
                  <a:lnTo>
                    <a:pt x="422" y="522"/>
                  </a:lnTo>
                  <a:lnTo>
                    <a:pt x="342" y="623"/>
                  </a:lnTo>
                  <a:lnTo>
                    <a:pt x="262" y="683"/>
                  </a:lnTo>
                  <a:lnTo>
                    <a:pt x="161" y="743"/>
                  </a:lnTo>
                  <a:lnTo>
                    <a:pt x="41" y="784"/>
                  </a:lnTo>
                  <a:lnTo>
                    <a:pt x="21" y="804"/>
                  </a:lnTo>
                  <a:lnTo>
                    <a:pt x="0" y="844"/>
                  </a:lnTo>
                  <a:lnTo>
                    <a:pt x="0" y="904"/>
                  </a:lnTo>
                  <a:lnTo>
                    <a:pt x="764" y="1587"/>
                  </a:lnTo>
                  <a:lnTo>
                    <a:pt x="824" y="1406"/>
                  </a:lnTo>
                  <a:lnTo>
                    <a:pt x="864" y="1306"/>
                  </a:lnTo>
                  <a:lnTo>
                    <a:pt x="904" y="1245"/>
                  </a:lnTo>
                  <a:lnTo>
                    <a:pt x="1045" y="1165"/>
                  </a:lnTo>
                  <a:lnTo>
                    <a:pt x="1185" y="1065"/>
                  </a:lnTo>
                  <a:lnTo>
                    <a:pt x="1506" y="884"/>
                  </a:lnTo>
                  <a:lnTo>
                    <a:pt x="1225" y="743"/>
                  </a:lnTo>
                  <a:lnTo>
                    <a:pt x="1105" y="663"/>
                  </a:lnTo>
                  <a:lnTo>
                    <a:pt x="1004" y="583"/>
                  </a:lnTo>
                  <a:lnTo>
                    <a:pt x="904" y="482"/>
                  </a:lnTo>
                  <a:lnTo>
                    <a:pt x="824" y="342"/>
                  </a:lnTo>
                  <a:lnTo>
                    <a:pt x="743" y="201"/>
                  </a:lnTo>
                  <a:lnTo>
                    <a:pt x="68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1" name="Google Shape;261;p3"/>
            <p:cNvSpPr/>
            <p:nvPr/>
          </p:nvSpPr>
          <p:spPr>
            <a:xfrm>
              <a:off x="3970982" y="5065454"/>
              <a:ext cx="58003" cy="51128"/>
            </a:xfrm>
            <a:custGeom>
              <a:rect b="b" l="l" r="r" t="t"/>
              <a:pathLst>
                <a:path extrusionOk="0" h="1346" w="1527">
                  <a:moveTo>
                    <a:pt x="783" y="1"/>
                  </a:moveTo>
                  <a:lnTo>
                    <a:pt x="0" y="723"/>
                  </a:lnTo>
                  <a:lnTo>
                    <a:pt x="221" y="824"/>
                  </a:lnTo>
                  <a:lnTo>
                    <a:pt x="422" y="944"/>
                  </a:lnTo>
                  <a:lnTo>
                    <a:pt x="522" y="1025"/>
                  </a:lnTo>
                  <a:lnTo>
                    <a:pt x="582" y="1105"/>
                  </a:lnTo>
                  <a:lnTo>
                    <a:pt x="643" y="1205"/>
                  </a:lnTo>
                  <a:lnTo>
                    <a:pt x="703" y="1326"/>
                  </a:lnTo>
                  <a:lnTo>
                    <a:pt x="723" y="1346"/>
                  </a:lnTo>
                  <a:lnTo>
                    <a:pt x="783" y="1346"/>
                  </a:lnTo>
                  <a:lnTo>
                    <a:pt x="1526" y="663"/>
                  </a:lnTo>
                  <a:lnTo>
                    <a:pt x="783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2" name="Google Shape;262;p3"/>
            <p:cNvSpPr/>
            <p:nvPr/>
          </p:nvSpPr>
          <p:spPr>
            <a:xfrm>
              <a:off x="3973261" y="4910627"/>
              <a:ext cx="54926" cy="50368"/>
            </a:xfrm>
            <a:custGeom>
              <a:rect b="b" l="l" r="r" t="t"/>
              <a:pathLst>
                <a:path extrusionOk="0" h="1326" w="1446">
                  <a:moveTo>
                    <a:pt x="703" y="0"/>
                  </a:moveTo>
                  <a:lnTo>
                    <a:pt x="0" y="663"/>
                  </a:lnTo>
                  <a:lnTo>
                    <a:pt x="723" y="1326"/>
                  </a:lnTo>
                  <a:lnTo>
                    <a:pt x="1446" y="663"/>
                  </a:lnTo>
                  <a:lnTo>
                    <a:pt x="70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3" name="Google Shape;263;p3"/>
            <p:cNvSpPr/>
            <p:nvPr/>
          </p:nvSpPr>
          <p:spPr>
            <a:xfrm>
              <a:off x="5123447" y="5069252"/>
              <a:ext cx="52647" cy="44291"/>
            </a:xfrm>
            <a:custGeom>
              <a:rect b="b" l="l" r="r" t="t"/>
              <a:pathLst>
                <a:path extrusionOk="0" h="1166" w="1386">
                  <a:moveTo>
                    <a:pt x="683" y="1"/>
                  </a:moveTo>
                  <a:lnTo>
                    <a:pt x="0" y="563"/>
                  </a:lnTo>
                  <a:lnTo>
                    <a:pt x="723" y="1166"/>
                  </a:lnTo>
                  <a:lnTo>
                    <a:pt x="1386" y="543"/>
                  </a:lnTo>
                  <a:lnTo>
                    <a:pt x="683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4" name="Google Shape;264;p3"/>
            <p:cNvSpPr/>
            <p:nvPr/>
          </p:nvSpPr>
          <p:spPr>
            <a:xfrm>
              <a:off x="4137243" y="4756560"/>
              <a:ext cx="56484" cy="48849"/>
            </a:xfrm>
            <a:custGeom>
              <a:rect b="b" l="l" r="r" t="t"/>
              <a:pathLst>
                <a:path extrusionOk="0" h="1286" w="1487">
                  <a:moveTo>
                    <a:pt x="743" y="0"/>
                  </a:moveTo>
                  <a:lnTo>
                    <a:pt x="0" y="623"/>
                  </a:lnTo>
                  <a:lnTo>
                    <a:pt x="783" y="1285"/>
                  </a:lnTo>
                  <a:lnTo>
                    <a:pt x="884" y="1085"/>
                  </a:lnTo>
                  <a:lnTo>
                    <a:pt x="944" y="984"/>
                  </a:lnTo>
                  <a:lnTo>
                    <a:pt x="1004" y="884"/>
                  </a:lnTo>
                  <a:lnTo>
                    <a:pt x="1125" y="824"/>
                  </a:lnTo>
                  <a:lnTo>
                    <a:pt x="1245" y="763"/>
                  </a:lnTo>
                  <a:lnTo>
                    <a:pt x="1486" y="643"/>
                  </a:lnTo>
                  <a:lnTo>
                    <a:pt x="74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5" name="Google Shape;265;p3"/>
            <p:cNvSpPr/>
            <p:nvPr/>
          </p:nvSpPr>
          <p:spPr>
            <a:xfrm>
              <a:off x="4134964" y="4600973"/>
              <a:ext cx="55686" cy="46532"/>
            </a:xfrm>
            <a:custGeom>
              <a:rect b="b" l="l" r="r" t="t"/>
              <a:pathLst>
                <a:path extrusionOk="0" h="1225" w="1466">
                  <a:moveTo>
                    <a:pt x="783" y="0"/>
                  </a:moveTo>
                  <a:lnTo>
                    <a:pt x="0" y="663"/>
                  </a:lnTo>
                  <a:lnTo>
                    <a:pt x="221" y="743"/>
                  </a:lnTo>
                  <a:lnTo>
                    <a:pt x="341" y="783"/>
                  </a:lnTo>
                  <a:lnTo>
                    <a:pt x="422" y="843"/>
                  </a:lnTo>
                  <a:lnTo>
                    <a:pt x="522" y="924"/>
                  </a:lnTo>
                  <a:lnTo>
                    <a:pt x="582" y="1004"/>
                  </a:lnTo>
                  <a:lnTo>
                    <a:pt x="643" y="1084"/>
                  </a:lnTo>
                  <a:lnTo>
                    <a:pt x="703" y="1205"/>
                  </a:lnTo>
                  <a:lnTo>
                    <a:pt x="723" y="1225"/>
                  </a:lnTo>
                  <a:lnTo>
                    <a:pt x="783" y="1225"/>
                  </a:lnTo>
                  <a:lnTo>
                    <a:pt x="1466" y="602"/>
                  </a:lnTo>
                  <a:lnTo>
                    <a:pt x="78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6" name="Google Shape;266;p3"/>
            <p:cNvSpPr/>
            <p:nvPr/>
          </p:nvSpPr>
          <p:spPr>
            <a:xfrm>
              <a:off x="5121890" y="4914425"/>
              <a:ext cx="54205" cy="44291"/>
            </a:xfrm>
            <a:custGeom>
              <a:rect b="b" l="l" r="r" t="t"/>
              <a:pathLst>
                <a:path extrusionOk="0" h="1166" w="1427">
                  <a:moveTo>
                    <a:pt x="724" y="1"/>
                  </a:moveTo>
                  <a:lnTo>
                    <a:pt x="1" y="603"/>
                  </a:lnTo>
                  <a:lnTo>
                    <a:pt x="242" y="683"/>
                  </a:lnTo>
                  <a:lnTo>
                    <a:pt x="342" y="724"/>
                  </a:lnTo>
                  <a:lnTo>
                    <a:pt x="423" y="784"/>
                  </a:lnTo>
                  <a:lnTo>
                    <a:pt x="503" y="864"/>
                  </a:lnTo>
                  <a:lnTo>
                    <a:pt x="563" y="965"/>
                  </a:lnTo>
                  <a:lnTo>
                    <a:pt x="684" y="1165"/>
                  </a:lnTo>
                  <a:lnTo>
                    <a:pt x="1427" y="543"/>
                  </a:lnTo>
                  <a:lnTo>
                    <a:pt x="724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7" name="Google Shape;267;p3"/>
            <p:cNvSpPr/>
            <p:nvPr/>
          </p:nvSpPr>
          <p:spPr>
            <a:xfrm>
              <a:off x="5124207" y="4758839"/>
              <a:ext cx="45772" cy="42733"/>
            </a:xfrm>
            <a:custGeom>
              <a:rect b="b" l="l" r="r" t="t"/>
              <a:pathLst>
                <a:path extrusionOk="0" h="1125" w="1205">
                  <a:moveTo>
                    <a:pt x="663" y="1"/>
                  </a:moveTo>
                  <a:lnTo>
                    <a:pt x="0" y="543"/>
                  </a:lnTo>
                  <a:lnTo>
                    <a:pt x="703" y="1125"/>
                  </a:lnTo>
                  <a:lnTo>
                    <a:pt x="1205" y="663"/>
                  </a:lnTo>
                  <a:lnTo>
                    <a:pt x="663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8" name="Google Shape;268;p3"/>
            <p:cNvSpPr/>
            <p:nvPr/>
          </p:nvSpPr>
          <p:spPr>
            <a:xfrm>
              <a:off x="3974781" y="4754280"/>
              <a:ext cx="53407" cy="49608"/>
            </a:xfrm>
            <a:custGeom>
              <a:rect b="b" l="l" r="r" t="t"/>
              <a:pathLst>
                <a:path extrusionOk="0" h="1306" w="1406">
                  <a:moveTo>
                    <a:pt x="663" y="0"/>
                  </a:moveTo>
                  <a:lnTo>
                    <a:pt x="563" y="161"/>
                  </a:lnTo>
                  <a:lnTo>
                    <a:pt x="502" y="261"/>
                  </a:lnTo>
                  <a:lnTo>
                    <a:pt x="422" y="341"/>
                  </a:lnTo>
                  <a:lnTo>
                    <a:pt x="322" y="422"/>
                  </a:lnTo>
                  <a:lnTo>
                    <a:pt x="221" y="502"/>
                  </a:lnTo>
                  <a:lnTo>
                    <a:pt x="0" y="663"/>
                  </a:lnTo>
                  <a:lnTo>
                    <a:pt x="683" y="1305"/>
                  </a:lnTo>
                  <a:lnTo>
                    <a:pt x="1406" y="663"/>
                  </a:lnTo>
                  <a:lnTo>
                    <a:pt x="66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9" name="Google Shape;269;p3"/>
            <p:cNvSpPr/>
            <p:nvPr/>
          </p:nvSpPr>
          <p:spPr>
            <a:xfrm>
              <a:off x="3975541" y="4599416"/>
              <a:ext cx="54964" cy="48089"/>
            </a:xfrm>
            <a:custGeom>
              <a:rect b="b" l="l" r="r" t="t"/>
              <a:pathLst>
                <a:path extrusionOk="0" h="1266" w="1447">
                  <a:moveTo>
                    <a:pt x="683" y="1"/>
                  </a:moveTo>
                  <a:lnTo>
                    <a:pt x="0" y="664"/>
                  </a:lnTo>
                  <a:lnTo>
                    <a:pt x="663" y="1266"/>
                  </a:lnTo>
                  <a:lnTo>
                    <a:pt x="1446" y="603"/>
                  </a:lnTo>
                  <a:lnTo>
                    <a:pt x="1165" y="503"/>
                  </a:lnTo>
                  <a:lnTo>
                    <a:pt x="1065" y="443"/>
                  </a:lnTo>
                  <a:lnTo>
                    <a:pt x="964" y="382"/>
                  </a:lnTo>
                  <a:lnTo>
                    <a:pt x="884" y="282"/>
                  </a:lnTo>
                  <a:lnTo>
                    <a:pt x="804" y="182"/>
                  </a:lnTo>
                  <a:lnTo>
                    <a:pt x="683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0" name="Google Shape;270;p3"/>
            <p:cNvSpPr/>
            <p:nvPr/>
          </p:nvSpPr>
          <p:spPr>
            <a:xfrm>
              <a:off x="5124967" y="4603252"/>
              <a:ext cx="44253" cy="41214"/>
            </a:xfrm>
            <a:custGeom>
              <a:rect b="b" l="l" r="r" t="t"/>
              <a:pathLst>
                <a:path extrusionOk="0" h="1085" w="1165">
                  <a:moveTo>
                    <a:pt x="643" y="0"/>
                  </a:moveTo>
                  <a:lnTo>
                    <a:pt x="0" y="563"/>
                  </a:lnTo>
                  <a:lnTo>
                    <a:pt x="443" y="911"/>
                  </a:lnTo>
                  <a:lnTo>
                    <a:pt x="443" y="911"/>
                  </a:lnTo>
                  <a:lnTo>
                    <a:pt x="1165" y="462"/>
                  </a:lnTo>
                  <a:lnTo>
                    <a:pt x="643" y="0"/>
                  </a:lnTo>
                  <a:close/>
                  <a:moveTo>
                    <a:pt x="443" y="911"/>
                  </a:moveTo>
                  <a:lnTo>
                    <a:pt x="422" y="924"/>
                  </a:lnTo>
                  <a:lnTo>
                    <a:pt x="663" y="1085"/>
                  </a:lnTo>
                  <a:lnTo>
                    <a:pt x="443" y="91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271" name="Google Shape;271;p3"/>
          <p:cNvGrpSpPr/>
          <p:nvPr/>
        </p:nvGrpSpPr>
        <p:grpSpPr>
          <a:xfrm>
            <a:off x="335952" y="4224312"/>
            <a:ext cx="754524" cy="750237"/>
            <a:chOff x="8523754" y="10"/>
            <a:chExt cx="516408" cy="513439"/>
          </a:xfrm>
        </p:grpSpPr>
        <p:sp>
          <p:nvSpPr>
            <p:cNvPr id="272" name="Google Shape;272;p3"/>
            <p:cNvSpPr/>
            <p:nvPr/>
          </p:nvSpPr>
          <p:spPr>
            <a:xfrm>
              <a:off x="8523754" y="255242"/>
              <a:ext cx="516408" cy="258207"/>
            </a:xfrm>
            <a:custGeom>
              <a:rect b="b" l="l" r="r" t="t"/>
              <a:pathLst>
                <a:path extrusionOk="0" h="41798" w="83595">
                  <a:moveTo>
                    <a:pt x="41797" y="0"/>
                  </a:moveTo>
                  <a:lnTo>
                    <a:pt x="40710" y="28"/>
                  </a:lnTo>
                  <a:lnTo>
                    <a:pt x="39650" y="56"/>
                  </a:lnTo>
                  <a:lnTo>
                    <a:pt x="38591" y="112"/>
                  </a:lnTo>
                  <a:lnTo>
                    <a:pt x="37531" y="223"/>
                  </a:lnTo>
                  <a:lnTo>
                    <a:pt x="36472" y="335"/>
                  </a:lnTo>
                  <a:lnTo>
                    <a:pt x="35440" y="474"/>
                  </a:lnTo>
                  <a:lnTo>
                    <a:pt x="34408" y="669"/>
                  </a:lnTo>
                  <a:lnTo>
                    <a:pt x="33377" y="864"/>
                  </a:lnTo>
                  <a:lnTo>
                    <a:pt x="32373" y="1060"/>
                  </a:lnTo>
                  <a:lnTo>
                    <a:pt x="31369" y="1311"/>
                  </a:lnTo>
                  <a:lnTo>
                    <a:pt x="30365" y="1589"/>
                  </a:lnTo>
                  <a:lnTo>
                    <a:pt x="29361" y="1868"/>
                  </a:lnTo>
                  <a:lnTo>
                    <a:pt x="28385" y="2203"/>
                  </a:lnTo>
                  <a:lnTo>
                    <a:pt x="27437" y="2537"/>
                  </a:lnTo>
                  <a:lnTo>
                    <a:pt x="26489" y="2900"/>
                  </a:lnTo>
                  <a:lnTo>
                    <a:pt x="25541" y="3290"/>
                  </a:lnTo>
                  <a:lnTo>
                    <a:pt x="24593" y="3708"/>
                  </a:lnTo>
                  <a:lnTo>
                    <a:pt x="23673" y="4127"/>
                  </a:lnTo>
                  <a:lnTo>
                    <a:pt x="22781" y="4573"/>
                  </a:lnTo>
                  <a:lnTo>
                    <a:pt x="21889" y="5047"/>
                  </a:lnTo>
                  <a:lnTo>
                    <a:pt x="20996" y="5549"/>
                  </a:lnTo>
                  <a:lnTo>
                    <a:pt x="20132" y="6051"/>
                  </a:lnTo>
                  <a:lnTo>
                    <a:pt x="19267" y="6580"/>
                  </a:lnTo>
                  <a:lnTo>
                    <a:pt x="18431" y="7138"/>
                  </a:lnTo>
                  <a:lnTo>
                    <a:pt x="17594" y="7724"/>
                  </a:lnTo>
                  <a:lnTo>
                    <a:pt x="16786" y="8309"/>
                  </a:lnTo>
                  <a:lnTo>
                    <a:pt x="16005" y="8923"/>
                  </a:lnTo>
                  <a:lnTo>
                    <a:pt x="15224" y="9536"/>
                  </a:lnTo>
                  <a:lnTo>
                    <a:pt x="14444" y="10205"/>
                  </a:lnTo>
                  <a:lnTo>
                    <a:pt x="13691" y="10847"/>
                  </a:lnTo>
                  <a:lnTo>
                    <a:pt x="12966" y="11544"/>
                  </a:lnTo>
                  <a:lnTo>
                    <a:pt x="12241" y="12241"/>
                  </a:lnTo>
                  <a:lnTo>
                    <a:pt x="11544" y="12966"/>
                  </a:lnTo>
                  <a:lnTo>
                    <a:pt x="10875" y="13691"/>
                  </a:lnTo>
                  <a:lnTo>
                    <a:pt x="10205" y="14444"/>
                  </a:lnTo>
                  <a:lnTo>
                    <a:pt x="9564" y="15224"/>
                  </a:lnTo>
                  <a:lnTo>
                    <a:pt x="8923" y="16005"/>
                  </a:lnTo>
                  <a:lnTo>
                    <a:pt x="8309" y="16786"/>
                  </a:lnTo>
                  <a:lnTo>
                    <a:pt x="7724" y="17594"/>
                  </a:lnTo>
                  <a:lnTo>
                    <a:pt x="7138" y="18431"/>
                  </a:lnTo>
                  <a:lnTo>
                    <a:pt x="6581" y="19267"/>
                  </a:lnTo>
                  <a:lnTo>
                    <a:pt x="6051" y="20132"/>
                  </a:lnTo>
                  <a:lnTo>
                    <a:pt x="5549" y="20996"/>
                  </a:lnTo>
                  <a:lnTo>
                    <a:pt x="5047" y="21888"/>
                  </a:lnTo>
                  <a:lnTo>
                    <a:pt x="4573" y="22781"/>
                  </a:lnTo>
                  <a:lnTo>
                    <a:pt x="4127" y="23673"/>
                  </a:lnTo>
                  <a:lnTo>
                    <a:pt x="3709" y="24593"/>
                  </a:lnTo>
                  <a:lnTo>
                    <a:pt x="3290" y="25541"/>
                  </a:lnTo>
                  <a:lnTo>
                    <a:pt x="2900" y="26461"/>
                  </a:lnTo>
                  <a:lnTo>
                    <a:pt x="2537" y="27437"/>
                  </a:lnTo>
                  <a:lnTo>
                    <a:pt x="2203" y="28385"/>
                  </a:lnTo>
                  <a:lnTo>
                    <a:pt x="1896" y="29361"/>
                  </a:lnTo>
                  <a:lnTo>
                    <a:pt x="1589" y="30365"/>
                  </a:lnTo>
                  <a:lnTo>
                    <a:pt x="1311" y="31341"/>
                  </a:lnTo>
                  <a:lnTo>
                    <a:pt x="1087" y="32345"/>
                  </a:lnTo>
                  <a:lnTo>
                    <a:pt x="864" y="33376"/>
                  </a:lnTo>
                  <a:lnTo>
                    <a:pt x="669" y="34408"/>
                  </a:lnTo>
                  <a:lnTo>
                    <a:pt x="502" y="35440"/>
                  </a:lnTo>
                  <a:lnTo>
                    <a:pt x="335" y="36471"/>
                  </a:lnTo>
                  <a:lnTo>
                    <a:pt x="223" y="37531"/>
                  </a:lnTo>
                  <a:lnTo>
                    <a:pt x="139" y="38591"/>
                  </a:lnTo>
                  <a:lnTo>
                    <a:pt x="56" y="39650"/>
                  </a:lnTo>
                  <a:lnTo>
                    <a:pt x="28" y="40710"/>
                  </a:lnTo>
                  <a:lnTo>
                    <a:pt x="0" y="41797"/>
                  </a:lnTo>
                  <a:lnTo>
                    <a:pt x="83595" y="41797"/>
                  </a:lnTo>
                  <a:lnTo>
                    <a:pt x="83595" y="40710"/>
                  </a:lnTo>
                  <a:lnTo>
                    <a:pt x="83539" y="39650"/>
                  </a:lnTo>
                  <a:lnTo>
                    <a:pt x="83483" y="38591"/>
                  </a:lnTo>
                  <a:lnTo>
                    <a:pt x="83372" y="37531"/>
                  </a:lnTo>
                  <a:lnTo>
                    <a:pt x="83260" y="36471"/>
                  </a:lnTo>
                  <a:lnTo>
                    <a:pt x="83121" y="35440"/>
                  </a:lnTo>
                  <a:lnTo>
                    <a:pt x="82953" y="34408"/>
                  </a:lnTo>
                  <a:lnTo>
                    <a:pt x="82758" y="33376"/>
                  </a:lnTo>
                  <a:lnTo>
                    <a:pt x="82535" y="32345"/>
                  </a:lnTo>
                  <a:lnTo>
                    <a:pt x="82284" y="31341"/>
                  </a:lnTo>
                  <a:lnTo>
                    <a:pt x="82005" y="30365"/>
                  </a:lnTo>
                  <a:lnTo>
                    <a:pt x="81727" y="29361"/>
                  </a:lnTo>
                  <a:lnTo>
                    <a:pt x="81392" y="28385"/>
                  </a:lnTo>
                  <a:lnTo>
                    <a:pt x="81057" y="27437"/>
                  </a:lnTo>
                  <a:lnTo>
                    <a:pt x="80695" y="26461"/>
                  </a:lnTo>
                  <a:lnTo>
                    <a:pt x="80304" y="25541"/>
                  </a:lnTo>
                  <a:lnTo>
                    <a:pt x="79914" y="24593"/>
                  </a:lnTo>
                  <a:lnTo>
                    <a:pt x="79468" y="23673"/>
                  </a:lnTo>
                  <a:lnTo>
                    <a:pt x="79022" y="22781"/>
                  </a:lnTo>
                  <a:lnTo>
                    <a:pt x="78548" y="21888"/>
                  </a:lnTo>
                  <a:lnTo>
                    <a:pt x="78046" y="20996"/>
                  </a:lnTo>
                  <a:lnTo>
                    <a:pt x="77544" y="20132"/>
                  </a:lnTo>
                  <a:lnTo>
                    <a:pt x="77014" y="19267"/>
                  </a:lnTo>
                  <a:lnTo>
                    <a:pt x="76457" y="18431"/>
                  </a:lnTo>
                  <a:lnTo>
                    <a:pt x="75899" y="17594"/>
                  </a:lnTo>
                  <a:lnTo>
                    <a:pt x="75285" y="16786"/>
                  </a:lnTo>
                  <a:lnTo>
                    <a:pt x="74672" y="16005"/>
                  </a:lnTo>
                  <a:lnTo>
                    <a:pt x="74059" y="15224"/>
                  </a:lnTo>
                  <a:lnTo>
                    <a:pt x="73417" y="14444"/>
                  </a:lnTo>
                  <a:lnTo>
                    <a:pt x="72748" y="13691"/>
                  </a:lnTo>
                  <a:lnTo>
                    <a:pt x="72051" y="12966"/>
                  </a:lnTo>
                  <a:lnTo>
                    <a:pt x="71354" y="12241"/>
                  </a:lnTo>
                  <a:lnTo>
                    <a:pt x="70629" y="11544"/>
                  </a:lnTo>
                  <a:lnTo>
                    <a:pt x="69904" y="10847"/>
                  </a:lnTo>
                  <a:lnTo>
                    <a:pt x="69151" y="10205"/>
                  </a:lnTo>
                  <a:lnTo>
                    <a:pt x="68398" y="9536"/>
                  </a:lnTo>
                  <a:lnTo>
                    <a:pt x="67617" y="8923"/>
                  </a:lnTo>
                  <a:lnTo>
                    <a:pt x="66809" y="8309"/>
                  </a:lnTo>
                  <a:lnTo>
                    <a:pt x="66000" y="7724"/>
                  </a:lnTo>
                  <a:lnTo>
                    <a:pt x="65164" y="7138"/>
                  </a:lnTo>
                  <a:lnTo>
                    <a:pt x="64327" y="6580"/>
                  </a:lnTo>
                  <a:lnTo>
                    <a:pt x="63463" y="6051"/>
                  </a:lnTo>
                  <a:lnTo>
                    <a:pt x="62598" y="5549"/>
                  </a:lnTo>
                  <a:lnTo>
                    <a:pt x="61734" y="5047"/>
                  </a:lnTo>
                  <a:lnTo>
                    <a:pt x="60842" y="4573"/>
                  </a:lnTo>
                  <a:lnTo>
                    <a:pt x="59922" y="4127"/>
                  </a:lnTo>
                  <a:lnTo>
                    <a:pt x="59001" y="3708"/>
                  </a:lnTo>
                  <a:lnTo>
                    <a:pt x="58081" y="3290"/>
                  </a:lnTo>
                  <a:lnTo>
                    <a:pt x="57133" y="2900"/>
                  </a:lnTo>
                  <a:lnTo>
                    <a:pt x="56185" y="2537"/>
                  </a:lnTo>
                  <a:lnTo>
                    <a:pt x="55209" y="2203"/>
                  </a:lnTo>
                  <a:lnTo>
                    <a:pt x="54233" y="1868"/>
                  </a:lnTo>
                  <a:lnTo>
                    <a:pt x="53257" y="1589"/>
                  </a:lnTo>
                  <a:lnTo>
                    <a:pt x="52254" y="1311"/>
                  </a:lnTo>
                  <a:lnTo>
                    <a:pt x="51250" y="1060"/>
                  </a:lnTo>
                  <a:lnTo>
                    <a:pt x="50218" y="864"/>
                  </a:lnTo>
                  <a:lnTo>
                    <a:pt x="49214" y="669"/>
                  </a:lnTo>
                  <a:lnTo>
                    <a:pt x="48155" y="474"/>
                  </a:lnTo>
                  <a:lnTo>
                    <a:pt x="47123" y="335"/>
                  </a:lnTo>
                  <a:lnTo>
                    <a:pt x="46064" y="223"/>
                  </a:lnTo>
                  <a:lnTo>
                    <a:pt x="45032" y="112"/>
                  </a:lnTo>
                  <a:lnTo>
                    <a:pt x="43944" y="56"/>
                  </a:lnTo>
                  <a:lnTo>
                    <a:pt x="42885" y="28"/>
                  </a:lnTo>
                  <a:lnTo>
                    <a:pt x="41797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3" name="Google Shape;273;p3"/>
            <p:cNvSpPr/>
            <p:nvPr/>
          </p:nvSpPr>
          <p:spPr>
            <a:xfrm>
              <a:off x="8523754" y="10"/>
              <a:ext cx="516408" cy="258207"/>
            </a:xfrm>
            <a:custGeom>
              <a:rect b="b" l="l" r="r" t="t"/>
              <a:pathLst>
                <a:path extrusionOk="0" h="41798" w="83595">
                  <a:moveTo>
                    <a:pt x="41797" y="0"/>
                  </a:moveTo>
                  <a:lnTo>
                    <a:pt x="40710" y="28"/>
                  </a:lnTo>
                  <a:lnTo>
                    <a:pt x="39650" y="56"/>
                  </a:lnTo>
                  <a:lnTo>
                    <a:pt x="38591" y="112"/>
                  </a:lnTo>
                  <a:lnTo>
                    <a:pt x="37531" y="223"/>
                  </a:lnTo>
                  <a:lnTo>
                    <a:pt x="36472" y="335"/>
                  </a:lnTo>
                  <a:lnTo>
                    <a:pt x="35440" y="474"/>
                  </a:lnTo>
                  <a:lnTo>
                    <a:pt x="34408" y="669"/>
                  </a:lnTo>
                  <a:lnTo>
                    <a:pt x="33377" y="864"/>
                  </a:lnTo>
                  <a:lnTo>
                    <a:pt x="32373" y="1060"/>
                  </a:lnTo>
                  <a:lnTo>
                    <a:pt x="31369" y="1311"/>
                  </a:lnTo>
                  <a:lnTo>
                    <a:pt x="30365" y="1589"/>
                  </a:lnTo>
                  <a:lnTo>
                    <a:pt x="29361" y="1868"/>
                  </a:lnTo>
                  <a:lnTo>
                    <a:pt x="28385" y="2203"/>
                  </a:lnTo>
                  <a:lnTo>
                    <a:pt x="27437" y="2537"/>
                  </a:lnTo>
                  <a:lnTo>
                    <a:pt x="26489" y="2900"/>
                  </a:lnTo>
                  <a:lnTo>
                    <a:pt x="25541" y="3290"/>
                  </a:lnTo>
                  <a:lnTo>
                    <a:pt x="24593" y="3708"/>
                  </a:lnTo>
                  <a:lnTo>
                    <a:pt x="23673" y="4127"/>
                  </a:lnTo>
                  <a:lnTo>
                    <a:pt x="22781" y="4573"/>
                  </a:lnTo>
                  <a:lnTo>
                    <a:pt x="21889" y="5047"/>
                  </a:lnTo>
                  <a:lnTo>
                    <a:pt x="20996" y="5549"/>
                  </a:lnTo>
                  <a:lnTo>
                    <a:pt x="20132" y="6051"/>
                  </a:lnTo>
                  <a:lnTo>
                    <a:pt x="19267" y="6580"/>
                  </a:lnTo>
                  <a:lnTo>
                    <a:pt x="18431" y="7138"/>
                  </a:lnTo>
                  <a:lnTo>
                    <a:pt x="17594" y="7724"/>
                  </a:lnTo>
                  <a:lnTo>
                    <a:pt x="16786" y="8309"/>
                  </a:lnTo>
                  <a:lnTo>
                    <a:pt x="16005" y="8923"/>
                  </a:lnTo>
                  <a:lnTo>
                    <a:pt x="15224" y="9536"/>
                  </a:lnTo>
                  <a:lnTo>
                    <a:pt x="14444" y="10205"/>
                  </a:lnTo>
                  <a:lnTo>
                    <a:pt x="13691" y="10847"/>
                  </a:lnTo>
                  <a:lnTo>
                    <a:pt x="12966" y="11544"/>
                  </a:lnTo>
                  <a:lnTo>
                    <a:pt x="12241" y="12241"/>
                  </a:lnTo>
                  <a:lnTo>
                    <a:pt x="11544" y="12966"/>
                  </a:lnTo>
                  <a:lnTo>
                    <a:pt x="10875" y="13691"/>
                  </a:lnTo>
                  <a:lnTo>
                    <a:pt x="10205" y="14444"/>
                  </a:lnTo>
                  <a:lnTo>
                    <a:pt x="9564" y="15224"/>
                  </a:lnTo>
                  <a:lnTo>
                    <a:pt x="8923" y="16005"/>
                  </a:lnTo>
                  <a:lnTo>
                    <a:pt x="8309" y="16786"/>
                  </a:lnTo>
                  <a:lnTo>
                    <a:pt x="7724" y="17594"/>
                  </a:lnTo>
                  <a:lnTo>
                    <a:pt x="7138" y="18431"/>
                  </a:lnTo>
                  <a:lnTo>
                    <a:pt x="6581" y="19267"/>
                  </a:lnTo>
                  <a:lnTo>
                    <a:pt x="6051" y="20132"/>
                  </a:lnTo>
                  <a:lnTo>
                    <a:pt x="5549" y="20996"/>
                  </a:lnTo>
                  <a:lnTo>
                    <a:pt x="5047" y="21888"/>
                  </a:lnTo>
                  <a:lnTo>
                    <a:pt x="4573" y="22781"/>
                  </a:lnTo>
                  <a:lnTo>
                    <a:pt x="4127" y="23673"/>
                  </a:lnTo>
                  <a:lnTo>
                    <a:pt x="3709" y="24593"/>
                  </a:lnTo>
                  <a:lnTo>
                    <a:pt x="3290" y="25541"/>
                  </a:lnTo>
                  <a:lnTo>
                    <a:pt x="2900" y="26461"/>
                  </a:lnTo>
                  <a:lnTo>
                    <a:pt x="2537" y="27437"/>
                  </a:lnTo>
                  <a:lnTo>
                    <a:pt x="2203" y="28385"/>
                  </a:lnTo>
                  <a:lnTo>
                    <a:pt x="1896" y="29361"/>
                  </a:lnTo>
                  <a:lnTo>
                    <a:pt x="1589" y="30365"/>
                  </a:lnTo>
                  <a:lnTo>
                    <a:pt x="1311" y="31341"/>
                  </a:lnTo>
                  <a:lnTo>
                    <a:pt x="1087" y="32345"/>
                  </a:lnTo>
                  <a:lnTo>
                    <a:pt x="864" y="33376"/>
                  </a:lnTo>
                  <a:lnTo>
                    <a:pt x="669" y="34408"/>
                  </a:lnTo>
                  <a:lnTo>
                    <a:pt x="502" y="35440"/>
                  </a:lnTo>
                  <a:lnTo>
                    <a:pt x="335" y="36471"/>
                  </a:lnTo>
                  <a:lnTo>
                    <a:pt x="223" y="37531"/>
                  </a:lnTo>
                  <a:lnTo>
                    <a:pt x="139" y="38591"/>
                  </a:lnTo>
                  <a:lnTo>
                    <a:pt x="56" y="39650"/>
                  </a:lnTo>
                  <a:lnTo>
                    <a:pt x="28" y="40710"/>
                  </a:lnTo>
                  <a:lnTo>
                    <a:pt x="0" y="41797"/>
                  </a:lnTo>
                  <a:lnTo>
                    <a:pt x="83595" y="41797"/>
                  </a:lnTo>
                  <a:lnTo>
                    <a:pt x="83595" y="40710"/>
                  </a:lnTo>
                  <a:lnTo>
                    <a:pt x="83539" y="39650"/>
                  </a:lnTo>
                  <a:lnTo>
                    <a:pt x="83483" y="38591"/>
                  </a:lnTo>
                  <a:lnTo>
                    <a:pt x="83372" y="37531"/>
                  </a:lnTo>
                  <a:lnTo>
                    <a:pt x="83260" y="36471"/>
                  </a:lnTo>
                  <a:lnTo>
                    <a:pt x="83121" y="35440"/>
                  </a:lnTo>
                  <a:lnTo>
                    <a:pt x="82953" y="34408"/>
                  </a:lnTo>
                  <a:lnTo>
                    <a:pt x="82758" y="33376"/>
                  </a:lnTo>
                  <a:lnTo>
                    <a:pt x="82535" y="32345"/>
                  </a:lnTo>
                  <a:lnTo>
                    <a:pt x="82284" y="31341"/>
                  </a:lnTo>
                  <a:lnTo>
                    <a:pt x="82005" y="30365"/>
                  </a:lnTo>
                  <a:lnTo>
                    <a:pt x="81727" y="29361"/>
                  </a:lnTo>
                  <a:lnTo>
                    <a:pt x="81392" y="28385"/>
                  </a:lnTo>
                  <a:lnTo>
                    <a:pt x="81057" y="27437"/>
                  </a:lnTo>
                  <a:lnTo>
                    <a:pt x="80695" y="26461"/>
                  </a:lnTo>
                  <a:lnTo>
                    <a:pt x="80304" y="25541"/>
                  </a:lnTo>
                  <a:lnTo>
                    <a:pt x="79914" y="24593"/>
                  </a:lnTo>
                  <a:lnTo>
                    <a:pt x="79468" y="23673"/>
                  </a:lnTo>
                  <a:lnTo>
                    <a:pt x="79022" y="22781"/>
                  </a:lnTo>
                  <a:lnTo>
                    <a:pt x="78548" y="21888"/>
                  </a:lnTo>
                  <a:lnTo>
                    <a:pt x="78046" y="20996"/>
                  </a:lnTo>
                  <a:lnTo>
                    <a:pt x="77544" y="20132"/>
                  </a:lnTo>
                  <a:lnTo>
                    <a:pt x="77014" y="19267"/>
                  </a:lnTo>
                  <a:lnTo>
                    <a:pt x="76457" y="18431"/>
                  </a:lnTo>
                  <a:lnTo>
                    <a:pt x="75899" y="17594"/>
                  </a:lnTo>
                  <a:lnTo>
                    <a:pt x="75285" y="16786"/>
                  </a:lnTo>
                  <a:lnTo>
                    <a:pt x="74672" y="16005"/>
                  </a:lnTo>
                  <a:lnTo>
                    <a:pt x="74059" y="15224"/>
                  </a:lnTo>
                  <a:lnTo>
                    <a:pt x="73417" y="14444"/>
                  </a:lnTo>
                  <a:lnTo>
                    <a:pt x="72748" y="13691"/>
                  </a:lnTo>
                  <a:lnTo>
                    <a:pt x="72051" y="12966"/>
                  </a:lnTo>
                  <a:lnTo>
                    <a:pt x="71354" y="12241"/>
                  </a:lnTo>
                  <a:lnTo>
                    <a:pt x="70629" y="11544"/>
                  </a:lnTo>
                  <a:lnTo>
                    <a:pt x="69904" y="10847"/>
                  </a:lnTo>
                  <a:lnTo>
                    <a:pt x="69151" y="10205"/>
                  </a:lnTo>
                  <a:lnTo>
                    <a:pt x="68398" y="9536"/>
                  </a:lnTo>
                  <a:lnTo>
                    <a:pt x="67617" y="8923"/>
                  </a:lnTo>
                  <a:lnTo>
                    <a:pt x="66809" y="8309"/>
                  </a:lnTo>
                  <a:lnTo>
                    <a:pt x="66000" y="7724"/>
                  </a:lnTo>
                  <a:lnTo>
                    <a:pt x="65164" y="7138"/>
                  </a:lnTo>
                  <a:lnTo>
                    <a:pt x="64327" y="6580"/>
                  </a:lnTo>
                  <a:lnTo>
                    <a:pt x="63463" y="6051"/>
                  </a:lnTo>
                  <a:lnTo>
                    <a:pt x="62598" y="5549"/>
                  </a:lnTo>
                  <a:lnTo>
                    <a:pt x="61734" y="5047"/>
                  </a:lnTo>
                  <a:lnTo>
                    <a:pt x="60842" y="4573"/>
                  </a:lnTo>
                  <a:lnTo>
                    <a:pt x="59922" y="4127"/>
                  </a:lnTo>
                  <a:lnTo>
                    <a:pt x="59001" y="3708"/>
                  </a:lnTo>
                  <a:lnTo>
                    <a:pt x="58081" y="3290"/>
                  </a:lnTo>
                  <a:lnTo>
                    <a:pt x="57133" y="2900"/>
                  </a:lnTo>
                  <a:lnTo>
                    <a:pt x="56185" y="2537"/>
                  </a:lnTo>
                  <a:lnTo>
                    <a:pt x="55209" y="2203"/>
                  </a:lnTo>
                  <a:lnTo>
                    <a:pt x="54233" y="1868"/>
                  </a:lnTo>
                  <a:lnTo>
                    <a:pt x="53257" y="1589"/>
                  </a:lnTo>
                  <a:lnTo>
                    <a:pt x="52254" y="1311"/>
                  </a:lnTo>
                  <a:lnTo>
                    <a:pt x="51250" y="1060"/>
                  </a:lnTo>
                  <a:lnTo>
                    <a:pt x="50218" y="864"/>
                  </a:lnTo>
                  <a:lnTo>
                    <a:pt x="49214" y="669"/>
                  </a:lnTo>
                  <a:lnTo>
                    <a:pt x="48155" y="474"/>
                  </a:lnTo>
                  <a:lnTo>
                    <a:pt x="47123" y="335"/>
                  </a:lnTo>
                  <a:lnTo>
                    <a:pt x="46064" y="223"/>
                  </a:lnTo>
                  <a:lnTo>
                    <a:pt x="45032" y="112"/>
                  </a:lnTo>
                  <a:lnTo>
                    <a:pt x="43944" y="56"/>
                  </a:lnTo>
                  <a:lnTo>
                    <a:pt x="42885" y="28"/>
                  </a:lnTo>
                  <a:lnTo>
                    <a:pt x="41797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74" name="Google Shape;274;p3"/>
          <p:cNvSpPr/>
          <p:nvPr/>
        </p:nvSpPr>
        <p:spPr>
          <a:xfrm>
            <a:off x="8202150" y="4384722"/>
            <a:ext cx="457237" cy="429412"/>
          </a:xfrm>
          <a:custGeom>
            <a:rect b="b" l="l" r="r" t="t"/>
            <a:pathLst>
              <a:path extrusionOk="0" h="92099" w="98067">
                <a:moveTo>
                  <a:pt x="49019" y="0"/>
                </a:moveTo>
                <a:lnTo>
                  <a:pt x="48824" y="1171"/>
                </a:lnTo>
                <a:lnTo>
                  <a:pt x="48629" y="2064"/>
                </a:lnTo>
                <a:lnTo>
                  <a:pt x="48378" y="3151"/>
                </a:lnTo>
                <a:lnTo>
                  <a:pt x="48071" y="4434"/>
                </a:lnTo>
                <a:lnTo>
                  <a:pt x="47709" y="5884"/>
                </a:lnTo>
                <a:lnTo>
                  <a:pt x="47263" y="7501"/>
                </a:lnTo>
                <a:lnTo>
                  <a:pt x="46733" y="9230"/>
                </a:lnTo>
                <a:lnTo>
                  <a:pt x="46119" y="11070"/>
                </a:lnTo>
                <a:lnTo>
                  <a:pt x="45422" y="13050"/>
                </a:lnTo>
                <a:lnTo>
                  <a:pt x="44641" y="15085"/>
                </a:lnTo>
                <a:lnTo>
                  <a:pt x="43777" y="17177"/>
                </a:lnTo>
                <a:lnTo>
                  <a:pt x="43303" y="18264"/>
                </a:lnTo>
                <a:lnTo>
                  <a:pt x="42801" y="19351"/>
                </a:lnTo>
                <a:lnTo>
                  <a:pt x="42271" y="20439"/>
                </a:lnTo>
                <a:lnTo>
                  <a:pt x="41742" y="21554"/>
                </a:lnTo>
                <a:lnTo>
                  <a:pt x="41156" y="22670"/>
                </a:lnTo>
                <a:lnTo>
                  <a:pt x="40543" y="23785"/>
                </a:lnTo>
                <a:lnTo>
                  <a:pt x="39929" y="24900"/>
                </a:lnTo>
                <a:lnTo>
                  <a:pt x="39260" y="25988"/>
                </a:lnTo>
                <a:lnTo>
                  <a:pt x="38563" y="27103"/>
                </a:lnTo>
                <a:lnTo>
                  <a:pt x="37838" y="28218"/>
                </a:lnTo>
                <a:lnTo>
                  <a:pt x="37113" y="29306"/>
                </a:lnTo>
                <a:lnTo>
                  <a:pt x="36332" y="30421"/>
                </a:lnTo>
                <a:lnTo>
                  <a:pt x="35524" y="31481"/>
                </a:lnTo>
                <a:lnTo>
                  <a:pt x="34687" y="32568"/>
                </a:lnTo>
                <a:lnTo>
                  <a:pt x="33795" y="33600"/>
                </a:lnTo>
                <a:lnTo>
                  <a:pt x="32903" y="34659"/>
                </a:lnTo>
                <a:lnTo>
                  <a:pt x="31954" y="35663"/>
                </a:lnTo>
                <a:lnTo>
                  <a:pt x="30979" y="36667"/>
                </a:lnTo>
                <a:lnTo>
                  <a:pt x="29975" y="37643"/>
                </a:lnTo>
                <a:lnTo>
                  <a:pt x="28943" y="38591"/>
                </a:lnTo>
                <a:lnTo>
                  <a:pt x="27856" y="39511"/>
                </a:lnTo>
                <a:lnTo>
                  <a:pt x="26740" y="40403"/>
                </a:lnTo>
                <a:lnTo>
                  <a:pt x="25597" y="41268"/>
                </a:lnTo>
                <a:lnTo>
                  <a:pt x="24426" y="42104"/>
                </a:lnTo>
                <a:lnTo>
                  <a:pt x="23199" y="42885"/>
                </a:lnTo>
                <a:lnTo>
                  <a:pt x="21944" y="43638"/>
                </a:lnTo>
                <a:lnTo>
                  <a:pt x="20634" y="44363"/>
                </a:lnTo>
                <a:lnTo>
                  <a:pt x="19295" y="45060"/>
                </a:lnTo>
                <a:lnTo>
                  <a:pt x="17929" y="45673"/>
                </a:lnTo>
                <a:lnTo>
                  <a:pt x="16507" y="46287"/>
                </a:lnTo>
                <a:lnTo>
                  <a:pt x="15057" y="46816"/>
                </a:lnTo>
                <a:lnTo>
                  <a:pt x="13551" y="47318"/>
                </a:lnTo>
                <a:lnTo>
                  <a:pt x="12018" y="47765"/>
                </a:lnTo>
                <a:lnTo>
                  <a:pt x="10428" y="48155"/>
                </a:lnTo>
                <a:lnTo>
                  <a:pt x="8811" y="48489"/>
                </a:lnTo>
                <a:lnTo>
                  <a:pt x="7138" y="48768"/>
                </a:lnTo>
                <a:lnTo>
                  <a:pt x="5409" y="48991"/>
                </a:lnTo>
                <a:lnTo>
                  <a:pt x="3653" y="49159"/>
                </a:lnTo>
                <a:lnTo>
                  <a:pt x="1868" y="49242"/>
                </a:lnTo>
                <a:lnTo>
                  <a:pt x="948" y="49270"/>
                </a:lnTo>
                <a:lnTo>
                  <a:pt x="0" y="49298"/>
                </a:lnTo>
                <a:lnTo>
                  <a:pt x="474" y="49438"/>
                </a:lnTo>
                <a:lnTo>
                  <a:pt x="1840" y="49856"/>
                </a:lnTo>
                <a:lnTo>
                  <a:pt x="3959" y="50581"/>
                </a:lnTo>
                <a:lnTo>
                  <a:pt x="5270" y="51055"/>
                </a:lnTo>
                <a:lnTo>
                  <a:pt x="6720" y="51585"/>
                </a:lnTo>
                <a:lnTo>
                  <a:pt x="8309" y="52226"/>
                </a:lnTo>
                <a:lnTo>
                  <a:pt x="10010" y="52951"/>
                </a:lnTo>
                <a:lnTo>
                  <a:pt x="11823" y="53732"/>
                </a:lnTo>
                <a:lnTo>
                  <a:pt x="13719" y="54624"/>
                </a:lnTo>
                <a:lnTo>
                  <a:pt x="15698" y="55600"/>
                </a:lnTo>
                <a:lnTo>
                  <a:pt x="17762" y="56631"/>
                </a:lnTo>
                <a:lnTo>
                  <a:pt x="19853" y="57775"/>
                </a:lnTo>
                <a:lnTo>
                  <a:pt x="21972" y="59001"/>
                </a:lnTo>
                <a:lnTo>
                  <a:pt x="23032" y="59671"/>
                </a:lnTo>
                <a:lnTo>
                  <a:pt x="24119" y="60340"/>
                </a:lnTo>
                <a:lnTo>
                  <a:pt x="25179" y="61037"/>
                </a:lnTo>
                <a:lnTo>
                  <a:pt x="26266" y="61762"/>
                </a:lnTo>
                <a:lnTo>
                  <a:pt x="27354" y="62487"/>
                </a:lnTo>
                <a:lnTo>
                  <a:pt x="28413" y="63268"/>
                </a:lnTo>
                <a:lnTo>
                  <a:pt x="29473" y="64048"/>
                </a:lnTo>
                <a:lnTo>
                  <a:pt x="30532" y="64857"/>
                </a:lnTo>
                <a:lnTo>
                  <a:pt x="31592" y="65693"/>
                </a:lnTo>
                <a:lnTo>
                  <a:pt x="32624" y="66558"/>
                </a:lnTo>
                <a:lnTo>
                  <a:pt x="33627" y="67450"/>
                </a:lnTo>
                <a:lnTo>
                  <a:pt x="34659" y="68370"/>
                </a:lnTo>
                <a:lnTo>
                  <a:pt x="35635" y="69290"/>
                </a:lnTo>
                <a:lnTo>
                  <a:pt x="36611" y="70266"/>
                </a:lnTo>
                <a:lnTo>
                  <a:pt x="37559" y="71242"/>
                </a:lnTo>
                <a:lnTo>
                  <a:pt x="38507" y="72274"/>
                </a:lnTo>
                <a:lnTo>
                  <a:pt x="39399" y="73306"/>
                </a:lnTo>
                <a:lnTo>
                  <a:pt x="40292" y="74365"/>
                </a:lnTo>
                <a:lnTo>
                  <a:pt x="41156" y="75453"/>
                </a:lnTo>
                <a:lnTo>
                  <a:pt x="41993" y="76568"/>
                </a:lnTo>
                <a:lnTo>
                  <a:pt x="42773" y="77711"/>
                </a:lnTo>
                <a:lnTo>
                  <a:pt x="43554" y="78882"/>
                </a:lnTo>
                <a:lnTo>
                  <a:pt x="44279" y="80081"/>
                </a:lnTo>
                <a:lnTo>
                  <a:pt x="44976" y="81308"/>
                </a:lnTo>
                <a:lnTo>
                  <a:pt x="45617" y="82563"/>
                </a:lnTo>
                <a:lnTo>
                  <a:pt x="46259" y="83846"/>
                </a:lnTo>
                <a:lnTo>
                  <a:pt x="46816" y="85156"/>
                </a:lnTo>
                <a:lnTo>
                  <a:pt x="47374" y="86494"/>
                </a:lnTo>
                <a:lnTo>
                  <a:pt x="47848" y="87833"/>
                </a:lnTo>
                <a:lnTo>
                  <a:pt x="48294" y="89227"/>
                </a:lnTo>
                <a:lnTo>
                  <a:pt x="48685" y="90649"/>
                </a:lnTo>
                <a:lnTo>
                  <a:pt x="49019" y="92099"/>
                </a:lnTo>
                <a:lnTo>
                  <a:pt x="49382" y="90649"/>
                </a:lnTo>
                <a:lnTo>
                  <a:pt x="49772" y="89227"/>
                </a:lnTo>
                <a:lnTo>
                  <a:pt x="50218" y="87833"/>
                </a:lnTo>
                <a:lnTo>
                  <a:pt x="50692" y="86494"/>
                </a:lnTo>
                <a:lnTo>
                  <a:pt x="51250" y="85156"/>
                </a:lnTo>
                <a:lnTo>
                  <a:pt x="51808" y="83846"/>
                </a:lnTo>
                <a:lnTo>
                  <a:pt x="52421" y="82563"/>
                </a:lnTo>
                <a:lnTo>
                  <a:pt x="53090" y="81308"/>
                </a:lnTo>
                <a:lnTo>
                  <a:pt x="53787" y="80081"/>
                </a:lnTo>
                <a:lnTo>
                  <a:pt x="54512" y="78882"/>
                </a:lnTo>
                <a:lnTo>
                  <a:pt x="55293" y="77711"/>
                </a:lnTo>
                <a:lnTo>
                  <a:pt x="56074" y="76568"/>
                </a:lnTo>
                <a:lnTo>
                  <a:pt x="56910" y="75453"/>
                </a:lnTo>
                <a:lnTo>
                  <a:pt x="57775" y="74365"/>
                </a:lnTo>
                <a:lnTo>
                  <a:pt x="58639" y="73306"/>
                </a:lnTo>
                <a:lnTo>
                  <a:pt x="59559" y="72274"/>
                </a:lnTo>
                <a:lnTo>
                  <a:pt x="60479" y="71242"/>
                </a:lnTo>
                <a:lnTo>
                  <a:pt x="61455" y="70266"/>
                </a:lnTo>
                <a:lnTo>
                  <a:pt x="62431" y="69290"/>
                </a:lnTo>
                <a:lnTo>
                  <a:pt x="63407" y="68370"/>
                </a:lnTo>
                <a:lnTo>
                  <a:pt x="64411" y="67450"/>
                </a:lnTo>
                <a:lnTo>
                  <a:pt x="65443" y="66558"/>
                </a:lnTo>
                <a:lnTo>
                  <a:pt x="66474" y="65693"/>
                </a:lnTo>
                <a:lnTo>
                  <a:pt x="67534" y="64857"/>
                </a:lnTo>
                <a:lnTo>
                  <a:pt x="68593" y="64048"/>
                </a:lnTo>
                <a:lnTo>
                  <a:pt x="69653" y="63268"/>
                </a:lnTo>
                <a:lnTo>
                  <a:pt x="70713" y="62487"/>
                </a:lnTo>
                <a:lnTo>
                  <a:pt x="71800" y="61762"/>
                </a:lnTo>
                <a:lnTo>
                  <a:pt x="72860" y="61037"/>
                </a:lnTo>
                <a:lnTo>
                  <a:pt x="73947" y="60340"/>
                </a:lnTo>
                <a:lnTo>
                  <a:pt x="75034" y="59671"/>
                </a:lnTo>
                <a:lnTo>
                  <a:pt x="76094" y="59001"/>
                </a:lnTo>
                <a:lnTo>
                  <a:pt x="78213" y="57775"/>
                </a:lnTo>
                <a:lnTo>
                  <a:pt x="80304" y="56631"/>
                </a:lnTo>
                <a:lnTo>
                  <a:pt x="82368" y="55600"/>
                </a:lnTo>
                <a:lnTo>
                  <a:pt x="84348" y="54624"/>
                </a:lnTo>
                <a:lnTo>
                  <a:pt x="86244" y="53732"/>
                </a:lnTo>
                <a:lnTo>
                  <a:pt x="88056" y="52951"/>
                </a:lnTo>
                <a:lnTo>
                  <a:pt x="89757" y="52226"/>
                </a:lnTo>
                <a:lnTo>
                  <a:pt x="91346" y="51585"/>
                </a:lnTo>
                <a:lnTo>
                  <a:pt x="92796" y="51055"/>
                </a:lnTo>
                <a:lnTo>
                  <a:pt x="94107" y="50581"/>
                </a:lnTo>
                <a:lnTo>
                  <a:pt x="96226" y="49856"/>
                </a:lnTo>
                <a:lnTo>
                  <a:pt x="97592" y="49438"/>
                </a:lnTo>
                <a:lnTo>
                  <a:pt x="98066" y="49298"/>
                </a:lnTo>
                <a:lnTo>
                  <a:pt x="97118" y="49270"/>
                </a:lnTo>
                <a:lnTo>
                  <a:pt x="96198" y="49242"/>
                </a:lnTo>
                <a:lnTo>
                  <a:pt x="94413" y="49159"/>
                </a:lnTo>
                <a:lnTo>
                  <a:pt x="92657" y="48991"/>
                </a:lnTo>
                <a:lnTo>
                  <a:pt x="90928" y="48768"/>
                </a:lnTo>
                <a:lnTo>
                  <a:pt x="89255" y="48489"/>
                </a:lnTo>
                <a:lnTo>
                  <a:pt x="87638" y="48155"/>
                </a:lnTo>
                <a:lnTo>
                  <a:pt x="86048" y="47765"/>
                </a:lnTo>
                <a:lnTo>
                  <a:pt x="84515" y="47318"/>
                </a:lnTo>
                <a:lnTo>
                  <a:pt x="83009" y="46816"/>
                </a:lnTo>
                <a:lnTo>
                  <a:pt x="81559" y="46287"/>
                </a:lnTo>
                <a:lnTo>
                  <a:pt x="80137" y="45673"/>
                </a:lnTo>
                <a:lnTo>
                  <a:pt x="78771" y="45060"/>
                </a:lnTo>
                <a:lnTo>
                  <a:pt x="77432" y="44363"/>
                </a:lnTo>
                <a:lnTo>
                  <a:pt x="76122" y="43638"/>
                </a:lnTo>
                <a:lnTo>
                  <a:pt x="74867" y="42885"/>
                </a:lnTo>
                <a:lnTo>
                  <a:pt x="73640" y="42104"/>
                </a:lnTo>
                <a:lnTo>
                  <a:pt x="72469" y="41268"/>
                </a:lnTo>
                <a:lnTo>
                  <a:pt x="71298" y="40403"/>
                </a:lnTo>
                <a:lnTo>
                  <a:pt x="70211" y="39511"/>
                </a:lnTo>
                <a:lnTo>
                  <a:pt x="69123" y="38591"/>
                </a:lnTo>
                <a:lnTo>
                  <a:pt x="68091" y="37643"/>
                </a:lnTo>
                <a:lnTo>
                  <a:pt x="67088" y="36667"/>
                </a:lnTo>
                <a:lnTo>
                  <a:pt x="66112" y="35663"/>
                </a:lnTo>
                <a:lnTo>
                  <a:pt x="65164" y="34659"/>
                </a:lnTo>
                <a:lnTo>
                  <a:pt x="64271" y="33600"/>
                </a:lnTo>
                <a:lnTo>
                  <a:pt x="63379" y="32568"/>
                </a:lnTo>
                <a:lnTo>
                  <a:pt x="62543" y="31481"/>
                </a:lnTo>
                <a:lnTo>
                  <a:pt x="61734" y="30421"/>
                </a:lnTo>
                <a:lnTo>
                  <a:pt x="60953" y="29306"/>
                </a:lnTo>
                <a:lnTo>
                  <a:pt x="60200" y="28218"/>
                </a:lnTo>
                <a:lnTo>
                  <a:pt x="59503" y="27103"/>
                </a:lnTo>
                <a:lnTo>
                  <a:pt x="58806" y="25988"/>
                </a:lnTo>
                <a:lnTo>
                  <a:pt x="58137" y="24900"/>
                </a:lnTo>
                <a:lnTo>
                  <a:pt x="57524" y="23785"/>
                </a:lnTo>
                <a:lnTo>
                  <a:pt x="56910" y="22670"/>
                </a:lnTo>
                <a:lnTo>
                  <a:pt x="56325" y="21554"/>
                </a:lnTo>
                <a:lnTo>
                  <a:pt x="55795" y="20439"/>
                </a:lnTo>
                <a:lnTo>
                  <a:pt x="55265" y="19351"/>
                </a:lnTo>
                <a:lnTo>
                  <a:pt x="54763" y="18264"/>
                </a:lnTo>
                <a:lnTo>
                  <a:pt x="54289" y="17177"/>
                </a:lnTo>
                <a:lnTo>
                  <a:pt x="53425" y="15085"/>
                </a:lnTo>
                <a:lnTo>
                  <a:pt x="52644" y="13050"/>
                </a:lnTo>
                <a:lnTo>
                  <a:pt x="51947" y="11070"/>
                </a:lnTo>
                <a:lnTo>
                  <a:pt x="51334" y="9230"/>
                </a:lnTo>
                <a:lnTo>
                  <a:pt x="50804" y="7501"/>
                </a:lnTo>
                <a:lnTo>
                  <a:pt x="50358" y="5884"/>
                </a:lnTo>
                <a:lnTo>
                  <a:pt x="49995" y="4434"/>
                </a:lnTo>
                <a:lnTo>
                  <a:pt x="49688" y="3151"/>
                </a:lnTo>
                <a:lnTo>
                  <a:pt x="49437" y="2064"/>
                </a:lnTo>
                <a:lnTo>
                  <a:pt x="49242" y="1171"/>
                </a:lnTo>
                <a:lnTo>
                  <a:pt x="49019" y="0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5" name="Google Shape;275;p3"/>
          <p:cNvSpPr/>
          <p:nvPr/>
        </p:nvSpPr>
        <p:spPr>
          <a:xfrm>
            <a:off x="484600" y="280722"/>
            <a:ext cx="457237" cy="429412"/>
          </a:xfrm>
          <a:custGeom>
            <a:rect b="b" l="l" r="r" t="t"/>
            <a:pathLst>
              <a:path extrusionOk="0" h="92099" w="98067">
                <a:moveTo>
                  <a:pt x="49019" y="0"/>
                </a:moveTo>
                <a:lnTo>
                  <a:pt x="48824" y="1171"/>
                </a:lnTo>
                <a:lnTo>
                  <a:pt x="48629" y="2064"/>
                </a:lnTo>
                <a:lnTo>
                  <a:pt x="48378" y="3151"/>
                </a:lnTo>
                <a:lnTo>
                  <a:pt x="48071" y="4434"/>
                </a:lnTo>
                <a:lnTo>
                  <a:pt x="47709" y="5884"/>
                </a:lnTo>
                <a:lnTo>
                  <a:pt x="47263" y="7501"/>
                </a:lnTo>
                <a:lnTo>
                  <a:pt x="46733" y="9230"/>
                </a:lnTo>
                <a:lnTo>
                  <a:pt x="46119" y="11070"/>
                </a:lnTo>
                <a:lnTo>
                  <a:pt x="45422" y="13050"/>
                </a:lnTo>
                <a:lnTo>
                  <a:pt x="44641" y="15085"/>
                </a:lnTo>
                <a:lnTo>
                  <a:pt x="43777" y="17177"/>
                </a:lnTo>
                <a:lnTo>
                  <a:pt x="43303" y="18264"/>
                </a:lnTo>
                <a:lnTo>
                  <a:pt x="42801" y="19351"/>
                </a:lnTo>
                <a:lnTo>
                  <a:pt x="42271" y="20439"/>
                </a:lnTo>
                <a:lnTo>
                  <a:pt x="41742" y="21554"/>
                </a:lnTo>
                <a:lnTo>
                  <a:pt x="41156" y="22670"/>
                </a:lnTo>
                <a:lnTo>
                  <a:pt x="40543" y="23785"/>
                </a:lnTo>
                <a:lnTo>
                  <a:pt x="39929" y="24900"/>
                </a:lnTo>
                <a:lnTo>
                  <a:pt x="39260" y="25988"/>
                </a:lnTo>
                <a:lnTo>
                  <a:pt x="38563" y="27103"/>
                </a:lnTo>
                <a:lnTo>
                  <a:pt x="37838" y="28218"/>
                </a:lnTo>
                <a:lnTo>
                  <a:pt x="37113" y="29306"/>
                </a:lnTo>
                <a:lnTo>
                  <a:pt x="36332" y="30421"/>
                </a:lnTo>
                <a:lnTo>
                  <a:pt x="35524" y="31481"/>
                </a:lnTo>
                <a:lnTo>
                  <a:pt x="34687" y="32568"/>
                </a:lnTo>
                <a:lnTo>
                  <a:pt x="33795" y="33600"/>
                </a:lnTo>
                <a:lnTo>
                  <a:pt x="32903" y="34659"/>
                </a:lnTo>
                <a:lnTo>
                  <a:pt x="31954" y="35663"/>
                </a:lnTo>
                <a:lnTo>
                  <a:pt x="30979" y="36667"/>
                </a:lnTo>
                <a:lnTo>
                  <a:pt x="29975" y="37643"/>
                </a:lnTo>
                <a:lnTo>
                  <a:pt x="28943" y="38591"/>
                </a:lnTo>
                <a:lnTo>
                  <a:pt x="27856" y="39511"/>
                </a:lnTo>
                <a:lnTo>
                  <a:pt x="26740" y="40403"/>
                </a:lnTo>
                <a:lnTo>
                  <a:pt x="25597" y="41268"/>
                </a:lnTo>
                <a:lnTo>
                  <a:pt x="24426" y="42104"/>
                </a:lnTo>
                <a:lnTo>
                  <a:pt x="23199" y="42885"/>
                </a:lnTo>
                <a:lnTo>
                  <a:pt x="21944" y="43638"/>
                </a:lnTo>
                <a:lnTo>
                  <a:pt x="20634" y="44363"/>
                </a:lnTo>
                <a:lnTo>
                  <a:pt x="19295" y="45060"/>
                </a:lnTo>
                <a:lnTo>
                  <a:pt x="17929" y="45673"/>
                </a:lnTo>
                <a:lnTo>
                  <a:pt x="16507" y="46287"/>
                </a:lnTo>
                <a:lnTo>
                  <a:pt x="15057" y="46816"/>
                </a:lnTo>
                <a:lnTo>
                  <a:pt x="13551" y="47318"/>
                </a:lnTo>
                <a:lnTo>
                  <a:pt x="12018" y="47765"/>
                </a:lnTo>
                <a:lnTo>
                  <a:pt x="10428" y="48155"/>
                </a:lnTo>
                <a:lnTo>
                  <a:pt x="8811" y="48489"/>
                </a:lnTo>
                <a:lnTo>
                  <a:pt x="7138" y="48768"/>
                </a:lnTo>
                <a:lnTo>
                  <a:pt x="5409" y="48991"/>
                </a:lnTo>
                <a:lnTo>
                  <a:pt x="3653" y="49159"/>
                </a:lnTo>
                <a:lnTo>
                  <a:pt x="1868" y="49242"/>
                </a:lnTo>
                <a:lnTo>
                  <a:pt x="948" y="49270"/>
                </a:lnTo>
                <a:lnTo>
                  <a:pt x="0" y="49298"/>
                </a:lnTo>
                <a:lnTo>
                  <a:pt x="474" y="49438"/>
                </a:lnTo>
                <a:lnTo>
                  <a:pt x="1840" y="49856"/>
                </a:lnTo>
                <a:lnTo>
                  <a:pt x="3959" y="50581"/>
                </a:lnTo>
                <a:lnTo>
                  <a:pt x="5270" y="51055"/>
                </a:lnTo>
                <a:lnTo>
                  <a:pt x="6720" y="51585"/>
                </a:lnTo>
                <a:lnTo>
                  <a:pt x="8309" y="52226"/>
                </a:lnTo>
                <a:lnTo>
                  <a:pt x="10010" y="52951"/>
                </a:lnTo>
                <a:lnTo>
                  <a:pt x="11823" y="53732"/>
                </a:lnTo>
                <a:lnTo>
                  <a:pt x="13719" y="54624"/>
                </a:lnTo>
                <a:lnTo>
                  <a:pt x="15698" y="55600"/>
                </a:lnTo>
                <a:lnTo>
                  <a:pt x="17762" y="56631"/>
                </a:lnTo>
                <a:lnTo>
                  <a:pt x="19853" y="57775"/>
                </a:lnTo>
                <a:lnTo>
                  <a:pt x="21972" y="59001"/>
                </a:lnTo>
                <a:lnTo>
                  <a:pt x="23032" y="59671"/>
                </a:lnTo>
                <a:lnTo>
                  <a:pt x="24119" y="60340"/>
                </a:lnTo>
                <a:lnTo>
                  <a:pt x="25179" y="61037"/>
                </a:lnTo>
                <a:lnTo>
                  <a:pt x="26266" y="61762"/>
                </a:lnTo>
                <a:lnTo>
                  <a:pt x="27354" y="62487"/>
                </a:lnTo>
                <a:lnTo>
                  <a:pt x="28413" y="63268"/>
                </a:lnTo>
                <a:lnTo>
                  <a:pt x="29473" y="64048"/>
                </a:lnTo>
                <a:lnTo>
                  <a:pt x="30532" y="64857"/>
                </a:lnTo>
                <a:lnTo>
                  <a:pt x="31592" y="65693"/>
                </a:lnTo>
                <a:lnTo>
                  <a:pt x="32624" y="66558"/>
                </a:lnTo>
                <a:lnTo>
                  <a:pt x="33627" y="67450"/>
                </a:lnTo>
                <a:lnTo>
                  <a:pt x="34659" y="68370"/>
                </a:lnTo>
                <a:lnTo>
                  <a:pt x="35635" y="69290"/>
                </a:lnTo>
                <a:lnTo>
                  <a:pt x="36611" y="70266"/>
                </a:lnTo>
                <a:lnTo>
                  <a:pt x="37559" y="71242"/>
                </a:lnTo>
                <a:lnTo>
                  <a:pt x="38507" y="72274"/>
                </a:lnTo>
                <a:lnTo>
                  <a:pt x="39399" y="73306"/>
                </a:lnTo>
                <a:lnTo>
                  <a:pt x="40292" y="74365"/>
                </a:lnTo>
                <a:lnTo>
                  <a:pt x="41156" y="75453"/>
                </a:lnTo>
                <a:lnTo>
                  <a:pt x="41993" y="76568"/>
                </a:lnTo>
                <a:lnTo>
                  <a:pt x="42773" y="77711"/>
                </a:lnTo>
                <a:lnTo>
                  <a:pt x="43554" y="78882"/>
                </a:lnTo>
                <a:lnTo>
                  <a:pt x="44279" y="80081"/>
                </a:lnTo>
                <a:lnTo>
                  <a:pt x="44976" y="81308"/>
                </a:lnTo>
                <a:lnTo>
                  <a:pt x="45617" y="82563"/>
                </a:lnTo>
                <a:lnTo>
                  <a:pt x="46259" y="83846"/>
                </a:lnTo>
                <a:lnTo>
                  <a:pt x="46816" y="85156"/>
                </a:lnTo>
                <a:lnTo>
                  <a:pt x="47374" y="86494"/>
                </a:lnTo>
                <a:lnTo>
                  <a:pt x="47848" y="87833"/>
                </a:lnTo>
                <a:lnTo>
                  <a:pt x="48294" y="89227"/>
                </a:lnTo>
                <a:lnTo>
                  <a:pt x="48685" y="90649"/>
                </a:lnTo>
                <a:lnTo>
                  <a:pt x="49019" y="92099"/>
                </a:lnTo>
                <a:lnTo>
                  <a:pt x="49382" y="90649"/>
                </a:lnTo>
                <a:lnTo>
                  <a:pt x="49772" y="89227"/>
                </a:lnTo>
                <a:lnTo>
                  <a:pt x="50218" y="87833"/>
                </a:lnTo>
                <a:lnTo>
                  <a:pt x="50692" y="86494"/>
                </a:lnTo>
                <a:lnTo>
                  <a:pt x="51250" y="85156"/>
                </a:lnTo>
                <a:lnTo>
                  <a:pt x="51808" y="83846"/>
                </a:lnTo>
                <a:lnTo>
                  <a:pt x="52421" y="82563"/>
                </a:lnTo>
                <a:lnTo>
                  <a:pt x="53090" y="81308"/>
                </a:lnTo>
                <a:lnTo>
                  <a:pt x="53787" y="80081"/>
                </a:lnTo>
                <a:lnTo>
                  <a:pt x="54512" y="78882"/>
                </a:lnTo>
                <a:lnTo>
                  <a:pt x="55293" y="77711"/>
                </a:lnTo>
                <a:lnTo>
                  <a:pt x="56074" y="76568"/>
                </a:lnTo>
                <a:lnTo>
                  <a:pt x="56910" y="75453"/>
                </a:lnTo>
                <a:lnTo>
                  <a:pt x="57775" y="74365"/>
                </a:lnTo>
                <a:lnTo>
                  <a:pt x="58639" y="73306"/>
                </a:lnTo>
                <a:lnTo>
                  <a:pt x="59559" y="72274"/>
                </a:lnTo>
                <a:lnTo>
                  <a:pt x="60479" y="71242"/>
                </a:lnTo>
                <a:lnTo>
                  <a:pt x="61455" y="70266"/>
                </a:lnTo>
                <a:lnTo>
                  <a:pt x="62431" y="69290"/>
                </a:lnTo>
                <a:lnTo>
                  <a:pt x="63407" y="68370"/>
                </a:lnTo>
                <a:lnTo>
                  <a:pt x="64411" y="67450"/>
                </a:lnTo>
                <a:lnTo>
                  <a:pt x="65443" y="66558"/>
                </a:lnTo>
                <a:lnTo>
                  <a:pt x="66474" y="65693"/>
                </a:lnTo>
                <a:lnTo>
                  <a:pt x="67534" y="64857"/>
                </a:lnTo>
                <a:lnTo>
                  <a:pt x="68593" y="64048"/>
                </a:lnTo>
                <a:lnTo>
                  <a:pt x="69653" y="63268"/>
                </a:lnTo>
                <a:lnTo>
                  <a:pt x="70713" y="62487"/>
                </a:lnTo>
                <a:lnTo>
                  <a:pt x="71800" y="61762"/>
                </a:lnTo>
                <a:lnTo>
                  <a:pt x="72860" y="61037"/>
                </a:lnTo>
                <a:lnTo>
                  <a:pt x="73947" y="60340"/>
                </a:lnTo>
                <a:lnTo>
                  <a:pt x="75034" y="59671"/>
                </a:lnTo>
                <a:lnTo>
                  <a:pt x="76094" y="59001"/>
                </a:lnTo>
                <a:lnTo>
                  <a:pt x="78213" y="57775"/>
                </a:lnTo>
                <a:lnTo>
                  <a:pt x="80304" y="56631"/>
                </a:lnTo>
                <a:lnTo>
                  <a:pt x="82368" y="55600"/>
                </a:lnTo>
                <a:lnTo>
                  <a:pt x="84348" y="54624"/>
                </a:lnTo>
                <a:lnTo>
                  <a:pt x="86244" y="53732"/>
                </a:lnTo>
                <a:lnTo>
                  <a:pt x="88056" y="52951"/>
                </a:lnTo>
                <a:lnTo>
                  <a:pt x="89757" y="52226"/>
                </a:lnTo>
                <a:lnTo>
                  <a:pt x="91346" y="51585"/>
                </a:lnTo>
                <a:lnTo>
                  <a:pt x="92796" y="51055"/>
                </a:lnTo>
                <a:lnTo>
                  <a:pt x="94107" y="50581"/>
                </a:lnTo>
                <a:lnTo>
                  <a:pt x="96226" y="49856"/>
                </a:lnTo>
                <a:lnTo>
                  <a:pt x="97592" y="49438"/>
                </a:lnTo>
                <a:lnTo>
                  <a:pt x="98066" y="49298"/>
                </a:lnTo>
                <a:lnTo>
                  <a:pt x="97118" y="49270"/>
                </a:lnTo>
                <a:lnTo>
                  <a:pt x="96198" y="49242"/>
                </a:lnTo>
                <a:lnTo>
                  <a:pt x="94413" y="49159"/>
                </a:lnTo>
                <a:lnTo>
                  <a:pt x="92657" y="48991"/>
                </a:lnTo>
                <a:lnTo>
                  <a:pt x="90928" y="48768"/>
                </a:lnTo>
                <a:lnTo>
                  <a:pt x="89255" y="48489"/>
                </a:lnTo>
                <a:lnTo>
                  <a:pt x="87638" y="48155"/>
                </a:lnTo>
                <a:lnTo>
                  <a:pt x="86048" y="47765"/>
                </a:lnTo>
                <a:lnTo>
                  <a:pt x="84515" y="47318"/>
                </a:lnTo>
                <a:lnTo>
                  <a:pt x="83009" y="46816"/>
                </a:lnTo>
                <a:lnTo>
                  <a:pt x="81559" y="46287"/>
                </a:lnTo>
                <a:lnTo>
                  <a:pt x="80137" y="45673"/>
                </a:lnTo>
                <a:lnTo>
                  <a:pt x="78771" y="45060"/>
                </a:lnTo>
                <a:lnTo>
                  <a:pt x="77432" y="44363"/>
                </a:lnTo>
                <a:lnTo>
                  <a:pt x="76122" y="43638"/>
                </a:lnTo>
                <a:lnTo>
                  <a:pt x="74867" y="42885"/>
                </a:lnTo>
                <a:lnTo>
                  <a:pt x="73640" y="42104"/>
                </a:lnTo>
                <a:lnTo>
                  <a:pt x="72469" y="41268"/>
                </a:lnTo>
                <a:lnTo>
                  <a:pt x="71298" y="40403"/>
                </a:lnTo>
                <a:lnTo>
                  <a:pt x="70211" y="39511"/>
                </a:lnTo>
                <a:lnTo>
                  <a:pt x="69123" y="38591"/>
                </a:lnTo>
                <a:lnTo>
                  <a:pt x="68091" y="37643"/>
                </a:lnTo>
                <a:lnTo>
                  <a:pt x="67088" y="36667"/>
                </a:lnTo>
                <a:lnTo>
                  <a:pt x="66112" y="35663"/>
                </a:lnTo>
                <a:lnTo>
                  <a:pt x="65164" y="34659"/>
                </a:lnTo>
                <a:lnTo>
                  <a:pt x="64271" y="33600"/>
                </a:lnTo>
                <a:lnTo>
                  <a:pt x="63379" y="32568"/>
                </a:lnTo>
                <a:lnTo>
                  <a:pt x="62543" y="31481"/>
                </a:lnTo>
                <a:lnTo>
                  <a:pt x="61734" y="30421"/>
                </a:lnTo>
                <a:lnTo>
                  <a:pt x="60953" y="29306"/>
                </a:lnTo>
                <a:lnTo>
                  <a:pt x="60200" y="28218"/>
                </a:lnTo>
                <a:lnTo>
                  <a:pt x="59503" y="27103"/>
                </a:lnTo>
                <a:lnTo>
                  <a:pt x="58806" y="25988"/>
                </a:lnTo>
                <a:lnTo>
                  <a:pt x="58137" y="24900"/>
                </a:lnTo>
                <a:lnTo>
                  <a:pt x="57524" y="23785"/>
                </a:lnTo>
                <a:lnTo>
                  <a:pt x="56910" y="22670"/>
                </a:lnTo>
                <a:lnTo>
                  <a:pt x="56325" y="21554"/>
                </a:lnTo>
                <a:lnTo>
                  <a:pt x="55795" y="20439"/>
                </a:lnTo>
                <a:lnTo>
                  <a:pt x="55265" y="19351"/>
                </a:lnTo>
                <a:lnTo>
                  <a:pt x="54763" y="18264"/>
                </a:lnTo>
                <a:lnTo>
                  <a:pt x="54289" y="17177"/>
                </a:lnTo>
                <a:lnTo>
                  <a:pt x="53425" y="15085"/>
                </a:lnTo>
                <a:lnTo>
                  <a:pt x="52644" y="13050"/>
                </a:lnTo>
                <a:lnTo>
                  <a:pt x="51947" y="11070"/>
                </a:lnTo>
                <a:lnTo>
                  <a:pt x="51334" y="9230"/>
                </a:lnTo>
                <a:lnTo>
                  <a:pt x="50804" y="7501"/>
                </a:lnTo>
                <a:lnTo>
                  <a:pt x="50358" y="5884"/>
                </a:lnTo>
                <a:lnTo>
                  <a:pt x="49995" y="4434"/>
                </a:lnTo>
                <a:lnTo>
                  <a:pt x="49688" y="3151"/>
                </a:lnTo>
                <a:lnTo>
                  <a:pt x="49437" y="2064"/>
                </a:lnTo>
                <a:lnTo>
                  <a:pt x="49242" y="1171"/>
                </a:lnTo>
                <a:lnTo>
                  <a:pt x="49019" y="0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276" name="Google Shape;276;p3"/>
          <p:cNvGrpSpPr/>
          <p:nvPr/>
        </p:nvGrpSpPr>
        <p:grpSpPr>
          <a:xfrm flipH="1" rot="2700000">
            <a:off x="-2243747" y="347213"/>
            <a:ext cx="2946912" cy="1512954"/>
            <a:chOff x="-1306807" y="-1638114"/>
            <a:chExt cx="2946940" cy="1512969"/>
          </a:xfrm>
        </p:grpSpPr>
        <p:sp>
          <p:nvSpPr>
            <p:cNvPr id="277" name="Google Shape;277;p3"/>
            <p:cNvSpPr/>
            <p:nvPr/>
          </p:nvSpPr>
          <p:spPr>
            <a:xfrm flipH="1">
              <a:off x="-1306807" y="-1638114"/>
              <a:ext cx="2946940" cy="1512969"/>
            </a:xfrm>
            <a:custGeom>
              <a:rect b="b" l="l" r="r" t="t"/>
              <a:pathLst>
                <a:path extrusionOk="0" h="27062" w="52711">
                  <a:moveTo>
                    <a:pt x="48008" y="81"/>
                  </a:moveTo>
                  <a:lnTo>
                    <a:pt x="48654" y="122"/>
                  </a:lnTo>
                  <a:lnTo>
                    <a:pt x="49300" y="202"/>
                  </a:lnTo>
                  <a:lnTo>
                    <a:pt x="49623" y="243"/>
                  </a:lnTo>
                  <a:lnTo>
                    <a:pt x="49946" y="323"/>
                  </a:lnTo>
                  <a:lnTo>
                    <a:pt x="50248" y="404"/>
                  </a:lnTo>
                  <a:lnTo>
                    <a:pt x="50551" y="485"/>
                  </a:lnTo>
                  <a:lnTo>
                    <a:pt x="50854" y="606"/>
                  </a:lnTo>
                  <a:lnTo>
                    <a:pt x="51156" y="727"/>
                  </a:lnTo>
                  <a:lnTo>
                    <a:pt x="51399" y="848"/>
                  </a:lnTo>
                  <a:lnTo>
                    <a:pt x="51621" y="989"/>
                  </a:lnTo>
                  <a:lnTo>
                    <a:pt x="51822" y="1131"/>
                  </a:lnTo>
                  <a:lnTo>
                    <a:pt x="52004" y="1272"/>
                  </a:lnTo>
                  <a:lnTo>
                    <a:pt x="52165" y="1413"/>
                  </a:lnTo>
                  <a:lnTo>
                    <a:pt x="52287" y="1575"/>
                  </a:lnTo>
                  <a:lnTo>
                    <a:pt x="52408" y="1756"/>
                  </a:lnTo>
                  <a:lnTo>
                    <a:pt x="52488" y="1938"/>
                  </a:lnTo>
                  <a:lnTo>
                    <a:pt x="52569" y="2180"/>
                  </a:lnTo>
                  <a:lnTo>
                    <a:pt x="52609" y="2301"/>
                  </a:lnTo>
                  <a:lnTo>
                    <a:pt x="52630" y="2442"/>
                  </a:lnTo>
                  <a:lnTo>
                    <a:pt x="52630" y="2604"/>
                  </a:lnTo>
                  <a:lnTo>
                    <a:pt x="52609" y="2765"/>
                  </a:lnTo>
                  <a:lnTo>
                    <a:pt x="52589" y="2947"/>
                  </a:lnTo>
                  <a:lnTo>
                    <a:pt x="52549" y="3128"/>
                  </a:lnTo>
                  <a:lnTo>
                    <a:pt x="52488" y="3330"/>
                  </a:lnTo>
                  <a:lnTo>
                    <a:pt x="52408" y="3532"/>
                  </a:lnTo>
                  <a:lnTo>
                    <a:pt x="52307" y="3754"/>
                  </a:lnTo>
                  <a:lnTo>
                    <a:pt x="52186" y="3976"/>
                  </a:lnTo>
                  <a:lnTo>
                    <a:pt x="52024" y="4218"/>
                  </a:lnTo>
                  <a:lnTo>
                    <a:pt x="51843" y="4460"/>
                  </a:lnTo>
                  <a:lnTo>
                    <a:pt x="51641" y="4702"/>
                  </a:lnTo>
                  <a:lnTo>
                    <a:pt x="51399" y="4965"/>
                  </a:lnTo>
                  <a:lnTo>
                    <a:pt x="50854" y="5530"/>
                  </a:lnTo>
                  <a:lnTo>
                    <a:pt x="50269" y="6075"/>
                  </a:lnTo>
                  <a:lnTo>
                    <a:pt x="49118" y="7124"/>
                  </a:lnTo>
                  <a:lnTo>
                    <a:pt x="48311" y="7851"/>
                  </a:lnTo>
                  <a:lnTo>
                    <a:pt x="47524" y="8597"/>
                  </a:lnTo>
                  <a:lnTo>
                    <a:pt x="47141" y="8981"/>
                  </a:lnTo>
                  <a:lnTo>
                    <a:pt x="46777" y="9364"/>
                  </a:lnTo>
                  <a:lnTo>
                    <a:pt x="46414" y="9747"/>
                  </a:lnTo>
                  <a:lnTo>
                    <a:pt x="46071" y="10151"/>
                  </a:lnTo>
                  <a:lnTo>
                    <a:pt x="45748" y="10555"/>
                  </a:lnTo>
                  <a:lnTo>
                    <a:pt x="45446" y="10978"/>
                  </a:lnTo>
                  <a:lnTo>
                    <a:pt x="45163" y="11422"/>
                  </a:lnTo>
                  <a:lnTo>
                    <a:pt x="44901" y="11866"/>
                  </a:lnTo>
                  <a:lnTo>
                    <a:pt x="44658" y="12331"/>
                  </a:lnTo>
                  <a:lnTo>
                    <a:pt x="44457" y="12795"/>
                  </a:lnTo>
                  <a:lnTo>
                    <a:pt x="44295" y="13299"/>
                  </a:lnTo>
                  <a:lnTo>
                    <a:pt x="44154" y="13804"/>
                  </a:lnTo>
                  <a:lnTo>
                    <a:pt x="44093" y="14127"/>
                  </a:lnTo>
                  <a:lnTo>
                    <a:pt x="44033" y="14449"/>
                  </a:lnTo>
                  <a:lnTo>
                    <a:pt x="43972" y="15095"/>
                  </a:lnTo>
                  <a:lnTo>
                    <a:pt x="43932" y="15761"/>
                  </a:lnTo>
                  <a:lnTo>
                    <a:pt x="43912" y="16407"/>
                  </a:lnTo>
                  <a:lnTo>
                    <a:pt x="43871" y="17194"/>
                  </a:lnTo>
                  <a:lnTo>
                    <a:pt x="43811" y="17981"/>
                  </a:lnTo>
                  <a:lnTo>
                    <a:pt x="43771" y="18385"/>
                  </a:lnTo>
                  <a:lnTo>
                    <a:pt x="43710" y="18768"/>
                  </a:lnTo>
                  <a:lnTo>
                    <a:pt x="43609" y="19151"/>
                  </a:lnTo>
                  <a:lnTo>
                    <a:pt x="43508" y="19535"/>
                  </a:lnTo>
                  <a:lnTo>
                    <a:pt x="43306" y="20039"/>
                  </a:lnTo>
                  <a:lnTo>
                    <a:pt x="43064" y="20544"/>
                  </a:lnTo>
                  <a:lnTo>
                    <a:pt x="42782" y="21028"/>
                  </a:lnTo>
                  <a:lnTo>
                    <a:pt x="42459" y="21492"/>
                  </a:lnTo>
                  <a:lnTo>
                    <a:pt x="42096" y="21936"/>
                  </a:lnTo>
                  <a:lnTo>
                    <a:pt x="41692" y="22360"/>
                  </a:lnTo>
                  <a:lnTo>
                    <a:pt x="41248" y="22764"/>
                  </a:lnTo>
                  <a:lnTo>
                    <a:pt x="40784" y="23127"/>
                  </a:lnTo>
                  <a:lnTo>
                    <a:pt x="40300" y="23470"/>
                  </a:lnTo>
                  <a:lnTo>
                    <a:pt x="39795" y="23773"/>
                  </a:lnTo>
                  <a:lnTo>
                    <a:pt x="39270" y="24035"/>
                  </a:lnTo>
                  <a:lnTo>
                    <a:pt x="38746" y="24277"/>
                  </a:lnTo>
                  <a:lnTo>
                    <a:pt x="38181" y="24479"/>
                  </a:lnTo>
                  <a:lnTo>
                    <a:pt x="37636" y="24640"/>
                  </a:lnTo>
                  <a:lnTo>
                    <a:pt x="37071" y="24782"/>
                  </a:lnTo>
                  <a:lnTo>
                    <a:pt x="36506" y="24862"/>
                  </a:lnTo>
                  <a:lnTo>
                    <a:pt x="34790" y="25125"/>
                  </a:lnTo>
                  <a:lnTo>
                    <a:pt x="32894" y="25387"/>
                  </a:lnTo>
                  <a:lnTo>
                    <a:pt x="30250" y="25791"/>
                  </a:lnTo>
                  <a:lnTo>
                    <a:pt x="27485" y="26174"/>
                  </a:lnTo>
                  <a:lnTo>
                    <a:pt x="26093" y="26356"/>
                  </a:lnTo>
                  <a:lnTo>
                    <a:pt x="24680" y="26517"/>
                  </a:lnTo>
                  <a:lnTo>
                    <a:pt x="23247" y="26679"/>
                  </a:lnTo>
                  <a:lnTo>
                    <a:pt x="21855" y="26800"/>
                  </a:lnTo>
                  <a:lnTo>
                    <a:pt x="20564" y="26901"/>
                  </a:lnTo>
                  <a:lnTo>
                    <a:pt x="19252" y="26961"/>
                  </a:lnTo>
                  <a:lnTo>
                    <a:pt x="17900" y="26981"/>
                  </a:lnTo>
                  <a:lnTo>
                    <a:pt x="16548" y="26961"/>
                  </a:lnTo>
                  <a:lnTo>
                    <a:pt x="15175" y="26901"/>
                  </a:lnTo>
                  <a:lnTo>
                    <a:pt x="13783" y="26820"/>
                  </a:lnTo>
                  <a:lnTo>
                    <a:pt x="12370" y="26699"/>
                  </a:lnTo>
                  <a:lnTo>
                    <a:pt x="10958" y="26558"/>
                  </a:lnTo>
                  <a:lnTo>
                    <a:pt x="10837" y="26537"/>
                  </a:lnTo>
                  <a:lnTo>
                    <a:pt x="9626" y="26396"/>
                  </a:lnTo>
                  <a:lnTo>
                    <a:pt x="8334" y="26214"/>
                  </a:lnTo>
                  <a:lnTo>
                    <a:pt x="7648" y="26093"/>
                  </a:lnTo>
                  <a:lnTo>
                    <a:pt x="6962" y="25972"/>
                  </a:lnTo>
                  <a:lnTo>
                    <a:pt x="6276" y="25851"/>
                  </a:lnTo>
                  <a:lnTo>
                    <a:pt x="5590" y="25690"/>
                  </a:lnTo>
                  <a:lnTo>
                    <a:pt x="4924" y="25508"/>
                  </a:lnTo>
                  <a:lnTo>
                    <a:pt x="4258" y="25327"/>
                  </a:lnTo>
                  <a:lnTo>
                    <a:pt x="3612" y="25105"/>
                  </a:lnTo>
                  <a:lnTo>
                    <a:pt x="3007" y="24862"/>
                  </a:lnTo>
                  <a:lnTo>
                    <a:pt x="2422" y="24580"/>
                  </a:lnTo>
                  <a:lnTo>
                    <a:pt x="1877" y="24277"/>
                  </a:lnTo>
                  <a:lnTo>
                    <a:pt x="1614" y="24136"/>
                  </a:lnTo>
                  <a:lnTo>
                    <a:pt x="1372" y="23954"/>
                  </a:lnTo>
                  <a:lnTo>
                    <a:pt x="1130" y="23773"/>
                  </a:lnTo>
                  <a:lnTo>
                    <a:pt x="908" y="23591"/>
                  </a:lnTo>
                  <a:lnTo>
                    <a:pt x="727" y="23409"/>
                  </a:lnTo>
                  <a:lnTo>
                    <a:pt x="545" y="23208"/>
                  </a:lnTo>
                  <a:lnTo>
                    <a:pt x="404" y="23026"/>
                  </a:lnTo>
                  <a:lnTo>
                    <a:pt x="283" y="22824"/>
                  </a:lnTo>
                  <a:lnTo>
                    <a:pt x="202" y="22643"/>
                  </a:lnTo>
                  <a:lnTo>
                    <a:pt x="121" y="22441"/>
                  </a:lnTo>
                  <a:lnTo>
                    <a:pt x="101" y="22239"/>
                  </a:lnTo>
                  <a:lnTo>
                    <a:pt x="81" y="22037"/>
                  </a:lnTo>
                  <a:lnTo>
                    <a:pt x="101" y="21815"/>
                  </a:lnTo>
                  <a:lnTo>
                    <a:pt x="141" y="21593"/>
                  </a:lnTo>
                  <a:lnTo>
                    <a:pt x="202" y="21371"/>
                  </a:lnTo>
                  <a:lnTo>
                    <a:pt x="303" y="21149"/>
                  </a:lnTo>
                  <a:lnTo>
                    <a:pt x="424" y="20947"/>
                  </a:lnTo>
                  <a:lnTo>
                    <a:pt x="565" y="20725"/>
                  </a:lnTo>
                  <a:lnTo>
                    <a:pt x="706" y="20524"/>
                  </a:lnTo>
                  <a:lnTo>
                    <a:pt x="888" y="20302"/>
                  </a:lnTo>
                  <a:lnTo>
                    <a:pt x="1251" y="19898"/>
                  </a:lnTo>
                  <a:lnTo>
                    <a:pt x="1675" y="19494"/>
                  </a:lnTo>
                  <a:lnTo>
                    <a:pt x="2099" y="19111"/>
                  </a:lnTo>
                  <a:lnTo>
                    <a:pt x="2543" y="18748"/>
                  </a:lnTo>
                  <a:lnTo>
                    <a:pt x="3168" y="18183"/>
                  </a:lnTo>
                  <a:lnTo>
                    <a:pt x="3451" y="17920"/>
                  </a:lnTo>
                  <a:lnTo>
                    <a:pt x="3713" y="17658"/>
                  </a:lnTo>
                  <a:lnTo>
                    <a:pt x="4641" y="16669"/>
                  </a:lnTo>
                  <a:lnTo>
                    <a:pt x="5570" y="15701"/>
                  </a:lnTo>
                  <a:lnTo>
                    <a:pt x="6498" y="14793"/>
                  </a:lnTo>
                  <a:lnTo>
                    <a:pt x="7426" y="13925"/>
                  </a:lnTo>
                  <a:lnTo>
                    <a:pt x="8375" y="13097"/>
                  </a:lnTo>
                  <a:lnTo>
                    <a:pt x="9323" y="12310"/>
                  </a:lnTo>
                  <a:lnTo>
                    <a:pt x="10272" y="11564"/>
                  </a:lnTo>
                  <a:lnTo>
                    <a:pt x="11240" y="10857"/>
                  </a:lnTo>
                  <a:lnTo>
                    <a:pt x="12370" y="10091"/>
                  </a:lnTo>
                  <a:lnTo>
                    <a:pt x="13521" y="9324"/>
                  </a:lnTo>
                  <a:lnTo>
                    <a:pt x="14711" y="8597"/>
                  </a:lnTo>
                  <a:lnTo>
                    <a:pt x="15922" y="7911"/>
                  </a:lnTo>
                  <a:lnTo>
                    <a:pt x="17153" y="7245"/>
                  </a:lnTo>
                  <a:lnTo>
                    <a:pt x="18424" y="6599"/>
                  </a:lnTo>
                  <a:lnTo>
                    <a:pt x="19716" y="5994"/>
                  </a:lnTo>
                  <a:lnTo>
                    <a:pt x="21028" y="5429"/>
                  </a:lnTo>
                  <a:lnTo>
                    <a:pt x="22380" y="4864"/>
                  </a:lnTo>
                  <a:lnTo>
                    <a:pt x="23752" y="4339"/>
                  </a:lnTo>
                  <a:lnTo>
                    <a:pt x="25165" y="3855"/>
                  </a:lnTo>
                  <a:lnTo>
                    <a:pt x="26597" y="3391"/>
                  </a:lnTo>
                  <a:lnTo>
                    <a:pt x="28050" y="2967"/>
                  </a:lnTo>
                  <a:lnTo>
                    <a:pt x="29544" y="2563"/>
                  </a:lnTo>
                  <a:lnTo>
                    <a:pt x="31037" y="2180"/>
                  </a:lnTo>
                  <a:lnTo>
                    <a:pt x="32591" y="1837"/>
                  </a:lnTo>
                  <a:lnTo>
                    <a:pt x="34145" y="1514"/>
                  </a:lnTo>
                  <a:lnTo>
                    <a:pt x="35739" y="1231"/>
                  </a:lnTo>
                  <a:lnTo>
                    <a:pt x="37374" y="989"/>
                  </a:lnTo>
                  <a:lnTo>
                    <a:pt x="39028" y="747"/>
                  </a:lnTo>
                  <a:lnTo>
                    <a:pt x="40723" y="566"/>
                  </a:lnTo>
                  <a:lnTo>
                    <a:pt x="42439" y="384"/>
                  </a:lnTo>
                  <a:lnTo>
                    <a:pt x="44194" y="243"/>
                  </a:lnTo>
                  <a:lnTo>
                    <a:pt x="45970" y="142"/>
                  </a:lnTo>
                  <a:lnTo>
                    <a:pt x="46656" y="101"/>
                  </a:lnTo>
                  <a:lnTo>
                    <a:pt x="47342" y="81"/>
                  </a:lnTo>
                  <a:close/>
                  <a:moveTo>
                    <a:pt x="47302" y="1"/>
                  </a:moveTo>
                  <a:lnTo>
                    <a:pt x="46636" y="21"/>
                  </a:lnTo>
                  <a:lnTo>
                    <a:pt x="45970" y="61"/>
                  </a:lnTo>
                  <a:lnTo>
                    <a:pt x="44194" y="162"/>
                  </a:lnTo>
                  <a:lnTo>
                    <a:pt x="42439" y="303"/>
                  </a:lnTo>
                  <a:lnTo>
                    <a:pt x="40703" y="485"/>
                  </a:lnTo>
                  <a:lnTo>
                    <a:pt x="39028" y="666"/>
                  </a:lnTo>
                  <a:lnTo>
                    <a:pt x="37353" y="909"/>
                  </a:lnTo>
                  <a:lnTo>
                    <a:pt x="35739" y="1151"/>
                  </a:lnTo>
                  <a:lnTo>
                    <a:pt x="34145" y="1453"/>
                  </a:lnTo>
                  <a:lnTo>
                    <a:pt x="32571" y="1756"/>
                  </a:lnTo>
                  <a:lnTo>
                    <a:pt x="31017" y="2099"/>
                  </a:lnTo>
                  <a:lnTo>
                    <a:pt x="29523" y="2483"/>
                  </a:lnTo>
                  <a:lnTo>
                    <a:pt x="28030" y="2886"/>
                  </a:lnTo>
                  <a:lnTo>
                    <a:pt x="26577" y="3310"/>
                  </a:lnTo>
                  <a:lnTo>
                    <a:pt x="25144" y="3774"/>
                  </a:lnTo>
                  <a:lnTo>
                    <a:pt x="23732" y="4279"/>
                  </a:lnTo>
                  <a:lnTo>
                    <a:pt x="22339" y="4803"/>
                  </a:lnTo>
                  <a:lnTo>
                    <a:pt x="20987" y="5348"/>
                  </a:lnTo>
                  <a:lnTo>
                    <a:pt x="19676" y="5933"/>
                  </a:lnTo>
                  <a:lnTo>
                    <a:pt x="18384" y="6539"/>
                  </a:lnTo>
                  <a:lnTo>
                    <a:pt x="17113" y="7164"/>
                  </a:lnTo>
                  <a:lnTo>
                    <a:pt x="15882" y="7830"/>
                  </a:lnTo>
                  <a:lnTo>
                    <a:pt x="14671" y="8537"/>
                  </a:lnTo>
                  <a:lnTo>
                    <a:pt x="13480" y="9263"/>
                  </a:lnTo>
                  <a:lnTo>
                    <a:pt x="12330" y="10010"/>
                  </a:lnTo>
                  <a:lnTo>
                    <a:pt x="11200" y="10797"/>
                  </a:lnTo>
                  <a:lnTo>
                    <a:pt x="10231" y="11503"/>
                  </a:lnTo>
                  <a:lnTo>
                    <a:pt x="9263" y="12250"/>
                  </a:lnTo>
                  <a:lnTo>
                    <a:pt x="8314" y="13037"/>
                  </a:lnTo>
                  <a:lnTo>
                    <a:pt x="7386" y="13864"/>
                  </a:lnTo>
                  <a:lnTo>
                    <a:pt x="6438" y="14732"/>
                  </a:lnTo>
                  <a:lnTo>
                    <a:pt x="5509" y="15640"/>
                  </a:lnTo>
                  <a:lnTo>
                    <a:pt x="4581" y="16609"/>
                  </a:lnTo>
                  <a:lnTo>
                    <a:pt x="3653" y="17598"/>
                  </a:lnTo>
                  <a:lnTo>
                    <a:pt x="3390" y="17860"/>
                  </a:lnTo>
                  <a:lnTo>
                    <a:pt x="3108" y="18122"/>
                  </a:lnTo>
                  <a:lnTo>
                    <a:pt x="2482" y="18687"/>
                  </a:lnTo>
                  <a:lnTo>
                    <a:pt x="2038" y="19051"/>
                  </a:lnTo>
                  <a:lnTo>
                    <a:pt x="1614" y="19454"/>
                  </a:lnTo>
                  <a:lnTo>
                    <a:pt x="1191" y="19858"/>
                  </a:lnTo>
                  <a:lnTo>
                    <a:pt x="807" y="20261"/>
                  </a:lnTo>
                  <a:lnTo>
                    <a:pt x="646" y="20483"/>
                  </a:lnTo>
                  <a:lnTo>
                    <a:pt x="484" y="20685"/>
                  </a:lnTo>
                  <a:lnTo>
                    <a:pt x="343" y="20907"/>
                  </a:lnTo>
                  <a:lnTo>
                    <a:pt x="222" y="21129"/>
                  </a:lnTo>
                  <a:lnTo>
                    <a:pt x="141" y="21351"/>
                  </a:lnTo>
                  <a:lnTo>
                    <a:pt x="61" y="21573"/>
                  </a:lnTo>
                  <a:lnTo>
                    <a:pt x="20" y="21795"/>
                  </a:lnTo>
                  <a:lnTo>
                    <a:pt x="0" y="22037"/>
                  </a:lnTo>
                  <a:lnTo>
                    <a:pt x="20" y="22239"/>
                  </a:lnTo>
                  <a:lnTo>
                    <a:pt x="61" y="22441"/>
                  </a:lnTo>
                  <a:lnTo>
                    <a:pt x="121" y="22663"/>
                  </a:lnTo>
                  <a:lnTo>
                    <a:pt x="222" y="22865"/>
                  </a:lnTo>
                  <a:lnTo>
                    <a:pt x="343" y="23066"/>
                  </a:lnTo>
                  <a:lnTo>
                    <a:pt x="484" y="23268"/>
                  </a:lnTo>
                  <a:lnTo>
                    <a:pt x="666" y="23470"/>
                  </a:lnTo>
                  <a:lnTo>
                    <a:pt x="868" y="23652"/>
                  </a:lnTo>
                  <a:lnTo>
                    <a:pt x="1090" y="23833"/>
                  </a:lnTo>
                  <a:lnTo>
                    <a:pt x="1312" y="24015"/>
                  </a:lnTo>
                  <a:lnTo>
                    <a:pt x="1574" y="24196"/>
                  </a:lnTo>
                  <a:lnTo>
                    <a:pt x="1836" y="24358"/>
                  </a:lnTo>
                  <a:lnTo>
                    <a:pt x="2381" y="24661"/>
                  </a:lnTo>
                  <a:lnTo>
                    <a:pt x="2967" y="24923"/>
                  </a:lnTo>
                  <a:lnTo>
                    <a:pt x="3592" y="25165"/>
                  </a:lnTo>
                  <a:lnTo>
                    <a:pt x="4218" y="25387"/>
                  </a:lnTo>
                  <a:lnTo>
                    <a:pt x="4884" y="25589"/>
                  </a:lnTo>
                  <a:lnTo>
                    <a:pt x="5570" y="25770"/>
                  </a:lnTo>
                  <a:lnTo>
                    <a:pt x="6256" y="25912"/>
                  </a:lnTo>
                  <a:lnTo>
                    <a:pt x="6942" y="26053"/>
                  </a:lnTo>
                  <a:lnTo>
                    <a:pt x="7628" y="26174"/>
                  </a:lnTo>
                  <a:lnTo>
                    <a:pt x="8314" y="26295"/>
                  </a:lnTo>
                  <a:lnTo>
                    <a:pt x="9606" y="26477"/>
                  </a:lnTo>
                  <a:lnTo>
                    <a:pt x="10817" y="26618"/>
                  </a:lnTo>
                  <a:lnTo>
                    <a:pt x="10938" y="26638"/>
                  </a:lnTo>
                  <a:lnTo>
                    <a:pt x="11826" y="26739"/>
                  </a:lnTo>
                  <a:lnTo>
                    <a:pt x="12693" y="26820"/>
                  </a:lnTo>
                  <a:lnTo>
                    <a:pt x="13561" y="26880"/>
                  </a:lnTo>
                  <a:lnTo>
                    <a:pt x="14429" y="26941"/>
                  </a:lnTo>
                  <a:lnTo>
                    <a:pt x="15276" y="27001"/>
                  </a:lnTo>
                  <a:lnTo>
                    <a:pt x="16124" y="27022"/>
                  </a:lnTo>
                  <a:lnTo>
                    <a:pt x="16971" y="27042"/>
                  </a:lnTo>
                  <a:lnTo>
                    <a:pt x="17799" y="27062"/>
                  </a:lnTo>
                  <a:lnTo>
                    <a:pt x="18828" y="27042"/>
                  </a:lnTo>
                  <a:lnTo>
                    <a:pt x="19857" y="27022"/>
                  </a:lnTo>
                  <a:lnTo>
                    <a:pt x="20866" y="26961"/>
                  </a:lnTo>
                  <a:lnTo>
                    <a:pt x="21855" y="26880"/>
                  </a:lnTo>
                  <a:lnTo>
                    <a:pt x="23268" y="26759"/>
                  </a:lnTo>
                  <a:lnTo>
                    <a:pt x="24680" y="26598"/>
                  </a:lnTo>
                  <a:lnTo>
                    <a:pt x="26093" y="26436"/>
                  </a:lnTo>
                  <a:lnTo>
                    <a:pt x="27505" y="26255"/>
                  </a:lnTo>
                  <a:lnTo>
                    <a:pt x="30270" y="25871"/>
                  </a:lnTo>
                  <a:lnTo>
                    <a:pt x="32914" y="25468"/>
                  </a:lnTo>
                  <a:lnTo>
                    <a:pt x="34790" y="25205"/>
                  </a:lnTo>
                  <a:lnTo>
                    <a:pt x="36506" y="24943"/>
                  </a:lnTo>
                  <a:lnTo>
                    <a:pt x="37091" y="24862"/>
                  </a:lnTo>
                  <a:lnTo>
                    <a:pt x="37656" y="24721"/>
                  </a:lnTo>
                  <a:lnTo>
                    <a:pt x="38221" y="24539"/>
                  </a:lnTo>
                  <a:lnTo>
                    <a:pt x="38766" y="24338"/>
                  </a:lnTo>
                  <a:lnTo>
                    <a:pt x="39311" y="24096"/>
                  </a:lnTo>
                  <a:lnTo>
                    <a:pt x="39835" y="23833"/>
                  </a:lnTo>
                  <a:lnTo>
                    <a:pt x="40340" y="23530"/>
                  </a:lnTo>
                  <a:lnTo>
                    <a:pt x="40824" y="23208"/>
                  </a:lnTo>
                  <a:lnTo>
                    <a:pt x="41309" y="22824"/>
                  </a:lnTo>
                  <a:lnTo>
                    <a:pt x="41753" y="22421"/>
                  </a:lnTo>
                  <a:lnTo>
                    <a:pt x="42156" y="21977"/>
                  </a:lnTo>
                  <a:lnTo>
                    <a:pt x="42540" y="21533"/>
                  </a:lnTo>
                  <a:lnTo>
                    <a:pt x="42862" y="21069"/>
                  </a:lnTo>
                  <a:lnTo>
                    <a:pt x="43145" y="20584"/>
                  </a:lnTo>
                  <a:lnTo>
                    <a:pt x="43387" y="20080"/>
                  </a:lnTo>
                  <a:lnTo>
                    <a:pt x="43589" y="19555"/>
                  </a:lnTo>
                  <a:lnTo>
                    <a:pt x="43690" y="19172"/>
                  </a:lnTo>
                  <a:lnTo>
                    <a:pt x="43771" y="18788"/>
                  </a:lnTo>
                  <a:lnTo>
                    <a:pt x="43851" y="18385"/>
                  </a:lnTo>
                  <a:lnTo>
                    <a:pt x="43892" y="18001"/>
                  </a:lnTo>
                  <a:lnTo>
                    <a:pt x="43952" y="17194"/>
                  </a:lnTo>
                  <a:lnTo>
                    <a:pt x="43993" y="16407"/>
                  </a:lnTo>
                  <a:lnTo>
                    <a:pt x="44013" y="15761"/>
                  </a:lnTo>
                  <a:lnTo>
                    <a:pt x="44053" y="15115"/>
                  </a:lnTo>
                  <a:lnTo>
                    <a:pt x="44114" y="14449"/>
                  </a:lnTo>
                  <a:lnTo>
                    <a:pt x="44174" y="14147"/>
                  </a:lnTo>
                  <a:lnTo>
                    <a:pt x="44235" y="13824"/>
                  </a:lnTo>
                  <a:lnTo>
                    <a:pt x="44376" y="13319"/>
                  </a:lnTo>
                  <a:lnTo>
                    <a:pt x="44537" y="12815"/>
                  </a:lnTo>
                  <a:lnTo>
                    <a:pt x="44739" y="12351"/>
                  </a:lnTo>
                  <a:lnTo>
                    <a:pt x="44981" y="11887"/>
                  </a:lnTo>
                  <a:lnTo>
                    <a:pt x="45224" y="11443"/>
                  </a:lnTo>
                  <a:lnTo>
                    <a:pt x="45506" y="11019"/>
                  </a:lnTo>
                  <a:lnTo>
                    <a:pt x="45809" y="10595"/>
                  </a:lnTo>
                  <a:lnTo>
                    <a:pt x="46152" y="10191"/>
                  </a:lnTo>
                  <a:lnTo>
                    <a:pt x="46475" y="9788"/>
                  </a:lnTo>
                  <a:lnTo>
                    <a:pt x="46838" y="9404"/>
                  </a:lnTo>
                  <a:lnTo>
                    <a:pt x="47201" y="9021"/>
                  </a:lnTo>
                  <a:lnTo>
                    <a:pt x="47585" y="8658"/>
                  </a:lnTo>
                  <a:lnTo>
                    <a:pt x="48372" y="7911"/>
                  </a:lnTo>
                  <a:lnTo>
                    <a:pt x="49159" y="7185"/>
                  </a:lnTo>
                  <a:lnTo>
                    <a:pt x="50329" y="6135"/>
                  </a:lnTo>
                  <a:lnTo>
                    <a:pt x="50894" y="5590"/>
                  </a:lnTo>
                  <a:lnTo>
                    <a:pt x="51459" y="5025"/>
                  </a:lnTo>
                  <a:lnTo>
                    <a:pt x="51742" y="4702"/>
                  </a:lnTo>
                  <a:lnTo>
                    <a:pt x="52024" y="4359"/>
                  </a:lnTo>
                  <a:lnTo>
                    <a:pt x="52266" y="3976"/>
                  </a:lnTo>
                  <a:lnTo>
                    <a:pt x="52387" y="3774"/>
                  </a:lnTo>
                  <a:lnTo>
                    <a:pt x="52468" y="3572"/>
                  </a:lnTo>
                  <a:lnTo>
                    <a:pt x="52569" y="3371"/>
                  </a:lnTo>
                  <a:lnTo>
                    <a:pt x="52630" y="3169"/>
                  </a:lnTo>
                  <a:lnTo>
                    <a:pt x="52670" y="2947"/>
                  </a:lnTo>
                  <a:lnTo>
                    <a:pt x="52710" y="2745"/>
                  </a:lnTo>
                  <a:lnTo>
                    <a:pt x="52710" y="2523"/>
                  </a:lnTo>
                  <a:lnTo>
                    <a:pt x="52690" y="2321"/>
                  </a:lnTo>
                  <a:lnTo>
                    <a:pt x="52650" y="2099"/>
                  </a:lnTo>
                  <a:lnTo>
                    <a:pt x="52569" y="1897"/>
                  </a:lnTo>
                  <a:lnTo>
                    <a:pt x="52468" y="1716"/>
                  </a:lnTo>
                  <a:lnTo>
                    <a:pt x="52367" y="1534"/>
                  </a:lnTo>
                  <a:lnTo>
                    <a:pt x="52226" y="1373"/>
                  </a:lnTo>
                  <a:lnTo>
                    <a:pt x="52065" y="1211"/>
                  </a:lnTo>
                  <a:lnTo>
                    <a:pt x="51883" y="1070"/>
                  </a:lnTo>
                  <a:lnTo>
                    <a:pt x="51661" y="909"/>
                  </a:lnTo>
                  <a:lnTo>
                    <a:pt x="51439" y="788"/>
                  </a:lnTo>
                  <a:lnTo>
                    <a:pt x="51197" y="666"/>
                  </a:lnTo>
                  <a:lnTo>
                    <a:pt x="50894" y="525"/>
                  </a:lnTo>
                  <a:lnTo>
                    <a:pt x="50571" y="424"/>
                  </a:lnTo>
                  <a:lnTo>
                    <a:pt x="50269" y="323"/>
                  </a:lnTo>
                  <a:lnTo>
                    <a:pt x="49946" y="243"/>
                  </a:lnTo>
                  <a:lnTo>
                    <a:pt x="49623" y="182"/>
                  </a:lnTo>
                  <a:lnTo>
                    <a:pt x="49300" y="122"/>
                  </a:lnTo>
                  <a:lnTo>
                    <a:pt x="48654" y="41"/>
                  </a:lnTo>
                  <a:lnTo>
                    <a:pt x="47988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8" name="Google Shape;278;p3"/>
            <p:cNvSpPr/>
            <p:nvPr/>
          </p:nvSpPr>
          <p:spPr>
            <a:xfrm flipH="1">
              <a:off x="-1104859" y="-1581704"/>
              <a:ext cx="2259893" cy="1045918"/>
            </a:xfrm>
            <a:custGeom>
              <a:rect b="b" l="l" r="r" t="t"/>
              <a:pathLst>
                <a:path extrusionOk="0" h="18708" w="40422">
                  <a:moveTo>
                    <a:pt x="37434" y="81"/>
                  </a:moveTo>
                  <a:lnTo>
                    <a:pt x="37919" y="101"/>
                  </a:lnTo>
                  <a:lnTo>
                    <a:pt x="38403" y="162"/>
                  </a:lnTo>
                  <a:lnTo>
                    <a:pt x="38887" y="263"/>
                  </a:lnTo>
                  <a:lnTo>
                    <a:pt x="39372" y="384"/>
                  </a:lnTo>
                  <a:lnTo>
                    <a:pt x="39634" y="485"/>
                  </a:lnTo>
                  <a:lnTo>
                    <a:pt x="39796" y="566"/>
                  </a:lnTo>
                  <a:lnTo>
                    <a:pt x="39957" y="666"/>
                  </a:lnTo>
                  <a:lnTo>
                    <a:pt x="40098" y="808"/>
                  </a:lnTo>
                  <a:lnTo>
                    <a:pt x="40219" y="949"/>
                  </a:lnTo>
                  <a:lnTo>
                    <a:pt x="40260" y="1030"/>
                  </a:lnTo>
                  <a:lnTo>
                    <a:pt x="40300" y="1110"/>
                  </a:lnTo>
                  <a:lnTo>
                    <a:pt x="40320" y="1211"/>
                  </a:lnTo>
                  <a:lnTo>
                    <a:pt x="40340" y="1292"/>
                  </a:lnTo>
                  <a:lnTo>
                    <a:pt x="40320" y="1413"/>
                  </a:lnTo>
                  <a:lnTo>
                    <a:pt x="40300" y="1534"/>
                  </a:lnTo>
                  <a:lnTo>
                    <a:pt x="40260" y="1655"/>
                  </a:lnTo>
                  <a:lnTo>
                    <a:pt x="40199" y="1756"/>
                  </a:lnTo>
                  <a:lnTo>
                    <a:pt x="40058" y="1958"/>
                  </a:lnTo>
                  <a:lnTo>
                    <a:pt x="39876" y="2160"/>
                  </a:lnTo>
                  <a:lnTo>
                    <a:pt x="39513" y="2523"/>
                  </a:lnTo>
                  <a:lnTo>
                    <a:pt x="39130" y="2886"/>
                  </a:lnTo>
                  <a:lnTo>
                    <a:pt x="38322" y="3572"/>
                  </a:lnTo>
                  <a:lnTo>
                    <a:pt x="37677" y="4117"/>
                  </a:lnTo>
                  <a:lnTo>
                    <a:pt x="37051" y="4682"/>
                  </a:lnTo>
                  <a:lnTo>
                    <a:pt x="36748" y="4985"/>
                  </a:lnTo>
                  <a:lnTo>
                    <a:pt x="36466" y="5308"/>
                  </a:lnTo>
                  <a:lnTo>
                    <a:pt x="36203" y="5631"/>
                  </a:lnTo>
                  <a:lnTo>
                    <a:pt x="35961" y="5974"/>
                  </a:lnTo>
                  <a:lnTo>
                    <a:pt x="35719" y="6337"/>
                  </a:lnTo>
                  <a:lnTo>
                    <a:pt x="35517" y="6700"/>
                  </a:lnTo>
                  <a:lnTo>
                    <a:pt x="35336" y="7084"/>
                  </a:lnTo>
                  <a:lnTo>
                    <a:pt x="35174" y="7467"/>
                  </a:lnTo>
                  <a:lnTo>
                    <a:pt x="34872" y="8254"/>
                  </a:lnTo>
                  <a:lnTo>
                    <a:pt x="34589" y="9041"/>
                  </a:lnTo>
                  <a:lnTo>
                    <a:pt x="34307" y="9869"/>
                  </a:lnTo>
                  <a:lnTo>
                    <a:pt x="34145" y="10292"/>
                  </a:lnTo>
                  <a:lnTo>
                    <a:pt x="33984" y="10696"/>
                  </a:lnTo>
                  <a:lnTo>
                    <a:pt x="33802" y="11100"/>
                  </a:lnTo>
                  <a:lnTo>
                    <a:pt x="33600" y="11503"/>
                  </a:lnTo>
                  <a:lnTo>
                    <a:pt x="33378" y="11887"/>
                  </a:lnTo>
                  <a:lnTo>
                    <a:pt x="33136" y="12250"/>
                  </a:lnTo>
                  <a:lnTo>
                    <a:pt x="32914" y="12512"/>
                  </a:lnTo>
                  <a:lnTo>
                    <a:pt x="32712" y="12754"/>
                  </a:lnTo>
                  <a:lnTo>
                    <a:pt x="32470" y="12996"/>
                  </a:lnTo>
                  <a:lnTo>
                    <a:pt x="32228" y="13239"/>
                  </a:lnTo>
                  <a:lnTo>
                    <a:pt x="31986" y="13440"/>
                  </a:lnTo>
                  <a:lnTo>
                    <a:pt x="31724" y="13642"/>
                  </a:lnTo>
                  <a:lnTo>
                    <a:pt x="31199" y="14026"/>
                  </a:lnTo>
                  <a:lnTo>
                    <a:pt x="30634" y="14369"/>
                  </a:lnTo>
                  <a:lnTo>
                    <a:pt x="30069" y="14692"/>
                  </a:lnTo>
                  <a:lnTo>
                    <a:pt x="29504" y="14954"/>
                  </a:lnTo>
                  <a:lnTo>
                    <a:pt x="28939" y="15216"/>
                  </a:lnTo>
                  <a:lnTo>
                    <a:pt x="27970" y="15640"/>
                  </a:lnTo>
                  <a:lnTo>
                    <a:pt x="26961" y="16024"/>
                  </a:lnTo>
                  <a:lnTo>
                    <a:pt x="25952" y="16387"/>
                  </a:lnTo>
                  <a:lnTo>
                    <a:pt x="24923" y="16730"/>
                  </a:lnTo>
                  <a:lnTo>
                    <a:pt x="23873" y="17033"/>
                  </a:lnTo>
                  <a:lnTo>
                    <a:pt x="22804" y="17315"/>
                  </a:lnTo>
                  <a:lnTo>
                    <a:pt x="21714" y="17557"/>
                  </a:lnTo>
                  <a:lnTo>
                    <a:pt x="20604" y="17799"/>
                  </a:lnTo>
                  <a:lnTo>
                    <a:pt x="19494" y="18001"/>
                  </a:lnTo>
                  <a:lnTo>
                    <a:pt x="18344" y="18163"/>
                  </a:lnTo>
                  <a:lnTo>
                    <a:pt x="17194" y="18304"/>
                  </a:lnTo>
                  <a:lnTo>
                    <a:pt x="16023" y="18425"/>
                  </a:lnTo>
                  <a:lnTo>
                    <a:pt x="14833" y="18526"/>
                  </a:lnTo>
                  <a:lnTo>
                    <a:pt x="13622" y="18586"/>
                  </a:lnTo>
                  <a:lnTo>
                    <a:pt x="12391" y="18607"/>
                  </a:lnTo>
                  <a:lnTo>
                    <a:pt x="11160" y="18627"/>
                  </a:lnTo>
                  <a:lnTo>
                    <a:pt x="10091" y="18607"/>
                  </a:lnTo>
                  <a:lnTo>
                    <a:pt x="8981" y="18566"/>
                  </a:lnTo>
                  <a:lnTo>
                    <a:pt x="7810" y="18465"/>
                  </a:lnTo>
                  <a:lnTo>
                    <a:pt x="7205" y="18405"/>
                  </a:lnTo>
                  <a:lnTo>
                    <a:pt x="6599" y="18324"/>
                  </a:lnTo>
                  <a:lnTo>
                    <a:pt x="5994" y="18243"/>
                  </a:lnTo>
                  <a:lnTo>
                    <a:pt x="5368" y="18122"/>
                  </a:lnTo>
                  <a:lnTo>
                    <a:pt x="4763" y="17981"/>
                  </a:lnTo>
                  <a:lnTo>
                    <a:pt x="4137" y="17840"/>
                  </a:lnTo>
                  <a:lnTo>
                    <a:pt x="3532" y="17658"/>
                  </a:lnTo>
                  <a:lnTo>
                    <a:pt x="2927" y="17456"/>
                  </a:lnTo>
                  <a:lnTo>
                    <a:pt x="2321" y="17234"/>
                  </a:lnTo>
                  <a:lnTo>
                    <a:pt x="1716" y="16972"/>
                  </a:lnTo>
                  <a:lnTo>
                    <a:pt x="1312" y="16790"/>
                  </a:lnTo>
                  <a:lnTo>
                    <a:pt x="1131" y="16669"/>
                  </a:lnTo>
                  <a:lnTo>
                    <a:pt x="949" y="16548"/>
                  </a:lnTo>
                  <a:lnTo>
                    <a:pt x="767" y="16427"/>
                  </a:lnTo>
                  <a:lnTo>
                    <a:pt x="606" y="16286"/>
                  </a:lnTo>
                  <a:lnTo>
                    <a:pt x="465" y="16124"/>
                  </a:lnTo>
                  <a:lnTo>
                    <a:pt x="323" y="15963"/>
                  </a:lnTo>
                  <a:lnTo>
                    <a:pt x="243" y="15802"/>
                  </a:lnTo>
                  <a:lnTo>
                    <a:pt x="162" y="15640"/>
                  </a:lnTo>
                  <a:lnTo>
                    <a:pt x="122" y="15499"/>
                  </a:lnTo>
                  <a:lnTo>
                    <a:pt x="101" y="15337"/>
                  </a:lnTo>
                  <a:lnTo>
                    <a:pt x="81" y="15196"/>
                  </a:lnTo>
                  <a:lnTo>
                    <a:pt x="101" y="15055"/>
                  </a:lnTo>
                  <a:lnTo>
                    <a:pt x="122" y="14914"/>
                  </a:lnTo>
                  <a:lnTo>
                    <a:pt x="162" y="14772"/>
                  </a:lnTo>
                  <a:lnTo>
                    <a:pt x="222" y="14631"/>
                  </a:lnTo>
                  <a:lnTo>
                    <a:pt x="283" y="14490"/>
                  </a:lnTo>
                  <a:lnTo>
                    <a:pt x="444" y="14207"/>
                  </a:lnTo>
                  <a:lnTo>
                    <a:pt x="646" y="13945"/>
                  </a:lnTo>
                  <a:lnTo>
                    <a:pt x="868" y="13703"/>
                  </a:lnTo>
                  <a:lnTo>
                    <a:pt x="1453" y="13077"/>
                  </a:lnTo>
                  <a:lnTo>
                    <a:pt x="2059" y="12472"/>
                  </a:lnTo>
                  <a:lnTo>
                    <a:pt x="2684" y="11887"/>
                  </a:lnTo>
                  <a:lnTo>
                    <a:pt x="3310" y="11322"/>
                  </a:lnTo>
                  <a:lnTo>
                    <a:pt x="3936" y="10797"/>
                  </a:lnTo>
                  <a:lnTo>
                    <a:pt x="4602" y="10272"/>
                  </a:lnTo>
                  <a:lnTo>
                    <a:pt x="5267" y="9768"/>
                  </a:lnTo>
                  <a:lnTo>
                    <a:pt x="5974" y="9283"/>
                  </a:lnTo>
                  <a:lnTo>
                    <a:pt x="6680" y="8819"/>
                  </a:lnTo>
                  <a:lnTo>
                    <a:pt x="7427" y="8355"/>
                  </a:lnTo>
                  <a:lnTo>
                    <a:pt x="8173" y="7891"/>
                  </a:lnTo>
                  <a:lnTo>
                    <a:pt x="8960" y="7467"/>
                  </a:lnTo>
                  <a:lnTo>
                    <a:pt x="9808" y="7003"/>
                  </a:lnTo>
                  <a:lnTo>
                    <a:pt x="10676" y="6579"/>
                  </a:lnTo>
                  <a:lnTo>
                    <a:pt x="11564" y="6155"/>
                  </a:lnTo>
                  <a:lnTo>
                    <a:pt x="12492" y="5752"/>
                  </a:lnTo>
                  <a:lnTo>
                    <a:pt x="13380" y="5389"/>
                  </a:lnTo>
                  <a:lnTo>
                    <a:pt x="14268" y="5046"/>
                  </a:lnTo>
                  <a:lnTo>
                    <a:pt x="15176" y="4702"/>
                  </a:lnTo>
                  <a:lnTo>
                    <a:pt x="16084" y="4380"/>
                  </a:lnTo>
                  <a:lnTo>
                    <a:pt x="17012" y="4077"/>
                  </a:lnTo>
                  <a:lnTo>
                    <a:pt x="17920" y="3794"/>
                  </a:lnTo>
                  <a:lnTo>
                    <a:pt x="18849" y="3512"/>
                  </a:lnTo>
                  <a:lnTo>
                    <a:pt x="19777" y="3270"/>
                  </a:lnTo>
                  <a:lnTo>
                    <a:pt x="21613" y="2765"/>
                  </a:lnTo>
                  <a:lnTo>
                    <a:pt x="23470" y="2321"/>
                  </a:lnTo>
                  <a:lnTo>
                    <a:pt x="25286" y="1918"/>
                  </a:lnTo>
                  <a:lnTo>
                    <a:pt x="27102" y="1534"/>
                  </a:lnTo>
                  <a:lnTo>
                    <a:pt x="29362" y="1070"/>
                  </a:lnTo>
                  <a:lnTo>
                    <a:pt x="30452" y="868"/>
                  </a:lnTo>
                  <a:lnTo>
                    <a:pt x="31502" y="687"/>
                  </a:lnTo>
                  <a:lnTo>
                    <a:pt x="32531" y="525"/>
                  </a:lnTo>
                  <a:lnTo>
                    <a:pt x="33560" y="384"/>
                  </a:lnTo>
                  <a:lnTo>
                    <a:pt x="34569" y="263"/>
                  </a:lnTo>
                  <a:lnTo>
                    <a:pt x="35578" y="162"/>
                  </a:lnTo>
                  <a:lnTo>
                    <a:pt x="36486" y="81"/>
                  </a:lnTo>
                  <a:close/>
                  <a:moveTo>
                    <a:pt x="36486" y="1"/>
                  </a:moveTo>
                  <a:lnTo>
                    <a:pt x="35558" y="81"/>
                  </a:lnTo>
                  <a:lnTo>
                    <a:pt x="34549" y="182"/>
                  </a:lnTo>
                  <a:lnTo>
                    <a:pt x="33540" y="303"/>
                  </a:lnTo>
                  <a:lnTo>
                    <a:pt x="32511" y="444"/>
                  </a:lnTo>
                  <a:lnTo>
                    <a:pt x="31481" y="606"/>
                  </a:lnTo>
                  <a:lnTo>
                    <a:pt x="30432" y="788"/>
                  </a:lnTo>
                  <a:lnTo>
                    <a:pt x="29362" y="989"/>
                  </a:lnTo>
                  <a:lnTo>
                    <a:pt x="27082" y="1453"/>
                  </a:lnTo>
                  <a:lnTo>
                    <a:pt x="25286" y="1837"/>
                  </a:lnTo>
                  <a:lnTo>
                    <a:pt x="23450" y="2241"/>
                  </a:lnTo>
                  <a:lnTo>
                    <a:pt x="21593" y="2705"/>
                  </a:lnTo>
                  <a:lnTo>
                    <a:pt x="19757" y="3189"/>
                  </a:lnTo>
                  <a:lnTo>
                    <a:pt x="18828" y="3451"/>
                  </a:lnTo>
                  <a:lnTo>
                    <a:pt x="17900" y="3714"/>
                  </a:lnTo>
                  <a:lnTo>
                    <a:pt x="16992" y="3996"/>
                  </a:lnTo>
                  <a:lnTo>
                    <a:pt x="16064" y="4299"/>
                  </a:lnTo>
                  <a:lnTo>
                    <a:pt x="15156" y="4622"/>
                  </a:lnTo>
                  <a:lnTo>
                    <a:pt x="14248" y="4965"/>
                  </a:lnTo>
                  <a:lnTo>
                    <a:pt x="13339" y="5308"/>
                  </a:lnTo>
                  <a:lnTo>
                    <a:pt x="12452" y="5691"/>
                  </a:lnTo>
                  <a:lnTo>
                    <a:pt x="11543" y="6095"/>
                  </a:lnTo>
                  <a:lnTo>
                    <a:pt x="10635" y="6499"/>
                  </a:lnTo>
                  <a:lnTo>
                    <a:pt x="9768" y="6942"/>
                  </a:lnTo>
                  <a:lnTo>
                    <a:pt x="8920" y="7386"/>
                  </a:lnTo>
                  <a:lnTo>
                    <a:pt x="8133" y="7830"/>
                  </a:lnTo>
                  <a:lnTo>
                    <a:pt x="7386" y="8274"/>
                  </a:lnTo>
                  <a:lnTo>
                    <a:pt x="6640" y="8738"/>
                  </a:lnTo>
                  <a:lnTo>
                    <a:pt x="5933" y="9223"/>
                  </a:lnTo>
                  <a:lnTo>
                    <a:pt x="5227" y="9707"/>
                  </a:lnTo>
                  <a:lnTo>
                    <a:pt x="4541" y="10212"/>
                  </a:lnTo>
                  <a:lnTo>
                    <a:pt x="3895" y="10736"/>
                  </a:lnTo>
                  <a:lnTo>
                    <a:pt x="3270" y="11261"/>
                  </a:lnTo>
                  <a:lnTo>
                    <a:pt x="2624" y="11826"/>
                  </a:lnTo>
                  <a:lnTo>
                    <a:pt x="1998" y="12411"/>
                  </a:lnTo>
                  <a:lnTo>
                    <a:pt x="1393" y="13017"/>
                  </a:lnTo>
                  <a:lnTo>
                    <a:pt x="808" y="13642"/>
                  </a:lnTo>
                  <a:lnTo>
                    <a:pt x="586" y="13905"/>
                  </a:lnTo>
                  <a:lnTo>
                    <a:pt x="364" y="14187"/>
                  </a:lnTo>
                  <a:lnTo>
                    <a:pt x="202" y="14470"/>
                  </a:lnTo>
                  <a:lnTo>
                    <a:pt x="122" y="14611"/>
                  </a:lnTo>
                  <a:lnTo>
                    <a:pt x="81" y="14752"/>
                  </a:lnTo>
                  <a:lnTo>
                    <a:pt x="41" y="14893"/>
                  </a:lnTo>
                  <a:lnTo>
                    <a:pt x="0" y="15055"/>
                  </a:lnTo>
                  <a:lnTo>
                    <a:pt x="0" y="15196"/>
                  </a:lnTo>
                  <a:lnTo>
                    <a:pt x="0" y="15358"/>
                  </a:lnTo>
                  <a:lnTo>
                    <a:pt x="41" y="15519"/>
                  </a:lnTo>
                  <a:lnTo>
                    <a:pt x="101" y="15680"/>
                  </a:lnTo>
                  <a:lnTo>
                    <a:pt x="162" y="15842"/>
                  </a:lnTo>
                  <a:lnTo>
                    <a:pt x="263" y="16003"/>
                  </a:lnTo>
                  <a:lnTo>
                    <a:pt x="404" y="16185"/>
                  </a:lnTo>
                  <a:lnTo>
                    <a:pt x="545" y="16346"/>
                  </a:lnTo>
                  <a:lnTo>
                    <a:pt x="727" y="16488"/>
                  </a:lnTo>
                  <a:lnTo>
                    <a:pt x="888" y="16629"/>
                  </a:lnTo>
                  <a:lnTo>
                    <a:pt x="1090" y="16750"/>
                  </a:lnTo>
                  <a:lnTo>
                    <a:pt x="1272" y="16851"/>
                  </a:lnTo>
                  <a:lnTo>
                    <a:pt x="1675" y="17053"/>
                  </a:lnTo>
                  <a:lnTo>
                    <a:pt x="2281" y="17295"/>
                  </a:lnTo>
                  <a:lnTo>
                    <a:pt x="2886" y="17537"/>
                  </a:lnTo>
                  <a:lnTo>
                    <a:pt x="3512" y="17739"/>
                  </a:lnTo>
                  <a:lnTo>
                    <a:pt x="4117" y="17920"/>
                  </a:lnTo>
                  <a:lnTo>
                    <a:pt x="4743" y="18062"/>
                  </a:lnTo>
                  <a:lnTo>
                    <a:pt x="5348" y="18203"/>
                  </a:lnTo>
                  <a:lnTo>
                    <a:pt x="5974" y="18324"/>
                  </a:lnTo>
                  <a:lnTo>
                    <a:pt x="6579" y="18405"/>
                  </a:lnTo>
                  <a:lnTo>
                    <a:pt x="7185" y="18485"/>
                  </a:lnTo>
                  <a:lnTo>
                    <a:pt x="7790" y="18546"/>
                  </a:lnTo>
                  <a:lnTo>
                    <a:pt x="8960" y="18647"/>
                  </a:lnTo>
                  <a:lnTo>
                    <a:pt x="10091" y="18687"/>
                  </a:lnTo>
                  <a:lnTo>
                    <a:pt x="11160" y="18707"/>
                  </a:lnTo>
                  <a:lnTo>
                    <a:pt x="11443" y="18707"/>
                  </a:lnTo>
                  <a:lnTo>
                    <a:pt x="12653" y="18687"/>
                  </a:lnTo>
                  <a:lnTo>
                    <a:pt x="13864" y="18647"/>
                  </a:lnTo>
                  <a:lnTo>
                    <a:pt x="15055" y="18586"/>
                  </a:lnTo>
                  <a:lnTo>
                    <a:pt x="16225" y="18485"/>
                  </a:lnTo>
                  <a:lnTo>
                    <a:pt x="17376" y="18364"/>
                  </a:lnTo>
                  <a:lnTo>
                    <a:pt x="18526" y="18223"/>
                  </a:lnTo>
                  <a:lnTo>
                    <a:pt x="19636" y="18042"/>
                  </a:lnTo>
                  <a:lnTo>
                    <a:pt x="20746" y="17840"/>
                  </a:lnTo>
                  <a:lnTo>
                    <a:pt x="21835" y="17618"/>
                  </a:lnTo>
                  <a:lnTo>
                    <a:pt x="22905" y="17376"/>
                  </a:lnTo>
                  <a:lnTo>
                    <a:pt x="23974" y="17093"/>
                  </a:lnTo>
                  <a:lnTo>
                    <a:pt x="25004" y="16790"/>
                  </a:lnTo>
                  <a:lnTo>
                    <a:pt x="26033" y="16447"/>
                  </a:lnTo>
                  <a:lnTo>
                    <a:pt x="27022" y="16084"/>
                  </a:lnTo>
                  <a:lnTo>
                    <a:pt x="28010" y="15701"/>
                  </a:lnTo>
                  <a:lnTo>
                    <a:pt x="28979" y="15297"/>
                  </a:lnTo>
                  <a:lnTo>
                    <a:pt x="29544" y="15035"/>
                  </a:lnTo>
                  <a:lnTo>
                    <a:pt x="30109" y="14752"/>
                  </a:lnTo>
                  <a:lnTo>
                    <a:pt x="30674" y="14449"/>
                  </a:lnTo>
                  <a:lnTo>
                    <a:pt x="31239" y="14086"/>
                  </a:lnTo>
                  <a:lnTo>
                    <a:pt x="31784" y="13703"/>
                  </a:lnTo>
                  <a:lnTo>
                    <a:pt x="32046" y="13501"/>
                  </a:lnTo>
                  <a:lnTo>
                    <a:pt x="32289" y="13279"/>
                  </a:lnTo>
                  <a:lnTo>
                    <a:pt x="32531" y="13057"/>
                  </a:lnTo>
                  <a:lnTo>
                    <a:pt x="32773" y="12815"/>
                  </a:lnTo>
                  <a:lnTo>
                    <a:pt x="32995" y="12553"/>
                  </a:lnTo>
                  <a:lnTo>
                    <a:pt x="33197" y="12290"/>
                  </a:lnTo>
                  <a:lnTo>
                    <a:pt x="33439" y="11927"/>
                  </a:lnTo>
                  <a:lnTo>
                    <a:pt x="33661" y="11544"/>
                  </a:lnTo>
                  <a:lnTo>
                    <a:pt x="33863" y="11140"/>
                  </a:lnTo>
                  <a:lnTo>
                    <a:pt x="34044" y="10736"/>
                  </a:lnTo>
                  <a:lnTo>
                    <a:pt x="34226" y="10333"/>
                  </a:lnTo>
                  <a:lnTo>
                    <a:pt x="34367" y="9909"/>
                  </a:lnTo>
                  <a:lnTo>
                    <a:pt x="34670" y="9061"/>
                  </a:lnTo>
                  <a:lnTo>
                    <a:pt x="34952" y="8274"/>
                  </a:lnTo>
                  <a:lnTo>
                    <a:pt x="35235" y="7487"/>
                  </a:lnTo>
                  <a:lnTo>
                    <a:pt x="35416" y="7104"/>
                  </a:lnTo>
                  <a:lnTo>
                    <a:pt x="35598" y="6741"/>
                  </a:lnTo>
                  <a:lnTo>
                    <a:pt x="35800" y="6377"/>
                  </a:lnTo>
                  <a:lnTo>
                    <a:pt x="36022" y="6014"/>
                  </a:lnTo>
                  <a:lnTo>
                    <a:pt x="36264" y="5671"/>
                  </a:lnTo>
                  <a:lnTo>
                    <a:pt x="36526" y="5348"/>
                  </a:lnTo>
                  <a:lnTo>
                    <a:pt x="36809" y="5046"/>
                  </a:lnTo>
                  <a:lnTo>
                    <a:pt x="37112" y="4743"/>
                  </a:lnTo>
                  <a:lnTo>
                    <a:pt x="37737" y="4178"/>
                  </a:lnTo>
                  <a:lnTo>
                    <a:pt x="38383" y="3633"/>
                  </a:lnTo>
                  <a:lnTo>
                    <a:pt x="39170" y="2947"/>
                  </a:lnTo>
                  <a:lnTo>
                    <a:pt x="39574" y="2584"/>
                  </a:lnTo>
                  <a:lnTo>
                    <a:pt x="39937" y="2200"/>
                  </a:lnTo>
                  <a:lnTo>
                    <a:pt x="40118" y="2019"/>
                  </a:lnTo>
                  <a:lnTo>
                    <a:pt x="40280" y="1797"/>
                  </a:lnTo>
                  <a:lnTo>
                    <a:pt x="40340" y="1675"/>
                  </a:lnTo>
                  <a:lnTo>
                    <a:pt x="40381" y="1554"/>
                  </a:lnTo>
                  <a:lnTo>
                    <a:pt x="40401" y="1433"/>
                  </a:lnTo>
                  <a:lnTo>
                    <a:pt x="40421" y="1292"/>
                  </a:lnTo>
                  <a:lnTo>
                    <a:pt x="40401" y="1191"/>
                  </a:lnTo>
                  <a:lnTo>
                    <a:pt x="40381" y="1090"/>
                  </a:lnTo>
                  <a:lnTo>
                    <a:pt x="40340" y="989"/>
                  </a:lnTo>
                  <a:lnTo>
                    <a:pt x="40280" y="909"/>
                  </a:lnTo>
                  <a:lnTo>
                    <a:pt x="40159" y="747"/>
                  </a:lnTo>
                  <a:lnTo>
                    <a:pt x="40018" y="626"/>
                  </a:lnTo>
                  <a:lnTo>
                    <a:pt x="39836" y="505"/>
                  </a:lnTo>
                  <a:lnTo>
                    <a:pt x="39674" y="424"/>
                  </a:lnTo>
                  <a:lnTo>
                    <a:pt x="39392" y="303"/>
                  </a:lnTo>
                  <a:lnTo>
                    <a:pt x="38908" y="182"/>
                  </a:lnTo>
                  <a:lnTo>
                    <a:pt x="38423" y="81"/>
                  </a:lnTo>
                  <a:lnTo>
                    <a:pt x="37939" y="21"/>
                  </a:lnTo>
                  <a:lnTo>
                    <a:pt x="37455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9" name="Google Shape;279;p3"/>
            <p:cNvSpPr/>
            <p:nvPr/>
          </p:nvSpPr>
          <p:spPr>
            <a:xfrm flipH="1">
              <a:off x="-818271" y="-1474532"/>
              <a:ext cx="1642730" cy="740159"/>
            </a:xfrm>
            <a:custGeom>
              <a:rect b="b" l="l" r="r" t="t"/>
              <a:pathLst>
                <a:path extrusionOk="0" h="13239" w="29383">
                  <a:moveTo>
                    <a:pt x="28272" y="81"/>
                  </a:moveTo>
                  <a:lnTo>
                    <a:pt x="28474" y="102"/>
                  </a:lnTo>
                  <a:lnTo>
                    <a:pt x="28696" y="142"/>
                  </a:lnTo>
                  <a:lnTo>
                    <a:pt x="28898" y="202"/>
                  </a:lnTo>
                  <a:lnTo>
                    <a:pt x="29019" y="243"/>
                  </a:lnTo>
                  <a:lnTo>
                    <a:pt x="29140" y="303"/>
                  </a:lnTo>
                  <a:lnTo>
                    <a:pt x="29201" y="364"/>
                  </a:lnTo>
                  <a:lnTo>
                    <a:pt x="29261" y="404"/>
                  </a:lnTo>
                  <a:lnTo>
                    <a:pt x="29281" y="465"/>
                  </a:lnTo>
                  <a:lnTo>
                    <a:pt x="29302" y="545"/>
                  </a:lnTo>
                  <a:lnTo>
                    <a:pt x="29302" y="626"/>
                  </a:lnTo>
                  <a:lnTo>
                    <a:pt x="29281" y="707"/>
                  </a:lnTo>
                  <a:lnTo>
                    <a:pt x="29201" y="848"/>
                  </a:lnTo>
                  <a:lnTo>
                    <a:pt x="29059" y="1070"/>
                  </a:lnTo>
                  <a:lnTo>
                    <a:pt x="28918" y="1272"/>
                  </a:lnTo>
                  <a:lnTo>
                    <a:pt x="28595" y="1676"/>
                  </a:lnTo>
                  <a:lnTo>
                    <a:pt x="28232" y="2079"/>
                  </a:lnTo>
                  <a:lnTo>
                    <a:pt x="27889" y="2442"/>
                  </a:lnTo>
                  <a:lnTo>
                    <a:pt x="27566" y="2785"/>
                  </a:lnTo>
                  <a:lnTo>
                    <a:pt x="27263" y="3129"/>
                  </a:lnTo>
                  <a:lnTo>
                    <a:pt x="26961" y="3492"/>
                  </a:lnTo>
                  <a:lnTo>
                    <a:pt x="26698" y="3855"/>
                  </a:lnTo>
                  <a:lnTo>
                    <a:pt x="26476" y="4198"/>
                  </a:lnTo>
                  <a:lnTo>
                    <a:pt x="26295" y="4521"/>
                  </a:lnTo>
                  <a:lnTo>
                    <a:pt x="26133" y="4884"/>
                  </a:lnTo>
                  <a:lnTo>
                    <a:pt x="25972" y="5247"/>
                  </a:lnTo>
                  <a:lnTo>
                    <a:pt x="25689" y="5974"/>
                  </a:lnTo>
                  <a:lnTo>
                    <a:pt x="25447" y="6721"/>
                  </a:lnTo>
                  <a:lnTo>
                    <a:pt x="25124" y="7649"/>
                  </a:lnTo>
                  <a:lnTo>
                    <a:pt x="24943" y="8113"/>
                  </a:lnTo>
                  <a:lnTo>
                    <a:pt x="24741" y="8557"/>
                  </a:lnTo>
                  <a:lnTo>
                    <a:pt x="24539" y="8981"/>
                  </a:lnTo>
                  <a:lnTo>
                    <a:pt x="24297" y="9405"/>
                  </a:lnTo>
                  <a:lnTo>
                    <a:pt x="24014" y="9788"/>
                  </a:lnTo>
                  <a:lnTo>
                    <a:pt x="23853" y="9990"/>
                  </a:lnTo>
                  <a:lnTo>
                    <a:pt x="23692" y="10171"/>
                  </a:lnTo>
                  <a:lnTo>
                    <a:pt x="23409" y="10414"/>
                  </a:lnTo>
                  <a:lnTo>
                    <a:pt x="23106" y="10676"/>
                  </a:lnTo>
                  <a:lnTo>
                    <a:pt x="22784" y="10898"/>
                  </a:lnTo>
                  <a:lnTo>
                    <a:pt x="22420" y="11100"/>
                  </a:lnTo>
                  <a:lnTo>
                    <a:pt x="22017" y="11301"/>
                  </a:lnTo>
                  <a:lnTo>
                    <a:pt x="21593" y="11483"/>
                  </a:lnTo>
                  <a:lnTo>
                    <a:pt x="21129" y="11645"/>
                  </a:lnTo>
                  <a:lnTo>
                    <a:pt x="20644" y="11786"/>
                  </a:lnTo>
                  <a:lnTo>
                    <a:pt x="19958" y="11947"/>
                  </a:lnTo>
                  <a:lnTo>
                    <a:pt x="19272" y="12088"/>
                  </a:lnTo>
                  <a:lnTo>
                    <a:pt x="18566" y="12210"/>
                  </a:lnTo>
                  <a:lnTo>
                    <a:pt x="17880" y="12290"/>
                  </a:lnTo>
                  <a:lnTo>
                    <a:pt x="17173" y="12371"/>
                  </a:lnTo>
                  <a:lnTo>
                    <a:pt x="16467" y="12432"/>
                  </a:lnTo>
                  <a:lnTo>
                    <a:pt x="15075" y="12532"/>
                  </a:lnTo>
                  <a:lnTo>
                    <a:pt x="14106" y="12593"/>
                  </a:lnTo>
                  <a:lnTo>
                    <a:pt x="12774" y="12694"/>
                  </a:lnTo>
                  <a:lnTo>
                    <a:pt x="11442" y="12815"/>
                  </a:lnTo>
                  <a:lnTo>
                    <a:pt x="9142" y="12997"/>
                  </a:lnTo>
                  <a:lnTo>
                    <a:pt x="7971" y="13077"/>
                  </a:lnTo>
                  <a:lnTo>
                    <a:pt x="6801" y="13138"/>
                  </a:lnTo>
                  <a:lnTo>
                    <a:pt x="5630" y="13158"/>
                  </a:lnTo>
                  <a:lnTo>
                    <a:pt x="4480" y="13158"/>
                  </a:lnTo>
                  <a:lnTo>
                    <a:pt x="3895" y="13138"/>
                  </a:lnTo>
                  <a:lnTo>
                    <a:pt x="3310" y="13098"/>
                  </a:lnTo>
                  <a:lnTo>
                    <a:pt x="2725" y="13057"/>
                  </a:lnTo>
                  <a:lnTo>
                    <a:pt x="2139" y="12976"/>
                  </a:lnTo>
                  <a:lnTo>
                    <a:pt x="1857" y="12936"/>
                  </a:lnTo>
                  <a:lnTo>
                    <a:pt x="1554" y="12855"/>
                  </a:lnTo>
                  <a:lnTo>
                    <a:pt x="1251" y="12754"/>
                  </a:lnTo>
                  <a:lnTo>
                    <a:pt x="969" y="12613"/>
                  </a:lnTo>
                  <a:lnTo>
                    <a:pt x="707" y="12452"/>
                  </a:lnTo>
                  <a:lnTo>
                    <a:pt x="485" y="12270"/>
                  </a:lnTo>
                  <a:lnTo>
                    <a:pt x="384" y="12169"/>
                  </a:lnTo>
                  <a:lnTo>
                    <a:pt x="303" y="12048"/>
                  </a:lnTo>
                  <a:lnTo>
                    <a:pt x="222" y="11947"/>
                  </a:lnTo>
                  <a:lnTo>
                    <a:pt x="162" y="11826"/>
                  </a:lnTo>
                  <a:lnTo>
                    <a:pt x="121" y="11685"/>
                  </a:lnTo>
                  <a:lnTo>
                    <a:pt x="81" y="11544"/>
                  </a:lnTo>
                  <a:lnTo>
                    <a:pt x="81" y="11382"/>
                  </a:lnTo>
                  <a:lnTo>
                    <a:pt x="101" y="11241"/>
                  </a:lnTo>
                  <a:lnTo>
                    <a:pt x="142" y="11079"/>
                  </a:lnTo>
                  <a:lnTo>
                    <a:pt x="202" y="10938"/>
                  </a:lnTo>
                  <a:lnTo>
                    <a:pt x="283" y="10777"/>
                  </a:lnTo>
                  <a:lnTo>
                    <a:pt x="384" y="10615"/>
                  </a:lnTo>
                  <a:lnTo>
                    <a:pt x="646" y="10313"/>
                  </a:lnTo>
                  <a:lnTo>
                    <a:pt x="929" y="10010"/>
                  </a:lnTo>
                  <a:lnTo>
                    <a:pt x="1272" y="9727"/>
                  </a:lnTo>
                  <a:lnTo>
                    <a:pt x="1635" y="9465"/>
                  </a:lnTo>
                  <a:lnTo>
                    <a:pt x="2038" y="9203"/>
                  </a:lnTo>
                  <a:lnTo>
                    <a:pt x="2422" y="8940"/>
                  </a:lnTo>
                  <a:lnTo>
                    <a:pt x="3229" y="8476"/>
                  </a:lnTo>
                  <a:lnTo>
                    <a:pt x="4016" y="7992"/>
                  </a:lnTo>
                  <a:lnTo>
                    <a:pt x="5005" y="7407"/>
                  </a:lnTo>
                  <a:lnTo>
                    <a:pt x="6014" y="6821"/>
                  </a:lnTo>
                  <a:lnTo>
                    <a:pt x="7063" y="6277"/>
                  </a:lnTo>
                  <a:lnTo>
                    <a:pt x="8153" y="5732"/>
                  </a:lnTo>
                  <a:lnTo>
                    <a:pt x="9283" y="5207"/>
                  </a:lnTo>
                  <a:lnTo>
                    <a:pt x="10433" y="4682"/>
                  </a:lnTo>
                  <a:lnTo>
                    <a:pt x="11644" y="4198"/>
                  </a:lnTo>
                  <a:lnTo>
                    <a:pt x="12895" y="3714"/>
                  </a:lnTo>
                  <a:lnTo>
                    <a:pt x="14146" y="3250"/>
                  </a:lnTo>
                  <a:lnTo>
                    <a:pt x="15438" y="2826"/>
                  </a:lnTo>
                  <a:lnTo>
                    <a:pt x="16790" y="2382"/>
                  </a:lnTo>
                  <a:lnTo>
                    <a:pt x="18182" y="1958"/>
                  </a:lnTo>
                  <a:lnTo>
                    <a:pt x="19151" y="1676"/>
                  </a:lnTo>
                  <a:lnTo>
                    <a:pt x="20180" y="1393"/>
                  </a:lnTo>
                  <a:lnTo>
                    <a:pt x="21250" y="1111"/>
                  </a:lnTo>
                  <a:lnTo>
                    <a:pt x="22380" y="848"/>
                  </a:lnTo>
                  <a:lnTo>
                    <a:pt x="23550" y="606"/>
                  </a:lnTo>
                  <a:lnTo>
                    <a:pt x="24761" y="404"/>
                  </a:lnTo>
                  <a:lnTo>
                    <a:pt x="25972" y="223"/>
                  </a:lnTo>
                  <a:lnTo>
                    <a:pt x="26598" y="162"/>
                  </a:lnTo>
                  <a:lnTo>
                    <a:pt x="27223" y="102"/>
                  </a:lnTo>
                  <a:lnTo>
                    <a:pt x="27647" y="81"/>
                  </a:lnTo>
                  <a:close/>
                  <a:moveTo>
                    <a:pt x="27647" y="1"/>
                  </a:moveTo>
                  <a:lnTo>
                    <a:pt x="27223" y="21"/>
                  </a:lnTo>
                  <a:lnTo>
                    <a:pt x="26598" y="81"/>
                  </a:lnTo>
                  <a:lnTo>
                    <a:pt x="25972" y="142"/>
                  </a:lnTo>
                  <a:lnTo>
                    <a:pt x="24741" y="324"/>
                  </a:lnTo>
                  <a:lnTo>
                    <a:pt x="23550" y="525"/>
                  </a:lnTo>
                  <a:lnTo>
                    <a:pt x="22360" y="767"/>
                  </a:lnTo>
                  <a:lnTo>
                    <a:pt x="21230" y="1030"/>
                  </a:lnTo>
                  <a:lnTo>
                    <a:pt x="20160" y="1312"/>
                  </a:lnTo>
                  <a:lnTo>
                    <a:pt x="19131" y="1595"/>
                  </a:lnTo>
                  <a:lnTo>
                    <a:pt x="18162" y="1877"/>
                  </a:lnTo>
                  <a:lnTo>
                    <a:pt x="16750" y="2301"/>
                  </a:lnTo>
                  <a:lnTo>
                    <a:pt x="15418" y="2745"/>
                  </a:lnTo>
                  <a:lnTo>
                    <a:pt x="14106" y="3189"/>
                  </a:lnTo>
                  <a:lnTo>
                    <a:pt x="12855" y="3633"/>
                  </a:lnTo>
                  <a:lnTo>
                    <a:pt x="11604" y="4117"/>
                  </a:lnTo>
                  <a:lnTo>
                    <a:pt x="10413" y="4622"/>
                  </a:lnTo>
                  <a:lnTo>
                    <a:pt x="9243" y="5126"/>
                  </a:lnTo>
                  <a:lnTo>
                    <a:pt x="8113" y="5651"/>
                  </a:lnTo>
                  <a:lnTo>
                    <a:pt x="7023" y="6196"/>
                  </a:lnTo>
                  <a:lnTo>
                    <a:pt x="5974" y="6761"/>
                  </a:lnTo>
                  <a:lnTo>
                    <a:pt x="4965" y="7326"/>
                  </a:lnTo>
                  <a:lnTo>
                    <a:pt x="3976" y="7931"/>
                  </a:lnTo>
                  <a:lnTo>
                    <a:pt x="3189" y="8396"/>
                  </a:lnTo>
                  <a:lnTo>
                    <a:pt x="2381" y="8880"/>
                  </a:lnTo>
                  <a:lnTo>
                    <a:pt x="1978" y="9142"/>
                  </a:lnTo>
                  <a:lnTo>
                    <a:pt x="1594" y="9405"/>
                  </a:lnTo>
                  <a:lnTo>
                    <a:pt x="1211" y="9667"/>
                  </a:lnTo>
                  <a:lnTo>
                    <a:pt x="888" y="9949"/>
                  </a:lnTo>
                  <a:lnTo>
                    <a:pt x="585" y="10252"/>
                  </a:lnTo>
                  <a:lnTo>
                    <a:pt x="444" y="10414"/>
                  </a:lnTo>
                  <a:lnTo>
                    <a:pt x="323" y="10575"/>
                  </a:lnTo>
                  <a:lnTo>
                    <a:pt x="202" y="10736"/>
                  </a:lnTo>
                  <a:lnTo>
                    <a:pt x="121" y="10898"/>
                  </a:lnTo>
                  <a:lnTo>
                    <a:pt x="61" y="11059"/>
                  </a:lnTo>
                  <a:lnTo>
                    <a:pt x="20" y="11241"/>
                  </a:lnTo>
                  <a:lnTo>
                    <a:pt x="0" y="11382"/>
                  </a:lnTo>
                  <a:lnTo>
                    <a:pt x="0" y="11544"/>
                  </a:lnTo>
                  <a:lnTo>
                    <a:pt x="41" y="11705"/>
                  </a:lnTo>
                  <a:lnTo>
                    <a:pt x="101" y="11867"/>
                  </a:lnTo>
                  <a:lnTo>
                    <a:pt x="202" y="12048"/>
                  </a:lnTo>
                  <a:lnTo>
                    <a:pt x="343" y="12230"/>
                  </a:lnTo>
                  <a:lnTo>
                    <a:pt x="545" y="12411"/>
                  </a:lnTo>
                  <a:lnTo>
                    <a:pt x="787" y="12593"/>
                  </a:lnTo>
                  <a:lnTo>
                    <a:pt x="1070" y="12754"/>
                  </a:lnTo>
                  <a:lnTo>
                    <a:pt x="1393" y="12896"/>
                  </a:lnTo>
                  <a:lnTo>
                    <a:pt x="1736" y="12997"/>
                  </a:lnTo>
                  <a:lnTo>
                    <a:pt x="2139" y="13057"/>
                  </a:lnTo>
                  <a:lnTo>
                    <a:pt x="2947" y="13158"/>
                  </a:lnTo>
                  <a:lnTo>
                    <a:pt x="3754" y="13198"/>
                  </a:lnTo>
                  <a:lnTo>
                    <a:pt x="4561" y="13239"/>
                  </a:lnTo>
                  <a:lnTo>
                    <a:pt x="6135" y="13239"/>
                  </a:lnTo>
                  <a:lnTo>
                    <a:pt x="6902" y="13219"/>
                  </a:lnTo>
                  <a:lnTo>
                    <a:pt x="8435" y="13138"/>
                  </a:lnTo>
                  <a:lnTo>
                    <a:pt x="9949" y="13017"/>
                  </a:lnTo>
                  <a:lnTo>
                    <a:pt x="11442" y="12896"/>
                  </a:lnTo>
                  <a:lnTo>
                    <a:pt x="12774" y="12775"/>
                  </a:lnTo>
                  <a:lnTo>
                    <a:pt x="14106" y="12674"/>
                  </a:lnTo>
                  <a:lnTo>
                    <a:pt x="15075" y="12613"/>
                  </a:lnTo>
                  <a:lnTo>
                    <a:pt x="16467" y="12512"/>
                  </a:lnTo>
                  <a:lnTo>
                    <a:pt x="17173" y="12452"/>
                  </a:lnTo>
                  <a:lnTo>
                    <a:pt x="17880" y="12371"/>
                  </a:lnTo>
                  <a:lnTo>
                    <a:pt x="18586" y="12290"/>
                  </a:lnTo>
                  <a:lnTo>
                    <a:pt x="19272" y="12169"/>
                  </a:lnTo>
                  <a:lnTo>
                    <a:pt x="19978" y="12028"/>
                  </a:lnTo>
                  <a:lnTo>
                    <a:pt x="20665" y="11867"/>
                  </a:lnTo>
                  <a:lnTo>
                    <a:pt x="21149" y="11705"/>
                  </a:lnTo>
                  <a:lnTo>
                    <a:pt x="21613" y="11544"/>
                  </a:lnTo>
                  <a:lnTo>
                    <a:pt x="22057" y="11362"/>
                  </a:lnTo>
                  <a:lnTo>
                    <a:pt x="22461" y="11180"/>
                  </a:lnTo>
                  <a:lnTo>
                    <a:pt x="22824" y="10958"/>
                  </a:lnTo>
                  <a:lnTo>
                    <a:pt x="23167" y="10736"/>
                  </a:lnTo>
                  <a:lnTo>
                    <a:pt x="23470" y="10474"/>
                  </a:lnTo>
                  <a:lnTo>
                    <a:pt x="23752" y="10212"/>
                  </a:lnTo>
                  <a:lnTo>
                    <a:pt x="23914" y="10030"/>
                  </a:lnTo>
                  <a:lnTo>
                    <a:pt x="24075" y="9849"/>
                  </a:lnTo>
                  <a:lnTo>
                    <a:pt x="24358" y="9445"/>
                  </a:lnTo>
                  <a:lnTo>
                    <a:pt x="24600" y="9021"/>
                  </a:lnTo>
                  <a:lnTo>
                    <a:pt x="24822" y="8597"/>
                  </a:lnTo>
                  <a:lnTo>
                    <a:pt x="25023" y="8133"/>
                  </a:lnTo>
                  <a:lnTo>
                    <a:pt x="25185" y="7669"/>
                  </a:lnTo>
                  <a:lnTo>
                    <a:pt x="25508" y="6741"/>
                  </a:lnTo>
                  <a:lnTo>
                    <a:pt x="25770" y="6014"/>
                  </a:lnTo>
                  <a:lnTo>
                    <a:pt x="26053" y="5268"/>
                  </a:lnTo>
                  <a:lnTo>
                    <a:pt x="26194" y="4925"/>
                  </a:lnTo>
                  <a:lnTo>
                    <a:pt x="26376" y="4561"/>
                  </a:lnTo>
                  <a:lnTo>
                    <a:pt x="26557" y="4238"/>
                  </a:lnTo>
                  <a:lnTo>
                    <a:pt x="26759" y="3895"/>
                  </a:lnTo>
                  <a:lnTo>
                    <a:pt x="27021" y="3532"/>
                  </a:lnTo>
                  <a:lnTo>
                    <a:pt x="27324" y="3169"/>
                  </a:lnTo>
                  <a:lnTo>
                    <a:pt x="27627" y="2826"/>
                  </a:lnTo>
                  <a:lnTo>
                    <a:pt x="27950" y="2503"/>
                  </a:lnTo>
                  <a:lnTo>
                    <a:pt x="28293" y="2120"/>
                  </a:lnTo>
                  <a:lnTo>
                    <a:pt x="28656" y="1736"/>
                  </a:lnTo>
                  <a:lnTo>
                    <a:pt x="28979" y="1333"/>
                  </a:lnTo>
                  <a:lnTo>
                    <a:pt x="29120" y="1111"/>
                  </a:lnTo>
                  <a:lnTo>
                    <a:pt x="29261" y="889"/>
                  </a:lnTo>
                  <a:lnTo>
                    <a:pt x="29362" y="727"/>
                  </a:lnTo>
                  <a:lnTo>
                    <a:pt x="29382" y="626"/>
                  </a:lnTo>
                  <a:lnTo>
                    <a:pt x="29382" y="545"/>
                  </a:lnTo>
                  <a:lnTo>
                    <a:pt x="29362" y="445"/>
                  </a:lnTo>
                  <a:lnTo>
                    <a:pt x="29322" y="364"/>
                  </a:lnTo>
                  <a:lnTo>
                    <a:pt x="29261" y="303"/>
                  </a:lnTo>
                  <a:lnTo>
                    <a:pt x="29201" y="243"/>
                  </a:lnTo>
                  <a:lnTo>
                    <a:pt x="29059" y="162"/>
                  </a:lnTo>
                  <a:lnTo>
                    <a:pt x="28918" y="122"/>
                  </a:lnTo>
                  <a:lnTo>
                    <a:pt x="28716" y="61"/>
                  </a:lnTo>
                  <a:lnTo>
                    <a:pt x="28494" y="21"/>
                  </a:lnTo>
                  <a:lnTo>
                    <a:pt x="28293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80" name="Google Shape;280;p3"/>
          <p:cNvSpPr/>
          <p:nvPr/>
        </p:nvSpPr>
        <p:spPr>
          <a:xfrm>
            <a:off x="322954" y="2732577"/>
            <a:ext cx="100466" cy="100466"/>
          </a:xfrm>
          <a:custGeom>
            <a:rect b="b" l="l" r="r" t="t"/>
            <a:pathLst>
              <a:path extrusionOk="0" h="1797" w="1797">
                <a:moveTo>
                  <a:pt x="909" y="0"/>
                </a:moveTo>
                <a:lnTo>
                  <a:pt x="727" y="20"/>
                </a:lnTo>
                <a:lnTo>
                  <a:pt x="546" y="61"/>
                </a:lnTo>
                <a:lnTo>
                  <a:pt x="404" y="162"/>
                </a:lnTo>
                <a:lnTo>
                  <a:pt x="263" y="263"/>
                </a:lnTo>
                <a:lnTo>
                  <a:pt x="162" y="404"/>
                </a:lnTo>
                <a:lnTo>
                  <a:pt x="61" y="545"/>
                </a:lnTo>
                <a:lnTo>
                  <a:pt x="21" y="727"/>
                </a:lnTo>
                <a:lnTo>
                  <a:pt x="1" y="908"/>
                </a:lnTo>
                <a:lnTo>
                  <a:pt x="21" y="1090"/>
                </a:lnTo>
                <a:lnTo>
                  <a:pt x="61" y="1251"/>
                </a:lnTo>
                <a:lnTo>
                  <a:pt x="162" y="1393"/>
                </a:lnTo>
                <a:lnTo>
                  <a:pt x="263" y="1534"/>
                </a:lnTo>
                <a:lnTo>
                  <a:pt x="404" y="1655"/>
                </a:lnTo>
                <a:lnTo>
                  <a:pt x="546" y="1736"/>
                </a:lnTo>
                <a:lnTo>
                  <a:pt x="727" y="1776"/>
                </a:lnTo>
                <a:lnTo>
                  <a:pt x="909" y="1796"/>
                </a:lnTo>
                <a:lnTo>
                  <a:pt x="1090" y="1776"/>
                </a:lnTo>
                <a:lnTo>
                  <a:pt x="1252" y="1736"/>
                </a:lnTo>
                <a:lnTo>
                  <a:pt x="1413" y="1655"/>
                </a:lnTo>
                <a:lnTo>
                  <a:pt x="1534" y="1534"/>
                </a:lnTo>
                <a:lnTo>
                  <a:pt x="1655" y="1393"/>
                </a:lnTo>
                <a:lnTo>
                  <a:pt x="1736" y="1251"/>
                </a:lnTo>
                <a:lnTo>
                  <a:pt x="1777" y="1090"/>
                </a:lnTo>
                <a:lnTo>
                  <a:pt x="1797" y="908"/>
                </a:lnTo>
                <a:lnTo>
                  <a:pt x="1777" y="727"/>
                </a:lnTo>
                <a:lnTo>
                  <a:pt x="1736" y="545"/>
                </a:lnTo>
                <a:lnTo>
                  <a:pt x="1655" y="404"/>
                </a:lnTo>
                <a:lnTo>
                  <a:pt x="1534" y="263"/>
                </a:lnTo>
                <a:lnTo>
                  <a:pt x="1413" y="162"/>
                </a:lnTo>
                <a:lnTo>
                  <a:pt x="1252" y="61"/>
                </a:lnTo>
                <a:lnTo>
                  <a:pt x="1090" y="20"/>
                </a:lnTo>
                <a:lnTo>
                  <a:pt x="909" y="0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1" name="Google Shape;281;p3"/>
          <p:cNvSpPr/>
          <p:nvPr/>
        </p:nvSpPr>
        <p:spPr>
          <a:xfrm>
            <a:off x="2337742" y="162452"/>
            <a:ext cx="100466" cy="100466"/>
          </a:xfrm>
          <a:custGeom>
            <a:rect b="b" l="l" r="r" t="t"/>
            <a:pathLst>
              <a:path extrusionOk="0" h="1797" w="1797">
                <a:moveTo>
                  <a:pt x="909" y="0"/>
                </a:moveTo>
                <a:lnTo>
                  <a:pt x="727" y="20"/>
                </a:lnTo>
                <a:lnTo>
                  <a:pt x="546" y="61"/>
                </a:lnTo>
                <a:lnTo>
                  <a:pt x="404" y="162"/>
                </a:lnTo>
                <a:lnTo>
                  <a:pt x="263" y="263"/>
                </a:lnTo>
                <a:lnTo>
                  <a:pt x="162" y="404"/>
                </a:lnTo>
                <a:lnTo>
                  <a:pt x="61" y="545"/>
                </a:lnTo>
                <a:lnTo>
                  <a:pt x="21" y="727"/>
                </a:lnTo>
                <a:lnTo>
                  <a:pt x="1" y="908"/>
                </a:lnTo>
                <a:lnTo>
                  <a:pt x="21" y="1090"/>
                </a:lnTo>
                <a:lnTo>
                  <a:pt x="61" y="1251"/>
                </a:lnTo>
                <a:lnTo>
                  <a:pt x="162" y="1393"/>
                </a:lnTo>
                <a:lnTo>
                  <a:pt x="263" y="1534"/>
                </a:lnTo>
                <a:lnTo>
                  <a:pt x="404" y="1655"/>
                </a:lnTo>
                <a:lnTo>
                  <a:pt x="546" y="1736"/>
                </a:lnTo>
                <a:lnTo>
                  <a:pt x="727" y="1776"/>
                </a:lnTo>
                <a:lnTo>
                  <a:pt x="909" y="1796"/>
                </a:lnTo>
                <a:lnTo>
                  <a:pt x="1090" y="1776"/>
                </a:lnTo>
                <a:lnTo>
                  <a:pt x="1252" y="1736"/>
                </a:lnTo>
                <a:lnTo>
                  <a:pt x="1413" y="1655"/>
                </a:lnTo>
                <a:lnTo>
                  <a:pt x="1534" y="1534"/>
                </a:lnTo>
                <a:lnTo>
                  <a:pt x="1655" y="1393"/>
                </a:lnTo>
                <a:lnTo>
                  <a:pt x="1736" y="1251"/>
                </a:lnTo>
                <a:lnTo>
                  <a:pt x="1777" y="1090"/>
                </a:lnTo>
                <a:lnTo>
                  <a:pt x="1797" y="908"/>
                </a:lnTo>
                <a:lnTo>
                  <a:pt x="1777" y="727"/>
                </a:lnTo>
                <a:lnTo>
                  <a:pt x="1736" y="545"/>
                </a:lnTo>
                <a:lnTo>
                  <a:pt x="1655" y="404"/>
                </a:lnTo>
                <a:lnTo>
                  <a:pt x="1534" y="263"/>
                </a:lnTo>
                <a:lnTo>
                  <a:pt x="1413" y="162"/>
                </a:lnTo>
                <a:lnTo>
                  <a:pt x="1252" y="61"/>
                </a:lnTo>
                <a:lnTo>
                  <a:pt x="1090" y="20"/>
                </a:lnTo>
                <a:lnTo>
                  <a:pt x="909" y="0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2" name="Google Shape;282;p3"/>
          <p:cNvSpPr/>
          <p:nvPr/>
        </p:nvSpPr>
        <p:spPr>
          <a:xfrm>
            <a:off x="266642" y="1375840"/>
            <a:ext cx="100466" cy="100466"/>
          </a:xfrm>
          <a:custGeom>
            <a:rect b="b" l="l" r="r" t="t"/>
            <a:pathLst>
              <a:path extrusionOk="0" h="1797" w="1797">
                <a:moveTo>
                  <a:pt x="909" y="0"/>
                </a:moveTo>
                <a:lnTo>
                  <a:pt x="727" y="20"/>
                </a:lnTo>
                <a:lnTo>
                  <a:pt x="546" y="61"/>
                </a:lnTo>
                <a:lnTo>
                  <a:pt x="404" y="162"/>
                </a:lnTo>
                <a:lnTo>
                  <a:pt x="263" y="263"/>
                </a:lnTo>
                <a:lnTo>
                  <a:pt x="162" y="404"/>
                </a:lnTo>
                <a:lnTo>
                  <a:pt x="61" y="545"/>
                </a:lnTo>
                <a:lnTo>
                  <a:pt x="21" y="727"/>
                </a:lnTo>
                <a:lnTo>
                  <a:pt x="1" y="908"/>
                </a:lnTo>
                <a:lnTo>
                  <a:pt x="21" y="1090"/>
                </a:lnTo>
                <a:lnTo>
                  <a:pt x="61" y="1251"/>
                </a:lnTo>
                <a:lnTo>
                  <a:pt x="162" y="1393"/>
                </a:lnTo>
                <a:lnTo>
                  <a:pt x="263" y="1534"/>
                </a:lnTo>
                <a:lnTo>
                  <a:pt x="404" y="1655"/>
                </a:lnTo>
                <a:lnTo>
                  <a:pt x="546" y="1736"/>
                </a:lnTo>
                <a:lnTo>
                  <a:pt x="727" y="1776"/>
                </a:lnTo>
                <a:lnTo>
                  <a:pt x="909" y="1796"/>
                </a:lnTo>
                <a:lnTo>
                  <a:pt x="1090" y="1776"/>
                </a:lnTo>
                <a:lnTo>
                  <a:pt x="1252" y="1736"/>
                </a:lnTo>
                <a:lnTo>
                  <a:pt x="1413" y="1655"/>
                </a:lnTo>
                <a:lnTo>
                  <a:pt x="1534" y="1534"/>
                </a:lnTo>
                <a:lnTo>
                  <a:pt x="1655" y="1393"/>
                </a:lnTo>
                <a:lnTo>
                  <a:pt x="1736" y="1251"/>
                </a:lnTo>
                <a:lnTo>
                  <a:pt x="1777" y="1090"/>
                </a:lnTo>
                <a:lnTo>
                  <a:pt x="1797" y="908"/>
                </a:lnTo>
                <a:lnTo>
                  <a:pt x="1777" y="727"/>
                </a:lnTo>
                <a:lnTo>
                  <a:pt x="1736" y="545"/>
                </a:lnTo>
                <a:lnTo>
                  <a:pt x="1655" y="404"/>
                </a:lnTo>
                <a:lnTo>
                  <a:pt x="1534" y="263"/>
                </a:lnTo>
                <a:lnTo>
                  <a:pt x="1413" y="162"/>
                </a:lnTo>
                <a:lnTo>
                  <a:pt x="1252" y="61"/>
                </a:lnTo>
                <a:lnTo>
                  <a:pt x="1090" y="20"/>
                </a:lnTo>
                <a:lnTo>
                  <a:pt x="909" y="0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3" name="Google Shape;283;p3"/>
          <p:cNvSpPr/>
          <p:nvPr/>
        </p:nvSpPr>
        <p:spPr>
          <a:xfrm>
            <a:off x="523842" y="1693465"/>
            <a:ext cx="100466" cy="100466"/>
          </a:xfrm>
          <a:custGeom>
            <a:rect b="b" l="l" r="r" t="t"/>
            <a:pathLst>
              <a:path extrusionOk="0" h="1797" w="1797">
                <a:moveTo>
                  <a:pt x="909" y="0"/>
                </a:moveTo>
                <a:lnTo>
                  <a:pt x="727" y="20"/>
                </a:lnTo>
                <a:lnTo>
                  <a:pt x="546" y="61"/>
                </a:lnTo>
                <a:lnTo>
                  <a:pt x="404" y="162"/>
                </a:lnTo>
                <a:lnTo>
                  <a:pt x="263" y="263"/>
                </a:lnTo>
                <a:lnTo>
                  <a:pt x="162" y="404"/>
                </a:lnTo>
                <a:lnTo>
                  <a:pt x="61" y="545"/>
                </a:lnTo>
                <a:lnTo>
                  <a:pt x="21" y="727"/>
                </a:lnTo>
                <a:lnTo>
                  <a:pt x="1" y="908"/>
                </a:lnTo>
                <a:lnTo>
                  <a:pt x="21" y="1090"/>
                </a:lnTo>
                <a:lnTo>
                  <a:pt x="61" y="1251"/>
                </a:lnTo>
                <a:lnTo>
                  <a:pt x="162" y="1393"/>
                </a:lnTo>
                <a:lnTo>
                  <a:pt x="263" y="1534"/>
                </a:lnTo>
                <a:lnTo>
                  <a:pt x="404" y="1655"/>
                </a:lnTo>
                <a:lnTo>
                  <a:pt x="546" y="1736"/>
                </a:lnTo>
                <a:lnTo>
                  <a:pt x="727" y="1776"/>
                </a:lnTo>
                <a:lnTo>
                  <a:pt x="909" y="1796"/>
                </a:lnTo>
                <a:lnTo>
                  <a:pt x="1090" y="1776"/>
                </a:lnTo>
                <a:lnTo>
                  <a:pt x="1252" y="1736"/>
                </a:lnTo>
                <a:lnTo>
                  <a:pt x="1413" y="1655"/>
                </a:lnTo>
                <a:lnTo>
                  <a:pt x="1534" y="1534"/>
                </a:lnTo>
                <a:lnTo>
                  <a:pt x="1655" y="1393"/>
                </a:lnTo>
                <a:lnTo>
                  <a:pt x="1736" y="1251"/>
                </a:lnTo>
                <a:lnTo>
                  <a:pt x="1777" y="1090"/>
                </a:lnTo>
                <a:lnTo>
                  <a:pt x="1797" y="908"/>
                </a:lnTo>
                <a:lnTo>
                  <a:pt x="1777" y="727"/>
                </a:lnTo>
                <a:lnTo>
                  <a:pt x="1736" y="545"/>
                </a:lnTo>
                <a:lnTo>
                  <a:pt x="1655" y="404"/>
                </a:lnTo>
                <a:lnTo>
                  <a:pt x="1534" y="263"/>
                </a:lnTo>
                <a:lnTo>
                  <a:pt x="1413" y="162"/>
                </a:lnTo>
                <a:lnTo>
                  <a:pt x="1252" y="61"/>
                </a:lnTo>
                <a:lnTo>
                  <a:pt x="1090" y="20"/>
                </a:lnTo>
                <a:lnTo>
                  <a:pt x="909" y="0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4" name="Google Shape;284;p3"/>
          <p:cNvSpPr/>
          <p:nvPr/>
        </p:nvSpPr>
        <p:spPr>
          <a:xfrm>
            <a:off x="3174892" y="-10"/>
            <a:ext cx="100466" cy="100466"/>
          </a:xfrm>
          <a:custGeom>
            <a:rect b="b" l="l" r="r" t="t"/>
            <a:pathLst>
              <a:path extrusionOk="0" h="1797" w="1797">
                <a:moveTo>
                  <a:pt x="909" y="0"/>
                </a:moveTo>
                <a:lnTo>
                  <a:pt x="727" y="20"/>
                </a:lnTo>
                <a:lnTo>
                  <a:pt x="546" y="61"/>
                </a:lnTo>
                <a:lnTo>
                  <a:pt x="404" y="162"/>
                </a:lnTo>
                <a:lnTo>
                  <a:pt x="263" y="263"/>
                </a:lnTo>
                <a:lnTo>
                  <a:pt x="162" y="404"/>
                </a:lnTo>
                <a:lnTo>
                  <a:pt x="61" y="545"/>
                </a:lnTo>
                <a:lnTo>
                  <a:pt x="21" y="727"/>
                </a:lnTo>
                <a:lnTo>
                  <a:pt x="1" y="908"/>
                </a:lnTo>
                <a:lnTo>
                  <a:pt x="21" y="1090"/>
                </a:lnTo>
                <a:lnTo>
                  <a:pt x="61" y="1251"/>
                </a:lnTo>
                <a:lnTo>
                  <a:pt x="162" y="1393"/>
                </a:lnTo>
                <a:lnTo>
                  <a:pt x="263" y="1534"/>
                </a:lnTo>
                <a:lnTo>
                  <a:pt x="404" y="1655"/>
                </a:lnTo>
                <a:lnTo>
                  <a:pt x="546" y="1736"/>
                </a:lnTo>
                <a:lnTo>
                  <a:pt x="727" y="1776"/>
                </a:lnTo>
                <a:lnTo>
                  <a:pt x="909" y="1796"/>
                </a:lnTo>
                <a:lnTo>
                  <a:pt x="1090" y="1776"/>
                </a:lnTo>
                <a:lnTo>
                  <a:pt x="1252" y="1736"/>
                </a:lnTo>
                <a:lnTo>
                  <a:pt x="1413" y="1655"/>
                </a:lnTo>
                <a:lnTo>
                  <a:pt x="1534" y="1534"/>
                </a:lnTo>
                <a:lnTo>
                  <a:pt x="1655" y="1393"/>
                </a:lnTo>
                <a:lnTo>
                  <a:pt x="1736" y="1251"/>
                </a:lnTo>
                <a:lnTo>
                  <a:pt x="1777" y="1090"/>
                </a:lnTo>
                <a:lnTo>
                  <a:pt x="1797" y="908"/>
                </a:lnTo>
                <a:lnTo>
                  <a:pt x="1777" y="727"/>
                </a:lnTo>
                <a:lnTo>
                  <a:pt x="1736" y="545"/>
                </a:lnTo>
                <a:lnTo>
                  <a:pt x="1655" y="404"/>
                </a:lnTo>
                <a:lnTo>
                  <a:pt x="1534" y="263"/>
                </a:lnTo>
                <a:lnTo>
                  <a:pt x="1413" y="162"/>
                </a:lnTo>
                <a:lnTo>
                  <a:pt x="1252" y="61"/>
                </a:lnTo>
                <a:lnTo>
                  <a:pt x="1090" y="20"/>
                </a:lnTo>
                <a:lnTo>
                  <a:pt x="909" y="0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5" name="Google Shape;285;p3"/>
          <p:cNvSpPr/>
          <p:nvPr/>
        </p:nvSpPr>
        <p:spPr>
          <a:xfrm>
            <a:off x="2876020" y="4811065"/>
            <a:ext cx="790800" cy="790800"/>
          </a:xfrm>
          <a:prstGeom prst="ellipse">
            <a:avLst/>
          </a:prstGeom>
          <a:solidFill>
            <a:schemeClr val="dk2"/>
          </a:solidFill>
          <a:ln cap="flat" cmpd="sng" w="11430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286" name="Shape 2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7" name="Google Shape;287;p4"/>
          <p:cNvSpPr txBox="1"/>
          <p:nvPr>
            <p:ph type="title"/>
          </p:nvPr>
        </p:nvSpPr>
        <p:spPr>
          <a:xfrm>
            <a:off x="713225" y="534200"/>
            <a:ext cx="7698900" cy="294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None/>
              <a:defRPr>
                <a:solidFill>
                  <a:schemeClr val="accen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None/>
              <a:defRPr>
                <a:solidFill>
                  <a:schemeClr val="accen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None/>
              <a:defRPr>
                <a:solidFill>
                  <a:schemeClr val="accen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None/>
              <a:defRPr>
                <a:solidFill>
                  <a:schemeClr val="accen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None/>
              <a:defRPr>
                <a:solidFill>
                  <a:schemeClr val="accen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None/>
              <a:defRPr>
                <a:solidFill>
                  <a:schemeClr val="accen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None/>
              <a:defRPr>
                <a:solidFill>
                  <a:schemeClr val="accen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None/>
              <a:defRPr>
                <a:solidFill>
                  <a:schemeClr val="accent1"/>
                </a:solidFill>
              </a:defRPr>
            </a:lvl9pPr>
          </a:lstStyle>
          <a:p/>
        </p:txBody>
      </p:sp>
      <p:sp>
        <p:nvSpPr>
          <p:cNvPr id="288" name="Google Shape;288;p4"/>
          <p:cNvSpPr txBox="1"/>
          <p:nvPr>
            <p:ph idx="1" type="body"/>
          </p:nvPr>
        </p:nvSpPr>
        <p:spPr>
          <a:xfrm>
            <a:off x="959775" y="1040100"/>
            <a:ext cx="7470900" cy="3559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30200" lvl="0" marL="457200" rtl="0">
              <a:spcBef>
                <a:spcPts val="0"/>
              </a:spcBef>
              <a:spcAft>
                <a:spcPts val="0"/>
              </a:spcAft>
              <a:buSzPts val="1600"/>
              <a:buAutoNum type="arabicPeriod"/>
              <a:defRPr sz="1200"/>
            </a:lvl1pPr>
            <a:lvl2pPr indent="-330200" lvl="1" marL="914400" rtl="0">
              <a:spcBef>
                <a:spcPts val="0"/>
              </a:spcBef>
              <a:spcAft>
                <a:spcPts val="0"/>
              </a:spcAft>
              <a:buSzPts val="1600"/>
              <a:buAutoNum type="alphaLcPeriod"/>
              <a:defRPr/>
            </a:lvl2pPr>
            <a:lvl3pPr indent="-330200" lvl="2" marL="1371600" rtl="0">
              <a:spcBef>
                <a:spcPts val="0"/>
              </a:spcBef>
              <a:spcAft>
                <a:spcPts val="0"/>
              </a:spcAft>
              <a:buSzPts val="1600"/>
              <a:buAutoNum type="romanLcPeriod"/>
              <a:defRPr/>
            </a:lvl3pPr>
            <a:lvl4pPr indent="-330200" lvl="3" marL="1828800" rtl="0">
              <a:spcBef>
                <a:spcPts val="0"/>
              </a:spcBef>
              <a:spcAft>
                <a:spcPts val="0"/>
              </a:spcAft>
              <a:buSzPts val="1600"/>
              <a:buAutoNum type="arabicPeriod"/>
              <a:defRPr/>
            </a:lvl4pPr>
            <a:lvl5pPr indent="-330200" lvl="4" marL="2286000" rtl="0">
              <a:spcBef>
                <a:spcPts val="0"/>
              </a:spcBef>
              <a:spcAft>
                <a:spcPts val="0"/>
              </a:spcAft>
              <a:buSzPts val="1600"/>
              <a:buAutoNum type="alphaLcPeriod"/>
              <a:defRPr/>
            </a:lvl5pPr>
            <a:lvl6pPr indent="-330200" lvl="5" marL="2743200" rtl="0">
              <a:spcBef>
                <a:spcPts val="0"/>
              </a:spcBef>
              <a:spcAft>
                <a:spcPts val="0"/>
              </a:spcAft>
              <a:buSzPts val="1600"/>
              <a:buAutoNum type="romanLcPeriod"/>
              <a:defRPr/>
            </a:lvl6pPr>
            <a:lvl7pPr indent="-330200" lvl="6" marL="3200400" rtl="0">
              <a:spcBef>
                <a:spcPts val="0"/>
              </a:spcBef>
              <a:spcAft>
                <a:spcPts val="0"/>
              </a:spcAft>
              <a:buSzPts val="1600"/>
              <a:buAutoNum type="arabicPeriod"/>
              <a:defRPr/>
            </a:lvl7pPr>
            <a:lvl8pPr indent="-330200" lvl="7" marL="3657600" rtl="0">
              <a:spcBef>
                <a:spcPts val="0"/>
              </a:spcBef>
              <a:spcAft>
                <a:spcPts val="0"/>
              </a:spcAft>
              <a:buSzPts val="1600"/>
              <a:buAutoNum type="alphaLcPeriod"/>
              <a:defRPr/>
            </a:lvl8pPr>
            <a:lvl9pPr indent="-330200" lvl="8" marL="4114800" rtl="0">
              <a:spcBef>
                <a:spcPts val="0"/>
              </a:spcBef>
              <a:spcAft>
                <a:spcPts val="0"/>
              </a:spcAft>
              <a:buSzPts val="1600"/>
              <a:buAutoNum type="romanLcPeriod"/>
              <a:defRPr/>
            </a:lvl9pPr>
          </a:lstStyle>
          <a:p/>
        </p:txBody>
      </p:sp>
      <p:sp>
        <p:nvSpPr>
          <p:cNvPr id="289" name="Google Shape;289;p4"/>
          <p:cNvSpPr/>
          <p:nvPr/>
        </p:nvSpPr>
        <p:spPr>
          <a:xfrm flipH="1">
            <a:off x="125" y="0"/>
            <a:ext cx="7131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290" name="Google Shape;290;p4"/>
          <p:cNvGrpSpPr/>
          <p:nvPr/>
        </p:nvGrpSpPr>
        <p:grpSpPr>
          <a:xfrm>
            <a:off x="-395554" y="1878269"/>
            <a:ext cx="1001862" cy="1525380"/>
            <a:chOff x="2060921" y="-3413869"/>
            <a:chExt cx="1001862" cy="1525380"/>
          </a:xfrm>
        </p:grpSpPr>
        <p:sp>
          <p:nvSpPr>
            <p:cNvPr id="291" name="Google Shape;291;p4"/>
            <p:cNvSpPr/>
            <p:nvPr/>
          </p:nvSpPr>
          <p:spPr>
            <a:xfrm flipH="1">
              <a:off x="2060921" y="-3413869"/>
              <a:ext cx="1001862" cy="1525380"/>
            </a:xfrm>
            <a:custGeom>
              <a:rect b="b" l="l" r="r" t="t"/>
              <a:pathLst>
                <a:path extrusionOk="0" h="27284" w="17920">
                  <a:moveTo>
                    <a:pt x="9041" y="81"/>
                  </a:moveTo>
                  <a:lnTo>
                    <a:pt x="9464" y="101"/>
                  </a:lnTo>
                  <a:lnTo>
                    <a:pt x="9888" y="141"/>
                  </a:lnTo>
                  <a:lnTo>
                    <a:pt x="10312" y="222"/>
                  </a:lnTo>
                  <a:lnTo>
                    <a:pt x="10716" y="323"/>
                  </a:lnTo>
                  <a:lnTo>
                    <a:pt x="11139" y="444"/>
                  </a:lnTo>
                  <a:lnTo>
                    <a:pt x="11543" y="605"/>
                  </a:lnTo>
                  <a:lnTo>
                    <a:pt x="11947" y="767"/>
                  </a:lnTo>
                  <a:lnTo>
                    <a:pt x="12350" y="969"/>
                  </a:lnTo>
                  <a:lnTo>
                    <a:pt x="12734" y="1191"/>
                  </a:lnTo>
                  <a:lnTo>
                    <a:pt x="13117" y="1433"/>
                  </a:lnTo>
                  <a:lnTo>
                    <a:pt x="13480" y="1715"/>
                  </a:lnTo>
                  <a:lnTo>
                    <a:pt x="13844" y="1998"/>
                  </a:lnTo>
                  <a:lnTo>
                    <a:pt x="14187" y="2301"/>
                  </a:lnTo>
                  <a:lnTo>
                    <a:pt x="14530" y="2644"/>
                  </a:lnTo>
                  <a:lnTo>
                    <a:pt x="14832" y="2987"/>
                  </a:lnTo>
                  <a:lnTo>
                    <a:pt x="15155" y="3350"/>
                  </a:lnTo>
                  <a:lnTo>
                    <a:pt x="15397" y="3673"/>
                  </a:lnTo>
                  <a:lnTo>
                    <a:pt x="15619" y="4016"/>
                  </a:lnTo>
                  <a:lnTo>
                    <a:pt x="15841" y="4359"/>
                  </a:lnTo>
                  <a:lnTo>
                    <a:pt x="16063" y="4722"/>
                  </a:lnTo>
                  <a:lnTo>
                    <a:pt x="16265" y="5106"/>
                  </a:lnTo>
                  <a:lnTo>
                    <a:pt x="16447" y="5489"/>
                  </a:lnTo>
                  <a:lnTo>
                    <a:pt x="16628" y="5893"/>
                  </a:lnTo>
                  <a:lnTo>
                    <a:pt x="16790" y="6296"/>
                  </a:lnTo>
                  <a:lnTo>
                    <a:pt x="16931" y="6720"/>
                  </a:lnTo>
                  <a:lnTo>
                    <a:pt x="17072" y="7144"/>
                  </a:lnTo>
                  <a:lnTo>
                    <a:pt x="17214" y="7588"/>
                  </a:lnTo>
                  <a:lnTo>
                    <a:pt x="17315" y="8052"/>
                  </a:lnTo>
                  <a:lnTo>
                    <a:pt x="17436" y="8516"/>
                  </a:lnTo>
                  <a:lnTo>
                    <a:pt x="17516" y="8980"/>
                  </a:lnTo>
                  <a:lnTo>
                    <a:pt x="17597" y="9485"/>
                  </a:lnTo>
                  <a:lnTo>
                    <a:pt x="17678" y="9969"/>
                  </a:lnTo>
                  <a:lnTo>
                    <a:pt x="17738" y="10514"/>
                  </a:lnTo>
                  <a:lnTo>
                    <a:pt x="17779" y="11079"/>
                  </a:lnTo>
                  <a:lnTo>
                    <a:pt x="17819" y="11624"/>
                  </a:lnTo>
                  <a:lnTo>
                    <a:pt x="17839" y="12189"/>
                  </a:lnTo>
                  <a:lnTo>
                    <a:pt x="17839" y="12774"/>
                  </a:lnTo>
                  <a:lnTo>
                    <a:pt x="17819" y="13339"/>
                  </a:lnTo>
                  <a:lnTo>
                    <a:pt x="17799" y="13924"/>
                  </a:lnTo>
                  <a:lnTo>
                    <a:pt x="17758" y="14510"/>
                  </a:lnTo>
                  <a:lnTo>
                    <a:pt x="17718" y="15115"/>
                  </a:lnTo>
                  <a:lnTo>
                    <a:pt x="17637" y="15720"/>
                  </a:lnTo>
                  <a:lnTo>
                    <a:pt x="17557" y="16326"/>
                  </a:lnTo>
                  <a:lnTo>
                    <a:pt x="17456" y="16951"/>
                  </a:lnTo>
                  <a:lnTo>
                    <a:pt x="17355" y="17577"/>
                  </a:lnTo>
                  <a:lnTo>
                    <a:pt x="17234" y="18202"/>
                  </a:lnTo>
                  <a:lnTo>
                    <a:pt x="17093" y="18848"/>
                  </a:lnTo>
                  <a:lnTo>
                    <a:pt x="16931" y="19514"/>
                  </a:lnTo>
                  <a:lnTo>
                    <a:pt x="16709" y="20362"/>
                  </a:lnTo>
                  <a:lnTo>
                    <a:pt x="16447" y="21230"/>
                  </a:lnTo>
                  <a:lnTo>
                    <a:pt x="16285" y="21673"/>
                  </a:lnTo>
                  <a:lnTo>
                    <a:pt x="16124" y="22117"/>
                  </a:lnTo>
                  <a:lnTo>
                    <a:pt x="15942" y="22561"/>
                  </a:lnTo>
                  <a:lnTo>
                    <a:pt x="15740" y="23005"/>
                  </a:lnTo>
                  <a:lnTo>
                    <a:pt x="15518" y="23429"/>
                  </a:lnTo>
                  <a:lnTo>
                    <a:pt x="15276" y="23873"/>
                  </a:lnTo>
                  <a:lnTo>
                    <a:pt x="15014" y="24277"/>
                  </a:lnTo>
                  <a:lnTo>
                    <a:pt x="14731" y="24680"/>
                  </a:lnTo>
                  <a:lnTo>
                    <a:pt x="14429" y="25064"/>
                  </a:lnTo>
                  <a:lnTo>
                    <a:pt x="14106" y="25427"/>
                  </a:lnTo>
                  <a:lnTo>
                    <a:pt x="13743" y="25770"/>
                  </a:lnTo>
                  <a:lnTo>
                    <a:pt x="13359" y="26093"/>
                  </a:lnTo>
                  <a:lnTo>
                    <a:pt x="13077" y="26295"/>
                  </a:lnTo>
                  <a:lnTo>
                    <a:pt x="12774" y="26476"/>
                  </a:lnTo>
                  <a:lnTo>
                    <a:pt x="12491" y="26658"/>
                  </a:lnTo>
                  <a:lnTo>
                    <a:pt x="12209" y="26799"/>
                  </a:lnTo>
                  <a:lnTo>
                    <a:pt x="11906" y="26920"/>
                  </a:lnTo>
                  <a:lnTo>
                    <a:pt x="11624" y="27021"/>
                  </a:lnTo>
                  <a:lnTo>
                    <a:pt x="11321" y="27102"/>
                  </a:lnTo>
                  <a:lnTo>
                    <a:pt x="11018" y="27162"/>
                  </a:lnTo>
                  <a:lnTo>
                    <a:pt x="10716" y="27203"/>
                  </a:lnTo>
                  <a:lnTo>
                    <a:pt x="10110" y="27203"/>
                  </a:lnTo>
                  <a:lnTo>
                    <a:pt x="9808" y="27183"/>
                  </a:lnTo>
                  <a:lnTo>
                    <a:pt x="9485" y="27142"/>
                  </a:lnTo>
                  <a:lnTo>
                    <a:pt x="9182" y="27062"/>
                  </a:lnTo>
                  <a:lnTo>
                    <a:pt x="8859" y="26981"/>
                  </a:lnTo>
                  <a:lnTo>
                    <a:pt x="8556" y="26860"/>
                  </a:lnTo>
                  <a:lnTo>
                    <a:pt x="8234" y="26739"/>
                  </a:lnTo>
                  <a:lnTo>
                    <a:pt x="7931" y="26577"/>
                  </a:lnTo>
                  <a:lnTo>
                    <a:pt x="7628" y="26416"/>
                  </a:lnTo>
                  <a:lnTo>
                    <a:pt x="7346" y="26234"/>
                  </a:lnTo>
                  <a:lnTo>
                    <a:pt x="7063" y="26053"/>
                  </a:lnTo>
                  <a:lnTo>
                    <a:pt x="6781" y="25851"/>
                  </a:lnTo>
                  <a:lnTo>
                    <a:pt x="6256" y="25427"/>
                  </a:lnTo>
                  <a:lnTo>
                    <a:pt x="5772" y="24983"/>
                  </a:lnTo>
                  <a:lnTo>
                    <a:pt x="5328" y="24539"/>
                  </a:lnTo>
                  <a:lnTo>
                    <a:pt x="4944" y="24095"/>
                  </a:lnTo>
                  <a:lnTo>
                    <a:pt x="4581" y="23671"/>
                  </a:lnTo>
                  <a:lnTo>
                    <a:pt x="4238" y="23227"/>
                  </a:lnTo>
                  <a:lnTo>
                    <a:pt x="3895" y="22763"/>
                  </a:lnTo>
                  <a:lnTo>
                    <a:pt x="3572" y="22279"/>
                  </a:lnTo>
                  <a:lnTo>
                    <a:pt x="3249" y="21815"/>
                  </a:lnTo>
                  <a:lnTo>
                    <a:pt x="2967" y="21330"/>
                  </a:lnTo>
                  <a:lnTo>
                    <a:pt x="2664" y="20826"/>
                  </a:lnTo>
                  <a:lnTo>
                    <a:pt x="2401" y="20342"/>
                  </a:lnTo>
                  <a:lnTo>
                    <a:pt x="2139" y="19837"/>
                  </a:lnTo>
                  <a:lnTo>
                    <a:pt x="1897" y="19333"/>
                  </a:lnTo>
                  <a:lnTo>
                    <a:pt x="1675" y="18808"/>
                  </a:lnTo>
                  <a:lnTo>
                    <a:pt x="1453" y="18303"/>
                  </a:lnTo>
                  <a:lnTo>
                    <a:pt x="1251" y="17779"/>
                  </a:lnTo>
                  <a:lnTo>
                    <a:pt x="1070" y="17254"/>
                  </a:lnTo>
                  <a:lnTo>
                    <a:pt x="888" y="16729"/>
                  </a:lnTo>
                  <a:lnTo>
                    <a:pt x="727" y="16205"/>
                  </a:lnTo>
                  <a:lnTo>
                    <a:pt x="585" y="15680"/>
                  </a:lnTo>
                  <a:lnTo>
                    <a:pt x="464" y="15095"/>
                  </a:lnTo>
                  <a:lnTo>
                    <a:pt x="343" y="14530"/>
                  </a:lnTo>
                  <a:lnTo>
                    <a:pt x="262" y="13965"/>
                  </a:lnTo>
                  <a:lnTo>
                    <a:pt x="182" y="13400"/>
                  </a:lnTo>
                  <a:lnTo>
                    <a:pt x="121" y="12835"/>
                  </a:lnTo>
                  <a:lnTo>
                    <a:pt x="101" y="12270"/>
                  </a:lnTo>
                  <a:lnTo>
                    <a:pt x="81" y="11725"/>
                  </a:lnTo>
                  <a:lnTo>
                    <a:pt x="81" y="11160"/>
                  </a:lnTo>
                  <a:lnTo>
                    <a:pt x="101" y="10615"/>
                  </a:lnTo>
                  <a:lnTo>
                    <a:pt x="141" y="10070"/>
                  </a:lnTo>
                  <a:lnTo>
                    <a:pt x="202" y="9525"/>
                  </a:lnTo>
                  <a:lnTo>
                    <a:pt x="283" y="9000"/>
                  </a:lnTo>
                  <a:lnTo>
                    <a:pt x="383" y="8476"/>
                  </a:lnTo>
                  <a:lnTo>
                    <a:pt x="505" y="7951"/>
                  </a:lnTo>
                  <a:lnTo>
                    <a:pt x="646" y="7447"/>
                  </a:lnTo>
                  <a:lnTo>
                    <a:pt x="787" y="6942"/>
                  </a:lnTo>
                  <a:lnTo>
                    <a:pt x="1049" y="6236"/>
                  </a:lnTo>
                  <a:lnTo>
                    <a:pt x="1352" y="5570"/>
                  </a:lnTo>
                  <a:lnTo>
                    <a:pt x="1695" y="4924"/>
                  </a:lnTo>
                  <a:lnTo>
                    <a:pt x="2079" y="4298"/>
                  </a:lnTo>
                  <a:lnTo>
                    <a:pt x="2482" y="3693"/>
                  </a:lnTo>
                  <a:lnTo>
                    <a:pt x="2946" y="3128"/>
                  </a:lnTo>
                  <a:lnTo>
                    <a:pt x="3188" y="2866"/>
                  </a:lnTo>
                  <a:lnTo>
                    <a:pt x="3431" y="2603"/>
                  </a:lnTo>
                  <a:lnTo>
                    <a:pt x="3673" y="2361"/>
                  </a:lnTo>
                  <a:lnTo>
                    <a:pt x="3935" y="2119"/>
                  </a:lnTo>
                  <a:lnTo>
                    <a:pt x="4218" y="1877"/>
                  </a:lnTo>
                  <a:lnTo>
                    <a:pt x="4520" y="1655"/>
                  </a:lnTo>
                  <a:lnTo>
                    <a:pt x="4803" y="1433"/>
                  </a:lnTo>
                  <a:lnTo>
                    <a:pt x="5106" y="1231"/>
                  </a:lnTo>
                  <a:lnTo>
                    <a:pt x="5408" y="1049"/>
                  </a:lnTo>
                  <a:lnTo>
                    <a:pt x="5731" y="888"/>
                  </a:lnTo>
                  <a:lnTo>
                    <a:pt x="6034" y="727"/>
                  </a:lnTo>
                  <a:lnTo>
                    <a:pt x="6337" y="605"/>
                  </a:lnTo>
                  <a:lnTo>
                    <a:pt x="6659" y="484"/>
                  </a:lnTo>
                  <a:lnTo>
                    <a:pt x="6982" y="363"/>
                  </a:lnTo>
                  <a:lnTo>
                    <a:pt x="7305" y="283"/>
                  </a:lnTo>
                  <a:lnTo>
                    <a:pt x="7628" y="202"/>
                  </a:lnTo>
                  <a:lnTo>
                    <a:pt x="7951" y="162"/>
                  </a:lnTo>
                  <a:lnTo>
                    <a:pt x="8274" y="121"/>
                  </a:lnTo>
                  <a:lnTo>
                    <a:pt x="8597" y="81"/>
                  </a:lnTo>
                  <a:close/>
                  <a:moveTo>
                    <a:pt x="8698" y="0"/>
                  </a:moveTo>
                  <a:lnTo>
                    <a:pt x="8355" y="20"/>
                  </a:lnTo>
                  <a:lnTo>
                    <a:pt x="8032" y="61"/>
                  </a:lnTo>
                  <a:lnTo>
                    <a:pt x="7689" y="121"/>
                  </a:lnTo>
                  <a:lnTo>
                    <a:pt x="7366" y="182"/>
                  </a:lnTo>
                  <a:lnTo>
                    <a:pt x="7023" y="283"/>
                  </a:lnTo>
                  <a:lnTo>
                    <a:pt x="6700" y="383"/>
                  </a:lnTo>
                  <a:lnTo>
                    <a:pt x="6377" y="505"/>
                  </a:lnTo>
                  <a:lnTo>
                    <a:pt x="6054" y="646"/>
                  </a:lnTo>
                  <a:lnTo>
                    <a:pt x="5731" y="787"/>
                  </a:lnTo>
                  <a:lnTo>
                    <a:pt x="5408" y="969"/>
                  </a:lnTo>
                  <a:lnTo>
                    <a:pt x="5085" y="1150"/>
                  </a:lnTo>
                  <a:lnTo>
                    <a:pt x="4783" y="1352"/>
                  </a:lnTo>
                  <a:lnTo>
                    <a:pt x="4480" y="1574"/>
                  </a:lnTo>
                  <a:lnTo>
                    <a:pt x="4177" y="1816"/>
                  </a:lnTo>
                  <a:lnTo>
                    <a:pt x="3895" y="2058"/>
                  </a:lnTo>
                  <a:lnTo>
                    <a:pt x="3632" y="2301"/>
                  </a:lnTo>
                  <a:lnTo>
                    <a:pt x="3370" y="2543"/>
                  </a:lnTo>
                  <a:lnTo>
                    <a:pt x="3128" y="2805"/>
                  </a:lnTo>
                  <a:lnTo>
                    <a:pt x="2886" y="3088"/>
                  </a:lnTo>
                  <a:lnTo>
                    <a:pt x="2422" y="3653"/>
                  </a:lnTo>
                  <a:lnTo>
                    <a:pt x="1998" y="4258"/>
                  </a:lnTo>
                  <a:lnTo>
                    <a:pt x="1614" y="4884"/>
                  </a:lnTo>
                  <a:lnTo>
                    <a:pt x="1271" y="5529"/>
                  </a:lnTo>
                  <a:lnTo>
                    <a:pt x="969" y="6216"/>
                  </a:lnTo>
                  <a:lnTo>
                    <a:pt x="848" y="6559"/>
                  </a:lnTo>
                  <a:lnTo>
                    <a:pt x="727" y="6902"/>
                  </a:lnTo>
                  <a:lnTo>
                    <a:pt x="565" y="7406"/>
                  </a:lnTo>
                  <a:lnTo>
                    <a:pt x="424" y="7931"/>
                  </a:lnTo>
                  <a:lnTo>
                    <a:pt x="303" y="8456"/>
                  </a:lnTo>
                  <a:lnTo>
                    <a:pt x="202" y="8980"/>
                  </a:lnTo>
                  <a:lnTo>
                    <a:pt x="121" y="9525"/>
                  </a:lnTo>
                  <a:lnTo>
                    <a:pt x="61" y="10070"/>
                  </a:lnTo>
                  <a:lnTo>
                    <a:pt x="20" y="10615"/>
                  </a:lnTo>
                  <a:lnTo>
                    <a:pt x="0" y="11160"/>
                  </a:lnTo>
                  <a:lnTo>
                    <a:pt x="0" y="11725"/>
                  </a:lnTo>
                  <a:lnTo>
                    <a:pt x="20" y="12270"/>
                  </a:lnTo>
                  <a:lnTo>
                    <a:pt x="40" y="12835"/>
                  </a:lnTo>
                  <a:lnTo>
                    <a:pt x="101" y="13400"/>
                  </a:lnTo>
                  <a:lnTo>
                    <a:pt x="182" y="13965"/>
                  </a:lnTo>
                  <a:lnTo>
                    <a:pt x="262" y="14550"/>
                  </a:lnTo>
                  <a:lnTo>
                    <a:pt x="383" y="15115"/>
                  </a:lnTo>
                  <a:lnTo>
                    <a:pt x="525" y="15700"/>
                  </a:lnTo>
                  <a:lnTo>
                    <a:pt x="666" y="16225"/>
                  </a:lnTo>
                  <a:lnTo>
                    <a:pt x="807" y="16750"/>
                  </a:lnTo>
                  <a:lnTo>
                    <a:pt x="989" y="17274"/>
                  </a:lnTo>
                  <a:lnTo>
                    <a:pt x="1170" y="17799"/>
                  </a:lnTo>
                  <a:lnTo>
                    <a:pt x="1372" y="18324"/>
                  </a:lnTo>
                  <a:lnTo>
                    <a:pt x="1594" y="18848"/>
                  </a:lnTo>
                  <a:lnTo>
                    <a:pt x="1816" y="19353"/>
                  </a:lnTo>
                  <a:lnTo>
                    <a:pt x="2058" y="19877"/>
                  </a:lnTo>
                  <a:lnTo>
                    <a:pt x="2321" y="20382"/>
                  </a:lnTo>
                  <a:lnTo>
                    <a:pt x="2603" y="20866"/>
                  </a:lnTo>
                  <a:lnTo>
                    <a:pt x="2886" y="21371"/>
                  </a:lnTo>
                  <a:lnTo>
                    <a:pt x="3188" y="21855"/>
                  </a:lnTo>
                  <a:lnTo>
                    <a:pt x="3511" y="22339"/>
                  </a:lnTo>
                  <a:lnTo>
                    <a:pt x="3834" y="22804"/>
                  </a:lnTo>
                  <a:lnTo>
                    <a:pt x="4177" y="23268"/>
                  </a:lnTo>
                  <a:lnTo>
                    <a:pt x="4520" y="23732"/>
                  </a:lnTo>
                  <a:lnTo>
                    <a:pt x="4964" y="24236"/>
                  </a:lnTo>
                  <a:lnTo>
                    <a:pt x="5206" y="24519"/>
                  </a:lnTo>
                  <a:lnTo>
                    <a:pt x="5489" y="24822"/>
                  </a:lnTo>
                  <a:lnTo>
                    <a:pt x="5792" y="25104"/>
                  </a:lnTo>
                  <a:lnTo>
                    <a:pt x="6115" y="25407"/>
                  </a:lnTo>
                  <a:lnTo>
                    <a:pt x="6458" y="25689"/>
                  </a:lnTo>
                  <a:lnTo>
                    <a:pt x="6821" y="25972"/>
                  </a:lnTo>
                  <a:lnTo>
                    <a:pt x="7204" y="26254"/>
                  </a:lnTo>
                  <a:lnTo>
                    <a:pt x="7608" y="26497"/>
                  </a:lnTo>
                  <a:lnTo>
                    <a:pt x="8032" y="26718"/>
                  </a:lnTo>
                  <a:lnTo>
                    <a:pt x="8455" y="26900"/>
                  </a:lnTo>
                  <a:lnTo>
                    <a:pt x="8920" y="27062"/>
                  </a:lnTo>
                  <a:lnTo>
                    <a:pt x="9364" y="27183"/>
                  </a:lnTo>
                  <a:lnTo>
                    <a:pt x="9606" y="27223"/>
                  </a:lnTo>
                  <a:lnTo>
                    <a:pt x="9848" y="27263"/>
                  </a:lnTo>
                  <a:lnTo>
                    <a:pt x="10090" y="27284"/>
                  </a:lnTo>
                  <a:lnTo>
                    <a:pt x="10695" y="27284"/>
                  </a:lnTo>
                  <a:lnTo>
                    <a:pt x="11079" y="27223"/>
                  </a:lnTo>
                  <a:lnTo>
                    <a:pt x="11462" y="27142"/>
                  </a:lnTo>
                  <a:lnTo>
                    <a:pt x="11846" y="27021"/>
                  </a:lnTo>
                  <a:lnTo>
                    <a:pt x="12229" y="26880"/>
                  </a:lnTo>
                  <a:lnTo>
                    <a:pt x="12613" y="26678"/>
                  </a:lnTo>
                  <a:lnTo>
                    <a:pt x="12996" y="26436"/>
                  </a:lnTo>
                  <a:lnTo>
                    <a:pt x="13400" y="26153"/>
                  </a:lnTo>
                  <a:lnTo>
                    <a:pt x="13783" y="25831"/>
                  </a:lnTo>
                  <a:lnTo>
                    <a:pt x="14146" y="25488"/>
                  </a:lnTo>
                  <a:lnTo>
                    <a:pt x="14489" y="25124"/>
                  </a:lnTo>
                  <a:lnTo>
                    <a:pt x="14792" y="24721"/>
                  </a:lnTo>
                  <a:lnTo>
                    <a:pt x="15095" y="24317"/>
                  </a:lnTo>
                  <a:lnTo>
                    <a:pt x="15357" y="23913"/>
                  </a:lnTo>
                  <a:lnTo>
                    <a:pt x="15599" y="23490"/>
                  </a:lnTo>
                  <a:lnTo>
                    <a:pt x="15821" y="23046"/>
                  </a:lnTo>
                  <a:lnTo>
                    <a:pt x="16023" y="22602"/>
                  </a:lnTo>
                  <a:lnTo>
                    <a:pt x="16205" y="22158"/>
                  </a:lnTo>
                  <a:lnTo>
                    <a:pt x="16366" y="21714"/>
                  </a:lnTo>
                  <a:lnTo>
                    <a:pt x="16527" y="21270"/>
                  </a:lnTo>
                  <a:lnTo>
                    <a:pt x="16790" y="20382"/>
                  </a:lnTo>
                  <a:lnTo>
                    <a:pt x="17012" y="19534"/>
                  </a:lnTo>
                  <a:lnTo>
                    <a:pt x="17173" y="18868"/>
                  </a:lnTo>
                  <a:lnTo>
                    <a:pt x="17315" y="18223"/>
                  </a:lnTo>
                  <a:lnTo>
                    <a:pt x="17436" y="17597"/>
                  </a:lnTo>
                  <a:lnTo>
                    <a:pt x="17537" y="16951"/>
                  </a:lnTo>
                  <a:lnTo>
                    <a:pt x="17637" y="16346"/>
                  </a:lnTo>
                  <a:lnTo>
                    <a:pt x="17718" y="15720"/>
                  </a:lnTo>
                  <a:lnTo>
                    <a:pt x="17799" y="15115"/>
                  </a:lnTo>
                  <a:lnTo>
                    <a:pt x="17839" y="14530"/>
                  </a:lnTo>
                  <a:lnTo>
                    <a:pt x="17880" y="13924"/>
                  </a:lnTo>
                  <a:lnTo>
                    <a:pt x="17900" y="13339"/>
                  </a:lnTo>
                  <a:lnTo>
                    <a:pt x="17920" y="12774"/>
                  </a:lnTo>
                  <a:lnTo>
                    <a:pt x="17920" y="12189"/>
                  </a:lnTo>
                  <a:lnTo>
                    <a:pt x="17900" y="11624"/>
                  </a:lnTo>
                  <a:lnTo>
                    <a:pt x="17859" y="11059"/>
                  </a:lnTo>
                  <a:lnTo>
                    <a:pt x="17819" y="10514"/>
                  </a:lnTo>
                  <a:lnTo>
                    <a:pt x="17758" y="9969"/>
                  </a:lnTo>
                  <a:lnTo>
                    <a:pt x="17678" y="9465"/>
                  </a:lnTo>
                  <a:lnTo>
                    <a:pt x="17597" y="8980"/>
                  </a:lnTo>
                  <a:lnTo>
                    <a:pt x="17516" y="8496"/>
                  </a:lnTo>
                  <a:lnTo>
                    <a:pt x="17395" y="8032"/>
                  </a:lnTo>
                  <a:lnTo>
                    <a:pt x="17294" y="7568"/>
                  </a:lnTo>
                  <a:lnTo>
                    <a:pt x="17153" y="7124"/>
                  </a:lnTo>
                  <a:lnTo>
                    <a:pt x="17012" y="6700"/>
                  </a:lnTo>
                  <a:lnTo>
                    <a:pt x="16850" y="6276"/>
                  </a:lnTo>
                  <a:lnTo>
                    <a:pt x="16689" y="5852"/>
                  </a:lnTo>
                  <a:lnTo>
                    <a:pt x="16507" y="5449"/>
                  </a:lnTo>
                  <a:lnTo>
                    <a:pt x="16326" y="5065"/>
                  </a:lnTo>
                  <a:lnTo>
                    <a:pt x="16124" y="4682"/>
                  </a:lnTo>
                  <a:lnTo>
                    <a:pt x="15922" y="4319"/>
                  </a:lnTo>
                  <a:lnTo>
                    <a:pt x="15700" y="3976"/>
                  </a:lnTo>
                  <a:lnTo>
                    <a:pt x="15458" y="3632"/>
                  </a:lnTo>
                  <a:lnTo>
                    <a:pt x="15216" y="3310"/>
                  </a:lnTo>
                  <a:lnTo>
                    <a:pt x="14913" y="2926"/>
                  </a:lnTo>
                  <a:lnTo>
                    <a:pt x="14590" y="2583"/>
                  </a:lnTo>
                  <a:lnTo>
                    <a:pt x="14247" y="2240"/>
                  </a:lnTo>
                  <a:lnTo>
                    <a:pt x="13904" y="1937"/>
                  </a:lnTo>
                  <a:lnTo>
                    <a:pt x="13541" y="1635"/>
                  </a:lnTo>
                  <a:lnTo>
                    <a:pt x="13157" y="1372"/>
                  </a:lnTo>
                  <a:lnTo>
                    <a:pt x="12774" y="1130"/>
                  </a:lnTo>
                  <a:lnTo>
                    <a:pt x="12391" y="908"/>
                  </a:lnTo>
                  <a:lnTo>
                    <a:pt x="11987" y="706"/>
                  </a:lnTo>
                  <a:lnTo>
                    <a:pt x="11583" y="525"/>
                  </a:lnTo>
                  <a:lnTo>
                    <a:pt x="11160" y="363"/>
                  </a:lnTo>
                  <a:lnTo>
                    <a:pt x="10736" y="242"/>
                  </a:lnTo>
                  <a:lnTo>
                    <a:pt x="10312" y="141"/>
                  </a:lnTo>
                  <a:lnTo>
                    <a:pt x="9888" y="61"/>
                  </a:lnTo>
                  <a:lnTo>
                    <a:pt x="9464" y="20"/>
                  </a:lnTo>
                  <a:lnTo>
                    <a:pt x="9041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2" name="Google Shape;292;p4"/>
            <p:cNvSpPr/>
            <p:nvPr/>
          </p:nvSpPr>
          <p:spPr>
            <a:xfrm flipH="1">
              <a:off x="2209809" y="-3290930"/>
              <a:ext cx="560808" cy="1296383"/>
            </a:xfrm>
            <a:custGeom>
              <a:rect b="b" l="l" r="r" t="t"/>
              <a:pathLst>
                <a:path extrusionOk="0" h="23188" w="10031">
                  <a:moveTo>
                    <a:pt x="4703" y="61"/>
                  </a:moveTo>
                  <a:lnTo>
                    <a:pt x="4985" y="81"/>
                  </a:lnTo>
                  <a:lnTo>
                    <a:pt x="5268" y="122"/>
                  </a:lnTo>
                  <a:lnTo>
                    <a:pt x="5550" y="202"/>
                  </a:lnTo>
                  <a:lnTo>
                    <a:pt x="5833" y="303"/>
                  </a:lnTo>
                  <a:lnTo>
                    <a:pt x="6075" y="424"/>
                  </a:lnTo>
                  <a:lnTo>
                    <a:pt x="6297" y="566"/>
                  </a:lnTo>
                  <a:lnTo>
                    <a:pt x="6519" y="707"/>
                  </a:lnTo>
                  <a:lnTo>
                    <a:pt x="6741" y="868"/>
                  </a:lnTo>
                  <a:lnTo>
                    <a:pt x="6963" y="1070"/>
                  </a:lnTo>
                  <a:lnTo>
                    <a:pt x="7165" y="1272"/>
                  </a:lnTo>
                  <a:lnTo>
                    <a:pt x="7366" y="1494"/>
                  </a:lnTo>
                  <a:lnTo>
                    <a:pt x="7548" y="1736"/>
                  </a:lnTo>
                  <a:lnTo>
                    <a:pt x="7730" y="1999"/>
                  </a:lnTo>
                  <a:lnTo>
                    <a:pt x="7911" y="2281"/>
                  </a:lnTo>
                  <a:lnTo>
                    <a:pt x="8073" y="2584"/>
                  </a:lnTo>
                  <a:lnTo>
                    <a:pt x="8234" y="2907"/>
                  </a:lnTo>
                  <a:lnTo>
                    <a:pt x="8396" y="3230"/>
                  </a:lnTo>
                  <a:lnTo>
                    <a:pt x="8537" y="3593"/>
                  </a:lnTo>
                  <a:lnTo>
                    <a:pt x="8678" y="3976"/>
                  </a:lnTo>
                  <a:lnTo>
                    <a:pt x="8819" y="4380"/>
                  </a:lnTo>
                  <a:lnTo>
                    <a:pt x="9082" y="5207"/>
                  </a:lnTo>
                  <a:lnTo>
                    <a:pt x="9304" y="6075"/>
                  </a:lnTo>
                  <a:lnTo>
                    <a:pt x="9505" y="6922"/>
                  </a:lnTo>
                  <a:lnTo>
                    <a:pt x="9647" y="7790"/>
                  </a:lnTo>
                  <a:lnTo>
                    <a:pt x="9788" y="8678"/>
                  </a:lnTo>
                  <a:lnTo>
                    <a:pt x="9869" y="9546"/>
                  </a:lnTo>
                  <a:lnTo>
                    <a:pt x="9929" y="10434"/>
                  </a:lnTo>
                  <a:lnTo>
                    <a:pt x="9949" y="11302"/>
                  </a:lnTo>
                  <a:lnTo>
                    <a:pt x="9949" y="12189"/>
                  </a:lnTo>
                  <a:lnTo>
                    <a:pt x="9909" y="13077"/>
                  </a:lnTo>
                  <a:lnTo>
                    <a:pt x="9828" y="13945"/>
                  </a:lnTo>
                  <a:lnTo>
                    <a:pt x="9727" y="14833"/>
                  </a:lnTo>
                  <a:lnTo>
                    <a:pt x="9586" y="15701"/>
                  </a:lnTo>
                  <a:lnTo>
                    <a:pt x="9405" y="16569"/>
                  </a:lnTo>
                  <a:lnTo>
                    <a:pt x="9203" y="17416"/>
                  </a:lnTo>
                  <a:lnTo>
                    <a:pt x="8961" y="18264"/>
                  </a:lnTo>
                  <a:lnTo>
                    <a:pt x="8799" y="18768"/>
                  </a:lnTo>
                  <a:lnTo>
                    <a:pt x="8618" y="19293"/>
                  </a:lnTo>
                  <a:lnTo>
                    <a:pt x="8396" y="19838"/>
                  </a:lnTo>
                  <a:lnTo>
                    <a:pt x="8133" y="20362"/>
                  </a:lnTo>
                  <a:lnTo>
                    <a:pt x="7992" y="20625"/>
                  </a:lnTo>
                  <a:lnTo>
                    <a:pt x="7831" y="20867"/>
                  </a:lnTo>
                  <a:lnTo>
                    <a:pt x="7669" y="21129"/>
                  </a:lnTo>
                  <a:lnTo>
                    <a:pt x="7487" y="21371"/>
                  </a:lnTo>
                  <a:lnTo>
                    <a:pt x="7286" y="21593"/>
                  </a:lnTo>
                  <a:lnTo>
                    <a:pt x="7084" y="21815"/>
                  </a:lnTo>
                  <a:lnTo>
                    <a:pt x="6862" y="22037"/>
                  </a:lnTo>
                  <a:lnTo>
                    <a:pt x="6620" y="22239"/>
                  </a:lnTo>
                  <a:lnTo>
                    <a:pt x="6398" y="22401"/>
                  </a:lnTo>
                  <a:lnTo>
                    <a:pt x="6196" y="22542"/>
                  </a:lnTo>
                  <a:lnTo>
                    <a:pt x="5974" y="22663"/>
                  </a:lnTo>
                  <a:lnTo>
                    <a:pt x="5772" y="22764"/>
                  </a:lnTo>
                  <a:lnTo>
                    <a:pt x="5550" y="22865"/>
                  </a:lnTo>
                  <a:lnTo>
                    <a:pt x="5348" y="22945"/>
                  </a:lnTo>
                  <a:lnTo>
                    <a:pt x="5147" y="23006"/>
                  </a:lnTo>
                  <a:lnTo>
                    <a:pt x="4945" y="23046"/>
                  </a:lnTo>
                  <a:lnTo>
                    <a:pt x="4743" y="23087"/>
                  </a:lnTo>
                  <a:lnTo>
                    <a:pt x="4541" y="23107"/>
                  </a:lnTo>
                  <a:lnTo>
                    <a:pt x="4339" y="23107"/>
                  </a:lnTo>
                  <a:lnTo>
                    <a:pt x="4138" y="23087"/>
                  </a:lnTo>
                  <a:lnTo>
                    <a:pt x="3936" y="23046"/>
                  </a:lnTo>
                  <a:lnTo>
                    <a:pt x="3754" y="23006"/>
                  </a:lnTo>
                  <a:lnTo>
                    <a:pt x="3552" y="22925"/>
                  </a:lnTo>
                  <a:lnTo>
                    <a:pt x="3351" y="22845"/>
                  </a:lnTo>
                  <a:lnTo>
                    <a:pt x="3169" y="22764"/>
                  </a:lnTo>
                  <a:lnTo>
                    <a:pt x="2987" y="22643"/>
                  </a:lnTo>
                  <a:lnTo>
                    <a:pt x="2806" y="22522"/>
                  </a:lnTo>
                  <a:lnTo>
                    <a:pt x="2644" y="22380"/>
                  </a:lnTo>
                  <a:lnTo>
                    <a:pt x="2321" y="22078"/>
                  </a:lnTo>
                  <a:lnTo>
                    <a:pt x="1999" y="21714"/>
                  </a:lnTo>
                  <a:lnTo>
                    <a:pt x="1716" y="21331"/>
                  </a:lnTo>
                  <a:lnTo>
                    <a:pt x="1454" y="20927"/>
                  </a:lnTo>
                  <a:lnTo>
                    <a:pt x="1211" y="20483"/>
                  </a:lnTo>
                  <a:lnTo>
                    <a:pt x="990" y="20019"/>
                  </a:lnTo>
                  <a:lnTo>
                    <a:pt x="788" y="19535"/>
                  </a:lnTo>
                  <a:lnTo>
                    <a:pt x="626" y="19051"/>
                  </a:lnTo>
                  <a:lnTo>
                    <a:pt x="465" y="18566"/>
                  </a:lnTo>
                  <a:lnTo>
                    <a:pt x="344" y="18082"/>
                  </a:lnTo>
                  <a:lnTo>
                    <a:pt x="243" y="17598"/>
                  </a:lnTo>
                  <a:lnTo>
                    <a:pt x="162" y="17134"/>
                  </a:lnTo>
                  <a:lnTo>
                    <a:pt x="122" y="16690"/>
                  </a:lnTo>
                  <a:lnTo>
                    <a:pt x="102" y="16286"/>
                  </a:lnTo>
                  <a:lnTo>
                    <a:pt x="81" y="15600"/>
                  </a:lnTo>
                  <a:lnTo>
                    <a:pt x="81" y="14934"/>
                  </a:lnTo>
                  <a:lnTo>
                    <a:pt x="102" y="14268"/>
                  </a:lnTo>
                  <a:lnTo>
                    <a:pt x="142" y="13582"/>
                  </a:lnTo>
                  <a:lnTo>
                    <a:pt x="182" y="12916"/>
                  </a:lnTo>
                  <a:lnTo>
                    <a:pt x="243" y="12250"/>
                  </a:lnTo>
                  <a:lnTo>
                    <a:pt x="404" y="10918"/>
                  </a:lnTo>
                  <a:lnTo>
                    <a:pt x="586" y="9586"/>
                  </a:lnTo>
                  <a:lnTo>
                    <a:pt x="788" y="8254"/>
                  </a:lnTo>
                  <a:lnTo>
                    <a:pt x="1252" y="5631"/>
                  </a:lnTo>
                  <a:lnTo>
                    <a:pt x="1454" y="4622"/>
                  </a:lnTo>
                  <a:lnTo>
                    <a:pt x="1555" y="4117"/>
                  </a:lnTo>
                  <a:lnTo>
                    <a:pt x="1676" y="3613"/>
                  </a:lnTo>
                  <a:lnTo>
                    <a:pt x="1837" y="3108"/>
                  </a:lnTo>
                  <a:lnTo>
                    <a:pt x="1999" y="2604"/>
                  </a:lnTo>
                  <a:lnTo>
                    <a:pt x="2200" y="2140"/>
                  </a:lnTo>
                  <a:lnTo>
                    <a:pt x="2442" y="1655"/>
                  </a:lnTo>
                  <a:lnTo>
                    <a:pt x="2584" y="1393"/>
                  </a:lnTo>
                  <a:lnTo>
                    <a:pt x="2745" y="1151"/>
                  </a:lnTo>
                  <a:lnTo>
                    <a:pt x="2927" y="949"/>
                  </a:lnTo>
                  <a:lnTo>
                    <a:pt x="3108" y="747"/>
                  </a:lnTo>
                  <a:lnTo>
                    <a:pt x="3290" y="586"/>
                  </a:lnTo>
                  <a:lnTo>
                    <a:pt x="3472" y="445"/>
                  </a:lnTo>
                  <a:lnTo>
                    <a:pt x="3673" y="324"/>
                  </a:lnTo>
                  <a:lnTo>
                    <a:pt x="3875" y="223"/>
                  </a:lnTo>
                  <a:lnTo>
                    <a:pt x="4077" y="162"/>
                  </a:lnTo>
                  <a:lnTo>
                    <a:pt x="4279" y="102"/>
                  </a:lnTo>
                  <a:lnTo>
                    <a:pt x="4481" y="81"/>
                  </a:lnTo>
                  <a:lnTo>
                    <a:pt x="4703" y="61"/>
                  </a:lnTo>
                  <a:close/>
                  <a:moveTo>
                    <a:pt x="4561" y="1"/>
                  </a:moveTo>
                  <a:lnTo>
                    <a:pt x="4319" y="21"/>
                  </a:lnTo>
                  <a:lnTo>
                    <a:pt x="4077" y="61"/>
                  </a:lnTo>
                  <a:lnTo>
                    <a:pt x="3855" y="142"/>
                  </a:lnTo>
                  <a:lnTo>
                    <a:pt x="3633" y="243"/>
                  </a:lnTo>
                  <a:lnTo>
                    <a:pt x="3431" y="364"/>
                  </a:lnTo>
                  <a:lnTo>
                    <a:pt x="3229" y="525"/>
                  </a:lnTo>
                  <a:lnTo>
                    <a:pt x="3048" y="687"/>
                  </a:lnTo>
                  <a:lnTo>
                    <a:pt x="2866" y="889"/>
                  </a:lnTo>
                  <a:lnTo>
                    <a:pt x="2685" y="1111"/>
                  </a:lnTo>
                  <a:lnTo>
                    <a:pt x="2523" y="1353"/>
                  </a:lnTo>
                  <a:lnTo>
                    <a:pt x="2362" y="1615"/>
                  </a:lnTo>
                  <a:lnTo>
                    <a:pt x="2120" y="2099"/>
                  </a:lnTo>
                  <a:lnTo>
                    <a:pt x="1918" y="2584"/>
                  </a:lnTo>
                  <a:lnTo>
                    <a:pt x="1756" y="3068"/>
                  </a:lnTo>
                  <a:lnTo>
                    <a:pt x="1615" y="3573"/>
                  </a:lnTo>
                  <a:lnTo>
                    <a:pt x="1474" y="4097"/>
                  </a:lnTo>
                  <a:lnTo>
                    <a:pt x="1373" y="4602"/>
                  </a:lnTo>
                  <a:lnTo>
                    <a:pt x="1171" y="5631"/>
                  </a:lnTo>
                  <a:lnTo>
                    <a:pt x="707" y="8254"/>
                  </a:lnTo>
                  <a:lnTo>
                    <a:pt x="505" y="9566"/>
                  </a:lnTo>
                  <a:lnTo>
                    <a:pt x="324" y="10898"/>
                  </a:lnTo>
                  <a:lnTo>
                    <a:pt x="162" y="12250"/>
                  </a:lnTo>
                  <a:lnTo>
                    <a:pt x="102" y="12916"/>
                  </a:lnTo>
                  <a:lnTo>
                    <a:pt x="61" y="13582"/>
                  </a:lnTo>
                  <a:lnTo>
                    <a:pt x="21" y="14268"/>
                  </a:lnTo>
                  <a:lnTo>
                    <a:pt x="1" y="14934"/>
                  </a:lnTo>
                  <a:lnTo>
                    <a:pt x="1" y="15600"/>
                  </a:lnTo>
                  <a:lnTo>
                    <a:pt x="21" y="16286"/>
                  </a:lnTo>
                  <a:lnTo>
                    <a:pt x="41" y="16710"/>
                  </a:lnTo>
                  <a:lnTo>
                    <a:pt x="81" y="17154"/>
                  </a:lnTo>
                  <a:lnTo>
                    <a:pt x="162" y="17618"/>
                  </a:lnTo>
                  <a:lnTo>
                    <a:pt x="263" y="18102"/>
                  </a:lnTo>
                  <a:lnTo>
                    <a:pt x="404" y="18587"/>
                  </a:lnTo>
                  <a:lnTo>
                    <a:pt x="546" y="19071"/>
                  </a:lnTo>
                  <a:lnTo>
                    <a:pt x="727" y="19575"/>
                  </a:lnTo>
                  <a:lnTo>
                    <a:pt x="929" y="20060"/>
                  </a:lnTo>
                  <a:lnTo>
                    <a:pt x="1151" y="20524"/>
                  </a:lnTo>
                  <a:lnTo>
                    <a:pt x="1393" y="20968"/>
                  </a:lnTo>
                  <a:lnTo>
                    <a:pt x="1655" y="21392"/>
                  </a:lnTo>
                  <a:lnTo>
                    <a:pt x="1958" y="21775"/>
                  </a:lnTo>
                  <a:lnTo>
                    <a:pt x="2261" y="22138"/>
                  </a:lnTo>
                  <a:lnTo>
                    <a:pt x="2604" y="22461"/>
                  </a:lnTo>
                  <a:lnTo>
                    <a:pt x="2765" y="22582"/>
                  </a:lnTo>
                  <a:lnTo>
                    <a:pt x="2947" y="22723"/>
                  </a:lnTo>
                  <a:lnTo>
                    <a:pt x="3129" y="22824"/>
                  </a:lnTo>
                  <a:lnTo>
                    <a:pt x="3330" y="22925"/>
                  </a:lnTo>
                  <a:lnTo>
                    <a:pt x="3593" y="23046"/>
                  </a:lnTo>
                  <a:lnTo>
                    <a:pt x="3875" y="23127"/>
                  </a:lnTo>
                  <a:lnTo>
                    <a:pt x="4158" y="23167"/>
                  </a:lnTo>
                  <a:lnTo>
                    <a:pt x="4460" y="23188"/>
                  </a:lnTo>
                  <a:lnTo>
                    <a:pt x="4723" y="23167"/>
                  </a:lnTo>
                  <a:lnTo>
                    <a:pt x="4985" y="23127"/>
                  </a:lnTo>
                  <a:lnTo>
                    <a:pt x="5268" y="23067"/>
                  </a:lnTo>
                  <a:lnTo>
                    <a:pt x="5550" y="22966"/>
                  </a:lnTo>
                  <a:lnTo>
                    <a:pt x="5813" y="22845"/>
                  </a:lnTo>
                  <a:lnTo>
                    <a:pt x="6095" y="22683"/>
                  </a:lnTo>
                  <a:lnTo>
                    <a:pt x="6378" y="22501"/>
                  </a:lnTo>
                  <a:lnTo>
                    <a:pt x="6680" y="22300"/>
                  </a:lnTo>
                  <a:lnTo>
                    <a:pt x="6922" y="22098"/>
                  </a:lnTo>
                  <a:lnTo>
                    <a:pt x="7144" y="21876"/>
                  </a:lnTo>
                  <a:lnTo>
                    <a:pt x="7346" y="21654"/>
                  </a:lnTo>
                  <a:lnTo>
                    <a:pt x="7548" y="21412"/>
                  </a:lnTo>
                  <a:lnTo>
                    <a:pt x="7730" y="21170"/>
                  </a:lnTo>
                  <a:lnTo>
                    <a:pt x="7911" y="20927"/>
                  </a:lnTo>
                  <a:lnTo>
                    <a:pt x="8053" y="20665"/>
                  </a:lnTo>
                  <a:lnTo>
                    <a:pt x="8214" y="20403"/>
                  </a:lnTo>
                  <a:lnTo>
                    <a:pt x="8476" y="19878"/>
                  </a:lnTo>
                  <a:lnTo>
                    <a:pt x="8698" y="19333"/>
                  </a:lnTo>
                  <a:lnTo>
                    <a:pt x="8880" y="18809"/>
                  </a:lnTo>
                  <a:lnTo>
                    <a:pt x="9041" y="18284"/>
                  </a:lnTo>
                  <a:lnTo>
                    <a:pt x="9283" y="17436"/>
                  </a:lnTo>
                  <a:lnTo>
                    <a:pt x="9485" y="16589"/>
                  </a:lnTo>
                  <a:lnTo>
                    <a:pt x="9667" y="15721"/>
                  </a:lnTo>
                  <a:lnTo>
                    <a:pt x="9808" y="14833"/>
                  </a:lnTo>
                  <a:lnTo>
                    <a:pt x="9909" y="13965"/>
                  </a:lnTo>
                  <a:lnTo>
                    <a:pt x="9990" y="13077"/>
                  </a:lnTo>
                  <a:lnTo>
                    <a:pt x="10030" y="12189"/>
                  </a:lnTo>
                  <a:lnTo>
                    <a:pt x="10030" y="11302"/>
                  </a:lnTo>
                  <a:lnTo>
                    <a:pt x="10010" y="10434"/>
                  </a:lnTo>
                  <a:lnTo>
                    <a:pt x="9949" y="9546"/>
                  </a:lnTo>
                  <a:lnTo>
                    <a:pt x="9869" y="8658"/>
                  </a:lnTo>
                  <a:lnTo>
                    <a:pt x="9727" y="7790"/>
                  </a:lnTo>
                  <a:lnTo>
                    <a:pt x="9566" y="6902"/>
                  </a:lnTo>
                  <a:lnTo>
                    <a:pt x="9384" y="6055"/>
                  </a:lnTo>
                  <a:lnTo>
                    <a:pt x="9162" y="5187"/>
                  </a:lnTo>
                  <a:lnTo>
                    <a:pt x="8900" y="4339"/>
                  </a:lnTo>
                  <a:lnTo>
                    <a:pt x="8759" y="3936"/>
                  </a:lnTo>
                  <a:lnTo>
                    <a:pt x="8618" y="3552"/>
                  </a:lnTo>
                  <a:lnTo>
                    <a:pt x="8476" y="3209"/>
                  </a:lnTo>
                  <a:lnTo>
                    <a:pt x="8315" y="2866"/>
                  </a:lnTo>
                  <a:lnTo>
                    <a:pt x="8153" y="2523"/>
                  </a:lnTo>
                  <a:lnTo>
                    <a:pt x="7972" y="2220"/>
                  </a:lnTo>
                  <a:lnTo>
                    <a:pt x="7790" y="1938"/>
                  </a:lnTo>
                  <a:lnTo>
                    <a:pt x="7609" y="1676"/>
                  </a:lnTo>
                  <a:lnTo>
                    <a:pt x="7407" y="1433"/>
                  </a:lnTo>
                  <a:lnTo>
                    <a:pt x="7225" y="1211"/>
                  </a:lnTo>
                  <a:lnTo>
                    <a:pt x="7003" y="990"/>
                  </a:lnTo>
                  <a:lnTo>
                    <a:pt x="6801" y="808"/>
                  </a:lnTo>
                  <a:lnTo>
                    <a:pt x="6579" y="646"/>
                  </a:lnTo>
                  <a:lnTo>
                    <a:pt x="6337" y="485"/>
                  </a:lnTo>
                  <a:lnTo>
                    <a:pt x="6095" y="344"/>
                  </a:lnTo>
                  <a:lnTo>
                    <a:pt x="5853" y="243"/>
                  </a:lnTo>
                  <a:lnTo>
                    <a:pt x="5591" y="142"/>
                  </a:lnTo>
                  <a:lnTo>
                    <a:pt x="5328" y="61"/>
                  </a:lnTo>
                  <a:lnTo>
                    <a:pt x="5066" y="21"/>
                  </a:lnTo>
                  <a:lnTo>
                    <a:pt x="4824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293" name="Google Shape;293;p4"/>
          <p:cNvGrpSpPr/>
          <p:nvPr/>
        </p:nvGrpSpPr>
        <p:grpSpPr>
          <a:xfrm>
            <a:off x="-2233707" y="-256851"/>
            <a:ext cx="2946940" cy="1512969"/>
            <a:chOff x="-1306807" y="-1638114"/>
            <a:chExt cx="2946940" cy="1512969"/>
          </a:xfrm>
        </p:grpSpPr>
        <p:sp>
          <p:nvSpPr>
            <p:cNvPr id="294" name="Google Shape;294;p4"/>
            <p:cNvSpPr/>
            <p:nvPr/>
          </p:nvSpPr>
          <p:spPr>
            <a:xfrm flipH="1">
              <a:off x="-1306807" y="-1638114"/>
              <a:ext cx="2946940" cy="1512969"/>
            </a:xfrm>
            <a:custGeom>
              <a:rect b="b" l="l" r="r" t="t"/>
              <a:pathLst>
                <a:path extrusionOk="0" h="27062" w="52711">
                  <a:moveTo>
                    <a:pt x="48008" y="81"/>
                  </a:moveTo>
                  <a:lnTo>
                    <a:pt x="48654" y="122"/>
                  </a:lnTo>
                  <a:lnTo>
                    <a:pt x="49300" y="202"/>
                  </a:lnTo>
                  <a:lnTo>
                    <a:pt x="49623" y="243"/>
                  </a:lnTo>
                  <a:lnTo>
                    <a:pt x="49946" y="323"/>
                  </a:lnTo>
                  <a:lnTo>
                    <a:pt x="50248" y="404"/>
                  </a:lnTo>
                  <a:lnTo>
                    <a:pt x="50551" y="485"/>
                  </a:lnTo>
                  <a:lnTo>
                    <a:pt x="50854" y="606"/>
                  </a:lnTo>
                  <a:lnTo>
                    <a:pt x="51156" y="727"/>
                  </a:lnTo>
                  <a:lnTo>
                    <a:pt x="51399" y="848"/>
                  </a:lnTo>
                  <a:lnTo>
                    <a:pt x="51621" y="989"/>
                  </a:lnTo>
                  <a:lnTo>
                    <a:pt x="51822" y="1131"/>
                  </a:lnTo>
                  <a:lnTo>
                    <a:pt x="52004" y="1272"/>
                  </a:lnTo>
                  <a:lnTo>
                    <a:pt x="52165" y="1413"/>
                  </a:lnTo>
                  <a:lnTo>
                    <a:pt x="52287" y="1575"/>
                  </a:lnTo>
                  <a:lnTo>
                    <a:pt x="52408" y="1756"/>
                  </a:lnTo>
                  <a:lnTo>
                    <a:pt x="52488" y="1938"/>
                  </a:lnTo>
                  <a:lnTo>
                    <a:pt x="52569" y="2180"/>
                  </a:lnTo>
                  <a:lnTo>
                    <a:pt x="52609" y="2301"/>
                  </a:lnTo>
                  <a:lnTo>
                    <a:pt x="52630" y="2442"/>
                  </a:lnTo>
                  <a:lnTo>
                    <a:pt x="52630" y="2604"/>
                  </a:lnTo>
                  <a:lnTo>
                    <a:pt x="52609" y="2765"/>
                  </a:lnTo>
                  <a:lnTo>
                    <a:pt x="52589" y="2947"/>
                  </a:lnTo>
                  <a:lnTo>
                    <a:pt x="52549" y="3128"/>
                  </a:lnTo>
                  <a:lnTo>
                    <a:pt x="52488" y="3330"/>
                  </a:lnTo>
                  <a:lnTo>
                    <a:pt x="52408" y="3532"/>
                  </a:lnTo>
                  <a:lnTo>
                    <a:pt x="52307" y="3754"/>
                  </a:lnTo>
                  <a:lnTo>
                    <a:pt x="52186" y="3976"/>
                  </a:lnTo>
                  <a:lnTo>
                    <a:pt x="52024" y="4218"/>
                  </a:lnTo>
                  <a:lnTo>
                    <a:pt x="51843" y="4460"/>
                  </a:lnTo>
                  <a:lnTo>
                    <a:pt x="51641" y="4702"/>
                  </a:lnTo>
                  <a:lnTo>
                    <a:pt x="51399" y="4965"/>
                  </a:lnTo>
                  <a:lnTo>
                    <a:pt x="50854" y="5530"/>
                  </a:lnTo>
                  <a:lnTo>
                    <a:pt x="50269" y="6075"/>
                  </a:lnTo>
                  <a:lnTo>
                    <a:pt x="49118" y="7124"/>
                  </a:lnTo>
                  <a:lnTo>
                    <a:pt x="48311" y="7851"/>
                  </a:lnTo>
                  <a:lnTo>
                    <a:pt x="47524" y="8597"/>
                  </a:lnTo>
                  <a:lnTo>
                    <a:pt x="47141" y="8981"/>
                  </a:lnTo>
                  <a:lnTo>
                    <a:pt x="46777" y="9364"/>
                  </a:lnTo>
                  <a:lnTo>
                    <a:pt x="46414" y="9747"/>
                  </a:lnTo>
                  <a:lnTo>
                    <a:pt x="46071" y="10151"/>
                  </a:lnTo>
                  <a:lnTo>
                    <a:pt x="45748" y="10555"/>
                  </a:lnTo>
                  <a:lnTo>
                    <a:pt x="45446" y="10978"/>
                  </a:lnTo>
                  <a:lnTo>
                    <a:pt x="45163" y="11422"/>
                  </a:lnTo>
                  <a:lnTo>
                    <a:pt x="44901" y="11866"/>
                  </a:lnTo>
                  <a:lnTo>
                    <a:pt x="44658" y="12331"/>
                  </a:lnTo>
                  <a:lnTo>
                    <a:pt x="44457" y="12795"/>
                  </a:lnTo>
                  <a:lnTo>
                    <a:pt x="44295" y="13299"/>
                  </a:lnTo>
                  <a:lnTo>
                    <a:pt x="44154" y="13804"/>
                  </a:lnTo>
                  <a:lnTo>
                    <a:pt x="44093" y="14127"/>
                  </a:lnTo>
                  <a:lnTo>
                    <a:pt x="44033" y="14449"/>
                  </a:lnTo>
                  <a:lnTo>
                    <a:pt x="43972" y="15095"/>
                  </a:lnTo>
                  <a:lnTo>
                    <a:pt x="43932" y="15761"/>
                  </a:lnTo>
                  <a:lnTo>
                    <a:pt x="43912" y="16407"/>
                  </a:lnTo>
                  <a:lnTo>
                    <a:pt x="43871" y="17194"/>
                  </a:lnTo>
                  <a:lnTo>
                    <a:pt x="43811" y="17981"/>
                  </a:lnTo>
                  <a:lnTo>
                    <a:pt x="43771" y="18385"/>
                  </a:lnTo>
                  <a:lnTo>
                    <a:pt x="43710" y="18768"/>
                  </a:lnTo>
                  <a:lnTo>
                    <a:pt x="43609" y="19151"/>
                  </a:lnTo>
                  <a:lnTo>
                    <a:pt x="43508" y="19535"/>
                  </a:lnTo>
                  <a:lnTo>
                    <a:pt x="43306" y="20039"/>
                  </a:lnTo>
                  <a:lnTo>
                    <a:pt x="43064" y="20544"/>
                  </a:lnTo>
                  <a:lnTo>
                    <a:pt x="42782" y="21028"/>
                  </a:lnTo>
                  <a:lnTo>
                    <a:pt x="42459" y="21492"/>
                  </a:lnTo>
                  <a:lnTo>
                    <a:pt x="42096" y="21936"/>
                  </a:lnTo>
                  <a:lnTo>
                    <a:pt x="41692" y="22360"/>
                  </a:lnTo>
                  <a:lnTo>
                    <a:pt x="41248" y="22764"/>
                  </a:lnTo>
                  <a:lnTo>
                    <a:pt x="40784" y="23127"/>
                  </a:lnTo>
                  <a:lnTo>
                    <a:pt x="40300" y="23470"/>
                  </a:lnTo>
                  <a:lnTo>
                    <a:pt x="39795" y="23773"/>
                  </a:lnTo>
                  <a:lnTo>
                    <a:pt x="39270" y="24035"/>
                  </a:lnTo>
                  <a:lnTo>
                    <a:pt x="38746" y="24277"/>
                  </a:lnTo>
                  <a:lnTo>
                    <a:pt x="38181" y="24479"/>
                  </a:lnTo>
                  <a:lnTo>
                    <a:pt x="37636" y="24640"/>
                  </a:lnTo>
                  <a:lnTo>
                    <a:pt x="37071" y="24782"/>
                  </a:lnTo>
                  <a:lnTo>
                    <a:pt x="36506" y="24862"/>
                  </a:lnTo>
                  <a:lnTo>
                    <a:pt x="34790" y="25125"/>
                  </a:lnTo>
                  <a:lnTo>
                    <a:pt x="32894" y="25387"/>
                  </a:lnTo>
                  <a:lnTo>
                    <a:pt x="30250" y="25791"/>
                  </a:lnTo>
                  <a:lnTo>
                    <a:pt x="27485" y="26174"/>
                  </a:lnTo>
                  <a:lnTo>
                    <a:pt x="26093" y="26356"/>
                  </a:lnTo>
                  <a:lnTo>
                    <a:pt x="24680" y="26517"/>
                  </a:lnTo>
                  <a:lnTo>
                    <a:pt x="23247" y="26679"/>
                  </a:lnTo>
                  <a:lnTo>
                    <a:pt x="21855" y="26800"/>
                  </a:lnTo>
                  <a:lnTo>
                    <a:pt x="20564" y="26901"/>
                  </a:lnTo>
                  <a:lnTo>
                    <a:pt x="19252" y="26961"/>
                  </a:lnTo>
                  <a:lnTo>
                    <a:pt x="17900" y="26981"/>
                  </a:lnTo>
                  <a:lnTo>
                    <a:pt x="16548" y="26961"/>
                  </a:lnTo>
                  <a:lnTo>
                    <a:pt x="15175" y="26901"/>
                  </a:lnTo>
                  <a:lnTo>
                    <a:pt x="13783" y="26820"/>
                  </a:lnTo>
                  <a:lnTo>
                    <a:pt x="12370" y="26699"/>
                  </a:lnTo>
                  <a:lnTo>
                    <a:pt x="10958" y="26558"/>
                  </a:lnTo>
                  <a:lnTo>
                    <a:pt x="10837" y="26537"/>
                  </a:lnTo>
                  <a:lnTo>
                    <a:pt x="9626" y="26396"/>
                  </a:lnTo>
                  <a:lnTo>
                    <a:pt x="8334" y="26214"/>
                  </a:lnTo>
                  <a:lnTo>
                    <a:pt x="7648" y="26093"/>
                  </a:lnTo>
                  <a:lnTo>
                    <a:pt x="6962" y="25972"/>
                  </a:lnTo>
                  <a:lnTo>
                    <a:pt x="6276" y="25851"/>
                  </a:lnTo>
                  <a:lnTo>
                    <a:pt x="5590" y="25690"/>
                  </a:lnTo>
                  <a:lnTo>
                    <a:pt x="4924" y="25508"/>
                  </a:lnTo>
                  <a:lnTo>
                    <a:pt x="4258" y="25327"/>
                  </a:lnTo>
                  <a:lnTo>
                    <a:pt x="3612" y="25105"/>
                  </a:lnTo>
                  <a:lnTo>
                    <a:pt x="3007" y="24862"/>
                  </a:lnTo>
                  <a:lnTo>
                    <a:pt x="2422" y="24580"/>
                  </a:lnTo>
                  <a:lnTo>
                    <a:pt x="1877" y="24277"/>
                  </a:lnTo>
                  <a:lnTo>
                    <a:pt x="1614" y="24136"/>
                  </a:lnTo>
                  <a:lnTo>
                    <a:pt x="1372" y="23954"/>
                  </a:lnTo>
                  <a:lnTo>
                    <a:pt x="1130" y="23773"/>
                  </a:lnTo>
                  <a:lnTo>
                    <a:pt x="908" y="23591"/>
                  </a:lnTo>
                  <a:lnTo>
                    <a:pt x="727" y="23409"/>
                  </a:lnTo>
                  <a:lnTo>
                    <a:pt x="545" y="23208"/>
                  </a:lnTo>
                  <a:lnTo>
                    <a:pt x="404" y="23026"/>
                  </a:lnTo>
                  <a:lnTo>
                    <a:pt x="283" y="22824"/>
                  </a:lnTo>
                  <a:lnTo>
                    <a:pt x="202" y="22643"/>
                  </a:lnTo>
                  <a:lnTo>
                    <a:pt x="121" y="22441"/>
                  </a:lnTo>
                  <a:lnTo>
                    <a:pt x="101" y="22239"/>
                  </a:lnTo>
                  <a:lnTo>
                    <a:pt x="81" y="22037"/>
                  </a:lnTo>
                  <a:lnTo>
                    <a:pt x="101" y="21815"/>
                  </a:lnTo>
                  <a:lnTo>
                    <a:pt x="141" y="21593"/>
                  </a:lnTo>
                  <a:lnTo>
                    <a:pt x="202" y="21371"/>
                  </a:lnTo>
                  <a:lnTo>
                    <a:pt x="303" y="21149"/>
                  </a:lnTo>
                  <a:lnTo>
                    <a:pt x="424" y="20947"/>
                  </a:lnTo>
                  <a:lnTo>
                    <a:pt x="565" y="20725"/>
                  </a:lnTo>
                  <a:lnTo>
                    <a:pt x="706" y="20524"/>
                  </a:lnTo>
                  <a:lnTo>
                    <a:pt x="888" y="20302"/>
                  </a:lnTo>
                  <a:lnTo>
                    <a:pt x="1251" y="19898"/>
                  </a:lnTo>
                  <a:lnTo>
                    <a:pt x="1675" y="19494"/>
                  </a:lnTo>
                  <a:lnTo>
                    <a:pt x="2099" y="19111"/>
                  </a:lnTo>
                  <a:lnTo>
                    <a:pt x="2543" y="18748"/>
                  </a:lnTo>
                  <a:lnTo>
                    <a:pt x="3168" y="18183"/>
                  </a:lnTo>
                  <a:lnTo>
                    <a:pt x="3451" y="17920"/>
                  </a:lnTo>
                  <a:lnTo>
                    <a:pt x="3713" y="17658"/>
                  </a:lnTo>
                  <a:lnTo>
                    <a:pt x="4641" y="16669"/>
                  </a:lnTo>
                  <a:lnTo>
                    <a:pt x="5570" y="15701"/>
                  </a:lnTo>
                  <a:lnTo>
                    <a:pt x="6498" y="14793"/>
                  </a:lnTo>
                  <a:lnTo>
                    <a:pt x="7426" y="13925"/>
                  </a:lnTo>
                  <a:lnTo>
                    <a:pt x="8375" y="13097"/>
                  </a:lnTo>
                  <a:lnTo>
                    <a:pt x="9323" y="12310"/>
                  </a:lnTo>
                  <a:lnTo>
                    <a:pt x="10272" y="11564"/>
                  </a:lnTo>
                  <a:lnTo>
                    <a:pt x="11240" y="10857"/>
                  </a:lnTo>
                  <a:lnTo>
                    <a:pt x="12370" y="10091"/>
                  </a:lnTo>
                  <a:lnTo>
                    <a:pt x="13521" y="9324"/>
                  </a:lnTo>
                  <a:lnTo>
                    <a:pt x="14711" y="8597"/>
                  </a:lnTo>
                  <a:lnTo>
                    <a:pt x="15922" y="7911"/>
                  </a:lnTo>
                  <a:lnTo>
                    <a:pt x="17153" y="7245"/>
                  </a:lnTo>
                  <a:lnTo>
                    <a:pt x="18424" y="6599"/>
                  </a:lnTo>
                  <a:lnTo>
                    <a:pt x="19716" y="5994"/>
                  </a:lnTo>
                  <a:lnTo>
                    <a:pt x="21028" y="5429"/>
                  </a:lnTo>
                  <a:lnTo>
                    <a:pt x="22380" y="4864"/>
                  </a:lnTo>
                  <a:lnTo>
                    <a:pt x="23752" y="4339"/>
                  </a:lnTo>
                  <a:lnTo>
                    <a:pt x="25165" y="3855"/>
                  </a:lnTo>
                  <a:lnTo>
                    <a:pt x="26597" y="3391"/>
                  </a:lnTo>
                  <a:lnTo>
                    <a:pt x="28050" y="2967"/>
                  </a:lnTo>
                  <a:lnTo>
                    <a:pt x="29544" y="2563"/>
                  </a:lnTo>
                  <a:lnTo>
                    <a:pt x="31037" y="2180"/>
                  </a:lnTo>
                  <a:lnTo>
                    <a:pt x="32591" y="1837"/>
                  </a:lnTo>
                  <a:lnTo>
                    <a:pt x="34145" y="1514"/>
                  </a:lnTo>
                  <a:lnTo>
                    <a:pt x="35739" y="1231"/>
                  </a:lnTo>
                  <a:lnTo>
                    <a:pt x="37374" y="989"/>
                  </a:lnTo>
                  <a:lnTo>
                    <a:pt x="39028" y="747"/>
                  </a:lnTo>
                  <a:lnTo>
                    <a:pt x="40723" y="566"/>
                  </a:lnTo>
                  <a:lnTo>
                    <a:pt x="42439" y="384"/>
                  </a:lnTo>
                  <a:lnTo>
                    <a:pt x="44194" y="243"/>
                  </a:lnTo>
                  <a:lnTo>
                    <a:pt x="45970" y="142"/>
                  </a:lnTo>
                  <a:lnTo>
                    <a:pt x="46656" y="101"/>
                  </a:lnTo>
                  <a:lnTo>
                    <a:pt x="47342" y="81"/>
                  </a:lnTo>
                  <a:close/>
                  <a:moveTo>
                    <a:pt x="47302" y="1"/>
                  </a:moveTo>
                  <a:lnTo>
                    <a:pt x="46636" y="21"/>
                  </a:lnTo>
                  <a:lnTo>
                    <a:pt x="45970" y="61"/>
                  </a:lnTo>
                  <a:lnTo>
                    <a:pt x="44194" y="162"/>
                  </a:lnTo>
                  <a:lnTo>
                    <a:pt x="42439" y="303"/>
                  </a:lnTo>
                  <a:lnTo>
                    <a:pt x="40703" y="485"/>
                  </a:lnTo>
                  <a:lnTo>
                    <a:pt x="39028" y="666"/>
                  </a:lnTo>
                  <a:lnTo>
                    <a:pt x="37353" y="909"/>
                  </a:lnTo>
                  <a:lnTo>
                    <a:pt x="35739" y="1151"/>
                  </a:lnTo>
                  <a:lnTo>
                    <a:pt x="34145" y="1453"/>
                  </a:lnTo>
                  <a:lnTo>
                    <a:pt x="32571" y="1756"/>
                  </a:lnTo>
                  <a:lnTo>
                    <a:pt x="31017" y="2099"/>
                  </a:lnTo>
                  <a:lnTo>
                    <a:pt x="29523" y="2483"/>
                  </a:lnTo>
                  <a:lnTo>
                    <a:pt x="28030" y="2886"/>
                  </a:lnTo>
                  <a:lnTo>
                    <a:pt x="26577" y="3310"/>
                  </a:lnTo>
                  <a:lnTo>
                    <a:pt x="25144" y="3774"/>
                  </a:lnTo>
                  <a:lnTo>
                    <a:pt x="23732" y="4279"/>
                  </a:lnTo>
                  <a:lnTo>
                    <a:pt x="22339" y="4803"/>
                  </a:lnTo>
                  <a:lnTo>
                    <a:pt x="20987" y="5348"/>
                  </a:lnTo>
                  <a:lnTo>
                    <a:pt x="19676" y="5933"/>
                  </a:lnTo>
                  <a:lnTo>
                    <a:pt x="18384" y="6539"/>
                  </a:lnTo>
                  <a:lnTo>
                    <a:pt x="17113" y="7164"/>
                  </a:lnTo>
                  <a:lnTo>
                    <a:pt x="15882" y="7830"/>
                  </a:lnTo>
                  <a:lnTo>
                    <a:pt x="14671" y="8537"/>
                  </a:lnTo>
                  <a:lnTo>
                    <a:pt x="13480" y="9263"/>
                  </a:lnTo>
                  <a:lnTo>
                    <a:pt x="12330" y="10010"/>
                  </a:lnTo>
                  <a:lnTo>
                    <a:pt x="11200" y="10797"/>
                  </a:lnTo>
                  <a:lnTo>
                    <a:pt x="10231" y="11503"/>
                  </a:lnTo>
                  <a:lnTo>
                    <a:pt x="9263" y="12250"/>
                  </a:lnTo>
                  <a:lnTo>
                    <a:pt x="8314" y="13037"/>
                  </a:lnTo>
                  <a:lnTo>
                    <a:pt x="7386" y="13864"/>
                  </a:lnTo>
                  <a:lnTo>
                    <a:pt x="6438" y="14732"/>
                  </a:lnTo>
                  <a:lnTo>
                    <a:pt x="5509" y="15640"/>
                  </a:lnTo>
                  <a:lnTo>
                    <a:pt x="4581" y="16609"/>
                  </a:lnTo>
                  <a:lnTo>
                    <a:pt x="3653" y="17598"/>
                  </a:lnTo>
                  <a:lnTo>
                    <a:pt x="3390" y="17860"/>
                  </a:lnTo>
                  <a:lnTo>
                    <a:pt x="3108" y="18122"/>
                  </a:lnTo>
                  <a:lnTo>
                    <a:pt x="2482" y="18687"/>
                  </a:lnTo>
                  <a:lnTo>
                    <a:pt x="2038" y="19051"/>
                  </a:lnTo>
                  <a:lnTo>
                    <a:pt x="1614" y="19454"/>
                  </a:lnTo>
                  <a:lnTo>
                    <a:pt x="1191" y="19858"/>
                  </a:lnTo>
                  <a:lnTo>
                    <a:pt x="807" y="20261"/>
                  </a:lnTo>
                  <a:lnTo>
                    <a:pt x="646" y="20483"/>
                  </a:lnTo>
                  <a:lnTo>
                    <a:pt x="484" y="20685"/>
                  </a:lnTo>
                  <a:lnTo>
                    <a:pt x="343" y="20907"/>
                  </a:lnTo>
                  <a:lnTo>
                    <a:pt x="222" y="21129"/>
                  </a:lnTo>
                  <a:lnTo>
                    <a:pt x="141" y="21351"/>
                  </a:lnTo>
                  <a:lnTo>
                    <a:pt x="61" y="21573"/>
                  </a:lnTo>
                  <a:lnTo>
                    <a:pt x="20" y="21795"/>
                  </a:lnTo>
                  <a:lnTo>
                    <a:pt x="0" y="22037"/>
                  </a:lnTo>
                  <a:lnTo>
                    <a:pt x="20" y="22239"/>
                  </a:lnTo>
                  <a:lnTo>
                    <a:pt x="61" y="22441"/>
                  </a:lnTo>
                  <a:lnTo>
                    <a:pt x="121" y="22663"/>
                  </a:lnTo>
                  <a:lnTo>
                    <a:pt x="222" y="22865"/>
                  </a:lnTo>
                  <a:lnTo>
                    <a:pt x="343" y="23066"/>
                  </a:lnTo>
                  <a:lnTo>
                    <a:pt x="484" y="23268"/>
                  </a:lnTo>
                  <a:lnTo>
                    <a:pt x="666" y="23470"/>
                  </a:lnTo>
                  <a:lnTo>
                    <a:pt x="868" y="23652"/>
                  </a:lnTo>
                  <a:lnTo>
                    <a:pt x="1090" y="23833"/>
                  </a:lnTo>
                  <a:lnTo>
                    <a:pt x="1312" y="24015"/>
                  </a:lnTo>
                  <a:lnTo>
                    <a:pt x="1574" y="24196"/>
                  </a:lnTo>
                  <a:lnTo>
                    <a:pt x="1836" y="24358"/>
                  </a:lnTo>
                  <a:lnTo>
                    <a:pt x="2381" y="24661"/>
                  </a:lnTo>
                  <a:lnTo>
                    <a:pt x="2967" y="24923"/>
                  </a:lnTo>
                  <a:lnTo>
                    <a:pt x="3592" y="25165"/>
                  </a:lnTo>
                  <a:lnTo>
                    <a:pt x="4218" y="25387"/>
                  </a:lnTo>
                  <a:lnTo>
                    <a:pt x="4884" y="25589"/>
                  </a:lnTo>
                  <a:lnTo>
                    <a:pt x="5570" y="25770"/>
                  </a:lnTo>
                  <a:lnTo>
                    <a:pt x="6256" y="25912"/>
                  </a:lnTo>
                  <a:lnTo>
                    <a:pt x="6942" y="26053"/>
                  </a:lnTo>
                  <a:lnTo>
                    <a:pt x="7628" y="26174"/>
                  </a:lnTo>
                  <a:lnTo>
                    <a:pt x="8314" y="26295"/>
                  </a:lnTo>
                  <a:lnTo>
                    <a:pt x="9606" y="26477"/>
                  </a:lnTo>
                  <a:lnTo>
                    <a:pt x="10817" y="26618"/>
                  </a:lnTo>
                  <a:lnTo>
                    <a:pt x="10938" y="26638"/>
                  </a:lnTo>
                  <a:lnTo>
                    <a:pt x="11826" y="26739"/>
                  </a:lnTo>
                  <a:lnTo>
                    <a:pt x="12693" y="26820"/>
                  </a:lnTo>
                  <a:lnTo>
                    <a:pt x="13561" y="26880"/>
                  </a:lnTo>
                  <a:lnTo>
                    <a:pt x="14429" y="26941"/>
                  </a:lnTo>
                  <a:lnTo>
                    <a:pt x="15276" y="27001"/>
                  </a:lnTo>
                  <a:lnTo>
                    <a:pt x="16124" y="27022"/>
                  </a:lnTo>
                  <a:lnTo>
                    <a:pt x="16971" y="27042"/>
                  </a:lnTo>
                  <a:lnTo>
                    <a:pt x="17799" y="27062"/>
                  </a:lnTo>
                  <a:lnTo>
                    <a:pt x="18828" y="27042"/>
                  </a:lnTo>
                  <a:lnTo>
                    <a:pt x="19857" y="27022"/>
                  </a:lnTo>
                  <a:lnTo>
                    <a:pt x="20866" y="26961"/>
                  </a:lnTo>
                  <a:lnTo>
                    <a:pt x="21855" y="26880"/>
                  </a:lnTo>
                  <a:lnTo>
                    <a:pt x="23268" y="26759"/>
                  </a:lnTo>
                  <a:lnTo>
                    <a:pt x="24680" y="26598"/>
                  </a:lnTo>
                  <a:lnTo>
                    <a:pt x="26093" y="26436"/>
                  </a:lnTo>
                  <a:lnTo>
                    <a:pt x="27505" y="26255"/>
                  </a:lnTo>
                  <a:lnTo>
                    <a:pt x="30270" y="25871"/>
                  </a:lnTo>
                  <a:lnTo>
                    <a:pt x="32914" y="25468"/>
                  </a:lnTo>
                  <a:lnTo>
                    <a:pt x="34790" y="25205"/>
                  </a:lnTo>
                  <a:lnTo>
                    <a:pt x="36506" y="24943"/>
                  </a:lnTo>
                  <a:lnTo>
                    <a:pt x="37091" y="24862"/>
                  </a:lnTo>
                  <a:lnTo>
                    <a:pt x="37656" y="24721"/>
                  </a:lnTo>
                  <a:lnTo>
                    <a:pt x="38221" y="24539"/>
                  </a:lnTo>
                  <a:lnTo>
                    <a:pt x="38766" y="24338"/>
                  </a:lnTo>
                  <a:lnTo>
                    <a:pt x="39311" y="24096"/>
                  </a:lnTo>
                  <a:lnTo>
                    <a:pt x="39835" y="23833"/>
                  </a:lnTo>
                  <a:lnTo>
                    <a:pt x="40340" y="23530"/>
                  </a:lnTo>
                  <a:lnTo>
                    <a:pt x="40824" y="23208"/>
                  </a:lnTo>
                  <a:lnTo>
                    <a:pt x="41309" y="22824"/>
                  </a:lnTo>
                  <a:lnTo>
                    <a:pt x="41753" y="22421"/>
                  </a:lnTo>
                  <a:lnTo>
                    <a:pt x="42156" y="21977"/>
                  </a:lnTo>
                  <a:lnTo>
                    <a:pt x="42540" y="21533"/>
                  </a:lnTo>
                  <a:lnTo>
                    <a:pt x="42862" y="21069"/>
                  </a:lnTo>
                  <a:lnTo>
                    <a:pt x="43145" y="20584"/>
                  </a:lnTo>
                  <a:lnTo>
                    <a:pt x="43387" y="20080"/>
                  </a:lnTo>
                  <a:lnTo>
                    <a:pt x="43589" y="19555"/>
                  </a:lnTo>
                  <a:lnTo>
                    <a:pt x="43690" y="19172"/>
                  </a:lnTo>
                  <a:lnTo>
                    <a:pt x="43771" y="18788"/>
                  </a:lnTo>
                  <a:lnTo>
                    <a:pt x="43851" y="18385"/>
                  </a:lnTo>
                  <a:lnTo>
                    <a:pt x="43892" y="18001"/>
                  </a:lnTo>
                  <a:lnTo>
                    <a:pt x="43952" y="17194"/>
                  </a:lnTo>
                  <a:lnTo>
                    <a:pt x="43993" y="16407"/>
                  </a:lnTo>
                  <a:lnTo>
                    <a:pt x="44013" y="15761"/>
                  </a:lnTo>
                  <a:lnTo>
                    <a:pt x="44053" y="15115"/>
                  </a:lnTo>
                  <a:lnTo>
                    <a:pt x="44114" y="14449"/>
                  </a:lnTo>
                  <a:lnTo>
                    <a:pt x="44174" y="14147"/>
                  </a:lnTo>
                  <a:lnTo>
                    <a:pt x="44235" y="13824"/>
                  </a:lnTo>
                  <a:lnTo>
                    <a:pt x="44376" y="13319"/>
                  </a:lnTo>
                  <a:lnTo>
                    <a:pt x="44537" y="12815"/>
                  </a:lnTo>
                  <a:lnTo>
                    <a:pt x="44739" y="12351"/>
                  </a:lnTo>
                  <a:lnTo>
                    <a:pt x="44981" y="11887"/>
                  </a:lnTo>
                  <a:lnTo>
                    <a:pt x="45224" y="11443"/>
                  </a:lnTo>
                  <a:lnTo>
                    <a:pt x="45506" y="11019"/>
                  </a:lnTo>
                  <a:lnTo>
                    <a:pt x="45809" y="10595"/>
                  </a:lnTo>
                  <a:lnTo>
                    <a:pt x="46152" y="10191"/>
                  </a:lnTo>
                  <a:lnTo>
                    <a:pt x="46475" y="9788"/>
                  </a:lnTo>
                  <a:lnTo>
                    <a:pt x="46838" y="9404"/>
                  </a:lnTo>
                  <a:lnTo>
                    <a:pt x="47201" y="9021"/>
                  </a:lnTo>
                  <a:lnTo>
                    <a:pt x="47585" y="8658"/>
                  </a:lnTo>
                  <a:lnTo>
                    <a:pt x="48372" y="7911"/>
                  </a:lnTo>
                  <a:lnTo>
                    <a:pt x="49159" y="7185"/>
                  </a:lnTo>
                  <a:lnTo>
                    <a:pt x="50329" y="6135"/>
                  </a:lnTo>
                  <a:lnTo>
                    <a:pt x="50894" y="5590"/>
                  </a:lnTo>
                  <a:lnTo>
                    <a:pt x="51459" y="5025"/>
                  </a:lnTo>
                  <a:lnTo>
                    <a:pt x="51742" y="4702"/>
                  </a:lnTo>
                  <a:lnTo>
                    <a:pt x="52024" y="4359"/>
                  </a:lnTo>
                  <a:lnTo>
                    <a:pt x="52266" y="3976"/>
                  </a:lnTo>
                  <a:lnTo>
                    <a:pt x="52387" y="3774"/>
                  </a:lnTo>
                  <a:lnTo>
                    <a:pt x="52468" y="3572"/>
                  </a:lnTo>
                  <a:lnTo>
                    <a:pt x="52569" y="3371"/>
                  </a:lnTo>
                  <a:lnTo>
                    <a:pt x="52630" y="3169"/>
                  </a:lnTo>
                  <a:lnTo>
                    <a:pt x="52670" y="2947"/>
                  </a:lnTo>
                  <a:lnTo>
                    <a:pt x="52710" y="2745"/>
                  </a:lnTo>
                  <a:lnTo>
                    <a:pt x="52710" y="2523"/>
                  </a:lnTo>
                  <a:lnTo>
                    <a:pt x="52690" y="2321"/>
                  </a:lnTo>
                  <a:lnTo>
                    <a:pt x="52650" y="2099"/>
                  </a:lnTo>
                  <a:lnTo>
                    <a:pt x="52569" y="1897"/>
                  </a:lnTo>
                  <a:lnTo>
                    <a:pt x="52468" y="1716"/>
                  </a:lnTo>
                  <a:lnTo>
                    <a:pt x="52367" y="1534"/>
                  </a:lnTo>
                  <a:lnTo>
                    <a:pt x="52226" y="1373"/>
                  </a:lnTo>
                  <a:lnTo>
                    <a:pt x="52065" y="1211"/>
                  </a:lnTo>
                  <a:lnTo>
                    <a:pt x="51883" y="1070"/>
                  </a:lnTo>
                  <a:lnTo>
                    <a:pt x="51661" y="909"/>
                  </a:lnTo>
                  <a:lnTo>
                    <a:pt x="51439" y="788"/>
                  </a:lnTo>
                  <a:lnTo>
                    <a:pt x="51197" y="666"/>
                  </a:lnTo>
                  <a:lnTo>
                    <a:pt x="50894" y="525"/>
                  </a:lnTo>
                  <a:lnTo>
                    <a:pt x="50571" y="424"/>
                  </a:lnTo>
                  <a:lnTo>
                    <a:pt x="50269" y="323"/>
                  </a:lnTo>
                  <a:lnTo>
                    <a:pt x="49946" y="243"/>
                  </a:lnTo>
                  <a:lnTo>
                    <a:pt x="49623" y="182"/>
                  </a:lnTo>
                  <a:lnTo>
                    <a:pt x="49300" y="122"/>
                  </a:lnTo>
                  <a:lnTo>
                    <a:pt x="48654" y="41"/>
                  </a:lnTo>
                  <a:lnTo>
                    <a:pt x="47988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5" name="Google Shape;295;p4"/>
            <p:cNvSpPr/>
            <p:nvPr/>
          </p:nvSpPr>
          <p:spPr>
            <a:xfrm flipH="1">
              <a:off x="-1104859" y="-1581704"/>
              <a:ext cx="2259893" cy="1045918"/>
            </a:xfrm>
            <a:custGeom>
              <a:rect b="b" l="l" r="r" t="t"/>
              <a:pathLst>
                <a:path extrusionOk="0" h="18708" w="40422">
                  <a:moveTo>
                    <a:pt x="37434" y="81"/>
                  </a:moveTo>
                  <a:lnTo>
                    <a:pt x="37919" y="101"/>
                  </a:lnTo>
                  <a:lnTo>
                    <a:pt x="38403" y="162"/>
                  </a:lnTo>
                  <a:lnTo>
                    <a:pt x="38887" y="263"/>
                  </a:lnTo>
                  <a:lnTo>
                    <a:pt x="39372" y="384"/>
                  </a:lnTo>
                  <a:lnTo>
                    <a:pt x="39634" y="485"/>
                  </a:lnTo>
                  <a:lnTo>
                    <a:pt x="39796" y="566"/>
                  </a:lnTo>
                  <a:lnTo>
                    <a:pt x="39957" y="666"/>
                  </a:lnTo>
                  <a:lnTo>
                    <a:pt x="40098" y="808"/>
                  </a:lnTo>
                  <a:lnTo>
                    <a:pt x="40219" y="949"/>
                  </a:lnTo>
                  <a:lnTo>
                    <a:pt x="40260" y="1030"/>
                  </a:lnTo>
                  <a:lnTo>
                    <a:pt x="40300" y="1110"/>
                  </a:lnTo>
                  <a:lnTo>
                    <a:pt x="40320" y="1211"/>
                  </a:lnTo>
                  <a:lnTo>
                    <a:pt x="40340" y="1292"/>
                  </a:lnTo>
                  <a:lnTo>
                    <a:pt x="40320" y="1413"/>
                  </a:lnTo>
                  <a:lnTo>
                    <a:pt x="40300" y="1534"/>
                  </a:lnTo>
                  <a:lnTo>
                    <a:pt x="40260" y="1655"/>
                  </a:lnTo>
                  <a:lnTo>
                    <a:pt x="40199" y="1756"/>
                  </a:lnTo>
                  <a:lnTo>
                    <a:pt x="40058" y="1958"/>
                  </a:lnTo>
                  <a:lnTo>
                    <a:pt x="39876" y="2160"/>
                  </a:lnTo>
                  <a:lnTo>
                    <a:pt x="39513" y="2523"/>
                  </a:lnTo>
                  <a:lnTo>
                    <a:pt x="39130" y="2886"/>
                  </a:lnTo>
                  <a:lnTo>
                    <a:pt x="38322" y="3572"/>
                  </a:lnTo>
                  <a:lnTo>
                    <a:pt x="37677" y="4117"/>
                  </a:lnTo>
                  <a:lnTo>
                    <a:pt x="37051" y="4682"/>
                  </a:lnTo>
                  <a:lnTo>
                    <a:pt x="36748" y="4985"/>
                  </a:lnTo>
                  <a:lnTo>
                    <a:pt x="36466" y="5308"/>
                  </a:lnTo>
                  <a:lnTo>
                    <a:pt x="36203" y="5631"/>
                  </a:lnTo>
                  <a:lnTo>
                    <a:pt x="35961" y="5974"/>
                  </a:lnTo>
                  <a:lnTo>
                    <a:pt x="35719" y="6337"/>
                  </a:lnTo>
                  <a:lnTo>
                    <a:pt x="35517" y="6700"/>
                  </a:lnTo>
                  <a:lnTo>
                    <a:pt x="35336" y="7084"/>
                  </a:lnTo>
                  <a:lnTo>
                    <a:pt x="35174" y="7467"/>
                  </a:lnTo>
                  <a:lnTo>
                    <a:pt x="34872" y="8254"/>
                  </a:lnTo>
                  <a:lnTo>
                    <a:pt x="34589" y="9041"/>
                  </a:lnTo>
                  <a:lnTo>
                    <a:pt x="34307" y="9869"/>
                  </a:lnTo>
                  <a:lnTo>
                    <a:pt x="34145" y="10292"/>
                  </a:lnTo>
                  <a:lnTo>
                    <a:pt x="33984" y="10696"/>
                  </a:lnTo>
                  <a:lnTo>
                    <a:pt x="33802" y="11100"/>
                  </a:lnTo>
                  <a:lnTo>
                    <a:pt x="33600" y="11503"/>
                  </a:lnTo>
                  <a:lnTo>
                    <a:pt x="33378" y="11887"/>
                  </a:lnTo>
                  <a:lnTo>
                    <a:pt x="33136" y="12250"/>
                  </a:lnTo>
                  <a:lnTo>
                    <a:pt x="32914" y="12512"/>
                  </a:lnTo>
                  <a:lnTo>
                    <a:pt x="32712" y="12754"/>
                  </a:lnTo>
                  <a:lnTo>
                    <a:pt x="32470" y="12996"/>
                  </a:lnTo>
                  <a:lnTo>
                    <a:pt x="32228" y="13239"/>
                  </a:lnTo>
                  <a:lnTo>
                    <a:pt x="31986" y="13440"/>
                  </a:lnTo>
                  <a:lnTo>
                    <a:pt x="31724" y="13642"/>
                  </a:lnTo>
                  <a:lnTo>
                    <a:pt x="31199" y="14026"/>
                  </a:lnTo>
                  <a:lnTo>
                    <a:pt x="30634" y="14369"/>
                  </a:lnTo>
                  <a:lnTo>
                    <a:pt x="30069" y="14692"/>
                  </a:lnTo>
                  <a:lnTo>
                    <a:pt x="29504" y="14954"/>
                  </a:lnTo>
                  <a:lnTo>
                    <a:pt x="28939" y="15216"/>
                  </a:lnTo>
                  <a:lnTo>
                    <a:pt x="27970" y="15640"/>
                  </a:lnTo>
                  <a:lnTo>
                    <a:pt x="26961" y="16024"/>
                  </a:lnTo>
                  <a:lnTo>
                    <a:pt x="25952" y="16387"/>
                  </a:lnTo>
                  <a:lnTo>
                    <a:pt x="24923" y="16730"/>
                  </a:lnTo>
                  <a:lnTo>
                    <a:pt x="23873" y="17033"/>
                  </a:lnTo>
                  <a:lnTo>
                    <a:pt x="22804" y="17315"/>
                  </a:lnTo>
                  <a:lnTo>
                    <a:pt x="21714" y="17557"/>
                  </a:lnTo>
                  <a:lnTo>
                    <a:pt x="20604" y="17799"/>
                  </a:lnTo>
                  <a:lnTo>
                    <a:pt x="19494" y="18001"/>
                  </a:lnTo>
                  <a:lnTo>
                    <a:pt x="18344" y="18163"/>
                  </a:lnTo>
                  <a:lnTo>
                    <a:pt x="17194" y="18304"/>
                  </a:lnTo>
                  <a:lnTo>
                    <a:pt x="16023" y="18425"/>
                  </a:lnTo>
                  <a:lnTo>
                    <a:pt x="14833" y="18526"/>
                  </a:lnTo>
                  <a:lnTo>
                    <a:pt x="13622" y="18586"/>
                  </a:lnTo>
                  <a:lnTo>
                    <a:pt x="12391" y="18607"/>
                  </a:lnTo>
                  <a:lnTo>
                    <a:pt x="11160" y="18627"/>
                  </a:lnTo>
                  <a:lnTo>
                    <a:pt x="10091" y="18607"/>
                  </a:lnTo>
                  <a:lnTo>
                    <a:pt x="8981" y="18566"/>
                  </a:lnTo>
                  <a:lnTo>
                    <a:pt x="7810" y="18465"/>
                  </a:lnTo>
                  <a:lnTo>
                    <a:pt x="7205" y="18405"/>
                  </a:lnTo>
                  <a:lnTo>
                    <a:pt x="6599" y="18324"/>
                  </a:lnTo>
                  <a:lnTo>
                    <a:pt x="5994" y="18243"/>
                  </a:lnTo>
                  <a:lnTo>
                    <a:pt x="5368" y="18122"/>
                  </a:lnTo>
                  <a:lnTo>
                    <a:pt x="4763" y="17981"/>
                  </a:lnTo>
                  <a:lnTo>
                    <a:pt x="4137" y="17840"/>
                  </a:lnTo>
                  <a:lnTo>
                    <a:pt x="3532" y="17658"/>
                  </a:lnTo>
                  <a:lnTo>
                    <a:pt x="2927" y="17456"/>
                  </a:lnTo>
                  <a:lnTo>
                    <a:pt x="2321" y="17234"/>
                  </a:lnTo>
                  <a:lnTo>
                    <a:pt x="1716" y="16972"/>
                  </a:lnTo>
                  <a:lnTo>
                    <a:pt x="1312" y="16790"/>
                  </a:lnTo>
                  <a:lnTo>
                    <a:pt x="1131" y="16669"/>
                  </a:lnTo>
                  <a:lnTo>
                    <a:pt x="949" y="16548"/>
                  </a:lnTo>
                  <a:lnTo>
                    <a:pt x="767" y="16427"/>
                  </a:lnTo>
                  <a:lnTo>
                    <a:pt x="606" y="16286"/>
                  </a:lnTo>
                  <a:lnTo>
                    <a:pt x="465" y="16124"/>
                  </a:lnTo>
                  <a:lnTo>
                    <a:pt x="323" y="15963"/>
                  </a:lnTo>
                  <a:lnTo>
                    <a:pt x="243" y="15802"/>
                  </a:lnTo>
                  <a:lnTo>
                    <a:pt x="162" y="15640"/>
                  </a:lnTo>
                  <a:lnTo>
                    <a:pt x="122" y="15499"/>
                  </a:lnTo>
                  <a:lnTo>
                    <a:pt x="101" y="15337"/>
                  </a:lnTo>
                  <a:lnTo>
                    <a:pt x="81" y="15196"/>
                  </a:lnTo>
                  <a:lnTo>
                    <a:pt x="101" y="15055"/>
                  </a:lnTo>
                  <a:lnTo>
                    <a:pt x="122" y="14914"/>
                  </a:lnTo>
                  <a:lnTo>
                    <a:pt x="162" y="14772"/>
                  </a:lnTo>
                  <a:lnTo>
                    <a:pt x="222" y="14631"/>
                  </a:lnTo>
                  <a:lnTo>
                    <a:pt x="283" y="14490"/>
                  </a:lnTo>
                  <a:lnTo>
                    <a:pt x="444" y="14207"/>
                  </a:lnTo>
                  <a:lnTo>
                    <a:pt x="646" y="13945"/>
                  </a:lnTo>
                  <a:lnTo>
                    <a:pt x="868" y="13703"/>
                  </a:lnTo>
                  <a:lnTo>
                    <a:pt x="1453" y="13077"/>
                  </a:lnTo>
                  <a:lnTo>
                    <a:pt x="2059" y="12472"/>
                  </a:lnTo>
                  <a:lnTo>
                    <a:pt x="2684" y="11887"/>
                  </a:lnTo>
                  <a:lnTo>
                    <a:pt x="3310" y="11322"/>
                  </a:lnTo>
                  <a:lnTo>
                    <a:pt x="3936" y="10797"/>
                  </a:lnTo>
                  <a:lnTo>
                    <a:pt x="4602" y="10272"/>
                  </a:lnTo>
                  <a:lnTo>
                    <a:pt x="5267" y="9768"/>
                  </a:lnTo>
                  <a:lnTo>
                    <a:pt x="5974" y="9283"/>
                  </a:lnTo>
                  <a:lnTo>
                    <a:pt x="6680" y="8819"/>
                  </a:lnTo>
                  <a:lnTo>
                    <a:pt x="7427" y="8355"/>
                  </a:lnTo>
                  <a:lnTo>
                    <a:pt x="8173" y="7891"/>
                  </a:lnTo>
                  <a:lnTo>
                    <a:pt x="8960" y="7467"/>
                  </a:lnTo>
                  <a:lnTo>
                    <a:pt x="9808" y="7003"/>
                  </a:lnTo>
                  <a:lnTo>
                    <a:pt x="10676" y="6579"/>
                  </a:lnTo>
                  <a:lnTo>
                    <a:pt x="11564" y="6155"/>
                  </a:lnTo>
                  <a:lnTo>
                    <a:pt x="12492" y="5752"/>
                  </a:lnTo>
                  <a:lnTo>
                    <a:pt x="13380" y="5389"/>
                  </a:lnTo>
                  <a:lnTo>
                    <a:pt x="14268" y="5046"/>
                  </a:lnTo>
                  <a:lnTo>
                    <a:pt x="15176" y="4702"/>
                  </a:lnTo>
                  <a:lnTo>
                    <a:pt x="16084" y="4380"/>
                  </a:lnTo>
                  <a:lnTo>
                    <a:pt x="17012" y="4077"/>
                  </a:lnTo>
                  <a:lnTo>
                    <a:pt x="17920" y="3794"/>
                  </a:lnTo>
                  <a:lnTo>
                    <a:pt x="18849" y="3512"/>
                  </a:lnTo>
                  <a:lnTo>
                    <a:pt x="19777" y="3270"/>
                  </a:lnTo>
                  <a:lnTo>
                    <a:pt x="21613" y="2765"/>
                  </a:lnTo>
                  <a:lnTo>
                    <a:pt x="23470" y="2321"/>
                  </a:lnTo>
                  <a:lnTo>
                    <a:pt x="25286" y="1918"/>
                  </a:lnTo>
                  <a:lnTo>
                    <a:pt x="27102" y="1534"/>
                  </a:lnTo>
                  <a:lnTo>
                    <a:pt x="29362" y="1070"/>
                  </a:lnTo>
                  <a:lnTo>
                    <a:pt x="30452" y="868"/>
                  </a:lnTo>
                  <a:lnTo>
                    <a:pt x="31502" y="687"/>
                  </a:lnTo>
                  <a:lnTo>
                    <a:pt x="32531" y="525"/>
                  </a:lnTo>
                  <a:lnTo>
                    <a:pt x="33560" y="384"/>
                  </a:lnTo>
                  <a:lnTo>
                    <a:pt x="34569" y="263"/>
                  </a:lnTo>
                  <a:lnTo>
                    <a:pt x="35578" y="162"/>
                  </a:lnTo>
                  <a:lnTo>
                    <a:pt x="36486" y="81"/>
                  </a:lnTo>
                  <a:close/>
                  <a:moveTo>
                    <a:pt x="36486" y="1"/>
                  </a:moveTo>
                  <a:lnTo>
                    <a:pt x="35558" y="81"/>
                  </a:lnTo>
                  <a:lnTo>
                    <a:pt x="34549" y="182"/>
                  </a:lnTo>
                  <a:lnTo>
                    <a:pt x="33540" y="303"/>
                  </a:lnTo>
                  <a:lnTo>
                    <a:pt x="32511" y="444"/>
                  </a:lnTo>
                  <a:lnTo>
                    <a:pt x="31481" y="606"/>
                  </a:lnTo>
                  <a:lnTo>
                    <a:pt x="30432" y="788"/>
                  </a:lnTo>
                  <a:lnTo>
                    <a:pt x="29362" y="989"/>
                  </a:lnTo>
                  <a:lnTo>
                    <a:pt x="27082" y="1453"/>
                  </a:lnTo>
                  <a:lnTo>
                    <a:pt x="25286" y="1837"/>
                  </a:lnTo>
                  <a:lnTo>
                    <a:pt x="23450" y="2241"/>
                  </a:lnTo>
                  <a:lnTo>
                    <a:pt x="21593" y="2705"/>
                  </a:lnTo>
                  <a:lnTo>
                    <a:pt x="19757" y="3189"/>
                  </a:lnTo>
                  <a:lnTo>
                    <a:pt x="18828" y="3451"/>
                  </a:lnTo>
                  <a:lnTo>
                    <a:pt x="17900" y="3714"/>
                  </a:lnTo>
                  <a:lnTo>
                    <a:pt x="16992" y="3996"/>
                  </a:lnTo>
                  <a:lnTo>
                    <a:pt x="16064" y="4299"/>
                  </a:lnTo>
                  <a:lnTo>
                    <a:pt x="15156" y="4622"/>
                  </a:lnTo>
                  <a:lnTo>
                    <a:pt x="14248" y="4965"/>
                  </a:lnTo>
                  <a:lnTo>
                    <a:pt x="13339" y="5308"/>
                  </a:lnTo>
                  <a:lnTo>
                    <a:pt x="12452" y="5691"/>
                  </a:lnTo>
                  <a:lnTo>
                    <a:pt x="11543" y="6095"/>
                  </a:lnTo>
                  <a:lnTo>
                    <a:pt x="10635" y="6499"/>
                  </a:lnTo>
                  <a:lnTo>
                    <a:pt x="9768" y="6942"/>
                  </a:lnTo>
                  <a:lnTo>
                    <a:pt x="8920" y="7386"/>
                  </a:lnTo>
                  <a:lnTo>
                    <a:pt x="8133" y="7830"/>
                  </a:lnTo>
                  <a:lnTo>
                    <a:pt x="7386" y="8274"/>
                  </a:lnTo>
                  <a:lnTo>
                    <a:pt x="6640" y="8738"/>
                  </a:lnTo>
                  <a:lnTo>
                    <a:pt x="5933" y="9223"/>
                  </a:lnTo>
                  <a:lnTo>
                    <a:pt x="5227" y="9707"/>
                  </a:lnTo>
                  <a:lnTo>
                    <a:pt x="4541" y="10212"/>
                  </a:lnTo>
                  <a:lnTo>
                    <a:pt x="3895" y="10736"/>
                  </a:lnTo>
                  <a:lnTo>
                    <a:pt x="3270" y="11261"/>
                  </a:lnTo>
                  <a:lnTo>
                    <a:pt x="2624" y="11826"/>
                  </a:lnTo>
                  <a:lnTo>
                    <a:pt x="1998" y="12411"/>
                  </a:lnTo>
                  <a:lnTo>
                    <a:pt x="1393" y="13017"/>
                  </a:lnTo>
                  <a:lnTo>
                    <a:pt x="808" y="13642"/>
                  </a:lnTo>
                  <a:lnTo>
                    <a:pt x="586" y="13905"/>
                  </a:lnTo>
                  <a:lnTo>
                    <a:pt x="364" y="14187"/>
                  </a:lnTo>
                  <a:lnTo>
                    <a:pt x="202" y="14470"/>
                  </a:lnTo>
                  <a:lnTo>
                    <a:pt x="122" y="14611"/>
                  </a:lnTo>
                  <a:lnTo>
                    <a:pt x="81" y="14752"/>
                  </a:lnTo>
                  <a:lnTo>
                    <a:pt x="41" y="14893"/>
                  </a:lnTo>
                  <a:lnTo>
                    <a:pt x="0" y="15055"/>
                  </a:lnTo>
                  <a:lnTo>
                    <a:pt x="0" y="15196"/>
                  </a:lnTo>
                  <a:lnTo>
                    <a:pt x="0" y="15358"/>
                  </a:lnTo>
                  <a:lnTo>
                    <a:pt x="41" y="15519"/>
                  </a:lnTo>
                  <a:lnTo>
                    <a:pt x="101" y="15680"/>
                  </a:lnTo>
                  <a:lnTo>
                    <a:pt x="162" y="15842"/>
                  </a:lnTo>
                  <a:lnTo>
                    <a:pt x="263" y="16003"/>
                  </a:lnTo>
                  <a:lnTo>
                    <a:pt x="404" y="16185"/>
                  </a:lnTo>
                  <a:lnTo>
                    <a:pt x="545" y="16346"/>
                  </a:lnTo>
                  <a:lnTo>
                    <a:pt x="727" y="16488"/>
                  </a:lnTo>
                  <a:lnTo>
                    <a:pt x="888" y="16629"/>
                  </a:lnTo>
                  <a:lnTo>
                    <a:pt x="1090" y="16750"/>
                  </a:lnTo>
                  <a:lnTo>
                    <a:pt x="1272" y="16851"/>
                  </a:lnTo>
                  <a:lnTo>
                    <a:pt x="1675" y="17053"/>
                  </a:lnTo>
                  <a:lnTo>
                    <a:pt x="2281" y="17295"/>
                  </a:lnTo>
                  <a:lnTo>
                    <a:pt x="2886" y="17537"/>
                  </a:lnTo>
                  <a:lnTo>
                    <a:pt x="3512" y="17739"/>
                  </a:lnTo>
                  <a:lnTo>
                    <a:pt x="4117" y="17920"/>
                  </a:lnTo>
                  <a:lnTo>
                    <a:pt x="4743" y="18062"/>
                  </a:lnTo>
                  <a:lnTo>
                    <a:pt x="5348" y="18203"/>
                  </a:lnTo>
                  <a:lnTo>
                    <a:pt x="5974" y="18324"/>
                  </a:lnTo>
                  <a:lnTo>
                    <a:pt x="6579" y="18405"/>
                  </a:lnTo>
                  <a:lnTo>
                    <a:pt x="7185" y="18485"/>
                  </a:lnTo>
                  <a:lnTo>
                    <a:pt x="7790" y="18546"/>
                  </a:lnTo>
                  <a:lnTo>
                    <a:pt x="8960" y="18647"/>
                  </a:lnTo>
                  <a:lnTo>
                    <a:pt x="10091" y="18687"/>
                  </a:lnTo>
                  <a:lnTo>
                    <a:pt x="11160" y="18707"/>
                  </a:lnTo>
                  <a:lnTo>
                    <a:pt x="11443" y="18707"/>
                  </a:lnTo>
                  <a:lnTo>
                    <a:pt x="12653" y="18687"/>
                  </a:lnTo>
                  <a:lnTo>
                    <a:pt x="13864" y="18647"/>
                  </a:lnTo>
                  <a:lnTo>
                    <a:pt x="15055" y="18586"/>
                  </a:lnTo>
                  <a:lnTo>
                    <a:pt x="16225" y="18485"/>
                  </a:lnTo>
                  <a:lnTo>
                    <a:pt x="17376" y="18364"/>
                  </a:lnTo>
                  <a:lnTo>
                    <a:pt x="18526" y="18223"/>
                  </a:lnTo>
                  <a:lnTo>
                    <a:pt x="19636" y="18042"/>
                  </a:lnTo>
                  <a:lnTo>
                    <a:pt x="20746" y="17840"/>
                  </a:lnTo>
                  <a:lnTo>
                    <a:pt x="21835" y="17618"/>
                  </a:lnTo>
                  <a:lnTo>
                    <a:pt x="22905" y="17376"/>
                  </a:lnTo>
                  <a:lnTo>
                    <a:pt x="23974" y="17093"/>
                  </a:lnTo>
                  <a:lnTo>
                    <a:pt x="25004" y="16790"/>
                  </a:lnTo>
                  <a:lnTo>
                    <a:pt x="26033" y="16447"/>
                  </a:lnTo>
                  <a:lnTo>
                    <a:pt x="27022" y="16084"/>
                  </a:lnTo>
                  <a:lnTo>
                    <a:pt x="28010" y="15701"/>
                  </a:lnTo>
                  <a:lnTo>
                    <a:pt x="28979" y="15297"/>
                  </a:lnTo>
                  <a:lnTo>
                    <a:pt x="29544" y="15035"/>
                  </a:lnTo>
                  <a:lnTo>
                    <a:pt x="30109" y="14752"/>
                  </a:lnTo>
                  <a:lnTo>
                    <a:pt x="30674" y="14449"/>
                  </a:lnTo>
                  <a:lnTo>
                    <a:pt x="31239" y="14086"/>
                  </a:lnTo>
                  <a:lnTo>
                    <a:pt x="31784" y="13703"/>
                  </a:lnTo>
                  <a:lnTo>
                    <a:pt x="32046" y="13501"/>
                  </a:lnTo>
                  <a:lnTo>
                    <a:pt x="32289" y="13279"/>
                  </a:lnTo>
                  <a:lnTo>
                    <a:pt x="32531" y="13057"/>
                  </a:lnTo>
                  <a:lnTo>
                    <a:pt x="32773" y="12815"/>
                  </a:lnTo>
                  <a:lnTo>
                    <a:pt x="32995" y="12553"/>
                  </a:lnTo>
                  <a:lnTo>
                    <a:pt x="33197" y="12290"/>
                  </a:lnTo>
                  <a:lnTo>
                    <a:pt x="33439" y="11927"/>
                  </a:lnTo>
                  <a:lnTo>
                    <a:pt x="33661" y="11544"/>
                  </a:lnTo>
                  <a:lnTo>
                    <a:pt x="33863" y="11140"/>
                  </a:lnTo>
                  <a:lnTo>
                    <a:pt x="34044" y="10736"/>
                  </a:lnTo>
                  <a:lnTo>
                    <a:pt x="34226" y="10333"/>
                  </a:lnTo>
                  <a:lnTo>
                    <a:pt x="34367" y="9909"/>
                  </a:lnTo>
                  <a:lnTo>
                    <a:pt x="34670" y="9061"/>
                  </a:lnTo>
                  <a:lnTo>
                    <a:pt x="34952" y="8274"/>
                  </a:lnTo>
                  <a:lnTo>
                    <a:pt x="35235" y="7487"/>
                  </a:lnTo>
                  <a:lnTo>
                    <a:pt x="35416" y="7104"/>
                  </a:lnTo>
                  <a:lnTo>
                    <a:pt x="35598" y="6741"/>
                  </a:lnTo>
                  <a:lnTo>
                    <a:pt x="35800" y="6377"/>
                  </a:lnTo>
                  <a:lnTo>
                    <a:pt x="36022" y="6014"/>
                  </a:lnTo>
                  <a:lnTo>
                    <a:pt x="36264" y="5671"/>
                  </a:lnTo>
                  <a:lnTo>
                    <a:pt x="36526" y="5348"/>
                  </a:lnTo>
                  <a:lnTo>
                    <a:pt x="36809" y="5046"/>
                  </a:lnTo>
                  <a:lnTo>
                    <a:pt x="37112" y="4743"/>
                  </a:lnTo>
                  <a:lnTo>
                    <a:pt x="37737" y="4178"/>
                  </a:lnTo>
                  <a:lnTo>
                    <a:pt x="38383" y="3633"/>
                  </a:lnTo>
                  <a:lnTo>
                    <a:pt x="39170" y="2947"/>
                  </a:lnTo>
                  <a:lnTo>
                    <a:pt x="39574" y="2584"/>
                  </a:lnTo>
                  <a:lnTo>
                    <a:pt x="39937" y="2200"/>
                  </a:lnTo>
                  <a:lnTo>
                    <a:pt x="40118" y="2019"/>
                  </a:lnTo>
                  <a:lnTo>
                    <a:pt x="40280" y="1797"/>
                  </a:lnTo>
                  <a:lnTo>
                    <a:pt x="40340" y="1675"/>
                  </a:lnTo>
                  <a:lnTo>
                    <a:pt x="40381" y="1554"/>
                  </a:lnTo>
                  <a:lnTo>
                    <a:pt x="40401" y="1433"/>
                  </a:lnTo>
                  <a:lnTo>
                    <a:pt x="40421" y="1292"/>
                  </a:lnTo>
                  <a:lnTo>
                    <a:pt x="40401" y="1191"/>
                  </a:lnTo>
                  <a:lnTo>
                    <a:pt x="40381" y="1090"/>
                  </a:lnTo>
                  <a:lnTo>
                    <a:pt x="40340" y="989"/>
                  </a:lnTo>
                  <a:lnTo>
                    <a:pt x="40280" y="909"/>
                  </a:lnTo>
                  <a:lnTo>
                    <a:pt x="40159" y="747"/>
                  </a:lnTo>
                  <a:lnTo>
                    <a:pt x="40018" y="626"/>
                  </a:lnTo>
                  <a:lnTo>
                    <a:pt x="39836" y="505"/>
                  </a:lnTo>
                  <a:lnTo>
                    <a:pt x="39674" y="424"/>
                  </a:lnTo>
                  <a:lnTo>
                    <a:pt x="39392" y="303"/>
                  </a:lnTo>
                  <a:lnTo>
                    <a:pt x="38908" y="182"/>
                  </a:lnTo>
                  <a:lnTo>
                    <a:pt x="38423" y="81"/>
                  </a:lnTo>
                  <a:lnTo>
                    <a:pt x="37939" y="21"/>
                  </a:lnTo>
                  <a:lnTo>
                    <a:pt x="37455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6" name="Google Shape;296;p4"/>
            <p:cNvSpPr/>
            <p:nvPr/>
          </p:nvSpPr>
          <p:spPr>
            <a:xfrm flipH="1">
              <a:off x="-818271" y="-1474532"/>
              <a:ext cx="1642730" cy="740159"/>
            </a:xfrm>
            <a:custGeom>
              <a:rect b="b" l="l" r="r" t="t"/>
              <a:pathLst>
                <a:path extrusionOk="0" h="13239" w="29383">
                  <a:moveTo>
                    <a:pt x="28272" y="81"/>
                  </a:moveTo>
                  <a:lnTo>
                    <a:pt x="28474" y="102"/>
                  </a:lnTo>
                  <a:lnTo>
                    <a:pt x="28696" y="142"/>
                  </a:lnTo>
                  <a:lnTo>
                    <a:pt x="28898" y="202"/>
                  </a:lnTo>
                  <a:lnTo>
                    <a:pt x="29019" y="243"/>
                  </a:lnTo>
                  <a:lnTo>
                    <a:pt x="29140" y="303"/>
                  </a:lnTo>
                  <a:lnTo>
                    <a:pt x="29201" y="364"/>
                  </a:lnTo>
                  <a:lnTo>
                    <a:pt x="29261" y="404"/>
                  </a:lnTo>
                  <a:lnTo>
                    <a:pt x="29281" y="465"/>
                  </a:lnTo>
                  <a:lnTo>
                    <a:pt x="29302" y="545"/>
                  </a:lnTo>
                  <a:lnTo>
                    <a:pt x="29302" y="626"/>
                  </a:lnTo>
                  <a:lnTo>
                    <a:pt x="29281" y="707"/>
                  </a:lnTo>
                  <a:lnTo>
                    <a:pt x="29201" y="848"/>
                  </a:lnTo>
                  <a:lnTo>
                    <a:pt x="29059" y="1070"/>
                  </a:lnTo>
                  <a:lnTo>
                    <a:pt x="28918" y="1272"/>
                  </a:lnTo>
                  <a:lnTo>
                    <a:pt x="28595" y="1676"/>
                  </a:lnTo>
                  <a:lnTo>
                    <a:pt x="28232" y="2079"/>
                  </a:lnTo>
                  <a:lnTo>
                    <a:pt x="27889" y="2442"/>
                  </a:lnTo>
                  <a:lnTo>
                    <a:pt x="27566" y="2785"/>
                  </a:lnTo>
                  <a:lnTo>
                    <a:pt x="27263" y="3129"/>
                  </a:lnTo>
                  <a:lnTo>
                    <a:pt x="26961" y="3492"/>
                  </a:lnTo>
                  <a:lnTo>
                    <a:pt x="26698" y="3855"/>
                  </a:lnTo>
                  <a:lnTo>
                    <a:pt x="26476" y="4198"/>
                  </a:lnTo>
                  <a:lnTo>
                    <a:pt x="26295" y="4521"/>
                  </a:lnTo>
                  <a:lnTo>
                    <a:pt x="26133" y="4884"/>
                  </a:lnTo>
                  <a:lnTo>
                    <a:pt x="25972" y="5247"/>
                  </a:lnTo>
                  <a:lnTo>
                    <a:pt x="25689" y="5974"/>
                  </a:lnTo>
                  <a:lnTo>
                    <a:pt x="25447" y="6721"/>
                  </a:lnTo>
                  <a:lnTo>
                    <a:pt x="25124" y="7649"/>
                  </a:lnTo>
                  <a:lnTo>
                    <a:pt x="24943" y="8113"/>
                  </a:lnTo>
                  <a:lnTo>
                    <a:pt x="24741" y="8557"/>
                  </a:lnTo>
                  <a:lnTo>
                    <a:pt x="24539" y="8981"/>
                  </a:lnTo>
                  <a:lnTo>
                    <a:pt x="24297" y="9405"/>
                  </a:lnTo>
                  <a:lnTo>
                    <a:pt x="24014" y="9788"/>
                  </a:lnTo>
                  <a:lnTo>
                    <a:pt x="23853" y="9990"/>
                  </a:lnTo>
                  <a:lnTo>
                    <a:pt x="23692" y="10171"/>
                  </a:lnTo>
                  <a:lnTo>
                    <a:pt x="23409" y="10414"/>
                  </a:lnTo>
                  <a:lnTo>
                    <a:pt x="23106" y="10676"/>
                  </a:lnTo>
                  <a:lnTo>
                    <a:pt x="22784" y="10898"/>
                  </a:lnTo>
                  <a:lnTo>
                    <a:pt x="22420" y="11100"/>
                  </a:lnTo>
                  <a:lnTo>
                    <a:pt x="22017" y="11301"/>
                  </a:lnTo>
                  <a:lnTo>
                    <a:pt x="21593" y="11483"/>
                  </a:lnTo>
                  <a:lnTo>
                    <a:pt x="21129" y="11645"/>
                  </a:lnTo>
                  <a:lnTo>
                    <a:pt x="20644" y="11786"/>
                  </a:lnTo>
                  <a:lnTo>
                    <a:pt x="19958" y="11947"/>
                  </a:lnTo>
                  <a:lnTo>
                    <a:pt x="19272" y="12088"/>
                  </a:lnTo>
                  <a:lnTo>
                    <a:pt x="18566" y="12210"/>
                  </a:lnTo>
                  <a:lnTo>
                    <a:pt x="17880" y="12290"/>
                  </a:lnTo>
                  <a:lnTo>
                    <a:pt x="17173" y="12371"/>
                  </a:lnTo>
                  <a:lnTo>
                    <a:pt x="16467" y="12432"/>
                  </a:lnTo>
                  <a:lnTo>
                    <a:pt x="15075" y="12532"/>
                  </a:lnTo>
                  <a:lnTo>
                    <a:pt x="14106" y="12593"/>
                  </a:lnTo>
                  <a:lnTo>
                    <a:pt x="12774" y="12694"/>
                  </a:lnTo>
                  <a:lnTo>
                    <a:pt x="11442" y="12815"/>
                  </a:lnTo>
                  <a:lnTo>
                    <a:pt x="9142" y="12997"/>
                  </a:lnTo>
                  <a:lnTo>
                    <a:pt x="7971" y="13077"/>
                  </a:lnTo>
                  <a:lnTo>
                    <a:pt x="6801" y="13138"/>
                  </a:lnTo>
                  <a:lnTo>
                    <a:pt x="5630" y="13158"/>
                  </a:lnTo>
                  <a:lnTo>
                    <a:pt x="4480" y="13158"/>
                  </a:lnTo>
                  <a:lnTo>
                    <a:pt x="3895" y="13138"/>
                  </a:lnTo>
                  <a:lnTo>
                    <a:pt x="3310" y="13098"/>
                  </a:lnTo>
                  <a:lnTo>
                    <a:pt x="2725" y="13057"/>
                  </a:lnTo>
                  <a:lnTo>
                    <a:pt x="2139" y="12976"/>
                  </a:lnTo>
                  <a:lnTo>
                    <a:pt x="1857" y="12936"/>
                  </a:lnTo>
                  <a:lnTo>
                    <a:pt x="1554" y="12855"/>
                  </a:lnTo>
                  <a:lnTo>
                    <a:pt x="1251" y="12754"/>
                  </a:lnTo>
                  <a:lnTo>
                    <a:pt x="969" y="12613"/>
                  </a:lnTo>
                  <a:lnTo>
                    <a:pt x="707" y="12452"/>
                  </a:lnTo>
                  <a:lnTo>
                    <a:pt x="485" y="12270"/>
                  </a:lnTo>
                  <a:lnTo>
                    <a:pt x="384" y="12169"/>
                  </a:lnTo>
                  <a:lnTo>
                    <a:pt x="303" y="12048"/>
                  </a:lnTo>
                  <a:lnTo>
                    <a:pt x="222" y="11947"/>
                  </a:lnTo>
                  <a:lnTo>
                    <a:pt x="162" y="11826"/>
                  </a:lnTo>
                  <a:lnTo>
                    <a:pt x="121" y="11685"/>
                  </a:lnTo>
                  <a:lnTo>
                    <a:pt x="81" y="11544"/>
                  </a:lnTo>
                  <a:lnTo>
                    <a:pt x="81" y="11382"/>
                  </a:lnTo>
                  <a:lnTo>
                    <a:pt x="101" y="11241"/>
                  </a:lnTo>
                  <a:lnTo>
                    <a:pt x="142" y="11079"/>
                  </a:lnTo>
                  <a:lnTo>
                    <a:pt x="202" y="10938"/>
                  </a:lnTo>
                  <a:lnTo>
                    <a:pt x="283" y="10777"/>
                  </a:lnTo>
                  <a:lnTo>
                    <a:pt x="384" y="10615"/>
                  </a:lnTo>
                  <a:lnTo>
                    <a:pt x="646" y="10313"/>
                  </a:lnTo>
                  <a:lnTo>
                    <a:pt x="929" y="10010"/>
                  </a:lnTo>
                  <a:lnTo>
                    <a:pt x="1272" y="9727"/>
                  </a:lnTo>
                  <a:lnTo>
                    <a:pt x="1635" y="9465"/>
                  </a:lnTo>
                  <a:lnTo>
                    <a:pt x="2038" y="9203"/>
                  </a:lnTo>
                  <a:lnTo>
                    <a:pt x="2422" y="8940"/>
                  </a:lnTo>
                  <a:lnTo>
                    <a:pt x="3229" y="8476"/>
                  </a:lnTo>
                  <a:lnTo>
                    <a:pt x="4016" y="7992"/>
                  </a:lnTo>
                  <a:lnTo>
                    <a:pt x="5005" y="7407"/>
                  </a:lnTo>
                  <a:lnTo>
                    <a:pt x="6014" y="6821"/>
                  </a:lnTo>
                  <a:lnTo>
                    <a:pt x="7063" y="6277"/>
                  </a:lnTo>
                  <a:lnTo>
                    <a:pt x="8153" y="5732"/>
                  </a:lnTo>
                  <a:lnTo>
                    <a:pt x="9283" y="5207"/>
                  </a:lnTo>
                  <a:lnTo>
                    <a:pt x="10433" y="4682"/>
                  </a:lnTo>
                  <a:lnTo>
                    <a:pt x="11644" y="4198"/>
                  </a:lnTo>
                  <a:lnTo>
                    <a:pt x="12895" y="3714"/>
                  </a:lnTo>
                  <a:lnTo>
                    <a:pt x="14146" y="3250"/>
                  </a:lnTo>
                  <a:lnTo>
                    <a:pt x="15438" y="2826"/>
                  </a:lnTo>
                  <a:lnTo>
                    <a:pt x="16790" y="2382"/>
                  </a:lnTo>
                  <a:lnTo>
                    <a:pt x="18182" y="1958"/>
                  </a:lnTo>
                  <a:lnTo>
                    <a:pt x="19151" y="1676"/>
                  </a:lnTo>
                  <a:lnTo>
                    <a:pt x="20180" y="1393"/>
                  </a:lnTo>
                  <a:lnTo>
                    <a:pt x="21250" y="1111"/>
                  </a:lnTo>
                  <a:lnTo>
                    <a:pt x="22380" y="848"/>
                  </a:lnTo>
                  <a:lnTo>
                    <a:pt x="23550" y="606"/>
                  </a:lnTo>
                  <a:lnTo>
                    <a:pt x="24761" y="404"/>
                  </a:lnTo>
                  <a:lnTo>
                    <a:pt x="25972" y="223"/>
                  </a:lnTo>
                  <a:lnTo>
                    <a:pt x="26598" y="162"/>
                  </a:lnTo>
                  <a:lnTo>
                    <a:pt x="27223" y="102"/>
                  </a:lnTo>
                  <a:lnTo>
                    <a:pt x="27647" y="81"/>
                  </a:lnTo>
                  <a:close/>
                  <a:moveTo>
                    <a:pt x="27647" y="1"/>
                  </a:moveTo>
                  <a:lnTo>
                    <a:pt x="27223" y="21"/>
                  </a:lnTo>
                  <a:lnTo>
                    <a:pt x="26598" y="81"/>
                  </a:lnTo>
                  <a:lnTo>
                    <a:pt x="25972" y="142"/>
                  </a:lnTo>
                  <a:lnTo>
                    <a:pt x="24741" y="324"/>
                  </a:lnTo>
                  <a:lnTo>
                    <a:pt x="23550" y="525"/>
                  </a:lnTo>
                  <a:lnTo>
                    <a:pt x="22360" y="767"/>
                  </a:lnTo>
                  <a:lnTo>
                    <a:pt x="21230" y="1030"/>
                  </a:lnTo>
                  <a:lnTo>
                    <a:pt x="20160" y="1312"/>
                  </a:lnTo>
                  <a:lnTo>
                    <a:pt x="19131" y="1595"/>
                  </a:lnTo>
                  <a:lnTo>
                    <a:pt x="18162" y="1877"/>
                  </a:lnTo>
                  <a:lnTo>
                    <a:pt x="16750" y="2301"/>
                  </a:lnTo>
                  <a:lnTo>
                    <a:pt x="15418" y="2745"/>
                  </a:lnTo>
                  <a:lnTo>
                    <a:pt x="14106" y="3189"/>
                  </a:lnTo>
                  <a:lnTo>
                    <a:pt x="12855" y="3633"/>
                  </a:lnTo>
                  <a:lnTo>
                    <a:pt x="11604" y="4117"/>
                  </a:lnTo>
                  <a:lnTo>
                    <a:pt x="10413" y="4622"/>
                  </a:lnTo>
                  <a:lnTo>
                    <a:pt x="9243" y="5126"/>
                  </a:lnTo>
                  <a:lnTo>
                    <a:pt x="8113" y="5651"/>
                  </a:lnTo>
                  <a:lnTo>
                    <a:pt x="7023" y="6196"/>
                  </a:lnTo>
                  <a:lnTo>
                    <a:pt x="5974" y="6761"/>
                  </a:lnTo>
                  <a:lnTo>
                    <a:pt x="4965" y="7326"/>
                  </a:lnTo>
                  <a:lnTo>
                    <a:pt x="3976" y="7931"/>
                  </a:lnTo>
                  <a:lnTo>
                    <a:pt x="3189" y="8396"/>
                  </a:lnTo>
                  <a:lnTo>
                    <a:pt x="2381" y="8880"/>
                  </a:lnTo>
                  <a:lnTo>
                    <a:pt x="1978" y="9142"/>
                  </a:lnTo>
                  <a:lnTo>
                    <a:pt x="1594" y="9405"/>
                  </a:lnTo>
                  <a:lnTo>
                    <a:pt x="1211" y="9667"/>
                  </a:lnTo>
                  <a:lnTo>
                    <a:pt x="888" y="9949"/>
                  </a:lnTo>
                  <a:lnTo>
                    <a:pt x="585" y="10252"/>
                  </a:lnTo>
                  <a:lnTo>
                    <a:pt x="444" y="10414"/>
                  </a:lnTo>
                  <a:lnTo>
                    <a:pt x="323" y="10575"/>
                  </a:lnTo>
                  <a:lnTo>
                    <a:pt x="202" y="10736"/>
                  </a:lnTo>
                  <a:lnTo>
                    <a:pt x="121" y="10898"/>
                  </a:lnTo>
                  <a:lnTo>
                    <a:pt x="61" y="11059"/>
                  </a:lnTo>
                  <a:lnTo>
                    <a:pt x="20" y="11241"/>
                  </a:lnTo>
                  <a:lnTo>
                    <a:pt x="0" y="11382"/>
                  </a:lnTo>
                  <a:lnTo>
                    <a:pt x="0" y="11544"/>
                  </a:lnTo>
                  <a:lnTo>
                    <a:pt x="41" y="11705"/>
                  </a:lnTo>
                  <a:lnTo>
                    <a:pt x="101" y="11867"/>
                  </a:lnTo>
                  <a:lnTo>
                    <a:pt x="202" y="12048"/>
                  </a:lnTo>
                  <a:lnTo>
                    <a:pt x="343" y="12230"/>
                  </a:lnTo>
                  <a:lnTo>
                    <a:pt x="545" y="12411"/>
                  </a:lnTo>
                  <a:lnTo>
                    <a:pt x="787" y="12593"/>
                  </a:lnTo>
                  <a:lnTo>
                    <a:pt x="1070" y="12754"/>
                  </a:lnTo>
                  <a:lnTo>
                    <a:pt x="1393" y="12896"/>
                  </a:lnTo>
                  <a:lnTo>
                    <a:pt x="1736" y="12997"/>
                  </a:lnTo>
                  <a:lnTo>
                    <a:pt x="2139" y="13057"/>
                  </a:lnTo>
                  <a:lnTo>
                    <a:pt x="2947" y="13158"/>
                  </a:lnTo>
                  <a:lnTo>
                    <a:pt x="3754" y="13198"/>
                  </a:lnTo>
                  <a:lnTo>
                    <a:pt x="4561" y="13239"/>
                  </a:lnTo>
                  <a:lnTo>
                    <a:pt x="6135" y="13239"/>
                  </a:lnTo>
                  <a:lnTo>
                    <a:pt x="6902" y="13219"/>
                  </a:lnTo>
                  <a:lnTo>
                    <a:pt x="8435" y="13138"/>
                  </a:lnTo>
                  <a:lnTo>
                    <a:pt x="9949" y="13017"/>
                  </a:lnTo>
                  <a:lnTo>
                    <a:pt x="11442" y="12896"/>
                  </a:lnTo>
                  <a:lnTo>
                    <a:pt x="12774" y="12775"/>
                  </a:lnTo>
                  <a:lnTo>
                    <a:pt x="14106" y="12674"/>
                  </a:lnTo>
                  <a:lnTo>
                    <a:pt x="15075" y="12613"/>
                  </a:lnTo>
                  <a:lnTo>
                    <a:pt x="16467" y="12512"/>
                  </a:lnTo>
                  <a:lnTo>
                    <a:pt x="17173" y="12452"/>
                  </a:lnTo>
                  <a:lnTo>
                    <a:pt x="17880" y="12371"/>
                  </a:lnTo>
                  <a:lnTo>
                    <a:pt x="18586" y="12290"/>
                  </a:lnTo>
                  <a:lnTo>
                    <a:pt x="19272" y="12169"/>
                  </a:lnTo>
                  <a:lnTo>
                    <a:pt x="19978" y="12028"/>
                  </a:lnTo>
                  <a:lnTo>
                    <a:pt x="20665" y="11867"/>
                  </a:lnTo>
                  <a:lnTo>
                    <a:pt x="21149" y="11705"/>
                  </a:lnTo>
                  <a:lnTo>
                    <a:pt x="21613" y="11544"/>
                  </a:lnTo>
                  <a:lnTo>
                    <a:pt x="22057" y="11362"/>
                  </a:lnTo>
                  <a:lnTo>
                    <a:pt x="22461" y="11180"/>
                  </a:lnTo>
                  <a:lnTo>
                    <a:pt x="22824" y="10958"/>
                  </a:lnTo>
                  <a:lnTo>
                    <a:pt x="23167" y="10736"/>
                  </a:lnTo>
                  <a:lnTo>
                    <a:pt x="23470" y="10474"/>
                  </a:lnTo>
                  <a:lnTo>
                    <a:pt x="23752" y="10212"/>
                  </a:lnTo>
                  <a:lnTo>
                    <a:pt x="23914" y="10030"/>
                  </a:lnTo>
                  <a:lnTo>
                    <a:pt x="24075" y="9849"/>
                  </a:lnTo>
                  <a:lnTo>
                    <a:pt x="24358" y="9445"/>
                  </a:lnTo>
                  <a:lnTo>
                    <a:pt x="24600" y="9021"/>
                  </a:lnTo>
                  <a:lnTo>
                    <a:pt x="24822" y="8597"/>
                  </a:lnTo>
                  <a:lnTo>
                    <a:pt x="25023" y="8133"/>
                  </a:lnTo>
                  <a:lnTo>
                    <a:pt x="25185" y="7669"/>
                  </a:lnTo>
                  <a:lnTo>
                    <a:pt x="25508" y="6741"/>
                  </a:lnTo>
                  <a:lnTo>
                    <a:pt x="25770" y="6014"/>
                  </a:lnTo>
                  <a:lnTo>
                    <a:pt x="26053" y="5268"/>
                  </a:lnTo>
                  <a:lnTo>
                    <a:pt x="26194" y="4925"/>
                  </a:lnTo>
                  <a:lnTo>
                    <a:pt x="26376" y="4561"/>
                  </a:lnTo>
                  <a:lnTo>
                    <a:pt x="26557" y="4238"/>
                  </a:lnTo>
                  <a:lnTo>
                    <a:pt x="26759" y="3895"/>
                  </a:lnTo>
                  <a:lnTo>
                    <a:pt x="27021" y="3532"/>
                  </a:lnTo>
                  <a:lnTo>
                    <a:pt x="27324" y="3169"/>
                  </a:lnTo>
                  <a:lnTo>
                    <a:pt x="27627" y="2826"/>
                  </a:lnTo>
                  <a:lnTo>
                    <a:pt x="27950" y="2503"/>
                  </a:lnTo>
                  <a:lnTo>
                    <a:pt x="28293" y="2120"/>
                  </a:lnTo>
                  <a:lnTo>
                    <a:pt x="28656" y="1736"/>
                  </a:lnTo>
                  <a:lnTo>
                    <a:pt x="28979" y="1333"/>
                  </a:lnTo>
                  <a:lnTo>
                    <a:pt x="29120" y="1111"/>
                  </a:lnTo>
                  <a:lnTo>
                    <a:pt x="29261" y="889"/>
                  </a:lnTo>
                  <a:lnTo>
                    <a:pt x="29362" y="727"/>
                  </a:lnTo>
                  <a:lnTo>
                    <a:pt x="29382" y="626"/>
                  </a:lnTo>
                  <a:lnTo>
                    <a:pt x="29382" y="545"/>
                  </a:lnTo>
                  <a:lnTo>
                    <a:pt x="29362" y="445"/>
                  </a:lnTo>
                  <a:lnTo>
                    <a:pt x="29322" y="364"/>
                  </a:lnTo>
                  <a:lnTo>
                    <a:pt x="29261" y="303"/>
                  </a:lnTo>
                  <a:lnTo>
                    <a:pt x="29201" y="243"/>
                  </a:lnTo>
                  <a:lnTo>
                    <a:pt x="29059" y="162"/>
                  </a:lnTo>
                  <a:lnTo>
                    <a:pt x="28918" y="122"/>
                  </a:lnTo>
                  <a:lnTo>
                    <a:pt x="28716" y="61"/>
                  </a:lnTo>
                  <a:lnTo>
                    <a:pt x="28494" y="21"/>
                  </a:lnTo>
                  <a:lnTo>
                    <a:pt x="28293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97" name="Google Shape;297;p4"/>
          <p:cNvSpPr/>
          <p:nvPr/>
        </p:nvSpPr>
        <p:spPr>
          <a:xfrm>
            <a:off x="128050" y="3505972"/>
            <a:ext cx="457237" cy="429412"/>
          </a:xfrm>
          <a:custGeom>
            <a:rect b="b" l="l" r="r" t="t"/>
            <a:pathLst>
              <a:path extrusionOk="0" h="92099" w="98067">
                <a:moveTo>
                  <a:pt x="49019" y="0"/>
                </a:moveTo>
                <a:lnTo>
                  <a:pt x="48824" y="1171"/>
                </a:lnTo>
                <a:lnTo>
                  <a:pt x="48629" y="2064"/>
                </a:lnTo>
                <a:lnTo>
                  <a:pt x="48378" y="3151"/>
                </a:lnTo>
                <a:lnTo>
                  <a:pt x="48071" y="4434"/>
                </a:lnTo>
                <a:lnTo>
                  <a:pt x="47709" y="5884"/>
                </a:lnTo>
                <a:lnTo>
                  <a:pt x="47263" y="7501"/>
                </a:lnTo>
                <a:lnTo>
                  <a:pt x="46733" y="9230"/>
                </a:lnTo>
                <a:lnTo>
                  <a:pt x="46119" y="11070"/>
                </a:lnTo>
                <a:lnTo>
                  <a:pt x="45422" y="13050"/>
                </a:lnTo>
                <a:lnTo>
                  <a:pt x="44641" y="15085"/>
                </a:lnTo>
                <a:lnTo>
                  <a:pt x="43777" y="17177"/>
                </a:lnTo>
                <a:lnTo>
                  <a:pt x="43303" y="18264"/>
                </a:lnTo>
                <a:lnTo>
                  <a:pt x="42801" y="19351"/>
                </a:lnTo>
                <a:lnTo>
                  <a:pt x="42271" y="20439"/>
                </a:lnTo>
                <a:lnTo>
                  <a:pt x="41742" y="21554"/>
                </a:lnTo>
                <a:lnTo>
                  <a:pt x="41156" y="22670"/>
                </a:lnTo>
                <a:lnTo>
                  <a:pt x="40543" y="23785"/>
                </a:lnTo>
                <a:lnTo>
                  <a:pt x="39929" y="24900"/>
                </a:lnTo>
                <a:lnTo>
                  <a:pt x="39260" y="25988"/>
                </a:lnTo>
                <a:lnTo>
                  <a:pt x="38563" y="27103"/>
                </a:lnTo>
                <a:lnTo>
                  <a:pt x="37838" y="28218"/>
                </a:lnTo>
                <a:lnTo>
                  <a:pt x="37113" y="29306"/>
                </a:lnTo>
                <a:lnTo>
                  <a:pt x="36332" y="30421"/>
                </a:lnTo>
                <a:lnTo>
                  <a:pt x="35524" y="31481"/>
                </a:lnTo>
                <a:lnTo>
                  <a:pt x="34687" y="32568"/>
                </a:lnTo>
                <a:lnTo>
                  <a:pt x="33795" y="33600"/>
                </a:lnTo>
                <a:lnTo>
                  <a:pt x="32903" y="34659"/>
                </a:lnTo>
                <a:lnTo>
                  <a:pt x="31954" y="35663"/>
                </a:lnTo>
                <a:lnTo>
                  <a:pt x="30979" y="36667"/>
                </a:lnTo>
                <a:lnTo>
                  <a:pt x="29975" y="37643"/>
                </a:lnTo>
                <a:lnTo>
                  <a:pt x="28943" y="38591"/>
                </a:lnTo>
                <a:lnTo>
                  <a:pt x="27856" y="39511"/>
                </a:lnTo>
                <a:lnTo>
                  <a:pt x="26740" y="40403"/>
                </a:lnTo>
                <a:lnTo>
                  <a:pt x="25597" y="41268"/>
                </a:lnTo>
                <a:lnTo>
                  <a:pt x="24426" y="42104"/>
                </a:lnTo>
                <a:lnTo>
                  <a:pt x="23199" y="42885"/>
                </a:lnTo>
                <a:lnTo>
                  <a:pt x="21944" y="43638"/>
                </a:lnTo>
                <a:lnTo>
                  <a:pt x="20634" y="44363"/>
                </a:lnTo>
                <a:lnTo>
                  <a:pt x="19295" y="45060"/>
                </a:lnTo>
                <a:lnTo>
                  <a:pt x="17929" y="45673"/>
                </a:lnTo>
                <a:lnTo>
                  <a:pt x="16507" y="46287"/>
                </a:lnTo>
                <a:lnTo>
                  <a:pt x="15057" y="46816"/>
                </a:lnTo>
                <a:lnTo>
                  <a:pt x="13551" y="47318"/>
                </a:lnTo>
                <a:lnTo>
                  <a:pt x="12018" y="47765"/>
                </a:lnTo>
                <a:lnTo>
                  <a:pt x="10428" y="48155"/>
                </a:lnTo>
                <a:lnTo>
                  <a:pt x="8811" y="48489"/>
                </a:lnTo>
                <a:lnTo>
                  <a:pt x="7138" y="48768"/>
                </a:lnTo>
                <a:lnTo>
                  <a:pt x="5409" y="48991"/>
                </a:lnTo>
                <a:lnTo>
                  <a:pt x="3653" y="49159"/>
                </a:lnTo>
                <a:lnTo>
                  <a:pt x="1868" y="49242"/>
                </a:lnTo>
                <a:lnTo>
                  <a:pt x="948" y="49270"/>
                </a:lnTo>
                <a:lnTo>
                  <a:pt x="0" y="49298"/>
                </a:lnTo>
                <a:lnTo>
                  <a:pt x="474" y="49438"/>
                </a:lnTo>
                <a:lnTo>
                  <a:pt x="1840" y="49856"/>
                </a:lnTo>
                <a:lnTo>
                  <a:pt x="3959" y="50581"/>
                </a:lnTo>
                <a:lnTo>
                  <a:pt x="5270" y="51055"/>
                </a:lnTo>
                <a:lnTo>
                  <a:pt x="6720" y="51585"/>
                </a:lnTo>
                <a:lnTo>
                  <a:pt x="8309" y="52226"/>
                </a:lnTo>
                <a:lnTo>
                  <a:pt x="10010" y="52951"/>
                </a:lnTo>
                <a:lnTo>
                  <a:pt x="11823" y="53732"/>
                </a:lnTo>
                <a:lnTo>
                  <a:pt x="13719" y="54624"/>
                </a:lnTo>
                <a:lnTo>
                  <a:pt x="15698" y="55600"/>
                </a:lnTo>
                <a:lnTo>
                  <a:pt x="17762" y="56631"/>
                </a:lnTo>
                <a:lnTo>
                  <a:pt x="19853" y="57775"/>
                </a:lnTo>
                <a:lnTo>
                  <a:pt x="21972" y="59001"/>
                </a:lnTo>
                <a:lnTo>
                  <a:pt x="23032" y="59671"/>
                </a:lnTo>
                <a:lnTo>
                  <a:pt x="24119" y="60340"/>
                </a:lnTo>
                <a:lnTo>
                  <a:pt x="25179" y="61037"/>
                </a:lnTo>
                <a:lnTo>
                  <a:pt x="26266" y="61762"/>
                </a:lnTo>
                <a:lnTo>
                  <a:pt x="27354" y="62487"/>
                </a:lnTo>
                <a:lnTo>
                  <a:pt x="28413" y="63268"/>
                </a:lnTo>
                <a:lnTo>
                  <a:pt x="29473" y="64048"/>
                </a:lnTo>
                <a:lnTo>
                  <a:pt x="30532" y="64857"/>
                </a:lnTo>
                <a:lnTo>
                  <a:pt x="31592" y="65693"/>
                </a:lnTo>
                <a:lnTo>
                  <a:pt x="32624" y="66558"/>
                </a:lnTo>
                <a:lnTo>
                  <a:pt x="33627" y="67450"/>
                </a:lnTo>
                <a:lnTo>
                  <a:pt x="34659" y="68370"/>
                </a:lnTo>
                <a:lnTo>
                  <a:pt x="35635" y="69290"/>
                </a:lnTo>
                <a:lnTo>
                  <a:pt x="36611" y="70266"/>
                </a:lnTo>
                <a:lnTo>
                  <a:pt x="37559" y="71242"/>
                </a:lnTo>
                <a:lnTo>
                  <a:pt x="38507" y="72274"/>
                </a:lnTo>
                <a:lnTo>
                  <a:pt x="39399" y="73306"/>
                </a:lnTo>
                <a:lnTo>
                  <a:pt x="40292" y="74365"/>
                </a:lnTo>
                <a:lnTo>
                  <a:pt x="41156" y="75453"/>
                </a:lnTo>
                <a:lnTo>
                  <a:pt x="41993" y="76568"/>
                </a:lnTo>
                <a:lnTo>
                  <a:pt x="42773" y="77711"/>
                </a:lnTo>
                <a:lnTo>
                  <a:pt x="43554" y="78882"/>
                </a:lnTo>
                <a:lnTo>
                  <a:pt x="44279" y="80081"/>
                </a:lnTo>
                <a:lnTo>
                  <a:pt x="44976" y="81308"/>
                </a:lnTo>
                <a:lnTo>
                  <a:pt x="45617" y="82563"/>
                </a:lnTo>
                <a:lnTo>
                  <a:pt x="46259" y="83846"/>
                </a:lnTo>
                <a:lnTo>
                  <a:pt x="46816" y="85156"/>
                </a:lnTo>
                <a:lnTo>
                  <a:pt x="47374" y="86494"/>
                </a:lnTo>
                <a:lnTo>
                  <a:pt x="47848" y="87833"/>
                </a:lnTo>
                <a:lnTo>
                  <a:pt x="48294" y="89227"/>
                </a:lnTo>
                <a:lnTo>
                  <a:pt x="48685" y="90649"/>
                </a:lnTo>
                <a:lnTo>
                  <a:pt x="49019" y="92099"/>
                </a:lnTo>
                <a:lnTo>
                  <a:pt x="49382" y="90649"/>
                </a:lnTo>
                <a:lnTo>
                  <a:pt x="49772" y="89227"/>
                </a:lnTo>
                <a:lnTo>
                  <a:pt x="50218" y="87833"/>
                </a:lnTo>
                <a:lnTo>
                  <a:pt x="50692" y="86494"/>
                </a:lnTo>
                <a:lnTo>
                  <a:pt x="51250" y="85156"/>
                </a:lnTo>
                <a:lnTo>
                  <a:pt x="51808" y="83846"/>
                </a:lnTo>
                <a:lnTo>
                  <a:pt x="52421" y="82563"/>
                </a:lnTo>
                <a:lnTo>
                  <a:pt x="53090" y="81308"/>
                </a:lnTo>
                <a:lnTo>
                  <a:pt x="53787" y="80081"/>
                </a:lnTo>
                <a:lnTo>
                  <a:pt x="54512" y="78882"/>
                </a:lnTo>
                <a:lnTo>
                  <a:pt x="55293" y="77711"/>
                </a:lnTo>
                <a:lnTo>
                  <a:pt x="56074" y="76568"/>
                </a:lnTo>
                <a:lnTo>
                  <a:pt x="56910" y="75453"/>
                </a:lnTo>
                <a:lnTo>
                  <a:pt x="57775" y="74365"/>
                </a:lnTo>
                <a:lnTo>
                  <a:pt x="58639" y="73306"/>
                </a:lnTo>
                <a:lnTo>
                  <a:pt x="59559" y="72274"/>
                </a:lnTo>
                <a:lnTo>
                  <a:pt x="60479" y="71242"/>
                </a:lnTo>
                <a:lnTo>
                  <a:pt x="61455" y="70266"/>
                </a:lnTo>
                <a:lnTo>
                  <a:pt x="62431" y="69290"/>
                </a:lnTo>
                <a:lnTo>
                  <a:pt x="63407" y="68370"/>
                </a:lnTo>
                <a:lnTo>
                  <a:pt x="64411" y="67450"/>
                </a:lnTo>
                <a:lnTo>
                  <a:pt x="65443" y="66558"/>
                </a:lnTo>
                <a:lnTo>
                  <a:pt x="66474" y="65693"/>
                </a:lnTo>
                <a:lnTo>
                  <a:pt x="67534" y="64857"/>
                </a:lnTo>
                <a:lnTo>
                  <a:pt x="68593" y="64048"/>
                </a:lnTo>
                <a:lnTo>
                  <a:pt x="69653" y="63268"/>
                </a:lnTo>
                <a:lnTo>
                  <a:pt x="70713" y="62487"/>
                </a:lnTo>
                <a:lnTo>
                  <a:pt x="71800" y="61762"/>
                </a:lnTo>
                <a:lnTo>
                  <a:pt x="72860" y="61037"/>
                </a:lnTo>
                <a:lnTo>
                  <a:pt x="73947" y="60340"/>
                </a:lnTo>
                <a:lnTo>
                  <a:pt x="75034" y="59671"/>
                </a:lnTo>
                <a:lnTo>
                  <a:pt x="76094" y="59001"/>
                </a:lnTo>
                <a:lnTo>
                  <a:pt x="78213" y="57775"/>
                </a:lnTo>
                <a:lnTo>
                  <a:pt x="80304" y="56631"/>
                </a:lnTo>
                <a:lnTo>
                  <a:pt x="82368" y="55600"/>
                </a:lnTo>
                <a:lnTo>
                  <a:pt x="84348" y="54624"/>
                </a:lnTo>
                <a:lnTo>
                  <a:pt x="86244" y="53732"/>
                </a:lnTo>
                <a:lnTo>
                  <a:pt x="88056" y="52951"/>
                </a:lnTo>
                <a:lnTo>
                  <a:pt x="89757" y="52226"/>
                </a:lnTo>
                <a:lnTo>
                  <a:pt x="91346" y="51585"/>
                </a:lnTo>
                <a:lnTo>
                  <a:pt x="92796" y="51055"/>
                </a:lnTo>
                <a:lnTo>
                  <a:pt x="94107" y="50581"/>
                </a:lnTo>
                <a:lnTo>
                  <a:pt x="96226" y="49856"/>
                </a:lnTo>
                <a:lnTo>
                  <a:pt x="97592" y="49438"/>
                </a:lnTo>
                <a:lnTo>
                  <a:pt x="98066" y="49298"/>
                </a:lnTo>
                <a:lnTo>
                  <a:pt x="97118" y="49270"/>
                </a:lnTo>
                <a:lnTo>
                  <a:pt x="96198" y="49242"/>
                </a:lnTo>
                <a:lnTo>
                  <a:pt x="94413" y="49159"/>
                </a:lnTo>
                <a:lnTo>
                  <a:pt x="92657" y="48991"/>
                </a:lnTo>
                <a:lnTo>
                  <a:pt x="90928" y="48768"/>
                </a:lnTo>
                <a:lnTo>
                  <a:pt x="89255" y="48489"/>
                </a:lnTo>
                <a:lnTo>
                  <a:pt x="87638" y="48155"/>
                </a:lnTo>
                <a:lnTo>
                  <a:pt x="86048" y="47765"/>
                </a:lnTo>
                <a:lnTo>
                  <a:pt x="84515" y="47318"/>
                </a:lnTo>
                <a:lnTo>
                  <a:pt x="83009" y="46816"/>
                </a:lnTo>
                <a:lnTo>
                  <a:pt x="81559" y="46287"/>
                </a:lnTo>
                <a:lnTo>
                  <a:pt x="80137" y="45673"/>
                </a:lnTo>
                <a:lnTo>
                  <a:pt x="78771" y="45060"/>
                </a:lnTo>
                <a:lnTo>
                  <a:pt x="77432" y="44363"/>
                </a:lnTo>
                <a:lnTo>
                  <a:pt x="76122" y="43638"/>
                </a:lnTo>
                <a:lnTo>
                  <a:pt x="74867" y="42885"/>
                </a:lnTo>
                <a:lnTo>
                  <a:pt x="73640" y="42104"/>
                </a:lnTo>
                <a:lnTo>
                  <a:pt x="72469" y="41268"/>
                </a:lnTo>
                <a:lnTo>
                  <a:pt x="71298" y="40403"/>
                </a:lnTo>
                <a:lnTo>
                  <a:pt x="70211" y="39511"/>
                </a:lnTo>
                <a:lnTo>
                  <a:pt x="69123" y="38591"/>
                </a:lnTo>
                <a:lnTo>
                  <a:pt x="68091" y="37643"/>
                </a:lnTo>
                <a:lnTo>
                  <a:pt x="67088" y="36667"/>
                </a:lnTo>
                <a:lnTo>
                  <a:pt x="66112" y="35663"/>
                </a:lnTo>
                <a:lnTo>
                  <a:pt x="65164" y="34659"/>
                </a:lnTo>
                <a:lnTo>
                  <a:pt x="64271" y="33600"/>
                </a:lnTo>
                <a:lnTo>
                  <a:pt x="63379" y="32568"/>
                </a:lnTo>
                <a:lnTo>
                  <a:pt x="62543" y="31481"/>
                </a:lnTo>
                <a:lnTo>
                  <a:pt x="61734" y="30421"/>
                </a:lnTo>
                <a:lnTo>
                  <a:pt x="60953" y="29306"/>
                </a:lnTo>
                <a:lnTo>
                  <a:pt x="60200" y="28218"/>
                </a:lnTo>
                <a:lnTo>
                  <a:pt x="59503" y="27103"/>
                </a:lnTo>
                <a:lnTo>
                  <a:pt x="58806" y="25988"/>
                </a:lnTo>
                <a:lnTo>
                  <a:pt x="58137" y="24900"/>
                </a:lnTo>
                <a:lnTo>
                  <a:pt x="57524" y="23785"/>
                </a:lnTo>
                <a:lnTo>
                  <a:pt x="56910" y="22670"/>
                </a:lnTo>
                <a:lnTo>
                  <a:pt x="56325" y="21554"/>
                </a:lnTo>
                <a:lnTo>
                  <a:pt x="55795" y="20439"/>
                </a:lnTo>
                <a:lnTo>
                  <a:pt x="55265" y="19351"/>
                </a:lnTo>
                <a:lnTo>
                  <a:pt x="54763" y="18264"/>
                </a:lnTo>
                <a:lnTo>
                  <a:pt x="54289" y="17177"/>
                </a:lnTo>
                <a:lnTo>
                  <a:pt x="53425" y="15085"/>
                </a:lnTo>
                <a:lnTo>
                  <a:pt x="52644" y="13050"/>
                </a:lnTo>
                <a:lnTo>
                  <a:pt x="51947" y="11070"/>
                </a:lnTo>
                <a:lnTo>
                  <a:pt x="51334" y="9230"/>
                </a:lnTo>
                <a:lnTo>
                  <a:pt x="50804" y="7501"/>
                </a:lnTo>
                <a:lnTo>
                  <a:pt x="50358" y="5884"/>
                </a:lnTo>
                <a:lnTo>
                  <a:pt x="49995" y="4434"/>
                </a:lnTo>
                <a:lnTo>
                  <a:pt x="49688" y="3151"/>
                </a:lnTo>
                <a:lnTo>
                  <a:pt x="49437" y="2064"/>
                </a:lnTo>
                <a:lnTo>
                  <a:pt x="49242" y="1171"/>
                </a:lnTo>
                <a:lnTo>
                  <a:pt x="49019" y="0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8" name="Google Shape;298;p4"/>
          <p:cNvSpPr/>
          <p:nvPr/>
        </p:nvSpPr>
        <p:spPr>
          <a:xfrm>
            <a:off x="128063" y="4037697"/>
            <a:ext cx="457237" cy="429412"/>
          </a:xfrm>
          <a:custGeom>
            <a:rect b="b" l="l" r="r" t="t"/>
            <a:pathLst>
              <a:path extrusionOk="0" h="92099" w="98067">
                <a:moveTo>
                  <a:pt x="49019" y="0"/>
                </a:moveTo>
                <a:lnTo>
                  <a:pt x="48824" y="1171"/>
                </a:lnTo>
                <a:lnTo>
                  <a:pt x="48629" y="2064"/>
                </a:lnTo>
                <a:lnTo>
                  <a:pt x="48378" y="3151"/>
                </a:lnTo>
                <a:lnTo>
                  <a:pt x="48071" y="4434"/>
                </a:lnTo>
                <a:lnTo>
                  <a:pt x="47709" y="5884"/>
                </a:lnTo>
                <a:lnTo>
                  <a:pt x="47263" y="7501"/>
                </a:lnTo>
                <a:lnTo>
                  <a:pt x="46733" y="9230"/>
                </a:lnTo>
                <a:lnTo>
                  <a:pt x="46119" y="11070"/>
                </a:lnTo>
                <a:lnTo>
                  <a:pt x="45422" y="13050"/>
                </a:lnTo>
                <a:lnTo>
                  <a:pt x="44641" y="15085"/>
                </a:lnTo>
                <a:lnTo>
                  <a:pt x="43777" y="17177"/>
                </a:lnTo>
                <a:lnTo>
                  <a:pt x="43303" y="18264"/>
                </a:lnTo>
                <a:lnTo>
                  <a:pt x="42801" y="19351"/>
                </a:lnTo>
                <a:lnTo>
                  <a:pt x="42271" y="20439"/>
                </a:lnTo>
                <a:lnTo>
                  <a:pt x="41742" y="21554"/>
                </a:lnTo>
                <a:lnTo>
                  <a:pt x="41156" y="22670"/>
                </a:lnTo>
                <a:lnTo>
                  <a:pt x="40543" y="23785"/>
                </a:lnTo>
                <a:lnTo>
                  <a:pt x="39929" y="24900"/>
                </a:lnTo>
                <a:lnTo>
                  <a:pt x="39260" y="25988"/>
                </a:lnTo>
                <a:lnTo>
                  <a:pt x="38563" y="27103"/>
                </a:lnTo>
                <a:lnTo>
                  <a:pt x="37838" y="28218"/>
                </a:lnTo>
                <a:lnTo>
                  <a:pt x="37113" y="29306"/>
                </a:lnTo>
                <a:lnTo>
                  <a:pt x="36332" y="30421"/>
                </a:lnTo>
                <a:lnTo>
                  <a:pt x="35524" y="31481"/>
                </a:lnTo>
                <a:lnTo>
                  <a:pt x="34687" y="32568"/>
                </a:lnTo>
                <a:lnTo>
                  <a:pt x="33795" y="33600"/>
                </a:lnTo>
                <a:lnTo>
                  <a:pt x="32903" y="34659"/>
                </a:lnTo>
                <a:lnTo>
                  <a:pt x="31954" y="35663"/>
                </a:lnTo>
                <a:lnTo>
                  <a:pt x="30979" y="36667"/>
                </a:lnTo>
                <a:lnTo>
                  <a:pt x="29975" y="37643"/>
                </a:lnTo>
                <a:lnTo>
                  <a:pt x="28943" y="38591"/>
                </a:lnTo>
                <a:lnTo>
                  <a:pt x="27856" y="39511"/>
                </a:lnTo>
                <a:lnTo>
                  <a:pt x="26740" y="40403"/>
                </a:lnTo>
                <a:lnTo>
                  <a:pt x="25597" y="41268"/>
                </a:lnTo>
                <a:lnTo>
                  <a:pt x="24426" y="42104"/>
                </a:lnTo>
                <a:lnTo>
                  <a:pt x="23199" y="42885"/>
                </a:lnTo>
                <a:lnTo>
                  <a:pt x="21944" y="43638"/>
                </a:lnTo>
                <a:lnTo>
                  <a:pt x="20634" y="44363"/>
                </a:lnTo>
                <a:lnTo>
                  <a:pt x="19295" y="45060"/>
                </a:lnTo>
                <a:lnTo>
                  <a:pt x="17929" y="45673"/>
                </a:lnTo>
                <a:lnTo>
                  <a:pt x="16507" y="46287"/>
                </a:lnTo>
                <a:lnTo>
                  <a:pt x="15057" y="46816"/>
                </a:lnTo>
                <a:lnTo>
                  <a:pt x="13551" y="47318"/>
                </a:lnTo>
                <a:lnTo>
                  <a:pt x="12018" y="47765"/>
                </a:lnTo>
                <a:lnTo>
                  <a:pt x="10428" y="48155"/>
                </a:lnTo>
                <a:lnTo>
                  <a:pt x="8811" y="48489"/>
                </a:lnTo>
                <a:lnTo>
                  <a:pt x="7138" y="48768"/>
                </a:lnTo>
                <a:lnTo>
                  <a:pt x="5409" y="48991"/>
                </a:lnTo>
                <a:lnTo>
                  <a:pt x="3653" y="49159"/>
                </a:lnTo>
                <a:lnTo>
                  <a:pt x="1868" y="49242"/>
                </a:lnTo>
                <a:lnTo>
                  <a:pt x="948" y="49270"/>
                </a:lnTo>
                <a:lnTo>
                  <a:pt x="0" y="49298"/>
                </a:lnTo>
                <a:lnTo>
                  <a:pt x="474" y="49438"/>
                </a:lnTo>
                <a:lnTo>
                  <a:pt x="1840" y="49856"/>
                </a:lnTo>
                <a:lnTo>
                  <a:pt x="3959" y="50581"/>
                </a:lnTo>
                <a:lnTo>
                  <a:pt x="5270" y="51055"/>
                </a:lnTo>
                <a:lnTo>
                  <a:pt x="6720" y="51585"/>
                </a:lnTo>
                <a:lnTo>
                  <a:pt x="8309" y="52226"/>
                </a:lnTo>
                <a:lnTo>
                  <a:pt x="10010" y="52951"/>
                </a:lnTo>
                <a:lnTo>
                  <a:pt x="11823" y="53732"/>
                </a:lnTo>
                <a:lnTo>
                  <a:pt x="13719" y="54624"/>
                </a:lnTo>
                <a:lnTo>
                  <a:pt x="15698" y="55600"/>
                </a:lnTo>
                <a:lnTo>
                  <a:pt x="17762" y="56631"/>
                </a:lnTo>
                <a:lnTo>
                  <a:pt x="19853" y="57775"/>
                </a:lnTo>
                <a:lnTo>
                  <a:pt x="21972" y="59001"/>
                </a:lnTo>
                <a:lnTo>
                  <a:pt x="23032" y="59671"/>
                </a:lnTo>
                <a:lnTo>
                  <a:pt x="24119" y="60340"/>
                </a:lnTo>
                <a:lnTo>
                  <a:pt x="25179" y="61037"/>
                </a:lnTo>
                <a:lnTo>
                  <a:pt x="26266" y="61762"/>
                </a:lnTo>
                <a:lnTo>
                  <a:pt x="27354" y="62487"/>
                </a:lnTo>
                <a:lnTo>
                  <a:pt x="28413" y="63268"/>
                </a:lnTo>
                <a:lnTo>
                  <a:pt x="29473" y="64048"/>
                </a:lnTo>
                <a:lnTo>
                  <a:pt x="30532" y="64857"/>
                </a:lnTo>
                <a:lnTo>
                  <a:pt x="31592" y="65693"/>
                </a:lnTo>
                <a:lnTo>
                  <a:pt x="32624" y="66558"/>
                </a:lnTo>
                <a:lnTo>
                  <a:pt x="33627" y="67450"/>
                </a:lnTo>
                <a:lnTo>
                  <a:pt x="34659" y="68370"/>
                </a:lnTo>
                <a:lnTo>
                  <a:pt x="35635" y="69290"/>
                </a:lnTo>
                <a:lnTo>
                  <a:pt x="36611" y="70266"/>
                </a:lnTo>
                <a:lnTo>
                  <a:pt x="37559" y="71242"/>
                </a:lnTo>
                <a:lnTo>
                  <a:pt x="38507" y="72274"/>
                </a:lnTo>
                <a:lnTo>
                  <a:pt x="39399" y="73306"/>
                </a:lnTo>
                <a:lnTo>
                  <a:pt x="40292" y="74365"/>
                </a:lnTo>
                <a:lnTo>
                  <a:pt x="41156" y="75453"/>
                </a:lnTo>
                <a:lnTo>
                  <a:pt x="41993" y="76568"/>
                </a:lnTo>
                <a:lnTo>
                  <a:pt x="42773" y="77711"/>
                </a:lnTo>
                <a:lnTo>
                  <a:pt x="43554" y="78882"/>
                </a:lnTo>
                <a:lnTo>
                  <a:pt x="44279" y="80081"/>
                </a:lnTo>
                <a:lnTo>
                  <a:pt x="44976" y="81308"/>
                </a:lnTo>
                <a:lnTo>
                  <a:pt x="45617" y="82563"/>
                </a:lnTo>
                <a:lnTo>
                  <a:pt x="46259" y="83846"/>
                </a:lnTo>
                <a:lnTo>
                  <a:pt x="46816" y="85156"/>
                </a:lnTo>
                <a:lnTo>
                  <a:pt x="47374" y="86494"/>
                </a:lnTo>
                <a:lnTo>
                  <a:pt x="47848" y="87833"/>
                </a:lnTo>
                <a:lnTo>
                  <a:pt x="48294" y="89227"/>
                </a:lnTo>
                <a:lnTo>
                  <a:pt x="48685" y="90649"/>
                </a:lnTo>
                <a:lnTo>
                  <a:pt x="49019" y="92099"/>
                </a:lnTo>
                <a:lnTo>
                  <a:pt x="49382" y="90649"/>
                </a:lnTo>
                <a:lnTo>
                  <a:pt x="49772" y="89227"/>
                </a:lnTo>
                <a:lnTo>
                  <a:pt x="50218" y="87833"/>
                </a:lnTo>
                <a:lnTo>
                  <a:pt x="50692" y="86494"/>
                </a:lnTo>
                <a:lnTo>
                  <a:pt x="51250" y="85156"/>
                </a:lnTo>
                <a:lnTo>
                  <a:pt x="51808" y="83846"/>
                </a:lnTo>
                <a:lnTo>
                  <a:pt x="52421" y="82563"/>
                </a:lnTo>
                <a:lnTo>
                  <a:pt x="53090" y="81308"/>
                </a:lnTo>
                <a:lnTo>
                  <a:pt x="53787" y="80081"/>
                </a:lnTo>
                <a:lnTo>
                  <a:pt x="54512" y="78882"/>
                </a:lnTo>
                <a:lnTo>
                  <a:pt x="55293" y="77711"/>
                </a:lnTo>
                <a:lnTo>
                  <a:pt x="56074" y="76568"/>
                </a:lnTo>
                <a:lnTo>
                  <a:pt x="56910" y="75453"/>
                </a:lnTo>
                <a:lnTo>
                  <a:pt x="57775" y="74365"/>
                </a:lnTo>
                <a:lnTo>
                  <a:pt x="58639" y="73306"/>
                </a:lnTo>
                <a:lnTo>
                  <a:pt x="59559" y="72274"/>
                </a:lnTo>
                <a:lnTo>
                  <a:pt x="60479" y="71242"/>
                </a:lnTo>
                <a:lnTo>
                  <a:pt x="61455" y="70266"/>
                </a:lnTo>
                <a:lnTo>
                  <a:pt x="62431" y="69290"/>
                </a:lnTo>
                <a:lnTo>
                  <a:pt x="63407" y="68370"/>
                </a:lnTo>
                <a:lnTo>
                  <a:pt x="64411" y="67450"/>
                </a:lnTo>
                <a:lnTo>
                  <a:pt x="65443" y="66558"/>
                </a:lnTo>
                <a:lnTo>
                  <a:pt x="66474" y="65693"/>
                </a:lnTo>
                <a:lnTo>
                  <a:pt x="67534" y="64857"/>
                </a:lnTo>
                <a:lnTo>
                  <a:pt x="68593" y="64048"/>
                </a:lnTo>
                <a:lnTo>
                  <a:pt x="69653" y="63268"/>
                </a:lnTo>
                <a:lnTo>
                  <a:pt x="70713" y="62487"/>
                </a:lnTo>
                <a:lnTo>
                  <a:pt x="71800" y="61762"/>
                </a:lnTo>
                <a:lnTo>
                  <a:pt x="72860" y="61037"/>
                </a:lnTo>
                <a:lnTo>
                  <a:pt x="73947" y="60340"/>
                </a:lnTo>
                <a:lnTo>
                  <a:pt x="75034" y="59671"/>
                </a:lnTo>
                <a:lnTo>
                  <a:pt x="76094" y="59001"/>
                </a:lnTo>
                <a:lnTo>
                  <a:pt x="78213" y="57775"/>
                </a:lnTo>
                <a:lnTo>
                  <a:pt x="80304" y="56631"/>
                </a:lnTo>
                <a:lnTo>
                  <a:pt x="82368" y="55600"/>
                </a:lnTo>
                <a:lnTo>
                  <a:pt x="84348" y="54624"/>
                </a:lnTo>
                <a:lnTo>
                  <a:pt x="86244" y="53732"/>
                </a:lnTo>
                <a:lnTo>
                  <a:pt x="88056" y="52951"/>
                </a:lnTo>
                <a:lnTo>
                  <a:pt x="89757" y="52226"/>
                </a:lnTo>
                <a:lnTo>
                  <a:pt x="91346" y="51585"/>
                </a:lnTo>
                <a:lnTo>
                  <a:pt x="92796" y="51055"/>
                </a:lnTo>
                <a:lnTo>
                  <a:pt x="94107" y="50581"/>
                </a:lnTo>
                <a:lnTo>
                  <a:pt x="96226" y="49856"/>
                </a:lnTo>
                <a:lnTo>
                  <a:pt x="97592" y="49438"/>
                </a:lnTo>
                <a:lnTo>
                  <a:pt x="98066" y="49298"/>
                </a:lnTo>
                <a:lnTo>
                  <a:pt x="97118" y="49270"/>
                </a:lnTo>
                <a:lnTo>
                  <a:pt x="96198" y="49242"/>
                </a:lnTo>
                <a:lnTo>
                  <a:pt x="94413" y="49159"/>
                </a:lnTo>
                <a:lnTo>
                  <a:pt x="92657" y="48991"/>
                </a:lnTo>
                <a:lnTo>
                  <a:pt x="90928" y="48768"/>
                </a:lnTo>
                <a:lnTo>
                  <a:pt x="89255" y="48489"/>
                </a:lnTo>
                <a:lnTo>
                  <a:pt x="87638" y="48155"/>
                </a:lnTo>
                <a:lnTo>
                  <a:pt x="86048" y="47765"/>
                </a:lnTo>
                <a:lnTo>
                  <a:pt x="84515" y="47318"/>
                </a:lnTo>
                <a:lnTo>
                  <a:pt x="83009" y="46816"/>
                </a:lnTo>
                <a:lnTo>
                  <a:pt x="81559" y="46287"/>
                </a:lnTo>
                <a:lnTo>
                  <a:pt x="80137" y="45673"/>
                </a:lnTo>
                <a:lnTo>
                  <a:pt x="78771" y="45060"/>
                </a:lnTo>
                <a:lnTo>
                  <a:pt x="77432" y="44363"/>
                </a:lnTo>
                <a:lnTo>
                  <a:pt x="76122" y="43638"/>
                </a:lnTo>
                <a:lnTo>
                  <a:pt x="74867" y="42885"/>
                </a:lnTo>
                <a:lnTo>
                  <a:pt x="73640" y="42104"/>
                </a:lnTo>
                <a:lnTo>
                  <a:pt x="72469" y="41268"/>
                </a:lnTo>
                <a:lnTo>
                  <a:pt x="71298" y="40403"/>
                </a:lnTo>
                <a:lnTo>
                  <a:pt x="70211" y="39511"/>
                </a:lnTo>
                <a:lnTo>
                  <a:pt x="69123" y="38591"/>
                </a:lnTo>
                <a:lnTo>
                  <a:pt x="68091" y="37643"/>
                </a:lnTo>
                <a:lnTo>
                  <a:pt x="67088" y="36667"/>
                </a:lnTo>
                <a:lnTo>
                  <a:pt x="66112" y="35663"/>
                </a:lnTo>
                <a:lnTo>
                  <a:pt x="65164" y="34659"/>
                </a:lnTo>
                <a:lnTo>
                  <a:pt x="64271" y="33600"/>
                </a:lnTo>
                <a:lnTo>
                  <a:pt x="63379" y="32568"/>
                </a:lnTo>
                <a:lnTo>
                  <a:pt x="62543" y="31481"/>
                </a:lnTo>
                <a:lnTo>
                  <a:pt x="61734" y="30421"/>
                </a:lnTo>
                <a:lnTo>
                  <a:pt x="60953" y="29306"/>
                </a:lnTo>
                <a:lnTo>
                  <a:pt x="60200" y="28218"/>
                </a:lnTo>
                <a:lnTo>
                  <a:pt x="59503" y="27103"/>
                </a:lnTo>
                <a:lnTo>
                  <a:pt x="58806" y="25988"/>
                </a:lnTo>
                <a:lnTo>
                  <a:pt x="58137" y="24900"/>
                </a:lnTo>
                <a:lnTo>
                  <a:pt x="57524" y="23785"/>
                </a:lnTo>
                <a:lnTo>
                  <a:pt x="56910" y="22670"/>
                </a:lnTo>
                <a:lnTo>
                  <a:pt x="56325" y="21554"/>
                </a:lnTo>
                <a:lnTo>
                  <a:pt x="55795" y="20439"/>
                </a:lnTo>
                <a:lnTo>
                  <a:pt x="55265" y="19351"/>
                </a:lnTo>
                <a:lnTo>
                  <a:pt x="54763" y="18264"/>
                </a:lnTo>
                <a:lnTo>
                  <a:pt x="54289" y="17177"/>
                </a:lnTo>
                <a:lnTo>
                  <a:pt x="53425" y="15085"/>
                </a:lnTo>
                <a:lnTo>
                  <a:pt x="52644" y="13050"/>
                </a:lnTo>
                <a:lnTo>
                  <a:pt x="51947" y="11070"/>
                </a:lnTo>
                <a:lnTo>
                  <a:pt x="51334" y="9230"/>
                </a:lnTo>
                <a:lnTo>
                  <a:pt x="50804" y="7501"/>
                </a:lnTo>
                <a:lnTo>
                  <a:pt x="50358" y="5884"/>
                </a:lnTo>
                <a:lnTo>
                  <a:pt x="49995" y="4434"/>
                </a:lnTo>
                <a:lnTo>
                  <a:pt x="49688" y="3151"/>
                </a:lnTo>
                <a:lnTo>
                  <a:pt x="49437" y="2064"/>
                </a:lnTo>
                <a:lnTo>
                  <a:pt x="49242" y="1171"/>
                </a:lnTo>
                <a:lnTo>
                  <a:pt x="49019" y="0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9" name="Google Shape;299;p4"/>
          <p:cNvSpPr/>
          <p:nvPr/>
        </p:nvSpPr>
        <p:spPr>
          <a:xfrm>
            <a:off x="4176595" y="4757340"/>
            <a:ext cx="790800" cy="790800"/>
          </a:xfrm>
          <a:prstGeom prst="ellipse">
            <a:avLst/>
          </a:prstGeom>
          <a:solidFill>
            <a:schemeClr val="dk2"/>
          </a:solidFill>
          <a:ln cap="flat" cmpd="sng" w="11430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300" name="Google Shape;300;p4"/>
          <p:cNvGrpSpPr/>
          <p:nvPr/>
        </p:nvGrpSpPr>
        <p:grpSpPr>
          <a:xfrm>
            <a:off x="3967146" y="-825334"/>
            <a:ext cx="1209708" cy="1147945"/>
            <a:chOff x="5235125" y="2636100"/>
            <a:chExt cx="796175" cy="755525"/>
          </a:xfrm>
        </p:grpSpPr>
        <p:sp>
          <p:nvSpPr>
            <p:cNvPr id="301" name="Google Shape;301;p4"/>
            <p:cNvSpPr/>
            <p:nvPr/>
          </p:nvSpPr>
          <p:spPr>
            <a:xfrm>
              <a:off x="5779275" y="2943825"/>
              <a:ext cx="35175" cy="33150"/>
            </a:xfrm>
            <a:custGeom>
              <a:rect b="b" l="l" r="r" t="t"/>
              <a:pathLst>
                <a:path extrusionOk="0" h="1326" w="1407">
                  <a:moveTo>
                    <a:pt x="724" y="1"/>
                  </a:moveTo>
                  <a:lnTo>
                    <a:pt x="1" y="683"/>
                  </a:lnTo>
                  <a:lnTo>
                    <a:pt x="21" y="724"/>
                  </a:lnTo>
                  <a:lnTo>
                    <a:pt x="61" y="744"/>
                  </a:lnTo>
                  <a:lnTo>
                    <a:pt x="181" y="784"/>
                  </a:lnTo>
                  <a:lnTo>
                    <a:pt x="322" y="824"/>
                  </a:lnTo>
                  <a:lnTo>
                    <a:pt x="382" y="864"/>
                  </a:lnTo>
                  <a:lnTo>
                    <a:pt x="422" y="884"/>
                  </a:lnTo>
                  <a:lnTo>
                    <a:pt x="503" y="1005"/>
                  </a:lnTo>
                  <a:lnTo>
                    <a:pt x="583" y="1105"/>
                  </a:lnTo>
                  <a:lnTo>
                    <a:pt x="704" y="1326"/>
                  </a:lnTo>
                  <a:lnTo>
                    <a:pt x="1406" y="623"/>
                  </a:lnTo>
                  <a:lnTo>
                    <a:pt x="724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2" name="Google Shape;302;p4"/>
            <p:cNvSpPr/>
            <p:nvPr/>
          </p:nvSpPr>
          <p:spPr>
            <a:xfrm>
              <a:off x="5885700" y="3044725"/>
              <a:ext cx="37175" cy="34675"/>
            </a:xfrm>
            <a:custGeom>
              <a:rect b="b" l="l" r="r" t="t"/>
              <a:pathLst>
                <a:path extrusionOk="0" h="1387" w="1487">
                  <a:moveTo>
                    <a:pt x="764" y="1"/>
                  </a:moveTo>
                  <a:lnTo>
                    <a:pt x="663" y="222"/>
                  </a:lnTo>
                  <a:lnTo>
                    <a:pt x="603" y="322"/>
                  </a:lnTo>
                  <a:lnTo>
                    <a:pt x="543" y="402"/>
                  </a:lnTo>
                  <a:lnTo>
                    <a:pt x="422" y="483"/>
                  </a:lnTo>
                  <a:lnTo>
                    <a:pt x="302" y="543"/>
                  </a:lnTo>
                  <a:lnTo>
                    <a:pt x="1" y="703"/>
                  </a:lnTo>
                  <a:lnTo>
                    <a:pt x="262" y="824"/>
                  </a:lnTo>
                  <a:lnTo>
                    <a:pt x="483" y="985"/>
                  </a:lnTo>
                  <a:lnTo>
                    <a:pt x="583" y="1065"/>
                  </a:lnTo>
                  <a:lnTo>
                    <a:pt x="643" y="1165"/>
                  </a:lnTo>
                  <a:lnTo>
                    <a:pt x="723" y="1266"/>
                  </a:lnTo>
                  <a:lnTo>
                    <a:pt x="764" y="1386"/>
                  </a:lnTo>
                  <a:lnTo>
                    <a:pt x="1486" y="703"/>
                  </a:lnTo>
                  <a:lnTo>
                    <a:pt x="764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3" name="Google Shape;303;p4"/>
            <p:cNvSpPr/>
            <p:nvPr/>
          </p:nvSpPr>
          <p:spPr>
            <a:xfrm>
              <a:off x="5562925" y="2636100"/>
              <a:ext cx="35675" cy="33175"/>
            </a:xfrm>
            <a:custGeom>
              <a:rect b="b" l="l" r="r" t="t"/>
              <a:pathLst>
                <a:path extrusionOk="0" h="1327" w="1427">
                  <a:moveTo>
                    <a:pt x="723" y="1"/>
                  </a:moveTo>
                  <a:lnTo>
                    <a:pt x="1" y="684"/>
                  </a:lnTo>
                  <a:lnTo>
                    <a:pt x="221" y="784"/>
                  </a:lnTo>
                  <a:lnTo>
                    <a:pt x="322" y="824"/>
                  </a:lnTo>
                  <a:lnTo>
                    <a:pt x="422" y="884"/>
                  </a:lnTo>
                  <a:lnTo>
                    <a:pt x="502" y="1005"/>
                  </a:lnTo>
                  <a:lnTo>
                    <a:pt x="583" y="1105"/>
                  </a:lnTo>
                  <a:lnTo>
                    <a:pt x="723" y="1326"/>
                  </a:lnTo>
                  <a:lnTo>
                    <a:pt x="1426" y="643"/>
                  </a:lnTo>
                  <a:lnTo>
                    <a:pt x="723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4" name="Google Shape;304;p4"/>
            <p:cNvSpPr/>
            <p:nvPr/>
          </p:nvSpPr>
          <p:spPr>
            <a:xfrm>
              <a:off x="5672850" y="2636100"/>
              <a:ext cx="33175" cy="32175"/>
            </a:xfrm>
            <a:custGeom>
              <a:rect b="b" l="l" r="r" t="t"/>
              <a:pathLst>
                <a:path extrusionOk="0" h="1287" w="1327">
                  <a:moveTo>
                    <a:pt x="664" y="1"/>
                  </a:moveTo>
                  <a:lnTo>
                    <a:pt x="1" y="664"/>
                  </a:lnTo>
                  <a:lnTo>
                    <a:pt x="664" y="1286"/>
                  </a:lnTo>
                  <a:lnTo>
                    <a:pt x="1326" y="623"/>
                  </a:lnTo>
                  <a:lnTo>
                    <a:pt x="664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5" name="Google Shape;305;p4"/>
            <p:cNvSpPr/>
            <p:nvPr/>
          </p:nvSpPr>
          <p:spPr>
            <a:xfrm>
              <a:off x="5886700" y="3351450"/>
              <a:ext cx="37675" cy="36675"/>
            </a:xfrm>
            <a:custGeom>
              <a:rect b="b" l="l" r="r" t="t"/>
              <a:pathLst>
                <a:path extrusionOk="0" h="1467" w="1507">
                  <a:moveTo>
                    <a:pt x="683" y="0"/>
                  </a:moveTo>
                  <a:lnTo>
                    <a:pt x="663" y="161"/>
                  </a:lnTo>
                  <a:lnTo>
                    <a:pt x="603" y="281"/>
                  </a:lnTo>
                  <a:lnTo>
                    <a:pt x="523" y="362"/>
                  </a:lnTo>
                  <a:lnTo>
                    <a:pt x="422" y="442"/>
                  </a:lnTo>
                  <a:lnTo>
                    <a:pt x="202" y="583"/>
                  </a:lnTo>
                  <a:lnTo>
                    <a:pt x="81" y="663"/>
                  </a:lnTo>
                  <a:lnTo>
                    <a:pt x="1" y="743"/>
                  </a:lnTo>
                  <a:lnTo>
                    <a:pt x="222" y="884"/>
                  </a:lnTo>
                  <a:lnTo>
                    <a:pt x="443" y="1004"/>
                  </a:lnTo>
                  <a:lnTo>
                    <a:pt x="523" y="1105"/>
                  </a:lnTo>
                  <a:lnTo>
                    <a:pt x="603" y="1205"/>
                  </a:lnTo>
                  <a:lnTo>
                    <a:pt x="663" y="1326"/>
                  </a:lnTo>
                  <a:lnTo>
                    <a:pt x="683" y="1466"/>
                  </a:lnTo>
                  <a:lnTo>
                    <a:pt x="764" y="1446"/>
                  </a:lnTo>
                  <a:lnTo>
                    <a:pt x="824" y="1406"/>
                  </a:lnTo>
                  <a:lnTo>
                    <a:pt x="864" y="1346"/>
                  </a:lnTo>
                  <a:lnTo>
                    <a:pt x="904" y="1285"/>
                  </a:lnTo>
                  <a:lnTo>
                    <a:pt x="965" y="1145"/>
                  </a:lnTo>
                  <a:lnTo>
                    <a:pt x="985" y="1085"/>
                  </a:lnTo>
                  <a:lnTo>
                    <a:pt x="1025" y="1044"/>
                  </a:lnTo>
                  <a:lnTo>
                    <a:pt x="1145" y="964"/>
                  </a:lnTo>
                  <a:lnTo>
                    <a:pt x="1266" y="884"/>
                  </a:lnTo>
                  <a:lnTo>
                    <a:pt x="1507" y="743"/>
                  </a:lnTo>
                  <a:lnTo>
                    <a:pt x="68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6" name="Google Shape;306;p4"/>
            <p:cNvSpPr/>
            <p:nvPr/>
          </p:nvSpPr>
          <p:spPr>
            <a:xfrm>
              <a:off x="5563925" y="2738525"/>
              <a:ext cx="35675" cy="34150"/>
            </a:xfrm>
            <a:custGeom>
              <a:rect b="b" l="l" r="r" t="t"/>
              <a:pathLst>
                <a:path extrusionOk="0" h="1366" w="1427">
                  <a:moveTo>
                    <a:pt x="703" y="0"/>
                  </a:moveTo>
                  <a:lnTo>
                    <a:pt x="1" y="643"/>
                  </a:lnTo>
                  <a:lnTo>
                    <a:pt x="744" y="1366"/>
                  </a:lnTo>
                  <a:lnTo>
                    <a:pt x="784" y="1225"/>
                  </a:lnTo>
                  <a:lnTo>
                    <a:pt x="844" y="1125"/>
                  </a:lnTo>
                  <a:lnTo>
                    <a:pt x="924" y="1024"/>
                  </a:lnTo>
                  <a:lnTo>
                    <a:pt x="1005" y="944"/>
                  </a:lnTo>
                  <a:lnTo>
                    <a:pt x="1105" y="864"/>
                  </a:lnTo>
                  <a:lnTo>
                    <a:pt x="1205" y="803"/>
                  </a:lnTo>
                  <a:lnTo>
                    <a:pt x="1426" y="683"/>
                  </a:lnTo>
                  <a:lnTo>
                    <a:pt x="1346" y="582"/>
                  </a:lnTo>
                  <a:lnTo>
                    <a:pt x="1266" y="522"/>
                  </a:lnTo>
                  <a:lnTo>
                    <a:pt x="1045" y="402"/>
                  </a:lnTo>
                  <a:lnTo>
                    <a:pt x="964" y="342"/>
                  </a:lnTo>
                  <a:lnTo>
                    <a:pt x="884" y="281"/>
                  </a:lnTo>
                  <a:lnTo>
                    <a:pt x="824" y="181"/>
                  </a:lnTo>
                  <a:lnTo>
                    <a:pt x="804" y="40"/>
                  </a:lnTo>
                  <a:lnTo>
                    <a:pt x="784" y="20"/>
                  </a:lnTo>
                  <a:lnTo>
                    <a:pt x="744" y="20"/>
                  </a:lnTo>
                  <a:lnTo>
                    <a:pt x="70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7" name="Google Shape;307;p4"/>
            <p:cNvSpPr/>
            <p:nvPr/>
          </p:nvSpPr>
          <p:spPr>
            <a:xfrm>
              <a:off x="5671350" y="2738025"/>
              <a:ext cx="35675" cy="35650"/>
            </a:xfrm>
            <a:custGeom>
              <a:rect b="b" l="l" r="r" t="t"/>
              <a:pathLst>
                <a:path extrusionOk="0" h="1426" w="1427">
                  <a:moveTo>
                    <a:pt x="724" y="0"/>
                  </a:moveTo>
                  <a:lnTo>
                    <a:pt x="1" y="703"/>
                  </a:lnTo>
                  <a:lnTo>
                    <a:pt x="121" y="743"/>
                  </a:lnTo>
                  <a:lnTo>
                    <a:pt x="242" y="823"/>
                  </a:lnTo>
                  <a:lnTo>
                    <a:pt x="342" y="884"/>
                  </a:lnTo>
                  <a:lnTo>
                    <a:pt x="422" y="984"/>
                  </a:lnTo>
                  <a:lnTo>
                    <a:pt x="603" y="1185"/>
                  </a:lnTo>
                  <a:lnTo>
                    <a:pt x="744" y="1426"/>
                  </a:lnTo>
                  <a:lnTo>
                    <a:pt x="844" y="1165"/>
                  </a:lnTo>
                  <a:lnTo>
                    <a:pt x="904" y="1064"/>
                  </a:lnTo>
                  <a:lnTo>
                    <a:pt x="964" y="984"/>
                  </a:lnTo>
                  <a:lnTo>
                    <a:pt x="1065" y="904"/>
                  </a:lnTo>
                  <a:lnTo>
                    <a:pt x="1185" y="823"/>
                  </a:lnTo>
                  <a:lnTo>
                    <a:pt x="1426" y="683"/>
                  </a:lnTo>
                  <a:lnTo>
                    <a:pt x="724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8" name="Google Shape;308;p4"/>
            <p:cNvSpPr/>
            <p:nvPr/>
          </p:nvSpPr>
          <p:spPr>
            <a:xfrm>
              <a:off x="5780775" y="2738525"/>
              <a:ext cx="33675" cy="31150"/>
            </a:xfrm>
            <a:custGeom>
              <a:rect b="b" l="l" r="r" t="t"/>
              <a:pathLst>
                <a:path extrusionOk="0" h="1246" w="1347">
                  <a:moveTo>
                    <a:pt x="664" y="0"/>
                  </a:moveTo>
                  <a:lnTo>
                    <a:pt x="1" y="663"/>
                  </a:lnTo>
                  <a:lnTo>
                    <a:pt x="664" y="1245"/>
                  </a:lnTo>
                  <a:lnTo>
                    <a:pt x="1346" y="663"/>
                  </a:lnTo>
                  <a:lnTo>
                    <a:pt x="664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9" name="Google Shape;309;p4"/>
            <p:cNvSpPr/>
            <p:nvPr/>
          </p:nvSpPr>
          <p:spPr>
            <a:xfrm>
              <a:off x="5777775" y="3352450"/>
              <a:ext cx="38175" cy="34150"/>
            </a:xfrm>
            <a:custGeom>
              <a:rect b="b" l="l" r="r" t="t"/>
              <a:pathLst>
                <a:path extrusionOk="0" h="1366" w="1527">
                  <a:moveTo>
                    <a:pt x="703" y="0"/>
                  </a:moveTo>
                  <a:lnTo>
                    <a:pt x="663" y="121"/>
                  </a:lnTo>
                  <a:lnTo>
                    <a:pt x="623" y="221"/>
                  </a:lnTo>
                  <a:lnTo>
                    <a:pt x="563" y="322"/>
                  </a:lnTo>
                  <a:lnTo>
                    <a:pt x="462" y="402"/>
                  </a:lnTo>
                  <a:lnTo>
                    <a:pt x="382" y="462"/>
                  </a:lnTo>
                  <a:lnTo>
                    <a:pt x="262" y="522"/>
                  </a:lnTo>
                  <a:lnTo>
                    <a:pt x="1" y="623"/>
                  </a:lnTo>
                  <a:lnTo>
                    <a:pt x="41" y="683"/>
                  </a:lnTo>
                  <a:lnTo>
                    <a:pt x="61" y="723"/>
                  </a:lnTo>
                  <a:lnTo>
                    <a:pt x="161" y="804"/>
                  </a:lnTo>
                  <a:lnTo>
                    <a:pt x="282" y="884"/>
                  </a:lnTo>
                  <a:lnTo>
                    <a:pt x="402" y="924"/>
                  </a:lnTo>
                  <a:lnTo>
                    <a:pt x="523" y="1004"/>
                  </a:lnTo>
                  <a:lnTo>
                    <a:pt x="623" y="1085"/>
                  </a:lnTo>
                  <a:lnTo>
                    <a:pt x="643" y="1125"/>
                  </a:lnTo>
                  <a:lnTo>
                    <a:pt x="683" y="1185"/>
                  </a:lnTo>
                  <a:lnTo>
                    <a:pt x="683" y="1265"/>
                  </a:lnTo>
                  <a:lnTo>
                    <a:pt x="683" y="1346"/>
                  </a:lnTo>
                  <a:lnTo>
                    <a:pt x="743" y="1366"/>
                  </a:lnTo>
                  <a:lnTo>
                    <a:pt x="784" y="1366"/>
                  </a:lnTo>
                  <a:lnTo>
                    <a:pt x="1527" y="663"/>
                  </a:lnTo>
                  <a:lnTo>
                    <a:pt x="1426" y="583"/>
                  </a:lnTo>
                  <a:lnTo>
                    <a:pt x="1326" y="543"/>
                  </a:lnTo>
                  <a:lnTo>
                    <a:pt x="1145" y="422"/>
                  </a:lnTo>
                  <a:lnTo>
                    <a:pt x="1045" y="362"/>
                  </a:lnTo>
                  <a:lnTo>
                    <a:pt x="984" y="261"/>
                  </a:lnTo>
                  <a:lnTo>
                    <a:pt x="924" y="161"/>
                  </a:lnTo>
                  <a:lnTo>
                    <a:pt x="904" y="41"/>
                  </a:lnTo>
                  <a:lnTo>
                    <a:pt x="864" y="21"/>
                  </a:lnTo>
                  <a:lnTo>
                    <a:pt x="824" y="21"/>
                  </a:lnTo>
                  <a:lnTo>
                    <a:pt x="70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0" name="Google Shape;310;p4"/>
            <p:cNvSpPr/>
            <p:nvPr/>
          </p:nvSpPr>
          <p:spPr>
            <a:xfrm>
              <a:off x="5669350" y="3350450"/>
              <a:ext cx="40175" cy="39175"/>
            </a:xfrm>
            <a:custGeom>
              <a:rect b="b" l="l" r="r" t="t"/>
              <a:pathLst>
                <a:path extrusionOk="0" h="1567" w="1607">
                  <a:moveTo>
                    <a:pt x="864" y="0"/>
                  </a:moveTo>
                  <a:lnTo>
                    <a:pt x="783" y="20"/>
                  </a:lnTo>
                  <a:lnTo>
                    <a:pt x="723" y="60"/>
                  </a:lnTo>
                  <a:lnTo>
                    <a:pt x="683" y="121"/>
                  </a:lnTo>
                  <a:lnTo>
                    <a:pt x="663" y="181"/>
                  </a:lnTo>
                  <a:lnTo>
                    <a:pt x="623" y="321"/>
                  </a:lnTo>
                  <a:lnTo>
                    <a:pt x="583" y="382"/>
                  </a:lnTo>
                  <a:lnTo>
                    <a:pt x="542" y="422"/>
                  </a:lnTo>
                  <a:lnTo>
                    <a:pt x="422" y="522"/>
                  </a:lnTo>
                  <a:lnTo>
                    <a:pt x="281" y="602"/>
                  </a:lnTo>
                  <a:lnTo>
                    <a:pt x="0" y="763"/>
                  </a:lnTo>
                  <a:lnTo>
                    <a:pt x="201" y="763"/>
                  </a:lnTo>
                  <a:lnTo>
                    <a:pt x="281" y="803"/>
                  </a:lnTo>
                  <a:lnTo>
                    <a:pt x="362" y="823"/>
                  </a:lnTo>
                  <a:lnTo>
                    <a:pt x="402" y="884"/>
                  </a:lnTo>
                  <a:lnTo>
                    <a:pt x="462" y="944"/>
                  </a:lnTo>
                  <a:lnTo>
                    <a:pt x="542" y="1064"/>
                  </a:lnTo>
                  <a:lnTo>
                    <a:pt x="603" y="1225"/>
                  </a:lnTo>
                  <a:lnTo>
                    <a:pt x="703" y="1366"/>
                  </a:lnTo>
                  <a:lnTo>
                    <a:pt x="743" y="1426"/>
                  </a:lnTo>
                  <a:lnTo>
                    <a:pt x="804" y="1486"/>
                  </a:lnTo>
                  <a:lnTo>
                    <a:pt x="884" y="1526"/>
                  </a:lnTo>
                  <a:lnTo>
                    <a:pt x="964" y="1566"/>
                  </a:lnTo>
                  <a:lnTo>
                    <a:pt x="924" y="1466"/>
                  </a:lnTo>
                  <a:lnTo>
                    <a:pt x="924" y="1366"/>
                  </a:lnTo>
                  <a:lnTo>
                    <a:pt x="924" y="1285"/>
                  </a:lnTo>
                  <a:lnTo>
                    <a:pt x="944" y="1225"/>
                  </a:lnTo>
                  <a:lnTo>
                    <a:pt x="964" y="1165"/>
                  </a:lnTo>
                  <a:lnTo>
                    <a:pt x="1024" y="1104"/>
                  </a:lnTo>
                  <a:lnTo>
                    <a:pt x="1125" y="1024"/>
                  </a:lnTo>
                  <a:lnTo>
                    <a:pt x="1265" y="964"/>
                  </a:lnTo>
                  <a:lnTo>
                    <a:pt x="1406" y="884"/>
                  </a:lnTo>
                  <a:lnTo>
                    <a:pt x="1526" y="783"/>
                  </a:lnTo>
                  <a:lnTo>
                    <a:pt x="1567" y="723"/>
                  </a:lnTo>
                  <a:lnTo>
                    <a:pt x="1607" y="643"/>
                  </a:lnTo>
                  <a:lnTo>
                    <a:pt x="1446" y="643"/>
                  </a:lnTo>
                  <a:lnTo>
                    <a:pt x="1306" y="623"/>
                  </a:lnTo>
                  <a:lnTo>
                    <a:pt x="1205" y="562"/>
                  </a:lnTo>
                  <a:lnTo>
                    <a:pt x="1105" y="482"/>
                  </a:lnTo>
                  <a:lnTo>
                    <a:pt x="1024" y="382"/>
                  </a:lnTo>
                  <a:lnTo>
                    <a:pt x="964" y="261"/>
                  </a:lnTo>
                  <a:lnTo>
                    <a:pt x="864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1" name="Google Shape;311;p4"/>
            <p:cNvSpPr/>
            <p:nvPr/>
          </p:nvSpPr>
          <p:spPr>
            <a:xfrm>
              <a:off x="5562425" y="3350950"/>
              <a:ext cx="41700" cy="38175"/>
            </a:xfrm>
            <a:custGeom>
              <a:rect b="b" l="l" r="r" t="t"/>
              <a:pathLst>
                <a:path extrusionOk="0" h="1527" w="1668">
                  <a:moveTo>
                    <a:pt x="683" y="0"/>
                  </a:moveTo>
                  <a:lnTo>
                    <a:pt x="543" y="281"/>
                  </a:lnTo>
                  <a:lnTo>
                    <a:pt x="462" y="402"/>
                  </a:lnTo>
                  <a:lnTo>
                    <a:pt x="382" y="502"/>
                  </a:lnTo>
                  <a:lnTo>
                    <a:pt x="322" y="542"/>
                  </a:lnTo>
                  <a:lnTo>
                    <a:pt x="261" y="562"/>
                  </a:lnTo>
                  <a:lnTo>
                    <a:pt x="141" y="582"/>
                  </a:lnTo>
                  <a:lnTo>
                    <a:pt x="81" y="603"/>
                  </a:lnTo>
                  <a:lnTo>
                    <a:pt x="21" y="623"/>
                  </a:lnTo>
                  <a:lnTo>
                    <a:pt x="0" y="663"/>
                  </a:lnTo>
                  <a:lnTo>
                    <a:pt x="0" y="703"/>
                  </a:lnTo>
                  <a:lnTo>
                    <a:pt x="844" y="1526"/>
                  </a:lnTo>
                  <a:lnTo>
                    <a:pt x="884" y="1366"/>
                  </a:lnTo>
                  <a:lnTo>
                    <a:pt x="924" y="1245"/>
                  </a:lnTo>
                  <a:lnTo>
                    <a:pt x="1004" y="1145"/>
                  </a:lnTo>
                  <a:lnTo>
                    <a:pt x="1105" y="1044"/>
                  </a:lnTo>
                  <a:lnTo>
                    <a:pt x="1225" y="964"/>
                  </a:lnTo>
                  <a:lnTo>
                    <a:pt x="1346" y="884"/>
                  </a:lnTo>
                  <a:lnTo>
                    <a:pt x="1667" y="743"/>
                  </a:lnTo>
                  <a:lnTo>
                    <a:pt x="1265" y="562"/>
                  </a:lnTo>
                  <a:lnTo>
                    <a:pt x="1125" y="482"/>
                  </a:lnTo>
                  <a:lnTo>
                    <a:pt x="1004" y="402"/>
                  </a:lnTo>
                  <a:lnTo>
                    <a:pt x="964" y="362"/>
                  </a:lnTo>
                  <a:lnTo>
                    <a:pt x="944" y="301"/>
                  </a:lnTo>
                  <a:lnTo>
                    <a:pt x="904" y="161"/>
                  </a:lnTo>
                  <a:lnTo>
                    <a:pt x="884" y="101"/>
                  </a:lnTo>
                  <a:lnTo>
                    <a:pt x="844" y="40"/>
                  </a:lnTo>
                  <a:lnTo>
                    <a:pt x="784" y="20"/>
                  </a:lnTo>
                  <a:lnTo>
                    <a:pt x="68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2" name="Google Shape;312;p4"/>
            <p:cNvSpPr/>
            <p:nvPr/>
          </p:nvSpPr>
          <p:spPr>
            <a:xfrm>
              <a:off x="5455500" y="3351450"/>
              <a:ext cx="41700" cy="38175"/>
            </a:xfrm>
            <a:custGeom>
              <a:rect b="b" l="l" r="r" t="t"/>
              <a:pathLst>
                <a:path extrusionOk="0" h="1527" w="1668">
                  <a:moveTo>
                    <a:pt x="743" y="0"/>
                  </a:moveTo>
                  <a:lnTo>
                    <a:pt x="0" y="723"/>
                  </a:lnTo>
                  <a:lnTo>
                    <a:pt x="784" y="1526"/>
                  </a:lnTo>
                  <a:lnTo>
                    <a:pt x="824" y="1386"/>
                  </a:lnTo>
                  <a:lnTo>
                    <a:pt x="884" y="1245"/>
                  </a:lnTo>
                  <a:lnTo>
                    <a:pt x="964" y="1125"/>
                  </a:lnTo>
                  <a:lnTo>
                    <a:pt x="1065" y="1044"/>
                  </a:lnTo>
                  <a:lnTo>
                    <a:pt x="1185" y="964"/>
                  </a:lnTo>
                  <a:lnTo>
                    <a:pt x="1326" y="884"/>
                  </a:lnTo>
                  <a:lnTo>
                    <a:pt x="1667" y="743"/>
                  </a:lnTo>
                  <a:lnTo>
                    <a:pt x="1266" y="583"/>
                  </a:lnTo>
                  <a:lnTo>
                    <a:pt x="1125" y="502"/>
                  </a:lnTo>
                  <a:lnTo>
                    <a:pt x="1025" y="442"/>
                  </a:lnTo>
                  <a:lnTo>
                    <a:pt x="944" y="342"/>
                  </a:lnTo>
                  <a:lnTo>
                    <a:pt x="864" y="221"/>
                  </a:lnTo>
                  <a:lnTo>
                    <a:pt x="74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3" name="Google Shape;313;p4"/>
            <p:cNvSpPr/>
            <p:nvPr/>
          </p:nvSpPr>
          <p:spPr>
            <a:xfrm>
              <a:off x="5887700" y="3250550"/>
              <a:ext cx="36675" cy="34150"/>
            </a:xfrm>
            <a:custGeom>
              <a:rect b="b" l="l" r="r" t="t"/>
              <a:pathLst>
                <a:path extrusionOk="0" h="1366" w="1467">
                  <a:moveTo>
                    <a:pt x="724" y="0"/>
                  </a:moveTo>
                  <a:lnTo>
                    <a:pt x="1" y="663"/>
                  </a:lnTo>
                  <a:lnTo>
                    <a:pt x="744" y="1366"/>
                  </a:lnTo>
                  <a:lnTo>
                    <a:pt x="864" y="1145"/>
                  </a:lnTo>
                  <a:lnTo>
                    <a:pt x="1025" y="964"/>
                  </a:lnTo>
                  <a:lnTo>
                    <a:pt x="1125" y="884"/>
                  </a:lnTo>
                  <a:lnTo>
                    <a:pt x="1226" y="803"/>
                  </a:lnTo>
                  <a:lnTo>
                    <a:pt x="1346" y="743"/>
                  </a:lnTo>
                  <a:lnTo>
                    <a:pt x="1467" y="703"/>
                  </a:lnTo>
                  <a:lnTo>
                    <a:pt x="1386" y="603"/>
                  </a:lnTo>
                  <a:lnTo>
                    <a:pt x="1286" y="542"/>
                  </a:lnTo>
                  <a:lnTo>
                    <a:pt x="1085" y="422"/>
                  </a:lnTo>
                  <a:lnTo>
                    <a:pt x="985" y="342"/>
                  </a:lnTo>
                  <a:lnTo>
                    <a:pt x="904" y="261"/>
                  </a:lnTo>
                  <a:lnTo>
                    <a:pt x="864" y="161"/>
                  </a:lnTo>
                  <a:lnTo>
                    <a:pt x="824" y="40"/>
                  </a:lnTo>
                  <a:lnTo>
                    <a:pt x="804" y="20"/>
                  </a:lnTo>
                  <a:lnTo>
                    <a:pt x="764" y="20"/>
                  </a:lnTo>
                  <a:lnTo>
                    <a:pt x="724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4" name="Google Shape;314;p4"/>
            <p:cNvSpPr/>
            <p:nvPr/>
          </p:nvSpPr>
          <p:spPr>
            <a:xfrm>
              <a:off x="5558900" y="2837900"/>
              <a:ext cx="42200" cy="36675"/>
            </a:xfrm>
            <a:custGeom>
              <a:rect b="b" l="l" r="r" t="t"/>
              <a:pathLst>
                <a:path extrusionOk="0" h="1467" w="1688">
                  <a:moveTo>
                    <a:pt x="864" y="1"/>
                  </a:moveTo>
                  <a:lnTo>
                    <a:pt x="764" y="262"/>
                  </a:lnTo>
                  <a:lnTo>
                    <a:pt x="704" y="362"/>
                  </a:lnTo>
                  <a:lnTo>
                    <a:pt x="643" y="463"/>
                  </a:lnTo>
                  <a:lnTo>
                    <a:pt x="523" y="543"/>
                  </a:lnTo>
                  <a:lnTo>
                    <a:pt x="382" y="623"/>
                  </a:lnTo>
                  <a:lnTo>
                    <a:pt x="1" y="844"/>
                  </a:lnTo>
                  <a:lnTo>
                    <a:pt x="162" y="864"/>
                  </a:lnTo>
                  <a:lnTo>
                    <a:pt x="302" y="904"/>
                  </a:lnTo>
                  <a:lnTo>
                    <a:pt x="423" y="965"/>
                  </a:lnTo>
                  <a:lnTo>
                    <a:pt x="543" y="1025"/>
                  </a:lnTo>
                  <a:lnTo>
                    <a:pt x="623" y="1085"/>
                  </a:lnTo>
                  <a:lnTo>
                    <a:pt x="704" y="1186"/>
                  </a:lnTo>
                  <a:lnTo>
                    <a:pt x="744" y="1286"/>
                  </a:lnTo>
                  <a:lnTo>
                    <a:pt x="784" y="1406"/>
                  </a:lnTo>
                  <a:lnTo>
                    <a:pt x="804" y="1427"/>
                  </a:lnTo>
                  <a:lnTo>
                    <a:pt x="864" y="1447"/>
                  </a:lnTo>
                  <a:lnTo>
                    <a:pt x="985" y="1467"/>
                  </a:lnTo>
                  <a:lnTo>
                    <a:pt x="1045" y="1286"/>
                  </a:lnTo>
                  <a:lnTo>
                    <a:pt x="1065" y="1206"/>
                  </a:lnTo>
                  <a:lnTo>
                    <a:pt x="1105" y="1145"/>
                  </a:lnTo>
                  <a:lnTo>
                    <a:pt x="1246" y="1045"/>
                  </a:lnTo>
                  <a:lnTo>
                    <a:pt x="1386" y="945"/>
                  </a:lnTo>
                  <a:lnTo>
                    <a:pt x="1688" y="744"/>
                  </a:lnTo>
                  <a:lnTo>
                    <a:pt x="1547" y="684"/>
                  </a:lnTo>
                  <a:lnTo>
                    <a:pt x="1427" y="623"/>
                  </a:lnTo>
                  <a:lnTo>
                    <a:pt x="1306" y="543"/>
                  </a:lnTo>
                  <a:lnTo>
                    <a:pt x="1206" y="463"/>
                  </a:lnTo>
                  <a:lnTo>
                    <a:pt x="1105" y="362"/>
                  </a:lnTo>
                  <a:lnTo>
                    <a:pt x="1025" y="262"/>
                  </a:lnTo>
                  <a:lnTo>
                    <a:pt x="864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5" name="Google Shape;315;p4"/>
            <p:cNvSpPr/>
            <p:nvPr/>
          </p:nvSpPr>
          <p:spPr>
            <a:xfrm>
              <a:off x="5672350" y="2840925"/>
              <a:ext cx="35175" cy="33150"/>
            </a:xfrm>
            <a:custGeom>
              <a:rect b="b" l="l" r="r" t="t"/>
              <a:pathLst>
                <a:path extrusionOk="0" h="1326" w="1407">
                  <a:moveTo>
                    <a:pt x="684" y="0"/>
                  </a:moveTo>
                  <a:lnTo>
                    <a:pt x="1" y="663"/>
                  </a:lnTo>
                  <a:lnTo>
                    <a:pt x="724" y="1326"/>
                  </a:lnTo>
                  <a:lnTo>
                    <a:pt x="764" y="1225"/>
                  </a:lnTo>
                  <a:lnTo>
                    <a:pt x="824" y="1105"/>
                  </a:lnTo>
                  <a:lnTo>
                    <a:pt x="904" y="1024"/>
                  </a:lnTo>
                  <a:lnTo>
                    <a:pt x="985" y="944"/>
                  </a:lnTo>
                  <a:lnTo>
                    <a:pt x="1186" y="804"/>
                  </a:lnTo>
                  <a:lnTo>
                    <a:pt x="1406" y="683"/>
                  </a:lnTo>
                  <a:lnTo>
                    <a:pt x="1326" y="583"/>
                  </a:lnTo>
                  <a:lnTo>
                    <a:pt x="1246" y="522"/>
                  </a:lnTo>
                  <a:lnTo>
                    <a:pt x="1045" y="402"/>
                  </a:lnTo>
                  <a:lnTo>
                    <a:pt x="945" y="342"/>
                  </a:lnTo>
                  <a:lnTo>
                    <a:pt x="864" y="261"/>
                  </a:lnTo>
                  <a:lnTo>
                    <a:pt x="804" y="161"/>
                  </a:lnTo>
                  <a:lnTo>
                    <a:pt x="784" y="41"/>
                  </a:lnTo>
                  <a:lnTo>
                    <a:pt x="764" y="20"/>
                  </a:lnTo>
                  <a:lnTo>
                    <a:pt x="724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6" name="Google Shape;316;p4"/>
            <p:cNvSpPr/>
            <p:nvPr/>
          </p:nvSpPr>
          <p:spPr>
            <a:xfrm>
              <a:off x="5780775" y="2841425"/>
              <a:ext cx="33675" cy="31650"/>
            </a:xfrm>
            <a:custGeom>
              <a:rect b="b" l="l" r="r" t="t"/>
              <a:pathLst>
                <a:path extrusionOk="0" h="1266" w="1347">
                  <a:moveTo>
                    <a:pt x="664" y="0"/>
                  </a:moveTo>
                  <a:lnTo>
                    <a:pt x="1" y="623"/>
                  </a:lnTo>
                  <a:lnTo>
                    <a:pt x="684" y="1265"/>
                  </a:lnTo>
                  <a:lnTo>
                    <a:pt x="1346" y="603"/>
                  </a:lnTo>
                  <a:lnTo>
                    <a:pt x="664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7" name="Google Shape;317;p4"/>
            <p:cNvSpPr/>
            <p:nvPr/>
          </p:nvSpPr>
          <p:spPr>
            <a:xfrm>
              <a:off x="5779275" y="3246525"/>
              <a:ext cx="36175" cy="39675"/>
            </a:xfrm>
            <a:custGeom>
              <a:rect b="b" l="l" r="r" t="t"/>
              <a:pathLst>
                <a:path extrusionOk="0" h="1587" w="1447">
                  <a:moveTo>
                    <a:pt x="704" y="1"/>
                  </a:moveTo>
                  <a:lnTo>
                    <a:pt x="663" y="161"/>
                  </a:lnTo>
                  <a:lnTo>
                    <a:pt x="583" y="302"/>
                  </a:lnTo>
                  <a:lnTo>
                    <a:pt x="503" y="422"/>
                  </a:lnTo>
                  <a:lnTo>
                    <a:pt x="422" y="523"/>
                  </a:lnTo>
                  <a:lnTo>
                    <a:pt x="322" y="583"/>
                  </a:lnTo>
                  <a:lnTo>
                    <a:pt x="202" y="663"/>
                  </a:lnTo>
                  <a:lnTo>
                    <a:pt x="1" y="784"/>
                  </a:lnTo>
                  <a:lnTo>
                    <a:pt x="824" y="1587"/>
                  </a:lnTo>
                  <a:lnTo>
                    <a:pt x="844" y="1466"/>
                  </a:lnTo>
                  <a:lnTo>
                    <a:pt x="884" y="1346"/>
                  </a:lnTo>
                  <a:lnTo>
                    <a:pt x="924" y="1246"/>
                  </a:lnTo>
                  <a:lnTo>
                    <a:pt x="1005" y="1165"/>
                  </a:lnTo>
                  <a:lnTo>
                    <a:pt x="1065" y="1085"/>
                  </a:lnTo>
                  <a:lnTo>
                    <a:pt x="1165" y="1025"/>
                  </a:lnTo>
                  <a:lnTo>
                    <a:pt x="1266" y="964"/>
                  </a:lnTo>
                  <a:lnTo>
                    <a:pt x="1386" y="944"/>
                  </a:lnTo>
                  <a:lnTo>
                    <a:pt x="1406" y="904"/>
                  </a:lnTo>
                  <a:lnTo>
                    <a:pt x="1426" y="864"/>
                  </a:lnTo>
                  <a:lnTo>
                    <a:pt x="1446" y="744"/>
                  </a:lnTo>
                  <a:lnTo>
                    <a:pt x="1226" y="643"/>
                  </a:lnTo>
                  <a:lnTo>
                    <a:pt x="1125" y="603"/>
                  </a:lnTo>
                  <a:lnTo>
                    <a:pt x="1025" y="543"/>
                  </a:lnTo>
                  <a:lnTo>
                    <a:pt x="944" y="442"/>
                  </a:lnTo>
                  <a:lnTo>
                    <a:pt x="864" y="322"/>
                  </a:lnTo>
                  <a:lnTo>
                    <a:pt x="704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8" name="Google Shape;318;p4"/>
            <p:cNvSpPr/>
            <p:nvPr/>
          </p:nvSpPr>
          <p:spPr>
            <a:xfrm>
              <a:off x="5670350" y="3249550"/>
              <a:ext cx="37675" cy="37675"/>
            </a:xfrm>
            <a:custGeom>
              <a:rect b="b" l="l" r="r" t="t"/>
              <a:pathLst>
                <a:path extrusionOk="0" h="1507" w="1507">
                  <a:moveTo>
                    <a:pt x="824" y="0"/>
                  </a:moveTo>
                  <a:lnTo>
                    <a:pt x="1" y="743"/>
                  </a:lnTo>
                  <a:lnTo>
                    <a:pt x="262" y="864"/>
                  </a:lnTo>
                  <a:lnTo>
                    <a:pt x="382" y="944"/>
                  </a:lnTo>
                  <a:lnTo>
                    <a:pt x="482" y="1024"/>
                  </a:lnTo>
                  <a:lnTo>
                    <a:pt x="563" y="1125"/>
                  </a:lnTo>
                  <a:lnTo>
                    <a:pt x="623" y="1245"/>
                  </a:lnTo>
                  <a:lnTo>
                    <a:pt x="764" y="1506"/>
                  </a:lnTo>
                  <a:lnTo>
                    <a:pt x="944" y="1205"/>
                  </a:lnTo>
                  <a:lnTo>
                    <a:pt x="1105" y="964"/>
                  </a:lnTo>
                  <a:lnTo>
                    <a:pt x="1145" y="924"/>
                  </a:lnTo>
                  <a:lnTo>
                    <a:pt x="1205" y="904"/>
                  </a:lnTo>
                  <a:lnTo>
                    <a:pt x="1346" y="864"/>
                  </a:lnTo>
                  <a:lnTo>
                    <a:pt x="1406" y="843"/>
                  </a:lnTo>
                  <a:lnTo>
                    <a:pt x="1466" y="803"/>
                  </a:lnTo>
                  <a:lnTo>
                    <a:pt x="1506" y="743"/>
                  </a:lnTo>
                  <a:lnTo>
                    <a:pt x="1506" y="643"/>
                  </a:lnTo>
                  <a:lnTo>
                    <a:pt x="1386" y="603"/>
                  </a:lnTo>
                  <a:lnTo>
                    <a:pt x="1266" y="542"/>
                  </a:lnTo>
                  <a:lnTo>
                    <a:pt x="1165" y="462"/>
                  </a:lnTo>
                  <a:lnTo>
                    <a:pt x="1085" y="402"/>
                  </a:lnTo>
                  <a:lnTo>
                    <a:pt x="984" y="301"/>
                  </a:lnTo>
                  <a:lnTo>
                    <a:pt x="924" y="221"/>
                  </a:lnTo>
                  <a:lnTo>
                    <a:pt x="864" y="101"/>
                  </a:lnTo>
                  <a:lnTo>
                    <a:pt x="824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9" name="Google Shape;319;p4"/>
            <p:cNvSpPr/>
            <p:nvPr/>
          </p:nvSpPr>
          <p:spPr>
            <a:xfrm>
              <a:off x="5562425" y="3247025"/>
              <a:ext cx="37675" cy="38175"/>
            </a:xfrm>
            <a:custGeom>
              <a:rect b="b" l="l" r="r" t="t"/>
              <a:pathLst>
                <a:path extrusionOk="0" h="1527" w="1507">
                  <a:moveTo>
                    <a:pt x="743" y="1"/>
                  </a:moveTo>
                  <a:lnTo>
                    <a:pt x="563" y="322"/>
                  </a:lnTo>
                  <a:lnTo>
                    <a:pt x="482" y="442"/>
                  </a:lnTo>
                  <a:lnTo>
                    <a:pt x="402" y="563"/>
                  </a:lnTo>
                  <a:lnTo>
                    <a:pt x="342" y="603"/>
                  </a:lnTo>
                  <a:lnTo>
                    <a:pt x="282" y="623"/>
                  </a:lnTo>
                  <a:lnTo>
                    <a:pt x="141" y="643"/>
                  </a:lnTo>
                  <a:lnTo>
                    <a:pt x="41" y="663"/>
                  </a:lnTo>
                  <a:lnTo>
                    <a:pt x="0" y="683"/>
                  </a:lnTo>
                  <a:lnTo>
                    <a:pt x="0" y="744"/>
                  </a:lnTo>
                  <a:lnTo>
                    <a:pt x="763" y="1527"/>
                  </a:lnTo>
                  <a:lnTo>
                    <a:pt x="1506" y="744"/>
                  </a:lnTo>
                  <a:lnTo>
                    <a:pt x="1265" y="643"/>
                  </a:lnTo>
                  <a:lnTo>
                    <a:pt x="1145" y="563"/>
                  </a:lnTo>
                  <a:lnTo>
                    <a:pt x="1024" y="483"/>
                  </a:lnTo>
                  <a:lnTo>
                    <a:pt x="944" y="382"/>
                  </a:lnTo>
                  <a:lnTo>
                    <a:pt x="884" y="282"/>
                  </a:lnTo>
                  <a:lnTo>
                    <a:pt x="743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0" name="Google Shape;320;p4"/>
            <p:cNvSpPr/>
            <p:nvPr/>
          </p:nvSpPr>
          <p:spPr>
            <a:xfrm>
              <a:off x="5454500" y="3247025"/>
              <a:ext cx="43200" cy="40700"/>
            </a:xfrm>
            <a:custGeom>
              <a:rect b="b" l="l" r="r" t="t"/>
              <a:pathLst>
                <a:path extrusionOk="0" h="1628" w="1728">
                  <a:moveTo>
                    <a:pt x="763" y="1"/>
                  </a:moveTo>
                  <a:lnTo>
                    <a:pt x="583" y="302"/>
                  </a:lnTo>
                  <a:lnTo>
                    <a:pt x="502" y="422"/>
                  </a:lnTo>
                  <a:lnTo>
                    <a:pt x="422" y="543"/>
                  </a:lnTo>
                  <a:lnTo>
                    <a:pt x="362" y="583"/>
                  </a:lnTo>
                  <a:lnTo>
                    <a:pt x="302" y="603"/>
                  </a:lnTo>
                  <a:lnTo>
                    <a:pt x="161" y="643"/>
                  </a:lnTo>
                  <a:lnTo>
                    <a:pt x="101" y="683"/>
                  </a:lnTo>
                  <a:lnTo>
                    <a:pt x="40" y="724"/>
                  </a:lnTo>
                  <a:lnTo>
                    <a:pt x="20" y="784"/>
                  </a:lnTo>
                  <a:lnTo>
                    <a:pt x="0" y="884"/>
                  </a:lnTo>
                  <a:lnTo>
                    <a:pt x="141" y="924"/>
                  </a:lnTo>
                  <a:lnTo>
                    <a:pt x="261" y="985"/>
                  </a:lnTo>
                  <a:lnTo>
                    <a:pt x="362" y="1065"/>
                  </a:lnTo>
                  <a:lnTo>
                    <a:pt x="462" y="1165"/>
                  </a:lnTo>
                  <a:lnTo>
                    <a:pt x="623" y="1406"/>
                  </a:lnTo>
                  <a:lnTo>
                    <a:pt x="703" y="1527"/>
                  </a:lnTo>
                  <a:lnTo>
                    <a:pt x="824" y="1627"/>
                  </a:lnTo>
                  <a:lnTo>
                    <a:pt x="864" y="1467"/>
                  </a:lnTo>
                  <a:lnTo>
                    <a:pt x="924" y="1326"/>
                  </a:lnTo>
                  <a:lnTo>
                    <a:pt x="984" y="1226"/>
                  </a:lnTo>
                  <a:lnTo>
                    <a:pt x="1085" y="1125"/>
                  </a:lnTo>
                  <a:lnTo>
                    <a:pt x="1205" y="1025"/>
                  </a:lnTo>
                  <a:lnTo>
                    <a:pt x="1366" y="965"/>
                  </a:lnTo>
                  <a:lnTo>
                    <a:pt x="1526" y="904"/>
                  </a:lnTo>
                  <a:lnTo>
                    <a:pt x="1727" y="844"/>
                  </a:lnTo>
                  <a:lnTo>
                    <a:pt x="1306" y="643"/>
                  </a:lnTo>
                  <a:lnTo>
                    <a:pt x="1145" y="583"/>
                  </a:lnTo>
                  <a:lnTo>
                    <a:pt x="1044" y="503"/>
                  </a:lnTo>
                  <a:lnTo>
                    <a:pt x="964" y="402"/>
                  </a:lnTo>
                  <a:lnTo>
                    <a:pt x="904" y="282"/>
                  </a:lnTo>
                  <a:lnTo>
                    <a:pt x="763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1" name="Google Shape;321;p4"/>
            <p:cNvSpPr/>
            <p:nvPr/>
          </p:nvSpPr>
          <p:spPr>
            <a:xfrm>
              <a:off x="5887200" y="3147125"/>
              <a:ext cx="35675" cy="33675"/>
            </a:xfrm>
            <a:custGeom>
              <a:rect b="b" l="l" r="r" t="t"/>
              <a:pathLst>
                <a:path extrusionOk="0" h="1347" w="1427">
                  <a:moveTo>
                    <a:pt x="684" y="1"/>
                  </a:moveTo>
                  <a:lnTo>
                    <a:pt x="603" y="222"/>
                  </a:lnTo>
                  <a:lnTo>
                    <a:pt x="543" y="322"/>
                  </a:lnTo>
                  <a:lnTo>
                    <a:pt x="483" y="402"/>
                  </a:lnTo>
                  <a:lnTo>
                    <a:pt x="362" y="483"/>
                  </a:lnTo>
                  <a:lnTo>
                    <a:pt x="242" y="543"/>
                  </a:lnTo>
                  <a:lnTo>
                    <a:pt x="1" y="664"/>
                  </a:lnTo>
                  <a:lnTo>
                    <a:pt x="744" y="1346"/>
                  </a:lnTo>
                  <a:lnTo>
                    <a:pt x="1426" y="684"/>
                  </a:lnTo>
                  <a:lnTo>
                    <a:pt x="684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2" name="Google Shape;322;p4"/>
            <p:cNvSpPr/>
            <p:nvPr/>
          </p:nvSpPr>
          <p:spPr>
            <a:xfrm>
              <a:off x="5560925" y="2942825"/>
              <a:ext cx="38175" cy="35175"/>
            </a:xfrm>
            <a:custGeom>
              <a:rect b="b" l="l" r="r" t="t"/>
              <a:pathLst>
                <a:path extrusionOk="0" h="1407" w="1527">
                  <a:moveTo>
                    <a:pt x="783" y="1"/>
                  </a:moveTo>
                  <a:lnTo>
                    <a:pt x="683" y="161"/>
                  </a:lnTo>
                  <a:lnTo>
                    <a:pt x="623" y="282"/>
                  </a:lnTo>
                  <a:lnTo>
                    <a:pt x="542" y="362"/>
                  </a:lnTo>
                  <a:lnTo>
                    <a:pt x="422" y="442"/>
                  </a:lnTo>
                  <a:lnTo>
                    <a:pt x="301" y="523"/>
                  </a:lnTo>
                  <a:lnTo>
                    <a:pt x="0" y="663"/>
                  </a:lnTo>
                  <a:lnTo>
                    <a:pt x="301" y="844"/>
                  </a:lnTo>
                  <a:lnTo>
                    <a:pt x="422" y="904"/>
                  </a:lnTo>
                  <a:lnTo>
                    <a:pt x="542" y="984"/>
                  </a:lnTo>
                  <a:lnTo>
                    <a:pt x="582" y="1045"/>
                  </a:lnTo>
                  <a:lnTo>
                    <a:pt x="603" y="1105"/>
                  </a:lnTo>
                  <a:lnTo>
                    <a:pt x="643" y="1225"/>
                  </a:lnTo>
                  <a:lnTo>
                    <a:pt x="683" y="1346"/>
                  </a:lnTo>
                  <a:lnTo>
                    <a:pt x="703" y="1386"/>
                  </a:lnTo>
                  <a:lnTo>
                    <a:pt x="763" y="1406"/>
                  </a:lnTo>
                  <a:lnTo>
                    <a:pt x="1526" y="683"/>
                  </a:lnTo>
                  <a:lnTo>
                    <a:pt x="783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3" name="Google Shape;323;p4"/>
            <p:cNvSpPr/>
            <p:nvPr/>
          </p:nvSpPr>
          <p:spPr>
            <a:xfrm>
              <a:off x="5671850" y="2943325"/>
              <a:ext cx="35175" cy="33150"/>
            </a:xfrm>
            <a:custGeom>
              <a:rect b="b" l="l" r="r" t="t"/>
              <a:pathLst>
                <a:path extrusionOk="0" h="1326" w="1407">
                  <a:moveTo>
                    <a:pt x="704" y="1"/>
                  </a:moveTo>
                  <a:lnTo>
                    <a:pt x="1" y="663"/>
                  </a:lnTo>
                  <a:lnTo>
                    <a:pt x="704" y="1326"/>
                  </a:lnTo>
                  <a:lnTo>
                    <a:pt x="1406" y="663"/>
                  </a:lnTo>
                  <a:lnTo>
                    <a:pt x="704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4" name="Google Shape;324;p4"/>
            <p:cNvSpPr/>
            <p:nvPr/>
          </p:nvSpPr>
          <p:spPr>
            <a:xfrm>
              <a:off x="5781300" y="2636625"/>
              <a:ext cx="33150" cy="30625"/>
            </a:xfrm>
            <a:custGeom>
              <a:rect b="b" l="l" r="r" t="t"/>
              <a:pathLst>
                <a:path extrusionOk="0" h="1225" w="1326">
                  <a:moveTo>
                    <a:pt x="643" y="0"/>
                  </a:moveTo>
                  <a:lnTo>
                    <a:pt x="0" y="622"/>
                  </a:lnTo>
                  <a:lnTo>
                    <a:pt x="643" y="1225"/>
                  </a:lnTo>
                  <a:lnTo>
                    <a:pt x="1325" y="643"/>
                  </a:lnTo>
                  <a:lnTo>
                    <a:pt x="64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5" name="Google Shape;325;p4"/>
            <p:cNvSpPr/>
            <p:nvPr/>
          </p:nvSpPr>
          <p:spPr>
            <a:xfrm>
              <a:off x="5779275" y="3148150"/>
              <a:ext cx="35675" cy="33150"/>
            </a:xfrm>
            <a:custGeom>
              <a:rect b="b" l="l" r="r" t="t"/>
              <a:pathLst>
                <a:path extrusionOk="0" h="1326" w="1427">
                  <a:moveTo>
                    <a:pt x="724" y="0"/>
                  </a:moveTo>
                  <a:lnTo>
                    <a:pt x="1" y="683"/>
                  </a:lnTo>
                  <a:lnTo>
                    <a:pt x="81" y="743"/>
                  </a:lnTo>
                  <a:lnTo>
                    <a:pt x="181" y="803"/>
                  </a:lnTo>
                  <a:lnTo>
                    <a:pt x="382" y="904"/>
                  </a:lnTo>
                  <a:lnTo>
                    <a:pt x="463" y="964"/>
                  </a:lnTo>
                  <a:lnTo>
                    <a:pt x="543" y="1044"/>
                  </a:lnTo>
                  <a:lnTo>
                    <a:pt x="583" y="1165"/>
                  </a:lnTo>
                  <a:lnTo>
                    <a:pt x="623" y="1285"/>
                  </a:lnTo>
                  <a:lnTo>
                    <a:pt x="643" y="1305"/>
                  </a:lnTo>
                  <a:lnTo>
                    <a:pt x="683" y="1325"/>
                  </a:lnTo>
                  <a:lnTo>
                    <a:pt x="724" y="1325"/>
                  </a:lnTo>
                  <a:lnTo>
                    <a:pt x="1426" y="643"/>
                  </a:lnTo>
                  <a:lnTo>
                    <a:pt x="724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6" name="Google Shape;326;p4"/>
            <p:cNvSpPr/>
            <p:nvPr/>
          </p:nvSpPr>
          <p:spPr>
            <a:xfrm>
              <a:off x="5668850" y="3145125"/>
              <a:ext cx="46200" cy="38175"/>
            </a:xfrm>
            <a:custGeom>
              <a:rect b="b" l="l" r="r" t="t"/>
              <a:pathLst>
                <a:path extrusionOk="0" h="1527" w="1848">
                  <a:moveTo>
                    <a:pt x="824" y="1"/>
                  </a:moveTo>
                  <a:lnTo>
                    <a:pt x="663" y="282"/>
                  </a:lnTo>
                  <a:lnTo>
                    <a:pt x="603" y="402"/>
                  </a:lnTo>
                  <a:lnTo>
                    <a:pt x="522" y="503"/>
                  </a:lnTo>
                  <a:lnTo>
                    <a:pt x="402" y="583"/>
                  </a:lnTo>
                  <a:lnTo>
                    <a:pt x="281" y="643"/>
                  </a:lnTo>
                  <a:lnTo>
                    <a:pt x="0" y="784"/>
                  </a:lnTo>
                  <a:lnTo>
                    <a:pt x="322" y="944"/>
                  </a:lnTo>
                  <a:lnTo>
                    <a:pt x="442" y="1025"/>
                  </a:lnTo>
                  <a:lnTo>
                    <a:pt x="562" y="1105"/>
                  </a:lnTo>
                  <a:lnTo>
                    <a:pt x="603" y="1145"/>
                  </a:lnTo>
                  <a:lnTo>
                    <a:pt x="623" y="1205"/>
                  </a:lnTo>
                  <a:lnTo>
                    <a:pt x="663" y="1346"/>
                  </a:lnTo>
                  <a:lnTo>
                    <a:pt x="683" y="1406"/>
                  </a:lnTo>
                  <a:lnTo>
                    <a:pt x="723" y="1466"/>
                  </a:lnTo>
                  <a:lnTo>
                    <a:pt x="803" y="1507"/>
                  </a:lnTo>
                  <a:lnTo>
                    <a:pt x="884" y="1527"/>
                  </a:lnTo>
                  <a:lnTo>
                    <a:pt x="924" y="1386"/>
                  </a:lnTo>
                  <a:lnTo>
                    <a:pt x="984" y="1266"/>
                  </a:lnTo>
                  <a:lnTo>
                    <a:pt x="1064" y="1165"/>
                  </a:lnTo>
                  <a:lnTo>
                    <a:pt x="1165" y="1065"/>
                  </a:lnTo>
                  <a:lnTo>
                    <a:pt x="1305" y="984"/>
                  </a:lnTo>
                  <a:lnTo>
                    <a:pt x="1446" y="904"/>
                  </a:lnTo>
                  <a:lnTo>
                    <a:pt x="1627" y="824"/>
                  </a:lnTo>
                  <a:lnTo>
                    <a:pt x="1848" y="744"/>
                  </a:lnTo>
                  <a:lnTo>
                    <a:pt x="1607" y="703"/>
                  </a:lnTo>
                  <a:lnTo>
                    <a:pt x="1426" y="643"/>
                  </a:lnTo>
                  <a:lnTo>
                    <a:pt x="1285" y="563"/>
                  </a:lnTo>
                  <a:lnTo>
                    <a:pt x="1145" y="462"/>
                  </a:lnTo>
                  <a:lnTo>
                    <a:pt x="1044" y="362"/>
                  </a:lnTo>
                  <a:lnTo>
                    <a:pt x="964" y="242"/>
                  </a:lnTo>
                  <a:lnTo>
                    <a:pt x="824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7" name="Google Shape;327;p4"/>
            <p:cNvSpPr/>
            <p:nvPr/>
          </p:nvSpPr>
          <p:spPr>
            <a:xfrm>
              <a:off x="5562425" y="3146625"/>
              <a:ext cx="38675" cy="36675"/>
            </a:xfrm>
            <a:custGeom>
              <a:rect b="b" l="l" r="r" t="t"/>
              <a:pathLst>
                <a:path extrusionOk="0" h="1467" w="1547">
                  <a:moveTo>
                    <a:pt x="643" y="1"/>
                  </a:moveTo>
                  <a:lnTo>
                    <a:pt x="603" y="41"/>
                  </a:lnTo>
                  <a:lnTo>
                    <a:pt x="563" y="141"/>
                  </a:lnTo>
                  <a:lnTo>
                    <a:pt x="543" y="282"/>
                  </a:lnTo>
                  <a:lnTo>
                    <a:pt x="522" y="342"/>
                  </a:lnTo>
                  <a:lnTo>
                    <a:pt x="502" y="402"/>
                  </a:lnTo>
                  <a:lnTo>
                    <a:pt x="442" y="463"/>
                  </a:lnTo>
                  <a:lnTo>
                    <a:pt x="362" y="503"/>
                  </a:lnTo>
                  <a:lnTo>
                    <a:pt x="201" y="523"/>
                  </a:lnTo>
                  <a:lnTo>
                    <a:pt x="121" y="543"/>
                  </a:lnTo>
                  <a:lnTo>
                    <a:pt x="61" y="563"/>
                  </a:lnTo>
                  <a:lnTo>
                    <a:pt x="21" y="603"/>
                  </a:lnTo>
                  <a:lnTo>
                    <a:pt x="0" y="663"/>
                  </a:lnTo>
                  <a:lnTo>
                    <a:pt x="784" y="1467"/>
                  </a:lnTo>
                  <a:lnTo>
                    <a:pt x="924" y="1226"/>
                  </a:lnTo>
                  <a:lnTo>
                    <a:pt x="984" y="1105"/>
                  </a:lnTo>
                  <a:lnTo>
                    <a:pt x="1065" y="1005"/>
                  </a:lnTo>
                  <a:lnTo>
                    <a:pt x="1165" y="924"/>
                  </a:lnTo>
                  <a:lnTo>
                    <a:pt x="1286" y="864"/>
                  </a:lnTo>
                  <a:lnTo>
                    <a:pt x="1547" y="764"/>
                  </a:lnTo>
                  <a:lnTo>
                    <a:pt x="683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8" name="Google Shape;328;p4"/>
            <p:cNvSpPr/>
            <p:nvPr/>
          </p:nvSpPr>
          <p:spPr>
            <a:xfrm>
              <a:off x="5454000" y="3143625"/>
              <a:ext cx="38175" cy="42200"/>
            </a:xfrm>
            <a:custGeom>
              <a:rect b="b" l="l" r="r" t="t"/>
              <a:pathLst>
                <a:path extrusionOk="0" h="1688" w="1527">
                  <a:moveTo>
                    <a:pt x="783" y="0"/>
                  </a:moveTo>
                  <a:lnTo>
                    <a:pt x="623" y="322"/>
                  </a:lnTo>
                  <a:lnTo>
                    <a:pt x="542" y="442"/>
                  </a:lnTo>
                  <a:lnTo>
                    <a:pt x="462" y="542"/>
                  </a:lnTo>
                  <a:lnTo>
                    <a:pt x="362" y="623"/>
                  </a:lnTo>
                  <a:lnTo>
                    <a:pt x="241" y="703"/>
                  </a:lnTo>
                  <a:lnTo>
                    <a:pt x="0" y="804"/>
                  </a:lnTo>
                  <a:lnTo>
                    <a:pt x="141" y="864"/>
                  </a:lnTo>
                  <a:lnTo>
                    <a:pt x="281" y="944"/>
                  </a:lnTo>
                  <a:lnTo>
                    <a:pt x="382" y="1024"/>
                  </a:lnTo>
                  <a:lnTo>
                    <a:pt x="462" y="1125"/>
                  </a:lnTo>
                  <a:lnTo>
                    <a:pt x="542" y="1245"/>
                  </a:lnTo>
                  <a:lnTo>
                    <a:pt x="623" y="1386"/>
                  </a:lnTo>
                  <a:lnTo>
                    <a:pt x="783" y="1687"/>
                  </a:lnTo>
                  <a:lnTo>
                    <a:pt x="964" y="1346"/>
                  </a:lnTo>
                  <a:lnTo>
                    <a:pt x="1044" y="1205"/>
                  </a:lnTo>
                  <a:lnTo>
                    <a:pt x="1125" y="1085"/>
                  </a:lnTo>
                  <a:lnTo>
                    <a:pt x="1185" y="1044"/>
                  </a:lnTo>
                  <a:lnTo>
                    <a:pt x="1245" y="1024"/>
                  </a:lnTo>
                  <a:lnTo>
                    <a:pt x="1366" y="1004"/>
                  </a:lnTo>
                  <a:lnTo>
                    <a:pt x="1446" y="984"/>
                  </a:lnTo>
                  <a:lnTo>
                    <a:pt x="1486" y="924"/>
                  </a:lnTo>
                  <a:lnTo>
                    <a:pt x="1526" y="864"/>
                  </a:lnTo>
                  <a:lnTo>
                    <a:pt x="1526" y="763"/>
                  </a:lnTo>
                  <a:lnTo>
                    <a:pt x="1406" y="723"/>
                  </a:lnTo>
                  <a:lnTo>
                    <a:pt x="1285" y="683"/>
                  </a:lnTo>
                  <a:lnTo>
                    <a:pt x="1165" y="603"/>
                  </a:lnTo>
                  <a:lnTo>
                    <a:pt x="1085" y="522"/>
                  </a:lnTo>
                  <a:lnTo>
                    <a:pt x="984" y="422"/>
                  </a:lnTo>
                  <a:lnTo>
                    <a:pt x="904" y="302"/>
                  </a:lnTo>
                  <a:lnTo>
                    <a:pt x="844" y="161"/>
                  </a:lnTo>
                  <a:lnTo>
                    <a:pt x="78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9" name="Google Shape;329;p4"/>
            <p:cNvSpPr/>
            <p:nvPr/>
          </p:nvSpPr>
          <p:spPr>
            <a:xfrm>
              <a:off x="5776775" y="3046225"/>
              <a:ext cx="37675" cy="35675"/>
            </a:xfrm>
            <a:custGeom>
              <a:rect b="b" l="l" r="r" t="t"/>
              <a:pathLst>
                <a:path extrusionOk="0" h="1427" w="1507">
                  <a:moveTo>
                    <a:pt x="824" y="1"/>
                  </a:moveTo>
                  <a:lnTo>
                    <a:pt x="0" y="764"/>
                  </a:lnTo>
                  <a:lnTo>
                    <a:pt x="181" y="764"/>
                  </a:lnTo>
                  <a:lnTo>
                    <a:pt x="322" y="784"/>
                  </a:lnTo>
                  <a:lnTo>
                    <a:pt x="442" y="844"/>
                  </a:lnTo>
                  <a:lnTo>
                    <a:pt x="543" y="945"/>
                  </a:lnTo>
                  <a:lnTo>
                    <a:pt x="623" y="1045"/>
                  </a:lnTo>
                  <a:lnTo>
                    <a:pt x="703" y="1166"/>
                  </a:lnTo>
                  <a:lnTo>
                    <a:pt x="884" y="1427"/>
                  </a:lnTo>
                  <a:lnTo>
                    <a:pt x="964" y="1186"/>
                  </a:lnTo>
                  <a:lnTo>
                    <a:pt x="1024" y="1085"/>
                  </a:lnTo>
                  <a:lnTo>
                    <a:pt x="1085" y="985"/>
                  </a:lnTo>
                  <a:lnTo>
                    <a:pt x="1165" y="904"/>
                  </a:lnTo>
                  <a:lnTo>
                    <a:pt x="1245" y="844"/>
                  </a:lnTo>
                  <a:lnTo>
                    <a:pt x="1346" y="784"/>
                  </a:lnTo>
                  <a:lnTo>
                    <a:pt x="1466" y="744"/>
                  </a:lnTo>
                  <a:lnTo>
                    <a:pt x="1486" y="724"/>
                  </a:lnTo>
                  <a:lnTo>
                    <a:pt x="1506" y="684"/>
                  </a:lnTo>
                  <a:lnTo>
                    <a:pt x="1506" y="623"/>
                  </a:lnTo>
                  <a:lnTo>
                    <a:pt x="824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0" name="Google Shape;330;p4"/>
            <p:cNvSpPr/>
            <p:nvPr/>
          </p:nvSpPr>
          <p:spPr>
            <a:xfrm>
              <a:off x="5562425" y="3045225"/>
              <a:ext cx="37675" cy="35175"/>
            </a:xfrm>
            <a:custGeom>
              <a:rect b="b" l="l" r="r" t="t"/>
              <a:pathLst>
                <a:path extrusionOk="0" h="1407" w="1507">
                  <a:moveTo>
                    <a:pt x="763" y="1"/>
                  </a:moveTo>
                  <a:lnTo>
                    <a:pt x="0" y="724"/>
                  </a:lnTo>
                  <a:lnTo>
                    <a:pt x="261" y="864"/>
                  </a:lnTo>
                  <a:lnTo>
                    <a:pt x="382" y="924"/>
                  </a:lnTo>
                  <a:lnTo>
                    <a:pt x="502" y="1005"/>
                  </a:lnTo>
                  <a:lnTo>
                    <a:pt x="543" y="1065"/>
                  </a:lnTo>
                  <a:lnTo>
                    <a:pt x="563" y="1125"/>
                  </a:lnTo>
                  <a:lnTo>
                    <a:pt x="603" y="1246"/>
                  </a:lnTo>
                  <a:lnTo>
                    <a:pt x="623" y="1306"/>
                  </a:lnTo>
                  <a:lnTo>
                    <a:pt x="683" y="1366"/>
                  </a:lnTo>
                  <a:lnTo>
                    <a:pt x="743" y="1386"/>
                  </a:lnTo>
                  <a:lnTo>
                    <a:pt x="844" y="1406"/>
                  </a:lnTo>
                  <a:lnTo>
                    <a:pt x="864" y="1266"/>
                  </a:lnTo>
                  <a:lnTo>
                    <a:pt x="924" y="1145"/>
                  </a:lnTo>
                  <a:lnTo>
                    <a:pt x="984" y="1045"/>
                  </a:lnTo>
                  <a:lnTo>
                    <a:pt x="1085" y="965"/>
                  </a:lnTo>
                  <a:lnTo>
                    <a:pt x="1306" y="844"/>
                  </a:lnTo>
                  <a:lnTo>
                    <a:pt x="1506" y="704"/>
                  </a:lnTo>
                  <a:lnTo>
                    <a:pt x="763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1" name="Google Shape;331;p4"/>
            <p:cNvSpPr/>
            <p:nvPr/>
          </p:nvSpPr>
          <p:spPr>
            <a:xfrm>
              <a:off x="5671850" y="3044225"/>
              <a:ext cx="38175" cy="36175"/>
            </a:xfrm>
            <a:custGeom>
              <a:rect b="b" l="l" r="r" t="t"/>
              <a:pathLst>
                <a:path extrusionOk="0" h="1447" w="1527">
                  <a:moveTo>
                    <a:pt x="724" y="1"/>
                  </a:moveTo>
                  <a:lnTo>
                    <a:pt x="1" y="723"/>
                  </a:lnTo>
                  <a:lnTo>
                    <a:pt x="724" y="1446"/>
                  </a:lnTo>
                  <a:lnTo>
                    <a:pt x="864" y="1205"/>
                  </a:lnTo>
                  <a:lnTo>
                    <a:pt x="924" y="1105"/>
                  </a:lnTo>
                  <a:lnTo>
                    <a:pt x="1005" y="1005"/>
                  </a:lnTo>
                  <a:lnTo>
                    <a:pt x="1105" y="924"/>
                  </a:lnTo>
                  <a:lnTo>
                    <a:pt x="1226" y="844"/>
                  </a:lnTo>
                  <a:lnTo>
                    <a:pt x="1527" y="703"/>
                  </a:lnTo>
                  <a:lnTo>
                    <a:pt x="1386" y="643"/>
                  </a:lnTo>
                  <a:lnTo>
                    <a:pt x="1246" y="583"/>
                  </a:lnTo>
                  <a:lnTo>
                    <a:pt x="1125" y="503"/>
                  </a:lnTo>
                  <a:lnTo>
                    <a:pt x="1025" y="422"/>
                  </a:lnTo>
                  <a:lnTo>
                    <a:pt x="924" y="322"/>
                  </a:lnTo>
                  <a:lnTo>
                    <a:pt x="844" y="221"/>
                  </a:lnTo>
                  <a:lnTo>
                    <a:pt x="784" y="121"/>
                  </a:lnTo>
                  <a:lnTo>
                    <a:pt x="724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2" name="Google Shape;332;p4"/>
            <p:cNvSpPr/>
            <p:nvPr/>
          </p:nvSpPr>
          <p:spPr>
            <a:xfrm>
              <a:off x="5889225" y="2638125"/>
              <a:ext cx="32650" cy="29125"/>
            </a:xfrm>
            <a:custGeom>
              <a:rect b="b" l="l" r="r" t="t"/>
              <a:pathLst>
                <a:path extrusionOk="0" h="1165" w="1306">
                  <a:moveTo>
                    <a:pt x="663" y="0"/>
                  </a:moveTo>
                  <a:lnTo>
                    <a:pt x="0" y="562"/>
                  </a:lnTo>
                  <a:lnTo>
                    <a:pt x="643" y="1165"/>
                  </a:lnTo>
                  <a:lnTo>
                    <a:pt x="1305" y="583"/>
                  </a:lnTo>
                  <a:lnTo>
                    <a:pt x="66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3" name="Google Shape;333;p4"/>
            <p:cNvSpPr/>
            <p:nvPr/>
          </p:nvSpPr>
          <p:spPr>
            <a:xfrm>
              <a:off x="5455000" y="3043225"/>
              <a:ext cx="39675" cy="36675"/>
            </a:xfrm>
            <a:custGeom>
              <a:rect b="b" l="l" r="r" t="t"/>
              <a:pathLst>
                <a:path extrusionOk="0" h="1467" w="1587">
                  <a:moveTo>
                    <a:pt x="723" y="0"/>
                  </a:moveTo>
                  <a:lnTo>
                    <a:pt x="583" y="261"/>
                  </a:lnTo>
                  <a:lnTo>
                    <a:pt x="502" y="382"/>
                  </a:lnTo>
                  <a:lnTo>
                    <a:pt x="422" y="482"/>
                  </a:lnTo>
                  <a:lnTo>
                    <a:pt x="362" y="522"/>
                  </a:lnTo>
                  <a:lnTo>
                    <a:pt x="302" y="563"/>
                  </a:lnTo>
                  <a:lnTo>
                    <a:pt x="161" y="583"/>
                  </a:lnTo>
                  <a:lnTo>
                    <a:pt x="101" y="603"/>
                  </a:lnTo>
                  <a:lnTo>
                    <a:pt x="41" y="623"/>
                  </a:lnTo>
                  <a:lnTo>
                    <a:pt x="0" y="663"/>
                  </a:lnTo>
                  <a:lnTo>
                    <a:pt x="0" y="723"/>
                  </a:lnTo>
                  <a:lnTo>
                    <a:pt x="743" y="1466"/>
                  </a:lnTo>
                  <a:lnTo>
                    <a:pt x="1587" y="623"/>
                  </a:lnTo>
                  <a:lnTo>
                    <a:pt x="1587" y="623"/>
                  </a:lnTo>
                  <a:lnTo>
                    <a:pt x="1386" y="643"/>
                  </a:lnTo>
                  <a:lnTo>
                    <a:pt x="1245" y="623"/>
                  </a:lnTo>
                  <a:lnTo>
                    <a:pt x="1125" y="563"/>
                  </a:lnTo>
                  <a:lnTo>
                    <a:pt x="1024" y="482"/>
                  </a:lnTo>
                  <a:lnTo>
                    <a:pt x="944" y="362"/>
                  </a:lnTo>
                  <a:lnTo>
                    <a:pt x="884" y="261"/>
                  </a:lnTo>
                  <a:lnTo>
                    <a:pt x="72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4" name="Google Shape;334;p4"/>
            <p:cNvSpPr/>
            <p:nvPr/>
          </p:nvSpPr>
          <p:spPr>
            <a:xfrm>
              <a:off x="5996150" y="3046725"/>
              <a:ext cx="34150" cy="31650"/>
            </a:xfrm>
            <a:custGeom>
              <a:rect b="b" l="l" r="r" t="t"/>
              <a:pathLst>
                <a:path extrusionOk="0" h="1266" w="1366">
                  <a:moveTo>
                    <a:pt x="703" y="1"/>
                  </a:moveTo>
                  <a:lnTo>
                    <a:pt x="0" y="603"/>
                  </a:lnTo>
                  <a:lnTo>
                    <a:pt x="723" y="1266"/>
                  </a:lnTo>
                  <a:lnTo>
                    <a:pt x="1365" y="603"/>
                  </a:lnTo>
                  <a:lnTo>
                    <a:pt x="703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5" name="Google Shape;335;p4"/>
            <p:cNvSpPr/>
            <p:nvPr/>
          </p:nvSpPr>
          <p:spPr>
            <a:xfrm>
              <a:off x="5456500" y="2636625"/>
              <a:ext cx="35175" cy="35650"/>
            </a:xfrm>
            <a:custGeom>
              <a:rect b="b" l="l" r="r" t="t"/>
              <a:pathLst>
                <a:path extrusionOk="0" h="1426" w="1407">
                  <a:moveTo>
                    <a:pt x="683" y="0"/>
                  </a:moveTo>
                  <a:lnTo>
                    <a:pt x="1" y="622"/>
                  </a:lnTo>
                  <a:lnTo>
                    <a:pt x="804" y="1426"/>
                  </a:lnTo>
                  <a:lnTo>
                    <a:pt x="804" y="1265"/>
                  </a:lnTo>
                  <a:lnTo>
                    <a:pt x="824" y="1145"/>
                  </a:lnTo>
                  <a:lnTo>
                    <a:pt x="864" y="1024"/>
                  </a:lnTo>
                  <a:lnTo>
                    <a:pt x="904" y="944"/>
                  </a:lnTo>
                  <a:lnTo>
                    <a:pt x="985" y="884"/>
                  </a:lnTo>
                  <a:lnTo>
                    <a:pt x="1065" y="823"/>
                  </a:lnTo>
                  <a:lnTo>
                    <a:pt x="1165" y="783"/>
                  </a:lnTo>
                  <a:lnTo>
                    <a:pt x="1286" y="763"/>
                  </a:lnTo>
                  <a:lnTo>
                    <a:pt x="1326" y="743"/>
                  </a:lnTo>
                  <a:lnTo>
                    <a:pt x="1366" y="703"/>
                  </a:lnTo>
                  <a:lnTo>
                    <a:pt x="1386" y="683"/>
                  </a:lnTo>
                  <a:lnTo>
                    <a:pt x="1406" y="643"/>
                  </a:lnTo>
                  <a:lnTo>
                    <a:pt x="1386" y="602"/>
                  </a:lnTo>
                  <a:lnTo>
                    <a:pt x="1366" y="562"/>
                  </a:lnTo>
                  <a:lnTo>
                    <a:pt x="1306" y="502"/>
                  </a:lnTo>
                  <a:lnTo>
                    <a:pt x="1145" y="442"/>
                  </a:lnTo>
                  <a:lnTo>
                    <a:pt x="985" y="361"/>
                  </a:lnTo>
                  <a:lnTo>
                    <a:pt x="924" y="321"/>
                  </a:lnTo>
                  <a:lnTo>
                    <a:pt x="864" y="261"/>
                  </a:lnTo>
                  <a:lnTo>
                    <a:pt x="824" y="181"/>
                  </a:lnTo>
                  <a:lnTo>
                    <a:pt x="804" y="80"/>
                  </a:lnTo>
                  <a:lnTo>
                    <a:pt x="784" y="40"/>
                  </a:lnTo>
                  <a:lnTo>
                    <a:pt x="744" y="20"/>
                  </a:lnTo>
                  <a:lnTo>
                    <a:pt x="68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6" name="Google Shape;336;p4"/>
            <p:cNvSpPr/>
            <p:nvPr/>
          </p:nvSpPr>
          <p:spPr>
            <a:xfrm>
              <a:off x="5347075" y="3146125"/>
              <a:ext cx="40675" cy="37675"/>
            </a:xfrm>
            <a:custGeom>
              <a:rect b="b" l="l" r="r" t="t"/>
              <a:pathLst>
                <a:path extrusionOk="0" h="1507" w="1627">
                  <a:moveTo>
                    <a:pt x="743" y="1"/>
                  </a:moveTo>
                  <a:lnTo>
                    <a:pt x="703" y="161"/>
                  </a:lnTo>
                  <a:lnTo>
                    <a:pt x="643" y="282"/>
                  </a:lnTo>
                  <a:lnTo>
                    <a:pt x="542" y="382"/>
                  </a:lnTo>
                  <a:lnTo>
                    <a:pt x="422" y="463"/>
                  </a:lnTo>
                  <a:lnTo>
                    <a:pt x="201" y="563"/>
                  </a:lnTo>
                  <a:lnTo>
                    <a:pt x="81" y="623"/>
                  </a:lnTo>
                  <a:lnTo>
                    <a:pt x="0" y="704"/>
                  </a:lnTo>
                  <a:lnTo>
                    <a:pt x="763" y="1507"/>
                  </a:lnTo>
                  <a:lnTo>
                    <a:pt x="884" y="1266"/>
                  </a:lnTo>
                  <a:lnTo>
                    <a:pt x="964" y="1145"/>
                  </a:lnTo>
                  <a:lnTo>
                    <a:pt x="1044" y="1045"/>
                  </a:lnTo>
                  <a:lnTo>
                    <a:pt x="1145" y="965"/>
                  </a:lnTo>
                  <a:lnTo>
                    <a:pt x="1285" y="904"/>
                  </a:lnTo>
                  <a:lnTo>
                    <a:pt x="1627" y="744"/>
                  </a:lnTo>
                  <a:lnTo>
                    <a:pt x="1265" y="583"/>
                  </a:lnTo>
                  <a:lnTo>
                    <a:pt x="1125" y="523"/>
                  </a:lnTo>
                  <a:lnTo>
                    <a:pt x="1024" y="442"/>
                  </a:lnTo>
                  <a:lnTo>
                    <a:pt x="944" y="342"/>
                  </a:lnTo>
                  <a:lnTo>
                    <a:pt x="864" y="242"/>
                  </a:lnTo>
                  <a:lnTo>
                    <a:pt x="743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7" name="Google Shape;337;p4"/>
            <p:cNvSpPr/>
            <p:nvPr/>
          </p:nvSpPr>
          <p:spPr>
            <a:xfrm>
              <a:off x="5346575" y="3042225"/>
              <a:ext cx="40675" cy="38675"/>
            </a:xfrm>
            <a:custGeom>
              <a:rect b="b" l="l" r="r" t="t"/>
              <a:pathLst>
                <a:path extrusionOk="0" h="1547" w="1627">
                  <a:moveTo>
                    <a:pt x="723" y="0"/>
                  </a:moveTo>
                  <a:lnTo>
                    <a:pt x="603" y="281"/>
                  </a:lnTo>
                  <a:lnTo>
                    <a:pt x="542" y="382"/>
                  </a:lnTo>
                  <a:lnTo>
                    <a:pt x="482" y="462"/>
                  </a:lnTo>
                  <a:lnTo>
                    <a:pt x="362" y="562"/>
                  </a:lnTo>
                  <a:lnTo>
                    <a:pt x="241" y="623"/>
                  </a:lnTo>
                  <a:lnTo>
                    <a:pt x="0" y="763"/>
                  </a:lnTo>
                  <a:lnTo>
                    <a:pt x="783" y="1546"/>
                  </a:lnTo>
                  <a:lnTo>
                    <a:pt x="904" y="1305"/>
                  </a:lnTo>
                  <a:lnTo>
                    <a:pt x="964" y="1185"/>
                  </a:lnTo>
                  <a:lnTo>
                    <a:pt x="1064" y="1085"/>
                  </a:lnTo>
                  <a:lnTo>
                    <a:pt x="1165" y="1024"/>
                  </a:lnTo>
                  <a:lnTo>
                    <a:pt x="1285" y="944"/>
                  </a:lnTo>
                  <a:lnTo>
                    <a:pt x="1627" y="803"/>
                  </a:lnTo>
                  <a:lnTo>
                    <a:pt x="1285" y="643"/>
                  </a:lnTo>
                  <a:lnTo>
                    <a:pt x="1145" y="583"/>
                  </a:lnTo>
                  <a:lnTo>
                    <a:pt x="1044" y="502"/>
                  </a:lnTo>
                  <a:lnTo>
                    <a:pt x="944" y="402"/>
                  </a:lnTo>
                  <a:lnTo>
                    <a:pt x="884" y="281"/>
                  </a:lnTo>
                  <a:lnTo>
                    <a:pt x="72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8" name="Google Shape;338;p4"/>
            <p:cNvSpPr/>
            <p:nvPr/>
          </p:nvSpPr>
          <p:spPr>
            <a:xfrm>
              <a:off x="5989100" y="3351950"/>
              <a:ext cx="41700" cy="36175"/>
            </a:xfrm>
            <a:custGeom>
              <a:rect b="b" l="l" r="r" t="t"/>
              <a:pathLst>
                <a:path extrusionOk="0" h="1447" w="1668">
                  <a:moveTo>
                    <a:pt x="945" y="0"/>
                  </a:moveTo>
                  <a:lnTo>
                    <a:pt x="905" y="121"/>
                  </a:lnTo>
                  <a:lnTo>
                    <a:pt x="824" y="221"/>
                  </a:lnTo>
                  <a:lnTo>
                    <a:pt x="744" y="322"/>
                  </a:lnTo>
                  <a:lnTo>
                    <a:pt x="644" y="422"/>
                  </a:lnTo>
                  <a:lnTo>
                    <a:pt x="523" y="502"/>
                  </a:lnTo>
                  <a:lnTo>
                    <a:pt x="382" y="583"/>
                  </a:lnTo>
                  <a:lnTo>
                    <a:pt x="1" y="743"/>
                  </a:lnTo>
                  <a:lnTo>
                    <a:pt x="222" y="783"/>
                  </a:lnTo>
                  <a:lnTo>
                    <a:pt x="382" y="844"/>
                  </a:lnTo>
                  <a:lnTo>
                    <a:pt x="543" y="924"/>
                  </a:lnTo>
                  <a:lnTo>
                    <a:pt x="664" y="1004"/>
                  </a:lnTo>
                  <a:lnTo>
                    <a:pt x="744" y="1105"/>
                  </a:lnTo>
                  <a:lnTo>
                    <a:pt x="824" y="1205"/>
                  </a:lnTo>
                  <a:lnTo>
                    <a:pt x="884" y="1326"/>
                  </a:lnTo>
                  <a:lnTo>
                    <a:pt x="945" y="1446"/>
                  </a:lnTo>
                  <a:lnTo>
                    <a:pt x="1668" y="683"/>
                  </a:lnTo>
                  <a:lnTo>
                    <a:pt x="945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9" name="Google Shape;339;p4"/>
            <p:cNvSpPr/>
            <p:nvPr/>
          </p:nvSpPr>
          <p:spPr>
            <a:xfrm>
              <a:off x="5456500" y="2738525"/>
              <a:ext cx="34675" cy="32650"/>
            </a:xfrm>
            <a:custGeom>
              <a:rect b="b" l="l" r="r" t="t"/>
              <a:pathLst>
                <a:path extrusionOk="0" h="1306" w="1387">
                  <a:moveTo>
                    <a:pt x="663" y="0"/>
                  </a:moveTo>
                  <a:lnTo>
                    <a:pt x="583" y="60"/>
                  </a:lnTo>
                  <a:lnTo>
                    <a:pt x="523" y="141"/>
                  </a:lnTo>
                  <a:lnTo>
                    <a:pt x="422" y="301"/>
                  </a:lnTo>
                  <a:lnTo>
                    <a:pt x="342" y="382"/>
                  </a:lnTo>
                  <a:lnTo>
                    <a:pt x="262" y="462"/>
                  </a:lnTo>
                  <a:lnTo>
                    <a:pt x="161" y="522"/>
                  </a:lnTo>
                  <a:lnTo>
                    <a:pt x="41" y="542"/>
                  </a:lnTo>
                  <a:lnTo>
                    <a:pt x="21" y="562"/>
                  </a:lnTo>
                  <a:lnTo>
                    <a:pt x="21" y="603"/>
                  </a:lnTo>
                  <a:lnTo>
                    <a:pt x="1" y="643"/>
                  </a:lnTo>
                  <a:lnTo>
                    <a:pt x="663" y="1305"/>
                  </a:lnTo>
                  <a:lnTo>
                    <a:pt x="1386" y="663"/>
                  </a:lnTo>
                  <a:lnTo>
                    <a:pt x="66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0" name="Google Shape;340;p4"/>
            <p:cNvSpPr/>
            <p:nvPr/>
          </p:nvSpPr>
          <p:spPr>
            <a:xfrm>
              <a:off x="5888200" y="2943825"/>
              <a:ext cx="34175" cy="31650"/>
            </a:xfrm>
            <a:custGeom>
              <a:rect b="b" l="l" r="r" t="t"/>
              <a:pathLst>
                <a:path extrusionOk="0" h="1266" w="1367">
                  <a:moveTo>
                    <a:pt x="704" y="1"/>
                  </a:moveTo>
                  <a:lnTo>
                    <a:pt x="1" y="623"/>
                  </a:lnTo>
                  <a:lnTo>
                    <a:pt x="704" y="1266"/>
                  </a:lnTo>
                  <a:lnTo>
                    <a:pt x="1366" y="643"/>
                  </a:lnTo>
                  <a:lnTo>
                    <a:pt x="704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1" name="Google Shape;341;p4"/>
            <p:cNvSpPr/>
            <p:nvPr/>
          </p:nvSpPr>
          <p:spPr>
            <a:xfrm>
              <a:off x="5455500" y="2943325"/>
              <a:ext cx="36675" cy="35175"/>
            </a:xfrm>
            <a:custGeom>
              <a:rect b="b" l="l" r="r" t="t"/>
              <a:pathLst>
                <a:path extrusionOk="0" h="1407" w="1467">
                  <a:moveTo>
                    <a:pt x="703" y="1"/>
                  </a:moveTo>
                  <a:lnTo>
                    <a:pt x="0" y="663"/>
                  </a:lnTo>
                  <a:lnTo>
                    <a:pt x="804" y="1406"/>
                  </a:lnTo>
                  <a:lnTo>
                    <a:pt x="824" y="1246"/>
                  </a:lnTo>
                  <a:lnTo>
                    <a:pt x="864" y="1125"/>
                  </a:lnTo>
                  <a:lnTo>
                    <a:pt x="944" y="1025"/>
                  </a:lnTo>
                  <a:lnTo>
                    <a:pt x="1045" y="944"/>
                  </a:lnTo>
                  <a:lnTo>
                    <a:pt x="1145" y="884"/>
                  </a:lnTo>
                  <a:lnTo>
                    <a:pt x="1245" y="824"/>
                  </a:lnTo>
                  <a:lnTo>
                    <a:pt x="1466" y="683"/>
                  </a:lnTo>
                  <a:lnTo>
                    <a:pt x="703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2" name="Google Shape;342;p4"/>
            <p:cNvSpPr/>
            <p:nvPr/>
          </p:nvSpPr>
          <p:spPr>
            <a:xfrm>
              <a:off x="5995650" y="3148650"/>
              <a:ext cx="35150" cy="33650"/>
            </a:xfrm>
            <a:custGeom>
              <a:rect b="b" l="l" r="r" t="t"/>
              <a:pathLst>
                <a:path extrusionOk="0" h="1346" w="1406">
                  <a:moveTo>
                    <a:pt x="723" y="0"/>
                  </a:moveTo>
                  <a:lnTo>
                    <a:pt x="0" y="663"/>
                  </a:lnTo>
                  <a:lnTo>
                    <a:pt x="20" y="723"/>
                  </a:lnTo>
                  <a:lnTo>
                    <a:pt x="40" y="763"/>
                  </a:lnTo>
                  <a:lnTo>
                    <a:pt x="100" y="783"/>
                  </a:lnTo>
                  <a:lnTo>
                    <a:pt x="161" y="803"/>
                  </a:lnTo>
                  <a:lnTo>
                    <a:pt x="301" y="843"/>
                  </a:lnTo>
                  <a:lnTo>
                    <a:pt x="361" y="864"/>
                  </a:lnTo>
                  <a:lnTo>
                    <a:pt x="422" y="904"/>
                  </a:lnTo>
                  <a:lnTo>
                    <a:pt x="562" y="1125"/>
                  </a:lnTo>
                  <a:lnTo>
                    <a:pt x="703" y="1345"/>
                  </a:lnTo>
                  <a:lnTo>
                    <a:pt x="1406" y="623"/>
                  </a:lnTo>
                  <a:lnTo>
                    <a:pt x="72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3" name="Google Shape;343;p4"/>
            <p:cNvSpPr/>
            <p:nvPr/>
          </p:nvSpPr>
          <p:spPr>
            <a:xfrm>
              <a:off x="5888725" y="2740025"/>
              <a:ext cx="33650" cy="29650"/>
            </a:xfrm>
            <a:custGeom>
              <a:rect b="b" l="l" r="r" t="t"/>
              <a:pathLst>
                <a:path extrusionOk="0" h="1186" w="1346">
                  <a:moveTo>
                    <a:pt x="663" y="0"/>
                  </a:moveTo>
                  <a:lnTo>
                    <a:pt x="0" y="583"/>
                  </a:lnTo>
                  <a:lnTo>
                    <a:pt x="663" y="1185"/>
                  </a:lnTo>
                  <a:lnTo>
                    <a:pt x="1345" y="603"/>
                  </a:lnTo>
                  <a:lnTo>
                    <a:pt x="66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4" name="Google Shape;344;p4"/>
            <p:cNvSpPr/>
            <p:nvPr/>
          </p:nvSpPr>
          <p:spPr>
            <a:xfrm>
              <a:off x="5347075" y="3249050"/>
              <a:ext cx="37675" cy="37650"/>
            </a:xfrm>
            <a:custGeom>
              <a:rect b="b" l="l" r="r" t="t"/>
              <a:pathLst>
                <a:path extrusionOk="0" h="1506" w="1507">
                  <a:moveTo>
                    <a:pt x="723" y="0"/>
                  </a:moveTo>
                  <a:lnTo>
                    <a:pt x="0" y="743"/>
                  </a:lnTo>
                  <a:lnTo>
                    <a:pt x="804" y="1506"/>
                  </a:lnTo>
                  <a:lnTo>
                    <a:pt x="844" y="1365"/>
                  </a:lnTo>
                  <a:lnTo>
                    <a:pt x="884" y="1225"/>
                  </a:lnTo>
                  <a:lnTo>
                    <a:pt x="964" y="1124"/>
                  </a:lnTo>
                  <a:lnTo>
                    <a:pt x="1044" y="1044"/>
                  </a:lnTo>
                  <a:lnTo>
                    <a:pt x="1145" y="964"/>
                  </a:lnTo>
                  <a:lnTo>
                    <a:pt x="1245" y="904"/>
                  </a:lnTo>
                  <a:lnTo>
                    <a:pt x="1366" y="843"/>
                  </a:lnTo>
                  <a:lnTo>
                    <a:pt x="1506" y="823"/>
                  </a:lnTo>
                  <a:lnTo>
                    <a:pt x="1486" y="723"/>
                  </a:lnTo>
                  <a:lnTo>
                    <a:pt x="1466" y="663"/>
                  </a:lnTo>
                  <a:lnTo>
                    <a:pt x="1406" y="602"/>
                  </a:lnTo>
                  <a:lnTo>
                    <a:pt x="1346" y="582"/>
                  </a:lnTo>
                  <a:lnTo>
                    <a:pt x="1225" y="542"/>
                  </a:lnTo>
                  <a:lnTo>
                    <a:pt x="1165" y="502"/>
                  </a:lnTo>
                  <a:lnTo>
                    <a:pt x="1105" y="482"/>
                  </a:lnTo>
                  <a:lnTo>
                    <a:pt x="1004" y="361"/>
                  </a:lnTo>
                  <a:lnTo>
                    <a:pt x="904" y="241"/>
                  </a:lnTo>
                  <a:lnTo>
                    <a:pt x="72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5" name="Google Shape;345;p4"/>
            <p:cNvSpPr/>
            <p:nvPr/>
          </p:nvSpPr>
          <p:spPr>
            <a:xfrm>
              <a:off x="5347075" y="2942325"/>
              <a:ext cx="38675" cy="36175"/>
            </a:xfrm>
            <a:custGeom>
              <a:rect b="b" l="l" r="r" t="t"/>
              <a:pathLst>
                <a:path extrusionOk="0" h="1447" w="1547">
                  <a:moveTo>
                    <a:pt x="763" y="0"/>
                  </a:moveTo>
                  <a:lnTo>
                    <a:pt x="0" y="703"/>
                  </a:lnTo>
                  <a:lnTo>
                    <a:pt x="804" y="1446"/>
                  </a:lnTo>
                  <a:lnTo>
                    <a:pt x="824" y="1306"/>
                  </a:lnTo>
                  <a:lnTo>
                    <a:pt x="884" y="1165"/>
                  </a:lnTo>
                  <a:lnTo>
                    <a:pt x="964" y="1065"/>
                  </a:lnTo>
                  <a:lnTo>
                    <a:pt x="1065" y="984"/>
                  </a:lnTo>
                  <a:lnTo>
                    <a:pt x="1165" y="904"/>
                  </a:lnTo>
                  <a:lnTo>
                    <a:pt x="1285" y="844"/>
                  </a:lnTo>
                  <a:lnTo>
                    <a:pt x="1546" y="683"/>
                  </a:lnTo>
                  <a:lnTo>
                    <a:pt x="1245" y="543"/>
                  </a:lnTo>
                  <a:lnTo>
                    <a:pt x="1125" y="482"/>
                  </a:lnTo>
                  <a:lnTo>
                    <a:pt x="1024" y="402"/>
                  </a:lnTo>
                  <a:lnTo>
                    <a:pt x="944" y="322"/>
                  </a:lnTo>
                  <a:lnTo>
                    <a:pt x="864" y="201"/>
                  </a:lnTo>
                  <a:lnTo>
                    <a:pt x="76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6" name="Google Shape;346;p4"/>
            <p:cNvSpPr/>
            <p:nvPr/>
          </p:nvSpPr>
          <p:spPr>
            <a:xfrm>
              <a:off x="5346075" y="3350950"/>
              <a:ext cx="41675" cy="39675"/>
            </a:xfrm>
            <a:custGeom>
              <a:rect b="b" l="l" r="r" t="t"/>
              <a:pathLst>
                <a:path extrusionOk="0" h="1587" w="1667">
                  <a:moveTo>
                    <a:pt x="803" y="0"/>
                  </a:moveTo>
                  <a:lnTo>
                    <a:pt x="0" y="783"/>
                  </a:lnTo>
                  <a:lnTo>
                    <a:pt x="20" y="823"/>
                  </a:lnTo>
                  <a:lnTo>
                    <a:pt x="40" y="864"/>
                  </a:lnTo>
                  <a:lnTo>
                    <a:pt x="161" y="904"/>
                  </a:lnTo>
                  <a:lnTo>
                    <a:pt x="281" y="944"/>
                  </a:lnTo>
                  <a:lnTo>
                    <a:pt x="342" y="964"/>
                  </a:lnTo>
                  <a:lnTo>
                    <a:pt x="402" y="1004"/>
                  </a:lnTo>
                  <a:lnTo>
                    <a:pt x="502" y="1145"/>
                  </a:lnTo>
                  <a:lnTo>
                    <a:pt x="603" y="1285"/>
                  </a:lnTo>
                  <a:lnTo>
                    <a:pt x="783" y="1586"/>
                  </a:lnTo>
                  <a:lnTo>
                    <a:pt x="944" y="1285"/>
                  </a:lnTo>
                  <a:lnTo>
                    <a:pt x="1024" y="1145"/>
                  </a:lnTo>
                  <a:lnTo>
                    <a:pt x="1105" y="1044"/>
                  </a:lnTo>
                  <a:lnTo>
                    <a:pt x="1205" y="964"/>
                  </a:lnTo>
                  <a:lnTo>
                    <a:pt x="1325" y="884"/>
                  </a:lnTo>
                  <a:lnTo>
                    <a:pt x="1667" y="743"/>
                  </a:lnTo>
                  <a:lnTo>
                    <a:pt x="1325" y="582"/>
                  </a:lnTo>
                  <a:lnTo>
                    <a:pt x="1185" y="522"/>
                  </a:lnTo>
                  <a:lnTo>
                    <a:pt x="1064" y="442"/>
                  </a:lnTo>
                  <a:lnTo>
                    <a:pt x="984" y="342"/>
                  </a:lnTo>
                  <a:lnTo>
                    <a:pt x="924" y="241"/>
                  </a:lnTo>
                  <a:lnTo>
                    <a:pt x="80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7" name="Google Shape;347;p4"/>
            <p:cNvSpPr/>
            <p:nvPr/>
          </p:nvSpPr>
          <p:spPr>
            <a:xfrm>
              <a:off x="5235125" y="3348925"/>
              <a:ext cx="40700" cy="42700"/>
            </a:xfrm>
            <a:custGeom>
              <a:rect b="b" l="l" r="r" t="t"/>
              <a:pathLst>
                <a:path extrusionOk="0" h="1708" w="1628">
                  <a:moveTo>
                    <a:pt x="884" y="1"/>
                  </a:moveTo>
                  <a:lnTo>
                    <a:pt x="744" y="282"/>
                  </a:lnTo>
                  <a:lnTo>
                    <a:pt x="663" y="402"/>
                  </a:lnTo>
                  <a:lnTo>
                    <a:pt x="583" y="503"/>
                  </a:lnTo>
                  <a:lnTo>
                    <a:pt x="462" y="603"/>
                  </a:lnTo>
                  <a:lnTo>
                    <a:pt x="342" y="663"/>
                  </a:lnTo>
                  <a:lnTo>
                    <a:pt x="1" y="824"/>
                  </a:lnTo>
                  <a:lnTo>
                    <a:pt x="322" y="985"/>
                  </a:lnTo>
                  <a:lnTo>
                    <a:pt x="462" y="1065"/>
                  </a:lnTo>
                  <a:lnTo>
                    <a:pt x="563" y="1145"/>
                  </a:lnTo>
                  <a:lnTo>
                    <a:pt x="643" y="1246"/>
                  </a:lnTo>
                  <a:lnTo>
                    <a:pt x="723" y="1386"/>
                  </a:lnTo>
                  <a:lnTo>
                    <a:pt x="884" y="1708"/>
                  </a:lnTo>
                  <a:lnTo>
                    <a:pt x="1045" y="1406"/>
                  </a:lnTo>
                  <a:lnTo>
                    <a:pt x="1185" y="1165"/>
                  </a:lnTo>
                  <a:lnTo>
                    <a:pt x="1225" y="1105"/>
                  </a:lnTo>
                  <a:lnTo>
                    <a:pt x="1306" y="1065"/>
                  </a:lnTo>
                  <a:lnTo>
                    <a:pt x="1466" y="1005"/>
                  </a:lnTo>
                  <a:lnTo>
                    <a:pt x="1547" y="965"/>
                  </a:lnTo>
                  <a:lnTo>
                    <a:pt x="1607" y="904"/>
                  </a:lnTo>
                  <a:lnTo>
                    <a:pt x="1627" y="804"/>
                  </a:lnTo>
                  <a:lnTo>
                    <a:pt x="1627" y="663"/>
                  </a:lnTo>
                  <a:lnTo>
                    <a:pt x="1466" y="684"/>
                  </a:lnTo>
                  <a:lnTo>
                    <a:pt x="1346" y="663"/>
                  </a:lnTo>
                  <a:lnTo>
                    <a:pt x="1246" y="603"/>
                  </a:lnTo>
                  <a:lnTo>
                    <a:pt x="1165" y="503"/>
                  </a:lnTo>
                  <a:lnTo>
                    <a:pt x="1085" y="402"/>
                  </a:lnTo>
                  <a:lnTo>
                    <a:pt x="1025" y="262"/>
                  </a:lnTo>
                  <a:lnTo>
                    <a:pt x="884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8" name="Google Shape;348;p4"/>
            <p:cNvSpPr/>
            <p:nvPr/>
          </p:nvSpPr>
          <p:spPr>
            <a:xfrm>
              <a:off x="5888200" y="2842425"/>
              <a:ext cx="34175" cy="30650"/>
            </a:xfrm>
            <a:custGeom>
              <a:rect b="b" l="l" r="r" t="t"/>
              <a:pathLst>
                <a:path extrusionOk="0" h="1226" w="1367">
                  <a:moveTo>
                    <a:pt x="704" y="1"/>
                  </a:moveTo>
                  <a:lnTo>
                    <a:pt x="1" y="583"/>
                  </a:lnTo>
                  <a:lnTo>
                    <a:pt x="704" y="1225"/>
                  </a:lnTo>
                  <a:lnTo>
                    <a:pt x="1366" y="583"/>
                  </a:lnTo>
                  <a:lnTo>
                    <a:pt x="704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9" name="Google Shape;349;p4"/>
            <p:cNvSpPr/>
            <p:nvPr/>
          </p:nvSpPr>
          <p:spPr>
            <a:xfrm>
              <a:off x="5456000" y="2840425"/>
              <a:ext cx="35175" cy="36175"/>
            </a:xfrm>
            <a:custGeom>
              <a:rect b="b" l="l" r="r" t="t"/>
              <a:pathLst>
                <a:path extrusionOk="0" h="1447" w="1407">
                  <a:moveTo>
                    <a:pt x="683" y="0"/>
                  </a:moveTo>
                  <a:lnTo>
                    <a:pt x="603" y="81"/>
                  </a:lnTo>
                  <a:lnTo>
                    <a:pt x="543" y="161"/>
                  </a:lnTo>
                  <a:lnTo>
                    <a:pt x="422" y="342"/>
                  </a:lnTo>
                  <a:lnTo>
                    <a:pt x="362" y="422"/>
                  </a:lnTo>
                  <a:lnTo>
                    <a:pt x="262" y="482"/>
                  </a:lnTo>
                  <a:lnTo>
                    <a:pt x="161" y="542"/>
                  </a:lnTo>
                  <a:lnTo>
                    <a:pt x="41" y="563"/>
                  </a:lnTo>
                  <a:lnTo>
                    <a:pt x="21" y="583"/>
                  </a:lnTo>
                  <a:lnTo>
                    <a:pt x="21" y="643"/>
                  </a:lnTo>
                  <a:lnTo>
                    <a:pt x="1" y="763"/>
                  </a:lnTo>
                  <a:lnTo>
                    <a:pt x="221" y="864"/>
                  </a:lnTo>
                  <a:lnTo>
                    <a:pt x="322" y="904"/>
                  </a:lnTo>
                  <a:lnTo>
                    <a:pt x="422" y="964"/>
                  </a:lnTo>
                  <a:lnTo>
                    <a:pt x="503" y="1085"/>
                  </a:lnTo>
                  <a:lnTo>
                    <a:pt x="563" y="1185"/>
                  </a:lnTo>
                  <a:lnTo>
                    <a:pt x="703" y="1446"/>
                  </a:lnTo>
                  <a:lnTo>
                    <a:pt x="1406" y="683"/>
                  </a:lnTo>
                  <a:lnTo>
                    <a:pt x="68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0" name="Google Shape;350;p4"/>
            <p:cNvSpPr/>
            <p:nvPr/>
          </p:nvSpPr>
          <p:spPr>
            <a:xfrm>
              <a:off x="5995125" y="3250550"/>
              <a:ext cx="36175" cy="33650"/>
            </a:xfrm>
            <a:custGeom>
              <a:rect b="b" l="l" r="r" t="t"/>
              <a:pathLst>
                <a:path extrusionOk="0" h="1346" w="1447">
                  <a:moveTo>
                    <a:pt x="643" y="0"/>
                  </a:moveTo>
                  <a:lnTo>
                    <a:pt x="623" y="141"/>
                  </a:lnTo>
                  <a:lnTo>
                    <a:pt x="583" y="241"/>
                  </a:lnTo>
                  <a:lnTo>
                    <a:pt x="503" y="322"/>
                  </a:lnTo>
                  <a:lnTo>
                    <a:pt x="423" y="402"/>
                  </a:lnTo>
                  <a:lnTo>
                    <a:pt x="222" y="502"/>
                  </a:lnTo>
                  <a:lnTo>
                    <a:pt x="1" y="623"/>
                  </a:lnTo>
                  <a:lnTo>
                    <a:pt x="744" y="1346"/>
                  </a:lnTo>
                  <a:lnTo>
                    <a:pt x="1447" y="663"/>
                  </a:lnTo>
                  <a:lnTo>
                    <a:pt x="1366" y="583"/>
                  </a:lnTo>
                  <a:lnTo>
                    <a:pt x="1286" y="522"/>
                  </a:lnTo>
                  <a:lnTo>
                    <a:pt x="1085" y="402"/>
                  </a:lnTo>
                  <a:lnTo>
                    <a:pt x="1005" y="342"/>
                  </a:lnTo>
                  <a:lnTo>
                    <a:pt x="925" y="261"/>
                  </a:lnTo>
                  <a:lnTo>
                    <a:pt x="864" y="161"/>
                  </a:lnTo>
                  <a:lnTo>
                    <a:pt x="844" y="40"/>
                  </a:lnTo>
                  <a:lnTo>
                    <a:pt x="804" y="20"/>
                  </a:lnTo>
                  <a:lnTo>
                    <a:pt x="764" y="20"/>
                  </a:lnTo>
                  <a:lnTo>
                    <a:pt x="64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1" name="Google Shape;351;p4"/>
            <p:cNvSpPr/>
            <p:nvPr/>
          </p:nvSpPr>
          <p:spPr>
            <a:xfrm>
              <a:off x="5348075" y="2834900"/>
              <a:ext cx="37675" cy="39675"/>
            </a:xfrm>
            <a:custGeom>
              <a:rect b="b" l="l" r="r" t="t"/>
              <a:pathLst>
                <a:path extrusionOk="0" h="1587" w="1507">
                  <a:moveTo>
                    <a:pt x="683" y="0"/>
                  </a:moveTo>
                  <a:lnTo>
                    <a:pt x="563" y="302"/>
                  </a:lnTo>
                  <a:lnTo>
                    <a:pt x="502" y="422"/>
                  </a:lnTo>
                  <a:lnTo>
                    <a:pt x="422" y="522"/>
                  </a:lnTo>
                  <a:lnTo>
                    <a:pt x="342" y="623"/>
                  </a:lnTo>
                  <a:lnTo>
                    <a:pt x="262" y="683"/>
                  </a:lnTo>
                  <a:lnTo>
                    <a:pt x="161" y="743"/>
                  </a:lnTo>
                  <a:lnTo>
                    <a:pt x="41" y="784"/>
                  </a:lnTo>
                  <a:lnTo>
                    <a:pt x="21" y="804"/>
                  </a:lnTo>
                  <a:lnTo>
                    <a:pt x="0" y="844"/>
                  </a:lnTo>
                  <a:lnTo>
                    <a:pt x="0" y="904"/>
                  </a:lnTo>
                  <a:lnTo>
                    <a:pt x="764" y="1587"/>
                  </a:lnTo>
                  <a:lnTo>
                    <a:pt x="824" y="1406"/>
                  </a:lnTo>
                  <a:lnTo>
                    <a:pt x="864" y="1306"/>
                  </a:lnTo>
                  <a:lnTo>
                    <a:pt x="904" y="1245"/>
                  </a:lnTo>
                  <a:lnTo>
                    <a:pt x="1045" y="1165"/>
                  </a:lnTo>
                  <a:lnTo>
                    <a:pt x="1185" y="1065"/>
                  </a:lnTo>
                  <a:lnTo>
                    <a:pt x="1506" y="884"/>
                  </a:lnTo>
                  <a:lnTo>
                    <a:pt x="1225" y="743"/>
                  </a:lnTo>
                  <a:lnTo>
                    <a:pt x="1105" y="663"/>
                  </a:lnTo>
                  <a:lnTo>
                    <a:pt x="1004" y="583"/>
                  </a:lnTo>
                  <a:lnTo>
                    <a:pt x="904" y="482"/>
                  </a:lnTo>
                  <a:lnTo>
                    <a:pt x="824" y="342"/>
                  </a:lnTo>
                  <a:lnTo>
                    <a:pt x="743" y="201"/>
                  </a:lnTo>
                  <a:lnTo>
                    <a:pt x="68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2" name="Google Shape;352;p4"/>
            <p:cNvSpPr/>
            <p:nvPr/>
          </p:nvSpPr>
          <p:spPr>
            <a:xfrm>
              <a:off x="5237650" y="2942825"/>
              <a:ext cx="38175" cy="33650"/>
            </a:xfrm>
            <a:custGeom>
              <a:rect b="b" l="l" r="r" t="t"/>
              <a:pathLst>
                <a:path extrusionOk="0" h="1346" w="1527">
                  <a:moveTo>
                    <a:pt x="783" y="1"/>
                  </a:moveTo>
                  <a:lnTo>
                    <a:pt x="0" y="723"/>
                  </a:lnTo>
                  <a:lnTo>
                    <a:pt x="221" y="824"/>
                  </a:lnTo>
                  <a:lnTo>
                    <a:pt x="422" y="944"/>
                  </a:lnTo>
                  <a:lnTo>
                    <a:pt x="522" y="1025"/>
                  </a:lnTo>
                  <a:lnTo>
                    <a:pt x="582" y="1105"/>
                  </a:lnTo>
                  <a:lnTo>
                    <a:pt x="643" y="1205"/>
                  </a:lnTo>
                  <a:lnTo>
                    <a:pt x="703" y="1326"/>
                  </a:lnTo>
                  <a:lnTo>
                    <a:pt x="723" y="1346"/>
                  </a:lnTo>
                  <a:lnTo>
                    <a:pt x="783" y="1346"/>
                  </a:lnTo>
                  <a:lnTo>
                    <a:pt x="1526" y="663"/>
                  </a:lnTo>
                  <a:lnTo>
                    <a:pt x="783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3" name="Google Shape;353;p4"/>
            <p:cNvSpPr/>
            <p:nvPr/>
          </p:nvSpPr>
          <p:spPr>
            <a:xfrm>
              <a:off x="5239150" y="2840925"/>
              <a:ext cx="36150" cy="33150"/>
            </a:xfrm>
            <a:custGeom>
              <a:rect b="b" l="l" r="r" t="t"/>
              <a:pathLst>
                <a:path extrusionOk="0" h="1326" w="1446">
                  <a:moveTo>
                    <a:pt x="703" y="0"/>
                  </a:moveTo>
                  <a:lnTo>
                    <a:pt x="0" y="663"/>
                  </a:lnTo>
                  <a:lnTo>
                    <a:pt x="723" y="1326"/>
                  </a:lnTo>
                  <a:lnTo>
                    <a:pt x="1446" y="663"/>
                  </a:lnTo>
                  <a:lnTo>
                    <a:pt x="70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4" name="Google Shape;354;p4"/>
            <p:cNvSpPr/>
            <p:nvPr/>
          </p:nvSpPr>
          <p:spPr>
            <a:xfrm>
              <a:off x="5238650" y="3248525"/>
              <a:ext cx="37675" cy="37675"/>
            </a:xfrm>
            <a:custGeom>
              <a:rect b="b" l="l" r="r" t="t"/>
              <a:pathLst>
                <a:path extrusionOk="0" h="1507" w="1507">
                  <a:moveTo>
                    <a:pt x="783" y="1"/>
                  </a:moveTo>
                  <a:lnTo>
                    <a:pt x="0" y="744"/>
                  </a:lnTo>
                  <a:lnTo>
                    <a:pt x="803" y="1507"/>
                  </a:lnTo>
                  <a:lnTo>
                    <a:pt x="944" y="1246"/>
                  </a:lnTo>
                  <a:lnTo>
                    <a:pt x="1024" y="1125"/>
                  </a:lnTo>
                  <a:lnTo>
                    <a:pt x="1105" y="1005"/>
                  </a:lnTo>
                  <a:lnTo>
                    <a:pt x="1145" y="965"/>
                  </a:lnTo>
                  <a:lnTo>
                    <a:pt x="1225" y="945"/>
                  </a:lnTo>
                  <a:lnTo>
                    <a:pt x="1345" y="905"/>
                  </a:lnTo>
                  <a:lnTo>
                    <a:pt x="1406" y="884"/>
                  </a:lnTo>
                  <a:lnTo>
                    <a:pt x="1466" y="844"/>
                  </a:lnTo>
                  <a:lnTo>
                    <a:pt x="1506" y="764"/>
                  </a:lnTo>
                  <a:lnTo>
                    <a:pt x="1506" y="684"/>
                  </a:lnTo>
                  <a:lnTo>
                    <a:pt x="1265" y="563"/>
                  </a:lnTo>
                  <a:lnTo>
                    <a:pt x="1165" y="503"/>
                  </a:lnTo>
                  <a:lnTo>
                    <a:pt x="1064" y="423"/>
                  </a:lnTo>
                  <a:lnTo>
                    <a:pt x="964" y="342"/>
                  </a:lnTo>
                  <a:lnTo>
                    <a:pt x="904" y="242"/>
                  </a:lnTo>
                  <a:lnTo>
                    <a:pt x="823" y="121"/>
                  </a:lnTo>
                  <a:lnTo>
                    <a:pt x="783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5" name="Google Shape;355;p4"/>
            <p:cNvSpPr/>
            <p:nvPr/>
          </p:nvSpPr>
          <p:spPr>
            <a:xfrm>
              <a:off x="5996150" y="2945325"/>
              <a:ext cx="34650" cy="29150"/>
            </a:xfrm>
            <a:custGeom>
              <a:rect b="b" l="l" r="r" t="t"/>
              <a:pathLst>
                <a:path extrusionOk="0" h="1166" w="1386">
                  <a:moveTo>
                    <a:pt x="683" y="1"/>
                  </a:moveTo>
                  <a:lnTo>
                    <a:pt x="0" y="563"/>
                  </a:lnTo>
                  <a:lnTo>
                    <a:pt x="723" y="1166"/>
                  </a:lnTo>
                  <a:lnTo>
                    <a:pt x="1386" y="543"/>
                  </a:lnTo>
                  <a:lnTo>
                    <a:pt x="683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6" name="Google Shape;356;p4"/>
            <p:cNvSpPr/>
            <p:nvPr/>
          </p:nvSpPr>
          <p:spPr>
            <a:xfrm>
              <a:off x="5237650" y="3044725"/>
              <a:ext cx="38175" cy="34675"/>
            </a:xfrm>
            <a:custGeom>
              <a:rect b="b" l="l" r="r" t="t"/>
              <a:pathLst>
                <a:path extrusionOk="0" h="1387" w="1527">
                  <a:moveTo>
                    <a:pt x="743" y="1"/>
                  </a:moveTo>
                  <a:lnTo>
                    <a:pt x="622" y="201"/>
                  </a:lnTo>
                  <a:lnTo>
                    <a:pt x="562" y="302"/>
                  </a:lnTo>
                  <a:lnTo>
                    <a:pt x="462" y="422"/>
                  </a:lnTo>
                  <a:lnTo>
                    <a:pt x="361" y="503"/>
                  </a:lnTo>
                  <a:lnTo>
                    <a:pt x="241" y="563"/>
                  </a:lnTo>
                  <a:lnTo>
                    <a:pt x="0" y="683"/>
                  </a:lnTo>
                  <a:lnTo>
                    <a:pt x="763" y="1386"/>
                  </a:lnTo>
                  <a:lnTo>
                    <a:pt x="1526" y="703"/>
                  </a:lnTo>
                  <a:lnTo>
                    <a:pt x="743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7" name="Google Shape;357;p4"/>
            <p:cNvSpPr/>
            <p:nvPr/>
          </p:nvSpPr>
          <p:spPr>
            <a:xfrm>
              <a:off x="5347075" y="2739525"/>
              <a:ext cx="37175" cy="32150"/>
            </a:xfrm>
            <a:custGeom>
              <a:rect b="b" l="l" r="r" t="t"/>
              <a:pathLst>
                <a:path extrusionOk="0" h="1286" w="1487">
                  <a:moveTo>
                    <a:pt x="743" y="0"/>
                  </a:moveTo>
                  <a:lnTo>
                    <a:pt x="0" y="623"/>
                  </a:lnTo>
                  <a:lnTo>
                    <a:pt x="783" y="1285"/>
                  </a:lnTo>
                  <a:lnTo>
                    <a:pt x="884" y="1085"/>
                  </a:lnTo>
                  <a:lnTo>
                    <a:pt x="944" y="984"/>
                  </a:lnTo>
                  <a:lnTo>
                    <a:pt x="1004" y="884"/>
                  </a:lnTo>
                  <a:lnTo>
                    <a:pt x="1125" y="824"/>
                  </a:lnTo>
                  <a:lnTo>
                    <a:pt x="1245" y="763"/>
                  </a:lnTo>
                  <a:lnTo>
                    <a:pt x="1486" y="643"/>
                  </a:lnTo>
                  <a:lnTo>
                    <a:pt x="74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8" name="Google Shape;358;p4"/>
            <p:cNvSpPr/>
            <p:nvPr/>
          </p:nvSpPr>
          <p:spPr>
            <a:xfrm>
              <a:off x="5238650" y="3147125"/>
              <a:ext cx="37675" cy="36175"/>
            </a:xfrm>
            <a:custGeom>
              <a:rect b="b" l="l" r="r" t="t"/>
              <a:pathLst>
                <a:path extrusionOk="0" h="1447" w="1507">
                  <a:moveTo>
                    <a:pt x="763" y="1"/>
                  </a:moveTo>
                  <a:lnTo>
                    <a:pt x="0" y="704"/>
                  </a:lnTo>
                  <a:lnTo>
                    <a:pt x="803" y="1447"/>
                  </a:lnTo>
                  <a:lnTo>
                    <a:pt x="944" y="1186"/>
                  </a:lnTo>
                  <a:lnTo>
                    <a:pt x="1024" y="1065"/>
                  </a:lnTo>
                  <a:lnTo>
                    <a:pt x="1125" y="965"/>
                  </a:lnTo>
                  <a:lnTo>
                    <a:pt x="1165" y="925"/>
                  </a:lnTo>
                  <a:lnTo>
                    <a:pt x="1225" y="904"/>
                  </a:lnTo>
                  <a:lnTo>
                    <a:pt x="1366" y="864"/>
                  </a:lnTo>
                  <a:lnTo>
                    <a:pt x="1426" y="824"/>
                  </a:lnTo>
                  <a:lnTo>
                    <a:pt x="1466" y="784"/>
                  </a:lnTo>
                  <a:lnTo>
                    <a:pt x="1506" y="724"/>
                  </a:lnTo>
                  <a:lnTo>
                    <a:pt x="1506" y="623"/>
                  </a:lnTo>
                  <a:lnTo>
                    <a:pt x="1125" y="302"/>
                  </a:lnTo>
                  <a:lnTo>
                    <a:pt x="763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9" name="Google Shape;359;p4"/>
            <p:cNvSpPr/>
            <p:nvPr/>
          </p:nvSpPr>
          <p:spPr>
            <a:xfrm>
              <a:off x="5345575" y="2637125"/>
              <a:ext cx="36650" cy="30625"/>
            </a:xfrm>
            <a:custGeom>
              <a:rect b="b" l="l" r="r" t="t"/>
              <a:pathLst>
                <a:path extrusionOk="0" h="1225" w="1466">
                  <a:moveTo>
                    <a:pt x="783" y="0"/>
                  </a:moveTo>
                  <a:lnTo>
                    <a:pt x="0" y="663"/>
                  </a:lnTo>
                  <a:lnTo>
                    <a:pt x="221" y="743"/>
                  </a:lnTo>
                  <a:lnTo>
                    <a:pt x="341" y="783"/>
                  </a:lnTo>
                  <a:lnTo>
                    <a:pt x="422" y="843"/>
                  </a:lnTo>
                  <a:lnTo>
                    <a:pt x="522" y="924"/>
                  </a:lnTo>
                  <a:lnTo>
                    <a:pt x="582" y="1004"/>
                  </a:lnTo>
                  <a:lnTo>
                    <a:pt x="643" y="1084"/>
                  </a:lnTo>
                  <a:lnTo>
                    <a:pt x="703" y="1205"/>
                  </a:lnTo>
                  <a:lnTo>
                    <a:pt x="723" y="1225"/>
                  </a:lnTo>
                  <a:lnTo>
                    <a:pt x="783" y="1225"/>
                  </a:lnTo>
                  <a:lnTo>
                    <a:pt x="1466" y="602"/>
                  </a:lnTo>
                  <a:lnTo>
                    <a:pt x="78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0" name="Google Shape;360;p4"/>
            <p:cNvSpPr/>
            <p:nvPr/>
          </p:nvSpPr>
          <p:spPr>
            <a:xfrm>
              <a:off x="5995125" y="2843425"/>
              <a:ext cx="35675" cy="29150"/>
            </a:xfrm>
            <a:custGeom>
              <a:rect b="b" l="l" r="r" t="t"/>
              <a:pathLst>
                <a:path extrusionOk="0" h="1166" w="1427">
                  <a:moveTo>
                    <a:pt x="724" y="1"/>
                  </a:moveTo>
                  <a:lnTo>
                    <a:pt x="1" y="603"/>
                  </a:lnTo>
                  <a:lnTo>
                    <a:pt x="242" y="683"/>
                  </a:lnTo>
                  <a:lnTo>
                    <a:pt x="342" y="724"/>
                  </a:lnTo>
                  <a:lnTo>
                    <a:pt x="423" y="784"/>
                  </a:lnTo>
                  <a:lnTo>
                    <a:pt x="503" y="864"/>
                  </a:lnTo>
                  <a:lnTo>
                    <a:pt x="563" y="965"/>
                  </a:lnTo>
                  <a:lnTo>
                    <a:pt x="684" y="1165"/>
                  </a:lnTo>
                  <a:lnTo>
                    <a:pt x="1427" y="543"/>
                  </a:lnTo>
                  <a:lnTo>
                    <a:pt x="724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1" name="Google Shape;361;p4"/>
            <p:cNvSpPr/>
            <p:nvPr/>
          </p:nvSpPr>
          <p:spPr>
            <a:xfrm>
              <a:off x="5996650" y="2741025"/>
              <a:ext cx="30125" cy="28125"/>
            </a:xfrm>
            <a:custGeom>
              <a:rect b="b" l="l" r="r" t="t"/>
              <a:pathLst>
                <a:path extrusionOk="0" h="1125" w="1205">
                  <a:moveTo>
                    <a:pt x="663" y="1"/>
                  </a:moveTo>
                  <a:lnTo>
                    <a:pt x="0" y="543"/>
                  </a:lnTo>
                  <a:lnTo>
                    <a:pt x="703" y="1125"/>
                  </a:lnTo>
                  <a:lnTo>
                    <a:pt x="1205" y="663"/>
                  </a:lnTo>
                  <a:lnTo>
                    <a:pt x="663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2" name="Google Shape;362;p4"/>
            <p:cNvSpPr/>
            <p:nvPr/>
          </p:nvSpPr>
          <p:spPr>
            <a:xfrm>
              <a:off x="5240150" y="2738025"/>
              <a:ext cx="35150" cy="32650"/>
            </a:xfrm>
            <a:custGeom>
              <a:rect b="b" l="l" r="r" t="t"/>
              <a:pathLst>
                <a:path extrusionOk="0" h="1306" w="1406">
                  <a:moveTo>
                    <a:pt x="663" y="0"/>
                  </a:moveTo>
                  <a:lnTo>
                    <a:pt x="563" y="161"/>
                  </a:lnTo>
                  <a:lnTo>
                    <a:pt x="502" y="261"/>
                  </a:lnTo>
                  <a:lnTo>
                    <a:pt x="422" y="341"/>
                  </a:lnTo>
                  <a:lnTo>
                    <a:pt x="322" y="422"/>
                  </a:lnTo>
                  <a:lnTo>
                    <a:pt x="221" y="502"/>
                  </a:lnTo>
                  <a:lnTo>
                    <a:pt x="0" y="663"/>
                  </a:lnTo>
                  <a:lnTo>
                    <a:pt x="683" y="1305"/>
                  </a:lnTo>
                  <a:lnTo>
                    <a:pt x="1406" y="663"/>
                  </a:lnTo>
                  <a:lnTo>
                    <a:pt x="66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3" name="Google Shape;363;p4"/>
            <p:cNvSpPr/>
            <p:nvPr/>
          </p:nvSpPr>
          <p:spPr>
            <a:xfrm>
              <a:off x="5240650" y="2636100"/>
              <a:ext cx="36175" cy="31650"/>
            </a:xfrm>
            <a:custGeom>
              <a:rect b="b" l="l" r="r" t="t"/>
              <a:pathLst>
                <a:path extrusionOk="0" h="1266" w="1447">
                  <a:moveTo>
                    <a:pt x="683" y="1"/>
                  </a:moveTo>
                  <a:lnTo>
                    <a:pt x="0" y="664"/>
                  </a:lnTo>
                  <a:lnTo>
                    <a:pt x="663" y="1266"/>
                  </a:lnTo>
                  <a:lnTo>
                    <a:pt x="1446" y="603"/>
                  </a:lnTo>
                  <a:lnTo>
                    <a:pt x="1165" y="503"/>
                  </a:lnTo>
                  <a:lnTo>
                    <a:pt x="1065" y="443"/>
                  </a:lnTo>
                  <a:lnTo>
                    <a:pt x="964" y="382"/>
                  </a:lnTo>
                  <a:lnTo>
                    <a:pt x="884" y="282"/>
                  </a:lnTo>
                  <a:lnTo>
                    <a:pt x="804" y="182"/>
                  </a:lnTo>
                  <a:lnTo>
                    <a:pt x="683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4" name="Google Shape;364;p4"/>
            <p:cNvSpPr/>
            <p:nvPr/>
          </p:nvSpPr>
          <p:spPr>
            <a:xfrm>
              <a:off x="5997150" y="2638625"/>
              <a:ext cx="29125" cy="27125"/>
            </a:xfrm>
            <a:custGeom>
              <a:rect b="b" l="l" r="r" t="t"/>
              <a:pathLst>
                <a:path extrusionOk="0" h="1085" w="1165">
                  <a:moveTo>
                    <a:pt x="643" y="0"/>
                  </a:moveTo>
                  <a:lnTo>
                    <a:pt x="0" y="563"/>
                  </a:lnTo>
                  <a:lnTo>
                    <a:pt x="443" y="911"/>
                  </a:lnTo>
                  <a:lnTo>
                    <a:pt x="443" y="911"/>
                  </a:lnTo>
                  <a:lnTo>
                    <a:pt x="1165" y="462"/>
                  </a:lnTo>
                  <a:lnTo>
                    <a:pt x="643" y="0"/>
                  </a:lnTo>
                  <a:close/>
                  <a:moveTo>
                    <a:pt x="443" y="911"/>
                  </a:moveTo>
                  <a:lnTo>
                    <a:pt x="422" y="924"/>
                  </a:lnTo>
                  <a:lnTo>
                    <a:pt x="663" y="1085"/>
                  </a:lnTo>
                  <a:lnTo>
                    <a:pt x="443" y="91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365" name="Shape 3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6" name="Google Shape;366;p5"/>
          <p:cNvSpPr txBox="1"/>
          <p:nvPr>
            <p:ph type="title"/>
          </p:nvPr>
        </p:nvSpPr>
        <p:spPr>
          <a:xfrm>
            <a:off x="713225" y="530352"/>
            <a:ext cx="7717500" cy="292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67" name="Google Shape;367;p5"/>
          <p:cNvSpPr txBox="1"/>
          <p:nvPr>
            <p:ph idx="1" type="subTitle"/>
          </p:nvPr>
        </p:nvSpPr>
        <p:spPr>
          <a:xfrm>
            <a:off x="1353275" y="2834834"/>
            <a:ext cx="2578500" cy="179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600"/>
              <a:buFont typeface="Alef"/>
              <a:buNone/>
              <a:defRPr b="1" sz="2000"/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600"/>
              <a:buFont typeface="Alef"/>
              <a:buNone/>
              <a:defRPr b="1">
                <a:solidFill>
                  <a:schemeClr val="accent5"/>
                </a:solidFill>
                <a:latin typeface="Alef"/>
                <a:ea typeface="Alef"/>
                <a:cs typeface="Alef"/>
                <a:sym typeface="Alef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600"/>
              <a:buFont typeface="Alef"/>
              <a:buNone/>
              <a:defRPr b="1">
                <a:solidFill>
                  <a:schemeClr val="accent5"/>
                </a:solidFill>
                <a:latin typeface="Alef"/>
                <a:ea typeface="Alef"/>
                <a:cs typeface="Alef"/>
                <a:sym typeface="Alef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600"/>
              <a:buFont typeface="Alef"/>
              <a:buNone/>
              <a:defRPr b="1">
                <a:solidFill>
                  <a:schemeClr val="accent5"/>
                </a:solidFill>
                <a:latin typeface="Alef"/>
                <a:ea typeface="Alef"/>
                <a:cs typeface="Alef"/>
                <a:sym typeface="Alef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600"/>
              <a:buFont typeface="Alef"/>
              <a:buNone/>
              <a:defRPr b="1">
                <a:solidFill>
                  <a:schemeClr val="accent5"/>
                </a:solidFill>
                <a:latin typeface="Alef"/>
                <a:ea typeface="Alef"/>
                <a:cs typeface="Alef"/>
                <a:sym typeface="Alef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600"/>
              <a:buFont typeface="Alef"/>
              <a:buNone/>
              <a:defRPr b="1">
                <a:solidFill>
                  <a:schemeClr val="accent5"/>
                </a:solidFill>
                <a:latin typeface="Alef"/>
                <a:ea typeface="Alef"/>
                <a:cs typeface="Alef"/>
                <a:sym typeface="Alef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600"/>
              <a:buFont typeface="Alef"/>
              <a:buNone/>
              <a:defRPr b="1">
                <a:solidFill>
                  <a:schemeClr val="accent5"/>
                </a:solidFill>
                <a:latin typeface="Alef"/>
                <a:ea typeface="Alef"/>
                <a:cs typeface="Alef"/>
                <a:sym typeface="Alef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600"/>
              <a:buFont typeface="Alef"/>
              <a:buNone/>
              <a:defRPr b="1">
                <a:solidFill>
                  <a:schemeClr val="accent5"/>
                </a:solidFill>
                <a:latin typeface="Alef"/>
                <a:ea typeface="Alef"/>
                <a:cs typeface="Alef"/>
                <a:sym typeface="Alef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600"/>
              <a:buFont typeface="Alef"/>
              <a:buNone/>
              <a:defRPr b="1">
                <a:solidFill>
                  <a:schemeClr val="accent5"/>
                </a:solidFill>
                <a:latin typeface="Alef"/>
                <a:ea typeface="Alef"/>
                <a:cs typeface="Alef"/>
                <a:sym typeface="Alef"/>
              </a:defRPr>
            </a:lvl9pPr>
          </a:lstStyle>
          <a:p/>
        </p:txBody>
      </p:sp>
      <p:sp>
        <p:nvSpPr>
          <p:cNvPr id="368" name="Google Shape;368;p5"/>
          <p:cNvSpPr txBox="1"/>
          <p:nvPr>
            <p:ph idx="2" type="subTitle"/>
          </p:nvPr>
        </p:nvSpPr>
        <p:spPr>
          <a:xfrm>
            <a:off x="5213525" y="2834834"/>
            <a:ext cx="2575500" cy="179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600"/>
              <a:buFont typeface="Alef"/>
              <a:buNone/>
              <a:defRPr b="1" sz="2000"/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600"/>
              <a:buFont typeface="Alef"/>
              <a:buNone/>
              <a:defRPr b="1">
                <a:solidFill>
                  <a:schemeClr val="accent5"/>
                </a:solidFill>
                <a:latin typeface="Alef"/>
                <a:ea typeface="Alef"/>
                <a:cs typeface="Alef"/>
                <a:sym typeface="Alef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600"/>
              <a:buFont typeface="Alef"/>
              <a:buNone/>
              <a:defRPr b="1">
                <a:solidFill>
                  <a:schemeClr val="accent5"/>
                </a:solidFill>
                <a:latin typeface="Alef"/>
                <a:ea typeface="Alef"/>
                <a:cs typeface="Alef"/>
                <a:sym typeface="Alef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600"/>
              <a:buFont typeface="Alef"/>
              <a:buNone/>
              <a:defRPr b="1">
                <a:solidFill>
                  <a:schemeClr val="accent5"/>
                </a:solidFill>
                <a:latin typeface="Alef"/>
                <a:ea typeface="Alef"/>
                <a:cs typeface="Alef"/>
                <a:sym typeface="Alef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600"/>
              <a:buFont typeface="Alef"/>
              <a:buNone/>
              <a:defRPr b="1">
                <a:solidFill>
                  <a:schemeClr val="accent5"/>
                </a:solidFill>
                <a:latin typeface="Alef"/>
                <a:ea typeface="Alef"/>
                <a:cs typeface="Alef"/>
                <a:sym typeface="Alef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600"/>
              <a:buFont typeface="Alef"/>
              <a:buNone/>
              <a:defRPr b="1">
                <a:solidFill>
                  <a:schemeClr val="accent5"/>
                </a:solidFill>
                <a:latin typeface="Alef"/>
                <a:ea typeface="Alef"/>
                <a:cs typeface="Alef"/>
                <a:sym typeface="Alef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600"/>
              <a:buFont typeface="Alef"/>
              <a:buNone/>
              <a:defRPr b="1">
                <a:solidFill>
                  <a:schemeClr val="accent5"/>
                </a:solidFill>
                <a:latin typeface="Alef"/>
                <a:ea typeface="Alef"/>
                <a:cs typeface="Alef"/>
                <a:sym typeface="Alef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600"/>
              <a:buFont typeface="Alef"/>
              <a:buNone/>
              <a:defRPr b="1">
                <a:solidFill>
                  <a:schemeClr val="accent5"/>
                </a:solidFill>
                <a:latin typeface="Alef"/>
                <a:ea typeface="Alef"/>
                <a:cs typeface="Alef"/>
                <a:sym typeface="Alef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600"/>
              <a:buFont typeface="Alef"/>
              <a:buNone/>
              <a:defRPr b="1">
                <a:solidFill>
                  <a:schemeClr val="accent5"/>
                </a:solidFill>
                <a:latin typeface="Alef"/>
                <a:ea typeface="Alef"/>
                <a:cs typeface="Alef"/>
                <a:sym typeface="Alef"/>
              </a:defRPr>
            </a:lvl9pPr>
          </a:lstStyle>
          <a:p/>
        </p:txBody>
      </p:sp>
      <p:sp>
        <p:nvSpPr>
          <p:cNvPr id="369" name="Google Shape;369;p5"/>
          <p:cNvSpPr txBox="1"/>
          <p:nvPr>
            <p:ph idx="3" type="subTitle"/>
          </p:nvPr>
        </p:nvSpPr>
        <p:spPr>
          <a:xfrm>
            <a:off x="1354775" y="3226684"/>
            <a:ext cx="2575500" cy="365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9pPr>
          </a:lstStyle>
          <a:p/>
        </p:txBody>
      </p:sp>
      <p:sp>
        <p:nvSpPr>
          <p:cNvPr id="370" name="Google Shape;370;p5"/>
          <p:cNvSpPr txBox="1"/>
          <p:nvPr>
            <p:ph idx="4" type="subTitle"/>
          </p:nvPr>
        </p:nvSpPr>
        <p:spPr>
          <a:xfrm>
            <a:off x="5212025" y="3229059"/>
            <a:ext cx="2578500" cy="365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9pPr>
          </a:lstStyle>
          <a:p/>
        </p:txBody>
      </p:sp>
      <p:sp>
        <p:nvSpPr>
          <p:cNvPr id="371" name="Google Shape;371;p5"/>
          <p:cNvSpPr/>
          <p:nvPr/>
        </p:nvSpPr>
        <p:spPr>
          <a:xfrm>
            <a:off x="-607780" y="-650361"/>
            <a:ext cx="1170000" cy="11700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372" name="Google Shape;372;p5"/>
          <p:cNvGrpSpPr/>
          <p:nvPr/>
        </p:nvGrpSpPr>
        <p:grpSpPr>
          <a:xfrm flipH="1">
            <a:off x="-1670733" y="-144769"/>
            <a:ext cx="2383952" cy="1642730"/>
            <a:chOff x="497192" y="-5154682"/>
            <a:chExt cx="2383952" cy="1642730"/>
          </a:xfrm>
        </p:grpSpPr>
        <p:sp>
          <p:nvSpPr>
            <p:cNvPr id="373" name="Google Shape;373;p5"/>
            <p:cNvSpPr/>
            <p:nvPr/>
          </p:nvSpPr>
          <p:spPr>
            <a:xfrm flipH="1">
              <a:off x="497192" y="-5154682"/>
              <a:ext cx="2383952" cy="1642730"/>
            </a:xfrm>
            <a:custGeom>
              <a:rect b="b" l="l" r="r" t="t"/>
              <a:pathLst>
                <a:path extrusionOk="0" h="29383" w="42641">
                  <a:moveTo>
                    <a:pt x="9364" y="81"/>
                  </a:moveTo>
                  <a:lnTo>
                    <a:pt x="10796" y="141"/>
                  </a:lnTo>
                  <a:lnTo>
                    <a:pt x="12209" y="222"/>
                  </a:lnTo>
                  <a:lnTo>
                    <a:pt x="13642" y="363"/>
                  </a:lnTo>
                  <a:lnTo>
                    <a:pt x="15054" y="505"/>
                  </a:lnTo>
                  <a:lnTo>
                    <a:pt x="16467" y="706"/>
                  </a:lnTo>
                  <a:lnTo>
                    <a:pt x="17880" y="928"/>
                  </a:lnTo>
                  <a:lnTo>
                    <a:pt x="19292" y="1191"/>
                  </a:lnTo>
                  <a:lnTo>
                    <a:pt x="20685" y="1494"/>
                  </a:lnTo>
                  <a:lnTo>
                    <a:pt x="22077" y="1816"/>
                  </a:lnTo>
                  <a:lnTo>
                    <a:pt x="23469" y="2180"/>
                  </a:lnTo>
                  <a:lnTo>
                    <a:pt x="24842" y="2563"/>
                  </a:lnTo>
                  <a:lnTo>
                    <a:pt x="26194" y="2987"/>
                  </a:lnTo>
                  <a:lnTo>
                    <a:pt x="27546" y="3451"/>
                  </a:lnTo>
                  <a:lnTo>
                    <a:pt x="28878" y="3935"/>
                  </a:lnTo>
                  <a:lnTo>
                    <a:pt x="30210" y="4460"/>
                  </a:lnTo>
                  <a:lnTo>
                    <a:pt x="31340" y="4944"/>
                  </a:lnTo>
                  <a:lnTo>
                    <a:pt x="32409" y="5429"/>
                  </a:lnTo>
                  <a:lnTo>
                    <a:pt x="33418" y="5933"/>
                  </a:lnTo>
                  <a:lnTo>
                    <a:pt x="34346" y="6438"/>
                  </a:lnTo>
                  <a:lnTo>
                    <a:pt x="35234" y="6962"/>
                  </a:lnTo>
                  <a:lnTo>
                    <a:pt x="36062" y="7487"/>
                  </a:lnTo>
                  <a:lnTo>
                    <a:pt x="36829" y="8032"/>
                  </a:lnTo>
                  <a:lnTo>
                    <a:pt x="37555" y="8597"/>
                  </a:lnTo>
                  <a:lnTo>
                    <a:pt x="37979" y="8960"/>
                  </a:lnTo>
                  <a:lnTo>
                    <a:pt x="38403" y="9344"/>
                  </a:lnTo>
                  <a:lnTo>
                    <a:pt x="38806" y="9727"/>
                  </a:lnTo>
                  <a:lnTo>
                    <a:pt x="39190" y="10131"/>
                  </a:lnTo>
                  <a:lnTo>
                    <a:pt x="39573" y="10534"/>
                  </a:lnTo>
                  <a:lnTo>
                    <a:pt x="39916" y="10938"/>
                  </a:lnTo>
                  <a:lnTo>
                    <a:pt x="40239" y="11362"/>
                  </a:lnTo>
                  <a:lnTo>
                    <a:pt x="40562" y="11785"/>
                  </a:lnTo>
                  <a:lnTo>
                    <a:pt x="40844" y="12209"/>
                  </a:lnTo>
                  <a:lnTo>
                    <a:pt x="41127" y="12653"/>
                  </a:lnTo>
                  <a:lnTo>
                    <a:pt x="41369" y="13097"/>
                  </a:lnTo>
                  <a:lnTo>
                    <a:pt x="41611" y="13541"/>
                  </a:lnTo>
                  <a:lnTo>
                    <a:pt x="41813" y="14005"/>
                  </a:lnTo>
                  <a:lnTo>
                    <a:pt x="42015" y="14469"/>
                  </a:lnTo>
                  <a:lnTo>
                    <a:pt x="42176" y="14913"/>
                  </a:lnTo>
                  <a:lnTo>
                    <a:pt x="42338" y="15398"/>
                  </a:lnTo>
                  <a:lnTo>
                    <a:pt x="42459" y="15862"/>
                  </a:lnTo>
                  <a:lnTo>
                    <a:pt x="42499" y="16104"/>
                  </a:lnTo>
                  <a:lnTo>
                    <a:pt x="42540" y="16366"/>
                  </a:lnTo>
                  <a:lnTo>
                    <a:pt x="42560" y="16608"/>
                  </a:lnTo>
                  <a:lnTo>
                    <a:pt x="42560" y="16851"/>
                  </a:lnTo>
                  <a:lnTo>
                    <a:pt x="42540" y="17113"/>
                  </a:lnTo>
                  <a:lnTo>
                    <a:pt x="42519" y="17355"/>
                  </a:lnTo>
                  <a:lnTo>
                    <a:pt x="42479" y="17577"/>
                  </a:lnTo>
                  <a:lnTo>
                    <a:pt x="42418" y="17799"/>
                  </a:lnTo>
                  <a:lnTo>
                    <a:pt x="42338" y="18021"/>
                  </a:lnTo>
                  <a:lnTo>
                    <a:pt x="42217" y="18223"/>
                  </a:lnTo>
                  <a:lnTo>
                    <a:pt x="42096" y="18404"/>
                  </a:lnTo>
                  <a:lnTo>
                    <a:pt x="41954" y="18566"/>
                  </a:lnTo>
                  <a:lnTo>
                    <a:pt x="41773" y="18707"/>
                  </a:lnTo>
                  <a:lnTo>
                    <a:pt x="41571" y="18848"/>
                  </a:lnTo>
                  <a:lnTo>
                    <a:pt x="41409" y="18909"/>
                  </a:lnTo>
                  <a:lnTo>
                    <a:pt x="41228" y="18969"/>
                  </a:lnTo>
                  <a:lnTo>
                    <a:pt x="41046" y="19010"/>
                  </a:lnTo>
                  <a:lnTo>
                    <a:pt x="40865" y="19050"/>
                  </a:lnTo>
                  <a:lnTo>
                    <a:pt x="40461" y="19070"/>
                  </a:lnTo>
                  <a:lnTo>
                    <a:pt x="40057" y="19070"/>
                  </a:lnTo>
                  <a:lnTo>
                    <a:pt x="38948" y="19050"/>
                  </a:lnTo>
                  <a:lnTo>
                    <a:pt x="37838" y="19010"/>
                  </a:lnTo>
                  <a:lnTo>
                    <a:pt x="35618" y="18909"/>
                  </a:lnTo>
                  <a:lnTo>
                    <a:pt x="33398" y="18788"/>
                  </a:lnTo>
                  <a:lnTo>
                    <a:pt x="31198" y="18626"/>
                  </a:lnTo>
                  <a:lnTo>
                    <a:pt x="28918" y="18485"/>
                  </a:lnTo>
                  <a:lnTo>
                    <a:pt x="26597" y="18344"/>
                  </a:lnTo>
                  <a:lnTo>
                    <a:pt x="24277" y="18243"/>
                  </a:lnTo>
                  <a:lnTo>
                    <a:pt x="23126" y="18223"/>
                  </a:lnTo>
                  <a:lnTo>
                    <a:pt x="21956" y="18203"/>
                  </a:lnTo>
                  <a:lnTo>
                    <a:pt x="20806" y="18182"/>
                  </a:lnTo>
                  <a:lnTo>
                    <a:pt x="19635" y="18203"/>
                  </a:lnTo>
                  <a:lnTo>
                    <a:pt x="18465" y="18243"/>
                  </a:lnTo>
                  <a:lnTo>
                    <a:pt x="17315" y="18304"/>
                  </a:lnTo>
                  <a:lnTo>
                    <a:pt x="16164" y="18384"/>
                  </a:lnTo>
                  <a:lnTo>
                    <a:pt x="14994" y="18485"/>
                  </a:lnTo>
                  <a:lnTo>
                    <a:pt x="13844" y="18626"/>
                  </a:lnTo>
                  <a:lnTo>
                    <a:pt x="12693" y="18788"/>
                  </a:lnTo>
                  <a:lnTo>
                    <a:pt x="12007" y="18909"/>
                  </a:lnTo>
                  <a:lnTo>
                    <a:pt x="11321" y="19050"/>
                  </a:lnTo>
                  <a:lnTo>
                    <a:pt x="10615" y="19232"/>
                  </a:lnTo>
                  <a:lnTo>
                    <a:pt x="10272" y="19333"/>
                  </a:lnTo>
                  <a:lnTo>
                    <a:pt x="9929" y="19454"/>
                  </a:lnTo>
                  <a:lnTo>
                    <a:pt x="9586" y="19595"/>
                  </a:lnTo>
                  <a:lnTo>
                    <a:pt x="9263" y="19736"/>
                  </a:lnTo>
                  <a:lnTo>
                    <a:pt x="8940" y="19898"/>
                  </a:lnTo>
                  <a:lnTo>
                    <a:pt x="8617" y="20059"/>
                  </a:lnTo>
                  <a:lnTo>
                    <a:pt x="8314" y="20261"/>
                  </a:lnTo>
                  <a:lnTo>
                    <a:pt x="8032" y="20463"/>
                  </a:lnTo>
                  <a:lnTo>
                    <a:pt x="7749" y="20705"/>
                  </a:lnTo>
                  <a:lnTo>
                    <a:pt x="7487" y="20947"/>
                  </a:lnTo>
                  <a:lnTo>
                    <a:pt x="7245" y="21230"/>
                  </a:lnTo>
                  <a:lnTo>
                    <a:pt x="7003" y="21512"/>
                  </a:lnTo>
                  <a:lnTo>
                    <a:pt x="6801" y="21815"/>
                  </a:lnTo>
                  <a:lnTo>
                    <a:pt x="6619" y="22118"/>
                  </a:lnTo>
                  <a:lnTo>
                    <a:pt x="6458" y="22440"/>
                  </a:lnTo>
                  <a:lnTo>
                    <a:pt x="6316" y="22763"/>
                  </a:lnTo>
                  <a:lnTo>
                    <a:pt x="6195" y="23086"/>
                  </a:lnTo>
                  <a:lnTo>
                    <a:pt x="6094" y="23429"/>
                  </a:lnTo>
                  <a:lnTo>
                    <a:pt x="5994" y="23752"/>
                  </a:lnTo>
                  <a:lnTo>
                    <a:pt x="5913" y="24075"/>
                  </a:lnTo>
                  <a:lnTo>
                    <a:pt x="5792" y="24701"/>
                  </a:lnTo>
                  <a:lnTo>
                    <a:pt x="5711" y="25306"/>
                  </a:lnTo>
                  <a:lnTo>
                    <a:pt x="5650" y="25871"/>
                  </a:lnTo>
                  <a:lnTo>
                    <a:pt x="5650" y="26154"/>
                  </a:lnTo>
                  <a:lnTo>
                    <a:pt x="5650" y="26497"/>
                  </a:lnTo>
                  <a:lnTo>
                    <a:pt x="5650" y="27243"/>
                  </a:lnTo>
                  <a:lnTo>
                    <a:pt x="5630" y="27627"/>
                  </a:lnTo>
                  <a:lnTo>
                    <a:pt x="5610" y="28010"/>
                  </a:lnTo>
                  <a:lnTo>
                    <a:pt x="5529" y="28373"/>
                  </a:lnTo>
                  <a:lnTo>
                    <a:pt x="5489" y="28555"/>
                  </a:lnTo>
                  <a:lnTo>
                    <a:pt x="5428" y="28696"/>
                  </a:lnTo>
                  <a:lnTo>
                    <a:pt x="5368" y="28838"/>
                  </a:lnTo>
                  <a:lnTo>
                    <a:pt x="5287" y="28979"/>
                  </a:lnTo>
                  <a:lnTo>
                    <a:pt x="5206" y="29080"/>
                  </a:lnTo>
                  <a:lnTo>
                    <a:pt x="5106" y="29181"/>
                  </a:lnTo>
                  <a:lnTo>
                    <a:pt x="5005" y="29221"/>
                  </a:lnTo>
                  <a:lnTo>
                    <a:pt x="4904" y="29261"/>
                  </a:lnTo>
                  <a:lnTo>
                    <a:pt x="4803" y="29281"/>
                  </a:lnTo>
                  <a:lnTo>
                    <a:pt x="4702" y="29302"/>
                  </a:lnTo>
                  <a:lnTo>
                    <a:pt x="4581" y="29302"/>
                  </a:lnTo>
                  <a:lnTo>
                    <a:pt x="4440" y="29281"/>
                  </a:lnTo>
                  <a:lnTo>
                    <a:pt x="4177" y="29201"/>
                  </a:lnTo>
                  <a:lnTo>
                    <a:pt x="3955" y="29100"/>
                  </a:lnTo>
                  <a:lnTo>
                    <a:pt x="3774" y="28959"/>
                  </a:lnTo>
                  <a:lnTo>
                    <a:pt x="3592" y="28797"/>
                  </a:lnTo>
                  <a:lnTo>
                    <a:pt x="3451" y="28616"/>
                  </a:lnTo>
                  <a:lnTo>
                    <a:pt x="3310" y="28414"/>
                  </a:lnTo>
                  <a:lnTo>
                    <a:pt x="3188" y="28192"/>
                  </a:lnTo>
                  <a:lnTo>
                    <a:pt x="2946" y="27728"/>
                  </a:lnTo>
                  <a:lnTo>
                    <a:pt x="2523" y="26678"/>
                  </a:lnTo>
                  <a:lnTo>
                    <a:pt x="2119" y="25629"/>
                  </a:lnTo>
                  <a:lnTo>
                    <a:pt x="1756" y="24539"/>
                  </a:lnTo>
                  <a:lnTo>
                    <a:pt x="1433" y="23429"/>
                  </a:lnTo>
                  <a:lnTo>
                    <a:pt x="1130" y="22279"/>
                  </a:lnTo>
                  <a:lnTo>
                    <a:pt x="868" y="21129"/>
                  </a:lnTo>
                  <a:lnTo>
                    <a:pt x="646" y="19938"/>
                  </a:lnTo>
                  <a:lnTo>
                    <a:pt x="464" y="18707"/>
                  </a:lnTo>
                  <a:lnTo>
                    <a:pt x="323" y="17476"/>
                  </a:lnTo>
                  <a:lnTo>
                    <a:pt x="202" y="16205"/>
                  </a:lnTo>
                  <a:lnTo>
                    <a:pt x="141" y="14913"/>
                  </a:lnTo>
                  <a:lnTo>
                    <a:pt x="101" y="13602"/>
                  </a:lnTo>
                  <a:lnTo>
                    <a:pt x="81" y="12250"/>
                  </a:lnTo>
                  <a:lnTo>
                    <a:pt x="121" y="10897"/>
                  </a:lnTo>
                  <a:lnTo>
                    <a:pt x="202" y="9505"/>
                  </a:lnTo>
                  <a:lnTo>
                    <a:pt x="303" y="8092"/>
                  </a:lnTo>
                  <a:lnTo>
                    <a:pt x="404" y="7144"/>
                  </a:lnTo>
                  <a:lnTo>
                    <a:pt x="464" y="6639"/>
                  </a:lnTo>
                  <a:lnTo>
                    <a:pt x="545" y="6135"/>
                  </a:lnTo>
                  <a:lnTo>
                    <a:pt x="646" y="5630"/>
                  </a:lnTo>
                  <a:lnTo>
                    <a:pt x="767" y="5106"/>
                  </a:lnTo>
                  <a:lnTo>
                    <a:pt x="928" y="4601"/>
                  </a:lnTo>
                  <a:lnTo>
                    <a:pt x="1090" y="4097"/>
                  </a:lnTo>
                  <a:lnTo>
                    <a:pt x="1292" y="3612"/>
                  </a:lnTo>
                  <a:lnTo>
                    <a:pt x="1514" y="3128"/>
                  </a:lnTo>
                  <a:lnTo>
                    <a:pt x="1776" y="2684"/>
                  </a:lnTo>
                  <a:lnTo>
                    <a:pt x="2058" y="2240"/>
                  </a:lnTo>
                  <a:lnTo>
                    <a:pt x="2220" y="2038"/>
                  </a:lnTo>
                  <a:lnTo>
                    <a:pt x="2381" y="1837"/>
                  </a:lnTo>
                  <a:lnTo>
                    <a:pt x="2563" y="1655"/>
                  </a:lnTo>
                  <a:lnTo>
                    <a:pt x="2765" y="1473"/>
                  </a:lnTo>
                  <a:lnTo>
                    <a:pt x="2967" y="1312"/>
                  </a:lnTo>
                  <a:lnTo>
                    <a:pt x="3168" y="1150"/>
                  </a:lnTo>
                  <a:lnTo>
                    <a:pt x="3390" y="989"/>
                  </a:lnTo>
                  <a:lnTo>
                    <a:pt x="3612" y="848"/>
                  </a:lnTo>
                  <a:lnTo>
                    <a:pt x="3854" y="727"/>
                  </a:lnTo>
                  <a:lnTo>
                    <a:pt x="4117" y="626"/>
                  </a:lnTo>
                  <a:lnTo>
                    <a:pt x="4359" y="525"/>
                  </a:lnTo>
                  <a:lnTo>
                    <a:pt x="4621" y="424"/>
                  </a:lnTo>
                  <a:lnTo>
                    <a:pt x="5146" y="303"/>
                  </a:lnTo>
                  <a:lnTo>
                    <a:pt x="5691" y="202"/>
                  </a:lnTo>
                  <a:lnTo>
                    <a:pt x="6236" y="141"/>
                  </a:lnTo>
                  <a:lnTo>
                    <a:pt x="6760" y="101"/>
                  </a:lnTo>
                  <a:lnTo>
                    <a:pt x="7305" y="81"/>
                  </a:lnTo>
                  <a:close/>
                  <a:moveTo>
                    <a:pt x="7305" y="0"/>
                  </a:moveTo>
                  <a:lnTo>
                    <a:pt x="6760" y="20"/>
                  </a:lnTo>
                  <a:lnTo>
                    <a:pt x="6215" y="61"/>
                  </a:lnTo>
                  <a:lnTo>
                    <a:pt x="5671" y="121"/>
                  </a:lnTo>
                  <a:lnTo>
                    <a:pt x="5126" y="222"/>
                  </a:lnTo>
                  <a:lnTo>
                    <a:pt x="4601" y="363"/>
                  </a:lnTo>
                  <a:lnTo>
                    <a:pt x="4339" y="444"/>
                  </a:lnTo>
                  <a:lnTo>
                    <a:pt x="4076" y="545"/>
                  </a:lnTo>
                  <a:lnTo>
                    <a:pt x="3834" y="666"/>
                  </a:lnTo>
                  <a:lnTo>
                    <a:pt x="3572" y="787"/>
                  </a:lnTo>
                  <a:lnTo>
                    <a:pt x="3350" y="928"/>
                  </a:lnTo>
                  <a:lnTo>
                    <a:pt x="3128" y="1070"/>
                  </a:lnTo>
                  <a:lnTo>
                    <a:pt x="2906" y="1231"/>
                  </a:lnTo>
                  <a:lnTo>
                    <a:pt x="2704" y="1413"/>
                  </a:lnTo>
                  <a:lnTo>
                    <a:pt x="2523" y="1594"/>
                  </a:lnTo>
                  <a:lnTo>
                    <a:pt x="2341" y="1776"/>
                  </a:lnTo>
                  <a:lnTo>
                    <a:pt x="2159" y="1978"/>
                  </a:lnTo>
                  <a:lnTo>
                    <a:pt x="1998" y="2200"/>
                  </a:lnTo>
                  <a:lnTo>
                    <a:pt x="1695" y="2624"/>
                  </a:lnTo>
                  <a:lnTo>
                    <a:pt x="1453" y="3088"/>
                  </a:lnTo>
                  <a:lnTo>
                    <a:pt x="1211" y="3572"/>
                  </a:lnTo>
                  <a:lnTo>
                    <a:pt x="1009" y="4056"/>
                  </a:lnTo>
                  <a:lnTo>
                    <a:pt x="848" y="4561"/>
                  </a:lnTo>
                  <a:lnTo>
                    <a:pt x="706" y="5086"/>
                  </a:lnTo>
                  <a:lnTo>
                    <a:pt x="585" y="5590"/>
                  </a:lnTo>
                  <a:lnTo>
                    <a:pt x="464" y="6115"/>
                  </a:lnTo>
                  <a:lnTo>
                    <a:pt x="383" y="6619"/>
                  </a:lnTo>
                  <a:lnTo>
                    <a:pt x="323" y="7124"/>
                  </a:lnTo>
                  <a:lnTo>
                    <a:pt x="222" y="8092"/>
                  </a:lnTo>
                  <a:lnTo>
                    <a:pt x="121" y="9505"/>
                  </a:lnTo>
                  <a:lnTo>
                    <a:pt x="40" y="10897"/>
                  </a:lnTo>
                  <a:lnTo>
                    <a:pt x="0" y="12250"/>
                  </a:lnTo>
                  <a:lnTo>
                    <a:pt x="20" y="13602"/>
                  </a:lnTo>
                  <a:lnTo>
                    <a:pt x="61" y="14913"/>
                  </a:lnTo>
                  <a:lnTo>
                    <a:pt x="121" y="16205"/>
                  </a:lnTo>
                  <a:lnTo>
                    <a:pt x="242" y="17476"/>
                  </a:lnTo>
                  <a:lnTo>
                    <a:pt x="383" y="18727"/>
                  </a:lnTo>
                  <a:lnTo>
                    <a:pt x="565" y="19938"/>
                  </a:lnTo>
                  <a:lnTo>
                    <a:pt x="787" y="21149"/>
                  </a:lnTo>
                  <a:lnTo>
                    <a:pt x="1049" y="22319"/>
                  </a:lnTo>
                  <a:lnTo>
                    <a:pt x="1352" y="23449"/>
                  </a:lnTo>
                  <a:lnTo>
                    <a:pt x="1675" y="24559"/>
                  </a:lnTo>
                  <a:lnTo>
                    <a:pt x="2038" y="25649"/>
                  </a:lnTo>
                  <a:lnTo>
                    <a:pt x="2442" y="26719"/>
                  </a:lnTo>
                  <a:lnTo>
                    <a:pt x="2886" y="27748"/>
                  </a:lnTo>
                  <a:lnTo>
                    <a:pt x="3108" y="28232"/>
                  </a:lnTo>
                  <a:lnTo>
                    <a:pt x="3249" y="28454"/>
                  </a:lnTo>
                  <a:lnTo>
                    <a:pt x="3390" y="28676"/>
                  </a:lnTo>
                  <a:lnTo>
                    <a:pt x="3552" y="28858"/>
                  </a:lnTo>
                  <a:lnTo>
                    <a:pt x="3733" y="29019"/>
                  </a:lnTo>
                  <a:lnTo>
                    <a:pt x="3915" y="29160"/>
                  </a:lnTo>
                  <a:lnTo>
                    <a:pt x="4137" y="29261"/>
                  </a:lnTo>
                  <a:lnTo>
                    <a:pt x="4419" y="29362"/>
                  </a:lnTo>
                  <a:lnTo>
                    <a:pt x="4541" y="29382"/>
                  </a:lnTo>
                  <a:lnTo>
                    <a:pt x="4662" y="29382"/>
                  </a:lnTo>
                  <a:lnTo>
                    <a:pt x="4803" y="29362"/>
                  </a:lnTo>
                  <a:lnTo>
                    <a:pt x="4924" y="29342"/>
                  </a:lnTo>
                  <a:lnTo>
                    <a:pt x="5045" y="29302"/>
                  </a:lnTo>
                  <a:lnTo>
                    <a:pt x="5146" y="29241"/>
                  </a:lnTo>
                  <a:lnTo>
                    <a:pt x="5247" y="29140"/>
                  </a:lnTo>
                  <a:lnTo>
                    <a:pt x="5348" y="29039"/>
                  </a:lnTo>
                  <a:lnTo>
                    <a:pt x="5428" y="28898"/>
                  </a:lnTo>
                  <a:lnTo>
                    <a:pt x="5509" y="28757"/>
                  </a:lnTo>
                  <a:lnTo>
                    <a:pt x="5570" y="28595"/>
                  </a:lnTo>
                  <a:lnTo>
                    <a:pt x="5610" y="28414"/>
                  </a:lnTo>
                  <a:lnTo>
                    <a:pt x="5671" y="28051"/>
                  </a:lnTo>
                  <a:lnTo>
                    <a:pt x="5711" y="27647"/>
                  </a:lnTo>
                  <a:lnTo>
                    <a:pt x="5731" y="27243"/>
                  </a:lnTo>
                  <a:lnTo>
                    <a:pt x="5731" y="26497"/>
                  </a:lnTo>
                  <a:lnTo>
                    <a:pt x="5731" y="26154"/>
                  </a:lnTo>
                  <a:lnTo>
                    <a:pt x="5731" y="25891"/>
                  </a:lnTo>
                  <a:lnTo>
                    <a:pt x="5792" y="25326"/>
                  </a:lnTo>
                  <a:lnTo>
                    <a:pt x="5872" y="24721"/>
                  </a:lnTo>
                  <a:lnTo>
                    <a:pt x="5994" y="24095"/>
                  </a:lnTo>
                  <a:lnTo>
                    <a:pt x="6074" y="23772"/>
                  </a:lnTo>
                  <a:lnTo>
                    <a:pt x="6155" y="23449"/>
                  </a:lnTo>
                  <a:lnTo>
                    <a:pt x="6276" y="23127"/>
                  </a:lnTo>
                  <a:lnTo>
                    <a:pt x="6397" y="22804"/>
                  </a:lnTo>
                  <a:lnTo>
                    <a:pt x="6538" y="22481"/>
                  </a:lnTo>
                  <a:lnTo>
                    <a:pt x="6700" y="22178"/>
                  </a:lnTo>
                  <a:lnTo>
                    <a:pt x="6881" y="21855"/>
                  </a:lnTo>
                  <a:lnTo>
                    <a:pt x="7083" y="21573"/>
                  </a:lnTo>
                  <a:lnTo>
                    <a:pt x="7305" y="21270"/>
                  </a:lnTo>
                  <a:lnTo>
                    <a:pt x="7547" y="21008"/>
                  </a:lnTo>
                  <a:lnTo>
                    <a:pt x="7810" y="20765"/>
                  </a:lnTo>
                  <a:lnTo>
                    <a:pt x="8092" y="20523"/>
                  </a:lnTo>
                  <a:lnTo>
                    <a:pt x="8375" y="20322"/>
                  </a:lnTo>
                  <a:lnTo>
                    <a:pt x="8677" y="20140"/>
                  </a:lnTo>
                  <a:lnTo>
                    <a:pt x="8980" y="19958"/>
                  </a:lnTo>
                  <a:lnTo>
                    <a:pt x="9303" y="19797"/>
                  </a:lnTo>
                  <a:lnTo>
                    <a:pt x="9626" y="19656"/>
                  </a:lnTo>
                  <a:lnTo>
                    <a:pt x="9969" y="19535"/>
                  </a:lnTo>
                  <a:lnTo>
                    <a:pt x="10292" y="19413"/>
                  </a:lnTo>
                  <a:lnTo>
                    <a:pt x="10635" y="19313"/>
                  </a:lnTo>
                  <a:lnTo>
                    <a:pt x="11341" y="19131"/>
                  </a:lnTo>
                  <a:lnTo>
                    <a:pt x="12027" y="18990"/>
                  </a:lnTo>
                  <a:lnTo>
                    <a:pt x="12713" y="18869"/>
                  </a:lnTo>
                  <a:lnTo>
                    <a:pt x="13864" y="18707"/>
                  </a:lnTo>
                  <a:lnTo>
                    <a:pt x="15014" y="18566"/>
                  </a:lnTo>
                  <a:lnTo>
                    <a:pt x="16164" y="18465"/>
                  </a:lnTo>
                  <a:lnTo>
                    <a:pt x="17315" y="18384"/>
                  </a:lnTo>
                  <a:lnTo>
                    <a:pt x="18485" y="18324"/>
                  </a:lnTo>
                  <a:lnTo>
                    <a:pt x="19635" y="18283"/>
                  </a:lnTo>
                  <a:lnTo>
                    <a:pt x="20806" y="18263"/>
                  </a:lnTo>
                  <a:lnTo>
                    <a:pt x="21956" y="18283"/>
                  </a:lnTo>
                  <a:lnTo>
                    <a:pt x="23126" y="18304"/>
                  </a:lnTo>
                  <a:lnTo>
                    <a:pt x="24277" y="18324"/>
                  </a:lnTo>
                  <a:lnTo>
                    <a:pt x="26597" y="18425"/>
                  </a:lnTo>
                  <a:lnTo>
                    <a:pt x="28918" y="18566"/>
                  </a:lnTo>
                  <a:lnTo>
                    <a:pt x="31198" y="18707"/>
                  </a:lnTo>
                  <a:lnTo>
                    <a:pt x="33398" y="18869"/>
                  </a:lnTo>
                  <a:lnTo>
                    <a:pt x="35618" y="18990"/>
                  </a:lnTo>
                  <a:lnTo>
                    <a:pt x="37838" y="19091"/>
                  </a:lnTo>
                  <a:lnTo>
                    <a:pt x="38948" y="19131"/>
                  </a:lnTo>
                  <a:lnTo>
                    <a:pt x="40057" y="19151"/>
                  </a:lnTo>
                  <a:lnTo>
                    <a:pt x="40481" y="19151"/>
                  </a:lnTo>
                  <a:lnTo>
                    <a:pt x="40885" y="19131"/>
                  </a:lnTo>
                  <a:lnTo>
                    <a:pt x="41066" y="19091"/>
                  </a:lnTo>
                  <a:lnTo>
                    <a:pt x="41248" y="19050"/>
                  </a:lnTo>
                  <a:lnTo>
                    <a:pt x="41430" y="18990"/>
                  </a:lnTo>
                  <a:lnTo>
                    <a:pt x="41611" y="18909"/>
                  </a:lnTo>
                  <a:lnTo>
                    <a:pt x="41813" y="18788"/>
                  </a:lnTo>
                  <a:lnTo>
                    <a:pt x="41995" y="18626"/>
                  </a:lnTo>
                  <a:lnTo>
                    <a:pt x="42156" y="18465"/>
                  </a:lnTo>
                  <a:lnTo>
                    <a:pt x="42297" y="18263"/>
                  </a:lnTo>
                  <a:lnTo>
                    <a:pt x="42398" y="18061"/>
                  </a:lnTo>
                  <a:lnTo>
                    <a:pt x="42479" y="17839"/>
                  </a:lnTo>
                  <a:lnTo>
                    <a:pt x="42560" y="17617"/>
                  </a:lnTo>
                  <a:lnTo>
                    <a:pt x="42600" y="17375"/>
                  </a:lnTo>
                  <a:lnTo>
                    <a:pt x="42620" y="17133"/>
                  </a:lnTo>
                  <a:lnTo>
                    <a:pt x="42640" y="16871"/>
                  </a:lnTo>
                  <a:lnTo>
                    <a:pt x="42640" y="16608"/>
                  </a:lnTo>
                  <a:lnTo>
                    <a:pt x="42620" y="16366"/>
                  </a:lnTo>
                  <a:lnTo>
                    <a:pt x="42580" y="16104"/>
                  </a:lnTo>
                  <a:lnTo>
                    <a:pt x="42540" y="15862"/>
                  </a:lnTo>
                  <a:lnTo>
                    <a:pt x="42418" y="15357"/>
                  </a:lnTo>
                  <a:lnTo>
                    <a:pt x="42257" y="14893"/>
                  </a:lnTo>
                  <a:lnTo>
                    <a:pt x="42096" y="14429"/>
                  </a:lnTo>
                  <a:lnTo>
                    <a:pt x="41894" y="13965"/>
                  </a:lnTo>
                  <a:lnTo>
                    <a:pt x="41672" y="13521"/>
                  </a:lnTo>
                  <a:lnTo>
                    <a:pt x="41450" y="13057"/>
                  </a:lnTo>
                  <a:lnTo>
                    <a:pt x="41187" y="12613"/>
                  </a:lnTo>
                  <a:lnTo>
                    <a:pt x="40925" y="12169"/>
                  </a:lnTo>
                  <a:lnTo>
                    <a:pt x="40622" y="11745"/>
                  </a:lnTo>
                  <a:lnTo>
                    <a:pt x="40320" y="11301"/>
                  </a:lnTo>
                  <a:lnTo>
                    <a:pt x="39977" y="10897"/>
                  </a:lnTo>
                  <a:lnTo>
                    <a:pt x="39634" y="10474"/>
                  </a:lnTo>
                  <a:lnTo>
                    <a:pt x="39250" y="10070"/>
                  </a:lnTo>
                  <a:lnTo>
                    <a:pt x="38867" y="9666"/>
                  </a:lnTo>
                  <a:lnTo>
                    <a:pt x="38463" y="9283"/>
                  </a:lnTo>
                  <a:lnTo>
                    <a:pt x="38039" y="8900"/>
                  </a:lnTo>
                  <a:lnTo>
                    <a:pt x="37595" y="8536"/>
                  </a:lnTo>
                  <a:lnTo>
                    <a:pt x="36869" y="7971"/>
                  </a:lnTo>
                  <a:lnTo>
                    <a:pt x="36102" y="7426"/>
                  </a:lnTo>
                  <a:lnTo>
                    <a:pt x="35275" y="6882"/>
                  </a:lnTo>
                  <a:lnTo>
                    <a:pt x="34387" y="6377"/>
                  </a:lnTo>
                  <a:lnTo>
                    <a:pt x="33459" y="5873"/>
                  </a:lnTo>
                  <a:lnTo>
                    <a:pt x="32450" y="5368"/>
                  </a:lnTo>
                  <a:lnTo>
                    <a:pt x="31380" y="4884"/>
                  </a:lnTo>
                  <a:lnTo>
                    <a:pt x="30230" y="4379"/>
                  </a:lnTo>
                  <a:lnTo>
                    <a:pt x="28918" y="3875"/>
                  </a:lnTo>
                  <a:lnTo>
                    <a:pt x="27586" y="3370"/>
                  </a:lnTo>
                  <a:lnTo>
                    <a:pt x="26234" y="2906"/>
                  </a:lnTo>
                  <a:lnTo>
                    <a:pt x="24862" y="2482"/>
                  </a:lnTo>
                  <a:lnTo>
                    <a:pt x="23490" y="2099"/>
                  </a:lnTo>
                  <a:lnTo>
                    <a:pt x="22097" y="1736"/>
                  </a:lnTo>
                  <a:lnTo>
                    <a:pt x="20705" y="1413"/>
                  </a:lnTo>
                  <a:lnTo>
                    <a:pt x="19312" y="1110"/>
                  </a:lnTo>
                  <a:lnTo>
                    <a:pt x="17900" y="848"/>
                  </a:lnTo>
                  <a:lnTo>
                    <a:pt x="16487" y="626"/>
                  </a:lnTo>
                  <a:lnTo>
                    <a:pt x="15075" y="424"/>
                  </a:lnTo>
                  <a:lnTo>
                    <a:pt x="13642" y="283"/>
                  </a:lnTo>
                  <a:lnTo>
                    <a:pt x="12229" y="141"/>
                  </a:lnTo>
                  <a:lnTo>
                    <a:pt x="10796" y="61"/>
                  </a:lnTo>
                  <a:lnTo>
                    <a:pt x="9364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4" name="Google Shape;374;p5"/>
            <p:cNvSpPr/>
            <p:nvPr/>
          </p:nvSpPr>
          <p:spPr>
            <a:xfrm flipH="1">
              <a:off x="624664" y="-5010276"/>
              <a:ext cx="2123367" cy="1193681"/>
            </a:xfrm>
            <a:custGeom>
              <a:rect b="b" l="l" r="r" t="t"/>
              <a:pathLst>
                <a:path extrusionOk="0" h="21351" w="37980">
                  <a:moveTo>
                    <a:pt x="10776" y="81"/>
                  </a:moveTo>
                  <a:lnTo>
                    <a:pt x="11341" y="101"/>
                  </a:lnTo>
                  <a:lnTo>
                    <a:pt x="11927" y="121"/>
                  </a:lnTo>
                  <a:lnTo>
                    <a:pt x="12532" y="182"/>
                  </a:lnTo>
                  <a:lnTo>
                    <a:pt x="13178" y="222"/>
                  </a:lnTo>
                  <a:lnTo>
                    <a:pt x="13824" y="303"/>
                  </a:lnTo>
                  <a:lnTo>
                    <a:pt x="14510" y="404"/>
                  </a:lnTo>
                  <a:lnTo>
                    <a:pt x="15216" y="505"/>
                  </a:lnTo>
                  <a:lnTo>
                    <a:pt x="15943" y="626"/>
                  </a:lnTo>
                  <a:lnTo>
                    <a:pt x="16709" y="767"/>
                  </a:lnTo>
                  <a:lnTo>
                    <a:pt x="17496" y="949"/>
                  </a:lnTo>
                  <a:lnTo>
                    <a:pt x="18324" y="1130"/>
                  </a:lnTo>
                  <a:lnTo>
                    <a:pt x="19171" y="1332"/>
                  </a:lnTo>
                  <a:lnTo>
                    <a:pt x="20039" y="1554"/>
                  </a:lnTo>
                  <a:lnTo>
                    <a:pt x="20947" y="1796"/>
                  </a:lnTo>
                  <a:lnTo>
                    <a:pt x="21875" y="2059"/>
                  </a:lnTo>
                  <a:lnTo>
                    <a:pt x="23571" y="2583"/>
                  </a:lnTo>
                  <a:lnTo>
                    <a:pt x="24418" y="2866"/>
                  </a:lnTo>
                  <a:lnTo>
                    <a:pt x="25286" y="3148"/>
                  </a:lnTo>
                  <a:lnTo>
                    <a:pt x="26154" y="3471"/>
                  </a:lnTo>
                  <a:lnTo>
                    <a:pt x="27021" y="3794"/>
                  </a:lnTo>
                  <a:lnTo>
                    <a:pt x="27889" y="4157"/>
                  </a:lnTo>
                  <a:lnTo>
                    <a:pt x="28757" y="4541"/>
                  </a:lnTo>
                  <a:lnTo>
                    <a:pt x="29625" y="4944"/>
                  </a:lnTo>
                  <a:lnTo>
                    <a:pt x="30472" y="5368"/>
                  </a:lnTo>
                  <a:lnTo>
                    <a:pt x="31300" y="5832"/>
                  </a:lnTo>
                  <a:lnTo>
                    <a:pt x="32127" y="6317"/>
                  </a:lnTo>
                  <a:lnTo>
                    <a:pt x="32954" y="6841"/>
                  </a:lnTo>
                  <a:lnTo>
                    <a:pt x="33741" y="7406"/>
                  </a:lnTo>
                  <a:lnTo>
                    <a:pt x="34508" y="7992"/>
                  </a:lnTo>
                  <a:lnTo>
                    <a:pt x="35255" y="8637"/>
                  </a:lnTo>
                  <a:lnTo>
                    <a:pt x="35638" y="8980"/>
                  </a:lnTo>
                  <a:lnTo>
                    <a:pt x="36001" y="9344"/>
                  </a:lnTo>
                  <a:lnTo>
                    <a:pt x="36345" y="9687"/>
                  </a:lnTo>
                  <a:lnTo>
                    <a:pt x="36627" y="10030"/>
                  </a:lnTo>
                  <a:lnTo>
                    <a:pt x="36910" y="10373"/>
                  </a:lnTo>
                  <a:lnTo>
                    <a:pt x="37132" y="10696"/>
                  </a:lnTo>
                  <a:lnTo>
                    <a:pt x="37354" y="11039"/>
                  </a:lnTo>
                  <a:lnTo>
                    <a:pt x="37535" y="11382"/>
                  </a:lnTo>
                  <a:lnTo>
                    <a:pt x="37656" y="11624"/>
                  </a:lnTo>
                  <a:lnTo>
                    <a:pt x="37737" y="11846"/>
                  </a:lnTo>
                  <a:lnTo>
                    <a:pt x="37818" y="12068"/>
                  </a:lnTo>
                  <a:lnTo>
                    <a:pt x="37858" y="12290"/>
                  </a:lnTo>
                  <a:lnTo>
                    <a:pt x="37898" y="12492"/>
                  </a:lnTo>
                  <a:lnTo>
                    <a:pt x="37898" y="12694"/>
                  </a:lnTo>
                  <a:lnTo>
                    <a:pt x="37878" y="12875"/>
                  </a:lnTo>
                  <a:lnTo>
                    <a:pt x="37838" y="13057"/>
                  </a:lnTo>
                  <a:lnTo>
                    <a:pt x="37757" y="13259"/>
                  </a:lnTo>
                  <a:lnTo>
                    <a:pt x="37636" y="13460"/>
                  </a:lnTo>
                  <a:lnTo>
                    <a:pt x="37495" y="13662"/>
                  </a:lnTo>
                  <a:lnTo>
                    <a:pt x="37313" y="13824"/>
                  </a:lnTo>
                  <a:lnTo>
                    <a:pt x="37111" y="13985"/>
                  </a:lnTo>
                  <a:lnTo>
                    <a:pt x="36869" y="14106"/>
                  </a:lnTo>
                  <a:lnTo>
                    <a:pt x="36627" y="14207"/>
                  </a:lnTo>
                  <a:lnTo>
                    <a:pt x="36365" y="14288"/>
                  </a:lnTo>
                  <a:lnTo>
                    <a:pt x="36102" y="14328"/>
                  </a:lnTo>
                  <a:lnTo>
                    <a:pt x="35860" y="14368"/>
                  </a:lnTo>
                  <a:lnTo>
                    <a:pt x="35336" y="14368"/>
                  </a:lnTo>
                  <a:lnTo>
                    <a:pt x="34831" y="14328"/>
                  </a:lnTo>
                  <a:lnTo>
                    <a:pt x="34327" y="14268"/>
                  </a:lnTo>
                  <a:lnTo>
                    <a:pt x="34306" y="14268"/>
                  </a:lnTo>
                  <a:lnTo>
                    <a:pt x="32934" y="14106"/>
                  </a:lnTo>
                  <a:lnTo>
                    <a:pt x="31501" y="13945"/>
                  </a:lnTo>
                  <a:lnTo>
                    <a:pt x="30028" y="13803"/>
                  </a:lnTo>
                  <a:lnTo>
                    <a:pt x="28535" y="13682"/>
                  </a:lnTo>
                  <a:lnTo>
                    <a:pt x="26981" y="13561"/>
                  </a:lnTo>
                  <a:lnTo>
                    <a:pt x="25387" y="13481"/>
                  </a:lnTo>
                  <a:lnTo>
                    <a:pt x="23772" y="13420"/>
                  </a:lnTo>
                  <a:lnTo>
                    <a:pt x="22138" y="13400"/>
                  </a:lnTo>
                  <a:lnTo>
                    <a:pt x="20483" y="13420"/>
                  </a:lnTo>
                  <a:lnTo>
                    <a:pt x="18788" y="13460"/>
                  </a:lnTo>
                  <a:lnTo>
                    <a:pt x="17093" y="13561"/>
                  </a:lnTo>
                  <a:lnTo>
                    <a:pt x="16245" y="13622"/>
                  </a:lnTo>
                  <a:lnTo>
                    <a:pt x="15398" y="13703"/>
                  </a:lnTo>
                  <a:lnTo>
                    <a:pt x="14530" y="13803"/>
                  </a:lnTo>
                  <a:lnTo>
                    <a:pt x="13682" y="13904"/>
                  </a:lnTo>
                  <a:lnTo>
                    <a:pt x="12815" y="14025"/>
                  </a:lnTo>
                  <a:lnTo>
                    <a:pt x="11967" y="14146"/>
                  </a:lnTo>
                  <a:lnTo>
                    <a:pt x="11099" y="14308"/>
                  </a:lnTo>
                  <a:lnTo>
                    <a:pt x="10252" y="14469"/>
                  </a:lnTo>
                  <a:lnTo>
                    <a:pt x="9384" y="14651"/>
                  </a:lnTo>
                  <a:lnTo>
                    <a:pt x="8536" y="14833"/>
                  </a:lnTo>
                  <a:lnTo>
                    <a:pt x="7992" y="14974"/>
                  </a:lnTo>
                  <a:lnTo>
                    <a:pt x="7467" y="15115"/>
                  </a:lnTo>
                  <a:lnTo>
                    <a:pt x="6922" y="15277"/>
                  </a:lnTo>
                  <a:lnTo>
                    <a:pt x="6397" y="15458"/>
                  </a:lnTo>
                  <a:lnTo>
                    <a:pt x="5873" y="15660"/>
                  </a:lnTo>
                  <a:lnTo>
                    <a:pt x="5368" y="15902"/>
                  </a:lnTo>
                  <a:lnTo>
                    <a:pt x="4864" y="16164"/>
                  </a:lnTo>
                  <a:lnTo>
                    <a:pt x="4379" y="16467"/>
                  </a:lnTo>
                  <a:lnTo>
                    <a:pt x="4137" y="16649"/>
                  </a:lnTo>
                  <a:lnTo>
                    <a:pt x="3875" y="16851"/>
                  </a:lnTo>
                  <a:lnTo>
                    <a:pt x="3613" y="17073"/>
                  </a:lnTo>
                  <a:lnTo>
                    <a:pt x="3350" y="17335"/>
                  </a:lnTo>
                  <a:lnTo>
                    <a:pt x="3108" y="17617"/>
                  </a:lnTo>
                  <a:lnTo>
                    <a:pt x="2866" y="17940"/>
                  </a:lnTo>
                  <a:lnTo>
                    <a:pt x="2644" y="18283"/>
                  </a:lnTo>
                  <a:lnTo>
                    <a:pt x="2462" y="18667"/>
                  </a:lnTo>
                  <a:lnTo>
                    <a:pt x="2382" y="18889"/>
                  </a:lnTo>
                  <a:lnTo>
                    <a:pt x="2341" y="19131"/>
                  </a:lnTo>
                  <a:lnTo>
                    <a:pt x="2260" y="19635"/>
                  </a:lnTo>
                  <a:lnTo>
                    <a:pt x="2220" y="19918"/>
                  </a:lnTo>
                  <a:lnTo>
                    <a:pt x="2180" y="20201"/>
                  </a:lnTo>
                  <a:lnTo>
                    <a:pt x="2099" y="20463"/>
                  </a:lnTo>
                  <a:lnTo>
                    <a:pt x="2059" y="20584"/>
                  </a:lnTo>
                  <a:lnTo>
                    <a:pt x="1998" y="20705"/>
                  </a:lnTo>
                  <a:lnTo>
                    <a:pt x="1897" y="20846"/>
                  </a:lnTo>
                  <a:lnTo>
                    <a:pt x="1816" y="20988"/>
                  </a:lnTo>
                  <a:lnTo>
                    <a:pt x="1716" y="21088"/>
                  </a:lnTo>
                  <a:lnTo>
                    <a:pt x="1615" y="21169"/>
                  </a:lnTo>
                  <a:lnTo>
                    <a:pt x="1514" y="21210"/>
                  </a:lnTo>
                  <a:lnTo>
                    <a:pt x="1413" y="21250"/>
                  </a:lnTo>
                  <a:lnTo>
                    <a:pt x="1312" y="21270"/>
                  </a:lnTo>
                  <a:lnTo>
                    <a:pt x="1211" y="21250"/>
                  </a:lnTo>
                  <a:lnTo>
                    <a:pt x="1110" y="21210"/>
                  </a:lnTo>
                  <a:lnTo>
                    <a:pt x="1009" y="21149"/>
                  </a:lnTo>
                  <a:lnTo>
                    <a:pt x="908" y="21068"/>
                  </a:lnTo>
                  <a:lnTo>
                    <a:pt x="807" y="20967"/>
                  </a:lnTo>
                  <a:lnTo>
                    <a:pt x="707" y="20846"/>
                  </a:lnTo>
                  <a:lnTo>
                    <a:pt x="626" y="20725"/>
                  </a:lnTo>
                  <a:lnTo>
                    <a:pt x="464" y="20422"/>
                  </a:lnTo>
                  <a:lnTo>
                    <a:pt x="323" y="20100"/>
                  </a:lnTo>
                  <a:lnTo>
                    <a:pt x="222" y="19777"/>
                  </a:lnTo>
                  <a:lnTo>
                    <a:pt x="162" y="19454"/>
                  </a:lnTo>
                  <a:lnTo>
                    <a:pt x="121" y="19151"/>
                  </a:lnTo>
                  <a:lnTo>
                    <a:pt x="101" y="18223"/>
                  </a:lnTo>
                  <a:lnTo>
                    <a:pt x="81" y="17274"/>
                  </a:lnTo>
                  <a:lnTo>
                    <a:pt x="81" y="16326"/>
                  </a:lnTo>
                  <a:lnTo>
                    <a:pt x="101" y="15377"/>
                  </a:lnTo>
                  <a:lnTo>
                    <a:pt x="142" y="14449"/>
                  </a:lnTo>
                  <a:lnTo>
                    <a:pt x="182" y="13501"/>
                  </a:lnTo>
                  <a:lnTo>
                    <a:pt x="263" y="12572"/>
                  </a:lnTo>
                  <a:lnTo>
                    <a:pt x="343" y="11624"/>
                  </a:lnTo>
                  <a:lnTo>
                    <a:pt x="444" y="10696"/>
                  </a:lnTo>
                  <a:lnTo>
                    <a:pt x="545" y="9747"/>
                  </a:lnTo>
                  <a:lnTo>
                    <a:pt x="686" y="8819"/>
                  </a:lnTo>
                  <a:lnTo>
                    <a:pt x="828" y="7891"/>
                  </a:lnTo>
                  <a:lnTo>
                    <a:pt x="989" y="6962"/>
                  </a:lnTo>
                  <a:lnTo>
                    <a:pt x="1171" y="6034"/>
                  </a:lnTo>
                  <a:lnTo>
                    <a:pt x="1373" y="5126"/>
                  </a:lnTo>
                  <a:lnTo>
                    <a:pt x="1574" y="4198"/>
                  </a:lnTo>
                  <a:lnTo>
                    <a:pt x="1736" y="3572"/>
                  </a:lnTo>
                  <a:lnTo>
                    <a:pt x="1837" y="3269"/>
                  </a:lnTo>
                  <a:lnTo>
                    <a:pt x="1958" y="2967"/>
                  </a:lnTo>
                  <a:lnTo>
                    <a:pt x="2079" y="2664"/>
                  </a:lnTo>
                  <a:lnTo>
                    <a:pt x="2220" y="2402"/>
                  </a:lnTo>
                  <a:lnTo>
                    <a:pt x="2402" y="2139"/>
                  </a:lnTo>
                  <a:lnTo>
                    <a:pt x="2604" y="1897"/>
                  </a:lnTo>
                  <a:lnTo>
                    <a:pt x="2825" y="1695"/>
                  </a:lnTo>
                  <a:lnTo>
                    <a:pt x="3068" y="1514"/>
                  </a:lnTo>
                  <a:lnTo>
                    <a:pt x="3330" y="1352"/>
                  </a:lnTo>
                  <a:lnTo>
                    <a:pt x="3592" y="1211"/>
                  </a:lnTo>
                  <a:lnTo>
                    <a:pt x="3875" y="1090"/>
                  </a:lnTo>
                  <a:lnTo>
                    <a:pt x="4157" y="989"/>
                  </a:lnTo>
                  <a:lnTo>
                    <a:pt x="4702" y="807"/>
                  </a:lnTo>
                  <a:lnTo>
                    <a:pt x="5247" y="666"/>
                  </a:lnTo>
                  <a:lnTo>
                    <a:pt x="5832" y="525"/>
                  </a:lnTo>
                  <a:lnTo>
                    <a:pt x="6458" y="404"/>
                  </a:lnTo>
                  <a:lnTo>
                    <a:pt x="7104" y="303"/>
                  </a:lnTo>
                  <a:lnTo>
                    <a:pt x="7810" y="202"/>
                  </a:lnTo>
                  <a:lnTo>
                    <a:pt x="8577" y="142"/>
                  </a:lnTo>
                  <a:lnTo>
                    <a:pt x="9384" y="81"/>
                  </a:lnTo>
                  <a:close/>
                  <a:moveTo>
                    <a:pt x="9848" y="0"/>
                  </a:moveTo>
                  <a:lnTo>
                    <a:pt x="9303" y="20"/>
                  </a:lnTo>
                  <a:lnTo>
                    <a:pt x="8758" y="41"/>
                  </a:lnTo>
                  <a:lnTo>
                    <a:pt x="8234" y="81"/>
                  </a:lnTo>
                  <a:lnTo>
                    <a:pt x="7709" y="142"/>
                  </a:lnTo>
                  <a:lnTo>
                    <a:pt x="7184" y="202"/>
                  </a:lnTo>
                  <a:lnTo>
                    <a:pt x="6680" y="283"/>
                  </a:lnTo>
                  <a:lnTo>
                    <a:pt x="6175" y="384"/>
                  </a:lnTo>
                  <a:lnTo>
                    <a:pt x="5671" y="485"/>
                  </a:lnTo>
                  <a:lnTo>
                    <a:pt x="5166" y="606"/>
                  </a:lnTo>
                  <a:lnTo>
                    <a:pt x="4682" y="727"/>
                  </a:lnTo>
                  <a:lnTo>
                    <a:pt x="4117" y="908"/>
                  </a:lnTo>
                  <a:lnTo>
                    <a:pt x="3834" y="1009"/>
                  </a:lnTo>
                  <a:lnTo>
                    <a:pt x="3552" y="1130"/>
                  </a:lnTo>
                  <a:lnTo>
                    <a:pt x="3269" y="1272"/>
                  </a:lnTo>
                  <a:lnTo>
                    <a:pt x="3007" y="1433"/>
                  </a:lnTo>
                  <a:lnTo>
                    <a:pt x="2765" y="1635"/>
                  </a:lnTo>
                  <a:lnTo>
                    <a:pt x="2543" y="1837"/>
                  </a:lnTo>
                  <a:lnTo>
                    <a:pt x="2341" y="2079"/>
                  </a:lnTo>
                  <a:lnTo>
                    <a:pt x="2160" y="2341"/>
                  </a:lnTo>
                  <a:lnTo>
                    <a:pt x="1998" y="2624"/>
                  </a:lnTo>
                  <a:lnTo>
                    <a:pt x="1877" y="2926"/>
                  </a:lnTo>
                  <a:lnTo>
                    <a:pt x="1776" y="3229"/>
                  </a:lnTo>
                  <a:lnTo>
                    <a:pt x="1675" y="3552"/>
                  </a:lnTo>
                  <a:lnTo>
                    <a:pt x="1514" y="4178"/>
                  </a:lnTo>
                  <a:lnTo>
                    <a:pt x="1292" y="5106"/>
                  </a:lnTo>
                  <a:lnTo>
                    <a:pt x="1090" y="6014"/>
                  </a:lnTo>
                  <a:lnTo>
                    <a:pt x="908" y="6942"/>
                  </a:lnTo>
                  <a:lnTo>
                    <a:pt x="747" y="7870"/>
                  </a:lnTo>
                  <a:lnTo>
                    <a:pt x="606" y="8819"/>
                  </a:lnTo>
                  <a:lnTo>
                    <a:pt x="485" y="9747"/>
                  </a:lnTo>
                  <a:lnTo>
                    <a:pt x="364" y="10676"/>
                  </a:lnTo>
                  <a:lnTo>
                    <a:pt x="263" y="11624"/>
                  </a:lnTo>
                  <a:lnTo>
                    <a:pt x="182" y="12552"/>
                  </a:lnTo>
                  <a:lnTo>
                    <a:pt x="101" y="13501"/>
                  </a:lnTo>
                  <a:lnTo>
                    <a:pt x="61" y="14449"/>
                  </a:lnTo>
                  <a:lnTo>
                    <a:pt x="20" y="15377"/>
                  </a:lnTo>
                  <a:lnTo>
                    <a:pt x="0" y="16326"/>
                  </a:lnTo>
                  <a:lnTo>
                    <a:pt x="0" y="17274"/>
                  </a:lnTo>
                  <a:lnTo>
                    <a:pt x="20" y="18223"/>
                  </a:lnTo>
                  <a:lnTo>
                    <a:pt x="41" y="19171"/>
                  </a:lnTo>
                  <a:lnTo>
                    <a:pt x="81" y="19474"/>
                  </a:lnTo>
                  <a:lnTo>
                    <a:pt x="162" y="19797"/>
                  </a:lnTo>
                  <a:lnTo>
                    <a:pt x="263" y="20140"/>
                  </a:lnTo>
                  <a:lnTo>
                    <a:pt x="404" y="20483"/>
                  </a:lnTo>
                  <a:lnTo>
                    <a:pt x="565" y="20766"/>
                  </a:lnTo>
                  <a:lnTo>
                    <a:pt x="666" y="20907"/>
                  </a:lnTo>
                  <a:lnTo>
                    <a:pt x="767" y="21028"/>
                  </a:lnTo>
                  <a:lnTo>
                    <a:pt x="868" y="21129"/>
                  </a:lnTo>
                  <a:lnTo>
                    <a:pt x="969" y="21210"/>
                  </a:lnTo>
                  <a:lnTo>
                    <a:pt x="1070" y="21290"/>
                  </a:lnTo>
                  <a:lnTo>
                    <a:pt x="1191" y="21331"/>
                  </a:lnTo>
                  <a:lnTo>
                    <a:pt x="1332" y="21351"/>
                  </a:lnTo>
                  <a:lnTo>
                    <a:pt x="1433" y="21331"/>
                  </a:lnTo>
                  <a:lnTo>
                    <a:pt x="1514" y="21310"/>
                  </a:lnTo>
                  <a:lnTo>
                    <a:pt x="1615" y="21250"/>
                  </a:lnTo>
                  <a:lnTo>
                    <a:pt x="1716" y="21189"/>
                  </a:lnTo>
                  <a:lnTo>
                    <a:pt x="1796" y="21109"/>
                  </a:lnTo>
                  <a:lnTo>
                    <a:pt x="1897" y="21008"/>
                  </a:lnTo>
                  <a:lnTo>
                    <a:pt x="2059" y="20745"/>
                  </a:lnTo>
                  <a:lnTo>
                    <a:pt x="2119" y="20624"/>
                  </a:lnTo>
                  <a:lnTo>
                    <a:pt x="2180" y="20503"/>
                  </a:lnTo>
                  <a:lnTo>
                    <a:pt x="2260" y="20221"/>
                  </a:lnTo>
                  <a:lnTo>
                    <a:pt x="2301" y="19938"/>
                  </a:lnTo>
                  <a:lnTo>
                    <a:pt x="2341" y="19635"/>
                  </a:lnTo>
                  <a:lnTo>
                    <a:pt x="2422" y="19151"/>
                  </a:lnTo>
                  <a:lnTo>
                    <a:pt x="2462" y="18909"/>
                  </a:lnTo>
                  <a:lnTo>
                    <a:pt x="2543" y="18687"/>
                  </a:lnTo>
                  <a:lnTo>
                    <a:pt x="2725" y="18324"/>
                  </a:lnTo>
                  <a:lnTo>
                    <a:pt x="2926" y="17981"/>
                  </a:lnTo>
                  <a:lnTo>
                    <a:pt x="3169" y="17678"/>
                  </a:lnTo>
                  <a:lnTo>
                    <a:pt x="3411" y="17395"/>
                  </a:lnTo>
                  <a:lnTo>
                    <a:pt x="3673" y="17133"/>
                  </a:lnTo>
                  <a:lnTo>
                    <a:pt x="3935" y="16911"/>
                  </a:lnTo>
                  <a:lnTo>
                    <a:pt x="4198" y="16709"/>
                  </a:lnTo>
                  <a:lnTo>
                    <a:pt x="4440" y="16528"/>
                  </a:lnTo>
                  <a:lnTo>
                    <a:pt x="4904" y="16245"/>
                  </a:lnTo>
                  <a:lnTo>
                    <a:pt x="5388" y="15983"/>
                  </a:lnTo>
                  <a:lnTo>
                    <a:pt x="5913" y="15741"/>
                  </a:lnTo>
                  <a:lnTo>
                    <a:pt x="6418" y="15539"/>
                  </a:lnTo>
                  <a:lnTo>
                    <a:pt x="6962" y="15357"/>
                  </a:lnTo>
                  <a:lnTo>
                    <a:pt x="7487" y="15196"/>
                  </a:lnTo>
                  <a:lnTo>
                    <a:pt x="8032" y="15055"/>
                  </a:lnTo>
                  <a:lnTo>
                    <a:pt x="8557" y="14913"/>
                  </a:lnTo>
                  <a:lnTo>
                    <a:pt x="9404" y="14732"/>
                  </a:lnTo>
                  <a:lnTo>
                    <a:pt x="10272" y="14550"/>
                  </a:lnTo>
                  <a:lnTo>
                    <a:pt x="11119" y="14389"/>
                  </a:lnTo>
                  <a:lnTo>
                    <a:pt x="11987" y="14227"/>
                  </a:lnTo>
                  <a:lnTo>
                    <a:pt x="12835" y="14106"/>
                  </a:lnTo>
                  <a:lnTo>
                    <a:pt x="13703" y="13985"/>
                  </a:lnTo>
                  <a:lnTo>
                    <a:pt x="14550" y="13884"/>
                  </a:lnTo>
                  <a:lnTo>
                    <a:pt x="15398" y="13783"/>
                  </a:lnTo>
                  <a:lnTo>
                    <a:pt x="16265" y="13703"/>
                  </a:lnTo>
                  <a:lnTo>
                    <a:pt x="17113" y="13642"/>
                  </a:lnTo>
                  <a:lnTo>
                    <a:pt x="18808" y="13541"/>
                  </a:lnTo>
                  <a:lnTo>
                    <a:pt x="20483" y="13501"/>
                  </a:lnTo>
                  <a:lnTo>
                    <a:pt x="22138" y="13481"/>
                  </a:lnTo>
                  <a:lnTo>
                    <a:pt x="23772" y="13501"/>
                  </a:lnTo>
                  <a:lnTo>
                    <a:pt x="25387" y="13561"/>
                  </a:lnTo>
                  <a:lnTo>
                    <a:pt x="26981" y="13642"/>
                  </a:lnTo>
                  <a:lnTo>
                    <a:pt x="28515" y="13763"/>
                  </a:lnTo>
                  <a:lnTo>
                    <a:pt x="30028" y="13884"/>
                  </a:lnTo>
                  <a:lnTo>
                    <a:pt x="31501" y="14025"/>
                  </a:lnTo>
                  <a:lnTo>
                    <a:pt x="32934" y="14187"/>
                  </a:lnTo>
                  <a:lnTo>
                    <a:pt x="34306" y="14348"/>
                  </a:lnTo>
                  <a:lnTo>
                    <a:pt x="34831" y="14409"/>
                  </a:lnTo>
                  <a:lnTo>
                    <a:pt x="35356" y="14449"/>
                  </a:lnTo>
                  <a:lnTo>
                    <a:pt x="35860" y="14449"/>
                  </a:lnTo>
                  <a:lnTo>
                    <a:pt x="36123" y="14409"/>
                  </a:lnTo>
                  <a:lnTo>
                    <a:pt x="36385" y="14368"/>
                  </a:lnTo>
                  <a:lnTo>
                    <a:pt x="36647" y="14288"/>
                  </a:lnTo>
                  <a:lnTo>
                    <a:pt x="36910" y="14187"/>
                  </a:lnTo>
                  <a:lnTo>
                    <a:pt x="37152" y="14046"/>
                  </a:lnTo>
                  <a:lnTo>
                    <a:pt x="37374" y="13884"/>
                  </a:lnTo>
                  <a:lnTo>
                    <a:pt x="37555" y="13703"/>
                  </a:lnTo>
                  <a:lnTo>
                    <a:pt x="37717" y="13501"/>
                  </a:lnTo>
                  <a:lnTo>
                    <a:pt x="37838" y="13299"/>
                  </a:lnTo>
                  <a:lnTo>
                    <a:pt x="37919" y="13077"/>
                  </a:lnTo>
                  <a:lnTo>
                    <a:pt x="37959" y="12895"/>
                  </a:lnTo>
                  <a:lnTo>
                    <a:pt x="37979" y="12694"/>
                  </a:lnTo>
                  <a:lnTo>
                    <a:pt x="37979" y="12492"/>
                  </a:lnTo>
                  <a:lnTo>
                    <a:pt x="37939" y="12290"/>
                  </a:lnTo>
                  <a:lnTo>
                    <a:pt x="37898" y="12068"/>
                  </a:lnTo>
                  <a:lnTo>
                    <a:pt x="37818" y="11826"/>
                  </a:lnTo>
                  <a:lnTo>
                    <a:pt x="37737" y="11604"/>
                  </a:lnTo>
                  <a:lnTo>
                    <a:pt x="37616" y="11341"/>
                  </a:lnTo>
                  <a:lnTo>
                    <a:pt x="37414" y="10998"/>
                  </a:lnTo>
                  <a:lnTo>
                    <a:pt x="37212" y="10655"/>
                  </a:lnTo>
                  <a:lnTo>
                    <a:pt x="36970" y="10312"/>
                  </a:lnTo>
                  <a:lnTo>
                    <a:pt x="36708" y="9969"/>
                  </a:lnTo>
                  <a:lnTo>
                    <a:pt x="36405" y="9626"/>
                  </a:lnTo>
                  <a:lnTo>
                    <a:pt x="36062" y="9283"/>
                  </a:lnTo>
                  <a:lnTo>
                    <a:pt x="35699" y="8920"/>
                  </a:lnTo>
                  <a:lnTo>
                    <a:pt x="35315" y="8577"/>
                  </a:lnTo>
                  <a:lnTo>
                    <a:pt x="34569" y="7931"/>
                  </a:lnTo>
                  <a:lnTo>
                    <a:pt x="33782" y="7346"/>
                  </a:lnTo>
                  <a:lnTo>
                    <a:pt x="32995" y="6781"/>
                  </a:lnTo>
                  <a:lnTo>
                    <a:pt x="32187" y="6256"/>
                  </a:lnTo>
                  <a:lnTo>
                    <a:pt x="31360" y="5772"/>
                  </a:lnTo>
                  <a:lnTo>
                    <a:pt x="30512" y="5308"/>
                  </a:lnTo>
                  <a:lnTo>
                    <a:pt x="29665" y="4864"/>
                  </a:lnTo>
                  <a:lnTo>
                    <a:pt x="28797" y="4460"/>
                  </a:lnTo>
                  <a:lnTo>
                    <a:pt x="27929" y="4077"/>
                  </a:lnTo>
                  <a:lnTo>
                    <a:pt x="27062" y="3734"/>
                  </a:lnTo>
                  <a:lnTo>
                    <a:pt x="26194" y="3390"/>
                  </a:lnTo>
                  <a:lnTo>
                    <a:pt x="25306" y="3088"/>
                  </a:lnTo>
                  <a:lnTo>
                    <a:pt x="24458" y="2785"/>
                  </a:lnTo>
                  <a:lnTo>
                    <a:pt x="23591" y="2503"/>
                  </a:lnTo>
                  <a:lnTo>
                    <a:pt x="21896" y="1998"/>
                  </a:lnTo>
                  <a:lnTo>
                    <a:pt x="20685" y="1635"/>
                  </a:lnTo>
                  <a:lnTo>
                    <a:pt x="19494" y="1332"/>
                  </a:lnTo>
                  <a:lnTo>
                    <a:pt x="18364" y="1050"/>
                  </a:lnTo>
                  <a:lnTo>
                    <a:pt x="17295" y="807"/>
                  </a:lnTo>
                  <a:lnTo>
                    <a:pt x="16245" y="585"/>
                  </a:lnTo>
                  <a:lnTo>
                    <a:pt x="15236" y="404"/>
                  </a:lnTo>
                  <a:lnTo>
                    <a:pt x="14268" y="263"/>
                  </a:lnTo>
                  <a:lnTo>
                    <a:pt x="13299" y="162"/>
                  </a:lnTo>
                  <a:lnTo>
                    <a:pt x="12128" y="61"/>
                  </a:lnTo>
                  <a:lnTo>
                    <a:pt x="10978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5" name="Google Shape;375;p5"/>
            <p:cNvSpPr/>
            <p:nvPr/>
          </p:nvSpPr>
          <p:spPr>
            <a:xfrm flipH="1">
              <a:off x="749899" y="-4949394"/>
              <a:ext cx="1884195" cy="733450"/>
            </a:xfrm>
            <a:custGeom>
              <a:rect b="b" l="l" r="r" t="t"/>
              <a:pathLst>
                <a:path extrusionOk="0" h="13119" w="33702">
                  <a:moveTo>
                    <a:pt x="8436" y="82"/>
                  </a:moveTo>
                  <a:lnTo>
                    <a:pt x="9041" y="102"/>
                  </a:lnTo>
                  <a:lnTo>
                    <a:pt x="9667" y="142"/>
                  </a:lnTo>
                  <a:lnTo>
                    <a:pt x="10312" y="183"/>
                  </a:lnTo>
                  <a:lnTo>
                    <a:pt x="10978" y="263"/>
                  </a:lnTo>
                  <a:lnTo>
                    <a:pt x="12532" y="465"/>
                  </a:lnTo>
                  <a:lnTo>
                    <a:pt x="14005" y="707"/>
                  </a:lnTo>
                  <a:lnTo>
                    <a:pt x="15398" y="949"/>
                  </a:lnTo>
                  <a:lnTo>
                    <a:pt x="16689" y="1192"/>
                  </a:lnTo>
                  <a:lnTo>
                    <a:pt x="17900" y="1454"/>
                  </a:lnTo>
                  <a:lnTo>
                    <a:pt x="19030" y="1716"/>
                  </a:lnTo>
                  <a:lnTo>
                    <a:pt x="20080" y="1979"/>
                  </a:lnTo>
                  <a:lnTo>
                    <a:pt x="21048" y="2241"/>
                  </a:lnTo>
                  <a:lnTo>
                    <a:pt x="21956" y="2523"/>
                  </a:lnTo>
                  <a:lnTo>
                    <a:pt x="22804" y="2786"/>
                  </a:lnTo>
                  <a:lnTo>
                    <a:pt x="23571" y="3068"/>
                  </a:lnTo>
                  <a:lnTo>
                    <a:pt x="24277" y="3331"/>
                  </a:lnTo>
                  <a:lnTo>
                    <a:pt x="24943" y="3593"/>
                  </a:lnTo>
                  <a:lnTo>
                    <a:pt x="25548" y="3835"/>
                  </a:lnTo>
                  <a:lnTo>
                    <a:pt x="26598" y="4320"/>
                  </a:lnTo>
                  <a:lnTo>
                    <a:pt x="27607" y="4824"/>
                  </a:lnTo>
                  <a:lnTo>
                    <a:pt x="28071" y="5066"/>
                  </a:lnTo>
                  <a:lnTo>
                    <a:pt x="28535" y="5329"/>
                  </a:lnTo>
                  <a:lnTo>
                    <a:pt x="28999" y="5611"/>
                  </a:lnTo>
                  <a:lnTo>
                    <a:pt x="29423" y="5894"/>
                  </a:lnTo>
                  <a:lnTo>
                    <a:pt x="29847" y="6176"/>
                  </a:lnTo>
                  <a:lnTo>
                    <a:pt x="30271" y="6459"/>
                  </a:lnTo>
                  <a:lnTo>
                    <a:pt x="30654" y="6761"/>
                  </a:lnTo>
                  <a:lnTo>
                    <a:pt x="31058" y="7064"/>
                  </a:lnTo>
                  <a:lnTo>
                    <a:pt x="31421" y="7367"/>
                  </a:lnTo>
                  <a:lnTo>
                    <a:pt x="31784" y="7690"/>
                  </a:lnTo>
                  <a:lnTo>
                    <a:pt x="32127" y="8012"/>
                  </a:lnTo>
                  <a:lnTo>
                    <a:pt x="32450" y="8335"/>
                  </a:lnTo>
                  <a:lnTo>
                    <a:pt x="32773" y="8678"/>
                  </a:lnTo>
                  <a:lnTo>
                    <a:pt x="33076" y="9021"/>
                  </a:lnTo>
                  <a:lnTo>
                    <a:pt x="33237" y="9223"/>
                  </a:lnTo>
                  <a:lnTo>
                    <a:pt x="33378" y="9425"/>
                  </a:lnTo>
                  <a:lnTo>
                    <a:pt x="33520" y="9667"/>
                  </a:lnTo>
                  <a:lnTo>
                    <a:pt x="33560" y="9788"/>
                  </a:lnTo>
                  <a:lnTo>
                    <a:pt x="33600" y="9909"/>
                  </a:lnTo>
                  <a:lnTo>
                    <a:pt x="33620" y="10030"/>
                  </a:lnTo>
                  <a:lnTo>
                    <a:pt x="33620" y="10172"/>
                  </a:lnTo>
                  <a:lnTo>
                    <a:pt x="33600" y="10293"/>
                  </a:lnTo>
                  <a:lnTo>
                    <a:pt x="33580" y="10414"/>
                  </a:lnTo>
                  <a:lnTo>
                    <a:pt x="33520" y="10535"/>
                  </a:lnTo>
                  <a:lnTo>
                    <a:pt x="33459" y="10636"/>
                  </a:lnTo>
                  <a:lnTo>
                    <a:pt x="33378" y="10737"/>
                  </a:lnTo>
                  <a:lnTo>
                    <a:pt x="33257" y="10797"/>
                  </a:lnTo>
                  <a:lnTo>
                    <a:pt x="33176" y="10838"/>
                  </a:lnTo>
                  <a:lnTo>
                    <a:pt x="33096" y="10858"/>
                  </a:lnTo>
                  <a:lnTo>
                    <a:pt x="32894" y="10878"/>
                  </a:lnTo>
                  <a:lnTo>
                    <a:pt x="32692" y="10858"/>
                  </a:lnTo>
                  <a:lnTo>
                    <a:pt x="32470" y="10817"/>
                  </a:lnTo>
                  <a:lnTo>
                    <a:pt x="29019" y="10152"/>
                  </a:lnTo>
                  <a:lnTo>
                    <a:pt x="26840" y="9748"/>
                  </a:lnTo>
                  <a:lnTo>
                    <a:pt x="25750" y="9566"/>
                  </a:lnTo>
                  <a:lnTo>
                    <a:pt x="24640" y="9385"/>
                  </a:lnTo>
                  <a:lnTo>
                    <a:pt x="23551" y="9223"/>
                  </a:lnTo>
                  <a:lnTo>
                    <a:pt x="22420" y="9102"/>
                  </a:lnTo>
                  <a:lnTo>
                    <a:pt x="21311" y="9021"/>
                  </a:lnTo>
                  <a:lnTo>
                    <a:pt x="20201" y="8981"/>
                  </a:lnTo>
                  <a:lnTo>
                    <a:pt x="19071" y="8961"/>
                  </a:lnTo>
                  <a:lnTo>
                    <a:pt x="17941" y="9021"/>
                  </a:lnTo>
                  <a:lnTo>
                    <a:pt x="16831" y="9102"/>
                  </a:lnTo>
                  <a:lnTo>
                    <a:pt x="15721" y="9223"/>
                  </a:lnTo>
                  <a:lnTo>
                    <a:pt x="14591" y="9385"/>
                  </a:lnTo>
                  <a:lnTo>
                    <a:pt x="13501" y="9566"/>
                  </a:lnTo>
                  <a:lnTo>
                    <a:pt x="12391" y="9788"/>
                  </a:lnTo>
                  <a:lnTo>
                    <a:pt x="11281" y="10051"/>
                  </a:lnTo>
                  <a:lnTo>
                    <a:pt x="10191" y="10313"/>
                  </a:lnTo>
                  <a:lnTo>
                    <a:pt x="9081" y="10596"/>
                  </a:lnTo>
                  <a:lnTo>
                    <a:pt x="7992" y="10918"/>
                  </a:lnTo>
                  <a:lnTo>
                    <a:pt x="6922" y="11241"/>
                  </a:lnTo>
                  <a:lnTo>
                    <a:pt x="4763" y="11907"/>
                  </a:lnTo>
                  <a:lnTo>
                    <a:pt x="2604" y="12593"/>
                  </a:lnTo>
                  <a:lnTo>
                    <a:pt x="1595" y="12936"/>
                  </a:lnTo>
                  <a:lnTo>
                    <a:pt x="1433" y="12977"/>
                  </a:lnTo>
                  <a:lnTo>
                    <a:pt x="1231" y="13017"/>
                  </a:lnTo>
                  <a:lnTo>
                    <a:pt x="1050" y="13037"/>
                  </a:lnTo>
                  <a:lnTo>
                    <a:pt x="949" y="13037"/>
                  </a:lnTo>
                  <a:lnTo>
                    <a:pt x="868" y="13017"/>
                  </a:lnTo>
                  <a:lnTo>
                    <a:pt x="767" y="12997"/>
                  </a:lnTo>
                  <a:lnTo>
                    <a:pt x="687" y="12957"/>
                  </a:lnTo>
                  <a:lnTo>
                    <a:pt x="606" y="12896"/>
                  </a:lnTo>
                  <a:lnTo>
                    <a:pt x="525" y="12835"/>
                  </a:lnTo>
                  <a:lnTo>
                    <a:pt x="404" y="12674"/>
                  </a:lnTo>
                  <a:lnTo>
                    <a:pt x="323" y="12492"/>
                  </a:lnTo>
                  <a:lnTo>
                    <a:pt x="243" y="12291"/>
                  </a:lnTo>
                  <a:lnTo>
                    <a:pt x="202" y="12089"/>
                  </a:lnTo>
                  <a:lnTo>
                    <a:pt x="162" y="11867"/>
                  </a:lnTo>
                  <a:lnTo>
                    <a:pt x="142" y="11665"/>
                  </a:lnTo>
                  <a:lnTo>
                    <a:pt x="101" y="10838"/>
                  </a:lnTo>
                  <a:lnTo>
                    <a:pt x="81" y="9990"/>
                  </a:lnTo>
                  <a:lnTo>
                    <a:pt x="101" y="9163"/>
                  </a:lnTo>
                  <a:lnTo>
                    <a:pt x="142" y="8315"/>
                  </a:lnTo>
                  <a:lnTo>
                    <a:pt x="202" y="7488"/>
                  </a:lnTo>
                  <a:lnTo>
                    <a:pt x="283" y="6660"/>
                  </a:lnTo>
                  <a:lnTo>
                    <a:pt x="404" y="5833"/>
                  </a:lnTo>
                  <a:lnTo>
                    <a:pt x="545" y="5006"/>
                  </a:lnTo>
                  <a:lnTo>
                    <a:pt x="666" y="4441"/>
                  </a:lnTo>
                  <a:lnTo>
                    <a:pt x="808" y="3896"/>
                  </a:lnTo>
                  <a:lnTo>
                    <a:pt x="909" y="3654"/>
                  </a:lnTo>
                  <a:lnTo>
                    <a:pt x="989" y="3411"/>
                  </a:lnTo>
                  <a:lnTo>
                    <a:pt x="1110" y="3189"/>
                  </a:lnTo>
                  <a:lnTo>
                    <a:pt x="1231" y="2967"/>
                  </a:lnTo>
                  <a:lnTo>
                    <a:pt x="1413" y="2685"/>
                  </a:lnTo>
                  <a:lnTo>
                    <a:pt x="1635" y="2402"/>
                  </a:lnTo>
                  <a:lnTo>
                    <a:pt x="1877" y="2140"/>
                  </a:lnTo>
                  <a:lnTo>
                    <a:pt x="2160" y="1898"/>
                  </a:lnTo>
                  <a:lnTo>
                    <a:pt x="2462" y="1656"/>
                  </a:lnTo>
                  <a:lnTo>
                    <a:pt x="2805" y="1434"/>
                  </a:lnTo>
                  <a:lnTo>
                    <a:pt x="3189" y="1232"/>
                  </a:lnTo>
                  <a:lnTo>
                    <a:pt x="3572" y="1030"/>
                  </a:lnTo>
                  <a:lnTo>
                    <a:pt x="4117" y="808"/>
                  </a:lnTo>
                  <a:lnTo>
                    <a:pt x="4662" y="627"/>
                  </a:lnTo>
                  <a:lnTo>
                    <a:pt x="5227" y="465"/>
                  </a:lnTo>
                  <a:lnTo>
                    <a:pt x="5832" y="324"/>
                  </a:lnTo>
                  <a:lnTo>
                    <a:pt x="6438" y="223"/>
                  </a:lnTo>
                  <a:lnTo>
                    <a:pt x="7084" y="142"/>
                  </a:lnTo>
                  <a:lnTo>
                    <a:pt x="7750" y="102"/>
                  </a:lnTo>
                  <a:lnTo>
                    <a:pt x="8436" y="82"/>
                  </a:lnTo>
                  <a:close/>
                  <a:moveTo>
                    <a:pt x="8335" y="1"/>
                  </a:moveTo>
                  <a:lnTo>
                    <a:pt x="7830" y="21"/>
                  </a:lnTo>
                  <a:lnTo>
                    <a:pt x="7346" y="41"/>
                  </a:lnTo>
                  <a:lnTo>
                    <a:pt x="6882" y="82"/>
                  </a:lnTo>
                  <a:lnTo>
                    <a:pt x="6438" y="142"/>
                  </a:lnTo>
                  <a:lnTo>
                    <a:pt x="5974" y="223"/>
                  </a:lnTo>
                  <a:lnTo>
                    <a:pt x="5550" y="304"/>
                  </a:lnTo>
                  <a:lnTo>
                    <a:pt x="5126" y="405"/>
                  </a:lnTo>
                  <a:lnTo>
                    <a:pt x="4723" y="526"/>
                  </a:lnTo>
                  <a:lnTo>
                    <a:pt x="4319" y="647"/>
                  </a:lnTo>
                  <a:lnTo>
                    <a:pt x="3915" y="808"/>
                  </a:lnTo>
                  <a:lnTo>
                    <a:pt x="3552" y="970"/>
                  </a:lnTo>
                  <a:lnTo>
                    <a:pt x="3149" y="1151"/>
                  </a:lnTo>
                  <a:lnTo>
                    <a:pt x="2765" y="1373"/>
                  </a:lnTo>
                  <a:lnTo>
                    <a:pt x="2422" y="1595"/>
                  </a:lnTo>
                  <a:lnTo>
                    <a:pt x="2099" y="1837"/>
                  </a:lnTo>
                  <a:lnTo>
                    <a:pt x="1817" y="2080"/>
                  </a:lnTo>
                  <a:lnTo>
                    <a:pt x="1575" y="2362"/>
                  </a:lnTo>
                  <a:lnTo>
                    <a:pt x="1353" y="2624"/>
                  </a:lnTo>
                  <a:lnTo>
                    <a:pt x="1151" y="2927"/>
                  </a:lnTo>
                  <a:lnTo>
                    <a:pt x="1030" y="3169"/>
                  </a:lnTo>
                  <a:lnTo>
                    <a:pt x="909" y="3432"/>
                  </a:lnTo>
                  <a:lnTo>
                    <a:pt x="808" y="3694"/>
                  </a:lnTo>
                  <a:lnTo>
                    <a:pt x="707" y="3956"/>
                  </a:lnTo>
                  <a:lnTo>
                    <a:pt x="586" y="4481"/>
                  </a:lnTo>
                  <a:lnTo>
                    <a:pt x="465" y="4985"/>
                  </a:lnTo>
                  <a:lnTo>
                    <a:pt x="323" y="5813"/>
                  </a:lnTo>
                  <a:lnTo>
                    <a:pt x="222" y="6660"/>
                  </a:lnTo>
                  <a:lnTo>
                    <a:pt x="122" y="7488"/>
                  </a:lnTo>
                  <a:lnTo>
                    <a:pt x="61" y="8315"/>
                  </a:lnTo>
                  <a:lnTo>
                    <a:pt x="21" y="9163"/>
                  </a:lnTo>
                  <a:lnTo>
                    <a:pt x="0" y="9990"/>
                  </a:lnTo>
                  <a:lnTo>
                    <a:pt x="21" y="10838"/>
                  </a:lnTo>
                  <a:lnTo>
                    <a:pt x="61" y="11665"/>
                  </a:lnTo>
                  <a:lnTo>
                    <a:pt x="101" y="11968"/>
                  </a:lnTo>
                  <a:lnTo>
                    <a:pt x="142" y="12230"/>
                  </a:lnTo>
                  <a:lnTo>
                    <a:pt x="222" y="12452"/>
                  </a:lnTo>
                  <a:lnTo>
                    <a:pt x="303" y="12654"/>
                  </a:lnTo>
                  <a:lnTo>
                    <a:pt x="404" y="12815"/>
                  </a:lnTo>
                  <a:lnTo>
                    <a:pt x="545" y="12936"/>
                  </a:lnTo>
                  <a:lnTo>
                    <a:pt x="687" y="13037"/>
                  </a:lnTo>
                  <a:lnTo>
                    <a:pt x="848" y="13098"/>
                  </a:lnTo>
                  <a:lnTo>
                    <a:pt x="949" y="13118"/>
                  </a:lnTo>
                  <a:lnTo>
                    <a:pt x="1191" y="13118"/>
                  </a:lnTo>
                  <a:lnTo>
                    <a:pt x="1353" y="13078"/>
                  </a:lnTo>
                  <a:lnTo>
                    <a:pt x="1615" y="12997"/>
                  </a:lnTo>
                  <a:lnTo>
                    <a:pt x="2644" y="12674"/>
                  </a:lnTo>
                  <a:lnTo>
                    <a:pt x="4783" y="11988"/>
                  </a:lnTo>
                  <a:lnTo>
                    <a:pt x="6942" y="11302"/>
                  </a:lnTo>
                  <a:lnTo>
                    <a:pt x="8012" y="10999"/>
                  </a:lnTo>
                  <a:lnTo>
                    <a:pt x="9102" y="10676"/>
                  </a:lnTo>
                  <a:lnTo>
                    <a:pt x="10191" y="10394"/>
                  </a:lnTo>
                  <a:lnTo>
                    <a:pt x="11301" y="10131"/>
                  </a:lnTo>
                  <a:lnTo>
                    <a:pt x="12391" y="9869"/>
                  </a:lnTo>
                  <a:lnTo>
                    <a:pt x="13501" y="9647"/>
                  </a:lnTo>
                  <a:lnTo>
                    <a:pt x="14611" y="9465"/>
                  </a:lnTo>
                  <a:lnTo>
                    <a:pt x="15721" y="9304"/>
                  </a:lnTo>
                  <a:lnTo>
                    <a:pt x="16831" y="9183"/>
                  </a:lnTo>
                  <a:lnTo>
                    <a:pt x="17961" y="9102"/>
                  </a:lnTo>
                  <a:lnTo>
                    <a:pt x="19071" y="9042"/>
                  </a:lnTo>
                  <a:lnTo>
                    <a:pt x="20201" y="9062"/>
                  </a:lnTo>
                  <a:lnTo>
                    <a:pt x="21311" y="9102"/>
                  </a:lnTo>
                  <a:lnTo>
                    <a:pt x="22420" y="9183"/>
                  </a:lnTo>
                  <a:lnTo>
                    <a:pt x="23530" y="9304"/>
                  </a:lnTo>
                  <a:lnTo>
                    <a:pt x="24640" y="9465"/>
                  </a:lnTo>
                  <a:lnTo>
                    <a:pt x="25750" y="9647"/>
                  </a:lnTo>
                  <a:lnTo>
                    <a:pt x="26840" y="9829"/>
                  </a:lnTo>
                  <a:lnTo>
                    <a:pt x="28999" y="10232"/>
                  </a:lnTo>
                  <a:lnTo>
                    <a:pt x="32470" y="10898"/>
                  </a:lnTo>
                  <a:lnTo>
                    <a:pt x="32692" y="10939"/>
                  </a:lnTo>
                  <a:lnTo>
                    <a:pt x="32894" y="10959"/>
                  </a:lnTo>
                  <a:lnTo>
                    <a:pt x="33116" y="10939"/>
                  </a:lnTo>
                  <a:lnTo>
                    <a:pt x="33197" y="10918"/>
                  </a:lnTo>
                  <a:lnTo>
                    <a:pt x="33298" y="10878"/>
                  </a:lnTo>
                  <a:lnTo>
                    <a:pt x="33419" y="10797"/>
                  </a:lnTo>
                  <a:lnTo>
                    <a:pt x="33520" y="10696"/>
                  </a:lnTo>
                  <a:lnTo>
                    <a:pt x="33600" y="10575"/>
                  </a:lnTo>
                  <a:lnTo>
                    <a:pt x="33661" y="10454"/>
                  </a:lnTo>
                  <a:lnTo>
                    <a:pt x="33681" y="10313"/>
                  </a:lnTo>
                  <a:lnTo>
                    <a:pt x="33701" y="10172"/>
                  </a:lnTo>
                  <a:lnTo>
                    <a:pt x="33701" y="10030"/>
                  </a:lnTo>
                  <a:lnTo>
                    <a:pt x="33681" y="9889"/>
                  </a:lnTo>
                  <a:lnTo>
                    <a:pt x="33641" y="9768"/>
                  </a:lnTo>
                  <a:lnTo>
                    <a:pt x="33600" y="9627"/>
                  </a:lnTo>
                  <a:lnTo>
                    <a:pt x="33459" y="9385"/>
                  </a:lnTo>
                  <a:lnTo>
                    <a:pt x="33298" y="9163"/>
                  </a:lnTo>
                  <a:lnTo>
                    <a:pt x="33136" y="8961"/>
                  </a:lnTo>
                  <a:lnTo>
                    <a:pt x="32833" y="8618"/>
                  </a:lnTo>
                  <a:lnTo>
                    <a:pt x="32511" y="8275"/>
                  </a:lnTo>
                  <a:lnTo>
                    <a:pt x="32188" y="7952"/>
                  </a:lnTo>
                  <a:lnTo>
                    <a:pt x="31824" y="7629"/>
                  </a:lnTo>
                  <a:lnTo>
                    <a:pt x="31481" y="7306"/>
                  </a:lnTo>
                  <a:lnTo>
                    <a:pt x="31098" y="7003"/>
                  </a:lnTo>
                  <a:lnTo>
                    <a:pt x="30714" y="6701"/>
                  </a:lnTo>
                  <a:lnTo>
                    <a:pt x="30311" y="6398"/>
                  </a:lnTo>
                  <a:lnTo>
                    <a:pt x="29907" y="6095"/>
                  </a:lnTo>
                  <a:lnTo>
                    <a:pt x="29483" y="5813"/>
                  </a:lnTo>
                  <a:lnTo>
                    <a:pt x="29040" y="5530"/>
                  </a:lnTo>
                  <a:lnTo>
                    <a:pt x="28575" y="5268"/>
                  </a:lnTo>
                  <a:lnTo>
                    <a:pt x="28111" y="5006"/>
                  </a:lnTo>
                  <a:lnTo>
                    <a:pt x="27627" y="4743"/>
                  </a:lnTo>
                  <a:lnTo>
                    <a:pt x="26638" y="4259"/>
                  </a:lnTo>
                  <a:lnTo>
                    <a:pt x="25569" y="3775"/>
                  </a:lnTo>
                  <a:lnTo>
                    <a:pt x="24963" y="3512"/>
                  </a:lnTo>
                  <a:lnTo>
                    <a:pt x="24317" y="3250"/>
                  </a:lnTo>
                  <a:lnTo>
                    <a:pt x="23591" y="2988"/>
                  </a:lnTo>
                  <a:lnTo>
                    <a:pt x="22824" y="2725"/>
                  </a:lnTo>
                  <a:lnTo>
                    <a:pt x="21977" y="2443"/>
                  </a:lnTo>
                  <a:lnTo>
                    <a:pt x="21068" y="2180"/>
                  </a:lnTo>
                  <a:lnTo>
                    <a:pt x="20100" y="1898"/>
                  </a:lnTo>
                  <a:lnTo>
                    <a:pt x="19050" y="1636"/>
                  </a:lnTo>
                  <a:lnTo>
                    <a:pt x="17920" y="1373"/>
                  </a:lnTo>
                  <a:lnTo>
                    <a:pt x="16710" y="1111"/>
                  </a:lnTo>
                  <a:lnTo>
                    <a:pt x="15398" y="869"/>
                  </a:lnTo>
                  <a:lnTo>
                    <a:pt x="14026" y="627"/>
                  </a:lnTo>
                  <a:lnTo>
                    <a:pt x="12552" y="405"/>
                  </a:lnTo>
                  <a:lnTo>
                    <a:pt x="10978" y="183"/>
                  </a:lnTo>
                  <a:lnTo>
                    <a:pt x="10413" y="122"/>
                  </a:lnTo>
                  <a:lnTo>
                    <a:pt x="9889" y="62"/>
                  </a:lnTo>
                  <a:lnTo>
                    <a:pt x="9344" y="41"/>
                  </a:lnTo>
                  <a:lnTo>
                    <a:pt x="8839" y="21"/>
                  </a:lnTo>
                  <a:lnTo>
                    <a:pt x="8335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376" name="Google Shape;376;p5"/>
          <p:cNvSpPr/>
          <p:nvPr/>
        </p:nvSpPr>
        <p:spPr>
          <a:xfrm>
            <a:off x="146963" y="4527260"/>
            <a:ext cx="457237" cy="429412"/>
          </a:xfrm>
          <a:custGeom>
            <a:rect b="b" l="l" r="r" t="t"/>
            <a:pathLst>
              <a:path extrusionOk="0" h="92099" w="98067">
                <a:moveTo>
                  <a:pt x="49019" y="0"/>
                </a:moveTo>
                <a:lnTo>
                  <a:pt x="48824" y="1171"/>
                </a:lnTo>
                <a:lnTo>
                  <a:pt x="48629" y="2064"/>
                </a:lnTo>
                <a:lnTo>
                  <a:pt x="48378" y="3151"/>
                </a:lnTo>
                <a:lnTo>
                  <a:pt x="48071" y="4434"/>
                </a:lnTo>
                <a:lnTo>
                  <a:pt x="47709" y="5884"/>
                </a:lnTo>
                <a:lnTo>
                  <a:pt x="47263" y="7501"/>
                </a:lnTo>
                <a:lnTo>
                  <a:pt x="46733" y="9230"/>
                </a:lnTo>
                <a:lnTo>
                  <a:pt x="46119" y="11070"/>
                </a:lnTo>
                <a:lnTo>
                  <a:pt x="45422" y="13050"/>
                </a:lnTo>
                <a:lnTo>
                  <a:pt x="44641" y="15085"/>
                </a:lnTo>
                <a:lnTo>
                  <a:pt x="43777" y="17177"/>
                </a:lnTo>
                <a:lnTo>
                  <a:pt x="43303" y="18264"/>
                </a:lnTo>
                <a:lnTo>
                  <a:pt x="42801" y="19351"/>
                </a:lnTo>
                <a:lnTo>
                  <a:pt x="42271" y="20439"/>
                </a:lnTo>
                <a:lnTo>
                  <a:pt x="41742" y="21554"/>
                </a:lnTo>
                <a:lnTo>
                  <a:pt x="41156" y="22670"/>
                </a:lnTo>
                <a:lnTo>
                  <a:pt x="40543" y="23785"/>
                </a:lnTo>
                <a:lnTo>
                  <a:pt x="39929" y="24900"/>
                </a:lnTo>
                <a:lnTo>
                  <a:pt x="39260" y="25988"/>
                </a:lnTo>
                <a:lnTo>
                  <a:pt x="38563" y="27103"/>
                </a:lnTo>
                <a:lnTo>
                  <a:pt x="37838" y="28218"/>
                </a:lnTo>
                <a:lnTo>
                  <a:pt x="37113" y="29306"/>
                </a:lnTo>
                <a:lnTo>
                  <a:pt x="36332" y="30421"/>
                </a:lnTo>
                <a:lnTo>
                  <a:pt x="35524" y="31481"/>
                </a:lnTo>
                <a:lnTo>
                  <a:pt x="34687" y="32568"/>
                </a:lnTo>
                <a:lnTo>
                  <a:pt x="33795" y="33600"/>
                </a:lnTo>
                <a:lnTo>
                  <a:pt x="32903" y="34659"/>
                </a:lnTo>
                <a:lnTo>
                  <a:pt x="31954" y="35663"/>
                </a:lnTo>
                <a:lnTo>
                  <a:pt x="30979" y="36667"/>
                </a:lnTo>
                <a:lnTo>
                  <a:pt x="29975" y="37643"/>
                </a:lnTo>
                <a:lnTo>
                  <a:pt x="28943" y="38591"/>
                </a:lnTo>
                <a:lnTo>
                  <a:pt x="27856" y="39511"/>
                </a:lnTo>
                <a:lnTo>
                  <a:pt x="26740" y="40403"/>
                </a:lnTo>
                <a:lnTo>
                  <a:pt x="25597" y="41268"/>
                </a:lnTo>
                <a:lnTo>
                  <a:pt x="24426" y="42104"/>
                </a:lnTo>
                <a:lnTo>
                  <a:pt x="23199" y="42885"/>
                </a:lnTo>
                <a:lnTo>
                  <a:pt x="21944" y="43638"/>
                </a:lnTo>
                <a:lnTo>
                  <a:pt x="20634" y="44363"/>
                </a:lnTo>
                <a:lnTo>
                  <a:pt x="19295" y="45060"/>
                </a:lnTo>
                <a:lnTo>
                  <a:pt x="17929" y="45673"/>
                </a:lnTo>
                <a:lnTo>
                  <a:pt x="16507" y="46287"/>
                </a:lnTo>
                <a:lnTo>
                  <a:pt x="15057" y="46816"/>
                </a:lnTo>
                <a:lnTo>
                  <a:pt x="13551" y="47318"/>
                </a:lnTo>
                <a:lnTo>
                  <a:pt x="12018" y="47765"/>
                </a:lnTo>
                <a:lnTo>
                  <a:pt x="10428" y="48155"/>
                </a:lnTo>
                <a:lnTo>
                  <a:pt x="8811" y="48489"/>
                </a:lnTo>
                <a:lnTo>
                  <a:pt x="7138" y="48768"/>
                </a:lnTo>
                <a:lnTo>
                  <a:pt x="5409" y="48991"/>
                </a:lnTo>
                <a:lnTo>
                  <a:pt x="3653" y="49159"/>
                </a:lnTo>
                <a:lnTo>
                  <a:pt x="1868" y="49242"/>
                </a:lnTo>
                <a:lnTo>
                  <a:pt x="948" y="49270"/>
                </a:lnTo>
                <a:lnTo>
                  <a:pt x="0" y="49298"/>
                </a:lnTo>
                <a:lnTo>
                  <a:pt x="474" y="49438"/>
                </a:lnTo>
                <a:lnTo>
                  <a:pt x="1840" y="49856"/>
                </a:lnTo>
                <a:lnTo>
                  <a:pt x="3959" y="50581"/>
                </a:lnTo>
                <a:lnTo>
                  <a:pt x="5270" y="51055"/>
                </a:lnTo>
                <a:lnTo>
                  <a:pt x="6720" y="51585"/>
                </a:lnTo>
                <a:lnTo>
                  <a:pt x="8309" y="52226"/>
                </a:lnTo>
                <a:lnTo>
                  <a:pt x="10010" y="52951"/>
                </a:lnTo>
                <a:lnTo>
                  <a:pt x="11823" y="53732"/>
                </a:lnTo>
                <a:lnTo>
                  <a:pt x="13719" y="54624"/>
                </a:lnTo>
                <a:lnTo>
                  <a:pt x="15698" y="55600"/>
                </a:lnTo>
                <a:lnTo>
                  <a:pt x="17762" y="56631"/>
                </a:lnTo>
                <a:lnTo>
                  <a:pt x="19853" y="57775"/>
                </a:lnTo>
                <a:lnTo>
                  <a:pt x="21972" y="59001"/>
                </a:lnTo>
                <a:lnTo>
                  <a:pt x="23032" y="59671"/>
                </a:lnTo>
                <a:lnTo>
                  <a:pt x="24119" y="60340"/>
                </a:lnTo>
                <a:lnTo>
                  <a:pt x="25179" y="61037"/>
                </a:lnTo>
                <a:lnTo>
                  <a:pt x="26266" y="61762"/>
                </a:lnTo>
                <a:lnTo>
                  <a:pt x="27354" y="62487"/>
                </a:lnTo>
                <a:lnTo>
                  <a:pt x="28413" y="63268"/>
                </a:lnTo>
                <a:lnTo>
                  <a:pt x="29473" y="64048"/>
                </a:lnTo>
                <a:lnTo>
                  <a:pt x="30532" y="64857"/>
                </a:lnTo>
                <a:lnTo>
                  <a:pt x="31592" y="65693"/>
                </a:lnTo>
                <a:lnTo>
                  <a:pt x="32624" y="66558"/>
                </a:lnTo>
                <a:lnTo>
                  <a:pt x="33627" y="67450"/>
                </a:lnTo>
                <a:lnTo>
                  <a:pt x="34659" y="68370"/>
                </a:lnTo>
                <a:lnTo>
                  <a:pt x="35635" y="69290"/>
                </a:lnTo>
                <a:lnTo>
                  <a:pt x="36611" y="70266"/>
                </a:lnTo>
                <a:lnTo>
                  <a:pt x="37559" y="71242"/>
                </a:lnTo>
                <a:lnTo>
                  <a:pt x="38507" y="72274"/>
                </a:lnTo>
                <a:lnTo>
                  <a:pt x="39399" y="73306"/>
                </a:lnTo>
                <a:lnTo>
                  <a:pt x="40292" y="74365"/>
                </a:lnTo>
                <a:lnTo>
                  <a:pt x="41156" y="75453"/>
                </a:lnTo>
                <a:lnTo>
                  <a:pt x="41993" y="76568"/>
                </a:lnTo>
                <a:lnTo>
                  <a:pt x="42773" y="77711"/>
                </a:lnTo>
                <a:lnTo>
                  <a:pt x="43554" y="78882"/>
                </a:lnTo>
                <a:lnTo>
                  <a:pt x="44279" y="80081"/>
                </a:lnTo>
                <a:lnTo>
                  <a:pt x="44976" y="81308"/>
                </a:lnTo>
                <a:lnTo>
                  <a:pt x="45617" y="82563"/>
                </a:lnTo>
                <a:lnTo>
                  <a:pt x="46259" y="83846"/>
                </a:lnTo>
                <a:lnTo>
                  <a:pt x="46816" y="85156"/>
                </a:lnTo>
                <a:lnTo>
                  <a:pt x="47374" y="86494"/>
                </a:lnTo>
                <a:lnTo>
                  <a:pt x="47848" y="87833"/>
                </a:lnTo>
                <a:lnTo>
                  <a:pt x="48294" y="89227"/>
                </a:lnTo>
                <a:lnTo>
                  <a:pt x="48685" y="90649"/>
                </a:lnTo>
                <a:lnTo>
                  <a:pt x="49019" y="92099"/>
                </a:lnTo>
                <a:lnTo>
                  <a:pt x="49382" y="90649"/>
                </a:lnTo>
                <a:lnTo>
                  <a:pt x="49772" y="89227"/>
                </a:lnTo>
                <a:lnTo>
                  <a:pt x="50218" y="87833"/>
                </a:lnTo>
                <a:lnTo>
                  <a:pt x="50692" y="86494"/>
                </a:lnTo>
                <a:lnTo>
                  <a:pt x="51250" y="85156"/>
                </a:lnTo>
                <a:lnTo>
                  <a:pt x="51808" y="83846"/>
                </a:lnTo>
                <a:lnTo>
                  <a:pt x="52421" y="82563"/>
                </a:lnTo>
                <a:lnTo>
                  <a:pt x="53090" y="81308"/>
                </a:lnTo>
                <a:lnTo>
                  <a:pt x="53787" y="80081"/>
                </a:lnTo>
                <a:lnTo>
                  <a:pt x="54512" y="78882"/>
                </a:lnTo>
                <a:lnTo>
                  <a:pt x="55293" y="77711"/>
                </a:lnTo>
                <a:lnTo>
                  <a:pt x="56074" y="76568"/>
                </a:lnTo>
                <a:lnTo>
                  <a:pt x="56910" y="75453"/>
                </a:lnTo>
                <a:lnTo>
                  <a:pt x="57775" y="74365"/>
                </a:lnTo>
                <a:lnTo>
                  <a:pt x="58639" y="73306"/>
                </a:lnTo>
                <a:lnTo>
                  <a:pt x="59559" y="72274"/>
                </a:lnTo>
                <a:lnTo>
                  <a:pt x="60479" y="71242"/>
                </a:lnTo>
                <a:lnTo>
                  <a:pt x="61455" y="70266"/>
                </a:lnTo>
                <a:lnTo>
                  <a:pt x="62431" y="69290"/>
                </a:lnTo>
                <a:lnTo>
                  <a:pt x="63407" y="68370"/>
                </a:lnTo>
                <a:lnTo>
                  <a:pt x="64411" y="67450"/>
                </a:lnTo>
                <a:lnTo>
                  <a:pt x="65443" y="66558"/>
                </a:lnTo>
                <a:lnTo>
                  <a:pt x="66474" y="65693"/>
                </a:lnTo>
                <a:lnTo>
                  <a:pt x="67534" y="64857"/>
                </a:lnTo>
                <a:lnTo>
                  <a:pt x="68593" y="64048"/>
                </a:lnTo>
                <a:lnTo>
                  <a:pt x="69653" y="63268"/>
                </a:lnTo>
                <a:lnTo>
                  <a:pt x="70713" y="62487"/>
                </a:lnTo>
                <a:lnTo>
                  <a:pt x="71800" y="61762"/>
                </a:lnTo>
                <a:lnTo>
                  <a:pt x="72860" y="61037"/>
                </a:lnTo>
                <a:lnTo>
                  <a:pt x="73947" y="60340"/>
                </a:lnTo>
                <a:lnTo>
                  <a:pt x="75034" y="59671"/>
                </a:lnTo>
                <a:lnTo>
                  <a:pt x="76094" y="59001"/>
                </a:lnTo>
                <a:lnTo>
                  <a:pt x="78213" y="57775"/>
                </a:lnTo>
                <a:lnTo>
                  <a:pt x="80304" y="56631"/>
                </a:lnTo>
                <a:lnTo>
                  <a:pt x="82368" y="55600"/>
                </a:lnTo>
                <a:lnTo>
                  <a:pt x="84348" y="54624"/>
                </a:lnTo>
                <a:lnTo>
                  <a:pt x="86244" y="53732"/>
                </a:lnTo>
                <a:lnTo>
                  <a:pt x="88056" y="52951"/>
                </a:lnTo>
                <a:lnTo>
                  <a:pt x="89757" y="52226"/>
                </a:lnTo>
                <a:lnTo>
                  <a:pt x="91346" y="51585"/>
                </a:lnTo>
                <a:lnTo>
                  <a:pt x="92796" y="51055"/>
                </a:lnTo>
                <a:lnTo>
                  <a:pt x="94107" y="50581"/>
                </a:lnTo>
                <a:lnTo>
                  <a:pt x="96226" y="49856"/>
                </a:lnTo>
                <a:lnTo>
                  <a:pt x="97592" y="49438"/>
                </a:lnTo>
                <a:lnTo>
                  <a:pt x="98066" y="49298"/>
                </a:lnTo>
                <a:lnTo>
                  <a:pt x="97118" y="49270"/>
                </a:lnTo>
                <a:lnTo>
                  <a:pt x="96198" y="49242"/>
                </a:lnTo>
                <a:lnTo>
                  <a:pt x="94413" y="49159"/>
                </a:lnTo>
                <a:lnTo>
                  <a:pt x="92657" y="48991"/>
                </a:lnTo>
                <a:lnTo>
                  <a:pt x="90928" y="48768"/>
                </a:lnTo>
                <a:lnTo>
                  <a:pt x="89255" y="48489"/>
                </a:lnTo>
                <a:lnTo>
                  <a:pt x="87638" y="48155"/>
                </a:lnTo>
                <a:lnTo>
                  <a:pt x="86048" y="47765"/>
                </a:lnTo>
                <a:lnTo>
                  <a:pt x="84515" y="47318"/>
                </a:lnTo>
                <a:lnTo>
                  <a:pt x="83009" y="46816"/>
                </a:lnTo>
                <a:lnTo>
                  <a:pt x="81559" y="46287"/>
                </a:lnTo>
                <a:lnTo>
                  <a:pt x="80137" y="45673"/>
                </a:lnTo>
                <a:lnTo>
                  <a:pt x="78771" y="45060"/>
                </a:lnTo>
                <a:lnTo>
                  <a:pt x="77432" y="44363"/>
                </a:lnTo>
                <a:lnTo>
                  <a:pt x="76122" y="43638"/>
                </a:lnTo>
                <a:lnTo>
                  <a:pt x="74867" y="42885"/>
                </a:lnTo>
                <a:lnTo>
                  <a:pt x="73640" y="42104"/>
                </a:lnTo>
                <a:lnTo>
                  <a:pt x="72469" y="41268"/>
                </a:lnTo>
                <a:lnTo>
                  <a:pt x="71298" y="40403"/>
                </a:lnTo>
                <a:lnTo>
                  <a:pt x="70211" y="39511"/>
                </a:lnTo>
                <a:lnTo>
                  <a:pt x="69123" y="38591"/>
                </a:lnTo>
                <a:lnTo>
                  <a:pt x="68091" y="37643"/>
                </a:lnTo>
                <a:lnTo>
                  <a:pt x="67088" y="36667"/>
                </a:lnTo>
                <a:lnTo>
                  <a:pt x="66112" y="35663"/>
                </a:lnTo>
                <a:lnTo>
                  <a:pt x="65164" y="34659"/>
                </a:lnTo>
                <a:lnTo>
                  <a:pt x="64271" y="33600"/>
                </a:lnTo>
                <a:lnTo>
                  <a:pt x="63379" y="32568"/>
                </a:lnTo>
                <a:lnTo>
                  <a:pt x="62543" y="31481"/>
                </a:lnTo>
                <a:lnTo>
                  <a:pt x="61734" y="30421"/>
                </a:lnTo>
                <a:lnTo>
                  <a:pt x="60953" y="29306"/>
                </a:lnTo>
                <a:lnTo>
                  <a:pt x="60200" y="28218"/>
                </a:lnTo>
                <a:lnTo>
                  <a:pt x="59503" y="27103"/>
                </a:lnTo>
                <a:lnTo>
                  <a:pt x="58806" y="25988"/>
                </a:lnTo>
                <a:lnTo>
                  <a:pt x="58137" y="24900"/>
                </a:lnTo>
                <a:lnTo>
                  <a:pt x="57524" y="23785"/>
                </a:lnTo>
                <a:lnTo>
                  <a:pt x="56910" y="22670"/>
                </a:lnTo>
                <a:lnTo>
                  <a:pt x="56325" y="21554"/>
                </a:lnTo>
                <a:lnTo>
                  <a:pt x="55795" y="20439"/>
                </a:lnTo>
                <a:lnTo>
                  <a:pt x="55265" y="19351"/>
                </a:lnTo>
                <a:lnTo>
                  <a:pt x="54763" y="18264"/>
                </a:lnTo>
                <a:lnTo>
                  <a:pt x="54289" y="17177"/>
                </a:lnTo>
                <a:lnTo>
                  <a:pt x="53425" y="15085"/>
                </a:lnTo>
                <a:lnTo>
                  <a:pt x="52644" y="13050"/>
                </a:lnTo>
                <a:lnTo>
                  <a:pt x="51947" y="11070"/>
                </a:lnTo>
                <a:lnTo>
                  <a:pt x="51334" y="9230"/>
                </a:lnTo>
                <a:lnTo>
                  <a:pt x="50804" y="7501"/>
                </a:lnTo>
                <a:lnTo>
                  <a:pt x="50358" y="5884"/>
                </a:lnTo>
                <a:lnTo>
                  <a:pt x="49995" y="4434"/>
                </a:lnTo>
                <a:lnTo>
                  <a:pt x="49688" y="3151"/>
                </a:lnTo>
                <a:lnTo>
                  <a:pt x="49437" y="2064"/>
                </a:lnTo>
                <a:lnTo>
                  <a:pt x="49242" y="1171"/>
                </a:lnTo>
                <a:lnTo>
                  <a:pt x="49019" y="0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7" name="Google Shape;377;p5"/>
          <p:cNvSpPr/>
          <p:nvPr/>
        </p:nvSpPr>
        <p:spPr>
          <a:xfrm>
            <a:off x="76776" y="1195109"/>
            <a:ext cx="597600" cy="597600"/>
          </a:xfrm>
          <a:prstGeom prst="ellipse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8" name="Google Shape;378;p5"/>
          <p:cNvSpPr/>
          <p:nvPr/>
        </p:nvSpPr>
        <p:spPr>
          <a:xfrm rot="5400000">
            <a:off x="76811" y="1818443"/>
            <a:ext cx="597600" cy="597600"/>
          </a:xfrm>
          <a:prstGeom prst="rtTriangle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9" name="Google Shape;379;p5"/>
          <p:cNvSpPr/>
          <p:nvPr/>
        </p:nvSpPr>
        <p:spPr>
          <a:xfrm>
            <a:off x="4572000" y="0"/>
            <a:ext cx="46002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0" name="Google Shape;380;p5"/>
          <p:cNvSpPr/>
          <p:nvPr/>
        </p:nvSpPr>
        <p:spPr>
          <a:xfrm>
            <a:off x="8614188" y="978506"/>
            <a:ext cx="2383952" cy="1642730"/>
          </a:xfrm>
          <a:custGeom>
            <a:rect b="b" l="l" r="r" t="t"/>
            <a:pathLst>
              <a:path extrusionOk="0" h="29383" w="42641">
                <a:moveTo>
                  <a:pt x="9364" y="81"/>
                </a:moveTo>
                <a:lnTo>
                  <a:pt x="10796" y="141"/>
                </a:lnTo>
                <a:lnTo>
                  <a:pt x="12209" y="222"/>
                </a:lnTo>
                <a:lnTo>
                  <a:pt x="13642" y="363"/>
                </a:lnTo>
                <a:lnTo>
                  <a:pt x="15054" y="505"/>
                </a:lnTo>
                <a:lnTo>
                  <a:pt x="16467" y="706"/>
                </a:lnTo>
                <a:lnTo>
                  <a:pt x="17880" y="928"/>
                </a:lnTo>
                <a:lnTo>
                  <a:pt x="19292" y="1191"/>
                </a:lnTo>
                <a:lnTo>
                  <a:pt x="20685" y="1494"/>
                </a:lnTo>
                <a:lnTo>
                  <a:pt x="22077" y="1816"/>
                </a:lnTo>
                <a:lnTo>
                  <a:pt x="23469" y="2180"/>
                </a:lnTo>
                <a:lnTo>
                  <a:pt x="24842" y="2563"/>
                </a:lnTo>
                <a:lnTo>
                  <a:pt x="26194" y="2987"/>
                </a:lnTo>
                <a:lnTo>
                  <a:pt x="27546" y="3451"/>
                </a:lnTo>
                <a:lnTo>
                  <a:pt x="28878" y="3935"/>
                </a:lnTo>
                <a:lnTo>
                  <a:pt x="30210" y="4460"/>
                </a:lnTo>
                <a:lnTo>
                  <a:pt x="31340" y="4944"/>
                </a:lnTo>
                <a:lnTo>
                  <a:pt x="32409" y="5429"/>
                </a:lnTo>
                <a:lnTo>
                  <a:pt x="33418" y="5933"/>
                </a:lnTo>
                <a:lnTo>
                  <a:pt x="34346" y="6438"/>
                </a:lnTo>
                <a:lnTo>
                  <a:pt x="35234" y="6962"/>
                </a:lnTo>
                <a:lnTo>
                  <a:pt x="36062" y="7487"/>
                </a:lnTo>
                <a:lnTo>
                  <a:pt x="36829" y="8032"/>
                </a:lnTo>
                <a:lnTo>
                  <a:pt x="37555" y="8597"/>
                </a:lnTo>
                <a:lnTo>
                  <a:pt x="37979" y="8960"/>
                </a:lnTo>
                <a:lnTo>
                  <a:pt x="38403" y="9344"/>
                </a:lnTo>
                <a:lnTo>
                  <a:pt x="38806" y="9727"/>
                </a:lnTo>
                <a:lnTo>
                  <a:pt x="39190" y="10131"/>
                </a:lnTo>
                <a:lnTo>
                  <a:pt x="39573" y="10534"/>
                </a:lnTo>
                <a:lnTo>
                  <a:pt x="39916" y="10938"/>
                </a:lnTo>
                <a:lnTo>
                  <a:pt x="40239" y="11362"/>
                </a:lnTo>
                <a:lnTo>
                  <a:pt x="40562" y="11785"/>
                </a:lnTo>
                <a:lnTo>
                  <a:pt x="40844" y="12209"/>
                </a:lnTo>
                <a:lnTo>
                  <a:pt x="41127" y="12653"/>
                </a:lnTo>
                <a:lnTo>
                  <a:pt x="41369" y="13097"/>
                </a:lnTo>
                <a:lnTo>
                  <a:pt x="41611" y="13541"/>
                </a:lnTo>
                <a:lnTo>
                  <a:pt x="41813" y="14005"/>
                </a:lnTo>
                <a:lnTo>
                  <a:pt x="42015" y="14469"/>
                </a:lnTo>
                <a:lnTo>
                  <a:pt x="42176" y="14913"/>
                </a:lnTo>
                <a:lnTo>
                  <a:pt x="42338" y="15398"/>
                </a:lnTo>
                <a:lnTo>
                  <a:pt x="42459" y="15862"/>
                </a:lnTo>
                <a:lnTo>
                  <a:pt x="42499" y="16104"/>
                </a:lnTo>
                <a:lnTo>
                  <a:pt x="42540" y="16366"/>
                </a:lnTo>
                <a:lnTo>
                  <a:pt x="42560" y="16608"/>
                </a:lnTo>
                <a:lnTo>
                  <a:pt x="42560" y="16851"/>
                </a:lnTo>
                <a:lnTo>
                  <a:pt x="42540" y="17113"/>
                </a:lnTo>
                <a:lnTo>
                  <a:pt x="42519" y="17355"/>
                </a:lnTo>
                <a:lnTo>
                  <a:pt x="42479" y="17577"/>
                </a:lnTo>
                <a:lnTo>
                  <a:pt x="42418" y="17799"/>
                </a:lnTo>
                <a:lnTo>
                  <a:pt x="42338" y="18021"/>
                </a:lnTo>
                <a:lnTo>
                  <a:pt x="42217" y="18223"/>
                </a:lnTo>
                <a:lnTo>
                  <a:pt x="42096" y="18404"/>
                </a:lnTo>
                <a:lnTo>
                  <a:pt x="41954" y="18566"/>
                </a:lnTo>
                <a:lnTo>
                  <a:pt x="41773" y="18707"/>
                </a:lnTo>
                <a:lnTo>
                  <a:pt x="41571" y="18848"/>
                </a:lnTo>
                <a:lnTo>
                  <a:pt x="41409" y="18909"/>
                </a:lnTo>
                <a:lnTo>
                  <a:pt x="41228" y="18969"/>
                </a:lnTo>
                <a:lnTo>
                  <a:pt x="41046" y="19010"/>
                </a:lnTo>
                <a:lnTo>
                  <a:pt x="40865" y="19050"/>
                </a:lnTo>
                <a:lnTo>
                  <a:pt x="40461" y="19070"/>
                </a:lnTo>
                <a:lnTo>
                  <a:pt x="40057" y="19070"/>
                </a:lnTo>
                <a:lnTo>
                  <a:pt x="38948" y="19050"/>
                </a:lnTo>
                <a:lnTo>
                  <a:pt x="37838" y="19010"/>
                </a:lnTo>
                <a:lnTo>
                  <a:pt x="35618" y="18909"/>
                </a:lnTo>
                <a:lnTo>
                  <a:pt x="33398" y="18788"/>
                </a:lnTo>
                <a:lnTo>
                  <a:pt x="31198" y="18626"/>
                </a:lnTo>
                <a:lnTo>
                  <a:pt x="28918" y="18485"/>
                </a:lnTo>
                <a:lnTo>
                  <a:pt x="26597" y="18344"/>
                </a:lnTo>
                <a:lnTo>
                  <a:pt x="24277" y="18243"/>
                </a:lnTo>
                <a:lnTo>
                  <a:pt x="23126" y="18223"/>
                </a:lnTo>
                <a:lnTo>
                  <a:pt x="21956" y="18203"/>
                </a:lnTo>
                <a:lnTo>
                  <a:pt x="20806" y="18182"/>
                </a:lnTo>
                <a:lnTo>
                  <a:pt x="19635" y="18203"/>
                </a:lnTo>
                <a:lnTo>
                  <a:pt x="18465" y="18243"/>
                </a:lnTo>
                <a:lnTo>
                  <a:pt x="17315" y="18304"/>
                </a:lnTo>
                <a:lnTo>
                  <a:pt x="16164" y="18384"/>
                </a:lnTo>
                <a:lnTo>
                  <a:pt x="14994" y="18485"/>
                </a:lnTo>
                <a:lnTo>
                  <a:pt x="13844" y="18626"/>
                </a:lnTo>
                <a:lnTo>
                  <a:pt x="12693" y="18788"/>
                </a:lnTo>
                <a:lnTo>
                  <a:pt x="12007" y="18909"/>
                </a:lnTo>
                <a:lnTo>
                  <a:pt x="11321" y="19050"/>
                </a:lnTo>
                <a:lnTo>
                  <a:pt x="10615" y="19232"/>
                </a:lnTo>
                <a:lnTo>
                  <a:pt x="10272" y="19333"/>
                </a:lnTo>
                <a:lnTo>
                  <a:pt x="9929" y="19454"/>
                </a:lnTo>
                <a:lnTo>
                  <a:pt x="9586" y="19595"/>
                </a:lnTo>
                <a:lnTo>
                  <a:pt x="9263" y="19736"/>
                </a:lnTo>
                <a:lnTo>
                  <a:pt x="8940" y="19898"/>
                </a:lnTo>
                <a:lnTo>
                  <a:pt x="8617" y="20059"/>
                </a:lnTo>
                <a:lnTo>
                  <a:pt x="8314" y="20261"/>
                </a:lnTo>
                <a:lnTo>
                  <a:pt x="8032" y="20463"/>
                </a:lnTo>
                <a:lnTo>
                  <a:pt x="7749" y="20705"/>
                </a:lnTo>
                <a:lnTo>
                  <a:pt x="7487" y="20947"/>
                </a:lnTo>
                <a:lnTo>
                  <a:pt x="7245" y="21230"/>
                </a:lnTo>
                <a:lnTo>
                  <a:pt x="7003" y="21512"/>
                </a:lnTo>
                <a:lnTo>
                  <a:pt x="6801" y="21815"/>
                </a:lnTo>
                <a:lnTo>
                  <a:pt x="6619" y="22118"/>
                </a:lnTo>
                <a:lnTo>
                  <a:pt x="6458" y="22440"/>
                </a:lnTo>
                <a:lnTo>
                  <a:pt x="6316" y="22763"/>
                </a:lnTo>
                <a:lnTo>
                  <a:pt x="6195" y="23086"/>
                </a:lnTo>
                <a:lnTo>
                  <a:pt x="6094" y="23429"/>
                </a:lnTo>
                <a:lnTo>
                  <a:pt x="5994" y="23752"/>
                </a:lnTo>
                <a:lnTo>
                  <a:pt x="5913" y="24075"/>
                </a:lnTo>
                <a:lnTo>
                  <a:pt x="5792" y="24701"/>
                </a:lnTo>
                <a:lnTo>
                  <a:pt x="5711" y="25306"/>
                </a:lnTo>
                <a:lnTo>
                  <a:pt x="5650" y="25871"/>
                </a:lnTo>
                <a:lnTo>
                  <a:pt x="5650" y="26154"/>
                </a:lnTo>
                <a:lnTo>
                  <a:pt x="5650" y="26497"/>
                </a:lnTo>
                <a:lnTo>
                  <a:pt x="5650" y="27243"/>
                </a:lnTo>
                <a:lnTo>
                  <a:pt x="5630" y="27627"/>
                </a:lnTo>
                <a:lnTo>
                  <a:pt x="5610" y="28010"/>
                </a:lnTo>
                <a:lnTo>
                  <a:pt x="5529" y="28373"/>
                </a:lnTo>
                <a:lnTo>
                  <a:pt x="5489" y="28555"/>
                </a:lnTo>
                <a:lnTo>
                  <a:pt x="5428" y="28696"/>
                </a:lnTo>
                <a:lnTo>
                  <a:pt x="5368" y="28838"/>
                </a:lnTo>
                <a:lnTo>
                  <a:pt x="5287" y="28979"/>
                </a:lnTo>
                <a:lnTo>
                  <a:pt x="5206" y="29080"/>
                </a:lnTo>
                <a:lnTo>
                  <a:pt x="5106" y="29181"/>
                </a:lnTo>
                <a:lnTo>
                  <a:pt x="5005" y="29221"/>
                </a:lnTo>
                <a:lnTo>
                  <a:pt x="4904" y="29261"/>
                </a:lnTo>
                <a:lnTo>
                  <a:pt x="4803" y="29281"/>
                </a:lnTo>
                <a:lnTo>
                  <a:pt x="4702" y="29302"/>
                </a:lnTo>
                <a:lnTo>
                  <a:pt x="4581" y="29302"/>
                </a:lnTo>
                <a:lnTo>
                  <a:pt x="4440" y="29281"/>
                </a:lnTo>
                <a:lnTo>
                  <a:pt x="4177" y="29201"/>
                </a:lnTo>
                <a:lnTo>
                  <a:pt x="3955" y="29100"/>
                </a:lnTo>
                <a:lnTo>
                  <a:pt x="3774" y="28959"/>
                </a:lnTo>
                <a:lnTo>
                  <a:pt x="3592" y="28797"/>
                </a:lnTo>
                <a:lnTo>
                  <a:pt x="3451" y="28616"/>
                </a:lnTo>
                <a:lnTo>
                  <a:pt x="3310" y="28414"/>
                </a:lnTo>
                <a:lnTo>
                  <a:pt x="3188" y="28192"/>
                </a:lnTo>
                <a:lnTo>
                  <a:pt x="2946" y="27728"/>
                </a:lnTo>
                <a:lnTo>
                  <a:pt x="2523" y="26678"/>
                </a:lnTo>
                <a:lnTo>
                  <a:pt x="2119" y="25629"/>
                </a:lnTo>
                <a:lnTo>
                  <a:pt x="1756" y="24539"/>
                </a:lnTo>
                <a:lnTo>
                  <a:pt x="1433" y="23429"/>
                </a:lnTo>
                <a:lnTo>
                  <a:pt x="1130" y="22279"/>
                </a:lnTo>
                <a:lnTo>
                  <a:pt x="868" y="21129"/>
                </a:lnTo>
                <a:lnTo>
                  <a:pt x="646" y="19938"/>
                </a:lnTo>
                <a:lnTo>
                  <a:pt x="464" y="18707"/>
                </a:lnTo>
                <a:lnTo>
                  <a:pt x="323" y="17476"/>
                </a:lnTo>
                <a:lnTo>
                  <a:pt x="202" y="16205"/>
                </a:lnTo>
                <a:lnTo>
                  <a:pt x="141" y="14913"/>
                </a:lnTo>
                <a:lnTo>
                  <a:pt x="101" y="13602"/>
                </a:lnTo>
                <a:lnTo>
                  <a:pt x="81" y="12250"/>
                </a:lnTo>
                <a:lnTo>
                  <a:pt x="121" y="10897"/>
                </a:lnTo>
                <a:lnTo>
                  <a:pt x="202" y="9505"/>
                </a:lnTo>
                <a:lnTo>
                  <a:pt x="303" y="8092"/>
                </a:lnTo>
                <a:lnTo>
                  <a:pt x="404" y="7144"/>
                </a:lnTo>
                <a:lnTo>
                  <a:pt x="464" y="6639"/>
                </a:lnTo>
                <a:lnTo>
                  <a:pt x="545" y="6135"/>
                </a:lnTo>
                <a:lnTo>
                  <a:pt x="646" y="5630"/>
                </a:lnTo>
                <a:lnTo>
                  <a:pt x="767" y="5106"/>
                </a:lnTo>
                <a:lnTo>
                  <a:pt x="928" y="4601"/>
                </a:lnTo>
                <a:lnTo>
                  <a:pt x="1090" y="4097"/>
                </a:lnTo>
                <a:lnTo>
                  <a:pt x="1292" y="3612"/>
                </a:lnTo>
                <a:lnTo>
                  <a:pt x="1514" y="3128"/>
                </a:lnTo>
                <a:lnTo>
                  <a:pt x="1776" y="2684"/>
                </a:lnTo>
                <a:lnTo>
                  <a:pt x="2058" y="2240"/>
                </a:lnTo>
                <a:lnTo>
                  <a:pt x="2220" y="2038"/>
                </a:lnTo>
                <a:lnTo>
                  <a:pt x="2381" y="1837"/>
                </a:lnTo>
                <a:lnTo>
                  <a:pt x="2563" y="1655"/>
                </a:lnTo>
                <a:lnTo>
                  <a:pt x="2765" y="1473"/>
                </a:lnTo>
                <a:lnTo>
                  <a:pt x="2967" y="1312"/>
                </a:lnTo>
                <a:lnTo>
                  <a:pt x="3168" y="1150"/>
                </a:lnTo>
                <a:lnTo>
                  <a:pt x="3390" y="989"/>
                </a:lnTo>
                <a:lnTo>
                  <a:pt x="3612" y="848"/>
                </a:lnTo>
                <a:lnTo>
                  <a:pt x="3854" y="727"/>
                </a:lnTo>
                <a:lnTo>
                  <a:pt x="4117" y="626"/>
                </a:lnTo>
                <a:lnTo>
                  <a:pt x="4359" y="525"/>
                </a:lnTo>
                <a:lnTo>
                  <a:pt x="4621" y="424"/>
                </a:lnTo>
                <a:lnTo>
                  <a:pt x="5146" y="303"/>
                </a:lnTo>
                <a:lnTo>
                  <a:pt x="5691" y="202"/>
                </a:lnTo>
                <a:lnTo>
                  <a:pt x="6236" y="141"/>
                </a:lnTo>
                <a:lnTo>
                  <a:pt x="6760" y="101"/>
                </a:lnTo>
                <a:lnTo>
                  <a:pt x="7305" y="81"/>
                </a:lnTo>
                <a:close/>
                <a:moveTo>
                  <a:pt x="7305" y="0"/>
                </a:moveTo>
                <a:lnTo>
                  <a:pt x="6760" y="20"/>
                </a:lnTo>
                <a:lnTo>
                  <a:pt x="6215" y="61"/>
                </a:lnTo>
                <a:lnTo>
                  <a:pt x="5671" y="121"/>
                </a:lnTo>
                <a:lnTo>
                  <a:pt x="5126" y="222"/>
                </a:lnTo>
                <a:lnTo>
                  <a:pt x="4601" y="363"/>
                </a:lnTo>
                <a:lnTo>
                  <a:pt x="4339" y="444"/>
                </a:lnTo>
                <a:lnTo>
                  <a:pt x="4076" y="545"/>
                </a:lnTo>
                <a:lnTo>
                  <a:pt x="3834" y="666"/>
                </a:lnTo>
                <a:lnTo>
                  <a:pt x="3572" y="787"/>
                </a:lnTo>
                <a:lnTo>
                  <a:pt x="3350" y="928"/>
                </a:lnTo>
                <a:lnTo>
                  <a:pt x="3128" y="1070"/>
                </a:lnTo>
                <a:lnTo>
                  <a:pt x="2906" y="1231"/>
                </a:lnTo>
                <a:lnTo>
                  <a:pt x="2704" y="1413"/>
                </a:lnTo>
                <a:lnTo>
                  <a:pt x="2523" y="1594"/>
                </a:lnTo>
                <a:lnTo>
                  <a:pt x="2341" y="1776"/>
                </a:lnTo>
                <a:lnTo>
                  <a:pt x="2159" y="1978"/>
                </a:lnTo>
                <a:lnTo>
                  <a:pt x="1998" y="2200"/>
                </a:lnTo>
                <a:lnTo>
                  <a:pt x="1695" y="2624"/>
                </a:lnTo>
                <a:lnTo>
                  <a:pt x="1453" y="3088"/>
                </a:lnTo>
                <a:lnTo>
                  <a:pt x="1211" y="3572"/>
                </a:lnTo>
                <a:lnTo>
                  <a:pt x="1009" y="4056"/>
                </a:lnTo>
                <a:lnTo>
                  <a:pt x="848" y="4561"/>
                </a:lnTo>
                <a:lnTo>
                  <a:pt x="706" y="5086"/>
                </a:lnTo>
                <a:lnTo>
                  <a:pt x="585" y="5590"/>
                </a:lnTo>
                <a:lnTo>
                  <a:pt x="464" y="6115"/>
                </a:lnTo>
                <a:lnTo>
                  <a:pt x="383" y="6619"/>
                </a:lnTo>
                <a:lnTo>
                  <a:pt x="323" y="7124"/>
                </a:lnTo>
                <a:lnTo>
                  <a:pt x="222" y="8092"/>
                </a:lnTo>
                <a:lnTo>
                  <a:pt x="121" y="9505"/>
                </a:lnTo>
                <a:lnTo>
                  <a:pt x="40" y="10897"/>
                </a:lnTo>
                <a:lnTo>
                  <a:pt x="0" y="12250"/>
                </a:lnTo>
                <a:lnTo>
                  <a:pt x="20" y="13602"/>
                </a:lnTo>
                <a:lnTo>
                  <a:pt x="61" y="14913"/>
                </a:lnTo>
                <a:lnTo>
                  <a:pt x="121" y="16205"/>
                </a:lnTo>
                <a:lnTo>
                  <a:pt x="242" y="17476"/>
                </a:lnTo>
                <a:lnTo>
                  <a:pt x="383" y="18727"/>
                </a:lnTo>
                <a:lnTo>
                  <a:pt x="565" y="19938"/>
                </a:lnTo>
                <a:lnTo>
                  <a:pt x="787" y="21149"/>
                </a:lnTo>
                <a:lnTo>
                  <a:pt x="1049" y="22319"/>
                </a:lnTo>
                <a:lnTo>
                  <a:pt x="1352" y="23449"/>
                </a:lnTo>
                <a:lnTo>
                  <a:pt x="1675" y="24559"/>
                </a:lnTo>
                <a:lnTo>
                  <a:pt x="2038" y="25649"/>
                </a:lnTo>
                <a:lnTo>
                  <a:pt x="2442" y="26719"/>
                </a:lnTo>
                <a:lnTo>
                  <a:pt x="2886" y="27748"/>
                </a:lnTo>
                <a:lnTo>
                  <a:pt x="3108" y="28232"/>
                </a:lnTo>
                <a:lnTo>
                  <a:pt x="3249" y="28454"/>
                </a:lnTo>
                <a:lnTo>
                  <a:pt x="3390" y="28676"/>
                </a:lnTo>
                <a:lnTo>
                  <a:pt x="3552" y="28858"/>
                </a:lnTo>
                <a:lnTo>
                  <a:pt x="3733" y="29019"/>
                </a:lnTo>
                <a:lnTo>
                  <a:pt x="3915" y="29160"/>
                </a:lnTo>
                <a:lnTo>
                  <a:pt x="4137" y="29261"/>
                </a:lnTo>
                <a:lnTo>
                  <a:pt x="4419" y="29362"/>
                </a:lnTo>
                <a:lnTo>
                  <a:pt x="4541" y="29382"/>
                </a:lnTo>
                <a:lnTo>
                  <a:pt x="4662" y="29382"/>
                </a:lnTo>
                <a:lnTo>
                  <a:pt x="4803" y="29362"/>
                </a:lnTo>
                <a:lnTo>
                  <a:pt x="4924" y="29342"/>
                </a:lnTo>
                <a:lnTo>
                  <a:pt x="5045" y="29302"/>
                </a:lnTo>
                <a:lnTo>
                  <a:pt x="5146" y="29241"/>
                </a:lnTo>
                <a:lnTo>
                  <a:pt x="5247" y="29140"/>
                </a:lnTo>
                <a:lnTo>
                  <a:pt x="5348" y="29039"/>
                </a:lnTo>
                <a:lnTo>
                  <a:pt x="5428" y="28898"/>
                </a:lnTo>
                <a:lnTo>
                  <a:pt x="5509" y="28757"/>
                </a:lnTo>
                <a:lnTo>
                  <a:pt x="5570" y="28595"/>
                </a:lnTo>
                <a:lnTo>
                  <a:pt x="5610" y="28414"/>
                </a:lnTo>
                <a:lnTo>
                  <a:pt x="5671" y="28051"/>
                </a:lnTo>
                <a:lnTo>
                  <a:pt x="5711" y="27647"/>
                </a:lnTo>
                <a:lnTo>
                  <a:pt x="5731" y="27243"/>
                </a:lnTo>
                <a:lnTo>
                  <a:pt x="5731" y="26497"/>
                </a:lnTo>
                <a:lnTo>
                  <a:pt x="5731" y="26154"/>
                </a:lnTo>
                <a:lnTo>
                  <a:pt x="5731" y="25891"/>
                </a:lnTo>
                <a:lnTo>
                  <a:pt x="5792" y="25326"/>
                </a:lnTo>
                <a:lnTo>
                  <a:pt x="5872" y="24721"/>
                </a:lnTo>
                <a:lnTo>
                  <a:pt x="5994" y="24095"/>
                </a:lnTo>
                <a:lnTo>
                  <a:pt x="6074" y="23772"/>
                </a:lnTo>
                <a:lnTo>
                  <a:pt x="6155" y="23449"/>
                </a:lnTo>
                <a:lnTo>
                  <a:pt x="6276" y="23127"/>
                </a:lnTo>
                <a:lnTo>
                  <a:pt x="6397" y="22804"/>
                </a:lnTo>
                <a:lnTo>
                  <a:pt x="6538" y="22481"/>
                </a:lnTo>
                <a:lnTo>
                  <a:pt x="6700" y="22178"/>
                </a:lnTo>
                <a:lnTo>
                  <a:pt x="6881" y="21855"/>
                </a:lnTo>
                <a:lnTo>
                  <a:pt x="7083" y="21573"/>
                </a:lnTo>
                <a:lnTo>
                  <a:pt x="7305" y="21270"/>
                </a:lnTo>
                <a:lnTo>
                  <a:pt x="7547" y="21008"/>
                </a:lnTo>
                <a:lnTo>
                  <a:pt x="7810" y="20765"/>
                </a:lnTo>
                <a:lnTo>
                  <a:pt x="8092" y="20523"/>
                </a:lnTo>
                <a:lnTo>
                  <a:pt x="8375" y="20322"/>
                </a:lnTo>
                <a:lnTo>
                  <a:pt x="8677" y="20140"/>
                </a:lnTo>
                <a:lnTo>
                  <a:pt x="8980" y="19958"/>
                </a:lnTo>
                <a:lnTo>
                  <a:pt x="9303" y="19797"/>
                </a:lnTo>
                <a:lnTo>
                  <a:pt x="9626" y="19656"/>
                </a:lnTo>
                <a:lnTo>
                  <a:pt x="9969" y="19535"/>
                </a:lnTo>
                <a:lnTo>
                  <a:pt x="10292" y="19413"/>
                </a:lnTo>
                <a:lnTo>
                  <a:pt x="10635" y="19313"/>
                </a:lnTo>
                <a:lnTo>
                  <a:pt x="11341" y="19131"/>
                </a:lnTo>
                <a:lnTo>
                  <a:pt x="12027" y="18990"/>
                </a:lnTo>
                <a:lnTo>
                  <a:pt x="12713" y="18869"/>
                </a:lnTo>
                <a:lnTo>
                  <a:pt x="13864" y="18707"/>
                </a:lnTo>
                <a:lnTo>
                  <a:pt x="15014" y="18566"/>
                </a:lnTo>
                <a:lnTo>
                  <a:pt x="16164" y="18465"/>
                </a:lnTo>
                <a:lnTo>
                  <a:pt x="17315" y="18384"/>
                </a:lnTo>
                <a:lnTo>
                  <a:pt x="18485" y="18324"/>
                </a:lnTo>
                <a:lnTo>
                  <a:pt x="19635" y="18283"/>
                </a:lnTo>
                <a:lnTo>
                  <a:pt x="20806" y="18263"/>
                </a:lnTo>
                <a:lnTo>
                  <a:pt x="21956" y="18283"/>
                </a:lnTo>
                <a:lnTo>
                  <a:pt x="23126" y="18304"/>
                </a:lnTo>
                <a:lnTo>
                  <a:pt x="24277" y="18324"/>
                </a:lnTo>
                <a:lnTo>
                  <a:pt x="26597" y="18425"/>
                </a:lnTo>
                <a:lnTo>
                  <a:pt x="28918" y="18566"/>
                </a:lnTo>
                <a:lnTo>
                  <a:pt x="31198" y="18707"/>
                </a:lnTo>
                <a:lnTo>
                  <a:pt x="33398" y="18869"/>
                </a:lnTo>
                <a:lnTo>
                  <a:pt x="35618" y="18990"/>
                </a:lnTo>
                <a:lnTo>
                  <a:pt x="37838" y="19091"/>
                </a:lnTo>
                <a:lnTo>
                  <a:pt x="38948" y="19131"/>
                </a:lnTo>
                <a:lnTo>
                  <a:pt x="40057" y="19151"/>
                </a:lnTo>
                <a:lnTo>
                  <a:pt x="40481" y="19151"/>
                </a:lnTo>
                <a:lnTo>
                  <a:pt x="40885" y="19131"/>
                </a:lnTo>
                <a:lnTo>
                  <a:pt x="41066" y="19091"/>
                </a:lnTo>
                <a:lnTo>
                  <a:pt x="41248" y="19050"/>
                </a:lnTo>
                <a:lnTo>
                  <a:pt x="41430" y="18990"/>
                </a:lnTo>
                <a:lnTo>
                  <a:pt x="41611" y="18909"/>
                </a:lnTo>
                <a:lnTo>
                  <a:pt x="41813" y="18788"/>
                </a:lnTo>
                <a:lnTo>
                  <a:pt x="41995" y="18626"/>
                </a:lnTo>
                <a:lnTo>
                  <a:pt x="42156" y="18465"/>
                </a:lnTo>
                <a:lnTo>
                  <a:pt x="42297" y="18263"/>
                </a:lnTo>
                <a:lnTo>
                  <a:pt x="42398" y="18061"/>
                </a:lnTo>
                <a:lnTo>
                  <a:pt x="42479" y="17839"/>
                </a:lnTo>
                <a:lnTo>
                  <a:pt x="42560" y="17617"/>
                </a:lnTo>
                <a:lnTo>
                  <a:pt x="42600" y="17375"/>
                </a:lnTo>
                <a:lnTo>
                  <a:pt x="42620" y="17133"/>
                </a:lnTo>
                <a:lnTo>
                  <a:pt x="42640" y="16871"/>
                </a:lnTo>
                <a:lnTo>
                  <a:pt x="42640" y="16608"/>
                </a:lnTo>
                <a:lnTo>
                  <a:pt x="42620" y="16366"/>
                </a:lnTo>
                <a:lnTo>
                  <a:pt x="42580" y="16104"/>
                </a:lnTo>
                <a:lnTo>
                  <a:pt x="42540" y="15862"/>
                </a:lnTo>
                <a:lnTo>
                  <a:pt x="42418" y="15357"/>
                </a:lnTo>
                <a:lnTo>
                  <a:pt x="42257" y="14893"/>
                </a:lnTo>
                <a:lnTo>
                  <a:pt x="42096" y="14429"/>
                </a:lnTo>
                <a:lnTo>
                  <a:pt x="41894" y="13965"/>
                </a:lnTo>
                <a:lnTo>
                  <a:pt x="41672" y="13521"/>
                </a:lnTo>
                <a:lnTo>
                  <a:pt x="41450" y="13057"/>
                </a:lnTo>
                <a:lnTo>
                  <a:pt x="41187" y="12613"/>
                </a:lnTo>
                <a:lnTo>
                  <a:pt x="40925" y="12169"/>
                </a:lnTo>
                <a:lnTo>
                  <a:pt x="40622" y="11745"/>
                </a:lnTo>
                <a:lnTo>
                  <a:pt x="40320" y="11301"/>
                </a:lnTo>
                <a:lnTo>
                  <a:pt x="39977" y="10897"/>
                </a:lnTo>
                <a:lnTo>
                  <a:pt x="39634" y="10474"/>
                </a:lnTo>
                <a:lnTo>
                  <a:pt x="39250" y="10070"/>
                </a:lnTo>
                <a:lnTo>
                  <a:pt x="38867" y="9666"/>
                </a:lnTo>
                <a:lnTo>
                  <a:pt x="38463" y="9283"/>
                </a:lnTo>
                <a:lnTo>
                  <a:pt x="38039" y="8900"/>
                </a:lnTo>
                <a:lnTo>
                  <a:pt x="37595" y="8536"/>
                </a:lnTo>
                <a:lnTo>
                  <a:pt x="36869" y="7971"/>
                </a:lnTo>
                <a:lnTo>
                  <a:pt x="36102" y="7426"/>
                </a:lnTo>
                <a:lnTo>
                  <a:pt x="35275" y="6882"/>
                </a:lnTo>
                <a:lnTo>
                  <a:pt x="34387" y="6377"/>
                </a:lnTo>
                <a:lnTo>
                  <a:pt x="33459" y="5873"/>
                </a:lnTo>
                <a:lnTo>
                  <a:pt x="32450" y="5368"/>
                </a:lnTo>
                <a:lnTo>
                  <a:pt x="31380" y="4884"/>
                </a:lnTo>
                <a:lnTo>
                  <a:pt x="30230" y="4379"/>
                </a:lnTo>
                <a:lnTo>
                  <a:pt x="28918" y="3875"/>
                </a:lnTo>
                <a:lnTo>
                  <a:pt x="27586" y="3370"/>
                </a:lnTo>
                <a:lnTo>
                  <a:pt x="26234" y="2906"/>
                </a:lnTo>
                <a:lnTo>
                  <a:pt x="24862" y="2482"/>
                </a:lnTo>
                <a:lnTo>
                  <a:pt x="23490" y="2099"/>
                </a:lnTo>
                <a:lnTo>
                  <a:pt x="22097" y="1736"/>
                </a:lnTo>
                <a:lnTo>
                  <a:pt x="20705" y="1413"/>
                </a:lnTo>
                <a:lnTo>
                  <a:pt x="19312" y="1110"/>
                </a:lnTo>
                <a:lnTo>
                  <a:pt x="17900" y="848"/>
                </a:lnTo>
                <a:lnTo>
                  <a:pt x="16487" y="626"/>
                </a:lnTo>
                <a:lnTo>
                  <a:pt x="15075" y="424"/>
                </a:lnTo>
                <a:lnTo>
                  <a:pt x="13642" y="283"/>
                </a:lnTo>
                <a:lnTo>
                  <a:pt x="12229" y="141"/>
                </a:lnTo>
                <a:lnTo>
                  <a:pt x="10796" y="61"/>
                </a:lnTo>
                <a:lnTo>
                  <a:pt x="9364" y="0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1" name="Google Shape;381;p5"/>
          <p:cNvSpPr/>
          <p:nvPr/>
        </p:nvSpPr>
        <p:spPr>
          <a:xfrm>
            <a:off x="8747301" y="1122912"/>
            <a:ext cx="2123367" cy="1193681"/>
          </a:xfrm>
          <a:custGeom>
            <a:rect b="b" l="l" r="r" t="t"/>
            <a:pathLst>
              <a:path extrusionOk="0" h="21351" w="37980">
                <a:moveTo>
                  <a:pt x="10776" y="81"/>
                </a:moveTo>
                <a:lnTo>
                  <a:pt x="11341" y="101"/>
                </a:lnTo>
                <a:lnTo>
                  <a:pt x="11927" y="121"/>
                </a:lnTo>
                <a:lnTo>
                  <a:pt x="12532" y="182"/>
                </a:lnTo>
                <a:lnTo>
                  <a:pt x="13178" y="222"/>
                </a:lnTo>
                <a:lnTo>
                  <a:pt x="13824" y="303"/>
                </a:lnTo>
                <a:lnTo>
                  <a:pt x="14510" y="404"/>
                </a:lnTo>
                <a:lnTo>
                  <a:pt x="15216" y="505"/>
                </a:lnTo>
                <a:lnTo>
                  <a:pt x="15943" y="626"/>
                </a:lnTo>
                <a:lnTo>
                  <a:pt x="16709" y="767"/>
                </a:lnTo>
                <a:lnTo>
                  <a:pt x="17496" y="949"/>
                </a:lnTo>
                <a:lnTo>
                  <a:pt x="18324" y="1130"/>
                </a:lnTo>
                <a:lnTo>
                  <a:pt x="19171" y="1332"/>
                </a:lnTo>
                <a:lnTo>
                  <a:pt x="20039" y="1554"/>
                </a:lnTo>
                <a:lnTo>
                  <a:pt x="20947" y="1796"/>
                </a:lnTo>
                <a:lnTo>
                  <a:pt x="21875" y="2059"/>
                </a:lnTo>
                <a:lnTo>
                  <a:pt x="23571" y="2583"/>
                </a:lnTo>
                <a:lnTo>
                  <a:pt x="24418" y="2866"/>
                </a:lnTo>
                <a:lnTo>
                  <a:pt x="25286" y="3148"/>
                </a:lnTo>
                <a:lnTo>
                  <a:pt x="26154" y="3471"/>
                </a:lnTo>
                <a:lnTo>
                  <a:pt x="27021" y="3794"/>
                </a:lnTo>
                <a:lnTo>
                  <a:pt x="27889" y="4157"/>
                </a:lnTo>
                <a:lnTo>
                  <a:pt x="28757" y="4541"/>
                </a:lnTo>
                <a:lnTo>
                  <a:pt x="29625" y="4944"/>
                </a:lnTo>
                <a:lnTo>
                  <a:pt x="30472" y="5368"/>
                </a:lnTo>
                <a:lnTo>
                  <a:pt x="31300" y="5832"/>
                </a:lnTo>
                <a:lnTo>
                  <a:pt x="32127" y="6317"/>
                </a:lnTo>
                <a:lnTo>
                  <a:pt x="32954" y="6841"/>
                </a:lnTo>
                <a:lnTo>
                  <a:pt x="33741" y="7406"/>
                </a:lnTo>
                <a:lnTo>
                  <a:pt x="34508" y="7992"/>
                </a:lnTo>
                <a:lnTo>
                  <a:pt x="35255" y="8637"/>
                </a:lnTo>
                <a:lnTo>
                  <a:pt x="35638" y="8980"/>
                </a:lnTo>
                <a:lnTo>
                  <a:pt x="36001" y="9344"/>
                </a:lnTo>
                <a:lnTo>
                  <a:pt x="36345" y="9687"/>
                </a:lnTo>
                <a:lnTo>
                  <a:pt x="36627" y="10030"/>
                </a:lnTo>
                <a:lnTo>
                  <a:pt x="36910" y="10373"/>
                </a:lnTo>
                <a:lnTo>
                  <a:pt x="37132" y="10696"/>
                </a:lnTo>
                <a:lnTo>
                  <a:pt x="37354" y="11039"/>
                </a:lnTo>
                <a:lnTo>
                  <a:pt x="37535" y="11382"/>
                </a:lnTo>
                <a:lnTo>
                  <a:pt x="37656" y="11624"/>
                </a:lnTo>
                <a:lnTo>
                  <a:pt x="37737" y="11846"/>
                </a:lnTo>
                <a:lnTo>
                  <a:pt x="37818" y="12068"/>
                </a:lnTo>
                <a:lnTo>
                  <a:pt x="37858" y="12290"/>
                </a:lnTo>
                <a:lnTo>
                  <a:pt x="37898" y="12492"/>
                </a:lnTo>
                <a:lnTo>
                  <a:pt x="37898" y="12694"/>
                </a:lnTo>
                <a:lnTo>
                  <a:pt x="37878" y="12875"/>
                </a:lnTo>
                <a:lnTo>
                  <a:pt x="37838" y="13057"/>
                </a:lnTo>
                <a:lnTo>
                  <a:pt x="37757" y="13259"/>
                </a:lnTo>
                <a:lnTo>
                  <a:pt x="37636" y="13460"/>
                </a:lnTo>
                <a:lnTo>
                  <a:pt x="37495" y="13662"/>
                </a:lnTo>
                <a:lnTo>
                  <a:pt x="37313" y="13824"/>
                </a:lnTo>
                <a:lnTo>
                  <a:pt x="37111" y="13985"/>
                </a:lnTo>
                <a:lnTo>
                  <a:pt x="36869" y="14106"/>
                </a:lnTo>
                <a:lnTo>
                  <a:pt x="36627" y="14207"/>
                </a:lnTo>
                <a:lnTo>
                  <a:pt x="36365" y="14288"/>
                </a:lnTo>
                <a:lnTo>
                  <a:pt x="36102" y="14328"/>
                </a:lnTo>
                <a:lnTo>
                  <a:pt x="35860" y="14368"/>
                </a:lnTo>
                <a:lnTo>
                  <a:pt x="35336" y="14368"/>
                </a:lnTo>
                <a:lnTo>
                  <a:pt x="34831" y="14328"/>
                </a:lnTo>
                <a:lnTo>
                  <a:pt x="34327" y="14268"/>
                </a:lnTo>
                <a:lnTo>
                  <a:pt x="34306" y="14268"/>
                </a:lnTo>
                <a:lnTo>
                  <a:pt x="32934" y="14106"/>
                </a:lnTo>
                <a:lnTo>
                  <a:pt x="31501" y="13945"/>
                </a:lnTo>
                <a:lnTo>
                  <a:pt x="30028" y="13803"/>
                </a:lnTo>
                <a:lnTo>
                  <a:pt x="28535" y="13682"/>
                </a:lnTo>
                <a:lnTo>
                  <a:pt x="26981" y="13561"/>
                </a:lnTo>
                <a:lnTo>
                  <a:pt x="25387" y="13481"/>
                </a:lnTo>
                <a:lnTo>
                  <a:pt x="23772" y="13420"/>
                </a:lnTo>
                <a:lnTo>
                  <a:pt x="22138" y="13400"/>
                </a:lnTo>
                <a:lnTo>
                  <a:pt x="20483" y="13420"/>
                </a:lnTo>
                <a:lnTo>
                  <a:pt x="18788" y="13460"/>
                </a:lnTo>
                <a:lnTo>
                  <a:pt x="17093" y="13561"/>
                </a:lnTo>
                <a:lnTo>
                  <a:pt x="16245" y="13622"/>
                </a:lnTo>
                <a:lnTo>
                  <a:pt x="15398" y="13703"/>
                </a:lnTo>
                <a:lnTo>
                  <a:pt x="14530" y="13803"/>
                </a:lnTo>
                <a:lnTo>
                  <a:pt x="13682" y="13904"/>
                </a:lnTo>
                <a:lnTo>
                  <a:pt x="12815" y="14025"/>
                </a:lnTo>
                <a:lnTo>
                  <a:pt x="11967" y="14146"/>
                </a:lnTo>
                <a:lnTo>
                  <a:pt x="11099" y="14308"/>
                </a:lnTo>
                <a:lnTo>
                  <a:pt x="10252" y="14469"/>
                </a:lnTo>
                <a:lnTo>
                  <a:pt x="9384" y="14651"/>
                </a:lnTo>
                <a:lnTo>
                  <a:pt x="8536" y="14833"/>
                </a:lnTo>
                <a:lnTo>
                  <a:pt x="7992" y="14974"/>
                </a:lnTo>
                <a:lnTo>
                  <a:pt x="7467" y="15115"/>
                </a:lnTo>
                <a:lnTo>
                  <a:pt x="6922" y="15277"/>
                </a:lnTo>
                <a:lnTo>
                  <a:pt x="6397" y="15458"/>
                </a:lnTo>
                <a:lnTo>
                  <a:pt x="5873" y="15660"/>
                </a:lnTo>
                <a:lnTo>
                  <a:pt x="5368" y="15902"/>
                </a:lnTo>
                <a:lnTo>
                  <a:pt x="4864" y="16164"/>
                </a:lnTo>
                <a:lnTo>
                  <a:pt x="4379" y="16467"/>
                </a:lnTo>
                <a:lnTo>
                  <a:pt x="4137" y="16649"/>
                </a:lnTo>
                <a:lnTo>
                  <a:pt x="3875" y="16851"/>
                </a:lnTo>
                <a:lnTo>
                  <a:pt x="3613" y="17073"/>
                </a:lnTo>
                <a:lnTo>
                  <a:pt x="3350" y="17335"/>
                </a:lnTo>
                <a:lnTo>
                  <a:pt x="3108" y="17617"/>
                </a:lnTo>
                <a:lnTo>
                  <a:pt x="2866" y="17940"/>
                </a:lnTo>
                <a:lnTo>
                  <a:pt x="2644" y="18283"/>
                </a:lnTo>
                <a:lnTo>
                  <a:pt x="2462" y="18667"/>
                </a:lnTo>
                <a:lnTo>
                  <a:pt x="2382" y="18889"/>
                </a:lnTo>
                <a:lnTo>
                  <a:pt x="2341" y="19131"/>
                </a:lnTo>
                <a:lnTo>
                  <a:pt x="2260" y="19635"/>
                </a:lnTo>
                <a:lnTo>
                  <a:pt x="2220" y="19918"/>
                </a:lnTo>
                <a:lnTo>
                  <a:pt x="2180" y="20201"/>
                </a:lnTo>
                <a:lnTo>
                  <a:pt x="2099" y="20463"/>
                </a:lnTo>
                <a:lnTo>
                  <a:pt x="2059" y="20584"/>
                </a:lnTo>
                <a:lnTo>
                  <a:pt x="1998" y="20705"/>
                </a:lnTo>
                <a:lnTo>
                  <a:pt x="1897" y="20846"/>
                </a:lnTo>
                <a:lnTo>
                  <a:pt x="1816" y="20988"/>
                </a:lnTo>
                <a:lnTo>
                  <a:pt x="1716" y="21088"/>
                </a:lnTo>
                <a:lnTo>
                  <a:pt x="1615" y="21169"/>
                </a:lnTo>
                <a:lnTo>
                  <a:pt x="1514" y="21210"/>
                </a:lnTo>
                <a:lnTo>
                  <a:pt x="1413" y="21250"/>
                </a:lnTo>
                <a:lnTo>
                  <a:pt x="1312" y="21270"/>
                </a:lnTo>
                <a:lnTo>
                  <a:pt x="1211" y="21250"/>
                </a:lnTo>
                <a:lnTo>
                  <a:pt x="1110" y="21210"/>
                </a:lnTo>
                <a:lnTo>
                  <a:pt x="1009" y="21149"/>
                </a:lnTo>
                <a:lnTo>
                  <a:pt x="908" y="21068"/>
                </a:lnTo>
                <a:lnTo>
                  <a:pt x="807" y="20967"/>
                </a:lnTo>
                <a:lnTo>
                  <a:pt x="707" y="20846"/>
                </a:lnTo>
                <a:lnTo>
                  <a:pt x="626" y="20725"/>
                </a:lnTo>
                <a:lnTo>
                  <a:pt x="464" y="20422"/>
                </a:lnTo>
                <a:lnTo>
                  <a:pt x="323" y="20100"/>
                </a:lnTo>
                <a:lnTo>
                  <a:pt x="222" y="19777"/>
                </a:lnTo>
                <a:lnTo>
                  <a:pt x="162" y="19454"/>
                </a:lnTo>
                <a:lnTo>
                  <a:pt x="121" y="19151"/>
                </a:lnTo>
                <a:lnTo>
                  <a:pt x="101" y="18223"/>
                </a:lnTo>
                <a:lnTo>
                  <a:pt x="81" y="17274"/>
                </a:lnTo>
                <a:lnTo>
                  <a:pt x="81" y="16326"/>
                </a:lnTo>
                <a:lnTo>
                  <a:pt x="101" y="15377"/>
                </a:lnTo>
                <a:lnTo>
                  <a:pt x="142" y="14449"/>
                </a:lnTo>
                <a:lnTo>
                  <a:pt x="182" y="13501"/>
                </a:lnTo>
                <a:lnTo>
                  <a:pt x="263" y="12572"/>
                </a:lnTo>
                <a:lnTo>
                  <a:pt x="343" y="11624"/>
                </a:lnTo>
                <a:lnTo>
                  <a:pt x="444" y="10696"/>
                </a:lnTo>
                <a:lnTo>
                  <a:pt x="545" y="9747"/>
                </a:lnTo>
                <a:lnTo>
                  <a:pt x="686" y="8819"/>
                </a:lnTo>
                <a:lnTo>
                  <a:pt x="828" y="7891"/>
                </a:lnTo>
                <a:lnTo>
                  <a:pt x="989" y="6962"/>
                </a:lnTo>
                <a:lnTo>
                  <a:pt x="1171" y="6034"/>
                </a:lnTo>
                <a:lnTo>
                  <a:pt x="1373" y="5126"/>
                </a:lnTo>
                <a:lnTo>
                  <a:pt x="1574" y="4198"/>
                </a:lnTo>
                <a:lnTo>
                  <a:pt x="1736" y="3572"/>
                </a:lnTo>
                <a:lnTo>
                  <a:pt x="1837" y="3269"/>
                </a:lnTo>
                <a:lnTo>
                  <a:pt x="1958" y="2967"/>
                </a:lnTo>
                <a:lnTo>
                  <a:pt x="2079" y="2664"/>
                </a:lnTo>
                <a:lnTo>
                  <a:pt x="2220" y="2402"/>
                </a:lnTo>
                <a:lnTo>
                  <a:pt x="2402" y="2139"/>
                </a:lnTo>
                <a:lnTo>
                  <a:pt x="2604" y="1897"/>
                </a:lnTo>
                <a:lnTo>
                  <a:pt x="2825" y="1695"/>
                </a:lnTo>
                <a:lnTo>
                  <a:pt x="3068" y="1514"/>
                </a:lnTo>
                <a:lnTo>
                  <a:pt x="3330" y="1352"/>
                </a:lnTo>
                <a:lnTo>
                  <a:pt x="3592" y="1211"/>
                </a:lnTo>
                <a:lnTo>
                  <a:pt x="3875" y="1090"/>
                </a:lnTo>
                <a:lnTo>
                  <a:pt x="4157" y="989"/>
                </a:lnTo>
                <a:lnTo>
                  <a:pt x="4702" y="807"/>
                </a:lnTo>
                <a:lnTo>
                  <a:pt x="5247" y="666"/>
                </a:lnTo>
                <a:lnTo>
                  <a:pt x="5832" y="525"/>
                </a:lnTo>
                <a:lnTo>
                  <a:pt x="6458" y="404"/>
                </a:lnTo>
                <a:lnTo>
                  <a:pt x="7104" y="303"/>
                </a:lnTo>
                <a:lnTo>
                  <a:pt x="7810" y="202"/>
                </a:lnTo>
                <a:lnTo>
                  <a:pt x="8577" y="142"/>
                </a:lnTo>
                <a:lnTo>
                  <a:pt x="9384" y="81"/>
                </a:lnTo>
                <a:close/>
                <a:moveTo>
                  <a:pt x="9848" y="0"/>
                </a:moveTo>
                <a:lnTo>
                  <a:pt x="9303" y="20"/>
                </a:lnTo>
                <a:lnTo>
                  <a:pt x="8758" y="41"/>
                </a:lnTo>
                <a:lnTo>
                  <a:pt x="8234" y="81"/>
                </a:lnTo>
                <a:lnTo>
                  <a:pt x="7709" y="142"/>
                </a:lnTo>
                <a:lnTo>
                  <a:pt x="7184" y="202"/>
                </a:lnTo>
                <a:lnTo>
                  <a:pt x="6680" y="283"/>
                </a:lnTo>
                <a:lnTo>
                  <a:pt x="6175" y="384"/>
                </a:lnTo>
                <a:lnTo>
                  <a:pt x="5671" y="485"/>
                </a:lnTo>
                <a:lnTo>
                  <a:pt x="5166" y="606"/>
                </a:lnTo>
                <a:lnTo>
                  <a:pt x="4682" y="727"/>
                </a:lnTo>
                <a:lnTo>
                  <a:pt x="4117" y="908"/>
                </a:lnTo>
                <a:lnTo>
                  <a:pt x="3834" y="1009"/>
                </a:lnTo>
                <a:lnTo>
                  <a:pt x="3552" y="1130"/>
                </a:lnTo>
                <a:lnTo>
                  <a:pt x="3269" y="1272"/>
                </a:lnTo>
                <a:lnTo>
                  <a:pt x="3007" y="1433"/>
                </a:lnTo>
                <a:lnTo>
                  <a:pt x="2765" y="1635"/>
                </a:lnTo>
                <a:lnTo>
                  <a:pt x="2543" y="1837"/>
                </a:lnTo>
                <a:lnTo>
                  <a:pt x="2341" y="2079"/>
                </a:lnTo>
                <a:lnTo>
                  <a:pt x="2160" y="2341"/>
                </a:lnTo>
                <a:lnTo>
                  <a:pt x="1998" y="2624"/>
                </a:lnTo>
                <a:lnTo>
                  <a:pt x="1877" y="2926"/>
                </a:lnTo>
                <a:lnTo>
                  <a:pt x="1776" y="3229"/>
                </a:lnTo>
                <a:lnTo>
                  <a:pt x="1675" y="3552"/>
                </a:lnTo>
                <a:lnTo>
                  <a:pt x="1514" y="4178"/>
                </a:lnTo>
                <a:lnTo>
                  <a:pt x="1292" y="5106"/>
                </a:lnTo>
                <a:lnTo>
                  <a:pt x="1090" y="6014"/>
                </a:lnTo>
                <a:lnTo>
                  <a:pt x="908" y="6942"/>
                </a:lnTo>
                <a:lnTo>
                  <a:pt x="747" y="7870"/>
                </a:lnTo>
                <a:lnTo>
                  <a:pt x="606" y="8819"/>
                </a:lnTo>
                <a:lnTo>
                  <a:pt x="485" y="9747"/>
                </a:lnTo>
                <a:lnTo>
                  <a:pt x="364" y="10676"/>
                </a:lnTo>
                <a:lnTo>
                  <a:pt x="263" y="11624"/>
                </a:lnTo>
                <a:lnTo>
                  <a:pt x="182" y="12552"/>
                </a:lnTo>
                <a:lnTo>
                  <a:pt x="101" y="13501"/>
                </a:lnTo>
                <a:lnTo>
                  <a:pt x="61" y="14449"/>
                </a:lnTo>
                <a:lnTo>
                  <a:pt x="20" y="15377"/>
                </a:lnTo>
                <a:lnTo>
                  <a:pt x="0" y="16326"/>
                </a:lnTo>
                <a:lnTo>
                  <a:pt x="0" y="17274"/>
                </a:lnTo>
                <a:lnTo>
                  <a:pt x="20" y="18223"/>
                </a:lnTo>
                <a:lnTo>
                  <a:pt x="41" y="19171"/>
                </a:lnTo>
                <a:lnTo>
                  <a:pt x="81" y="19474"/>
                </a:lnTo>
                <a:lnTo>
                  <a:pt x="162" y="19797"/>
                </a:lnTo>
                <a:lnTo>
                  <a:pt x="263" y="20140"/>
                </a:lnTo>
                <a:lnTo>
                  <a:pt x="404" y="20483"/>
                </a:lnTo>
                <a:lnTo>
                  <a:pt x="565" y="20766"/>
                </a:lnTo>
                <a:lnTo>
                  <a:pt x="666" y="20907"/>
                </a:lnTo>
                <a:lnTo>
                  <a:pt x="767" y="21028"/>
                </a:lnTo>
                <a:lnTo>
                  <a:pt x="868" y="21129"/>
                </a:lnTo>
                <a:lnTo>
                  <a:pt x="969" y="21210"/>
                </a:lnTo>
                <a:lnTo>
                  <a:pt x="1070" y="21290"/>
                </a:lnTo>
                <a:lnTo>
                  <a:pt x="1191" y="21331"/>
                </a:lnTo>
                <a:lnTo>
                  <a:pt x="1332" y="21351"/>
                </a:lnTo>
                <a:lnTo>
                  <a:pt x="1433" y="21331"/>
                </a:lnTo>
                <a:lnTo>
                  <a:pt x="1514" y="21310"/>
                </a:lnTo>
                <a:lnTo>
                  <a:pt x="1615" y="21250"/>
                </a:lnTo>
                <a:lnTo>
                  <a:pt x="1716" y="21189"/>
                </a:lnTo>
                <a:lnTo>
                  <a:pt x="1796" y="21109"/>
                </a:lnTo>
                <a:lnTo>
                  <a:pt x="1897" y="21008"/>
                </a:lnTo>
                <a:lnTo>
                  <a:pt x="2059" y="20745"/>
                </a:lnTo>
                <a:lnTo>
                  <a:pt x="2119" y="20624"/>
                </a:lnTo>
                <a:lnTo>
                  <a:pt x="2180" y="20503"/>
                </a:lnTo>
                <a:lnTo>
                  <a:pt x="2260" y="20221"/>
                </a:lnTo>
                <a:lnTo>
                  <a:pt x="2301" y="19938"/>
                </a:lnTo>
                <a:lnTo>
                  <a:pt x="2341" y="19635"/>
                </a:lnTo>
                <a:lnTo>
                  <a:pt x="2422" y="19151"/>
                </a:lnTo>
                <a:lnTo>
                  <a:pt x="2462" y="18909"/>
                </a:lnTo>
                <a:lnTo>
                  <a:pt x="2543" y="18687"/>
                </a:lnTo>
                <a:lnTo>
                  <a:pt x="2725" y="18324"/>
                </a:lnTo>
                <a:lnTo>
                  <a:pt x="2926" y="17981"/>
                </a:lnTo>
                <a:lnTo>
                  <a:pt x="3169" y="17678"/>
                </a:lnTo>
                <a:lnTo>
                  <a:pt x="3411" y="17395"/>
                </a:lnTo>
                <a:lnTo>
                  <a:pt x="3673" y="17133"/>
                </a:lnTo>
                <a:lnTo>
                  <a:pt x="3935" y="16911"/>
                </a:lnTo>
                <a:lnTo>
                  <a:pt x="4198" y="16709"/>
                </a:lnTo>
                <a:lnTo>
                  <a:pt x="4440" y="16528"/>
                </a:lnTo>
                <a:lnTo>
                  <a:pt x="4904" y="16245"/>
                </a:lnTo>
                <a:lnTo>
                  <a:pt x="5388" y="15983"/>
                </a:lnTo>
                <a:lnTo>
                  <a:pt x="5913" y="15741"/>
                </a:lnTo>
                <a:lnTo>
                  <a:pt x="6418" y="15539"/>
                </a:lnTo>
                <a:lnTo>
                  <a:pt x="6962" y="15357"/>
                </a:lnTo>
                <a:lnTo>
                  <a:pt x="7487" y="15196"/>
                </a:lnTo>
                <a:lnTo>
                  <a:pt x="8032" y="15055"/>
                </a:lnTo>
                <a:lnTo>
                  <a:pt x="8557" y="14913"/>
                </a:lnTo>
                <a:lnTo>
                  <a:pt x="9404" y="14732"/>
                </a:lnTo>
                <a:lnTo>
                  <a:pt x="10272" y="14550"/>
                </a:lnTo>
                <a:lnTo>
                  <a:pt x="11119" y="14389"/>
                </a:lnTo>
                <a:lnTo>
                  <a:pt x="11987" y="14227"/>
                </a:lnTo>
                <a:lnTo>
                  <a:pt x="12835" y="14106"/>
                </a:lnTo>
                <a:lnTo>
                  <a:pt x="13703" y="13985"/>
                </a:lnTo>
                <a:lnTo>
                  <a:pt x="14550" y="13884"/>
                </a:lnTo>
                <a:lnTo>
                  <a:pt x="15398" y="13783"/>
                </a:lnTo>
                <a:lnTo>
                  <a:pt x="16265" y="13703"/>
                </a:lnTo>
                <a:lnTo>
                  <a:pt x="17113" y="13642"/>
                </a:lnTo>
                <a:lnTo>
                  <a:pt x="18808" y="13541"/>
                </a:lnTo>
                <a:lnTo>
                  <a:pt x="20483" y="13501"/>
                </a:lnTo>
                <a:lnTo>
                  <a:pt x="22138" y="13481"/>
                </a:lnTo>
                <a:lnTo>
                  <a:pt x="23772" y="13501"/>
                </a:lnTo>
                <a:lnTo>
                  <a:pt x="25387" y="13561"/>
                </a:lnTo>
                <a:lnTo>
                  <a:pt x="26981" y="13642"/>
                </a:lnTo>
                <a:lnTo>
                  <a:pt x="28515" y="13763"/>
                </a:lnTo>
                <a:lnTo>
                  <a:pt x="30028" y="13884"/>
                </a:lnTo>
                <a:lnTo>
                  <a:pt x="31501" y="14025"/>
                </a:lnTo>
                <a:lnTo>
                  <a:pt x="32934" y="14187"/>
                </a:lnTo>
                <a:lnTo>
                  <a:pt x="34306" y="14348"/>
                </a:lnTo>
                <a:lnTo>
                  <a:pt x="34831" y="14409"/>
                </a:lnTo>
                <a:lnTo>
                  <a:pt x="35356" y="14449"/>
                </a:lnTo>
                <a:lnTo>
                  <a:pt x="35860" y="14449"/>
                </a:lnTo>
                <a:lnTo>
                  <a:pt x="36123" y="14409"/>
                </a:lnTo>
                <a:lnTo>
                  <a:pt x="36385" y="14368"/>
                </a:lnTo>
                <a:lnTo>
                  <a:pt x="36647" y="14288"/>
                </a:lnTo>
                <a:lnTo>
                  <a:pt x="36910" y="14187"/>
                </a:lnTo>
                <a:lnTo>
                  <a:pt x="37152" y="14046"/>
                </a:lnTo>
                <a:lnTo>
                  <a:pt x="37374" y="13884"/>
                </a:lnTo>
                <a:lnTo>
                  <a:pt x="37555" y="13703"/>
                </a:lnTo>
                <a:lnTo>
                  <a:pt x="37717" y="13501"/>
                </a:lnTo>
                <a:lnTo>
                  <a:pt x="37838" y="13299"/>
                </a:lnTo>
                <a:lnTo>
                  <a:pt x="37919" y="13077"/>
                </a:lnTo>
                <a:lnTo>
                  <a:pt x="37959" y="12895"/>
                </a:lnTo>
                <a:lnTo>
                  <a:pt x="37979" y="12694"/>
                </a:lnTo>
                <a:lnTo>
                  <a:pt x="37979" y="12492"/>
                </a:lnTo>
                <a:lnTo>
                  <a:pt x="37939" y="12290"/>
                </a:lnTo>
                <a:lnTo>
                  <a:pt x="37898" y="12068"/>
                </a:lnTo>
                <a:lnTo>
                  <a:pt x="37818" y="11826"/>
                </a:lnTo>
                <a:lnTo>
                  <a:pt x="37737" y="11604"/>
                </a:lnTo>
                <a:lnTo>
                  <a:pt x="37616" y="11341"/>
                </a:lnTo>
                <a:lnTo>
                  <a:pt x="37414" y="10998"/>
                </a:lnTo>
                <a:lnTo>
                  <a:pt x="37212" y="10655"/>
                </a:lnTo>
                <a:lnTo>
                  <a:pt x="36970" y="10312"/>
                </a:lnTo>
                <a:lnTo>
                  <a:pt x="36708" y="9969"/>
                </a:lnTo>
                <a:lnTo>
                  <a:pt x="36405" y="9626"/>
                </a:lnTo>
                <a:lnTo>
                  <a:pt x="36062" y="9283"/>
                </a:lnTo>
                <a:lnTo>
                  <a:pt x="35699" y="8920"/>
                </a:lnTo>
                <a:lnTo>
                  <a:pt x="35315" y="8577"/>
                </a:lnTo>
                <a:lnTo>
                  <a:pt x="34569" y="7931"/>
                </a:lnTo>
                <a:lnTo>
                  <a:pt x="33782" y="7346"/>
                </a:lnTo>
                <a:lnTo>
                  <a:pt x="32995" y="6781"/>
                </a:lnTo>
                <a:lnTo>
                  <a:pt x="32187" y="6256"/>
                </a:lnTo>
                <a:lnTo>
                  <a:pt x="31360" y="5772"/>
                </a:lnTo>
                <a:lnTo>
                  <a:pt x="30512" y="5308"/>
                </a:lnTo>
                <a:lnTo>
                  <a:pt x="29665" y="4864"/>
                </a:lnTo>
                <a:lnTo>
                  <a:pt x="28797" y="4460"/>
                </a:lnTo>
                <a:lnTo>
                  <a:pt x="27929" y="4077"/>
                </a:lnTo>
                <a:lnTo>
                  <a:pt x="27062" y="3734"/>
                </a:lnTo>
                <a:lnTo>
                  <a:pt x="26194" y="3390"/>
                </a:lnTo>
                <a:lnTo>
                  <a:pt x="25306" y="3088"/>
                </a:lnTo>
                <a:lnTo>
                  <a:pt x="24458" y="2785"/>
                </a:lnTo>
                <a:lnTo>
                  <a:pt x="23591" y="2503"/>
                </a:lnTo>
                <a:lnTo>
                  <a:pt x="21896" y="1998"/>
                </a:lnTo>
                <a:lnTo>
                  <a:pt x="20685" y="1635"/>
                </a:lnTo>
                <a:lnTo>
                  <a:pt x="19494" y="1332"/>
                </a:lnTo>
                <a:lnTo>
                  <a:pt x="18364" y="1050"/>
                </a:lnTo>
                <a:lnTo>
                  <a:pt x="17295" y="807"/>
                </a:lnTo>
                <a:lnTo>
                  <a:pt x="16245" y="585"/>
                </a:lnTo>
                <a:lnTo>
                  <a:pt x="15236" y="404"/>
                </a:lnTo>
                <a:lnTo>
                  <a:pt x="14268" y="263"/>
                </a:lnTo>
                <a:lnTo>
                  <a:pt x="13299" y="162"/>
                </a:lnTo>
                <a:lnTo>
                  <a:pt x="12128" y="61"/>
                </a:lnTo>
                <a:lnTo>
                  <a:pt x="10978" y="0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2" name="Google Shape;382;p5"/>
          <p:cNvSpPr/>
          <p:nvPr/>
        </p:nvSpPr>
        <p:spPr>
          <a:xfrm>
            <a:off x="8861238" y="1183794"/>
            <a:ext cx="1884195" cy="733450"/>
          </a:xfrm>
          <a:custGeom>
            <a:rect b="b" l="l" r="r" t="t"/>
            <a:pathLst>
              <a:path extrusionOk="0" h="13119" w="33702">
                <a:moveTo>
                  <a:pt x="8436" y="82"/>
                </a:moveTo>
                <a:lnTo>
                  <a:pt x="9041" y="102"/>
                </a:lnTo>
                <a:lnTo>
                  <a:pt x="9667" y="142"/>
                </a:lnTo>
                <a:lnTo>
                  <a:pt x="10312" y="183"/>
                </a:lnTo>
                <a:lnTo>
                  <a:pt x="10978" y="263"/>
                </a:lnTo>
                <a:lnTo>
                  <a:pt x="12532" y="465"/>
                </a:lnTo>
                <a:lnTo>
                  <a:pt x="14005" y="707"/>
                </a:lnTo>
                <a:lnTo>
                  <a:pt x="15398" y="949"/>
                </a:lnTo>
                <a:lnTo>
                  <a:pt x="16689" y="1192"/>
                </a:lnTo>
                <a:lnTo>
                  <a:pt x="17900" y="1454"/>
                </a:lnTo>
                <a:lnTo>
                  <a:pt x="19030" y="1716"/>
                </a:lnTo>
                <a:lnTo>
                  <a:pt x="20080" y="1979"/>
                </a:lnTo>
                <a:lnTo>
                  <a:pt x="21048" y="2241"/>
                </a:lnTo>
                <a:lnTo>
                  <a:pt x="21956" y="2523"/>
                </a:lnTo>
                <a:lnTo>
                  <a:pt x="22804" y="2786"/>
                </a:lnTo>
                <a:lnTo>
                  <a:pt x="23571" y="3068"/>
                </a:lnTo>
                <a:lnTo>
                  <a:pt x="24277" y="3331"/>
                </a:lnTo>
                <a:lnTo>
                  <a:pt x="24943" y="3593"/>
                </a:lnTo>
                <a:lnTo>
                  <a:pt x="25548" y="3835"/>
                </a:lnTo>
                <a:lnTo>
                  <a:pt x="26598" y="4320"/>
                </a:lnTo>
                <a:lnTo>
                  <a:pt x="27607" y="4824"/>
                </a:lnTo>
                <a:lnTo>
                  <a:pt x="28071" y="5066"/>
                </a:lnTo>
                <a:lnTo>
                  <a:pt x="28535" y="5329"/>
                </a:lnTo>
                <a:lnTo>
                  <a:pt x="28999" y="5611"/>
                </a:lnTo>
                <a:lnTo>
                  <a:pt x="29423" y="5894"/>
                </a:lnTo>
                <a:lnTo>
                  <a:pt x="29847" y="6176"/>
                </a:lnTo>
                <a:lnTo>
                  <a:pt x="30271" y="6459"/>
                </a:lnTo>
                <a:lnTo>
                  <a:pt x="30654" y="6761"/>
                </a:lnTo>
                <a:lnTo>
                  <a:pt x="31058" y="7064"/>
                </a:lnTo>
                <a:lnTo>
                  <a:pt x="31421" y="7367"/>
                </a:lnTo>
                <a:lnTo>
                  <a:pt x="31784" y="7690"/>
                </a:lnTo>
                <a:lnTo>
                  <a:pt x="32127" y="8012"/>
                </a:lnTo>
                <a:lnTo>
                  <a:pt x="32450" y="8335"/>
                </a:lnTo>
                <a:lnTo>
                  <a:pt x="32773" y="8678"/>
                </a:lnTo>
                <a:lnTo>
                  <a:pt x="33076" y="9021"/>
                </a:lnTo>
                <a:lnTo>
                  <a:pt x="33237" y="9223"/>
                </a:lnTo>
                <a:lnTo>
                  <a:pt x="33378" y="9425"/>
                </a:lnTo>
                <a:lnTo>
                  <a:pt x="33520" y="9667"/>
                </a:lnTo>
                <a:lnTo>
                  <a:pt x="33560" y="9788"/>
                </a:lnTo>
                <a:lnTo>
                  <a:pt x="33600" y="9909"/>
                </a:lnTo>
                <a:lnTo>
                  <a:pt x="33620" y="10030"/>
                </a:lnTo>
                <a:lnTo>
                  <a:pt x="33620" y="10172"/>
                </a:lnTo>
                <a:lnTo>
                  <a:pt x="33600" y="10293"/>
                </a:lnTo>
                <a:lnTo>
                  <a:pt x="33580" y="10414"/>
                </a:lnTo>
                <a:lnTo>
                  <a:pt x="33520" y="10535"/>
                </a:lnTo>
                <a:lnTo>
                  <a:pt x="33459" y="10636"/>
                </a:lnTo>
                <a:lnTo>
                  <a:pt x="33378" y="10737"/>
                </a:lnTo>
                <a:lnTo>
                  <a:pt x="33257" y="10797"/>
                </a:lnTo>
                <a:lnTo>
                  <a:pt x="33176" y="10838"/>
                </a:lnTo>
                <a:lnTo>
                  <a:pt x="33096" y="10858"/>
                </a:lnTo>
                <a:lnTo>
                  <a:pt x="32894" y="10878"/>
                </a:lnTo>
                <a:lnTo>
                  <a:pt x="32692" y="10858"/>
                </a:lnTo>
                <a:lnTo>
                  <a:pt x="32470" y="10817"/>
                </a:lnTo>
                <a:lnTo>
                  <a:pt x="29019" y="10152"/>
                </a:lnTo>
                <a:lnTo>
                  <a:pt x="26840" y="9748"/>
                </a:lnTo>
                <a:lnTo>
                  <a:pt x="25750" y="9566"/>
                </a:lnTo>
                <a:lnTo>
                  <a:pt x="24640" y="9385"/>
                </a:lnTo>
                <a:lnTo>
                  <a:pt x="23551" y="9223"/>
                </a:lnTo>
                <a:lnTo>
                  <a:pt x="22420" y="9102"/>
                </a:lnTo>
                <a:lnTo>
                  <a:pt x="21311" y="9021"/>
                </a:lnTo>
                <a:lnTo>
                  <a:pt x="20201" y="8981"/>
                </a:lnTo>
                <a:lnTo>
                  <a:pt x="19071" y="8961"/>
                </a:lnTo>
                <a:lnTo>
                  <a:pt x="17941" y="9021"/>
                </a:lnTo>
                <a:lnTo>
                  <a:pt x="16831" y="9102"/>
                </a:lnTo>
                <a:lnTo>
                  <a:pt x="15721" y="9223"/>
                </a:lnTo>
                <a:lnTo>
                  <a:pt x="14591" y="9385"/>
                </a:lnTo>
                <a:lnTo>
                  <a:pt x="13501" y="9566"/>
                </a:lnTo>
                <a:lnTo>
                  <a:pt x="12391" y="9788"/>
                </a:lnTo>
                <a:lnTo>
                  <a:pt x="11281" y="10051"/>
                </a:lnTo>
                <a:lnTo>
                  <a:pt x="10191" y="10313"/>
                </a:lnTo>
                <a:lnTo>
                  <a:pt x="9081" y="10596"/>
                </a:lnTo>
                <a:lnTo>
                  <a:pt x="7992" y="10918"/>
                </a:lnTo>
                <a:lnTo>
                  <a:pt x="6922" y="11241"/>
                </a:lnTo>
                <a:lnTo>
                  <a:pt x="4763" y="11907"/>
                </a:lnTo>
                <a:lnTo>
                  <a:pt x="2604" y="12593"/>
                </a:lnTo>
                <a:lnTo>
                  <a:pt x="1595" y="12936"/>
                </a:lnTo>
                <a:lnTo>
                  <a:pt x="1433" y="12977"/>
                </a:lnTo>
                <a:lnTo>
                  <a:pt x="1231" y="13017"/>
                </a:lnTo>
                <a:lnTo>
                  <a:pt x="1050" y="13037"/>
                </a:lnTo>
                <a:lnTo>
                  <a:pt x="949" y="13037"/>
                </a:lnTo>
                <a:lnTo>
                  <a:pt x="868" y="13017"/>
                </a:lnTo>
                <a:lnTo>
                  <a:pt x="767" y="12997"/>
                </a:lnTo>
                <a:lnTo>
                  <a:pt x="687" y="12957"/>
                </a:lnTo>
                <a:lnTo>
                  <a:pt x="606" y="12896"/>
                </a:lnTo>
                <a:lnTo>
                  <a:pt x="525" y="12835"/>
                </a:lnTo>
                <a:lnTo>
                  <a:pt x="404" y="12674"/>
                </a:lnTo>
                <a:lnTo>
                  <a:pt x="323" y="12492"/>
                </a:lnTo>
                <a:lnTo>
                  <a:pt x="243" y="12291"/>
                </a:lnTo>
                <a:lnTo>
                  <a:pt x="202" y="12089"/>
                </a:lnTo>
                <a:lnTo>
                  <a:pt x="162" y="11867"/>
                </a:lnTo>
                <a:lnTo>
                  <a:pt x="142" y="11665"/>
                </a:lnTo>
                <a:lnTo>
                  <a:pt x="101" y="10838"/>
                </a:lnTo>
                <a:lnTo>
                  <a:pt x="81" y="9990"/>
                </a:lnTo>
                <a:lnTo>
                  <a:pt x="101" y="9163"/>
                </a:lnTo>
                <a:lnTo>
                  <a:pt x="142" y="8315"/>
                </a:lnTo>
                <a:lnTo>
                  <a:pt x="202" y="7488"/>
                </a:lnTo>
                <a:lnTo>
                  <a:pt x="283" y="6660"/>
                </a:lnTo>
                <a:lnTo>
                  <a:pt x="404" y="5833"/>
                </a:lnTo>
                <a:lnTo>
                  <a:pt x="545" y="5006"/>
                </a:lnTo>
                <a:lnTo>
                  <a:pt x="666" y="4441"/>
                </a:lnTo>
                <a:lnTo>
                  <a:pt x="808" y="3896"/>
                </a:lnTo>
                <a:lnTo>
                  <a:pt x="909" y="3654"/>
                </a:lnTo>
                <a:lnTo>
                  <a:pt x="989" y="3411"/>
                </a:lnTo>
                <a:lnTo>
                  <a:pt x="1110" y="3189"/>
                </a:lnTo>
                <a:lnTo>
                  <a:pt x="1231" y="2967"/>
                </a:lnTo>
                <a:lnTo>
                  <a:pt x="1413" y="2685"/>
                </a:lnTo>
                <a:lnTo>
                  <a:pt x="1635" y="2402"/>
                </a:lnTo>
                <a:lnTo>
                  <a:pt x="1877" y="2140"/>
                </a:lnTo>
                <a:lnTo>
                  <a:pt x="2160" y="1898"/>
                </a:lnTo>
                <a:lnTo>
                  <a:pt x="2462" y="1656"/>
                </a:lnTo>
                <a:lnTo>
                  <a:pt x="2805" y="1434"/>
                </a:lnTo>
                <a:lnTo>
                  <a:pt x="3189" y="1232"/>
                </a:lnTo>
                <a:lnTo>
                  <a:pt x="3572" y="1030"/>
                </a:lnTo>
                <a:lnTo>
                  <a:pt x="4117" y="808"/>
                </a:lnTo>
                <a:lnTo>
                  <a:pt x="4662" y="627"/>
                </a:lnTo>
                <a:lnTo>
                  <a:pt x="5227" y="465"/>
                </a:lnTo>
                <a:lnTo>
                  <a:pt x="5832" y="324"/>
                </a:lnTo>
                <a:lnTo>
                  <a:pt x="6438" y="223"/>
                </a:lnTo>
                <a:lnTo>
                  <a:pt x="7084" y="142"/>
                </a:lnTo>
                <a:lnTo>
                  <a:pt x="7750" y="102"/>
                </a:lnTo>
                <a:lnTo>
                  <a:pt x="8436" y="82"/>
                </a:lnTo>
                <a:close/>
                <a:moveTo>
                  <a:pt x="8335" y="1"/>
                </a:moveTo>
                <a:lnTo>
                  <a:pt x="7830" y="21"/>
                </a:lnTo>
                <a:lnTo>
                  <a:pt x="7346" y="41"/>
                </a:lnTo>
                <a:lnTo>
                  <a:pt x="6882" y="82"/>
                </a:lnTo>
                <a:lnTo>
                  <a:pt x="6438" y="142"/>
                </a:lnTo>
                <a:lnTo>
                  <a:pt x="5974" y="223"/>
                </a:lnTo>
                <a:lnTo>
                  <a:pt x="5550" y="304"/>
                </a:lnTo>
                <a:lnTo>
                  <a:pt x="5126" y="405"/>
                </a:lnTo>
                <a:lnTo>
                  <a:pt x="4723" y="526"/>
                </a:lnTo>
                <a:lnTo>
                  <a:pt x="4319" y="647"/>
                </a:lnTo>
                <a:lnTo>
                  <a:pt x="3915" y="808"/>
                </a:lnTo>
                <a:lnTo>
                  <a:pt x="3552" y="970"/>
                </a:lnTo>
                <a:lnTo>
                  <a:pt x="3149" y="1151"/>
                </a:lnTo>
                <a:lnTo>
                  <a:pt x="2765" y="1373"/>
                </a:lnTo>
                <a:lnTo>
                  <a:pt x="2422" y="1595"/>
                </a:lnTo>
                <a:lnTo>
                  <a:pt x="2099" y="1837"/>
                </a:lnTo>
                <a:lnTo>
                  <a:pt x="1817" y="2080"/>
                </a:lnTo>
                <a:lnTo>
                  <a:pt x="1575" y="2362"/>
                </a:lnTo>
                <a:lnTo>
                  <a:pt x="1353" y="2624"/>
                </a:lnTo>
                <a:lnTo>
                  <a:pt x="1151" y="2927"/>
                </a:lnTo>
                <a:lnTo>
                  <a:pt x="1030" y="3169"/>
                </a:lnTo>
                <a:lnTo>
                  <a:pt x="909" y="3432"/>
                </a:lnTo>
                <a:lnTo>
                  <a:pt x="808" y="3694"/>
                </a:lnTo>
                <a:lnTo>
                  <a:pt x="707" y="3956"/>
                </a:lnTo>
                <a:lnTo>
                  <a:pt x="586" y="4481"/>
                </a:lnTo>
                <a:lnTo>
                  <a:pt x="465" y="4985"/>
                </a:lnTo>
                <a:lnTo>
                  <a:pt x="323" y="5813"/>
                </a:lnTo>
                <a:lnTo>
                  <a:pt x="222" y="6660"/>
                </a:lnTo>
                <a:lnTo>
                  <a:pt x="122" y="7488"/>
                </a:lnTo>
                <a:lnTo>
                  <a:pt x="61" y="8315"/>
                </a:lnTo>
                <a:lnTo>
                  <a:pt x="21" y="9163"/>
                </a:lnTo>
                <a:lnTo>
                  <a:pt x="0" y="9990"/>
                </a:lnTo>
                <a:lnTo>
                  <a:pt x="21" y="10838"/>
                </a:lnTo>
                <a:lnTo>
                  <a:pt x="61" y="11665"/>
                </a:lnTo>
                <a:lnTo>
                  <a:pt x="101" y="11968"/>
                </a:lnTo>
                <a:lnTo>
                  <a:pt x="142" y="12230"/>
                </a:lnTo>
                <a:lnTo>
                  <a:pt x="222" y="12452"/>
                </a:lnTo>
                <a:lnTo>
                  <a:pt x="303" y="12654"/>
                </a:lnTo>
                <a:lnTo>
                  <a:pt x="404" y="12815"/>
                </a:lnTo>
                <a:lnTo>
                  <a:pt x="545" y="12936"/>
                </a:lnTo>
                <a:lnTo>
                  <a:pt x="687" y="13037"/>
                </a:lnTo>
                <a:lnTo>
                  <a:pt x="848" y="13098"/>
                </a:lnTo>
                <a:lnTo>
                  <a:pt x="949" y="13118"/>
                </a:lnTo>
                <a:lnTo>
                  <a:pt x="1191" y="13118"/>
                </a:lnTo>
                <a:lnTo>
                  <a:pt x="1353" y="13078"/>
                </a:lnTo>
                <a:lnTo>
                  <a:pt x="1615" y="12997"/>
                </a:lnTo>
                <a:lnTo>
                  <a:pt x="2644" y="12674"/>
                </a:lnTo>
                <a:lnTo>
                  <a:pt x="4783" y="11988"/>
                </a:lnTo>
                <a:lnTo>
                  <a:pt x="6942" y="11302"/>
                </a:lnTo>
                <a:lnTo>
                  <a:pt x="8012" y="10999"/>
                </a:lnTo>
                <a:lnTo>
                  <a:pt x="9102" y="10676"/>
                </a:lnTo>
                <a:lnTo>
                  <a:pt x="10191" y="10394"/>
                </a:lnTo>
                <a:lnTo>
                  <a:pt x="11301" y="10131"/>
                </a:lnTo>
                <a:lnTo>
                  <a:pt x="12391" y="9869"/>
                </a:lnTo>
                <a:lnTo>
                  <a:pt x="13501" y="9647"/>
                </a:lnTo>
                <a:lnTo>
                  <a:pt x="14611" y="9465"/>
                </a:lnTo>
                <a:lnTo>
                  <a:pt x="15721" y="9304"/>
                </a:lnTo>
                <a:lnTo>
                  <a:pt x="16831" y="9183"/>
                </a:lnTo>
                <a:lnTo>
                  <a:pt x="17961" y="9102"/>
                </a:lnTo>
                <a:lnTo>
                  <a:pt x="19071" y="9042"/>
                </a:lnTo>
                <a:lnTo>
                  <a:pt x="20201" y="9062"/>
                </a:lnTo>
                <a:lnTo>
                  <a:pt x="21311" y="9102"/>
                </a:lnTo>
                <a:lnTo>
                  <a:pt x="22420" y="9183"/>
                </a:lnTo>
                <a:lnTo>
                  <a:pt x="23530" y="9304"/>
                </a:lnTo>
                <a:lnTo>
                  <a:pt x="24640" y="9465"/>
                </a:lnTo>
                <a:lnTo>
                  <a:pt x="25750" y="9647"/>
                </a:lnTo>
                <a:lnTo>
                  <a:pt x="26840" y="9829"/>
                </a:lnTo>
                <a:lnTo>
                  <a:pt x="28999" y="10232"/>
                </a:lnTo>
                <a:lnTo>
                  <a:pt x="32470" y="10898"/>
                </a:lnTo>
                <a:lnTo>
                  <a:pt x="32692" y="10939"/>
                </a:lnTo>
                <a:lnTo>
                  <a:pt x="32894" y="10959"/>
                </a:lnTo>
                <a:lnTo>
                  <a:pt x="33116" y="10939"/>
                </a:lnTo>
                <a:lnTo>
                  <a:pt x="33197" y="10918"/>
                </a:lnTo>
                <a:lnTo>
                  <a:pt x="33298" y="10878"/>
                </a:lnTo>
                <a:lnTo>
                  <a:pt x="33419" y="10797"/>
                </a:lnTo>
                <a:lnTo>
                  <a:pt x="33520" y="10696"/>
                </a:lnTo>
                <a:lnTo>
                  <a:pt x="33600" y="10575"/>
                </a:lnTo>
                <a:lnTo>
                  <a:pt x="33661" y="10454"/>
                </a:lnTo>
                <a:lnTo>
                  <a:pt x="33681" y="10313"/>
                </a:lnTo>
                <a:lnTo>
                  <a:pt x="33701" y="10172"/>
                </a:lnTo>
                <a:lnTo>
                  <a:pt x="33701" y="10030"/>
                </a:lnTo>
                <a:lnTo>
                  <a:pt x="33681" y="9889"/>
                </a:lnTo>
                <a:lnTo>
                  <a:pt x="33641" y="9768"/>
                </a:lnTo>
                <a:lnTo>
                  <a:pt x="33600" y="9627"/>
                </a:lnTo>
                <a:lnTo>
                  <a:pt x="33459" y="9385"/>
                </a:lnTo>
                <a:lnTo>
                  <a:pt x="33298" y="9163"/>
                </a:lnTo>
                <a:lnTo>
                  <a:pt x="33136" y="8961"/>
                </a:lnTo>
                <a:lnTo>
                  <a:pt x="32833" y="8618"/>
                </a:lnTo>
                <a:lnTo>
                  <a:pt x="32511" y="8275"/>
                </a:lnTo>
                <a:lnTo>
                  <a:pt x="32188" y="7952"/>
                </a:lnTo>
                <a:lnTo>
                  <a:pt x="31824" y="7629"/>
                </a:lnTo>
                <a:lnTo>
                  <a:pt x="31481" y="7306"/>
                </a:lnTo>
                <a:lnTo>
                  <a:pt x="31098" y="7003"/>
                </a:lnTo>
                <a:lnTo>
                  <a:pt x="30714" y="6701"/>
                </a:lnTo>
                <a:lnTo>
                  <a:pt x="30311" y="6398"/>
                </a:lnTo>
                <a:lnTo>
                  <a:pt x="29907" y="6095"/>
                </a:lnTo>
                <a:lnTo>
                  <a:pt x="29483" y="5813"/>
                </a:lnTo>
                <a:lnTo>
                  <a:pt x="29040" y="5530"/>
                </a:lnTo>
                <a:lnTo>
                  <a:pt x="28575" y="5268"/>
                </a:lnTo>
                <a:lnTo>
                  <a:pt x="28111" y="5006"/>
                </a:lnTo>
                <a:lnTo>
                  <a:pt x="27627" y="4743"/>
                </a:lnTo>
                <a:lnTo>
                  <a:pt x="26638" y="4259"/>
                </a:lnTo>
                <a:lnTo>
                  <a:pt x="25569" y="3775"/>
                </a:lnTo>
                <a:lnTo>
                  <a:pt x="24963" y="3512"/>
                </a:lnTo>
                <a:lnTo>
                  <a:pt x="24317" y="3250"/>
                </a:lnTo>
                <a:lnTo>
                  <a:pt x="23591" y="2988"/>
                </a:lnTo>
                <a:lnTo>
                  <a:pt x="22824" y="2725"/>
                </a:lnTo>
                <a:lnTo>
                  <a:pt x="21977" y="2443"/>
                </a:lnTo>
                <a:lnTo>
                  <a:pt x="21068" y="2180"/>
                </a:lnTo>
                <a:lnTo>
                  <a:pt x="20100" y="1898"/>
                </a:lnTo>
                <a:lnTo>
                  <a:pt x="19050" y="1636"/>
                </a:lnTo>
                <a:lnTo>
                  <a:pt x="17920" y="1373"/>
                </a:lnTo>
                <a:lnTo>
                  <a:pt x="16710" y="1111"/>
                </a:lnTo>
                <a:lnTo>
                  <a:pt x="15398" y="869"/>
                </a:lnTo>
                <a:lnTo>
                  <a:pt x="14026" y="627"/>
                </a:lnTo>
                <a:lnTo>
                  <a:pt x="12552" y="405"/>
                </a:lnTo>
                <a:lnTo>
                  <a:pt x="10978" y="183"/>
                </a:lnTo>
                <a:lnTo>
                  <a:pt x="10413" y="122"/>
                </a:lnTo>
                <a:lnTo>
                  <a:pt x="9889" y="62"/>
                </a:lnTo>
                <a:lnTo>
                  <a:pt x="9344" y="41"/>
                </a:lnTo>
                <a:lnTo>
                  <a:pt x="8839" y="21"/>
                </a:lnTo>
                <a:lnTo>
                  <a:pt x="8335" y="1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3" name="Google Shape;383;p5"/>
          <p:cNvSpPr/>
          <p:nvPr/>
        </p:nvSpPr>
        <p:spPr>
          <a:xfrm>
            <a:off x="7790515" y="-148310"/>
            <a:ext cx="631867" cy="441222"/>
          </a:xfrm>
          <a:custGeom>
            <a:rect b="b" l="l" r="r" t="t"/>
            <a:pathLst>
              <a:path extrusionOk="0" h="7892" w="11302">
                <a:moveTo>
                  <a:pt x="10030" y="82"/>
                </a:moveTo>
                <a:lnTo>
                  <a:pt x="10252" y="102"/>
                </a:lnTo>
                <a:lnTo>
                  <a:pt x="10494" y="142"/>
                </a:lnTo>
                <a:lnTo>
                  <a:pt x="10696" y="203"/>
                </a:lnTo>
                <a:lnTo>
                  <a:pt x="10797" y="243"/>
                </a:lnTo>
                <a:lnTo>
                  <a:pt x="10897" y="304"/>
                </a:lnTo>
                <a:lnTo>
                  <a:pt x="10978" y="364"/>
                </a:lnTo>
                <a:lnTo>
                  <a:pt x="11059" y="445"/>
                </a:lnTo>
                <a:lnTo>
                  <a:pt x="11119" y="526"/>
                </a:lnTo>
                <a:lnTo>
                  <a:pt x="11180" y="627"/>
                </a:lnTo>
                <a:lnTo>
                  <a:pt x="11220" y="727"/>
                </a:lnTo>
                <a:lnTo>
                  <a:pt x="11220" y="828"/>
                </a:lnTo>
                <a:lnTo>
                  <a:pt x="11220" y="949"/>
                </a:lnTo>
                <a:lnTo>
                  <a:pt x="11180" y="1050"/>
                </a:lnTo>
                <a:lnTo>
                  <a:pt x="11140" y="1131"/>
                </a:lnTo>
                <a:lnTo>
                  <a:pt x="11079" y="1192"/>
                </a:lnTo>
                <a:lnTo>
                  <a:pt x="11019" y="1252"/>
                </a:lnTo>
                <a:lnTo>
                  <a:pt x="10938" y="1313"/>
                </a:lnTo>
                <a:lnTo>
                  <a:pt x="10756" y="1393"/>
                </a:lnTo>
                <a:lnTo>
                  <a:pt x="10554" y="1474"/>
                </a:lnTo>
                <a:lnTo>
                  <a:pt x="10433" y="1535"/>
                </a:lnTo>
                <a:lnTo>
                  <a:pt x="10131" y="1676"/>
                </a:lnTo>
                <a:lnTo>
                  <a:pt x="9888" y="1858"/>
                </a:lnTo>
                <a:lnTo>
                  <a:pt x="9666" y="2039"/>
                </a:lnTo>
                <a:lnTo>
                  <a:pt x="9505" y="2261"/>
                </a:lnTo>
                <a:lnTo>
                  <a:pt x="9364" y="2503"/>
                </a:lnTo>
                <a:lnTo>
                  <a:pt x="9243" y="2745"/>
                </a:lnTo>
                <a:lnTo>
                  <a:pt x="9021" y="3290"/>
                </a:lnTo>
                <a:lnTo>
                  <a:pt x="8819" y="3795"/>
                </a:lnTo>
                <a:lnTo>
                  <a:pt x="8617" y="4239"/>
                </a:lnTo>
                <a:lnTo>
                  <a:pt x="8415" y="4663"/>
                </a:lnTo>
                <a:lnTo>
                  <a:pt x="8193" y="5046"/>
                </a:lnTo>
                <a:lnTo>
                  <a:pt x="7992" y="5389"/>
                </a:lnTo>
                <a:lnTo>
                  <a:pt x="7749" y="5712"/>
                </a:lnTo>
                <a:lnTo>
                  <a:pt x="7527" y="6015"/>
                </a:lnTo>
                <a:lnTo>
                  <a:pt x="7285" y="6277"/>
                </a:lnTo>
                <a:lnTo>
                  <a:pt x="7023" y="6519"/>
                </a:lnTo>
                <a:lnTo>
                  <a:pt x="6821" y="6701"/>
                </a:lnTo>
                <a:lnTo>
                  <a:pt x="6599" y="6862"/>
                </a:lnTo>
                <a:lnTo>
                  <a:pt x="6357" y="7024"/>
                </a:lnTo>
                <a:lnTo>
                  <a:pt x="6115" y="7165"/>
                </a:lnTo>
                <a:lnTo>
                  <a:pt x="5873" y="7286"/>
                </a:lnTo>
                <a:lnTo>
                  <a:pt x="5630" y="7407"/>
                </a:lnTo>
                <a:lnTo>
                  <a:pt x="5368" y="7508"/>
                </a:lnTo>
                <a:lnTo>
                  <a:pt x="5086" y="7589"/>
                </a:lnTo>
                <a:lnTo>
                  <a:pt x="4823" y="7669"/>
                </a:lnTo>
                <a:lnTo>
                  <a:pt x="4541" y="7730"/>
                </a:lnTo>
                <a:lnTo>
                  <a:pt x="4278" y="7770"/>
                </a:lnTo>
                <a:lnTo>
                  <a:pt x="3996" y="7790"/>
                </a:lnTo>
                <a:lnTo>
                  <a:pt x="3713" y="7811"/>
                </a:lnTo>
                <a:lnTo>
                  <a:pt x="3431" y="7811"/>
                </a:lnTo>
                <a:lnTo>
                  <a:pt x="3169" y="7790"/>
                </a:lnTo>
                <a:lnTo>
                  <a:pt x="2886" y="7750"/>
                </a:lnTo>
                <a:lnTo>
                  <a:pt x="2603" y="7690"/>
                </a:lnTo>
                <a:lnTo>
                  <a:pt x="2321" y="7629"/>
                </a:lnTo>
                <a:lnTo>
                  <a:pt x="2059" y="7528"/>
                </a:lnTo>
                <a:lnTo>
                  <a:pt x="1796" y="7427"/>
                </a:lnTo>
                <a:lnTo>
                  <a:pt x="1554" y="7306"/>
                </a:lnTo>
                <a:lnTo>
                  <a:pt x="1332" y="7165"/>
                </a:lnTo>
                <a:lnTo>
                  <a:pt x="1110" y="7024"/>
                </a:lnTo>
                <a:lnTo>
                  <a:pt x="908" y="6842"/>
                </a:lnTo>
                <a:lnTo>
                  <a:pt x="707" y="6640"/>
                </a:lnTo>
                <a:lnTo>
                  <a:pt x="545" y="6418"/>
                </a:lnTo>
                <a:lnTo>
                  <a:pt x="384" y="6176"/>
                </a:lnTo>
                <a:lnTo>
                  <a:pt x="263" y="5934"/>
                </a:lnTo>
                <a:lnTo>
                  <a:pt x="182" y="5692"/>
                </a:lnTo>
                <a:lnTo>
                  <a:pt x="101" y="5429"/>
                </a:lnTo>
                <a:lnTo>
                  <a:pt x="81" y="5167"/>
                </a:lnTo>
                <a:lnTo>
                  <a:pt x="81" y="4905"/>
                </a:lnTo>
                <a:lnTo>
                  <a:pt x="101" y="4663"/>
                </a:lnTo>
                <a:lnTo>
                  <a:pt x="142" y="4441"/>
                </a:lnTo>
                <a:lnTo>
                  <a:pt x="222" y="4239"/>
                </a:lnTo>
                <a:lnTo>
                  <a:pt x="303" y="4037"/>
                </a:lnTo>
                <a:lnTo>
                  <a:pt x="404" y="3835"/>
                </a:lnTo>
                <a:lnTo>
                  <a:pt x="525" y="3654"/>
                </a:lnTo>
                <a:lnTo>
                  <a:pt x="646" y="3472"/>
                </a:lnTo>
                <a:lnTo>
                  <a:pt x="787" y="3311"/>
                </a:lnTo>
                <a:lnTo>
                  <a:pt x="1090" y="3008"/>
                </a:lnTo>
                <a:lnTo>
                  <a:pt x="1393" y="2745"/>
                </a:lnTo>
                <a:lnTo>
                  <a:pt x="1695" y="2523"/>
                </a:lnTo>
                <a:lnTo>
                  <a:pt x="1978" y="2342"/>
                </a:lnTo>
                <a:lnTo>
                  <a:pt x="2361" y="2120"/>
                </a:lnTo>
                <a:lnTo>
                  <a:pt x="2745" y="1918"/>
                </a:lnTo>
                <a:lnTo>
                  <a:pt x="3128" y="1736"/>
                </a:lnTo>
                <a:lnTo>
                  <a:pt x="3532" y="1555"/>
                </a:lnTo>
                <a:lnTo>
                  <a:pt x="4319" y="1252"/>
                </a:lnTo>
                <a:lnTo>
                  <a:pt x="5106" y="990"/>
                </a:lnTo>
                <a:lnTo>
                  <a:pt x="6175" y="647"/>
                </a:lnTo>
                <a:lnTo>
                  <a:pt x="6740" y="505"/>
                </a:lnTo>
                <a:lnTo>
                  <a:pt x="7326" y="364"/>
                </a:lnTo>
                <a:lnTo>
                  <a:pt x="7911" y="243"/>
                </a:lnTo>
                <a:lnTo>
                  <a:pt x="8496" y="162"/>
                </a:lnTo>
                <a:lnTo>
                  <a:pt x="9101" y="102"/>
                </a:lnTo>
                <a:lnTo>
                  <a:pt x="9727" y="82"/>
                </a:lnTo>
                <a:close/>
                <a:moveTo>
                  <a:pt x="9384" y="1"/>
                </a:moveTo>
                <a:lnTo>
                  <a:pt x="8718" y="62"/>
                </a:lnTo>
                <a:lnTo>
                  <a:pt x="8092" y="142"/>
                </a:lnTo>
                <a:lnTo>
                  <a:pt x="7447" y="243"/>
                </a:lnTo>
                <a:lnTo>
                  <a:pt x="6841" y="384"/>
                </a:lnTo>
                <a:lnTo>
                  <a:pt x="6236" y="546"/>
                </a:lnTo>
                <a:lnTo>
                  <a:pt x="5651" y="727"/>
                </a:lnTo>
                <a:lnTo>
                  <a:pt x="5086" y="909"/>
                </a:lnTo>
                <a:lnTo>
                  <a:pt x="4299" y="1171"/>
                </a:lnTo>
                <a:lnTo>
                  <a:pt x="3491" y="1474"/>
                </a:lnTo>
                <a:lnTo>
                  <a:pt x="3108" y="1656"/>
                </a:lnTo>
                <a:lnTo>
                  <a:pt x="2704" y="1837"/>
                </a:lnTo>
                <a:lnTo>
                  <a:pt x="2321" y="2039"/>
                </a:lnTo>
                <a:lnTo>
                  <a:pt x="1938" y="2261"/>
                </a:lnTo>
                <a:lnTo>
                  <a:pt x="1655" y="2443"/>
                </a:lnTo>
                <a:lnTo>
                  <a:pt x="1352" y="2685"/>
                </a:lnTo>
                <a:lnTo>
                  <a:pt x="1029" y="2947"/>
                </a:lnTo>
                <a:lnTo>
                  <a:pt x="727" y="3250"/>
                </a:lnTo>
                <a:lnTo>
                  <a:pt x="585" y="3432"/>
                </a:lnTo>
                <a:lnTo>
                  <a:pt x="464" y="3613"/>
                </a:lnTo>
                <a:lnTo>
                  <a:pt x="343" y="3795"/>
                </a:lnTo>
                <a:lnTo>
                  <a:pt x="222" y="3997"/>
                </a:lnTo>
                <a:lnTo>
                  <a:pt x="142" y="4219"/>
                </a:lnTo>
                <a:lnTo>
                  <a:pt x="61" y="4441"/>
                </a:lnTo>
                <a:lnTo>
                  <a:pt x="20" y="4663"/>
                </a:lnTo>
                <a:lnTo>
                  <a:pt x="0" y="4905"/>
                </a:lnTo>
                <a:lnTo>
                  <a:pt x="0" y="5167"/>
                </a:lnTo>
                <a:lnTo>
                  <a:pt x="20" y="5429"/>
                </a:lnTo>
                <a:lnTo>
                  <a:pt x="101" y="5712"/>
                </a:lnTo>
                <a:lnTo>
                  <a:pt x="202" y="5974"/>
                </a:lnTo>
                <a:lnTo>
                  <a:pt x="323" y="6216"/>
                </a:lnTo>
                <a:lnTo>
                  <a:pt x="485" y="6459"/>
                </a:lnTo>
                <a:lnTo>
                  <a:pt x="646" y="6701"/>
                </a:lnTo>
                <a:lnTo>
                  <a:pt x="868" y="6903"/>
                </a:lnTo>
                <a:lnTo>
                  <a:pt x="1070" y="7084"/>
                </a:lnTo>
                <a:lnTo>
                  <a:pt x="1272" y="7225"/>
                </a:lnTo>
                <a:lnTo>
                  <a:pt x="1514" y="7367"/>
                </a:lnTo>
                <a:lnTo>
                  <a:pt x="1756" y="7488"/>
                </a:lnTo>
                <a:lnTo>
                  <a:pt x="2018" y="7609"/>
                </a:lnTo>
                <a:lnTo>
                  <a:pt x="2301" y="7690"/>
                </a:lnTo>
                <a:lnTo>
                  <a:pt x="2583" y="7770"/>
                </a:lnTo>
                <a:lnTo>
                  <a:pt x="2886" y="7831"/>
                </a:lnTo>
                <a:lnTo>
                  <a:pt x="3269" y="7871"/>
                </a:lnTo>
                <a:lnTo>
                  <a:pt x="3673" y="7891"/>
                </a:lnTo>
                <a:lnTo>
                  <a:pt x="4137" y="7871"/>
                </a:lnTo>
                <a:lnTo>
                  <a:pt x="4601" y="7811"/>
                </a:lnTo>
                <a:lnTo>
                  <a:pt x="5045" y="7710"/>
                </a:lnTo>
                <a:lnTo>
                  <a:pt x="5489" y="7548"/>
                </a:lnTo>
                <a:lnTo>
                  <a:pt x="5913" y="7367"/>
                </a:lnTo>
                <a:lnTo>
                  <a:pt x="6337" y="7145"/>
                </a:lnTo>
                <a:lnTo>
                  <a:pt x="6720" y="6882"/>
                </a:lnTo>
                <a:lnTo>
                  <a:pt x="7083" y="6580"/>
                </a:lnTo>
                <a:lnTo>
                  <a:pt x="7346" y="6338"/>
                </a:lnTo>
                <a:lnTo>
                  <a:pt x="7588" y="6055"/>
                </a:lnTo>
                <a:lnTo>
                  <a:pt x="7830" y="5752"/>
                </a:lnTo>
                <a:lnTo>
                  <a:pt x="8052" y="5429"/>
                </a:lnTo>
                <a:lnTo>
                  <a:pt x="8274" y="5086"/>
                </a:lnTo>
                <a:lnTo>
                  <a:pt x="8476" y="4703"/>
                </a:lnTo>
                <a:lnTo>
                  <a:pt x="8698" y="4279"/>
                </a:lnTo>
                <a:lnTo>
                  <a:pt x="8900" y="3815"/>
                </a:lnTo>
                <a:lnTo>
                  <a:pt x="9101" y="3311"/>
                </a:lnTo>
                <a:lnTo>
                  <a:pt x="9303" y="2786"/>
                </a:lnTo>
                <a:lnTo>
                  <a:pt x="9424" y="2544"/>
                </a:lnTo>
                <a:lnTo>
                  <a:pt x="9566" y="2322"/>
                </a:lnTo>
                <a:lnTo>
                  <a:pt x="9727" y="2100"/>
                </a:lnTo>
                <a:lnTo>
                  <a:pt x="9929" y="1918"/>
                </a:lnTo>
                <a:lnTo>
                  <a:pt x="10171" y="1757"/>
                </a:lnTo>
                <a:lnTo>
                  <a:pt x="10454" y="1615"/>
                </a:lnTo>
                <a:lnTo>
                  <a:pt x="10595" y="1555"/>
                </a:lnTo>
                <a:lnTo>
                  <a:pt x="10797" y="1474"/>
                </a:lnTo>
                <a:lnTo>
                  <a:pt x="10978" y="1373"/>
                </a:lnTo>
                <a:lnTo>
                  <a:pt x="11059" y="1313"/>
                </a:lnTo>
                <a:lnTo>
                  <a:pt x="11140" y="1252"/>
                </a:lnTo>
                <a:lnTo>
                  <a:pt x="11200" y="1171"/>
                </a:lnTo>
                <a:lnTo>
                  <a:pt x="11261" y="1071"/>
                </a:lnTo>
                <a:lnTo>
                  <a:pt x="11301" y="970"/>
                </a:lnTo>
                <a:lnTo>
                  <a:pt x="11301" y="849"/>
                </a:lnTo>
                <a:lnTo>
                  <a:pt x="11301" y="727"/>
                </a:lnTo>
                <a:lnTo>
                  <a:pt x="11261" y="606"/>
                </a:lnTo>
                <a:lnTo>
                  <a:pt x="11200" y="485"/>
                </a:lnTo>
                <a:lnTo>
                  <a:pt x="11119" y="384"/>
                </a:lnTo>
                <a:lnTo>
                  <a:pt x="11039" y="304"/>
                </a:lnTo>
                <a:lnTo>
                  <a:pt x="10938" y="223"/>
                </a:lnTo>
                <a:lnTo>
                  <a:pt x="10837" y="162"/>
                </a:lnTo>
                <a:lnTo>
                  <a:pt x="10736" y="122"/>
                </a:lnTo>
                <a:lnTo>
                  <a:pt x="10514" y="62"/>
                </a:lnTo>
                <a:lnTo>
                  <a:pt x="10272" y="21"/>
                </a:lnTo>
                <a:lnTo>
                  <a:pt x="10030" y="1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4" name="Google Shape;384;p5"/>
          <p:cNvSpPr/>
          <p:nvPr/>
        </p:nvSpPr>
        <p:spPr>
          <a:xfrm>
            <a:off x="7862690" y="-79489"/>
            <a:ext cx="415281" cy="285520"/>
          </a:xfrm>
          <a:custGeom>
            <a:rect b="b" l="l" r="r" t="t"/>
            <a:pathLst>
              <a:path extrusionOk="0" h="5107" w="7428">
                <a:moveTo>
                  <a:pt x="7124" y="82"/>
                </a:moveTo>
                <a:lnTo>
                  <a:pt x="7205" y="102"/>
                </a:lnTo>
                <a:lnTo>
                  <a:pt x="7286" y="142"/>
                </a:lnTo>
                <a:lnTo>
                  <a:pt x="7326" y="223"/>
                </a:lnTo>
                <a:lnTo>
                  <a:pt x="7346" y="344"/>
                </a:lnTo>
                <a:lnTo>
                  <a:pt x="7346" y="485"/>
                </a:lnTo>
                <a:lnTo>
                  <a:pt x="7306" y="647"/>
                </a:lnTo>
                <a:lnTo>
                  <a:pt x="7225" y="808"/>
                </a:lnTo>
                <a:lnTo>
                  <a:pt x="7064" y="1212"/>
                </a:lnTo>
                <a:lnTo>
                  <a:pt x="6842" y="1615"/>
                </a:lnTo>
                <a:lnTo>
                  <a:pt x="6600" y="1999"/>
                </a:lnTo>
                <a:lnTo>
                  <a:pt x="6357" y="2362"/>
                </a:lnTo>
                <a:lnTo>
                  <a:pt x="6055" y="2786"/>
                </a:lnTo>
                <a:lnTo>
                  <a:pt x="5732" y="3149"/>
                </a:lnTo>
                <a:lnTo>
                  <a:pt x="5389" y="3472"/>
                </a:lnTo>
                <a:lnTo>
                  <a:pt x="5026" y="3775"/>
                </a:lnTo>
                <a:lnTo>
                  <a:pt x="4642" y="4037"/>
                </a:lnTo>
                <a:lnTo>
                  <a:pt x="4259" y="4279"/>
                </a:lnTo>
                <a:lnTo>
                  <a:pt x="3835" y="4501"/>
                </a:lnTo>
                <a:lnTo>
                  <a:pt x="3411" y="4683"/>
                </a:lnTo>
                <a:lnTo>
                  <a:pt x="2987" y="4824"/>
                </a:lnTo>
                <a:lnTo>
                  <a:pt x="2745" y="4905"/>
                </a:lnTo>
                <a:lnTo>
                  <a:pt x="2463" y="4965"/>
                </a:lnTo>
                <a:lnTo>
                  <a:pt x="2160" y="5006"/>
                </a:lnTo>
                <a:lnTo>
                  <a:pt x="1837" y="5026"/>
                </a:lnTo>
                <a:lnTo>
                  <a:pt x="1514" y="5006"/>
                </a:lnTo>
                <a:lnTo>
                  <a:pt x="1353" y="4965"/>
                </a:lnTo>
                <a:lnTo>
                  <a:pt x="1171" y="4945"/>
                </a:lnTo>
                <a:lnTo>
                  <a:pt x="1010" y="4885"/>
                </a:lnTo>
                <a:lnTo>
                  <a:pt x="848" y="4824"/>
                </a:lnTo>
                <a:lnTo>
                  <a:pt x="707" y="4743"/>
                </a:lnTo>
                <a:lnTo>
                  <a:pt x="546" y="4642"/>
                </a:lnTo>
                <a:lnTo>
                  <a:pt x="445" y="4562"/>
                </a:lnTo>
                <a:lnTo>
                  <a:pt x="364" y="4461"/>
                </a:lnTo>
                <a:lnTo>
                  <a:pt x="283" y="4380"/>
                </a:lnTo>
                <a:lnTo>
                  <a:pt x="203" y="4279"/>
                </a:lnTo>
                <a:lnTo>
                  <a:pt x="162" y="4178"/>
                </a:lnTo>
                <a:lnTo>
                  <a:pt x="122" y="4057"/>
                </a:lnTo>
                <a:lnTo>
                  <a:pt x="81" y="3956"/>
                </a:lnTo>
                <a:lnTo>
                  <a:pt x="81" y="3855"/>
                </a:lnTo>
                <a:lnTo>
                  <a:pt x="81" y="3654"/>
                </a:lnTo>
                <a:lnTo>
                  <a:pt x="142" y="3492"/>
                </a:lnTo>
                <a:lnTo>
                  <a:pt x="243" y="3331"/>
                </a:lnTo>
                <a:lnTo>
                  <a:pt x="364" y="3169"/>
                </a:lnTo>
                <a:lnTo>
                  <a:pt x="505" y="3028"/>
                </a:lnTo>
                <a:lnTo>
                  <a:pt x="647" y="2907"/>
                </a:lnTo>
                <a:lnTo>
                  <a:pt x="949" y="2685"/>
                </a:lnTo>
                <a:lnTo>
                  <a:pt x="1656" y="2261"/>
                </a:lnTo>
                <a:lnTo>
                  <a:pt x="2362" y="1858"/>
                </a:lnTo>
                <a:lnTo>
                  <a:pt x="3088" y="1474"/>
                </a:lnTo>
                <a:lnTo>
                  <a:pt x="3835" y="1131"/>
                </a:lnTo>
                <a:lnTo>
                  <a:pt x="4602" y="828"/>
                </a:lnTo>
                <a:lnTo>
                  <a:pt x="5369" y="566"/>
                </a:lnTo>
                <a:lnTo>
                  <a:pt x="6156" y="324"/>
                </a:lnTo>
                <a:lnTo>
                  <a:pt x="6943" y="122"/>
                </a:lnTo>
                <a:lnTo>
                  <a:pt x="7044" y="102"/>
                </a:lnTo>
                <a:lnTo>
                  <a:pt x="7124" y="82"/>
                </a:lnTo>
                <a:close/>
                <a:moveTo>
                  <a:pt x="7145" y="1"/>
                </a:moveTo>
                <a:lnTo>
                  <a:pt x="7084" y="21"/>
                </a:lnTo>
                <a:lnTo>
                  <a:pt x="6923" y="41"/>
                </a:lnTo>
                <a:lnTo>
                  <a:pt x="6136" y="243"/>
                </a:lnTo>
                <a:lnTo>
                  <a:pt x="5348" y="485"/>
                </a:lnTo>
                <a:lnTo>
                  <a:pt x="4561" y="768"/>
                </a:lnTo>
                <a:lnTo>
                  <a:pt x="3795" y="1071"/>
                </a:lnTo>
                <a:lnTo>
                  <a:pt x="3048" y="1414"/>
                </a:lnTo>
                <a:lnTo>
                  <a:pt x="2321" y="1777"/>
                </a:lnTo>
                <a:lnTo>
                  <a:pt x="1595" y="2180"/>
                </a:lnTo>
                <a:lnTo>
                  <a:pt x="909" y="2624"/>
                </a:lnTo>
                <a:lnTo>
                  <a:pt x="586" y="2846"/>
                </a:lnTo>
                <a:lnTo>
                  <a:pt x="445" y="2988"/>
                </a:lnTo>
                <a:lnTo>
                  <a:pt x="283" y="3129"/>
                </a:lnTo>
                <a:lnTo>
                  <a:pt x="162" y="3290"/>
                </a:lnTo>
                <a:lnTo>
                  <a:pt x="81" y="3472"/>
                </a:lnTo>
                <a:lnTo>
                  <a:pt x="21" y="3654"/>
                </a:lnTo>
                <a:lnTo>
                  <a:pt x="1" y="3754"/>
                </a:lnTo>
                <a:lnTo>
                  <a:pt x="1" y="3855"/>
                </a:lnTo>
                <a:lnTo>
                  <a:pt x="1" y="3976"/>
                </a:lnTo>
                <a:lnTo>
                  <a:pt x="41" y="4077"/>
                </a:lnTo>
                <a:lnTo>
                  <a:pt x="81" y="4198"/>
                </a:lnTo>
                <a:lnTo>
                  <a:pt x="142" y="4320"/>
                </a:lnTo>
                <a:lnTo>
                  <a:pt x="203" y="4420"/>
                </a:lnTo>
                <a:lnTo>
                  <a:pt x="303" y="4521"/>
                </a:lnTo>
                <a:lnTo>
                  <a:pt x="384" y="4622"/>
                </a:lnTo>
                <a:lnTo>
                  <a:pt x="505" y="4703"/>
                </a:lnTo>
                <a:lnTo>
                  <a:pt x="667" y="4804"/>
                </a:lnTo>
                <a:lnTo>
                  <a:pt x="808" y="4885"/>
                </a:lnTo>
                <a:lnTo>
                  <a:pt x="990" y="4965"/>
                </a:lnTo>
                <a:lnTo>
                  <a:pt x="1151" y="5006"/>
                </a:lnTo>
                <a:lnTo>
                  <a:pt x="1312" y="5046"/>
                </a:lnTo>
                <a:lnTo>
                  <a:pt x="1494" y="5086"/>
                </a:lnTo>
                <a:lnTo>
                  <a:pt x="1837" y="5107"/>
                </a:lnTo>
                <a:lnTo>
                  <a:pt x="2160" y="5086"/>
                </a:lnTo>
                <a:lnTo>
                  <a:pt x="2483" y="5046"/>
                </a:lnTo>
                <a:lnTo>
                  <a:pt x="2765" y="4985"/>
                </a:lnTo>
                <a:lnTo>
                  <a:pt x="3008" y="4905"/>
                </a:lnTo>
                <a:lnTo>
                  <a:pt x="3452" y="4763"/>
                </a:lnTo>
                <a:lnTo>
                  <a:pt x="3875" y="4582"/>
                </a:lnTo>
                <a:lnTo>
                  <a:pt x="4299" y="4360"/>
                </a:lnTo>
                <a:lnTo>
                  <a:pt x="4703" y="4118"/>
                </a:lnTo>
                <a:lnTo>
                  <a:pt x="5086" y="3835"/>
                </a:lnTo>
                <a:lnTo>
                  <a:pt x="5449" y="3532"/>
                </a:lnTo>
                <a:lnTo>
                  <a:pt x="5792" y="3189"/>
                </a:lnTo>
                <a:lnTo>
                  <a:pt x="6115" y="2846"/>
                </a:lnTo>
                <a:lnTo>
                  <a:pt x="6398" y="2443"/>
                </a:lnTo>
                <a:lnTo>
                  <a:pt x="6640" y="2080"/>
                </a:lnTo>
                <a:lnTo>
                  <a:pt x="6882" y="1676"/>
                </a:lnTo>
                <a:lnTo>
                  <a:pt x="7124" y="1252"/>
                </a:lnTo>
                <a:lnTo>
                  <a:pt x="7306" y="849"/>
                </a:lnTo>
                <a:lnTo>
                  <a:pt x="7366" y="667"/>
                </a:lnTo>
                <a:lnTo>
                  <a:pt x="7407" y="485"/>
                </a:lnTo>
                <a:lnTo>
                  <a:pt x="7427" y="324"/>
                </a:lnTo>
                <a:lnTo>
                  <a:pt x="7407" y="203"/>
                </a:lnTo>
                <a:lnTo>
                  <a:pt x="7387" y="142"/>
                </a:lnTo>
                <a:lnTo>
                  <a:pt x="7346" y="82"/>
                </a:lnTo>
                <a:lnTo>
                  <a:pt x="7286" y="41"/>
                </a:lnTo>
                <a:lnTo>
                  <a:pt x="7225" y="21"/>
                </a:lnTo>
                <a:lnTo>
                  <a:pt x="7145" y="1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5" name="Google Shape;385;p5"/>
          <p:cNvSpPr/>
          <p:nvPr/>
        </p:nvSpPr>
        <p:spPr>
          <a:xfrm>
            <a:off x="7966509" y="29975"/>
            <a:ext cx="166996" cy="99348"/>
          </a:xfrm>
          <a:custGeom>
            <a:rect b="b" l="l" r="r" t="t"/>
            <a:pathLst>
              <a:path extrusionOk="0" h="1777" w="2987">
                <a:moveTo>
                  <a:pt x="2240" y="81"/>
                </a:moveTo>
                <a:lnTo>
                  <a:pt x="2442" y="101"/>
                </a:lnTo>
                <a:lnTo>
                  <a:pt x="2644" y="122"/>
                </a:lnTo>
                <a:lnTo>
                  <a:pt x="2745" y="162"/>
                </a:lnTo>
                <a:lnTo>
                  <a:pt x="2805" y="182"/>
                </a:lnTo>
                <a:lnTo>
                  <a:pt x="2866" y="243"/>
                </a:lnTo>
                <a:lnTo>
                  <a:pt x="2906" y="283"/>
                </a:lnTo>
                <a:lnTo>
                  <a:pt x="2906" y="364"/>
                </a:lnTo>
                <a:lnTo>
                  <a:pt x="2906" y="444"/>
                </a:lnTo>
                <a:lnTo>
                  <a:pt x="2846" y="525"/>
                </a:lnTo>
                <a:lnTo>
                  <a:pt x="2765" y="626"/>
                </a:lnTo>
                <a:lnTo>
                  <a:pt x="2543" y="868"/>
                </a:lnTo>
                <a:lnTo>
                  <a:pt x="2281" y="1070"/>
                </a:lnTo>
                <a:lnTo>
                  <a:pt x="1998" y="1252"/>
                </a:lnTo>
                <a:lnTo>
                  <a:pt x="1716" y="1413"/>
                </a:lnTo>
                <a:lnTo>
                  <a:pt x="1393" y="1534"/>
                </a:lnTo>
                <a:lnTo>
                  <a:pt x="1090" y="1615"/>
                </a:lnTo>
                <a:lnTo>
                  <a:pt x="747" y="1675"/>
                </a:lnTo>
                <a:lnTo>
                  <a:pt x="424" y="1696"/>
                </a:lnTo>
                <a:lnTo>
                  <a:pt x="263" y="1696"/>
                </a:lnTo>
                <a:lnTo>
                  <a:pt x="182" y="1655"/>
                </a:lnTo>
                <a:lnTo>
                  <a:pt x="121" y="1615"/>
                </a:lnTo>
                <a:lnTo>
                  <a:pt x="81" y="1554"/>
                </a:lnTo>
                <a:lnTo>
                  <a:pt x="81" y="1494"/>
                </a:lnTo>
                <a:lnTo>
                  <a:pt x="81" y="1433"/>
                </a:lnTo>
                <a:lnTo>
                  <a:pt x="101" y="1373"/>
                </a:lnTo>
                <a:lnTo>
                  <a:pt x="182" y="1252"/>
                </a:lnTo>
                <a:lnTo>
                  <a:pt x="263" y="1151"/>
                </a:lnTo>
                <a:lnTo>
                  <a:pt x="485" y="949"/>
                </a:lnTo>
                <a:lnTo>
                  <a:pt x="686" y="747"/>
                </a:lnTo>
                <a:lnTo>
                  <a:pt x="929" y="586"/>
                </a:lnTo>
                <a:lnTo>
                  <a:pt x="1171" y="424"/>
                </a:lnTo>
                <a:lnTo>
                  <a:pt x="1413" y="283"/>
                </a:lnTo>
                <a:lnTo>
                  <a:pt x="1675" y="182"/>
                </a:lnTo>
                <a:lnTo>
                  <a:pt x="1958" y="101"/>
                </a:lnTo>
                <a:lnTo>
                  <a:pt x="2240" y="81"/>
                </a:lnTo>
                <a:close/>
                <a:moveTo>
                  <a:pt x="2119" y="0"/>
                </a:moveTo>
                <a:lnTo>
                  <a:pt x="1938" y="21"/>
                </a:lnTo>
                <a:lnTo>
                  <a:pt x="1776" y="61"/>
                </a:lnTo>
                <a:lnTo>
                  <a:pt x="1615" y="122"/>
                </a:lnTo>
                <a:lnTo>
                  <a:pt x="1453" y="182"/>
                </a:lnTo>
                <a:lnTo>
                  <a:pt x="1292" y="243"/>
                </a:lnTo>
                <a:lnTo>
                  <a:pt x="1009" y="424"/>
                </a:lnTo>
                <a:lnTo>
                  <a:pt x="727" y="626"/>
                </a:lnTo>
                <a:lnTo>
                  <a:pt x="464" y="848"/>
                </a:lnTo>
                <a:lnTo>
                  <a:pt x="222" y="1090"/>
                </a:lnTo>
                <a:lnTo>
                  <a:pt x="101" y="1211"/>
                </a:lnTo>
                <a:lnTo>
                  <a:pt x="21" y="1332"/>
                </a:lnTo>
                <a:lnTo>
                  <a:pt x="0" y="1433"/>
                </a:lnTo>
                <a:lnTo>
                  <a:pt x="0" y="1514"/>
                </a:lnTo>
                <a:lnTo>
                  <a:pt x="21" y="1595"/>
                </a:lnTo>
                <a:lnTo>
                  <a:pt x="61" y="1655"/>
                </a:lnTo>
                <a:lnTo>
                  <a:pt x="121" y="1716"/>
                </a:lnTo>
                <a:lnTo>
                  <a:pt x="222" y="1756"/>
                </a:lnTo>
                <a:lnTo>
                  <a:pt x="303" y="1776"/>
                </a:lnTo>
                <a:lnTo>
                  <a:pt x="424" y="1776"/>
                </a:lnTo>
                <a:lnTo>
                  <a:pt x="767" y="1756"/>
                </a:lnTo>
                <a:lnTo>
                  <a:pt x="1110" y="1696"/>
                </a:lnTo>
                <a:lnTo>
                  <a:pt x="1433" y="1615"/>
                </a:lnTo>
                <a:lnTo>
                  <a:pt x="1736" y="1474"/>
                </a:lnTo>
                <a:lnTo>
                  <a:pt x="2039" y="1332"/>
                </a:lnTo>
                <a:lnTo>
                  <a:pt x="2321" y="1131"/>
                </a:lnTo>
                <a:lnTo>
                  <a:pt x="2604" y="929"/>
                </a:lnTo>
                <a:lnTo>
                  <a:pt x="2826" y="687"/>
                </a:lnTo>
                <a:lnTo>
                  <a:pt x="2926" y="565"/>
                </a:lnTo>
                <a:lnTo>
                  <a:pt x="2987" y="465"/>
                </a:lnTo>
                <a:lnTo>
                  <a:pt x="2987" y="343"/>
                </a:lnTo>
                <a:lnTo>
                  <a:pt x="2967" y="263"/>
                </a:lnTo>
                <a:lnTo>
                  <a:pt x="2926" y="182"/>
                </a:lnTo>
                <a:lnTo>
                  <a:pt x="2866" y="122"/>
                </a:lnTo>
                <a:lnTo>
                  <a:pt x="2765" y="81"/>
                </a:lnTo>
                <a:lnTo>
                  <a:pt x="2664" y="41"/>
                </a:lnTo>
                <a:lnTo>
                  <a:pt x="2462" y="21"/>
                </a:lnTo>
                <a:lnTo>
                  <a:pt x="2281" y="0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386" name="Google Shape;386;p5"/>
          <p:cNvGrpSpPr/>
          <p:nvPr/>
        </p:nvGrpSpPr>
        <p:grpSpPr>
          <a:xfrm>
            <a:off x="1162260" y="4250607"/>
            <a:ext cx="2960526" cy="1551321"/>
            <a:chOff x="1162260" y="4250607"/>
            <a:chExt cx="2960526" cy="1551321"/>
          </a:xfrm>
        </p:grpSpPr>
        <p:sp>
          <p:nvSpPr>
            <p:cNvPr id="387" name="Google Shape;387;p5"/>
            <p:cNvSpPr/>
            <p:nvPr/>
          </p:nvSpPr>
          <p:spPr>
            <a:xfrm>
              <a:off x="1162260" y="4250607"/>
              <a:ext cx="2960526" cy="1551321"/>
            </a:xfrm>
            <a:custGeom>
              <a:rect b="b" l="l" r="r" t="t"/>
              <a:pathLst>
                <a:path extrusionOk="0" h="27748" w="52954">
                  <a:moveTo>
                    <a:pt x="8698" y="81"/>
                  </a:moveTo>
                  <a:lnTo>
                    <a:pt x="9162" y="121"/>
                  </a:lnTo>
                  <a:lnTo>
                    <a:pt x="9647" y="162"/>
                  </a:lnTo>
                  <a:lnTo>
                    <a:pt x="10111" y="243"/>
                  </a:lnTo>
                  <a:lnTo>
                    <a:pt x="10555" y="343"/>
                  </a:lnTo>
                  <a:lnTo>
                    <a:pt x="10999" y="444"/>
                  </a:lnTo>
                  <a:lnTo>
                    <a:pt x="11443" y="565"/>
                  </a:lnTo>
                  <a:lnTo>
                    <a:pt x="11887" y="707"/>
                  </a:lnTo>
                  <a:lnTo>
                    <a:pt x="12311" y="848"/>
                  </a:lnTo>
                  <a:lnTo>
                    <a:pt x="12734" y="1009"/>
                  </a:lnTo>
                  <a:lnTo>
                    <a:pt x="13582" y="1373"/>
                  </a:lnTo>
                  <a:lnTo>
                    <a:pt x="14389" y="1756"/>
                  </a:lnTo>
                  <a:lnTo>
                    <a:pt x="15176" y="2160"/>
                  </a:lnTo>
                  <a:lnTo>
                    <a:pt x="15943" y="2563"/>
                  </a:lnTo>
                  <a:lnTo>
                    <a:pt x="16669" y="2987"/>
                  </a:lnTo>
                  <a:lnTo>
                    <a:pt x="18021" y="3754"/>
                  </a:lnTo>
                  <a:lnTo>
                    <a:pt x="19353" y="4561"/>
                  </a:lnTo>
                  <a:lnTo>
                    <a:pt x="22017" y="6176"/>
                  </a:lnTo>
                  <a:lnTo>
                    <a:pt x="24439" y="7649"/>
                  </a:lnTo>
                  <a:lnTo>
                    <a:pt x="25670" y="8395"/>
                  </a:lnTo>
                  <a:lnTo>
                    <a:pt x="26901" y="9102"/>
                  </a:lnTo>
                  <a:lnTo>
                    <a:pt x="28152" y="9808"/>
                  </a:lnTo>
                  <a:lnTo>
                    <a:pt x="29403" y="10494"/>
                  </a:lnTo>
                  <a:lnTo>
                    <a:pt x="30654" y="11160"/>
                  </a:lnTo>
                  <a:lnTo>
                    <a:pt x="31925" y="11806"/>
                  </a:lnTo>
                  <a:lnTo>
                    <a:pt x="33217" y="12391"/>
                  </a:lnTo>
                  <a:lnTo>
                    <a:pt x="34509" y="12956"/>
                  </a:lnTo>
                  <a:lnTo>
                    <a:pt x="35820" y="13481"/>
                  </a:lnTo>
                  <a:lnTo>
                    <a:pt x="36486" y="13743"/>
                  </a:lnTo>
                  <a:lnTo>
                    <a:pt x="37152" y="13965"/>
                  </a:lnTo>
                  <a:lnTo>
                    <a:pt x="37818" y="14187"/>
                  </a:lnTo>
                  <a:lnTo>
                    <a:pt x="38484" y="14389"/>
                  </a:lnTo>
                  <a:lnTo>
                    <a:pt x="39170" y="14591"/>
                  </a:lnTo>
                  <a:lnTo>
                    <a:pt x="39856" y="14772"/>
                  </a:lnTo>
                  <a:lnTo>
                    <a:pt x="40542" y="14934"/>
                  </a:lnTo>
                  <a:lnTo>
                    <a:pt x="41228" y="15075"/>
                  </a:lnTo>
                  <a:lnTo>
                    <a:pt x="41935" y="15216"/>
                  </a:lnTo>
                  <a:lnTo>
                    <a:pt x="42621" y="15317"/>
                  </a:lnTo>
                  <a:lnTo>
                    <a:pt x="43246" y="15418"/>
                  </a:lnTo>
                  <a:lnTo>
                    <a:pt x="43852" y="15479"/>
                  </a:lnTo>
                  <a:lnTo>
                    <a:pt x="44437" y="15519"/>
                  </a:lnTo>
                  <a:lnTo>
                    <a:pt x="45002" y="15539"/>
                  </a:lnTo>
                  <a:lnTo>
                    <a:pt x="45567" y="15539"/>
                  </a:lnTo>
                  <a:lnTo>
                    <a:pt x="46092" y="15519"/>
                  </a:lnTo>
                  <a:lnTo>
                    <a:pt x="46596" y="15479"/>
                  </a:lnTo>
                  <a:lnTo>
                    <a:pt x="47081" y="15398"/>
                  </a:lnTo>
                  <a:lnTo>
                    <a:pt x="47565" y="15317"/>
                  </a:lnTo>
                  <a:lnTo>
                    <a:pt x="48009" y="15216"/>
                  </a:lnTo>
                  <a:lnTo>
                    <a:pt x="48453" y="15075"/>
                  </a:lnTo>
                  <a:lnTo>
                    <a:pt x="48877" y="14934"/>
                  </a:lnTo>
                  <a:lnTo>
                    <a:pt x="49280" y="14752"/>
                  </a:lnTo>
                  <a:lnTo>
                    <a:pt x="49664" y="14550"/>
                  </a:lnTo>
                  <a:lnTo>
                    <a:pt x="50027" y="14348"/>
                  </a:lnTo>
                  <a:lnTo>
                    <a:pt x="50390" y="14106"/>
                  </a:lnTo>
                  <a:lnTo>
                    <a:pt x="50612" y="13925"/>
                  </a:lnTo>
                  <a:lnTo>
                    <a:pt x="50814" y="13763"/>
                  </a:lnTo>
                  <a:lnTo>
                    <a:pt x="51036" y="13622"/>
                  </a:lnTo>
                  <a:lnTo>
                    <a:pt x="51258" y="13481"/>
                  </a:lnTo>
                  <a:lnTo>
                    <a:pt x="51500" y="13380"/>
                  </a:lnTo>
                  <a:lnTo>
                    <a:pt x="51662" y="13339"/>
                  </a:lnTo>
                  <a:lnTo>
                    <a:pt x="51823" y="13299"/>
                  </a:lnTo>
                  <a:lnTo>
                    <a:pt x="51984" y="13299"/>
                  </a:lnTo>
                  <a:lnTo>
                    <a:pt x="52146" y="13319"/>
                  </a:lnTo>
                  <a:lnTo>
                    <a:pt x="52307" y="13360"/>
                  </a:lnTo>
                  <a:lnTo>
                    <a:pt x="52449" y="13420"/>
                  </a:lnTo>
                  <a:lnTo>
                    <a:pt x="52570" y="13521"/>
                  </a:lnTo>
                  <a:lnTo>
                    <a:pt x="52691" y="13642"/>
                  </a:lnTo>
                  <a:lnTo>
                    <a:pt x="52771" y="13804"/>
                  </a:lnTo>
                  <a:lnTo>
                    <a:pt x="52832" y="13985"/>
                  </a:lnTo>
                  <a:lnTo>
                    <a:pt x="52852" y="14167"/>
                  </a:lnTo>
                  <a:lnTo>
                    <a:pt x="52872" y="14348"/>
                  </a:lnTo>
                  <a:lnTo>
                    <a:pt x="52872" y="14893"/>
                  </a:lnTo>
                  <a:lnTo>
                    <a:pt x="52832" y="15398"/>
                  </a:lnTo>
                  <a:lnTo>
                    <a:pt x="52751" y="15902"/>
                  </a:lnTo>
                  <a:lnTo>
                    <a:pt x="52630" y="16366"/>
                  </a:lnTo>
                  <a:lnTo>
                    <a:pt x="52489" y="16831"/>
                  </a:lnTo>
                  <a:lnTo>
                    <a:pt x="52307" y="17254"/>
                  </a:lnTo>
                  <a:lnTo>
                    <a:pt x="52085" y="17658"/>
                  </a:lnTo>
                  <a:lnTo>
                    <a:pt x="51823" y="18041"/>
                  </a:lnTo>
                  <a:lnTo>
                    <a:pt x="51540" y="18405"/>
                  </a:lnTo>
                  <a:lnTo>
                    <a:pt x="51238" y="18728"/>
                  </a:lnTo>
                  <a:lnTo>
                    <a:pt x="50895" y="19030"/>
                  </a:lnTo>
                  <a:lnTo>
                    <a:pt x="50511" y="19293"/>
                  </a:lnTo>
                  <a:lnTo>
                    <a:pt x="50128" y="19535"/>
                  </a:lnTo>
                  <a:lnTo>
                    <a:pt x="49684" y="19737"/>
                  </a:lnTo>
                  <a:lnTo>
                    <a:pt x="49240" y="19898"/>
                  </a:lnTo>
                  <a:lnTo>
                    <a:pt x="48756" y="20039"/>
                  </a:lnTo>
                  <a:lnTo>
                    <a:pt x="48211" y="20140"/>
                  </a:lnTo>
                  <a:lnTo>
                    <a:pt x="47666" y="20221"/>
                  </a:lnTo>
                  <a:lnTo>
                    <a:pt x="47121" y="20261"/>
                  </a:lnTo>
                  <a:lnTo>
                    <a:pt x="46031" y="20261"/>
                  </a:lnTo>
                  <a:lnTo>
                    <a:pt x="45507" y="20241"/>
                  </a:lnTo>
                  <a:lnTo>
                    <a:pt x="44437" y="20160"/>
                  </a:lnTo>
                  <a:lnTo>
                    <a:pt x="42924" y="20019"/>
                  </a:lnTo>
                  <a:lnTo>
                    <a:pt x="41410" y="19858"/>
                  </a:lnTo>
                  <a:lnTo>
                    <a:pt x="38403" y="19494"/>
                  </a:lnTo>
                  <a:lnTo>
                    <a:pt x="36183" y="19212"/>
                  </a:lnTo>
                  <a:lnTo>
                    <a:pt x="33964" y="18970"/>
                  </a:lnTo>
                  <a:lnTo>
                    <a:pt x="32834" y="18849"/>
                  </a:lnTo>
                  <a:lnTo>
                    <a:pt x="31724" y="18768"/>
                  </a:lnTo>
                  <a:lnTo>
                    <a:pt x="30614" y="18687"/>
                  </a:lnTo>
                  <a:lnTo>
                    <a:pt x="29484" y="18627"/>
                  </a:lnTo>
                  <a:lnTo>
                    <a:pt x="28374" y="18606"/>
                  </a:lnTo>
                  <a:lnTo>
                    <a:pt x="27264" y="18606"/>
                  </a:lnTo>
                  <a:lnTo>
                    <a:pt x="26134" y="18627"/>
                  </a:lnTo>
                  <a:lnTo>
                    <a:pt x="25024" y="18687"/>
                  </a:lnTo>
                  <a:lnTo>
                    <a:pt x="23914" y="18788"/>
                  </a:lnTo>
                  <a:lnTo>
                    <a:pt x="22824" y="18909"/>
                  </a:lnTo>
                  <a:lnTo>
                    <a:pt x="21714" y="19091"/>
                  </a:lnTo>
                  <a:lnTo>
                    <a:pt x="20625" y="19313"/>
                  </a:lnTo>
                  <a:lnTo>
                    <a:pt x="19555" y="19595"/>
                  </a:lnTo>
                  <a:lnTo>
                    <a:pt x="18486" y="19898"/>
                  </a:lnTo>
                  <a:lnTo>
                    <a:pt x="17456" y="20241"/>
                  </a:lnTo>
                  <a:lnTo>
                    <a:pt x="16407" y="20645"/>
                  </a:lnTo>
                  <a:lnTo>
                    <a:pt x="15398" y="21048"/>
                  </a:lnTo>
                  <a:lnTo>
                    <a:pt x="14389" y="21512"/>
                  </a:lnTo>
                  <a:lnTo>
                    <a:pt x="13400" y="21977"/>
                  </a:lnTo>
                  <a:lnTo>
                    <a:pt x="12411" y="22481"/>
                  </a:lnTo>
                  <a:lnTo>
                    <a:pt x="11423" y="23006"/>
                  </a:lnTo>
                  <a:lnTo>
                    <a:pt x="10454" y="23551"/>
                  </a:lnTo>
                  <a:lnTo>
                    <a:pt x="9505" y="24116"/>
                  </a:lnTo>
                  <a:lnTo>
                    <a:pt x="8537" y="24681"/>
                  </a:lnTo>
                  <a:lnTo>
                    <a:pt x="6660" y="25851"/>
                  </a:lnTo>
                  <a:lnTo>
                    <a:pt x="4783" y="27022"/>
                  </a:lnTo>
                  <a:lnTo>
                    <a:pt x="4703" y="27082"/>
                  </a:lnTo>
                  <a:lnTo>
                    <a:pt x="4339" y="27304"/>
                  </a:lnTo>
                  <a:lnTo>
                    <a:pt x="4017" y="27465"/>
                  </a:lnTo>
                  <a:lnTo>
                    <a:pt x="3694" y="27587"/>
                  </a:lnTo>
                  <a:lnTo>
                    <a:pt x="3411" y="27647"/>
                  </a:lnTo>
                  <a:lnTo>
                    <a:pt x="3149" y="27667"/>
                  </a:lnTo>
                  <a:lnTo>
                    <a:pt x="3028" y="27667"/>
                  </a:lnTo>
                  <a:lnTo>
                    <a:pt x="2907" y="27647"/>
                  </a:lnTo>
                  <a:lnTo>
                    <a:pt x="2806" y="27607"/>
                  </a:lnTo>
                  <a:lnTo>
                    <a:pt x="2685" y="27566"/>
                  </a:lnTo>
                  <a:lnTo>
                    <a:pt x="2584" y="27506"/>
                  </a:lnTo>
                  <a:lnTo>
                    <a:pt x="2503" y="27445"/>
                  </a:lnTo>
                  <a:lnTo>
                    <a:pt x="2382" y="27344"/>
                  </a:lnTo>
                  <a:lnTo>
                    <a:pt x="2301" y="27223"/>
                  </a:lnTo>
                  <a:lnTo>
                    <a:pt x="2220" y="27082"/>
                  </a:lnTo>
                  <a:lnTo>
                    <a:pt x="2140" y="26941"/>
                  </a:lnTo>
                  <a:lnTo>
                    <a:pt x="2039" y="26638"/>
                  </a:lnTo>
                  <a:lnTo>
                    <a:pt x="1958" y="26295"/>
                  </a:lnTo>
                  <a:lnTo>
                    <a:pt x="1716" y="25064"/>
                  </a:lnTo>
                  <a:lnTo>
                    <a:pt x="1474" y="23813"/>
                  </a:lnTo>
                  <a:lnTo>
                    <a:pt x="1232" y="22562"/>
                  </a:lnTo>
                  <a:lnTo>
                    <a:pt x="1030" y="21311"/>
                  </a:lnTo>
                  <a:lnTo>
                    <a:pt x="828" y="20059"/>
                  </a:lnTo>
                  <a:lnTo>
                    <a:pt x="667" y="18808"/>
                  </a:lnTo>
                  <a:lnTo>
                    <a:pt x="505" y="17537"/>
                  </a:lnTo>
                  <a:lnTo>
                    <a:pt x="364" y="16286"/>
                  </a:lnTo>
                  <a:lnTo>
                    <a:pt x="283" y="15378"/>
                  </a:lnTo>
                  <a:lnTo>
                    <a:pt x="202" y="14550"/>
                  </a:lnTo>
                  <a:lnTo>
                    <a:pt x="162" y="13743"/>
                  </a:lnTo>
                  <a:lnTo>
                    <a:pt x="122" y="13017"/>
                  </a:lnTo>
                  <a:lnTo>
                    <a:pt x="102" y="12310"/>
                  </a:lnTo>
                  <a:lnTo>
                    <a:pt x="81" y="11664"/>
                  </a:lnTo>
                  <a:lnTo>
                    <a:pt x="102" y="11059"/>
                  </a:lnTo>
                  <a:lnTo>
                    <a:pt x="102" y="10494"/>
                  </a:lnTo>
                  <a:lnTo>
                    <a:pt x="162" y="9485"/>
                  </a:lnTo>
                  <a:lnTo>
                    <a:pt x="263" y="8597"/>
                  </a:lnTo>
                  <a:lnTo>
                    <a:pt x="364" y="7810"/>
                  </a:lnTo>
                  <a:lnTo>
                    <a:pt x="505" y="7124"/>
                  </a:lnTo>
                  <a:lnTo>
                    <a:pt x="606" y="6680"/>
                  </a:lnTo>
                  <a:lnTo>
                    <a:pt x="707" y="6236"/>
                  </a:lnTo>
                  <a:lnTo>
                    <a:pt x="828" y="5812"/>
                  </a:lnTo>
                  <a:lnTo>
                    <a:pt x="969" y="5409"/>
                  </a:lnTo>
                  <a:lnTo>
                    <a:pt x="1111" y="5005"/>
                  </a:lnTo>
                  <a:lnTo>
                    <a:pt x="1252" y="4642"/>
                  </a:lnTo>
                  <a:lnTo>
                    <a:pt x="1413" y="4279"/>
                  </a:lnTo>
                  <a:lnTo>
                    <a:pt x="1595" y="3915"/>
                  </a:lnTo>
                  <a:lnTo>
                    <a:pt x="1777" y="3592"/>
                  </a:lnTo>
                  <a:lnTo>
                    <a:pt x="1978" y="3270"/>
                  </a:lnTo>
                  <a:lnTo>
                    <a:pt x="2180" y="2967"/>
                  </a:lnTo>
                  <a:lnTo>
                    <a:pt x="2402" y="2684"/>
                  </a:lnTo>
                  <a:lnTo>
                    <a:pt x="2624" y="2402"/>
                  </a:lnTo>
                  <a:lnTo>
                    <a:pt x="2866" y="2160"/>
                  </a:lnTo>
                  <a:lnTo>
                    <a:pt x="3108" y="1918"/>
                  </a:lnTo>
                  <a:lnTo>
                    <a:pt x="3371" y="1675"/>
                  </a:lnTo>
                  <a:lnTo>
                    <a:pt x="3613" y="1494"/>
                  </a:lnTo>
                  <a:lnTo>
                    <a:pt x="3855" y="1312"/>
                  </a:lnTo>
                  <a:lnTo>
                    <a:pt x="4117" y="1151"/>
                  </a:lnTo>
                  <a:lnTo>
                    <a:pt x="4400" y="989"/>
                  </a:lnTo>
                  <a:lnTo>
                    <a:pt x="4682" y="848"/>
                  </a:lnTo>
                  <a:lnTo>
                    <a:pt x="4965" y="707"/>
                  </a:lnTo>
                  <a:lnTo>
                    <a:pt x="5268" y="586"/>
                  </a:lnTo>
                  <a:lnTo>
                    <a:pt x="5570" y="485"/>
                  </a:lnTo>
                  <a:lnTo>
                    <a:pt x="5893" y="384"/>
                  </a:lnTo>
                  <a:lnTo>
                    <a:pt x="6196" y="303"/>
                  </a:lnTo>
                  <a:lnTo>
                    <a:pt x="6539" y="243"/>
                  </a:lnTo>
                  <a:lnTo>
                    <a:pt x="6862" y="182"/>
                  </a:lnTo>
                  <a:lnTo>
                    <a:pt x="7205" y="121"/>
                  </a:lnTo>
                  <a:lnTo>
                    <a:pt x="7548" y="101"/>
                  </a:lnTo>
                  <a:lnTo>
                    <a:pt x="7891" y="81"/>
                  </a:lnTo>
                  <a:close/>
                  <a:moveTo>
                    <a:pt x="7730" y="0"/>
                  </a:moveTo>
                  <a:lnTo>
                    <a:pt x="7265" y="41"/>
                  </a:lnTo>
                  <a:lnTo>
                    <a:pt x="6801" y="101"/>
                  </a:lnTo>
                  <a:lnTo>
                    <a:pt x="6378" y="182"/>
                  </a:lnTo>
                  <a:lnTo>
                    <a:pt x="5934" y="283"/>
                  </a:lnTo>
                  <a:lnTo>
                    <a:pt x="5530" y="424"/>
                  </a:lnTo>
                  <a:lnTo>
                    <a:pt x="5106" y="565"/>
                  </a:lnTo>
                  <a:lnTo>
                    <a:pt x="4723" y="727"/>
                  </a:lnTo>
                  <a:lnTo>
                    <a:pt x="4339" y="929"/>
                  </a:lnTo>
                  <a:lnTo>
                    <a:pt x="3976" y="1130"/>
                  </a:lnTo>
                  <a:lnTo>
                    <a:pt x="3633" y="1373"/>
                  </a:lnTo>
                  <a:lnTo>
                    <a:pt x="3310" y="1615"/>
                  </a:lnTo>
                  <a:lnTo>
                    <a:pt x="3048" y="1857"/>
                  </a:lnTo>
                  <a:lnTo>
                    <a:pt x="2806" y="2099"/>
                  </a:lnTo>
                  <a:lnTo>
                    <a:pt x="2564" y="2361"/>
                  </a:lnTo>
                  <a:lnTo>
                    <a:pt x="2342" y="2624"/>
                  </a:lnTo>
                  <a:lnTo>
                    <a:pt x="2120" y="2927"/>
                  </a:lnTo>
                  <a:lnTo>
                    <a:pt x="1918" y="3229"/>
                  </a:lnTo>
                  <a:lnTo>
                    <a:pt x="1716" y="3552"/>
                  </a:lnTo>
                  <a:lnTo>
                    <a:pt x="1534" y="3875"/>
                  </a:lnTo>
                  <a:lnTo>
                    <a:pt x="1353" y="4238"/>
                  </a:lnTo>
                  <a:lnTo>
                    <a:pt x="1191" y="4601"/>
                  </a:lnTo>
                  <a:lnTo>
                    <a:pt x="1030" y="4985"/>
                  </a:lnTo>
                  <a:lnTo>
                    <a:pt x="889" y="5388"/>
                  </a:lnTo>
                  <a:lnTo>
                    <a:pt x="747" y="5792"/>
                  </a:lnTo>
                  <a:lnTo>
                    <a:pt x="626" y="6216"/>
                  </a:lnTo>
                  <a:lnTo>
                    <a:pt x="525" y="6660"/>
                  </a:lnTo>
                  <a:lnTo>
                    <a:pt x="424" y="7104"/>
                  </a:lnTo>
                  <a:lnTo>
                    <a:pt x="283" y="7810"/>
                  </a:lnTo>
                  <a:lnTo>
                    <a:pt x="182" y="8577"/>
                  </a:lnTo>
                  <a:lnTo>
                    <a:pt x="81" y="9485"/>
                  </a:lnTo>
                  <a:lnTo>
                    <a:pt x="21" y="10494"/>
                  </a:lnTo>
                  <a:lnTo>
                    <a:pt x="21" y="11059"/>
                  </a:lnTo>
                  <a:lnTo>
                    <a:pt x="1" y="11664"/>
                  </a:lnTo>
                  <a:lnTo>
                    <a:pt x="21" y="12310"/>
                  </a:lnTo>
                  <a:lnTo>
                    <a:pt x="41" y="13017"/>
                  </a:lnTo>
                  <a:lnTo>
                    <a:pt x="81" y="13743"/>
                  </a:lnTo>
                  <a:lnTo>
                    <a:pt x="122" y="14550"/>
                  </a:lnTo>
                  <a:lnTo>
                    <a:pt x="202" y="15398"/>
                  </a:lnTo>
                  <a:lnTo>
                    <a:pt x="283" y="16306"/>
                  </a:lnTo>
                  <a:lnTo>
                    <a:pt x="424" y="17557"/>
                  </a:lnTo>
                  <a:lnTo>
                    <a:pt x="586" y="18808"/>
                  </a:lnTo>
                  <a:lnTo>
                    <a:pt x="768" y="20080"/>
                  </a:lnTo>
                  <a:lnTo>
                    <a:pt x="949" y="21331"/>
                  </a:lnTo>
                  <a:lnTo>
                    <a:pt x="1151" y="22582"/>
                  </a:lnTo>
                  <a:lnTo>
                    <a:pt x="1393" y="23833"/>
                  </a:lnTo>
                  <a:lnTo>
                    <a:pt x="1635" y="25084"/>
                  </a:lnTo>
                  <a:lnTo>
                    <a:pt x="1877" y="26315"/>
                  </a:lnTo>
                  <a:lnTo>
                    <a:pt x="1978" y="26658"/>
                  </a:lnTo>
                  <a:lnTo>
                    <a:pt x="2079" y="26981"/>
                  </a:lnTo>
                  <a:lnTo>
                    <a:pt x="2140" y="27143"/>
                  </a:lnTo>
                  <a:lnTo>
                    <a:pt x="2241" y="27264"/>
                  </a:lnTo>
                  <a:lnTo>
                    <a:pt x="2342" y="27405"/>
                  </a:lnTo>
                  <a:lnTo>
                    <a:pt x="2442" y="27506"/>
                  </a:lnTo>
                  <a:lnTo>
                    <a:pt x="2604" y="27607"/>
                  </a:lnTo>
                  <a:lnTo>
                    <a:pt x="2786" y="27687"/>
                  </a:lnTo>
                  <a:lnTo>
                    <a:pt x="2967" y="27728"/>
                  </a:lnTo>
                  <a:lnTo>
                    <a:pt x="3169" y="27748"/>
                  </a:lnTo>
                  <a:lnTo>
                    <a:pt x="3330" y="27748"/>
                  </a:lnTo>
                  <a:lnTo>
                    <a:pt x="3512" y="27708"/>
                  </a:lnTo>
                  <a:lnTo>
                    <a:pt x="3694" y="27667"/>
                  </a:lnTo>
                  <a:lnTo>
                    <a:pt x="3875" y="27607"/>
                  </a:lnTo>
                  <a:lnTo>
                    <a:pt x="4077" y="27526"/>
                  </a:lnTo>
                  <a:lnTo>
                    <a:pt x="4299" y="27425"/>
                  </a:lnTo>
                  <a:lnTo>
                    <a:pt x="4743" y="27163"/>
                  </a:lnTo>
                  <a:lnTo>
                    <a:pt x="4844" y="27102"/>
                  </a:lnTo>
                  <a:lnTo>
                    <a:pt x="6700" y="25912"/>
                  </a:lnTo>
                  <a:lnTo>
                    <a:pt x="8577" y="24761"/>
                  </a:lnTo>
                  <a:lnTo>
                    <a:pt x="9546" y="24176"/>
                  </a:lnTo>
                  <a:lnTo>
                    <a:pt x="10494" y="23631"/>
                  </a:lnTo>
                  <a:lnTo>
                    <a:pt x="11463" y="23086"/>
                  </a:lnTo>
                  <a:lnTo>
                    <a:pt x="12432" y="22562"/>
                  </a:lnTo>
                  <a:lnTo>
                    <a:pt x="13420" y="22057"/>
                  </a:lnTo>
                  <a:lnTo>
                    <a:pt x="14429" y="21573"/>
                  </a:lnTo>
                  <a:lnTo>
                    <a:pt x="15418" y="21129"/>
                  </a:lnTo>
                  <a:lnTo>
                    <a:pt x="16447" y="20705"/>
                  </a:lnTo>
                  <a:lnTo>
                    <a:pt x="17477" y="20322"/>
                  </a:lnTo>
                  <a:lnTo>
                    <a:pt x="18506" y="19979"/>
                  </a:lnTo>
                  <a:lnTo>
                    <a:pt x="19575" y="19676"/>
                  </a:lnTo>
                  <a:lnTo>
                    <a:pt x="20645" y="19393"/>
                  </a:lnTo>
                  <a:lnTo>
                    <a:pt x="21735" y="19171"/>
                  </a:lnTo>
                  <a:lnTo>
                    <a:pt x="22824" y="18990"/>
                  </a:lnTo>
                  <a:lnTo>
                    <a:pt x="23934" y="18869"/>
                  </a:lnTo>
                  <a:lnTo>
                    <a:pt x="25044" y="18768"/>
                  </a:lnTo>
                  <a:lnTo>
                    <a:pt x="26154" y="18707"/>
                  </a:lnTo>
                  <a:lnTo>
                    <a:pt x="27264" y="18687"/>
                  </a:lnTo>
                  <a:lnTo>
                    <a:pt x="28374" y="18687"/>
                  </a:lnTo>
                  <a:lnTo>
                    <a:pt x="29484" y="18707"/>
                  </a:lnTo>
                  <a:lnTo>
                    <a:pt x="30614" y="18768"/>
                  </a:lnTo>
                  <a:lnTo>
                    <a:pt x="31724" y="18849"/>
                  </a:lnTo>
                  <a:lnTo>
                    <a:pt x="32834" y="18929"/>
                  </a:lnTo>
                  <a:lnTo>
                    <a:pt x="33944" y="19050"/>
                  </a:lnTo>
                  <a:lnTo>
                    <a:pt x="36183" y="19293"/>
                  </a:lnTo>
                  <a:lnTo>
                    <a:pt x="38383" y="19575"/>
                  </a:lnTo>
                  <a:lnTo>
                    <a:pt x="41390" y="19938"/>
                  </a:lnTo>
                  <a:lnTo>
                    <a:pt x="42924" y="20100"/>
                  </a:lnTo>
                  <a:lnTo>
                    <a:pt x="44437" y="20241"/>
                  </a:lnTo>
                  <a:lnTo>
                    <a:pt x="45507" y="20322"/>
                  </a:lnTo>
                  <a:lnTo>
                    <a:pt x="46031" y="20342"/>
                  </a:lnTo>
                  <a:lnTo>
                    <a:pt x="47141" y="20342"/>
                  </a:lnTo>
                  <a:lnTo>
                    <a:pt x="47686" y="20302"/>
                  </a:lnTo>
                  <a:lnTo>
                    <a:pt x="48231" y="20221"/>
                  </a:lnTo>
                  <a:lnTo>
                    <a:pt x="48776" y="20120"/>
                  </a:lnTo>
                  <a:lnTo>
                    <a:pt x="49260" y="19979"/>
                  </a:lnTo>
                  <a:lnTo>
                    <a:pt x="49724" y="19797"/>
                  </a:lnTo>
                  <a:lnTo>
                    <a:pt x="50168" y="19595"/>
                  </a:lnTo>
                  <a:lnTo>
                    <a:pt x="50572" y="19353"/>
                  </a:lnTo>
                  <a:lnTo>
                    <a:pt x="50955" y="19071"/>
                  </a:lnTo>
                  <a:lnTo>
                    <a:pt x="51319" y="18748"/>
                  </a:lnTo>
                  <a:lnTo>
                    <a:pt x="51641" y="18405"/>
                  </a:lnTo>
                  <a:lnTo>
                    <a:pt x="51924" y="18041"/>
                  </a:lnTo>
                  <a:lnTo>
                    <a:pt x="52186" y="17638"/>
                  </a:lnTo>
                  <a:lnTo>
                    <a:pt x="52388" y="17234"/>
                  </a:lnTo>
                  <a:lnTo>
                    <a:pt x="52570" y="16790"/>
                  </a:lnTo>
                  <a:lnTo>
                    <a:pt x="52731" y="16346"/>
                  </a:lnTo>
                  <a:lnTo>
                    <a:pt x="52832" y="15862"/>
                  </a:lnTo>
                  <a:lnTo>
                    <a:pt x="52913" y="15378"/>
                  </a:lnTo>
                  <a:lnTo>
                    <a:pt x="52953" y="14873"/>
                  </a:lnTo>
                  <a:lnTo>
                    <a:pt x="52953" y="14348"/>
                  </a:lnTo>
                  <a:lnTo>
                    <a:pt x="52933" y="14147"/>
                  </a:lnTo>
                  <a:lnTo>
                    <a:pt x="52913" y="13965"/>
                  </a:lnTo>
                  <a:lnTo>
                    <a:pt x="52852" y="13763"/>
                  </a:lnTo>
                  <a:lnTo>
                    <a:pt x="52812" y="13662"/>
                  </a:lnTo>
                  <a:lnTo>
                    <a:pt x="52751" y="13582"/>
                  </a:lnTo>
                  <a:lnTo>
                    <a:pt x="52630" y="13461"/>
                  </a:lnTo>
                  <a:lnTo>
                    <a:pt x="52489" y="13360"/>
                  </a:lnTo>
                  <a:lnTo>
                    <a:pt x="52348" y="13279"/>
                  </a:lnTo>
                  <a:lnTo>
                    <a:pt x="52166" y="13239"/>
                  </a:lnTo>
                  <a:lnTo>
                    <a:pt x="51984" y="13218"/>
                  </a:lnTo>
                  <a:lnTo>
                    <a:pt x="51823" y="13218"/>
                  </a:lnTo>
                  <a:lnTo>
                    <a:pt x="51641" y="13259"/>
                  </a:lnTo>
                  <a:lnTo>
                    <a:pt x="51480" y="13299"/>
                  </a:lnTo>
                  <a:lnTo>
                    <a:pt x="51238" y="13400"/>
                  </a:lnTo>
                  <a:lnTo>
                    <a:pt x="50996" y="13541"/>
                  </a:lnTo>
                  <a:lnTo>
                    <a:pt x="50774" y="13703"/>
                  </a:lnTo>
                  <a:lnTo>
                    <a:pt x="50572" y="13864"/>
                  </a:lnTo>
                  <a:lnTo>
                    <a:pt x="50330" y="14026"/>
                  </a:lnTo>
                  <a:lnTo>
                    <a:pt x="49987" y="14268"/>
                  </a:lnTo>
                  <a:lnTo>
                    <a:pt x="49623" y="14490"/>
                  </a:lnTo>
                  <a:lnTo>
                    <a:pt x="49240" y="14691"/>
                  </a:lnTo>
                  <a:lnTo>
                    <a:pt x="48836" y="14853"/>
                  </a:lnTo>
                  <a:lnTo>
                    <a:pt x="48433" y="15014"/>
                  </a:lnTo>
                  <a:lnTo>
                    <a:pt x="47989" y="15135"/>
                  </a:lnTo>
                  <a:lnTo>
                    <a:pt x="47545" y="15236"/>
                  </a:lnTo>
                  <a:lnTo>
                    <a:pt x="47061" y="15337"/>
                  </a:lnTo>
                  <a:lnTo>
                    <a:pt x="46576" y="15398"/>
                  </a:lnTo>
                  <a:lnTo>
                    <a:pt x="46072" y="15438"/>
                  </a:lnTo>
                  <a:lnTo>
                    <a:pt x="45547" y="15458"/>
                  </a:lnTo>
                  <a:lnTo>
                    <a:pt x="45002" y="15458"/>
                  </a:lnTo>
                  <a:lnTo>
                    <a:pt x="44437" y="15438"/>
                  </a:lnTo>
                  <a:lnTo>
                    <a:pt x="43872" y="15398"/>
                  </a:lnTo>
                  <a:lnTo>
                    <a:pt x="43267" y="15337"/>
                  </a:lnTo>
                  <a:lnTo>
                    <a:pt x="42641" y="15236"/>
                  </a:lnTo>
                  <a:lnTo>
                    <a:pt x="41935" y="15135"/>
                  </a:lnTo>
                  <a:lnTo>
                    <a:pt x="41249" y="14994"/>
                  </a:lnTo>
                  <a:lnTo>
                    <a:pt x="40563" y="14853"/>
                  </a:lnTo>
                  <a:lnTo>
                    <a:pt x="39876" y="14691"/>
                  </a:lnTo>
                  <a:lnTo>
                    <a:pt x="39190" y="14510"/>
                  </a:lnTo>
                  <a:lnTo>
                    <a:pt x="38504" y="14308"/>
                  </a:lnTo>
                  <a:lnTo>
                    <a:pt x="37838" y="14106"/>
                  </a:lnTo>
                  <a:lnTo>
                    <a:pt x="37172" y="13884"/>
                  </a:lnTo>
                  <a:lnTo>
                    <a:pt x="36506" y="13662"/>
                  </a:lnTo>
                  <a:lnTo>
                    <a:pt x="35840" y="13420"/>
                  </a:lnTo>
                  <a:lnTo>
                    <a:pt x="34529" y="12895"/>
                  </a:lnTo>
                  <a:lnTo>
                    <a:pt x="33237" y="12330"/>
                  </a:lnTo>
                  <a:lnTo>
                    <a:pt x="31966" y="11725"/>
                  </a:lnTo>
                  <a:lnTo>
                    <a:pt x="30695" y="11079"/>
                  </a:lnTo>
                  <a:lnTo>
                    <a:pt x="29423" y="10434"/>
                  </a:lnTo>
                  <a:lnTo>
                    <a:pt x="28172" y="9747"/>
                  </a:lnTo>
                  <a:lnTo>
                    <a:pt x="26941" y="9041"/>
                  </a:lnTo>
                  <a:lnTo>
                    <a:pt x="25710" y="8315"/>
                  </a:lnTo>
                  <a:lnTo>
                    <a:pt x="24479" y="7588"/>
                  </a:lnTo>
                  <a:lnTo>
                    <a:pt x="22057" y="6115"/>
                  </a:lnTo>
                  <a:lnTo>
                    <a:pt x="19394" y="4501"/>
                  </a:lnTo>
                  <a:lnTo>
                    <a:pt x="18062" y="3693"/>
                  </a:lnTo>
                  <a:lnTo>
                    <a:pt x="16710" y="2906"/>
                  </a:lnTo>
                  <a:lnTo>
                    <a:pt x="15983" y="2503"/>
                  </a:lnTo>
                  <a:lnTo>
                    <a:pt x="15216" y="2079"/>
                  </a:lnTo>
                  <a:lnTo>
                    <a:pt x="14429" y="1675"/>
                  </a:lnTo>
                  <a:lnTo>
                    <a:pt x="13602" y="1292"/>
                  </a:lnTo>
                  <a:lnTo>
                    <a:pt x="12775" y="949"/>
                  </a:lnTo>
                  <a:lnTo>
                    <a:pt x="12331" y="787"/>
                  </a:lnTo>
                  <a:lnTo>
                    <a:pt x="11907" y="626"/>
                  </a:lnTo>
                  <a:lnTo>
                    <a:pt x="11463" y="485"/>
                  </a:lnTo>
                  <a:lnTo>
                    <a:pt x="11019" y="364"/>
                  </a:lnTo>
                  <a:lnTo>
                    <a:pt x="10575" y="263"/>
                  </a:lnTo>
                  <a:lnTo>
                    <a:pt x="10131" y="162"/>
                  </a:lnTo>
                  <a:lnTo>
                    <a:pt x="9627" y="81"/>
                  </a:lnTo>
                  <a:lnTo>
                    <a:pt x="9142" y="41"/>
                  </a:lnTo>
                  <a:lnTo>
                    <a:pt x="8658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8" name="Google Shape;388;p5"/>
            <p:cNvSpPr/>
            <p:nvPr/>
          </p:nvSpPr>
          <p:spPr>
            <a:xfrm>
              <a:off x="1326960" y="4373601"/>
              <a:ext cx="1826666" cy="1093271"/>
            </a:xfrm>
            <a:custGeom>
              <a:rect b="b" l="l" r="r" t="t"/>
              <a:pathLst>
                <a:path extrusionOk="0" h="19555" w="32673">
                  <a:moveTo>
                    <a:pt x="4340" y="81"/>
                  </a:moveTo>
                  <a:lnTo>
                    <a:pt x="4622" y="101"/>
                  </a:lnTo>
                  <a:lnTo>
                    <a:pt x="4885" y="121"/>
                  </a:lnTo>
                  <a:lnTo>
                    <a:pt x="5167" y="161"/>
                  </a:lnTo>
                  <a:lnTo>
                    <a:pt x="5450" y="222"/>
                  </a:lnTo>
                  <a:lnTo>
                    <a:pt x="5712" y="283"/>
                  </a:lnTo>
                  <a:lnTo>
                    <a:pt x="6216" y="444"/>
                  </a:lnTo>
                  <a:lnTo>
                    <a:pt x="6640" y="626"/>
                  </a:lnTo>
                  <a:lnTo>
                    <a:pt x="7003" y="787"/>
                  </a:lnTo>
                  <a:lnTo>
                    <a:pt x="7266" y="928"/>
                  </a:lnTo>
                  <a:lnTo>
                    <a:pt x="7629" y="1130"/>
                  </a:lnTo>
                  <a:lnTo>
                    <a:pt x="7972" y="1352"/>
                  </a:lnTo>
                  <a:lnTo>
                    <a:pt x="8315" y="1594"/>
                  </a:lnTo>
                  <a:lnTo>
                    <a:pt x="8658" y="1836"/>
                  </a:lnTo>
                  <a:lnTo>
                    <a:pt x="9324" y="2341"/>
                  </a:lnTo>
                  <a:lnTo>
                    <a:pt x="9950" y="2866"/>
                  </a:lnTo>
                  <a:lnTo>
                    <a:pt x="10918" y="3632"/>
                  </a:lnTo>
                  <a:lnTo>
                    <a:pt x="11746" y="4258"/>
                  </a:lnTo>
                  <a:lnTo>
                    <a:pt x="12613" y="4843"/>
                  </a:lnTo>
                  <a:lnTo>
                    <a:pt x="13481" y="5388"/>
                  </a:lnTo>
                  <a:lnTo>
                    <a:pt x="14369" y="5913"/>
                  </a:lnTo>
                  <a:lnTo>
                    <a:pt x="15297" y="6397"/>
                  </a:lnTo>
                  <a:lnTo>
                    <a:pt x="16226" y="6861"/>
                  </a:lnTo>
                  <a:lnTo>
                    <a:pt x="17174" y="7285"/>
                  </a:lnTo>
                  <a:lnTo>
                    <a:pt x="18143" y="7709"/>
                  </a:lnTo>
                  <a:lnTo>
                    <a:pt x="19132" y="8092"/>
                  </a:lnTo>
                  <a:lnTo>
                    <a:pt x="20120" y="8476"/>
                  </a:lnTo>
                  <a:lnTo>
                    <a:pt x="21129" y="8839"/>
                  </a:lnTo>
                  <a:lnTo>
                    <a:pt x="22138" y="9182"/>
                  </a:lnTo>
                  <a:lnTo>
                    <a:pt x="23168" y="9505"/>
                  </a:lnTo>
                  <a:lnTo>
                    <a:pt x="24217" y="9848"/>
                  </a:lnTo>
                  <a:lnTo>
                    <a:pt x="26316" y="10473"/>
                  </a:lnTo>
                  <a:lnTo>
                    <a:pt x="26376" y="10494"/>
                  </a:lnTo>
                  <a:lnTo>
                    <a:pt x="27627" y="10877"/>
                  </a:lnTo>
                  <a:lnTo>
                    <a:pt x="28253" y="11079"/>
                  </a:lnTo>
                  <a:lnTo>
                    <a:pt x="28879" y="11301"/>
                  </a:lnTo>
                  <a:lnTo>
                    <a:pt x="29484" y="11523"/>
                  </a:lnTo>
                  <a:lnTo>
                    <a:pt x="30089" y="11805"/>
                  </a:lnTo>
                  <a:lnTo>
                    <a:pt x="30675" y="12088"/>
                  </a:lnTo>
                  <a:lnTo>
                    <a:pt x="31240" y="12411"/>
                  </a:lnTo>
                  <a:lnTo>
                    <a:pt x="31583" y="12633"/>
                  </a:lnTo>
                  <a:lnTo>
                    <a:pt x="31744" y="12754"/>
                  </a:lnTo>
                  <a:lnTo>
                    <a:pt x="31906" y="12895"/>
                  </a:lnTo>
                  <a:lnTo>
                    <a:pt x="32067" y="13036"/>
                  </a:lnTo>
                  <a:lnTo>
                    <a:pt x="32208" y="13198"/>
                  </a:lnTo>
                  <a:lnTo>
                    <a:pt x="32329" y="13379"/>
                  </a:lnTo>
                  <a:lnTo>
                    <a:pt x="32450" y="13581"/>
                  </a:lnTo>
                  <a:lnTo>
                    <a:pt x="32511" y="13763"/>
                  </a:lnTo>
                  <a:lnTo>
                    <a:pt x="32572" y="13965"/>
                  </a:lnTo>
                  <a:lnTo>
                    <a:pt x="32592" y="14166"/>
                  </a:lnTo>
                  <a:lnTo>
                    <a:pt x="32592" y="14368"/>
                  </a:lnTo>
                  <a:lnTo>
                    <a:pt x="32551" y="14570"/>
                  </a:lnTo>
                  <a:lnTo>
                    <a:pt x="32471" y="14772"/>
                  </a:lnTo>
                  <a:lnTo>
                    <a:pt x="32370" y="14953"/>
                  </a:lnTo>
                  <a:lnTo>
                    <a:pt x="32289" y="15034"/>
                  </a:lnTo>
                  <a:lnTo>
                    <a:pt x="32208" y="15095"/>
                  </a:lnTo>
                  <a:lnTo>
                    <a:pt x="32067" y="15196"/>
                  </a:lnTo>
                  <a:lnTo>
                    <a:pt x="31926" y="15256"/>
                  </a:lnTo>
                  <a:lnTo>
                    <a:pt x="31764" y="15317"/>
                  </a:lnTo>
                  <a:lnTo>
                    <a:pt x="31603" y="15337"/>
                  </a:lnTo>
                  <a:lnTo>
                    <a:pt x="31421" y="15357"/>
                  </a:lnTo>
                  <a:lnTo>
                    <a:pt x="31240" y="15377"/>
                  </a:lnTo>
                  <a:lnTo>
                    <a:pt x="30876" y="15357"/>
                  </a:lnTo>
                  <a:lnTo>
                    <a:pt x="29625" y="15276"/>
                  </a:lnTo>
                  <a:lnTo>
                    <a:pt x="28354" y="15196"/>
                  </a:lnTo>
                  <a:lnTo>
                    <a:pt x="25872" y="14974"/>
                  </a:lnTo>
                  <a:lnTo>
                    <a:pt x="24116" y="14832"/>
                  </a:lnTo>
                  <a:lnTo>
                    <a:pt x="22360" y="14691"/>
                  </a:lnTo>
                  <a:lnTo>
                    <a:pt x="20585" y="14590"/>
                  </a:lnTo>
                  <a:lnTo>
                    <a:pt x="19697" y="14550"/>
                  </a:lnTo>
                  <a:lnTo>
                    <a:pt x="18809" y="14530"/>
                  </a:lnTo>
                  <a:lnTo>
                    <a:pt x="17073" y="14530"/>
                  </a:lnTo>
                  <a:lnTo>
                    <a:pt x="16226" y="14570"/>
                  </a:lnTo>
                  <a:lnTo>
                    <a:pt x="15398" y="14631"/>
                  </a:lnTo>
                  <a:lnTo>
                    <a:pt x="14591" y="14691"/>
                  </a:lnTo>
                  <a:lnTo>
                    <a:pt x="13824" y="14792"/>
                  </a:lnTo>
                  <a:lnTo>
                    <a:pt x="13057" y="14893"/>
                  </a:lnTo>
                  <a:lnTo>
                    <a:pt x="12311" y="15034"/>
                  </a:lnTo>
                  <a:lnTo>
                    <a:pt x="11584" y="15175"/>
                  </a:lnTo>
                  <a:lnTo>
                    <a:pt x="10878" y="15337"/>
                  </a:lnTo>
                  <a:lnTo>
                    <a:pt x="10192" y="15539"/>
                  </a:lnTo>
                  <a:lnTo>
                    <a:pt x="9526" y="15740"/>
                  </a:lnTo>
                  <a:lnTo>
                    <a:pt x="8880" y="15962"/>
                  </a:lnTo>
                  <a:lnTo>
                    <a:pt x="8255" y="16205"/>
                  </a:lnTo>
                  <a:lnTo>
                    <a:pt x="7629" y="16487"/>
                  </a:lnTo>
                  <a:lnTo>
                    <a:pt x="7024" y="16770"/>
                  </a:lnTo>
                  <a:lnTo>
                    <a:pt x="6539" y="17012"/>
                  </a:lnTo>
                  <a:lnTo>
                    <a:pt x="6055" y="17294"/>
                  </a:lnTo>
                  <a:lnTo>
                    <a:pt x="5086" y="17839"/>
                  </a:lnTo>
                  <a:lnTo>
                    <a:pt x="4441" y="18202"/>
                  </a:lnTo>
                  <a:lnTo>
                    <a:pt x="3775" y="18586"/>
                  </a:lnTo>
                  <a:lnTo>
                    <a:pt x="3089" y="18929"/>
                  </a:lnTo>
                  <a:lnTo>
                    <a:pt x="2382" y="19252"/>
                  </a:lnTo>
                  <a:lnTo>
                    <a:pt x="2160" y="19353"/>
                  </a:lnTo>
                  <a:lnTo>
                    <a:pt x="1918" y="19413"/>
                  </a:lnTo>
                  <a:lnTo>
                    <a:pt x="1676" y="19454"/>
                  </a:lnTo>
                  <a:lnTo>
                    <a:pt x="1434" y="19454"/>
                  </a:lnTo>
                  <a:lnTo>
                    <a:pt x="1333" y="19413"/>
                  </a:lnTo>
                  <a:lnTo>
                    <a:pt x="1212" y="19373"/>
                  </a:lnTo>
                  <a:lnTo>
                    <a:pt x="1030" y="19272"/>
                  </a:lnTo>
                  <a:lnTo>
                    <a:pt x="869" y="19111"/>
                  </a:lnTo>
                  <a:lnTo>
                    <a:pt x="748" y="18949"/>
                  </a:lnTo>
                  <a:lnTo>
                    <a:pt x="627" y="18788"/>
                  </a:lnTo>
                  <a:lnTo>
                    <a:pt x="546" y="18606"/>
                  </a:lnTo>
                  <a:lnTo>
                    <a:pt x="425" y="18324"/>
                  </a:lnTo>
                  <a:lnTo>
                    <a:pt x="324" y="18001"/>
                  </a:lnTo>
                  <a:lnTo>
                    <a:pt x="263" y="17678"/>
                  </a:lnTo>
                  <a:lnTo>
                    <a:pt x="203" y="17335"/>
                  </a:lnTo>
                  <a:lnTo>
                    <a:pt x="162" y="16992"/>
                  </a:lnTo>
                  <a:lnTo>
                    <a:pt x="122" y="16326"/>
                  </a:lnTo>
                  <a:lnTo>
                    <a:pt x="102" y="15660"/>
                  </a:lnTo>
                  <a:lnTo>
                    <a:pt x="102" y="14368"/>
                  </a:lnTo>
                  <a:lnTo>
                    <a:pt x="82" y="13137"/>
                  </a:lnTo>
                  <a:lnTo>
                    <a:pt x="102" y="11947"/>
                  </a:lnTo>
                  <a:lnTo>
                    <a:pt x="122" y="10756"/>
                  </a:lnTo>
                  <a:lnTo>
                    <a:pt x="203" y="9485"/>
                  </a:lnTo>
                  <a:lnTo>
                    <a:pt x="324" y="8274"/>
                  </a:lnTo>
                  <a:lnTo>
                    <a:pt x="405" y="7689"/>
                  </a:lnTo>
                  <a:lnTo>
                    <a:pt x="485" y="7124"/>
                  </a:lnTo>
                  <a:lnTo>
                    <a:pt x="586" y="6579"/>
                  </a:lnTo>
                  <a:lnTo>
                    <a:pt x="687" y="6054"/>
                  </a:lnTo>
                  <a:lnTo>
                    <a:pt x="808" y="5529"/>
                  </a:lnTo>
                  <a:lnTo>
                    <a:pt x="929" y="5025"/>
                  </a:lnTo>
                  <a:lnTo>
                    <a:pt x="1071" y="4541"/>
                  </a:lnTo>
                  <a:lnTo>
                    <a:pt x="1232" y="4056"/>
                  </a:lnTo>
                  <a:lnTo>
                    <a:pt x="1393" y="3592"/>
                  </a:lnTo>
                  <a:lnTo>
                    <a:pt x="1555" y="3128"/>
                  </a:lnTo>
                  <a:lnTo>
                    <a:pt x="1736" y="2684"/>
                  </a:lnTo>
                  <a:lnTo>
                    <a:pt x="1938" y="2260"/>
                  </a:lnTo>
                  <a:lnTo>
                    <a:pt x="2039" y="2038"/>
                  </a:lnTo>
                  <a:lnTo>
                    <a:pt x="2301" y="1493"/>
                  </a:lnTo>
                  <a:lnTo>
                    <a:pt x="2463" y="1231"/>
                  </a:lnTo>
                  <a:lnTo>
                    <a:pt x="2624" y="969"/>
                  </a:lnTo>
                  <a:lnTo>
                    <a:pt x="2806" y="727"/>
                  </a:lnTo>
                  <a:lnTo>
                    <a:pt x="3008" y="525"/>
                  </a:lnTo>
                  <a:lnTo>
                    <a:pt x="3129" y="444"/>
                  </a:lnTo>
                  <a:lnTo>
                    <a:pt x="3250" y="363"/>
                  </a:lnTo>
                  <a:lnTo>
                    <a:pt x="3391" y="283"/>
                  </a:lnTo>
                  <a:lnTo>
                    <a:pt x="3532" y="222"/>
                  </a:lnTo>
                  <a:lnTo>
                    <a:pt x="3795" y="161"/>
                  </a:lnTo>
                  <a:lnTo>
                    <a:pt x="4057" y="101"/>
                  </a:lnTo>
                  <a:lnTo>
                    <a:pt x="4340" y="81"/>
                  </a:lnTo>
                  <a:close/>
                  <a:moveTo>
                    <a:pt x="4360" y="0"/>
                  </a:moveTo>
                  <a:lnTo>
                    <a:pt x="3997" y="40"/>
                  </a:lnTo>
                  <a:lnTo>
                    <a:pt x="3714" y="81"/>
                  </a:lnTo>
                  <a:lnTo>
                    <a:pt x="3492" y="161"/>
                  </a:lnTo>
                  <a:lnTo>
                    <a:pt x="3351" y="222"/>
                  </a:lnTo>
                  <a:lnTo>
                    <a:pt x="3210" y="283"/>
                  </a:lnTo>
                  <a:lnTo>
                    <a:pt x="3089" y="363"/>
                  </a:lnTo>
                  <a:lnTo>
                    <a:pt x="2967" y="464"/>
                  </a:lnTo>
                  <a:lnTo>
                    <a:pt x="2745" y="666"/>
                  </a:lnTo>
                  <a:lnTo>
                    <a:pt x="2564" y="908"/>
                  </a:lnTo>
                  <a:lnTo>
                    <a:pt x="2382" y="1170"/>
                  </a:lnTo>
                  <a:lnTo>
                    <a:pt x="2241" y="1453"/>
                  </a:lnTo>
                  <a:lnTo>
                    <a:pt x="1958" y="2018"/>
                  </a:lnTo>
                  <a:lnTo>
                    <a:pt x="1878" y="2220"/>
                  </a:lnTo>
                  <a:lnTo>
                    <a:pt x="1676" y="2664"/>
                  </a:lnTo>
                  <a:lnTo>
                    <a:pt x="1494" y="3108"/>
                  </a:lnTo>
                  <a:lnTo>
                    <a:pt x="1313" y="3552"/>
                  </a:lnTo>
                  <a:lnTo>
                    <a:pt x="1151" y="4036"/>
                  </a:lnTo>
                  <a:lnTo>
                    <a:pt x="990" y="4500"/>
                  </a:lnTo>
                  <a:lnTo>
                    <a:pt x="849" y="5005"/>
                  </a:lnTo>
                  <a:lnTo>
                    <a:pt x="727" y="5509"/>
                  </a:lnTo>
                  <a:lnTo>
                    <a:pt x="606" y="6034"/>
                  </a:lnTo>
                  <a:lnTo>
                    <a:pt x="505" y="6559"/>
                  </a:lnTo>
                  <a:lnTo>
                    <a:pt x="405" y="7103"/>
                  </a:lnTo>
                  <a:lnTo>
                    <a:pt x="324" y="7668"/>
                  </a:lnTo>
                  <a:lnTo>
                    <a:pt x="243" y="8254"/>
                  </a:lnTo>
                  <a:lnTo>
                    <a:pt x="122" y="9464"/>
                  </a:lnTo>
                  <a:lnTo>
                    <a:pt x="41" y="10756"/>
                  </a:lnTo>
                  <a:lnTo>
                    <a:pt x="21" y="11947"/>
                  </a:lnTo>
                  <a:lnTo>
                    <a:pt x="1" y="13137"/>
                  </a:lnTo>
                  <a:lnTo>
                    <a:pt x="21" y="14368"/>
                  </a:lnTo>
                  <a:lnTo>
                    <a:pt x="21" y="15660"/>
                  </a:lnTo>
                  <a:lnTo>
                    <a:pt x="41" y="16326"/>
                  </a:lnTo>
                  <a:lnTo>
                    <a:pt x="82" y="17012"/>
                  </a:lnTo>
                  <a:lnTo>
                    <a:pt x="122" y="17355"/>
                  </a:lnTo>
                  <a:lnTo>
                    <a:pt x="183" y="17678"/>
                  </a:lnTo>
                  <a:lnTo>
                    <a:pt x="263" y="18021"/>
                  </a:lnTo>
                  <a:lnTo>
                    <a:pt x="344" y="18344"/>
                  </a:lnTo>
                  <a:lnTo>
                    <a:pt x="405" y="18505"/>
                  </a:lnTo>
                  <a:lnTo>
                    <a:pt x="485" y="18687"/>
                  </a:lnTo>
                  <a:lnTo>
                    <a:pt x="586" y="18868"/>
                  </a:lnTo>
                  <a:lnTo>
                    <a:pt x="707" y="19030"/>
                  </a:lnTo>
                  <a:lnTo>
                    <a:pt x="849" y="19211"/>
                  </a:lnTo>
                  <a:lnTo>
                    <a:pt x="1010" y="19353"/>
                  </a:lnTo>
                  <a:lnTo>
                    <a:pt x="1192" y="19454"/>
                  </a:lnTo>
                  <a:lnTo>
                    <a:pt x="1313" y="19494"/>
                  </a:lnTo>
                  <a:lnTo>
                    <a:pt x="1414" y="19534"/>
                  </a:lnTo>
                  <a:lnTo>
                    <a:pt x="1615" y="19555"/>
                  </a:lnTo>
                  <a:lnTo>
                    <a:pt x="1817" y="19534"/>
                  </a:lnTo>
                  <a:lnTo>
                    <a:pt x="2039" y="19474"/>
                  </a:lnTo>
                  <a:lnTo>
                    <a:pt x="2241" y="19413"/>
                  </a:lnTo>
                  <a:lnTo>
                    <a:pt x="2423" y="19333"/>
                  </a:lnTo>
                  <a:lnTo>
                    <a:pt x="3129" y="19010"/>
                  </a:lnTo>
                  <a:lnTo>
                    <a:pt x="3795" y="18646"/>
                  </a:lnTo>
                  <a:lnTo>
                    <a:pt x="4481" y="18283"/>
                  </a:lnTo>
                  <a:lnTo>
                    <a:pt x="5127" y="17900"/>
                  </a:lnTo>
                  <a:lnTo>
                    <a:pt x="6095" y="17355"/>
                  </a:lnTo>
                  <a:lnTo>
                    <a:pt x="6580" y="17093"/>
                  </a:lnTo>
                  <a:lnTo>
                    <a:pt x="7064" y="16830"/>
                  </a:lnTo>
                  <a:lnTo>
                    <a:pt x="7669" y="16548"/>
                  </a:lnTo>
                  <a:lnTo>
                    <a:pt x="8275" y="16285"/>
                  </a:lnTo>
                  <a:lnTo>
                    <a:pt x="8900" y="16043"/>
                  </a:lnTo>
                  <a:lnTo>
                    <a:pt x="9566" y="15821"/>
                  </a:lnTo>
                  <a:lnTo>
                    <a:pt x="10232" y="15619"/>
                  </a:lnTo>
                  <a:lnTo>
                    <a:pt x="10898" y="15418"/>
                  </a:lnTo>
                  <a:lnTo>
                    <a:pt x="11604" y="15256"/>
                  </a:lnTo>
                  <a:lnTo>
                    <a:pt x="12331" y="15115"/>
                  </a:lnTo>
                  <a:lnTo>
                    <a:pt x="13078" y="14974"/>
                  </a:lnTo>
                  <a:lnTo>
                    <a:pt x="13824" y="14873"/>
                  </a:lnTo>
                  <a:lnTo>
                    <a:pt x="14611" y="14772"/>
                  </a:lnTo>
                  <a:lnTo>
                    <a:pt x="15419" y="14711"/>
                  </a:lnTo>
                  <a:lnTo>
                    <a:pt x="16226" y="14651"/>
                  </a:lnTo>
                  <a:lnTo>
                    <a:pt x="17073" y="14610"/>
                  </a:lnTo>
                  <a:lnTo>
                    <a:pt x="18809" y="14610"/>
                  </a:lnTo>
                  <a:lnTo>
                    <a:pt x="19697" y="14631"/>
                  </a:lnTo>
                  <a:lnTo>
                    <a:pt x="20585" y="14671"/>
                  </a:lnTo>
                  <a:lnTo>
                    <a:pt x="22360" y="14772"/>
                  </a:lnTo>
                  <a:lnTo>
                    <a:pt x="24116" y="14913"/>
                  </a:lnTo>
                  <a:lnTo>
                    <a:pt x="25852" y="15054"/>
                  </a:lnTo>
                  <a:lnTo>
                    <a:pt x="28354" y="15276"/>
                  </a:lnTo>
                  <a:lnTo>
                    <a:pt x="29605" y="15357"/>
                  </a:lnTo>
                  <a:lnTo>
                    <a:pt x="30876" y="15438"/>
                  </a:lnTo>
                  <a:lnTo>
                    <a:pt x="31240" y="15458"/>
                  </a:lnTo>
                  <a:lnTo>
                    <a:pt x="31441" y="15438"/>
                  </a:lnTo>
                  <a:lnTo>
                    <a:pt x="31623" y="15418"/>
                  </a:lnTo>
                  <a:lnTo>
                    <a:pt x="31785" y="15397"/>
                  </a:lnTo>
                  <a:lnTo>
                    <a:pt x="31966" y="15337"/>
                  </a:lnTo>
                  <a:lnTo>
                    <a:pt x="32128" y="15256"/>
                  </a:lnTo>
                  <a:lnTo>
                    <a:pt x="32269" y="15155"/>
                  </a:lnTo>
                  <a:lnTo>
                    <a:pt x="32350" y="15075"/>
                  </a:lnTo>
                  <a:lnTo>
                    <a:pt x="32430" y="14994"/>
                  </a:lnTo>
                  <a:lnTo>
                    <a:pt x="32551" y="14812"/>
                  </a:lnTo>
                  <a:lnTo>
                    <a:pt x="32612" y="14610"/>
                  </a:lnTo>
                  <a:lnTo>
                    <a:pt x="32672" y="14388"/>
                  </a:lnTo>
                  <a:lnTo>
                    <a:pt x="32672" y="14166"/>
                  </a:lnTo>
                  <a:lnTo>
                    <a:pt x="32652" y="13944"/>
                  </a:lnTo>
                  <a:lnTo>
                    <a:pt x="32592" y="13743"/>
                  </a:lnTo>
                  <a:lnTo>
                    <a:pt x="32511" y="13541"/>
                  </a:lnTo>
                  <a:lnTo>
                    <a:pt x="32410" y="13339"/>
                  </a:lnTo>
                  <a:lnTo>
                    <a:pt x="32269" y="13157"/>
                  </a:lnTo>
                  <a:lnTo>
                    <a:pt x="32128" y="12996"/>
                  </a:lnTo>
                  <a:lnTo>
                    <a:pt x="31966" y="12835"/>
                  </a:lnTo>
                  <a:lnTo>
                    <a:pt x="31805" y="12693"/>
                  </a:lnTo>
                  <a:lnTo>
                    <a:pt x="31623" y="12572"/>
                  </a:lnTo>
                  <a:lnTo>
                    <a:pt x="31280" y="12350"/>
                  </a:lnTo>
                  <a:lnTo>
                    <a:pt x="30715" y="12027"/>
                  </a:lnTo>
                  <a:lnTo>
                    <a:pt x="30130" y="11725"/>
                  </a:lnTo>
                  <a:lnTo>
                    <a:pt x="29524" y="11462"/>
                  </a:lnTo>
                  <a:lnTo>
                    <a:pt x="28919" y="11220"/>
                  </a:lnTo>
                  <a:lnTo>
                    <a:pt x="28293" y="10998"/>
                  </a:lnTo>
                  <a:lnTo>
                    <a:pt x="27648" y="10796"/>
                  </a:lnTo>
                  <a:lnTo>
                    <a:pt x="26396" y="10413"/>
                  </a:lnTo>
                  <a:lnTo>
                    <a:pt x="26336" y="10393"/>
                  </a:lnTo>
                  <a:lnTo>
                    <a:pt x="24237" y="9767"/>
                  </a:lnTo>
                  <a:lnTo>
                    <a:pt x="23208" y="9444"/>
                  </a:lnTo>
                  <a:lnTo>
                    <a:pt x="22179" y="9101"/>
                  </a:lnTo>
                  <a:lnTo>
                    <a:pt x="21170" y="8758"/>
                  </a:lnTo>
                  <a:lnTo>
                    <a:pt x="20161" y="8395"/>
                  </a:lnTo>
                  <a:lnTo>
                    <a:pt x="19152" y="8032"/>
                  </a:lnTo>
                  <a:lnTo>
                    <a:pt x="18183" y="7628"/>
                  </a:lnTo>
                  <a:lnTo>
                    <a:pt x="17215" y="7224"/>
                  </a:lnTo>
                  <a:lnTo>
                    <a:pt x="16266" y="6781"/>
                  </a:lnTo>
                  <a:lnTo>
                    <a:pt x="15338" y="6316"/>
                  </a:lnTo>
                  <a:lnTo>
                    <a:pt x="14410" y="5832"/>
                  </a:lnTo>
                  <a:lnTo>
                    <a:pt x="13522" y="5328"/>
                  </a:lnTo>
                  <a:lnTo>
                    <a:pt x="12654" y="4783"/>
                  </a:lnTo>
                  <a:lnTo>
                    <a:pt x="11806" y="4197"/>
                  </a:lnTo>
                  <a:lnTo>
                    <a:pt x="10979" y="3572"/>
                  </a:lnTo>
                  <a:lnTo>
                    <a:pt x="10010" y="2805"/>
                  </a:lnTo>
                  <a:lnTo>
                    <a:pt x="9365" y="2280"/>
                  </a:lnTo>
                  <a:lnTo>
                    <a:pt x="8699" y="1776"/>
                  </a:lnTo>
                  <a:lnTo>
                    <a:pt x="8356" y="1514"/>
                  </a:lnTo>
                  <a:lnTo>
                    <a:pt x="8012" y="1292"/>
                  </a:lnTo>
                  <a:lnTo>
                    <a:pt x="7669" y="1070"/>
                  </a:lnTo>
                  <a:lnTo>
                    <a:pt x="7306" y="848"/>
                  </a:lnTo>
                  <a:lnTo>
                    <a:pt x="6923" y="666"/>
                  </a:lnTo>
                  <a:lnTo>
                    <a:pt x="6559" y="505"/>
                  </a:lnTo>
                  <a:lnTo>
                    <a:pt x="6216" y="363"/>
                  </a:lnTo>
                  <a:lnTo>
                    <a:pt x="5894" y="242"/>
                  </a:lnTo>
                  <a:lnTo>
                    <a:pt x="5591" y="161"/>
                  </a:lnTo>
                  <a:lnTo>
                    <a:pt x="5308" y="101"/>
                  </a:lnTo>
                  <a:lnTo>
                    <a:pt x="5046" y="61"/>
                  </a:lnTo>
                  <a:lnTo>
                    <a:pt x="4804" y="20"/>
                  </a:lnTo>
                  <a:lnTo>
                    <a:pt x="4562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9" name="Google Shape;389;p5"/>
            <p:cNvSpPr/>
            <p:nvPr/>
          </p:nvSpPr>
          <p:spPr>
            <a:xfrm>
              <a:off x="1475895" y="4628534"/>
              <a:ext cx="794334" cy="541632"/>
            </a:xfrm>
            <a:custGeom>
              <a:rect b="b" l="l" r="r" t="t"/>
              <a:pathLst>
                <a:path extrusionOk="0" h="9688" w="14208">
                  <a:moveTo>
                    <a:pt x="2765" y="81"/>
                  </a:moveTo>
                  <a:lnTo>
                    <a:pt x="2967" y="142"/>
                  </a:lnTo>
                  <a:lnTo>
                    <a:pt x="3189" y="223"/>
                  </a:lnTo>
                  <a:lnTo>
                    <a:pt x="3431" y="324"/>
                  </a:lnTo>
                  <a:lnTo>
                    <a:pt x="3694" y="465"/>
                  </a:lnTo>
                  <a:lnTo>
                    <a:pt x="3956" y="626"/>
                  </a:lnTo>
                  <a:lnTo>
                    <a:pt x="4218" y="828"/>
                  </a:lnTo>
                  <a:lnTo>
                    <a:pt x="4501" y="1070"/>
                  </a:lnTo>
                  <a:lnTo>
                    <a:pt x="5005" y="1474"/>
                  </a:lnTo>
                  <a:lnTo>
                    <a:pt x="5510" y="1837"/>
                  </a:lnTo>
                  <a:lnTo>
                    <a:pt x="6055" y="2200"/>
                  </a:lnTo>
                  <a:lnTo>
                    <a:pt x="6600" y="2523"/>
                  </a:lnTo>
                  <a:lnTo>
                    <a:pt x="7165" y="2826"/>
                  </a:lnTo>
                  <a:lnTo>
                    <a:pt x="7750" y="3088"/>
                  </a:lnTo>
                  <a:lnTo>
                    <a:pt x="8335" y="3330"/>
                  </a:lnTo>
                  <a:lnTo>
                    <a:pt x="8940" y="3532"/>
                  </a:lnTo>
                  <a:lnTo>
                    <a:pt x="9566" y="3714"/>
                  </a:lnTo>
                  <a:lnTo>
                    <a:pt x="10171" y="3895"/>
                  </a:lnTo>
                  <a:lnTo>
                    <a:pt x="11140" y="4158"/>
                  </a:lnTo>
                  <a:lnTo>
                    <a:pt x="11624" y="4319"/>
                  </a:lnTo>
                  <a:lnTo>
                    <a:pt x="12089" y="4481"/>
                  </a:lnTo>
                  <a:lnTo>
                    <a:pt x="12533" y="4683"/>
                  </a:lnTo>
                  <a:lnTo>
                    <a:pt x="12956" y="4904"/>
                  </a:lnTo>
                  <a:lnTo>
                    <a:pt x="13178" y="5046"/>
                  </a:lnTo>
                  <a:lnTo>
                    <a:pt x="13380" y="5167"/>
                  </a:lnTo>
                  <a:lnTo>
                    <a:pt x="13562" y="5328"/>
                  </a:lnTo>
                  <a:lnTo>
                    <a:pt x="13764" y="5490"/>
                  </a:lnTo>
                  <a:lnTo>
                    <a:pt x="13945" y="5671"/>
                  </a:lnTo>
                  <a:lnTo>
                    <a:pt x="14066" y="5853"/>
                  </a:lnTo>
                  <a:lnTo>
                    <a:pt x="14086" y="5934"/>
                  </a:lnTo>
                  <a:lnTo>
                    <a:pt x="14127" y="6014"/>
                  </a:lnTo>
                  <a:lnTo>
                    <a:pt x="14127" y="6095"/>
                  </a:lnTo>
                  <a:lnTo>
                    <a:pt x="14127" y="6176"/>
                  </a:lnTo>
                  <a:lnTo>
                    <a:pt x="14086" y="6317"/>
                  </a:lnTo>
                  <a:lnTo>
                    <a:pt x="14006" y="6458"/>
                  </a:lnTo>
                  <a:lnTo>
                    <a:pt x="13864" y="6579"/>
                  </a:lnTo>
                  <a:lnTo>
                    <a:pt x="13683" y="6721"/>
                  </a:lnTo>
                  <a:lnTo>
                    <a:pt x="13461" y="6842"/>
                  </a:lnTo>
                  <a:lnTo>
                    <a:pt x="13239" y="6963"/>
                  </a:lnTo>
                  <a:lnTo>
                    <a:pt x="12997" y="7064"/>
                  </a:lnTo>
                  <a:lnTo>
                    <a:pt x="12755" y="7165"/>
                  </a:lnTo>
                  <a:lnTo>
                    <a:pt x="12512" y="7225"/>
                  </a:lnTo>
                  <a:lnTo>
                    <a:pt x="12270" y="7286"/>
                  </a:lnTo>
                  <a:lnTo>
                    <a:pt x="11766" y="7387"/>
                  </a:lnTo>
                  <a:lnTo>
                    <a:pt x="11261" y="7447"/>
                  </a:lnTo>
                  <a:lnTo>
                    <a:pt x="10716" y="7467"/>
                  </a:lnTo>
                  <a:lnTo>
                    <a:pt x="9647" y="7488"/>
                  </a:lnTo>
                  <a:lnTo>
                    <a:pt x="8940" y="7508"/>
                  </a:lnTo>
                  <a:lnTo>
                    <a:pt x="8234" y="7528"/>
                  </a:lnTo>
                  <a:lnTo>
                    <a:pt x="7891" y="7548"/>
                  </a:lnTo>
                  <a:lnTo>
                    <a:pt x="7548" y="7588"/>
                  </a:lnTo>
                  <a:lnTo>
                    <a:pt x="7205" y="7649"/>
                  </a:lnTo>
                  <a:lnTo>
                    <a:pt x="6862" y="7710"/>
                  </a:lnTo>
                  <a:lnTo>
                    <a:pt x="6559" y="7790"/>
                  </a:lnTo>
                  <a:lnTo>
                    <a:pt x="6236" y="7891"/>
                  </a:lnTo>
                  <a:lnTo>
                    <a:pt x="5651" y="8113"/>
                  </a:lnTo>
                  <a:lnTo>
                    <a:pt x="5066" y="8375"/>
                  </a:lnTo>
                  <a:lnTo>
                    <a:pt x="4501" y="8658"/>
                  </a:lnTo>
                  <a:lnTo>
                    <a:pt x="3653" y="9041"/>
                  </a:lnTo>
                  <a:lnTo>
                    <a:pt x="3209" y="9223"/>
                  </a:lnTo>
                  <a:lnTo>
                    <a:pt x="2786" y="9384"/>
                  </a:lnTo>
                  <a:lnTo>
                    <a:pt x="2483" y="9485"/>
                  </a:lnTo>
                  <a:lnTo>
                    <a:pt x="2221" y="9546"/>
                  </a:lnTo>
                  <a:lnTo>
                    <a:pt x="1978" y="9586"/>
                  </a:lnTo>
                  <a:lnTo>
                    <a:pt x="1756" y="9606"/>
                  </a:lnTo>
                  <a:lnTo>
                    <a:pt x="1555" y="9606"/>
                  </a:lnTo>
                  <a:lnTo>
                    <a:pt x="1373" y="9586"/>
                  </a:lnTo>
                  <a:lnTo>
                    <a:pt x="1212" y="9566"/>
                  </a:lnTo>
                  <a:lnTo>
                    <a:pt x="1070" y="9526"/>
                  </a:lnTo>
                  <a:lnTo>
                    <a:pt x="929" y="9465"/>
                  </a:lnTo>
                  <a:lnTo>
                    <a:pt x="808" y="9405"/>
                  </a:lnTo>
                  <a:lnTo>
                    <a:pt x="626" y="9284"/>
                  </a:lnTo>
                  <a:lnTo>
                    <a:pt x="485" y="9162"/>
                  </a:lnTo>
                  <a:lnTo>
                    <a:pt x="404" y="9082"/>
                  </a:lnTo>
                  <a:lnTo>
                    <a:pt x="303" y="8920"/>
                  </a:lnTo>
                  <a:lnTo>
                    <a:pt x="243" y="8759"/>
                  </a:lnTo>
                  <a:lnTo>
                    <a:pt x="182" y="8597"/>
                  </a:lnTo>
                  <a:lnTo>
                    <a:pt x="142" y="8436"/>
                  </a:lnTo>
                  <a:lnTo>
                    <a:pt x="102" y="8073"/>
                  </a:lnTo>
                  <a:lnTo>
                    <a:pt x="81" y="7730"/>
                  </a:lnTo>
                  <a:lnTo>
                    <a:pt x="102" y="6983"/>
                  </a:lnTo>
                  <a:lnTo>
                    <a:pt x="142" y="6236"/>
                  </a:lnTo>
                  <a:lnTo>
                    <a:pt x="243" y="5470"/>
                  </a:lnTo>
                  <a:lnTo>
                    <a:pt x="364" y="4703"/>
                  </a:lnTo>
                  <a:lnTo>
                    <a:pt x="525" y="3895"/>
                  </a:lnTo>
                  <a:lnTo>
                    <a:pt x="727" y="3068"/>
                  </a:lnTo>
                  <a:lnTo>
                    <a:pt x="990" y="2200"/>
                  </a:lnTo>
                  <a:lnTo>
                    <a:pt x="1272" y="1292"/>
                  </a:lnTo>
                  <a:lnTo>
                    <a:pt x="1373" y="1050"/>
                  </a:lnTo>
                  <a:lnTo>
                    <a:pt x="1454" y="848"/>
                  </a:lnTo>
                  <a:lnTo>
                    <a:pt x="1575" y="667"/>
                  </a:lnTo>
                  <a:lnTo>
                    <a:pt x="1696" y="505"/>
                  </a:lnTo>
                  <a:lnTo>
                    <a:pt x="1817" y="364"/>
                  </a:lnTo>
                  <a:lnTo>
                    <a:pt x="1958" y="263"/>
                  </a:lnTo>
                  <a:lnTo>
                    <a:pt x="2099" y="162"/>
                  </a:lnTo>
                  <a:lnTo>
                    <a:pt x="2261" y="122"/>
                  </a:lnTo>
                  <a:lnTo>
                    <a:pt x="2402" y="81"/>
                  </a:lnTo>
                  <a:close/>
                  <a:moveTo>
                    <a:pt x="2463" y="1"/>
                  </a:moveTo>
                  <a:lnTo>
                    <a:pt x="2241" y="41"/>
                  </a:lnTo>
                  <a:lnTo>
                    <a:pt x="2079" y="102"/>
                  </a:lnTo>
                  <a:lnTo>
                    <a:pt x="1918" y="182"/>
                  </a:lnTo>
                  <a:lnTo>
                    <a:pt x="1777" y="303"/>
                  </a:lnTo>
                  <a:lnTo>
                    <a:pt x="1635" y="445"/>
                  </a:lnTo>
                  <a:lnTo>
                    <a:pt x="1514" y="606"/>
                  </a:lnTo>
                  <a:lnTo>
                    <a:pt x="1393" y="808"/>
                  </a:lnTo>
                  <a:lnTo>
                    <a:pt x="1292" y="1030"/>
                  </a:lnTo>
                  <a:lnTo>
                    <a:pt x="1191" y="1272"/>
                  </a:lnTo>
                  <a:lnTo>
                    <a:pt x="909" y="2180"/>
                  </a:lnTo>
                  <a:lnTo>
                    <a:pt x="646" y="3048"/>
                  </a:lnTo>
                  <a:lnTo>
                    <a:pt x="445" y="3875"/>
                  </a:lnTo>
                  <a:lnTo>
                    <a:pt x="283" y="4683"/>
                  </a:lnTo>
                  <a:lnTo>
                    <a:pt x="162" y="5470"/>
                  </a:lnTo>
                  <a:lnTo>
                    <a:pt x="61" y="6236"/>
                  </a:lnTo>
                  <a:lnTo>
                    <a:pt x="21" y="6983"/>
                  </a:lnTo>
                  <a:lnTo>
                    <a:pt x="1" y="7730"/>
                  </a:lnTo>
                  <a:lnTo>
                    <a:pt x="21" y="8093"/>
                  </a:lnTo>
                  <a:lnTo>
                    <a:pt x="41" y="8275"/>
                  </a:lnTo>
                  <a:lnTo>
                    <a:pt x="61" y="8456"/>
                  </a:lnTo>
                  <a:lnTo>
                    <a:pt x="102" y="8638"/>
                  </a:lnTo>
                  <a:lnTo>
                    <a:pt x="162" y="8799"/>
                  </a:lnTo>
                  <a:lnTo>
                    <a:pt x="243" y="8961"/>
                  </a:lnTo>
                  <a:lnTo>
                    <a:pt x="344" y="9122"/>
                  </a:lnTo>
                  <a:lnTo>
                    <a:pt x="465" y="9263"/>
                  </a:lnTo>
                  <a:lnTo>
                    <a:pt x="606" y="9384"/>
                  </a:lnTo>
                  <a:lnTo>
                    <a:pt x="768" y="9485"/>
                  </a:lnTo>
                  <a:lnTo>
                    <a:pt x="929" y="9566"/>
                  </a:lnTo>
                  <a:lnTo>
                    <a:pt x="1111" y="9627"/>
                  </a:lnTo>
                  <a:lnTo>
                    <a:pt x="1272" y="9647"/>
                  </a:lnTo>
                  <a:lnTo>
                    <a:pt x="1454" y="9667"/>
                  </a:lnTo>
                  <a:lnTo>
                    <a:pt x="1635" y="9687"/>
                  </a:lnTo>
                  <a:lnTo>
                    <a:pt x="1999" y="9667"/>
                  </a:lnTo>
                  <a:lnTo>
                    <a:pt x="2321" y="9606"/>
                  </a:lnTo>
                  <a:lnTo>
                    <a:pt x="2604" y="9526"/>
                  </a:lnTo>
                  <a:lnTo>
                    <a:pt x="2806" y="9465"/>
                  </a:lnTo>
                  <a:lnTo>
                    <a:pt x="3250" y="9304"/>
                  </a:lnTo>
                  <a:lnTo>
                    <a:pt x="3673" y="9122"/>
                  </a:lnTo>
                  <a:lnTo>
                    <a:pt x="4521" y="8719"/>
                  </a:lnTo>
                  <a:lnTo>
                    <a:pt x="5106" y="8456"/>
                  </a:lnTo>
                  <a:lnTo>
                    <a:pt x="5671" y="8194"/>
                  </a:lnTo>
                  <a:lnTo>
                    <a:pt x="6277" y="7972"/>
                  </a:lnTo>
                  <a:lnTo>
                    <a:pt x="6579" y="7871"/>
                  </a:lnTo>
                  <a:lnTo>
                    <a:pt x="6882" y="7790"/>
                  </a:lnTo>
                  <a:lnTo>
                    <a:pt x="7205" y="7730"/>
                  </a:lnTo>
                  <a:lnTo>
                    <a:pt x="7548" y="7669"/>
                  </a:lnTo>
                  <a:lnTo>
                    <a:pt x="7891" y="7629"/>
                  </a:lnTo>
                  <a:lnTo>
                    <a:pt x="8254" y="7609"/>
                  </a:lnTo>
                  <a:lnTo>
                    <a:pt x="8940" y="7588"/>
                  </a:lnTo>
                  <a:lnTo>
                    <a:pt x="9647" y="7568"/>
                  </a:lnTo>
                  <a:lnTo>
                    <a:pt x="10716" y="7548"/>
                  </a:lnTo>
                  <a:lnTo>
                    <a:pt x="11241" y="7528"/>
                  </a:lnTo>
                  <a:lnTo>
                    <a:pt x="11766" y="7467"/>
                  </a:lnTo>
                  <a:lnTo>
                    <a:pt x="12290" y="7366"/>
                  </a:lnTo>
                  <a:lnTo>
                    <a:pt x="12533" y="7306"/>
                  </a:lnTo>
                  <a:lnTo>
                    <a:pt x="12775" y="7225"/>
                  </a:lnTo>
                  <a:lnTo>
                    <a:pt x="13037" y="7144"/>
                  </a:lnTo>
                  <a:lnTo>
                    <a:pt x="13259" y="7044"/>
                  </a:lnTo>
                  <a:lnTo>
                    <a:pt x="13501" y="6922"/>
                  </a:lnTo>
                  <a:lnTo>
                    <a:pt x="13723" y="6781"/>
                  </a:lnTo>
                  <a:lnTo>
                    <a:pt x="13885" y="6680"/>
                  </a:lnTo>
                  <a:lnTo>
                    <a:pt x="14026" y="6559"/>
                  </a:lnTo>
                  <a:lnTo>
                    <a:pt x="14086" y="6479"/>
                  </a:lnTo>
                  <a:lnTo>
                    <a:pt x="14147" y="6398"/>
                  </a:lnTo>
                  <a:lnTo>
                    <a:pt x="14187" y="6297"/>
                  </a:lnTo>
                  <a:lnTo>
                    <a:pt x="14207" y="6196"/>
                  </a:lnTo>
                  <a:lnTo>
                    <a:pt x="14207" y="6095"/>
                  </a:lnTo>
                  <a:lnTo>
                    <a:pt x="14207" y="6014"/>
                  </a:lnTo>
                  <a:lnTo>
                    <a:pt x="14167" y="5913"/>
                  </a:lnTo>
                  <a:lnTo>
                    <a:pt x="14127" y="5813"/>
                  </a:lnTo>
                  <a:lnTo>
                    <a:pt x="14086" y="5712"/>
                  </a:lnTo>
                  <a:lnTo>
                    <a:pt x="14006" y="5631"/>
                  </a:lnTo>
                  <a:lnTo>
                    <a:pt x="13804" y="5429"/>
                  </a:lnTo>
                  <a:lnTo>
                    <a:pt x="13622" y="5268"/>
                  </a:lnTo>
                  <a:lnTo>
                    <a:pt x="13420" y="5106"/>
                  </a:lnTo>
                  <a:lnTo>
                    <a:pt x="13219" y="4965"/>
                  </a:lnTo>
                  <a:lnTo>
                    <a:pt x="13017" y="4844"/>
                  </a:lnTo>
                  <a:lnTo>
                    <a:pt x="12573" y="4602"/>
                  </a:lnTo>
                  <a:lnTo>
                    <a:pt x="12109" y="4420"/>
                  </a:lnTo>
                  <a:lnTo>
                    <a:pt x="11645" y="4239"/>
                  </a:lnTo>
                  <a:lnTo>
                    <a:pt x="11160" y="4077"/>
                  </a:lnTo>
                  <a:lnTo>
                    <a:pt x="10192" y="3815"/>
                  </a:lnTo>
                  <a:lnTo>
                    <a:pt x="9586" y="3653"/>
                  </a:lnTo>
                  <a:lnTo>
                    <a:pt x="8961" y="3452"/>
                  </a:lnTo>
                  <a:lnTo>
                    <a:pt x="8375" y="3250"/>
                  </a:lnTo>
                  <a:lnTo>
                    <a:pt x="7770" y="3008"/>
                  </a:lnTo>
                  <a:lnTo>
                    <a:pt x="7205" y="2745"/>
                  </a:lnTo>
                  <a:lnTo>
                    <a:pt x="6640" y="2443"/>
                  </a:lnTo>
                  <a:lnTo>
                    <a:pt x="6095" y="2120"/>
                  </a:lnTo>
                  <a:lnTo>
                    <a:pt x="5570" y="1777"/>
                  </a:lnTo>
                  <a:lnTo>
                    <a:pt x="5046" y="1413"/>
                  </a:lnTo>
                  <a:lnTo>
                    <a:pt x="4561" y="1010"/>
                  </a:lnTo>
                  <a:lnTo>
                    <a:pt x="4218" y="727"/>
                  </a:lnTo>
                  <a:lnTo>
                    <a:pt x="3875" y="485"/>
                  </a:lnTo>
                  <a:lnTo>
                    <a:pt x="3573" y="303"/>
                  </a:lnTo>
                  <a:lnTo>
                    <a:pt x="3270" y="162"/>
                  </a:lnTo>
                  <a:lnTo>
                    <a:pt x="2987" y="61"/>
                  </a:lnTo>
                  <a:lnTo>
                    <a:pt x="2725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390" name="Google Shape;390;p5"/>
          <p:cNvSpPr/>
          <p:nvPr/>
        </p:nvSpPr>
        <p:spPr>
          <a:xfrm>
            <a:off x="8432548" y="2719319"/>
            <a:ext cx="1001862" cy="1525380"/>
          </a:xfrm>
          <a:custGeom>
            <a:rect b="b" l="l" r="r" t="t"/>
            <a:pathLst>
              <a:path extrusionOk="0" h="27284" w="17920">
                <a:moveTo>
                  <a:pt x="9041" y="81"/>
                </a:moveTo>
                <a:lnTo>
                  <a:pt x="9464" y="101"/>
                </a:lnTo>
                <a:lnTo>
                  <a:pt x="9888" y="141"/>
                </a:lnTo>
                <a:lnTo>
                  <a:pt x="10312" y="222"/>
                </a:lnTo>
                <a:lnTo>
                  <a:pt x="10716" y="323"/>
                </a:lnTo>
                <a:lnTo>
                  <a:pt x="11139" y="444"/>
                </a:lnTo>
                <a:lnTo>
                  <a:pt x="11543" y="605"/>
                </a:lnTo>
                <a:lnTo>
                  <a:pt x="11947" y="767"/>
                </a:lnTo>
                <a:lnTo>
                  <a:pt x="12350" y="969"/>
                </a:lnTo>
                <a:lnTo>
                  <a:pt x="12734" y="1191"/>
                </a:lnTo>
                <a:lnTo>
                  <a:pt x="13117" y="1433"/>
                </a:lnTo>
                <a:lnTo>
                  <a:pt x="13480" y="1715"/>
                </a:lnTo>
                <a:lnTo>
                  <a:pt x="13844" y="1998"/>
                </a:lnTo>
                <a:lnTo>
                  <a:pt x="14187" y="2301"/>
                </a:lnTo>
                <a:lnTo>
                  <a:pt x="14530" y="2644"/>
                </a:lnTo>
                <a:lnTo>
                  <a:pt x="14832" y="2987"/>
                </a:lnTo>
                <a:lnTo>
                  <a:pt x="15155" y="3350"/>
                </a:lnTo>
                <a:lnTo>
                  <a:pt x="15397" y="3673"/>
                </a:lnTo>
                <a:lnTo>
                  <a:pt x="15619" y="4016"/>
                </a:lnTo>
                <a:lnTo>
                  <a:pt x="15841" y="4359"/>
                </a:lnTo>
                <a:lnTo>
                  <a:pt x="16063" y="4722"/>
                </a:lnTo>
                <a:lnTo>
                  <a:pt x="16265" y="5106"/>
                </a:lnTo>
                <a:lnTo>
                  <a:pt x="16447" y="5489"/>
                </a:lnTo>
                <a:lnTo>
                  <a:pt x="16628" y="5893"/>
                </a:lnTo>
                <a:lnTo>
                  <a:pt x="16790" y="6296"/>
                </a:lnTo>
                <a:lnTo>
                  <a:pt x="16931" y="6720"/>
                </a:lnTo>
                <a:lnTo>
                  <a:pt x="17072" y="7144"/>
                </a:lnTo>
                <a:lnTo>
                  <a:pt x="17214" y="7588"/>
                </a:lnTo>
                <a:lnTo>
                  <a:pt x="17315" y="8052"/>
                </a:lnTo>
                <a:lnTo>
                  <a:pt x="17436" y="8516"/>
                </a:lnTo>
                <a:lnTo>
                  <a:pt x="17516" y="8980"/>
                </a:lnTo>
                <a:lnTo>
                  <a:pt x="17597" y="9485"/>
                </a:lnTo>
                <a:lnTo>
                  <a:pt x="17678" y="9969"/>
                </a:lnTo>
                <a:lnTo>
                  <a:pt x="17738" y="10514"/>
                </a:lnTo>
                <a:lnTo>
                  <a:pt x="17779" y="11079"/>
                </a:lnTo>
                <a:lnTo>
                  <a:pt x="17819" y="11624"/>
                </a:lnTo>
                <a:lnTo>
                  <a:pt x="17839" y="12189"/>
                </a:lnTo>
                <a:lnTo>
                  <a:pt x="17839" y="12774"/>
                </a:lnTo>
                <a:lnTo>
                  <a:pt x="17819" y="13339"/>
                </a:lnTo>
                <a:lnTo>
                  <a:pt x="17799" y="13924"/>
                </a:lnTo>
                <a:lnTo>
                  <a:pt x="17758" y="14510"/>
                </a:lnTo>
                <a:lnTo>
                  <a:pt x="17718" y="15115"/>
                </a:lnTo>
                <a:lnTo>
                  <a:pt x="17637" y="15720"/>
                </a:lnTo>
                <a:lnTo>
                  <a:pt x="17557" y="16326"/>
                </a:lnTo>
                <a:lnTo>
                  <a:pt x="17456" y="16951"/>
                </a:lnTo>
                <a:lnTo>
                  <a:pt x="17355" y="17577"/>
                </a:lnTo>
                <a:lnTo>
                  <a:pt x="17234" y="18202"/>
                </a:lnTo>
                <a:lnTo>
                  <a:pt x="17093" y="18848"/>
                </a:lnTo>
                <a:lnTo>
                  <a:pt x="16931" y="19514"/>
                </a:lnTo>
                <a:lnTo>
                  <a:pt x="16709" y="20362"/>
                </a:lnTo>
                <a:lnTo>
                  <a:pt x="16447" y="21230"/>
                </a:lnTo>
                <a:lnTo>
                  <a:pt x="16285" y="21673"/>
                </a:lnTo>
                <a:lnTo>
                  <a:pt x="16124" y="22117"/>
                </a:lnTo>
                <a:lnTo>
                  <a:pt x="15942" y="22561"/>
                </a:lnTo>
                <a:lnTo>
                  <a:pt x="15740" y="23005"/>
                </a:lnTo>
                <a:lnTo>
                  <a:pt x="15518" y="23429"/>
                </a:lnTo>
                <a:lnTo>
                  <a:pt x="15276" y="23873"/>
                </a:lnTo>
                <a:lnTo>
                  <a:pt x="15014" y="24277"/>
                </a:lnTo>
                <a:lnTo>
                  <a:pt x="14731" y="24680"/>
                </a:lnTo>
                <a:lnTo>
                  <a:pt x="14429" y="25064"/>
                </a:lnTo>
                <a:lnTo>
                  <a:pt x="14106" y="25427"/>
                </a:lnTo>
                <a:lnTo>
                  <a:pt x="13743" y="25770"/>
                </a:lnTo>
                <a:lnTo>
                  <a:pt x="13359" y="26093"/>
                </a:lnTo>
                <a:lnTo>
                  <a:pt x="13077" y="26295"/>
                </a:lnTo>
                <a:lnTo>
                  <a:pt x="12774" y="26476"/>
                </a:lnTo>
                <a:lnTo>
                  <a:pt x="12491" y="26658"/>
                </a:lnTo>
                <a:lnTo>
                  <a:pt x="12209" y="26799"/>
                </a:lnTo>
                <a:lnTo>
                  <a:pt x="11906" y="26920"/>
                </a:lnTo>
                <a:lnTo>
                  <a:pt x="11624" y="27021"/>
                </a:lnTo>
                <a:lnTo>
                  <a:pt x="11321" y="27102"/>
                </a:lnTo>
                <a:lnTo>
                  <a:pt x="11018" y="27162"/>
                </a:lnTo>
                <a:lnTo>
                  <a:pt x="10716" y="27203"/>
                </a:lnTo>
                <a:lnTo>
                  <a:pt x="10110" y="27203"/>
                </a:lnTo>
                <a:lnTo>
                  <a:pt x="9808" y="27183"/>
                </a:lnTo>
                <a:lnTo>
                  <a:pt x="9485" y="27142"/>
                </a:lnTo>
                <a:lnTo>
                  <a:pt x="9182" y="27062"/>
                </a:lnTo>
                <a:lnTo>
                  <a:pt x="8859" y="26981"/>
                </a:lnTo>
                <a:lnTo>
                  <a:pt x="8556" y="26860"/>
                </a:lnTo>
                <a:lnTo>
                  <a:pt x="8234" y="26739"/>
                </a:lnTo>
                <a:lnTo>
                  <a:pt x="7931" y="26577"/>
                </a:lnTo>
                <a:lnTo>
                  <a:pt x="7628" y="26416"/>
                </a:lnTo>
                <a:lnTo>
                  <a:pt x="7346" y="26234"/>
                </a:lnTo>
                <a:lnTo>
                  <a:pt x="7063" y="26053"/>
                </a:lnTo>
                <a:lnTo>
                  <a:pt x="6781" y="25851"/>
                </a:lnTo>
                <a:lnTo>
                  <a:pt x="6256" y="25427"/>
                </a:lnTo>
                <a:lnTo>
                  <a:pt x="5772" y="24983"/>
                </a:lnTo>
                <a:lnTo>
                  <a:pt x="5328" y="24539"/>
                </a:lnTo>
                <a:lnTo>
                  <a:pt x="4944" y="24095"/>
                </a:lnTo>
                <a:lnTo>
                  <a:pt x="4581" y="23671"/>
                </a:lnTo>
                <a:lnTo>
                  <a:pt x="4238" y="23227"/>
                </a:lnTo>
                <a:lnTo>
                  <a:pt x="3895" y="22763"/>
                </a:lnTo>
                <a:lnTo>
                  <a:pt x="3572" y="22279"/>
                </a:lnTo>
                <a:lnTo>
                  <a:pt x="3249" y="21815"/>
                </a:lnTo>
                <a:lnTo>
                  <a:pt x="2967" y="21330"/>
                </a:lnTo>
                <a:lnTo>
                  <a:pt x="2664" y="20826"/>
                </a:lnTo>
                <a:lnTo>
                  <a:pt x="2401" y="20342"/>
                </a:lnTo>
                <a:lnTo>
                  <a:pt x="2139" y="19837"/>
                </a:lnTo>
                <a:lnTo>
                  <a:pt x="1897" y="19333"/>
                </a:lnTo>
                <a:lnTo>
                  <a:pt x="1675" y="18808"/>
                </a:lnTo>
                <a:lnTo>
                  <a:pt x="1453" y="18303"/>
                </a:lnTo>
                <a:lnTo>
                  <a:pt x="1251" y="17779"/>
                </a:lnTo>
                <a:lnTo>
                  <a:pt x="1070" y="17254"/>
                </a:lnTo>
                <a:lnTo>
                  <a:pt x="888" y="16729"/>
                </a:lnTo>
                <a:lnTo>
                  <a:pt x="727" y="16205"/>
                </a:lnTo>
                <a:lnTo>
                  <a:pt x="585" y="15680"/>
                </a:lnTo>
                <a:lnTo>
                  <a:pt x="464" y="15095"/>
                </a:lnTo>
                <a:lnTo>
                  <a:pt x="343" y="14530"/>
                </a:lnTo>
                <a:lnTo>
                  <a:pt x="262" y="13965"/>
                </a:lnTo>
                <a:lnTo>
                  <a:pt x="182" y="13400"/>
                </a:lnTo>
                <a:lnTo>
                  <a:pt x="121" y="12835"/>
                </a:lnTo>
                <a:lnTo>
                  <a:pt x="101" y="12270"/>
                </a:lnTo>
                <a:lnTo>
                  <a:pt x="81" y="11725"/>
                </a:lnTo>
                <a:lnTo>
                  <a:pt x="81" y="11160"/>
                </a:lnTo>
                <a:lnTo>
                  <a:pt x="101" y="10615"/>
                </a:lnTo>
                <a:lnTo>
                  <a:pt x="141" y="10070"/>
                </a:lnTo>
                <a:lnTo>
                  <a:pt x="202" y="9525"/>
                </a:lnTo>
                <a:lnTo>
                  <a:pt x="283" y="9000"/>
                </a:lnTo>
                <a:lnTo>
                  <a:pt x="383" y="8476"/>
                </a:lnTo>
                <a:lnTo>
                  <a:pt x="505" y="7951"/>
                </a:lnTo>
                <a:lnTo>
                  <a:pt x="646" y="7447"/>
                </a:lnTo>
                <a:lnTo>
                  <a:pt x="787" y="6942"/>
                </a:lnTo>
                <a:lnTo>
                  <a:pt x="1049" y="6236"/>
                </a:lnTo>
                <a:lnTo>
                  <a:pt x="1352" y="5570"/>
                </a:lnTo>
                <a:lnTo>
                  <a:pt x="1695" y="4924"/>
                </a:lnTo>
                <a:lnTo>
                  <a:pt x="2079" y="4298"/>
                </a:lnTo>
                <a:lnTo>
                  <a:pt x="2482" y="3693"/>
                </a:lnTo>
                <a:lnTo>
                  <a:pt x="2946" y="3128"/>
                </a:lnTo>
                <a:lnTo>
                  <a:pt x="3188" y="2866"/>
                </a:lnTo>
                <a:lnTo>
                  <a:pt x="3431" y="2603"/>
                </a:lnTo>
                <a:lnTo>
                  <a:pt x="3673" y="2361"/>
                </a:lnTo>
                <a:lnTo>
                  <a:pt x="3935" y="2119"/>
                </a:lnTo>
                <a:lnTo>
                  <a:pt x="4218" y="1877"/>
                </a:lnTo>
                <a:lnTo>
                  <a:pt x="4520" y="1655"/>
                </a:lnTo>
                <a:lnTo>
                  <a:pt x="4803" y="1433"/>
                </a:lnTo>
                <a:lnTo>
                  <a:pt x="5106" y="1231"/>
                </a:lnTo>
                <a:lnTo>
                  <a:pt x="5408" y="1049"/>
                </a:lnTo>
                <a:lnTo>
                  <a:pt x="5731" y="888"/>
                </a:lnTo>
                <a:lnTo>
                  <a:pt x="6034" y="727"/>
                </a:lnTo>
                <a:lnTo>
                  <a:pt x="6337" y="605"/>
                </a:lnTo>
                <a:lnTo>
                  <a:pt x="6659" y="484"/>
                </a:lnTo>
                <a:lnTo>
                  <a:pt x="6982" y="363"/>
                </a:lnTo>
                <a:lnTo>
                  <a:pt x="7305" y="283"/>
                </a:lnTo>
                <a:lnTo>
                  <a:pt x="7628" y="202"/>
                </a:lnTo>
                <a:lnTo>
                  <a:pt x="7951" y="162"/>
                </a:lnTo>
                <a:lnTo>
                  <a:pt x="8274" y="121"/>
                </a:lnTo>
                <a:lnTo>
                  <a:pt x="8597" y="81"/>
                </a:lnTo>
                <a:close/>
                <a:moveTo>
                  <a:pt x="8698" y="0"/>
                </a:moveTo>
                <a:lnTo>
                  <a:pt x="8355" y="20"/>
                </a:lnTo>
                <a:lnTo>
                  <a:pt x="8032" y="61"/>
                </a:lnTo>
                <a:lnTo>
                  <a:pt x="7689" y="121"/>
                </a:lnTo>
                <a:lnTo>
                  <a:pt x="7366" y="182"/>
                </a:lnTo>
                <a:lnTo>
                  <a:pt x="7023" y="283"/>
                </a:lnTo>
                <a:lnTo>
                  <a:pt x="6700" y="383"/>
                </a:lnTo>
                <a:lnTo>
                  <a:pt x="6377" y="505"/>
                </a:lnTo>
                <a:lnTo>
                  <a:pt x="6054" y="646"/>
                </a:lnTo>
                <a:lnTo>
                  <a:pt x="5731" y="787"/>
                </a:lnTo>
                <a:lnTo>
                  <a:pt x="5408" y="969"/>
                </a:lnTo>
                <a:lnTo>
                  <a:pt x="5085" y="1150"/>
                </a:lnTo>
                <a:lnTo>
                  <a:pt x="4783" y="1352"/>
                </a:lnTo>
                <a:lnTo>
                  <a:pt x="4480" y="1574"/>
                </a:lnTo>
                <a:lnTo>
                  <a:pt x="4177" y="1816"/>
                </a:lnTo>
                <a:lnTo>
                  <a:pt x="3895" y="2058"/>
                </a:lnTo>
                <a:lnTo>
                  <a:pt x="3632" y="2301"/>
                </a:lnTo>
                <a:lnTo>
                  <a:pt x="3370" y="2543"/>
                </a:lnTo>
                <a:lnTo>
                  <a:pt x="3128" y="2805"/>
                </a:lnTo>
                <a:lnTo>
                  <a:pt x="2886" y="3088"/>
                </a:lnTo>
                <a:lnTo>
                  <a:pt x="2422" y="3653"/>
                </a:lnTo>
                <a:lnTo>
                  <a:pt x="1998" y="4258"/>
                </a:lnTo>
                <a:lnTo>
                  <a:pt x="1614" y="4884"/>
                </a:lnTo>
                <a:lnTo>
                  <a:pt x="1271" y="5529"/>
                </a:lnTo>
                <a:lnTo>
                  <a:pt x="969" y="6216"/>
                </a:lnTo>
                <a:lnTo>
                  <a:pt x="848" y="6559"/>
                </a:lnTo>
                <a:lnTo>
                  <a:pt x="727" y="6902"/>
                </a:lnTo>
                <a:lnTo>
                  <a:pt x="565" y="7406"/>
                </a:lnTo>
                <a:lnTo>
                  <a:pt x="424" y="7931"/>
                </a:lnTo>
                <a:lnTo>
                  <a:pt x="303" y="8456"/>
                </a:lnTo>
                <a:lnTo>
                  <a:pt x="202" y="8980"/>
                </a:lnTo>
                <a:lnTo>
                  <a:pt x="121" y="9525"/>
                </a:lnTo>
                <a:lnTo>
                  <a:pt x="61" y="10070"/>
                </a:lnTo>
                <a:lnTo>
                  <a:pt x="20" y="10615"/>
                </a:lnTo>
                <a:lnTo>
                  <a:pt x="0" y="11160"/>
                </a:lnTo>
                <a:lnTo>
                  <a:pt x="0" y="11725"/>
                </a:lnTo>
                <a:lnTo>
                  <a:pt x="20" y="12270"/>
                </a:lnTo>
                <a:lnTo>
                  <a:pt x="40" y="12835"/>
                </a:lnTo>
                <a:lnTo>
                  <a:pt x="101" y="13400"/>
                </a:lnTo>
                <a:lnTo>
                  <a:pt x="182" y="13965"/>
                </a:lnTo>
                <a:lnTo>
                  <a:pt x="262" y="14550"/>
                </a:lnTo>
                <a:lnTo>
                  <a:pt x="383" y="15115"/>
                </a:lnTo>
                <a:lnTo>
                  <a:pt x="525" y="15700"/>
                </a:lnTo>
                <a:lnTo>
                  <a:pt x="666" y="16225"/>
                </a:lnTo>
                <a:lnTo>
                  <a:pt x="807" y="16750"/>
                </a:lnTo>
                <a:lnTo>
                  <a:pt x="989" y="17274"/>
                </a:lnTo>
                <a:lnTo>
                  <a:pt x="1170" y="17799"/>
                </a:lnTo>
                <a:lnTo>
                  <a:pt x="1372" y="18324"/>
                </a:lnTo>
                <a:lnTo>
                  <a:pt x="1594" y="18848"/>
                </a:lnTo>
                <a:lnTo>
                  <a:pt x="1816" y="19353"/>
                </a:lnTo>
                <a:lnTo>
                  <a:pt x="2058" y="19877"/>
                </a:lnTo>
                <a:lnTo>
                  <a:pt x="2321" y="20382"/>
                </a:lnTo>
                <a:lnTo>
                  <a:pt x="2603" y="20866"/>
                </a:lnTo>
                <a:lnTo>
                  <a:pt x="2886" y="21371"/>
                </a:lnTo>
                <a:lnTo>
                  <a:pt x="3188" y="21855"/>
                </a:lnTo>
                <a:lnTo>
                  <a:pt x="3511" y="22339"/>
                </a:lnTo>
                <a:lnTo>
                  <a:pt x="3834" y="22804"/>
                </a:lnTo>
                <a:lnTo>
                  <a:pt x="4177" y="23268"/>
                </a:lnTo>
                <a:lnTo>
                  <a:pt x="4520" y="23732"/>
                </a:lnTo>
                <a:lnTo>
                  <a:pt x="4964" y="24236"/>
                </a:lnTo>
                <a:lnTo>
                  <a:pt x="5206" y="24519"/>
                </a:lnTo>
                <a:lnTo>
                  <a:pt x="5489" y="24822"/>
                </a:lnTo>
                <a:lnTo>
                  <a:pt x="5792" y="25104"/>
                </a:lnTo>
                <a:lnTo>
                  <a:pt x="6115" y="25407"/>
                </a:lnTo>
                <a:lnTo>
                  <a:pt x="6458" y="25689"/>
                </a:lnTo>
                <a:lnTo>
                  <a:pt x="6821" y="25972"/>
                </a:lnTo>
                <a:lnTo>
                  <a:pt x="7204" y="26254"/>
                </a:lnTo>
                <a:lnTo>
                  <a:pt x="7608" y="26497"/>
                </a:lnTo>
                <a:lnTo>
                  <a:pt x="8032" y="26718"/>
                </a:lnTo>
                <a:lnTo>
                  <a:pt x="8455" y="26900"/>
                </a:lnTo>
                <a:lnTo>
                  <a:pt x="8920" y="27062"/>
                </a:lnTo>
                <a:lnTo>
                  <a:pt x="9364" y="27183"/>
                </a:lnTo>
                <a:lnTo>
                  <a:pt x="9606" y="27223"/>
                </a:lnTo>
                <a:lnTo>
                  <a:pt x="9848" y="27263"/>
                </a:lnTo>
                <a:lnTo>
                  <a:pt x="10090" y="27284"/>
                </a:lnTo>
                <a:lnTo>
                  <a:pt x="10695" y="27284"/>
                </a:lnTo>
                <a:lnTo>
                  <a:pt x="11079" y="27223"/>
                </a:lnTo>
                <a:lnTo>
                  <a:pt x="11462" y="27142"/>
                </a:lnTo>
                <a:lnTo>
                  <a:pt x="11846" y="27021"/>
                </a:lnTo>
                <a:lnTo>
                  <a:pt x="12229" y="26880"/>
                </a:lnTo>
                <a:lnTo>
                  <a:pt x="12613" y="26678"/>
                </a:lnTo>
                <a:lnTo>
                  <a:pt x="12996" y="26436"/>
                </a:lnTo>
                <a:lnTo>
                  <a:pt x="13400" y="26153"/>
                </a:lnTo>
                <a:lnTo>
                  <a:pt x="13783" y="25831"/>
                </a:lnTo>
                <a:lnTo>
                  <a:pt x="14146" y="25488"/>
                </a:lnTo>
                <a:lnTo>
                  <a:pt x="14489" y="25124"/>
                </a:lnTo>
                <a:lnTo>
                  <a:pt x="14792" y="24721"/>
                </a:lnTo>
                <a:lnTo>
                  <a:pt x="15095" y="24317"/>
                </a:lnTo>
                <a:lnTo>
                  <a:pt x="15357" y="23913"/>
                </a:lnTo>
                <a:lnTo>
                  <a:pt x="15599" y="23490"/>
                </a:lnTo>
                <a:lnTo>
                  <a:pt x="15821" y="23046"/>
                </a:lnTo>
                <a:lnTo>
                  <a:pt x="16023" y="22602"/>
                </a:lnTo>
                <a:lnTo>
                  <a:pt x="16205" y="22158"/>
                </a:lnTo>
                <a:lnTo>
                  <a:pt x="16366" y="21714"/>
                </a:lnTo>
                <a:lnTo>
                  <a:pt x="16527" y="21270"/>
                </a:lnTo>
                <a:lnTo>
                  <a:pt x="16790" y="20382"/>
                </a:lnTo>
                <a:lnTo>
                  <a:pt x="17012" y="19534"/>
                </a:lnTo>
                <a:lnTo>
                  <a:pt x="17173" y="18868"/>
                </a:lnTo>
                <a:lnTo>
                  <a:pt x="17315" y="18223"/>
                </a:lnTo>
                <a:lnTo>
                  <a:pt x="17436" y="17597"/>
                </a:lnTo>
                <a:lnTo>
                  <a:pt x="17537" y="16951"/>
                </a:lnTo>
                <a:lnTo>
                  <a:pt x="17637" y="16346"/>
                </a:lnTo>
                <a:lnTo>
                  <a:pt x="17718" y="15720"/>
                </a:lnTo>
                <a:lnTo>
                  <a:pt x="17799" y="15115"/>
                </a:lnTo>
                <a:lnTo>
                  <a:pt x="17839" y="14530"/>
                </a:lnTo>
                <a:lnTo>
                  <a:pt x="17880" y="13924"/>
                </a:lnTo>
                <a:lnTo>
                  <a:pt x="17900" y="13339"/>
                </a:lnTo>
                <a:lnTo>
                  <a:pt x="17920" y="12774"/>
                </a:lnTo>
                <a:lnTo>
                  <a:pt x="17920" y="12189"/>
                </a:lnTo>
                <a:lnTo>
                  <a:pt x="17900" y="11624"/>
                </a:lnTo>
                <a:lnTo>
                  <a:pt x="17859" y="11059"/>
                </a:lnTo>
                <a:lnTo>
                  <a:pt x="17819" y="10514"/>
                </a:lnTo>
                <a:lnTo>
                  <a:pt x="17758" y="9969"/>
                </a:lnTo>
                <a:lnTo>
                  <a:pt x="17678" y="9465"/>
                </a:lnTo>
                <a:lnTo>
                  <a:pt x="17597" y="8980"/>
                </a:lnTo>
                <a:lnTo>
                  <a:pt x="17516" y="8496"/>
                </a:lnTo>
                <a:lnTo>
                  <a:pt x="17395" y="8032"/>
                </a:lnTo>
                <a:lnTo>
                  <a:pt x="17294" y="7568"/>
                </a:lnTo>
                <a:lnTo>
                  <a:pt x="17153" y="7124"/>
                </a:lnTo>
                <a:lnTo>
                  <a:pt x="17012" y="6700"/>
                </a:lnTo>
                <a:lnTo>
                  <a:pt x="16850" y="6276"/>
                </a:lnTo>
                <a:lnTo>
                  <a:pt x="16689" y="5852"/>
                </a:lnTo>
                <a:lnTo>
                  <a:pt x="16507" y="5449"/>
                </a:lnTo>
                <a:lnTo>
                  <a:pt x="16326" y="5065"/>
                </a:lnTo>
                <a:lnTo>
                  <a:pt x="16124" y="4682"/>
                </a:lnTo>
                <a:lnTo>
                  <a:pt x="15922" y="4319"/>
                </a:lnTo>
                <a:lnTo>
                  <a:pt x="15700" y="3976"/>
                </a:lnTo>
                <a:lnTo>
                  <a:pt x="15458" y="3632"/>
                </a:lnTo>
                <a:lnTo>
                  <a:pt x="15216" y="3310"/>
                </a:lnTo>
                <a:lnTo>
                  <a:pt x="14913" y="2926"/>
                </a:lnTo>
                <a:lnTo>
                  <a:pt x="14590" y="2583"/>
                </a:lnTo>
                <a:lnTo>
                  <a:pt x="14247" y="2240"/>
                </a:lnTo>
                <a:lnTo>
                  <a:pt x="13904" y="1937"/>
                </a:lnTo>
                <a:lnTo>
                  <a:pt x="13541" y="1635"/>
                </a:lnTo>
                <a:lnTo>
                  <a:pt x="13157" y="1372"/>
                </a:lnTo>
                <a:lnTo>
                  <a:pt x="12774" y="1130"/>
                </a:lnTo>
                <a:lnTo>
                  <a:pt x="12391" y="908"/>
                </a:lnTo>
                <a:lnTo>
                  <a:pt x="11987" y="706"/>
                </a:lnTo>
                <a:lnTo>
                  <a:pt x="11583" y="525"/>
                </a:lnTo>
                <a:lnTo>
                  <a:pt x="11160" y="363"/>
                </a:lnTo>
                <a:lnTo>
                  <a:pt x="10736" y="242"/>
                </a:lnTo>
                <a:lnTo>
                  <a:pt x="10312" y="141"/>
                </a:lnTo>
                <a:lnTo>
                  <a:pt x="9888" y="61"/>
                </a:lnTo>
                <a:lnTo>
                  <a:pt x="9464" y="20"/>
                </a:lnTo>
                <a:lnTo>
                  <a:pt x="9041" y="0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1" name="Google Shape;391;p5"/>
          <p:cNvSpPr/>
          <p:nvPr/>
        </p:nvSpPr>
        <p:spPr>
          <a:xfrm>
            <a:off x="8724715" y="2842257"/>
            <a:ext cx="560808" cy="1296383"/>
          </a:xfrm>
          <a:custGeom>
            <a:rect b="b" l="l" r="r" t="t"/>
            <a:pathLst>
              <a:path extrusionOk="0" h="23188" w="10031">
                <a:moveTo>
                  <a:pt x="4703" y="61"/>
                </a:moveTo>
                <a:lnTo>
                  <a:pt x="4985" y="81"/>
                </a:lnTo>
                <a:lnTo>
                  <a:pt x="5268" y="122"/>
                </a:lnTo>
                <a:lnTo>
                  <a:pt x="5550" y="202"/>
                </a:lnTo>
                <a:lnTo>
                  <a:pt x="5833" y="303"/>
                </a:lnTo>
                <a:lnTo>
                  <a:pt x="6075" y="424"/>
                </a:lnTo>
                <a:lnTo>
                  <a:pt x="6297" y="566"/>
                </a:lnTo>
                <a:lnTo>
                  <a:pt x="6519" y="707"/>
                </a:lnTo>
                <a:lnTo>
                  <a:pt x="6741" y="868"/>
                </a:lnTo>
                <a:lnTo>
                  <a:pt x="6963" y="1070"/>
                </a:lnTo>
                <a:lnTo>
                  <a:pt x="7165" y="1272"/>
                </a:lnTo>
                <a:lnTo>
                  <a:pt x="7366" y="1494"/>
                </a:lnTo>
                <a:lnTo>
                  <a:pt x="7548" y="1736"/>
                </a:lnTo>
                <a:lnTo>
                  <a:pt x="7730" y="1999"/>
                </a:lnTo>
                <a:lnTo>
                  <a:pt x="7911" y="2281"/>
                </a:lnTo>
                <a:lnTo>
                  <a:pt x="8073" y="2584"/>
                </a:lnTo>
                <a:lnTo>
                  <a:pt x="8234" y="2907"/>
                </a:lnTo>
                <a:lnTo>
                  <a:pt x="8396" y="3230"/>
                </a:lnTo>
                <a:lnTo>
                  <a:pt x="8537" y="3593"/>
                </a:lnTo>
                <a:lnTo>
                  <a:pt x="8678" y="3976"/>
                </a:lnTo>
                <a:lnTo>
                  <a:pt x="8819" y="4380"/>
                </a:lnTo>
                <a:lnTo>
                  <a:pt x="9082" y="5207"/>
                </a:lnTo>
                <a:lnTo>
                  <a:pt x="9304" y="6075"/>
                </a:lnTo>
                <a:lnTo>
                  <a:pt x="9505" y="6922"/>
                </a:lnTo>
                <a:lnTo>
                  <a:pt x="9647" y="7790"/>
                </a:lnTo>
                <a:lnTo>
                  <a:pt x="9788" y="8678"/>
                </a:lnTo>
                <a:lnTo>
                  <a:pt x="9869" y="9546"/>
                </a:lnTo>
                <a:lnTo>
                  <a:pt x="9929" y="10434"/>
                </a:lnTo>
                <a:lnTo>
                  <a:pt x="9949" y="11302"/>
                </a:lnTo>
                <a:lnTo>
                  <a:pt x="9949" y="12189"/>
                </a:lnTo>
                <a:lnTo>
                  <a:pt x="9909" y="13077"/>
                </a:lnTo>
                <a:lnTo>
                  <a:pt x="9828" y="13945"/>
                </a:lnTo>
                <a:lnTo>
                  <a:pt x="9727" y="14833"/>
                </a:lnTo>
                <a:lnTo>
                  <a:pt x="9586" y="15701"/>
                </a:lnTo>
                <a:lnTo>
                  <a:pt x="9405" y="16569"/>
                </a:lnTo>
                <a:lnTo>
                  <a:pt x="9203" y="17416"/>
                </a:lnTo>
                <a:lnTo>
                  <a:pt x="8961" y="18264"/>
                </a:lnTo>
                <a:lnTo>
                  <a:pt x="8799" y="18768"/>
                </a:lnTo>
                <a:lnTo>
                  <a:pt x="8618" y="19293"/>
                </a:lnTo>
                <a:lnTo>
                  <a:pt x="8396" y="19838"/>
                </a:lnTo>
                <a:lnTo>
                  <a:pt x="8133" y="20362"/>
                </a:lnTo>
                <a:lnTo>
                  <a:pt x="7992" y="20625"/>
                </a:lnTo>
                <a:lnTo>
                  <a:pt x="7831" y="20867"/>
                </a:lnTo>
                <a:lnTo>
                  <a:pt x="7669" y="21129"/>
                </a:lnTo>
                <a:lnTo>
                  <a:pt x="7487" y="21371"/>
                </a:lnTo>
                <a:lnTo>
                  <a:pt x="7286" y="21593"/>
                </a:lnTo>
                <a:lnTo>
                  <a:pt x="7084" y="21815"/>
                </a:lnTo>
                <a:lnTo>
                  <a:pt x="6862" y="22037"/>
                </a:lnTo>
                <a:lnTo>
                  <a:pt x="6620" y="22239"/>
                </a:lnTo>
                <a:lnTo>
                  <a:pt x="6398" y="22401"/>
                </a:lnTo>
                <a:lnTo>
                  <a:pt x="6196" y="22542"/>
                </a:lnTo>
                <a:lnTo>
                  <a:pt x="5974" y="22663"/>
                </a:lnTo>
                <a:lnTo>
                  <a:pt x="5772" y="22764"/>
                </a:lnTo>
                <a:lnTo>
                  <a:pt x="5550" y="22865"/>
                </a:lnTo>
                <a:lnTo>
                  <a:pt x="5348" y="22945"/>
                </a:lnTo>
                <a:lnTo>
                  <a:pt x="5147" y="23006"/>
                </a:lnTo>
                <a:lnTo>
                  <a:pt x="4945" y="23046"/>
                </a:lnTo>
                <a:lnTo>
                  <a:pt x="4743" y="23087"/>
                </a:lnTo>
                <a:lnTo>
                  <a:pt x="4541" y="23107"/>
                </a:lnTo>
                <a:lnTo>
                  <a:pt x="4339" y="23107"/>
                </a:lnTo>
                <a:lnTo>
                  <a:pt x="4138" y="23087"/>
                </a:lnTo>
                <a:lnTo>
                  <a:pt x="3936" y="23046"/>
                </a:lnTo>
                <a:lnTo>
                  <a:pt x="3754" y="23006"/>
                </a:lnTo>
                <a:lnTo>
                  <a:pt x="3552" y="22925"/>
                </a:lnTo>
                <a:lnTo>
                  <a:pt x="3351" y="22845"/>
                </a:lnTo>
                <a:lnTo>
                  <a:pt x="3169" y="22764"/>
                </a:lnTo>
                <a:lnTo>
                  <a:pt x="2987" y="22643"/>
                </a:lnTo>
                <a:lnTo>
                  <a:pt x="2806" y="22522"/>
                </a:lnTo>
                <a:lnTo>
                  <a:pt x="2644" y="22380"/>
                </a:lnTo>
                <a:lnTo>
                  <a:pt x="2321" y="22078"/>
                </a:lnTo>
                <a:lnTo>
                  <a:pt x="1999" y="21714"/>
                </a:lnTo>
                <a:lnTo>
                  <a:pt x="1716" y="21331"/>
                </a:lnTo>
                <a:lnTo>
                  <a:pt x="1454" y="20927"/>
                </a:lnTo>
                <a:lnTo>
                  <a:pt x="1211" y="20483"/>
                </a:lnTo>
                <a:lnTo>
                  <a:pt x="990" y="20019"/>
                </a:lnTo>
                <a:lnTo>
                  <a:pt x="788" y="19535"/>
                </a:lnTo>
                <a:lnTo>
                  <a:pt x="626" y="19051"/>
                </a:lnTo>
                <a:lnTo>
                  <a:pt x="465" y="18566"/>
                </a:lnTo>
                <a:lnTo>
                  <a:pt x="344" y="18082"/>
                </a:lnTo>
                <a:lnTo>
                  <a:pt x="243" y="17598"/>
                </a:lnTo>
                <a:lnTo>
                  <a:pt x="162" y="17134"/>
                </a:lnTo>
                <a:lnTo>
                  <a:pt x="122" y="16690"/>
                </a:lnTo>
                <a:lnTo>
                  <a:pt x="102" y="16286"/>
                </a:lnTo>
                <a:lnTo>
                  <a:pt x="81" y="15600"/>
                </a:lnTo>
                <a:lnTo>
                  <a:pt x="81" y="14934"/>
                </a:lnTo>
                <a:lnTo>
                  <a:pt x="102" y="14268"/>
                </a:lnTo>
                <a:lnTo>
                  <a:pt x="142" y="13582"/>
                </a:lnTo>
                <a:lnTo>
                  <a:pt x="182" y="12916"/>
                </a:lnTo>
                <a:lnTo>
                  <a:pt x="243" y="12250"/>
                </a:lnTo>
                <a:lnTo>
                  <a:pt x="404" y="10918"/>
                </a:lnTo>
                <a:lnTo>
                  <a:pt x="586" y="9586"/>
                </a:lnTo>
                <a:lnTo>
                  <a:pt x="788" y="8254"/>
                </a:lnTo>
                <a:lnTo>
                  <a:pt x="1252" y="5631"/>
                </a:lnTo>
                <a:lnTo>
                  <a:pt x="1454" y="4622"/>
                </a:lnTo>
                <a:lnTo>
                  <a:pt x="1555" y="4117"/>
                </a:lnTo>
                <a:lnTo>
                  <a:pt x="1676" y="3613"/>
                </a:lnTo>
                <a:lnTo>
                  <a:pt x="1837" y="3108"/>
                </a:lnTo>
                <a:lnTo>
                  <a:pt x="1999" y="2604"/>
                </a:lnTo>
                <a:lnTo>
                  <a:pt x="2200" y="2140"/>
                </a:lnTo>
                <a:lnTo>
                  <a:pt x="2442" y="1655"/>
                </a:lnTo>
                <a:lnTo>
                  <a:pt x="2584" y="1393"/>
                </a:lnTo>
                <a:lnTo>
                  <a:pt x="2745" y="1151"/>
                </a:lnTo>
                <a:lnTo>
                  <a:pt x="2927" y="949"/>
                </a:lnTo>
                <a:lnTo>
                  <a:pt x="3108" y="747"/>
                </a:lnTo>
                <a:lnTo>
                  <a:pt x="3290" y="586"/>
                </a:lnTo>
                <a:lnTo>
                  <a:pt x="3472" y="445"/>
                </a:lnTo>
                <a:lnTo>
                  <a:pt x="3673" y="324"/>
                </a:lnTo>
                <a:lnTo>
                  <a:pt x="3875" y="223"/>
                </a:lnTo>
                <a:lnTo>
                  <a:pt x="4077" y="162"/>
                </a:lnTo>
                <a:lnTo>
                  <a:pt x="4279" y="102"/>
                </a:lnTo>
                <a:lnTo>
                  <a:pt x="4481" y="81"/>
                </a:lnTo>
                <a:lnTo>
                  <a:pt x="4703" y="61"/>
                </a:lnTo>
                <a:close/>
                <a:moveTo>
                  <a:pt x="4561" y="1"/>
                </a:moveTo>
                <a:lnTo>
                  <a:pt x="4319" y="21"/>
                </a:lnTo>
                <a:lnTo>
                  <a:pt x="4077" y="61"/>
                </a:lnTo>
                <a:lnTo>
                  <a:pt x="3855" y="142"/>
                </a:lnTo>
                <a:lnTo>
                  <a:pt x="3633" y="243"/>
                </a:lnTo>
                <a:lnTo>
                  <a:pt x="3431" y="364"/>
                </a:lnTo>
                <a:lnTo>
                  <a:pt x="3229" y="525"/>
                </a:lnTo>
                <a:lnTo>
                  <a:pt x="3048" y="687"/>
                </a:lnTo>
                <a:lnTo>
                  <a:pt x="2866" y="889"/>
                </a:lnTo>
                <a:lnTo>
                  <a:pt x="2685" y="1111"/>
                </a:lnTo>
                <a:lnTo>
                  <a:pt x="2523" y="1353"/>
                </a:lnTo>
                <a:lnTo>
                  <a:pt x="2362" y="1615"/>
                </a:lnTo>
                <a:lnTo>
                  <a:pt x="2120" y="2099"/>
                </a:lnTo>
                <a:lnTo>
                  <a:pt x="1918" y="2584"/>
                </a:lnTo>
                <a:lnTo>
                  <a:pt x="1756" y="3068"/>
                </a:lnTo>
                <a:lnTo>
                  <a:pt x="1615" y="3573"/>
                </a:lnTo>
                <a:lnTo>
                  <a:pt x="1474" y="4097"/>
                </a:lnTo>
                <a:lnTo>
                  <a:pt x="1373" y="4602"/>
                </a:lnTo>
                <a:lnTo>
                  <a:pt x="1171" y="5631"/>
                </a:lnTo>
                <a:lnTo>
                  <a:pt x="707" y="8254"/>
                </a:lnTo>
                <a:lnTo>
                  <a:pt x="505" y="9566"/>
                </a:lnTo>
                <a:lnTo>
                  <a:pt x="324" y="10898"/>
                </a:lnTo>
                <a:lnTo>
                  <a:pt x="162" y="12250"/>
                </a:lnTo>
                <a:lnTo>
                  <a:pt x="102" y="12916"/>
                </a:lnTo>
                <a:lnTo>
                  <a:pt x="61" y="13582"/>
                </a:lnTo>
                <a:lnTo>
                  <a:pt x="21" y="14268"/>
                </a:lnTo>
                <a:lnTo>
                  <a:pt x="1" y="14934"/>
                </a:lnTo>
                <a:lnTo>
                  <a:pt x="1" y="15600"/>
                </a:lnTo>
                <a:lnTo>
                  <a:pt x="21" y="16286"/>
                </a:lnTo>
                <a:lnTo>
                  <a:pt x="41" y="16710"/>
                </a:lnTo>
                <a:lnTo>
                  <a:pt x="81" y="17154"/>
                </a:lnTo>
                <a:lnTo>
                  <a:pt x="162" y="17618"/>
                </a:lnTo>
                <a:lnTo>
                  <a:pt x="263" y="18102"/>
                </a:lnTo>
                <a:lnTo>
                  <a:pt x="404" y="18587"/>
                </a:lnTo>
                <a:lnTo>
                  <a:pt x="546" y="19071"/>
                </a:lnTo>
                <a:lnTo>
                  <a:pt x="727" y="19575"/>
                </a:lnTo>
                <a:lnTo>
                  <a:pt x="929" y="20060"/>
                </a:lnTo>
                <a:lnTo>
                  <a:pt x="1151" y="20524"/>
                </a:lnTo>
                <a:lnTo>
                  <a:pt x="1393" y="20968"/>
                </a:lnTo>
                <a:lnTo>
                  <a:pt x="1655" y="21392"/>
                </a:lnTo>
                <a:lnTo>
                  <a:pt x="1958" y="21775"/>
                </a:lnTo>
                <a:lnTo>
                  <a:pt x="2261" y="22138"/>
                </a:lnTo>
                <a:lnTo>
                  <a:pt x="2604" y="22461"/>
                </a:lnTo>
                <a:lnTo>
                  <a:pt x="2765" y="22582"/>
                </a:lnTo>
                <a:lnTo>
                  <a:pt x="2947" y="22723"/>
                </a:lnTo>
                <a:lnTo>
                  <a:pt x="3129" y="22824"/>
                </a:lnTo>
                <a:lnTo>
                  <a:pt x="3330" y="22925"/>
                </a:lnTo>
                <a:lnTo>
                  <a:pt x="3593" y="23046"/>
                </a:lnTo>
                <a:lnTo>
                  <a:pt x="3875" y="23127"/>
                </a:lnTo>
                <a:lnTo>
                  <a:pt x="4158" y="23167"/>
                </a:lnTo>
                <a:lnTo>
                  <a:pt x="4460" y="23188"/>
                </a:lnTo>
                <a:lnTo>
                  <a:pt x="4723" y="23167"/>
                </a:lnTo>
                <a:lnTo>
                  <a:pt x="4985" y="23127"/>
                </a:lnTo>
                <a:lnTo>
                  <a:pt x="5268" y="23067"/>
                </a:lnTo>
                <a:lnTo>
                  <a:pt x="5550" y="22966"/>
                </a:lnTo>
                <a:lnTo>
                  <a:pt x="5813" y="22845"/>
                </a:lnTo>
                <a:lnTo>
                  <a:pt x="6095" y="22683"/>
                </a:lnTo>
                <a:lnTo>
                  <a:pt x="6378" y="22501"/>
                </a:lnTo>
                <a:lnTo>
                  <a:pt x="6680" y="22300"/>
                </a:lnTo>
                <a:lnTo>
                  <a:pt x="6922" y="22098"/>
                </a:lnTo>
                <a:lnTo>
                  <a:pt x="7144" y="21876"/>
                </a:lnTo>
                <a:lnTo>
                  <a:pt x="7346" y="21654"/>
                </a:lnTo>
                <a:lnTo>
                  <a:pt x="7548" y="21412"/>
                </a:lnTo>
                <a:lnTo>
                  <a:pt x="7730" y="21170"/>
                </a:lnTo>
                <a:lnTo>
                  <a:pt x="7911" y="20927"/>
                </a:lnTo>
                <a:lnTo>
                  <a:pt x="8053" y="20665"/>
                </a:lnTo>
                <a:lnTo>
                  <a:pt x="8214" y="20403"/>
                </a:lnTo>
                <a:lnTo>
                  <a:pt x="8476" y="19878"/>
                </a:lnTo>
                <a:lnTo>
                  <a:pt x="8698" y="19333"/>
                </a:lnTo>
                <a:lnTo>
                  <a:pt x="8880" y="18809"/>
                </a:lnTo>
                <a:lnTo>
                  <a:pt x="9041" y="18284"/>
                </a:lnTo>
                <a:lnTo>
                  <a:pt x="9283" y="17436"/>
                </a:lnTo>
                <a:lnTo>
                  <a:pt x="9485" y="16589"/>
                </a:lnTo>
                <a:lnTo>
                  <a:pt x="9667" y="15721"/>
                </a:lnTo>
                <a:lnTo>
                  <a:pt x="9808" y="14833"/>
                </a:lnTo>
                <a:lnTo>
                  <a:pt x="9909" y="13965"/>
                </a:lnTo>
                <a:lnTo>
                  <a:pt x="9990" y="13077"/>
                </a:lnTo>
                <a:lnTo>
                  <a:pt x="10030" y="12189"/>
                </a:lnTo>
                <a:lnTo>
                  <a:pt x="10030" y="11302"/>
                </a:lnTo>
                <a:lnTo>
                  <a:pt x="10010" y="10434"/>
                </a:lnTo>
                <a:lnTo>
                  <a:pt x="9949" y="9546"/>
                </a:lnTo>
                <a:lnTo>
                  <a:pt x="9869" y="8658"/>
                </a:lnTo>
                <a:lnTo>
                  <a:pt x="9727" y="7790"/>
                </a:lnTo>
                <a:lnTo>
                  <a:pt x="9566" y="6902"/>
                </a:lnTo>
                <a:lnTo>
                  <a:pt x="9384" y="6055"/>
                </a:lnTo>
                <a:lnTo>
                  <a:pt x="9162" y="5187"/>
                </a:lnTo>
                <a:lnTo>
                  <a:pt x="8900" y="4339"/>
                </a:lnTo>
                <a:lnTo>
                  <a:pt x="8759" y="3936"/>
                </a:lnTo>
                <a:lnTo>
                  <a:pt x="8618" y="3552"/>
                </a:lnTo>
                <a:lnTo>
                  <a:pt x="8476" y="3209"/>
                </a:lnTo>
                <a:lnTo>
                  <a:pt x="8315" y="2866"/>
                </a:lnTo>
                <a:lnTo>
                  <a:pt x="8153" y="2523"/>
                </a:lnTo>
                <a:lnTo>
                  <a:pt x="7972" y="2220"/>
                </a:lnTo>
                <a:lnTo>
                  <a:pt x="7790" y="1938"/>
                </a:lnTo>
                <a:lnTo>
                  <a:pt x="7609" y="1676"/>
                </a:lnTo>
                <a:lnTo>
                  <a:pt x="7407" y="1433"/>
                </a:lnTo>
                <a:lnTo>
                  <a:pt x="7225" y="1211"/>
                </a:lnTo>
                <a:lnTo>
                  <a:pt x="7003" y="990"/>
                </a:lnTo>
                <a:lnTo>
                  <a:pt x="6801" y="808"/>
                </a:lnTo>
                <a:lnTo>
                  <a:pt x="6579" y="646"/>
                </a:lnTo>
                <a:lnTo>
                  <a:pt x="6337" y="485"/>
                </a:lnTo>
                <a:lnTo>
                  <a:pt x="6095" y="344"/>
                </a:lnTo>
                <a:lnTo>
                  <a:pt x="5853" y="243"/>
                </a:lnTo>
                <a:lnTo>
                  <a:pt x="5591" y="142"/>
                </a:lnTo>
                <a:lnTo>
                  <a:pt x="5328" y="61"/>
                </a:lnTo>
                <a:lnTo>
                  <a:pt x="5066" y="21"/>
                </a:lnTo>
                <a:lnTo>
                  <a:pt x="4824" y="1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2" name="Google Shape;392;p5"/>
          <p:cNvSpPr/>
          <p:nvPr/>
        </p:nvSpPr>
        <p:spPr>
          <a:xfrm>
            <a:off x="7728806" y="4638362"/>
            <a:ext cx="530339" cy="361051"/>
          </a:xfrm>
          <a:custGeom>
            <a:rect b="b" l="l" r="r" t="t"/>
            <a:pathLst>
              <a:path extrusionOk="0" h="6458" w="9486">
                <a:moveTo>
                  <a:pt x="8880" y="81"/>
                </a:moveTo>
                <a:lnTo>
                  <a:pt x="9021" y="101"/>
                </a:lnTo>
                <a:lnTo>
                  <a:pt x="9142" y="142"/>
                </a:lnTo>
                <a:lnTo>
                  <a:pt x="9203" y="182"/>
                </a:lnTo>
                <a:lnTo>
                  <a:pt x="9263" y="243"/>
                </a:lnTo>
                <a:lnTo>
                  <a:pt x="9324" y="364"/>
                </a:lnTo>
                <a:lnTo>
                  <a:pt x="9364" y="505"/>
                </a:lnTo>
                <a:lnTo>
                  <a:pt x="9384" y="646"/>
                </a:lnTo>
                <a:lnTo>
                  <a:pt x="9405" y="868"/>
                </a:lnTo>
                <a:lnTo>
                  <a:pt x="9384" y="1070"/>
                </a:lnTo>
                <a:lnTo>
                  <a:pt x="9364" y="1272"/>
                </a:lnTo>
                <a:lnTo>
                  <a:pt x="9324" y="1474"/>
                </a:lnTo>
                <a:lnTo>
                  <a:pt x="9263" y="1675"/>
                </a:lnTo>
                <a:lnTo>
                  <a:pt x="9183" y="1877"/>
                </a:lnTo>
                <a:lnTo>
                  <a:pt x="9001" y="2261"/>
                </a:lnTo>
                <a:lnTo>
                  <a:pt x="8779" y="2624"/>
                </a:lnTo>
                <a:lnTo>
                  <a:pt x="8537" y="2967"/>
                </a:lnTo>
                <a:lnTo>
                  <a:pt x="8274" y="3290"/>
                </a:lnTo>
                <a:lnTo>
                  <a:pt x="8012" y="3592"/>
                </a:lnTo>
                <a:lnTo>
                  <a:pt x="7689" y="3936"/>
                </a:lnTo>
                <a:lnTo>
                  <a:pt x="7346" y="4299"/>
                </a:lnTo>
                <a:lnTo>
                  <a:pt x="6983" y="4662"/>
                </a:lnTo>
                <a:lnTo>
                  <a:pt x="6579" y="5005"/>
                </a:lnTo>
                <a:lnTo>
                  <a:pt x="6135" y="5348"/>
                </a:lnTo>
                <a:lnTo>
                  <a:pt x="5691" y="5651"/>
                </a:lnTo>
                <a:lnTo>
                  <a:pt x="5449" y="5772"/>
                </a:lnTo>
                <a:lnTo>
                  <a:pt x="5207" y="5913"/>
                </a:lnTo>
                <a:lnTo>
                  <a:pt x="4945" y="6014"/>
                </a:lnTo>
                <a:lnTo>
                  <a:pt x="4682" y="6115"/>
                </a:lnTo>
                <a:lnTo>
                  <a:pt x="4460" y="6196"/>
                </a:lnTo>
                <a:lnTo>
                  <a:pt x="4218" y="6256"/>
                </a:lnTo>
                <a:lnTo>
                  <a:pt x="3956" y="6317"/>
                </a:lnTo>
                <a:lnTo>
                  <a:pt x="3714" y="6357"/>
                </a:lnTo>
                <a:lnTo>
                  <a:pt x="3451" y="6377"/>
                </a:lnTo>
                <a:lnTo>
                  <a:pt x="2927" y="6377"/>
                </a:lnTo>
                <a:lnTo>
                  <a:pt x="2664" y="6337"/>
                </a:lnTo>
                <a:lnTo>
                  <a:pt x="2402" y="6297"/>
                </a:lnTo>
                <a:lnTo>
                  <a:pt x="2140" y="6236"/>
                </a:lnTo>
                <a:lnTo>
                  <a:pt x="1898" y="6155"/>
                </a:lnTo>
                <a:lnTo>
                  <a:pt x="1655" y="6054"/>
                </a:lnTo>
                <a:lnTo>
                  <a:pt x="1413" y="5933"/>
                </a:lnTo>
                <a:lnTo>
                  <a:pt x="1191" y="5792"/>
                </a:lnTo>
                <a:lnTo>
                  <a:pt x="969" y="5631"/>
                </a:lnTo>
                <a:lnTo>
                  <a:pt x="767" y="5429"/>
                </a:lnTo>
                <a:lnTo>
                  <a:pt x="586" y="5227"/>
                </a:lnTo>
                <a:lnTo>
                  <a:pt x="424" y="4985"/>
                </a:lnTo>
                <a:lnTo>
                  <a:pt x="303" y="4743"/>
                </a:lnTo>
                <a:lnTo>
                  <a:pt x="202" y="4501"/>
                </a:lnTo>
                <a:lnTo>
                  <a:pt x="122" y="4258"/>
                </a:lnTo>
                <a:lnTo>
                  <a:pt x="81" y="4016"/>
                </a:lnTo>
                <a:lnTo>
                  <a:pt x="81" y="3774"/>
                </a:lnTo>
                <a:lnTo>
                  <a:pt x="122" y="3532"/>
                </a:lnTo>
                <a:lnTo>
                  <a:pt x="182" y="3370"/>
                </a:lnTo>
                <a:lnTo>
                  <a:pt x="243" y="3189"/>
                </a:lnTo>
                <a:lnTo>
                  <a:pt x="344" y="3048"/>
                </a:lnTo>
                <a:lnTo>
                  <a:pt x="445" y="2906"/>
                </a:lnTo>
                <a:lnTo>
                  <a:pt x="586" y="2785"/>
                </a:lnTo>
                <a:lnTo>
                  <a:pt x="747" y="2664"/>
                </a:lnTo>
                <a:lnTo>
                  <a:pt x="909" y="2563"/>
                </a:lnTo>
                <a:lnTo>
                  <a:pt x="1111" y="2483"/>
                </a:lnTo>
                <a:lnTo>
                  <a:pt x="3310" y="1655"/>
                </a:lnTo>
                <a:lnTo>
                  <a:pt x="5530" y="868"/>
                </a:lnTo>
                <a:lnTo>
                  <a:pt x="6357" y="606"/>
                </a:lnTo>
                <a:lnTo>
                  <a:pt x="7165" y="364"/>
                </a:lnTo>
                <a:lnTo>
                  <a:pt x="7568" y="263"/>
                </a:lnTo>
                <a:lnTo>
                  <a:pt x="7972" y="182"/>
                </a:lnTo>
                <a:lnTo>
                  <a:pt x="8375" y="121"/>
                </a:lnTo>
                <a:lnTo>
                  <a:pt x="8779" y="81"/>
                </a:lnTo>
                <a:close/>
                <a:moveTo>
                  <a:pt x="8759" y="0"/>
                </a:moveTo>
                <a:lnTo>
                  <a:pt x="8355" y="41"/>
                </a:lnTo>
                <a:lnTo>
                  <a:pt x="7952" y="101"/>
                </a:lnTo>
                <a:lnTo>
                  <a:pt x="7548" y="182"/>
                </a:lnTo>
                <a:lnTo>
                  <a:pt x="7144" y="283"/>
                </a:lnTo>
                <a:lnTo>
                  <a:pt x="6337" y="525"/>
                </a:lnTo>
                <a:lnTo>
                  <a:pt x="5510" y="787"/>
                </a:lnTo>
                <a:lnTo>
                  <a:pt x="3290" y="1574"/>
                </a:lnTo>
                <a:lnTo>
                  <a:pt x="1070" y="2402"/>
                </a:lnTo>
                <a:lnTo>
                  <a:pt x="868" y="2503"/>
                </a:lnTo>
                <a:lnTo>
                  <a:pt x="687" y="2604"/>
                </a:lnTo>
                <a:lnTo>
                  <a:pt x="525" y="2725"/>
                </a:lnTo>
                <a:lnTo>
                  <a:pt x="384" y="2846"/>
                </a:lnTo>
                <a:lnTo>
                  <a:pt x="263" y="3007"/>
                </a:lnTo>
                <a:lnTo>
                  <a:pt x="182" y="3169"/>
                </a:lnTo>
                <a:lnTo>
                  <a:pt x="102" y="3330"/>
                </a:lnTo>
                <a:lnTo>
                  <a:pt x="41" y="3512"/>
                </a:lnTo>
                <a:lnTo>
                  <a:pt x="1" y="3754"/>
                </a:lnTo>
                <a:lnTo>
                  <a:pt x="1" y="4016"/>
                </a:lnTo>
                <a:lnTo>
                  <a:pt x="41" y="4279"/>
                </a:lnTo>
                <a:lnTo>
                  <a:pt x="122" y="4521"/>
                </a:lnTo>
                <a:lnTo>
                  <a:pt x="223" y="4783"/>
                </a:lnTo>
                <a:lnTo>
                  <a:pt x="364" y="5025"/>
                </a:lnTo>
                <a:lnTo>
                  <a:pt x="525" y="5267"/>
                </a:lnTo>
                <a:lnTo>
                  <a:pt x="707" y="5489"/>
                </a:lnTo>
                <a:lnTo>
                  <a:pt x="969" y="5732"/>
                </a:lnTo>
                <a:lnTo>
                  <a:pt x="1252" y="5933"/>
                </a:lnTo>
                <a:lnTo>
                  <a:pt x="1554" y="6095"/>
                </a:lnTo>
                <a:lnTo>
                  <a:pt x="1877" y="6236"/>
                </a:lnTo>
                <a:lnTo>
                  <a:pt x="2200" y="6337"/>
                </a:lnTo>
                <a:lnTo>
                  <a:pt x="2523" y="6397"/>
                </a:lnTo>
                <a:lnTo>
                  <a:pt x="2866" y="6438"/>
                </a:lnTo>
                <a:lnTo>
                  <a:pt x="3189" y="6458"/>
                </a:lnTo>
                <a:lnTo>
                  <a:pt x="3593" y="6438"/>
                </a:lnTo>
                <a:lnTo>
                  <a:pt x="3976" y="6397"/>
                </a:lnTo>
                <a:lnTo>
                  <a:pt x="4360" y="6317"/>
                </a:lnTo>
                <a:lnTo>
                  <a:pt x="4723" y="6196"/>
                </a:lnTo>
                <a:lnTo>
                  <a:pt x="4985" y="6095"/>
                </a:lnTo>
                <a:lnTo>
                  <a:pt x="5227" y="5974"/>
                </a:lnTo>
                <a:lnTo>
                  <a:pt x="5490" y="5853"/>
                </a:lnTo>
                <a:lnTo>
                  <a:pt x="5712" y="5711"/>
                </a:lnTo>
                <a:lnTo>
                  <a:pt x="6176" y="5409"/>
                </a:lnTo>
                <a:lnTo>
                  <a:pt x="6620" y="5066"/>
                </a:lnTo>
                <a:lnTo>
                  <a:pt x="7023" y="4723"/>
                </a:lnTo>
                <a:lnTo>
                  <a:pt x="7407" y="4359"/>
                </a:lnTo>
                <a:lnTo>
                  <a:pt x="7750" y="3996"/>
                </a:lnTo>
                <a:lnTo>
                  <a:pt x="8073" y="3653"/>
                </a:lnTo>
                <a:lnTo>
                  <a:pt x="8335" y="3330"/>
                </a:lnTo>
                <a:lnTo>
                  <a:pt x="8597" y="3007"/>
                </a:lnTo>
                <a:lnTo>
                  <a:pt x="8860" y="2664"/>
                </a:lnTo>
                <a:lnTo>
                  <a:pt x="9082" y="2281"/>
                </a:lnTo>
                <a:lnTo>
                  <a:pt x="9263" y="1897"/>
                </a:lnTo>
                <a:lnTo>
                  <a:pt x="9324" y="1696"/>
                </a:lnTo>
                <a:lnTo>
                  <a:pt x="9405" y="1494"/>
                </a:lnTo>
                <a:lnTo>
                  <a:pt x="9445" y="1292"/>
                </a:lnTo>
                <a:lnTo>
                  <a:pt x="9465" y="1070"/>
                </a:lnTo>
                <a:lnTo>
                  <a:pt x="9485" y="868"/>
                </a:lnTo>
                <a:lnTo>
                  <a:pt x="9465" y="646"/>
                </a:lnTo>
                <a:lnTo>
                  <a:pt x="9445" y="444"/>
                </a:lnTo>
                <a:lnTo>
                  <a:pt x="9384" y="283"/>
                </a:lnTo>
                <a:lnTo>
                  <a:pt x="9304" y="162"/>
                </a:lnTo>
                <a:lnTo>
                  <a:pt x="9183" y="61"/>
                </a:lnTo>
                <a:lnTo>
                  <a:pt x="9082" y="21"/>
                </a:lnTo>
                <a:lnTo>
                  <a:pt x="8981" y="0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3" name="Google Shape;393;p5"/>
          <p:cNvSpPr/>
          <p:nvPr/>
        </p:nvSpPr>
        <p:spPr>
          <a:xfrm>
            <a:off x="7884505" y="4805354"/>
            <a:ext cx="152348" cy="92527"/>
          </a:xfrm>
          <a:custGeom>
            <a:rect b="b" l="l" r="r" t="t"/>
            <a:pathLst>
              <a:path extrusionOk="0" h="1655" w="2725">
                <a:moveTo>
                  <a:pt x="2099" y="81"/>
                </a:moveTo>
                <a:lnTo>
                  <a:pt x="2240" y="101"/>
                </a:lnTo>
                <a:lnTo>
                  <a:pt x="2382" y="121"/>
                </a:lnTo>
                <a:lnTo>
                  <a:pt x="2483" y="182"/>
                </a:lnTo>
                <a:lnTo>
                  <a:pt x="2563" y="262"/>
                </a:lnTo>
                <a:lnTo>
                  <a:pt x="2624" y="363"/>
                </a:lnTo>
                <a:lnTo>
                  <a:pt x="2644" y="424"/>
                </a:lnTo>
                <a:lnTo>
                  <a:pt x="2644" y="484"/>
                </a:lnTo>
                <a:lnTo>
                  <a:pt x="2644" y="565"/>
                </a:lnTo>
                <a:lnTo>
                  <a:pt x="2604" y="626"/>
                </a:lnTo>
                <a:lnTo>
                  <a:pt x="2503" y="767"/>
                </a:lnTo>
                <a:lnTo>
                  <a:pt x="2321" y="969"/>
                </a:lnTo>
                <a:lnTo>
                  <a:pt x="2099" y="1150"/>
                </a:lnTo>
                <a:lnTo>
                  <a:pt x="1857" y="1312"/>
                </a:lnTo>
                <a:lnTo>
                  <a:pt x="1595" y="1433"/>
                </a:lnTo>
                <a:lnTo>
                  <a:pt x="1332" y="1534"/>
                </a:lnTo>
                <a:lnTo>
                  <a:pt x="1191" y="1554"/>
                </a:lnTo>
                <a:lnTo>
                  <a:pt x="1050" y="1574"/>
                </a:lnTo>
                <a:lnTo>
                  <a:pt x="909" y="1574"/>
                </a:lnTo>
                <a:lnTo>
                  <a:pt x="767" y="1554"/>
                </a:lnTo>
                <a:lnTo>
                  <a:pt x="646" y="1514"/>
                </a:lnTo>
                <a:lnTo>
                  <a:pt x="505" y="1473"/>
                </a:lnTo>
                <a:lnTo>
                  <a:pt x="364" y="1392"/>
                </a:lnTo>
                <a:lnTo>
                  <a:pt x="263" y="1312"/>
                </a:lnTo>
                <a:lnTo>
                  <a:pt x="182" y="1231"/>
                </a:lnTo>
                <a:lnTo>
                  <a:pt x="122" y="1110"/>
                </a:lnTo>
                <a:lnTo>
                  <a:pt x="81" y="1009"/>
                </a:lnTo>
                <a:lnTo>
                  <a:pt x="101" y="868"/>
                </a:lnTo>
                <a:lnTo>
                  <a:pt x="142" y="747"/>
                </a:lnTo>
                <a:lnTo>
                  <a:pt x="222" y="646"/>
                </a:lnTo>
                <a:lnTo>
                  <a:pt x="364" y="505"/>
                </a:lnTo>
                <a:lnTo>
                  <a:pt x="566" y="404"/>
                </a:lnTo>
                <a:lnTo>
                  <a:pt x="787" y="303"/>
                </a:lnTo>
                <a:lnTo>
                  <a:pt x="1030" y="242"/>
                </a:lnTo>
                <a:lnTo>
                  <a:pt x="1252" y="182"/>
                </a:lnTo>
                <a:lnTo>
                  <a:pt x="1474" y="161"/>
                </a:lnTo>
                <a:lnTo>
                  <a:pt x="1655" y="121"/>
                </a:lnTo>
                <a:lnTo>
                  <a:pt x="1877" y="101"/>
                </a:lnTo>
                <a:lnTo>
                  <a:pt x="2099" y="81"/>
                </a:lnTo>
                <a:close/>
                <a:moveTo>
                  <a:pt x="2018" y="0"/>
                </a:moveTo>
                <a:lnTo>
                  <a:pt x="1837" y="20"/>
                </a:lnTo>
                <a:lnTo>
                  <a:pt x="1635" y="40"/>
                </a:lnTo>
                <a:lnTo>
                  <a:pt x="1474" y="81"/>
                </a:lnTo>
                <a:lnTo>
                  <a:pt x="1231" y="101"/>
                </a:lnTo>
                <a:lnTo>
                  <a:pt x="989" y="161"/>
                </a:lnTo>
                <a:lnTo>
                  <a:pt x="767" y="222"/>
                </a:lnTo>
                <a:lnTo>
                  <a:pt x="525" y="323"/>
                </a:lnTo>
                <a:lnTo>
                  <a:pt x="323" y="444"/>
                </a:lnTo>
                <a:lnTo>
                  <a:pt x="162" y="585"/>
                </a:lnTo>
                <a:lnTo>
                  <a:pt x="61" y="727"/>
                </a:lnTo>
                <a:lnTo>
                  <a:pt x="21" y="868"/>
                </a:lnTo>
                <a:lnTo>
                  <a:pt x="0" y="1009"/>
                </a:lnTo>
                <a:lnTo>
                  <a:pt x="41" y="1150"/>
                </a:lnTo>
                <a:lnTo>
                  <a:pt x="101" y="1271"/>
                </a:lnTo>
                <a:lnTo>
                  <a:pt x="202" y="1372"/>
                </a:lnTo>
                <a:lnTo>
                  <a:pt x="323" y="1473"/>
                </a:lnTo>
                <a:lnTo>
                  <a:pt x="465" y="1554"/>
                </a:lnTo>
                <a:lnTo>
                  <a:pt x="606" y="1594"/>
                </a:lnTo>
                <a:lnTo>
                  <a:pt x="727" y="1635"/>
                </a:lnTo>
                <a:lnTo>
                  <a:pt x="868" y="1635"/>
                </a:lnTo>
                <a:lnTo>
                  <a:pt x="989" y="1655"/>
                </a:lnTo>
                <a:lnTo>
                  <a:pt x="1211" y="1635"/>
                </a:lnTo>
                <a:lnTo>
                  <a:pt x="1433" y="1574"/>
                </a:lnTo>
                <a:lnTo>
                  <a:pt x="1655" y="1514"/>
                </a:lnTo>
                <a:lnTo>
                  <a:pt x="1857" y="1392"/>
                </a:lnTo>
                <a:lnTo>
                  <a:pt x="2059" y="1271"/>
                </a:lnTo>
                <a:lnTo>
                  <a:pt x="2240" y="1130"/>
                </a:lnTo>
                <a:lnTo>
                  <a:pt x="2422" y="969"/>
                </a:lnTo>
                <a:lnTo>
                  <a:pt x="2563" y="807"/>
                </a:lnTo>
                <a:lnTo>
                  <a:pt x="2684" y="666"/>
                </a:lnTo>
                <a:lnTo>
                  <a:pt x="2705" y="585"/>
                </a:lnTo>
                <a:lnTo>
                  <a:pt x="2725" y="484"/>
                </a:lnTo>
                <a:lnTo>
                  <a:pt x="2725" y="424"/>
                </a:lnTo>
                <a:lnTo>
                  <a:pt x="2705" y="343"/>
                </a:lnTo>
                <a:lnTo>
                  <a:pt x="2684" y="283"/>
                </a:lnTo>
                <a:lnTo>
                  <a:pt x="2644" y="222"/>
                </a:lnTo>
                <a:lnTo>
                  <a:pt x="2523" y="121"/>
                </a:lnTo>
                <a:lnTo>
                  <a:pt x="2402" y="40"/>
                </a:lnTo>
                <a:lnTo>
                  <a:pt x="2220" y="0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4" name="Google Shape;394;p5"/>
          <p:cNvSpPr/>
          <p:nvPr/>
        </p:nvSpPr>
        <p:spPr>
          <a:xfrm>
            <a:off x="8740763" y="4019423"/>
            <a:ext cx="100466" cy="100466"/>
          </a:xfrm>
          <a:custGeom>
            <a:rect b="b" l="l" r="r" t="t"/>
            <a:pathLst>
              <a:path extrusionOk="0" h="1797" w="1797">
                <a:moveTo>
                  <a:pt x="908" y="0"/>
                </a:moveTo>
                <a:lnTo>
                  <a:pt x="727" y="20"/>
                </a:lnTo>
                <a:lnTo>
                  <a:pt x="545" y="61"/>
                </a:lnTo>
                <a:lnTo>
                  <a:pt x="404" y="162"/>
                </a:lnTo>
                <a:lnTo>
                  <a:pt x="263" y="262"/>
                </a:lnTo>
                <a:lnTo>
                  <a:pt x="162" y="404"/>
                </a:lnTo>
                <a:lnTo>
                  <a:pt x="81" y="545"/>
                </a:lnTo>
                <a:lnTo>
                  <a:pt x="21" y="727"/>
                </a:lnTo>
                <a:lnTo>
                  <a:pt x="0" y="908"/>
                </a:lnTo>
                <a:lnTo>
                  <a:pt x="21" y="1090"/>
                </a:lnTo>
                <a:lnTo>
                  <a:pt x="81" y="1251"/>
                </a:lnTo>
                <a:lnTo>
                  <a:pt x="162" y="1413"/>
                </a:lnTo>
                <a:lnTo>
                  <a:pt x="263" y="1534"/>
                </a:lnTo>
                <a:lnTo>
                  <a:pt x="404" y="1655"/>
                </a:lnTo>
                <a:lnTo>
                  <a:pt x="545" y="1736"/>
                </a:lnTo>
                <a:lnTo>
                  <a:pt x="727" y="1776"/>
                </a:lnTo>
                <a:lnTo>
                  <a:pt x="908" y="1796"/>
                </a:lnTo>
                <a:lnTo>
                  <a:pt x="1090" y="1776"/>
                </a:lnTo>
                <a:lnTo>
                  <a:pt x="1252" y="1736"/>
                </a:lnTo>
                <a:lnTo>
                  <a:pt x="1413" y="1655"/>
                </a:lnTo>
                <a:lnTo>
                  <a:pt x="1534" y="1534"/>
                </a:lnTo>
                <a:lnTo>
                  <a:pt x="1655" y="1413"/>
                </a:lnTo>
                <a:lnTo>
                  <a:pt x="1736" y="1251"/>
                </a:lnTo>
                <a:lnTo>
                  <a:pt x="1776" y="1090"/>
                </a:lnTo>
                <a:lnTo>
                  <a:pt x="1796" y="908"/>
                </a:lnTo>
                <a:lnTo>
                  <a:pt x="1776" y="727"/>
                </a:lnTo>
                <a:lnTo>
                  <a:pt x="1736" y="545"/>
                </a:lnTo>
                <a:lnTo>
                  <a:pt x="1655" y="404"/>
                </a:lnTo>
                <a:lnTo>
                  <a:pt x="1534" y="262"/>
                </a:lnTo>
                <a:lnTo>
                  <a:pt x="1413" y="162"/>
                </a:lnTo>
                <a:lnTo>
                  <a:pt x="1252" y="61"/>
                </a:lnTo>
                <a:lnTo>
                  <a:pt x="1090" y="20"/>
                </a:lnTo>
                <a:lnTo>
                  <a:pt x="908" y="0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5" name="Google Shape;395;p5"/>
          <p:cNvSpPr/>
          <p:nvPr/>
        </p:nvSpPr>
        <p:spPr>
          <a:xfrm>
            <a:off x="9502037" y="2827610"/>
            <a:ext cx="100466" cy="101584"/>
          </a:xfrm>
          <a:custGeom>
            <a:rect b="b" l="l" r="r" t="t"/>
            <a:pathLst>
              <a:path extrusionOk="0" h="1817" w="1797">
                <a:moveTo>
                  <a:pt x="889" y="0"/>
                </a:moveTo>
                <a:lnTo>
                  <a:pt x="707" y="21"/>
                </a:lnTo>
                <a:lnTo>
                  <a:pt x="546" y="81"/>
                </a:lnTo>
                <a:lnTo>
                  <a:pt x="384" y="162"/>
                </a:lnTo>
                <a:lnTo>
                  <a:pt x="263" y="263"/>
                </a:lnTo>
                <a:lnTo>
                  <a:pt x="142" y="404"/>
                </a:lnTo>
                <a:lnTo>
                  <a:pt x="61" y="565"/>
                </a:lnTo>
                <a:lnTo>
                  <a:pt x="21" y="727"/>
                </a:lnTo>
                <a:lnTo>
                  <a:pt x="1" y="908"/>
                </a:lnTo>
                <a:lnTo>
                  <a:pt x="21" y="1090"/>
                </a:lnTo>
                <a:lnTo>
                  <a:pt x="61" y="1252"/>
                </a:lnTo>
                <a:lnTo>
                  <a:pt x="142" y="1413"/>
                </a:lnTo>
                <a:lnTo>
                  <a:pt x="263" y="1554"/>
                </a:lnTo>
                <a:lnTo>
                  <a:pt x="384" y="1655"/>
                </a:lnTo>
                <a:lnTo>
                  <a:pt x="546" y="1736"/>
                </a:lnTo>
                <a:lnTo>
                  <a:pt x="707" y="1796"/>
                </a:lnTo>
                <a:lnTo>
                  <a:pt x="889" y="1817"/>
                </a:lnTo>
                <a:lnTo>
                  <a:pt x="1070" y="1796"/>
                </a:lnTo>
                <a:lnTo>
                  <a:pt x="1252" y="1736"/>
                </a:lnTo>
                <a:lnTo>
                  <a:pt x="1393" y="1655"/>
                </a:lnTo>
                <a:lnTo>
                  <a:pt x="1534" y="1554"/>
                </a:lnTo>
                <a:lnTo>
                  <a:pt x="1635" y="1413"/>
                </a:lnTo>
                <a:lnTo>
                  <a:pt x="1736" y="1252"/>
                </a:lnTo>
                <a:lnTo>
                  <a:pt x="1777" y="1090"/>
                </a:lnTo>
                <a:lnTo>
                  <a:pt x="1797" y="908"/>
                </a:lnTo>
                <a:lnTo>
                  <a:pt x="1777" y="727"/>
                </a:lnTo>
                <a:lnTo>
                  <a:pt x="1736" y="565"/>
                </a:lnTo>
                <a:lnTo>
                  <a:pt x="1635" y="404"/>
                </a:lnTo>
                <a:lnTo>
                  <a:pt x="1534" y="263"/>
                </a:lnTo>
                <a:lnTo>
                  <a:pt x="1393" y="162"/>
                </a:lnTo>
                <a:lnTo>
                  <a:pt x="1252" y="81"/>
                </a:lnTo>
                <a:lnTo>
                  <a:pt x="1070" y="21"/>
                </a:lnTo>
                <a:lnTo>
                  <a:pt x="889" y="0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6" name="Google Shape;396;p5"/>
          <p:cNvSpPr/>
          <p:nvPr/>
        </p:nvSpPr>
        <p:spPr>
          <a:xfrm>
            <a:off x="8890201" y="2672917"/>
            <a:ext cx="104994" cy="106112"/>
          </a:xfrm>
          <a:custGeom>
            <a:rect b="b" l="l" r="r" t="t"/>
            <a:pathLst>
              <a:path extrusionOk="0" h="1898" w="1878">
                <a:moveTo>
                  <a:pt x="929" y="82"/>
                </a:moveTo>
                <a:lnTo>
                  <a:pt x="1110" y="102"/>
                </a:lnTo>
                <a:lnTo>
                  <a:pt x="1272" y="162"/>
                </a:lnTo>
                <a:lnTo>
                  <a:pt x="1413" y="243"/>
                </a:lnTo>
                <a:lnTo>
                  <a:pt x="1554" y="344"/>
                </a:lnTo>
                <a:lnTo>
                  <a:pt x="1655" y="465"/>
                </a:lnTo>
                <a:lnTo>
                  <a:pt x="1736" y="606"/>
                </a:lnTo>
                <a:lnTo>
                  <a:pt x="1776" y="768"/>
                </a:lnTo>
                <a:lnTo>
                  <a:pt x="1796" y="949"/>
                </a:lnTo>
                <a:lnTo>
                  <a:pt x="1776" y="1131"/>
                </a:lnTo>
                <a:lnTo>
                  <a:pt x="1736" y="1293"/>
                </a:lnTo>
                <a:lnTo>
                  <a:pt x="1655" y="1434"/>
                </a:lnTo>
                <a:lnTo>
                  <a:pt x="1554" y="1555"/>
                </a:lnTo>
                <a:lnTo>
                  <a:pt x="1413" y="1656"/>
                </a:lnTo>
                <a:lnTo>
                  <a:pt x="1272" y="1736"/>
                </a:lnTo>
                <a:lnTo>
                  <a:pt x="1110" y="1797"/>
                </a:lnTo>
                <a:lnTo>
                  <a:pt x="929" y="1817"/>
                </a:lnTo>
                <a:lnTo>
                  <a:pt x="767" y="1797"/>
                </a:lnTo>
                <a:lnTo>
                  <a:pt x="606" y="1736"/>
                </a:lnTo>
                <a:lnTo>
                  <a:pt x="465" y="1656"/>
                </a:lnTo>
                <a:lnTo>
                  <a:pt x="323" y="1555"/>
                </a:lnTo>
                <a:lnTo>
                  <a:pt x="222" y="1434"/>
                </a:lnTo>
                <a:lnTo>
                  <a:pt x="142" y="1293"/>
                </a:lnTo>
                <a:lnTo>
                  <a:pt x="101" y="1131"/>
                </a:lnTo>
                <a:lnTo>
                  <a:pt x="81" y="949"/>
                </a:lnTo>
                <a:lnTo>
                  <a:pt x="101" y="768"/>
                </a:lnTo>
                <a:lnTo>
                  <a:pt x="142" y="606"/>
                </a:lnTo>
                <a:lnTo>
                  <a:pt x="222" y="465"/>
                </a:lnTo>
                <a:lnTo>
                  <a:pt x="323" y="344"/>
                </a:lnTo>
                <a:lnTo>
                  <a:pt x="465" y="243"/>
                </a:lnTo>
                <a:lnTo>
                  <a:pt x="606" y="162"/>
                </a:lnTo>
                <a:lnTo>
                  <a:pt x="767" y="102"/>
                </a:lnTo>
                <a:lnTo>
                  <a:pt x="929" y="82"/>
                </a:lnTo>
                <a:close/>
                <a:moveTo>
                  <a:pt x="929" y="1"/>
                </a:moveTo>
                <a:lnTo>
                  <a:pt x="747" y="21"/>
                </a:lnTo>
                <a:lnTo>
                  <a:pt x="565" y="82"/>
                </a:lnTo>
                <a:lnTo>
                  <a:pt x="404" y="162"/>
                </a:lnTo>
                <a:lnTo>
                  <a:pt x="263" y="284"/>
                </a:lnTo>
                <a:lnTo>
                  <a:pt x="162" y="425"/>
                </a:lnTo>
                <a:lnTo>
                  <a:pt x="61" y="586"/>
                </a:lnTo>
                <a:lnTo>
                  <a:pt x="21" y="768"/>
                </a:lnTo>
                <a:lnTo>
                  <a:pt x="0" y="949"/>
                </a:lnTo>
                <a:lnTo>
                  <a:pt x="21" y="1131"/>
                </a:lnTo>
                <a:lnTo>
                  <a:pt x="61" y="1313"/>
                </a:lnTo>
                <a:lnTo>
                  <a:pt x="162" y="1474"/>
                </a:lnTo>
                <a:lnTo>
                  <a:pt x="263" y="1615"/>
                </a:lnTo>
                <a:lnTo>
                  <a:pt x="404" y="1736"/>
                </a:lnTo>
                <a:lnTo>
                  <a:pt x="565" y="1817"/>
                </a:lnTo>
                <a:lnTo>
                  <a:pt x="747" y="1878"/>
                </a:lnTo>
                <a:lnTo>
                  <a:pt x="929" y="1898"/>
                </a:lnTo>
                <a:lnTo>
                  <a:pt x="1130" y="1878"/>
                </a:lnTo>
                <a:lnTo>
                  <a:pt x="1312" y="1817"/>
                </a:lnTo>
                <a:lnTo>
                  <a:pt x="1453" y="1736"/>
                </a:lnTo>
                <a:lnTo>
                  <a:pt x="1595" y="1615"/>
                </a:lnTo>
                <a:lnTo>
                  <a:pt x="1716" y="1474"/>
                </a:lnTo>
                <a:lnTo>
                  <a:pt x="1796" y="1313"/>
                </a:lnTo>
                <a:lnTo>
                  <a:pt x="1857" y="1131"/>
                </a:lnTo>
                <a:lnTo>
                  <a:pt x="1877" y="949"/>
                </a:lnTo>
                <a:lnTo>
                  <a:pt x="1857" y="768"/>
                </a:lnTo>
                <a:lnTo>
                  <a:pt x="1796" y="586"/>
                </a:lnTo>
                <a:lnTo>
                  <a:pt x="1716" y="425"/>
                </a:lnTo>
                <a:lnTo>
                  <a:pt x="1595" y="284"/>
                </a:lnTo>
                <a:lnTo>
                  <a:pt x="1453" y="162"/>
                </a:lnTo>
                <a:lnTo>
                  <a:pt x="1312" y="82"/>
                </a:lnTo>
                <a:lnTo>
                  <a:pt x="1130" y="21"/>
                </a:lnTo>
                <a:lnTo>
                  <a:pt x="929" y="1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7" name="Google Shape;397;p5"/>
          <p:cNvSpPr/>
          <p:nvPr/>
        </p:nvSpPr>
        <p:spPr>
          <a:xfrm>
            <a:off x="9054181" y="1956422"/>
            <a:ext cx="100466" cy="101640"/>
          </a:xfrm>
          <a:custGeom>
            <a:rect b="b" l="l" r="r" t="t"/>
            <a:pathLst>
              <a:path extrusionOk="0" h="1818" w="1797">
                <a:moveTo>
                  <a:pt x="908" y="1"/>
                </a:moveTo>
                <a:lnTo>
                  <a:pt x="727" y="21"/>
                </a:lnTo>
                <a:lnTo>
                  <a:pt x="545" y="82"/>
                </a:lnTo>
                <a:lnTo>
                  <a:pt x="404" y="162"/>
                </a:lnTo>
                <a:lnTo>
                  <a:pt x="262" y="263"/>
                </a:lnTo>
                <a:lnTo>
                  <a:pt x="162" y="405"/>
                </a:lnTo>
                <a:lnTo>
                  <a:pt x="61" y="566"/>
                </a:lnTo>
                <a:lnTo>
                  <a:pt x="20" y="727"/>
                </a:lnTo>
                <a:lnTo>
                  <a:pt x="0" y="909"/>
                </a:lnTo>
                <a:lnTo>
                  <a:pt x="20" y="1091"/>
                </a:lnTo>
                <a:lnTo>
                  <a:pt x="61" y="1252"/>
                </a:lnTo>
                <a:lnTo>
                  <a:pt x="162" y="1414"/>
                </a:lnTo>
                <a:lnTo>
                  <a:pt x="262" y="1535"/>
                </a:lnTo>
                <a:lnTo>
                  <a:pt x="404" y="1656"/>
                </a:lnTo>
                <a:lnTo>
                  <a:pt x="545" y="1736"/>
                </a:lnTo>
                <a:lnTo>
                  <a:pt x="727" y="1797"/>
                </a:lnTo>
                <a:lnTo>
                  <a:pt x="908" y="1817"/>
                </a:lnTo>
                <a:lnTo>
                  <a:pt x="1090" y="1797"/>
                </a:lnTo>
                <a:lnTo>
                  <a:pt x="1251" y="1736"/>
                </a:lnTo>
                <a:lnTo>
                  <a:pt x="1413" y="1656"/>
                </a:lnTo>
                <a:lnTo>
                  <a:pt x="1534" y="1535"/>
                </a:lnTo>
                <a:lnTo>
                  <a:pt x="1655" y="1414"/>
                </a:lnTo>
                <a:lnTo>
                  <a:pt x="1736" y="1252"/>
                </a:lnTo>
                <a:lnTo>
                  <a:pt x="1776" y="1091"/>
                </a:lnTo>
                <a:lnTo>
                  <a:pt x="1796" y="909"/>
                </a:lnTo>
                <a:lnTo>
                  <a:pt x="1776" y="727"/>
                </a:lnTo>
                <a:lnTo>
                  <a:pt x="1736" y="566"/>
                </a:lnTo>
                <a:lnTo>
                  <a:pt x="1655" y="405"/>
                </a:lnTo>
                <a:lnTo>
                  <a:pt x="1534" y="263"/>
                </a:lnTo>
                <a:lnTo>
                  <a:pt x="1413" y="162"/>
                </a:lnTo>
                <a:lnTo>
                  <a:pt x="1251" y="82"/>
                </a:lnTo>
                <a:lnTo>
                  <a:pt x="1090" y="21"/>
                </a:lnTo>
                <a:lnTo>
                  <a:pt x="908" y="1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8" name="Google Shape;398;p5"/>
          <p:cNvSpPr/>
          <p:nvPr/>
        </p:nvSpPr>
        <p:spPr>
          <a:xfrm>
            <a:off x="8637957" y="4766946"/>
            <a:ext cx="100466" cy="100466"/>
          </a:xfrm>
          <a:custGeom>
            <a:rect b="b" l="l" r="r" t="t"/>
            <a:pathLst>
              <a:path extrusionOk="0" h="1797" w="1797">
                <a:moveTo>
                  <a:pt x="888" y="1"/>
                </a:moveTo>
                <a:lnTo>
                  <a:pt x="707" y="21"/>
                </a:lnTo>
                <a:lnTo>
                  <a:pt x="545" y="82"/>
                </a:lnTo>
                <a:lnTo>
                  <a:pt x="384" y="162"/>
                </a:lnTo>
                <a:lnTo>
                  <a:pt x="263" y="263"/>
                </a:lnTo>
                <a:lnTo>
                  <a:pt x="142" y="405"/>
                </a:lnTo>
                <a:lnTo>
                  <a:pt x="61" y="546"/>
                </a:lnTo>
                <a:lnTo>
                  <a:pt x="21" y="727"/>
                </a:lnTo>
                <a:lnTo>
                  <a:pt x="0" y="909"/>
                </a:lnTo>
                <a:lnTo>
                  <a:pt x="21" y="1091"/>
                </a:lnTo>
                <a:lnTo>
                  <a:pt x="61" y="1252"/>
                </a:lnTo>
                <a:lnTo>
                  <a:pt x="142" y="1414"/>
                </a:lnTo>
                <a:lnTo>
                  <a:pt x="263" y="1535"/>
                </a:lnTo>
                <a:lnTo>
                  <a:pt x="384" y="1656"/>
                </a:lnTo>
                <a:lnTo>
                  <a:pt x="545" y="1736"/>
                </a:lnTo>
                <a:lnTo>
                  <a:pt x="707" y="1797"/>
                </a:lnTo>
                <a:lnTo>
                  <a:pt x="1070" y="1797"/>
                </a:lnTo>
                <a:lnTo>
                  <a:pt x="1252" y="1736"/>
                </a:lnTo>
                <a:lnTo>
                  <a:pt x="1393" y="1656"/>
                </a:lnTo>
                <a:lnTo>
                  <a:pt x="1534" y="1535"/>
                </a:lnTo>
                <a:lnTo>
                  <a:pt x="1635" y="1414"/>
                </a:lnTo>
                <a:lnTo>
                  <a:pt x="1716" y="1252"/>
                </a:lnTo>
                <a:lnTo>
                  <a:pt x="1776" y="1091"/>
                </a:lnTo>
                <a:lnTo>
                  <a:pt x="1796" y="909"/>
                </a:lnTo>
                <a:lnTo>
                  <a:pt x="1776" y="727"/>
                </a:lnTo>
                <a:lnTo>
                  <a:pt x="1716" y="546"/>
                </a:lnTo>
                <a:lnTo>
                  <a:pt x="1635" y="405"/>
                </a:lnTo>
                <a:lnTo>
                  <a:pt x="1534" y="263"/>
                </a:lnTo>
                <a:lnTo>
                  <a:pt x="1393" y="162"/>
                </a:lnTo>
                <a:lnTo>
                  <a:pt x="1252" y="82"/>
                </a:lnTo>
                <a:lnTo>
                  <a:pt x="1070" y="21"/>
                </a:lnTo>
                <a:lnTo>
                  <a:pt x="888" y="1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9" name="Google Shape;399;p5"/>
          <p:cNvSpPr/>
          <p:nvPr/>
        </p:nvSpPr>
        <p:spPr>
          <a:xfrm>
            <a:off x="8635665" y="4764710"/>
            <a:ext cx="104994" cy="104994"/>
          </a:xfrm>
          <a:custGeom>
            <a:rect b="b" l="l" r="r" t="t"/>
            <a:pathLst>
              <a:path extrusionOk="0" h="1878" w="1878">
                <a:moveTo>
                  <a:pt x="929" y="81"/>
                </a:moveTo>
                <a:lnTo>
                  <a:pt x="1111" y="101"/>
                </a:lnTo>
                <a:lnTo>
                  <a:pt x="1272" y="142"/>
                </a:lnTo>
                <a:lnTo>
                  <a:pt x="1414" y="223"/>
                </a:lnTo>
                <a:lnTo>
                  <a:pt x="1535" y="344"/>
                </a:lnTo>
                <a:lnTo>
                  <a:pt x="1656" y="465"/>
                </a:lnTo>
                <a:lnTo>
                  <a:pt x="1736" y="606"/>
                </a:lnTo>
                <a:lnTo>
                  <a:pt x="1777" y="767"/>
                </a:lnTo>
                <a:lnTo>
                  <a:pt x="1797" y="949"/>
                </a:lnTo>
                <a:lnTo>
                  <a:pt x="1777" y="1110"/>
                </a:lnTo>
                <a:lnTo>
                  <a:pt x="1736" y="1272"/>
                </a:lnTo>
                <a:lnTo>
                  <a:pt x="1656" y="1433"/>
                </a:lnTo>
                <a:lnTo>
                  <a:pt x="1535" y="1554"/>
                </a:lnTo>
                <a:lnTo>
                  <a:pt x="1414" y="1655"/>
                </a:lnTo>
                <a:lnTo>
                  <a:pt x="1272" y="1736"/>
                </a:lnTo>
                <a:lnTo>
                  <a:pt x="1111" y="1797"/>
                </a:lnTo>
                <a:lnTo>
                  <a:pt x="768" y="1797"/>
                </a:lnTo>
                <a:lnTo>
                  <a:pt x="606" y="1736"/>
                </a:lnTo>
                <a:lnTo>
                  <a:pt x="445" y="1655"/>
                </a:lnTo>
                <a:lnTo>
                  <a:pt x="324" y="1554"/>
                </a:lnTo>
                <a:lnTo>
                  <a:pt x="223" y="1433"/>
                </a:lnTo>
                <a:lnTo>
                  <a:pt x="142" y="1272"/>
                </a:lnTo>
                <a:lnTo>
                  <a:pt x="82" y="1110"/>
                </a:lnTo>
                <a:lnTo>
                  <a:pt x="82" y="949"/>
                </a:lnTo>
                <a:lnTo>
                  <a:pt x="82" y="767"/>
                </a:lnTo>
                <a:lnTo>
                  <a:pt x="142" y="606"/>
                </a:lnTo>
                <a:lnTo>
                  <a:pt x="223" y="465"/>
                </a:lnTo>
                <a:lnTo>
                  <a:pt x="324" y="344"/>
                </a:lnTo>
                <a:lnTo>
                  <a:pt x="445" y="223"/>
                </a:lnTo>
                <a:lnTo>
                  <a:pt x="606" y="142"/>
                </a:lnTo>
                <a:lnTo>
                  <a:pt x="768" y="101"/>
                </a:lnTo>
                <a:lnTo>
                  <a:pt x="929" y="81"/>
                </a:lnTo>
                <a:close/>
                <a:moveTo>
                  <a:pt x="929" y="1"/>
                </a:moveTo>
                <a:lnTo>
                  <a:pt x="748" y="21"/>
                </a:lnTo>
                <a:lnTo>
                  <a:pt x="566" y="81"/>
                </a:lnTo>
                <a:lnTo>
                  <a:pt x="405" y="162"/>
                </a:lnTo>
                <a:lnTo>
                  <a:pt x="263" y="283"/>
                </a:lnTo>
                <a:lnTo>
                  <a:pt x="162" y="424"/>
                </a:lnTo>
                <a:lnTo>
                  <a:pt x="62" y="586"/>
                </a:lnTo>
                <a:lnTo>
                  <a:pt x="21" y="747"/>
                </a:lnTo>
                <a:lnTo>
                  <a:pt x="1" y="949"/>
                </a:lnTo>
                <a:lnTo>
                  <a:pt x="21" y="1131"/>
                </a:lnTo>
                <a:lnTo>
                  <a:pt x="62" y="1312"/>
                </a:lnTo>
                <a:lnTo>
                  <a:pt x="162" y="1474"/>
                </a:lnTo>
                <a:lnTo>
                  <a:pt x="263" y="1615"/>
                </a:lnTo>
                <a:lnTo>
                  <a:pt x="405" y="1716"/>
                </a:lnTo>
                <a:lnTo>
                  <a:pt x="566" y="1817"/>
                </a:lnTo>
                <a:lnTo>
                  <a:pt x="748" y="1857"/>
                </a:lnTo>
                <a:lnTo>
                  <a:pt x="929" y="1877"/>
                </a:lnTo>
                <a:lnTo>
                  <a:pt x="1131" y="1857"/>
                </a:lnTo>
                <a:lnTo>
                  <a:pt x="1293" y="1817"/>
                </a:lnTo>
                <a:lnTo>
                  <a:pt x="1454" y="1716"/>
                </a:lnTo>
                <a:lnTo>
                  <a:pt x="1595" y="1615"/>
                </a:lnTo>
                <a:lnTo>
                  <a:pt x="1716" y="1474"/>
                </a:lnTo>
                <a:lnTo>
                  <a:pt x="1797" y="1312"/>
                </a:lnTo>
                <a:lnTo>
                  <a:pt x="1858" y="1131"/>
                </a:lnTo>
                <a:lnTo>
                  <a:pt x="1878" y="949"/>
                </a:lnTo>
                <a:lnTo>
                  <a:pt x="1858" y="747"/>
                </a:lnTo>
                <a:lnTo>
                  <a:pt x="1797" y="586"/>
                </a:lnTo>
                <a:lnTo>
                  <a:pt x="1716" y="424"/>
                </a:lnTo>
                <a:lnTo>
                  <a:pt x="1595" y="283"/>
                </a:lnTo>
                <a:lnTo>
                  <a:pt x="1454" y="162"/>
                </a:lnTo>
                <a:lnTo>
                  <a:pt x="1293" y="81"/>
                </a:lnTo>
                <a:lnTo>
                  <a:pt x="1131" y="21"/>
                </a:lnTo>
                <a:lnTo>
                  <a:pt x="929" y="1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0" name="Google Shape;400;p5"/>
          <p:cNvSpPr/>
          <p:nvPr/>
        </p:nvSpPr>
        <p:spPr>
          <a:xfrm>
            <a:off x="10574937" y="3307063"/>
            <a:ext cx="4584" cy="51994"/>
          </a:xfrm>
          <a:custGeom>
            <a:rect b="b" l="l" r="r" t="t"/>
            <a:pathLst>
              <a:path extrusionOk="0" h="930" w="82">
                <a:moveTo>
                  <a:pt x="1" y="1"/>
                </a:moveTo>
                <a:lnTo>
                  <a:pt x="1" y="929"/>
                </a:lnTo>
                <a:lnTo>
                  <a:pt x="82" y="929"/>
                </a:lnTo>
                <a:lnTo>
                  <a:pt x="82" y="1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1" name="Google Shape;401;p5"/>
          <p:cNvSpPr/>
          <p:nvPr/>
        </p:nvSpPr>
        <p:spPr>
          <a:xfrm>
            <a:off x="10551288" y="3330767"/>
            <a:ext cx="51938" cy="4584"/>
          </a:xfrm>
          <a:custGeom>
            <a:rect b="b" l="l" r="r" t="t"/>
            <a:pathLst>
              <a:path extrusionOk="0" h="82" w="929">
                <a:moveTo>
                  <a:pt x="0" y="1"/>
                </a:moveTo>
                <a:lnTo>
                  <a:pt x="0" y="81"/>
                </a:lnTo>
                <a:lnTo>
                  <a:pt x="928" y="81"/>
                </a:lnTo>
                <a:lnTo>
                  <a:pt x="928" y="1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2" name="Google Shape;402;p5"/>
          <p:cNvSpPr/>
          <p:nvPr/>
        </p:nvSpPr>
        <p:spPr>
          <a:xfrm>
            <a:off x="8581725" y="100935"/>
            <a:ext cx="457237" cy="429412"/>
          </a:xfrm>
          <a:custGeom>
            <a:rect b="b" l="l" r="r" t="t"/>
            <a:pathLst>
              <a:path extrusionOk="0" h="92099" w="98067">
                <a:moveTo>
                  <a:pt x="49019" y="0"/>
                </a:moveTo>
                <a:lnTo>
                  <a:pt x="48824" y="1171"/>
                </a:lnTo>
                <a:lnTo>
                  <a:pt x="48629" y="2064"/>
                </a:lnTo>
                <a:lnTo>
                  <a:pt x="48378" y="3151"/>
                </a:lnTo>
                <a:lnTo>
                  <a:pt x="48071" y="4434"/>
                </a:lnTo>
                <a:lnTo>
                  <a:pt x="47709" y="5884"/>
                </a:lnTo>
                <a:lnTo>
                  <a:pt x="47263" y="7501"/>
                </a:lnTo>
                <a:lnTo>
                  <a:pt x="46733" y="9230"/>
                </a:lnTo>
                <a:lnTo>
                  <a:pt x="46119" y="11070"/>
                </a:lnTo>
                <a:lnTo>
                  <a:pt x="45422" y="13050"/>
                </a:lnTo>
                <a:lnTo>
                  <a:pt x="44641" y="15085"/>
                </a:lnTo>
                <a:lnTo>
                  <a:pt x="43777" y="17177"/>
                </a:lnTo>
                <a:lnTo>
                  <a:pt x="43303" y="18264"/>
                </a:lnTo>
                <a:lnTo>
                  <a:pt x="42801" y="19351"/>
                </a:lnTo>
                <a:lnTo>
                  <a:pt x="42271" y="20439"/>
                </a:lnTo>
                <a:lnTo>
                  <a:pt x="41742" y="21554"/>
                </a:lnTo>
                <a:lnTo>
                  <a:pt x="41156" y="22670"/>
                </a:lnTo>
                <a:lnTo>
                  <a:pt x="40543" y="23785"/>
                </a:lnTo>
                <a:lnTo>
                  <a:pt x="39929" y="24900"/>
                </a:lnTo>
                <a:lnTo>
                  <a:pt x="39260" y="25988"/>
                </a:lnTo>
                <a:lnTo>
                  <a:pt x="38563" y="27103"/>
                </a:lnTo>
                <a:lnTo>
                  <a:pt x="37838" y="28218"/>
                </a:lnTo>
                <a:lnTo>
                  <a:pt x="37113" y="29306"/>
                </a:lnTo>
                <a:lnTo>
                  <a:pt x="36332" y="30421"/>
                </a:lnTo>
                <a:lnTo>
                  <a:pt x="35524" y="31481"/>
                </a:lnTo>
                <a:lnTo>
                  <a:pt x="34687" y="32568"/>
                </a:lnTo>
                <a:lnTo>
                  <a:pt x="33795" y="33600"/>
                </a:lnTo>
                <a:lnTo>
                  <a:pt x="32903" y="34659"/>
                </a:lnTo>
                <a:lnTo>
                  <a:pt x="31954" y="35663"/>
                </a:lnTo>
                <a:lnTo>
                  <a:pt x="30979" y="36667"/>
                </a:lnTo>
                <a:lnTo>
                  <a:pt x="29975" y="37643"/>
                </a:lnTo>
                <a:lnTo>
                  <a:pt x="28943" y="38591"/>
                </a:lnTo>
                <a:lnTo>
                  <a:pt x="27856" y="39511"/>
                </a:lnTo>
                <a:lnTo>
                  <a:pt x="26740" y="40403"/>
                </a:lnTo>
                <a:lnTo>
                  <a:pt x="25597" y="41268"/>
                </a:lnTo>
                <a:lnTo>
                  <a:pt x="24426" y="42104"/>
                </a:lnTo>
                <a:lnTo>
                  <a:pt x="23199" y="42885"/>
                </a:lnTo>
                <a:lnTo>
                  <a:pt x="21944" y="43638"/>
                </a:lnTo>
                <a:lnTo>
                  <a:pt x="20634" y="44363"/>
                </a:lnTo>
                <a:lnTo>
                  <a:pt x="19295" y="45060"/>
                </a:lnTo>
                <a:lnTo>
                  <a:pt x="17929" y="45673"/>
                </a:lnTo>
                <a:lnTo>
                  <a:pt x="16507" y="46287"/>
                </a:lnTo>
                <a:lnTo>
                  <a:pt x="15057" y="46816"/>
                </a:lnTo>
                <a:lnTo>
                  <a:pt x="13551" y="47318"/>
                </a:lnTo>
                <a:lnTo>
                  <a:pt x="12018" y="47765"/>
                </a:lnTo>
                <a:lnTo>
                  <a:pt x="10428" y="48155"/>
                </a:lnTo>
                <a:lnTo>
                  <a:pt x="8811" y="48489"/>
                </a:lnTo>
                <a:lnTo>
                  <a:pt x="7138" y="48768"/>
                </a:lnTo>
                <a:lnTo>
                  <a:pt x="5409" y="48991"/>
                </a:lnTo>
                <a:lnTo>
                  <a:pt x="3653" y="49159"/>
                </a:lnTo>
                <a:lnTo>
                  <a:pt x="1868" y="49242"/>
                </a:lnTo>
                <a:lnTo>
                  <a:pt x="948" y="49270"/>
                </a:lnTo>
                <a:lnTo>
                  <a:pt x="0" y="49298"/>
                </a:lnTo>
                <a:lnTo>
                  <a:pt x="474" y="49438"/>
                </a:lnTo>
                <a:lnTo>
                  <a:pt x="1840" y="49856"/>
                </a:lnTo>
                <a:lnTo>
                  <a:pt x="3959" y="50581"/>
                </a:lnTo>
                <a:lnTo>
                  <a:pt x="5270" y="51055"/>
                </a:lnTo>
                <a:lnTo>
                  <a:pt x="6720" y="51585"/>
                </a:lnTo>
                <a:lnTo>
                  <a:pt x="8309" y="52226"/>
                </a:lnTo>
                <a:lnTo>
                  <a:pt x="10010" y="52951"/>
                </a:lnTo>
                <a:lnTo>
                  <a:pt x="11823" y="53732"/>
                </a:lnTo>
                <a:lnTo>
                  <a:pt x="13719" y="54624"/>
                </a:lnTo>
                <a:lnTo>
                  <a:pt x="15698" y="55600"/>
                </a:lnTo>
                <a:lnTo>
                  <a:pt x="17762" y="56631"/>
                </a:lnTo>
                <a:lnTo>
                  <a:pt x="19853" y="57775"/>
                </a:lnTo>
                <a:lnTo>
                  <a:pt x="21972" y="59001"/>
                </a:lnTo>
                <a:lnTo>
                  <a:pt x="23032" y="59671"/>
                </a:lnTo>
                <a:lnTo>
                  <a:pt x="24119" y="60340"/>
                </a:lnTo>
                <a:lnTo>
                  <a:pt x="25179" y="61037"/>
                </a:lnTo>
                <a:lnTo>
                  <a:pt x="26266" y="61762"/>
                </a:lnTo>
                <a:lnTo>
                  <a:pt x="27354" y="62487"/>
                </a:lnTo>
                <a:lnTo>
                  <a:pt x="28413" y="63268"/>
                </a:lnTo>
                <a:lnTo>
                  <a:pt x="29473" y="64048"/>
                </a:lnTo>
                <a:lnTo>
                  <a:pt x="30532" y="64857"/>
                </a:lnTo>
                <a:lnTo>
                  <a:pt x="31592" y="65693"/>
                </a:lnTo>
                <a:lnTo>
                  <a:pt x="32624" y="66558"/>
                </a:lnTo>
                <a:lnTo>
                  <a:pt x="33627" y="67450"/>
                </a:lnTo>
                <a:lnTo>
                  <a:pt x="34659" y="68370"/>
                </a:lnTo>
                <a:lnTo>
                  <a:pt x="35635" y="69290"/>
                </a:lnTo>
                <a:lnTo>
                  <a:pt x="36611" y="70266"/>
                </a:lnTo>
                <a:lnTo>
                  <a:pt x="37559" y="71242"/>
                </a:lnTo>
                <a:lnTo>
                  <a:pt x="38507" y="72274"/>
                </a:lnTo>
                <a:lnTo>
                  <a:pt x="39399" y="73306"/>
                </a:lnTo>
                <a:lnTo>
                  <a:pt x="40292" y="74365"/>
                </a:lnTo>
                <a:lnTo>
                  <a:pt x="41156" y="75453"/>
                </a:lnTo>
                <a:lnTo>
                  <a:pt x="41993" y="76568"/>
                </a:lnTo>
                <a:lnTo>
                  <a:pt x="42773" y="77711"/>
                </a:lnTo>
                <a:lnTo>
                  <a:pt x="43554" y="78882"/>
                </a:lnTo>
                <a:lnTo>
                  <a:pt x="44279" y="80081"/>
                </a:lnTo>
                <a:lnTo>
                  <a:pt x="44976" y="81308"/>
                </a:lnTo>
                <a:lnTo>
                  <a:pt x="45617" y="82563"/>
                </a:lnTo>
                <a:lnTo>
                  <a:pt x="46259" y="83846"/>
                </a:lnTo>
                <a:lnTo>
                  <a:pt x="46816" y="85156"/>
                </a:lnTo>
                <a:lnTo>
                  <a:pt x="47374" y="86494"/>
                </a:lnTo>
                <a:lnTo>
                  <a:pt x="47848" y="87833"/>
                </a:lnTo>
                <a:lnTo>
                  <a:pt x="48294" y="89227"/>
                </a:lnTo>
                <a:lnTo>
                  <a:pt x="48685" y="90649"/>
                </a:lnTo>
                <a:lnTo>
                  <a:pt x="49019" y="92099"/>
                </a:lnTo>
                <a:lnTo>
                  <a:pt x="49382" y="90649"/>
                </a:lnTo>
                <a:lnTo>
                  <a:pt x="49772" y="89227"/>
                </a:lnTo>
                <a:lnTo>
                  <a:pt x="50218" y="87833"/>
                </a:lnTo>
                <a:lnTo>
                  <a:pt x="50692" y="86494"/>
                </a:lnTo>
                <a:lnTo>
                  <a:pt x="51250" y="85156"/>
                </a:lnTo>
                <a:lnTo>
                  <a:pt x="51808" y="83846"/>
                </a:lnTo>
                <a:lnTo>
                  <a:pt x="52421" y="82563"/>
                </a:lnTo>
                <a:lnTo>
                  <a:pt x="53090" y="81308"/>
                </a:lnTo>
                <a:lnTo>
                  <a:pt x="53787" y="80081"/>
                </a:lnTo>
                <a:lnTo>
                  <a:pt x="54512" y="78882"/>
                </a:lnTo>
                <a:lnTo>
                  <a:pt x="55293" y="77711"/>
                </a:lnTo>
                <a:lnTo>
                  <a:pt x="56074" y="76568"/>
                </a:lnTo>
                <a:lnTo>
                  <a:pt x="56910" y="75453"/>
                </a:lnTo>
                <a:lnTo>
                  <a:pt x="57775" y="74365"/>
                </a:lnTo>
                <a:lnTo>
                  <a:pt x="58639" y="73306"/>
                </a:lnTo>
                <a:lnTo>
                  <a:pt x="59559" y="72274"/>
                </a:lnTo>
                <a:lnTo>
                  <a:pt x="60479" y="71242"/>
                </a:lnTo>
                <a:lnTo>
                  <a:pt x="61455" y="70266"/>
                </a:lnTo>
                <a:lnTo>
                  <a:pt x="62431" y="69290"/>
                </a:lnTo>
                <a:lnTo>
                  <a:pt x="63407" y="68370"/>
                </a:lnTo>
                <a:lnTo>
                  <a:pt x="64411" y="67450"/>
                </a:lnTo>
                <a:lnTo>
                  <a:pt x="65443" y="66558"/>
                </a:lnTo>
                <a:lnTo>
                  <a:pt x="66474" y="65693"/>
                </a:lnTo>
                <a:lnTo>
                  <a:pt x="67534" y="64857"/>
                </a:lnTo>
                <a:lnTo>
                  <a:pt x="68593" y="64048"/>
                </a:lnTo>
                <a:lnTo>
                  <a:pt x="69653" y="63268"/>
                </a:lnTo>
                <a:lnTo>
                  <a:pt x="70713" y="62487"/>
                </a:lnTo>
                <a:lnTo>
                  <a:pt x="71800" y="61762"/>
                </a:lnTo>
                <a:lnTo>
                  <a:pt x="72860" y="61037"/>
                </a:lnTo>
                <a:lnTo>
                  <a:pt x="73947" y="60340"/>
                </a:lnTo>
                <a:lnTo>
                  <a:pt x="75034" y="59671"/>
                </a:lnTo>
                <a:lnTo>
                  <a:pt x="76094" y="59001"/>
                </a:lnTo>
                <a:lnTo>
                  <a:pt x="78213" y="57775"/>
                </a:lnTo>
                <a:lnTo>
                  <a:pt x="80304" y="56631"/>
                </a:lnTo>
                <a:lnTo>
                  <a:pt x="82368" y="55600"/>
                </a:lnTo>
                <a:lnTo>
                  <a:pt x="84348" y="54624"/>
                </a:lnTo>
                <a:lnTo>
                  <a:pt x="86244" y="53732"/>
                </a:lnTo>
                <a:lnTo>
                  <a:pt x="88056" y="52951"/>
                </a:lnTo>
                <a:lnTo>
                  <a:pt x="89757" y="52226"/>
                </a:lnTo>
                <a:lnTo>
                  <a:pt x="91346" y="51585"/>
                </a:lnTo>
                <a:lnTo>
                  <a:pt x="92796" y="51055"/>
                </a:lnTo>
                <a:lnTo>
                  <a:pt x="94107" y="50581"/>
                </a:lnTo>
                <a:lnTo>
                  <a:pt x="96226" y="49856"/>
                </a:lnTo>
                <a:lnTo>
                  <a:pt x="97592" y="49438"/>
                </a:lnTo>
                <a:lnTo>
                  <a:pt x="98066" y="49298"/>
                </a:lnTo>
                <a:lnTo>
                  <a:pt x="97118" y="49270"/>
                </a:lnTo>
                <a:lnTo>
                  <a:pt x="96198" y="49242"/>
                </a:lnTo>
                <a:lnTo>
                  <a:pt x="94413" y="49159"/>
                </a:lnTo>
                <a:lnTo>
                  <a:pt x="92657" y="48991"/>
                </a:lnTo>
                <a:lnTo>
                  <a:pt x="90928" y="48768"/>
                </a:lnTo>
                <a:lnTo>
                  <a:pt x="89255" y="48489"/>
                </a:lnTo>
                <a:lnTo>
                  <a:pt x="87638" y="48155"/>
                </a:lnTo>
                <a:lnTo>
                  <a:pt x="86048" y="47765"/>
                </a:lnTo>
                <a:lnTo>
                  <a:pt x="84515" y="47318"/>
                </a:lnTo>
                <a:lnTo>
                  <a:pt x="83009" y="46816"/>
                </a:lnTo>
                <a:lnTo>
                  <a:pt x="81559" y="46287"/>
                </a:lnTo>
                <a:lnTo>
                  <a:pt x="80137" y="45673"/>
                </a:lnTo>
                <a:lnTo>
                  <a:pt x="78771" y="45060"/>
                </a:lnTo>
                <a:lnTo>
                  <a:pt x="77432" y="44363"/>
                </a:lnTo>
                <a:lnTo>
                  <a:pt x="76122" y="43638"/>
                </a:lnTo>
                <a:lnTo>
                  <a:pt x="74867" y="42885"/>
                </a:lnTo>
                <a:lnTo>
                  <a:pt x="73640" y="42104"/>
                </a:lnTo>
                <a:lnTo>
                  <a:pt x="72469" y="41268"/>
                </a:lnTo>
                <a:lnTo>
                  <a:pt x="71298" y="40403"/>
                </a:lnTo>
                <a:lnTo>
                  <a:pt x="70211" y="39511"/>
                </a:lnTo>
                <a:lnTo>
                  <a:pt x="69123" y="38591"/>
                </a:lnTo>
                <a:lnTo>
                  <a:pt x="68091" y="37643"/>
                </a:lnTo>
                <a:lnTo>
                  <a:pt x="67088" y="36667"/>
                </a:lnTo>
                <a:lnTo>
                  <a:pt x="66112" y="35663"/>
                </a:lnTo>
                <a:lnTo>
                  <a:pt x="65164" y="34659"/>
                </a:lnTo>
                <a:lnTo>
                  <a:pt x="64271" y="33600"/>
                </a:lnTo>
                <a:lnTo>
                  <a:pt x="63379" y="32568"/>
                </a:lnTo>
                <a:lnTo>
                  <a:pt x="62543" y="31481"/>
                </a:lnTo>
                <a:lnTo>
                  <a:pt x="61734" y="30421"/>
                </a:lnTo>
                <a:lnTo>
                  <a:pt x="60953" y="29306"/>
                </a:lnTo>
                <a:lnTo>
                  <a:pt x="60200" y="28218"/>
                </a:lnTo>
                <a:lnTo>
                  <a:pt x="59503" y="27103"/>
                </a:lnTo>
                <a:lnTo>
                  <a:pt x="58806" y="25988"/>
                </a:lnTo>
                <a:lnTo>
                  <a:pt x="58137" y="24900"/>
                </a:lnTo>
                <a:lnTo>
                  <a:pt x="57524" y="23785"/>
                </a:lnTo>
                <a:lnTo>
                  <a:pt x="56910" y="22670"/>
                </a:lnTo>
                <a:lnTo>
                  <a:pt x="56325" y="21554"/>
                </a:lnTo>
                <a:lnTo>
                  <a:pt x="55795" y="20439"/>
                </a:lnTo>
                <a:lnTo>
                  <a:pt x="55265" y="19351"/>
                </a:lnTo>
                <a:lnTo>
                  <a:pt x="54763" y="18264"/>
                </a:lnTo>
                <a:lnTo>
                  <a:pt x="54289" y="17177"/>
                </a:lnTo>
                <a:lnTo>
                  <a:pt x="53425" y="15085"/>
                </a:lnTo>
                <a:lnTo>
                  <a:pt x="52644" y="13050"/>
                </a:lnTo>
                <a:lnTo>
                  <a:pt x="51947" y="11070"/>
                </a:lnTo>
                <a:lnTo>
                  <a:pt x="51334" y="9230"/>
                </a:lnTo>
                <a:lnTo>
                  <a:pt x="50804" y="7501"/>
                </a:lnTo>
                <a:lnTo>
                  <a:pt x="50358" y="5884"/>
                </a:lnTo>
                <a:lnTo>
                  <a:pt x="49995" y="4434"/>
                </a:lnTo>
                <a:lnTo>
                  <a:pt x="49688" y="3151"/>
                </a:lnTo>
                <a:lnTo>
                  <a:pt x="49437" y="2064"/>
                </a:lnTo>
                <a:lnTo>
                  <a:pt x="49242" y="1171"/>
                </a:lnTo>
                <a:lnTo>
                  <a:pt x="49019" y="0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403" name="Google Shape;403;p5"/>
          <p:cNvGrpSpPr/>
          <p:nvPr/>
        </p:nvGrpSpPr>
        <p:grpSpPr>
          <a:xfrm>
            <a:off x="4725677" y="4534063"/>
            <a:ext cx="2338846" cy="1739785"/>
            <a:chOff x="4725677" y="4534063"/>
            <a:chExt cx="2338846" cy="1739785"/>
          </a:xfrm>
        </p:grpSpPr>
        <p:sp>
          <p:nvSpPr>
            <p:cNvPr id="404" name="Google Shape;404;p5"/>
            <p:cNvSpPr/>
            <p:nvPr/>
          </p:nvSpPr>
          <p:spPr>
            <a:xfrm rot="10800000">
              <a:off x="4775279" y="4534063"/>
              <a:ext cx="2289244" cy="1739785"/>
            </a:xfrm>
            <a:custGeom>
              <a:rect b="b" l="l" r="r" t="t"/>
              <a:pathLst>
                <a:path extrusionOk="0" h="31119" w="40947">
                  <a:moveTo>
                    <a:pt x="32571" y="82"/>
                  </a:moveTo>
                  <a:lnTo>
                    <a:pt x="33116" y="102"/>
                  </a:lnTo>
                  <a:lnTo>
                    <a:pt x="33601" y="162"/>
                  </a:lnTo>
                  <a:lnTo>
                    <a:pt x="33823" y="203"/>
                  </a:lnTo>
                  <a:lnTo>
                    <a:pt x="34024" y="243"/>
                  </a:lnTo>
                  <a:lnTo>
                    <a:pt x="34206" y="304"/>
                  </a:lnTo>
                  <a:lnTo>
                    <a:pt x="34388" y="384"/>
                  </a:lnTo>
                  <a:lnTo>
                    <a:pt x="34549" y="465"/>
                  </a:lnTo>
                  <a:lnTo>
                    <a:pt x="34690" y="546"/>
                  </a:lnTo>
                  <a:lnTo>
                    <a:pt x="34832" y="647"/>
                  </a:lnTo>
                  <a:lnTo>
                    <a:pt x="34933" y="748"/>
                  </a:lnTo>
                  <a:lnTo>
                    <a:pt x="35033" y="869"/>
                  </a:lnTo>
                  <a:lnTo>
                    <a:pt x="35134" y="990"/>
                  </a:lnTo>
                  <a:lnTo>
                    <a:pt x="35195" y="1131"/>
                  </a:lnTo>
                  <a:lnTo>
                    <a:pt x="35255" y="1272"/>
                  </a:lnTo>
                  <a:lnTo>
                    <a:pt x="35296" y="1454"/>
                  </a:lnTo>
                  <a:lnTo>
                    <a:pt x="35316" y="1656"/>
                  </a:lnTo>
                  <a:lnTo>
                    <a:pt x="35336" y="1858"/>
                  </a:lnTo>
                  <a:lnTo>
                    <a:pt x="35316" y="2059"/>
                  </a:lnTo>
                  <a:lnTo>
                    <a:pt x="35235" y="2443"/>
                  </a:lnTo>
                  <a:lnTo>
                    <a:pt x="35155" y="2826"/>
                  </a:lnTo>
                  <a:lnTo>
                    <a:pt x="35074" y="3169"/>
                  </a:lnTo>
                  <a:lnTo>
                    <a:pt x="34993" y="3492"/>
                  </a:lnTo>
                  <a:lnTo>
                    <a:pt x="34973" y="3835"/>
                  </a:lnTo>
                  <a:lnTo>
                    <a:pt x="34973" y="3997"/>
                  </a:lnTo>
                  <a:lnTo>
                    <a:pt x="34973" y="4158"/>
                  </a:lnTo>
                  <a:lnTo>
                    <a:pt x="35033" y="4400"/>
                  </a:lnTo>
                  <a:lnTo>
                    <a:pt x="35094" y="4642"/>
                  </a:lnTo>
                  <a:lnTo>
                    <a:pt x="35175" y="4864"/>
                  </a:lnTo>
                  <a:lnTo>
                    <a:pt x="35276" y="5086"/>
                  </a:lnTo>
                  <a:lnTo>
                    <a:pt x="35498" y="5510"/>
                  </a:lnTo>
                  <a:lnTo>
                    <a:pt x="35760" y="5914"/>
                  </a:lnTo>
                  <a:lnTo>
                    <a:pt x="36083" y="6438"/>
                  </a:lnTo>
                  <a:lnTo>
                    <a:pt x="36486" y="7165"/>
                  </a:lnTo>
                  <a:lnTo>
                    <a:pt x="36890" y="7912"/>
                  </a:lnTo>
                  <a:lnTo>
                    <a:pt x="37273" y="8658"/>
                  </a:lnTo>
                  <a:lnTo>
                    <a:pt x="37637" y="9425"/>
                  </a:lnTo>
                  <a:lnTo>
                    <a:pt x="37980" y="10212"/>
                  </a:lnTo>
                  <a:lnTo>
                    <a:pt x="38303" y="10999"/>
                  </a:lnTo>
                  <a:lnTo>
                    <a:pt x="38625" y="11786"/>
                  </a:lnTo>
                  <a:lnTo>
                    <a:pt x="38908" y="12573"/>
                  </a:lnTo>
                  <a:lnTo>
                    <a:pt x="39170" y="13380"/>
                  </a:lnTo>
                  <a:lnTo>
                    <a:pt x="39412" y="14188"/>
                  </a:lnTo>
                  <a:lnTo>
                    <a:pt x="39655" y="14995"/>
                  </a:lnTo>
                  <a:lnTo>
                    <a:pt x="39856" y="15802"/>
                  </a:lnTo>
                  <a:lnTo>
                    <a:pt x="40038" y="16629"/>
                  </a:lnTo>
                  <a:lnTo>
                    <a:pt x="40220" y="17457"/>
                  </a:lnTo>
                  <a:lnTo>
                    <a:pt x="40361" y="18284"/>
                  </a:lnTo>
                  <a:lnTo>
                    <a:pt x="40502" y="19112"/>
                  </a:lnTo>
                  <a:lnTo>
                    <a:pt x="40603" y="19939"/>
                  </a:lnTo>
                  <a:lnTo>
                    <a:pt x="40704" y="20766"/>
                  </a:lnTo>
                  <a:lnTo>
                    <a:pt x="40765" y="21614"/>
                  </a:lnTo>
                  <a:lnTo>
                    <a:pt x="40825" y="22441"/>
                  </a:lnTo>
                  <a:lnTo>
                    <a:pt x="40845" y="23269"/>
                  </a:lnTo>
                  <a:lnTo>
                    <a:pt x="40865" y="24116"/>
                  </a:lnTo>
                  <a:lnTo>
                    <a:pt x="40865" y="24944"/>
                  </a:lnTo>
                  <a:lnTo>
                    <a:pt x="40825" y="25771"/>
                  </a:lnTo>
                  <a:lnTo>
                    <a:pt x="40785" y="26437"/>
                  </a:lnTo>
                  <a:lnTo>
                    <a:pt x="40744" y="26800"/>
                  </a:lnTo>
                  <a:lnTo>
                    <a:pt x="40684" y="27163"/>
                  </a:lnTo>
                  <a:lnTo>
                    <a:pt x="40603" y="27547"/>
                  </a:lnTo>
                  <a:lnTo>
                    <a:pt x="40502" y="27950"/>
                  </a:lnTo>
                  <a:lnTo>
                    <a:pt x="40401" y="28334"/>
                  </a:lnTo>
                  <a:lnTo>
                    <a:pt x="40260" y="28717"/>
                  </a:lnTo>
                  <a:lnTo>
                    <a:pt x="40099" y="29081"/>
                  </a:lnTo>
                  <a:lnTo>
                    <a:pt x="39917" y="29424"/>
                  </a:lnTo>
                  <a:lnTo>
                    <a:pt x="39695" y="29767"/>
                  </a:lnTo>
                  <a:lnTo>
                    <a:pt x="39453" y="30069"/>
                  </a:lnTo>
                  <a:lnTo>
                    <a:pt x="39191" y="30332"/>
                  </a:lnTo>
                  <a:lnTo>
                    <a:pt x="39029" y="30453"/>
                  </a:lnTo>
                  <a:lnTo>
                    <a:pt x="38868" y="30574"/>
                  </a:lnTo>
                  <a:lnTo>
                    <a:pt x="38706" y="30675"/>
                  </a:lnTo>
                  <a:lnTo>
                    <a:pt x="38525" y="30776"/>
                  </a:lnTo>
                  <a:lnTo>
                    <a:pt x="38343" y="30856"/>
                  </a:lnTo>
                  <a:lnTo>
                    <a:pt x="38141" y="30917"/>
                  </a:lnTo>
                  <a:lnTo>
                    <a:pt x="37960" y="30977"/>
                  </a:lnTo>
                  <a:lnTo>
                    <a:pt x="37758" y="30998"/>
                  </a:lnTo>
                  <a:lnTo>
                    <a:pt x="37394" y="31038"/>
                  </a:lnTo>
                  <a:lnTo>
                    <a:pt x="37011" y="31038"/>
                  </a:lnTo>
                  <a:lnTo>
                    <a:pt x="36628" y="30998"/>
                  </a:lnTo>
                  <a:lnTo>
                    <a:pt x="36244" y="30937"/>
                  </a:lnTo>
                  <a:lnTo>
                    <a:pt x="35881" y="30836"/>
                  </a:lnTo>
                  <a:lnTo>
                    <a:pt x="35538" y="30735"/>
                  </a:lnTo>
                  <a:lnTo>
                    <a:pt x="35215" y="30634"/>
                  </a:lnTo>
                  <a:lnTo>
                    <a:pt x="34690" y="30433"/>
                  </a:lnTo>
                  <a:lnTo>
                    <a:pt x="34186" y="30231"/>
                  </a:lnTo>
                  <a:lnTo>
                    <a:pt x="33681" y="30009"/>
                  </a:lnTo>
                  <a:lnTo>
                    <a:pt x="33177" y="29767"/>
                  </a:lnTo>
                  <a:lnTo>
                    <a:pt x="32693" y="29524"/>
                  </a:lnTo>
                  <a:lnTo>
                    <a:pt x="32208" y="29262"/>
                  </a:lnTo>
                  <a:lnTo>
                    <a:pt x="31724" y="28980"/>
                  </a:lnTo>
                  <a:lnTo>
                    <a:pt x="31260" y="28697"/>
                  </a:lnTo>
                  <a:lnTo>
                    <a:pt x="30796" y="28394"/>
                  </a:lnTo>
                  <a:lnTo>
                    <a:pt x="30331" y="28071"/>
                  </a:lnTo>
                  <a:lnTo>
                    <a:pt x="29888" y="27749"/>
                  </a:lnTo>
                  <a:lnTo>
                    <a:pt x="29444" y="27406"/>
                  </a:lnTo>
                  <a:lnTo>
                    <a:pt x="28576" y="26719"/>
                  </a:lnTo>
                  <a:lnTo>
                    <a:pt x="27728" y="25993"/>
                  </a:lnTo>
                  <a:lnTo>
                    <a:pt x="26901" y="25226"/>
                  </a:lnTo>
                  <a:lnTo>
                    <a:pt x="26094" y="24419"/>
                  </a:lnTo>
                  <a:lnTo>
                    <a:pt x="25307" y="23612"/>
                  </a:lnTo>
                  <a:lnTo>
                    <a:pt x="24540" y="22784"/>
                  </a:lnTo>
                  <a:lnTo>
                    <a:pt x="23773" y="21937"/>
                  </a:lnTo>
                  <a:lnTo>
                    <a:pt x="23026" y="21069"/>
                  </a:lnTo>
                  <a:lnTo>
                    <a:pt x="21573" y="19334"/>
                  </a:lnTo>
                  <a:lnTo>
                    <a:pt x="21150" y="18809"/>
                  </a:lnTo>
                  <a:lnTo>
                    <a:pt x="19757" y="17134"/>
                  </a:lnTo>
                  <a:lnTo>
                    <a:pt x="18345" y="15479"/>
                  </a:lnTo>
                  <a:lnTo>
                    <a:pt x="17638" y="14652"/>
                  </a:lnTo>
                  <a:lnTo>
                    <a:pt x="16892" y="13845"/>
                  </a:lnTo>
                  <a:lnTo>
                    <a:pt x="16145" y="13058"/>
                  </a:lnTo>
                  <a:lnTo>
                    <a:pt x="15378" y="12291"/>
                  </a:lnTo>
                  <a:lnTo>
                    <a:pt x="14591" y="11544"/>
                  </a:lnTo>
                  <a:lnTo>
                    <a:pt x="13804" y="10838"/>
                  </a:lnTo>
                  <a:lnTo>
                    <a:pt x="12977" y="10131"/>
                  </a:lnTo>
                  <a:lnTo>
                    <a:pt x="12129" y="9486"/>
                  </a:lnTo>
                  <a:lnTo>
                    <a:pt x="11261" y="8880"/>
                  </a:lnTo>
                  <a:lnTo>
                    <a:pt x="10797" y="8578"/>
                  </a:lnTo>
                  <a:lnTo>
                    <a:pt x="10353" y="8295"/>
                  </a:lnTo>
                  <a:lnTo>
                    <a:pt x="9889" y="8012"/>
                  </a:lnTo>
                  <a:lnTo>
                    <a:pt x="9425" y="7770"/>
                  </a:lnTo>
                  <a:lnTo>
                    <a:pt x="8941" y="7508"/>
                  </a:lnTo>
                  <a:lnTo>
                    <a:pt x="8456" y="7266"/>
                  </a:lnTo>
                  <a:lnTo>
                    <a:pt x="7911" y="7024"/>
                  </a:lnTo>
                  <a:lnTo>
                    <a:pt x="7346" y="6782"/>
                  </a:lnTo>
                  <a:lnTo>
                    <a:pt x="6781" y="6560"/>
                  </a:lnTo>
                  <a:lnTo>
                    <a:pt x="6196" y="6358"/>
                  </a:lnTo>
                  <a:lnTo>
                    <a:pt x="5066" y="5954"/>
                  </a:lnTo>
                  <a:lnTo>
                    <a:pt x="3916" y="5591"/>
                  </a:lnTo>
                  <a:lnTo>
                    <a:pt x="2342" y="5066"/>
                  </a:lnTo>
                  <a:lnTo>
                    <a:pt x="2079" y="4965"/>
                  </a:lnTo>
                  <a:lnTo>
                    <a:pt x="1716" y="4804"/>
                  </a:lnTo>
                  <a:lnTo>
                    <a:pt x="1313" y="4602"/>
                  </a:lnTo>
                  <a:lnTo>
                    <a:pt x="1111" y="4461"/>
                  </a:lnTo>
                  <a:lnTo>
                    <a:pt x="909" y="4340"/>
                  </a:lnTo>
                  <a:lnTo>
                    <a:pt x="727" y="4178"/>
                  </a:lnTo>
                  <a:lnTo>
                    <a:pt x="546" y="4017"/>
                  </a:lnTo>
                  <a:lnTo>
                    <a:pt x="384" y="3835"/>
                  </a:lnTo>
                  <a:lnTo>
                    <a:pt x="263" y="3633"/>
                  </a:lnTo>
                  <a:lnTo>
                    <a:pt x="162" y="3432"/>
                  </a:lnTo>
                  <a:lnTo>
                    <a:pt x="102" y="3210"/>
                  </a:lnTo>
                  <a:lnTo>
                    <a:pt x="82" y="2967"/>
                  </a:lnTo>
                  <a:lnTo>
                    <a:pt x="102" y="2725"/>
                  </a:lnTo>
                  <a:lnTo>
                    <a:pt x="162" y="2544"/>
                  </a:lnTo>
                  <a:lnTo>
                    <a:pt x="223" y="2382"/>
                  </a:lnTo>
                  <a:lnTo>
                    <a:pt x="324" y="2221"/>
                  </a:lnTo>
                  <a:lnTo>
                    <a:pt x="425" y="2080"/>
                  </a:lnTo>
                  <a:lnTo>
                    <a:pt x="526" y="1938"/>
                  </a:lnTo>
                  <a:lnTo>
                    <a:pt x="647" y="1837"/>
                  </a:lnTo>
                  <a:lnTo>
                    <a:pt x="889" y="1636"/>
                  </a:lnTo>
                  <a:lnTo>
                    <a:pt x="1070" y="1494"/>
                  </a:lnTo>
                  <a:lnTo>
                    <a:pt x="1272" y="1393"/>
                  </a:lnTo>
                  <a:lnTo>
                    <a:pt x="1474" y="1293"/>
                  </a:lnTo>
                  <a:lnTo>
                    <a:pt x="1676" y="1192"/>
                  </a:lnTo>
                  <a:lnTo>
                    <a:pt x="2100" y="1030"/>
                  </a:lnTo>
                  <a:lnTo>
                    <a:pt x="2523" y="909"/>
                  </a:lnTo>
                  <a:lnTo>
                    <a:pt x="2967" y="808"/>
                  </a:lnTo>
                  <a:lnTo>
                    <a:pt x="3411" y="727"/>
                  </a:lnTo>
                  <a:lnTo>
                    <a:pt x="3855" y="667"/>
                  </a:lnTo>
                  <a:lnTo>
                    <a:pt x="4279" y="627"/>
                  </a:lnTo>
                  <a:lnTo>
                    <a:pt x="5349" y="526"/>
                  </a:lnTo>
                  <a:lnTo>
                    <a:pt x="6438" y="465"/>
                  </a:lnTo>
                  <a:lnTo>
                    <a:pt x="7528" y="405"/>
                  </a:lnTo>
                  <a:lnTo>
                    <a:pt x="8598" y="364"/>
                  </a:lnTo>
                  <a:lnTo>
                    <a:pt x="10757" y="304"/>
                  </a:lnTo>
                  <a:lnTo>
                    <a:pt x="12896" y="284"/>
                  </a:lnTo>
                  <a:lnTo>
                    <a:pt x="32471" y="82"/>
                  </a:lnTo>
                  <a:close/>
                  <a:moveTo>
                    <a:pt x="32471" y="1"/>
                  </a:moveTo>
                  <a:lnTo>
                    <a:pt x="12896" y="203"/>
                  </a:lnTo>
                  <a:lnTo>
                    <a:pt x="10757" y="223"/>
                  </a:lnTo>
                  <a:lnTo>
                    <a:pt x="8598" y="284"/>
                  </a:lnTo>
                  <a:lnTo>
                    <a:pt x="7508" y="324"/>
                  </a:lnTo>
                  <a:lnTo>
                    <a:pt x="6438" y="384"/>
                  </a:lnTo>
                  <a:lnTo>
                    <a:pt x="5349" y="445"/>
                  </a:lnTo>
                  <a:lnTo>
                    <a:pt x="4279" y="546"/>
                  </a:lnTo>
                  <a:lnTo>
                    <a:pt x="3835" y="586"/>
                  </a:lnTo>
                  <a:lnTo>
                    <a:pt x="3391" y="647"/>
                  </a:lnTo>
                  <a:lnTo>
                    <a:pt x="2947" y="727"/>
                  </a:lnTo>
                  <a:lnTo>
                    <a:pt x="2503" y="828"/>
                  </a:lnTo>
                  <a:lnTo>
                    <a:pt x="2059" y="949"/>
                  </a:lnTo>
                  <a:lnTo>
                    <a:pt x="1635" y="1111"/>
                  </a:lnTo>
                  <a:lnTo>
                    <a:pt x="1434" y="1212"/>
                  </a:lnTo>
                  <a:lnTo>
                    <a:pt x="1232" y="1313"/>
                  </a:lnTo>
                  <a:lnTo>
                    <a:pt x="1030" y="1434"/>
                  </a:lnTo>
                  <a:lnTo>
                    <a:pt x="848" y="1575"/>
                  </a:lnTo>
                  <a:lnTo>
                    <a:pt x="586" y="1777"/>
                  </a:lnTo>
                  <a:lnTo>
                    <a:pt x="465" y="1898"/>
                  </a:lnTo>
                  <a:lnTo>
                    <a:pt x="344" y="2039"/>
                  </a:lnTo>
                  <a:lnTo>
                    <a:pt x="243" y="2180"/>
                  </a:lnTo>
                  <a:lnTo>
                    <a:pt x="142" y="2342"/>
                  </a:lnTo>
                  <a:lnTo>
                    <a:pt x="82" y="2524"/>
                  </a:lnTo>
                  <a:lnTo>
                    <a:pt x="21" y="2705"/>
                  </a:lnTo>
                  <a:lnTo>
                    <a:pt x="1" y="2846"/>
                  </a:lnTo>
                  <a:lnTo>
                    <a:pt x="1" y="2967"/>
                  </a:lnTo>
                  <a:lnTo>
                    <a:pt x="21" y="3210"/>
                  </a:lnTo>
                  <a:lnTo>
                    <a:pt x="82" y="3452"/>
                  </a:lnTo>
                  <a:lnTo>
                    <a:pt x="183" y="3674"/>
                  </a:lnTo>
                  <a:lnTo>
                    <a:pt x="324" y="3876"/>
                  </a:lnTo>
                  <a:lnTo>
                    <a:pt x="465" y="4057"/>
                  </a:lnTo>
                  <a:lnTo>
                    <a:pt x="647" y="4219"/>
                  </a:lnTo>
                  <a:lnTo>
                    <a:pt x="848" y="4380"/>
                  </a:lnTo>
                  <a:lnTo>
                    <a:pt x="1050" y="4521"/>
                  </a:lnTo>
                  <a:lnTo>
                    <a:pt x="1252" y="4663"/>
                  </a:lnTo>
                  <a:lnTo>
                    <a:pt x="1676" y="4864"/>
                  </a:lnTo>
                  <a:lnTo>
                    <a:pt x="2039" y="5026"/>
                  </a:lnTo>
                  <a:lnTo>
                    <a:pt x="2322" y="5147"/>
                  </a:lnTo>
                  <a:lnTo>
                    <a:pt x="3896" y="5651"/>
                  </a:lnTo>
                  <a:lnTo>
                    <a:pt x="5026" y="6035"/>
                  </a:lnTo>
                  <a:lnTo>
                    <a:pt x="6176" y="6438"/>
                  </a:lnTo>
                  <a:lnTo>
                    <a:pt x="6741" y="6640"/>
                  </a:lnTo>
                  <a:lnTo>
                    <a:pt x="7306" y="6862"/>
                  </a:lnTo>
                  <a:lnTo>
                    <a:pt x="7871" y="7104"/>
                  </a:lnTo>
                  <a:lnTo>
                    <a:pt x="8416" y="7347"/>
                  </a:lnTo>
                  <a:lnTo>
                    <a:pt x="8900" y="7589"/>
                  </a:lnTo>
                  <a:lnTo>
                    <a:pt x="9385" y="7831"/>
                  </a:lnTo>
                  <a:lnTo>
                    <a:pt x="9849" y="8093"/>
                  </a:lnTo>
                  <a:lnTo>
                    <a:pt x="10313" y="8356"/>
                  </a:lnTo>
                  <a:lnTo>
                    <a:pt x="10757" y="8638"/>
                  </a:lnTo>
                  <a:lnTo>
                    <a:pt x="11201" y="8941"/>
                  </a:lnTo>
                  <a:lnTo>
                    <a:pt x="12089" y="9546"/>
                  </a:lnTo>
                  <a:lnTo>
                    <a:pt x="12936" y="10212"/>
                  </a:lnTo>
                  <a:lnTo>
                    <a:pt x="13743" y="10898"/>
                  </a:lnTo>
                  <a:lnTo>
                    <a:pt x="14551" y="11605"/>
                  </a:lnTo>
                  <a:lnTo>
                    <a:pt x="15338" y="12351"/>
                  </a:lnTo>
                  <a:lnTo>
                    <a:pt x="16084" y="13118"/>
                  </a:lnTo>
                  <a:lnTo>
                    <a:pt x="16831" y="13905"/>
                  </a:lnTo>
                  <a:lnTo>
                    <a:pt x="17578" y="14712"/>
                  </a:lnTo>
                  <a:lnTo>
                    <a:pt x="18284" y="15519"/>
                  </a:lnTo>
                  <a:lnTo>
                    <a:pt x="19697" y="17194"/>
                  </a:lnTo>
                  <a:lnTo>
                    <a:pt x="21089" y="18869"/>
                  </a:lnTo>
                  <a:lnTo>
                    <a:pt x="21513" y="19394"/>
                  </a:lnTo>
                  <a:lnTo>
                    <a:pt x="22986" y="21130"/>
                  </a:lnTo>
                  <a:lnTo>
                    <a:pt x="23712" y="21977"/>
                  </a:lnTo>
                  <a:lnTo>
                    <a:pt x="24479" y="22845"/>
                  </a:lnTo>
                  <a:lnTo>
                    <a:pt x="25246" y="23672"/>
                  </a:lnTo>
                  <a:lnTo>
                    <a:pt x="26053" y="24500"/>
                  </a:lnTo>
                  <a:lnTo>
                    <a:pt x="26861" y="25287"/>
                  </a:lnTo>
                  <a:lnTo>
                    <a:pt x="27688" y="26053"/>
                  </a:lnTo>
                  <a:lnTo>
                    <a:pt x="28535" y="26780"/>
                  </a:lnTo>
                  <a:lnTo>
                    <a:pt x="29403" y="27486"/>
                  </a:lnTo>
                  <a:lnTo>
                    <a:pt x="29847" y="27809"/>
                  </a:lnTo>
                  <a:lnTo>
                    <a:pt x="30291" y="28152"/>
                  </a:lnTo>
                  <a:lnTo>
                    <a:pt x="30755" y="28455"/>
                  </a:lnTo>
                  <a:lnTo>
                    <a:pt x="31219" y="28758"/>
                  </a:lnTo>
                  <a:lnTo>
                    <a:pt x="31684" y="29040"/>
                  </a:lnTo>
                  <a:lnTo>
                    <a:pt x="32168" y="29323"/>
                  </a:lnTo>
                  <a:lnTo>
                    <a:pt x="32652" y="29585"/>
                  </a:lnTo>
                  <a:lnTo>
                    <a:pt x="33137" y="29847"/>
                  </a:lnTo>
                  <a:lnTo>
                    <a:pt x="33641" y="30090"/>
                  </a:lnTo>
                  <a:lnTo>
                    <a:pt x="34146" y="30311"/>
                  </a:lnTo>
                  <a:lnTo>
                    <a:pt x="34670" y="30513"/>
                  </a:lnTo>
                  <a:lnTo>
                    <a:pt x="35195" y="30715"/>
                  </a:lnTo>
                  <a:lnTo>
                    <a:pt x="35659" y="30856"/>
                  </a:lnTo>
                  <a:lnTo>
                    <a:pt x="36164" y="30998"/>
                  </a:lnTo>
                  <a:lnTo>
                    <a:pt x="36426" y="31058"/>
                  </a:lnTo>
                  <a:lnTo>
                    <a:pt x="36688" y="31099"/>
                  </a:lnTo>
                  <a:lnTo>
                    <a:pt x="36971" y="31119"/>
                  </a:lnTo>
                  <a:lnTo>
                    <a:pt x="37475" y="31119"/>
                  </a:lnTo>
                  <a:lnTo>
                    <a:pt x="37697" y="31099"/>
                  </a:lnTo>
                  <a:lnTo>
                    <a:pt x="37939" y="31058"/>
                  </a:lnTo>
                  <a:lnTo>
                    <a:pt x="38161" y="30998"/>
                  </a:lnTo>
                  <a:lnTo>
                    <a:pt x="38363" y="30917"/>
                  </a:lnTo>
                  <a:lnTo>
                    <a:pt x="38565" y="30836"/>
                  </a:lnTo>
                  <a:lnTo>
                    <a:pt x="38747" y="30755"/>
                  </a:lnTo>
                  <a:lnTo>
                    <a:pt x="38908" y="30655"/>
                  </a:lnTo>
                  <a:lnTo>
                    <a:pt x="39069" y="30533"/>
                  </a:lnTo>
                  <a:lnTo>
                    <a:pt x="39231" y="30412"/>
                  </a:lnTo>
                  <a:lnTo>
                    <a:pt x="39372" y="30271"/>
                  </a:lnTo>
                  <a:lnTo>
                    <a:pt x="39513" y="30130"/>
                  </a:lnTo>
                  <a:lnTo>
                    <a:pt x="39756" y="29827"/>
                  </a:lnTo>
                  <a:lnTo>
                    <a:pt x="39978" y="29484"/>
                  </a:lnTo>
                  <a:lnTo>
                    <a:pt x="40179" y="29121"/>
                  </a:lnTo>
                  <a:lnTo>
                    <a:pt x="40341" y="28758"/>
                  </a:lnTo>
                  <a:lnTo>
                    <a:pt x="40462" y="28374"/>
                  </a:lnTo>
                  <a:lnTo>
                    <a:pt x="40583" y="27971"/>
                  </a:lnTo>
                  <a:lnTo>
                    <a:pt x="40684" y="27587"/>
                  </a:lnTo>
                  <a:lnTo>
                    <a:pt x="40765" y="27184"/>
                  </a:lnTo>
                  <a:lnTo>
                    <a:pt x="40805" y="26820"/>
                  </a:lnTo>
                  <a:lnTo>
                    <a:pt x="40865" y="26437"/>
                  </a:lnTo>
                  <a:lnTo>
                    <a:pt x="40906" y="25771"/>
                  </a:lnTo>
                  <a:lnTo>
                    <a:pt x="40946" y="24944"/>
                  </a:lnTo>
                  <a:lnTo>
                    <a:pt x="40946" y="24116"/>
                  </a:lnTo>
                  <a:lnTo>
                    <a:pt x="40926" y="23269"/>
                  </a:lnTo>
                  <a:lnTo>
                    <a:pt x="40906" y="22441"/>
                  </a:lnTo>
                  <a:lnTo>
                    <a:pt x="40845" y="21594"/>
                  </a:lnTo>
                  <a:lnTo>
                    <a:pt x="40785" y="20766"/>
                  </a:lnTo>
                  <a:lnTo>
                    <a:pt x="40684" y="19939"/>
                  </a:lnTo>
                  <a:lnTo>
                    <a:pt x="40583" y="19091"/>
                  </a:lnTo>
                  <a:lnTo>
                    <a:pt x="40442" y="18264"/>
                  </a:lnTo>
                  <a:lnTo>
                    <a:pt x="40300" y="17437"/>
                  </a:lnTo>
                  <a:lnTo>
                    <a:pt x="40119" y="16609"/>
                  </a:lnTo>
                  <a:lnTo>
                    <a:pt x="39937" y="15782"/>
                  </a:lnTo>
                  <a:lnTo>
                    <a:pt x="39715" y="14975"/>
                  </a:lnTo>
                  <a:lnTo>
                    <a:pt x="39493" y="14147"/>
                  </a:lnTo>
                  <a:lnTo>
                    <a:pt x="39251" y="13360"/>
                  </a:lnTo>
                  <a:lnTo>
                    <a:pt x="38989" y="12553"/>
                  </a:lnTo>
                  <a:lnTo>
                    <a:pt x="38686" y="11746"/>
                  </a:lnTo>
                  <a:lnTo>
                    <a:pt x="38383" y="10959"/>
                  </a:lnTo>
                  <a:lnTo>
                    <a:pt x="38060" y="10172"/>
                  </a:lnTo>
                  <a:lnTo>
                    <a:pt x="37717" y="9405"/>
                  </a:lnTo>
                  <a:lnTo>
                    <a:pt x="37354" y="8638"/>
                  </a:lnTo>
                  <a:lnTo>
                    <a:pt x="36971" y="7871"/>
                  </a:lnTo>
                  <a:lnTo>
                    <a:pt x="36567" y="7125"/>
                  </a:lnTo>
                  <a:lnTo>
                    <a:pt x="36143" y="6398"/>
                  </a:lnTo>
                  <a:lnTo>
                    <a:pt x="35841" y="5873"/>
                  </a:lnTo>
                  <a:lnTo>
                    <a:pt x="35578" y="5470"/>
                  </a:lnTo>
                  <a:lnTo>
                    <a:pt x="35336" y="5046"/>
                  </a:lnTo>
                  <a:lnTo>
                    <a:pt x="35255" y="4844"/>
                  </a:lnTo>
                  <a:lnTo>
                    <a:pt x="35175" y="4622"/>
                  </a:lnTo>
                  <a:lnTo>
                    <a:pt x="35094" y="4380"/>
                  </a:lnTo>
                  <a:lnTo>
                    <a:pt x="35054" y="4158"/>
                  </a:lnTo>
                  <a:lnTo>
                    <a:pt x="35054" y="3997"/>
                  </a:lnTo>
                  <a:lnTo>
                    <a:pt x="35054" y="3835"/>
                  </a:lnTo>
                  <a:lnTo>
                    <a:pt x="35074" y="3492"/>
                  </a:lnTo>
                  <a:lnTo>
                    <a:pt x="35155" y="3169"/>
                  </a:lnTo>
                  <a:lnTo>
                    <a:pt x="35235" y="2846"/>
                  </a:lnTo>
                  <a:lnTo>
                    <a:pt x="35316" y="2463"/>
                  </a:lnTo>
                  <a:lnTo>
                    <a:pt x="35397" y="2059"/>
                  </a:lnTo>
                  <a:lnTo>
                    <a:pt x="35417" y="1858"/>
                  </a:lnTo>
                  <a:lnTo>
                    <a:pt x="35397" y="1656"/>
                  </a:lnTo>
                  <a:lnTo>
                    <a:pt x="35376" y="1454"/>
                  </a:lnTo>
                  <a:lnTo>
                    <a:pt x="35336" y="1252"/>
                  </a:lnTo>
                  <a:lnTo>
                    <a:pt x="35276" y="1091"/>
                  </a:lnTo>
                  <a:lnTo>
                    <a:pt x="35195" y="949"/>
                  </a:lnTo>
                  <a:lnTo>
                    <a:pt x="35094" y="808"/>
                  </a:lnTo>
                  <a:lnTo>
                    <a:pt x="34993" y="687"/>
                  </a:lnTo>
                  <a:lnTo>
                    <a:pt x="34872" y="586"/>
                  </a:lnTo>
                  <a:lnTo>
                    <a:pt x="34731" y="485"/>
                  </a:lnTo>
                  <a:lnTo>
                    <a:pt x="34569" y="384"/>
                  </a:lnTo>
                  <a:lnTo>
                    <a:pt x="34408" y="304"/>
                  </a:lnTo>
                  <a:lnTo>
                    <a:pt x="34226" y="223"/>
                  </a:lnTo>
                  <a:lnTo>
                    <a:pt x="34024" y="162"/>
                  </a:lnTo>
                  <a:lnTo>
                    <a:pt x="33802" y="122"/>
                  </a:lnTo>
                  <a:lnTo>
                    <a:pt x="33560" y="82"/>
                  </a:lnTo>
                  <a:lnTo>
                    <a:pt x="33056" y="21"/>
                  </a:lnTo>
                  <a:lnTo>
                    <a:pt x="32471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5" name="Google Shape;405;p5"/>
            <p:cNvSpPr/>
            <p:nvPr/>
          </p:nvSpPr>
          <p:spPr>
            <a:xfrm rot="10800000">
              <a:off x="5869686" y="4710085"/>
              <a:ext cx="262933" cy="275344"/>
            </a:xfrm>
            <a:custGeom>
              <a:rect b="b" l="l" r="r" t="t"/>
              <a:pathLst>
                <a:path extrusionOk="0" h="4925" w="4703">
                  <a:moveTo>
                    <a:pt x="1938" y="81"/>
                  </a:moveTo>
                  <a:lnTo>
                    <a:pt x="2160" y="122"/>
                  </a:lnTo>
                  <a:lnTo>
                    <a:pt x="2382" y="182"/>
                  </a:lnTo>
                  <a:lnTo>
                    <a:pt x="2604" y="283"/>
                  </a:lnTo>
                  <a:lnTo>
                    <a:pt x="2785" y="384"/>
                  </a:lnTo>
                  <a:lnTo>
                    <a:pt x="2967" y="505"/>
                  </a:lnTo>
                  <a:lnTo>
                    <a:pt x="3129" y="626"/>
                  </a:lnTo>
                  <a:lnTo>
                    <a:pt x="3411" y="889"/>
                  </a:lnTo>
                  <a:lnTo>
                    <a:pt x="3613" y="1111"/>
                  </a:lnTo>
                  <a:lnTo>
                    <a:pt x="3794" y="1353"/>
                  </a:lnTo>
                  <a:lnTo>
                    <a:pt x="3976" y="1595"/>
                  </a:lnTo>
                  <a:lnTo>
                    <a:pt x="4117" y="1857"/>
                  </a:lnTo>
                  <a:lnTo>
                    <a:pt x="4259" y="2120"/>
                  </a:lnTo>
                  <a:lnTo>
                    <a:pt x="4380" y="2402"/>
                  </a:lnTo>
                  <a:lnTo>
                    <a:pt x="4460" y="2685"/>
                  </a:lnTo>
                  <a:lnTo>
                    <a:pt x="4541" y="2967"/>
                  </a:lnTo>
                  <a:lnTo>
                    <a:pt x="4602" y="3330"/>
                  </a:lnTo>
                  <a:lnTo>
                    <a:pt x="4622" y="3472"/>
                  </a:lnTo>
                  <a:lnTo>
                    <a:pt x="4622" y="3633"/>
                  </a:lnTo>
                  <a:lnTo>
                    <a:pt x="4602" y="3774"/>
                  </a:lnTo>
                  <a:lnTo>
                    <a:pt x="4561" y="3895"/>
                  </a:lnTo>
                  <a:lnTo>
                    <a:pt x="4521" y="4016"/>
                  </a:lnTo>
                  <a:lnTo>
                    <a:pt x="4481" y="4138"/>
                  </a:lnTo>
                  <a:lnTo>
                    <a:pt x="4380" y="4279"/>
                  </a:lnTo>
                  <a:lnTo>
                    <a:pt x="4238" y="4400"/>
                  </a:lnTo>
                  <a:lnTo>
                    <a:pt x="4097" y="4521"/>
                  </a:lnTo>
                  <a:lnTo>
                    <a:pt x="3916" y="4622"/>
                  </a:lnTo>
                  <a:lnTo>
                    <a:pt x="3673" y="4723"/>
                  </a:lnTo>
                  <a:lnTo>
                    <a:pt x="3431" y="4783"/>
                  </a:lnTo>
                  <a:lnTo>
                    <a:pt x="3189" y="4844"/>
                  </a:lnTo>
                  <a:lnTo>
                    <a:pt x="2685" y="4844"/>
                  </a:lnTo>
                  <a:lnTo>
                    <a:pt x="2442" y="4804"/>
                  </a:lnTo>
                  <a:lnTo>
                    <a:pt x="2200" y="4723"/>
                  </a:lnTo>
                  <a:lnTo>
                    <a:pt x="1958" y="4622"/>
                  </a:lnTo>
                  <a:lnTo>
                    <a:pt x="1676" y="4460"/>
                  </a:lnTo>
                  <a:lnTo>
                    <a:pt x="1393" y="4238"/>
                  </a:lnTo>
                  <a:lnTo>
                    <a:pt x="1111" y="3976"/>
                  </a:lnTo>
                  <a:lnTo>
                    <a:pt x="868" y="3694"/>
                  </a:lnTo>
                  <a:lnTo>
                    <a:pt x="646" y="3391"/>
                  </a:lnTo>
                  <a:lnTo>
                    <a:pt x="445" y="3068"/>
                  </a:lnTo>
                  <a:lnTo>
                    <a:pt x="283" y="2725"/>
                  </a:lnTo>
                  <a:lnTo>
                    <a:pt x="162" y="2382"/>
                  </a:lnTo>
                  <a:lnTo>
                    <a:pt x="122" y="2160"/>
                  </a:lnTo>
                  <a:lnTo>
                    <a:pt x="81" y="1958"/>
                  </a:lnTo>
                  <a:lnTo>
                    <a:pt x="81" y="1756"/>
                  </a:lnTo>
                  <a:lnTo>
                    <a:pt x="81" y="1555"/>
                  </a:lnTo>
                  <a:lnTo>
                    <a:pt x="122" y="1373"/>
                  </a:lnTo>
                  <a:lnTo>
                    <a:pt x="162" y="1191"/>
                  </a:lnTo>
                  <a:lnTo>
                    <a:pt x="243" y="1010"/>
                  </a:lnTo>
                  <a:lnTo>
                    <a:pt x="323" y="848"/>
                  </a:lnTo>
                  <a:lnTo>
                    <a:pt x="445" y="687"/>
                  </a:lnTo>
                  <a:lnTo>
                    <a:pt x="606" y="525"/>
                  </a:lnTo>
                  <a:lnTo>
                    <a:pt x="767" y="404"/>
                  </a:lnTo>
                  <a:lnTo>
                    <a:pt x="949" y="283"/>
                  </a:lnTo>
                  <a:lnTo>
                    <a:pt x="1151" y="202"/>
                  </a:lnTo>
                  <a:lnTo>
                    <a:pt x="1353" y="122"/>
                  </a:lnTo>
                  <a:lnTo>
                    <a:pt x="1554" y="81"/>
                  </a:lnTo>
                  <a:close/>
                  <a:moveTo>
                    <a:pt x="1696" y="1"/>
                  </a:moveTo>
                  <a:lnTo>
                    <a:pt x="1454" y="21"/>
                  </a:lnTo>
                  <a:lnTo>
                    <a:pt x="1211" y="81"/>
                  </a:lnTo>
                  <a:lnTo>
                    <a:pt x="989" y="182"/>
                  </a:lnTo>
                  <a:lnTo>
                    <a:pt x="767" y="303"/>
                  </a:lnTo>
                  <a:lnTo>
                    <a:pt x="586" y="445"/>
                  </a:lnTo>
                  <a:lnTo>
                    <a:pt x="404" y="626"/>
                  </a:lnTo>
                  <a:lnTo>
                    <a:pt x="263" y="808"/>
                  </a:lnTo>
                  <a:lnTo>
                    <a:pt x="162" y="989"/>
                  </a:lnTo>
                  <a:lnTo>
                    <a:pt x="81" y="1171"/>
                  </a:lnTo>
                  <a:lnTo>
                    <a:pt x="41" y="1353"/>
                  </a:lnTo>
                  <a:lnTo>
                    <a:pt x="1" y="1555"/>
                  </a:lnTo>
                  <a:lnTo>
                    <a:pt x="1" y="1756"/>
                  </a:lnTo>
                  <a:lnTo>
                    <a:pt x="1" y="1958"/>
                  </a:lnTo>
                  <a:lnTo>
                    <a:pt x="41" y="2180"/>
                  </a:lnTo>
                  <a:lnTo>
                    <a:pt x="81" y="2402"/>
                  </a:lnTo>
                  <a:lnTo>
                    <a:pt x="202" y="2745"/>
                  </a:lnTo>
                  <a:lnTo>
                    <a:pt x="364" y="3088"/>
                  </a:lnTo>
                  <a:lnTo>
                    <a:pt x="566" y="3431"/>
                  </a:lnTo>
                  <a:lnTo>
                    <a:pt x="808" y="3754"/>
                  </a:lnTo>
                  <a:lnTo>
                    <a:pt x="1050" y="4037"/>
                  </a:lnTo>
                  <a:lnTo>
                    <a:pt x="1332" y="4299"/>
                  </a:lnTo>
                  <a:lnTo>
                    <a:pt x="1635" y="4521"/>
                  </a:lnTo>
                  <a:lnTo>
                    <a:pt x="1938" y="4703"/>
                  </a:lnTo>
                  <a:lnTo>
                    <a:pt x="2160" y="4804"/>
                  </a:lnTo>
                  <a:lnTo>
                    <a:pt x="2422" y="4864"/>
                  </a:lnTo>
                  <a:lnTo>
                    <a:pt x="2664" y="4925"/>
                  </a:lnTo>
                  <a:lnTo>
                    <a:pt x="3189" y="4925"/>
                  </a:lnTo>
                  <a:lnTo>
                    <a:pt x="3451" y="4864"/>
                  </a:lnTo>
                  <a:lnTo>
                    <a:pt x="3714" y="4804"/>
                  </a:lnTo>
                  <a:lnTo>
                    <a:pt x="3956" y="4682"/>
                  </a:lnTo>
                  <a:lnTo>
                    <a:pt x="4138" y="4582"/>
                  </a:lnTo>
                  <a:lnTo>
                    <a:pt x="4299" y="4460"/>
                  </a:lnTo>
                  <a:lnTo>
                    <a:pt x="4440" y="4319"/>
                  </a:lnTo>
                  <a:lnTo>
                    <a:pt x="4541" y="4178"/>
                  </a:lnTo>
                  <a:lnTo>
                    <a:pt x="4602" y="4057"/>
                  </a:lnTo>
                  <a:lnTo>
                    <a:pt x="4642" y="3916"/>
                  </a:lnTo>
                  <a:lnTo>
                    <a:pt x="4682" y="3795"/>
                  </a:lnTo>
                  <a:lnTo>
                    <a:pt x="4703" y="3633"/>
                  </a:lnTo>
                  <a:lnTo>
                    <a:pt x="4703" y="3492"/>
                  </a:lnTo>
                  <a:lnTo>
                    <a:pt x="4682" y="3310"/>
                  </a:lnTo>
                  <a:lnTo>
                    <a:pt x="4622" y="2947"/>
                  </a:lnTo>
                  <a:lnTo>
                    <a:pt x="4541" y="2664"/>
                  </a:lnTo>
                  <a:lnTo>
                    <a:pt x="4440" y="2362"/>
                  </a:lnTo>
                  <a:lnTo>
                    <a:pt x="4339" y="2099"/>
                  </a:lnTo>
                  <a:lnTo>
                    <a:pt x="4198" y="1817"/>
                  </a:lnTo>
                  <a:lnTo>
                    <a:pt x="4037" y="1555"/>
                  </a:lnTo>
                  <a:lnTo>
                    <a:pt x="3855" y="1312"/>
                  </a:lnTo>
                  <a:lnTo>
                    <a:pt x="3673" y="1070"/>
                  </a:lnTo>
                  <a:lnTo>
                    <a:pt x="3472" y="828"/>
                  </a:lnTo>
                  <a:lnTo>
                    <a:pt x="3189" y="566"/>
                  </a:lnTo>
                  <a:lnTo>
                    <a:pt x="3007" y="445"/>
                  </a:lnTo>
                  <a:lnTo>
                    <a:pt x="2826" y="324"/>
                  </a:lnTo>
                  <a:lnTo>
                    <a:pt x="2624" y="202"/>
                  </a:lnTo>
                  <a:lnTo>
                    <a:pt x="2422" y="102"/>
                  </a:lnTo>
                  <a:lnTo>
                    <a:pt x="2180" y="41"/>
                  </a:lnTo>
                  <a:lnTo>
                    <a:pt x="1938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6" name="Google Shape;406;p5"/>
            <p:cNvSpPr/>
            <p:nvPr/>
          </p:nvSpPr>
          <p:spPr>
            <a:xfrm rot="10800000">
              <a:off x="4850875" y="4692004"/>
              <a:ext cx="1730784" cy="1441910"/>
            </a:xfrm>
            <a:custGeom>
              <a:rect b="b" l="l" r="r" t="t"/>
              <a:pathLst>
                <a:path extrusionOk="0" h="25791" w="30958">
                  <a:moveTo>
                    <a:pt x="13179" y="81"/>
                  </a:moveTo>
                  <a:lnTo>
                    <a:pt x="14551" y="101"/>
                  </a:lnTo>
                  <a:lnTo>
                    <a:pt x="15257" y="121"/>
                  </a:lnTo>
                  <a:lnTo>
                    <a:pt x="15963" y="162"/>
                  </a:lnTo>
                  <a:lnTo>
                    <a:pt x="16690" y="242"/>
                  </a:lnTo>
                  <a:lnTo>
                    <a:pt x="17416" y="323"/>
                  </a:lnTo>
                  <a:lnTo>
                    <a:pt x="18143" y="444"/>
                  </a:lnTo>
                  <a:lnTo>
                    <a:pt x="18869" y="586"/>
                  </a:lnTo>
                  <a:lnTo>
                    <a:pt x="19576" y="767"/>
                  </a:lnTo>
                  <a:lnTo>
                    <a:pt x="20282" y="969"/>
                  </a:lnTo>
                  <a:lnTo>
                    <a:pt x="20988" y="1211"/>
                  </a:lnTo>
                  <a:lnTo>
                    <a:pt x="21654" y="1494"/>
                  </a:lnTo>
                  <a:lnTo>
                    <a:pt x="21997" y="1655"/>
                  </a:lnTo>
                  <a:lnTo>
                    <a:pt x="22320" y="1837"/>
                  </a:lnTo>
                  <a:lnTo>
                    <a:pt x="22643" y="2018"/>
                  </a:lnTo>
                  <a:lnTo>
                    <a:pt x="22946" y="2200"/>
                  </a:lnTo>
                  <a:lnTo>
                    <a:pt x="23269" y="2402"/>
                  </a:lnTo>
                  <a:lnTo>
                    <a:pt x="23551" y="2624"/>
                  </a:lnTo>
                  <a:lnTo>
                    <a:pt x="23854" y="2866"/>
                  </a:lnTo>
                  <a:lnTo>
                    <a:pt x="24136" y="3108"/>
                  </a:lnTo>
                  <a:lnTo>
                    <a:pt x="24540" y="3491"/>
                  </a:lnTo>
                  <a:lnTo>
                    <a:pt x="24923" y="3895"/>
                  </a:lnTo>
                  <a:lnTo>
                    <a:pt x="25287" y="4339"/>
                  </a:lnTo>
                  <a:lnTo>
                    <a:pt x="25670" y="4823"/>
                  </a:lnTo>
                  <a:lnTo>
                    <a:pt x="26013" y="5348"/>
                  </a:lnTo>
                  <a:lnTo>
                    <a:pt x="26356" y="5913"/>
                  </a:lnTo>
                  <a:lnTo>
                    <a:pt x="26719" y="6518"/>
                  </a:lnTo>
                  <a:lnTo>
                    <a:pt x="27042" y="7164"/>
                  </a:lnTo>
                  <a:lnTo>
                    <a:pt x="27345" y="7749"/>
                  </a:lnTo>
                  <a:lnTo>
                    <a:pt x="27607" y="8335"/>
                  </a:lnTo>
                  <a:lnTo>
                    <a:pt x="27870" y="8940"/>
                  </a:lnTo>
                  <a:lnTo>
                    <a:pt x="28112" y="9546"/>
                  </a:lnTo>
                  <a:lnTo>
                    <a:pt x="28556" y="10756"/>
                  </a:lnTo>
                  <a:lnTo>
                    <a:pt x="28959" y="11947"/>
                  </a:lnTo>
                  <a:lnTo>
                    <a:pt x="29343" y="13138"/>
                  </a:lnTo>
                  <a:lnTo>
                    <a:pt x="29666" y="14328"/>
                  </a:lnTo>
                  <a:lnTo>
                    <a:pt x="29948" y="15478"/>
                  </a:lnTo>
                  <a:lnTo>
                    <a:pt x="30231" y="16588"/>
                  </a:lnTo>
                  <a:lnTo>
                    <a:pt x="30453" y="17577"/>
                  </a:lnTo>
                  <a:lnTo>
                    <a:pt x="30654" y="18606"/>
                  </a:lnTo>
                  <a:lnTo>
                    <a:pt x="30735" y="19111"/>
                  </a:lnTo>
                  <a:lnTo>
                    <a:pt x="30816" y="19636"/>
                  </a:lnTo>
                  <a:lnTo>
                    <a:pt x="30856" y="20160"/>
                  </a:lnTo>
                  <a:lnTo>
                    <a:pt x="30876" y="20685"/>
                  </a:lnTo>
                  <a:lnTo>
                    <a:pt x="30876" y="21169"/>
                  </a:lnTo>
                  <a:lnTo>
                    <a:pt x="30856" y="21674"/>
                  </a:lnTo>
                  <a:lnTo>
                    <a:pt x="30796" y="22219"/>
                  </a:lnTo>
                  <a:lnTo>
                    <a:pt x="30695" y="22784"/>
                  </a:lnTo>
                  <a:lnTo>
                    <a:pt x="30614" y="23046"/>
                  </a:lnTo>
                  <a:lnTo>
                    <a:pt x="30533" y="23329"/>
                  </a:lnTo>
                  <a:lnTo>
                    <a:pt x="30412" y="23611"/>
                  </a:lnTo>
                  <a:lnTo>
                    <a:pt x="30311" y="23873"/>
                  </a:lnTo>
                  <a:lnTo>
                    <a:pt x="30170" y="24136"/>
                  </a:lnTo>
                  <a:lnTo>
                    <a:pt x="30009" y="24398"/>
                  </a:lnTo>
                  <a:lnTo>
                    <a:pt x="29847" y="24640"/>
                  </a:lnTo>
                  <a:lnTo>
                    <a:pt x="29645" y="24882"/>
                  </a:lnTo>
                  <a:lnTo>
                    <a:pt x="29383" y="25145"/>
                  </a:lnTo>
                  <a:lnTo>
                    <a:pt x="29242" y="25266"/>
                  </a:lnTo>
                  <a:lnTo>
                    <a:pt x="29101" y="25387"/>
                  </a:lnTo>
                  <a:lnTo>
                    <a:pt x="28939" y="25468"/>
                  </a:lnTo>
                  <a:lnTo>
                    <a:pt x="28798" y="25548"/>
                  </a:lnTo>
                  <a:lnTo>
                    <a:pt x="28657" y="25609"/>
                  </a:lnTo>
                  <a:lnTo>
                    <a:pt x="28515" y="25649"/>
                  </a:lnTo>
                  <a:lnTo>
                    <a:pt x="28334" y="25690"/>
                  </a:lnTo>
                  <a:lnTo>
                    <a:pt x="28152" y="25710"/>
                  </a:lnTo>
                  <a:lnTo>
                    <a:pt x="27991" y="25710"/>
                  </a:lnTo>
                  <a:lnTo>
                    <a:pt x="27809" y="25690"/>
                  </a:lnTo>
                  <a:lnTo>
                    <a:pt x="27648" y="25669"/>
                  </a:lnTo>
                  <a:lnTo>
                    <a:pt x="27466" y="25629"/>
                  </a:lnTo>
                  <a:lnTo>
                    <a:pt x="27143" y="25508"/>
                  </a:lnTo>
                  <a:lnTo>
                    <a:pt x="26800" y="25347"/>
                  </a:lnTo>
                  <a:lnTo>
                    <a:pt x="26477" y="25165"/>
                  </a:lnTo>
                  <a:lnTo>
                    <a:pt x="26154" y="24963"/>
                  </a:lnTo>
                  <a:lnTo>
                    <a:pt x="25852" y="24741"/>
                  </a:lnTo>
                  <a:lnTo>
                    <a:pt x="25145" y="24196"/>
                  </a:lnTo>
                  <a:lnTo>
                    <a:pt x="24419" y="23631"/>
                  </a:lnTo>
                  <a:lnTo>
                    <a:pt x="23692" y="23046"/>
                  </a:lnTo>
                  <a:lnTo>
                    <a:pt x="22946" y="22420"/>
                  </a:lnTo>
                  <a:lnTo>
                    <a:pt x="22199" y="21775"/>
                  </a:lnTo>
                  <a:lnTo>
                    <a:pt x="21412" y="21109"/>
                  </a:lnTo>
                  <a:lnTo>
                    <a:pt x="20625" y="20382"/>
                  </a:lnTo>
                  <a:lnTo>
                    <a:pt x="19798" y="19636"/>
                  </a:lnTo>
                  <a:lnTo>
                    <a:pt x="18506" y="18405"/>
                  </a:lnTo>
                  <a:lnTo>
                    <a:pt x="17215" y="17153"/>
                  </a:lnTo>
                  <a:lnTo>
                    <a:pt x="14692" y="14671"/>
                  </a:lnTo>
                  <a:lnTo>
                    <a:pt x="12270" y="12290"/>
                  </a:lnTo>
                  <a:lnTo>
                    <a:pt x="11039" y="11079"/>
                  </a:lnTo>
                  <a:lnTo>
                    <a:pt x="9808" y="9909"/>
                  </a:lnTo>
                  <a:lnTo>
                    <a:pt x="8376" y="8597"/>
                  </a:lnTo>
                  <a:lnTo>
                    <a:pt x="7024" y="7406"/>
                  </a:lnTo>
                  <a:lnTo>
                    <a:pt x="5732" y="6317"/>
                  </a:lnTo>
                  <a:lnTo>
                    <a:pt x="4461" y="5308"/>
                  </a:lnTo>
                  <a:lnTo>
                    <a:pt x="4118" y="5086"/>
                  </a:lnTo>
                  <a:lnTo>
                    <a:pt x="3593" y="4743"/>
                  </a:lnTo>
                  <a:lnTo>
                    <a:pt x="2523" y="4057"/>
                  </a:lnTo>
                  <a:lnTo>
                    <a:pt x="1958" y="3673"/>
                  </a:lnTo>
                  <a:lnTo>
                    <a:pt x="1414" y="3290"/>
                  </a:lnTo>
                  <a:lnTo>
                    <a:pt x="929" y="2886"/>
                  </a:lnTo>
                  <a:lnTo>
                    <a:pt x="707" y="2704"/>
                  </a:lnTo>
                  <a:lnTo>
                    <a:pt x="526" y="2503"/>
                  </a:lnTo>
                  <a:lnTo>
                    <a:pt x="364" y="2341"/>
                  </a:lnTo>
                  <a:lnTo>
                    <a:pt x="223" y="2160"/>
                  </a:lnTo>
                  <a:lnTo>
                    <a:pt x="142" y="1998"/>
                  </a:lnTo>
                  <a:lnTo>
                    <a:pt x="82" y="1857"/>
                  </a:lnTo>
                  <a:lnTo>
                    <a:pt x="82" y="1776"/>
                  </a:lnTo>
                  <a:lnTo>
                    <a:pt x="82" y="1716"/>
                  </a:lnTo>
                  <a:lnTo>
                    <a:pt x="102" y="1655"/>
                  </a:lnTo>
                  <a:lnTo>
                    <a:pt x="142" y="1595"/>
                  </a:lnTo>
                  <a:lnTo>
                    <a:pt x="243" y="1473"/>
                  </a:lnTo>
                  <a:lnTo>
                    <a:pt x="364" y="1373"/>
                  </a:lnTo>
                  <a:lnTo>
                    <a:pt x="485" y="1292"/>
                  </a:lnTo>
                  <a:lnTo>
                    <a:pt x="647" y="1231"/>
                  </a:lnTo>
                  <a:lnTo>
                    <a:pt x="788" y="1171"/>
                  </a:lnTo>
                  <a:lnTo>
                    <a:pt x="949" y="1130"/>
                  </a:lnTo>
                  <a:lnTo>
                    <a:pt x="1292" y="1070"/>
                  </a:lnTo>
                  <a:lnTo>
                    <a:pt x="2745" y="848"/>
                  </a:lnTo>
                  <a:lnTo>
                    <a:pt x="4219" y="646"/>
                  </a:lnTo>
                  <a:lnTo>
                    <a:pt x="5712" y="464"/>
                  </a:lnTo>
                  <a:lnTo>
                    <a:pt x="7185" y="323"/>
                  </a:lnTo>
                  <a:lnTo>
                    <a:pt x="8658" y="222"/>
                  </a:lnTo>
                  <a:lnTo>
                    <a:pt x="10152" y="142"/>
                  </a:lnTo>
                  <a:lnTo>
                    <a:pt x="11645" y="81"/>
                  </a:lnTo>
                  <a:close/>
                  <a:moveTo>
                    <a:pt x="11645" y="0"/>
                  </a:moveTo>
                  <a:lnTo>
                    <a:pt x="10152" y="61"/>
                  </a:lnTo>
                  <a:lnTo>
                    <a:pt x="8658" y="142"/>
                  </a:lnTo>
                  <a:lnTo>
                    <a:pt x="7185" y="242"/>
                  </a:lnTo>
                  <a:lnTo>
                    <a:pt x="5692" y="384"/>
                  </a:lnTo>
                  <a:lnTo>
                    <a:pt x="4219" y="565"/>
                  </a:lnTo>
                  <a:lnTo>
                    <a:pt x="2745" y="767"/>
                  </a:lnTo>
                  <a:lnTo>
                    <a:pt x="1272" y="989"/>
                  </a:lnTo>
                  <a:lnTo>
                    <a:pt x="929" y="1070"/>
                  </a:lnTo>
                  <a:lnTo>
                    <a:pt x="768" y="1110"/>
                  </a:lnTo>
                  <a:lnTo>
                    <a:pt x="606" y="1151"/>
                  </a:lnTo>
                  <a:lnTo>
                    <a:pt x="445" y="1231"/>
                  </a:lnTo>
                  <a:lnTo>
                    <a:pt x="304" y="1312"/>
                  </a:lnTo>
                  <a:lnTo>
                    <a:pt x="183" y="1413"/>
                  </a:lnTo>
                  <a:lnTo>
                    <a:pt x="82" y="1554"/>
                  </a:lnTo>
                  <a:lnTo>
                    <a:pt x="41" y="1615"/>
                  </a:lnTo>
                  <a:lnTo>
                    <a:pt x="1" y="1695"/>
                  </a:lnTo>
                  <a:lnTo>
                    <a:pt x="1" y="1776"/>
                  </a:lnTo>
                  <a:lnTo>
                    <a:pt x="1" y="1857"/>
                  </a:lnTo>
                  <a:lnTo>
                    <a:pt x="61" y="2018"/>
                  </a:lnTo>
                  <a:lnTo>
                    <a:pt x="142" y="2180"/>
                  </a:lnTo>
                  <a:lnTo>
                    <a:pt x="283" y="2361"/>
                  </a:lnTo>
                  <a:lnTo>
                    <a:pt x="445" y="2543"/>
                  </a:lnTo>
                  <a:lnTo>
                    <a:pt x="627" y="2725"/>
                  </a:lnTo>
                  <a:lnTo>
                    <a:pt x="849" y="2926"/>
                  </a:lnTo>
                  <a:lnTo>
                    <a:pt x="1333" y="3310"/>
                  </a:lnTo>
                  <a:lnTo>
                    <a:pt x="1878" y="3713"/>
                  </a:lnTo>
                  <a:lnTo>
                    <a:pt x="2443" y="4097"/>
                  </a:lnTo>
                  <a:lnTo>
                    <a:pt x="3532" y="4803"/>
                  </a:lnTo>
                  <a:lnTo>
                    <a:pt x="4077" y="5146"/>
                  </a:lnTo>
                  <a:lnTo>
                    <a:pt x="4420" y="5388"/>
                  </a:lnTo>
                  <a:lnTo>
                    <a:pt x="5672" y="6377"/>
                  </a:lnTo>
                  <a:lnTo>
                    <a:pt x="6963" y="7467"/>
                  </a:lnTo>
                  <a:lnTo>
                    <a:pt x="8315" y="8658"/>
                  </a:lnTo>
                  <a:lnTo>
                    <a:pt x="9748" y="9969"/>
                  </a:lnTo>
                  <a:lnTo>
                    <a:pt x="10999" y="11140"/>
                  </a:lnTo>
                  <a:lnTo>
                    <a:pt x="12230" y="12351"/>
                  </a:lnTo>
                  <a:lnTo>
                    <a:pt x="14631" y="14732"/>
                  </a:lnTo>
                  <a:lnTo>
                    <a:pt x="17154" y="17214"/>
                  </a:lnTo>
                  <a:lnTo>
                    <a:pt x="18445" y="18465"/>
                  </a:lnTo>
                  <a:lnTo>
                    <a:pt x="19737" y="19696"/>
                  </a:lnTo>
                  <a:lnTo>
                    <a:pt x="20564" y="20443"/>
                  </a:lnTo>
                  <a:lnTo>
                    <a:pt x="21372" y="21169"/>
                  </a:lnTo>
                  <a:lnTo>
                    <a:pt x="22138" y="21835"/>
                  </a:lnTo>
                  <a:lnTo>
                    <a:pt x="22885" y="22501"/>
                  </a:lnTo>
                  <a:lnTo>
                    <a:pt x="23632" y="23107"/>
                  </a:lnTo>
                  <a:lnTo>
                    <a:pt x="24358" y="23692"/>
                  </a:lnTo>
                  <a:lnTo>
                    <a:pt x="25085" y="24257"/>
                  </a:lnTo>
                  <a:lnTo>
                    <a:pt x="25811" y="24802"/>
                  </a:lnTo>
                  <a:lnTo>
                    <a:pt x="26336" y="25165"/>
                  </a:lnTo>
                  <a:lnTo>
                    <a:pt x="26598" y="25326"/>
                  </a:lnTo>
                  <a:lnTo>
                    <a:pt x="26881" y="25488"/>
                  </a:lnTo>
                  <a:lnTo>
                    <a:pt x="27183" y="25609"/>
                  </a:lnTo>
                  <a:lnTo>
                    <a:pt x="27466" y="25710"/>
                  </a:lnTo>
                  <a:lnTo>
                    <a:pt x="27769" y="25770"/>
                  </a:lnTo>
                  <a:lnTo>
                    <a:pt x="28051" y="25790"/>
                  </a:lnTo>
                  <a:lnTo>
                    <a:pt x="28293" y="25770"/>
                  </a:lnTo>
                  <a:lnTo>
                    <a:pt x="28536" y="25730"/>
                  </a:lnTo>
                  <a:lnTo>
                    <a:pt x="28677" y="25690"/>
                  </a:lnTo>
                  <a:lnTo>
                    <a:pt x="28838" y="25609"/>
                  </a:lnTo>
                  <a:lnTo>
                    <a:pt x="28979" y="25548"/>
                  </a:lnTo>
                  <a:lnTo>
                    <a:pt x="29141" y="25447"/>
                  </a:lnTo>
                  <a:lnTo>
                    <a:pt x="29282" y="25347"/>
                  </a:lnTo>
                  <a:lnTo>
                    <a:pt x="29423" y="25225"/>
                  </a:lnTo>
                  <a:lnTo>
                    <a:pt x="29706" y="24923"/>
                  </a:lnTo>
                  <a:lnTo>
                    <a:pt x="29908" y="24681"/>
                  </a:lnTo>
                  <a:lnTo>
                    <a:pt x="30089" y="24438"/>
                  </a:lnTo>
                  <a:lnTo>
                    <a:pt x="30231" y="24176"/>
                  </a:lnTo>
                  <a:lnTo>
                    <a:pt x="30372" y="23914"/>
                  </a:lnTo>
                  <a:lnTo>
                    <a:pt x="30493" y="23631"/>
                  </a:lnTo>
                  <a:lnTo>
                    <a:pt x="30594" y="23369"/>
                  </a:lnTo>
                  <a:lnTo>
                    <a:pt x="30695" y="23086"/>
                  </a:lnTo>
                  <a:lnTo>
                    <a:pt x="30755" y="22804"/>
                  </a:lnTo>
                  <a:lnTo>
                    <a:pt x="30816" y="22521"/>
                  </a:lnTo>
                  <a:lnTo>
                    <a:pt x="30876" y="22239"/>
                  </a:lnTo>
                  <a:lnTo>
                    <a:pt x="30937" y="21694"/>
                  </a:lnTo>
                  <a:lnTo>
                    <a:pt x="30957" y="21169"/>
                  </a:lnTo>
                  <a:lnTo>
                    <a:pt x="30957" y="20685"/>
                  </a:lnTo>
                  <a:lnTo>
                    <a:pt x="30937" y="20160"/>
                  </a:lnTo>
                  <a:lnTo>
                    <a:pt x="30897" y="19636"/>
                  </a:lnTo>
                  <a:lnTo>
                    <a:pt x="30816" y="19111"/>
                  </a:lnTo>
                  <a:lnTo>
                    <a:pt x="30735" y="18586"/>
                  </a:lnTo>
                  <a:lnTo>
                    <a:pt x="30533" y="17557"/>
                  </a:lnTo>
                  <a:lnTo>
                    <a:pt x="30311" y="16568"/>
                  </a:lnTo>
                  <a:lnTo>
                    <a:pt x="30029" y="15458"/>
                  </a:lnTo>
                  <a:lnTo>
                    <a:pt x="29746" y="14308"/>
                  </a:lnTo>
                  <a:lnTo>
                    <a:pt x="29403" y="13117"/>
                  </a:lnTo>
                  <a:lnTo>
                    <a:pt x="29040" y="11927"/>
                  </a:lnTo>
                  <a:lnTo>
                    <a:pt x="28636" y="10716"/>
                  </a:lnTo>
                  <a:lnTo>
                    <a:pt x="28192" y="9505"/>
                  </a:lnTo>
                  <a:lnTo>
                    <a:pt x="27950" y="8900"/>
                  </a:lnTo>
                  <a:lnTo>
                    <a:pt x="27688" y="8315"/>
                  </a:lnTo>
                  <a:lnTo>
                    <a:pt x="27405" y="7709"/>
                  </a:lnTo>
                  <a:lnTo>
                    <a:pt x="27123" y="7124"/>
                  </a:lnTo>
                  <a:lnTo>
                    <a:pt x="26780" y="6478"/>
                  </a:lnTo>
                  <a:lnTo>
                    <a:pt x="26437" y="5853"/>
                  </a:lnTo>
                  <a:lnTo>
                    <a:pt x="26074" y="5288"/>
                  </a:lnTo>
                  <a:lnTo>
                    <a:pt x="25730" y="4783"/>
                  </a:lnTo>
                  <a:lnTo>
                    <a:pt x="25367" y="4279"/>
                  </a:lnTo>
                  <a:lnTo>
                    <a:pt x="24984" y="3835"/>
                  </a:lnTo>
                  <a:lnTo>
                    <a:pt x="24600" y="3431"/>
                  </a:lnTo>
                  <a:lnTo>
                    <a:pt x="24197" y="3048"/>
                  </a:lnTo>
                  <a:lnTo>
                    <a:pt x="23672" y="2604"/>
                  </a:lnTo>
                  <a:lnTo>
                    <a:pt x="23127" y="2220"/>
                  </a:lnTo>
                  <a:lnTo>
                    <a:pt x="22522" y="1857"/>
                  </a:lnTo>
                  <a:lnTo>
                    <a:pt x="21896" y="1514"/>
                  </a:lnTo>
                  <a:lnTo>
                    <a:pt x="21251" y="1231"/>
                  </a:lnTo>
                  <a:lnTo>
                    <a:pt x="20544" y="969"/>
                  </a:lnTo>
                  <a:lnTo>
                    <a:pt x="19798" y="727"/>
                  </a:lnTo>
                  <a:lnTo>
                    <a:pt x="19031" y="525"/>
                  </a:lnTo>
                  <a:lnTo>
                    <a:pt x="18405" y="404"/>
                  </a:lnTo>
                  <a:lnTo>
                    <a:pt x="17759" y="303"/>
                  </a:lnTo>
                  <a:lnTo>
                    <a:pt x="17093" y="202"/>
                  </a:lnTo>
                  <a:lnTo>
                    <a:pt x="16387" y="121"/>
                  </a:lnTo>
                  <a:lnTo>
                    <a:pt x="15640" y="61"/>
                  </a:lnTo>
                  <a:lnTo>
                    <a:pt x="14853" y="21"/>
                  </a:lnTo>
                  <a:lnTo>
                    <a:pt x="14046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7" name="Google Shape;407;p5"/>
            <p:cNvSpPr/>
            <p:nvPr/>
          </p:nvSpPr>
          <p:spPr>
            <a:xfrm rot="10800000">
              <a:off x="5935099" y="4759732"/>
              <a:ext cx="135464" cy="154584"/>
            </a:xfrm>
            <a:custGeom>
              <a:rect b="b" l="l" r="r" t="t"/>
              <a:pathLst>
                <a:path extrusionOk="0" h="2765" w="2423">
                  <a:moveTo>
                    <a:pt x="747" y="81"/>
                  </a:moveTo>
                  <a:lnTo>
                    <a:pt x="888" y="101"/>
                  </a:lnTo>
                  <a:lnTo>
                    <a:pt x="1050" y="121"/>
                  </a:lnTo>
                  <a:lnTo>
                    <a:pt x="1191" y="161"/>
                  </a:lnTo>
                  <a:lnTo>
                    <a:pt x="1332" y="202"/>
                  </a:lnTo>
                  <a:lnTo>
                    <a:pt x="1474" y="262"/>
                  </a:lnTo>
                  <a:lnTo>
                    <a:pt x="1615" y="343"/>
                  </a:lnTo>
                  <a:lnTo>
                    <a:pt x="1736" y="424"/>
                  </a:lnTo>
                  <a:lnTo>
                    <a:pt x="1837" y="505"/>
                  </a:lnTo>
                  <a:lnTo>
                    <a:pt x="1998" y="686"/>
                  </a:lnTo>
                  <a:lnTo>
                    <a:pt x="2140" y="888"/>
                  </a:lnTo>
                  <a:lnTo>
                    <a:pt x="2240" y="1130"/>
                  </a:lnTo>
                  <a:lnTo>
                    <a:pt x="2321" y="1372"/>
                  </a:lnTo>
                  <a:lnTo>
                    <a:pt x="2341" y="1635"/>
                  </a:lnTo>
                  <a:lnTo>
                    <a:pt x="2341" y="1897"/>
                  </a:lnTo>
                  <a:lnTo>
                    <a:pt x="2321" y="2018"/>
                  </a:lnTo>
                  <a:lnTo>
                    <a:pt x="2281" y="2139"/>
                  </a:lnTo>
                  <a:lnTo>
                    <a:pt x="2220" y="2260"/>
                  </a:lnTo>
                  <a:lnTo>
                    <a:pt x="2160" y="2381"/>
                  </a:lnTo>
                  <a:lnTo>
                    <a:pt x="2099" y="2442"/>
                  </a:lnTo>
                  <a:lnTo>
                    <a:pt x="2039" y="2543"/>
                  </a:lnTo>
                  <a:lnTo>
                    <a:pt x="1938" y="2603"/>
                  </a:lnTo>
                  <a:lnTo>
                    <a:pt x="1837" y="2664"/>
                  </a:lnTo>
                  <a:lnTo>
                    <a:pt x="1716" y="2684"/>
                  </a:lnTo>
                  <a:lnTo>
                    <a:pt x="1575" y="2684"/>
                  </a:lnTo>
                  <a:lnTo>
                    <a:pt x="1433" y="2623"/>
                  </a:lnTo>
                  <a:lnTo>
                    <a:pt x="1292" y="2563"/>
                  </a:lnTo>
                  <a:lnTo>
                    <a:pt x="1110" y="2422"/>
                  </a:lnTo>
                  <a:lnTo>
                    <a:pt x="929" y="2220"/>
                  </a:lnTo>
                  <a:lnTo>
                    <a:pt x="727" y="1978"/>
                  </a:lnTo>
                  <a:lnTo>
                    <a:pt x="525" y="1715"/>
                  </a:lnTo>
                  <a:lnTo>
                    <a:pt x="344" y="1433"/>
                  </a:lnTo>
                  <a:lnTo>
                    <a:pt x="202" y="1150"/>
                  </a:lnTo>
                  <a:lnTo>
                    <a:pt x="101" y="888"/>
                  </a:lnTo>
                  <a:lnTo>
                    <a:pt x="81" y="787"/>
                  </a:lnTo>
                  <a:lnTo>
                    <a:pt x="81" y="686"/>
                  </a:lnTo>
                  <a:lnTo>
                    <a:pt x="101" y="484"/>
                  </a:lnTo>
                  <a:lnTo>
                    <a:pt x="122" y="404"/>
                  </a:lnTo>
                  <a:lnTo>
                    <a:pt x="162" y="343"/>
                  </a:lnTo>
                  <a:lnTo>
                    <a:pt x="222" y="283"/>
                  </a:lnTo>
                  <a:lnTo>
                    <a:pt x="283" y="222"/>
                  </a:lnTo>
                  <a:lnTo>
                    <a:pt x="344" y="182"/>
                  </a:lnTo>
                  <a:lnTo>
                    <a:pt x="424" y="141"/>
                  </a:lnTo>
                  <a:lnTo>
                    <a:pt x="566" y="101"/>
                  </a:lnTo>
                  <a:lnTo>
                    <a:pt x="747" y="81"/>
                  </a:lnTo>
                  <a:close/>
                  <a:moveTo>
                    <a:pt x="767" y="0"/>
                  </a:moveTo>
                  <a:lnTo>
                    <a:pt x="566" y="20"/>
                  </a:lnTo>
                  <a:lnTo>
                    <a:pt x="384" y="61"/>
                  </a:lnTo>
                  <a:lnTo>
                    <a:pt x="303" y="101"/>
                  </a:lnTo>
                  <a:lnTo>
                    <a:pt x="222" y="161"/>
                  </a:lnTo>
                  <a:lnTo>
                    <a:pt x="162" y="222"/>
                  </a:lnTo>
                  <a:lnTo>
                    <a:pt x="101" y="303"/>
                  </a:lnTo>
                  <a:lnTo>
                    <a:pt x="61" y="383"/>
                  </a:lnTo>
                  <a:lnTo>
                    <a:pt x="21" y="464"/>
                  </a:lnTo>
                  <a:lnTo>
                    <a:pt x="1" y="565"/>
                  </a:lnTo>
                  <a:lnTo>
                    <a:pt x="1" y="666"/>
                  </a:lnTo>
                  <a:lnTo>
                    <a:pt x="1" y="787"/>
                  </a:lnTo>
                  <a:lnTo>
                    <a:pt x="21" y="908"/>
                  </a:lnTo>
                  <a:lnTo>
                    <a:pt x="61" y="1029"/>
                  </a:lnTo>
                  <a:lnTo>
                    <a:pt x="122" y="1170"/>
                  </a:lnTo>
                  <a:lnTo>
                    <a:pt x="263" y="1453"/>
                  </a:lnTo>
                  <a:lnTo>
                    <a:pt x="444" y="1756"/>
                  </a:lnTo>
                  <a:lnTo>
                    <a:pt x="646" y="2018"/>
                  </a:lnTo>
                  <a:lnTo>
                    <a:pt x="868" y="2280"/>
                  </a:lnTo>
                  <a:lnTo>
                    <a:pt x="1070" y="2482"/>
                  </a:lnTo>
                  <a:lnTo>
                    <a:pt x="1231" y="2623"/>
                  </a:lnTo>
                  <a:lnTo>
                    <a:pt x="1353" y="2684"/>
                  </a:lnTo>
                  <a:lnTo>
                    <a:pt x="1453" y="2724"/>
                  </a:lnTo>
                  <a:lnTo>
                    <a:pt x="1575" y="2765"/>
                  </a:lnTo>
                  <a:lnTo>
                    <a:pt x="1776" y="2765"/>
                  </a:lnTo>
                  <a:lnTo>
                    <a:pt x="1857" y="2744"/>
                  </a:lnTo>
                  <a:lnTo>
                    <a:pt x="1958" y="2684"/>
                  </a:lnTo>
                  <a:lnTo>
                    <a:pt x="2059" y="2623"/>
                  </a:lnTo>
                  <a:lnTo>
                    <a:pt x="2160" y="2523"/>
                  </a:lnTo>
                  <a:lnTo>
                    <a:pt x="2240" y="2422"/>
                  </a:lnTo>
                  <a:lnTo>
                    <a:pt x="2301" y="2301"/>
                  </a:lnTo>
                  <a:lnTo>
                    <a:pt x="2362" y="2159"/>
                  </a:lnTo>
                  <a:lnTo>
                    <a:pt x="2402" y="2038"/>
                  </a:lnTo>
                  <a:lnTo>
                    <a:pt x="2422" y="1897"/>
                  </a:lnTo>
                  <a:lnTo>
                    <a:pt x="2422" y="1776"/>
                  </a:lnTo>
                  <a:lnTo>
                    <a:pt x="2422" y="1635"/>
                  </a:lnTo>
                  <a:lnTo>
                    <a:pt x="2402" y="1372"/>
                  </a:lnTo>
                  <a:lnTo>
                    <a:pt x="2321" y="1110"/>
                  </a:lnTo>
                  <a:lnTo>
                    <a:pt x="2200" y="868"/>
                  </a:lnTo>
                  <a:lnTo>
                    <a:pt x="2059" y="626"/>
                  </a:lnTo>
                  <a:lnTo>
                    <a:pt x="1877" y="444"/>
                  </a:lnTo>
                  <a:lnTo>
                    <a:pt x="1736" y="323"/>
                  </a:lnTo>
                  <a:lnTo>
                    <a:pt x="1575" y="222"/>
                  </a:lnTo>
                  <a:lnTo>
                    <a:pt x="1393" y="141"/>
                  </a:lnTo>
                  <a:lnTo>
                    <a:pt x="1171" y="61"/>
                  </a:lnTo>
                  <a:lnTo>
                    <a:pt x="969" y="20"/>
                  </a:lnTo>
                  <a:lnTo>
                    <a:pt x="767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8" name="Google Shape;408;p5"/>
            <p:cNvSpPr/>
            <p:nvPr/>
          </p:nvSpPr>
          <p:spPr>
            <a:xfrm rot="10800000">
              <a:off x="5074290" y="5064293"/>
              <a:ext cx="1058329" cy="998564"/>
            </a:xfrm>
            <a:custGeom>
              <a:rect b="b" l="l" r="r" t="t"/>
              <a:pathLst>
                <a:path extrusionOk="0" h="17861" w="18930">
                  <a:moveTo>
                    <a:pt x="3431" y="81"/>
                  </a:moveTo>
                  <a:lnTo>
                    <a:pt x="4117" y="102"/>
                  </a:lnTo>
                  <a:lnTo>
                    <a:pt x="4824" y="162"/>
                  </a:lnTo>
                  <a:lnTo>
                    <a:pt x="5510" y="263"/>
                  </a:lnTo>
                  <a:lnTo>
                    <a:pt x="6216" y="404"/>
                  </a:lnTo>
                  <a:lnTo>
                    <a:pt x="6882" y="566"/>
                  </a:lnTo>
                  <a:lnTo>
                    <a:pt x="7568" y="768"/>
                  </a:lnTo>
                  <a:lnTo>
                    <a:pt x="8234" y="1010"/>
                  </a:lnTo>
                  <a:lnTo>
                    <a:pt x="8880" y="1272"/>
                  </a:lnTo>
                  <a:lnTo>
                    <a:pt x="9505" y="1575"/>
                  </a:lnTo>
                  <a:lnTo>
                    <a:pt x="10131" y="1918"/>
                  </a:lnTo>
                  <a:lnTo>
                    <a:pt x="10736" y="2281"/>
                  </a:lnTo>
                  <a:lnTo>
                    <a:pt x="11301" y="2664"/>
                  </a:lnTo>
                  <a:lnTo>
                    <a:pt x="11866" y="3088"/>
                  </a:lnTo>
                  <a:lnTo>
                    <a:pt x="12391" y="3552"/>
                  </a:lnTo>
                  <a:lnTo>
                    <a:pt x="12896" y="4017"/>
                  </a:lnTo>
                  <a:lnTo>
                    <a:pt x="13380" y="4521"/>
                  </a:lnTo>
                  <a:lnTo>
                    <a:pt x="13824" y="5026"/>
                  </a:lnTo>
                  <a:lnTo>
                    <a:pt x="14248" y="5570"/>
                  </a:lnTo>
                  <a:lnTo>
                    <a:pt x="14651" y="6115"/>
                  </a:lnTo>
                  <a:lnTo>
                    <a:pt x="15035" y="6680"/>
                  </a:lnTo>
                  <a:lnTo>
                    <a:pt x="15418" y="7245"/>
                  </a:lnTo>
                  <a:lnTo>
                    <a:pt x="15761" y="7831"/>
                  </a:lnTo>
                  <a:lnTo>
                    <a:pt x="16084" y="8416"/>
                  </a:lnTo>
                  <a:lnTo>
                    <a:pt x="16387" y="9021"/>
                  </a:lnTo>
                  <a:lnTo>
                    <a:pt x="16689" y="9627"/>
                  </a:lnTo>
                  <a:lnTo>
                    <a:pt x="16972" y="10232"/>
                  </a:lnTo>
                  <a:lnTo>
                    <a:pt x="17497" y="11423"/>
                  </a:lnTo>
                  <a:lnTo>
                    <a:pt x="17981" y="12593"/>
                  </a:lnTo>
                  <a:lnTo>
                    <a:pt x="18183" y="13158"/>
                  </a:lnTo>
                  <a:lnTo>
                    <a:pt x="18385" y="13723"/>
                  </a:lnTo>
                  <a:lnTo>
                    <a:pt x="18566" y="14288"/>
                  </a:lnTo>
                  <a:lnTo>
                    <a:pt x="18707" y="14853"/>
                  </a:lnTo>
                  <a:lnTo>
                    <a:pt x="18768" y="15136"/>
                  </a:lnTo>
                  <a:lnTo>
                    <a:pt x="18808" y="15438"/>
                  </a:lnTo>
                  <a:lnTo>
                    <a:pt x="18829" y="15721"/>
                  </a:lnTo>
                  <a:lnTo>
                    <a:pt x="18849" y="16003"/>
                  </a:lnTo>
                  <a:lnTo>
                    <a:pt x="18849" y="16286"/>
                  </a:lnTo>
                  <a:lnTo>
                    <a:pt x="18829" y="16589"/>
                  </a:lnTo>
                  <a:lnTo>
                    <a:pt x="18788" y="16871"/>
                  </a:lnTo>
                  <a:lnTo>
                    <a:pt x="18728" y="17154"/>
                  </a:lnTo>
                  <a:lnTo>
                    <a:pt x="18687" y="17295"/>
                  </a:lnTo>
                  <a:lnTo>
                    <a:pt x="18647" y="17416"/>
                  </a:lnTo>
                  <a:lnTo>
                    <a:pt x="18586" y="17537"/>
                  </a:lnTo>
                  <a:lnTo>
                    <a:pt x="18486" y="17658"/>
                  </a:lnTo>
                  <a:lnTo>
                    <a:pt x="18405" y="17699"/>
                  </a:lnTo>
                  <a:lnTo>
                    <a:pt x="18324" y="17739"/>
                  </a:lnTo>
                  <a:lnTo>
                    <a:pt x="18243" y="17759"/>
                  </a:lnTo>
                  <a:lnTo>
                    <a:pt x="18163" y="17779"/>
                  </a:lnTo>
                  <a:lnTo>
                    <a:pt x="17981" y="17759"/>
                  </a:lnTo>
                  <a:lnTo>
                    <a:pt x="17799" y="17699"/>
                  </a:lnTo>
                  <a:lnTo>
                    <a:pt x="17638" y="17618"/>
                  </a:lnTo>
                  <a:lnTo>
                    <a:pt x="17477" y="17517"/>
                  </a:lnTo>
                  <a:lnTo>
                    <a:pt x="17234" y="17315"/>
                  </a:lnTo>
                  <a:lnTo>
                    <a:pt x="16346" y="16548"/>
                  </a:lnTo>
                  <a:lnTo>
                    <a:pt x="15418" y="15701"/>
                  </a:lnTo>
                  <a:lnTo>
                    <a:pt x="14429" y="14793"/>
                  </a:lnTo>
                  <a:lnTo>
                    <a:pt x="13319" y="13743"/>
                  </a:lnTo>
                  <a:lnTo>
                    <a:pt x="11140" y="11645"/>
                  </a:lnTo>
                  <a:lnTo>
                    <a:pt x="8860" y="9465"/>
                  </a:lnTo>
                  <a:lnTo>
                    <a:pt x="7709" y="8375"/>
                  </a:lnTo>
                  <a:lnTo>
                    <a:pt x="6539" y="7306"/>
                  </a:lnTo>
                  <a:lnTo>
                    <a:pt x="5611" y="6478"/>
                  </a:lnTo>
                  <a:lnTo>
                    <a:pt x="4703" y="5691"/>
                  </a:lnTo>
                  <a:lnTo>
                    <a:pt x="3835" y="4965"/>
                  </a:lnTo>
                  <a:lnTo>
                    <a:pt x="3007" y="4279"/>
                  </a:lnTo>
                  <a:lnTo>
                    <a:pt x="2644" y="4017"/>
                  </a:lnTo>
                  <a:lnTo>
                    <a:pt x="2220" y="3734"/>
                  </a:lnTo>
                  <a:lnTo>
                    <a:pt x="1575" y="3290"/>
                  </a:lnTo>
                  <a:lnTo>
                    <a:pt x="1252" y="3048"/>
                  </a:lnTo>
                  <a:lnTo>
                    <a:pt x="929" y="2806"/>
                  </a:lnTo>
                  <a:lnTo>
                    <a:pt x="667" y="2564"/>
                  </a:lnTo>
                  <a:lnTo>
                    <a:pt x="424" y="2301"/>
                  </a:lnTo>
                  <a:lnTo>
                    <a:pt x="323" y="2160"/>
                  </a:lnTo>
                  <a:lnTo>
                    <a:pt x="243" y="2019"/>
                  </a:lnTo>
                  <a:lnTo>
                    <a:pt x="182" y="1898"/>
                  </a:lnTo>
                  <a:lnTo>
                    <a:pt x="122" y="1756"/>
                  </a:lnTo>
                  <a:lnTo>
                    <a:pt x="81" y="1575"/>
                  </a:lnTo>
                  <a:lnTo>
                    <a:pt x="102" y="1413"/>
                  </a:lnTo>
                  <a:lnTo>
                    <a:pt x="122" y="1232"/>
                  </a:lnTo>
                  <a:lnTo>
                    <a:pt x="202" y="1070"/>
                  </a:lnTo>
                  <a:lnTo>
                    <a:pt x="283" y="909"/>
                  </a:lnTo>
                  <a:lnTo>
                    <a:pt x="384" y="768"/>
                  </a:lnTo>
                  <a:lnTo>
                    <a:pt x="505" y="646"/>
                  </a:lnTo>
                  <a:lnTo>
                    <a:pt x="646" y="546"/>
                  </a:lnTo>
                  <a:lnTo>
                    <a:pt x="808" y="445"/>
                  </a:lnTo>
                  <a:lnTo>
                    <a:pt x="969" y="384"/>
                  </a:lnTo>
                  <a:lnTo>
                    <a:pt x="1131" y="324"/>
                  </a:lnTo>
                  <a:lnTo>
                    <a:pt x="1312" y="263"/>
                  </a:lnTo>
                  <a:lnTo>
                    <a:pt x="1655" y="202"/>
                  </a:lnTo>
                  <a:lnTo>
                    <a:pt x="2019" y="142"/>
                  </a:lnTo>
                  <a:lnTo>
                    <a:pt x="2725" y="102"/>
                  </a:lnTo>
                  <a:lnTo>
                    <a:pt x="3431" y="81"/>
                  </a:lnTo>
                  <a:close/>
                  <a:moveTo>
                    <a:pt x="3431" y="1"/>
                  </a:moveTo>
                  <a:lnTo>
                    <a:pt x="2725" y="21"/>
                  </a:lnTo>
                  <a:lnTo>
                    <a:pt x="2019" y="61"/>
                  </a:lnTo>
                  <a:lnTo>
                    <a:pt x="1655" y="122"/>
                  </a:lnTo>
                  <a:lnTo>
                    <a:pt x="1272" y="182"/>
                  </a:lnTo>
                  <a:lnTo>
                    <a:pt x="1111" y="243"/>
                  </a:lnTo>
                  <a:lnTo>
                    <a:pt x="929" y="303"/>
                  </a:lnTo>
                  <a:lnTo>
                    <a:pt x="767" y="384"/>
                  </a:lnTo>
                  <a:lnTo>
                    <a:pt x="606" y="485"/>
                  </a:lnTo>
                  <a:lnTo>
                    <a:pt x="465" y="586"/>
                  </a:lnTo>
                  <a:lnTo>
                    <a:pt x="323" y="727"/>
                  </a:lnTo>
                  <a:lnTo>
                    <a:pt x="223" y="868"/>
                  </a:lnTo>
                  <a:lnTo>
                    <a:pt x="122" y="1050"/>
                  </a:lnTo>
                  <a:lnTo>
                    <a:pt x="41" y="1211"/>
                  </a:lnTo>
                  <a:lnTo>
                    <a:pt x="21" y="1393"/>
                  </a:lnTo>
                  <a:lnTo>
                    <a:pt x="1" y="1595"/>
                  </a:lnTo>
                  <a:lnTo>
                    <a:pt x="41" y="1777"/>
                  </a:lnTo>
                  <a:lnTo>
                    <a:pt x="102" y="1918"/>
                  </a:lnTo>
                  <a:lnTo>
                    <a:pt x="162" y="2059"/>
                  </a:lnTo>
                  <a:lnTo>
                    <a:pt x="263" y="2200"/>
                  </a:lnTo>
                  <a:lnTo>
                    <a:pt x="364" y="2342"/>
                  </a:lnTo>
                  <a:lnTo>
                    <a:pt x="586" y="2604"/>
                  </a:lnTo>
                  <a:lnTo>
                    <a:pt x="868" y="2866"/>
                  </a:lnTo>
                  <a:lnTo>
                    <a:pt x="1191" y="3108"/>
                  </a:lnTo>
                  <a:lnTo>
                    <a:pt x="1514" y="3351"/>
                  </a:lnTo>
                  <a:lnTo>
                    <a:pt x="2180" y="3795"/>
                  </a:lnTo>
                  <a:lnTo>
                    <a:pt x="2604" y="4077"/>
                  </a:lnTo>
                  <a:lnTo>
                    <a:pt x="2947" y="4339"/>
                  </a:lnTo>
                  <a:lnTo>
                    <a:pt x="3794" y="5026"/>
                  </a:lnTo>
                  <a:lnTo>
                    <a:pt x="4662" y="5752"/>
                  </a:lnTo>
                  <a:lnTo>
                    <a:pt x="5550" y="6539"/>
                  </a:lnTo>
                  <a:lnTo>
                    <a:pt x="6499" y="7366"/>
                  </a:lnTo>
                  <a:lnTo>
                    <a:pt x="7649" y="8436"/>
                  </a:lnTo>
                  <a:lnTo>
                    <a:pt x="8799" y="9526"/>
                  </a:lnTo>
                  <a:lnTo>
                    <a:pt x="11079" y="11705"/>
                  </a:lnTo>
                  <a:lnTo>
                    <a:pt x="13279" y="13804"/>
                  </a:lnTo>
                  <a:lnTo>
                    <a:pt x="14369" y="14853"/>
                  </a:lnTo>
                  <a:lnTo>
                    <a:pt x="15358" y="15761"/>
                  </a:lnTo>
                  <a:lnTo>
                    <a:pt x="16286" y="16609"/>
                  </a:lnTo>
                  <a:lnTo>
                    <a:pt x="17174" y="17376"/>
                  </a:lnTo>
                  <a:lnTo>
                    <a:pt x="17355" y="17537"/>
                  </a:lnTo>
                  <a:lnTo>
                    <a:pt x="17598" y="17678"/>
                  </a:lnTo>
                  <a:lnTo>
                    <a:pt x="17719" y="17739"/>
                  </a:lnTo>
                  <a:lnTo>
                    <a:pt x="17860" y="17800"/>
                  </a:lnTo>
                  <a:lnTo>
                    <a:pt x="18001" y="17840"/>
                  </a:lnTo>
                  <a:lnTo>
                    <a:pt x="18142" y="17860"/>
                  </a:lnTo>
                  <a:lnTo>
                    <a:pt x="18243" y="17840"/>
                  </a:lnTo>
                  <a:lnTo>
                    <a:pt x="18344" y="17820"/>
                  </a:lnTo>
                  <a:lnTo>
                    <a:pt x="18445" y="17779"/>
                  </a:lnTo>
                  <a:lnTo>
                    <a:pt x="18526" y="17719"/>
                  </a:lnTo>
                  <a:lnTo>
                    <a:pt x="18647" y="17598"/>
                  </a:lnTo>
                  <a:lnTo>
                    <a:pt x="18707" y="17456"/>
                  </a:lnTo>
                  <a:lnTo>
                    <a:pt x="18768" y="17315"/>
                  </a:lnTo>
                  <a:lnTo>
                    <a:pt x="18808" y="17174"/>
                  </a:lnTo>
                  <a:lnTo>
                    <a:pt x="18869" y="16891"/>
                  </a:lnTo>
                  <a:lnTo>
                    <a:pt x="18909" y="16589"/>
                  </a:lnTo>
                  <a:lnTo>
                    <a:pt x="18929" y="16306"/>
                  </a:lnTo>
                  <a:lnTo>
                    <a:pt x="18929" y="16003"/>
                  </a:lnTo>
                  <a:lnTo>
                    <a:pt x="18909" y="15721"/>
                  </a:lnTo>
                  <a:lnTo>
                    <a:pt x="18889" y="15418"/>
                  </a:lnTo>
                  <a:lnTo>
                    <a:pt x="18849" y="15136"/>
                  </a:lnTo>
                  <a:lnTo>
                    <a:pt x="18788" y="14853"/>
                  </a:lnTo>
                  <a:lnTo>
                    <a:pt x="18647" y="14268"/>
                  </a:lnTo>
                  <a:lnTo>
                    <a:pt x="18465" y="13703"/>
                  </a:lnTo>
                  <a:lnTo>
                    <a:pt x="18264" y="13138"/>
                  </a:lnTo>
                  <a:lnTo>
                    <a:pt x="18042" y="12573"/>
                  </a:lnTo>
                  <a:lnTo>
                    <a:pt x="17577" y="11382"/>
                  </a:lnTo>
                  <a:lnTo>
                    <a:pt x="17053" y="10192"/>
                  </a:lnTo>
                  <a:lnTo>
                    <a:pt x="16770" y="9586"/>
                  </a:lnTo>
                  <a:lnTo>
                    <a:pt x="16468" y="8981"/>
                  </a:lnTo>
                  <a:lnTo>
                    <a:pt x="16145" y="8375"/>
                  </a:lnTo>
                  <a:lnTo>
                    <a:pt x="15822" y="7790"/>
                  </a:lnTo>
                  <a:lnTo>
                    <a:pt x="15479" y="7205"/>
                  </a:lnTo>
                  <a:lnTo>
                    <a:pt x="15115" y="6620"/>
                  </a:lnTo>
                  <a:lnTo>
                    <a:pt x="14732" y="6055"/>
                  </a:lnTo>
                  <a:lnTo>
                    <a:pt x="14308" y="5510"/>
                  </a:lnTo>
                  <a:lnTo>
                    <a:pt x="13884" y="4965"/>
                  </a:lnTo>
                  <a:lnTo>
                    <a:pt x="13441" y="4460"/>
                  </a:lnTo>
                  <a:lnTo>
                    <a:pt x="12956" y="3956"/>
                  </a:lnTo>
                  <a:lnTo>
                    <a:pt x="12452" y="3492"/>
                  </a:lnTo>
                  <a:lnTo>
                    <a:pt x="11927" y="3028"/>
                  </a:lnTo>
                  <a:lnTo>
                    <a:pt x="11362" y="2604"/>
                  </a:lnTo>
                  <a:lnTo>
                    <a:pt x="10777" y="2200"/>
                  </a:lnTo>
                  <a:lnTo>
                    <a:pt x="10171" y="1837"/>
                  </a:lnTo>
                  <a:lnTo>
                    <a:pt x="9546" y="1494"/>
                  </a:lnTo>
                  <a:lnTo>
                    <a:pt x="8900" y="1191"/>
                  </a:lnTo>
                  <a:lnTo>
                    <a:pt x="8254" y="929"/>
                  </a:lnTo>
                  <a:lnTo>
                    <a:pt x="7588" y="687"/>
                  </a:lnTo>
                  <a:lnTo>
                    <a:pt x="6902" y="485"/>
                  </a:lnTo>
                  <a:lnTo>
                    <a:pt x="6216" y="324"/>
                  </a:lnTo>
                  <a:lnTo>
                    <a:pt x="5530" y="182"/>
                  </a:lnTo>
                  <a:lnTo>
                    <a:pt x="4824" y="81"/>
                  </a:lnTo>
                  <a:lnTo>
                    <a:pt x="4138" y="21"/>
                  </a:lnTo>
                  <a:lnTo>
                    <a:pt x="3431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9" name="Google Shape;409;p5"/>
            <p:cNvSpPr/>
            <p:nvPr/>
          </p:nvSpPr>
          <p:spPr>
            <a:xfrm rot="10800000">
              <a:off x="5370998" y="5496405"/>
              <a:ext cx="453633" cy="455870"/>
            </a:xfrm>
            <a:custGeom>
              <a:rect b="b" l="l" r="r" t="t"/>
              <a:pathLst>
                <a:path extrusionOk="0" h="8154" w="8114">
                  <a:moveTo>
                    <a:pt x="1010" y="81"/>
                  </a:moveTo>
                  <a:lnTo>
                    <a:pt x="1151" y="101"/>
                  </a:lnTo>
                  <a:lnTo>
                    <a:pt x="1413" y="162"/>
                  </a:lnTo>
                  <a:lnTo>
                    <a:pt x="1696" y="263"/>
                  </a:lnTo>
                  <a:lnTo>
                    <a:pt x="1938" y="384"/>
                  </a:lnTo>
                  <a:lnTo>
                    <a:pt x="2200" y="545"/>
                  </a:lnTo>
                  <a:lnTo>
                    <a:pt x="2422" y="707"/>
                  </a:lnTo>
                  <a:lnTo>
                    <a:pt x="2644" y="888"/>
                  </a:lnTo>
                  <a:lnTo>
                    <a:pt x="3108" y="1251"/>
                  </a:lnTo>
                  <a:lnTo>
                    <a:pt x="3552" y="1635"/>
                  </a:lnTo>
                  <a:lnTo>
                    <a:pt x="3976" y="2039"/>
                  </a:lnTo>
                  <a:lnTo>
                    <a:pt x="4400" y="2422"/>
                  </a:lnTo>
                  <a:lnTo>
                    <a:pt x="4783" y="2826"/>
                  </a:lnTo>
                  <a:lnTo>
                    <a:pt x="5167" y="3229"/>
                  </a:lnTo>
                  <a:lnTo>
                    <a:pt x="5530" y="3653"/>
                  </a:lnTo>
                  <a:lnTo>
                    <a:pt x="5873" y="4077"/>
                  </a:lnTo>
                  <a:lnTo>
                    <a:pt x="6196" y="4500"/>
                  </a:lnTo>
                  <a:lnTo>
                    <a:pt x="6499" y="4924"/>
                  </a:lnTo>
                  <a:lnTo>
                    <a:pt x="6781" y="5348"/>
                  </a:lnTo>
                  <a:lnTo>
                    <a:pt x="7064" y="5792"/>
                  </a:lnTo>
                  <a:lnTo>
                    <a:pt x="7306" y="6236"/>
                  </a:lnTo>
                  <a:lnTo>
                    <a:pt x="7548" y="6680"/>
                  </a:lnTo>
                  <a:lnTo>
                    <a:pt x="7770" y="7144"/>
                  </a:lnTo>
                  <a:lnTo>
                    <a:pt x="7972" y="7588"/>
                  </a:lnTo>
                  <a:lnTo>
                    <a:pt x="8012" y="7729"/>
                  </a:lnTo>
                  <a:lnTo>
                    <a:pt x="8032" y="7871"/>
                  </a:lnTo>
                  <a:lnTo>
                    <a:pt x="8032" y="7931"/>
                  </a:lnTo>
                  <a:lnTo>
                    <a:pt x="8012" y="7992"/>
                  </a:lnTo>
                  <a:lnTo>
                    <a:pt x="7972" y="8032"/>
                  </a:lnTo>
                  <a:lnTo>
                    <a:pt x="7932" y="8052"/>
                  </a:lnTo>
                  <a:lnTo>
                    <a:pt x="7851" y="8072"/>
                  </a:lnTo>
                  <a:lnTo>
                    <a:pt x="7790" y="8072"/>
                  </a:lnTo>
                  <a:lnTo>
                    <a:pt x="7649" y="8012"/>
                  </a:lnTo>
                  <a:lnTo>
                    <a:pt x="7346" y="7830"/>
                  </a:lnTo>
                  <a:lnTo>
                    <a:pt x="7084" y="7628"/>
                  </a:lnTo>
                  <a:lnTo>
                    <a:pt x="6822" y="7386"/>
                  </a:lnTo>
                  <a:lnTo>
                    <a:pt x="6559" y="7164"/>
                  </a:lnTo>
                  <a:lnTo>
                    <a:pt x="2523" y="3310"/>
                  </a:lnTo>
                  <a:lnTo>
                    <a:pt x="2180" y="3007"/>
                  </a:lnTo>
                  <a:lnTo>
                    <a:pt x="1514" y="2462"/>
                  </a:lnTo>
                  <a:lnTo>
                    <a:pt x="1151" y="2119"/>
                  </a:lnTo>
                  <a:lnTo>
                    <a:pt x="808" y="1776"/>
                  </a:lnTo>
                  <a:lnTo>
                    <a:pt x="485" y="1413"/>
                  </a:lnTo>
                  <a:lnTo>
                    <a:pt x="364" y="1251"/>
                  </a:lnTo>
                  <a:lnTo>
                    <a:pt x="243" y="1070"/>
                  </a:lnTo>
                  <a:lnTo>
                    <a:pt x="162" y="908"/>
                  </a:lnTo>
                  <a:lnTo>
                    <a:pt x="102" y="767"/>
                  </a:lnTo>
                  <a:lnTo>
                    <a:pt x="81" y="626"/>
                  </a:lnTo>
                  <a:lnTo>
                    <a:pt x="81" y="485"/>
                  </a:lnTo>
                  <a:lnTo>
                    <a:pt x="122" y="424"/>
                  </a:lnTo>
                  <a:lnTo>
                    <a:pt x="142" y="364"/>
                  </a:lnTo>
                  <a:lnTo>
                    <a:pt x="243" y="263"/>
                  </a:lnTo>
                  <a:lnTo>
                    <a:pt x="404" y="182"/>
                  </a:lnTo>
                  <a:lnTo>
                    <a:pt x="606" y="101"/>
                  </a:lnTo>
                  <a:lnTo>
                    <a:pt x="747" y="81"/>
                  </a:lnTo>
                  <a:close/>
                  <a:moveTo>
                    <a:pt x="727" y="0"/>
                  </a:moveTo>
                  <a:lnTo>
                    <a:pt x="586" y="41"/>
                  </a:lnTo>
                  <a:lnTo>
                    <a:pt x="364" y="101"/>
                  </a:lnTo>
                  <a:lnTo>
                    <a:pt x="203" y="202"/>
                  </a:lnTo>
                  <a:lnTo>
                    <a:pt x="122" y="263"/>
                  </a:lnTo>
                  <a:lnTo>
                    <a:pt x="81" y="323"/>
                  </a:lnTo>
                  <a:lnTo>
                    <a:pt x="41" y="384"/>
                  </a:lnTo>
                  <a:lnTo>
                    <a:pt x="21" y="464"/>
                  </a:lnTo>
                  <a:lnTo>
                    <a:pt x="1" y="606"/>
                  </a:lnTo>
                  <a:lnTo>
                    <a:pt x="21" y="767"/>
                  </a:lnTo>
                  <a:lnTo>
                    <a:pt x="81" y="908"/>
                  </a:lnTo>
                  <a:lnTo>
                    <a:pt x="162" y="1090"/>
                  </a:lnTo>
                  <a:lnTo>
                    <a:pt x="263" y="1251"/>
                  </a:lnTo>
                  <a:lnTo>
                    <a:pt x="404" y="1433"/>
                  </a:lnTo>
                  <a:lnTo>
                    <a:pt x="707" y="1796"/>
                  </a:lnTo>
                  <a:lnTo>
                    <a:pt x="1070" y="2139"/>
                  </a:lnTo>
                  <a:lnTo>
                    <a:pt x="1434" y="2482"/>
                  </a:lnTo>
                  <a:lnTo>
                    <a:pt x="2120" y="3088"/>
                  </a:lnTo>
                  <a:lnTo>
                    <a:pt x="2463" y="3370"/>
                  </a:lnTo>
                  <a:lnTo>
                    <a:pt x="6499" y="7225"/>
                  </a:lnTo>
                  <a:lnTo>
                    <a:pt x="6761" y="7467"/>
                  </a:lnTo>
                  <a:lnTo>
                    <a:pt x="7023" y="7689"/>
                  </a:lnTo>
                  <a:lnTo>
                    <a:pt x="7306" y="7911"/>
                  </a:lnTo>
                  <a:lnTo>
                    <a:pt x="7609" y="8093"/>
                  </a:lnTo>
                  <a:lnTo>
                    <a:pt x="7730" y="8133"/>
                  </a:lnTo>
                  <a:lnTo>
                    <a:pt x="7851" y="8153"/>
                  </a:lnTo>
                  <a:lnTo>
                    <a:pt x="7911" y="8153"/>
                  </a:lnTo>
                  <a:lnTo>
                    <a:pt x="7972" y="8133"/>
                  </a:lnTo>
                  <a:lnTo>
                    <a:pt x="8032" y="8093"/>
                  </a:lnTo>
                  <a:lnTo>
                    <a:pt x="8073" y="8032"/>
                  </a:lnTo>
                  <a:lnTo>
                    <a:pt x="8093" y="7971"/>
                  </a:lnTo>
                  <a:lnTo>
                    <a:pt x="8113" y="7891"/>
                  </a:lnTo>
                  <a:lnTo>
                    <a:pt x="8093" y="7729"/>
                  </a:lnTo>
                  <a:lnTo>
                    <a:pt x="8032" y="7568"/>
                  </a:lnTo>
                  <a:lnTo>
                    <a:pt x="7831" y="7104"/>
                  </a:lnTo>
                  <a:lnTo>
                    <a:pt x="7629" y="6640"/>
                  </a:lnTo>
                  <a:lnTo>
                    <a:pt x="7387" y="6196"/>
                  </a:lnTo>
                  <a:lnTo>
                    <a:pt x="7124" y="5752"/>
                  </a:lnTo>
                  <a:lnTo>
                    <a:pt x="6862" y="5308"/>
                  </a:lnTo>
                  <a:lnTo>
                    <a:pt x="6559" y="4884"/>
                  </a:lnTo>
                  <a:lnTo>
                    <a:pt x="6257" y="4440"/>
                  </a:lnTo>
                  <a:lnTo>
                    <a:pt x="5934" y="4016"/>
                  </a:lnTo>
                  <a:lnTo>
                    <a:pt x="5591" y="3592"/>
                  </a:lnTo>
                  <a:lnTo>
                    <a:pt x="5227" y="3189"/>
                  </a:lnTo>
                  <a:lnTo>
                    <a:pt x="4844" y="2785"/>
                  </a:lnTo>
                  <a:lnTo>
                    <a:pt x="4461" y="2382"/>
                  </a:lnTo>
                  <a:lnTo>
                    <a:pt x="4037" y="1978"/>
                  </a:lnTo>
                  <a:lnTo>
                    <a:pt x="3613" y="1574"/>
                  </a:lnTo>
                  <a:lnTo>
                    <a:pt x="3169" y="1191"/>
                  </a:lnTo>
                  <a:lnTo>
                    <a:pt x="2705" y="808"/>
                  </a:lnTo>
                  <a:lnTo>
                    <a:pt x="2463" y="646"/>
                  </a:lnTo>
                  <a:lnTo>
                    <a:pt x="2221" y="464"/>
                  </a:lnTo>
                  <a:lnTo>
                    <a:pt x="1978" y="323"/>
                  </a:lnTo>
                  <a:lnTo>
                    <a:pt x="1716" y="182"/>
                  </a:lnTo>
                  <a:lnTo>
                    <a:pt x="1434" y="81"/>
                  </a:lnTo>
                  <a:lnTo>
                    <a:pt x="1151" y="21"/>
                  </a:lnTo>
                  <a:lnTo>
                    <a:pt x="1010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0" name="Google Shape;410;p5"/>
            <p:cNvSpPr/>
            <p:nvPr/>
          </p:nvSpPr>
          <p:spPr>
            <a:xfrm rot="10800000">
              <a:off x="4727969" y="5773987"/>
              <a:ext cx="101584" cy="100466"/>
            </a:xfrm>
            <a:custGeom>
              <a:rect b="b" l="l" r="r" t="t"/>
              <a:pathLst>
                <a:path extrusionOk="0" h="1797" w="1817">
                  <a:moveTo>
                    <a:pt x="909" y="1"/>
                  </a:moveTo>
                  <a:lnTo>
                    <a:pt x="727" y="21"/>
                  </a:lnTo>
                  <a:lnTo>
                    <a:pt x="566" y="61"/>
                  </a:lnTo>
                  <a:lnTo>
                    <a:pt x="404" y="142"/>
                  </a:lnTo>
                  <a:lnTo>
                    <a:pt x="283" y="263"/>
                  </a:lnTo>
                  <a:lnTo>
                    <a:pt x="162" y="384"/>
                  </a:lnTo>
                  <a:lnTo>
                    <a:pt x="81" y="546"/>
                  </a:lnTo>
                  <a:lnTo>
                    <a:pt x="21" y="707"/>
                  </a:lnTo>
                  <a:lnTo>
                    <a:pt x="1" y="889"/>
                  </a:lnTo>
                  <a:lnTo>
                    <a:pt x="21" y="1070"/>
                  </a:lnTo>
                  <a:lnTo>
                    <a:pt x="81" y="1252"/>
                  </a:lnTo>
                  <a:lnTo>
                    <a:pt x="162" y="1393"/>
                  </a:lnTo>
                  <a:lnTo>
                    <a:pt x="283" y="1534"/>
                  </a:lnTo>
                  <a:lnTo>
                    <a:pt x="404" y="1635"/>
                  </a:lnTo>
                  <a:lnTo>
                    <a:pt x="566" y="1716"/>
                  </a:lnTo>
                  <a:lnTo>
                    <a:pt x="727" y="1777"/>
                  </a:lnTo>
                  <a:lnTo>
                    <a:pt x="909" y="1797"/>
                  </a:lnTo>
                  <a:lnTo>
                    <a:pt x="1090" y="1777"/>
                  </a:lnTo>
                  <a:lnTo>
                    <a:pt x="1272" y="1716"/>
                  </a:lnTo>
                  <a:lnTo>
                    <a:pt x="1413" y="1635"/>
                  </a:lnTo>
                  <a:lnTo>
                    <a:pt x="1554" y="1534"/>
                  </a:lnTo>
                  <a:lnTo>
                    <a:pt x="1655" y="1393"/>
                  </a:lnTo>
                  <a:lnTo>
                    <a:pt x="1736" y="1252"/>
                  </a:lnTo>
                  <a:lnTo>
                    <a:pt x="1797" y="1070"/>
                  </a:lnTo>
                  <a:lnTo>
                    <a:pt x="1817" y="889"/>
                  </a:lnTo>
                  <a:lnTo>
                    <a:pt x="1797" y="707"/>
                  </a:lnTo>
                  <a:lnTo>
                    <a:pt x="1736" y="546"/>
                  </a:lnTo>
                  <a:lnTo>
                    <a:pt x="1655" y="384"/>
                  </a:lnTo>
                  <a:lnTo>
                    <a:pt x="1554" y="263"/>
                  </a:lnTo>
                  <a:lnTo>
                    <a:pt x="1413" y="142"/>
                  </a:lnTo>
                  <a:lnTo>
                    <a:pt x="1272" y="61"/>
                  </a:lnTo>
                  <a:lnTo>
                    <a:pt x="1090" y="21"/>
                  </a:lnTo>
                  <a:lnTo>
                    <a:pt x="909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1" name="Google Shape;411;p5"/>
            <p:cNvSpPr/>
            <p:nvPr/>
          </p:nvSpPr>
          <p:spPr>
            <a:xfrm rot="10800000">
              <a:off x="4725677" y="5771695"/>
              <a:ext cx="106112" cy="104994"/>
            </a:xfrm>
            <a:custGeom>
              <a:rect b="b" l="l" r="r" t="t"/>
              <a:pathLst>
                <a:path extrusionOk="0" h="1878" w="1898">
                  <a:moveTo>
                    <a:pt x="949" y="81"/>
                  </a:moveTo>
                  <a:lnTo>
                    <a:pt x="1130" y="101"/>
                  </a:lnTo>
                  <a:lnTo>
                    <a:pt x="1292" y="142"/>
                  </a:lnTo>
                  <a:lnTo>
                    <a:pt x="1433" y="222"/>
                  </a:lnTo>
                  <a:lnTo>
                    <a:pt x="1554" y="323"/>
                  </a:lnTo>
                  <a:lnTo>
                    <a:pt x="1655" y="444"/>
                  </a:lnTo>
                  <a:lnTo>
                    <a:pt x="1736" y="606"/>
                  </a:lnTo>
                  <a:lnTo>
                    <a:pt x="1796" y="767"/>
                  </a:lnTo>
                  <a:lnTo>
                    <a:pt x="1816" y="929"/>
                  </a:lnTo>
                  <a:lnTo>
                    <a:pt x="1796" y="1110"/>
                  </a:lnTo>
                  <a:lnTo>
                    <a:pt x="1736" y="1272"/>
                  </a:lnTo>
                  <a:lnTo>
                    <a:pt x="1655" y="1413"/>
                  </a:lnTo>
                  <a:lnTo>
                    <a:pt x="1554" y="1534"/>
                  </a:lnTo>
                  <a:lnTo>
                    <a:pt x="1433" y="1655"/>
                  </a:lnTo>
                  <a:lnTo>
                    <a:pt x="1292" y="1736"/>
                  </a:lnTo>
                  <a:lnTo>
                    <a:pt x="1130" y="1776"/>
                  </a:lnTo>
                  <a:lnTo>
                    <a:pt x="949" y="1796"/>
                  </a:lnTo>
                  <a:lnTo>
                    <a:pt x="787" y="1776"/>
                  </a:lnTo>
                  <a:lnTo>
                    <a:pt x="626" y="1736"/>
                  </a:lnTo>
                  <a:lnTo>
                    <a:pt x="464" y="1655"/>
                  </a:lnTo>
                  <a:lnTo>
                    <a:pt x="343" y="1534"/>
                  </a:lnTo>
                  <a:lnTo>
                    <a:pt x="242" y="1413"/>
                  </a:lnTo>
                  <a:lnTo>
                    <a:pt x="162" y="1272"/>
                  </a:lnTo>
                  <a:lnTo>
                    <a:pt x="101" y="1110"/>
                  </a:lnTo>
                  <a:lnTo>
                    <a:pt x="81" y="929"/>
                  </a:lnTo>
                  <a:lnTo>
                    <a:pt x="101" y="767"/>
                  </a:lnTo>
                  <a:lnTo>
                    <a:pt x="162" y="606"/>
                  </a:lnTo>
                  <a:lnTo>
                    <a:pt x="242" y="444"/>
                  </a:lnTo>
                  <a:lnTo>
                    <a:pt x="343" y="323"/>
                  </a:lnTo>
                  <a:lnTo>
                    <a:pt x="464" y="222"/>
                  </a:lnTo>
                  <a:lnTo>
                    <a:pt x="626" y="142"/>
                  </a:lnTo>
                  <a:lnTo>
                    <a:pt x="787" y="101"/>
                  </a:lnTo>
                  <a:lnTo>
                    <a:pt x="949" y="81"/>
                  </a:lnTo>
                  <a:close/>
                  <a:moveTo>
                    <a:pt x="949" y="0"/>
                  </a:moveTo>
                  <a:lnTo>
                    <a:pt x="767" y="21"/>
                  </a:lnTo>
                  <a:lnTo>
                    <a:pt x="585" y="61"/>
                  </a:lnTo>
                  <a:lnTo>
                    <a:pt x="424" y="162"/>
                  </a:lnTo>
                  <a:lnTo>
                    <a:pt x="283" y="263"/>
                  </a:lnTo>
                  <a:lnTo>
                    <a:pt x="162" y="404"/>
                  </a:lnTo>
                  <a:lnTo>
                    <a:pt x="81" y="565"/>
                  </a:lnTo>
                  <a:lnTo>
                    <a:pt x="20" y="747"/>
                  </a:lnTo>
                  <a:lnTo>
                    <a:pt x="0" y="929"/>
                  </a:lnTo>
                  <a:lnTo>
                    <a:pt x="20" y="1130"/>
                  </a:lnTo>
                  <a:lnTo>
                    <a:pt x="81" y="1292"/>
                  </a:lnTo>
                  <a:lnTo>
                    <a:pt x="162" y="1453"/>
                  </a:lnTo>
                  <a:lnTo>
                    <a:pt x="283" y="1595"/>
                  </a:lnTo>
                  <a:lnTo>
                    <a:pt x="424" y="1716"/>
                  </a:lnTo>
                  <a:lnTo>
                    <a:pt x="585" y="1796"/>
                  </a:lnTo>
                  <a:lnTo>
                    <a:pt x="767" y="1857"/>
                  </a:lnTo>
                  <a:lnTo>
                    <a:pt x="949" y="1877"/>
                  </a:lnTo>
                  <a:lnTo>
                    <a:pt x="1150" y="1857"/>
                  </a:lnTo>
                  <a:lnTo>
                    <a:pt x="1312" y="1796"/>
                  </a:lnTo>
                  <a:lnTo>
                    <a:pt x="1473" y="1716"/>
                  </a:lnTo>
                  <a:lnTo>
                    <a:pt x="1615" y="1595"/>
                  </a:lnTo>
                  <a:lnTo>
                    <a:pt x="1736" y="1453"/>
                  </a:lnTo>
                  <a:lnTo>
                    <a:pt x="1816" y="1292"/>
                  </a:lnTo>
                  <a:lnTo>
                    <a:pt x="1877" y="1130"/>
                  </a:lnTo>
                  <a:lnTo>
                    <a:pt x="1897" y="929"/>
                  </a:lnTo>
                  <a:lnTo>
                    <a:pt x="1877" y="747"/>
                  </a:lnTo>
                  <a:lnTo>
                    <a:pt x="1816" y="565"/>
                  </a:lnTo>
                  <a:lnTo>
                    <a:pt x="1736" y="404"/>
                  </a:lnTo>
                  <a:lnTo>
                    <a:pt x="1615" y="263"/>
                  </a:lnTo>
                  <a:lnTo>
                    <a:pt x="1473" y="162"/>
                  </a:lnTo>
                  <a:lnTo>
                    <a:pt x="1312" y="61"/>
                  </a:lnTo>
                  <a:lnTo>
                    <a:pt x="1150" y="21"/>
                  </a:lnTo>
                  <a:lnTo>
                    <a:pt x="949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2" name="Google Shape;412;p5"/>
            <p:cNvSpPr/>
            <p:nvPr/>
          </p:nvSpPr>
          <p:spPr>
            <a:xfrm rot="10800000">
              <a:off x="5991512" y="4807087"/>
              <a:ext cx="4584" cy="55348"/>
            </a:xfrm>
            <a:custGeom>
              <a:rect b="b" l="l" r="r" t="t"/>
              <a:pathLst>
                <a:path extrusionOk="0" h="990" w="82">
                  <a:moveTo>
                    <a:pt x="0" y="0"/>
                  </a:moveTo>
                  <a:lnTo>
                    <a:pt x="0" y="989"/>
                  </a:lnTo>
                  <a:lnTo>
                    <a:pt x="81" y="989"/>
                  </a:lnTo>
                  <a:lnTo>
                    <a:pt x="81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3" name="Google Shape;413;p5"/>
            <p:cNvSpPr/>
            <p:nvPr/>
          </p:nvSpPr>
          <p:spPr>
            <a:xfrm rot="10800000">
              <a:off x="5966688" y="4833084"/>
              <a:ext cx="55348" cy="4529"/>
            </a:xfrm>
            <a:custGeom>
              <a:rect b="b" l="l" r="r" t="t"/>
              <a:pathLst>
                <a:path extrusionOk="0" h="81" w="990">
                  <a:moveTo>
                    <a:pt x="0" y="0"/>
                  </a:moveTo>
                  <a:lnTo>
                    <a:pt x="0" y="81"/>
                  </a:lnTo>
                  <a:lnTo>
                    <a:pt x="989" y="81"/>
                  </a:lnTo>
                  <a:lnTo>
                    <a:pt x="989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414" name="Google Shape;414;p5"/>
          <p:cNvSpPr/>
          <p:nvPr/>
        </p:nvSpPr>
        <p:spPr>
          <a:xfrm>
            <a:off x="-354230" y="3078365"/>
            <a:ext cx="790800" cy="790800"/>
          </a:xfrm>
          <a:prstGeom prst="ellipse">
            <a:avLst/>
          </a:prstGeom>
          <a:solidFill>
            <a:schemeClr val="dk2"/>
          </a:solidFill>
          <a:ln cap="flat" cmpd="sng" w="11430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15" name="Shape 4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6" name="Google Shape;416;p6"/>
          <p:cNvSpPr/>
          <p:nvPr/>
        </p:nvSpPr>
        <p:spPr>
          <a:xfrm flipH="1">
            <a:off x="0" y="4591500"/>
            <a:ext cx="9144000" cy="5520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7" name="Google Shape;417;p6"/>
          <p:cNvSpPr txBox="1"/>
          <p:nvPr>
            <p:ph type="title"/>
          </p:nvPr>
        </p:nvSpPr>
        <p:spPr>
          <a:xfrm>
            <a:off x="713225" y="530352"/>
            <a:ext cx="7717500" cy="292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18" name="Google Shape;418;p6"/>
          <p:cNvSpPr/>
          <p:nvPr/>
        </p:nvSpPr>
        <p:spPr>
          <a:xfrm>
            <a:off x="8574900" y="196035"/>
            <a:ext cx="457237" cy="429412"/>
          </a:xfrm>
          <a:custGeom>
            <a:rect b="b" l="l" r="r" t="t"/>
            <a:pathLst>
              <a:path extrusionOk="0" h="92099" w="98067">
                <a:moveTo>
                  <a:pt x="49019" y="0"/>
                </a:moveTo>
                <a:lnTo>
                  <a:pt x="48824" y="1171"/>
                </a:lnTo>
                <a:lnTo>
                  <a:pt x="48629" y="2064"/>
                </a:lnTo>
                <a:lnTo>
                  <a:pt x="48378" y="3151"/>
                </a:lnTo>
                <a:lnTo>
                  <a:pt x="48071" y="4434"/>
                </a:lnTo>
                <a:lnTo>
                  <a:pt x="47709" y="5884"/>
                </a:lnTo>
                <a:lnTo>
                  <a:pt x="47263" y="7501"/>
                </a:lnTo>
                <a:lnTo>
                  <a:pt x="46733" y="9230"/>
                </a:lnTo>
                <a:lnTo>
                  <a:pt x="46119" y="11070"/>
                </a:lnTo>
                <a:lnTo>
                  <a:pt x="45422" y="13050"/>
                </a:lnTo>
                <a:lnTo>
                  <a:pt x="44641" y="15085"/>
                </a:lnTo>
                <a:lnTo>
                  <a:pt x="43777" y="17177"/>
                </a:lnTo>
                <a:lnTo>
                  <a:pt x="43303" y="18264"/>
                </a:lnTo>
                <a:lnTo>
                  <a:pt x="42801" y="19351"/>
                </a:lnTo>
                <a:lnTo>
                  <a:pt x="42271" y="20439"/>
                </a:lnTo>
                <a:lnTo>
                  <a:pt x="41742" y="21554"/>
                </a:lnTo>
                <a:lnTo>
                  <a:pt x="41156" y="22670"/>
                </a:lnTo>
                <a:lnTo>
                  <a:pt x="40543" y="23785"/>
                </a:lnTo>
                <a:lnTo>
                  <a:pt x="39929" y="24900"/>
                </a:lnTo>
                <a:lnTo>
                  <a:pt x="39260" y="25988"/>
                </a:lnTo>
                <a:lnTo>
                  <a:pt x="38563" y="27103"/>
                </a:lnTo>
                <a:lnTo>
                  <a:pt x="37838" y="28218"/>
                </a:lnTo>
                <a:lnTo>
                  <a:pt x="37113" y="29306"/>
                </a:lnTo>
                <a:lnTo>
                  <a:pt x="36332" y="30421"/>
                </a:lnTo>
                <a:lnTo>
                  <a:pt x="35524" y="31481"/>
                </a:lnTo>
                <a:lnTo>
                  <a:pt x="34687" y="32568"/>
                </a:lnTo>
                <a:lnTo>
                  <a:pt x="33795" y="33600"/>
                </a:lnTo>
                <a:lnTo>
                  <a:pt x="32903" y="34659"/>
                </a:lnTo>
                <a:lnTo>
                  <a:pt x="31954" y="35663"/>
                </a:lnTo>
                <a:lnTo>
                  <a:pt x="30979" y="36667"/>
                </a:lnTo>
                <a:lnTo>
                  <a:pt x="29975" y="37643"/>
                </a:lnTo>
                <a:lnTo>
                  <a:pt x="28943" y="38591"/>
                </a:lnTo>
                <a:lnTo>
                  <a:pt x="27856" y="39511"/>
                </a:lnTo>
                <a:lnTo>
                  <a:pt x="26740" y="40403"/>
                </a:lnTo>
                <a:lnTo>
                  <a:pt x="25597" y="41268"/>
                </a:lnTo>
                <a:lnTo>
                  <a:pt x="24426" y="42104"/>
                </a:lnTo>
                <a:lnTo>
                  <a:pt x="23199" y="42885"/>
                </a:lnTo>
                <a:lnTo>
                  <a:pt x="21944" y="43638"/>
                </a:lnTo>
                <a:lnTo>
                  <a:pt x="20634" y="44363"/>
                </a:lnTo>
                <a:lnTo>
                  <a:pt x="19295" y="45060"/>
                </a:lnTo>
                <a:lnTo>
                  <a:pt x="17929" y="45673"/>
                </a:lnTo>
                <a:lnTo>
                  <a:pt x="16507" y="46287"/>
                </a:lnTo>
                <a:lnTo>
                  <a:pt x="15057" y="46816"/>
                </a:lnTo>
                <a:lnTo>
                  <a:pt x="13551" y="47318"/>
                </a:lnTo>
                <a:lnTo>
                  <a:pt x="12018" y="47765"/>
                </a:lnTo>
                <a:lnTo>
                  <a:pt x="10428" y="48155"/>
                </a:lnTo>
                <a:lnTo>
                  <a:pt x="8811" y="48489"/>
                </a:lnTo>
                <a:lnTo>
                  <a:pt x="7138" y="48768"/>
                </a:lnTo>
                <a:lnTo>
                  <a:pt x="5409" y="48991"/>
                </a:lnTo>
                <a:lnTo>
                  <a:pt x="3653" y="49159"/>
                </a:lnTo>
                <a:lnTo>
                  <a:pt x="1868" y="49242"/>
                </a:lnTo>
                <a:lnTo>
                  <a:pt x="948" y="49270"/>
                </a:lnTo>
                <a:lnTo>
                  <a:pt x="0" y="49298"/>
                </a:lnTo>
                <a:lnTo>
                  <a:pt x="474" y="49438"/>
                </a:lnTo>
                <a:lnTo>
                  <a:pt x="1840" y="49856"/>
                </a:lnTo>
                <a:lnTo>
                  <a:pt x="3959" y="50581"/>
                </a:lnTo>
                <a:lnTo>
                  <a:pt x="5270" y="51055"/>
                </a:lnTo>
                <a:lnTo>
                  <a:pt x="6720" y="51585"/>
                </a:lnTo>
                <a:lnTo>
                  <a:pt x="8309" y="52226"/>
                </a:lnTo>
                <a:lnTo>
                  <a:pt x="10010" y="52951"/>
                </a:lnTo>
                <a:lnTo>
                  <a:pt x="11823" y="53732"/>
                </a:lnTo>
                <a:lnTo>
                  <a:pt x="13719" y="54624"/>
                </a:lnTo>
                <a:lnTo>
                  <a:pt x="15698" y="55600"/>
                </a:lnTo>
                <a:lnTo>
                  <a:pt x="17762" y="56631"/>
                </a:lnTo>
                <a:lnTo>
                  <a:pt x="19853" y="57775"/>
                </a:lnTo>
                <a:lnTo>
                  <a:pt x="21972" y="59001"/>
                </a:lnTo>
                <a:lnTo>
                  <a:pt x="23032" y="59671"/>
                </a:lnTo>
                <a:lnTo>
                  <a:pt x="24119" y="60340"/>
                </a:lnTo>
                <a:lnTo>
                  <a:pt x="25179" y="61037"/>
                </a:lnTo>
                <a:lnTo>
                  <a:pt x="26266" y="61762"/>
                </a:lnTo>
                <a:lnTo>
                  <a:pt x="27354" y="62487"/>
                </a:lnTo>
                <a:lnTo>
                  <a:pt x="28413" y="63268"/>
                </a:lnTo>
                <a:lnTo>
                  <a:pt x="29473" y="64048"/>
                </a:lnTo>
                <a:lnTo>
                  <a:pt x="30532" y="64857"/>
                </a:lnTo>
                <a:lnTo>
                  <a:pt x="31592" y="65693"/>
                </a:lnTo>
                <a:lnTo>
                  <a:pt x="32624" y="66558"/>
                </a:lnTo>
                <a:lnTo>
                  <a:pt x="33627" y="67450"/>
                </a:lnTo>
                <a:lnTo>
                  <a:pt x="34659" y="68370"/>
                </a:lnTo>
                <a:lnTo>
                  <a:pt x="35635" y="69290"/>
                </a:lnTo>
                <a:lnTo>
                  <a:pt x="36611" y="70266"/>
                </a:lnTo>
                <a:lnTo>
                  <a:pt x="37559" y="71242"/>
                </a:lnTo>
                <a:lnTo>
                  <a:pt x="38507" y="72274"/>
                </a:lnTo>
                <a:lnTo>
                  <a:pt x="39399" y="73306"/>
                </a:lnTo>
                <a:lnTo>
                  <a:pt x="40292" y="74365"/>
                </a:lnTo>
                <a:lnTo>
                  <a:pt x="41156" y="75453"/>
                </a:lnTo>
                <a:lnTo>
                  <a:pt x="41993" y="76568"/>
                </a:lnTo>
                <a:lnTo>
                  <a:pt x="42773" y="77711"/>
                </a:lnTo>
                <a:lnTo>
                  <a:pt x="43554" y="78882"/>
                </a:lnTo>
                <a:lnTo>
                  <a:pt x="44279" y="80081"/>
                </a:lnTo>
                <a:lnTo>
                  <a:pt x="44976" y="81308"/>
                </a:lnTo>
                <a:lnTo>
                  <a:pt x="45617" y="82563"/>
                </a:lnTo>
                <a:lnTo>
                  <a:pt x="46259" y="83846"/>
                </a:lnTo>
                <a:lnTo>
                  <a:pt x="46816" y="85156"/>
                </a:lnTo>
                <a:lnTo>
                  <a:pt x="47374" y="86494"/>
                </a:lnTo>
                <a:lnTo>
                  <a:pt x="47848" y="87833"/>
                </a:lnTo>
                <a:lnTo>
                  <a:pt x="48294" y="89227"/>
                </a:lnTo>
                <a:lnTo>
                  <a:pt x="48685" y="90649"/>
                </a:lnTo>
                <a:lnTo>
                  <a:pt x="49019" y="92099"/>
                </a:lnTo>
                <a:lnTo>
                  <a:pt x="49382" y="90649"/>
                </a:lnTo>
                <a:lnTo>
                  <a:pt x="49772" y="89227"/>
                </a:lnTo>
                <a:lnTo>
                  <a:pt x="50218" y="87833"/>
                </a:lnTo>
                <a:lnTo>
                  <a:pt x="50692" y="86494"/>
                </a:lnTo>
                <a:lnTo>
                  <a:pt x="51250" y="85156"/>
                </a:lnTo>
                <a:lnTo>
                  <a:pt x="51808" y="83846"/>
                </a:lnTo>
                <a:lnTo>
                  <a:pt x="52421" y="82563"/>
                </a:lnTo>
                <a:lnTo>
                  <a:pt x="53090" y="81308"/>
                </a:lnTo>
                <a:lnTo>
                  <a:pt x="53787" y="80081"/>
                </a:lnTo>
                <a:lnTo>
                  <a:pt x="54512" y="78882"/>
                </a:lnTo>
                <a:lnTo>
                  <a:pt x="55293" y="77711"/>
                </a:lnTo>
                <a:lnTo>
                  <a:pt x="56074" y="76568"/>
                </a:lnTo>
                <a:lnTo>
                  <a:pt x="56910" y="75453"/>
                </a:lnTo>
                <a:lnTo>
                  <a:pt x="57775" y="74365"/>
                </a:lnTo>
                <a:lnTo>
                  <a:pt x="58639" y="73306"/>
                </a:lnTo>
                <a:lnTo>
                  <a:pt x="59559" y="72274"/>
                </a:lnTo>
                <a:lnTo>
                  <a:pt x="60479" y="71242"/>
                </a:lnTo>
                <a:lnTo>
                  <a:pt x="61455" y="70266"/>
                </a:lnTo>
                <a:lnTo>
                  <a:pt x="62431" y="69290"/>
                </a:lnTo>
                <a:lnTo>
                  <a:pt x="63407" y="68370"/>
                </a:lnTo>
                <a:lnTo>
                  <a:pt x="64411" y="67450"/>
                </a:lnTo>
                <a:lnTo>
                  <a:pt x="65443" y="66558"/>
                </a:lnTo>
                <a:lnTo>
                  <a:pt x="66474" y="65693"/>
                </a:lnTo>
                <a:lnTo>
                  <a:pt x="67534" y="64857"/>
                </a:lnTo>
                <a:lnTo>
                  <a:pt x="68593" y="64048"/>
                </a:lnTo>
                <a:lnTo>
                  <a:pt x="69653" y="63268"/>
                </a:lnTo>
                <a:lnTo>
                  <a:pt x="70713" y="62487"/>
                </a:lnTo>
                <a:lnTo>
                  <a:pt x="71800" y="61762"/>
                </a:lnTo>
                <a:lnTo>
                  <a:pt x="72860" y="61037"/>
                </a:lnTo>
                <a:lnTo>
                  <a:pt x="73947" y="60340"/>
                </a:lnTo>
                <a:lnTo>
                  <a:pt x="75034" y="59671"/>
                </a:lnTo>
                <a:lnTo>
                  <a:pt x="76094" y="59001"/>
                </a:lnTo>
                <a:lnTo>
                  <a:pt x="78213" y="57775"/>
                </a:lnTo>
                <a:lnTo>
                  <a:pt x="80304" y="56631"/>
                </a:lnTo>
                <a:lnTo>
                  <a:pt x="82368" y="55600"/>
                </a:lnTo>
                <a:lnTo>
                  <a:pt x="84348" y="54624"/>
                </a:lnTo>
                <a:lnTo>
                  <a:pt x="86244" y="53732"/>
                </a:lnTo>
                <a:lnTo>
                  <a:pt x="88056" y="52951"/>
                </a:lnTo>
                <a:lnTo>
                  <a:pt x="89757" y="52226"/>
                </a:lnTo>
                <a:lnTo>
                  <a:pt x="91346" y="51585"/>
                </a:lnTo>
                <a:lnTo>
                  <a:pt x="92796" y="51055"/>
                </a:lnTo>
                <a:lnTo>
                  <a:pt x="94107" y="50581"/>
                </a:lnTo>
                <a:lnTo>
                  <a:pt x="96226" y="49856"/>
                </a:lnTo>
                <a:lnTo>
                  <a:pt x="97592" y="49438"/>
                </a:lnTo>
                <a:lnTo>
                  <a:pt x="98066" y="49298"/>
                </a:lnTo>
                <a:lnTo>
                  <a:pt x="97118" y="49270"/>
                </a:lnTo>
                <a:lnTo>
                  <a:pt x="96198" y="49242"/>
                </a:lnTo>
                <a:lnTo>
                  <a:pt x="94413" y="49159"/>
                </a:lnTo>
                <a:lnTo>
                  <a:pt x="92657" y="48991"/>
                </a:lnTo>
                <a:lnTo>
                  <a:pt x="90928" y="48768"/>
                </a:lnTo>
                <a:lnTo>
                  <a:pt x="89255" y="48489"/>
                </a:lnTo>
                <a:lnTo>
                  <a:pt x="87638" y="48155"/>
                </a:lnTo>
                <a:lnTo>
                  <a:pt x="86048" y="47765"/>
                </a:lnTo>
                <a:lnTo>
                  <a:pt x="84515" y="47318"/>
                </a:lnTo>
                <a:lnTo>
                  <a:pt x="83009" y="46816"/>
                </a:lnTo>
                <a:lnTo>
                  <a:pt x="81559" y="46287"/>
                </a:lnTo>
                <a:lnTo>
                  <a:pt x="80137" y="45673"/>
                </a:lnTo>
                <a:lnTo>
                  <a:pt x="78771" y="45060"/>
                </a:lnTo>
                <a:lnTo>
                  <a:pt x="77432" y="44363"/>
                </a:lnTo>
                <a:lnTo>
                  <a:pt x="76122" y="43638"/>
                </a:lnTo>
                <a:lnTo>
                  <a:pt x="74867" y="42885"/>
                </a:lnTo>
                <a:lnTo>
                  <a:pt x="73640" y="42104"/>
                </a:lnTo>
                <a:lnTo>
                  <a:pt x="72469" y="41268"/>
                </a:lnTo>
                <a:lnTo>
                  <a:pt x="71298" y="40403"/>
                </a:lnTo>
                <a:lnTo>
                  <a:pt x="70211" y="39511"/>
                </a:lnTo>
                <a:lnTo>
                  <a:pt x="69123" y="38591"/>
                </a:lnTo>
                <a:lnTo>
                  <a:pt x="68091" y="37643"/>
                </a:lnTo>
                <a:lnTo>
                  <a:pt x="67088" y="36667"/>
                </a:lnTo>
                <a:lnTo>
                  <a:pt x="66112" y="35663"/>
                </a:lnTo>
                <a:lnTo>
                  <a:pt x="65164" y="34659"/>
                </a:lnTo>
                <a:lnTo>
                  <a:pt x="64271" y="33600"/>
                </a:lnTo>
                <a:lnTo>
                  <a:pt x="63379" y="32568"/>
                </a:lnTo>
                <a:lnTo>
                  <a:pt x="62543" y="31481"/>
                </a:lnTo>
                <a:lnTo>
                  <a:pt x="61734" y="30421"/>
                </a:lnTo>
                <a:lnTo>
                  <a:pt x="60953" y="29306"/>
                </a:lnTo>
                <a:lnTo>
                  <a:pt x="60200" y="28218"/>
                </a:lnTo>
                <a:lnTo>
                  <a:pt x="59503" y="27103"/>
                </a:lnTo>
                <a:lnTo>
                  <a:pt x="58806" y="25988"/>
                </a:lnTo>
                <a:lnTo>
                  <a:pt x="58137" y="24900"/>
                </a:lnTo>
                <a:lnTo>
                  <a:pt x="57524" y="23785"/>
                </a:lnTo>
                <a:lnTo>
                  <a:pt x="56910" y="22670"/>
                </a:lnTo>
                <a:lnTo>
                  <a:pt x="56325" y="21554"/>
                </a:lnTo>
                <a:lnTo>
                  <a:pt x="55795" y="20439"/>
                </a:lnTo>
                <a:lnTo>
                  <a:pt x="55265" y="19351"/>
                </a:lnTo>
                <a:lnTo>
                  <a:pt x="54763" y="18264"/>
                </a:lnTo>
                <a:lnTo>
                  <a:pt x="54289" y="17177"/>
                </a:lnTo>
                <a:lnTo>
                  <a:pt x="53425" y="15085"/>
                </a:lnTo>
                <a:lnTo>
                  <a:pt x="52644" y="13050"/>
                </a:lnTo>
                <a:lnTo>
                  <a:pt x="51947" y="11070"/>
                </a:lnTo>
                <a:lnTo>
                  <a:pt x="51334" y="9230"/>
                </a:lnTo>
                <a:lnTo>
                  <a:pt x="50804" y="7501"/>
                </a:lnTo>
                <a:lnTo>
                  <a:pt x="50358" y="5884"/>
                </a:lnTo>
                <a:lnTo>
                  <a:pt x="49995" y="4434"/>
                </a:lnTo>
                <a:lnTo>
                  <a:pt x="49688" y="3151"/>
                </a:lnTo>
                <a:lnTo>
                  <a:pt x="49437" y="2064"/>
                </a:lnTo>
                <a:lnTo>
                  <a:pt x="49242" y="1171"/>
                </a:lnTo>
                <a:lnTo>
                  <a:pt x="49019" y="0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9" name="Google Shape;419;p6"/>
          <p:cNvSpPr/>
          <p:nvPr/>
        </p:nvSpPr>
        <p:spPr>
          <a:xfrm>
            <a:off x="8574913" y="727760"/>
            <a:ext cx="457237" cy="429412"/>
          </a:xfrm>
          <a:custGeom>
            <a:rect b="b" l="l" r="r" t="t"/>
            <a:pathLst>
              <a:path extrusionOk="0" h="92099" w="98067">
                <a:moveTo>
                  <a:pt x="49019" y="0"/>
                </a:moveTo>
                <a:lnTo>
                  <a:pt x="48824" y="1171"/>
                </a:lnTo>
                <a:lnTo>
                  <a:pt x="48629" y="2064"/>
                </a:lnTo>
                <a:lnTo>
                  <a:pt x="48378" y="3151"/>
                </a:lnTo>
                <a:lnTo>
                  <a:pt x="48071" y="4434"/>
                </a:lnTo>
                <a:lnTo>
                  <a:pt x="47709" y="5884"/>
                </a:lnTo>
                <a:lnTo>
                  <a:pt x="47263" y="7501"/>
                </a:lnTo>
                <a:lnTo>
                  <a:pt x="46733" y="9230"/>
                </a:lnTo>
                <a:lnTo>
                  <a:pt x="46119" y="11070"/>
                </a:lnTo>
                <a:lnTo>
                  <a:pt x="45422" y="13050"/>
                </a:lnTo>
                <a:lnTo>
                  <a:pt x="44641" y="15085"/>
                </a:lnTo>
                <a:lnTo>
                  <a:pt x="43777" y="17177"/>
                </a:lnTo>
                <a:lnTo>
                  <a:pt x="43303" y="18264"/>
                </a:lnTo>
                <a:lnTo>
                  <a:pt x="42801" y="19351"/>
                </a:lnTo>
                <a:lnTo>
                  <a:pt x="42271" y="20439"/>
                </a:lnTo>
                <a:lnTo>
                  <a:pt x="41742" y="21554"/>
                </a:lnTo>
                <a:lnTo>
                  <a:pt x="41156" y="22670"/>
                </a:lnTo>
                <a:lnTo>
                  <a:pt x="40543" y="23785"/>
                </a:lnTo>
                <a:lnTo>
                  <a:pt x="39929" y="24900"/>
                </a:lnTo>
                <a:lnTo>
                  <a:pt x="39260" y="25988"/>
                </a:lnTo>
                <a:lnTo>
                  <a:pt x="38563" y="27103"/>
                </a:lnTo>
                <a:lnTo>
                  <a:pt x="37838" y="28218"/>
                </a:lnTo>
                <a:lnTo>
                  <a:pt x="37113" y="29306"/>
                </a:lnTo>
                <a:lnTo>
                  <a:pt x="36332" y="30421"/>
                </a:lnTo>
                <a:lnTo>
                  <a:pt x="35524" y="31481"/>
                </a:lnTo>
                <a:lnTo>
                  <a:pt x="34687" y="32568"/>
                </a:lnTo>
                <a:lnTo>
                  <a:pt x="33795" y="33600"/>
                </a:lnTo>
                <a:lnTo>
                  <a:pt x="32903" y="34659"/>
                </a:lnTo>
                <a:lnTo>
                  <a:pt x="31954" y="35663"/>
                </a:lnTo>
                <a:lnTo>
                  <a:pt x="30979" y="36667"/>
                </a:lnTo>
                <a:lnTo>
                  <a:pt x="29975" y="37643"/>
                </a:lnTo>
                <a:lnTo>
                  <a:pt x="28943" y="38591"/>
                </a:lnTo>
                <a:lnTo>
                  <a:pt x="27856" y="39511"/>
                </a:lnTo>
                <a:lnTo>
                  <a:pt x="26740" y="40403"/>
                </a:lnTo>
                <a:lnTo>
                  <a:pt x="25597" y="41268"/>
                </a:lnTo>
                <a:lnTo>
                  <a:pt x="24426" y="42104"/>
                </a:lnTo>
                <a:lnTo>
                  <a:pt x="23199" y="42885"/>
                </a:lnTo>
                <a:lnTo>
                  <a:pt x="21944" y="43638"/>
                </a:lnTo>
                <a:lnTo>
                  <a:pt x="20634" y="44363"/>
                </a:lnTo>
                <a:lnTo>
                  <a:pt x="19295" y="45060"/>
                </a:lnTo>
                <a:lnTo>
                  <a:pt x="17929" y="45673"/>
                </a:lnTo>
                <a:lnTo>
                  <a:pt x="16507" y="46287"/>
                </a:lnTo>
                <a:lnTo>
                  <a:pt x="15057" y="46816"/>
                </a:lnTo>
                <a:lnTo>
                  <a:pt x="13551" y="47318"/>
                </a:lnTo>
                <a:lnTo>
                  <a:pt x="12018" y="47765"/>
                </a:lnTo>
                <a:lnTo>
                  <a:pt x="10428" y="48155"/>
                </a:lnTo>
                <a:lnTo>
                  <a:pt x="8811" y="48489"/>
                </a:lnTo>
                <a:lnTo>
                  <a:pt x="7138" y="48768"/>
                </a:lnTo>
                <a:lnTo>
                  <a:pt x="5409" y="48991"/>
                </a:lnTo>
                <a:lnTo>
                  <a:pt x="3653" y="49159"/>
                </a:lnTo>
                <a:lnTo>
                  <a:pt x="1868" y="49242"/>
                </a:lnTo>
                <a:lnTo>
                  <a:pt x="948" y="49270"/>
                </a:lnTo>
                <a:lnTo>
                  <a:pt x="0" y="49298"/>
                </a:lnTo>
                <a:lnTo>
                  <a:pt x="474" y="49438"/>
                </a:lnTo>
                <a:lnTo>
                  <a:pt x="1840" y="49856"/>
                </a:lnTo>
                <a:lnTo>
                  <a:pt x="3959" y="50581"/>
                </a:lnTo>
                <a:lnTo>
                  <a:pt x="5270" y="51055"/>
                </a:lnTo>
                <a:lnTo>
                  <a:pt x="6720" y="51585"/>
                </a:lnTo>
                <a:lnTo>
                  <a:pt x="8309" y="52226"/>
                </a:lnTo>
                <a:lnTo>
                  <a:pt x="10010" y="52951"/>
                </a:lnTo>
                <a:lnTo>
                  <a:pt x="11823" y="53732"/>
                </a:lnTo>
                <a:lnTo>
                  <a:pt x="13719" y="54624"/>
                </a:lnTo>
                <a:lnTo>
                  <a:pt x="15698" y="55600"/>
                </a:lnTo>
                <a:lnTo>
                  <a:pt x="17762" y="56631"/>
                </a:lnTo>
                <a:lnTo>
                  <a:pt x="19853" y="57775"/>
                </a:lnTo>
                <a:lnTo>
                  <a:pt x="21972" y="59001"/>
                </a:lnTo>
                <a:lnTo>
                  <a:pt x="23032" y="59671"/>
                </a:lnTo>
                <a:lnTo>
                  <a:pt x="24119" y="60340"/>
                </a:lnTo>
                <a:lnTo>
                  <a:pt x="25179" y="61037"/>
                </a:lnTo>
                <a:lnTo>
                  <a:pt x="26266" y="61762"/>
                </a:lnTo>
                <a:lnTo>
                  <a:pt x="27354" y="62487"/>
                </a:lnTo>
                <a:lnTo>
                  <a:pt x="28413" y="63268"/>
                </a:lnTo>
                <a:lnTo>
                  <a:pt x="29473" y="64048"/>
                </a:lnTo>
                <a:lnTo>
                  <a:pt x="30532" y="64857"/>
                </a:lnTo>
                <a:lnTo>
                  <a:pt x="31592" y="65693"/>
                </a:lnTo>
                <a:lnTo>
                  <a:pt x="32624" y="66558"/>
                </a:lnTo>
                <a:lnTo>
                  <a:pt x="33627" y="67450"/>
                </a:lnTo>
                <a:lnTo>
                  <a:pt x="34659" y="68370"/>
                </a:lnTo>
                <a:lnTo>
                  <a:pt x="35635" y="69290"/>
                </a:lnTo>
                <a:lnTo>
                  <a:pt x="36611" y="70266"/>
                </a:lnTo>
                <a:lnTo>
                  <a:pt x="37559" y="71242"/>
                </a:lnTo>
                <a:lnTo>
                  <a:pt x="38507" y="72274"/>
                </a:lnTo>
                <a:lnTo>
                  <a:pt x="39399" y="73306"/>
                </a:lnTo>
                <a:lnTo>
                  <a:pt x="40292" y="74365"/>
                </a:lnTo>
                <a:lnTo>
                  <a:pt x="41156" y="75453"/>
                </a:lnTo>
                <a:lnTo>
                  <a:pt x="41993" y="76568"/>
                </a:lnTo>
                <a:lnTo>
                  <a:pt x="42773" y="77711"/>
                </a:lnTo>
                <a:lnTo>
                  <a:pt x="43554" y="78882"/>
                </a:lnTo>
                <a:lnTo>
                  <a:pt x="44279" y="80081"/>
                </a:lnTo>
                <a:lnTo>
                  <a:pt x="44976" y="81308"/>
                </a:lnTo>
                <a:lnTo>
                  <a:pt x="45617" y="82563"/>
                </a:lnTo>
                <a:lnTo>
                  <a:pt x="46259" y="83846"/>
                </a:lnTo>
                <a:lnTo>
                  <a:pt x="46816" y="85156"/>
                </a:lnTo>
                <a:lnTo>
                  <a:pt x="47374" y="86494"/>
                </a:lnTo>
                <a:lnTo>
                  <a:pt x="47848" y="87833"/>
                </a:lnTo>
                <a:lnTo>
                  <a:pt x="48294" y="89227"/>
                </a:lnTo>
                <a:lnTo>
                  <a:pt x="48685" y="90649"/>
                </a:lnTo>
                <a:lnTo>
                  <a:pt x="49019" y="92099"/>
                </a:lnTo>
                <a:lnTo>
                  <a:pt x="49382" y="90649"/>
                </a:lnTo>
                <a:lnTo>
                  <a:pt x="49772" y="89227"/>
                </a:lnTo>
                <a:lnTo>
                  <a:pt x="50218" y="87833"/>
                </a:lnTo>
                <a:lnTo>
                  <a:pt x="50692" y="86494"/>
                </a:lnTo>
                <a:lnTo>
                  <a:pt x="51250" y="85156"/>
                </a:lnTo>
                <a:lnTo>
                  <a:pt x="51808" y="83846"/>
                </a:lnTo>
                <a:lnTo>
                  <a:pt x="52421" y="82563"/>
                </a:lnTo>
                <a:lnTo>
                  <a:pt x="53090" y="81308"/>
                </a:lnTo>
                <a:lnTo>
                  <a:pt x="53787" y="80081"/>
                </a:lnTo>
                <a:lnTo>
                  <a:pt x="54512" y="78882"/>
                </a:lnTo>
                <a:lnTo>
                  <a:pt x="55293" y="77711"/>
                </a:lnTo>
                <a:lnTo>
                  <a:pt x="56074" y="76568"/>
                </a:lnTo>
                <a:lnTo>
                  <a:pt x="56910" y="75453"/>
                </a:lnTo>
                <a:lnTo>
                  <a:pt x="57775" y="74365"/>
                </a:lnTo>
                <a:lnTo>
                  <a:pt x="58639" y="73306"/>
                </a:lnTo>
                <a:lnTo>
                  <a:pt x="59559" y="72274"/>
                </a:lnTo>
                <a:lnTo>
                  <a:pt x="60479" y="71242"/>
                </a:lnTo>
                <a:lnTo>
                  <a:pt x="61455" y="70266"/>
                </a:lnTo>
                <a:lnTo>
                  <a:pt x="62431" y="69290"/>
                </a:lnTo>
                <a:lnTo>
                  <a:pt x="63407" y="68370"/>
                </a:lnTo>
                <a:lnTo>
                  <a:pt x="64411" y="67450"/>
                </a:lnTo>
                <a:lnTo>
                  <a:pt x="65443" y="66558"/>
                </a:lnTo>
                <a:lnTo>
                  <a:pt x="66474" y="65693"/>
                </a:lnTo>
                <a:lnTo>
                  <a:pt x="67534" y="64857"/>
                </a:lnTo>
                <a:lnTo>
                  <a:pt x="68593" y="64048"/>
                </a:lnTo>
                <a:lnTo>
                  <a:pt x="69653" y="63268"/>
                </a:lnTo>
                <a:lnTo>
                  <a:pt x="70713" y="62487"/>
                </a:lnTo>
                <a:lnTo>
                  <a:pt x="71800" y="61762"/>
                </a:lnTo>
                <a:lnTo>
                  <a:pt x="72860" y="61037"/>
                </a:lnTo>
                <a:lnTo>
                  <a:pt x="73947" y="60340"/>
                </a:lnTo>
                <a:lnTo>
                  <a:pt x="75034" y="59671"/>
                </a:lnTo>
                <a:lnTo>
                  <a:pt x="76094" y="59001"/>
                </a:lnTo>
                <a:lnTo>
                  <a:pt x="78213" y="57775"/>
                </a:lnTo>
                <a:lnTo>
                  <a:pt x="80304" y="56631"/>
                </a:lnTo>
                <a:lnTo>
                  <a:pt x="82368" y="55600"/>
                </a:lnTo>
                <a:lnTo>
                  <a:pt x="84348" y="54624"/>
                </a:lnTo>
                <a:lnTo>
                  <a:pt x="86244" y="53732"/>
                </a:lnTo>
                <a:lnTo>
                  <a:pt x="88056" y="52951"/>
                </a:lnTo>
                <a:lnTo>
                  <a:pt x="89757" y="52226"/>
                </a:lnTo>
                <a:lnTo>
                  <a:pt x="91346" y="51585"/>
                </a:lnTo>
                <a:lnTo>
                  <a:pt x="92796" y="51055"/>
                </a:lnTo>
                <a:lnTo>
                  <a:pt x="94107" y="50581"/>
                </a:lnTo>
                <a:lnTo>
                  <a:pt x="96226" y="49856"/>
                </a:lnTo>
                <a:lnTo>
                  <a:pt x="97592" y="49438"/>
                </a:lnTo>
                <a:lnTo>
                  <a:pt x="98066" y="49298"/>
                </a:lnTo>
                <a:lnTo>
                  <a:pt x="97118" y="49270"/>
                </a:lnTo>
                <a:lnTo>
                  <a:pt x="96198" y="49242"/>
                </a:lnTo>
                <a:lnTo>
                  <a:pt x="94413" y="49159"/>
                </a:lnTo>
                <a:lnTo>
                  <a:pt x="92657" y="48991"/>
                </a:lnTo>
                <a:lnTo>
                  <a:pt x="90928" y="48768"/>
                </a:lnTo>
                <a:lnTo>
                  <a:pt x="89255" y="48489"/>
                </a:lnTo>
                <a:lnTo>
                  <a:pt x="87638" y="48155"/>
                </a:lnTo>
                <a:lnTo>
                  <a:pt x="86048" y="47765"/>
                </a:lnTo>
                <a:lnTo>
                  <a:pt x="84515" y="47318"/>
                </a:lnTo>
                <a:lnTo>
                  <a:pt x="83009" y="46816"/>
                </a:lnTo>
                <a:lnTo>
                  <a:pt x="81559" y="46287"/>
                </a:lnTo>
                <a:lnTo>
                  <a:pt x="80137" y="45673"/>
                </a:lnTo>
                <a:lnTo>
                  <a:pt x="78771" y="45060"/>
                </a:lnTo>
                <a:lnTo>
                  <a:pt x="77432" y="44363"/>
                </a:lnTo>
                <a:lnTo>
                  <a:pt x="76122" y="43638"/>
                </a:lnTo>
                <a:lnTo>
                  <a:pt x="74867" y="42885"/>
                </a:lnTo>
                <a:lnTo>
                  <a:pt x="73640" y="42104"/>
                </a:lnTo>
                <a:lnTo>
                  <a:pt x="72469" y="41268"/>
                </a:lnTo>
                <a:lnTo>
                  <a:pt x="71298" y="40403"/>
                </a:lnTo>
                <a:lnTo>
                  <a:pt x="70211" y="39511"/>
                </a:lnTo>
                <a:lnTo>
                  <a:pt x="69123" y="38591"/>
                </a:lnTo>
                <a:lnTo>
                  <a:pt x="68091" y="37643"/>
                </a:lnTo>
                <a:lnTo>
                  <a:pt x="67088" y="36667"/>
                </a:lnTo>
                <a:lnTo>
                  <a:pt x="66112" y="35663"/>
                </a:lnTo>
                <a:lnTo>
                  <a:pt x="65164" y="34659"/>
                </a:lnTo>
                <a:lnTo>
                  <a:pt x="64271" y="33600"/>
                </a:lnTo>
                <a:lnTo>
                  <a:pt x="63379" y="32568"/>
                </a:lnTo>
                <a:lnTo>
                  <a:pt x="62543" y="31481"/>
                </a:lnTo>
                <a:lnTo>
                  <a:pt x="61734" y="30421"/>
                </a:lnTo>
                <a:lnTo>
                  <a:pt x="60953" y="29306"/>
                </a:lnTo>
                <a:lnTo>
                  <a:pt x="60200" y="28218"/>
                </a:lnTo>
                <a:lnTo>
                  <a:pt x="59503" y="27103"/>
                </a:lnTo>
                <a:lnTo>
                  <a:pt x="58806" y="25988"/>
                </a:lnTo>
                <a:lnTo>
                  <a:pt x="58137" y="24900"/>
                </a:lnTo>
                <a:lnTo>
                  <a:pt x="57524" y="23785"/>
                </a:lnTo>
                <a:lnTo>
                  <a:pt x="56910" y="22670"/>
                </a:lnTo>
                <a:lnTo>
                  <a:pt x="56325" y="21554"/>
                </a:lnTo>
                <a:lnTo>
                  <a:pt x="55795" y="20439"/>
                </a:lnTo>
                <a:lnTo>
                  <a:pt x="55265" y="19351"/>
                </a:lnTo>
                <a:lnTo>
                  <a:pt x="54763" y="18264"/>
                </a:lnTo>
                <a:lnTo>
                  <a:pt x="54289" y="17177"/>
                </a:lnTo>
                <a:lnTo>
                  <a:pt x="53425" y="15085"/>
                </a:lnTo>
                <a:lnTo>
                  <a:pt x="52644" y="13050"/>
                </a:lnTo>
                <a:lnTo>
                  <a:pt x="51947" y="11070"/>
                </a:lnTo>
                <a:lnTo>
                  <a:pt x="51334" y="9230"/>
                </a:lnTo>
                <a:lnTo>
                  <a:pt x="50804" y="7501"/>
                </a:lnTo>
                <a:lnTo>
                  <a:pt x="50358" y="5884"/>
                </a:lnTo>
                <a:lnTo>
                  <a:pt x="49995" y="4434"/>
                </a:lnTo>
                <a:lnTo>
                  <a:pt x="49688" y="3151"/>
                </a:lnTo>
                <a:lnTo>
                  <a:pt x="49437" y="2064"/>
                </a:lnTo>
                <a:lnTo>
                  <a:pt x="49242" y="1171"/>
                </a:lnTo>
                <a:lnTo>
                  <a:pt x="49019" y="0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420" name="Google Shape;420;p6"/>
          <p:cNvGrpSpPr/>
          <p:nvPr/>
        </p:nvGrpSpPr>
        <p:grpSpPr>
          <a:xfrm>
            <a:off x="-4552" y="1997778"/>
            <a:ext cx="717765" cy="1144906"/>
            <a:chOff x="-4552" y="1997778"/>
            <a:chExt cx="717765" cy="1144906"/>
          </a:xfrm>
        </p:grpSpPr>
        <p:sp>
          <p:nvSpPr>
            <p:cNvPr id="421" name="Google Shape;421;p6"/>
            <p:cNvSpPr/>
            <p:nvPr/>
          </p:nvSpPr>
          <p:spPr>
            <a:xfrm>
              <a:off x="330286" y="2465335"/>
              <a:ext cx="53445" cy="50368"/>
            </a:xfrm>
            <a:custGeom>
              <a:rect b="b" l="l" r="r" t="t"/>
              <a:pathLst>
                <a:path extrusionOk="0" h="1326" w="1407">
                  <a:moveTo>
                    <a:pt x="724" y="1"/>
                  </a:moveTo>
                  <a:lnTo>
                    <a:pt x="1" y="683"/>
                  </a:lnTo>
                  <a:lnTo>
                    <a:pt x="21" y="724"/>
                  </a:lnTo>
                  <a:lnTo>
                    <a:pt x="61" y="744"/>
                  </a:lnTo>
                  <a:lnTo>
                    <a:pt x="181" y="784"/>
                  </a:lnTo>
                  <a:lnTo>
                    <a:pt x="322" y="824"/>
                  </a:lnTo>
                  <a:lnTo>
                    <a:pt x="382" y="864"/>
                  </a:lnTo>
                  <a:lnTo>
                    <a:pt x="422" y="884"/>
                  </a:lnTo>
                  <a:lnTo>
                    <a:pt x="503" y="1005"/>
                  </a:lnTo>
                  <a:lnTo>
                    <a:pt x="583" y="1105"/>
                  </a:lnTo>
                  <a:lnTo>
                    <a:pt x="704" y="1326"/>
                  </a:lnTo>
                  <a:lnTo>
                    <a:pt x="1406" y="623"/>
                  </a:lnTo>
                  <a:lnTo>
                    <a:pt x="724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2" name="Google Shape;422;p6"/>
            <p:cNvSpPr/>
            <p:nvPr/>
          </p:nvSpPr>
          <p:spPr>
            <a:xfrm>
              <a:off x="491988" y="2618642"/>
              <a:ext cx="56484" cy="52685"/>
            </a:xfrm>
            <a:custGeom>
              <a:rect b="b" l="l" r="r" t="t"/>
              <a:pathLst>
                <a:path extrusionOk="0" h="1387" w="1487">
                  <a:moveTo>
                    <a:pt x="764" y="1"/>
                  </a:moveTo>
                  <a:lnTo>
                    <a:pt x="663" y="222"/>
                  </a:lnTo>
                  <a:lnTo>
                    <a:pt x="603" y="322"/>
                  </a:lnTo>
                  <a:lnTo>
                    <a:pt x="543" y="402"/>
                  </a:lnTo>
                  <a:lnTo>
                    <a:pt x="422" y="483"/>
                  </a:lnTo>
                  <a:lnTo>
                    <a:pt x="302" y="543"/>
                  </a:lnTo>
                  <a:lnTo>
                    <a:pt x="1" y="703"/>
                  </a:lnTo>
                  <a:lnTo>
                    <a:pt x="262" y="824"/>
                  </a:lnTo>
                  <a:lnTo>
                    <a:pt x="483" y="985"/>
                  </a:lnTo>
                  <a:lnTo>
                    <a:pt x="583" y="1065"/>
                  </a:lnTo>
                  <a:lnTo>
                    <a:pt x="643" y="1165"/>
                  </a:lnTo>
                  <a:lnTo>
                    <a:pt x="723" y="1266"/>
                  </a:lnTo>
                  <a:lnTo>
                    <a:pt x="764" y="1386"/>
                  </a:lnTo>
                  <a:lnTo>
                    <a:pt x="1486" y="703"/>
                  </a:lnTo>
                  <a:lnTo>
                    <a:pt x="764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3" name="Google Shape;423;p6"/>
            <p:cNvSpPr/>
            <p:nvPr/>
          </p:nvSpPr>
          <p:spPr>
            <a:xfrm>
              <a:off x="1564" y="1997778"/>
              <a:ext cx="54205" cy="50406"/>
            </a:xfrm>
            <a:custGeom>
              <a:rect b="b" l="l" r="r" t="t"/>
              <a:pathLst>
                <a:path extrusionOk="0" h="1327" w="1427">
                  <a:moveTo>
                    <a:pt x="723" y="1"/>
                  </a:moveTo>
                  <a:lnTo>
                    <a:pt x="1" y="684"/>
                  </a:lnTo>
                  <a:lnTo>
                    <a:pt x="221" y="784"/>
                  </a:lnTo>
                  <a:lnTo>
                    <a:pt x="322" y="824"/>
                  </a:lnTo>
                  <a:lnTo>
                    <a:pt x="422" y="884"/>
                  </a:lnTo>
                  <a:lnTo>
                    <a:pt x="502" y="1005"/>
                  </a:lnTo>
                  <a:lnTo>
                    <a:pt x="583" y="1105"/>
                  </a:lnTo>
                  <a:lnTo>
                    <a:pt x="723" y="1326"/>
                  </a:lnTo>
                  <a:lnTo>
                    <a:pt x="1426" y="643"/>
                  </a:lnTo>
                  <a:lnTo>
                    <a:pt x="723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4" name="Google Shape;424;p6"/>
            <p:cNvSpPr/>
            <p:nvPr/>
          </p:nvSpPr>
          <p:spPr>
            <a:xfrm>
              <a:off x="168584" y="1997778"/>
              <a:ext cx="50406" cy="48887"/>
            </a:xfrm>
            <a:custGeom>
              <a:rect b="b" l="l" r="r" t="t"/>
              <a:pathLst>
                <a:path extrusionOk="0" h="1287" w="1327">
                  <a:moveTo>
                    <a:pt x="664" y="1"/>
                  </a:moveTo>
                  <a:lnTo>
                    <a:pt x="1" y="664"/>
                  </a:lnTo>
                  <a:lnTo>
                    <a:pt x="664" y="1286"/>
                  </a:lnTo>
                  <a:lnTo>
                    <a:pt x="1326" y="623"/>
                  </a:lnTo>
                  <a:lnTo>
                    <a:pt x="664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5" name="Google Shape;425;p6"/>
            <p:cNvSpPr/>
            <p:nvPr/>
          </p:nvSpPr>
          <p:spPr>
            <a:xfrm>
              <a:off x="493508" y="3084680"/>
              <a:ext cx="57243" cy="55724"/>
            </a:xfrm>
            <a:custGeom>
              <a:rect b="b" l="l" r="r" t="t"/>
              <a:pathLst>
                <a:path extrusionOk="0" h="1467" w="1507">
                  <a:moveTo>
                    <a:pt x="683" y="0"/>
                  </a:moveTo>
                  <a:lnTo>
                    <a:pt x="663" y="161"/>
                  </a:lnTo>
                  <a:lnTo>
                    <a:pt x="603" y="281"/>
                  </a:lnTo>
                  <a:lnTo>
                    <a:pt x="523" y="362"/>
                  </a:lnTo>
                  <a:lnTo>
                    <a:pt x="422" y="442"/>
                  </a:lnTo>
                  <a:lnTo>
                    <a:pt x="202" y="583"/>
                  </a:lnTo>
                  <a:lnTo>
                    <a:pt x="81" y="663"/>
                  </a:lnTo>
                  <a:lnTo>
                    <a:pt x="1" y="743"/>
                  </a:lnTo>
                  <a:lnTo>
                    <a:pt x="222" y="884"/>
                  </a:lnTo>
                  <a:lnTo>
                    <a:pt x="443" y="1004"/>
                  </a:lnTo>
                  <a:lnTo>
                    <a:pt x="523" y="1105"/>
                  </a:lnTo>
                  <a:lnTo>
                    <a:pt x="603" y="1205"/>
                  </a:lnTo>
                  <a:lnTo>
                    <a:pt x="663" y="1326"/>
                  </a:lnTo>
                  <a:lnTo>
                    <a:pt x="683" y="1466"/>
                  </a:lnTo>
                  <a:lnTo>
                    <a:pt x="764" y="1446"/>
                  </a:lnTo>
                  <a:lnTo>
                    <a:pt x="824" y="1406"/>
                  </a:lnTo>
                  <a:lnTo>
                    <a:pt x="864" y="1346"/>
                  </a:lnTo>
                  <a:lnTo>
                    <a:pt x="904" y="1285"/>
                  </a:lnTo>
                  <a:lnTo>
                    <a:pt x="965" y="1145"/>
                  </a:lnTo>
                  <a:lnTo>
                    <a:pt x="985" y="1085"/>
                  </a:lnTo>
                  <a:lnTo>
                    <a:pt x="1025" y="1044"/>
                  </a:lnTo>
                  <a:lnTo>
                    <a:pt x="1145" y="964"/>
                  </a:lnTo>
                  <a:lnTo>
                    <a:pt x="1266" y="884"/>
                  </a:lnTo>
                  <a:lnTo>
                    <a:pt x="1507" y="743"/>
                  </a:lnTo>
                  <a:lnTo>
                    <a:pt x="68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6" name="Google Shape;426;p6"/>
            <p:cNvSpPr/>
            <p:nvPr/>
          </p:nvSpPr>
          <p:spPr>
            <a:xfrm>
              <a:off x="3083" y="2153402"/>
              <a:ext cx="54205" cy="51888"/>
            </a:xfrm>
            <a:custGeom>
              <a:rect b="b" l="l" r="r" t="t"/>
              <a:pathLst>
                <a:path extrusionOk="0" h="1366" w="1427">
                  <a:moveTo>
                    <a:pt x="703" y="0"/>
                  </a:moveTo>
                  <a:lnTo>
                    <a:pt x="1" y="643"/>
                  </a:lnTo>
                  <a:lnTo>
                    <a:pt x="744" y="1366"/>
                  </a:lnTo>
                  <a:lnTo>
                    <a:pt x="784" y="1225"/>
                  </a:lnTo>
                  <a:lnTo>
                    <a:pt x="844" y="1125"/>
                  </a:lnTo>
                  <a:lnTo>
                    <a:pt x="924" y="1024"/>
                  </a:lnTo>
                  <a:lnTo>
                    <a:pt x="1005" y="944"/>
                  </a:lnTo>
                  <a:lnTo>
                    <a:pt x="1105" y="864"/>
                  </a:lnTo>
                  <a:lnTo>
                    <a:pt x="1205" y="803"/>
                  </a:lnTo>
                  <a:lnTo>
                    <a:pt x="1426" y="683"/>
                  </a:lnTo>
                  <a:lnTo>
                    <a:pt x="1346" y="582"/>
                  </a:lnTo>
                  <a:lnTo>
                    <a:pt x="1266" y="522"/>
                  </a:lnTo>
                  <a:lnTo>
                    <a:pt x="1045" y="402"/>
                  </a:lnTo>
                  <a:lnTo>
                    <a:pt x="964" y="342"/>
                  </a:lnTo>
                  <a:lnTo>
                    <a:pt x="884" y="281"/>
                  </a:lnTo>
                  <a:lnTo>
                    <a:pt x="824" y="181"/>
                  </a:lnTo>
                  <a:lnTo>
                    <a:pt x="804" y="40"/>
                  </a:lnTo>
                  <a:lnTo>
                    <a:pt x="784" y="20"/>
                  </a:lnTo>
                  <a:lnTo>
                    <a:pt x="744" y="20"/>
                  </a:lnTo>
                  <a:lnTo>
                    <a:pt x="70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7" name="Google Shape;427;p6"/>
            <p:cNvSpPr/>
            <p:nvPr/>
          </p:nvSpPr>
          <p:spPr>
            <a:xfrm>
              <a:off x="166305" y="2152643"/>
              <a:ext cx="54205" cy="54167"/>
            </a:xfrm>
            <a:custGeom>
              <a:rect b="b" l="l" r="r" t="t"/>
              <a:pathLst>
                <a:path extrusionOk="0" h="1426" w="1427">
                  <a:moveTo>
                    <a:pt x="724" y="0"/>
                  </a:moveTo>
                  <a:lnTo>
                    <a:pt x="1" y="703"/>
                  </a:lnTo>
                  <a:lnTo>
                    <a:pt x="121" y="743"/>
                  </a:lnTo>
                  <a:lnTo>
                    <a:pt x="242" y="823"/>
                  </a:lnTo>
                  <a:lnTo>
                    <a:pt x="342" y="884"/>
                  </a:lnTo>
                  <a:lnTo>
                    <a:pt x="422" y="984"/>
                  </a:lnTo>
                  <a:lnTo>
                    <a:pt x="603" y="1185"/>
                  </a:lnTo>
                  <a:lnTo>
                    <a:pt x="744" y="1426"/>
                  </a:lnTo>
                  <a:lnTo>
                    <a:pt x="844" y="1165"/>
                  </a:lnTo>
                  <a:lnTo>
                    <a:pt x="904" y="1064"/>
                  </a:lnTo>
                  <a:lnTo>
                    <a:pt x="964" y="984"/>
                  </a:lnTo>
                  <a:lnTo>
                    <a:pt x="1065" y="904"/>
                  </a:lnTo>
                  <a:lnTo>
                    <a:pt x="1185" y="823"/>
                  </a:lnTo>
                  <a:lnTo>
                    <a:pt x="1426" y="683"/>
                  </a:lnTo>
                  <a:lnTo>
                    <a:pt x="724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8" name="Google Shape;428;p6"/>
            <p:cNvSpPr/>
            <p:nvPr/>
          </p:nvSpPr>
          <p:spPr>
            <a:xfrm>
              <a:off x="332565" y="2153402"/>
              <a:ext cx="51166" cy="47329"/>
            </a:xfrm>
            <a:custGeom>
              <a:rect b="b" l="l" r="r" t="t"/>
              <a:pathLst>
                <a:path extrusionOk="0" h="1246" w="1347">
                  <a:moveTo>
                    <a:pt x="664" y="0"/>
                  </a:moveTo>
                  <a:lnTo>
                    <a:pt x="1" y="663"/>
                  </a:lnTo>
                  <a:lnTo>
                    <a:pt x="664" y="1245"/>
                  </a:lnTo>
                  <a:lnTo>
                    <a:pt x="1346" y="663"/>
                  </a:lnTo>
                  <a:lnTo>
                    <a:pt x="664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9" name="Google Shape;429;p6"/>
            <p:cNvSpPr/>
            <p:nvPr/>
          </p:nvSpPr>
          <p:spPr>
            <a:xfrm>
              <a:off x="328007" y="3086200"/>
              <a:ext cx="58003" cy="51888"/>
            </a:xfrm>
            <a:custGeom>
              <a:rect b="b" l="l" r="r" t="t"/>
              <a:pathLst>
                <a:path extrusionOk="0" h="1366" w="1527">
                  <a:moveTo>
                    <a:pt x="703" y="0"/>
                  </a:moveTo>
                  <a:lnTo>
                    <a:pt x="663" y="121"/>
                  </a:lnTo>
                  <a:lnTo>
                    <a:pt x="623" y="221"/>
                  </a:lnTo>
                  <a:lnTo>
                    <a:pt x="563" y="322"/>
                  </a:lnTo>
                  <a:lnTo>
                    <a:pt x="462" y="402"/>
                  </a:lnTo>
                  <a:lnTo>
                    <a:pt x="382" y="462"/>
                  </a:lnTo>
                  <a:lnTo>
                    <a:pt x="262" y="522"/>
                  </a:lnTo>
                  <a:lnTo>
                    <a:pt x="1" y="623"/>
                  </a:lnTo>
                  <a:lnTo>
                    <a:pt x="41" y="683"/>
                  </a:lnTo>
                  <a:lnTo>
                    <a:pt x="61" y="723"/>
                  </a:lnTo>
                  <a:lnTo>
                    <a:pt x="161" y="804"/>
                  </a:lnTo>
                  <a:lnTo>
                    <a:pt x="282" y="884"/>
                  </a:lnTo>
                  <a:lnTo>
                    <a:pt x="402" y="924"/>
                  </a:lnTo>
                  <a:lnTo>
                    <a:pt x="523" y="1004"/>
                  </a:lnTo>
                  <a:lnTo>
                    <a:pt x="623" y="1085"/>
                  </a:lnTo>
                  <a:lnTo>
                    <a:pt x="643" y="1125"/>
                  </a:lnTo>
                  <a:lnTo>
                    <a:pt x="683" y="1185"/>
                  </a:lnTo>
                  <a:lnTo>
                    <a:pt x="683" y="1265"/>
                  </a:lnTo>
                  <a:lnTo>
                    <a:pt x="683" y="1346"/>
                  </a:lnTo>
                  <a:lnTo>
                    <a:pt x="743" y="1366"/>
                  </a:lnTo>
                  <a:lnTo>
                    <a:pt x="784" y="1366"/>
                  </a:lnTo>
                  <a:lnTo>
                    <a:pt x="1527" y="663"/>
                  </a:lnTo>
                  <a:lnTo>
                    <a:pt x="1426" y="583"/>
                  </a:lnTo>
                  <a:lnTo>
                    <a:pt x="1326" y="543"/>
                  </a:lnTo>
                  <a:lnTo>
                    <a:pt x="1145" y="422"/>
                  </a:lnTo>
                  <a:lnTo>
                    <a:pt x="1045" y="362"/>
                  </a:lnTo>
                  <a:lnTo>
                    <a:pt x="984" y="261"/>
                  </a:lnTo>
                  <a:lnTo>
                    <a:pt x="924" y="161"/>
                  </a:lnTo>
                  <a:lnTo>
                    <a:pt x="904" y="41"/>
                  </a:lnTo>
                  <a:lnTo>
                    <a:pt x="864" y="21"/>
                  </a:lnTo>
                  <a:lnTo>
                    <a:pt x="824" y="21"/>
                  </a:lnTo>
                  <a:lnTo>
                    <a:pt x="70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0" name="Google Shape;430;p6"/>
            <p:cNvSpPr/>
            <p:nvPr/>
          </p:nvSpPr>
          <p:spPr>
            <a:xfrm>
              <a:off x="163266" y="3083161"/>
              <a:ext cx="61042" cy="59522"/>
            </a:xfrm>
            <a:custGeom>
              <a:rect b="b" l="l" r="r" t="t"/>
              <a:pathLst>
                <a:path extrusionOk="0" h="1567" w="1607">
                  <a:moveTo>
                    <a:pt x="864" y="0"/>
                  </a:moveTo>
                  <a:lnTo>
                    <a:pt x="783" y="20"/>
                  </a:lnTo>
                  <a:lnTo>
                    <a:pt x="723" y="60"/>
                  </a:lnTo>
                  <a:lnTo>
                    <a:pt x="683" y="121"/>
                  </a:lnTo>
                  <a:lnTo>
                    <a:pt x="663" y="181"/>
                  </a:lnTo>
                  <a:lnTo>
                    <a:pt x="623" y="321"/>
                  </a:lnTo>
                  <a:lnTo>
                    <a:pt x="583" y="382"/>
                  </a:lnTo>
                  <a:lnTo>
                    <a:pt x="542" y="422"/>
                  </a:lnTo>
                  <a:lnTo>
                    <a:pt x="422" y="522"/>
                  </a:lnTo>
                  <a:lnTo>
                    <a:pt x="281" y="602"/>
                  </a:lnTo>
                  <a:lnTo>
                    <a:pt x="0" y="763"/>
                  </a:lnTo>
                  <a:lnTo>
                    <a:pt x="201" y="763"/>
                  </a:lnTo>
                  <a:lnTo>
                    <a:pt x="281" y="803"/>
                  </a:lnTo>
                  <a:lnTo>
                    <a:pt x="362" y="823"/>
                  </a:lnTo>
                  <a:lnTo>
                    <a:pt x="402" y="884"/>
                  </a:lnTo>
                  <a:lnTo>
                    <a:pt x="462" y="944"/>
                  </a:lnTo>
                  <a:lnTo>
                    <a:pt x="542" y="1064"/>
                  </a:lnTo>
                  <a:lnTo>
                    <a:pt x="603" y="1225"/>
                  </a:lnTo>
                  <a:lnTo>
                    <a:pt x="703" y="1366"/>
                  </a:lnTo>
                  <a:lnTo>
                    <a:pt x="743" y="1426"/>
                  </a:lnTo>
                  <a:lnTo>
                    <a:pt x="804" y="1486"/>
                  </a:lnTo>
                  <a:lnTo>
                    <a:pt x="884" y="1526"/>
                  </a:lnTo>
                  <a:lnTo>
                    <a:pt x="964" y="1566"/>
                  </a:lnTo>
                  <a:lnTo>
                    <a:pt x="924" y="1466"/>
                  </a:lnTo>
                  <a:lnTo>
                    <a:pt x="924" y="1366"/>
                  </a:lnTo>
                  <a:lnTo>
                    <a:pt x="924" y="1285"/>
                  </a:lnTo>
                  <a:lnTo>
                    <a:pt x="944" y="1225"/>
                  </a:lnTo>
                  <a:lnTo>
                    <a:pt x="964" y="1165"/>
                  </a:lnTo>
                  <a:lnTo>
                    <a:pt x="1024" y="1104"/>
                  </a:lnTo>
                  <a:lnTo>
                    <a:pt x="1125" y="1024"/>
                  </a:lnTo>
                  <a:lnTo>
                    <a:pt x="1265" y="964"/>
                  </a:lnTo>
                  <a:lnTo>
                    <a:pt x="1406" y="884"/>
                  </a:lnTo>
                  <a:lnTo>
                    <a:pt x="1526" y="783"/>
                  </a:lnTo>
                  <a:lnTo>
                    <a:pt x="1567" y="723"/>
                  </a:lnTo>
                  <a:lnTo>
                    <a:pt x="1607" y="643"/>
                  </a:lnTo>
                  <a:lnTo>
                    <a:pt x="1446" y="643"/>
                  </a:lnTo>
                  <a:lnTo>
                    <a:pt x="1306" y="623"/>
                  </a:lnTo>
                  <a:lnTo>
                    <a:pt x="1205" y="562"/>
                  </a:lnTo>
                  <a:lnTo>
                    <a:pt x="1105" y="482"/>
                  </a:lnTo>
                  <a:lnTo>
                    <a:pt x="1024" y="382"/>
                  </a:lnTo>
                  <a:lnTo>
                    <a:pt x="964" y="261"/>
                  </a:lnTo>
                  <a:lnTo>
                    <a:pt x="864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1" name="Google Shape;431;p6"/>
            <p:cNvSpPr/>
            <p:nvPr/>
          </p:nvSpPr>
          <p:spPr>
            <a:xfrm>
              <a:off x="804" y="3083921"/>
              <a:ext cx="63359" cy="58003"/>
            </a:xfrm>
            <a:custGeom>
              <a:rect b="b" l="l" r="r" t="t"/>
              <a:pathLst>
                <a:path extrusionOk="0" h="1527" w="1668">
                  <a:moveTo>
                    <a:pt x="683" y="0"/>
                  </a:moveTo>
                  <a:lnTo>
                    <a:pt x="543" y="281"/>
                  </a:lnTo>
                  <a:lnTo>
                    <a:pt x="462" y="402"/>
                  </a:lnTo>
                  <a:lnTo>
                    <a:pt x="382" y="502"/>
                  </a:lnTo>
                  <a:lnTo>
                    <a:pt x="322" y="542"/>
                  </a:lnTo>
                  <a:lnTo>
                    <a:pt x="261" y="562"/>
                  </a:lnTo>
                  <a:lnTo>
                    <a:pt x="141" y="582"/>
                  </a:lnTo>
                  <a:lnTo>
                    <a:pt x="81" y="603"/>
                  </a:lnTo>
                  <a:lnTo>
                    <a:pt x="21" y="623"/>
                  </a:lnTo>
                  <a:lnTo>
                    <a:pt x="0" y="663"/>
                  </a:lnTo>
                  <a:lnTo>
                    <a:pt x="0" y="703"/>
                  </a:lnTo>
                  <a:lnTo>
                    <a:pt x="844" y="1526"/>
                  </a:lnTo>
                  <a:lnTo>
                    <a:pt x="884" y="1366"/>
                  </a:lnTo>
                  <a:lnTo>
                    <a:pt x="924" y="1245"/>
                  </a:lnTo>
                  <a:lnTo>
                    <a:pt x="1004" y="1145"/>
                  </a:lnTo>
                  <a:lnTo>
                    <a:pt x="1105" y="1044"/>
                  </a:lnTo>
                  <a:lnTo>
                    <a:pt x="1225" y="964"/>
                  </a:lnTo>
                  <a:lnTo>
                    <a:pt x="1346" y="884"/>
                  </a:lnTo>
                  <a:lnTo>
                    <a:pt x="1667" y="743"/>
                  </a:lnTo>
                  <a:lnTo>
                    <a:pt x="1265" y="562"/>
                  </a:lnTo>
                  <a:lnTo>
                    <a:pt x="1125" y="482"/>
                  </a:lnTo>
                  <a:lnTo>
                    <a:pt x="1004" y="402"/>
                  </a:lnTo>
                  <a:lnTo>
                    <a:pt x="964" y="362"/>
                  </a:lnTo>
                  <a:lnTo>
                    <a:pt x="944" y="301"/>
                  </a:lnTo>
                  <a:lnTo>
                    <a:pt x="904" y="161"/>
                  </a:lnTo>
                  <a:lnTo>
                    <a:pt x="884" y="101"/>
                  </a:lnTo>
                  <a:lnTo>
                    <a:pt x="844" y="40"/>
                  </a:lnTo>
                  <a:lnTo>
                    <a:pt x="784" y="20"/>
                  </a:lnTo>
                  <a:lnTo>
                    <a:pt x="68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2" name="Google Shape;432;p6"/>
            <p:cNvSpPr/>
            <p:nvPr/>
          </p:nvSpPr>
          <p:spPr>
            <a:xfrm>
              <a:off x="495027" y="2931373"/>
              <a:ext cx="55724" cy="51888"/>
            </a:xfrm>
            <a:custGeom>
              <a:rect b="b" l="l" r="r" t="t"/>
              <a:pathLst>
                <a:path extrusionOk="0" h="1366" w="1467">
                  <a:moveTo>
                    <a:pt x="724" y="0"/>
                  </a:moveTo>
                  <a:lnTo>
                    <a:pt x="1" y="663"/>
                  </a:lnTo>
                  <a:lnTo>
                    <a:pt x="744" y="1366"/>
                  </a:lnTo>
                  <a:lnTo>
                    <a:pt x="864" y="1145"/>
                  </a:lnTo>
                  <a:lnTo>
                    <a:pt x="1025" y="964"/>
                  </a:lnTo>
                  <a:lnTo>
                    <a:pt x="1125" y="884"/>
                  </a:lnTo>
                  <a:lnTo>
                    <a:pt x="1226" y="803"/>
                  </a:lnTo>
                  <a:lnTo>
                    <a:pt x="1346" y="743"/>
                  </a:lnTo>
                  <a:lnTo>
                    <a:pt x="1467" y="703"/>
                  </a:lnTo>
                  <a:lnTo>
                    <a:pt x="1386" y="603"/>
                  </a:lnTo>
                  <a:lnTo>
                    <a:pt x="1286" y="542"/>
                  </a:lnTo>
                  <a:lnTo>
                    <a:pt x="1085" y="422"/>
                  </a:lnTo>
                  <a:lnTo>
                    <a:pt x="985" y="342"/>
                  </a:lnTo>
                  <a:lnTo>
                    <a:pt x="904" y="261"/>
                  </a:lnTo>
                  <a:lnTo>
                    <a:pt x="864" y="161"/>
                  </a:lnTo>
                  <a:lnTo>
                    <a:pt x="824" y="40"/>
                  </a:lnTo>
                  <a:lnTo>
                    <a:pt x="804" y="20"/>
                  </a:lnTo>
                  <a:lnTo>
                    <a:pt x="764" y="20"/>
                  </a:lnTo>
                  <a:lnTo>
                    <a:pt x="724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3" name="Google Shape;433;p6"/>
            <p:cNvSpPr/>
            <p:nvPr/>
          </p:nvSpPr>
          <p:spPr>
            <a:xfrm>
              <a:off x="-4552" y="2304393"/>
              <a:ext cx="64119" cy="55724"/>
            </a:xfrm>
            <a:custGeom>
              <a:rect b="b" l="l" r="r" t="t"/>
              <a:pathLst>
                <a:path extrusionOk="0" h="1467" w="1688">
                  <a:moveTo>
                    <a:pt x="864" y="1"/>
                  </a:moveTo>
                  <a:lnTo>
                    <a:pt x="764" y="262"/>
                  </a:lnTo>
                  <a:lnTo>
                    <a:pt x="704" y="362"/>
                  </a:lnTo>
                  <a:lnTo>
                    <a:pt x="643" y="463"/>
                  </a:lnTo>
                  <a:lnTo>
                    <a:pt x="523" y="543"/>
                  </a:lnTo>
                  <a:lnTo>
                    <a:pt x="382" y="623"/>
                  </a:lnTo>
                  <a:lnTo>
                    <a:pt x="1" y="844"/>
                  </a:lnTo>
                  <a:lnTo>
                    <a:pt x="162" y="864"/>
                  </a:lnTo>
                  <a:lnTo>
                    <a:pt x="302" y="904"/>
                  </a:lnTo>
                  <a:lnTo>
                    <a:pt x="423" y="965"/>
                  </a:lnTo>
                  <a:lnTo>
                    <a:pt x="543" y="1025"/>
                  </a:lnTo>
                  <a:lnTo>
                    <a:pt x="623" y="1085"/>
                  </a:lnTo>
                  <a:lnTo>
                    <a:pt x="704" y="1186"/>
                  </a:lnTo>
                  <a:lnTo>
                    <a:pt x="744" y="1286"/>
                  </a:lnTo>
                  <a:lnTo>
                    <a:pt x="784" y="1406"/>
                  </a:lnTo>
                  <a:lnTo>
                    <a:pt x="804" y="1427"/>
                  </a:lnTo>
                  <a:lnTo>
                    <a:pt x="864" y="1447"/>
                  </a:lnTo>
                  <a:lnTo>
                    <a:pt x="985" y="1467"/>
                  </a:lnTo>
                  <a:lnTo>
                    <a:pt x="1045" y="1286"/>
                  </a:lnTo>
                  <a:lnTo>
                    <a:pt x="1065" y="1206"/>
                  </a:lnTo>
                  <a:lnTo>
                    <a:pt x="1105" y="1145"/>
                  </a:lnTo>
                  <a:lnTo>
                    <a:pt x="1246" y="1045"/>
                  </a:lnTo>
                  <a:lnTo>
                    <a:pt x="1386" y="945"/>
                  </a:lnTo>
                  <a:lnTo>
                    <a:pt x="1688" y="744"/>
                  </a:lnTo>
                  <a:lnTo>
                    <a:pt x="1547" y="684"/>
                  </a:lnTo>
                  <a:lnTo>
                    <a:pt x="1427" y="623"/>
                  </a:lnTo>
                  <a:lnTo>
                    <a:pt x="1306" y="543"/>
                  </a:lnTo>
                  <a:lnTo>
                    <a:pt x="1206" y="463"/>
                  </a:lnTo>
                  <a:lnTo>
                    <a:pt x="1105" y="362"/>
                  </a:lnTo>
                  <a:lnTo>
                    <a:pt x="1025" y="262"/>
                  </a:lnTo>
                  <a:lnTo>
                    <a:pt x="864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4" name="Google Shape;434;p6"/>
            <p:cNvSpPr/>
            <p:nvPr/>
          </p:nvSpPr>
          <p:spPr>
            <a:xfrm>
              <a:off x="167824" y="2308989"/>
              <a:ext cx="53445" cy="50368"/>
            </a:xfrm>
            <a:custGeom>
              <a:rect b="b" l="l" r="r" t="t"/>
              <a:pathLst>
                <a:path extrusionOk="0" h="1326" w="1407">
                  <a:moveTo>
                    <a:pt x="684" y="0"/>
                  </a:moveTo>
                  <a:lnTo>
                    <a:pt x="1" y="663"/>
                  </a:lnTo>
                  <a:lnTo>
                    <a:pt x="724" y="1326"/>
                  </a:lnTo>
                  <a:lnTo>
                    <a:pt x="764" y="1225"/>
                  </a:lnTo>
                  <a:lnTo>
                    <a:pt x="824" y="1105"/>
                  </a:lnTo>
                  <a:lnTo>
                    <a:pt x="904" y="1024"/>
                  </a:lnTo>
                  <a:lnTo>
                    <a:pt x="985" y="944"/>
                  </a:lnTo>
                  <a:lnTo>
                    <a:pt x="1186" y="804"/>
                  </a:lnTo>
                  <a:lnTo>
                    <a:pt x="1406" y="683"/>
                  </a:lnTo>
                  <a:lnTo>
                    <a:pt x="1326" y="583"/>
                  </a:lnTo>
                  <a:lnTo>
                    <a:pt x="1246" y="522"/>
                  </a:lnTo>
                  <a:lnTo>
                    <a:pt x="1045" y="402"/>
                  </a:lnTo>
                  <a:lnTo>
                    <a:pt x="945" y="342"/>
                  </a:lnTo>
                  <a:lnTo>
                    <a:pt x="864" y="261"/>
                  </a:lnTo>
                  <a:lnTo>
                    <a:pt x="804" y="161"/>
                  </a:lnTo>
                  <a:lnTo>
                    <a:pt x="784" y="41"/>
                  </a:lnTo>
                  <a:lnTo>
                    <a:pt x="764" y="20"/>
                  </a:lnTo>
                  <a:lnTo>
                    <a:pt x="724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5" name="Google Shape;435;p6"/>
            <p:cNvSpPr/>
            <p:nvPr/>
          </p:nvSpPr>
          <p:spPr>
            <a:xfrm>
              <a:off x="332565" y="2309748"/>
              <a:ext cx="51166" cy="48089"/>
            </a:xfrm>
            <a:custGeom>
              <a:rect b="b" l="l" r="r" t="t"/>
              <a:pathLst>
                <a:path extrusionOk="0" h="1266" w="1347">
                  <a:moveTo>
                    <a:pt x="664" y="0"/>
                  </a:moveTo>
                  <a:lnTo>
                    <a:pt x="1" y="623"/>
                  </a:lnTo>
                  <a:lnTo>
                    <a:pt x="684" y="1265"/>
                  </a:lnTo>
                  <a:lnTo>
                    <a:pt x="1346" y="603"/>
                  </a:lnTo>
                  <a:lnTo>
                    <a:pt x="664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6" name="Google Shape;436;p6"/>
            <p:cNvSpPr/>
            <p:nvPr/>
          </p:nvSpPr>
          <p:spPr>
            <a:xfrm>
              <a:off x="330286" y="2925257"/>
              <a:ext cx="54964" cy="60282"/>
            </a:xfrm>
            <a:custGeom>
              <a:rect b="b" l="l" r="r" t="t"/>
              <a:pathLst>
                <a:path extrusionOk="0" h="1587" w="1447">
                  <a:moveTo>
                    <a:pt x="704" y="1"/>
                  </a:moveTo>
                  <a:lnTo>
                    <a:pt x="663" y="161"/>
                  </a:lnTo>
                  <a:lnTo>
                    <a:pt x="583" y="302"/>
                  </a:lnTo>
                  <a:lnTo>
                    <a:pt x="503" y="422"/>
                  </a:lnTo>
                  <a:lnTo>
                    <a:pt x="422" y="523"/>
                  </a:lnTo>
                  <a:lnTo>
                    <a:pt x="322" y="583"/>
                  </a:lnTo>
                  <a:lnTo>
                    <a:pt x="202" y="663"/>
                  </a:lnTo>
                  <a:lnTo>
                    <a:pt x="1" y="784"/>
                  </a:lnTo>
                  <a:lnTo>
                    <a:pt x="824" y="1587"/>
                  </a:lnTo>
                  <a:lnTo>
                    <a:pt x="844" y="1466"/>
                  </a:lnTo>
                  <a:lnTo>
                    <a:pt x="884" y="1346"/>
                  </a:lnTo>
                  <a:lnTo>
                    <a:pt x="924" y="1246"/>
                  </a:lnTo>
                  <a:lnTo>
                    <a:pt x="1005" y="1165"/>
                  </a:lnTo>
                  <a:lnTo>
                    <a:pt x="1065" y="1085"/>
                  </a:lnTo>
                  <a:lnTo>
                    <a:pt x="1165" y="1025"/>
                  </a:lnTo>
                  <a:lnTo>
                    <a:pt x="1266" y="964"/>
                  </a:lnTo>
                  <a:lnTo>
                    <a:pt x="1386" y="944"/>
                  </a:lnTo>
                  <a:lnTo>
                    <a:pt x="1406" y="904"/>
                  </a:lnTo>
                  <a:lnTo>
                    <a:pt x="1426" y="864"/>
                  </a:lnTo>
                  <a:lnTo>
                    <a:pt x="1446" y="744"/>
                  </a:lnTo>
                  <a:lnTo>
                    <a:pt x="1226" y="643"/>
                  </a:lnTo>
                  <a:lnTo>
                    <a:pt x="1125" y="603"/>
                  </a:lnTo>
                  <a:lnTo>
                    <a:pt x="1025" y="543"/>
                  </a:lnTo>
                  <a:lnTo>
                    <a:pt x="944" y="442"/>
                  </a:lnTo>
                  <a:lnTo>
                    <a:pt x="864" y="322"/>
                  </a:lnTo>
                  <a:lnTo>
                    <a:pt x="704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7" name="Google Shape;437;p6"/>
            <p:cNvSpPr/>
            <p:nvPr/>
          </p:nvSpPr>
          <p:spPr>
            <a:xfrm>
              <a:off x="164785" y="2929854"/>
              <a:ext cx="57243" cy="57243"/>
            </a:xfrm>
            <a:custGeom>
              <a:rect b="b" l="l" r="r" t="t"/>
              <a:pathLst>
                <a:path extrusionOk="0" h="1507" w="1507">
                  <a:moveTo>
                    <a:pt x="824" y="0"/>
                  </a:moveTo>
                  <a:lnTo>
                    <a:pt x="1" y="743"/>
                  </a:lnTo>
                  <a:lnTo>
                    <a:pt x="262" y="864"/>
                  </a:lnTo>
                  <a:lnTo>
                    <a:pt x="382" y="944"/>
                  </a:lnTo>
                  <a:lnTo>
                    <a:pt x="482" y="1024"/>
                  </a:lnTo>
                  <a:lnTo>
                    <a:pt x="563" y="1125"/>
                  </a:lnTo>
                  <a:lnTo>
                    <a:pt x="623" y="1245"/>
                  </a:lnTo>
                  <a:lnTo>
                    <a:pt x="764" y="1506"/>
                  </a:lnTo>
                  <a:lnTo>
                    <a:pt x="944" y="1205"/>
                  </a:lnTo>
                  <a:lnTo>
                    <a:pt x="1105" y="964"/>
                  </a:lnTo>
                  <a:lnTo>
                    <a:pt x="1145" y="924"/>
                  </a:lnTo>
                  <a:lnTo>
                    <a:pt x="1205" y="904"/>
                  </a:lnTo>
                  <a:lnTo>
                    <a:pt x="1346" y="864"/>
                  </a:lnTo>
                  <a:lnTo>
                    <a:pt x="1406" y="843"/>
                  </a:lnTo>
                  <a:lnTo>
                    <a:pt x="1466" y="803"/>
                  </a:lnTo>
                  <a:lnTo>
                    <a:pt x="1506" y="743"/>
                  </a:lnTo>
                  <a:lnTo>
                    <a:pt x="1506" y="643"/>
                  </a:lnTo>
                  <a:lnTo>
                    <a:pt x="1386" y="603"/>
                  </a:lnTo>
                  <a:lnTo>
                    <a:pt x="1266" y="542"/>
                  </a:lnTo>
                  <a:lnTo>
                    <a:pt x="1165" y="462"/>
                  </a:lnTo>
                  <a:lnTo>
                    <a:pt x="1085" y="402"/>
                  </a:lnTo>
                  <a:lnTo>
                    <a:pt x="984" y="301"/>
                  </a:lnTo>
                  <a:lnTo>
                    <a:pt x="924" y="221"/>
                  </a:lnTo>
                  <a:lnTo>
                    <a:pt x="864" y="101"/>
                  </a:lnTo>
                  <a:lnTo>
                    <a:pt x="824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8" name="Google Shape;438;p6"/>
            <p:cNvSpPr/>
            <p:nvPr/>
          </p:nvSpPr>
          <p:spPr>
            <a:xfrm>
              <a:off x="804" y="2926017"/>
              <a:ext cx="57243" cy="58003"/>
            </a:xfrm>
            <a:custGeom>
              <a:rect b="b" l="l" r="r" t="t"/>
              <a:pathLst>
                <a:path extrusionOk="0" h="1527" w="1507">
                  <a:moveTo>
                    <a:pt x="743" y="1"/>
                  </a:moveTo>
                  <a:lnTo>
                    <a:pt x="563" y="322"/>
                  </a:lnTo>
                  <a:lnTo>
                    <a:pt x="482" y="442"/>
                  </a:lnTo>
                  <a:lnTo>
                    <a:pt x="402" y="563"/>
                  </a:lnTo>
                  <a:lnTo>
                    <a:pt x="342" y="603"/>
                  </a:lnTo>
                  <a:lnTo>
                    <a:pt x="282" y="623"/>
                  </a:lnTo>
                  <a:lnTo>
                    <a:pt x="141" y="643"/>
                  </a:lnTo>
                  <a:lnTo>
                    <a:pt x="41" y="663"/>
                  </a:lnTo>
                  <a:lnTo>
                    <a:pt x="0" y="683"/>
                  </a:lnTo>
                  <a:lnTo>
                    <a:pt x="0" y="744"/>
                  </a:lnTo>
                  <a:lnTo>
                    <a:pt x="763" y="1527"/>
                  </a:lnTo>
                  <a:lnTo>
                    <a:pt x="1506" y="744"/>
                  </a:lnTo>
                  <a:lnTo>
                    <a:pt x="1265" y="643"/>
                  </a:lnTo>
                  <a:lnTo>
                    <a:pt x="1145" y="563"/>
                  </a:lnTo>
                  <a:lnTo>
                    <a:pt x="1024" y="483"/>
                  </a:lnTo>
                  <a:lnTo>
                    <a:pt x="944" y="382"/>
                  </a:lnTo>
                  <a:lnTo>
                    <a:pt x="884" y="282"/>
                  </a:lnTo>
                  <a:lnTo>
                    <a:pt x="743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9" name="Google Shape;439;p6"/>
            <p:cNvSpPr/>
            <p:nvPr/>
          </p:nvSpPr>
          <p:spPr>
            <a:xfrm>
              <a:off x="494267" y="2774229"/>
              <a:ext cx="54205" cy="51166"/>
            </a:xfrm>
            <a:custGeom>
              <a:rect b="b" l="l" r="r" t="t"/>
              <a:pathLst>
                <a:path extrusionOk="0" h="1347" w="1427">
                  <a:moveTo>
                    <a:pt x="684" y="1"/>
                  </a:moveTo>
                  <a:lnTo>
                    <a:pt x="603" y="222"/>
                  </a:lnTo>
                  <a:lnTo>
                    <a:pt x="543" y="322"/>
                  </a:lnTo>
                  <a:lnTo>
                    <a:pt x="483" y="402"/>
                  </a:lnTo>
                  <a:lnTo>
                    <a:pt x="362" y="483"/>
                  </a:lnTo>
                  <a:lnTo>
                    <a:pt x="242" y="543"/>
                  </a:lnTo>
                  <a:lnTo>
                    <a:pt x="1" y="664"/>
                  </a:lnTo>
                  <a:lnTo>
                    <a:pt x="744" y="1346"/>
                  </a:lnTo>
                  <a:lnTo>
                    <a:pt x="1426" y="684"/>
                  </a:lnTo>
                  <a:lnTo>
                    <a:pt x="684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0" name="Google Shape;440;p6"/>
            <p:cNvSpPr/>
            <p:nvPr/>
          </p:nvSpPr>
          <p:spPr>
            <a:xfrm>
              <a:off x="-1475" y="2463816"/>
              <a:ext cx="58003" cy="53445"/>
            </a:xfrm>
            <a:custGeom>
              <a:rect b="b" l="l" r="r" t="t"/>
              <a:pathLst>
                <a:path extrusionOk="0" h="1407" w="1527">
                  <a:moveTo>
                    <a:pt x="783" y="1"/>
                  </a:moveTo>
                  <a:lnTo>
                    <a:pt x="683" y="161"/>
                  </a:lnTo>
                  <a:lnTo>
                    <a:pt x="623" y="282"/>
                  </a:lnTo>
                  <a:lnTo>
                    <a:pt x="542" y="362"/>
                  </a:lnTo>
                  <a:lnTo>
                    <a:pt x="422" y="442"/>
                  </a:lnTo>
                  <a:lnTo>
                    <a:pt x="301" y="523"/>
                  </a:lnTo>
                  <a:lnTo>
                    <a:pt x="0" y="663"/>
                  </a:lnTo>
                  <a:lnTo>
                    <a:pt x="301" y="844"/>
                  </a:lnTo>
                  <a:lnTo>
                    <a:pt x="422" y="904"/>
                  </a:lnTo>
                  <a:lnTo>
                    <a:pt x="542" y="984"/>
                  </a:lnTo>
                  <a:lnTo>
                    <a:pt x="582" y="1045"/>
                  </a:lnTo>
                  <a:lnTo>
                    <a:pt x="603" y="1105"/>
                  </a:lnTo>
                  <a:lnTo>
                    <a:pt x="643" y="1225"/>
                  </a:lnTo>
                  <a:lnTo>
                    <a:pt x="683" y="1346"/>
                  </a:lnTo>
                  <a:lnTo>
                    <a:pt x="703" y="1386"/>
                  </a:lnTo>
                  <a:lnTo>
                    <a:pt x="763" y="1406"/>
                  </a:lnTo>
                  <a:lnTo>
                    <a:pt x="1526" y="683"/>
                  </a:lnTo>
                  <a:lnTo>
                    <a:pt x="783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1" name="Google Shape;441;p6"/>
            <p:cNvSpPr/>
            <p:nvPr/>
          </p:nvSpPr>
          <p:spPr>
            <a:xfrm>
              <a:off x="167065" y="2464575"/>
              <a:ext cx="53445" cy="50368"/>
            </a:xfrm>
            <a:custGeom>
              <a:rect b="b" l="l" r="r" t="t"/>
              <a:pathLst>
                <a:path extrusionOk="0" h="1326" w="1407">
                  <a:moveTo>
                    <a:pt x="704" y="1"/>
                  </a:moveTo>
                  <a:lnTo>
                    <a:pt x="1" y="663"/>
                  </a:lnTo>
                  <a:lnTo>
                    <a:pt x="704" y="1326"/>
                  </a:lnTo>
                  <a:lnTo>
                    <a:pt x="1406" y="663"/>
                  </a:lnTo>
                  <a:lnTo>
                    <a:pt x="704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2" name="Google Shape;442;p6"/>
            <p:cNvSpPr/>
            <p:nvPr/>
          </p:nvSpPr>
          <p:spPr>
            <a:xfrm>
              <a:off x="333363" y="1998575"/>
              <a:ext cx="50368" cy="46532"/>
            </a:xfrm>
            <a:custGeom>
              <a:rect b="b" l="l" r="r" t="t"/>
              <a:pathLst>
                <a:path extrusionOk="0" h="1225" w="1326">
                  <a:moveTo>
                    <a:pt x="643" y="0"/>
                  </a:moveTo>
                  <a:lnTo>
                    <a:pt x="0" y="622"/>
                  </a:lnTo>
                  <a:lnTo>
                    <a:pt x="643" y="1225"/>
                  </a:lnTo>
                  <a:lnTo>
                    <a:pt x="1325" y="643"/>
                  </a:lnTo>
                  <a:lnTo>
                    <a:pt x="64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3" name="Google Shape;443;p6"/>
            <p:cNvSpPr/>
            <p:nvPr/>
          </p:nvSpPr>
          <p:spPr>
            <a:xfrm>
              <a:off x="330286" y="2775786"/>
              <a:ext cx="54205" cy="50368"/>
            </a:xfrm>
            <a:custGeom>
              <a:rect b="b" l="l" r="r" t="t"/>
              <a:pathLst>
                <a:path extrusionOk="0" h="1326" w="1427">
                  <a:moveTo>
                    <a:pt x="724" y="0"/>
                  </a:moveTo>
                  <a:lnTo>
                    <a:pt x="1" y="683"/>
                  </a:lnTo>
                  <a:lnTo>
                    <a:pt x="81" y="743"/>
                  </a:lnTo>
                  <a:lnTo>
                    <a:pt x="181" y="803"/>
                  </a:lnTo>
                  <a:lnTo>
                    <a:pt x="382" y="904"/>
                  </a:lnTo>
                  <a:lnTo>
                    <a:pt x="463" y="964"/>
                  </a:lnTo>
                  <a:lnTo>
                    <a:pt x="543" y="1044"/>
                  </a:lnTo>
                  <a:lnTo>
                    <a:pt x="583" y="1165"/>
                  </a:lnTo>
                  <a:lnTo>
                    <a:pt x="623" y="1285"/>
                  </a:lnTo>
                  <a:lnTo>
                    <a:pt x="643" y="1305"/>
                  </a:lnTo>
                  <a:lnTo>
                    <a:pt x="683" y="1325"/>
                  </a:lnTo>
                  <a:lnTo>
                    <a:pt x="724" y="1325"/>
                  </a:lnTo>
                  <a:lnTo>
                    <a:pt x="1426" y="643"/>
                  </a:lnTo>
                  <a:lnTo>
                    <a:pt x="724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4" name="Google Shape;444;p6"/>
            <p:cNvSpPr/>
            <p:nvPr/>
          </p:nvSpPr>
          <p:spPr>
            <a:xfrm>
              <a:off x="162506" y="2771190"/>
              <a:ext cx="70196" cy="58003"/>
            </a:xfrm>
            <a:custGeom>
              <a:rect b="b" l="l" r="r" t="t"/>
              <a:pathLst>
                <a:path extrusionOk="0" h="1527" w="1848">
                  <a:moveTo>
                    <a:pt x="824" y="1"/>
                  </a:moveTo>
                  <a:lnTo>
                    <a:pt x="663" y="282"/>
                  </a:lnTo>
                  <a:lnTo>
                    <a:pt x="603" y="402"/>
                  </a:lnTo>
                  <a:lnTo>
                    <a:pt x="522" y="503"/>
                  </a:lnTo>
                  <a:lnTo>
                    <a:pt x="402" y="583"/>
                  </a:lnTo>
                  <a:lnTo>
                    <a:pt x="281" y="643"/>
                  </a:lnTo>
                  <a:lnTo>
                    <a:pt x="0" y="784"/>
                  </a:lnTo>
                  <a:lnTo>
                    <a:pt x="322" y="944"/>
                  </a:lnTo>
                  <a:lnTo>
                    <a:pt x="442" y="1025"/>
                  </a:lnTo>
                  <a:lnTo>
                    <a:pt x="562" y="1105"/>
                  </a:lnTo>
                  <a:lnTo>
                    <a:pt x="603" y="1145"/>
                  </a:lnTo>
                  <a:lnTo>
                    <a:pt x="623" y="1205"/>
                  </a:lnTo>
                  <a:lnTo>
                    <a:pt x="663" y="1346"/>
                  </a:lnTo>
                  <a:lnTo>
                    <a:pt x="683" y="1406"/>
                  </a:lnTo>
                  <a:lnTo>
                    <a:pt x="723" y="1466"/>
                  </a:lnTo>
                  <a:lnTo>
                    <a:pt x="803" y="1507"/>
                  </a:lnTo>
                  <a:lnTo>
                    <a:pt x="884" y="1527"/>
                  </a:lnTo>
                  <a:lnTo>
                    <a:pt x="924" y="1386"/>
                  </a:lnTo>
                  <a:lnTo>
                    <a:pt x="984" y="1266"/>
                  </a:lnTo>
                  <a:lnTo>
                    <a:pt x="1064" y="1165"/>
                  </a:lnTo>
                  <a:lnTo>
                    <a:pt x="1165" y="1065"/>
                  </a:lnTo>
                  <a:lnTo>
                    <a:pt x="1305" y="984"/>
                  </a:lnTo>
                  <a:lnTo>
                    <a:pt x="1446" y="904"/>
                  </a:lnTo>
                  <a:lnTo>
                    <a:pt x="1627" y="824"/>
                  </a:lnTo>
                  <a:lnTo>
                    <a:pt x="1848" y="744"/>
                  </a:lnTo>
                  <a:lnTo>
                    <a:pt x="1607" y="703"/>
                  </a:lnTo>
                  <a:lnTo>
                    <a:pt x="1426" y="643"/>
                  </a:lnTo>
                  <a:lnTo>
                    <a:pt x="1285" y="563"/>
                  </a:lnTo>
                  <a:lnTo>
                    <a:pt x="1145" y="462"/>
                  </a:lnTo>
                  <a:lnTo>
                    <a:pt x="1044" y="362"/>
                  </a:lnTo>
                  <a:lnTo>
                    <a:pt x="964" y="242"/>
                  </a:lnTo>
                  <a:lnTo>
                    <a:pt x="824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5" name="Google Shape;445;p6"/>
            <p:cNvSpPr/>
            <p:nvPr/>
          </p:nvSpPr>
          <p:spPr>
            <a:xfrm>
              <a:off x="804" y="2773469"/>
              <a:ext cx="58763" cy="55724"/>
            </a:xfrm>
            <a:custGeom>
              <a:rect b="b" l="l" r="r" t="t"/>
              <a:pathLst>
                <a:path extrusionOk="0" h="1467" w="1547">
                  <a:moveTo>
                    <a:pt x="643" y="1"/>
                  </a:moveTo>
                  <a:lnTo>
                    <a:pt x="603" y="41"/>
                  </a:lnTo>
                  <a:lnTo>
                    <a:pt x="563" y="141"/>
                  </a:lnTo>
                  <a:lnTo>
                    <a:pt x="543" y="282"/>
                  </a:lnTo>
                  <a:lnTo>
                    <a:pt x="522" y="342"/>
                  </a:lnTo>
                  <a:lnTo>
                    <a:pt x="502" y="402"/>
                  </a:lnTo>
                  <a:lnTo>
                    <a:pt x="442" y="463"/>
                  </a:lnTo>
                  <a:lnTo>
                    <a:pt x="362" y="503"/>
                  </a:lnTo>
                  <a:lnTo>
                    <a:pt x="201" y="523"/>
                  </a:lnTo>
                  <a:lnTo>
                    <a:pt x="121" y="543"/>
                  </a:lnTo>
                  <a:lnTo>
                    <a:pt x="61" y="563"/>
                  </a:lnTo>
                  <a:lnTo>
                    <a:pt x="21" y="603"/>
                  </a:lnTo>
                  <a:lnTo>
                    <a:pt x="0" y="663"/>
                  </a:lnTo>
                  <a:lnTo>
                    <a:pt x="784" y="1467"/>
                  </a:lnTo>
                  <a:lnTo>
                    <a:pt x="924" y="1226"/>
                  </a:lnTo>
                  <a:lnTo>
                    <a:pt x="984" y="1105"/>
                  </a:lnTo>
                  <a:lnTo>
                    <a:pt x="1065" y="1005"/>
                  </a:lnTo>
                  <a:lnTo>
                    <a:pt x="1165" y="924"/>
                  </a:lnTo>
                  <a:lnTo>
                    <a:pt x="1286" y="864"/>
                  </a:lnTo>
                  <a:lnTo>
                    <a:pt x="1547" y="764"/>
                  </a:lnTo>
                  <a:lnTo>
                    <a:pt x="683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6" name="Google Shape;446;p6"/>
            <p:cNvSpPr/>
            <p:nvPr/>
          </p:nvSpPr>
          <p:spPr>
            <a:xfrm>
              <a:off x="326488" y="2620922"/>
              <a:ext cx="57243" cy="54205"/>
            </a:xfrm>
            <a:custGeom>
              <a:rect b="b" l="l" r="r" t="t"/>
              <a:pathLst>
                <a:path extrusionOk="0" h="1427" w="1507">
                  <a:moveTo>
                    <a:pt x="824" y="1"/>
                  </a:moveTo>
                  <a:lnTo>
                    <a:pt x="0" y="764"/>
                  </a:lnTo>
                  <a:lnTo>
                    <a:pt x="181" y="764"/>
                  </a:lnTo>
                  <a:lnTo>
                    <a:pt x="322" y="784"/>
                  </a:lnTo>
                  <a:lnTo>
                    <a:pt x="442" y="844"/>
                  </a:lnTo>
                  <a:lnTo>
                    <a:pt x="543" y="945"/>
                  </a:lnTo>
                  <a:lnTo>
                    <a:pt x="623" y="1045"/>
                  </a:lnTo>
                  <a:lnTo>
                    <a:pt x="703" y="1166"/>
                  </a:lnTo>
                  <a:lnTo>
                    <a:pt x="884" y="1427"/>
                  </a:lnTo>
                  <a:lnTo>
                    <a:pt x="964" y="1186"/>
                  </a:lnTo>
                  <a:lnTo>
                    <a:pt x="1024" y="1085"/>
                  </a:lnTo>
                  <a:lnTo>
                    <a:pt x="1085" y="985"/>
                  </a:lnTo>
                  <a:lnTo>
                    <a:pt x="1165" y="904"/>
                  </a:lnTo>
                  <a:lnTo>
                    <a:pt x="1245" y="844"/>
                  </a:lnTo>
                  <a:lnTo>
                    <a:pt x="1346" y="784"/>
                  </a:lnTo>
                  <a:lnTo>
                    <a:pt x="1466" y="744"/>
                  </a:lnTo>
                  <a:lnTo>
                    <a:pt x="1486" y="724"/>
                  </a:lnTo>
                  <a:lnTo>
                    <a:pt x="1506" y="684"/>
                  </a:lnTo>
                  <a:lnTo>
                    <a:pt x="1506" y="623"/>
                  </a:lnTo>
                  <a:lnTo>
                    <a:pt x="824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7" name="Google Shape;447;p6"/>
            <p:cNvSpPr/>
            <p:nvPr/>
          </p:nvSpPr>
          <p:spPr>
            <a:xfrm>
              <a:off x="804" y="2619402"/>
              <a:ext cx="57243" cy="53445"/>
            </a:xfrm>
            <a:custGeom>
              <a:rect b="b" l="l" r="r" t="t"/>
              <a:pathLst>
                <a:path extrusionOk="0" h="1407" w="1507">
                  <a:moveTo>
                    <a:pt x="763" y="1"/>
                  </a:moveTo>
                  <a:lnTo>
                    <a:pt x="0" y="724"/>
                  </a:lnTo>
                  <a:lnTo>
                    <a:pt x="261" y="864"/>
                  </a:lnTo>
                  <a:lnTo>
                    <a:pt x="382" y="924"/>
                  </a:lnTo>
                  <a:lnTo>
                    <a:pt x="502" y="1005"/>
                  </a:lnTo>
                  <a:lnTo>
                    <a:pt x="543" y="1065"/>
                  </a:lnTo>
                  <a:lnTo>
                    <a:pt x="563" y="1125"/>
                  </a:lnTo>
                  <a:lnTo>
                    <a:pt x="603" y="1246"/>
                  </a:lnTo>
                  <a:lnTo>
                    <a:pt x="623" y="1306"/>
                  </a:lnTo>
                  <a:lnTo>
                    <a:pt x="683" y="1366"/>
                  </a:lnTo>
                  <a:lnTo>
                    <a:pt x="743" y="1386"/>
                  </a:lnTo>
                  <a:lnTo>
                    <a:pt x="844" y="1406"/>
                  </a:lnTo>
                  <a:lnTo>
                    <a:pt x="864" y="1266"/>
                  </a:lnTo>
                  <a:lnTo>
                    <a:pt x="924" y="1145"/>
                  </a:lnTo>
                  <a:lnTo>
                    <a:pt x="984" y="1045"/>
                  </a:lnTo>
                  <a:lnTo>
                    <a:pt x="1085" y="965"/>
                  </a:lnTo>
                  <a:lnTo>
                    <a:pt x="1306" y="844"/>
                  </a:lnTo>
                  <a:lnTo>
                    <a:pt x="1506" y="704"/>
                  </a:lnTo>
                  <a:lnTo>
                    <a:pt x="763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8" name="Google Shape;448;p6"/>
            <p:cNvSpPr/>
            <p:nvPr/>
          </p:nvSpPr>
          <p:spPr>
            <a:xfrm>
              <a:off x="167065" y="2617883"/>
              <a:ext cx="58003" cy="54964"/>
            </a:xfrm>
            <a:custGeom>
              <a:rect b="b" l="l" r="r" t="t"/>
              <a:pathLst>
                <a:path extrusionOk="0" h="1447" w="1527">
                  <a:moveTo>
                    <a:pt x="724" y="1"/>
                  </a:moveTo>
                  <a:lnTo>
                    <a:pt x="1" y="723"/>
                  </a:lnTo>
                  <a:lnTo>
                    <a:pt x="724" y="1446"/>
                  </a:lnTo>
                  <a:lnTo>
                    <a:pt x="864" y="1205"/>
                  </a:lnTo>
                  <a:lnTo>
                    <a:pt x="924" y="1105"/>
                  </a:lnTo>
                  <a:lnTo>
                    <a:pt x="1005" y="1005"/>
                  </a:lnTo>
                  <a:lnTo>
                    <a:pt x="1105" y="924"/>
                  </a:lnTo>
                  <a:lnTo>
                    <a:pt x="1226" y="844"/>
                  </a:lnTo>
                  <a:lnTo>
                    <a:pt x="1527" y="703"/>
                  </a:lnTo>
                  <a:lnTo>
                    <a:pt x="1386" y="643"/>
                  </a:lnTo>
                  <a:lnTo>
                    <a:pt x="1246" y="583"/>
                  </a:lnTo>
                  <a:lnTo>
                    <a:pt x="1125" y="503"/>
                  </a:lnTo>
                  <a:lnTo>
                    <a:pt x="1025" y="422"/>
                  </a:lnTo>
                  <a:lnTo>
                    <a:pt x="924" y="322"/>
                  </a:lnTo>
                  <a:lnTo>
                    <a:pt x="844" y="221"/>
                  </a:lnTo>
                  <a:lnTo>
                    <a:pt x="784" y="121"/>
                  </a:lnTo>
                  <a:lnTo>
                    <a:pt x="724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9" name="Google Shape;449;p6"/>
            <p:cNvSpPr/>
            <p:nvPr/>
          </p:nvSpPr>
          <p:spPr>
            <a:xfrm>
              <a:off x="497344" y="2000854"/>
              <a:ext cx="49608" cy="44253"/>
            </a:xfrm>
            <a:custGeom>
              <a:rect b="b" l="l" r="r" t="t"/>
              <a:pathLst>
                <a:path extrusionOk="0" h="1165" w="1306">
                  <a:moveTo>
                    <a:pt x="663" y="0"/>
                  </a:moveTo>
                  <a:lnTo>
                    <a:pt x="0" y="562"/>
                  </a:lnTo>
                  <a:lnTo>
                    <a:pt x="643" y="1165"/>
                  </a:lnTo>
                  <a:lnTo>
                    <a:pt x="1305" y="583"/>
                  </a:lnTo>
                  <a:lnTo>
                    <a:pt x="66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0" name="Google Shape;450;p6"/>
            <p:cNvSpPr/>
            <p:nvPr/>
          </p:nvSpPr>
          <p:spPr>
            <a:xfrm>
              <a:off x="659806" y="2621681"/>
              <a:ext cx="51888" cy="48089"/>
            </a:xfrm>
            <a:custGeom>
              <a:rect b="b" l="l" r="r" t="t"/>
              <a:pathLst>
                <a:path extrusionOk="0" h="1266" w="1366">
                  <a:moveTo>
                    <a:pt x="703" y="1"/>
                  </a:moveTo>
                  <a:lnTo>
                    <a:pt x="0" y="603"/>
                  </a:lnTo>
                  <a:lnTo>
                    <a:pt x="723" y="1266"/>
                  </a:lnTo>
                  <a:lnTo>
                    <a:pt x="1365" y="603"/>
                  </a:lnTo>
                  <a:lnTo>
                    <a:pt x="703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1" name="Google Shape;451;p6"/>
            <p:cNvSpPr/>
            <p:nvPr/>
          </p:nvSpPr>
          <p:spPr>
            <a:xfrm>
              <a:off x="649094" y="3085440"/>
              <a:ext cx="63359" cy="54964"/>
            </a:xfrm>
            <a:custGeom>
              <a:rect b="b" l="l" r="r" t="t"/>
              <a:pathLst>
                <a:path extrusionOk="0" h="1447" w="1668">
                  <a:moveTo>
                    <a:pt x="945" y="0"/>
                  </a:moveTo>
                  <a:lnTo>
                    <a:pt x="905" y="121"/>
                  </a:lnTo>
                  <a:lnTo>
                    <a:pt x="824" y="221"/>
                  </a:lnTo>
                  <a:lnTo>
                    <a:pt x="744" y="322"/>
                  </a:lnTo>
                  <a:lnTo>
                    <a:pt x="644" y="422"/>
                  </a:lnTo>
                  <a:lnTo>
                    <a:pt x="523" y="502"/>
                  </a:lnTo>
                  <a:lnTo>
                    <a:pt x="382" y="583"/>
                  </a:lnTo>
                  <a:lnTo>
                    <a:pt x="1" y="743"/>
                  </a:lnTo>
                  <a:lnTo>
                    <a:pt x="222" y="783"/>
                  </a:lnTo>
                  <a:lnTo>
                    <a:pt x="382" y="844"/>
                  </a:lnTo>
                  <a:lnTo>
                    <a:pt x="543" y="924"/>
                  </a:lnTo>
                  <a:lnTo>
                    <a:pt x="664" y="1004"/>
                  </a:lnTo>
                  <a:lnTo>
                    <a:pt x="744" y="1105"/>
                  </a:lnTo>
                  <a:lnTo>
                    <a:pt x="824" y="1205"/>
                  </a:lnTo>
                  <a:lnTo>
                    <a:pt x="884" y="1326"/>
                  </a:lnTo>
                  <a:lnTo>
                    <a:pt x="945" y="1446"/>
                  </a:lnTo>
                  <a:lnTo>
                    <a:pt x="1668" y="683"/>
                  </a:lnTo>
                  <a:lnTo>
                    <a:pt x="945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2" name="Google Shape;452;p6"/>
            <p:cNvSpPr/>
            <p:nvPr/>
          </p:nvSpPr>
          <p:spPr>
            <a:xfrm>
              <a:off x="495787" y="2465335"/>
              <a:ext cx="51925" cy="48089"/>
            </a:xfrm>
            <a:custGeom>
              <a:rect b="b" l="l" r="r" t="t"/>
              <a:pathLst>
                <a:path extrusionOk="0" h="1266" w="1367">
                  <a:moveTo>
                    <a:pt x="704" y="1"/>
                  </a:moveTo>
                  <a:lnTo>
                    <a:pt x="1" y="623"/>
                  </a:lnTo>
                  <a:lnTo>
                    <a:pt x="704" y="1266"/>
                  </a:lnTo>
                  <a:lnTo>
                    <a:pt x="1366" y="643"/>
                  </a:lnTo>
                  <a:lnTo>
                    <a:pt x="704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3" name="Google Shape;453;p6"/>
            <p:cNvSpPr/>
            <p:nvPr/>
          </p:nvSpPr>
          <p:spPr>
            <a:xfrm>
              <a:off x="659046" y="2776546"/>
              <a:ext cx="53407" cy="51128"/>
            </a:xfrm>
            <a:custGeom>
              <a:rect b="b" l="l" r="r" t="t"/>
              <a:pathLst>
                <a:path extrusionOk="0" h="1346" w="1406">
                  <a:moveTo>
                    <a:pt x="723" y="0"/>
                  </a:moveTo>
                  <a:lnTo>
                    <a:pt x="0" y="663"/>
                  </a:lnTo>
                  <a:lnTo>
                    <a:pt x="20" y="723"/>
                  </a:lnTo>
                  <a:lnTo>
                    <a:pt x="40" y="763"/>
                  </a:lnTo>
                  <a:lnTo>
                    <a:pt x="100" y="783"/>
                  </a:lnTo>
                  <a:lnTo>
                    <a:pt x="161" y="803"/>
                  </a:lnTo>
                  <a:lnTo>
                    <a:pt x="301" y="843"/>
                  </a:lnTo>
                  <a:lnTo>
                    <a:pt x="361" y="864"/>
                  </a:lnTo>
                  <a:lnTo>
                    <a:pt x="422" y="904"/>
                  </a:lnTo>
                  <a:lnTo>
                    <a:pt x="562" y="1125"/>
                  </a:lnTo>
                  <a:lnTo>
                    <a:pt x="703" y="1345"/>
                  </a:lnTo>
                  <a:lnTo>
                    <a:pt x="1406" y="623"/>
                  </a:lnTo>
                  <a:lnTo>
                    <a:pt x="72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4" name="Google Shape;454;p6"/>
            <p:cNvSpPr/>
            <p:nvPr/>
          </p:nvSpPr>
          <p:spPr>
            <a:xfrm>
              <a:off x="496584" y="2155681"/>
              <a:ext cx="51128" cy="45050"/>
            </a:xfrm>
            <a:custGeom>
              <a:rect b="b" l="l" r="r" t="t"/>
              <a:pathLst>
                <a:path extrusionOk="0" h="1186" w="1346">
                  <a:moveTo>
                    <a:pt x="663" y="0"/>
                  </a:moveTo>
                  <a:lnTo>
                    <a:pt x="0" y="583"/>
                  </a:lnTo>
                  <a:lnTo>
                    <a:pt x="663" y="1185"/>
                  </a:lnTo>
                  <a:lnTo>
                    <a:pt x="1345" y="603"/>
                  </a:lnTo>
                  <a:lnTo>
                    <a:pt x="66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5" name="Google Shape;455;p6"/>
            <p:cNvSpPr/>
            <p:nvPr/>
          </p:nvSpPr>
          <p:spPr>
            <a:xfrm>
              <a:off x="495787" y="2311268"/>
              <a:ext cx="51925" cy="46570"/>
            </a:xfrm>
            <a:custGeom>
              <a:rect b="b" l="l" r="r" t="t"/>
              <a:pathLst>
                <a:path extrusionOk="0" h="1226" w="1367">
                  <a:moveTo>
                    <a:pt x="704" y="1"/>
                  </a:moveTo>
                  <a:lnTo>
                    <a:pt x="1" y="583"/>
                  </a:lnTo>
                  <a:lnTo>
                    <a:pt x="704" y="1225"/>
                  </a:lnTo>
                  <a:lnTo>
                    <a:pt x="1366" y="583"/>
                  </a:lnTo>
                  <a:lnTo>
                    <a:pt x="704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6" name="Google Shape;456;p6"/>
            <p:cNvSpPr/>
            <p:nvPr/>
          </p:nvSpPr>
          <p:spPr>
            <a:xfrm>
              <a:off x="658249" y="2931373"/>
              <a:ext cx="54964" cy="51128"/>
            </a:xfrm>
            <a:custGeom>
              <a:rect b="b" l="l" r="r" t="t"/>
              <a:pathLst>
                <a:path extrusionOk="0" h="1346" w="1447">
                  <a:moveTo>
                    <a:pt x="643" y="0"/>
                  </a:moveTo>
                  <a:lnTo>
                    <a:pt x="623" y="141"/>
                  </a:lnTo>
                  <a:lnTo>
                    <a:pt x="583" y="241"/>
                  </a:lnTo>
                  <a:lnTo>
                    <a:pt x="503" y="322"/>
                  </a:lnTo>
                  <a:lnTo>
                    <a:pt x="423" y="402"/>
                  </a:lnTo>
                  <a:lnTo>
                    <a:pt x="222" y="502"/>
                  </a:lnTo>
                  <a:lnTo>
                    <a:pt x="1" y="623"/>
                  </a:lnTo>
                  <a:lnTo>
                    <a:pt x="744" y="1346"/>
                  </a:lnTo>
                  <a:lnTo>
                    <a:pt x="1447" y="663"/>
                  </a:lnTo>
                  <a:lnTo>
                    <a:pt x="1366" y="583"/>
                  </a:lnTo>
                  <a:lnTo>
                    <a:pt x="1286" y="522"/>
                  </a:lnTo>
                  <a:lnTo>
                    <a:pt x="1085" y="402"/>
                  </a:lnTo>
                  <a:lnTo>
                    <a:pt x="1005" y="342"/>
                  </a:lnTo>
                  <a:lnTo>
                    <a:pt x="925" y="261"/>
                  </a:lnTo>
                  <a:lnTo>
                    <a:pt x="864" y="161"/>
                  </a:lnTo>
                  <a:lnTo>
                    <a:pt x="844" y="40"/>
                  </a:lnTo>
                  <a:lnTo>
                    <a:pt x="804" y="20"/>
                  </a:lnTo>
                  <a:lnTo>
                    <a:pt x="764" y="20"/>
                  </a:lnTo>
                  <a:lnTo>
                    <a:pt x="64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7" name="Google Shape;457;p6"/>
            <p:cNvSpPr/>
            <p:nvPr/>
          </p:nvSpPr>
          <p:spPr>
            <a:xfrm>
              <a:off x="659806" y="2467614"/>
              <a:ext cx="52647" cy="44291"/>
            </a:xfrm>
            <a:custGeom>
              <a:rect b="b" l="l" r="r" t="t"/>
              <a:pathLst>
                <a:path extrusionOk="0" h="1166" w="1386">
                  <a:moveTo>
                    <a:pt x="683" y="1"/>
                  </a:moveTo>
                  <a:lnTo>
                    <a:pt x="0" y="563"/>
                  </a:lnTo>
                  <a:lnTo>
                    <a:pt x="723" y="1166"/>
                  </a:lnTo>
                  <a:lnTo>
                    <a:pt x="1386" y="543"/>
                  </a:lnTo>
                  <a:lnTo>
                    <a:pt x="683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8" name="Google Shape;458;p6"/>
            <p:cNvSpPr/>
            <p:nvPr/>
          </p:nvSpPr>
          <p:spPr>
            <a:xfrm>
              <a:off x="658249" y="2312787"/>
              <a:ext cx="54205" cy="44291"/>
            </a:xfrm>
            <a:custGeom>
              <a:rect b="b" l="l" r="r" t="t"/>
              <a:pathLst>
                <a:path extrusionOk="0" h="1166" w="1427">
                  <a:moveTo>
                    <a:pt x="724" y="1"/>
                  </a:moveTo>
                  <a:lnTo>
                    <a:pt x="1" y="603"/>
                  </a:lnTo>
                  <a:lnTo>
                    <a:pt x="242" y="683"/>
                  </a:lnTo>
                  <a:lnTo>
                    <a:pt x="342" y="724"/>
                  </a:lnTo>
                  <a:lnTo>
                    <a:pt x="423" y="784"/>
                  </a:lnTo>
                  <a:lnTo>
                    <a:pt x="503" y="864"/>
                  </a:lnTo>
                  <a:lnTo>
                    <a:pt x="563" y="965"/>
                  </a:lnTo>
                  <a:lnTo>
                    <a:pt x="684" y="1165"/>
                  </a:lnTo>
                  <a:lnTo>
                    <a:pt x="1427" y="543"/>
                  </a:lnTo>
                  <a:lnTo>
                    <a:pt x="724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9" name="Google Shape;459;p6"/>
            <p:cNvSpPr/>
            <p:nvPr/>
          </p:nvSpPr>
          <p:spPr>
            <a:xfrm>
              <a:off x="660566" y="2157201"/>
              <a:ext cx="45772" cy="42733"/>
            </a:xfrm>
            <a:custGeom>
              <a:rect b="b" l="l" r="r" t="t"/>
              <a:pathLst>
                <a:path extrusionOk="0" h="1125" w="1205">
                  <a:moveTo>
                    <a:pt x="663" y="1"/>
                  </a:moveTo>
                  <a:lnTo>
                    <a:pt x="0" y="543"/>
                  </a:lnTo>
                  <a:lnTo>
                    <a:pt x="703" y="1125"/>
                  </a:lnTo>
                  <a:lnTo>
                    <a:pt x="1205" y="663"/>
                  </a:lnTo>
                  <a:lnTo>
                    <a:pt x="663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60" name="Google Shape;460;p6"/>
            <p:cNvSpPr/>
            <p:nvPr/>
          </p:nvSpPr>
          <p:spPr>
            <a:xfrm>
              <a:off x="661325" y="2001614"/>
              <a:ext cx="44253" cy="41214"/>
            </a:xfrm>
            <a:custGeom>
              <a:rect b="b" l="l" r="r" t="t"/>
              <a:pathLst>
                <a:path extrusionOk="0" h="1085" w="1165">
                  <a:moveTo>
                    <a:pt x="643" y="0"/>
                  </a:moveTo>
                  <a:lnTo>
                    <a:pt x="0" y="563"/>
                  </a:lnTo>
                  <a:lnTo>
                    <a:pt x="443" y="911"/>
                  </a:lnTo>
                  <a:lnTo>
                    <a:pt x="443" y="911"/>
                  </a:lnTo>
                  <a:lnTo>
                    <a:pt x="1165" y="462"/>
                  </a:lnTo>
                  <a:lnTo>
                    <a:pt x="643" y="0"/>
                  </a:lnTo>
                  <a:close/>
                  <a:moveTo>
                    <a:pt x="443" y="911"/>
                  </a:moveTo>
                  <a:lnTo>
                    <a:pt x="422" y="924"/>
                  </a:lnTo>
                  <a:lnTo>
                    <a:pt x="663" y="1085"/>
                  </a:lnTo>
                  <a:lnTo>
                    <a:pt x="443" y="91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461" name="Google Shape;461;p6"/>
          <p:cNvSpPr/>
          <p:nvPr/>
        </p:nvSpPr>
        <p:spPr>
          <a:xfrm flipH="1" rot="-4956197">
            <a:off x="7632555" y="3926549"/>
            <a:ext cx="1596445" cy="1802969"/>
          </a:xfrm>
          <a:custGeom>
            <a:rect b="b" l="l" r="r" t="t"/>
            <a:pathLst>
              <a:path extrusionOk="0" h="32249" w="28555">
                <a:moveTo>
                  <a:pt x="20483" y="82"/>
                </a:moveTo>
                <a:lnTo>
                  <a:pt x="20947" y="102"/>
                </a:lnTo>
                <a:lnTo>
                  <a:pt x="21411" y="122"/>
                </a:lnTo>
                <a:lnTo>
                  <a:pt x="21875" y="203"/>
                </a:lnTo>
                <a:lnTo>
                  <a:pt x="22319" y="283"/>
                </a:lnTo>
                <a:lnTo>
                  <a:pt x="22763" y="404"/>
                </a:lnTo>
                <a:lnTo>
                  <a:pt x="23187" y="566"/>
                </a:lnTo>
                <a:lnTo>
                  <a:pt x="23611" y="748"/>
                </a:lnTo>
                <a:lnTo>
                  <a:pt x="23994" y="949"/>
                </a:lnTo>
                <a:lnTo>
                  <a:pt x="24378" y="1191"/>
                </a:lnTo>
                <a:lnTo>
                  <a:pt x="24741" y="1454"/>
                </a:lnTo>
                <a:lnTo>
                  <a:pt x="25124" y="1777"/>
                </a:lnTo>
                <a:lnTo>
                  <a:pt x="25487" y="2140"/>
                </a:lnTo>
                <a:lnTo>
                  <a:pt x="25851" y="2564"/>
                </a:lnTo>
                <a:lnTo>
                  <a:pt x="26174" y="3008"/>
                </a:lnTo>
                <a:lnTo>
                  <a:pt x="26496" y="3492"/>
                </a:lnTo>
                <a:lnTo>
                  <a:pt x="26779" y="4017"/>
                </a:lnTo>
                <a:lnTo>
                  <a:pt x="27062" y="4582"/>
                </a:lnTo>
                <a:lnTo>
                  <a:pt x="27324" y="5187"/>
                </a:lnTo>
                <a:lnTo>
                  <a:pt x="27546" y="5772"/>
                </a:lnTo>
                <a:lnTo>
                  <a:pt x="27748" y="6358"/>
                </a:lnTo>
                <a:lnTo>
                  <a:pt x="27909" y="6943"/>
                </a:lnTo>
                <a:lnTo>
                  <a:pt x="28071" y="7548"/>
                </a:lnTo>
                <a:lnTo>
                  <a:pt x="28192" y="8154"/>
                </a:lnTo>
                <a:lnTo>
                  <a:pt x="28293" y="8739"/>
                </a:lnTo>
                <a:lnTo>
                  <a:pt x="28373" y="9344"/>
                </a:lnTo>
                <a:lnTo>
                  <a:pt x="28434" y="9950"/>
                </a:lnTo>
                <a:lnTo>
                  <a:pt x="28474" y="10555"/>
                </a:lnTo>
                <a:lnTo>
                  <a:pt x="28474" y="11160"/>
                </a:lnTo>
                <a:lnTo>
                  <a:pt x="28474" y="11766"/>
                </a:lnTo>
                <a:lnTo>
                  <a:pt x="28434" y="12371"/>
                </a:lnTo>
                <a:lnTo>
                  <a:pt x="28373" y="12977"/>
                </a:lnTo>
                <a:lnTo>
                  <a:pt x="28272" y="13562"/>
                </a:lnTo>
                <a:lnTo>
                  <a:pt x="28171" y="14167"/>
                </a:lnTo>
                <a:lnTo>
                  <a:pt x="28030" y="14732"/>
                </a:lnTo>
                <a:lnTo>
                  <a:pt x="27869" y="15338"/>
                </a:lnTo>
                <a:lnTo>
                  <a:pt x="27667" y="15923"/>
                </a:lnTo>
                <a:lnTo>
                  <a:pt x="27465" y="16488"/>
                </a:lnTo>
                <a:lnTo>
                  <a:pt x="27223" y="17053"/>
                </a:lnTo>
                <a:lnTo>
                  <a:pt x="26961" y="17618"/>
                </a:lnTo>
                <a:lnTo>
                  <a:pt x="26678" y="18143"/>
                </a:lnTo>
                <a:lnTo>
                  <a:pt x="26355" y="18667"/>
                </a:lnTo>
                <a:lnTo>
                  <a:pt x="26032" y="19192"/>
                </a:lnTo>
                <a:lnTo>
                  <a:pt x="25669" y="19676"/>
                </a:lnTo>
                <a:lnTo>
                  <a:pt x="25306" y="20161"/>
                </a:lnTo>
                <a:lnTo>
                  <a:pt x="24922" y="20625"/>
                </a:lnTo>
                <a:lnTo>
                  <a:pt x="24499" y="21069"/>
                </a:lnTo>
                <a:lnTo>
                  <a:pt x="24075" y="21493"/>
                </a:lnTo>
                <a:lnTo>
                  <a:pt x="23631" y="21896"/>
                </a:lnTo>
                <a:lnTo>
                  <a:pt x="23167" y="22280"/>
                </a:lnTo>
                <a:lnTo>
                  <a:pt x="22703" y="22643"/>
                </a:lnTo>
                <a:lnTo>
                  <a:pt x="22238" y="22946"/>
                </a:lnTo>
                <a:lnTo>
                  <a:pt x="21795" y="23228"/>
                </a:lnTo>
                <a:lnTo>
                  <a:pt x="21310" y="23511"/>
                </a:lnTo>
                <a:lnTo>
                  <a:pt x="20846" y="23773"/>
                </a:lnTo>
                <a:lnTo>
                  <a:pt x="19877" y="24277"/>
                </a:lnTo>
                <a:lnTo>
                  <a:pt x="18909" y="24742"/>
                </a:lnTo>
                <a:lnTo>
                  <a:pt x="17940" y="25226"/>
                </a:lnTo>
                <a:lnTo>
                  <a:pt x="16951" y="25751"/>
                </a:lnTo>
                <a:lnTo>
                  <a:pt x="16467" y="26013"/>
                </a:lnTo>
                <a:lnTo>
                  <a:pt x="15983" y="26296"/>
                </a:lnTo>
                <a:lnTo>
                  <a:pt x="15519" y="26598"/>
                </a:lnTo>
                <a:lnTo>
                  <a:pt x="15075" y="26901"/>
                </a:lnTo>
                <a:lnTo>
                  <a:pt x="14510" y="27325"/>
                </a:lnTo>
                <a:lnTo>
                  <a:pt x="13965" y="27789"/>
                </a:lnTo>
                <a:lnTo>
                  <a:pt x="13420" y="28253"/>
                </a:lnTo>
                <a:lnTo>
                  <a:pt x="12895" y="28717"/>
                </a:lnTo>
                <a:lnTo>
                  <a:pt x="12148" y="29383"/>
                </a:lnTo>
                <a:lnTo>
                  <a:pt x="11402" y="30029"/>
                </a:lnTo>
                <a:lnTo>
                  <a:pt x="10998" y="30332"/>
                </a:lnTo>
                <a:lnTo>
                  <a:pt x="10595" y="30614"/>
                </a:lnTo>
                <a:lnTo>
                  <a:pt x="10171" y="30897"/>
                </a:lnTo>
                <a:lnTo>
                  <a:pt x="9747" y="31159"/>
                </a:lnTo>
                <a:lnTo>
                  <a:pt x="9303" y="31381"/>
                </a:lnTo>
                <a:lnTo>
                  <a:pt x="8839" y="31583"/>
                </a:lnTo>
                <a:lnTo>
                  <a:pt x="8375" y="31764"/>
                </a:lnTo>
                <a:lnTo>
                  <a:pt x="7890" y="31906"/>
                </a:lnTo>
                <a:lnTo>
                  <a:pt x="7406" y="32027"/>
                </a:lnTo>
                <a:lnTo>
                  <a:pt x="6922" y="32107"/>
                </a:lnTo>
                <a:lnTo>
                  <a:pt x="6417" y="32148"/>
                </a:lnTo>
                <a:lnTo>
                  <a:pt x="5933" y="32168"/>
                </a:lnTo>
                <a:lnTo>
                  <a:pt x="5893" y="32168"/>
                </a:lnTo>
                <a:lnTo>
                  <a:pt x="5368" y="32148"/>
                </a:lnTo>
                <a:lnTo>
                  <a:pt x="4843" y="32087"/>
                </a:lnTo>
                <a:lnTo>
                  <a:pt x="4359" y="31986"/>
                </a:lnTo>
                <a:lnTo>
                  <a:pt x="3875" y="31845"/>
                </a:lnTo>
                <a:lnTo>
                  <a:pt x="3431" y="31684"/>
                </a:lnTo>
                <a:lnTo>
                  <a:pt x="2987" y="31462"/>
                </a:lnTo>
                <a:lnTo>
                  <a:pt x="2583" y="31219"/>
                </a:lnTo>
                <a:lnTo>
                  <a:pt x="2200" y="30957"/>
                </a:lnTo>
                <a:lnTo>
                  <a:pt x="1998" y="30775"/>
                </a:lnTo>
                <a:lnTo>
                  <a:pt x="1816" y="30614"/>
                </a:lnTo>
                <a:lnTo>
                  <a:pt x="1635" y="30412"/>
                </a:lnTo>
                <a:lnTo>
                  <a:pt x="1453" y="30231"/>
                </a:lnTo>
                <a:lnTo>
                  <a:pt x="1292" y="30029"/>
                </a:lnTo>
                <a:lnTo>
                  <a:pt x="1150" y="29807"/>
                </a:lnTo>
                <a:lnTo>
                  <a:pt x="1009" y="29585"/>
                </a:lnTo>
                <a:lnTo>
                  <a:pt x="868" y="29363"/>
                </a:lnTo>
                <a:lnTo>
                  <a:pt x="747" y="29121"/>
                </a:lnTo>
                <a:lnTo>
                  <a:pt x="626" y="28879"/>
                </a:lnTo>
                <a:lnTo>
                  <a:pt x="525" y="28616"/>
                </a:lnTo>
                <a:lnTo>
                  <a:pt x="424" y="28354"/>
                </a:lnTo>
                <a:lnTo>
                  <a:pt x="343" y="28092"/>
                </a:lnTo>
                <a:lnTo>
                  <a:pt x="283" y="27829"/>
                </a:lnTo>
                <a:lnTo>
                  <a:pt x="222" y="27547"/>
                </a:lnTo>
                <a:lnTo>
                  <a:pt x="162" y="27264"/>
                </a:lnTo>
                <a:lnTo>
                  <a:pt x="101" y="26719"/>
                </a:lnTo>
                <a:lnTo>
                  <a:pt x="81" y="26154"/>
                </a:lnTo>
                <a:lnTo>
                  <a:pt x="121" y="25609"/>
                </a:lnTo>
                <a:lnTo>
                  <a:pt x="182" y="25065"/>
                </a:lnTo>
                <a:lnTo>
                  <a:pt x="283" y="24520"/>
                </a:lnTo>
                <a:lnTo>
                  <a:pt x="444" y="23995"/>
                </a:lnTo>
                <a:lnTo>
                  <a:pt x="626" y="23490"/>
                </a:lnTo>
                <a:lnTo>
                  <a:pt x="868" y="23006"/>
                </a:lnTo>
                <a:lnTo>
                  <a:pt x="1029" y="22724"/>
                </a:lnTo>
                <a:lnTo>
                  <a:pt x="1191" y="22441"/>
                </a:lnTo>
                <a:lnTo>
                  <a:pt x="1372" y="22179"/>
                </a:lnTo>
                <a:lnTo>
                  <a:pt x="1574" y="21916"/>
                </a:lnTo>
                <a:lnTo>
                  <a:pt x="1776" y="21654"/>
                </a:lnTo>
                <a:lnTo>
                  <a:pt x="1998" y="21392"/>
                </a:lnTo>
                <a:lnTo>
                  <a:pt x="2240" y="21129"/>
                </a:lnTo>
                <a:lnTo>
                  <a:pt x="2482" y="20867"/>
                </a:lnTo>
                <a:lnTo>
                  <a:pt x="3027" y="20383"/>
                </a:lnTo>
                <a:lnTo>
                  <a:pt x="3612" y="19898"/>
                </a:lnTo>
                <a:lnTo>
                  <a:pt x="4258" y="19414"/>
                </a:lnTo>
                <a:lnTo>
                  <a:pt x="4964" y="18970"/>
                </a:lnTo>
                <a:lnTo>
                  <a:pt x="5691" y="18526"/>
                </a:lnTo>
                <a:lnTo>
                  <a:pt x="6438" y="18102"/>
                </a:lnTo>
                <a:lnTo>
                  <a:pt x="7951" y="17336"/>
                </a:lnTo>
                <a:lnTo>
                  <a:pt x="9021" y="16771"/>
                </a:lnTo>
                <a:lnTo>
                  <a:pt x="10110" y="16185"/>
                </a:lnTo>
                <a:lnTo>
                  <a:pt x="10433" y="15983"/>
                </a:lnTo>
                <a:lnTo>
                  <a:pt x="10716" y="15802"/>
                </a:lnTo>
                <a:lnTo>
                  <a:pt x="10978" y="15600"/>
                </a:lnTo>
                <a:lnTo>
                  <a:pt x="11220" y="15398"/>
                </a:lnTo>
                <a:lnTo>
                  <a:pt x="11442" y="15196"/>
                </a:lnTo>
                <a:lnTo>
                  <a:pt x="11644" y="14974"/>
                </a:lnTo>
                <a:lnTo>
                  <a:pt x="11805" y="14752"/>
                </a:lnTo>
                <a:lnTo>
                  <a:pt x="11967" y="14510"/>
                </a:lnTo>
                <a:lnTo>
                  <a:pt x="12088" y="14268"/>
                </a:lnTo>
                <a:lnTo>
                  <a:pt x="12189" y="13986"/>
                </a:lnTo>
                <a:lnTo>
                  <a:pt x="12290" y="13723"/>
                </a:lnTo>
                <a:lnTo>
                  <a:pt x="12350" y="13421"/>
                </a:lnTo>
                <a:lnTo>
                  <a:pt x="12411" y="13098"/>
                </a:lnTo>
                <a:lnTo>
                  <a:pt x="12451" y="12755"/>
                </a:lnTo>
                <a:lnTo>
                  <a:pt x="12471" y="12391"/>
                </a:lnTo>
                <a:lnTo>
                  <a:pt x="12471" y="12008"/>
                </a:lnTo>
                <a:lnTo>
                  <a:pt x="12492" y="11302"/>
                </a:lnTo>
                <a:lnTo>
                  <a:pt x="12512" y="10616"/>
                </a:lnTo>
                <a:lnTo>
                  <a:pt x="12532" y="9950"/>
                </a:lnTo>
                <a:lnTo>
                  <a:pt x="12592" y="9324"/>
                </a:lnTo>
                <a:lnTo>
                  <a:pt x="12653" y="8698"/>
                </a:lnTo>
                <a:lnTo>
                  <a:pt x="12714" y="8113"/>
                </a:lnTo>
                <a:lnTo>
                  <a:pt x="12814" y="7548"/>
                </a:lnTo>
                <a:lnTo>
                  <a:pt x="12915" y="7003"/>
                </a:lnTo>
                <a:lnTo>
                  <a:pt x="13036" y="6479"/>
                </a:lnTo>
                <a:lnTo>
                  <a:pt x="13157" y="5974"/>
                </a:lnTo>
                <a:lnTo>
                  <a:pt x="13299" y="5510"/>
                </a:lnTo>
                <a:lnTo>
                  <a:pt x="13460" y="5046"/>
                </a:lnTo>
                <a:lnTo>
                  <a:pt x="13642" y="4622"/>
                </a:lnTo>
                <a:lnTo>
                  <a:pt x="13823" y="4218"/>
                </a:lnTo>
                <a:lnTo>
                  <a:pt x="14025" y="3835"/>
                </a:lnTo>
                <a:lnTo>
                  <a:pt x="14247" y="3472"/>
                </a:lnTo>
                <a:lnTo>
                  <a:pt x="14429" y="3169"/>
                </a:lnTo>
                <a:lnTo>
                  <a:pt x="14631" y="2887"/>
                </a:lnTo>
                <a:lnTo>
                  <a:pt x="14853" y="2644"/>
                </a:lnTo>
                <a:lnTo>
                  <a:pt x="15054" y="2402"/>
                </a:lnTo>
                <a:lnTo>
                  <a:pt x="15276" y="2180"/>
                </a:lnTo>
                <a:lnTo>
                  <a:pt x="15498" y="1979"/>
                </a:lnTo>
                <a:lnTo>
                  <a:pt x="15700" y="1797"/>
                </a:lnTo>
                <a:lnTo>
                  <a:pt x="15942" y="1635"/>
                </a:lnTo>
                <a:lnTo>
                  <a:pt x="16386" y="1333"/>
                </a:lnTo>
                <a:lnTo>
                  <a:pt x="16830" y="1091"/>
                </a:lnTo>
                <a:lnTo>
                  <a:pt x="17274" y="869"/>
                </a:lnTo>
                <a:lnTo>
                  <a:pt x="17698" y="667"/>
                </a:lnTo>
                <a:lnTo>
                  <a:pt x="18142" y="505"/>
                </a:lnTo>
                <a:lnTo>
                  <a:pt x="18606" y="364"/>
                </a:lnTo>
                <a:lnTo>
                  <a:pt x="19070" y="243"/>
                </a:lnTo>
                <a:lnTo>
                  <a:pt x="19534" y="162"/>
                </a:lnTo>
                <a:lnTo>
                  <a:pt x="19999" y="102"/>
                </a:lnTo>
                <a:lnTo>
                  <a:pt x="20483" y="82"/>
                </a:lnTo>
                <a:close/>
                <a:moveTo>
                  <a:pt x="20483" y="1"/>
                </a:moveTo>
                <a:lnTo>
                  <a:pt x="19999" y="21"/>
                </a:lnTo>
                <a:lnTo>
                  <a:pt x="19534" y="82"/>
                </a:lnTo>
                <a:lnTo>
                  <a:pt x="19050" y="162"/>
                </a:lnTo>
                <a:lnTo>
                  <a:pt x="18586" y="283"/>
                </a:lnTo>
                <a:lnTo>
                  <a:pt x="18122" y="425"/>
                </a:lnTo>
                <a:lnTo>
                  <a:pt x="17678" y="606"/>
                </a:lnTo>
                <a:lnTo>
                  <a:pt x="17214" y="808"/>
                </a:lnTo>
                <a:lnTo>
                  <a:pt x="16750" y="1050"/>
                </a:lnTo>
                <a:lnTo>
                  <a:pt x="16285" y="1313"/>
                </a:lnTo>
                <a:lnTo>
                  <a:pt x="15841" y="1615"/>
                </a:lnTo>
                <a:lnTo>
                  <a:pt x="15619" y="1777"/>
                </a:lnTo>
                <a:lnTo>
                  <a:pt x="15397" y="1979"/>
                </a:lnTo>
                <a:lnTo>
                  <a:pt x="15175" y="2180"/>
                </a:lnTo>
                <a:lnTo>
                  <a:pt x="14974" y="2382"/>
                </a:lnTo>
                <a:lnTo>
                  <a:pt x="14752" y="2624"/>
                </a:lnTo>
                <a:lnTo>
                  <a:pt x="14550" y="2866"/>
                </a:lnTo>
                <a:lnTo>
                  <a:pt x="14368" y="3129"/>
                </a:lnTo>
                <a:lnTo>
                  <a:pt x="14166" y="3411"/>
                </a:lnTo>
                <a:lnTo>
                  <a:pt x="13944" y="3795"/>
                </a:lnTo>
                <a:lnTo>
                  <a:pt x="13743" y="4178"/>
                </a:lnTo>
                <a:lnTo>
                  <a:pt x="13561" y="4582"/>
                </a:lnTo>
                <a:lnTo>
                  <a:pt x="13400" y="5026"/>
                </a:lnTo>
                <a:lnTo>
                  <a:pt x="13238" y="5470"/>
                </a:lnTo>
                <a:lnTo>
                  <a:pt x="13077" y="5954"/>
                </a:lnTo>
                <a:lnTo>
                  <a:pt x="12956" y="6458"/>
                </a:lnTo>
                <a:lnTo>
                  <a:pt x="12835" y="6983"/>
                </a:lnTo>
                <a:lnTo>
                  <a:pt x="12734" y="7528"/>
                </a:lnTo>
                <a:lnTo>
                  <a:pt x="12653" y="8093"/>
                </a:lnTo>
                <a:lnTo>
                  <a:pt x="12572" y="8678"/>
                </a:lnTo>
                <a:lnTo>
                  <a:pt x="12512" y="9304"/>
                </a:lnTo>
                <a:lnTo>
                  <a:pt x="12451" y="9950"/>
                </a:lnTo>
                <a:lnTo>
                  <a:pt x="12431" y="10616"/>
                </a:lnTo>
                <a:lnTo>
                  <a:pt x="12411" y="11302"/>
                </a:lnTo>
                <a:lnTo>
                  <a:pt x="12391" y="12008"/>
                </a:lnTo>
                <a:lnTo>
                  <a:pt x="12391" y="12391"/>
                </a:lnTo>
                <a:lnTo>
                  <a:pt x="12370" y="12755"/>
                </a:lnTo>
                <a:lnTo>
                  <a:pt x="12330" y="13078"/>
                </a:lnTo>
                <a:lnTo>
                  <a:pt x="12270" y="13400"/>
                </a:lnTo>
                <a:lnTo>
                  <a:pt x="12209" y="13683"/>
                </a:lnTo>
                <a:lnTo>
                  <a:pt x="12128" y="13965"/>
                </a:lnTo>
                <a:lnTo>
                  <a:pt x="12007" y="14228"/>
                </a:lnTo>
                <a:lnTo>
                  <a:pt x="11886" y="14470"/>
                </a:lnTo>
                <a:lnTo>
                  <a:pt x="11745" y="14712"/>
                </a:lnTo>
                <a:lnTo>
                  <a:pt x="11563" y="14934"/>
                </a:lnTo>
                <a:lnTo>
                  <a:pt x="11382" y="15136"/>
                </a:lnTo>
                <a:lnTo>
                  <a:pt x="11160" y="15338"/>
                </a:lnTo>
                <a:lnTo>
                  <a:pt x="10938" y="15540"/>
                </a:lnTo>
                <a:lnTo>
                  <a:pt x="10675" y="15741"/>
                </a:lnTo>
                <a:lnTo>
                  <a:pt x="10373" y="15923"/>
                </a:lnTo>
                <a:lnTo>
                  <a:pt x="10070" y="16105"/>
                </a:lnTo>
                <a:lnTo>
                  <a:pt x="8980" y="16690"/>
                </a:lnTo>
                <a:lnTo>
                  <a:pt x="7911" y="17255"/>
                </a:lnTo>
                <a:lnTo>
                  <a:pt x="6397" y="18042"/>
                </a:lnTo>
                <a:lnTo>
                  <a:pt x="5651" y="18466"/>
                </a:lnTo>
                <a:lnTo>
                  <a:pt x="4924" y="18889"/>
                </a:lnTo>
                <a:lnTo>
                  <a:pt x="4218" y="19354"/>
                </a:lnTo>
                <a:lnTo>
                  <a:pt x="3552" y="19838"/>
                </a:lnTo>
                <a:lnTo>
                  <a:pt x="2967" y="20322"/>
                </a:lnTo>
                <a:lnTo>
                  <a:pt x="2422" y="20827"/>
                </a:lnTo>
                <a:lnTo>
                  <a:pt x="2180" y="21069"/>
                </a:lnTo>
                <a:lnTo>
                  <a:pt x="1937" y="21331"/>
                </a:lnTo>
                <a:lnTo>
                  <a:pt x="1715" y="21594"/>
                </a:lnTo>
                <a:lnTo>
                  <a:pt x="1514" y="21856"/>
                </a:lnTo>
                <a:lnTo>
                  <a:pt x="1312" y="22138"/>
                </a:lnTo>
                <a:lnTo>
                  <a:pt x="1130" y="22401"/>
                </a:lnTo>
                <a:lnTo>
                  <a:pt x="949" y="22683"/>
                </a:lnTo>
                <a:lnTo>
                  <a:pt x="807" y="22966"/>
                </a:lnTo>
                <a:lnTo>
                  <a:pt x="565" y="23450"/>
                </a:lnTo>
                <a:lnTo>
                  <a:pt x="363" y="23975"/>
                </a:lnTo>
                <a:lnTo>
                  <a:pt x="222" y="24499"/>
                </a:lnTo>
                <a:lnTo>
                  <a:pt x="101" y="25044"/>
                </a:lnTo>
                <a:lnTo>
                  <a:pt x="40" y="25589"/>
                </a:lnTo>
                <a:lnTo>
                  <a:pt x="0" y="26154"/>
                </a:lnTo>
                <a:lnTo>
                  <a:pt x="20" y="26719"/>
                </a:lnTo>
                <a:lnTo>
                  <a:pt x="81" y="27284"/>
                </a:lnTo>
                <a:lnTo>
                  <a:pt x="141" y="27567"/>
                </a:lnTo>
                <a:lnTo>
                  <a:pt x="202" y="27849"/>
                </a:lnTo>
                <a:lnTo>
                  <a:pt x="262" y="28112"/>
                </a:lnTo>
                <a:lnTo>
                  <a:pt x="363" y="28394"/>
                </a:lnTo>
                <a:lnTo>
                  <a:pt x="444" y="28657"/>
                </a:lnTo>
                <a:lnTo>
                  <a:pt x="545" y="28899"/>
                </a:lnTo>
                <a:lnTo>
                  <a:pt x="666" y="29161"/>
                </a:lnTo>
                <a:lnTo>
                  <a:pt x="787" y="29403"/>
                </a:lnTo>
                <a:lnTo>
                  <a:pt x="928" y="29625"/>
                </a:lnTo>
                <a:lnTo>
                  <a:pt x="1070" y="29847"/>
                </a:lnTo>
                <a:lnTo>
                  <a:pt x="1231" y="30069"/>
                </a:lnTo>
                <a:lnTo>
                  <a:pt x="1393" y="30271"/>
                </a:lnTo>
                <a:lnTo>
                  <a:pt x="1574" y="30473"/>
                </a:lnTo>
                <a:lnTo>
                  <a:pt x="1756" y="30654"/>
                </a:lnTo>
                <a:lnTo>
                  <a:pt x="1958" y="30836"/>
                </a:lnTo>
                <a:lnTo>
                  <a:pt x="2159" y="31018"/>
                </a:lnTo>
                <a:lnTo>
                  <a:pt x="2543" y="31300"/>
                </a:lnTo>
                <a:lnTo>
                  <a:pt x="2967" y="31542"/>
                </a:lnTo>
                <a:lnTo>
                  <a:pt x="3390" y="31744"/>
                </a:lnTo>
                <a:lnTo>
                  <a:pt x="3854" y="31926"/>
                </a:lnTo>
                <a:lnTo>
                  <a:pt x="4339" y="32067"/>
                </a:lnTo>
                <a:lnTo>
                  <a:pt x="4843" y="32168"/>
                </a:lnTo>
                <a:lnTo>
                  <a:pt x="5348" y="32228"/>
                </a:lnTo>
                <a:lnTo>
                  <a:pt x="5893" y="32249"/>
                </a:lnTo>
                <a:lnTo>
                  <a:pt x="5933" y="32249"/>
                </a:lnTo>
                <a:lnTo>
                  <a:pt x="6438" y="32228"/>
                </a:lnTo>
                <a:lnTo>
                  <a:pt x="6922" y="32188"/>
                </a:lnTo>
                <a:lnTo>
                  <a:pt x="7426" y="32107"/>
                </a:lnTo>
                <a:lnTo>
                  <a:pt x="7911" y="31986"/>
                </a:lnTo>
                <a:lnTo>
                  <a:pt x="8395" y="31845"/>
                </a:lnTo>
                <a:lnTo>
                  <a:pt x="8879" y="31663"/>
                </a:lnTo>
                <a:lnTo>
                  <a:pt x="9343" y="31462"/>
                </a:lnTo>
                <a:lnTo>
                  <a:pt x="9787" y="31219"/>
                </a:lnTo>
                <a:lnTo>
                  <a:pt x="10211" y="30977"/>
                </a:lnTo>
                <a:lnTo>
                  <a:pt x="10635" y="30695"/>
                </a:lnTo>
                <a:lnTo>
                  <a:pt x="11039" y="30392"/>
                </a:lnTo>
                <a:lnTo>
                  <a:pt x="11442" y="30089"/>
                </a:lnTo>
                <a:lnTo>
                  <a:pt x="12209" y="29444"/>
                </a:lnTo>
                <a:lnTo>
                  <a:pt x="12956" y="28778"/>
                </a:lnTo>
                <a:lnTo>
                  <a:pt x="13480" y="28314"/>
                </a:lnTo>
                <a:lnTo>
                  <a:pt x="14005" y="27849"/>
                </a:lnTo>
                <a:lnTo>
                  <a:pt x="14550" y="27405"/>
                </a:lnTo>
                <a:lnTo>
                  <a:pt x="15115" y="26961"/>
                </a:lnTo>
                <a:lnTo>
                  <a:pt x="15559" y="26659"/>
                </a:lnTo>
                <a:lnTo>
                  <a:pt x="16023" y="26356"/>
                </a:lnTo>
                <a:lnTo>
                  <a:pt x="16507" y="26074"/>
                </a:lnTo>
                <a:lnTo>
                  <a:pt x="16992" y="25811"/>
                </a:lnTo>
                <a:lnTo>
                  <a:pt x="17960" y="25307"/>
                </a:lnTo>
                <a:lnTo>
                  <a:pt x="18949" y="24822"/>
                </a:lnTo>
                <a:lnTo>
                  <a:pt x="19918" y="24338"/>
                </a:lnTo>
                <a:lnTo>
                  <a:pt x="20886" y="23834"/>
                </a:lnTo>
                <a:lnTo>
                  <a:pt x="21351" y="23571"/>
                </a:lnTo>
                <a:lnTo>
                  <a:pt x="21835" y="23309"/>
                </a:lnTo>
                <a:lnTo>
                  <a:pt x="22299" y="23006"/>
                </a:lnTo>
                <a:lnTo>
                  <a:pt x="22743" y="22703"/>
                </a:lnTo>
                <a:lnTo>
                  <a:pt x="23227" y="22340"/>
                </a:lnTo>
                <a:lnTo>
                  <a:pt x="23691" y="21957"/>
                </a:lnTo>
                <a:lnTo>
                  <a:pt x="24135" y="21553"/>
                </a:lnTo>
                <a:lnTo>
                  <a:pt x="24559" y="21129"/>
                </a:lnTo>
                <a:lnTo>
                  <a:pt x="24983" y="20685"/>
                </a:lnTo>
                <a:lnTo>
                  <a:pt x="25366" y="20221"/>
                </a:lnTo>
                <a:lnTo>
                  <a:pt x="25750" y="19737"/>
                </a:lnTo>
                <a:lnTo>
                  <a:pt x="26093" y="19232"/>
                </a:lnTo>
                <a:lnTo>
                  <a:pt x="26436" y="18728"/>
                </a:lnTo>
                <a:lnTo>
                  <a:pt x="26739" y="18183"/>
                </a:lnTo>
                <a:lnTo>
                  <a:pt x="27021" y="17638"/>
                </a:lnTo>
                <a:lnTo>
                  <a:pt x="27304" y="17093"/>
                </a:lnTo>
                <a:lnTo>
                  <a:pt x="27546" y="16528"/>
                </a:lnTo>
                <a:lnTo>
                  <a:pt x="27748" y="15943"/>
                </a:lnTo>
                <a:lnTo>
                  <a:pt x="27949" y="15358"/>
                </a:lnTo>
                <a:lnTo>
                  <a:pt x="28111" y="14752"/>
                </a:lnTo>
                <a:lnTo>
                  <a:pt x="28252" y="14167"/>
                </a:lnTo>
                <a:lnTo>
                  <a:pt x="28353" y="13582"/>
                </a:lnTo>
                <a:lnTo>
                  <a:pt x="28454" y="12977"/>
                </a:lnTo>
                <a:lnTo>
                  <a:pt x="28514" y="12391"/>
                </a:lnTo>
                <a:lnTo>
                  <a:pt x="28555" y="11786"/>
                </a:lnTo>
                <a:lnTo>
                  <a:pt x="28555" y="11181"/>
                </a:lnTo>
                <a:lnTo>
                  <a:pt x="28555" y="10555"/>
                </a:lnTo>
                <a:lnTo>
                  <a:pt x="28514" y="9950"/>
                </a:lnTo>
                <a:lnTo>
                  <a:pt x="28454" y="9344"/>
                </a:lnTo>
                <a:lnTo>
                  <a:pt x="28373" y="8739"/>
                </a:lnTo>
                <a:lnTo>
                  <a:pt x="28272" y="8133"/>
                </a:lnTo>
                <a:lnTo>
                  <a:pt x="28151" y="7528"/>
                </a:lnTo>
                <a:lnTo>
                  <a:pt x="27990" y="6923"/>
                </a:lnTo>
                <a:lnTo>
                  <a:pt x="27828" y="6337"/>
                </a:lnTo>
                <a:lnTo>
                  <a:pt x="27627" y="5752"/>
                </a:lnTo>
                <a:lnTo>
                  <a:pt x="27405" y="5167"/>
                </a:lnTo>
                <a:lnTo>
                  <a:pt x="27142" y="4541"/>
                </a:lnTo>
                <a:lnTo>
                  <a:pt x="26860" y="3976"/>
                </a:lnTo>
                <a:lnTo>
                  <a:pt x="26557" y="3452"/>
                </a:lnTo>
                <a:lnTo>
                  <a:pt x="26234" y="2947"/>
                </a:lnTo>
                <a:lnTo>
                  <a:pt x="25911" y="2503"/>
                </a:lnTo>
                <a:lnTo>
                  <a:pt x="25548" y="2100"/>
                </a:lnTo>
                <a:lnTo>
                  <a:pt x="25185" y="1716"/>
                </a:lnTo>
                <a:lnTo>
                  <a:pt x="24801" y="1393"/>
                </a:lnTo>
                <a:lnTo>
                  <a:pt x="24438" y="1111"/>
                </a:lnTo>
                <a:lnTo>
                  <a:pt x="24055" y="889"/>
                </a:lnTo>
                <a:lnTo>
                  <a:pt x="23651" y="667"/>
                </a:lnTo>
                <a:lnTo>
                  <a:pt x="23227" y="485"/>
                </a:lnTo>
                <a:lnTo>
                  <a:pt x="22783" y="344"/>
                </a:lnTo>
                <a:lnTo>
                  <a:pt x="22339" y="223"/>
                </a:lnTo>
                <a:lnTo>
                  <a:pt x="21895" y="122"/>
                </a:lnTo>
                <a:lnTo>
                  <a:pt x="21411" y="61"/>
                </a:lnTo>
                <a:lnTo>
                  <a:pt x="20947" y="21"/>
                </a:lnTo>
                <a:lnTo>
                  <a:pt x="20483" y="1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2" name="Google Shape;462;p6"/>
          <p:cNvSpPr/>
          <p:nvPr/>
        </p:nvSpPr>
        <p:spPr>
          <a:xfrm flipH="1" rot="-4956197">
            <a:off x="7746076" y="3985059"/>
            <a:ext cx="1395625" cy="1650676"/>
          </a:xfrm>
          <a:custGeom>
            <a:rect b="b" l="l" r="r" t="t"/>
            <a:pathLst>
              <a:path extrusionOk="0" h="29525" w="24963">
                <a:moveTo>
                  <a:pt x="18727" y="81"/>
                </a:moveTo>
                <a:lnTo>
                  <a:pt x="19211" y="102"/>
                </a:lnTo>
                <a:lnTo>
                  <a:pt x="19514" y="142"/>
                </a:lnTo>
                <a:lnTo>
                  <a:pt x="19837" y="223"/>
                </a:lnTo>
                <a:lnTo>
                  <a:pt x="20140" y="303"/>
                </a:lnTo>
                <a:lnTo>
                  <a:pt x="20442" y="404"/>
                </a:lnTo>
                <a:lnTo>
                  <a:pt x="20745" y="525"/>
                </a:lnTo>
                <a:lnTo>
                  <a:pt x="21048" y="667"/>
                </a:lnTo>
                <a:lnTo>
                  <a:pt x="21330" y="828"/>
                </a:lnTo>
                <a:lnTo>
                  <a:pt x="21613" y="1010"/>
                </a:lnTo>
                <a:lnTo>
                  <a:pt x="21895" y="1212"/>
                </a:lnTo>
                <a:lnTo>
                  <a:pt x="22158" y="1413"/>
                </a:lnTo>
                <a:lnTo>
                  <a:pt x="22420" y="1655"/>
                </a:lnTo>
                <a:lnTo>
                  <a:pt x="22662" y="1898"/>
                </a:lnTo>
                <a:lnTo>
                  <a:pt x="22904" y="2160"/>
                </a:lnTo>
                <a:lnTo>
                  <a:pt x="23126" y="2443"/>
                </a:lnTo>
                <a:lnTo>
                  <a:pt x="23328" y="2725"/>
                </a:lnTo>
                <a:lnTo>
                  <a:pt x="23530" y="3028"/>
                </a:lnTo>
                <a:lnTo>
                  <a:pt x="23691" y="3290"/>
                </a:lnTo>
                <a:lnTo>
                  <a:pt x="23833" y="3573"/>
                </a:lnTo>
                <a:lnTo>
                  <a:pt x="24095" y="4138"/>
                </a:lnTo>
                <a:lnTo>
                  <a:pt x="24317" y="4723"/>
                </a:lnTo>
                <a:lnTo>
                  <a:pt x="24499" y="5369"/>
                </a:lnTo>
                <a:lnTo>
                  <a:pt x="24660" y="6035"/>
                </a:lnTo>
                <a:lnTo>
                  <a:pt x="24761" y="6721"/>
                </a:lnTo>
                <a:lnTo>
                  <a:pt x="24842" y="7467"/>
                </a:lnTo>
                <a:lnTo>
                  <a:pt x="24882" y="8214"/>
                </a:lnTo>
                <a:lnTo>
                  <a:pt x="24882" y="8880"/>
                </a:lnTo>
                <a:lnTo>
                  <a:pt x="24862" y="9546"/>
                </a:lnTo>
                <a:lnTo>
                  <a:pt x="24822" y="10232"/>
                </a:lnTo>
                <a:lnTo>
                  <a:pt x="24761" y="10938"/>
                </a:lnTo>
                <a:lnTo>
                  <a:pt x="24660" y="11665"/>
                </a:lnTo>
                <a:lnTo>
                  <a:pt x="24539" y="12411"/>
                </a:lnTo>
                <a:lnTo>
                  <a:pt x="24398" y="13178"/>
                </a:lnTo>
                <a:lnTo>
                  <a:pt x="24216" y="13986"/>
                </a:lnTo>
                <a:lnTo>
                  <a:pt x="23994" y="14853"/>
                </a:lnTo>
                <a:lnTo>
                  <a:pt x="23873" y="15297"/>
                </a:lnTo>
                <a:lnTo>
                  <a:pt x="23732" y="15721"/>
                </a:lnTo>
                <a:lnTo>
                  <a:pt x="23570" y="16145"/>
                </a:lnTo>
                <a:lnTo>
                  <a:pt x="23369" y="16569"/>
                </a:lnTo>
                <a:lnTo>
                  <a:pt x="23167" y="16972"/>
                </a:lnTo>
                <a:lnTo>
                  <a:pt x="22925" y="17356"/>
                </a:lnTo>
                <a:lnTo>
                  <a:pt x="22682" y="17658"/>
                </a:lnTo>
                <a:lnTo>
                  <a:pt x="22440" y="17961"/>
                </a:lnTo>
                <a:lnTo>
                  <a:pt x="22158" y="18244"/>
                </a:lnTo>
                <a:lnTo>
                  <a:pt x="21875" y="18506"/>
                </a:lnTo>
                <a:lnTo>
                  <a:pt x="21573" y="18748"/>
                </a:lnTo>
                <a:lnTo>
                  <a:pt x="21270" y="18990"/>
                </a:lnTo>
                <a:lnTo>
                  <a:pt x="20947" y="19212"/>
                </a:lnTo>
                <a:lnTo>
                  <a:pt x="20604" y="19414"/>
                </a:lnTo>
                <a:lnTo>
                  <a:pt x="20261" y="19616"/>
                </a:lnTo>
                <a:lnTo>
                  <a:pt x="19918" y="19818"/>
                </a:lnTo>
                <a:lnTo>
                  <a:pt x="19211" y="20181"/>
                </a:lnTo>
                <a:lnTo>
                  <a:pt x="18465" y="20524"/>
                </a:lnTo>
                <a:lnTo>
                  <a:pt x="17738" y="20847"/>
                </a:lnTo>
                <a:lnTo>
                  <a:pt x="17133" y="21109"/>
                </a:lnTo>
                <a:lnTo>
                  <a:pt x="16245" y="21513"/>
                </a:lnTo>
                <a:lnTo>
                  <a:pt x="15418" y="21916"/>
                </a:lnTo>
                <a:lnTo>
                  <a:pt x="14651" y="22340"/>
                </a:lnTo>
                <a:lnTo>
                  <a:pt x="13924" y="22744"/>
                </a:lnTo>
                <a:lnTo>
                  <a:pt x="13258" y="23167"/>
                </a:lnTo>
                <a:lnTo>
                  <a:pt x="12633" y="23611"/>
                </a:lnTo>
                <a:lnTo>
                  <a:pt x="12048" y="24055"/>
                </a:lnTo>
                <a:lnTo>
                  <a:pt x="11503" y="24520"/>
                </a:lnTo>
                <a:lnTo>
                  <a:pt x="11099" y="24883"/>
                </a:lnTo>
                <a:lnTo>
                  <a:pt x="10695" y="25246"/>
                </a:lnTo>
                <a:lnTo>
                  <a:pt x="9949" y="26013"/>
                </a:lnTo>
                <a:lnTo>
                  <a:pt x="9323" y="26638"/>
                </a:lnTo>
                <a:lnTo>
                  <a:pt x="8698" y="27244"/>
                </a:lnTo>
                <a:lnTo>
                  <a:pt x="8355" y="27526"/>
                </a:lnTo>
                <a:lnTo>
                  <a:pt x="8032" y="27809"/>
                </a:lnTo>
                <a:lnTo>
                  <a:pt x="7668" y="28091"/>
                </a:lnTo>
                <a:lnTo>
                  <a:pt x="7325" y="28334"/>
                </a:lnTo>
                <a:lnTo>
                  <a:pt x="6902" y="28596"/>
                </a:lnTo>
                <a:lnTo>
                  <a:pt x="6498" y="28818"/>
                </a:lnTo>
                <a:lnTo>
                  <a:pt x="6094" y="29000"/>
                </a:lnTo>
                <a:lnTo>
                  <a:pt x="5711" y="29141"/>
                </a:lnTo>
                <a:lnTo>
                  <a:pt x="5328" y="29262"/>
                </a:lnTo>
                <a:lnTo>
                  <a:pt x="4964" y="29343"/>
                </a:lnTo>
                <a:lnTo>
                  <a:pt x="4601" y="29403"/>
                </a:lnTo>
                <a:lnTo>
                  <a:pt x="4238" y="29423"/>
                </a:lnTo>
                <a:lnTo>
                  <a:pt x="3915" y="29423"/>
                </a:lnTo>
                <a:lnTo>
                  <a:pt x="3592" y="29403"/>
                </a:lnTo>
                <a:lnTo>
                  <a:pt x="3289" y="29363"/>
                </a:lnTo>
                <a:lnTo>
                  <a:pt x="2987" y="29302"/>
                </a:lnTo>
                <a:lnTo>
                  <a:pt x="2724" y="29221"/>
                </a:lnTo>
                <a:lnTo>
                  <a:pt x="2462" y="29121"/>
                </a:lnTo>
                <a:lnTo>
                  <a:pt x="2240" y="29020"/>
                </a:lnTo>
                <a:lnTo>
                  <a:pt x="2018" y="28899"/>
                </a:lnTo>
                <a:lnTo>
                  <a:pt x="1715" y="28677"/>
                </a:lnTo>
                <a:lnTo>
                  <a:pt x="1433" y="28414"/>
                </a:lnTo>
                <a:lnTo>
                  <a:pt x="1170" y="28132"/>
                </a:lnTo>
                <a:lnTo>
                  <a:pt x="928" y="27809"/>
                </a:lnTo>
                <a:lnTo>
                  <a:pt x="706" y="27446"/>
                </a:lnTo>
                <a:lnTo>
                  <a:pt x="525" y="27062"/>
                </a:lnTo>
                <a:lnTo>
                  <a:pt x="363" y="26659"/>
                </a:lnTo>
                <a:lnTo>
                  <a:pt x="242" y="26235"/>
                </a:lnTo>
                <a:lnTo>
                  <a:pt x="182" y="25952"/>
                </a:lnTo>
                <a:lnTo>
                  <a:pt x="121" y="25670"/>
                </a:lnTo>
                <a:lnTo>
                  <a:pt x="101" y="25387"/>
                </a:lnTo>
                <a:lnTo>
                  <a:pt x="81" y="25105"/>
                </a:lnTo>
                <a:lnTo>
                  <a:pt x="81" y="24802"/>
                </a:lnTo>
                <a:lnTo>
                  <a:pt x="81" y="24520"/>
                </a:lnTo>
                <a:lnTo>
                  <a:pt x="101" y="24237"/>
                </a:lnTo>
                <a:lnTo>
                  <a:pt x="141" y="23954"/>
                </a:lnTo>
                <a:lnTo>
                  <a:pt x="202" y="23672"/>
                </a:lnTo>
                <a:lnTo>
                  <a:pt x="262" y="23389"/>
                </a:lnTo>
                <a:lnTo>
                  <a:pt x="343" y="23107"/>
                </a:lnTo>
                <a:lnTo>
                  <a:pt x="424" y="22824"/>
                </a:lnTo>
                <a:lnTo>
                  <a:pt x="545" y="22562"/>
                </a:lnTo>
                <a:lnTo>
                  <a:pt x="666" y="22300"/>
                </a:lnTo>
                <a:lnTo>
                  <a:pt x="787" y="22037"/>
                </a:lnTo>
                <a:lnTo>
                  <a:pt x="928" y="21795"/>
                </a:lnTo>
                <a:lnTo>
                  <a:pt x="1211" y="21392"/>
                </a:lnTo>
                <a:lnTo>
                  <a:pt x="1514" y="21008"/>
                </a:lnTo>
                <a:lnTo>
                  <a:pt x="1836" y="20645"/>
                </a:lnTo>
                <a:lnTo>
                  <a:pt x="2200" y="20302"/>
                </a:lnTo>
                <a:lnTo>
                  <a:pt x="2563" y="19959"/>
                </a:lnTo>
                <a:lnTo>
                  <a:pt x="2926" y="19656"/>
                </a:lnTo>
                <a:lnTo>
                  <a:pt x="3693" y="19071"/>
                </a:lnTo>
                <a:lnTo>
                  <a:pt x="4238" y="18687"/>
                </a:lnTo>
                <a:lnTo>
                  <a:pt x="4803" y="18304"/>
                </a:lnTo>
                <a:lnTo>
                  <a:pt x="5368" y="17921"/>
                </a:lnTo>
                <a:lnTo>
                  <a:pt x="5953" y="17557"/>
                </a:lnTo>
                <a:lnTo>
                  <a:pt x="6518" y="17194"/>
                </a:lnTo>
                <a:lnTo>
                  <a:pt x="7124" y="16851"/>
                </a:lnTo>
                <a:lnTo>
                  <a:pt x="7709" y="16528"/>
                </a:lnTo>
                <a:lnTo>
                  <a:pt x="8314" y="16205"/>
                </a:lnTo>
                <a:lnTo>
                  <a:pt x="8556" y="16084"/>
                </a:lnTo>
                <a:lnTo>
                  <a:pt x="9162" y="15761"/>
                </a:lnTo>
                <a:lnTo>
                  <a:pt x="9464" y="15580"/>
                </a:lnTo>
                <a:lnTo>
                  <a:pt x="9767" y="15398"/>
                </a:lnTo>
                <a:lnTo>
                  <a:pt x="10050" y="15196"/>
                </a:lnTo>
                <a:lnTo>
                  <a:pt x="10312" y="14995"/>
                </a:lnTo>
                <a:lnTo>
                  <a:pt x="10574" y="14752"/>
                </a:lnTo>
                <a:lnTo>
                  <a:pt x="10796" y="14490"/>
                </a:lnTo>
                <a:lnTo>
                  <a:pt x="10938" y="14308"/>
                </a:lnTo>
                <a:lnTo>
                  <a:pt x="11059" y="14107"/>
                </a:lnTo>
                <a:lnTo>
                  <a:pt x="11180" y="13905"/>
                </a:lnTo>
                <a:lnTo>
                  <a:pt x="11281" y="13683"/>
                </a:lnTo>
                <a:lnTo>
                  <a:pt x="11482" y="13219"/>
                </a:lnTo>
                <a:lnTo>
                  <a:pt x="11624" y="12755"/>
                </a:lnTo>
                <a:lnTo>
                  <a:pt x="11745" y="12270"/>
                </a:lnTo>
                <a:lnTo>
                  <a:pt x="11846" y="11766"/>
                </a:lnTo>
                <a:lnTo>
                  <a:pt x="11926" y="11261"/>
                </a:lnTo>
                <a:lnTo>
                  <a:pt x="11987" y="10777"/>
                </a:lnTo>
                <a:lnTo>
                  <a:pt x="12088" y="9889"/>
                </a:lnTo>
                <a:lnTo>
                  <a:pt x="12169" y="9001"/>
                </a:lnTo>
                <a:lnTo>
                  <a:pt x="12229" y="8153"/>
                </a:lnTo>
                <a:lnTo>
                  <a:pt x="12330" y="7286"/>
                </a:lnTo>
                <a:lnTo>
                  <a:pt x="12451" y="6438"/>
                </a:lnTo>
                <a:lnTo>
                  <a:pt x="12532" y="6014"/>
                </a:lnTo>
                <a:lnTo>
                  <a:pt x="12633" y="5591"/>
                </a:lnTo>
                <a:lnTo>
                  <a:pt x="12814" y="5005"/>
                </a:lnTo>
                <a:lnTo>
                  <a:pt x="13016" y="4420"/>
                </a:lnTo>
                <a:lnTo>
                  <a:pt x="13258" y="3875"/>
                </a:lnTo>
                <a:lnTo>
                  <a:pt x="13541" y="3351"/>
                </a:lnTo>
                <a:lnTo>
                  <a:pt x="13844" y="2866"/>
                </a:lnTo>
                <a:lnTo>
                  <a:pt x="14187" y="2422"/>
                </a:lnTo>
                <a:lnTo>
                  <a:pt x="14550" y="1999"/>
                </a:lnTo>
                <a:lnTo>
                  <a:pt x="14933" y="1615"/>
                </a:lnTo>
                <a:lnTo>
                  <a:pt x="15135" y="1434"/>
                </a:lnTo>
                <a:lnTo>
                  <a:pt x="15357" y="1272"/>
                </a:lnTo>
                <a:lnTo>
                  <a:pt x="15801" y="949"/>
                </a:lnTo>
                <a:lnTo>
                  <a:pt x="16265" y="707"/>
                </a:lnTo>
                <a:lnTo>
                  <a:pt x="16729" y="485"/>
                </a:lnTo>
                <a:lnTo>
                  <a:pt x="17234" y="303"/>
                </a:lnTo>
                <a:lnTo>
                  <a:pt x="17738" y="182"/>
                </a:lnTo>
                <a:lnTo>
                  <a:pt x="17980" y="142"/>
                </a:lnTo>
                <a:lnTo>
                  <a:pt x="18223" y="102"/>
                </a:lnTo>
                <a:lnTo>
                  <a:pt x="18485" y="81"/>
                </a:lnTo>
                <a:close/>
                <a:moveTo>
                  <a:pt x="18646" y="1"/>
                </a:moveTo>
                <a:lnTo>
                  <a:pt x="18364" y="21"/>
                </a:lnTo>
                <a:lnTo>
                  <a:pt x="18081" y="41"/>
                </a:lnTo>
                <a:lnTo>
                  <a:pt x="17799" y="81"/>
                </a:lnTo>
                <a:lnTo>
                  <a:pt x="17516" y="142"/>
                </a:lnTo>
                <a:lnTo>
                  <a:pt x="17234" y="223"/>
                </a:lnTo>
                <a:lnTo>
                  <a:pt x="16951" y="324"/>
                </a:lnTo>
                <a:lnTo>
                  <a:pt x="16669" y="425"/>
                </a:lnTo>
                <a:lnTo>
                  <a:pt x="16406" y="546"/>
                </a:lnTo>
                <a:lnTo>
                  <a:pt x="16124" y="667"/>
                </a:lnTo>
                <a:lnTo>
                  <a:pt x="15862" y="828"/>
                </a:lnTo>
                <a:lnTo>
                  <a:pt x="15599" y="990"/>
                </a:lnTo>
                <a:lnTo>
                  <a:pt x="15357" y="1151"/>
                </a:lnTo>
                <a:lnTo>
                  <a:pt x="15115" y="1353"/>
                </a:lnTo>
                <a:lnTo>
                  <a:pt x="14873" y="1555"/>
                </a:lnTo>
                <a:lnTo>
                  <a:pt x="14489" y="1938"/>
                </a:lnTo>
                <a:lnTo>
                  <a:pt x="14126" y="2362"/>
                </a:lnTo>
                <a:lnTo>
                  <a:pt x="13783" y="2826"/>
                </a:lnTo>
                <a:lnTo>
                  <a:pt x="13460" y="3310"/>
                </a:lnTo>
                <a:lnTo>
                  <a:pt x="13198" y="3835"/>
                </a:lnTo>
                <a:lnTo>
                  <a:pt x="12956" y="4400"/>
                </a:lnTo>
                <a:lnTo>
                  <a:pt x="12734" y="4965"/>
                </a:lnTo>
                <a:lnTo>
                  <a:pt x="12552" y="5570"/>
                </a:lnTo>
                <a:lnTo>
                  <a:pt x="12471" y="5994"/>
                </a:lnTo>
                <a:lnTo>
                  <a:pt x="12370" y="6418"/>
                </a:lnTo>
                <a:lnTo>
                  <a:pt x="12310" y="6842"/>
                </a:lnTo>
                <a:lnTo>
                  <a:pt x="12249" y="7286"/>
                </a:lnTo>
                <a:lnTo>
                  <a:pt x="12148" y="8133"/>
                </a:lnTo>
                <a:lnTo>
                  <a:pt x="12088" y="9001"/>
                </a:lnTo>
                <a:lnTo>
                  <a:pt x="12007" y="9889"/>
                </a:lnTo>
                <a:lnTo>
                  <a:pt x="11906" y="10777"/>
                </a:lnTo>
                <a:lnTo>
                  <a:pt x="11846" y="11261"/>
                </a:lnTo>
                <a:lnTo>
                  <a:pt x="11765" y="11746"/>
                </a:lnTo>
                <a:lnTo>
                  <a:pt x="11664" y="12230"/>
                </a:lnTo>
                <a:lnTo>
                  <a:pt x="11543" y="12714"/>
                </a:lnTo>
                <a:lnTo>
                  <a:pt x="11402" y="13198"/>
                </a:lnTo>
                <a:lnTo>
                  <a:pt x="11220" y="13642"/>
                </a:lnTo>
                <a:lnTo>
                  <a:pt x="11119" y="13844"/>
                </a:lnTo>
                <a:lnTo>
                  <a:pt x="10998" y="14066"/>
                </a:lnTo>
                <a:lnTo>
                  <a:pt x="10877" y="14248"/>
                </a:lnTo>
                <a:lnTo>
                  <a:pt x="10736" y="14450"/>
                </a:lnTo>
                <a:lnTo>
                  <a:pt x="10514" y="14692"/>
                </a:lnTo>
                <a:lnTo>
                  <a:pt x="10272" y="14934"/>
                </a:lnTo>
                <a:lnTo>
                  <a:pt x="9989" y="15136"/>
                </a:lnTo>
                <a:lnTo>
                  <a:pt x="9707" y="15338"/>
                </a:lnTo>
                <a:lnTo>
                  <a:pt x="9424" y="15519"/>
                </a:lnTo>
                <a:lnTo>
                  <a:pt x="9121" y="15681"/>
                </a:lnTo>
                <a:lnTo>
                  <a:pt x="8516" y="16004"/>
                </a:lnTo>
                <a:lnTo>
                  <a:pt x="8274" y="16145"/>
                </a:lnTo>
                <a:lnTo>
                  <a:pt x="7668" y="16447"/>
                </a:lnTo>
                <a:lnTo>
                  <a:pt x="7083" y="16791"/>
                </a:lnTo>
                <a:lnTo>
                  <a:pt x="6478" y="17134"/>
                </a:lnTo>
                <a:lnTo>
                  <a:pt x="5913" y="17497"/>
                </a:lnTo>
                <a:lnTo>
                  <a:pt x="5328" y="17860"/>
                </a:lnTo>
                <a:lnTo>
                  <a:pt x="4763" y="18223"/>
                </a:lnTo>
                <a:lnTo>
                  <a:pt x="4198" y="18607"/>
                </a:lnTo>
                <a:lnTo>
                  <a:pt x="3653" y="19010"/>
                </a:lnTo>
                <a:lnTo>
                  <a:pt x="2866" y="19596"/>
                </a:lnTo>
                <a:lnTo>
                  <a:pt x="2502" y="19918"/>
                </a:lnTo>
                <a:lnTo>
                  <a:pt x="2139" y="20241"/>
                </a:lnTo>
                <a:lnTo>
                  <a:pt x="1776" y="20584"/>
                </a:lnTo>
                <a:lnTo>
                  <a:pt x="1453" y="20948"/>
                </a:lnTo>
                <a:lnTo>
                  <a:pt x="1150" y="21331"/>
                </a:lnTo>
                <a:lnTo>
                  <a:pt x="868" y="21755"/>
                </a:lnTo>
                <a:lnTo>
                  <a:pt x="727" y="21997"/>
                </a:lnTo>
                <a:lnTo>
                  <a:pt x="585" y="22259"/>
                </a:lnTo>
                <a:lnTo>
                  <a:pt x="464" y="22542"/>
                </a:lnTo>
                <a:lnTo>
                  <a:pt x="363" y="22804"/>
                </a:lnTo>
                <a:lnTo>
                  <a:pt x="262" y="23087"/>
                </a:lnTo>
                <a:lnTo>
                  <a:pt x="182" y="23369"/>
                </a:lnTo>
                <a:lnTo>
                  <a:pt x="121" y="23652"/>
                </a:lnTo>
                <a:lnTo>
                  <a:pt x="61" y="23934"/>
                </a:lnTo>
                <a:lnTo>
                  <a:pt x="20" y="24217"/>
                </a:lnTo>
                <a:lnTo>
                  <a:pt x="0" y="24520"/>
                </a:lnTo>
                <a:lnTo>
                  <a:pt x="0" y="24802"/>
                </a:lnTo>
                <a:lnTo>
                  <a:pt x="0" y="25105"/>
                </a:lnTo>
                <a:lnTo>
                  <a:pt x="20" y="25387"/>
                </a:lnTo>
                <a:lnTo>
                  <a:pt x="61" y="25690"/>
                </a:lnTo>
                <a:lnTo>
                  <a:pt x="101" y="25972"/>
                </a:lnTo>
                <a:lnTo>
                  <a:pt x="161" y="26255"/>
                </a:lnTo>
                <a:lnTo>
                  <a:pt x="283" y="26699"/>
                </a:lnTo>
                <a:lnTo>
                  <a:pt x="444" y="27103"/>
                </a:lnTo>
                <a:lnTo>
                  <a:pt x="646" y="27486"/>
                </a:lnTo>
                <a:lnTo>
                  <a:pt x="848" y="27849"/>
                </a:lnTo>
                <a:lnTo>
                  <a:pt x="1110" y="28172"/>
                </a:lnTo>
                <a:lnTo>
                  <a:pt x="1372" y="28475"/>
                </a:lnTo>
                <a:lnTo>
                  <a:pt x="1675" y="28737"/>
                </a:lnTo>
                <a:lnTo>
                  <a:pt x="1978" y="28959"/>
                </a:lnTo>
                <a:lnTo>
                  <a:pt x="2220" y="29100"/>
                </a:lnTo>
                <a:lnTo>
                  <a:pt x="2462" y="29221"/>
                </a:lnTo>
                <a:lnTo>
                  <a:pt x="2704" y="29302"/>
                </a:lnTo>
                <a:lnTo>
                  <a:pt x="2967" y="29383"/>
                </a:lnTo>
                <a:lnTo>
                  <a:pt x="3209" y="29443"/>
                </a:lnTo>
                <a:lnTo>
                  <a:pt x="3471" y="29484"/>
                </a:lnTo>
                <a:lnTo>
                  <a:pt x="3733" y="29504"/>
                </a:lnTo>
                <a:lnTo>
                  <a:pt x="3996" y="29524"/>
                </a:lnTo>
                <a:lnTo>
                  <a:pt x="4460" y="29484"/>
                </a:lnTo>
                <a:lnTo>
                  <a:pt x="4904" y="29423"/>
                </a:lnTo>
                <a:lnTo>
                  <a:pt x="5368" y="29322"/>
                </a:lnTo>
                <a:lnTo>
                  <a:pt x="5812" y="29181"/>
                </a:lnTo>
                <a:lnTo>
                  <a:pt x="6236" y="29020"/>
                </a:lnTo>
                <a:lnTo>
                  <a:pt x="6639" y="28838"/>
                </a:lnTo>
                <a:lnTo>
                  <a:pt x="7003" y="28636"/>
                </a:lnTo>
                <a:lnTo>
                  <a:pt x="7366" y="28414"/>
                </a:lnTo>
                <a:lnTo>
                  <a:pt x="7729" y="28152"/>
                </a:lnTo>
                <a:lnTo>
                  <a:pt x="8072" y="27890"/>
                </a:lnTo>
                <a:lnTo>
                  <a:pt x="8415" y="27587"/>
                </a:lnTo>
                <a:lnTo>
                  <a:pt x="8738" y="27304"/>
                </a:lnTo>
                <a:lnTo>
                  <a:pt x="9384" y="26699"/>
                </a:lnTo>
                <a:lnTo>
                  <a:pt x="9989" y="26073"/>
                </a:lnTo>
                <a:lnTo>
                  <a:pt x="10756" y="25307"/>
                </a:lnTo>
                <a:lnTo>
                  <a:pt x="11139" y="24943"/>
                </a:lnTo>
                <a:lnTo>
                  <a:pt x="11543" y="24580"/>
                </a:lnTo>
                <a:lnTo>
                  <a:pt x="12108" y="24116"/>
                </a:lnTo>
                <a:lnTo>
                  <a:pt x="12693" y="23672"/>
                </a:lnTo>
                <a:lnTo>
                  <a:pt x="13299" y="23248"/>
                </a:lnTo>
                <a:lnTo>
                  <a:pt x="13985" y="22824"/>
                </a:lnTo>
                <a:lnTo>
                  <a:pt x="14691" y="22401"/>
                </a:lnTo>
                <a:lnTo>
                  <a:pt x="15458" y="21997"/>
                </a:lnTo>
                <a:lnTo>
                  <a:pt x="16285" y="21593"/>
                </a:lnTo>
                <a:lnTo>
                  <a:pt x="17173" y="21170"/>
                </a:lnTo>
                <a:lnTo>
                  <a:pt x="17758" y="20907"/>
                </a:lnTo>
                <a:lnTo>
                  <a:pt x="18505" y="20584"/>
                </a:lnTo>
                <a:lnTo>
                  <a:pt x="19252" y="20241"/>
                </a:lnTo>
                <a:lnTo>
                  <a:pt x="19958" y="19878"/>
                </a:lnTo>
                <a:lnTo>
                  <a:pt x="20321" y="19696"/>
                </a:lnTo>
                <a:lnTo>
                  <a:pt x="20664" y="19495"/>
                </a:lnTo>
                <a:lnTo>
                  <a:pt x="20987" y="19273"/>
                </a:lnTo>
                <a:lnTo>
                  <a:pt x="21330" y="19051"/>
                </a:lnTo>
                <a:lnTo>
                  <a:pt x="21633" y="18809"/>
                </a:lnTo>
                <a:lnTo>
                  <a:pt x="21936" y="18566"/>
                </a:lnTo>
                <a:lnTo>
                  <a:pt x="22218" y="18304"/>
                </a:lnTo>
                <a:lnTo>
                  <a:pt x="22501" y="18022"/>
                </a:lnTo>
                <a:lnTo>
                  <a:pt x="22743" y="17719"/>
                </a:lnTo>
                <a:lnTo>
                  <a:pt x="22985" y="17396"/>
                </a:lnTo>
                <a:lnTo>
                  <a:pt x="23227" y="17013"/>
                </a:lnTo>
                <a:lnTo>
                  <a:pt x="23449" y="16589"/>
                </a:lnTo>
                <a:lnTo>
                  <a:pt x="23631" y="16185"/>
                </a:lnTo>
                <a:lnTo>
                  <a:pt x="23792" y="15761"/>
                </a:lnTo>
                <a:lnTo>
                  <a:pt x="23954" y="15317"/>
                </a:lnTo>
                <a:lnTo>
                  <a:pt x="24075" y="14873"/>
                </a:lnTo>
                <a:lnTo>
                  <a:pt x="24297" y="14006"/>
                </a:lnTo>
                <a:lnTo>
                  <a:pt x="24478" y="13198"/>
                </a:lnTo>
                <a:lnTo>
                  <a:pt x="24620" y="12432"/>
                </a:lnTo>
                <a:lnTo>
                  <a:pt x="24741" y="11685"/>
                </a:lnTo>
                <a:lnTo>
                  <a:pt x="24842" y="10938"/>
                </a:lnTo>
                <a:lnTo>
                  <a:pt x="24902" y="10232"/>
                </a:lnTo>
                <a:lnTo>
                  <a:pt x="24943" y="9546"/>
                </a:lnTo>
                <a:lnTo>
                  <a:pt x="24963" y="8880"/>
                </a:lnTo>
                <a:lnTo>
                  <a:pt x="24963" y="8214"/>
                </a:lnTo>
                <a:lnTo>
                  <a:pt x="24922" y="7447"/>
                </a:lnTo>
                <a:lnTo>
                  <a:pt x="24842" y="6721"/>
                </a:lnTo>
                <a:lnTo>
                  <a:pt x="24741" y="6014"/>
                </a:lnTo>
                <a:lnTo>
                  <a:pt x="24579" y="5348"/>
                </a:lnTo>
                <a:lnTo>
                  <a:pt x="24398" y="4703"/>
                </a:lnTo>
                <a:lnTo>
                  <a:pt x="24156" y="4097"/>
                </a:lnTo>
                <a:lnTo>
                  <a:pt x="23893" y="3532"/>
                </a:lnTo>
                <a:lnTo>
                  <a:pt x="23752" y="3250"/>
                </a:lnTo>
                <a:lnTo>
                  <a:pt x="23591" y="2987"/>
                </a:lnTo>
                <a:lnTo>
                  <a:pt x="23389" y="2685"/>
                </a:lnTo>
                <a:lnTo>
                  <a:pt x="23187" y="2382"/>
                </a:lnTo>
                <a:lnTo>
                  <a:pt x="22965" y="2099"/>
                </a:lnTo>
                <a:lnTo>
                  <a:pt x="22723" y="1837"/>
                </a:lnTo>
                <a:lnTo>
                  <a:pt x="22460" y="1595"/>
                </a:lnTo>
                <a:lnTo>
                  <a:pt x="22218" y="1353"/>
                </a:lnTo>
                <a:lnTo>
                  <a:pt x="21936" y="1151"/>
                </a:lnTo>
                <a:lnTo>
                  <a:pt x="21653" y="949"/>
                </a:lnTo>
                <a:lnTo>
                  <a:pt x="21371" y="768"/>
                </a:lnTo>
                <a:lnTo>
                  <a:pt x="21088" y="606"/>
                </a:lnTo>
                <a:lnTo>
                  <a:pt x="20785" y="445"/>
                </a:lnTo>
                <a:lnTo>
                  <a:pt x="20483" y="324"/>
                </a:lnTo>
                <a:lnTo>
                  <a:pt x="20160" y="223"/>
                </a:lnTo>
                <a:lnTo>
                  <a:pt x="19857" y="142"/>
                </a:lnTo>
                <a:lnTo>
                  <a:pt x="19534" y="61"/>
                </a:lnTo>
                <a:lnTo>
                  <a:pt x="19211" y="21"/>
                </a:lnTo>
                <a:lnTo>
                  <a:pt x="18929" y="1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3" name="Google Shape;463;p6"/>
          <p:cNvSpPr/>
          <p:nvPr/>
        </p:nvSpPr>
        <p:spPr>
          <a:xfrm flipH="1" rot="-4956197">
            <a:off x="7846970" y="4097316"/>
            <a:ext cx="1193686" cy="1427269"/>
          </a:xfrm>
          <a:custGeom>
            <a:rect b="b" l="l" r="r" t="t"/>
            <a:pathLst>
              <a:path extrusionOk="0" h="25529" w="21351">
                <a:moveTo>
                  <a:pt x="16709" y="81"/>
                </a:moveTo>
                <a:lnTo>
                  <a:pt x="17052" y="122"/>
                </a:lnTo>
                <a:lnTo>
                  <a:pt x="17416" y="202"/>
                </a:lnTo>
                <a:lnTo>
                  <a:pt x="17759" y="303"/>
                </a:lnTo>
                <a:lnTo>
                  <a:pt x="18102" y="424"/>
                </a:lnTo>
                <a:lnTo>
                  <a:pt x="18445" y="586"/>
                </a:lnTo>
                <a:lnTo>
                  <a:pt x="18788" y="788"/>
                </a:lnTo>
                <a:lnTo>
                  <a:pt x="19111" y="1010"/>
                </a:lnTo>
                <a:lnTo>
                  <a:pt x="19434" y="1272"/>
                </a:lnTo>
                <a:lnTo>
                  <a:pt x="19736" y="1575"/>
                </a:lnTo>
                <a:lnTo>
                  <a:pt x="19999" y="1897"/>
                </a:lnTo>
                <a:lnTo>
                  <a:pt x="20261" y="2261"/>
                </a:lnTo>
                <a:lnTo>
                  <a:pt x="20483" y="2644"/>
                </a:lnTo>
                <a:lnTo>
                  <a:pt x="20644" y="2947"/>
                </a:lnTo>
                <a:lnTo>
                  <a:pt x="20766" y="3250"/>
                </a:lnTo>
                <a:lnTo>
                  <a:pt x="20887" y="3572"/>
                </a:lnTo>
                <a:lnTo>
                  <a:pt x="20987" y="3895"/>
                </a:lnTo>
                <a:lnTo>
                  <a:pt x="21068" y="4238"/>
                </a:lnTo>
                <a:lnTo>
                  <a:pt x="21149" y="4581"/>
                </a:lnTo>
                <a:lnTo>
                  <a:pt x="21209" y="4945"/>
                </a:lnTo>
                <a:lnTo>
                  <a:pt x="21250" y="5308"/>
                </a:lnTo>
                <a:lnTo>
                  <a:pt x="21270" y="5691"/>
                </a:lnTo>
                <a:lnTo>
                  <a:pt x="21270" y="6075"/>
                </a:lnTo>
                <a:lnTo>
                  <a:pt x="21270" y="6478"/>
                </a:lnTo>
                <a:lnTo>
                  <a:pt x="21250" y="6882"/>
                </a:lnTo>
                <a:lnTo>
                  <a:pt x="21230" y="7306"/>
                </a:lnTo>
                <a:lnTo>
                  <a:pt x="21169" y="7750"/>
                </a:lnTo>
                <a:lnTo>
                  <a:pt x="21109" y="8194"/>
                </a:lnTo>
                <a:lnTo>
                  <a:pt x="21028" y="8658"/>
                </a:lnTo>
                <a:lnTo>
                  <a:pt x="20947" y="9122"/>
                </a:lnTo>
                <a:lnTo>
                  <a:pt x="20846" y="9586"/>
                </a:lnTo>
                <a:lnTo>
                  <a:pt x="20725" y="10010"/>
                </a:lnTo>
                <a:lnTo>
                  <a:pt x="20604" y="10434"/>
                </a:lnTo>
                <a:lnTo>
                  <a:pt x="20483" y="10857"/>
                </a:lnTo>
                <a:lnTo>
                  <a:pt x="20342" y="11261"/>
                </a:lnTo>
                <a:lnTo>
                  <a:pt x="20180" y="11644"/>
                </a:lnTo>
                <a:lnTo>
                  <a:pt x="20019" y="12008"/>
                </a:lnTo>
                <a:lnTo>
                  <a:pt x="19857" y="12371"/>
                </a:lnTo>
                <a:lnTo>
                  <a:pt x="19676" y="12714"/>
                </a:lnTo>
                <a:lnTo>
                  <a:pt x="19474" y="13037"/>
                </a:lnTo>
                <a:lnTo>
                  <a:pt x="19272" y="13340"/>
                </a:lnTo>
                <a:lnTo>
                  <a:pt x="19070" y="13642"/>
                </a:lnTo>
                <a:lnTo>
                  <a:pt x="18848" y="13945"/>
                </a:lnTo>
                <a:lnTo>
                  <a:pt x="18606" y="14207"/>
                </a:lnTo>
                <a:lnTo>
                  <a:pt x="18364" y="14470"/>
                </a:lnTo>
                <a:lnTo>
                  <a:pt x="18142" y="14692"/>
                </a:lnTo>
                <a:lnTo>
                  <a:pt x="17920" y="14893"/>
                </a:lnTo>
                <a:lnTo>
                  <a:pt x="17436" y="15297"/>
                </a:lnTo>
                <a:lnTo>
                  <a:pt x="16931" y="15640"/>
                </a:lnTo>
                <a:lnTo>
                  <a:pt x="16386" y="15983"/>
                </a:lnTo>
                <a:lnTo>
                  <a:pt x="15842" y="16306"/>
                </a:lnTo>
                <a:lnTo>
                  <a:pt x="15297" y="16589"/>
                </a:lnTo>
                <a:lnTo>
                  <a:pt x="14187" y="17154"/>
                </a:lnTo>
                <a:lnTo>
                  <a:pt x="13481" y="17497"/>
                </a:lnTo>
                <a:lnTo>
                  <a:pt x="12774" y="17860"/>
                </a:lnTo>
                <a:lnTo>
                  <a:pt x="12088" y="18264"/>
                </a:lnTo>
                <a:lnTo>
                  <a:pt x="11422" y="18667"/>
                </a:lnTo>
                <a:lnTo>
                  <a:pt x="10958" y="18990"/>
                </a:lnTo>
                <a:lnTo>
                  <a:pt x="10494" y="19333"/>
                </a:lnTo>
                <a:lnTo>
                  <a:pt x="10070" y="19696"/>
                </a:lnTo>
                <a:lnTo>
                  <a:pt x="9646" y="20060"/>
                </a:lnTo>
                <a:lnTo>
                  <a:pt x="8799" y="20847"/>
                </a:lnTo>
                <a:lnTo>
                  <a:pt x="7992" y="21613"/>
                </a:lnTo>
                <a:lnTo>
                  <a:pt x="7205" y="22400"/>
                </a:lnTo>
                <a:lnTo>
                  <a:pt x="6377" y="23167"/>
                </a:lnTo>
                <a:lnTo>
                  <a:pt x="5953" y="23531"/>
                </a:lnTo>
                <a:lnTo>
                  <a:pt x="5509" y="23894"/>
                </a:lnTo>
                <a:lnTo>
                  <a:pt x="5065" y="24237"/>
                </a:lnTo>
                <a:lnTo>
                  <a:pt x="4601" y="24560"/>
                </a:lnTo>
                <a:lnTo>
                  <a:pt x="4178" y="24822"/>
                </a:lnTo>
                <a:lnTo>
                  <a:pt x="3935" y="24963"/>
                </a:lnTo>
                <a:lnTo>
                  <a:pt x="3673" y="25084"/>
                </a:lnTo>
                <a:lnTo>
                  <a:pt x="3411" y="25205"/>
                </a:lnTo>
                <a:lnTo>
                  <a:pt x="3148" y="25306"/>
                </a:lnTo>
                <a:lnTo>
                  <a:pt x="2866" y="25367"/>
                </a:lnTo>
                <a:lnTo>
                  <a:pt x="2563" y="25427"/>
                </a:lnTo>
                <a:lnTo>
                  <a:pt x="2260" y="25448"/>
                </a:lnTo>
                <a:lnTo>
                  <a:pt x="1978" y="25427"/>
                </a:lnTo>
                <a:lnTo>
                  <a:pt x="1695" y="25367"/>
                </a:lnTo>
                <a:lnTo>
                  <a:pt x="1433" y="25286"/>
                </a:lnTo>
                <a:lnTo>
                  <a:pt x="1171" y="25185"/>
                </a:lnTo>
                <a:lnTo>
                  <a:pt x="949" y="25044"/>
                </a:lnTo>
                <a:lnTo>
                  <a:pt x="747" y="24883"/>
                </a:lnTo>
                <a:lnTo>
                  <a:pt x="585" y="24701"/>
                </a:lnTo>
                <a:lnTo>
                  <a:pt x="424" y="24459"/>
                </a:lnTo>
                <a:lnTo>
                  <a:pt x="303" y="24196"/>
                </a:lnTo>
                <a:lnTo>
                  <a:pt x="222" y="23894"/>
                </a:lnTo>
                <a:lnTo>
                  <a:pt x="142" y="23551"/>
                </a:lnTo>
                <a:lnTo>
                  <a:pt x="101" y="23167"/>
                </a:lnTo>
                <a:lnTo>
                  <a:pt x="81" y="22784"/>
                </a:lnTo>
                <a:lnTo>
                  <a:pt x="101" y="22421"/>
                </a:lnTo>
                <a:lnTo>
                  <a:pt x="142" y="22037"/>
                </a:lnTo>
                <a:lnTo>
                  <a:pt x="202" y="21654"/>
                </a:lnTo>
                <a:lnTo>
                  <a:pt x="303" y="21291"/>
                </a:lnTo>
                <a:lnTo>
                  <a:pt x="424" y="20947"/>
                </a:lnTo>
                <a:lnTo>
                  <a:pt x="585" y="20584"/>
                </a:lnTo>
                <a:lnTo>
                  <a:pt x="727" y="20342"/>
                </a:lnTo>
                <a:lnTo>
                  <a:pt x="868" y="20080"/>
                </a:lnTo>
                <a:lnTo>
                  <a:pt x="1029" y="19838"/>
                </a:lnTo>
                <a:lnTo>
                  <a:pt x="1211" y="19616"/>
                </a:lnTo>
                <a:lnTo>
                  <a:pt x="1393" y="19373"/>
                </a:lnTo>
                <a:lnTo>
                  <a:pt x="1574" y="19172"/>
                </a:lnTo>
                <a:lnTo>
                  <a:pt x="1978" y="18768"/>
                </a:lnTo>
                <a:lnTo>
                  <a:pt x="2402" y="18385"/>
                </a:lnTo>
                <a:lnTo>
                  <a:pt x="2825" y="18042"/>
                </a:lnTo>
                <a:lnTo>
                  <a:pt x="3249" y="17739"/>
                </a:lnTo>
                <a:lnTo>
                  <a:pt x="3673" y="17456"/>
                </a:lnTo>
                <a:lnTo>
                  <a:pt x="4561" y="16871"/>
                </a:lnTo>
                <a:lnTo>
                  <a:pt x="5489" y="16306"/>
                </a:lnTo>
                <a:lnTo>
                  <a:pt x="6438" y="15761"/>
                </a:lnTo>
                <a:lnTo>
                  <a:pt x="7366" y="15257"/>
                </a:lnTo>
                <a:lnTo>
                  <a:pt x="7568" y="15136"/>
                </a:lnTo>
                <a:lnTo>
                  <a:pt x="8153" y="14793"/>
                </a:lnTo>
                <a:lnTo>
                  <a:pt x="8758" y="14429"/>
                </a:lnTo>
                <a:lnTo>
                  <a:pt x="9041" y="14228"/>
                </a:lnTo>
                <a:lnTo>
                  <a:pt x="9323" y="14026"/>
                </a:lnTo>
                <a:lnTo>
                  <a:pt x="9606" y="13804"/>
                </a:lnTo>
                <a:lnTo>
                  <a:pt x="9868" y="13541"/>
                </a:lnTo>
                <a:lnTo>
                  <a:pt x="10070" y="13340"/>
                </a:lnTo>
                <a:lnTo>
                  <a:pt x="10232" y="13138"/>
                </a:lnTo>
                <a:lnTo>
                  <a:pt x="10393" y="12916"/>
                </a:lnTo>
                <a:lnTo>
                  <a:pt x="10534" y="12694"/>
                </a:lnTo>
                <a:lnTo>
                  <a:pt x="10675" y="12452"/>
                </a:lnTo>
                <a:lnTo>
                  <a:pt x="10797" y="12210"/>
                </a:lnTo>
                <a:lnTo>
                  <a:pt x="10897" y="11967"/>
                </a:lnTo>
                <a:lnTo>
                  <a:pt x="10978" y="11725"/>
                </a:lnTo>
                <a:lnTo>
                  <a:pt x="11140" y="11221"/>
                </a:lnTo>
                <a:lnTo>
                  <a:pt x="11261" y="10716"/>
                </a:lnTo>
                <a:lnTo>
                  <a:pt x="11362" y="10191"/>
                </a:lnTo>
                <a:lnTo>
                  <a:pt x="11463" y="9647"/>
                </a:lnTo>
                <a:lnTo>
                  <a:pt x="11563" y="8839"/>
                </a:lnTo>
                <a:lnTo>
                  <a:pt x="11664" y="8012"/>
                </a:lnTo>
                <a:lnTo>
                  <a:pt x="11846" y="6599"/>
                </a:lnTo>
                <a:lnTo>
                  <a:pt x="11947" y="5893"/>
                </a:lnTo>
                <a:lnTo>
                  <a:pt x="12088" y="5187"/>
                </a:lnTo>
                <a:lnTo>
                  <a:pt x="12209" y="4682"/>
                </a:lnTo>
                <a:lnTo>
                  <a:pt x="12330" y="4218"/>
                </a:lnTo>
                <a:lnTo>
                  <a:pt x="12472" y="3754"/>
                </a:lnTo>
                <a:lnTo>
                  <a:pt x="12633" y="3330"/>
                </a:lnTo>
                <a:lnTo>
                  <a:pt x="12794" y="2947"/>
                </a:lnTo>
                <a:lnTo>
                  <a:pt x="12976" y="2563"/>
                </a:lnTo>
                <a:lnTo>
                  <a:pt x="13158" y="2220"/>
                </a:lnTo>
                <a:lnTo>
                  <a:pt x="13359" y="1897"/>
                </a:lnTo>
                <a:lnTo>
                  <a:pt x="13561" y="1615"/>
                </a:lnTo>
                <a:lnTo>
                  <a:pt x="13803" y="1332"/>
                </a:lnTo>
                <a:lnTo>
                  <a:pt x="14025" y="1090"/>
                </a:lnTo>
                <a:lnTo>
                  <a:pt x="14288" y="868"/>
                </a:lnTo>
                <a:lnTo>
                  <a:pt x="14550" y="687"/>
                </a:lnTo>
                <a:lnTo>
                  <a:pt x="14812" y="525"/>
                </a:lnTo>
                <a:lnTo>
                  <a:pt x="15115" y="364"/>
                </a:lnTo>
                <a:lnTo>
                  <a:pt x="15418" y="263"/>
                </a:lnTo>
                <a:lnTo>
                  <a:pt x="15721" y="162"/>
                </a:lnTo>
                <a:lnTo>
                  <a:pt x="16043" y="101"/>
                </a:lnTo>
                <a:lnTo>
                  <a:pt x="16366" y="81"/>
                </a:lnTo>
                <a:close/>
                <a:moveTo>
                  <a:pt x="16467" y="1"/>
                </a:moveTo>
                <a:lnTo>
                  <a:pt x="16104" y="21"/>
                </a:lnTo>
                <a:lnTo>
                  <a:pt x="15741" y="81"/>
                </a:lnTo>
                <a:lnTo>
                  <a:pt x="15377" y="182"/>
                </a:lnTo>
                <a:lnTo>
                  <a:pt x="15075" y="303"/>
                </a:lnTo>
                <a:lnTo>
                  <a:pt x="14792" y="445"/>
                </a:lnTo>
                <a:lnTo>
                  <a:pt x="14510" y="606"/>
                </a:lnTo>
                <a:lnTo>
                  <a:pt x="14227" y="808"/>
                </a:lnTo>
                <a:lnTo>
                  <a:pt x="13985" y="1030"/>
                </a:lnTo>
                <a:lnTo>
                  <a:pt x="13743" y="1272"/>
                </a:lnTo>
                <a:lnTo>
                  <a:pt x="13501" y="1554"/>
                </a:lnTo>
                <a:lnTo>
                  <a:pt x="13299" y="1857"/>
                </a:lnTo>
                <a:lnTo>
                  <a:pt x="13097" y="2180"/>
                </a:lnTo>
                <a:lnTo>
                  <a:pt x="12895" y="2523"/>
                </a:lnTo>
                <a:lnTo>
                  <a:pt x="12714" y="2906"/>
                </a:lnTo>
                <a:lnTo>
                  <a:pt x="12552" y="3310"/>
                </a:lnTo>
                <a:lnTo>
                  <a:pt x="12391" y="3734"/>
                </a:lnTo>
                <a:lnTo>
                  <a:pt x="12250" y="4178"/>
                </a:lnTo>
                <a:lnTo>
                  <a:pt x="12128" y="4662"/>
                </a:lnTo>
                <a:lnTo>
                  <a:pt x="12007" y="5187"/>
                </a:lnTo>
                <a:lnTo>
                  <a:pt x="11886" y="5873"/>
                </a:lnTo>
                <a:lnTo>
                  <a:pt x="11765" y="6599"/>
                </a:lnTo>
                <a:lnTo>
                  <a:pt x="11584" y="7992"/>
                </a:lnTo>
                <a:lnTo>
                  <a:pt x="11483" y="8819"/>
                </a:lnTo>
                <a:lnTo>
                  <a:pt x="11382" y="9647"/>
                </a:lnTo>
                <a:lnTo>
                  <a:pt x="11281" y="10171"/>
                </a:lnTo>
                <a:lnTo>
                  <a:pt x="11180" y="10696"/>
                </a:lnTo>
                <a:lnTo>
                  <a:pt x="11059" y="11200"/>
                </a:lnTo>
                <a:lnTo>
                  <a:pt x="10918" y="11705"/>
                </a:lnTo>
                <a:lnTo>
                  <a:pt x="10817" y="11947"/>
                </a:lnTo>
                <a:lnTo>
                  <a:pt x="10716" y="12169"/>
                </a:lnTo>
                <a:lnTo>
                  <a:pt x="10595" y="12411"/>
                </a:lnTo>
                <a:lnTo>
                  <a:pt x="10474" y="12633"/>
                </a:lnTo>
                <a:lnTo>
                  <a:pt x="10332" y="12855"/>
                </a:lnTo>
                <a:lnTo>
                  <a:pt x="10171" y="13077"/>
                </a:lnTo>
                <a:lnTo>
                  <a:pt x="10010" y="13279"/>
                </a:lnTo>
                <a:lnTo>
                  <a:pt x="9808" y="13501"/>
                </a:lnTo>
                <a:lnTo>
                  <a:pt x="9545" y="13743"/>
                </a:lnTo>
                <a:lnTo>
                  <a:pt x="9283" y="13965"/>
                </a:lnTo>
                <a:lnTo>
                  <a:pt x="9001" y="14167"/>
                </a:lnTo>
                <a:lnTo>
                  <a:pt x="8718" y="14369"/>
                </a:lnTo>
                <a:lnTo>
                  <a:pt x="8113" y="14732"/>
                </a:lnTo>
                <a:lnTo>
                  <a:pt x="7527" y="15055"/>
                </a:lnTo>
                <a:lnTo>
                  <a:pt x="7326" y="15176"/>
                </a:lnTo>
                <a:lnTo>
                  <a:pt x="6397" y="15701"/>
                </a:lnTo>
                <a:lnTo>
                  <a:pt x="5449" y="16246"/>
                </a:lnTo>
                <a:lnTo>
                  <a:pt x="4521" y="16790"/>
                </a:lnTo>
                <a:lnTo>
                  <a:pt x="3612" y="17376"/>
                </a:lnTo>
                <a:lnTo>
                  <a:pt x="3209" y="17658"/>
                </a:lnTo>
                <a:lnTo>
                  <a:pt x="2765" y="17981"/>
                </a:lnTo>
                <a:lnTo>
                  <a:pt x="2341" y="18324"/>
                </a:lnTo>
                <a:lnTo>
                  <a:pt x="1917" y="18707"/>
                </a:lnTo>
                <a:lnTo>
                  <a:pt x="1514" y="19111"/>
                </a:lnTo>
                <a:lnTo>
                  <a:pt x="1312" y="19333"/>
                </a:lnTo>
                <a:lnTo>
                  <a:pt x="1130" y="19555"/>
                </a:lnTo>
                <a:lnTo>
                  <a:pt x="969" y="19797"/>
                </a:lnTo>
                <a:lnTo>
                  <a:pt x="807" y="20039"/>
                </a:lnTo>
                <a:lnTo>
                  <a:pt x="646" y="20302"/>
                </a:lnTo>
                <a:lnTo>
                  <a:pt x="505" y="20564"/>
                </a:lnTo>
                <a:lnTo>
                  <a:pt x="364" y="20907"/>
                </a:lnTo>
                <a:lnTo>
                  <a:pt x="222" y="21270"/>
                </a:lnTo>
                <a:lnTo>
                  <a:pt x="142" y="21654"/>
                </a:lnTo>
                <a:lnTo>
                  <a:pt x="61" y="22017"/>
                </a:lnTo>
                <a:lnTo>
                  <a:pt x="20" y="22400"/>
                </a:lnTo>
                <a:lnTo>
                  <a:pt x="0" y="22784"/>
                </a:lnTo>
                <a:lnTo>
                  <a:pt x="20" y="23167"/>
                </a:lnTo>
                <a:lnTo>
                  <a:pt x="61" y="23551"/>
                </a:lnTo>
                <a:lnTo>
                  <a:pt x="142" y="23914"/>
                </a:lnTo>
                <a:lnTo>
                  <a:pt x="242" y="24237"/>
                </a:lnTo>
                <a:lnTo>
                  <a:pt x="364" y="24499"/>
                </a:lnTo>
                <a:lnTo>
                  <a:pt x="505" y="24741"/>
                </a:lnTo>
                <a:lnTo>
                  <a:pt x="666" y="24923"/>
                </a:lnTo>
                <a:lnTo>
                  <a:pt x="848" y="25064"/>
                </a:lnTo>
                <a:lnTo>
                  <a:pt x="1050" y="25205"/>
                </a:lnTo>
                <a:lnTo>
                  <a:pt x="1251" y="25327"/>
                </a:lnTo>
                <a:lnTo>
                  <a:pt x="1494" y="25407"/>
                </a:lnTo>
                <a:lnTo>
                  <a:pt x="1736" y="25468"/>
                </a:lnTo>
                <a:lnTo>
                  <a:pt x="1978" y="25508"/>
                </a:lnTo>
                <a:lnTo>
                  <a:pt x="2260" y="25528"/>
                </a:lnTo>
                <a:lnTo>
                  <a:pt x="2563" y="25508"/>
                </a:lnTo>
                <a:lnTo>
                  <a:pt x="2866" y="25448"/>
                </a:lnTo>
                <a:lnTo>
                  <a:pt x="3169" y="25367"/>
                </a:lnTo>
                <a:lnTo>
                  <a:pt x="3451" y="25286"/>
                </a:lnTo>
                <a:lnTo>
                  <a:pt x="3713" y="25165"/>
                </a:lnTo>
                <a:lnTo>
                  <a:pt x="3976" y="25044"/>
                </a:lnTo>
                <a:lnTo>
                  <a:pt x="4218" y="24903"/>
                </a:lnTo>
                <a:lnTo>
                  <a:pt x="4642" y="24620"/>
                </a:lnTo>
                <a:lnTo>
                  <a:pt x="5106" y="24297"/>
                </a:lnTo>
                <a:lnTo>
                  <a:pt x="5550" y="23954"/>
                </a:lnTo>
                <a:lnTo>
                  <a:pt x="5994" y="23611"/>
                </a:lnTo>
                <a:lnTo>
                  <a:pt x="6418" y="23228"/>
                </a:lnTo>
                <a:lnTo>
                  <a:pt x="7245" y="22461"/>
                </a:lnTo>
                <a:lnTo>
                  <a:pt x="8052" y="21674"/>
                </a:lnTo>
                <a:lnTo>
                  <a:pt x="8859" y="20907"/>
                </a:lnTo>
                <a:lnTo>
                  <a:pt x="9687" y="20140"/>
                </a:lnTo>
                <a:lnTo>
                  <a:pt x="10110" y="19757"/>
                </a:lnTo>
                <a:lnTo>
                  <a:pt x="10554" y="19394"/>
                </a:lnTo>
                <a:lnTo>
                  <a:pt x="10998" y="19051"/>
                </a:lnTo>
                <a:lnTo>
                  <a:pt x="11463" y="18728"/>
                </a:lnTo>
                <a:lnTo>
                  <a:pt x="12128" y="18324"/>
                </a:lnTo>
                <a:lnTo>
                  <a:pt x="12815" y="17941"/>
                </a:lnTo>
                <a:lnTo>
                  <a:pt x="13521" y="17577"/>
                </a:lnTo>
                <a:lnTo>
                  <a:pt x="14207" y="17234"/>
                </a:lnTo>
                <a:lnTo>
                  <a:pt x="15337" y="16669"/>
                </a:lnTo>
                <a:lnTo>
                  <a:pt x="15902" y="16367"/>
                </a:lnTo>
                <a:lnTo>
                  <a:pt x="16447" y="16044"/>
                </a:lnTo>
                <a:lnTo>
                  <a:pt x="16972" y="15721"/>
                </a:lnTo>
                <a:lnTo>
                  <a:pt x="17476" y="15358"/>
                </a:lnTo>
                <a:lnTo>
                  <a:pt x="17981" y="14954"/>
                </a:lnTo>
                <a:lnTo>
                  <a:pt x="18203" y="14752"/>
                </a:lnTo>
                <a:lnTo>
                  <a:pt x="18425" y="14530"/>
                </a:lnTo>
                <a:lnTo>
                  <a:pt x="18667" y="14268"/>
                </a:lnTo>
                <a:lnTo>
                  <a:pt x="18909" y="13985"/>
                </a:lnTo>
                <a:lnTo>
                  <a:pt x="19131" y="13703"/>
                </a:lnTo>
                <a:lnTo>
                  <a:pt x="19333" y="13400"/>
                </a:lnTo>
                <a:lnTo>
                  <a:pt x="19535" y="13077"/>
                </a:lnTo>
                <a:lnTo>
                  <a:pt x="19736" y="12754"/>
                </a:lnTo>
                <a:lnTo>
                  <a:pt x="19918" y="12411"/>
                </a:lnTo>
                <a:lnTo>
                  <a:pt x="20100" y="12048"/>
                </a:lnTo>
                <a:lnTo>
                  <a:pt x="20261" y="11665"/>
                </a:lnTo>
                <a:lnTo>
                  <a:pt x="20402" y="11281"/>
                </a:lnTo>
                <a:lnTo>
                  <a:pt x="20544" y="10878"/>
                </a:lnTo>
                <a:lnTo>
                  <a:pt x="20685" y="10474"/>
                </a:lnTo>
                <a:lnTo>
                  <a:pt x="20806" y="10050"/>
                </a:lnTo>
                <a:lnTo>
                  <a:pt x="20927" y="9606"/>
                </a:lnTo>
                <a:lnTo>
                  <a:pt x="21028" y="9142"/>
                </a:lnTo>
                <a:lnTo>
                  <a:pt x="21109" y="8678"/>
                </a:lnTo>
                <a:lnTo>
                  <a:pt x="21189" y="8214"/>
                </a:lnTo>
                <a:lnTo>
                  <a:pt x="21250" y="7750"/>
                </a:lnTo>
                <a:lnTo>
                  <a:pt x="21310" y="7326"/>
                </a:lnTo>
                <a:lnTo>
                  <a:pt x="21331" y="6882"/>
                </a:lnTo>
                <a:lnTo>
                  <a:pt x="21351" y="6478"/>
                </a:lnTo>
                <a:lnTo>
                  <a:pt x="21351" y="6075"/>
                </a:lnTo>
                <a:lnTo>
                  <a:pt x="21351" y="5671"/>
                </a:lnTo>
                <a:lnTo>
                  <a:pt x="21331" y="5288"/>
                </a:lnTo>
                <a:lnTo>
                  <a:pt x="21270" y="4924"/>
                </a:lnTo>
                <a:lnTo>
                  <a:pt x="21230" y="4561"/>
                </a:lnTo>
                <a:lnTo>
                  <a:pt x="21149" y="4218"/>
                </a:lnTo>
                <a:lnTo>
                  <a:pt x="21068" y="3875"/>
                </a:lnTo>
                <a:lnTo>
                  <a:pt x="20967" y="3532"/>
                </a:lnTo>
                <a:lnTo>
                  <a:pt x="20846" y="3229"/>
                </a:lnTo>
                <a:lnTo>
                  <a:pt x="20705" y="2906"/>
                </a:lnTo>
                <a:lnTo>
                  <a:pt x="20564" y="2624"/>
                </a:lnTo>
                <a:lnTo>
                  <a:pt x="20362" y="2281"/>
                </a:lnTo>
                <a:lnTo>
                  <a:pt x="20140" y="1958"/>
                </a:lnTo>
                <a:lnTo>
                  <a:pt x="19898" y="1655"/>
                </a:lnTo>
                <a:lnTo>
                  <a:pt x="19615" y="1373"/>
                </a:lnTo>
                <a:lnTo>
                  <a:pt x="19333" y="1110"/>
                </a:lnTo>
                <a:lnTo>
                  <a:pt x="19010" y="868"/>
                </a:lnTo>
                <a:lnTo>
                  <a:pt x="18687" y="646"/>
                </a:lnTo>
                <a:lnTo>
                  <a:pt x="18344" y="465"/>
                </a:lnTo>
                <a:lnTo>
                  <a:pt x="17981" y="283"/>
                </a:lnTo>
                <a:lnTo>
                  <a:pt x="17597" y="162"/>
                </a:lnTo>
                <a:lnTo>
                  <a:pt x="17214" y="61"/>
                </a:lnTo>
                <a:lnTo>
                  <a:pt x="16851" y="21"/>
                </a:lnTo>
                <a:lnTo>
                  <a:pt x="16467" y="1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4" name="Google Shape;464;p6"/>
          <p:cNvSpPr/>
          <p:nvPr/>
        </p:nvSpPr>
        <p:spPr>
          <a:xfrm flipH="1" rot="-4956197">
            <a:off x="7975705" y="4243332"/>
            <a:ext cx="901512" cy="1104569"/>
          </a:xfrm>
          <a:custGeom>
            <a:rect b="b" l="l" r="r" t="t"/>
            <a:pathLst>
              <a:path extrusionOk="0" h="19757" w="16125">
                <a:moveTo>
                  <a:pt x="13945" y="81"/>
                </a:moveTo>
                <a:lnTo>
                  <a:pt x="14187" y="142"/>
                </a:lnTo>
                <a:lnTo>
                  <a:pt x="14449" y="222"/>
                </a:lnTo>
                <a:lnTo>
                  <a:pt x="14671" y="323"/>
                </a:lnTo>
                <a:lnTo>
                  <a:pt x="14893" y="464"/>
                </a:lnTo>
                <a:lnTo>
                  <a:pt x="15095" y="626"/>
                </a:lnTo>
                <a:lnTo>
                  <a:pt x="15277" y="807"/>
                </a:lnTo>
                <a:lnTo>
                  <a:pt x="15438" y="1009"/>
                </a:lnTo>
                <a:lnTo>
                  <a:pt x="15620" y="1332"/>
                </a:lnTo>
                <a:lnTo>
                  <a:pt x="15761" y="1655"/>
                </a:lnTo>
                <a:lnTo>
                  <a:pt x="15862" y="1998"/>
                </a:lnTo>
                <a:lnTo>
                  <a:pt x="15943" y="2341"/>
                </a:lnTo>
                <a:lnTo>
                  <a:pt x="16003" y="2704"/>
                </a:lnTo>
                <a:lnTo>
                  <a:pt x="16023" y="3068"/>
                </a:lnTo>
                <a:lnTo>
                  <a:pt x="16044" y="3431"/>
                </a:lnTo>
                <a:lnTo>
                  <a:pt x="16044" y="3814"/>
                </a:lnTo>
                <a:lnTo>
                  <a:pt x="16023" y="4319"/>
                </a:lnTo>
                <a:lnTo>
                  <a:pt x="16003" y="4803"/>
                </a:lnTo>
                <a:lnTo>
                  <a:pt x="15963" y="5287"/>
                </a:lnTo>
                <a:lnTo>
                  <a:pt x="15923" y="5731"/>
                </a:lnTo>
                <a:lnTo>
                  <a:pt x="15862" y="6175"/>
                </a:lnTo>
                <a:lnTo>
                  <a:pt x="15781" y="6599"/>
                </a:lnTo>
                <a:lnTo>
                  <a:pt x="15701" y="7003"/>
                </a:lnTo>
                <a:lnTo>
                  <a:pt x="15600" y="7386"/>
                </a:lnTo>
                <a:lnTo>
                  <a:pt x="15479" y="7749"/>
                </a:lnTo>
                <a:lnTo>
                  <a:pt x="15337" y="8113"/>
                </a:lnTo>
                <a:lnTo>
                  <a:pt x="15196" y="8436"/>
                </a:lnTo>
                <a:lnTo>
                  <a:pt x="15055" y="8758"/>
                </a:lnTo>
                <a:lnTo>
                  <a:pt x="14873" y="9081"/>
                </a:lnTo>
                <a:lnTo>
                  <a:pt x="14692" y="9364"/>
                </a:lnTo>
                <a:lnTo>
                  <a:pt x="14490" y="9646"/>
                </a:lnTo>
                <a:lnTo>
                  <a:pt x="14268" y="9909"/>
                </a:lnTo>
                <a:lnTo>
                  <a:pt x="14086" y="10131"/>
                </a:lnTo>
                <a:lnTo>
                  <a:pt x="13884" y="10332"/>
                </a:lnTo>
                <a:lnTo>
                  <a:pt x="13683" y="10514"/>
                </a:lnTo>
                <a:lnTo>
                  <a:pt x="13461" y="10716"/>
                </a:lnTo>
                <a:lnTo>
                  <a:pt x="13017" y="11059"/>
                </a:lnTo>
                <a:lnTo>
                  <a:pt x="12532" y="11362"/>
                </a:lnTo>
                <a:lnTo>
                  <a:pt x="12048" y="11664"/>
                </a:lnTo>
                <a:lnTo>
                  <a:pt x="11543" y="11947"/>
                </a:lnTo>
                <a:lnTo>
                  <a:pt x="10514" y="12451"/>
                </a:lnTo>
                <a:lnTo>
                  <a:pt x="9586" y="12915"/>
                </a:lnTo>
                <a:lnTo>
                  <a:pt x="9122" y="13178"/>
                </a:lnTo>
                <a:lnTo>
                  <a:pt x="8678" y="13420"/>
                </a:lnTo>
                <a:lnTo>
                  <a:pt x="8032" y="13844"/>
                </a:lnTo>
                <a:lnTo>
                  <a:pt x="7427" y="14288"/>
                </a:lnTo>
                <a:lnTo>
                  <a:pt x="6821" y="14752"/>
                </a:lnTo>
                <a:lnTo>
                  <a:pt x="6236" y="15236"/>
                </a:lnTo>
                <a:lnTo>
                  <a:pt x="5671" y="15761"/>
                </a:lnTo>
                <a:lnTo>
                  <a:pt x="5106" y="16265"/>
                </a:lnTo>
                <a:lnTo>
                  <a:pt x="4037" y="17335"/>
                </a:lnTo>
                <a:lnTo>
                  <a:pt x="3350" y="18001"/>
                </a:lnTo>
                <a:lnTo>
                  <a:pt x="2644" y="18667"/>
                </a:lnTo>
                <a:lnTo>
                  <a:pt x="2281" y="18990"/>
                </a:lnTo>
                <a:lnTo>
                  <a:pt x="2099" y="19151"/>
                </a:lnTo>
                <a:lnTo>
                  <a:pt x="1897" y="19292"/>
                </a:lnTo>
                <a:lnTo>
                  <a:pt x="1696" y="19413"/>
                </a:lnTo>
                <a:lnTo>
                  <a:pt x="1474" y="19514"/>
                </a:lnTo>
                <a:lnTo>
                  <a:pt x="1272" y="19595"/>
                </a:lnTo>
                <a:lnTo>
                  <a:pt x="1030" y="19656"/>
                </a:lnTo>
                <a:lnTo>
                  <a:pt x="808" y="19676"/>
                </a:lnTo>
                <a:lnTo>
                  <a:pt x="687" y="19656"/>
                </a:lnTo>
                <a:lnTo>
                  <a:pt x="566" y="19635"/>
                </a:lnTo>
                <a:lnTo>
                  <a:pt x="444" y="19595"/>
                </a:lnTo>
                <a:lnTo>
                  <a:pt x="344" y="19555"/>
                </a:lnTo>
                <a:lnTo>
                  <a:pt x="243" y="19474"/>
                </a:lnTo>
                <a:lnTo>
                  <a:pt x="162" y="19373"/>
                </a:lnTo>
                <a:lnTo>
                  <a:pt x="101" y="19232"/>
                </a:lnTo>
                <a:lnTo>
                  <a:pt x="81" y="19091"/>
                </a:lnTo>
                <a:lnTo>
                  <a:pt x="81" y="18929"/>
                </a:lnTo>
                <a:lnTo>
                  <a:pt x="122" y="18788"/>
                </a:lnTo>
                <a:lnTo>
                  <a:pt x="162" y="18667"/>
                </a:lnTo>
                <a:lnTo>
                  <a:pt x="222" y="18546"/>
                </a:lnTo>
                <a:lnTo>
                  <a:pt x="323" y="18364"/>
                </a:lnTo>
                <a:lnTo>
                  <a:pt x="444" y="18203"/>
                </a:lnTo>
                <a:lnTo>
                  <a:pt x="566" y="18021"/>
                </a:lnTo>
                <a:lnTo>
                  <a:pt x="868" y="17718"/>
                </a:lnTo>
                <a:lnTo>
                  <a:pt x="1171" y="17436"/>
                </a:lnTo>
                <a:lnTo>
                  <a:pt x="1494" y="17173"/>
                </a:lnTo>
                <a:lnTo>
                  <a:pt x="2220" y="16588"/>
                </a:lnTo>
                <a:lnTo>
                  <a:pt x="2987" y="16043"/>
                </a:lnTo>
                <a:lnTo>
                  <a:pt x="3754" y="15499"/>
                </a:lnTo>
                <a:lnTo>
                  <a:pt x="4521" y="14974"/>
                </a:lnTo>
                <a:lnTo>
                  <a:pt x="5308" y="14429"/>
                </a:lnTo>
                <a:lnTo>
                  <a:pt x="6075" y="13884"/>
                </a:lnTo>
                <a:lnTo>
                  <a:pt x="6862" y="13319"/>
                </a:lnTo>
                <a:lnTo>
                  <a:pt x="7608" y="12734"/>
                </a:lnTo>
                <a:lnTo>
                  <a:pt x="8153" y="12270"/>
                </a:lnTo>
                <a:lnTo>
                  <a:pt x="8436" y="12007"/>
                </a:lnTo>
                <a:lnTo>
                  <a:pt x="8718" y="11725"/>
                </a:lnTo>
                <a:lnTo>
                  <a:pt x="9001" y="11422"/>
                </a:lnTo>
                <a:lnTo>
                  <a:pt x="9283" y="11119"/>
                </a:lnTo>
                <a:lnTo>
                  <a:pt x="9546" y="10776"/>
                </a:lnTo>
                <a:lnTo>
                  <a:pt x="9788" y="10413"/>
                </a:lnTo>
                <a:lnTo>
                  <a:pt x="9949" y="10131"/>
                </a:lnTo>
                <a:lnTo>
                  <a:pt x="10111" y="9828"/>
                </a:lnTo>
                <a:lnTo>
                  <a:pt x="10252" y="9525"/>
                </a:lnTo>
                <a:lnTo>
                  <a:pt x="10393" y="9202"/>
                </a:lnTo>
                <a:lnTo>
                  <a:pt x="10494" y="8879"/>
                </a:lnTo>
                <a:lnTo>
                  <a:pt x="10615" y="8557"/>
                </a:lnTo>
                <a:lnTo>
                  <a:pt x="10777" y="7911"/>
                </a:lnTo>
                <a:lnTo>
                  <a:pt x="10938" y="7245"/>
                </a:lnTo>
                <a:lnTo>
                  <a:pt x="11039" y="6559"/>
                </a:lnTo>
                <a:lnTo>
                  <a:pt x="11241" y="5207"/>
                </a:lnTo>
                <a:lnTo>
                  <a:pt x="11342" y="4399"/>
                </a:lnTo>
                <a:lnTo>
                  <a:pt x="11463" y="3612"/>
                </a:lnTo>
                <a:lnTo>
                  <a:pt x="11604" y="2825"/>
                </a:lnTo>
                <a:lnTo>
                  <a:pt x="11685" y="2422"/>
                </a:lnTo>
                <a:lnTo>
                  <a:pt x="11786" y="2038"/>
                </a:lnTo>
                <a:lnTo>
                  <a:pt x="11866" y="1756"/>
                </a:lnTo>
                <a:lnTo>
                  <a:pt x="11987" y="1473"/>
                </a:lnTo>
                <a:lnTo>
                  <a:pt x="12109" y="1171"/>
                </a:lnTo>
                <a:lnTo>
                  <a:pt x="12250" y="888"/>
                </a:lnTo>
                <a:lnTo>
                  <a:pt x="12452" y="626"/>
                </a:lnTo>
                <a:lnTo>
                  <a:pt x="12552" y="525"/>
                </a:lnTo>
                <a:lnTo>
                  <a:pt x="12674" y="404"/>
                </a:lnTo>
                <a:lnTo>
                  <a:pt x="12795" y="323"/>
                </a:lnTo>
                <a:lnTo>
                  <a:pt x="12916" y="242"/>
                </a:lnTo>
                <a:lnTo>
                  <a:pt x="13077" y="182"/>
                </a:lnTo>
                <a:lnTo>
                  <a:pt x="13218" y="121"/>
                </a:lnTo>
                <a:lnTo>
                  <a:pt x="13461" y="81"/>
                </a:lnTo>
                <a:close/>
                <a:moveTo>
                  <a:pt x="13541" y="0"/>
                </a:moveTo>
                <a:lnTo>
                  <a:pt x="13380" y="20"/>
                </a:lnTo>
                <a:lnTo>
                  <a:pt x="13218" y="41"/>
                </a:lnTo>
                <a:lnTo>
                  <a:pt x="13037" y="101"/>
                </a:lnTo>
                <a:lnTo>
                  <a:pt x="12896" y="162"/>
                </a:lnTo>
                <a:lnTo>
                  <a:pt x="12754" y="242"/>
                </a:lnTo>
                <a:lnTo>
                  <a:pt x="12613" y="343"/>
                </a:lnTo>
                <a:lnTo>
                  <a:pt x="12492" y="464"/>
                </a:lnTo>
                <a:lnTo>
                  <a:pt x="12391" y="565"/>
                </a:lnTo>
                <a:lnTo>
                  <a:pt x="12189" y="848"/>
                </a:lnTo>
                <a:lnTo>
                  <a:pt x="12028" y="1130"/>
                </a:lnTo>
                <a:lnTo>
                  <a:pt x="11907" y="1433"/>
                </a:lnTo>
                <a:lnTo>
                  <a:pt x="11806" y="1736"/>
                </a:lnTo>
                <a:lnTo>
                  <a:pt x="11705" y="2018"/>
                </a:lnTo>
                <a:lnTo>
                  <a:pt x="11604" y="2402"/>
                </a:lnTo>
                <a:lnTo>
                  <a:pt x="11523" y="2805"/>
                </a:lnTo>
                <a:lnTo>
                  <a:pt x="11382" y="3592"/>
                </a:lnTo>
                <a:lnTo>
                  <a:pt x="11261" y="4399"/>
                </a:lnTo>
                <a:lnTo>
                  <a:pt x="11160" y="5187"/>
                </a:lnTo>
                <a:lnTo>
                  <a:pt x="10958" y="6539"/>
                </a:lnTo>
                <a:lnTo>
                  <a:pt x="10857" y="7225"/>
                </a:lnTo>
                <a:lnTo>
                  <a:pt x="10716" y="7870"/>
                </a:lnTo>
                <a:lnTo>
                  <a:pt x="10534" y="8536"/>
                </a:lnTo>
                <a:lnTo>
                  <a:pt x="10434" y="8859"/>
                </a:lnTo>
                <a:lnTo>
                  <a:pt x="10313" y="9162"/>
                </a:lnTo>
                <a:lnTo>
                  <a:pt x="10191" y="9485"/>
                </a:lnTo>
                <a:lnTo>
                  <a:pt x="10050" y="9788"/>
                </a:lnTo>
                <a:lnTo>
                  <a:pt x="9889" y="10090"/>
                </a:lnTo>
                <a:lnTo>
                  <a:pt x="9707" y="10373"/>
                </a:lnTo>
                <a:lnTo>
                  <a:pt x="9465" y="10736"/>
                </a:lnTo>
                <a:lnTo>
                  <a:pt x="9223" y="11059"/>
                </a:lnTo>
                <a:lnTo>
                  <a:pt x="8940" y="11382"/>
                </a:lnTo>
                <a:lnTo>
                  <a:pt x="8658" y="11664"/>
                </a:lnTo>
                <a:lnTo>
                  <a:pt x="8375" y="11947"/>
                </a:lnTo>
                <a:lnTo>
                  <a:pt x="8093" y="12209"/>
                </a:lnTo>
                <a:lnTo>
                  <a:pt x="7568" y="12653"/>
                </a:lnTo>
                <a:lnTo>
                  <a:pt x="6801" y="13259"/>
                </a:lnTo>
                <a:lnTo>
                  <a:pt x="6034" y="13824"/>
                </a:lnTo>
                <a:lnTo>
                  <a:pt x="5247" y="14368"/>
                </a:lnTo>
                <a:lnTo>
                  <a:pt x="4480" y="14913"/>
                </a:lnTo>
                <a:lnTo>
                  <a:pt x="3714" y="15438"/>
                </a:lnTo>
                <a:lnTo>
                  <a:pt x="2927" y="15983"/>
                </a:lnTo>
                <a:lnTo>
                  <a:pt x="2180" y="16528"/>
                </a:lnTo>
                <a:lnTo>
                  <a:pt x="1433" y="17113"/>
                </a:lnTo>
                <a:lnTo>
                  <a:pt x="1131" y="17375"/>
                </a:lnTo>
                <a:lnTo>
                  <a:pt x="808" y="17658"/>
                </a:lnTo>
                <a:lnTo>
                  <a:pt x="505" y="17981"/>
                </a:lnTo>
                <a:lnTo>
                  <a:pt x="384" y="18142"/>
                </a:lnTo>
                <a:lnTo>
                  <a:pt x="243" y="18324"/>
                </a:lnTo>
                <a:lnTo>
                  <a:pt x="142" y="18526"/>
                </a:lnTo>
                <a:lnTo>
                  <a:pt x="81" y="18667"/>
                </a:lnTo>
                <a:lnTo>
                  <a:pt x="21" y="18808"/>
                </a:lnTo>
                <a:lnTo>
                  <a:pt x="1" y="18949"/>
                </a:lnTo>
                <a:lnTo>
                  <a:pt x="1" y="19111"/>
                </a:lnTo>
                <a:lnTo>
                  <a:pt x="21" y="19272"/>
                </a:lnTo>
                <a:lnTo>
                  <a:pt x="101" y="19434"/>
                </a:lnTo>
                <a:lnTo>
                  <a:pt x="162" y="19514"/>
                </a:lnTo>
                <a:lnTo>
                  <a:pt x="243" y="19575"/>
                </a:lnTo>
                <a:lnTo>
                  <a:pt x="323" y="19635"/>
                </a:lnTo>
                <a:lnTo>
                  <a:pt x="424" y="19676"/>
                </a:lnTo>
                <a:lnTo>
                  <a:pt x="626" y="19736"/>
                </a:lnTo>
                <a:lnTo>
                  <a:pt x="828" y="19757"/>
                </a:lnTo>
                <a:lnTo>
                  <a:pt x="1050" y="19736"/>
                </a:lnTo>
                <a:lnTo>
                  <a:pt x="1292" y="19676"/>
                </a:lnTo>
                <a:lnTo>
                  <a:pt x="1514" y="19595"/>
                </a:lnTo>
                <a:lnTo>
                  <a:pt x="1736" y="19494"/>
                </a:lnTo>
                <a:lnTo>
                  <a:pt x="1938" y="19353"/>
                </a:lnTo>
                <a:lnTo>
                  <a:pt x="2140" y="19212"/>
                </a:lnTo>
                <a:lnTo>
                  <a:pt x="2341" y="19050"/>
                </a:lnTo>
                <a:lnTo>
                  <a:pt x="2705" y="18727"/>
                </a:lnTo>
                <a:lnTo>
                  <a:pt x="3411" y="18061"/>
                </a:lnTo>
                <a:lnTo>
                  <a:pt x="4077" y="17395"/>
                </a:lnTo>
                <a:lnTo>
                  <a:pt x="5167" y="16326"/>
                </a:lnTo>
                <a:lnTo>
                  <a:pt x="5732" y="15821"/>
                </a:lnTo>
                <a:lnTo>
                  <a:pt x="6297" y="15297"/>
                </a:lnTo>
                <a:lnTo>
                  <a:pt x="6862" y="14812"/>
                </a:lnTo>
                <a:lnTo>
                  <a:pt x="7467" y="14348"/>
                </a:lnTo>
                <a:lnTo>
                  <a:pt x="8093" y="13904"/>
                </a:lnTo>
                <a:lnTo>
                  <a:pt x="8718" y="13501"/>
                </a:lnTo>
                <a:lnTo>
                  <a:pt x="9162" y="13238"/>
                </a:lnTo>
                <a:lnTo>
                  <a:pt x="9626" y="12996"/>
                </a:lnTo>
                <a:lnTo>
                  <a:pt x="10555" y="12532"/>
                </a:lnTo>
                <a:lnTo>
                  <a:pt x="11584" y="12007"/>
                </a:lnTo>
                <a:lnTo>
                  <a:pt x="12088" y="11725"/>
                </a:lnTo>
                <a:lnTo>
                  <a:pt x="12573" y="11442"/>
                </a:lnTo>
                <a:lnTo>
                  <a:pt x="13057" y="11119"/>
                </a:lnTo>
                <a:lnTo>
                  <a:pt x="13521" y="10776"/>
                </a:lnTo>
                <a:lnTo>
                  <a:pt x="13743" y="10575"/>
                </a:lnTo>
                <a:lnTo>
                  <a:pt x="13945" y="10393"/>
                </a:lnTo>
                <a:lnTo>
                  <a:pt x="14147" y="10171"/>
                </a:lnTo>
                <a:lnTo>
                  <a:pt x="14328" y="9969"/>
                </a:lnTo>
                <a:lnTo>
                  <a:pt x="14550" y="9687"/>
                </a:lnTo>
                <a:lnTo>
                  <a:pt x="14752" y="9404"/>
                </a:lnTo>
                <a:lnTo>
                  <a:pt x="14934" y="9122"/>
                </a:lnTo>
                <a:lnTo>
                  <a:pt x="15115" y="8799"/>
                </a:lnTo>
                <a:lnTo>
                  <a:pt x="15277" y="8476"/>
                </a:lnTo>
                <a:lnTo>
                  <a:pt x="15418" y="8133"/>
                </a:lnTo>
                <a:lnTo>
                  <a:pt x="15559" y="7790"/>
                </a:lnTo>
                <a:lnTo>
                  <a:pt x="15660" y="7406"/>
                </a:lnTo>
                <a:lnTo>
                  <a:pt x="15761" y="7023"/>
                </a:lnTo>
                <a:lnTo>
                  <a:pt x="15862" y="6619"/>
                </a:lnTo>
                <a:lnTo>
                  <a:pt x="15943" y="6196"/>
                </a:lnTo>
                <a:lnTo>
                  <a:pt x="16003" y="5752"/>
                </a:lnTo>
                <a:lnTo>
                  <a:pt x="16044" y="5287"/>
                </a:lnTo>
                <a:lnTo>
                  <a:pt x="16084" y="4823"/>
                </a:lnTo>
                <a:lnTo>
                  <a:pt x="16104" y="4319"/>
                </a:lnTo>
                <a:lnTo>
                  <a:pt x="16124" y="3814"/>
                </a:lnTo>
                <a:lnTo>
                  <a:pt x="16124" y="3431"/>
                </a:lnTo>
                <a:lnTo>
                  <a:pt x="16104" y="3068"/>
                </a:lnTo>
                <a:lnTo>
                  <a:pt x="16084" y="2684"/>
                </a:lnTo>
                <a:lnTo>
                  <a:pt x="16023" y="2321"/>
                </a:lnTo>
                <a:lnTo>
                  <a:pt x="15943" y="1958"/>
                </a:lnTo>
                <a:lnTo>
                  <a:pt x="15842" y="1615"/>
                </a:lnTo>
                <a:lnTo>
                  <a:pt x="15701" y="1292"/>
                </a:lnTo>
                <a:lnTo>
                  <a:pt x="15519" y="969"/>
                </a:lnTo>
                <a:lnTo>
                  <a:pt x="15418" y="828"/>
                </a:lnTo>
                <a:lnTo>
                  <a:pt x="15297" y="707"/>
                </a:lnTo>
                <a:lnTo>
                  <a:pt x="15196" y="585"/>
                </a:lnTo>
                <a:lnTo>
                  <a:pt x="15055" y="485"/>
                </a:lnTo>
                <a:lnTo>
                  <a:pt x="14934" y="384"/>
                </a:lnTo>
                <a:lnTo>
                  <a:pt x="14792" y="303"/>
                </a:lnTo>
                <a:lnTo>
                  <a:pt x="14490" y="142"/>
                </a:lnTo>
                <a:lnTo>
                  <a:pt x="14187" y="61"/>
                </a:lnTo>
                <a:lnTo>
                  <a:pt x="14026" y="20"/>
                </a:lnTo>
                <a:lnTo>
                  <a:pt x="13864" y="0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5" name="Google Shape;465;p6"/>
          <p:cNvSpPr/>
          <p:nvPr/>
        </p:nvSpPr>
        <p:spPr>
          <a:xfrm flipH="1">
            <a:off x="50" y="0"/>
            <a:ext cx="2648100" cy="5520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6" name="Google Shape;466;p6"/>
          <p:cNvSpPr/>
          <p:nvPr/>
        </p:nvSpPr>
        <p:spPr>
          <a:xfrm flipH="1">
            <a:off x="1843950" y="-105360"/>
            <a:ext cx="631867" cy="441222"/>
          </a:xfrm>
          <a:custGeom>
            <a:rect b="b" l="l" r="r" t="t"/>
            <a:pathLst>
              <a:path extrusionOk="0" h="7892" w="11302">
                <a:moveTo>
                  <a:pt x="10030" y="82"/>
                </a:moveTo>
                <a:lnTo>
                  <a:pt x="10252" y="102"/>
                </a:lnTo>
                <a:lnTo>
                  <a:pt x="10494" y="142"/>
                </a:lnTo>
                <a:lnTo>
                  <a:pt x="10696" y="203"/>
                </a:lnTo>
                <a:lnTo>
                  <a:pt x="10797" y="243"/>
                </a:lnTo>
                <a:lnTo>
                  <a:pt x="10897" y="304"/>
                </a:lnTo>
                <a:lnTo>
                  <a:pt x="10978" y="364"/>
                </a:lnTo>
                <a:lnTo>
                  <a:pt x="11059" y="445"/>
                </a:lnTo>
                <a:lnTo>
                  <a:pt x="11119" y="526"/>
                </a:lnTo>
                <a:lnTo>
                  <a:pt x="11180" y="627"/>
                </a:lnTo>
                <a:lnTo>
                  <a:pt x="11220" y="727"/>
                </a:lnTo>
                <a:lnTo>
                  <a:pt x="11220" y="828"/>
                </a:lnTo>
                <a:lnTo>
                  <a:pt x="11220" y="949"/>
                </a:lnTo>
                <a:lnTo>
                  <a:pt x="11180" y="1050"/>
                </a:lnTo>
                <a:lnTo>
                  <a:pt x="11140" y="1131"/>
                </a:lnTo>
                <a:lnTo>
                  <a:pt x="11079" y="1192"/>
                </a:lnTo>
                <a:lnTo>
                  <a:pt x="11019" y="1252"/>
                </a:lnTo>
                <a:lnTo>
                  <a:pt x="10938" y="1313"/>
                </a:lnTo>
                <a:lnTo>
                  <a:pt x="10756" y="1393"/>
                </a:lnTo>
                <a:lnTo>
                  <a:pt x="10554" y="1474"/>
                </a:lnTo>
                <a:lnTo>
                  <a:pt x="10433" y="1535"/>
                </a:lnTo>
                <a:lnTo>
                  <a:pt x="10131" y="1676"/>
                </a:lnTo>
                <a:lnTo>
                  <a:pt x="9888" y="1858"/>
                </a:lnTo>
                <a:lnTo>
                  <a:pt x="9666" y="2039"/>
                </a:lnTo>
                <a:lnTo>
                  <a:pt x="9505" y="2261"/>
                </a:lnTo>
                <a:lnTo>
                  <a:pt x="9364" y="2503"/>
                </a:lnTo>
                <a:lnTo>
                  <a:pt x="9243" y="2745"/>
                </a:lnTo>
                <a:lnTo>
                  <a:pt x="9021" y="3290"/>
                </a:lnTo>
                <a:lnTo>
                  <a:pt x="8819" y="3795"/>
                </a:lnTo>
                <a:lnTo>
                  <a:pt x="8617" y="4239"/>
                </a:lnTo>
                <a:lnTo>
                  <a:pt x="8415" y="4663"/>
                </a:lnTo>
                <a:lnTo>
                  <a:pt x="8193" y="5046"/>
                </a:lnTo>
                <a:lnTo>
                  <a:pt x="7992" y="5389"/>
                </a:lnTo>
                <a:lnTo>
                  <a:pt x="7749" y="5712"/>
                </a:lnTo>
                <a:lnTo>
                  <a:pt x="7527" y="6015"/>
                </a:lnTo>
                <a:lnTo>
                  <a:pt x="7285" y="6277"/>
                </a:lnTo>
                <a:lnTo>
                  <a:pt x="7023" y="6519"/>
                </a:lnTo>
                <a:lnTo>
                  <a:pt x="6821" y="6701"/>
                </a:lnTo>
                <a:lnTo>
                  <a:pt x="6599" y="6862"/>
                </a:lnTo>
                <a:lnTo>
                  <a:pt x="6357" y="7024"/>
                </a:lnTo>
                <a:lnTo>
                  <a:pt x="6115" y="7165"/>
                </a:lnTo>
                <a:lnTo>
                  <a:pt x="5873" y="7286"/>
                </a:lnTo>
                <a:lnTo>
                  <a:pt x="5630" y="7407"/>
                </a:lnTo>
                <a:lnTo>
                  <a:pt x="5368" y="7508"/>
                </a:lnTo>
                <a:lnTo>
                  <a:pt x="5086" y="7589"/>
                </a:lnTo>
                <a:lnTo>
                  <a:pt x="4823" y="7669"/>
                </a:lnTo>
                <a:lnTo>
                  <a:pt x="4541" y="7730"/>
                </a:lnTo>
                <a:lnTo>
                  <a:pt x="4278" y="7770"/>
                </a:lnTo>
                <a:lnTo>
                  <a:pt x="3996" y="7790"/>
                </a:lnTo>
                <a:lnTo>
                  <a:pt x="3713" y="7811"/>
                </a:lnTo>
                <a:lnTo>
                  <a:pt x="3431" y="7811"/>
                </a:lnTo>
                <a:lnTo>
                  <a:pt x="3169" y="7790"/>
                </a:lnTo>
                <a:lnTo>
                  <a:pt x="2886" y="7750"/>
                </a:lnTo>
                <a:lnTo>
                  <a:pt x="2603" y="7690"/>
                </a:lnTo>
                <a:lnTo>
                  <a:pt x="2321" y="7629"/>
                </a:lnTo>
                <a:lnTo>
                  <a:pt x="2059" y="7528"/>
                </a:lnTo>
                <a:lnTo>
                  <a:pt x="1796" y="7427"/>
                </a:lnTo>
                <a:lnTo>
                  <a:pt x="1554" y="7306"/>
                </a:lnTo>
                <a:lnTo>
                  <a:pt x="1332" y="7165"/>
                </a:lnTo>
                <a:lnTo>
                  <a:pt x="1110" y="7024"/>
                </a:lnTo>
                <a:lnTo>
                  <a:pt x="908" y="6842"/>
                </a:lnTo>
                <a:lnTo>
                  <a:pt x="707" y="6640"/>
                </a:lnTo>
                <a:lnTo>
                  <a:pt x="545" y="6418"/>
                </a:lnTo>
                <a:lnTo>
                  <a:pt x="384" y="6176"/>
                </a:lnTo>
                <a:lnTo>
                  <a:pt x="263" y="5934"/>
                </a:lnTo>
                <a:lnTo>
                  <a:pt x="182" y="5692"/>
                </a:lnTo>
                <a:lnTo>
                  <a:pt x="101" y="5429"/>
                </a:lnTo>
                <a:lnTo>
                  <a:pt x="81" y="5167"/>
                </a:lnTo>
                <a:lnTo>
                  <a:pt x="81" y="4905"/>
                </a:lnTo>
                <a:lnTo>
                  <a:pt x="101" y="4663"/>
                </a:lnTo>
                <a:lnTo>
                  <a:pt x="142" y="4441"/>
                </a:lnTo>
                <a:lnTo>
                  <a:pt x="222" y="4239"/>
                </a:lnTo>
                <a:lnTo>
                  <a:pt x="303" y="4037"/>
                </a:lnTo>
                <a:lnTo>
                  <a:pt x="404" y="3835"/>
                </a:lnTo>
                <a:lnTo>
                  <a:pt x="525" y="3654"/>
                </a:lnTo>
                <a:lnTo>
                  <a:pt x="646" y="3472"/>
                </a:lnTo>
                <a:lnTo>
                  <a:pt x="787" y="3311"/>
                </a:lnTo>
                <a:lnTo>
                  <a:pt x="1090" y="3008"/>
                </a:lnTo>
                <a:lnTo>
                  <a:pt x="1393" y="2745"/>
                </a:lnTo>
                <a:lnTo>
                  <a:pt x="1695" y="2523"/>
                </a:lnTo>
                <a:lnTo>
                  <a:pt x="1978" y="2342"/>
                </a:lnTo>
                <a:lnTo>
                  <a:pt x="2361" y="2120"/>
                </a:lnTo>
                <a:lnTo>
                  <a:pt x="2745" y="1918"/>
                </a:lnTo>
                <a:lnTo>
                  <a:pt x="3128" y="1736"/>
                </a:lnTo>
                <a:lnTo>
                  <a:pt x="3532" y="1555"/>
                </a:lnTo>
                <a:lnTo>
                  <a:pt x="4319" y="1252"/>
                </a:lnTo>
                <a:lnTo>
                  <a:pt x="5106" y="990"/>
                </a:lnTo>
                <a:lnTo>
                  <a:pt x="6175" y="647"/>
                </a:lnTo>
                <a:lnTo>
                  <a:pt x="6740" y="505"/>
                </a:lnTo>
                <a:lnTo>
                  <a:pt x="7326" y="364"/>
                </a:lnTo>
                <a:lnTo>
                  <a:pt x="7911" y="243"/>
                </a:lnTo>
                <a:lnTo>
                  <a:pt x="8496" y="162"/>
                </a:lnTo>
                <a:lnTo>
                  <a:pt x="9101" y="102"/>
                </a:lnTo>
                <a:lnTo>
                  <a:pt x="9727" y="82"/>
                </a:lnTo>
                <a:close/>
                <a:moveTo>
                  <a:pt x="9384" y="1"/>
                </a:moveTo>
                <a:lnTo>
                  <a:pt x="8718" y="62"/>
                </a:lnTo>
                <a:lnTo>
                  <a:pt x="8092" y="142"/>
                </a:lnTo>
                <a:lnTo>
                  <a:pt x="7447" y="243"/>
                </a:lnTo>
                <a:lnTo>
                  <a:pt x="6841" y="384"/>
                </a:lnTo>
                <a:lnTo>
                  <a:pt x="6236" y="546"/>
                </a:lnTo>
                <a:lnTo>
                  <a:pt x="5651" y="727"/>
                </a:lnTo>
                <a:lnTo>
                  <a:pt x="5086" y="909"/>
                </a:lnTo>
                <a:lnTo>
                  <a:pt x="4299" y="1171"/>
                </a:lnTo>
                <a:lnTo>
                  <a:pt x="3491" y="1474"/>
                </a:lnTo>
                <a:lnTo>
                  <a:pt x="3108" y="1656"/>
                </a:lnTo>
                <a:lnTo>
                  <a:pt x="2704" y="1837"/>
                </a:lnTo>
                <a:lnTo>
                  <a:pt x="2321" y="2039"/>
                </a:lnTo>
                <a:lnTo>
                  <a:pt x="1938" y="2261"/>
                </a:lnTo>
                <a:lnTo>
                  <a:pt x="1655" y="2443"/>
                </a:lnTo>
                <a:lnTo>
                  <a:pt x="1352" y="2685"/>
                </a:lnTo>
                <a:lnTo>
                  <a:pt x="1029" y="2947"/>
                </a:lnTo>
                <a:lnTo>
                  <a:pt x="727" y="3250"/>
                </a:lnTo>
                <a:lnTo>
                  <a:pt x="585" y="3432"/>
                </a:lnTo>
                <a:lnTo>
                  <a:pt x="464" y="3613"/>
                </a:lnTo>
                <a:lnTo>
                  <a:pt x="343" y="3795"/>
                </a:lnTo>
                <a:lnTo>
                  <a:pt x="222" y="3997"/>
                </a:lnTo>
                <a:lnTo>
                  <a:pt x="142" y="4219"/>
                </a:lnTo>
                <a:lnTo>
                  <a:pt x="61" y="4441"/>
                </a:lnTo>
                <a:lnTo>
                  <a:pt x="20" y="4663"/>
                </a:lnTo>
                <a:lnTo>
                  <a:pt x="0" y="4905"/>
                </a:lnTo>
                <a:lnTo>
                  <a:pt x="0" y="5167"/>
                </a:lnTo>
                <a:lnTo>
                  <a:pt x="20" y="5429"/>
                </a:lnTo>
                <a:lnTo>
                  <a:pt x="101" y="5712"/>
                </a:lnTo>
                <a:lnTo>
                  <a:pt x="202" y="5974"/>
                </a:lnTo>
                <a:lnTo>
                  <a:pt x="323" y="6216"/>
                </a:lnTo>
                <a:lnTo>
                  <a:pt x="485" y="6459"/>
                </a:lnTo>
                <a:lnTo>
                  <a:pt x="646" y="6701"/>
                </a:lnTo>
                <a:lnTo>
                  <a:pt x="868" y="6903"/>
                </a:lnTo>
                <a:lnTo>
                  <a:pt x="1070" y="7084"/>
                </a:lnTo>
                <a:lnTo>
                  <a:pt x="1272" y="7225"/>
                </a:lnTo>
                <a:lnTo>
                  <a:pt x="1514" y="7367"/>
                </a:lnTo>
                <a:lnTo>
                  <a:pt x="1756" y="7488"/>
                </a:lnTo>
                <a:lnTo>
                  <a:pt x="2018" y="7609"/>
                </a:lnTo>
                <a:lnTo>
                  <a:pt x="2301" y="7690"/>
                </a:lnTo>
                <a:lnTo>
                  <a:pt x="2583" y="7770"/>
                </a:lnTo>
                <a:lnTo>
                  <a:pt x="2886" y="7831"/>
                </a:lnTo>
                <a:lnTo>
                  <a:pt x="3269" y="7871"/>
                </a:lnTo>
                <a:lnTo>
                  <a:pt x="3673" y="7891"/>
                </a:lnTo>
                <a:lnTo>
                  <a:pt x="4137" y="7871"/>
                </a:lnTo>
                <a:lnTo>
                  <a:pt x="4601" y="7811"/>
                </a:lnTo>
                <a:lnTo>
                  <a:pt x="5045" y="7710"/>
                </a:lnTo>
                <a:lnTo>
                  <a:pt x="5489" y="7548"/>
                </a:lnTo>
                <a:lnTo>
                  <a:pt x="5913" y="7367"/>
                </a:lnTo>
                <a:lnTo>
                  <a:pt x="6337" y="7145"/>
                </a:lnTo>
                <a:lnTo>
                  <a:pt x="6720" y="6882"/>
                </a:lnTo>
                <a:lnTo>
                  <a:pt x="7083" y="6580"/>
                </a:lnTo>
                <a:lnTo>
                  <a:pt x="7346" y="6338"/>
                </a:lnTo>
                <a:lnTo>
                  <a:pt x="7588" y="6055"/>
                </a:lnTo>
                <a:lnTo>
                  <a:pt x="7830" y="5752"/>
                </a:lnTo>
                <a:lnTo>
                  <a:pt x="8052" y="5429"/>
                </a:lnTo>
                <a:lnTo>
                  <a:pt x="8274" y="5086"/>
                </a:lnTo>
                <a:lnTo>
                  <a:pt x="8476" y="4703"/>
                </a:lnTo>
                <a:lnTo>
                  <a:pt x="8698" y="4279"/>
                </a:lnTo>
                <a:lnTo>
                  <a:pt x="8900" y="3815"/>
                </a:lnTo>
                <a:lnTo>
                  <a:pt x="9101" y="3311"/>
                </a:lnTo>
                <a:lnTo>
                  <a:pt x="9303" y="2786"/>
                </a:lnTo>
                <a:lnTo>
                  <a:pt x="9424" y="2544"/>
                </a:lnTo>
                <a:lnTo>
                  <a:pt x="9566" y="2322"/>
                </a:lnTo>
                <a:lnTo>
                  <a:pt x="9727" y="2100"/>
                </a:lnTo>
                <a:lnTo>
                  <a:pt x="9929" y="1918"/>
                </a:lnTo>
                <a:lnTo>
                  <a:pt x="10171" y="1757"/>
                </a:lnTo>
                <a:lnTo>
                  <a:pt x="10454" y="1615"/>
                </a:lnTo>
                <a:lnTo>
                  <a:pt x="10595" y="1555"/>
                </a:lnTo>
                <a:lnTo>
                  <a:pt x="10797" y="1474"/>
                </a:lnTo>
                <a:lnTo>
                  <a:pt x="10978" y="1373"/>
                </a:lnTo>
                <a:lnTo>
                  <a:pt x="11059" y="1313"/>
                </a:lnTo>
                <a:lnTo>
                  <a:pt x="11140" y="1252"/>
                </a:lnTo>
                <a:lnTo>
                  <a:pt x="11200" y="1171"/>
                </a:lnTo>
                <a:lnTo>
                  <a:pt x="11261" y="1071"/>
                </a:lnTo>
                <a:lnTo>
                  <a:pt x="11301" y="970"/>
                </a:lnTo>
                <a:lnTo>
                  <a:pt x="11301" y="849"/>
                </a:lnTo>
                <a:lnTo>
                  <a:pt x="11301" y="727"/>
                </a:lnTo>
                <a:lnTo>
                  <a:pt x="11261" y="606"/>
                </a:lnTo>
                <a:lnTo>
                  <a:pt x="11200" y="485"/>
                </a:lnTo>
                <a:lnTo>
                  <a:pt x="11119" y="384"/>
                </a:lnTo>
                <a:lnTo>
                  <a:pt x="11039" y="304"/>
                </a:lnTo>
                <a:lnTo>
                  <a:pt x="10938" y="223"/>
                </a:lnTo>
                <a:lnTo>
                  <a:pt x="10837" y="162"/>
                </a:lnTo>
                <a:lnTo>
                  <a:pt x="10736" y="122"/>
                </a:lnTo>
                <a:lnTo>
                  <a:pt x="10514" y="62"/>
                </a:lnTo>
                <a:lnTo>
                  <a:pt x="10272" y="21"/>
                </a:lnTo>
                <a:lnTo>
                  <a:pt x="10030" y="1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7" name="Google Shape;467;p6"/>
          <p:cNvSpPr/>
          <p:nvPr/>
        </p:nvSpPr>
        <p:spPr>
          <a:xfrm flipH="1">
            <a:off x="1988360" y="-36539"/>
            <a:ext cx="415281" cy="285520"/>
          </a:xfrm>
          <a:custGeom>
            <a:rect b="b" l="l" r="r" t="t"/>
            <a:pathLst>
              <a:path extrusionOk="0" h="5107" w="7428">
                <a:moveTo>
                  <a:pt x="7124" y="82"/>
                </a:moveTo>
                <a:lnTo>
                  <a:pt x="7205" y="102"/>
                </a:lnTo>
                <a:lnTo>
                  <a:pt x="7286" y="142"/>
                </a:lnTo>
                <a:lnTo>
                  <a:pt x="7326" y="223"/>
                </a:lnTo>
                <a:lnTo>
                  <a:pt x="7346" y="344"/>
                </a:lnTo>
                <a:lnTo>
                  <a:pt x="7346" y="485"/>
                </a:lnTo>
                <a:lnTo>
                  <a:pt x="7306" y="647"/>
                </a:lnTo>
                <a:lnTo>
                  <a:pt x="7225" y="808"/>
                </a:lnTo>
                <a:lnTo>
                  <a:pt x="7064" y="1212"/>
                </a:lnTo>
                <a:lnTo>
                  <a:pt x="6842" y="1615"/>
                </a:lnTo>
                <a:lnTo>
                  <a:pt x="6600" y="1999"/>
                </a:lnTo>
                <a:lnTo>
                  <a:pt x="6357" y="2362"/>
                </a:lnTo>
                <a:lnTo>
                  <a:pt x="6055" y="2786"/>
                </a:lnTo>
                <a:lnTo>
                  <a:pt x="5732" y="3149"/>
                </a:lnTo>
                <a:lnTo>
                  <a:pt x="5389" y="3472"/>
                </a:lnTo>
                <a:lnTo>
                  <a:pt x="5026" y="3775"/>
                </a:lnTo>
                <a:lnTo>
                  <a:pt x="4642" y="4037"/>
                </a:lnTo>
                <a:lnTo>
                  <a:pt x="4259" y="4279"/>
                </a:lnTo>
                <a:lnTo>
                  <a:pt x="3835" y="4501"/>
                </a:lnTo>
                <a:lnTo>
                  <a:pt x="3411" y="4683"/>
                </a:lnTo>
                <a:lnTo>
                  <a:pt x="2987" y="4824"/>
                </a:lnTo>
                <a:lnTo>
                  <a:pt x="2745" y="4905"/>
                </a:lnTo>
                <a:lnTo>
                  <a:pt x="2463" y="4965"/>
                </a:lnTo>
                <a:lnTo>
                  <a:pt x="2160" y="5006"/>
                </a:lnTo>
                <a:lnTo>
                  <a:pt x="1837" y="5026"/>
                </a:lnTo>
                <a:lnTo>
                  <a:pt x="1514" y="5006"/>
                </a:lnTo>
                <a:lnTo>
                  <a:pt x="1353" y="4965"/>
                </a:lnTo>
                <a:lnTo>
                  <a:pt x="1171" y="4945"/>
                </a:lnTo>
                <a:lnTo>
                  <a:pt x="1010" y="4885"/>
                </a:lnTo>
                <a:lnTo>
                  <a:pt x="848" y="4824"/>
                </a:lnTo>
                <a:lnTo>
                  <a:pt x="707" y="4743"/>
                </a:lnTo>
                <a:lnTo>
                  <a:pt x="546" y="4642"/>
                </a:lnTo>
                <a:lnTo>
                  <a:pt x="445" y="4562"/>
                </a:lnTo>
                <a:lnTo>
                  <a:pt x="364" y="4461"/>
                </a:lnTo>
                <a:lnTo>
                  <a:pt x="283" y="4380"/>
                </a:lnTo>
                <a:lnTo>
                  <a:pt x="203" y="4279"/>
                </a:lnTo>
                <a:lnTo>
                  <a:pt x="162" y="4178"/>
                </a:lnTo>
                <a:lnTo>
                  <a:pt x="122" y="4057"/>
                </a:lnTo>
                <a:lnTo>
                  <a:pt x="81" y="3956"/>
                </a:lnTo>
                <a:lnTo>
                  <a:pt x="81" y="3855"/>
                </a:lnTo>
                <a:lnTo>
                  <a:pt x="81" y="3654"/>
                </a:lnTo>
                <a:lnTo>
                  <a:pt x="142" y="3492"/>
                </a:lnTo>
                <a:lnTo>
                  <a:pt x="243" y="3331"/>
                </a:lnTo>
                <a:lnTo>
                  <a:pt x="364" y="3169"/>
                </a:lnTo>
                <a:lnTo>
                  <a:pt x="505" y="3028"/>
                </a:lnTo>
                <a:lnTo>
                  <a:pt x="647" y="2907"/>
                </a:lnTo>
                <a:lnTo>
                  <a:pt x="949" y="2685"/>
                </a:lnTo>
                <a:lnTo>
                  <a:pt x="1656" y="2261"/>
                </a:lnTo>
                <a:lnTo>
                  <a:pt x="2362" y="1858"/>
                </a:lnTo>
                <a:lnTo>
                  <a:pt x="3088" y="1474"/>
                </a:lnTo>
                <a:lnTo>
                  <a:pt x="3835" y="1131"/>
                </a:lnTo>
                <a:lnTo>
                  <a:pt x="4602" y="828"/>
                </a:lnTo>
                <a:lnTo>
                  <a:pt x="5369" y="566"/>
                </a:lnTo>
                <a:lnTo>
                  <a:pt x="6156" y="324"/>
                </a:lnTo>
                <a:lnTo>
                  <a:pt x="6943" y="122"/>
                </a:lnTo>
                <a:lnTo>
                  <a:pt x="7044" y="102"/>
                </a:lnTo>
                <a:lnTo>
                  <a:pt x="7124" y="82"/>
                </a:lnTo>
                <a:close/>
                <a:moveTo>
                  <a:pt x="7145" y="1"/>
                </a:moveTo>
                <a:lnTo>
                  <a:pt x="7084" y="21"/>
                </a:lnTo>
                <a:lnTo>
                  <a:pt x="6923" y="41"/>
                </a:lnTo>
                <a:lnTo>
                  <a:pt x="6136" y="243"/>
                </a:lnTo>
                <a:lnTo>
                  <a:pt x="5348" y="485"/>
                </a:lnTo>
                <a:lnTo>
                  <a:pt x="4561" y="768"/>
                </a:lnTo>
                <a:lnTo>
                  <a:pt x="3795" y="1071"/>
                </a:lnTo>
                <a:lnTo>
                  <a:pt x="3048" y="1414"/>
                </a:lnTo>
                <a:lnTo>
                  <a:pt x="2321" y="1777"/>
                </a:lnTo>
                <a:lnTo>
                  <a:pt x="1595" y="2180"/>
                </a:lnTo>
                <a:lnTo>
                  <a:pt x="909" y="2624"/>
                </a:lnTo>
                <a:lnTo>
                  <a:pt x="586" y="2846"/>
                </a:lnTo>
                <a:lnTo>
                  <a:pt x="445" y="2988"/>
                </a:lnTo>
                <a:lnTo>
                  <a:pt x="283" y="3129"/>
                </a:lnTo>
                <a:lnTo>
                  <a:pt x="162" y="3290"/>
                </a:lnTo>
                <a:lnTo>
                  <a:pt x="81" y="3472"/>
                </a:lnTo>
                <a:lnTo>
                  <a:pt x="21" y="3654"/>
                </a:lnTo>
                <a:lnTo>
                  <a:pt x="1" y="3754"/>
                </a:lnTo>
                <a:lnTo>
                  <a:pt x="1" y="3855"/>
                </a:lnTo>
                <a:lnTo>
                  <a:pt x="1" y="3976"/>
                </a:lnTo>
                <a:lnTo>
                  <a:pt x="41" y="4077"/>
                </a:lnTo>
                <a:lnTo>
                  <a:pt x="81" y="4198"/>
                </a:lnTo>
                <a:lnTo>
                  <a:pt x="142" y="4320"/>
                </a:lnTo>
                <a:lnTo>
                  <a:pt x="203" y="4420"/>
                </a:lnTo>
                <a:lnTo>
                  <a:pt x="303" y="4521"/>
                </a:lnTo>
                <a:lnTo>
                  <a:pt x="384" y="4622"/>
                </a:lnTo>
                <a:lnTo>
                  <a:pt x="505" y="4703"/>
                </a:lnTo>
                <a:lnTo>
                  <a:pt x="667" y="4804"/>
                </a:lnTo>
                <a:lnTo>
                  <a:pt x="808" y="4885"/>
                </a:lnTo>
                <a:lnTo>
                  <a:pt x="990" y="4965"/>
                </a:lnTo>
                <a:lnTo>
                  <a:pt x="1151" y="5006"/>
                </a:lnTo>
                <a:lnTo>
                  <a:pt x="1312" y="5046"/>
                </a:lnTo>
                <a:lnTo>
                  <a:pt x="1494" y="5086"/>
                </a:lnTo>
                <a:lnTo>
                  <a:pt x="1837" y="5107"/>
                </a:lnTo>
                <a:lnTo>
                  <a:pt x="2160" y="5086"/>
                </a:lnTo>
                <a:lnTo>
                  <a:pt x="2483" y="5046"/>
                </a:lnTo>
                <a:lnTo>
                  <a:pt x="2765" y="4985"/>
                </a:lnTo>
                <a:lnTo>
                  <a:pt x="3008" y="4905"/>
                </a:lnTo>
                <a:lnTo>
                  <a:pt x="3452" y="4763"/>
                </a:lnTo>
                <a:lnTo>
                  <a:pt x="3875" y="4582"/>
                </a:lnTo>
                <a:lnTo>
                  <a:pt x="4299" y="4360"/>
                </a:lnTo>
                <a:lnTo>
                  <a:pt x="4703" y="4118"/>
                </a:lnTo>
                <a:lnTo>
                  <a:pt x="5086" y="3835"/>
                </a:lnTo>
                <a:lnTo>
                  <a:pt x="5449" y="3532"/>
                </a:lnTo>
                <a:lnTo>
                  <a:pt x="5792" y="3189"/>
                </a:lnTo>
                <a:lnTo>
                  <a:pt x="6115" y="2846"/>
                </a:lnTo>
                <a:lnTo>
                  <a:pt x="6398" y="2443"/>
                </a:lnTo>
                <a:lnTo>
                  <a:pt x="6640" y="2080"/>
                </a:lnTo>
                <a:lnTo>
                  <a:pt x="6882" y="1676"/>
                </a:lnTo>
                <a:lnTo>
                  <a:pt x="7124" y="1252"/>
                </a:lnTo>
                <a:lnTo>
                  <a:pt x="7306" y="849"/>
                </a:lnTo>
                <a:lnTo>
                  <a:pt x="7366" y="667"/>
                </a:lnTo>
                <a:lnTo>
                  <a:pt x="7407" y="485"/>
                </a:lnTo>
                <a:lnTo>
                  <a:pt x="7427" y="324"/>
                </a:lnTo>
                <a:lnTo>
                  <a:pt x="7407" y="203"/>
                </a:lnTo>
                <a:lnTo>
                  <a:pt x="7387" y="142"/>
                </a:lnTo>
                <a:lnTo>
                  <a:pt x="7346" y="82"/>
                </a:lnTo>
                <a:lnTo>
                  <a:pt x="7286" y="41"/>
                </a:lnTo>
                <a:lnTo>
                  <a:pt x="7225" y="21"/>
                </a:lnTo>
                <a:lnTo>
                  <a:pt x="7145" y="1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8" name="Google Shape;468;p6"/>
          <p:cNvSpPr/>
          <p:nvPr/>
        </p:nvSpPr>
        <p:spPr>
          <a:xfrm flipH="1">
            <a:off x="2132827" y="72925"/>
            <a:ext cx="166996" cy="99348"/>
          </a:xfrm>
          <a:custGeom>
            <a:rect b="b" l="l" r="r" t="t"/>
            <a:pathLst>
              <a:path extrusionOk="0" h="1777" w="2987">
                <a:moveTo>
                  <a:pt x="2240" y="81"/>
                </a:moveTo>
                <a:lnTo>
                  <a:pt x="2442" y="101"/>
                </a:lnTo>
                <a:lnTo>
                  <a:pt x="2644" y="122"/>
                </a:lnTo>
                <a:lnTo>
                  <a:pt x="2745" y="162"/>
                </a:lnTo>
                <a:lnTo>
                  <a:pt x="2805" y="182"/>
                </a:lnTo>
                <a:lnTo>
                  <a:pt x="2866" y="243"/>
                </a:lnTo>
                <a:lnTo>
                  <a:pt x="2906" y="283"/>
                </a:lnTo>
                <a:lnTo>
                  <a:pt x="2906" y="364"/>
                </a:lnTo>
                <a:lnTo>
                  <a:pt x="2906" y="444"/>
                </a:lnTo>
                <a:lnTo>
                  <a:pt x="2846" y="525"/>
                </a:lnTo>
                <a:lnTo>
                  <a:pt x="2765" y="626"/>
                </a:lnTo>
                <a:lnTo>
                  <a:pt x="2543" y="868"/>
                </a:lnTo>
                <a:lnTo>
                  <a:pt x="2281" y="1070"/>
                </a:lnTo>
                <a:lnTo>
                  <a:pt x="1998" y="1252"/>
                </a:lnTo>
                <a:lnTo>
                  <a:pt x="1716" y="1413"/>
                </a:lnTo>
                <a:lnTo>
                  <a:pt x="1393" y="1534"/>
                </a:lnTo>
                <a:lnTo>
                  <a:pt x="1090" y="1615"/>
                </a:lnTo>
                <a:lnTo>
                  <a:pt x="747" y="1675"/>
                </a:lnTo>
                <a:lnTo>
                  <a:pt x="424" y="1696"/>
                </a:lnTo>
                <a:lnTo>
                  <a:pt x="263" y="1696"/>
                </a:lnTo>
                <a:lnTo>
                  <a:pt x="182" y="1655"/>
                </a:lnTo>
                <a:lnTo>
                  <a:pt x="121" y="1615"/>
                </a:lnTo>
                <a:lnTo>
                  <a:pt x="81" y="1554"/>
                </a:lnTo>
                <a:lnTo>
                  <a:pt x="81" y="1494"/>
                </a:lnTo>
                <a:lnTo>
                  <a:pt x="81" y="1433"/>
                </a:lnTo>
                <a:lnTo>
                  <a:pt x="101" y="1373"/>
                </a:lnTo>
                <a:lnTo>
                  <a:pt x="182" y="1252"/>
                </a:lnTo>
                <a:lnTo>
                  <a:pt x="263" y="1151"/>
                </a:lnTo>
                <a:lnTo>
                  <a:pt x="485" y="949"/>
                </a:lnTo>
                <a:lnTo>
                  <a:pt x="686" y="747"/>
                </a:lnTo>
                <a:lnTo>
                  <a:pt x="929" y="586"/>
                </a:lnTo>
                <a:lnTo>
                  <a:pt x="1171" y="424"/>
                </a:lnTo>
                <a:lnTo>
                  <a:pt x="1413" y="283"/>
                </a:lnTo>
                <a:lnTo>
                  <a:pt x="1675" y="182"/>
                </a:lnTo>
                <a:lnTo>
                  <a:pt x="1958" y="101"/>
                </a:lnTo>
                <a:lnTo>
                  <a:pt x="2240" y="81"/>
                </a:lnTo>
                <a:close/>
                <a:moveTo>
                  <a:pt x="2119" y="0"/>
                </a:moveTo>
                <a:lnTo>
                  <a:pt x="1938" y="21"/>
                </a:lnTo>
                <a:lnTo>
                  <a:pt x="1776" y="61"/>
                </a:lnTo>
                <a:lnTo>
                  <a:pt x="1615" y="122"/>
                </a:lnTo>
                <a:lnTo>
                  <a:pt x="1453" y="182"/>
                </a:lnTo>
                <a:lnTo>
                  <a:pt x="1292" y="243"/>
                </a:lnTo>
                <a:lnTo>
                  <a:pt x="1009" y="424"/>
                </a:lnTo>
                <a:lnTo>
                  <a:pt x="727" y="626"/>
                </a:lnTo>
                <a:lnTo>
                  <a:pt x="464" y="848"/>
                </a:lnTo>
                <a:lnTo>
                  <a:pt x="222" y="1090"/>
                </a:lnTo>
                <a:lnTo>
                  <a:pt x="101" y="1211"/>
                </a:lnTo>
                <a:lnTo>
                  <a:pt x="21" y="1332"/>
                </a:lnTo>
                <a:lnTo>
                  <a:pt x="0" y="1433"/>
                </a:lnTo>
                <a:lnTo>
                  <a:pt x="0" y="1514"/>
                </a:lnTo>
                <a:lnTo>
                  <a:pt x="21" y="1595"/>
                </a:lnTo>
                <a:lnTo>
                  <a:pt x="61" y="1655"/>
                </a:lnTo>
                <a:lnTo>
                  <a:pt x="121" y="1716"/>
                </a:lnTo>
                <a:lnTo>
                  <a:pt x="222" y="1756"/>
                </a:lnTo>
                <a:lnTo>
                  <a:pt x="303" y="1776"/>
                </a:lnTo>
                <a:lnTo>
                  <a:pt x="424" y="1776"/>
                </a:lnTo>
                <a:lnTo>
                  <a:pt x="767" y="1756"/>
                </a:lnTo>
                <a:lnTo>
                  <a:pt x="1110" y="1696"/>
                </a:lnTo>
                <a:lnTo>
                  <a:pt x="1433" y="1615"/>
                </a:lnTo>
                <a:lnTo>
                  <a:pt x="1736" y="1474"/>
                </a:lnTo>
                <a:lnTo>
                  <a:pt x="2039" y="1332"/>
                </a:lnTo>
                <a:lnTo>
                  <a:pt x="2321" y="1131"/>
                </a:lnTo>
                <a:lnTo>
                  <a:pt x="2604" y="929"/>
                </a:lnTo>
                <a:lnTo>
                  <a:pt x="2826" y="687"/>
                </a:lnTo>
                <a:lnTo>
                  <a:pt x="2926" y="565"/>
                </a:lnTo>
                <a:lnTo>
                  <a:pt x="2987" y="465"/>
                </a:lnTo>
                <a:lnTo>
                  <a:pt x="2987" y="343"/>
                </a:lnTo>
                <a:lnTo>
                  <a:pt x="2967" y="263"/>
                </a:lnTo>
                <a:lnTo>
                  <a:pt x="2926" y="182"/>
                </a:lnTo>
                <a:lnTo>
                  <a:pt x="2866" y="122"/>
                </a:lnTo>
                <a:lnTo>
                  <a:pt x="2765" y="81"/>
                </a:lnTo>
                <a:lnTo>
                  <a:pt x="2664" y="41"/>
                </a:lnTo>
                <a:lnTo>
                  <a:pt x="2462" y="21"/>
                </a:lnTo>
                <a:lnTo>
                  <a:pt x="2281" y="0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9" name="Google Shape;469;p6"/>
          <p:cNvSpPr/>
          <p:nvPr/>
        </p:nvSpPr>
        <p:spPr>
          <a:xfrm>
            <a:off x="115625" y="3816616"/>
            <a:ext cx="597600" cy="5976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0" name="Google Shape;470;p6"/>
          <p:cNvSpPr/>
          <p:nvPr/>
        </p:nvSpPr>
        <p:spPr>
          <a:xfrm rot="5400000">
            <a:off x="115625" y="4421718"/>
            <a:ext cx="597600" cy="597600"/>
          </a:xfrm>
          <a:prstGeom prst="rtTriangle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1" name="Google Shape;471;p6"/>
          <p:cNvSpPr/>
          <p:nvPr/>
        </p:nvSpPr>
        <p:spPr>
          <a:xfrm flipH="1">
            <a:off x="645130" y="-405428"/>
            <a:ext cx="935332" cy="741278"/>
          </a:xfrm>
          <a:custGeom>
            <a:rect b="b" l="l" r="r" t="t"/>
            <a:pathLst>
              <a:path extrusionOk="0" h="13259" w="16730">
                <a:moveTo>
                  <a:pt x="14550" y="81"/>
                </a:moveTo>
                <a:lnTo>
                  <a:pt x="14772" y="122"/>
                </a:lnTo>
                <a:lnTo>
                  <a:pt x="15014" y="202"/>
                </a:lnTo>
                <a:lnTo>
                  <a:pt x="15216" y="324"/>
                </a:lnTo>
                <a:lnTo>
                  <a:pt x="15438" y="465"/>
                </a:lnTo>
                <a:lnTo>
                  <a:pt x="15640" y="667"/>
                </a:lnTo>
                <a:lnTo>
                  <a:pt x="15821" y="889"/>
                </a:lnTo>
                <a:lnTo>
                  <a:pt x="15983" y="1131"/>
                </a:lnTo>
                <a:lnTo>
                  <a:pt x="16144" y="1413"/>
                </a:lnTo>
                <a:lnTo>
                  <a:pt x="16245" y="1655"/>
                </a:lnTo>
                <a:lnTo>
                  <a:pt x="16346" y="1898"/>
                </a:lnTo>
                <a:lnTo>
                  <a:pt x="16427" y="2140"/>
                </a:lnTo>
                <a:lnTo>
                  <a:pt x="16487" y="2422"/>
                </a:lnTo>
                <a:lnTo>
                  <a:pt x="16548" y="2685"/>
                </a:lnTo>
                <a:lnTo>
                  <a:pt x="16588" y="2967"/>
                </a:lnTo>
                <a:lnTo>
                  <a:pt x="16628" y="3250"/>
                </a:lnTo>
                <a:lnTo>
                  <a:pt x="16649" y="3552"/>
                </a:lnTo>
                <a:lnTo>
                  <a:pt x="16649" y="3855"/>
                </a:lnTo>
                <a:lnTo>
                  <a:pt x="16649" y="4178"/>
                </a:lnTo>
                <a:lnTo>
                  <a:pt x="16588" y="4844"/>
                </a:lnTo>
                <a:lnTo>
                  <a:pt x="16487" y="5550"/>
                </a:lnTo>
                <a:lnTo>
                  <a:pt x="16326" y="6317"/>
                </a:lnTo>
                <a:lnTo>
                  <a:pt x="16144" y="7044"/>
                </a:lnTo>
                <a:lnTo>
                  <a:pt x="15942" y="7709"/>
                </a:lnTo>
                <a:lnTo>
                  <a:pt x="15720" y="8315"/>
                </a:lnTo>
                <a:lnTo>
                  <a:pt x="15458" y="8860"/>
                </a:lnTo>
                <a:lnTo>
                  <a:pt x="15317" y="9122"/>
                </a:lnTo>
                <a:lnTo>
                  <a:pt x="15176" y="9364"/>
                </a:lnTo>
                <a:lnTo>
                  <a:pt x="15014" y="9586"/>
                </a:lnTo>
                <a:lnTo>
                  <a:pt x="14873" y="9808"/>
                </a:lnTo>
                <a:lnTo>
                  <a:pt x="14691" y="10010"/>
                </a:lnTo>
                <a:lnTo>
                  <a:pt x="14530" y="10212"/>
                </a:lnTo>
                <a:lnTo>
                  <a:pt x="14348" y="10393"/>
                </a:lnTo>
                <a:lnTo>
                  <a:pt x="14146" y="10555"/>
                </a:lnTo>
                <a:lnTo>
                  <a:pt x="13803" y="10837"/>
                </a:lnTo>
                <a:lnTo>
                  <a:pt x="13440" y="11080"/>
                </a:lnTo>
                <a:lnTo>
                  <a:pt x="13036" y="11302"/>
                </a:lnTo>
                <a:lnTo>
                  <a:pt x="12633" y="11483"/>
                </a:lnTo>
                <a:lnTo>
                  <a:pt x="12229" y="11665"/>
                </a:lnTo>
                <a:lnTo>
                  <a:pt x="11805" y="11806"/>
                </a:lnTo>
                <a:lnTo>
                  <a:pt x="11402" y="11947"/>
                </a:lnTo>
                <a:lnTo>
                  <a:pt x="10978" y="12068"/>
                </a:lnTo>
                <a:lnTo>
                  <a:pt x="10373" y="12230"/>
                </a:lnTo>
                <a:lnTo>
                  <a:pt x="9787" y="12371"/>
                </a:lnTo>
                <a:lnTo>
                  <a:pt x="9202" y="12512"/>
                </a:lnTo>
                <a:lnTo>
                  <a:pt x="8597" y="12633"/>
                </a:lnTo>
                <a:lnTo>
                  <a:pt x="7991" y="12734"/>
                </a:lnTo>
                <a:lnTo>
                  <a:pt x="7386" y="12835"/>
                </a:lnTo>
                <a:lnTo>
                  <a:pt x="6801" y="12936"/>
                </a:lnTo>
                <a:lnTo>
                  <a:pt x="6195" y="12997"/>
                </a:lnTo>
                <a:lnTo>
                  <a:pt x="5590" y="13057"/>
                </a:lnTo>
                <a:lnTo>
                  <a:pt x="4964" y="13118"/>
                </a:lnTo>
                <a:lnTo>
                  <a:pt x="4359" y="13158"/>
                </a:lnTo>
                <a:lnTo>
                  <a:pt x="3754" y="13178"/>
                </a:lnTo>
                <a:lnTo>
                  <a:pt x="1917" y="13178"/>
                </a:lnTo>
                <a:lnTo>
                  <a:pt x="1312" y="13138"/>
                </a:lnTo>
                <a:lnTo>
                  <a:pt x="1070" y="13118"/>
                </a:lnTo>
                <a:lnTo>
                  <a:pt x="848" y="13077"/>
                </a:lnTo>
                <a:lnTo>
                  <a:pt x="646" y="13017"/>
                </a:lnTo>
                <a:lnTo>
                  <a:pt x="484" y="12956"/>
                </a:lnTo>
                <a:lnTo>
                  <a:pt x="343" y="12855"/>
                </a:lnTo>
                <a:lnTo>
                  <a:pt x="242" y="12754"/>
                </a:lnTo>
                <a:lnTo>
                  <a:pt x="162" y="12613"/>
                </a:lnTo>
                <a:lnTo>
                  <a:pt x="101" y="12472"/>
                </a:lnTo>
                <a:lnTo>
                  <a:pt x="81" y="12351"/>
                </a:lnTo>
                <a:lnTo>
                  <a:pt x="81" y="12210"/>
                </a:lnTo>
                <a:lnTo>
                  <a:pt x="101" y="12068"/>
                </a:lnTo>
                <a:lnTo>
                  <a:pt x="121" y="11907"/>
                </a:lnTo>
                <a:lnTo>
                  <a:pt x="182" y="11745"/>
                </a:lnTo>
                <a:lnTo>
                  <a:pt x="242" y="11584"/>
                </a:lnTo>
                <a:lnTo>
                  <a:pt x="384" y="11241"/>
                </a:lnTo>
                <a:lnTo>
                  <a:pt x="606" y="10878"/>
                </a:lnTo>
                <a:lnTo>
                  <a:pt x="848" y="10515"/>
                </a:lnTo>
                <a:lnTo>
                  <a:pt x="1110" y="10131"/>
                </a:lnTo>
                <a:lnTo>
                  <a:pt x="1413" y="9768"/>
                </a:lnTo>
                <a:lnTo>
                  <a:pt x="1715" y="9405"/>
                </a:lnTo>
                <a:lnTo>
                  <a:pt x="2038" y="9062"/>
                </a:lnTo>
                <a:lnTo>
                  <a:pt x="2341" y="8739"/>
                </a:lnTo>
                <a:lnTo>
                  <a:pt x="2644" y="8456"/>
                </a:lnTo>
                <a:lnTo>
                  <a:pt x="2926" y="8194"/>
                </a:lnTo>
                <a:lnTo>
                  <a:pt x="3189" y="7972"/>
                </a:lnTo>
                <a:lnTo>
                  <a:pt x="3411" y="7790"/>
                </a:lnTo>
                <a:lnTo>
                  <a:pt x="3592" y="7669"/>
                </a:lnTo>
                <a:lnTo>
                  <a:pt x="4198" y="7306"/>
                </a:lnTo>
                <a:lnTo>
                  <a:pt x="4823" y="6983"/>
                </a:lnTo>
                <a:lnTo>
                  <a:pt x="6095" y="6357"/>
                </a:lnTo>
                <a:lnTo>
                  <a:pt x="6720" y="6055"/>
                </a:lnTo>
                <a:lnTo>
                  <a:pt x="7346" y="5752"/>
                </a:lnTo>
                <a:lnTo>
                  <a:pt x="7971" y="5409"/>
                </a:lnTo>
                <a:lnTo>
                  <a:pt x="8597" y="5066"/>
                </a:lnTo>
                <a:lnTo>
                  <a:pt x="9101" y="4723"/>
                </a:lnTo>
                <a:lnTo>
                  <a:pt x="9606" y="4360"/>
                </a:lnTo>
                <a:lnTo>
                  <a:pt x="10110" y="3976"/>
                </a:lnTo>
                <a:lnTo>
                  <a:pt x="10574" y="3573"/>
                </a:lnTo>
                <a:lnTo>
                  <a:pt x="11018" y="3149"/>
                </a:lnTo>
                <a:lnTo>
                  <a:pt x="11442" y="2705"/>
                </a:lnTo>
                <a:lnTo>
                  <a:pt x="11866" y="2241"/>
                </a:lnTo>
                <a:lnTo>
                  <a:pt x="12249" y="1756"/>
                </a:lnTo>
                <a:lnTo>
                  <a:pt x="12290" y="1716"/>
                </a:lnTo>
                <a:lnTo>
                  <a:pt x="12754" y="1131"/>
                </a:lnTo>
                <a:lnTo>
                  <a:pt x="12996" y="868"/>
                </a:lnTo>
                <a:lnTo>
                  <a:pt x="13238" y="606"/>
                </a:lnTo>
                <a:lnTo>
                  <a:pt x="13521" y="404"/>
                </a:lnTo>
                <a:lnTo>
                  <a:pt x="13662" y="303"/>
                </a:lnTo>
                <a:lnTo>
                  <a:pt x="13803" y="223"/>
                </a:lnTo>
                <a:lnTo>
                  <a:pt x="13965" y="162"/>
                </a:lnTo>
                <a:lnTo>
                  <a:pt x="14126" y="122"/>
                </a:lnTo>
                <a:lnTo>
                  <a:pt x="14288" y="102"/>
                </a:lnTo>
                <a:lnTo>
                  <a:pt x="14449" y="81"/>
                </a:lnTo>
                <a:close/>
                <a:moveTo>
                  <a:pt x="14368" y="1"/>
                </a:moveTo>
                <a:lnTo>
                  <a:pt x="14187" y="21"/>
                </a:lnTo>
                <a:lnTo>
                  <a:pt x="14025" y="61"/>
                </a:lnTo>
                <a:lnTo>
                  <a:pt x="13864" y="122"/>
                </a:lnTo>
                <a:lnTo>
                  <a:pt x="13702" y="202"/>
                </a:lnTo>
                <a:lnTo>
                  <a:pt x="13541" y="283"/>
                </a:lnTo>
                <a:lnTo>
                  <a:pt x="13400" y="384"/>
                </a:lnTo>
                <a:lnTo>
                  <a:pt x="13238" y="505"/>
                </a:lnTo>
                <a:lnTo>
                  <a:pt x="12976" y="768"/>
                </a:lnTo>
                <a:lnTo>
                  <a:pt x="12714" y="1050"/>
                </a:lnTo>
                <a:lnTo>
                  <a:pt x="12451" y="1353"/>
                </a:lnTo>
                <a:lnTo>
                  <a:pt x="12229" y="1655"/>
                </a:lnTo>
                <a:lnTo>
                  <a:pt x="12189" y="1716"/>
                </a:lnTo>
                <a:lnTo>
                  <a:pt x="11805" y="2200"/>
                </a:lnTo>
                <a:lnTo>
                  <a:pt x="11382" y="2664"/>
                </a:lnTo>
                <a:lnTo>
                  <a:pt x="10958" y="3088"/>
                </a:lnTo>
                <a:lnTo>
                  <a:pt x="10514" y="3512"/>
                </a:lnTo>
                <a:lnTo>
                  <a:pt x="10050" y="3916"/>
                </a:lnTo>
                <a:lnTo>
                  <a:pt x="9565" y="4299"/>
                </a:lnTo>
                <a:lnTo>
                  <a:pt x="9061" y="4662"/>
                </a:lnTo>
                <a:lnTo>
                  <a:pt x="8556" y="4985"/>
                </a:lnTo>
                <a:lnTo>
                  <a:pt x="7931" y="5348"/>
                </a:lnTo>
                <a:lnTo>
                  <a:pt x="7305" y="5671"/>
                </a:lnTo>
                <a:lnTo>
                  <a:pt x="6680" y="5994"/>
                </a:lnTo>
                <a:lnTo>
                  <a:pt x="6054" y="6297"/>
                </a:lnTo>
                <a:lnTo>
                  <a:pt x="4783" y="6902"/>
                </a:lnTo>
                <a:lnTo>
                  <a:pt x="4157" y="7245"/>
                </a:lnTo>
                <a:lnTo>
                  <a:pt x="3552" y="7588"/>
                </a:lnTo>
                <a:lnTo>
                  <a:pt x="3370" y="7709"/>
                </a:lnTo>
                <a:lnTo>
                  <a:pt x="3168" y="7891"/>
                </a:lnTo>
                <a:lnTo>
                  <a:pt x="2624" y="8375"/>
                </a:lnTo>
                <a:lnTo>
                  <a:pt x="2321" y="8658"/>
                </a:lnTo>
                <a:lnTo>
                  <a:pt x="1998" y="8981"/>
                </a:lnTo>
                <a:lnTo>
                  <a:pt x="1675" y="9344"/>
                </a:lnTo>
                <a:lnTo>
                  <a:pt x="1352" y="9707"/>
                </a:lnTo>
                <a:lnTo>
                  <a:pt x="1050" y="10071"/>
                </a:lnTo>
                <a:lnTo>
                  <a:pt x="787" y="10454"/>
                </a:lnTo>
                <a:lnTo>
                  <a:pt x="525" y="10837"/>
                </a:lnTo>
                <a:lnTo>
                  <a:pt x="323" y="11201"/>
                </a:lnTo>
                <a:lnTo>
                  <a:pt x="162" y="11564"/>
                </a:lnTo>
                <a:lnTo>
                  <a:pt x="101" y="11725"/>
                </a:lnTo>
                <a:lnTo>
                  <a:pt x="41" y="11907"/>
                </a:lnTo>
                <a:lnTo>
                  <a:pt x="20" y="12068"/>
                </a:lnTo>
                <a:lnTo>
                  <a:pt x="0" y="12210"/>
                </a:lnTo>
                <a:lnTo>
                  <a:pt x="0" y="12371"/>
                </a:lnTo>
                <a:lnTo>
                  <a:pt x="41" y="12492"/>
                </a:lnTo>
                <a:lnTo>
                  <a:pt x="81" y="12654"/>
                </a:lnTo>
                <a:lnTo>
                  <a:pt x="182" y="12795"/>
                </a:lnTo>
                <a:lnTo>
                  <a:pt x="283" y="12916"/>
                </a:lnTo>
                <a:lnTo>
                  <a:pt x="444" y="13017"/>
                </a:lnTo>
                <a:lnTo>
                  <a:pt x="606" y="13098"/>
                </a:lnTo>
                <a:lnTo>
                  <a:pt x="807" y="13158"/>
                </a:lnTo>
                <a:lnTo>
                  <a:pt x="1050" y="13198"/>
                </a:lnTo>
                <a:lnTo>
                  <a:pt x="1312" y="13219"/>
                </a:lnTo>
                <a:lnTo>
                  <a:pt x="2099" y="13259"/>
                </a:lnTo>
                <a:lnTo>
                  <a:pt x="2886" y="13259"/>
                </a:lnTo>
                <a:lnTo>
                  <a:pt x="3915" y="13239"/>
                </a:lnTo>
                <a:lnTo>
                  <a:pt x="4944" y="13198"/>
                </a:lnTo>
                <a:lnTo>
                  <a:pt x="5973" y="13098"/>
                </a:lnTo>
                <a:lnTo>
                  <a:pt x="6982" y="12976"/>
                </a:lnTo>
                <a:lnTo>
                  <a:pt x="7991" y="12835"/>
                </a:lnTo>
                <a:lnTo>
                  <a:pt x="9000" y="12633"/>
                </a:lnTo>
                <a:lnTo>
                  <a:pt x="10009" y="12411"/>
                </a:lnTo>
                <a:lnTo>
                  <a:pt x="10998" y="12149"/>
                </a:lnTo>
                <a:lnTo>
                  <a:pt x="11422" y="12028"/>
                </a:lnTo>
                <a:lnTo>
                  <a:pt x="11846" y="11887"/>
                </a:lnTo>
                <a:lnTo>
                  <a:pt x="12270" y="11725"/>
                </a:lnTo>
                <a:lnTo>
                  <a:pt x="12673" y="11564"/>
                </a:lnTo>
                <a:lnTo>
                  <a:pt x="13077" y="11362"/>
                </a:lnTo>
                <a:lnTo>
                  <a:pt x="13480" y="11160"/>
                </a:lnTo>
                <a:lnTo>
                  <a:pt x="13844" y="10898"/>
                </a:lnTo>
                <a:lnTo>
                  <a:pt x="14207" y="10615"/>
                </a:lnTo>
                <a:lnTo>
                  <a:pt x="14409" y="10454"/>
                </a:lnTo>
                <a:lnTo>
                  <a:pt x="14590" y="10272"/>
                </a:lnTo>
                <a:lnTo>
                  <a:pt x="14752" y="10071"/>
                </a:lnTo>
                <a:lnTo>
                  <a:pt x="14933" y="9869"/>
                </a:lnTo>
                <a:lnTo>
                  <a:pt x="15095" y="9647"/>
                </a:lnTo>
                <a:lnTo>
                  <a:pt x="15236" y="9405"/>
                </a:lnTo>
                <a:lnTo>
                  <a:pt x="15398" y="9162"/>
                </a:lnTo>
                <a:lnTo>
                  <a:pt x="15519" y="8900"/>
                </a:lnTo>
                <a:lnTo>
                  <a:pt x="15781" y="8355"/>
                </a:lnTo>
                <a:lnTo>
                  <a:pt x="16023" y="7730"/>
                </a:lnTo>
                <a:lnTo>
                  <a:pt x="16225" y="7064"/>
                </a:lnTo>
                <a:lnTo>
                  <a:pt x="16407" y="6337"/>
                </a:lnTo>
                <a:lnTo>
                  <a:pt x="16568" y="5570"/>
                </a:lnTo>
                <a:lnTo>
                  <a:pt x="16669" y="4844"/>
                </a:lnTo>
                <a:lnTo>
                  <a:pt x="16729" y="4178"/>
                </a:lnTo>
                <a:lnTo>
                  <a:pt x="16729" y="3855"/>
                </a:lnTo>
                <a:lnTo>
                  <a:pt x="16729" y="3532"/>
                </a:lnTo>
                <a:lnTo>
                  <a:pt x="16709" y="3250"/>
                </a:lnTo>
                <a:lnTo>
                  <a:pt x="16669" y="2947"/>
                </a:lnTo>
                <a:lnTo>
                  <a:pt x="16628" y="2664"/>
                </a:lnTo>
                <a:lnTo>
                  <a:pt x="16568" y="2382"/>
                </a:lnTo>
                <a:lnTo>
                  <a:pt x="16507" y="2120"/>
                </a:lnTo>
                <a:lnTo>
                  <a:pt x="16427" y="1857"/>
                </a:lnTo>
                <a:lnTo>
                  <a:pt x="16326" y="1615"/>
                </a:lnTo>
                <a:lnTo>
                  <a:pt x="16205" y="1373"/>
                </a:lnTo>
                <a:lnTo>
                  <a:pt x="16063" y="1090"/>
                </a:lnTo>
                <a:lnTo>
                  <a:pt x="15882" y="828"/>
                </a:lnTo>
                <a:lnTo>
                  <a:pt x="15680" y="606"/>
                </a:lnTo>
                <a:lnTo>
                  <a:pt x="15478" y="404"/>
                </a:lnTo>
                <a:lnTo>
                  <a:pt x="15256" y="243"/>
                </a:lnTo>
                <a:lnTo>
                  <a:pt x="15034" y="122"/>
                </a:lnTo>
                <a:lnTo>
                  <a:pt x="14792" y="41"/>
                </a:lnTo>
                <a:lnTo>
                  <a:pt x="14550" y="1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2" name="Google Shape;472;p6"/>
          <p:cNvSpPr/>
          <p:nvPr/>
        </p:nvSpPr>
        <p:spPr>
          <a:xfrm flipH="1">
            <a:off x="746662" y="-298255"/>
            <a:ext cx="653335" cy="572101"/>
          </a:xfrm>
          <a:custGeom>
            <a:rect b="b" l="l" r="r" t="t"/>
            <a:pathLst>
              <a:path extrusionOk="0" h="10233" w="11686">
                <a:moveTo>
                  <a:pt x="10817" y="82"/>
                </a:moveTo>
                <a:lnTo>
                  <a:pt x="10918" y="102"/>
                </a:lnTo>
                <a:lnTo>
                  <a:pt x="10979" y="142"/>
                </a:lnTo>
                <a:lnTo>
                  <a:pt x="11039" y="182"/>
                </a:lnTo>
                <a:lnTo>
                  <a:pt x="11120" y="303"/>
                </a:lnTo>
                <a:lnTo>
                  <a:pt x="11201" y="445"/>
                </a:lnTo>
                <a:lnTo>
                  <a:pt x="11241" y="586"/>
                </a:lnTo>
                <a:lnTo>
                  <a:pt x="11382" y="1191"/>
                </a:lnTo>
                <a:lnTo>
                  <a:pt x="11504" y="1797"/>
                </a:lnTo>
                <a:lnTo>
                  <a:pt x="11564" y="2422"/>
                </a:lnTo>
                <a:lnTo>
                  <a:pt x="11604" y="3028"/>
                </a:lnTo>
                <a:lnTo>
                  <a:pt x="11584" y="3653"/>
                </a:lnTo>
                <a:lnTo>
                  <a:pt x="11544" y="4259"/>
                </a:lnTo>
                <a:lnTo>
                  <a:pt x="11463" y="4884"/>
                </a:lnTo>
                <a:lnTo>
                  <a:pt x="11342" y="5490"/>
                </a:lnTo>
                <a:lnTo>
                  <a:pt x="11241" y="5853"/>
                </a:lnTo>
                <a:lnTo>
                  <a:pt x="11140" y="6176"/>
                </a:lnTo>
                <a:lnTo>
                  <a:pt x="11019" y="6499"/>
                </a:lnTo>
                <a:lnTo>
                  <a:pt x="10878" y="6781"/>
                </a:lnTo>
                <a:lnTo>
                  <a:pt x="10737" y="7044"/>
                </a:lnTo>
                <a:lnTo>
                  <a:pt x="10575" y="7286"/>
                </a:lnTo>
                <a:lnTo>
                  <a:pt x="10414" y="7488"/>
                </a:lnTo>
                <a:lnTo>
                  <a:pt x="10212" y="7669"/>
                </a:lnTo>
                <a:lnTo>
                  <a:pt x="10030" y="7831"/>
                </a:lnTo>
                <a:lnTo>
                  <a:pt x="9849" y="7972"/>
                </a:lnTo>
                <a:lnTo>
                  <a:pt x="9647" y="8093"/>
                </a:lnTo>
                <a:lnTo>
                  <a:pt x="9425" y="8194"/>
                </a:lnTo>
                <a:lnTo>
                  <a:pt x="9001" y="8396"/>
                </a:lnTo>
                <a:lnTo>
                  <a:pt x="8557" y="8557"/>
                </a:lnTo>
                <a:lnTo>
                  <a:pt x="7730" y="8840"/>
                </a:lnTo>
                <a:lnTo>
                  <a:pt x="6862" y="9142"/>
                </a:lnTo>
                <a:lnTo>
                  <a:pt x="5974" y="9405"/>
                </a:lnTo>
                <a:lnTo>
                  <a:pt x="5066" y="9647"/>
                </a:lnTo>
                <a:lnTo>
                  <a:pt x="4158" y="9849"/>
                </a:lnTo>
                <a:lnTo>
                  <a:pt x="3714" y="9950"/>
                </a:lnTo>
                <a:lnTo>
                  <a:pt x="3270" y="10010"/>
                </a:lnTo>
                <a:lnTo>
                  <a:pt x="2806" y="10071"/>
                </a:lnTo>
                <a:lnTo>
                  <a:pt x="2362" y="10111"/>
                </a:lnTo>
                <a:lnTo>
                  <a:pt x="1918" y="10151"/>
                </a:lnTo>
                <a:lnTo>
                  <a:pt x="1252" y="10151"/>
                </a:lnTo>
                <a:lnTo>
                  <a:pt x="1070" y="10131"/>
                </a:lnTo>
                <a:lnTo>
                  <a:pt x="889" y="10071"/>
                </a:lnTo>
                <a:lnTo>
                  <a:pt x="707" y="10010"/>
                </a:lnTo>
                <a:lnTo>
                  <a:pt x="566" y="9950"/>
                </a:lnTo>
                <a:lnTo>
                  <a:pt x="425" y="9849"/>
                </a:lnTo>
                <a:lnTo>
                  <a:pt x="324" y="9748"/>
                </a:lnTo>
                <a:lnTo>
                  <a:pt x="223" y="9627"/>
                </a:lnTo>
                <a:lnTo>
                  <a:pt x="162" y="9526"/>
                </a:lnTo>
                <a:lnTo>
                  <a:pt x="122" y="9405"/>
                </a:lnTo>
                <a:lnTo>
                  <a:pt x="102" y="9284"/>
                </a:lnTo>
                <a:lnTo>
                  <a:pt x="82" y="9163"/>
                </a:lnTo>
                <a:lnTo>
                  <a:pt x="102" y="9021"/>
                </a:lnTo>
                <a:lnTo>
                  <a:pt x="122" y="8880"/>
                </a:lnTo>
                <a:lnTo>
                  <a:pt x="162" y="8739"/>
                </a:lnTo>
                <a:lnTo>
                  <a:pt x="223" y="8577"/>
                </a:lnTo>
                <a:lnTo>
                  <a:pt x="324" y="8416"/>
                </a:lnTo>
                <a:lnTo>
                  <a:pt x="425" y="8234"/>
                </a:lnTo>
                <a:lnTo>
                  <a:pt x="546" y="8073"/>
                </a:lnTo>
                <a:lnTo>
                  <a:pt x="667" y="7911"/>
                </a:lnTo>
                <a:lnTo>
                  <a:pt x="970" y="7589"/>
                </a:lnTo>
                <a:lnTo>
                  <a:pt x="1292" y="7306"/>
                </a:lnTo>
                <a:lnTo>
                  <a:pt x="1615" y="7064"/>
                </a:lnTo>
                <a:lnTo>
                  <a:pt x="1979" y="6822"/>
                </a:lnTo>
                <a:lnTo>
                  <a:pt x="2322" y="6620"/>
                </a:lnTo>
                <a:lnTo>
                  <a:pt x="2645" y="6438"/>
                </a:lnTo>
                <a:lnTo>
                  <a:pt x="3008" y="6257"/>
                </a:lnTo>
                <a:lnTo>
                  <a:pt x="3391" y="6075"/>
                </a:lnTo>
                <a:lnTo>
                  <a:pt x="4138" y="5752"/>
                </a:lnTo>
                <a:lnTo>
                  <a:pt x="5107" y="5328"/>
                </a:lnTo>
                <a:lnTo>
                  <a:pt x="5591" y="5086"/>
                </a:lnTo>
                <a:lnTo>
                  <a:pt x="6055" y="4824"/>
                </a:lnTo>
                <a:lnTo>
                  <a:pt x="6459" y="4582"/>
                </a:lnTo>
                <a:lnTo>
                  <a:pt x="6822" y="4319"/>
                </a:lnTo>
                <a:lnTo>
                  <a:pt x="7185" y="4017"/>
                </a:lnTo>
                <a:lnTo>
                  <a:pt x="7528" y="3714"/>
                </a:lnTo>
                <a:lnTo>
                  <a:pt x="7851" y="3391"/>
                </a:lnTo>
                <a:lnTo>
                  <a:pt x="8174" y="3048"/>
                </a:lnTo>
                <a:lnTo>
                  <a:pt x="8456" y="2685"/>
                </a:lnTo>
                <a:lnTo>
                  <a:pt x="8719" y="2301"/>
                </a:lnTo>
                <a:lnTo>
                  <a:pt x="9021" y="1817"/>
                </a:lnTo>
                <a:lnTo>
                  <a:pt x="9324" y="1353"/>
                </a:lnTo>
                <a:lnTo>
                  <a:pt x="9465" y="1131"/>
                </a:lnTo>
                <a:lnTo>
                  <a:pt x="9647" y="909"/>
                </a:lnTo>
                <a:lnTo>
                  <a:pt x="9808" y="707"/>
                </a:lnTo>
                <a:lnTo>
                  <a:pt x="10010" y="525"/>
                </a:lnTo>
                <a:lnTo>
                  <a:pt x="10212" y="344"/>
                </a:lnTo>
                <a:lnTo>
                  <a:pt x="10434" y="203"/>
                </a:lnTo>
                <a:lnTo>
                  <a:pt x="10575" y="122"/>
                </a:lnTo>
                <a:lnTo>
                  <a:pt x="10696" y="102"/>
                </a:lnTo>
                <a:lnTo>
                  <a:pt x="10817" y="82"/>
                </a:lnTo>
                <a:close/>
                <a:moveTo>
                  <a:pt x="10838" y="1"/>
                </a:moveTo>
                <a:lnTo>
                  <a:pt x="10696" y="21"/>
                </a:lnTo>
                <a:lnTo>
                  <a:pt x="10555" y="61"/>
                </a:lnTo>
                <a:lnTo>
                  <a:pt x="10394" y="122"/>
                </a:lnTo>
                <a:lnTo>
                  <a:pt x="10152" y="283"/>
                </a:lnTo>
                <a:lnTo>
                  <a:pt x="9950" y="445"/>
                </a:lnTo>
                <a:lnTo>
                  <a:pt x="9748" y="647"/>
                </a:lnTo>
                <a:lnTo>
                  <a:pt x="9586" y="848"/>
                </a:lnTo>
                <a:lnTo>
                  <a:pt x="9405" y="1070"/>
                </a:lnTo>
                <a:lnTo>
                  <a:pt x="9264" y="1312"/>
                </a:lnTo>
                <a:lnTo>
                  <a:pt x="8961" y="1777"/>
                </a:lnTo>
                <a:lnTo>
                  <a:pt x="8658" y="2261"/>
                </a:lnTo>
                <a:lnTo>
                  <a:pt x="8396" y="2624"/>
                </a:lnTo>
                <a:lnTo>
                  <a:pt x="8113" y="2987"/>
                </a:lnTo>
                <a:lnTo>
                  <a:pt x="7790" y="3331"/>
                </a:lnTo>
                <a:lnTo>
                  <a:pt x="7468" y="3653"/>
                </a:lnTo>
                <a:lnTo>
                  <a:pt x="7145" y="3956"/>
                </a:lnTo>
                <a:lnTo>
                  <a:pt x="6781" y="4239"/>
                </a:lnTo>
                <a:lnTo>
                  <a:pt x="6398" y="4521"/>
                </a:lnTo>
                <a:lnTo>
                  <a:pt x="6015" y="4763"/>
                </a:lnTo>
                <a:lnTo>
                  <a:pt x="5550" y="5026"/>
                </a:lnTo>
                <a:lnTo>
                  <a:pt x="5066" y="5248"/>
                </a:lnTo>
                <a:lnTo>
                  <a:pt x="4097" y="5692"/>
                </a:lnTo>
                <a:lnTo>
                  <a:pt x="3351" y="6014"/>
                </a:lnTo>
                <a:lnTo>
                  <a:pt x="2988" y="6176"/>
                </a:lnTo>
                <a:lnTo>
                  <a:pt x="2604" y="6358"/>
                </a:lnTo>
                <a:lnTo>
                  <a:pt x="2281" y="6539"/>
                </a:lnTo>
                <a:lnTo>
                  <a:pt x="1918" y="6761"/>
                </a:lnTo>
                <a:lnTo>
                  <a:pt x="1575" y="7003"/>
                </a:lnTo>
                <a:lnTo>
                  <a:pt x="1232" y="7266"/>
                </a:lnTo>
                <a:lnTo>
                  <a:pt x="909" y="7548"/>
                </a:lnTo>
                <a:lnTo>
                  <a:pt x="606" y="7851"/>
                </a:lnTo>
                <a:lnTo>
                  <a:pt x="485" y="8012"/>
                </a:lnTo>
                <a:lnTo>
                  <a:pt x="364" y="8194"/>
                </a:lnTo>
                <a:lnTo>
                  <a:pt x="243" y="8376"/>
                </a:lnTo>
                <a:lnTo>
                  <a:pt x="162" y="8557"/>
                </a:lnTo>
                <a:lnTo>
                  <a:pt x="102" y="8719"/>
                </a:lnTo>
                <a:lnTo>
                  <a:pt x="41" y="8860"/>
                </a:lnTo>
                <a:lnTo>
                  <a:pt x="21" y="9021"/>
                </a:lnTo>
                <a:lnTo>
                  <a:pt x="1" y="9163"/>
                </a:lnTo>
                <a:lnTo>
                  <a:pt x="21" y="9304"/>
                </a:lnTo>
                <a:lnTo>
                  <a:pt x="41" y="9425"/>
                </a:lnTo>
                <a:lnTo>
                  <a:pt x="102" y="9546"/>
                </a:lnTo>
                <a:lnTo>
                  <a:pt x="162" y="9667"/>
                </a:lnTo>
                <a:lnTo>
                  <a:pt x="263" y="9808"/>
                </a:lnTo>
                <a:lnTo>
                  <a:pt x="384" y="9909"/>
                </a:lnTo>
                <a:lnTo>
                  <a:pt x="526" y="10010"/>
                </a:lnTo>
                <a:lnTo>
                  <a:pt x="687" y="10091"/>
                </a:lnTo>
                <a:lnTo>
                  <a:pt x="849" y="10151"/>
                </a:lnTo>
                <a:lnTo>
                  <a:pt x="1050" y="10192"/>
                </a:lnTo>
                <a:lnTo>
                  <a:pt x="1252" y="10232"/>
                </a:lnTo>
                <a:lnTo>
                  <a:pt x="1918" y="10232"/>
                </a:lnTo>
                <a:lnTo>
                  <a:pt x="2362" y="10192"/>
                </a:lnTo>
                <a:lnTo>
                  <a:pt x="2826" y="10151"/>
                </a:lnTo>
                <a:lnTo>
                  <a:pt x="3270" y="10091"/>
                </a:lnTo>
                <a:lnTo>
                  <a:pt x="3734" y="10030"/>
                </a:lnTo>
                <a:lnTo>
                  <a:pt x="4178" y="9929"/>
                </a:lnTo>
                <a:lnTo>
                  <a:pt x="5086" y="9728"/>
                </a:lnTo>
                <a:lnTo>
                  <a:pt x="5994" y="9485"/>
                </a:lnTo>
                <a:lnTo>
                  <a:pt x="6882" y="9223"/>
                </a:lnTo>
                <a:lnTo>
                  <a:pt x="7750" y="8920"/>
                </a:lnTo>
                <a:lnTo>
                  <a:pt x="8577" y="8638"/>
                </a:lnTo>
                <a:lnTo>
                  <a:pt x="9021" y="8456"/>
                </a:lnTo>
                <a:lnTo>
                  <a:pt x="9465" y="8275"/>
                </a:lnTo>
                <a:lnTo>
                  <a:pt x="9687" y="8154"/>
                </a:lnTo>
                <a:lnTo>
                  <a:pt x="9889" y="8032"/>
                </a:lnTo>
                <a:lnTo>
                  <a:pt x="10091" y="7891"/>
                </a:lnTo>
                <a:lnTo>
                  <a:pt x="10273" y="7730"/>
                </a:lnTo>
                <a:lnTo>
                  <a:pt x="10474" y="7548"/>
                </a:lnTo>
                <a:lnTo>
                  <a:pt x="10636" y="7326"/>
                </a:lnTo>
                <a:lnTo>
                  <a:pt x="10817" y="7084"/>
                </a:lnTo>
                <a:lnTo>
                  <a:pt x="10959" y="6822"/>
                </a:lnTo>
                <a:lnTo>
                  <a:pt x="11100" y="6539"/>
                </a:lnTo>
                <a:lnTo>
                  <a:pt x="11221" y="6216"/>
                </a:lnTo>
                <a:lnTo>
                  <a:pt x="11322" y="5873"/>
                </a:lnTo>
                <a:lnTo>
                  <a:pt x="11423" y="5510"/>
                </a:lnTo>
                <a:lnTo>
                  <a:pt x="11544" y="4884"/>
                </a:lnTo>
                <a:lnTo>
                  <a:pt x="11625" y="4279"/>
                </a:lnTo>
                <a:lnTo>
                  <a:pt x="11665" y="3653"/>
                </a:lnTo>
                <a:lnTo>
                  <a:pt x="11685" y="3028"/>
                </a:lnTo>
                <a:lnTo>
                  <a:pt x="11645" y="2402"/>
                </a:lnTo>
                <a:lnTo>
                  <a:pt x="11584" y="1797"/>
                </a:lnTo>
                <a:lnTo>
                  <a:pt x="11463" y="1171"/>
                </a:lnTo>
                <a:lnTo>
                  <a:pt x="11322" y="566"/>
                </a:lnTo>
                <a:lnTo>
                  <a:pt x="11261" y="404"/>
                </a:lnTo>
                <a:lnTo>
                  <a:pt x="11201" y="263"/>
                </a:lnTo>
                <a:lnTo>
                  <a:pt x="11140" y="182"/>
                </a:lnTo>
                <a:lnTo>
                  <a:pt x="11100" y="122"/>
                </a:lnTo>
                <a:lnTo>
                  <a:pt x="11019" y="82"/>
                </a:lnTo>
                <a:lnTo>
                  <a:pt x="10959" y="41"/>
                </a:lnTo>
                <a:lnTo>
                  <a:pt x="10838" y="1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3" name="Google Shape;473;p6"/>
          <p:cNvSpPr/>
          <p:nvPr/>
        </p:nvSpPr>
        <p:spPr>
          <a:xfrm flipH="1">
            <a:off x="509761" y="687475"/>
            <a:ext cx="100466" cy="100466"/>
          </a:xfrm>
          <a:custGeom>
            <a:rect b="b" l="l" r="r" t="t"/>
            <a:pathLst>
              <a:path extrusionOk="0" h="1797" w="1797">
                <a:moveTo>
                  <a:pt x="908" y="0"/>
                </a:moveTo>
                <a:lnTo>
                  <a:pt x="727" y="21"/>
                </a:lnTo>
                <a:lnTo>
                  <a:pt x="545" y="61"/>
                </a:lnTo>
                <a:lnTo>
                  <a:pt x="404" y="162"/>
                </a:lnTo>
                <a:lnTo>
                  <a:pt x="263" y="263"/>
                </a:lnTo>
                <a:lnTo>
                  <a:pt x="162" y="404"/>
                </a:lnTo>
                <a:lnTo>
                  <a:pt x="81" y="545"/>
                </a:lnTo>
                <a:lnTo>
                  <a:pt x="20" y="727"/>
                </a:lnTo>
                <a:lnTo>
                  <a:pt x="0" y="908"/>
                </a:lnTo>
                <a:lnTo>
                  <a:pt x="20" y="1090"/>
                </a:lnTo>
                <a:lnTo>
                  <a:pt x="81" y="1252"/>
                </a:lnTo>
                <a:lnTo>
                  <a:pt x="162" y="1393"/>
                </a:lnTo>
                <a:lnTo>
                  <a:pt x="263" y="1534"/>
                </a:lnTo>
                <a:lnTo>
                  <a:pt x="404" y="1655"/>
                </a:lnTo>
                <a:lnTo>
                  <a:pt x="545" y="1736"/>
                </a:lnTo>
                <a:lnTo>
                  <a:pt x="727" y="1776"/>
                </a:lnTo>
                <a:lnTo>
                  <a:pt x="908" y="1796"/>
                </a:lnTo>
                <a:lnTo>
                  <a:pt x="1090" y="1776"/>
                </a:lnTo>
                <a:lnTo>
                  <a:pt x="1251" y="1736"/>
                </a:lnTo>
                <a:lnTo>
                  <a:pt x="1413" y="1655"/>
                </a:lnTo>
                <a:lnTo>
                  <a:pt x="1534" y="1534"/>
                </a:lnTo>
                <a:lnTo>
                  <a:pt x="1655" y="1393"/>
                </a:lnTo>
                <a:lnTo>
                  <a:pt x="1736" y="1252"/>
                </a:lnTo>
                <a:lnTo>
                  <a:pt x="1796" y="1090"/>
                </a:lnTo>
                <a:lnTo>
                  <a:pt x="1796" y="908"/>
                </a:lnTo>
                <a:lnTo>
                  <a:pt x="1796" y="727"/>
                </a:lnTo>
                <a:lnTo>
                  <a:pt x="1736" y="545"/>
                </a:lnTo>
                <a:lnTo>
                  <a:pt x="1655" y="404"/>
                </a:lnTo>
                <a:lnTo>
                  <a:pt x="1534" y="263"/>
                </a:lnTo>
                <a:lnTo>
                  <a:pt x="1413" y="162"/>
                </a:lnTo>
                <a:lnTo>
                  <a:pt x="1251" y="61"/>
                </a:lnTo>
                <a:lnTo>
                  <a:pt x="1090" y="21"/>
                </a:lnTo>
                <a:lnTo>
                  <a:pt x="908" y="0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4" name="Google Shape;474;p6"/>
          <p:cNvSpPr/>
          <p:nvPr/>
        </p:nvSpPr>
        <p:spPr>
          <a:xfrm flipH="1">
            <a:off x="281161" y="306475"/>
            <a:ext cx="100466" cy="100466"/>
          </a:xfrm>
          <a:custGeom>
            <a:rect b="b" l="l" r="r" t="t"/>
            <a:pathLst>
              <a:path extrusionOk="0" h="1797" w="1797">
                <a:moveTo>
                  <a:pt x="908" y="0"/>
                </a:moveTo>
                <a:lnTo>
                  <a:pt x="727" y="21"/>
                </a:lnTo>
                <a:lnTo>
                  <a:pt x="545" y="61"/>
                </a:lnTo>
                <a:lnTo>
                  <a:pt x="404" y="162"/>
                </a:lnTo>
                <a:lnTo>
                  <a:pt x="263" y="263"/>
                </a:lnTo>
                <a:lnTo>
                  <a:pt x="162" y="404"/>
                </a:lnTo>
                <a:lnTo>
                  <a:pt x="81" y="545"/>
                </a:lnTo>
                <a:lnTo>
                  <a:pt x="20" y="727"/>
                </a:lnTo>
                <a:lnTo>
                  <a:pt x="0" y="908"/>
                </a:lnTo>
                <a:lnTo>
                  <a:pt x="20" y="1090"/>
                </a:lnTo>
                <a:lnTo>
                  <a:pt x="81" y="1252"/>
                </a:lnTo>
                <a:lnTo>
                  <a:pt x="162" y="1393"/>
                </a:lnTo>
                <a:lnTo>
                  <a:pt x="263" y="1534"/>
                </a:lnTo>
                <a:lnTo>
                  <a:pt x="404" y="1655"/>
                </a:lnTo>
                <a:lnTo>
                  <a:pt x="545" y="1736"/>
                </a:lnTo>
                <a:lnTo>
                  <a:pt x="727" y="1776"/>
                </a:lnTo>
                <a:lnTo>
                  <a:pt x="908" y="1796"/>
                </a:lnTo>
                <a:lnTo>
                  <a:pt x="1090" y="1776"/>
                </a:lnTo>
                <a:lnTo>
                  <a:pt x="1251" y="1736"/>
                </a:lnTo>
                <a:lnTo>
                  <a:pt x="1413" y="1655"/>
                </a:lnTo>
                <a:lnTo>
                  <a:pt x="1534" y="1534"/>
                </a:lnTo>
                <a:lnTo>
                  <a:pt x="1655" y="1393"/>
                </a:lnTo>
                <a:lnTo>
                  <a:pt x="1736" y="1252"/>
                </a:lnTo>
                <a:lnTo>
                  <a:pt x="1796" y="1090"/>
                </a:lnTo>
                <a:lnTo>
                  <a:pt x="1796" y="908"/>
                </a:lnTo>
                <a:lnTo>
                  <a:pt x="1796" y="727"/>
                </a:lnTo>
                <a:lnTo>
                  <a:pt x="1736" y="545"/>
                </a:lnTo>
                <a:lnTo>
                  <a:pt x="1655" y="404"/>
                </a:lnTo>
                <a:lnTo>
                  <a:pt x="1534" y="263"/>
                </a:lnTo>
                <a:lnTo>
                  <a:pt x="1413" y="162"/>
                </a:lnTo>
                <a:lnTo>
                  <a:pt x="1251" y="61"/>
                </a:lnTo>
                <a:lnTo>
                  <a:pt x="1090" y="21"/>
                </a:lnTo>
                <a:lnTo>
                  <a:pt x="908" y="0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5" name="Google Shape;475;p6"/>
          <p:cNvSpPr/>
          <p:nvPr/>
        </p:nvSpPr>
        <p:spPr>
          <a:xfrm flipH="1">
            <a:off x="1347961" y="154075"/>
            <a:ext cx="100466" cy="100466"/>
          </a:xfrm>
          <a:custGeom>
            <a:rect b="b" l="l" r="r" t="t"/>
            <a:pathLst>
              <a:path extrusionOk="0" h="1797" w="1797">
                <a:moveTo>
                  <a:pt x="908" y="0"/>
                </a:moveTo>
                <a:lnTo>
                  <a:pt x="727" y="21"/>
                </a:lnTo>
                <a:lnTo>
                  <a:pt x="545" y="61"/>
                </a:lnTo>
                <a:lnTo>
                  <a:pt x="404" y="162"/>
                </a:lnTo>
                <a:lnTo>
                  <a:pt x="263" y="263"/>
                </a:lnTo>
                <a:lnTo>
                  <a:pt x="162" y="404"/>
                </a:lnTo>
                <a:lnTo>
                  <a:pt x="81" y="545"/>
                </a:lnTo>
                <a:lnTo>
                  <a:pt x="20" y="727"/>
                </a:lnTo>
                <a:lnTo>
                  <a:pt x="0" y="908"/>
                </a:lnTo>
                <a:lnTo>
                  <a:pt x="20" y="1090"/>
                </a:lnTo>
                <a:lnTo>
                  <a:pt x="81" y="1252"/>
                </a:lnTo>
                <a:lnTo>
                  <a:pt x="162" y="1393"/>
                </a:lnTo>
                <a:lnTo>
                  <a:pt x="263" y="1534"/>
                </a:lnTo>
                <a:lnTo>
                  <a:pt x="404" y="1655"/>
                </a:lnTo>
                <a:lnTo>
                  <a:pt x="545" y="1736"/>
                </a:lnTo>
                <a:lnTo>
                  <a:pt x="727" y="1776"/>
                </a:lnTo>
                <a:lnTo>
                  <a:pt x="908" y="1796"/>
                </a:lnTo>
                <a:lnTo>
                  <a:pt x="1090" y="1776"/>
                </a:lnTo>
                <a:lnTo>
                  <a:pt x="1251" y="1736"/>
                </a:lnTo>
                <a:lnTo>
                  <a:pt x="1413" y="1655"/>
                </a:lnTo>
                <a:lnTo>
                  <a:pt x="1534" y="1534"/>
                </a:lnTo>
                <a:lnTo>
                  <a:pt x="1655" y="1393"/>
                </a:lnTo>
                <a:lnTo>
                  <a:pt x="1736" y="1252"/>
                </a:lnTo>
                <a:lnTo>
                  <a:pt x="1796" y="1090"/>
                </a:lnTo>
                <a:lnTo>
                  <a:pt x="1796" y="908"/>
                </a:lnTo>
                <a:lnTo>
                  <a:pt x="1796" y="727"/>
                </a:lnTo>
                <a:lnTo>
                  <a:pt x="1736" y="545"/>
                </a:lnTo>
                <a:lnTo>
                  <a:pt x="1655" y="404"/>
                </a:lnTo>
                <a:lnTo>
                  <a:pt x="1534" y="263"/>
                </a:lnTo>
                <a:lnTo>
                  <a:pt x="1413" y="162"/>
                </a:lnTo>
                <a:lnTo>
                  <a:pt x="1251" y="61"/>
                </a:lnTo>
                <a:lnTo>
                  <a:pt x="1090" y="21"/>
                </a:lnTo>
                <a:lnTo>
                  <a:pt x="908" y="0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6" name="Google Shape;476;p6"/>
          <p:cNvSpPr/>
          <p:nvPr/>
        </p:nvSpPr>
        <p:spPr>
          <a:xfrm flipH="1">
            <a:off x="2262361" y="230275"/>
            <a:ext cx="100466" cy="100466"/>
          </a:xfrm>
          <a:custGeom>
            <a:rect b="b" l="l" r="r" t="t"/>
            <a:pathLst>
              <a:path extrusionOk="0" h="1797" w="1797">
                <a:moveTo>
                  <a:pt x="908" y="0"/>
                </a:moveTo>
                <a:lnTo>
                  <a:pt x="727" y="21"/>
                </a:lnTo>
                <a:lnTo>
                  <a:pt x="545" y="61"/>
                </a:lnTo>
                <a:lnTo>
                  <a:pt x="404" y="162"/>
                </a:lnTo>
                <a:lnTo>
                  <a:pt x="263" y="263"/>
                </a:lnTo>
                <a:lnTo>
                  <a:pt x="162" y="404"/>
                </a:lnTo>
                <a:lnTo>
                  <a:pt x="81" y="545"/>
                </a:lnTo>
                <a:lnTo>
                  <a:pt x="20" y="727"/>
                </a:lnTo>
                <a:lnTo>
                  <a:pt x="0" y="908"/>
                </a:lnTo>
                <a:lnTo>
                  <a:pt x="20" y="1090"/>
                </a:lnTo>
                <a:lnTo>
                  <a:pt x="81" y="1252"/>
                </a:lnTo>
                <a:lnTo>
                  <a:pt x="162" y="1393"/>
                </a:lnTo>
                <a:lnTo>
                  <a:pt x="263" y="1534"/>
                </a:lnTo>
                <a:lnTo>
                  <a:pt x="404" y="1655"/>
                </a:lnTo>
                <a:lnTo>
                  <a:pt x="545" y="1736"/>
                </a:lnTo>
                <a:lnTo>
                  <a:pt x="727" y="1776"/>
                </a:lnTo>
                <a:lnTo>
                  <a:pt x="908" y="1796"/>
                </a:lnTo>
                <a:lnTo>
                  <a:pt x="1090" y="1776"/>
                </a:lnTo>
                <a:lnTo>
                  <a:pt x="1251" y="1736"/>
                </a:lnTo>
                <a:lnTo>
                  <a:pt x="1413" y="1655"/>
                </a:lnTo>
                <a:lnTo>
                  <a:pt x="1534" y="1534"/>
                </a:lnTo>
                <a:lnTo>
                  <a:pt x="1655" y="1393"/>
                </a:lnTo>
                <a:lnTo>
                  <a:pt x="1736" y="1252"/>
                </a:lnTo>
                <a:lnTo>
                  <a:pt x="1796" y="1090"/>
                </a:lnTo>
                <a:lnTo>
                  <a:pt x="1796" y="908"/>
                </a:lnTo>
                <a:lnTo>
                  <a:pt x="1796" y="727"/>
                </a:lnTo>
                <a:lnTo>
                  <a:pt x="1736" y="545"/>
                </a:lnTo>
                <a:lnTo>
                  <a:pt x="1655" y="404"/>
                </a:lnTo>
                <a:lnTo>
                  <a:pt x="1534" y="263"/>
                </a:lnTo>
                <a:lnTo>
                  <a:pt x="1413" y="162"/>
                </a:lnTo>
                <a:lnTo>
                  <a:pt x="1251" y="61"/>
                </a:lnTo>
                <a:lnTo>
                  <a:pt x="1090" y="21"/>
                </a:lnTo>
                <a:lnTo>
                  <a:pt x="908" y="0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7" name="Google Shape;477;p6"/>
          <p:cNvSpPr/>
          <p:nvPr/>
        </p:nvSpPr>
        <p:spPr>
          <a:xfrm flipH="1">
            <a:off x="738361" y="1675"/>
            <a:ext cx="100466" cy="100466"/>
          </a:xfrm>
          <a:custGeom>
            <a:rect b="b" l="l" r="r" t="t"/>
            <a:pathLst>
              <a:path extrusionOk="0" h="1797" w="1797">
                <a:moveTo>
                  <a:pt x="908" y="0"/>
                </a:moveTo>
                <a:lnTo>
                  <a:pt x="727" y="21"/>
                </a:lnTo>
                <a:lnTo>
                  <a:pt x="545" y="61"/>
                </a:lnTo>
                <a:lnTo>
                  <a:pt x="404" y="162"/>
                </a:lnTo>
                <a:lnTo>
                  <a:pt x="263" y="263"/>
                </a:lnTo>
                <a:lnTo>
                  <a:pt x="162" y="404"/>
                </a:lnTo>
                <a:lnTo>
                  <a:pt x="81" y="545"/>
                </a:lnTo>
                <a:lnTo>
                  <a:pt x="20" y="727"/>
                </a:lnTo>
                <a:lnTo>
                  <a:pt x="0" y="908"/>
                </a:lnTo>
                <a:lnTo>
                  <a:pt x="20" y="1090"/>
                </a:lnTo>
                <a:lnTo>
                  <a:pt x="81" y="1252"/>
                </a:lnTo>
                <a:lnTo>
                  <a:pt x="162" y="1393"/>
                </a:lnTo>
                <a:lnTo>
                  <a:pt x="263" y="1534"/>
                </a:lnTo>
                <a:lnTo>
                  <a:pt x="404" y="1655"/>
                </a:lnTo>
                <a:lnTo>
                  <a:pt x="545" y="1736"/>
                </a:lnTo>
                <a:lnTo>
                  <a:pt x="727" y="1776"/>
                </a:lnTo>
                <a:lnTo>
                  <a:pt x="908" y="1796"/>
                </a:lnTo>
                <a:lnTo>
                  <a:pt x="1090" y="1776"/>
                </a:lnTo>
                <a:lnTo>
                  <a:pt x="1251" y="1736"/>
                </a:lnTo>
                <a:lnTo>
                  <a:pt x="1413" y="1655"/>
                </a:lnTo>
                <a:lnTo>
                  <a:pt x="1534" y="1534"/>
                </a:lnTo>
                <a:lnTo>
                  <a:pt x="1655" y="1393"/>
                </a:lnTo>
                <a:lnTo>
                  <a:pt x="1736" y="1252"/>
                </a:lnTo>
                <a:lnTo>
                  <a:pt x="1796" y="1090"/>
                </a:lnTo>
                <a:lnTo>
                  <a:pt x="1796" y="908"/>
                </a:lnTo>
                <a:lnTo>
                  <a:pt x="1796" y="727"/>
                </a:lnTo>
                <a:lnTo>
                  <a:pt x="1736" y="545"/>
                </a:lnTo>
                <a:lnTo>
                  <a:pt x="1655" y="404"/>
                </a:lnTo>
                <a:lnTo>
                  <a:pt x="1534" y="263"/>
                </a:lnTo>
                <a:lnTo>
                  <a:pt x="1413" y="162"/>
                </a:lnTo>
                <a:lnTo>
                  <a:pt x="1251" y="61"/>
                </a:lnTo>
                <a:lnTo>
                  <a:pt x="1090" y="21"/>
                </a:lnTo>
                <a:lnTo>
                  <a:pt x="908" y="0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8" name="Google Shape;478;p6"/>
          <p:cNvSpPr/>
          <p:nvPr/>
        </p:nvSpPr>
        <p:spPr>
          <a:xfrm>
            <a:off x="7312070" y="-324335"/>
            <a:ext cx="790800" cy="790800"/>
          </a:xfrm>
          <a:prstGeom prst="ellipse">
            <a:avLst/>
          </a:prstGeom>
          <a:solidFill>
            <a:schemeClr val="dk2"/>
          </a:solidFill>
          <a:ln cap="flat" cmpd="sng" w="11430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479" name="Shape 4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0" name="Google Shape;480;p7"/>
          <p:cNvSpPr txBox="1"/>
          <p:nvPr>
            <p:ph type="title"/>
          </p:nvPr>
        </p:nvSpPr>
        <p:spPr>
          <a:xfrm>
            <a:off x="875453" y="1695457"/>
            <a:ext cx="3684900" cy="411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r">
              <a:spcBef>
                <a:spcPts val="0"/>
              </a:spcBef>
              <a:spcAft>
                <a:spcPts val="0"/>
              </a:spcAft>
              <a:buSzPts val="4200"/>
              <a:buNone/>
              <a:defRPr sz="45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481" name="Google Shape;481;p7"/>
          <p:cNvSpPr txBox="1"/>
          <p:nvPr>
            <p:ph idx="1" type="subTitle"/>
          </p:nvPr>
        </p:nvSpPr>
        <p:spPr>
          <a:xfrm>
            <a:off x="875453" y="2350643"/>
            <a:ext cx="3684900" cy="1097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18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482" name="Google Shape;482;p7"/>
          <p:cNvSpPr/>
          <p:nvPr/>
        </p:nvSpPr>
        <p:spPr>
          <a:xfrm>
            <a:off x="169575" y="1294685"/>
            <a:ext cx="457237" cy="429412"/>
          </a:xfrm>
          <a:custGeom>
            <a:rect b="b" l="l" r="r" t="t"/>
            <a:pathLst>
              <a:path extrusionOk="0" h="92099" w="98067">
                <a:moveTo>
                  <a:pt x="49019" y="0"/>
                </a:moveTo>
                <a:lnTo>
                  <a:pt x="48824" y="1171"/>
                </a:lnTo>
                <a:lnTo>
                  <a:pt x="48629" y="2064"/>
                </a:lnTo>
                <a:lnTo>
                  <a:pt x="48378" y="3151"/>
                </a:lnTo>
                <a:lnTo>
                  <a:pt x="48071" y="4434"/>
                </a:lnTo>
                <a:lnTo>
                  <a:pt x="47709" y="5884"/>
                </a:lnTo>
                <a:lnTo>
                  <a:pt x="47263" y="7501"/>
                </a:lnTo>
                <a:lnTo>
                  <a:pt x="46733" y="9230"/>
                </a:lnTo>
                <a:lnTo>
                  <a:pt x="46119" y="11070"/>
                </a:lnTo>
                <a:lnTo>
                  <a:pt x="45422" y="13050"/>
                </a:lnTo>
                <a:lnTo>
                  <a:pt x="44641" y="15085"/>
                </a:lnTo>
                <a:lnTo>
                  <a:pt x="43777" y="17177"/>
                </a:lnTo>
                <a:lnTo>
                  <a:pt x="43303" y="18264"/>
                </a:lnTo>
                <a:lnTo>
                  <a:pt x="42801" y="19351"/>
                </a:lnTo>
                <a:lnTo>
                  <a:pt x="42271" y="20439"/>
                </a:lnTo>
                <a:lnTo>
                  <a:pt x="41742" y="21554"/>
                </a:lnTo>
                <a:lnTo>
                  <a:pt x="41156" y="22670"/>
                </a:lnTo>
                <a:lnTo>
                  <a:pt x="40543" y="23785"/>
                </a:lnTo>
                <a:lnTo>
                  <a:pt x="39929" y="24900"/>
                </a:lnTo>
                <a:lnTo>
                  <a:pt x="39260" y="25988"/>
                </a:lnTo>
                <a:lnTo>
                  <a:pt x="38563" y="27103"/>
                </a:lnTo>
                <a:lnTo>
                  <a:pt x="37838" y="28218"/>
                </a:lnTo>
                <a:lnTo>
                  <a:pt x="37113" y="29306"/>
                </a:lnTo>
                <a:lnTo>
                  <a:pt x="36332" y="30421"/>
                </a:lnTo>
                <a:lnTo>
                  <a:pt x="35524" y="31481"/>
                </a:lnTo>
                <a:lnTo>
                  <a:pt x="34687" y="32568"/>
                </a:lnTo>
                <a:lnTo>
                  <a:pt x="33795" y="33600"/>
                </a:lnTo>
                <a:lnTo>
                  <a:pt x="32903" y="34659"/>
                </a:lnTo>
                <a:lnTo>
                  <a:pt x="31954" y="35663"/>
                </a:lnTo>
                <a:lnTo>
                  <a:pt x="30979" y="36667"/>
                </a:lnTo>
                <a:lnTo>
                  <a:pt x="29975" y="37643"/>
                </a:lnTo>
                <a:lnTo>
                  <a:pt x="28943" y="38591"/>
                </a:lnTo>
                <a:lnTo>
                  <a:pt x="27856" y="39511"/>
                </a:lnTo>
                <a:lnTo>
                  <a:pt x="26740" y="40403"/>
                </a:lnTo>
                <a:lnTo>
                  <a:pt x="25597" y="41268"/>
                </a:lnTo>
                <a:lnTo>
                  <a:pt x="24426" y="42104"/>
                </a:lnTo>
                <a:lnTo>
                  <a:pt x="23199" y="42885"/>
                </a:lnTo>
                <a:lnTo>
                  <a:pt x="21944" y="43638"/>
                </a:lnTo>
                <a:lnTo>
                  <a:pt x="20634" y="44363"/>
                </a:lnTo>
                <a:lnTo>
                  <a:pt x="19295" y="45060"/>
                </a:lnTo>
                <a:lnTo>
                  <a:pt x="17929" y="45673"/>
                </a:lnTo>
                <a:lnTo>
                  <a:pt x="16507" y="46287"/>
                </a:lnTo>
                <a:lnTo>
                  <a:pt x="15057" y="46816"/>
                </a:lnTo>
                <a:lnTo>
                  <a:pt x="13551" y="47318"/>
                </a:lnTo>
                <a:lnTo>
                  <a:pt x="12018" y="47765"/>
                </a:lnTo>
                <a:lnTo>
                  <a:pt x="10428" y="48155"/>
                </a:lnTo>
                <a:lnTo>
                  <a:pt x="8811" y="48489"/>
                </a:lnTo>
                <a:lnTo>
                  <a:pt x="7138" y="48768"/>
                </a:lnTo>
                <a:lnTo>
                  <a:pt x="5409" y="48991"/>
                </a:lnTo>
                <a:lnTo>
                  <a:pt x="3653" y="49159"/>
                </a:lnTo>
                <a:lnTo>
                  <a:pt x="1868" y="49242"/>
                </a:lnTo>
                <a:lnTo>
                  <a:pt x="948" y="49270"/>
                </a:lnTo>
                <a:lnTo>
                  <a:pt x="0" y="49298"/>
                </a:lnTo>
                <a:lnTo>
                  <a:pt x="474" y="49438"/>
                </a:lnTo>
                <a:lnTo>
                  <a:pt x="1840" y="49856"/>
                </a:lnTo>
                <a:lnTo>
                  <a:pt x="3959" y="50581"/>
                </a:lnTo>
                <a:lnTo>
                  <a:pt x="5270" y="51055"/>
                </a:lnTo>
                <a:lnTo>
                  <a:pt x="6720" y="51585"/>
                </a:lnTo>
                <a:lnTo>
                  <a:pt x="8309" y="52226"/>
                </a:lnTo>
                <a:lnTo>
                  <a:pt x="10010" y="52951"/>
                </a:lnTo>
                <a:lnTo>
                  <a:pt x="11823" y="53732"/>
                </a:lnTo>
                <a:lnTo>
                  <a:pt x="13719" y="54624"/>
                </a:lnTo>
                <a:lnTo>
                  <a:pt x="15698" y="55600"/>
                </a:lnTo>
                <a:lnTo>
                  <a:pt x="17762" y="56631"/>
                </a:lnTo>
                <a:lnTo>
                  <a:pt x="19853" y="57775"/>
                </a:lnTo>
                <a:lnTo>
                  <a:pt x="21972" y="59001"/>
                </a:lnTo>
                <a:lnTo>
                  <a:pt x="23032" y="59671"/>
                </a:lnTo>
                <a:lnTo>
                  <a:pt x="24119" y="60340"/>
                </a:lnTo>
                <a:lnTo>
                  <a:pt x="25179" y="61037"/>
                </a:lnTo>
                <a:lnTo>
                  <a:pt x="26266" y="61762"/>
                </a:lnTo>
                <a:lnTo>
                  <a:pt x="27354" y="62487"/>
                </a:lnTo>
                <a:lnTo>
                  <a:pt x="28413" y="63268"/>
                </a:lnTo>
                <a:lnTo>
                  <a:pt x="29473" y="64048"/>
                </a:lnTo>
                <a:lnTo>
                  <a:pt x="30532" y="64857"/>
                </a:lnTo>
                <a:lnTo>
                  <a:pt x="31592" y="65693"/>
                </a:lnTo>
                <a:lnTo>
                  <a:pt x="32624" y="66558"/>
                </a:lnTo>
                <a:lnTo>
                  <a:pt x="33627" y="67450"/>
                </a:lnTo>
                <a:lnTo>
                  <a:pt x="34659" y="68370"/>
                </a:lnTo>
                <a:lnTo>
                  <a:pt x="35635" y="69290"/>
                </a:lnTo>
                <a:lnTo>
                  <a:pt x="36611" y="70266"/>
                </a:lnTo>
                <a:lnTo>
                  <a:pt x="37559" y="71242"/>
                </a:lnTo>
                <a:lnTo>
                  <a:pt x="38507" y="72274"/>
                </a:lnTo>
                <a:lnTo>
                  <a:pt x="39399" y="73306"/>
                </a:lnTo>
                <a:lnTo>
                  <a:pt x="40292" y="74365"/>
                </a:lnTo>
                <a:lnTo>
                  <a:pt x="41156" y="75453"/>
                </a:lnTo>
                <a:lnTo>
                  <a:pt x="41993" y="76568"/>
                </a:lnTo>
                <a:lnTo>
                  <a:pt x="42773" y="77711"/>
                </a:lnTo>
                <a:lnTo>
                  <a:pt x="43554" y="78882"/>
                </a:lnTo>
                <a:lnTo>
                  <a:pt x="44279" y="80081"/>
                </a:lnTo>
                <a:lnTo>
                  <a:pt x="44976" y="81308"/>
                </a:lnTo>
                <a:lnTo>
                  <a:pt x="45617" y="82563"/>
                </a:lnTo>
                <a:lnTo>
                  <a:pt x="46259" y="83846"/>
                </a:lnTo>
                <a:lnTo>
                  <a:pt x="46816" y="85156"/>
                </a:lnTo>
                <a:lnTo>
                  <a:pt x="47374" y="86494"/>
                </a:lnTo>
                <a:lnTo>
                  <a:pt x="47848" y="87833"/>
                </a:lnTo>
                <a:lnTo>
                  <a:pt x="48294" y="89227"/>
                </a:lnTo>
                <a:lnTo>
                  <a:pt x="48685" y="90649"/>
                </a:lnTo>
                <a:lnTo>
                  <a:pt x="49019" y="92099"/>
                </a:lnTo>
                <a:lnTo>
                  <a:pt x="49382" y="90649"/>
                </a:lnTo>
                <a:lnTo>
                  <a:pt x="49772" y="89227"/>
                </a:lnTo>
                <a:lnTo>
                  <a:pt x="50218" y="87833"/>
                </a:lnTo>
                <a:lnTo>
                  <a:pt x="50692" y="86494"/>
                </a:lnTo>
                <a:lnTo>
                  <a:pt x="51250" y="85156"/>
                </a:lnTo>
                <a:lnTo>
                  <a:pt x="51808" y="83846"/>
                </a:lnTo>
                <a:lnTo>
                  <a:pt x="52421" y="82563"/>
                </a:lnTo>
                <a:lnTo>
                  <a:pt x="53090" y="81308"/>
                </a:lnTo>
                <a:lnTo>
                  <a:pt x="53787" y="80081"/>
                </a:lnTo>
                <a:lnTo>
                  <a:pt x="54512" y="78882"/>
                </a:lnTo>
                <a:lnTo>
                  <a:pt x="55293" y="77711"/>
                </a:lnTo>
                <a:lnTo>
                  <a:pt x="56074" y="76568"/>
                </a:lnTo>
                <a:lnTo>
                  <a:pt x="56910" y="75453"/>
                </a:lnTo>
                <a:lnTo>
                  <a:pt x="57775" y="74365"/>
                </a:lnTo>
                <a:lnTo>
                  <a:pt x="58639" y="73306"/>
                </a:lnTo>
                <a:lnTo>
                  <a:pt x="59559" y="72274"/>
                </a:lnTo>
                <a:lnTo>
                  <a:pt x="60479" y="71242"/>
                </a:lnTo>
                <a:lnTo>
                  <a:pt x="61455" y="70266"/>
                </a:lnTo>
                <a:lnTo>
                  <a:pt x="62431" y="69290"/>
                </a:lnTo>
                <a:lnTo>
                  <a:pt x="63407" y="68370"/>
                </a:lnTo>
                <a:lnTo>
                  <a:pt x="64411" y="67450"/>
                </a:lnTo>
                <a:lnTo>
                  <a:pt x="65443" y="66558"/>
                </a:lnTo>
                <a:lnTo>
                  <a:pt x="66474" y="65693"/>
                </a:lnTo>
                <a:lnTo>
                  <a:pt x="67534" y="64857"/>
                </a:lnTo>
                <a:lnTo>
                  <a:pt x="68593" y="64048"/>
                </a:lnTo>
                <a:lnTo>
                  <a:pt x="69653" y="63268"/>
                </a:lnTo>
                <a:lnTo>
                  <a:pt x="70713" y="62487"/>
                </a:lnTo>
                <a:lnTo>
                  <a:pt x="71800" y="61762"/>
                </a:lnTo>
                <a:lnTo>
                  <a:pt x="72860" y="61037"/>
                </a:lnTo>
                <a:lnTo>
                  <a:pt x="73947" y="60340"/>
                </a:lnTo>
                <a:lnTo>
                  <a:pt x="75034" y="59671"/>
                </a:lnTo>
                <a:lnTo>
                  <a:pt x="76094" y="59001"/>
                </a:lnTo>
                <a:lnTo>
                  <a:pt x="78213" y="57775"/>
                </a:lnTo>
                <a:lnTo>
                  <a:pt x="80304" y="56631"/>
                </a:lnTo>
                <a:lnTo>
                  <a:pt x="82368" y="55600"/>
                </a:lnTo>
                <a:lnTo>
                  <a:pt x="84348" y="54624"/>
                </a:lnTo>
                <a:lnTo>
                  <a:pt x="86244" y="53732"/>
                </a:lnTo>
                <a:lnTo>
                  <a:pt x="88056" y="52951"/>
                </a:lnTo>
                <a:lnTo>
                  <a:pt x="89757" y="52226"/>
                </a:lnTo>
                <a:lnTo>
                  <a:pt x="91346" y="51585"/>
                </a:lnTo>
                <a:lnTo>
                  <a:pt x="92796" y="51055"/>
                </a:lnTo>
                <a:lnTo>
                  <a:pt x="94107" y="50581"/>
                </a:lnTo>
                <a:lnTo>
                  <a:pt x="96226" y="49856"/>
                </a:lnTo>
                <a:lnTo>
                  <a:pt x="97592" y="49438"/>
                </a:lnTo>
                <a:lnTo>
                  <a:pt x="98066" y="49298"/>
                </a:lnTo>
                <a:lnTo>
                  <a:pt x="97118" y="49270"/>
                </a:lnTo>
                <a:lnTo>
                  <a:pt x="96198" y="49242"/>
                </a:lnTo>
                <a:lnTo>
                  <a:pt x="94413" y="49159"/>
                </a:lnTo>
                <a:lnTo>
                  <a:pt x="92657" y="48991"/>
                </a:lnTo>
                <a:lnTo>
                  <a:pt x="90928" y="48768"/>
                </a:lnTo>
                <a:lnTo>
                  <a:pt x="89255" y="48489"/>
                </a:lnTo>
                <a:lnTo>
                  <a:pt x="87638" y="48155"/>
                </a:lnTo>
                <a:lnTo>
                  <a:pt x="86048" y="47765"/>
                </a:lnTo>
                <a:lnTo>
                  <a:pt x="84515" y="47318"/>
                </a:lnTo>
                <a:lnTo>
                  <a:pt x="83009" y="46816"/>
                </a:lnTo>
                <a:lnTo>
                  <a:pt x="81559" y="46287"/>
                </a:lnTo>
                <a:lnTo>
                  <a:pt x="80137" y="45673"/>
                </a:lnTo>
                <a:lnTo>
                  <a:pt x="78771" y="45060"/>
                </a:lnTo>
                <a:lnTo>
                  <a:pt x="77432" y="44363"/>
                </a:lnTo>
                <a:lnTo>
                  <a:pt x="76122" y="43638"/>
                </a:lnTo>
                <a:lnTo>
                  <a:pt x="74867" y="42885"/>
                </a:lnTo>
                <a:lnTo>
                  <a:pt x="73640" y="42104"/>
                </a:lnTo>
                <a:lnTo>
                  <a:pt x="72469" y="41268"/>
                </a:lnTo>
                <a:lnTo>
                  <a:pt x="71298" y="40403"/>
                </a:lnTo>
                <a:lnTo>
                  <a:pt x="70211" y="39511"/>
                </a:lnTo>
                <a:lnTo>
                  <a:pt x="69123" y="38591"/>
                </a:lnTo>
                <a:lnTo>
                  <a:pt x="68091" y="37643"/>
                </a:lnTo>
                <a:lnTo>
                  <a:pt x="67088" y="36667"/>
                </a:lnTo>
                <a:lnTo>
                  <a:pt x="66112" y="35663"/>
                </a:lnTo>
                <a:lnTo>
                  <a:pt x="65164" y="34659"/>
                </a:lnTo>
                <a:lnTo>
                  <a:pt x="64271" y="33600"/>
                </a:lnTo>
                <a:lnTo>
                  <a:pt x="63379" y="32568"/>
                </a:lnTo>
                <a:lnTo>
                  <a:pt x="62543" y="31481"/>
                </a:lnTo>
                <a:lnTo>
                  <a:pt x="61734" y="30421"/>
                </a:lnTo>
                <a:lnTo>
                  <a:pt x="60953" y="29306"/>
                </a:lnTo>
                <a:lnTo>
                  <a:pt x="60200" y="28218"/>
                </a:lnTo>
                <a:lnTo>
                  <a:pt x="59503" y="27103"/>
                </a:lnTo>
                <a:lnTo>
                  <a:pt x="58806" y="25988"/>
                </a:lnTo>
                <a:lnTo>
                  <a:pt x="58137" y="24900"/>
                </a:lnTo>
                <a:lnTo>
                  <a:pt x="57524" y="23785"/>
                </a:lnTo>
                <a:lnTo>
                  <a:pt x="56910" y="22670"/>
                </a:lnTo>
                <a:lnTo>
                  <a:pt x="56325" y="21554"/>
                </a:lnTo>
                <a:lnTo>
                  <a:pt x="55795" y="20439"/>
                </a:lnTo>
                <a:lnTo>
                  <a:pt x="55265" y="19351"/>
                </a:lnTo>
                <a:lnTo>
                  <a:pt x="54763" y="18264"/>
                </a:lnTo>
                <a:lnTo>
                  <a:pt x="54289" y="17177"/>
                </a:lnTo>
                <a:lnTo>
                  <a:pt x="53425" y="15085"/>
                </a:lnTo>
                <a:lnTo>
                  <a:pt x="52644" y="13050"/>
                </a:lnTo>
                <a:lnTo>
                  <a:pt x="51947" y="11070"/>
                </a:lnTo>
                <a:lnTo>
                  <a:pt x="51334" y="9230"/>
                </a:lnTo>
                <a:lnTo>
                  <a:pt x="50804" y="7501"/>
                </a:lnTo>
                <a:lnTo>
                  <a:pt x="50358" y="5884"/>
                </a:lnTo>
                <a:lnTo>
                  <a:pt x="49995" y="4434"/>
                </a:lnTo>
                <a:lnTo>
                  <a:pt x="49688" y="3151"/>
                </a:lnTo>
                <a:lnTo>
                  <a:pt x="49437" y="2064"/>
                </a:lnTo>
                <a:lnTo>
                  <a:pt x="49242" y="1171"/>
                </a:lnTo>
                <a:lnTo>
                  <a:pt x="49019" y="0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3" name="Google Shape;483;p7"/>
          <p:cNvSpPr/>
          <p:nvPr/>
        </p:nvSpPr>
        <p:spPr>
          <a:xfrm>
            <a:off x="169588" y="1826410"/>
            <a:ext cx="457237" cy="429412"/>
          </a:xfrm>
          <a:custGeom>
            <a:rect b="b" l="l" r="r" t="t"/>
            <a:pathLst>
              <a:path extrusionOk="0" h="92099" w="98067">
                <a:moveTo>
                  <a:pt x="49019" y="0"/>
                </a:moveTo>
                <a:lnTo>
                  <a:pt x="48824" y="1171"/>
                </a:lnTo>
                <a:lnTo>
                  <a:pt x="48629" y="2064"/>
                </a:lnTo>
                <a:lnTo>
                  <a:pt x="48378" y="3151"/>
                </a:lnTo>
                <a:lnTo>
                  <a:pt x="48071" y="4434"/>
                </a:lnTo>
                <a:lnTo>
                  <a:pt x="47709" y="5884"/>
                </a:lnTo>
                <a:lnTo>
                  <a:pt x="47263" y="7501"/>
                </a:lnTo>
                <a:lnTo>
                  <a:pt x="46733" y="9230"/>
                </a:lnTo>
                <a:lnTo>
                  <a:pt x="46119" y="11070"/>
                </a:lnTo>
                <a:lnTo>
                  <a:pt x="45422" y="13050"/>
                </a:lnTo>
                <a:lnTo>
                  <a:pt x="44641" y="15085"/>
                </a:lnTo>
                <a:lnTo>
                  <a:pt x="43777" y="17177"/>
                </a:lnTo>
                <a:lnTo>
                  <a:pt x="43303" y="18264"/>
                </a:lnTo>
                <a:lnTo>
                  <a:pt x="42801" y="19351"/>
                </a:lnTo>
                <a:lnTo>
                  <a:pt x="42271" y="20439"/>
                </a:lnTo>
                <a:lnTo>
                  <a:pt x="41742" y="21554"/>
                </a:lnTo>
                <a:lnTo>
                  <a:pt x="41156" y="22670"/>
                </a:lnTo>
                <a:lnTo>
                  <a:pt x="40543" y="23785"/>
                </a:lnTo>
                <a:lnTo>
                  <a:pt x="39929" y="24900"/>
                </a:lnTo>
                <a:lnTo>
                  <a:pt x="39260" y="25988"/>
                </a:lnTo>
                <a:lnTo>
                  <a:pt x="38563" y="27103"/>
                </a:lnTo>
                <a:lnTo>
                  <a:pt x="37838" y="28218"/>
                </a:lnTo>
                <a:lnTo>
                  <a:pt x="37113" y="29306"/>
                </a:lnTo>
                <a:lnTo>
                  <a:pt x="36332" y="30421"/>
                </a:lnTo>
                <a:lnTo>
                  <a:pt x="35524" y="31481"/>
                </a:lnTo>
                <a:lnTo>
                  <a:pt x="34687" y="32568"/>
                </a:lnTo>
                <a:lnTo>
                  <a:pt x="33795" y="33600"/>
                </a:lnTo>
                <a:lnTo>
                  <a:pt x="32903" y="34659"/>
                </a:lnTo>
                <a:lnTo>
                  <a:pt x="31954" y="35663"/>
                </a:lnTo>
                <a:lnTo>
                  <a:pt x="30979" y="36667"/>
                </a:lnTo>
                <a:lnTo>
                  <a:pt x="29975" y="37643"/>
                </a:lnTo>
                <a:lnTo>
                  <a:pt x="28943" y="38591"/>
                </a:lnTo>
                <a:lnTo>
                  <a:pt x="27856" y="39511"/>
                </a:lnTo>
                <a:lnTo>
                  <a:pt x="26740" y="40403"/>
                </a:lnTo>
                <a:lnTo>
                  <a:pt x="25597" y="41268"/>
                </a:lnTo>
                <a:lnTo>
                  <a:pt x="24426" y="42104"/>
                </a:lnTo>
                <a:lnTo>
                  <a:pt x="23199" y="42885"/>
                </a:lnTo>
                <a:lnTo>
                  <a:pt x="21944" y="43638"/>
                </a:lnTo>
                <a:lnTo>
                  <a:pt x="20634" y="44363"/>
                </a:lnTo>
                <a:lnTo>
                  <a:pt x="19295" y="45060"/>
                </a:lnTo>
                <a:lnTo>
                  <a:pt x="17929" y="45673"/>
                </a:lnTo>
                <a:lnTo>
                  <a:pt x="16507" y="46287"/>
                </a:lnTo>
                <a:lnTo>
                  <a:pt x="15057" y="46816"/>
                </a:lnTo>
                <a:lnTo>
                  <a:pt x="13551" y="47318"/>
                </a:lnTo>
                <a:lnTo>
                  <a:pt x="12018" y="47765"/>
                </a:lnTo>
                <a:lnTo>
                  <a:pt x="10428" y="48155"/>
                </a:lnTo>
                <a:lnTo>
                  <a:pt x="8811" y="48489"/>
                </a:lnTo>
                <a:lnTo>
                  <a:pt x="7138" y="48768"/>
                </a:lnTo>
                <a:lnTo>
                  <a:pt x="5409" y="48991"/>
                </a:lnTo>
                <a:lnTo>
                  <a:pt x="3653" y="49159"/>
                </a:lnTo>
                <a:lnTo>
                  <a:pt x="1868" y="49242"/>
                </a:lnTo>
                <a:lnTo>
                  <a:pt x="948" y="49270"/>
                </a:lnTo>
                <a:lnTo>
                  <a:pt x="0" y="49298"/>
                </a:lnTo>
                <a:lnTo>
                  <a:pt x="474" y="49438"/>
                </a:lnTo>
                <a:lnTo>
                  <a:pt x="1840" y="49856"/>
                </a:lnTo>
                <a:lnTo>
                  <a:pt x="3959" y="50581"/>
                </a:lnTo>
                <a:lnTo>
                  <a:pt x="5270" y="51055"/>
                </a:lnTo>
                <a:lnTo>
                  <a:pt x="6720" y="51585"/>
                </a:lnTo>
                <a:lnTo>
                  <a:pt x="8309" y="52226"/>
                </a:lnTo>
                <a:lnTo>
                  <a:pt x="10010" y="52951"/>
                </a:lnTo>
                <a:lnTo>
                  <a:pt x="11823" y="53732"/>
                </a:lnTo>
                <a:lnTo>
                  <a:pt x="13719" y="54624"/>
                </a:lnTo>
                <a:lnTo>
                  <a:pt x="15698" y="55600"/>
                </a:lnTo>
                <a:lnTo>
                  <a:pt x="17762" y="56631"/>
                </a:lnTo>
                <a:lnTo>
                  <a:pt x="19853" y="57775"/>
                </a:lnTo>
                <a:lnTo>
                  <a:pt x="21972" y="59001"/>
                </a:lnTo>
                <a:lnTo>
                  <a:pt x="23032" y="59671"/>
                </a:lnTo>
                <a:lnTo>
                  <a:pt x="24119" y="60340"/>
                </a:lnTo>
                <a:lnTo>
                  <a:pt x="25179" y="61037"/>
                </a:lnTo>
                <a:lnTo>
                  <a:pt x="26266" y="61762"/>
                </a:lnTo>
                <a:lnTo>
                  <a:pt x="27354" y="62487"/>
                </a:lnTo>
                <a:lnTo>
                  <a:pt x="28413" y="63268"/>
                </a:lnTo>
                <a:lnTo>
                  <a:pt x="29473" y="64048"/>
                </a:lnTo>
                <a:lnTo>
                  <a:pt x="30532" y="64857"/>
                </a:lnTo>
                <a:lnTo>
                  <a:pt x="31592" y="65693"/>
                </a:lnTo>
                <a:lnTo>
                  <a:pt x="32624" y="66558"/>
                </a:lnTo>
                <a:lnTo>
                  <a:pt x="33627" y="67450"/>
                </a:lnTo>
                <a:lnTo>
                  <a:pt x="34659" y="68370"/>
                </a:lnTo>
                <a:lnTo>
                  <a:pt x="35635" y="69290"/>
                </a:lnTo>
                <a:lnTo>
                  <a:pt x="36611" y="70266"/>
                </a:lnTo>
                <a:lnTo>
                  <a:pt x="37559" y="71242"/>
                </a:lnTo>
                <a:lnTo>
                  <a:pt x="38507" y="72274"/>
                </a:lnTo>
                <a:lnTo>
                  <a:pt x="39399" y="73306"/>
                </a:lnTo>
                <a:lnTo>
                  <a:pt x="40292" y="74365"/>
                </a:lnTo>
                <a:lnTo>
                  <a:pt x="41156" y="75453"/>
                </a:lnTo>
                <a:lnTo>
                  <a:pt x="41993" y="76568"/>
                </a:lnTo>
                <a:lnTo>
                  <a:pt x="42773" y="77711"/>
                </a:lnTo>
                <a:lnTo>
                  <a:pt x="43554" y="78882"/>
                </a:lnTo>
                <a:lnTo>
                  <a:pt x="44279" y="80081"/>
                </a:lnTo>
                <a:lnTo>
                  <a:pt x="44976" y="81308"/>
                </a:lnTo>
                <a:lnTo>
                  <a:pt x="45617" y="82563"/>
                </a:lnTo>
                <a:lnTo>
                  <a:pt x="46259" y="83846"/>
                </a:lnTo>
                <a:lnTo>
                  <a:pt x="46816" y="85156"/>
                </a:lnTo>
                <a:lnTo>
                  <a:pt x="47374" y="86494"/>
                </a:lnTo>
                <a:lnTo>
                  <a:pt x="47848" y="87833"/>
                </a:lnTo>
                <a:lnTo>
                  <a:pt x="48294" y="89227"/>
                </a:lnTo>
                <a:lnTo>
                  <a:pt x="48685" y="90649"/>
                </a:lnTo>
                <a:lnTo>
                  <a:pt x="49019" y="92099"/>
                </a:lnTo>
                <a:lnTo>
                  <a:pt x="49382" y="90649"/>
                </a:lnTo>
                <a:lnTo>
                  <a:pt x="49772" y="89227"/>
                </a:lnTo>
                <a:lnTo>
                  <a:pt x="50218" y="87833"/>
                </a:lnTo>
                <a:lnTo>
                  <a:pt x="50692" y="86494"/>
                </a:lnTo>
                <a:lnTo>
                  <a:pt x="51250" y="85156"/>
                </a:lnTo>
                <a:lnTo>
                  <a:pt x="51808" y="83846"/>
                </a:lnTo>
                <a:lnTo>
                  <a:pt x="52421" y="82563"/>
                </a:lnTo>
                <a:lnTo>
                  <a:pt x="53090" y="81308"/>
                </a:lnTo>
                <a:lnTo>
                  <a:pt x="53787" y="80081"/>
                </a:lnTo>
                <a:lnTo>
                  <a:pt x="54512" y="78882"/>
                </a:lnTo>
                <a:lnTo>
                  <a:pt x="55293" y="77711"/>
                </a:lnTo>
                <a:lnTo>
                  <a:pt x="56074" y="76568"/>
                </a:lnTo>
                <a:lnTo>
                  <a:pt x="56910" y="75453"/>
                </a:lnTo>
                <a:lnTo>
                  <a:pt x="57775" y="74365"/>
                </a:lnTo>
                <a:lnTo>
                  <a:pt x="58639" y="73306"/>
                </a:lnTo>
                <a:lnTo>
                  <a:pt x="59559" y="72274"/>
                </a:lnTo>
                <a:lnTo>
                  <a:pt x="60479" y="71242"/>
                </a:lnTo>
                <a:lnTo>
                  <a:pt x="61455" y="70266"/>
                </a:lnTo>
                <a:lnTo>
                  <a:pt x="62431" y="69290"/>
                </a:lnTo>
                <a:lnTo>
                  <a:pt x="63407" y="68370"/>
                </a:lnTo>
                <a:lnTo>
                  <a:pt x="64411" y="67450"/>
                </a:lnTo>
                <a:lnTo>
                  <a:pt x="65443" y="66558"/>
                </a:lnTo>
                <a:lnTo>
                  <a:pt x="66474" y="65693"/>
                </a:lnTo>
                <a:lnTo>
                  <a:pt x="67534" y="64857"/>
                </a:lnTo>
                <a:lnTo>
                  <a:pt x="68593" y="64048"/>
                </a:lnTo>
                <a:lnTo>
                  <a:pt x="69653" y="63268"/>
                </a:lnTo>
                <a:lnTo>
                  <a:pt x="70713" y="62487"/>
                </a:lnTo>
                <a:lnTo>
                  <a:pt x="71800" y="61762"/>
                </a:lnTo>
                <a:lnTo>
                  <a:pt x="72860" y="61037"/>
                </a:lnTo>
                <a:lnTo>
                  <a:pt x="73947" y="60340"/>
                </a:lnTo>
                <a:lnTo>
                  <a:pt x="75034" y="59671"/>
                </a:lnTo>
                <a:lnTo>
                  <a:pt x="76094" y="59001"/>
                </a:lnTo>
                <a:lnTo>
                  <a:pt x="78213" y="57775"/>
                </a:lnTo>
                <a:lnTo>
                  <a:pt x="80304" y="56631"/>
                </a:lnTo>
                <a:lnTo>
                  <a:pt x="82368" y="55600"/>
                </a:lnTo>
                <a:lnTo>
                  <a:pt x="84348" y="54624"/>
                </a:lnTo>
                <a:lnTo>
                  <a:pt x="86244" y="53732"/>
                </a:lnTo>
                <a:lnTo>
                  <a:pt x="88056" y="52951"/>
                </a:lnTo>
                <a:lnTo>
                  <a:pt x="89757" y="52226"/>
                </a:lnTo>
                <a:lnTo>
                  <a:pt x="91346" y="51585"/>
                </a:lnTo>
                <a:lnTo>
                  <a:pt x="92796" y="51055"/>
                </a:lnTo>
                <a:lnTo>
                  <a:pt x="94107" y="50581"/>
                </a:lnTo>
                <a:lnTo>
                  <a:pt x="96226" y="49856"/>
                </a:lnTo>
                <a:lnTo>
                  <a:pt x="97592" y="49438"/>
                </a:lnTo>
                <a:lnTo>
                  <a:pt x="98066" y="49298"/>
                </a:lnTo>
                <a:lnTo>
                  <a:pt x="97118" y="49270"/>
                </a:lnTo>
                <a:lnTo>
                  <a:pt x="96198" y="49242"/>
                </a:lnTo>
                <a:lnTo>
                  <a:pt x="94413" y="49159"/>
                </a:lnTo>
                <a:lnTo>
                  <a:pt x="92657" y="48991"/>
                </a:lnTo>
                <a:lnTo>
                  <a:pt x="90928" y="48768"/>
                </a:lnTo>
                <a:lnTo>
                  <a:pt x="89255" y="48489"/>
                </a:lnTo>
                <a:lnTo>
                  <a:pt x="87638" y="48155"/>
                </a:lnTo>
                <a:lnTo>
                  <a:pt x="86048" y="47765"/>
                </a:lnTo>
                <a:lnTo>
                  <a:pt x="84515" y="47318"/>
                </a:lnTo>
                <a:lnTo>
                  <a:pt x="83009" y="46816"/>
                </a:lnTo>
                <a:lnTo>
                  <a:pt x="81559" y="46287"/>
                </a:lnTo>
                <a:lnTo>
                  <a:pt x="80137" y="45673"/>
                </a:lnTo>
                <a:lnTo>
                  <a:pt x="78771" y="45060"/>
                </a:lnTo>
                <a:lnTo>
                  <a:pt x="77432" y="44363"/>
                </a:lnTo>
                <a:lnTo>
                  <a:pt x="76122" y="43638"/>
                </a:lnTo>
                <a:lnTo>
                  <a:pt x="74867" y="42885"/>
                </a:lnTo>
                <a:lnTo>
                  <a:pt x="73640" y="42104"/>
                </a:lnTo>
                <a:lnTo>
                  <a:pt x="72469" y="41268"/>
                </a:lnTo>
                <a:lnTo>
                  <a:pt x="71298" y="40403"/>
                </a:lnTo>
                <a:lnTo>
                  <a:pt x="70211" y="39511"/>
                </a:lnTo>
                <a:lnTo>
                  <a:pt x="69123" y="38591"/>
                </a:lnTo>
                <a:lnTo>
                  <a:pt x="68091" y="37643"/>
                </a:lnTo>
                <a:lnTo>
                  <a:pt x="67088" y="36667"/>
                </a:lnTo>
                <a:lnTo>
                  <a:pt x="66112" y="35663"/>
                </a:lnTo>
                <a:lnTo>
                  <a:pt x="65164" y="34659"/>
                </a:lnTo>
                <a:lnTo>
                  <a:pt x="64271" y="33600"/>
                </a:lnTo>
                <a:lnTo>
                  <a:pt x="63379" y="32568"/>
                </a:lnTo>
                <a:lnTo>
                  <a:pt x="62543" y="31481"/>
                </a:lnTo>
                <a:lnTo>
                  <a:pt x="61734" y="30421"/>
                </a:lnTo>
                <a:lnTo>
                  <a:pt x="60953" y="29306"/>
                </a:lnTo>
                <a:lnTo>
                  <a:pt x="60200" y="28218"/>
                </a:lnTo>
                <a:lnTo>
                  <a:pt x="59503" y="27103"/>
                </a:lnTo>
                <a:lnTo>
                  <a:pt x="58806" y="25988"/>
                </a:lnTo>
                <a:lnTo>
                  <a:pt x="58137" y="24900"/>
                </a:lnTo>
                <a:lnTo>
                  <a:pt x="57524" y="23785"/>
                </a:lnTo>
                <a:lnTo>
                  <a:pt x="56910" y="22670"/>
                </a:lnTo>
                <a:lnTo>
                  <a:pt x="56325" y="21554"/>
                </a:lnTo>
                <a:lnTo>
                  <a:pt x="55795" y="20439"/>
                </a:lnTo>
                <a:lnTo>
                  <a:pt x="55265" y="19351"/>
                </a:lnTo>
                <a:lnTo>
                  <a:pt x="54763" y="18264"/>
                </a:lnTo>
                <a:lnTo>
                  <a:pt x="54289" y="17177"/>
                </a:lnTo>
                <a:lnTo>
                  <a:pt x="53425" y="15085"/>
                </a:lnTo>
                <a:lnTo>
                  <a:pt x="52644" y="13050"/>
                </a:lnTo>
                <a:lnTo>
                  <a:pt x="51947" y="11070"/>
                </a:lnTo>
                <a:lnTo>
                  <a:pt x="51334" y="9230"/>
                </a:lnTo>
                <a:lnTo>
                  <a:pt x="50804" y="7501"/>
                </a:lnTo>
                <a:lnTo>
                  <a:pt x="50358" y="5884"/>
                </a:lnTo>
                <a:lnTo>
                  <a:pt x="49995" y="4434"/>
                </a:lnTo>
                <a:lnTo>
                  <a:pt x="49688" y="3151"/>
                </a:lnTo>
                <a:lnTo>
                  <a:pt x="49437" y="2064"/>
                </a:lnTo>
                <a:lnTo>
                  <a:pt x="49242" y="1171"/>
                </a:lnTo>
                <a:lnTo>
                  <a:pt x="49019" y="0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4" name="Google Shape;484;p7"/>
          <p:cNvSpPr/>
          <p:nvPr/>
        </p:nvSpPr>
        <p:spPr>
          <a:xfrm flipH="1" rot="10800000">
            <a:off x="-5" y="10453"/>
            <a:ext cx="1058100" cy="1058100"/>
          </a:xfrm>
          <a:prstGeom prst="rtTriangle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5" name="Google Shape;485;p7"/>
          <p:cNvSpPr/>
          <p:nvPr/>
        </p:nvSpPr>
        <p:spPr>
          <a:xfrm rot="10800000">
            <a:off x="333238" y="144117"/>
            <a:ext cx="790800" cy="790800"/>
          </a:xfrm>
          <a:prstGeom prst="ellipse">
            <a:avLst/>
          </a:prstGeom>
          <a:solidFill>
            <a:schemeClr val="dk2"/>
          </a:solidFill>
          <a:ln cap="flat" cmpd="sng" w="11430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6" name="Google Shape;486;p7"/>
          <p:cNvSpPr/>
          <p:nvPr/>
        </p:nvSpPr>
        <p:spPr>
          <a:xfrm>
            <a:off x="99376" y="3833359"/>
            <a:ext cx="597600" cy="5976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7" name="Google Shape;487;p7"/>
          <p:cNvSpPr/>
          <p:nvPr/>
        </p:nvSpPr>
        <p:spPr>
          <a:xfrm rot="5400000">
            <a:off x="99411" y="4456693"/>
            <a:ext cx="597600" cy="597600"/>
          </a:xfrm>
          <a:prstGeom prst="rtTriangle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8" name="Google Shape;488;p7"/>
          <p:cNvSpPr/>
          <p:nvPr/>
        </p:nvSpPr>
        <p:spPr>
          <a:xfrm>
            <a:off x="5238625" y="0"/>
            <a:ext cx="39336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489" name="Google Shape;489;p7"/>
          <p:cNvGrpSpPr/>
          <p:nvPr/>
        </p:nvGrpSpPr>
        <p:grpSpPr>
          <a:xfrm rot="10800000">
            <a:off x="5378348" y="-98900"/>
            <a:ext cx="6861861" cy="5143530"/>
            <a:chOff x="-3799077" y="-5268675"/>
            <a:chExt cx="6861861" cy="5143530"/>
          </a:xfrm>
        </p:grpSpPr>
        <p:sp>
          <p:nvSpPr>
            <p:cNvPr id="490" name="Google Shape;490;p7"/>
            <p:cNvSpPr/>
            <p:nvPr/>
          </p:nvSpPr>
          <p:spPr>
            <a:xfrm flipH="1">
              <a:off x="-3052066" y="-2688483"/>
              <a:ext cx="1596439" cy="1802961"/>
            </a:xfrm>
            <a:custGeom>
              <a:rect b="b" l="l" r="r" t="t"/>
              <a:pathLst>
                <a:path extrusionOk="0" h="32249" w="28555">
                  <a:moveTo>
                    <a:pt x="20483" y="82"/>
                  </a:moveTo>
                  <a:lnTo>
                    <a:pt x="20947" y="102"/>
                  </a:lnTo>
                  <a:lnTo>
                    <a:pt x="21411" y="122"/>
                  </a:lnTo>
                  <a:lnTo>
                    <a:pt x="21875" y="203"/>
                  </a:lnTo>
                  <a:lnTo>
                    <a:pt x="22319" y="283"/>
                  </a:lnTo>
                  <a:lnTo>
                    <a:pt x="22763" y="404"/>
                  </a:lnTo>
                  <a:lnTo>
                    <a:pt x="23187" y="566"/>
                  </a:lnTo>
                  <a:lnTo>
                    <a:pt x="23611" y="748"/>
                  </a:lnTo>
                  <a:lnTo>
                    <a:pt x="23994" y="949"/>
                  </a:lnTo>
                  <a:lnTo>
                    <a:pt x="24378" y="1191"/>
                  </a:lnTo>
                  <a:lnTo>
                    <a:pt x="24741" y="1454"/>
                  </a:lnTo>
                  <a:lnTo>
                    <a:pt x="25124" y="1777"/>
                  </a:lnTo>
                  <a:lnTo>
                    <a:pt x="25487" y="2140"/>
                  </a:lnTo>
                  <a:lnTo>
                    <a:pt x="25851" y="2564"/>
                  </a:lnTo>
                  <a:lnTo>
                    <a:pt x="26174" y="3008"/>
                  </a:lnTo>
                  <a:lnTo>
                    <a:pt x="26496" y="3492"/>
                  </a:lnTo>
                  <a:lnTo>
                    <a:pt x="26779" y="4017"/>
                  </a:lnTo>
                  <a:lnTo>
                    <a:pt x="27062" y="4582"/>
                  </a:lnTo>
                  <a:lnTo>
                    <a:pt x="27324" y="5187"/>
                  </a:lnTo>
                  <a:lnTo>
                    <a:pt x="27546" y="5772"/>
                  </a:lnTo>
                  <a:lnTo>
                    <a:pt x="27748" y="6358"/>
                  </a:lnTo>
                  <a:lnTo>
                    <a:pt x="27909" y="6943"/>
                  </a:lnTo>
                  <a:lnTo>
                    <a:pt x="28071" y="7548"/>
                  </a:lnTo>
                  <a:lnTo>
                    <a:pt x="28192" y="8154"/>
                  </a:lnTo>
                  <a:lnTo>
                    <a:pt x="28293" y="8739"/>
                  </a:lnTo>
                  <a:lnTo>
                    <a:pt x="28373" y="9344"/>
                  </a:lnTo>
                  <a:lnTo>
                    <a:pt x="28434" y="9950"/>
                  </a:lnTo>
                  <a:lnTo>
                    <a:pt x="28474" y="10555"/>
                  </a:lnTo>
                  <a:lnTo>
                    <a:pt x="28474" y="11160"/>
                  </a:lnTo>
                  <a:lnTo>
                    <a:pt x="28474" y="11766"/>
                  </a:lnTo>
                  <a:lnTo>
                    <a:pt x="28434" y="12371"/>
                  </a:lnTo>
                  <a:lnTo>
                    <a:pt x="28373" y="12977"/>
                  </a:lnTo>
                  <a:lnTo>
                    <a:pt x="28272" y="13562"/>
                  </a:lnTo>
                  <a:lnTo>
                    <a:pt x="28171" y="14167"/>
                  </a:lnTo>
                  <a:lnTo>
                    <a:pt x="28030" y="14732"/>
                  </a:lnTo>
                  <a:lnTo>
                    <a:pt x="27869" y="15338"/>
                  </a:lnTo>
                  <a:lnTo>
                    <a:pt x="27667" y="15923"/>
                  </a:lnTo>
                  <a:lnTo>
                    <a:pt x="27465" y="16488"/>
                  </a:lnTo>
                  <a:lnTo>
                    <a:pt x="27223" y="17053"/>
                  </a:lnTo>
                  <a:lnTo>
                    <a:pt x="26961" y="17618"/>
                  </a:lnTo>
                  <a:lnTo>
                    <a:pt x="26678" y="18143"/>
                  </a:lnTo>
                  <a:lnTo>
                    <a:pt x="26355" y="18667"/>
                  </a:lnTo>
                  <a:lnTo>
                    <a:pt x="26032" y="19192"/>
                  </a:lnTo>
                  <a:lnTo>
                    <a:pt x="25669" y="19676"/>
                  </a:lnTo>
                  <a:lnTo>
                    <a:pt x="25306" y="20161"/>
                  </a:lnTo>
                  <a:lnTo>
                    <a:pt x="24922" y="20625"/>
                  </a:lnTo>
                  <a:lnTo>
                    <a:pt x="24499" y="21069"/>
                  </a:lnTo>
                  <a:lnTo>
                    <a:pt x="24075" y="21493"/>
                  </a:lnTo>
                  <a:lnTo>
                    <a:pt x="23631" y="21896"/>
                  </a:lnTo>
                  <a:lnTo>
                    <a:pt x="23167" y="22280"/>
                  </a:lnTo>
                  <a:lnTo>
                    <a:pt x="22703" y="22643"/>
                  </a:lnTo>
                  <a:lnTo>
                    <a:pt x="22238" y="22946"/>
                  </a:lnTo>
                  <a:lnTo>
                    <a:pt x="21795" y="23228"/>
                  </a:lnTo>
                  <a:lnTo>
                    <a:pt x="21310" y="23511"/>
                  </a:lnTo>
                  <a:lnTo>
                    <a:pt x="20846" y="23773"/>
                  </a:lnTo>
                  <a:lnTo>
                    <a:pt x="19877" y="24277"/>
                  </a:lnTo>
                  <a:lnTo>
                    <a:pt x="18909" y="24742"/>
                  </a:lnTo>
                  <a:lnTo>
                    <a:pt x="17940" y="25226"/>
                  </a:lnTo>
                  <a:lnTo>
                    <a:pt x="16951" y="25751"/>
                  </a:lnTo>
                  <a:lnTo>
                    <a:pt x="16467" y="26013"/>
                  </a:lnTo>
                  <a:lnTo>
                    <a:pt x="15983" y="26296"/>
                  </a:lnTo>
                  <a:lnTo>
                    <a:pt x="15519" y="26598"/>
                  </a:lnTo>
                  <a:lnTo>
                    <a:pt x="15075" y="26901"/>
                  </a:lnTo>
                  <a:lnTo>
                    <a:pt x="14510" y="27325"/>
                  </a:lnTo>
                  <a:lnTo>
                    <a:pt x="13965" y="27789"/>
                  </a:lnTo>
                  <a:lnTo>
                    <a:pt x="13420" y="28253"/>
                  </a:lnTo>
                  <a:lnTo>
                    <a:pt x="12895" y="28717"/>
                  </a:lnTo>
                  <a:lnTo>
                    <a:pt x="12148" y="29383"/>
                  </a:lnTo>
                  <a:lnTo>
                    <a:pt x="11402" y="30029"/>
                  </a:lnTo>
                  <a:lnTo>
                    <a:pt x="10998" y="30332"/>
                  </a:lnTo>
                  <a:lnTo>
                    <a:pt x="10595" y="30614"/>
                  </a:lnTo>
                  <a:lnTo>
                    <a:pt x="10171" y="30897"/>
                  </a:lnTo>
                  <a:lnTo>
                    <a:pt x="9747" y="31159"/>
                  </a:lnTo>
                  <a:lnTo>
                    <a:pt x="9303" y="31381"/>
                  </a:lnTo>
                  <a:lnTo>
                    <a:pt x="8839" y="31583"/>
                  </a:lnTo>
                  <a:lnTo>
                    <a:pt x="8375" y="31764"/>
                  </a:lnTo>
                  <a:lnTo>
                    <a:pt x="7890" y="31906"/>
                  </a:lnTo>
                  <a:lnTo>
                    <a:pt x="7406" y="32027"/>
                  </a:lnTo>
                  <a:lnTo>
                    <a:pt x="6922" y="32107"/>
                  </a:lnTo>
                  <a:lnTo>
                    <a:pt x="6417" y="32148"/>
                  </a:lnTo>
                  <a:lnTo>
                    <a:pt x="5933" y="32168"/>
                  </a:lnTo>
                  <a:lnTo>
                    <a:pt x="5893" y="32168"/>
                  </a:lnTo>
                  <a:lnTo>
                    <a:pt x="5368" y="32148"/>
                  </a:lnTo>
                  <a:lnTo>
                    <a:pt x="4843" y="32087"/>
                  </a:lnTo>
                  <a:lnTo>
                    <a:pt x="4359" y="31986"/>
                  </a:lnTo>
                  <a:lnTo>
                    <a:pt x="3875" y="31845"/>
                  </a:lnTo>
                  <a:lnTo>
                    <a:pt x="3431" y="31684"/>
                  </a:lnTo>
                  <a:lnTo>
                    <a:pt x="2987" y="31462"/>
                  </a:lnTo>
                  <a:lnTo>
                    <a:pt x="2583" y="31219"/>
                  </a:lnTo>
                  <a:lnTo>
                    <a:pt x="2200" y="30957"/>
                  </a:lnTo>
                  <a:lnTo>
                    <a:pt x="1998" y="30775"/>
                  </a:lnTo>
                  <a:lnTo>
                    <a:pt x="1816" y="30614"/>
                  </a:lnTo>
                  <a:lnTo>
                    <a:pt x="1635" y="30412"/>
                  </a:lnTo>
                  <a:lnTo>
                    <a:pt x="1453" y="30231"/>
                  </a:lnTo>
                  <a:lnTo>
                    <a:pt x="1292" y="30029"/>
                  </a:lnTo>
                  <a:lnTo>
                    <a:pt x="1150" y="29807"/>
                  </a:lnTo>
                  <a:lnTo>
                    <a:pt x="1009" y="29585"/>
                  </a:lnTo>
                  <a:lnTo>
                    <a:pt x="868" y="29363"/>
                  </a:lnTo>
                  <a:lnTo>
                    <a:pt x="747" y="29121"/>
                  </a:lnTo>
                  <a:lnTo>
                    <a:pt x="626" y="28879"/>
                  </a:lnTo>
                  <a:lnTo>
                    <a:pt x="525" y="28616"/>
                  </a:lnTo>
                  <a:lnTo>
                    <a:pt x="424" y="28354"/>
                  </a:lnTo>
                  <a:lnTo>
                    <a:pt x="343" y="28092"/>
                  </a:lnTo>
                  <a:lnTo>
                    <a:pt x="283" y="27829"/>
                  </a:lnTo>
                  <a:lnTo>
                    <a:pt x="222" y="27547"/>
                  </a:lnTo>
                  <a:lnTo>
                    <a:pt x="162" y="27264"/>
                  </a:lnTo>
                  <a:lnTo>
                    <a:pt x="101" y="26719"/>
                  </a:lnTo>
                  <a:lnTo>
                    <a:pt x="81" y="26154"/>
                  </a:lnTo>
                  <a:lnTo>
                    <a:pt x="121" y="25609"/>
                  </a:lnTo>
                  <a:lnTo>
                    <a:pt x="182" y="25065"/>
                  </a:lnTo>
                  <a:lnTo>
                    <a:pt x="283" y="24520"/>
                  </a:lnTo>
                  <a:lnTo>
                    <a:pt x="444" y="23995"/>
                  </a:lnTo>
                  <a:lnTo>
                    <a:pt x="626" y="23490"/>
                  </a:lnTo>
                  <a:lnTo>
                    <a:pt x="868" y="23006"/>
                  </a:lnTo>
                  <a:lnTo>
                    <a:pt x="1029" y="22724"/>
                  </a:lnTo>
                  <a:lnTo>
                    <a:pt x="1191" y="22441"/>
                  </a:lnTo>
                  <a:lnTo>
                    <a:pt x="1372" y="22179"/>
                  </a:lnTo>
                  <a:lnTo>
                    <a:pt x="1574" y="21916"/>
                  </a:lnTo>
                  <a:lnTo>
                    <a:pt x="1776" y="21654"/>
                  </a:lnTo>
                  <a:lnTo>
                    <a:pt x="1998" y="21392"/>
                  </a:lnTo>
                  <a:lnTo>
                    <a:pt x="2240" y="21129"/>
                  </a:lnTo>
                  <a:lnTo>
                    <a:pt x="2482" y="20867"/>
                  </a:lnTo>
                  <a:lnTo>
                    <a:pt x="3027" y="20383"/>
                  </a:lnTo>
                  <a:lnTo>
                    <a:pt x="3612" y="19898"/>
                  </a:lnTo>
                  <a:lnTo>
                    <a:pt x="4258" y="19414"/>
                  </a:lnTo>
                  <a:lnTo>
                    <a:pt x="4964" y="18970"/>
                  </a:lnTo>
                  <a:lnTo>
                    <a:pt x="5691" y="18526"/>
                  </a:lnTo>
                  <a:lnTo>
                    <a:pt x="6438" y="18102"/>
                  </a:lnTo>
                  <a:lnTo>
                    <a:pt x="7951" y="17336"/>
                  </a:lnTo>
                  <a:lnTo>
                    <a:pt x="9021" y="16771"/>
                  </a:lnTo>
                  <a:lnTo>
                    <a:pt x="10110" y="16185"/>
                  </a:lnTo>
                  <a:lnTo>
                    <a:pt x="10433" y="15983"/>
                  </a:lnTo>
                  <a:lnTo>
                    <a:pt x="10716" y="15802"/>
                  </a:lnTo>
                  <a:lnTo>
                    <a:pt x="10978" y="15600"/>
                  </a:lnTo>
                  <a:lnTo>
                    <a:pt x="11220" y="15398"/>
                  </a:lnTo>
                  <a:lnTo>
                    <a:pt x="11442" y="15196"/>
                  </a:lnTo>
                  <a:lnTo>
                    <a:pt x="11644" y="14974"/>
                  </a:lnTo>
                  <a:lnTo>
                    <a:pt x="11805" y="14752"/>
                  </a:lnTo>
                  <a:lnTo>
                    <a:pt x="11967" y="14510"/>
                  </a:lnTo>
                  <a:lnTo>
                    <a:pt x="12088" y="14268"/>
                  </a:lnTo>
                  <a:lnTo>
                    <a:pt x="12189" y="13986"/>
                  </a:lnTo>
                  <a:lnTo>
                    <a:pt x="12290" y="13723"/>
                  </a:lnTo>
                  <a:lnTo>
                    <a:pt x="12350" y="13421"/>
                  </a:lnTo>
                  <a:lnTo>
                    <a:pt x="12411" y="13098"/>
                  </a:lnTo>
                  <a:lnTo>
                    <a:pt x="12451" y="12755"/>
                  </a:lnTo>
                  <a:lnTo>
                    <a:pt x="12471" y="12391"/>
                  </a:lnTo>
                  <a:lnTo>
                    <a:pt x="12471" y="12008"/>
                  </a:lnTo>
                  <a:lnTo>
                    <a:pt x="12492" y="11302"/>
                  </a:lnTo>
                  <a:lnTo>
                    <a:pt x="12512" y="10616"/>
                  </a:lnTo>
                  <a:lnTo>
                    <a:pt x="12532" y="9950"/>
                  </a:lnTo>
                  <a:lnTo>
                    <a:pt x="12592" y="9324"/>
                  </a:lnTo>
                  <a:lnTo>
                    <a:pt x="12653" y="8698"/>
                  </a:lnTo>
                  <a:lnTo>
                    <a:pt x="12714" y="8113"/>
                  </a:lnTo>
                  <a:lnTo>
                    <a:pt x="12814" y="7548"/>
                  </a:lnTo>
                  <a:lnTo>
                    <a:pt x="12915" y="7003"/>
                  </a:lnTo>
                  <a:lnTo>
                    <a:pt x="13036" y="6479"/>
                  </a:lnTo>
                  <a:lnTo>
                    <a:pt x="13157" y="5974"/>
                  </a:lnTo>
                  <a:lnTo>
                    <a:pt x="13299" y="5510"/>
                  </a:lnTo>
                  <a:lnTo>
                    <a:pt x="13460" y="5046"/>
                  </a:lnTo>
                  <a:lnTo>
                    <a:pt x="13642" y="4622"/>
                  </a:lnTo>
                  <a:lnTo>
                    <a:pt x="13823" y="4218"/>
                  </a:lnTo>
                  <a:lnTo>
                    <a:pt x="14025" y="3835"/>
                  </a:lnTo>
                  <a:lnTo>
                    <a:pt x="14247" y="3472"/>
                  </a:lnTo>
                  <a:lnTo>
                    <a:pt x="14429" y="3169"/>
                  </a:lnTo>
                  <a:lnTo>
                    <a:pt x="14631" y="2887"/>
                  </a:lnTo>
                  <a:lnTo>
                    <a:pt x="14853" y="2644"/>
                  </a:lnTo>
                  <a:lnTo>
                    <a:pt x="15054" y="2402"/>
                  </a:lnTo>
                  <a:lnTo>
                    <a:pt x="15276" y="2180"/>
                  </a:lnTo>
                  <a:lnTo>
                    <a:pt x="15498" y="1979"/>
                  </a:lnTo>
                  <a:lnTo>
                    <a:pt x="15700" y="1797"/>
                  </a:lnTo>
                  <a:lnTo>
                    <a:pt x="15942" y="1635"/>
                  </a:lnTo>
                  <a:lnTo>
                    <a:pt x="16386" y="1333"/>
                  </a:lnTo>
                  <a:lnTo>
                    <a:pt x="16830" y="1091"/>
                  </a:lnTo>
                  <a:lnTo>
                    <a:pt x="17274" y="869"/>
                  </a:lnTo>
                  <a:lnTo>
                    <a:pt x="17698" y="667"/>
                  </a:lnTo>
                  <a:lnTo>
                    <a:pt x="18142" y="505"/>
                  </a:lnTo>
                  <a:lnTo>
                    <a:pt x="18606" y="364"/>
                  </a:lnTo>
                  <a:lnTo>
                    <a:pt x="19070" y="243"/>
                  </a:lnTo>
                  <a:lnTo>
                    <a:pt x="19534" y="162"/>
                  </a:lnTo>
                  <a:lnTo>
                    <a:pt x="19999" y="102"/>
                  </a:lnTo>
                  <a:lnTo>
                    <a:pt x="20483" y="82"/>
                  </a:lnTo>
                  <a:close/>
                  <a:moveTo>
                    <a:pt x="20483" y="1"/>
                  </a:moveTo>
                  <a:lnTo>
                    <a:pt x="19999" y="21"/>
                  </a:lnTo>
                  <a:lnTo>
                    <a:pt x="19534" y="82"/>
                  </a:lnTo>
                  <a:lnTo>
                    <a:pt x="19050" y="162"/>
                  </a:lnTo>
                  <a:lnTo>
                    <a:pt x="18586" y="283"/>
                  </a:lnTo>
                  <a:lnTo>
                    <a:pt x="18122" y="425"/>
                  </a:lnTo>
                  <a:lnTo>
                    <a:pt x="17678" y="606"/>
                  </a:lnTo>
                  <a:lnTo>
                    <a:pt x="17214" y="808"/>
                  </a:lnTo>
                  <a:lnTo>
                    <a:pt x="16750" y="1050"/>
                  </a:lnTo>
                  <a:lnTo>
                    <a:pt x="16285" y="1313"/>
                  </a:lnTo>
                  <a:lnTo>
                    <a:pt x="15841" y="1615"/>
                  </a:lnTo>
                  <a:lnTo>
                    <a:pt x="15619" y="1777"/>
                  </a:lnTo>
                  <a:lnTo>
                    <a:pt x="15397" y="1979"/>
                  </a:lnTo>
                  <a:lnTo>
                    <a:pt x="15175" y="2180"/>
                  </a:lnTo>
                  <a:lnTo>
                    <a:pt x="14974" y="2382"/>
                  </a:lnTo>
                  <a:lnTo>
                    <a:pt x="14752" y="2624"/>
                  </a:lnTo>
                  <a:lnTo>
                    <a:pt x="14550" y="2866"/>
                  </a:lnTo>
                  <a:lnTo>
                    <a:pt x="14368" y="3129"/>
                  </a:lnTo>
                  <a:lnTo>
                    <a:pt x="14166" y="3411"/>
                  </a:lnTo>
                  <a:lnTo>
                    <a:pt x="13944" y="3795"/>
                  </a:lnTo>
                  <a:lnTo>
                    <a:pt x="13743" y="4178"/>
                  </a:lnTo>
                  <a:lnTo>
                    <a:pt x="13561" y="4582"/>
                  </a:lnTo>
                  <a:lnTo>
                    <a:pt x="13400" y="5026"/>
                  </a:lnTo>
                  <a:lnTo>
                    <a:pt x="13238" y="5470"/>
                  </a:lnTo>
                  <a:lnTo>
                    <a:pt x="13077" y="5954"/>
                  </a:lnTo>
                  <a:lnTo>
                    <a:pt x="12956" y="6458"/>
                  </a:lnTo>
                  <a:lnTo>
                    <a:pt x="12835" y="6983"/>
                  </a:lnTo>
                  <a:lnTo>
                    <a:pt x="12734" y="7528"/>
                  </a:lnTo>
                  <a:lnTo>
                    <a:pt x="12653" y="8093"/>
                  </a:lnTo>
                  <a:lnTo>
                    <a:pt x="12572" y="8678"/>
                  </a:lnTo>
                  <a:lnTo>
                    <a:pt x="12512" y="9304"/>
                  </a:lnTo>
                  <a:lnTo>
                    <a:pt x="12451" y="9950"/>
                  </a:lnTo>
                  <a:lnTo>
                    <a:pt x="12431" y="10616"/>
                  </a:lnTo>
                  <a:lnTo>
                    <a:pt x="12411" y="11302"/>
                  </a:lnTo>
                  <a:lnTo>
                    <a:pt x="12391" y="12008"/>
                  </a:lnTo>
                  <a:lnTo>
                    <a:pt x="12391" y="12391"/>
                  </a:lnTo>
                  <a:lnTo>
                    <a:pt x="12370" y="12755"/>
                  </a:lnTo>
                  <a:lnTo>
                    <a:pt x="12330" y="13078"/>
                  </a:lnTo>
                  <a:lnTo>
                    <a:pt x="12270" y="13400"/>
                  </a:lnTo>
                  <a:lnTo>
                    <a:pt x="12209" y="13683"/>
                  </a:lnTo>
                  <a:lnTo>
                    <a:pt x="12128" y="13965"/>
                  </a:lnTo>
                  <a:lnTo>
                    <a:pt x="12007" y="14228"/>
                  </a:lnTo>
                  <a:lnTo>
                    <a:pt x="11886" y="14470"/>
                  </a:lnTo>
                  <a:lnTo>
                    <a:pt x="11745" y="14712"/>
                  </a:lnTo>
                  <a:lnTo>
                    <a:pt x="11563" y="14934"/>
                  </a:lnTo>
                  <a:lnTo>
                    <a:pt x="11382" y="15136"/>
                  </a:lnTo>
                  <a:lnTo>
                    <a:pt x="11160" y="15338"/>
                  </a:lnTo>
                  <a:lnTo>
                    <a:pt x="10938" y="15540"/>
                  </a:lnTo>
                  <a:lnTo>
                    <a:pt x="10675" y="15741"/>
                  </a:lnTo>
                  <a:lnTo>
                    <a:pt x="10373" y="15923"/>
                  </a:lnTo>
                  <a:lnTo>
                    <a:pt x="10070" y="16105"/>
                  </a:lnTo>
                  <a:lnTo>
                    <a:pt x="8980" y="16690"/>
                  </a:lnTo>
                  <a:lnTo>
                    <a:pt x="7911" y="17255"/>
                  </a:lnTo>
                  <a:lnTo>
                    <a:pt x="6397" y="18042"/>
                  </a:lnTo>
                  <a:lnTo>
                    <a:pt x="5651" y="18466"/>
                  </a:lnTo>
                  <a:lnTo>
                    <a:pt x="4924" y="18889"/>
                  </a:lnTo>
                  <a:lnTo>
                    <a:pt x="4218" y="19354"/>
                  </a:lnTo>
                  <a:lnTo>
                    <a:pt x="3552" y="19838"/>
                  </a:lnTo>
                  <a:lnTo>
                    <a:pt x="2967" y="20322"/>
                  </a:lnTo>
                  <a:lnTo>
                    <a:pt x="2422" y="20827"/>
                  </a:lnTo>
                  <a:lnTo>
                    <a:pt x="2180" y="21069"/>
                  </a:lnTo>
                  <a:lnTo>
                    <a:pt x="1937" y="21331"/>
                  </a:lnTo>
                  <a:lnTo>
                    <a:pt x="1715" y="21594"/>
                  </a:lnTo>
                  <a:lnTo>
                    <a:pt x="1514" y="21856"/>
                  </a:lnTo>
                  <a:lnTo>
                    <a:pt x="1312" y="22138"/>
                  </a:lnTo>
                  <a:lnTo>
                    <a:pt x="1130" y="22401"/>
                  </a:lnTo>
                  <a:lnTo>
                    <a:pt x="949" y="22683"/>
                  </a:lnTo>
                  <a:lnTo>
                    <a:pt x="807" y="22966"/>
                  </a:lnTo>
                  <a:lnTo>
                    <a:pt x="565" y="23450"/>
                  </a:lnTo>
                  <a:lnTo>
                    <a:pt x="363" y="23975"/>
                  </a:lnTo>
                  <a:lnTo>
                    <a:pt x="222" y="24499"/>
                  </a:lnTo>
                  <a:lnTo>
                    <a:pt x="101" y="25044"/>
                  </a:lnTo>
                  <a:lnTo>
                    <a:pt x="40" y="25589"/>
                  </a:lnTo>
                  <a:lnTo>
                    <a:pt x="0" y="26154"/>
                  </a:lnTo>
                  <a:lnTo>
                    <a:pt x="20" y="26719"/>
                  </a:lnTo>
                  <a:lnTo>
                    <a:pt x="81" y="27284"/>
                  </a:lnTo>
                  <a:lnTo>
                    <a:pt x="141" y="27567"/>
                  </a:lnTo>
                  <a:lnTo>
                    <a:pt x="202" y="27849"/>
                  </a:lnTo>
                  <a:lnTo>
                    <a:pt x="262" y="28112"/>
                  </a:lnTo>
                  <a:lnTo>
                    <a:pt x="363" y="28394"/>
                  </a:lnTo>
                  <a:lnTo>
                    <a:pt x="444" y="28657"/>
                  </a:lnTo>
                  <a:lnTo>
                    <a:pt x="545" y="28899"/>
                  </a:lnTo>
                  <a:lnTo>
                    <a:pt x="666" y="29161"/>
                  </a:lnTo>
                  <a:lnTo>
                    <a:pt x="787" y="29403"/>
                  </a:lnTo>
                  <a:lnTo>
                    <a:pt x="928" y="29625"/>
                  </a:lnTo>
                  <a:lnTo>
                    <a:pt x="1070" y="29847"/>
                  </a:lnTo>
                  <a:lnTo>
                    <a:pt x="1231" y="30069"/>
                  </a:lnTo>
                  <a:lnTo>
                    <a:pt x="1393" y="30271"/>
                  </a:lnTo>
                  <a:lnTo>
                    <a:pt x="1574" y="30473"/>
                  </a:lnTo>
                  <a:lnTo>
                    <a:pt x="1756" y="30654"/>
                  </a:lnTo>
                  <a:lnTo>
                    <a:pt x="1958" y="30836"/>
                  </a:lnTo>
                  <a:lnTo>
                    <a:pt x="2159" y="31018"/>
                  </a:lnTo>
                  <a:lnTo>
                    <a:pt x="2543" y="31300"/>
                  </a:lnTo>
                  <a:lnTo>
                    <a:pt x="2967" y="31542"/>
                  </a:lnTo>
                  <a:lnTo>
                    <a:pt x="3390" y="31744"/>
                  </a:lnTo>
                  <a:lnTo>
                    <a:pt x="3854" y="31926"/>
                  </a:lnTo>
                  <a:lnTo>
                    <a:pt x="4339" y="32067"/>
                  </a:lnTo>
                  <a:lnTo>
                    <a:pt x="4843" y="32168"/>
                  </a:lnTo>
                  <a:lnTo>
                    <a:pt x="5348" y="32228"/>
                  </a:lnTo>
                  <a:lnTo>
                    <a:pt x="5893" y="32249"/>
                  </a:lnTo>
                  <a:lnTo>
                    <a:pt x="5933" y="32249"/>
                  </a:lnTo>
                  <a:lnTo>
                    <a:pt x="6438" y="32228"/>
                  </a:lnTo>
                  <a:lnTo>
                    <a:pt x="6922" y="32188"/>
                  </a:lnTo>
                  <a:lnTo>
                    <a:pt x="7426" y="32107"/>
                  </a:lnTo>
                  <a:lnTo>
                    <a:pt x="7911" y="31986"/>
                  </a:lnTo>
                  <a:lnTo>
                    <a:pt x="8395" y="31845"/>
                  </a:lnTo>
                  <a:lnTo>
                    <a:pt x="8879" y="31663"/>
                  </a:lnTo>
                  <a:lnTo>
                    <a:pt x="9343" y="31462"/>
                  </a:lnTo>
                  <a:lnTo>
                    <a:pt x="9787" y="31219"/>
                  </a:lnTo>
                  <a:lnTo>
                    <a:pt x="10211" y="30977"/>
                  </a:lnTo>
                  <a:lnTo>
                    <a:pt x="10635" y="30695"/>
                  </a:lnTo>
                  <a:lnTo>
                    <a:pt x="11039" y="30392"/>
                  </a:lnTo>
                  <a:lnTo>
                    <a:pt x="11442" y="30089"/>
                  </a:lnTo>
                  <a:lnTo>
                    <a:pt x="12209" y="29444"/>
                  </a:lnTo>
                  <a:lnTo>
                    <a:pt x="12956" y="28778"/>
                  </a:lnTo>
                  <a:lnTo>
                    <a:pt x="13480" y="28314"/>
                  </a:lnTo>
                  <a:lnTo>
                    <a:pt x="14005" y="27849"/>
                  </a:lnTo>
                  <a:lnTo>
                    <a:pt x="14550" y="27405"/>
                  </a:lnTo>
                  <a:lnTo>
                    <a:pt x="15115" y="26961"/>
                  </a:lnTo>
                  <a:lnTo>
                    <a:pt x="15559" y="26659"/>
                  </a:lnTo>
                  <a:lnTo>
                    <a:pt x="16023" y="26356"/>
                  </a:lnTo>
                  <a:lnTo>
                    <a:pt x="16507" y="26074"/>
                  </a:lnTo>
                  <a:lnTo>
                    <a:pt x="16992" y="25811"/>
                  </a:lnTo>
                  <a:lnTo>
                    <a:pt x="17960" y="25307"/>
                  </a:lnTo>
                  <a:lnTo>
                    <a:pt x="18949" y="24822"/>
                  </a:lnTo>
                  <a:lnTo>
                    <a:pt x="19918" y="24338"/>
                  </a:lnTo>
                  <a:lnTo>
                    <a:pt x="20886" y="23834"/>
                  </a:lnTo>
                  <a:lnTo>
                    <a:pt x="21351" y="23571"/>
                  </a:lnTo>
                  <a:lnTo>
                    <a:pt x="21835" y="23309"/>
                  </a:lnTo>
                  <a:lnTo>
                    <a:pt x="22299" y="23006"/>
                  </a:lnTo>
                  <a:lnTo>
                    <a:pt x="22743" y="22703"/>
                  </a:lnTo>
                  <a:lnTo>
                    <a:pt x="23227" y="22340"/>
                  </a:lnTo>
                  <a:lnTo>
                    <a:pt x="23691" y="21957"/>
                  </a:lnTo>
                  <a:lnTo>
                    <a:pt x="24135" y="21553"/>
                  </a:lnTo>
                  <a:lnTo>
                    <a:pt x="24559" y="21129"/>
                  </a:lnTo>
                  <a:lnTo>
                    <a:pt x="24983" y="20685"/>
                  </a:lnTo>
                  <a:lnTo>
                    <a:pt x="25366" y="20221"/>
                  </a:lnTo>
                  <a:lnTo>
                    <a:pt x="25750" y="19737"/>
                  </a:lnTo>
                  <a:lnTo>
                    <a:pt x="26093" y="19232"/>
                  </a:lnTo>
                  <a:lnTo>
                    <a:pt x="26436" y="18728"/>
                  </a:lnTo>
                  <a:lnTo>
                    <a:pt x="26739" y="18183"/>
                  </a:lnTo>
                  <a:lnTo>
                    <a:pt x="27021" y="17638"/>
                  </a:lnTo>
                  <a:lnTo>
                    <a:pt x="27304" y="17093"/>
                  </a:lnTo>
                  <a:lnTo>
                    <a:pt x="27546" y="16528"/>
                  </a:lnTo>
                  <a:lnTo>
                    <a:pt x="27748" y="15943"/>
                  </a:lnTo>
                  <a:lnTo>
                    <a:pt x="27949" y="15358"/>
                  </a:lnTo>
                  <a:lnTo>
                    <a:pt x="28111" y="14752"/>
                  </a:lnTo>
                  <a:lnTo>
                    <a:pt x="28252" y="14167"/>
                  </a:lnTo>
                  <a:lnTo>
                    <a:pt x="28353" y="13582"/>
                  </a:lnTo>
                  <a:lnTo>
                    <a:pt x="28454" y="12977"/>
                  </a:lnTo>
                  <a:lnTo>
                    <a:pt x="28514" y="12391"/>
                  </a:lnTo>
                  <a:lnTo>
                    <a:pt x="28555" y="11786"/>
                  </a:lnTo>
                  <a:lnTo>
                    <a:pt x="28555" y="11181"/>
                  </a:lnTo>
                  <a:lnTo>
                    <a:pt x="28555" y="10555"/>
                  </a:lnTo>
                  <a:lnTo>
                    <a:pt x="28514" y="9950"/>
                  </a:lnTo>
                  <a:lnTo>
                    <a:pt x="28454" y="9344"/>
                  </a:lnTo>
                  <a:lnTo>
                    <a:pt x="28373" y="8739"/>
                  </a:lnTo>
                  <a:lnTo>
                    <a:pt x="28272" y="8133"/>
                  </a:lnTo>
                  <a:lnTo>
                    <a:pt x="28151" y="7528"/>
                  </a:lnTo>
                  <a:lnTo>
                    <a:pt x="27990" y="6923"/>
                  </a:lnTo>
                  <a:lnTo>
                    <a:pt x="27828" y="6337"/>
                  </a:lnTo>
                  <a:lnTo>
                    <a:pt x="27627" y="5752"/>
                  </a:lnTo>
                  <a:lnTo>
                    <a:pt x="27405" y="5167"/>
                  </a:lnTo>
                  <a:lnTo>
                    <a:pt x="27142" y="4541"/>
                  </a:lnTo>
                  <a:lnTo>
                    <a:pt x="26860" y="3976"/>
                  </a:lnTo>
                  <a:lnTo>
                    <a:pt x="26557" y="3452"/>
                  </a:lnTo>
                  <a:lnTo>
                    <a:pt x="26234" y="2947"/>
                  </a:lnTo>
                  <a:lnTo>
                    <a:pt x="25911" y="2503"/>
                  </a:lnTo>
                  <a:lnTo>
                    <a:pt x="25548" y="2100"/>
                  </a:lnTo>
                  <a:lnTo>
                    <a:pt x="25185" y="1716"/>
                  </a:lnTo>
                  <a:lnTo>
                    <a:pt x="24801" y="1393"/>
                  </a:lnTo>
                  <a:lnTo>
                    <a:pt x="24438" y="1111"/>
                  </a:lnTo>
                  <a:lnTo>
                    <a:pt x="24055" y="889"/>
                  </a:lnTo>
                  <a:lnTo>
                    <a:pt x="23651" y="667"/>
                  </a:lnTo>
                  <a:lnTo>
                    <a:pt x="23227" y="485"/>
                  </a:lnTo>
                  <a:lnTo>
                    <a:pt x="22783" y="344"/>
                  </a:lnTo>
                  <a:lnTo>
                    <a:pt x="22339" y="223"/>
                  </a:lnTo>
                  <a:lnTo>
                    <a:pt x="21895" y="122"/>
                  </a:lnTo>
                  <a:lnTo>
                    <a:pt x="21411" y="61"/>
                  </a:lnTo>
                  <a:lnTo>
                    <a:pt x="20947" y="21"/>
                  </a:lnTo>
                  <a:lnTo>
                    <a:pt x="20483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91" name="Google Shape;491;p7"/>
            <p:cNvSpPr/>
            <p:nvPr/>
          </p:nvSpPr>
          <p:spPr>
            <a:xfrm flipH="1">
              <a:off x="-3799077" y="-5170503"/>
              <a:ext cx="6754688" cy="4497143"/>
            </a:xfrm>
            <a:custGeom>
              <a:rect b="b" l="l" r="r" t="t"/>
              <a:pathLst>
                <a:path extrusionOk="0" h="80439" w="120819">
                  <a:moveTo>
                    <a:pt x="94887" y="81"/>
                  </a:moveTo>
                  <a:lnTo>
                    <a:pt x="96400" y="122"/>
                  </a:lnTo>
                  <a:lnTo>
                    <a:pt x="97914" y="182"/>
                  </a:lnTo>
                  <a:lnTo>
                    <a:pt x="99427" y="283"/>
                  </a:lnTo>
                  <a:lnTo>
                    <a:pt x="100941" y="424"/>
                  </a:lnTo>
                  <a:lnTo>
                    <a:pt x="102454" y="586"/>
                  </a:lnTo>
                  <a:lnTo>
                    <a:pt x="103968" y="788"/>
                  </a:lnTo>
                  <a:lnTo>
                    <a:pt x="105481" y="1030"/>
                  </a:lnTo>
                  <a:lnTo>
                    <a:pt x="106894" y="1272"/>
                  </a:lnTo>
                  <a:lnTo>
                    <a:pt x="107620" y="1413"/>
                  </a:lnTo>
                  <a:lnTo>
                    <a:pt x="108367" y="1595"/>
                  </a:lnTo>
                  <a:lnTo>
                    <a:pt x="109114" y="1777"/>
                  </a:lnTo>
                  <a:lnTo>
                    <a:pt x="109860" y="1998"/>
                  </a:lnTo>
                  <a:lnTo>
                    <a:pt x="110607" y="2241"/>
                  </a:lnTo>
                  <a:lnTo>
                    <a:pt x="111354" y="2503"/>
                  </a:lnTo>
                  <a:lnTo>
                    <a:pt x="112100" y="2806"/>
                  </a:lnTo>
                  <a:lnTo>
                    <a:pt x="112827" y="3129"/>
                  </a:lnTo>
                  <a:lnTo>
                    <a:pt x="113533" y="3492"/>
                  </a:lnTo>
                  <a:lnTo>
                    <a:pt x="114219" y="3895"/>
                  </a:lnTo>
                  <a:lnTo>
                    <a:pt x="114562" y="4117"/>
                  </a:lnTo>
                  <a:lnTo>
                    <a:pt x="114885" y="4339"/>
                  </a:lnTo>
                  <a:lnTo>
                    <a:pt x="115208" y="4582"/>
                  </a:lnTo>
                  <a:lnTo>
                    <a:pt x="115531" y="4824"/>
                  </a:lnTo>
                  <a:lnTo>
                    <a:pt x="115834" y="5086"/>
                  </a:lnTo>
                  <a:lnTo>
                    <a:pt x="116136" y="5369"/>
                  </a:lnTo>
                  <a:lnTo>
                    <a:pt x="116419" y="5651"/>
                  </a:lnTo>
                  <a:lnTo>
                    <a:pt x="116701" y="5934"/>
                  </a:lnTo>
                  <a:lnTo>
                    <a:pt x="117044" y="6317"/>
                  </a:lnTo>
                  <a:lnTo>
                    <a:pt x="117367" y="6721"/>
                  </a:lnTo>
                  <a:lnTo>
                    <a:pt x="117690" y="7165"/>
                  </a:lnTo>
                  <a:lnTo>
                    <a:pt x="118033" y="7669"/>
                  </a:lnTo>
                  <a:lnTo>
                    <a:pt x="118336" y="8194"/>
                  </a:lnTo>
                  <a:lnTo>
                    <a:pt x="118659" y="8799"/>
                  </a:lnTo>
                  <a:lnTo>
                    <a:pt x="118941" y="9445"/>
                  </a:lnTo>
                  <a:lnTo>
                    <a:pt x="119224" y="10171"/>
                  </a:lnTo>
                  <a:lnTo>
                    <a:pt x="119486" y="10958"/>
                  </a:lnTo>
                  <a:lnTo>
                    <a:pt x="119728" y="11826"/>
                  </a:lnTo>
                  <a:lnTo>
                    <a:pt x="119950" y="12795"/>
                  </a:lnTo>
                  <a:lnTo>
                    <a:pt x="120152" y="13824"/>
                  </a:lnTo>
                  <a:lnTo>
                    <a:pt x="120334" y="14974"/>
                  </a:lnTo>
                  <a:lnTo>
                    <a:pt x="120475" y="16205"/>
                  </a:lnTo>
                  <a:lnTo>
                    <a:pt x="120576" y="17557"/>
                  </a:lnTo>
                  <a:lnTo>
                    <a:pt x="120657" y="19010"/>
                  </a:lnTo>
                  <a:lnTo>
                    <a:pt x="120697" y="20241"/>
                  </a:lnTo>
                  <a:lnTo>
                    <a:pt x="120717" y="21472"/>
                  </a:lnTo>
                  <a:lnTo>
                    <a:pt x="120737" y="22683"/>
                  </a:lnTo>
                  <a:lnTo>
                    <a:pt x="120737" y="23914"/>
                  </a:lnTo>
                  <a:lnTo>
                    <a:pt x="120717" y="25145"/>
                  </a:lnTo>
                  <a:lnTo>
                    <a:pt x="120697" y="26376"/>
                  </a:lnTo>
                  <a:lnTo>
                    <a:pt x="120657" y="27607"/>
                  </a:lnTo>
                  <a:lnTo>
                    <a:pt x="120616" y="28838"/>
                  </a:lnTo>
                  <a:lnTo>
                    <a:pt x="120536" y="30049"/>
                  </a:lnTo>
                  <a:lnTo>
                    <a:pt x="120455" y="31280"/>
                  </a:lnTo>
                  <a:lnTo>
                    <a:pt x="120374" y="32511"/>
                  </a:lnTo>
                  <a:lnTo>
                    <a:pt x="120253" y="33722"/>
                  </a:lnTo>
                  <a:lnTo>
                    <a:pt x="120152" y="34953"/>
                  </a:lnTo>
                  <a:lnTo>
                    <a:pt x="120011" y="36163"/>
                  </a:lnTo>
                  <a:lnTo>
                    <a:pt x="119870" y="37394"/>
                  </a:lnTo>
                  <a:lnTo>
                    <a:pt x="119708" y="38605"/>
                  </a:lnTo>
                  <a:lnTo>
                    <a:pt x="119567" y="39533"/>
                  </a:lnTo>
                  <a:lnTo>
                    <a:pt x="119405" y="40462"/>
                  </a:lnTo>
                  <a:lnTo>
                    <a:pt x="119224" y="41390"/>
                  </a:lnTo>
                  <a:lnTo>
                    <a:pt x="119103" y="41834"/>
                  </a:lnTo>
                  <a:lnTo>
                    <a:pt x="118982" y="42278"/>
                  </a:lnTo>
                  <a:lnTo>
                    <a:pt x="118820" y="42722"/>
                  </a:lnTo>
                  <a:lnTo>
                    <a:pt x="118659" y="43166"/>
                  </a:lnTo>
                  <a:lnTo>
                    <a:pt x="118497" y="43590"/>
                  </a:lnTo>
                  <a:lnTo>
                    <a:pt x="118296" y="43993"/>
                  </a:lnTo>
                  <a:lnTo>
                    <a:pt x="118074" y="44397"/>
                  </a:lnTo>
                  <a:lnTo>
                    <a:pt x="117831" y="44800"/>
                  </a:lnTo>
                  <a:lnTo>
                    <a:pt x="117549" y="45164"/>
                  </a:lnTo>
                  <a:lnTo>
                    <a:pt x="117266" y="45527"/>
                  </a:lnTo>
                  <a:lnTo>
                    <a:pt x="117105" y="45709"/>
                  </a:lnTo>
                  <a:lnTo>
                    <a:pt x="116943" y="45870"/>
                  </a:lnTo>
                  <a:lnTo>
                    <a:pt x="116782" y="45991"/>
                  </a:lnTo>
                  <a:lnTo>
                    <a:pt x="116621" y="46112"/>
                  </a:lnTo>
                  <a:lnTo>
                    <a:pt x="116459" y="46193"/>
                  </a:lnTo>
                  <a:lnTo>
                    <a:pt x="116298" y="46253"/>
                  </a:lnTo>
                  <a:lnTo>
                    <a:pt x="116136" y="46294"/>
                  </a:lnTo>
                  <a:lnTo>
                    <a:pt x="115975" y="46314"/>
                  </a:lnTo>
                  <a:lnTo>
                    <a:pt x="115813" y="46314"/>
                  </a:lnTo>
                  <a:lnTo>
                    <a:pt x="115632" y="46294"/>
                  </a:lnTo>
                  <a:lnTo>
                    <a:pt x="115490" y="46253"/>
                  </a:lnTo>
                  <a:lnTo>
                    <a:pt x="115349" y="46193"/>
                  </a:lnTo>
                  <a:lnTo>
                    <a:pt x="115228" y="46092"/>
                  </a:lnTo>
                  <a:lnTo>
                    <a:pt x="115107" y="45991"/>
                  </a:lnTo>
                  <a:lnTo>
                    <a:pt x="115006" y="45890"/>
                  </a:lnTo>
                  <a:lnTo>
                    <a:pt x="114905" y="45749"/>
                  </a:lnTo>
                  <a:lnTo>
                    <a:pt x="114724" y="45446"/>
                  </a:lnTo>
                  <a:lnTo>
                    <a:pt x="114562" y="45103"/>
                  </a:lnTo>
                  <a:lnTo>
                    <a:pt x="114441" y="44740"/>
                  </a:lnTo>
                  <a:lnTo>
                    <a:pt x="114300" y="44336"/>
                  </a:lnTo>
                  <a:lnTo>
                    <a:pt x="114360" y="44316"/>
                  </a:lnTo>
                  <a:lnTo>
                    <a:pt x="114199" y="43751"/>
                  </a:lnTo>
                  <a:lnTo>
                    <a:pt x="114017" y="43186"/>
                  </a:lnTo>
                  <a:lnTo>
                    <a:pt x="113816" y="42641"/>
                  </a:lnTo>
                  <a:lnTo>
                    <a:pt x="113594" y="42096"/>
                  </a:lnTo>
                  <a:lnTo>
                    <a:pt x="113331" y="41551"/>
                  </a:lnTo>
                  <a:lnTo>
                    <a:pt x="113049" y="41027"/>
                  </a:lnTo>
                  <a:lnTo>
                    <a:pt x="112746" y="40522"/>
                  </a:lnTo>
                  <a:lnTo>
                    <a:pt x="112403" y="40018"/>
                  </a:lnTo>
                  <a:lnTo>
                    <a:pt x="112040" y="39533"/>
                  </a:lnTo>
                  <a:lnTo>
                    <a:pt x="111656" y="39049"/>
                  </a:lnTo>
                  <a:lnTo>
                    <a:pt x="111253" y="38605"/>
                  </a:lnTo>
                  <a:lnTo>
                    <a:pt x="110829" y="38161"/>
                  </a:lnTo>
                  <a:lnTo>
                    <a:pt x="110365" y="37717"/>
                  </a:lnTo>
                  <a:lnTo>
                    <a:pt x="109901" y="37314"/>
                  </a:lnTo>
                  <a:lnTo>
                    <a:pt x="109396" y="36910"/>
                  </a:lnTo>
                  <a:lnTo>
                    <a:pt x="108892" y="36547"/>
                  </a:lnTo>
                  <a:lnTo>
                    <a:pt x="108367" y="36184"/>
                  </a:lnTo>
                  <a:lnTo>
                    <a:pt x="107822" y="35861"/>
                  </a:lnTo>
                  <a:lnTo>
                    <a:pt x="107277" y="35558"/>
                  </a:lnTo>
                  <a:lnTo>
                    <a:pt x="106712" y="35275"/>
                  </a:lnTo>
                  <a:lnTo>
                    <a:pt x="106147" y="35033"/>
                  </a:lnTo>
                  <a:lnTo>
                    <a:pt x="105582" y="34811"/>
                  </a:lnTo>
                  <a:lnTo>
                    <a:pt x="104997" y="34610"/>
                  </a:lnTo>
                  <a:lnTo>
                    <a:pt x="104412" y="34428"/>
                  </a:lnTo>
                  <a:lnTo>
                    <a:pt x="103826" y="34287"/>
                  </a:lnTo>
                  <a:lnTo>
                    <a:pt x="103241" y="34166"/>
                  </a:lnTo>
                  <a:lnTo>
                    <a:pt x="102636" y="34065"/>
                  </a:lnTo>
                  <a:lnTo>
                    <a:pt x="102051" y="34004"/>
                  </a:lnTo>
                  <a:lnTo>
                    <a:pt x="101445" y="33964"/>
                  </a:lnTo>
                  <a:lnTo>
                    <a:pt x="100860" y="33944"/>
                  </a:lnTo>
                  <a:lnTo>
                    <a:pt x="100255" y="33964"/>
                  </a:lnTo>
                  <a:lnTo>
                    <a:pt x="99669" y="34004"/>
                  </a:lnTo>
                  <a:lnTo>
                    <a:pt x="99084" y="34085"/>
                  </a:lnTo>
                  <a:lnTo>
                    <a:pt x="98499" y="34166"/>
                  </a:lnTo>
                  <a:lnTo>
                    <a:pt x="97914" y="34307"/>
                  </a:lnTo>
                  <a:lnTo>
                    <a:pt x="97349" y="34448"/>
                  </a:lnTo>
                  <a:lnTo>
                    <a:pt x="96763" y="34630"/>
                  </a:lnTo>
                  <a:lnTo>
                    <a:pt x="96198" y="34831"/>
                  </a:lnTo>
                  <a:lnTo>
                    <a:pt x="95654" y="35053"/>
                  </a:lnTo>
                  <a:lnTo>
                    <a:pt x="95109" y="35296"/>
                  </a:lnTo>
                  <a:lnTo>
                    <a:pt x="94564" y="35578"/>
                  </a:lnTo>
                  <a:lnTo>
                    <a:pt x="94019" y="35861"/>
                  </a:lnTo>
                  <a:lnTo>
                    <a:pt x="93494" y="36184"/>
                  </a:lnTo>
                  <a:lnTo>
                    <a:pt x="92990" y="36527"/>
                  </a:lnTo>
                  <a:lnTo>
                    <a:pt x="92485" y="36910"/>
                  </a:lnTo>
                  <a:lnTo>
                    <a:pt x="92001" y="37293"/>
                  </a:lnTo>
                  <a:lnTo>
                    <a:pt x="91517" y="37697"/>
                  </a:lnTo>
                  <a:lnTo>
                    <a:pt x="91052" y="38141"/>
                  </a:lnTo>
                  <a:lnTo>
                    <a:pt x="90609" y="38585"/>
                  </a:lnTo>
                  <a:lnTo>
                    <a:pt x="90185" y="39049"/>
                  </a:lnTo>
                  <a:lnTo>
                    <a:pt x="89781" y="39513"/>
                  </a:lnTo>
                  <a:lnTo>
                    <a:pt x="89398" y="40018"/>
                  </a:lnTo>
                  <a:lnTo>
                    <a:pt x="89055" y="40502"/>
                  </a:lnTo>
                  <a:lnTo>
                    <a:pt x="88712" y="41027"/>
                  </a:lnTo>
                  <a:lnTo>
                    <a:pt x="88389" y="41551"/>
                  </a:lnTo>
                  <a:lnTo>
                    <a:pt x="88086" y="42076"/>
                  </a:lnTo>
                  <a:lnTo>
                    <a:pt x="87824" y="42621"/>
                  </a:lnTo>
                  <a:lnTo>
                    <a:pt x="87561" y="43186"/>
                  </a:lnTo>
                  <a:lnTo>
                    <a:pt x="87339" y="43751"/>
                  </a:lnTo>
                  <a:lnTo>
                    <a:pt x="87138" y="44316"/>
                  </a:lnTo>
                  <a:lnTo>
                    <a:pt x="86956" y="44881"/>
                  </a:lnTo>
                  <a:lnTo>
                    <a:pt x="86815" y="45466"/>
                  </a:lnTo>
                  <a:lnTo>
                    <a:pt x="86673" y="46052"/>
                  </a:lnTo>
                  <a:lnTo>
                    <a:pt x="86573" y="46637"/>
                  </a:lnTo>
                  <a:lnTo>
                    <a:pt x="86492" y="47283"/>
                  </a:lnTo>
                  <a:lnTo>
                    <a:pt x="86411" y="47928"/>
                  </a:lnTo>
                  <a:lnTo>
                    <a:pt x="86290" y="49240"/>
                  </a:lnTo>
                  <a:lnTo>
                    <a:pt x="86209" y="50330"/>
                  </a:lnTo>
                  <a:lnTo>
                    <a:pt x="86088" y="51399"/>
                  </a:lnTo>
                  <a:lnTo>
                    <a:pt x="86007" y="51924"/>
                  </a:lnTo>
                  <a:lnTo>
                    <a:pt x="85927" y="52449"/>
                  </a:lnTo>
                  <a:lnTo>
                    <a:pt x="85806" y="52973"/>
                  </a:lnTo>
                  <a:lnTo>
                    <a:pt x="85685" y="53458"/>
                  </a:lnTo>
                  <a:lnTo>
                    <a:pt x="85543" y="53962"/>
                  </a:lnTo>
                  <a:lnTo>
                    <a:pt x="85362" y="54426"/>
                  </a:lnTo>
                  <a:lnTo>
                    <a:pt x="85160" y="54870"/>
                  </a:lnTo>
                  <a:lnTo>
                    <a:pt x="84918" y="55314"/>
                  </a:lnTo>
                  <a:lnTo>
                    <a:pt x="84655" y="55718"/>
                  </a:lnTo>
                  <a:lnTo>
                    <a:pt x="84353" y="56101"/>
                  </a:lnTo>
                  <a:lnTo>
                    <a:pt x="84171" y="56303"/>
                  </a:lnTo>
                  <a:lnTo>
                    <a:pt x="84010" y="56465"/>
                  </a:lnTo>
                  <a:lnTo>
                    <a:pt x="83808" y="56646"/>
                  </a:lnTo>
                  <a:lnTo>
                    <a:pt x="83606" y="56808"/>
                  </a:lnTo>
                  <a:lnTo>
                    <a:pt x="83344" y="56989"/>
                  </a:lnTo>
                  <a:lnTo>
                    <a:pt x="83041" y="57191"/>
                  </a:lnTo>
                  <a:lnTo>
                    <a:pt x="82658" y="57393"/>
                  </a:lnTo>
                  <a:lnTo>
                    <a:pt x="82173" y="57595"/>
                  </a:lnTo>
                  <a:lnTo>
                    <a:pt x="81628" y="57776"/>
                  </a:lnTo>
                  <a:lnTo>
                    <a:pt x="81326" y="57877"/>
                  </a:lnTo>
                  <a:lnTo>
                    <a:pt x="80983" y="57958"/>
                  </a:lnTo>
                  <a:lnTo>
                    <a:pt x="80599" y="58018"/>
                  </a:lnTo>
                  <a:lnTo>
                    <a:pt x="80216" y="58099"/>
                  </a:lnTo>
                  <a:lnTo>
                    <a:pt x="79792" y="58160"/>
                  </a:lnTo>
                  <a:lnTo>
                    <a:pt x="79328" y="58200"/>
                  </a:lnTo>
                  <a:lnTo>
                    <a:pt x="78642" y="58261"/>
                  </a:lnTo>
                  <a:lnTo>
                    <a:pt x="77935" y="58281"/>
                  </a:lnTo>
                  <a:lnTo>
                    <a:pt x="77249" y="58301"/>
                  </a:lnTo>
                  <a:lnTo>
                    <a:pt x="76543" y="58301"/>
                  </a:lnTo>
                  <a:lnTo>
                    <a:pt x="75837" y="58281"/>
                  </a:lnTo>
                  <a:lnTo>
                    <a:pt x="75151" y="58240"/>
                  </a:lnTo>
                  <a:lnTo>
                    <a:pt x="74444" y="58180"/>
                  </a:lnTo>
                  <a:lnTo>
                    <a:pt x="73758" y="58119"/>
                  </a:lnTo>
                  <a:lnTo>
                    <a:pt x="72366" y="57958"/>
                  </a:lnTo>
                  <a:lnTo>
                    <a:pt x="70994" y="57776"/>
                  </a:lnTo>
                  <a:lnTo>
                    <a:pt x="69601" y="57574"/>
                  </a:lnTo>
                  <a:lnTo>
                    <a:pt x="68249" y="57352"/>
                  </a:lnTo>
                  <a:lnTo>
                    <a:pt x="66937" y="57151"/>
                  </a:lnTo>
                  <a:lnTo>
                    <a:pt x="65605" y="56949"/>
                  </a:lnTo>
                  <a:lnTo>
                    <a:pt x="64294" y="56767"/>
                  </a:lnTo>
                  <a:lnTo>
                    <a:pt x="62962" y="56606"/>
                  </a:lnTo>
                  <a:lnTo>
                    <a:pt x="61771" y="56505"/>
                  </a:lnTo>
                  <a:lnTo>
                    <a:pt x="60581" y="56424"/>
                  </a:lnTo>
                  <a:lnTo>
                    <a:pt x="59390" y="56384"/>
                  </a:lnTo>
                  <a:lnTo>
                    <a:pt x="58179" y="56364"/>
                  </a:lnTo>
                  <a:lnTo>
                    <a:pt x="56968" y="56384"/>
                  </a:lnTo>
                  <a:lnTo>
                    <a:pt x="55778" y="56444"/>
                  </a:lnTo>
                  <a:lnTo>
                    <a:pt x="54567" y="56525"/>
                  </a:lnTo>
                  <a:lnTo>
                    <a:pt x="53356" y="56646"/>
                  </a:lnTo>
                  <a:lnTo>
                    <a:pt x="52145" y="56787"/>
                  </a:lnTo>
                  <a:lnTo>
                    <a:pt x="50935" y="56949"/>
                  </a:lnTo>
                  <a:lnTo>
                    <a:pt x="49744" y="57151"/>
                  </a:lnTo>
                  <a:lnTo>
                    <a:pt x="48553" y="57393"/>
                  </a:lnTo>
                  <a:lnTo>
                    <a:pt x="47343" y="57655"/>
                  </a:lnTo>
                  <a:lnTo>
                    <a:pt x="46172" y="57958"/>
                  </a:lnTo>
                  <a:lnTo>
                    <a:pt x="44981" y="58281"/>
                  </a:lnTo>
                  <a:lnTo>
                    <a:pt x="43811" y="58644"/>
                  </a:lnTo>
                  <a:lnTo>
                    <a:pt x="42661" y="59027"/>
                  </a:lnTo>
                  <a:lnTo>
                    <a:pt x="41510" y="59451"/>
                  </a:lnTo>
                  <a:lnTo>
                    <a:pt x="40380" y="59895"/>
                  </a:lnTo>
                  <a:lnTo>
                    <a:pt x="39250" y="60359"/>
                  </a:lnTo>
                  <a:lnTo>
                    <a:pt x="38140" y="60864"/>
                  </a:lnTo>
                  <a:lnTo>
                    <a:pt x="37031" y="61409"/>
                  </a:lnTo>
                  <a:lnTo>
                    <a:pt x="35961" y="61954"/>
                  </a:lnTo>
                  <a:lnTo>
                    <a:pt x="34891" y="62539"/>
                  </a:lnTo>
                  <a:lnTo>
                    <a:pt x="33842" y="63144"/>
                  </a:lnTo>
                  <a:lnTo>
                    <a:pt x="32813" y="63790"/>
                  </a:lnTo>
                  <a:lnTo>
                    <a:pt x="31784" y="64436"/>
                  </a:lnTo>
                  <a:lnTo>
                    <a:pt x="30795" y="65122"/>
                  </a:lnTo>
                  <a:lnTo>
                    <a:pt x="29826" y="65828"/>
                  </a:lnTo>
                  <a:lnTo>
                    <a:pt x="28878" y="66555"/>
                  </a:lnTo>
                  <a:lnTo>
                    <a:pt x="27950" y="67321"/>
                  </a:lnTo>
                  <a:lnTo>
                    <a:pt x="27041" y="68088"/>
                  </a:lnTo>
                  <a:lnTo>
                    <a:pt x="26113" y="68916"/>
                  </a:lnTo>
                  <a:lnTo>
                    <a:pt x="25205" y="69763"/>
                  </a:lnTo>
                  <a:lnTo>
                    <a:pt x="23429" y="71499"/>
                  </a:lnTo>
                  <a:lnTo>
                    <a:pt x="22279" y="72609"/>
                  </a:lnTo>
                  <a:lnTo>
                    <a:pt x="21129" y="73719"/>
                  </a:lnTo>
                  <a:lnTo>
                    <a:pt x="19938" y="74788"/>
                  </a:lnTo>
                  <a:lnTo>
                    <a:pt x="19333" y="75313"/>
                  </a:lnTo>
                  <a:lnTo>
                    <a:pt x="18707" y="75837"/>
                  </a:lnTo>
                  <a:lnTo>
                    <a:pt x="18081" y="76342"/>
                  </a:lnTo>
                  <a:lnTo>
                    <a:pt x="17456" y="76826"/>
                  </a:lnTo>
                  <a:lnTo>
                    <a:pt x="16810" y="77290"/>
                  </a:lnTo>
                  <a:lnTo>
                    <a:pt x="16144" y="77734"/>
                  </a:lnTo>
                  <a:lnTo>
                    <a:pt x="15458" y="78158"/>
                  </a:lnTo>
                  <a:lnTo>
                    <a:pt x="14772" y="78542"/>
                  </a:lnTo>
                  <a:lnTo>
                    <a:pt x="14066" y="78925"/>
                  </a:lnTo>
                  <a:lnTo>
                    <a:pt x="13339" y="79268"/>
                  </a:lnTo>
                  <a:lnTo>
                    <a:pt x="12915" y="79450"/>
                  </a:lnTo>
                  <a:lnTo>
                    <a:pt x="12492" y="79611"/>
                  </a:lnTo>
                  <a:lnTo>
                    <a:pt x="12048" y="79752"/>
                  </a:lnTo>
                  <a:lnTo>
                    <a:pt x="11604" y="79894"/>
                  </a:lnTo>
                  <a:lnTo>
                    <a:pt x="11160" y="79995"/>
                  </a:lnTo>
                  <a:lnTo>
                    <a:pt x="10716" y="80095"/>
                  </a:lnTo>
                  <a:lnTo>
                    <a:pt x="10252" y="80196"/>
                  </a:lnTo>
                  <a:lnTo>
                    <a:pt x="9787" y="80257"/>
                  </a:lnTo>
                  <a:lnTo>
                    <a:pt x="9344" y="80297"/>
                  </a:lnTo>
                  <a:lnTo>
                    <a:pt x="8879" y="80338"/>
                  </a:lnTo>
                  <a:lnTo>
                    <a:pt x="8415" y="80358"/>
                  </a:lnTo>
                  <a:lnTo>
                    <a:pt x="7951" y="80358"/>
                  </a:lnTo>
                  <a:lnTo>
                    <a:pt x="7507" y="80338"/>
                  </a:lnTo>
                  <a:lnTo>
                    <a:pt x="7063" y="80317"/>
                  </a:lnTo>
                  <a:lnTo>
                    <a:pt x="6619" y="80257"/>
                  </a:lnTo>
                  <a:lnTo>
                    <a:pt x="6175" y="80196"/>
                  </a:lnTo>
                  <a:lnTo>
                    <a:pt x="5691" y="80095"/>
                  </a:lnTo>
                  <a:lnTo>
                    <a:pt x="5247" y="79974"/>
                  </a:lnTo>
                  <a:lnTo>
                    <a:pt x="4803" y="79853"/>
                  </a:lnTo>
                  <a:lnTo>
                    <a:pt x="4379" y="79692"/>
                  </a:lnTo>
                  <a:lnTo>
                    <a:pt x="3955" y="79510"/>
                  </a:lnTo>
                  <a:lnTo>
                    <a:pt x="3572" y="79329"/>
                  </a:lnTo>
                  <a:lnTo>
                    <a:pt x="3189" y="79107"/>
                  </a:lnTo>
                  <a:lnTo>
                    <a:pt x="2846" y="78885"/>
                  </a:lnTo>
                  <a:lnTo>
                    <a:pt x="2502" y="78642"/>
                  </a:lnTo>
                  <a:lnTo>
                    <a:pt x="2180" y="78380"/>
                  </a:lnTo>
                  <a:lnTo>
                    <a:pt x="1897" y="78098"/>
                  </a:lnTo>
                  <a:lnTo>
                    <a:pt x="1615" y="77795"/>
                  </a:lnTo>
                  <a:lnTo>
                    <a:pt x="1352" y="77472"/>
                  </a:lnTo>
                  <a:lnTo>
                    <a:pt x="1130" y="77149"/>
                  </a:lnTo>
                  <a:lnTo>
                    <a:pt x="908" y="76806"/>
                  </a:lnTo>
                  <a:lnTo>
                    <a:pt x="727" y="76443"/>
                  </a:lnTo>
                  <a:lnTo>
                    <a:pt x="585" y="76180"/>
                  </a:lnTo>
                  <a:lnTo>
                    <a:pt x="484" y="75898"/>
                  </a:lnTo>
                  <a:lnTo>
                    <a:pt x="384" y="75636"/>
                  </a:lnTo>
                  <a:lnTo>
                    <a:pt x="303" y="75353"/>
                  </a:lnTo>
                  <a:lnTo>
                    <a:pt x="242" y="75050"/>
                  </a:lnTo>
                  <a:lnTo>
                    <a:pt x="182" y="74768"/>
                  </a:lnTo>
                  <a:lnTo>
                    <a:pt x="141" y="74465"/>
                  </a:lnTo>
                  <a:lnTo>
                    <a:pt x="101" y="74162"/>
                  </a:lnTo>
                  <a:lnTo>
                    <a:pt x="81" y="73860"/>
                  </a:lnTo>
                  <a:lnTo>
                    <a:pt x="81" y="73557"/>
                  </a:lnTo>
                  <a:lnTo>
                    <a:pt x="101" y="73254"/>
                  </a:lnTo>
                  <a:lnTo>
                    <a:pt x="121" y="72952"/>
                  </a:lnTo>
                  <a:lnTo>
                    <a:pt x="162" y="72629"/>
                  </a:lnTo>
                  <a:lnTo>
                    <a:pt x="202" y="72306"/>
                  </a:lnTo>
                  <a:lnTo>
                    <a:pt x="262" y="71983"/>
                  </a:lnTo>
                  <a:lnTo>
                    <a:pt x="343" y="71680"/>
                  </a:lnTo>
                  <a:lnTo>
                    <a:pt x="525" y="71075"/>
                  </a:lnTo>
                  <a:lnTo>
                    <a:pt x="727" y="70490"/>
                  </a:lnTo>
                  <a:lnTo>
                    <a:pt x="989" y="69925"/>
                  </a:lnTo>
                  <a:lnTo>
                    <a:pt x="1292" y="69380"/>
                  </a:lnTo>
                  <a:lnTo>
                    <a:pt x="1615" y="68835"/>
                  </a:lnTo>
                  <a:lnTo>
                    <a:pt x="1998" y="68330"/>
                  </a:lnTo>
                  <a:lnTo>
                    <a:pt x="2381" y="67846"/>
                  </a:lnTo>
                  <a:lnTo>
                    <a:pt x="2825" y="67382"/>
                  </a:lnTo>
                  <a:lnTo>
                    <a:pt x="3209" y="67019"/>
                  </a:lnTo>
                  <a:lnTo>
                    <a:pt x="3612" y="66676"/>
                  </a:lnTo>
                  <a:lnTo>
                    <a:pt x="4036" y="66353"/>
                  </a:lnTo>
                  <a:lnTo>
                    <a:pt x="4500" y="66030"/>
                  </a:lnTo>
                  <a:lnTo>
                    <a:pt x="4964" y="65727"/>
                  </a:lnTo>
                  <a:lnTo>
                    <a:pt x="5449" y="65445"/>
                  </a:lnTo>
                  <a:lnTo>
                    <a:pt x="5973" y="65162"/>
                  </a:lnTo>
                  <a:lnTo>
                    <a:pt x="6518" y="64900"/>
                  </a:lnTo>
                  <a:lnTo>
                    <a:pt x="7063" y="64658"/>
                  </a:lnTo>
                  <a:lnTo>
                    <a:pt x="7669" y="64415"/>
                  </a:lnTo>
                  <a:lnTo>
                    <a:pt x="8274" y="64194"/>
                  </a:lnTo>
                  <a:lnTo>
                    <a:pt x="8920" y="63992"/>
                  </a:lnTo>
                  <a:lnTo>
                    <a:pt x="9586" y="63790"/>
                  </a:lnTo>
                  <a:lnTo>
                    <a:pt x="10272" y="63608"/>
                  </a:lnTo>
                  <a:lnTo>
                    <a:pt x="10978" y="63427"/>
                  </a:lnTo>
                  <a:lnTo>
                    <a:pt x="11745" y="63265"/>
                  </a:lnTo>
                  <a:lnTo>
                    <a:pt x="12673" y="63084"/>
                  </a:lnTo>
                  <a:lnTo>
                    <a:pt x="13460" y="62942"/>
                  </a:lnTo>
                  <a:lnTo>
                    <a:pt x="14227" y="62781"/>
                  </a:lnTo>
                  <a:lnTo>
                    <a:pt x="15014" y="62579"/>
                  </a:lnTo>
                  <a:lnTo>
                    <a:pt x="15761" y="62377"/>
                  </a:lnTo>
                  <a:lnTo>
                    <a:pt x="16144" y="62256"/>
                  </a:lnTo>
                  <a:lnTo>
                    <a:pt x="16507" y="62115"/>
                  </a:lnTo>
                  <a:lnTo>
                    <a:pt x="16871" y="61974"/>
                  </a:lnTo>
                  <a:lnTo>
                    <a:pt x="17234" y="61812"/>
                  </a:lnTo>
                  <a:lnTo>
                    <a:pt x="17577" y="61631"/>
                  </a:lnTo>
                  <a:lnTo>
                    <a:pt x="17920" y="61429"/>
                  </a:lnTo>
                  <a:lnTo>
                    <a:pt x="18243" y="61227"/>
                  </a:lnTo>
                  <a:lnTo>
                    <a:pt x="18566" y="61005"/>
                  </a:lnTo>
                  <a:lnTo>
                    <a:pt x="18909" y="60723"/>
                  </a:lnTo>
                  <a:lnTo>
                    <a:pt x="19232" y="60420"/>
                  </a:lnTo>
                  <a:lnTo>
                    <a:pt x="19534" y="60097"/>
                  </a:lnTo>
                  <a:lnTo>
                    <a:pt x="19817" y="59754"/>
                  </a:lnTo>
                  <a:lnTo>
                    <a:pt x="20099" y="59391"/>
                  </a:lnTo>
                  <a:lnTo>
                    <a:pt x="20362" y="59007"/>
                  </a:lnTo>
                  <a:lnTo>
                    <a:pt x="20604" y="58604"/>
                  </a:lnTo>
                  <a:lnTo>
                    <a:pt x="20826" y="58160"/>
                  </a:lnTo>
                  <a:lnTo>
                    <a:pt x="21028" y="57716"/>
                  </a:lnTo>
                  <a:lnTo>
                    <a:pt x="21230" y="57252"/>
                  </a:lnTo>
                  <a:lnTo>
                    <a:pt x="21391" y="56767"/>
                  </a:lnTo>
                  <a:lnTo>
                    <a:pt x="21552" y="56263"/>
                  </a:lnTo>
                  <a:lnTo>
                    <a:pt x="21694" y="55738"/>
                  </a:lnTo>
                  <a:lnTo>
                    <a:pt x="21795" y="55213"/>
                  </a:lnTo>
                  <a:lnTo>
                    <a:pt x="21895" y="54648"/>
                  </a:lnTo>
                  <a:lnTo>
                    <a:pt x="21976" y="54083"/>
                  </a:lnTo>
                  <a:lnTo>
                    <a:pt x="22037" y="53478"/>
                  </a:lnTo>
                  <a:lnTo>
                    <a:pt x="22077" y="52872"/>
                  </a:lnTo>
                  <a:lnTo>
                    <a:pt x="22097" y="52267"/>
                  </a:lnTo>
                  <a:lnTo>
                    <a:pt x="22117" y="51662"/>
                  </a:lnTo>
                  <a:lnTo>
                    <a:pt x="22097" y="51056"/>
                  </a:lnTo>
                  <a:lnTo>
                    <a:pt x="22077" y="50451"/>
                  </a:lnTo>
                  <a:lnTo>
                    <a:pt x="21996" y="49240"/>
                  </a:lnTo>
                  <a:lnTo>
                    <a:pt x="21875" y="48029"/>
                  </a:lnTo>
                  <a:lnTo>
                    <a:pt x="21734" y="46818"/>
                  </a:lnTo>
                  <a:lnTo>
                    <a:pt x="21552" y="45608"/>
                  </a:lnTo>
                  <a:lnTo>
                    <a:pt x="21371" y="44417"/>
                  </a:lnTo>
                  <a:lnTo>
                    <a:pt x="21068" y="42359"/>
                  </a:lnTo>
                  <a:lnTo>
                    <a:pt x="20927" y="41309"/>
                  </a:lnTo>
                  <a:lnTo>
                    <a:pt x="20806" y="40280"/>
                  </a:lnTo>
                  <a:lnTo>
                    <a:pt x="20745" y="39493"/>
                  </a:lnTo>
                  <a:lnTo>
                    <a:pt x="20685" y="38706"/>
                  </a:lnTo>
                  <a:lnTo>
                    <a:pt x="20665" y="37879"/>
                  </a:lnTo>
                  <a:lnTo>
                    <a:pt x="20665" y="37031"/>
                  </a:lnTo>
                  <a:lnTo>
                    <a:pt x="20685" y="36184"/>
                  </a:lnTo>
                  <a:lnTo>
                    <a:pt x="20765" y="35316"/>
                  </a:lnTo>
                  <a:lnTo>
                    <a:pt x="20866" y="34448"/>
                  </a:lnTo>
                  <a:lnTo>
                    <a:pt x="21008" y="33560"/>
                  </a:lnTo>
                  <a:lnTo>
                    <a:pt x="21088" y="33136"/>
                  </a:lnTo>
                  <a:lnTo>
                    <a:pt x="21189" y="32713"/>
                  </a:lnTo>
                  <a:lnTo>
                    <a:pt x="21290" y="32269"/>
                  </a:lnTo>
                  <a:lnTo>
                    <a:pt x="21431" y="31845"/>
                  </a:lnTo>
                  <a:lnTo>
                    <a:pt x="21552" y="31441"/>
                  </a:lnTo>
                  <a:lnTo>
                    <a:pt x="21714" y="31017"/>
                  </a:lnTo>
                  <a:lnTo>
                    <a:pt x="21875" y="30614"/>
                  </a:lnTo>
                  <a:lnTo>
                    <a:pt x="22057" y="30210"/>
                  </a:lnTo>
                  <a:lnTo>
                    <a:pt x="22259" y="29807"/>
                  </a:lnTo>
                  <a:lnTo>
                    <a:pt x="22461" y="29423"/>
                  </a:lnTo>
                  <a:lnTo>
                    <a:pt x="22703" y="29040"/>
                  </a:lnTo>
                  <a:lnTo>
                    <a:pt x="22945" y="28677"/>
                  </a:lnTo>
                  <a:lnTo>
                    <a:pt x="23207" y="28313"/>
                  </a:lnTo>
                  <a:lnTo>
                    <a:pt x="23470" y="27950"/>
                  </a:lnTo>
                  <a:lnTo>
                    <a:pt x="23772" y="27607"/>
                  </a:lnTo>
                  <a:lnTo>
                    <a:pt x="24095" y="27284"/>
                  </a:lnTo>
                  <a:lnTo>
                    <a:pt x="24458" y="26921"/>
                  </a:lnTo>
                  <a:lnTo>
                    <a:pt x="24862" y="26578"/>
                  </a:lnTo>
                  <a:lnTo>
                    <a:pt x="25266" y="26275"/>
                  </a:lnTo>
                  <a:lnTo>
                    <a:pt x="25710" y="25972"/>
                  </a:lnTo>
                  <a:lnTo>
                    <a:pt x="26153" y="25690"/>
                  </a:lnTo>
                  <a:lnTo>
                    <a:pt x="26597" y="25448"/>
                  </a:lnTo>
                  <a:lnTo>
                    <a:pt x="27082" y="25226"/>
                  </a:lnTo>
                  <a:lnTo>
                    <a:pt x="27586" y="25004"/>
                  </a:lnTo>
                  <a:lnTo>
                    <a:pt x="28091" y="24822"/>
                  </a:lnTo>
                  <a:lnTo>
                    <a:pt x="28615" y="24661"/>
                  </a:lnTo>
                  <a:lnTo>
                    <a:pt x="29160" y="24519"/>
                  </a:lnTo>
                  <a:lnTo>
                    <a:pt x="29705" y="24398"/>
                  </a:lnTo>
                  <a:lnTo>
                    <a:pt x="30290" y="24297"/>
                  </a:lnTo>
                  <a:lnTo>
                    <a:pt x="30876" y="24217"/>
                  </a:lnTo>
                  <a:lnTo>
                    <a:pt x="31481" y="24176"/>
                  </a:lnTo>
                  <a:lnTo>
                    <a:pt x="32086" y="24136"/>
                  </a:lnTo>
                  <a:lnTo>
                    <a:pt x="33297" y="24136"/>
                  </a:lnTo>
                  <a:lnTo>
                    <a:pt x="33903" y="24176"/>
                  </a:lnTo>
                  <a:lnTo>
                    <a:pt x="34508" y="24217"/>
                  </a:lnTo>
                  <a:lnTo>
                    <a:pt x="35113" y="24277"/>
                  </a:lnTo>
                  <a:lnTo>
                    <a:pt x="35699" y="24358"/>
                  </a:lnTo>
                  <a:lnTo>
                    <a:pt x="36264" y="24459"/>
                  </a:lnTo>
                  <a:lnTo>
                    <a:pt x="36829" y="24580"/>
                  </a:lnTo>
                  <a:lnTo>
                    <a:pt x="37394" y="24681"/>
                  </a:lnTo>
                  <a:lnTo>
                    <a:pt x="38443" y="24943"/>
                  </a:lnTo>
                  <a:lnTo>
                    <a:pt x="39412" y="25246"/>
                  </a:lnTo>
                  <a:lnTo>
                    <a:pt x="40320" y="25549"/>
                  </a:lnTo>
                  <a:lnTo>
                    <a:pt x="41147" y="25851"/>
                  </a:lnTo>
                  <a:lnTo>
                    <a:pt x="41874" y="26134"/>
                  </a:lnTo>
                  <a:lnTo>
                    <a:pt x="42600" y="26437"/>
                  </a:lnTo>
                  <a:lnTo>
                    <a:pt x="43327" y="26759"/>
                  </a:lnTo>
                  <a:lnTo>
                    <a:pt x="44033" y="27082"/>
                  </a:lnTo>
                  <a:lnTo>
                    <a:pt x="45466" y="27768"/>
                  </a:lnTo>
                  <a:lnTo>
                    <a:pt x="46878" y="28495"/>
                  </a:lnTo>
                  <a:lnTo>
                    <a:pt x="48271" y="29242"/>
                  </a:lnTo>
                  <a:lnTo>
                    <a:pt x="49643" y="30008"/>
                  </a:lnTo>
                  <a:lnTo>
                    <a:pt x="52367" y="31542"/>
                  </a:lnTo>
                  <a:lnTo>
                    <a:pt x="54486" y="32753"/>
                  </a:lnTo>
                  <a:lnTo>
                    <a:pt x="56646" y="33944"/>
                  </a:lnTo>
                  <a:lnTo>
                    <a:pt x="57735" y="34529"/>
                  </a:lnTo>
                  <a:lnTo>
                    <a:pt x="58825" y="35094"/>
                  </a:lnTo>
                  <a:lnTo>
                    <a:pt x="59935" y="35639"/>
                  </a:lnTo>
                  <a:lnTo>
                    <a:pt x="61045" y="36163"/>
                  </a:lnTo>
                  <a:lnTo>
                    <a:pt x="61953" y="36547"/>
                  </a:lnTo>
                  <a:lnTo>
                    <a:pt x="62821" y="36890"/>
                  </a:lnTo>
                  <a:lnTo>
                    <a:pt x="63668" y="37193"/>
                  </a:lnTo>
                  <a:lnTo>
                    <a:pt x="64496" y="37435"/>
                  </a:lnTo>
                  <a:lnTo>
                    <a:pt x="65283" y="37637"/>
                  </a:lnTo>
                  <a:lnTo>
                    <a:pt x="66049" y="37798"/>
                  </a:lnTo>
                  <a:lnTo>
                    <a:pt x="66816" y="37899"/>
                  </a:lnTo>
                  <a:lnTo>
                    <a:pt x="67523" y="37959"/>
                  </a:lnTo>
                  <a:lnTo>
                    <a:pt x="68229" y="37980"/>
                  </a:lnTo>
                  <a:lnTo>
                    <a:pt x="68552" y="37959"/>
                  </a:lnTo>
                  <a:lnTo>
                    <a:pt x="68895" y="37939"/>
                  </a:lnTo>
                  <a:lnTo>
                    <a:pt x="69218" y="37899"/>
                  </a:lnTo>
                  <a:lnTo>
                    <a:pt x="69541" y="37859"/>
                  </a:lnTo>
                  <a:lnTo>
                    <a:pt x="69843" y="37798"/>
                  </a:lnTo>
                  <a:lnTo>
                    <a:pt x="70166" y="37737"/>
                  </a:lnTo>
                  <a:lnTo>
                    <a:pt x="70449" y="37657"/>
                  </a:lnTo>
                  <a:lnTo>
                    <a:pt x="70751" y="37556"/>
                  </a:lnTo>
                  <a:lnTo>
                    <a:pt x="71034" y="37455"/>
                  </a:lnTo>
                  <a:lnTo>
                    <a:pt x="71316" y="37334"/>
                  </a:lnTo>
                  <a:lnTo>
                    <a:pt x="71579" y="37193"/>
                  </a:lnTo>
                  <a:lnTo>
                    <a:pt x="71861" y="37051"/>
                  </a:lnTo>
                  <a:lnTo>
                    <a:pt x="72103" y="36890"/>
                  </a:lnTo>
                  <a:lnTo>
                    <a:pt x="72366" y="36728"/>
                  </a:lnTo>
                  <a:lnTo>
                    <a:pt x="72628" y="36547"/>
                  </a:lnTo>
                  <a:lnTo>
                    <a:pt x="72870" y="36345"/>
                  </a:lnTo>
                  <a:lnTo>
                    <a:pt x="73112" y="36143"/>
                  </a:lnTo>
                  <a:lnTo>
                    <a:pt x="73355" y="35921"/>
                  </a:lnTo>
                  <a:lnTo>
                    <a:pt x="73577" y="35679"/>
                  </a:lnTo>
                  <a:lnTo>
                    <a:pt x="73778" y="35437"/>
                  </a:lnTo>
                  <a:lnTo>
                    <a:pt x="74000" y="35195"/>
                  </a:lnTo>
                  <a:lnTo>
                    <a:pt x="74182" y="34912"/>
                  </a:lnTo>
                  <a:lnTo>
                    <a:pt x="74384" y="34650"/>
                  </a:lnTo>
                  <a:lnTo>
                    <a:pt x="74565" y="34347"/>
                  </a:lnTo>
                  <a:lnTo>
                    <a:pt x="74727" y="34065"/>
                  </a:lnTo>
                  <a:lnTo>
                    <a:pt x="74888" y="33742"/>
                  </a:lnTo>
                  <a:lnTo>
                    <a:pt x="75050" y="33419"/>
                  </a:lnTo>
                  <a:lnTo>
                    <a:pt x="75191" y="33096"/>
                  </a:lnTo>
                  <a:lnTo>
                    <a:pt x="75312" y="32753"/>
                  </a:lnTo>
                  <a:lnTo>
                    <a:pt x="75433" y="32410"/>
                  </a:lnTo>
                  <a:lnTo>
                    <a:pt x="75635" y="31784"/>
                  </a:lnTo>
                  <a:lnTo>
                    <a:pt x="75796" y="31139"/>
                  </a:lnTo>
                  <a:lnTo>
                    <a:pt x="75917" y="30473"/>
                  </a:lnTo>
                  <a:lnTo>
                    <a:pt x="76018" y="29786"/>
                  </a:lnTo>
                  <a:lnTo>
                    <a:pt x="76099" y="29080"/>
                  </a:lnTo>
                  <a:lnTo>
                    <a:pt x="76139" y="28374"/>
                  </a:lnTo>
                  <a:lnTo>
                    <a:pt x="76139" y="27627"/>
                  </a:lnTo>
                  <a:lnTo>
                    <a:pt x="76119" y="26901"/>
                  </a:lnTo>
                  <a:lnTo>
                    <a:pt x="76059" y="25791"/>
                  </a:lnTo>
                  <a:lnTo>
                    <a:pt x="75998" y="24721"/>
                  </a:lnTo>
                  <a:lnTo>
                    <a:pt x="75837" y="22703"/>
                  </a:lnTo>
                  <a:lnTo>
                    <a:pt x="75655" y="20786"/>
                  </a:lnTo>
                  <a:lnTo>
                    <a:pt x="75453" y="18950"/>
                  </a:lnTo>
                  <a:lnTo>
                    <a:pt x="75252" y="16932"/>
                  </a:lnTo>
                  <a:lnTo>
                    <a:pt x="75050" y="14833"/>
                  </a:lnTo>
                  <a:lnTo>
                    <a:pt x="74929" y="13642"/>
                  </a:lnTo>
                  <a:lnTo>
                    <a:pt x="74787" y="12452"/>
                  </a:lnTo>
                  <a:lnTo>
                    <a:pt x="74606" y="11140"/>
                  </a:lnTo>
                  <a:lnTo>
                    <a:pt x="74545" y="10494"/>
                  </a:lnTo>
                  <a:lnTo>
                    <a:pt x="74485" y="9849"/>
                  </a:lnTo>
                  <a:lnTo>
                    <a:pt x="74444" y="9203"/>
                  </a:lnTo>
                  <a:lnTo>
                    <a:pt x="74424" y="8577"/>
                  </a:lnTo>
                  <a:lnTo>
                    <a:pt x="74424" y="7952"/>
                  </a:lnTo>
                  <a:lnTo>
                    <a:pt x="74464" y="7346"/>
                  </a:lnTo>
                  <a:lnTo>
                    <a:pt x="74525" y="6741"/>
                  </a:lnTo>
                  <a:lnTo>
                    <a:pt x="74646" y="6176"/>
                  </a:lnTo>
                  <a:lnTo>
                    <a:pt x="74707" y="5893"/>
                  </a:lnTo>
                  <a:lnTo>
                    <a:pt x="74787" y="5611"/>
                  </a:lnTo>
                  <a:lnTo>
                    <a:pt x="74888" y="5348"/>
                  </a:lnTo>
                  <a:lnTo>
                    <a:pt x="74989" y="5066"/>
                  </a:lnTo>
                  <a:lnTo>
                    <a:pt x="75110" y="4824"/>
                  </a:lnTo>
                  <a:lnTo>
                    <a:pt x="75231" y="4561"/>
                  </a:lnTo>
                  <a:lnTo>
                    <a:pt x="75393" y="4319"/>
                  </a:lnTo>
                  <a:lnTo>
                    <a:pt x="75554" y="4077"/>
                  </a:lnTo>
                  <a:lnTo>
                    <a:pt x="75716" y="3835"/>
                  </a:lnTo>
                  <a:lnTo>
                    <a:pt x="75917" y="3613"/>
                  </a:lnTo>
                  <a:lnTo>
                    <a:pt x="76119" y="3391"/>
                  </a:lnTo>
                  <a:lnTo>
                    <a:pt x="76341" y="3189"/>
                  </a:lnTo>
                  <a:lnTo>
                    <a:pt x="76604" y="2967"/>
                  </a:lnTo>
                  <a:lnTo>
                    <a:pt x="76886" y="2765"/>
                  </a:lnTo>
                  <a:lnTo>
                    <a:pt x="77169" y="2584"/>
                  </a:lnTo>
                  <a:lnTo>
                    <a:pt x="77471" y="2422"/>
                  </a:lnTo>
                  <a:lnTo>
                    <a:pt x="77754" y="2261"/>
                  </a:lnTo>
                  <a:lnTo>
                    <a:pt x="78077" y="2120"/>
                  </a:lnTo>
                  <a:lnTo>
                    <a:pt x="78379" y="1998"/>
                  </a:lnTo>
                  <a:lnTo>
                    <a:pt x="78702" y="1877"/>
                  </a:lnTo>
                  <a:lnTo>
                    <a:pt x="79348" y="1676"/>
                  </a:lnTo>
                  <a:lnTo>
                    <a:pt x="80014" y="1514"/>
                  </a:lnTo>
                  <a:lnTo>
                    <a:pt x="80660" y="1373"/>
                  </a:lnTo>
                  <a:lnTo>
                    <a:pt x="81306" y="1232"/>
                  </a:lnTo>
                  <a:lnTo>
                    <a:pt x="82799" y="989"/>
                  </a:lnTo>
                  <a:lnTo>
                    <a:pt x="84312" y="747"/>
                  </a:lnTo>
                  <a:lnTo>
                    <a:pt x="85826" y="566"/>
                  </a:lnTo>
                  <a:lnTo>
                    <a:pt x="87319" y="404"/>
                  </a:lnTo>
                  <a:lnTo>
                    <a:pt x="88833" y="283"/>
                  </a:lnTo>
                  <a:lnTo>
                    <a:pt x="90346" y="182"/>
                  </a:lnTo>
                  <a:lnTo>
                    <a:pt x="91860" y="122"/>
                  </a:lnTo>
                  <a:lnTo>
                    <a:pt x="93373" y="81"/>
                  </a:lnTo>
                  <a:close/>
                  <a:moveTo>
                    <a:pt x="93373" y="1"/>
                  </a:moveTo>
                  <a:lnTo>
                    <a:pt x="91860" y="41"/>
                  </a:lnTo>
                  <a:lnTo>
                    <a:pt x="90346" y="102"/>
                  </a:lnTo>
                  <a:lnTo>
                    <a:pt x="88833" y="202"/>
                  </a:lnTo>
                  <a:lnTo>
                    <a:pt x="87319" y="324"/>
                  </a:lnTo>
                  <a:lnTo>
                    <a:pt x="85806" y="485"/>
                  </a:lnTo>
                  <a:lnTo>
                    <a:pt x="84292" y="667"/>
                  </a:lnTo>
                  <a:lnTo>
                    <a:pt x="82799" y="909"/>
                  </a:lnTo>
                  <a:lnTo>
                    <a:pt x="81285" y="1171"/>
                  </a:lnTo>
                  <a:lnTo>
                    <a:pt x="80640" y="1292"/>
                  </a:lnTo>
                  <a:lnTo>
                    <a:pt x="79994" y="1433"/>
                  </a:lnTo>
                  <a:lnTo>
                    <a:pt x="79328" y="1595"/>
                  </a:lnTo>
                  <a:lnTo>
                    <a:pt x="78682" y="1797"/>
                  </a:lnTo>
                  <a:lnTo>
                    <a:pt x="78359" y="1918"/>
                  </a:lnTo>
                  <a:lnTo>
                    <a:pt x="78036" y="2059"/>
                  </a:lnTo>
                  <a:lnTo>
                    <a:pt x="77734" y="2200"/>
                  </a:lnTo>
                  <a:lnTo>
                    <a:pt x="77411" y="2342"/>
                  </a:lnTo>
                  <a:lnTo>
                    <a:pt x="77128" y="2523"/>
                  </a:lnTo>
                  <a:lnTo>
                    <a:pt x="76846" y="2705"/>
                  </a:lnTo>
                  <a:lnTo>
                    <a:pt x="76563" y="2907"/>
                  </a:lnTo>
                  <a:lnTo>
                    <a:pt x="76301" y="3129"/>
                  </a:lnTo>
                  <a:lnTo>
                    <a:pt x="76059" y="3330"/>
                  </a:lnTo>
                  <a:lnTo>
                    <a:pt x="75857" y="3552"/>
                  </a:lnTo>
                  <a:lnTo>
                    <a:pt x="75655" y="3795"/>
                  </a:lnTo>
                  <a:lnTo>
                    <a:pt x="75473" y="4017"/>
                  </a:lnTo>
                  <a:lnTo>
                    <a:pt x="75312" y="4259"/>
                  </a:lnTo>
                  <a:lnTo>
                    <a:pt x="75171" y="4521"/>
                  </a:lnTo>
                  <a:lnTo>
                    <a:pt x="75030" y="4763"/>
                  </a:lnTo>
                  <a:lnTo>
                    <a:pt x="74908" y="5026"/>
                  </a:lnTo>
                  <a:lnTo>
                    <a:pt x="74808" y="5308"/>
                  </a:lnTo>
                  <a:lnTo>
                    <a:pt x="74707" y="5570"/>
                  </a:lnTo>
                  <a:lnTo>
                    <a:pt x="74626" y="5853"/>
                  </a:lnTo>
                  <a:lnTo>
                    <a:pt x="74565" y="6135"/>
                  </a:lnTo>
                  <a:lnTo>
                    <a:pt x="74444" y="6721"/>
                  </a:lnTo>
                  <a:lnTo>
                    <a:pt x="74384" y="7326"/>
                  </a:lnTo>
                  <a:lnTo>
                    <a:pt x="74343" y="7931"/>
                  </a:lnTo>
                  <a:lnTo>
                    <a:pt x="74343" y="8557"/>
                  </a:lnTo>
                  <a:lnTo>
                    <a:pt x="74364" y="9203"/>
                  </a:lnTo>
                  <a:lnTo>
                    <a:pt x="74404" y="9849"/>
                  </a:lnTo>
                  <a:lnTo>
                    <a:pt x="74464" y="10494"/>
                  </a:lnTo>
                  <a:lnTo>
                    <a:pt x="74525" y="11160"/>
                  </a:lnTo>
                  <a:lnTo>
                    <a:pt x="74707" y="12472"/>
                  </a:lnTo>
                  <a:lnTo>
                    <a:pt x="74848" y="13663"/>
                  </a:lnTo>
                  <a:lnTo>
                    <a:pt x="74969" y="14833"/>
                  </a:lnTo>
                  <a:lnTo>
                    <a:pt x="75171" y="16932"/>
                  </a:lnTo>
                  <a:lnTo>
                    <a:pt x="75373" y="18950"/>
                  </a:lnTo>
                  <a:lnTo>
                    <a:pt x="75574" y="20806"/>
                  </a:lnTo>
                  <a:lnTo>
                    <a:pt x="75756" y="22703"/>
                  </a:lnTo>
                  <a:lnTo>
                    <a:pt x="75917" y="24741"/>
                  </a:lnTo>
                  <a:lnTo>
                    <a:pt x="75978" y="25791"/>
                  </a:lnTo>
                  <a:lnTo>
                    <a:pt x="76039" y="26901"/>
                  </a:lnTo>
                  <a:lnTo>
                    <a:pt x="76059" y="27627"/>
                  </a:lnTo>
                  <a:lnTo>
                    <a:pt x="76059" y="28354"/>
                  </a:lnTo>
                  <a:lnTo>
                    <a:pt x="76018" y="29080"/>
                  </a:lnTo>
                  <a:lnTo>
                    <a:pt x="75938" y="29766"/>
                  </a:lnTo>
                  <a:lnTo>
                    <a:pt x="75837" y="30452"/>
                  </a:lnTo>
                  <a:lnTo>
                    <a:pt x="75716" y="31118"/>
                  </a:lnTo>
                  <a:lnTo>
                    <a:pt x="75554" y="31764"/>
                  </a:lnTo>
                  <a:lnTo>
                    <a:pt x="75373" y="32370"/>
                  </a:lnTo>
                  <a:lnTo>
                    <a:pt x="75252" y="32733"/>
                  </a:lnTo>
                  <a:lnTo>
                    <a:pt x="75110" y="33056"/>
                  </a:lnTo>
                  <a:lnTo>
                    <a:pt x="74969" y="33399"/>
                  </a:lnTo>
                  <a:lnTo>
                    <a:pt x="74808" y="33701"/>
                  </a:lnTo>
                  <a:lnTo>
                    <a:pt x="74666" y="34024"/>
                  </a:lnTo>
                  <a:lnTo>
                    <a:pt x="74485" y="34307"/>
                  </a:lnTo>
                  <a:lnTo>
                    <a:pt x="74303" y="34589"/>
                  </a:lnTo>
                  <a:lnTo>
                    <a:pt x="74121" y="34872"/>
                  </a:lnTo>
                  <a:lnTo>
                    <a:pt x="73920" y="35134"/>
                  </a:lnTo>
                  <a:lnTo>
                    <a:pt x="73718" y="35397"/>
                  </a:lnTo>
                  <a:lnTo>
                    <a:pt x="73516" y="35639"/>
                  </a:lnTo>
                  <a:lnTo>
                    <a:pt x="73294" y="35861"/>
                  </a:lnTo>
                  <a:lnTo>
                    <a:pt x="73052" y="36083"/>
                  </a:lnTo>
                  <a:lnTo>
                    <a:pt x="72830" y="36284"/>
                  </a:lnTo>
                  <a:lnTo>
                    <a:pt x="72568" y="36486"/>
                  </a:lnTo>
                  <a:lnTo>
                    <a:pt x="72325" y="36668"/>
                  </a:lnTo>
                  <a:lnTo>
                    <a:pt x="72063" y="36829"/>
                  </a:lnTo>
                  <a:lnTo>
                    <a:pt x="71821" y="36991"/>
                  </a:lnTo>
                  <a:lnTo>
                    <a:pt x="71538" y="37132"/>
                  </a:lnTo>
                  <a:lnTo>
                    <a:pt x="71276" y="37253"/>
                  </a:lnTo>
                  <a:lnTo>
                    <a:pt x="70994" y="37374"/>
                  </a:lnTo>
                  <a:lnTo>
                    <a:pt x="70711" y="37475"/>
                  </a:lnTo>
                  <a:lnTo>
                    <a:pt x="70428" y="37576"/>
                  </a:lnTo>
                  <a:lnTo>
                    <a:pt x="70126" y="37657"/>
                  </a:lnTo>
                  <a:lnTo>
                    <a:pt x="69823" y="37717"/>
                  </a:lnTo>
                  <a:lnTo>
                    <a:pt x="69520" y="37778"/>
                  </a:lnTo>
                  <a:lnTo>
                    <a:pt x="69197" y="37838"/>
                  </a:lnTo>
                  <a:lnTo>
                    <a:pt x="68875" y="37859"/>
                  </a:lnTo>
                  <a:lnTo>
                    <a:pt x="68209" y="37899"/>
                  </a:lnTo>
                  <a:lnTo>
                    <a:pt x="67523" y="37879"/>
                  </a:lnTo>
                  <a:lnTo>
                    <a:pt x="66796" y="37818"/>
                  </a:lnTo>
                  <a:lnTo>
                    <a:pt x="66070" y="37717"/>
                  </a:lnTo>
                  <a:lnTo>
                    <a:pt x="65303" y="37556"/>
                  </a:lnTo>
                  <a:lnTo>
                    <a:pt x="64496" y="37354"/>
                  </a:lnTo>
                  <a:lnTo>
                    <a:pt x="63688" y="37112"/>
                  </a:lnTo>
                  <a:lnTo>
                    <a:pt x="62841" y="36829"/>
                  </a:lnTo>
                  <a:lnTo>
                    <a:pt x="61973" y="36486"/>
                  </a:lnTo>
                  <a:lnTo>
                    <a:pt x="61085" y="36083"/>
                  </a:lnTo>
                  <a:lnTo>
                    <a:pt x="59975" y="35558"/>
                  </a:lnTo>
                  <a:lnTo>
                    <a:pt x="58865" y="35013"/>
                  </a:lnTo>
                  <a:lnTo>
                    <a:pt x="57776" y="34448"/>
                  </a:lnTo>
                  <a:lnTo>
                    <a:pt x="56686" y="33863"/>
                  </a:lnTo>
                  <a:lnTo>
                    <a:pt x="54527" y="32672"/>
                  </a:lnTo>
                  <a:lnTo>
                    <a:pt x="52408" y="31461"/>
                  </a:lnTo>
                  <a:lnTo>
                    <a:pt x="49683" y="29928"/>
                  </a:lnTo>
                  <a:lnTo>
                    <a:pt x="48311" y="29161"/>
                  </a:lnTo>
                  <a:lnTo>
                    <a:pt x="46919" y="28414"/>
                  </a:lnTo>
                  <a:lnTo>
                    <a:pt x="45506" y="27708"/>
                  </a:lnTo>
                  <a:lnTo>
                    <a:pt x="44073" y="27022"/>
                  </a:lnTo>
                  <a:lnTo>
                    <a:pt x="43347" y="26679"/>
                  </a:lnTo>
                  <a:lnTo>
                    <a:pt x="42641" y="26376"/>
                  </a:lnTo>
                  <a:lnTo>
                    <a:pt x="41894" y="26053"/>
                  </a:lnTo>
                  <a:lnTo>
                    <a:pt x="41167" y="25771"/>
                  </a:lnTo>
                  <a:lnTo>
                    <a:pt x="40300" y="25448"/>
                  </a:lnTo>
                  <a:lnTo>
                    <a:pt x="39331" y="25125"/>
                  </a:lnTo>
                  <a:lnTo>
                    <a:pt x="38282" y="24822"/>
                  </a:lnTo>
                  <a:lnTo>
                    <a:pt x="37717" y="24681"/>
                  </a:lnTo>
                  <a:lnTo>
                    <a:pt x="37152" y="24560"/>
                  </a:lnTo>
                  <a:lnTo>
                    <a:pt x="36566" y="24439"/>
                  </a:lnTo>
                  <a:lnTo>
                    <a:pt x="35961" y="24318"/>
                  </a:lnTo>
                  <a:lnTo>
                    <a:pt x="35335" y="24237"/>
                  </a:lnTo>
                  <a:lnTo>
                    <a:pt x="34710" y="24156"/>
                  </a:lnTo>
                  <a:lnTo>
                    <a:pt x="34064" y="24096"/>
                  </a:lnTo>
                  <a:lnTo>
                    <a:pt x="33418" y="24055"/>
                  </a:lnTo>
                  <a:lnTo>
                    <a:pt x="32086" y="24055"/>
                  </a:lnTo>
                  <a:lnTo>
                    <a:pt x="31461" y="24096"/>
                  </a:lnTo>
                  <a:lnTo>
                    <a:pt x="30855" y="24136"/>
                  </a:lnTo>
                  <a:lnTo>
                    <a:pt x="30270" y="24217"/>
                  </a:lnTo>
                  <a:lnTo>
                    <a:pt x="29685" y="24318"/>
                  </a:lnTo>
                  <a:lnTo>
                    <a:pt x="29140" y="24439"/>
                  </a:lnTo>
                  <a:lnTo>
                    <a:pt x="28595" y="24580"/>
                  </a:lnTo>
                  <a:lnTo>
                    <a:pt x="28050" y="24741"/>
                  </a:lnTo>
                  <a:lnTo>
                    <a:pt x="27546" y="24943"/>
                  </a:lnTo>
                  <a:lnTo>
                    <a:pt x="27041" y="25145"/>
                  </a:lnTo>
                  <a:lnTo>
                    <a:pt x="26577" y="25367"/>
                  </a:lnTo>
                  <a:lnTo>
                    <a:pt x="26113" y="25629"/>
                  </a:lnTo>
                  <a:lnTo>
                    <a:pt x="25649" y="25912"/>
                  </a:lnTo>
                  <a:lnTo>
                    <a:pt x="25225" y="26194"/>
                  </a:lnTo>
                  <a:lnTo>
                    <a:pt x="24801" y="26517"/>
                  </a:lnTo>
                  <a:lnTo>
                    <a:pt x="24418" y="26860"/>
                  </a:lnTo>
                  <a:lnTo>
                    <a:pt x="24035" y="27224"/>
                  </a:lnTo>
                  <a:lnTo>
                    <a:pt x="23712" y="27546"/>
                  </a:lnTo>
                  <a:lnTo>
                    <a:pt x="23409" y="27890"/>
                  </a:lnTo>
                  <a:lnTo>
                    <a:pt x="23147" y="28253"/>
                  </a:lnTo>
                  <a:lnTo>
                    <a:pt x="22884" y="28616"/>
                  </a:lnTo>
                  <a:lnTo>
                    <a:pt x="22622" y="28999"/>
                  </a:lnTo>
                  <a:lnTo>
                    <a:pt x="22400" y="29383"/>
                  </a:lnTo>
                  <a:lnTo>
                    <a:pt x="22178" y="29766"/>
                  </a:lnTo>
                  <a:lnTo>
                    <a:pt x="21996" y="30170"/>
                  </a:lnTo>
                  <a:lnTo>
                    <a:pt x="21815" y="30573"/>
                  </a:lnTo>
                  <a:lnTo>
                    <a:pt x="21633" y="30977"/>
                  </a:lnTo>
                  <a:lnTo>
                    <a:pt x="21492" y="31401"/>
                  </a:lnTo>
                  <a:lnTo>
                    <a:pt x="21351" y="31825"/>
                  </a:lnTo>
                  <a:lnTo>
                    <a:pt x="21230" y="32248"/>
                  </a:lnTo>
                  <a:lnTo>
                    <a:pt x="21108" y="32672"/>
                  </a:lnTo>
                  <a:lnTo>
                    <a:pt x="21008" y="33116"/>
                  </a:lnTo>
                  <a:lnTo>
                    <a:pt x="20927" y="33540"/>
                  </a:lnTo>
                  <a:lnTo>
                    <a:pt x="20786" y="34428"/>
                  </a:lnTo>
                  <a:lnTo>
                    <a:pt x="20685" y="35296"/>
                  </a:lnTo>
                  <a:lnTo>
                    <a:pt x="20604" y="36163"/>
                  </a:lnTo>
                  <a:lnTo>
                    <a:pt x="20584" y="37031"/>
                  </a:lnTo>
                  <a:lnTo>
                    <a:pt x="20584" y="37879"/>
                  </a:lnTo>
                  <a:lnTo>
                    <a:pt x="20604" y="38706"/>
                  </a:lnTo>
                  <a:lnTo>
                    <a:pt x="20665" y="39513"/>
                  </a:lnTo>
                  <a:lnTo>
                    <a:pt x="20725" y="40280"/>
                  </a:lnTo>
                  <a:lnTo>
                    <a:pt x="20846" y="41329"/>
                  </a:lnTo>
                  <a:lnTo>
                    <a:pt x="20987" y="42359"/>
                  </a:lnTo>
                  <a:lnTo>
                    <a:pt x="21290" y="44437"/>
                  </a:lnTo>
                  <a:lnTo>
                    <a:pt x="21472" y="45628"/>
                  </a:lnTo>
                  <a:lnTo>
                    <a:pt x="21653" y="46818"/>
                  </a:lnTo>
                  <a:lnTo>
                    <a:pt x="21795" y="48029"/>
                  </a:lnTo>
                  <a:lnTo>
                    <a:pt x="21916" y="49240"/>
                  </a:lnTo>
                  <a:lnTo>
                    <a:pt x="21996" y="50451"/>
                  </a:lnTo>
                  <a:lnTo>
                    <a:pt x="22017" y="51056"/>
                  </a:lnTo>
                  <a:lnTo>
                    <a:pt x="22037" y="51662"/>
                  </a:lnTo>
                  <a:lnTo>
                    <a:pt x="22017" y="52267"/>
                  </a:lnTo>
                  <a:lnTo>
                    <a:pt x="21996" y="52872"/>
                  </a:lnTo>
                  <a:lnTo>
                    <a:pt x="21956" y="53478"/>
                  </a:lnTo>
                  <a:lnTo>
                    <a:pt x="21895" y="54083"/>
                  </a:lnTo>
                  <a:lnTo>
                    <a:pt x="21815" y="54648"/>
                  </a:lnTo>
                  <a:lnTo>
                    <a:pt x="21734" y="55193"/>
                  </a:lnTo>
                  <a:lnTo>
                    <a:pt x="21613" y="55718"/>
                  </a:lnTo>
                  <a:lnTo>
                    <a:pt x="21472" y="56243"/>
                  </a:lnTo>
                  <a:lnTo>
                    <a:pt x="21330" y="56727"/>
                  </a:lnTo>
                  <a:lnTo>
                    <a:pt x="21149" y="57211"/>
                  </a:lnTo>
                  <a:lnTo>
                    <a:pt x="20967" y="57675"/>
                  </a:lnTo>
                  <a:lnTo>
                    <a:pt x="20745" y="58119"/>
                  </a:lnTo>
                  <a:lnTo>
                    <a:pt x="20523" y="58543"/>
                  </a:lnTo>
                  <a:lnTo>
                    <a:pt x="20281" y="58967"/>
                  </a:lnTo>
                  <a:lnTo>
                    <a:pt x="20039" y="59350"/>
                  </a:lnTo>
                  <a:lnTo>
                    <a:pt x="19756" y="59714"/>
                  </a:lnTo>
                  <a:lnTo>
                    <a:pt x="19474" y="60057"/>
                  </a:lnTo>
                  <a:lnTo>
                    <a:pt x="19171" y="60359"/>
                  </a:lnTo>
                  <a:lnTo>
                    <a:pt x="18848" y="60662"/>
                  </a:lnTo>
                  <a:lnTo>
                    <a:pt x="18505" y="60945"/>
                  </a:lnTo>
                  <a:lnTo>
                    <a:pt x="18203" y="61167"/>
                  </a:lnTo>
                  <a:lnTo>
                    <a:pt x="17880" y="61368"/>
                  </a:lnTo>
                  <a:lnTo>
                    <a:pt x="17537" y="61570"/>
                  </a:lnTo>
                  <a:lnTo>
                    <a:pt x="17194" y="61732"/>
                  </a:lnTo>
                  <a:lnTo>
                    <a:pt x="16830" y="61893"/>
                  </a:lnTo>
                  <a:lnTo>
                    <a:pt x="16467" y="62034"/>
                  </a:lnTo>
                  <a:lnTo>
                    <a:pt x="16104" y="62176"/>
                  </a:lnTo>
                  <a:lnTo>
                    <a:pt x="15741" y="62297"/>
                  </a:lnTo>
                  <a:lnTo>
                    <a:pt x="14974" y="62519"/>
                  </a:lnTo>
                  <a:lnTo>
                    <a:pt x="14207" y="62700"/>
                  </a:lnTo>
                  <a:lnTo>
                    <a:pt x="13440" y="62862"/>
                  </a:lnTo>
                  <a:lnTo>
                    <a:pt x="12653" y="63003"/>
                  </a:lnTo>
                  <a:lnTo>
                    <a:pt x="11725" y="63185"/>
                  </a:lnTo>
                  <a:lnTo>
                    <a:pt x="10978" y="63346"/>
                  </a:lnTo>
                  <a:lnTo>
                    <a:pt x="10252" y="63528"/>
                  </a:lnTo>
                  <a:lnTo>
                    <a:pt x="9545" y="63709"/>
                  </a:lnTo>
                  <a:lnTo>
                    <a:pt x="8879" y="63911"/>
                  </a:lnTo>
                  <a:lnTo>
                    <a:pt x="8234" y="64113"/>
                  </a:lnTo>
                  <a:lnTo>
                    <a:pt x="7628" y="64335"/>
                  </a:lnTo>
                  <a:lnTo>
                    <a:pt x="7043" y="64577"/>
                  </a:lnTo>
                  <a:lnTo>
                    <a:pt x="6478" y="64819"/>
                  </a:lnTo>
                  <a:lnTo>
                    <a:pt x="5933" y="65081"/>
                  </a:lnTo>
                  <a:lnTo>
                    <a:pt x="5408" y="65364"/>
                  </a:lnTo>
                  <a:lnTo>
                    <a:pt x="4924" y="65646"/>
                  </a:lnTo>
                  <a:lnTo>
                    <a:pt x="4440" y="65969"/>
                  </a:lnTo>
                  <a:lnTo>
                    <a:pt x="3996" y="66272"/>
                  </a:lnTo>
                  <a:lnTo>
                    <a:pt x="3572" y="66615"/>
                  </a:lnTo>
                  <a:lnTo>
                    <a:pt x="3148" y="66958"/>
                  </a:lnTo>
                  <a:lnTo>
                    <a:pt x="2765" y="67321"/>
                  </a:lnTo>
                  <a:lnTo>
                    <a:pt x="2321" y="67786"/>
                  </a:lnTo>
                  <a:lnTo>
                    <a:pt x="1917" y="68270"/>
                  </a:lnTo>
                  <a:lnTo>
                    <a:pt x="1554" y="68795"/>
                  </a:lnTo>
                  <a:lnTo>
                    <a:pt x="1211" y="69339"/>
                  </a:lnTo>
                  <a:lnTo>
                    <a:pt x="928" y="69884"/>
                  </a:lnTo>
                  <a:lnTo>
                    <a:pt x="666" y="70470"/>
                  </a:lnTo>
                  <a:lnTo>
                    <a:pt x="444" y="71055"/>
                  </a:lnTo>
                  <a:lnTo>
                    <a:pt x="262" y="71660"/>
                  </a:lnTo>
                  <a:lnTo>
                    <a:pt x="182" y="71983"/>
                  </a:lnTo>
                  <a:lnTo>
                    <a:pt x="121" y="72306"/>
                  </a:lnTo>
                  <a:lnTo>
                    <a:pt x="81" y="72609"/>
                  </a:lnTo>
                  <a:lnTo>
                    <a:pt x="41" y="72931"/>
                  </a:lnTo>
                  <a:lnTo>
                    <a:pt x="20" y="73254"/>
                  </a:lnTo>
                  <a:lnTo>
                    <a:pt x="0" y="73557"/>
                  </a:lnTo>
                  <a:lnTo>
                    <a:pt x="0" y="73880"/>
                  </a:lnTo>
                  <a:lnTo>
                    <a:pt x="20" y="74183"/>
                  </a:lnTo>
                  <a:lnTo>
                    <a:pt x="61" y="74485"/>
                  </a:lnTo>
                  <a:lnTo>
                    <a:pt x="101" y="74788"/>
                  </a:lnTo>
                  <a:lnTo>
                    <a:pt x="162" y="75071"/>
                  </a:lnTo>
                  <a:lnTo>
                    <a:pt x="222" y="75373"/>
                  </a:lnTo>
                  <a:lnTo>
                    <a:pt x="323" y="75656"/>
                  </a:lnTo>
                  <a:lnTo>
                    <a:pt x="404" y="75938"/>
                  </a:lnTo>
                  <a:lnTo>
                    <a:pt x="525" y="76201"/>
                  </a:lnTo>
                  <a:lnTo>
                    <a:pt x="646" y="76483"/>
                  </a:lnTo>
                  <a:lnTo>
                    <a:pt x="828" y="76846"/>
                  </a:lnTo>
                  <a:lnTo>
                    <a:pt x="1050" y="77189"/>
                  </a:lnTo>
                  <a:lnTo>
                    <a:pt x="1292" y="77533"/>
                  </a:lnTo>
                  <a:lnTo>
                    <a:pt x="1554" y="77855"/>
                  </a:lnTo>
                  <a:lnTo>
                    <a:pt x="1837" y="78158"/>
                  </a:lnTo>
                  <a:lnTo>
                    <a:pt x="2139" y="78441"/>
                  </a:lnTo>
                  <a:lnTo>
                    <a:pt x="2462" y="78703"/>
                  </a:lnTo>
                  <a:lnTo>
                    <a:pt x="2785" y="78945"/>
                  </a:lnTo>
                  <a:lnTo>
                    <a:pt x="3148" y="79187"/>
                  </a:lnTo>
                  <a:lnTo>
                    <a:pt x="3532" y="79389"/>
                  </a:lnTo>
                  <a:lnTo>
                    <a:pt x="3935" y="79591"/>
                  </a:lnTo>
                  <a:lnTo>
                    <a:pt x="4339" y="79773"/>
                  </a:lnTo>
                  <a:lnTo>
                    <a:pt x="4763" y="79914"/>
                  </a:lnTo>
                  <a:lnTo>
                    <a:pt x="5227" y="80055"/>
                  </a:lnTo>
                  <a:lnTo>
                    <a:pt x="5691" y="80176"/>
                  </a:lnTo>
                  <a:lnTo>
                    <a:pt x="6155" y="80277"/>
                  </a:lnTo>
                  <a:lnTo>
                    <a:pt x="6660" y="80338"/>
                  </a:lnTo>
                  <a:lnTo>
                    <a:pt x="7144" y="80398"/>
                  </a:lnTo>
                  <a:lnTo>
                    <a:pt x="7648" y="80438"/>
                  </a:lnTo>
                  <a:lnTo>
                    <a:pt x="8153" y="80438"/>
                  </a:lnTo>
                  <a:lnTo>
                    <a:pt x="8819" y="80418"/>
                  </a:lnTo>
                  <a:lnTo>
                    <a:pt x="9485" y="80378"/>
                  </a:lnTo>
                  <a:lnTo>
                    <a:pt x="10171" y="80277"/>
                  </a:lnTo>
                  <a:lnTo>
                    <a:pt x="10817" y="80156"/>
                  </a:lnTo>
                  <a:lnTo>
                    <a:pt x="11483" y="80015"/>
                  </a:lnTo>
                  <a:lnTo>
                    <a:pt x="12128" y="79813"/>
                  </a:lnTo>
                  <a:lnTo>
                    <a:pt x="12754" y="79591"/>
                  </a:lnTo>
                  <a:lnTo>
                    <a:pt x="13380" y="79329"/>
                  </a:lnTo>
                  <a:lnTo>
                    <a:pt x="14106" y="78986"/>
                  </a:lnTo>
                  <a:lnTo>
                    <a:pt x="14812" y="78622"/>
                  </a:lnTo>
                  <a:lnTo>
                    <a:pt x="15498" y="78219"/>
                  </a:lnTo>
                  <a:lnTo>
                    <a:pt x="16185" y="77795"/>
                  </a:lnTo>
                  <a:lnTo>
                    <a:pt x="16850" y="77351"/>
                  </a:lnTo>
                  <a:lnTo>
                    <a:pt x="17496" y="76887"/>
                  </a:lnTo>
                  <a:lnTo>
                    <a:pt x="18142" y="76402"/>
                  </a:lnTo>
                  <a:lnTo>
                    <a:pt x="18768" y="75898"/>
                  </a:lnTo>
                  <a:lnTo>
                    <a:pt x="19373" y="75393"/>
                  </a:lnTo>
                  <a:lnTo>
                    <a:pt x="19978" y="74869"/>
                  </a:lnTo>
                  <a:lnTo>
                    <a:pt x="21169" y="73779"/>
                  </a:lnTo>
                  <a:lnTo>
                    <a:pt x="22339" y="72669"/>
                  </a:lnTo>
                  <a:lnTo>
                    <a:pt x="23490" y="71559"/>
                  </a:lnTo>
                  <a:lnTo>
                    <a:pt x="25266" y="69824"/>
                  </a:lnTo>
                  <a:lnTo>
                    <a:pt x="26174" y="68976"/>
                  </a:lnTo>
                  <a:lnTo>
                    <a:pt x="27102" y="68149"/>
                  </a:lnTo>
                  <a:lnTo>
                    <a:pt x="27990" y="67382"/>
                  </a:lnTo>
                  <a:lnTo>
                    <a:pt x="28918" y="66615"/>
                  </a:lnTo>
                  <a:lnTo>
                    <a:pt x="29867" y="65889"/>
                  </a:lnTo>
                  <a:lnTo>
                    <a:pt x="30855" y="65182"/>
                  </a:lnTo>
                  <a:lnTo>
                    <a:pt x="31844" y="64496"/>
                  </a:lnTo>
                  <a:lnTo>
                    <a:pt x="32853" y="63850"/>
                  </a:lnTo>
                  <a:lnTo>
                    <a:pt x="33882" y="63225"/>
                  </a:lnTo>
                  <a:lnTo>
                    <a:pt x="34932" y="62599"/>
                  </a:lnTo>
                  <a:lnTo>
                    <a:pt x="36001" y="62034"/>
                  </a:lnTo>
                  <a:lnTo>
                    <a:pt x="37071" y="61469"/>
                  </a:lnTo>
                  <a:lnTo>
                    <a:pt x="38161" y="60945"/>
                  </a:lnTo>
                  <a:lnTo>
                    <a:pt x="39271" y="60440"/>
                  </a:lnTo>
                  <a:lnTo>
                    <a:pt x="40401" y="59976"/>
                  </a:lnTo>
                  <a:lnTo>
                    <a:pt x="41531" y="59532"/>
                  </a:lnTo>
                  <a:lnTo>
                    <a:pt x="42681" y="59108"/>
                  </a:lnTo>
                  <a:lnTo>
                    <a:pt x="43851" y="58725"/>
                  </a:lnTo>
                  <a:lnTo>
                    <a:pt x="45002" y="58361"/>
                  </a:lnTo>
                  <a:lnTo>
                    <a:pt x="46192" y="58039"/>
                  </a:lnTo>
                  <a:lnTo>
                    <a:pt x="47363" y="57736"/>
                  </a:lnTo>
                  <a:lnTo>
                    <a:pt x="48553" y="57474"/>
                  </a:lnTo>
                  <a:lnTo>
                    <a:pt x="49764" y="57231"/>
                  </a:lnTo>
                  <a:lnTo>
                    <a:pt x="50955" y="57030"/>
                  </a:lnTo>
                  <a:lnTo>
                    <a:pt x="52166" y="56868"/>
                  </a:lnTo>
                  <a:lnTo>
                    <a:pt x="53356" y="56707"/>
                  </a:lnTo>
                  <a:lnTo>
                    <a:pt x="54567" y="56606"/>
                  </a:lnTo>
                  <a:lnTo>
                    <a:pt x="55778" y="56525"/>
                  </a:lnTo>
                  <a:lnTo>
                    <a:pt x="56989" y="56465"/>
                  </a:lnTo>
                  <a:lnTo>
                    <a:pt x="58179" y="56444"/>
                  </a:lnTo>
                  <a:lnTo>
                    <a:pt x="59390" y="56465"/>
                  </a:lnTo>
                  <a:lnTo>
                    <a:pt x="60581" y="56505"/>
                  </a:lnTo>
                  <a:lnTo>
                    <a:pt x="61771" y="56586"/>
                  </a:lnTo>
                  <a:lnTo>
                    <a:pt x="62962" y="56687"/>
                  </a:lnTo>
                  <a:lnTo>
                    <a:pt x="64274" y="56848"/>
                  </a:lnTo>
                  <a:lnTo>
                    <a:pt x="65605" y="57030"/>
                  </a:lnTo>
                  <a:lnTo>
                    <a:pt x="66917" y="57231"/>
                  </a:lnTo>
                  <a:lnTo>
                    <a:pt x="68229" y="57433"/>
                  </a:lnTo>
                  <a:lnTo>
                    <a:pt x="69601" y="57655"/>
                  </a:lnTo>
                  <a:lnTo>
                    <a:pt x="70973" y="57857"/>
                  </a:lnTo>
                  <a:lnTo>
                    <a:pt x="72366" y="58039"/>
                  </a:lnTo>
                  <a:lnTo>
                    <a:pt x="73758" y="58200"/>
                  </a:lnTo>
                  <a:lnTo>
                    <a:pt x="74444" y="58261"/>
                  </a:lnTo>
                  <a:lnTo>
                    <a:pt x="75151" y="58321"/>
                  </a:lnTo>
                  <a:lnTo>
                    <a:pt x="75837" y="58361"/>
                  </a:lnTo>
                  <a:lnTo>
                    <a:pt x="76543" y="58382"/>
                  </a:lnTo>
                  <a:lnTo>
                    <a:pt x="77249" y="58382"/>
                  </a:lnTo>
                  <a:lnTo>
                    <a:pt x="77935" y="58361"/>
                  </a:lnTo>
                  <a:lnTo>
                    <a:pt x="78642" y="58341"/>
                  </a:lnTo>
                  <a:lnTo>
                    <a:pt x="79328" y="58281"/>
                  </a:lnTo>
                  <a:lnTo>
                    <a:pt x="79812" y="58220"/>
                  </a:lnTo>
                  <a:lnTo>
                    <a:pt x="80337" y="58160"/>
                  </a:lnTo>
                  <a:lnTo>
                    <a:pt x="80882" y="58059"/>
                  </a:lnTo>
                  <a:lnTo>
                    <a:pt x="81467" y="57918"/>
                  </a:lnTo>
                  <a:lnTo>
                    <a:pt x="82032" y="57736"/>
                  </a:lnTo>
                  <a:lnTo>
                    <a:pt x="82315" y="57635"/>
                  </a:lnTo>
                  <a:lnTo>
                    <a:pt x="82597" y="57514"/>
                  </a:lnTo>
                  <a:lnTo>
                    <a:pt x="82880" y="57373"/>
                  </a:lnTo>
                  <a:lnTo>
                    <a:pt x="83142" y="57231"/>
                  </a:lnTo>
                  <a:lnTo>
                    <a:pt x="83404" y="57050"/>
                  </a:lnTo>
                  <a:lnTo>
                    <a:pt x="83667" y="56868"/>
                  </a:lnTo>
                  <a:lnTo>
                    <a:pt x="83868" y="56707"/>
                  </a:lnTo>
                  <a:lnTo>
                    <a:pt x="84050" y="56525"/>
                  </a:lnTo>
                  <a:lnTo>
                    <a:pt x="84232" y="56343"/>
                  </a:lnTo>
                  <a:lnTo>
                    <a:pt x="84413" y="56162"/>
                  </a:lnTo>
                  <a:lnTo>
                    <a:pt x="84716" y="55778"/>
                  </a:lnTo>
                  <a:lnTo>
                    <a:pt x="84998" y="55355"/>
                  </a:lnTo>
                  <a:lnTo>
                    <a:pt x="85220" y="54931"/>
                  </a:lnTo>
                  <a:lnTo>
                    <a:pt x="85442" y="54467"/>
                  </a:lnTo>
                  <a:lnTo>
                    <a:pt x="85604" y="53982"/>
                  </a:lnTo>
                  <a:lnTo>
                    <a:pt x="85765" y="53498"/>
                  </a:lnTo>
                  <a:lnTo>
                    <a:pt x="85886" y="52994"/>
                  </a:lnTo>
                  <a:lnTo>
                    <a:pt x="86007" y="52489"/>
                  </a:lnTo>
                  <a:lnTo>
                    <a:pt x="86088" y="51964"/>
                  </a:lnTo>
                  <a:lnTo>
                    <a:pt x="86169" y="51420"/>
                  </a:lnTo>
                  <a:lnTo>
                    <a:pt x="86290" y="50350"/>
                  </a:lnTo>
                  <a:lnTo>
                    <a:pt x="86371" y="49260"/>
                  </a:lnTo>
                  <a:lnTo>
                    <a:pt x="86492" y="47949"/>
                  </a:lnTo>
                  <a:lnTo>
                    <a:pt x="86573" y="47283"/>
                  </a:lnTo>
                  <a:lnTo>
                    <a:pt x="86653" y="46637"/>
                  </a:lnTo>
                  <a:lnTo>
                    <a:pt x="86754" y="46052"/>
                  </a:lnTo>
                  <a:lnTo>
                    <a:pt x="86895" y="45487"/>
                  </a:lnTo>
                  <a:lnTo>
                    <a:pt x="87037" y="44901"/>
                  </a:lnTo>
                  <a:lnTo>
                    <a:pt x="87218" y="44336"/>
                  </a:lnTo>
                  <a:lnTo>
                    <a:pt x="87420" y="43771"/>
                  </a:lnTo>
                  <a:lnTo>
                    <a:pt x="87642" y="43206"/>
                  </a:lnTo>
                  <a:lnTo>
                    <a:pt x="87884" y="42661"/>
                  </a:lnTo>
                  <a:lnTo>
                    <a:pt x="88167" y="42117"/>
                  </a:lnTo>
                  <a:lnTo>
                    <a:pt x="88449" y="41592"/>
                  </a:lnTo>
                  <a:lnTo>
                    <a:pt x="88772" y="41067"/>
                  </a:lnTo>
                  <a:lnTo>
                    <a:pt x="89115" y="40563"/>
                  </a:lnTo>
                  <a:lnTo>
                    <a:pt x="89478" y="40058"/>
                  </a:lnTo>
                  <a:lnTo>
                    <a:pt x="89842" y="39574"/>
                  </a:lnTo>
                  <a:lnTo>
                    <a:pt x="90245" y="39089"/>
                  </a:lnTo>
                  <a:lnTo>
                    <a:pt x="90669" y="38646"/>
                  </a:lnTo>
                  <a:lnTo>
                    <a:pt x="91113" y="38202"/>
                  </a:lnTo>
                  <a:lnTo>
                    <a:pt x="91577" y="37758"/>
                  </a:lnTo>
                  <a:lnTo>
                    <a:pt x="92041" y="37354"/>
                  </a:lnTo>
                  <a:lnTo>
                    <a:pt x="92526" y="36971"/>
                  </a:lnTo>
                  <a:lnTo>
                    <a:pt x="93030" y="36607"/>
                  </a:lnTo>
                  <a:lnTo>
                    <a:pt x="93535" y="36264"/>
                  </a:lnTo>
                  <a:lnTo>
                    <a:pt x="94059" y="35941"/>
                  </a:lnTo>
                  <a:lnTo>
                    <a:pt x="94584" y="35639"/>
                  </a:lnTo>
                  <a:lnTo>
                    <a:pt x="95129" y="35376"/>
                  </a:lnTo>
                  <a:lnTo>
                    <a:pt x="95674" y="35114"/>
                  </a:lnTo>
                  <a:lnTo>
                    <a:pt x="96239" y="34892"/>
                  </a:lnTo>
                  <a:lnTo>
                    <a:pt x="96804" y="34690"/>
                  </a:lnTo>
                  <a:lnTo>
                    <a:pt x="97369" y="34529"/>
                  </a:lnTo>
                  <a:lnTo>
                    <a:pt x="97934" y="34367"/>
                  </a:lnTo>
                  <a:lnTo>
                    <a:pt x="98519" y="34246"/>
                  </a:lnTo>
                  <a:lnTo>
                    <a:pt x="99084" y="34166"/>
                  </a:lnTo>
                  <a:lnTo>
                    <a:pt x="99669" y="34085"/>
                  </a:lnTo>
                  <a:lnTo>
                    <a:pt x="100255" y="34044"/>
                  </a:lnTo>
                  <a:lnTo>
                    <a:pt x="100860" y="34024"/>
                  </a:lnTo>
                  <a:lnTo>
                    <a:pt x="101445" y="34044"/>
                  </a:lnTo>
                  <a:lnTo>
                    <a:pt x="102051" y="34085"/>
                  </a:lnTo>
                  <a:lnTo>
                    <a:pt x="102636" y="34145"/>
                  </a:lnTo>
                  <a:lnTo>
                    <a:pt x="103221" y="34246"/>
                  </a:lnTo>
                  <a:lnTo>
                    <a:pt x="103806" y="34367"/>
                  </a:lnTo>
                  <a:lnTo>
                    <a:pt x="104391" y="34509"/>
                  </a:lnTo>
                  <a:lnTo>
                    <a:pt x="104977" y="34690"/>
                  </a:lnTo>
                  <a:lnTo>
                    <a:pt x="105542" y="34892"/>
                  </a:lnTo>
                  <a:lnTo>
                    <a:pt x="106127" y="35114"/>
                  </a:lnTo>
                  <a:lnTo>
                    <a:pt x="106672" y="35356"/>
                  </a:lnTo>
                  <a:lnTo>
                    <a:pt x="107237" y="35639"/>
                  </a:lnTo>
                  <a:lnTo>
                    <a:pt x="107782" y="35941"/>
                  </a:lnTo>
                  <a:lnTo>
                    <a:pt x="108306" y="36264"/>
                  </a:lnTo>
                  <a:lnTo>
                    <a:pt x="108831" y="36607"/>
                  </a:lnTo>
                  <a:lnTo>
                    <a:pt x="109336" y="36971"/>
                  </a:lnTo>
                  <a:lnTo>
                    <a:pt x="109820" y="37354"/>
                  </a:lnTo>
                  <a:lnTo>
                    <a:pt x="110284" y="37758"/>
                  </a:lnTo>
                  <a:lnTo>
                    <a:pt x="110728" y="38161"/>
                  </a:lnTo>
                  <a:lnTo>
                    <a:pt x="111152" y="38585"/>
                  </a:lnTo>
                  <a:lnTo>
                    <a:pt x="111535" y="39029"/>
                  </a:lnTo>
                  <a:lnTo>
                    <a:pt x="111919" y="39493"/>
                  </a:lnTo>
                  <a:lnTo>
                    <a:pt x="112262" y="39957"/>
                  </a:lnTo>
                  <a:lnTo>
                    <a:pt x="112605" y="40442"/>
                  </a:lnTo>
                  <a:lnTo>
                    <a:pt x="112907" y="40946"/>
                  </a:lnTo>
                  <a:lnTo>
                    <a:pt x="113190" y="41451"/>
                  </a:lnTo>
                  <a:lnTo>
                    <a:pt x="113452" y="41955"/>
                  </a:lnTo>
                  <a:lnTo>
                    <a:pt x="113674" y="42480"/>
                  </a:lnTo>
                  <a:lnTo>
                    <a:pt x="113876" y="43025"/>
                  </a:lnTo>
                  <a:lnTo>
                    <a:pt x="114058" y="43569"/>
                  </a:lnTo>
                  <a:lnTo>
                    <a:pt x="114219" y="44114"/>
                  </a:lnTo>
                  <a:lnTo>
                    <a:pt x="114038" y="43610"/>
                  </a:lnTo>
                  <a:lnTo>
                    <a:pt x="113937" y="43368"/>
                  </a:lnTo>
                  <a:lnTo>
                    <a:pt x="113816" y="43126"/>
                  </a:lnTo>
                  <a:lnTo>
                    <a:pt x="113694" y="42904"/>
                  </a:lnTo>
                  <a:lnTo>
                    <a:pt x="113573" y="42682"/>
                  </a:lnTo>
                  <a:lnTo>
                    <a:pt x="113432" y="42500"/>
                  </a:lnTo>
                  <a:lnTo>
                    <a:pt x="113251" y="42318"/>
                  </a:lnTo>
                  <a:lnTo>
                    <a:pt x="113210" y="42379"/>
                  </a:lnTo>
                  <a:lnTo>
                    <a:pt x="113372" y="42560"/>
                  </a:lnTo>
                  <a:lnTo>
                    <a:pt x="113533" y="42782"/>
                  </a:lnTo>
                  <a:lnTo>
                    <a:pt x="113674" y="43025"/>
                  </a:lnTo>
                  <a:lnTo>
                    <a:pt x="113816" y="43267"/>
                  </a:lnTo>
                  <a:lnTo>
                    <a:pt x="113916" y="43529"/>
                  </a:lnTo>
                  <a:lnTo>
                    <a:pt x="114017" y="43812"/>
                  </a:lnTo>
                  <a:lnTo>
                    <a:pt x="114219" y="44377"/>
                  </a:lnTo>
                  <a:lnTo>
                    <a:pt x="114360" y="44760"/>
                  </a:lnTo>
                  <a:lnTo>
                    <a:pt x="114502" y="45144"/>
                  </a:lnTo>
                  <a:lnTo>
                    <a:pt x="114663" y="45507"/>
                  </a:lnTo>
                  <a:lnTo>
                    <a:pt x="114744" y="45668"/>
                  </a:lnTo>
                  <a:lnTo>
                    <a:pt x="114845" y="45809"/>
                  </a:lnTo>
                  <a:lnTo>
                    <a:pt x="114946" y="45951"/>
                  </a:lnTo>
                  <a:lnTo>
                    <a:pt x="115067" y="46072"/>
                  </a:lnTo>
                  <a:lnTo>
                    <a:pt x="115188" y="46173"/>
                  </a:lnTo>
                  <a:lnTo>
                    <a:pt x="115309" y="46274"/>
                  </a:lnTo>
                  <a:lnTo>
                    <a:pt x="115470" y="46334"/>
                  </a:lnTo>
                  <a:lnTo>
                    <a:pt x="115632" y="46375"/>
                  </a:lnTo>
                  <a:lnTo>
                    <a:pt x="115793" y="46395"/>
                  </a:lnTo>
                  <a:lnTo>
                    <a:pt x="115995" y="46395"/>
                  </a:lnTo>
                  <a:lnTo>
                    <a:pt x="116156" y="46375"/>
                  </a:lnTo>
                  <a:lnTo>
                    <a:pt x="116318" y="46334"/>
                  </a:lnTo>
                  <a:lnTo>
                    <a:pt x="116479" y="46274"/>
                  </a:lnTo>
                  <a:lnTo>
                    <a:pt x="116641" y="46173"/>
                  </a:lnTo>
                  <a:lnTo>
                    <a:pt x="116822" y="46072"/>
                  </a:lnTo>
                  <a:lnTo>
                    <a:pt x="116984" y="45931"/>
                  </a:lnTo>
                  <a:lnTo>
                    <a:pt x="117145" y="45769"/>
                  </a:lnTo>
                  <a:lnTo>
                    <a:pt x="117327" y="45587"/>
                  </a:lnTo>
                  <a:lnTo>
                    <a:pt x="117630" y="45224"/>
                  </a:lnTo>
                  <a:lnTo>
                    <a:pt x="117892" y="44841"/>
                  </a:lnTo>
                  <a:lnTo>
                    <a:pt x="118134" y="44437"/>
                  </a:lnTo>
                  <a:lnTo>
                    <a:pt x="118356" y="44034"/>
                  </a:lnTo>
                  <a:lnTo>
                    <a:pt x="118558" y="43630"/>
                  </a:lnTo>
                  <a:lnTo>
                    <a:pt x="118739" y="43186"/>
                  </a:lnTo>
                  <a:lnTo>
                    <a:pt x="118901" y="42762"/>
                  </a:lnTo>
                  <a:lnTo>
                    <a:pt x="119042" y="42318"/>
                  </a:lnTo>
                  <a:lnTo>
                    <a:pt x="119183" y="41854"/>
                  </a:lnTo>
                  <a:lnTo>
                    <a:pt x="119284" y="41410"/>
                  </a:lnTo>
                  <a:lnTo>
                    <a:pt x="119486" y="40482"/>
                  </a:lnTo>
                  <a:lnTo>
                    <a:pt x="119648" y="39554"/>
                  </a:lnTo>
                  <a:lnTo>
                    <a:pt x="119789" y="38625"/>
                  </a:lnTo>
                  <a:lnTo>
                    <a:pt x="119950" y="37394"/>
                  </a:lnTo>
                  <a:lnTo>
                    <a:pt x="120092" y="36184"/>
                  </a:lnTo>
                  <a:lnTo>
                    <a:pt x="120233" y="34953"/>
                  </a:lnTo>
                  <a:lnTo>
                    <a:pt x="120334" y="33742"/>
                  </a:lnTo>
                  <a:lnTo>
                    <a:pt x="120455" y="32511"/>
                  </a:lnTo>
                  <a:lnTo>
                    <a:pt x="120536" y="31280"/>
                  </a:lnTo>
                  <a:lnTo>
                    <a:pt x="120616" y="30069"/>
                  </a:lnTo>
                  <a:lnTo>
                    <a:pt x="120697" y="28838"/>
                  </a:lnTo>
                  <a:lnTo>
                    <a:pt x="120737" y="27607"/>
                  </a:lnTo>
                  <a:lnTo>
                    <a:pt x="120778" y="26376"/>
                  </a:lnTo>
                  <a:lnTo>
                    <a:pt x="120798" y="25145"/>
                  </a:lnTo>
                  <a:lnTo>
                    <a:pt x="120818" y="23914"/>
                  </a:lnTo>
                  <a:lnTo>
                    <a:pt x="120818" y="22683"/>
                  </a:lnTo>
                  <a:lnTo>
                    <a:pt x="120798" y="21452"/>
                  </a:lnTo>
                  <a:lnTo>
                    <a:pt x="120778" y="20241"/>
                  </a:lnTo>
                  <a:lnTo>
                    <a:pt x="120737" y="19010"/>
                  </a:lnTo>
                  <a:lnTo>
                    <a:pt x="120697" y="18143"/>
                  </a:lnTo>
                  <a:lnTo>
                    <a:pt x="120636" y="17275"/>
                  </a:lnTo>
                  <a:lnTo>
                    <a:pt x="120576" y="16407"/>
                  </a:lnTo>
                  <a:lnTo>
                    <a:pt x="120495" y="15519"/>
                  </a:lnTo>
                  <a:lnTo>
                    <a:pt x="120374" y="14651"/>
                  </a:lnTo>
                  <a:lnTo>
                    <a:pt x="120233" y="13763"/>
                  </a:lnTo>
                  <a:lnTo>
                    <a:pt x="120071" y="12896"/>
                  </a:lnTo>
                  <a:lnTo>
                    <a:pt x="119870" y="12048"/>
                  </a:lnTo>
                  <a:lnTo>
                    <a:pt x="119648" y="11201"/>
                  </a:lnTo>
                  <a:lnTo>
                    <a:pt x="119365" y="10353"/>
                  </a:lnTo>
                  <a:lnTo>
                    <a:pt x="119062" y="9546"/>
                  </a:lnTo>
                  <a:lnTo>
                    <a:pt x="118881" y="9142"/>
                  </a:lnTo>
                  <a:lnTo>
                    <a:pt x="118699" y="8759"/>
                  </a:lnTo>
                  <a:lnTo>
                    <a:pt x="118497" y="8375"/>
                  </a:lnTo>
                  <a:lnTo>
                    <a:pt x="118296" y="7992"/>
                  </a:lnTo>
                  <a:lnTo>
                    <a:pt x="118074" y="7609"/>
                  </a:lnTo>
                  <a:lnTo>
                    <a:pt x="117831" y="7245"/>
                  </a:lnTo>
                  <a:lnTo>
                    <a:pt x="117589" y="6902"/>
                  </a:lnTo>
                  <a:lnTo>
                    <a:pt x="117327" y="6559"/>
                  </a:lnTo>
                  <a:lnTo>
                    <a:pt x="117044" y="6216"/>
                  </a:lnTo>
                  <a:lnTo>
                    <a:pt x="116762" y="5873"/>
                  </a:lnTo>
                  <a:lnTo>
                    <a:pt x="116257" y="5369"/>
                  </a:lnTo>
                  <a:lnTo>
                    <a:pt x="115712" y="4884"/>
                  </a:lnTo>
                  <a:lnTo>
                    <a:pt x="115127" y="4420"/>
                  </a:lnTo>
                  <a:lnTo>
                    <a:pt x="114502" y="3976"/>
                  </a:lnTo>
                  <a:lnTo>
                    <a:pt x="113836" y="3573"/>
                  </a:lnTo>
                  <a:lnTo>
                    <a:pt x="113129" y="3189"/>
                  </a:lnTo>
                  <a:lnTo>
                    <a:pt x="112403" y="2846"/>
                  </a:lnTo>
                  <a:lnTo>
                    <a:pt x="111596" y="2503"/>
                  </a:lnTo>
                  <a:lnTo>
                    <a:pt x="110970" y="2261"/>
                  </a:lnTo>
                  <a:lnTo>
                    <a:pt x="110284" y="2039"/>
                  </a:lnTo>
                  <a:lnTo>
                    <a:pt x="109578" y="1837"/>
                  </a:lnTo>
                  <a:lnTo>
                    <a:pt x="108851" y="1635"/>
                  </a:lnTo>
                  <a:lnTo>
                    <a:pt x="108064" y="1433"/>
                  </a:lnTo>
                  <a:lnTo>
                    <a:pt x="107257" y="1272"/>
                  </a:lnTo>
                  <a:lnTo>
                    <a:pt x="106389" y="1090"/>
                  </a:lnTo>
                  <a:lnTo>
                    <a:pt x="105481" y="949"/>
                  </a:lnTo>
                  <a:lnTo>
                    <a:pt x="103988" y="707"/>
                  </a:lnTo>
                  <a:lnTo>
                    <a:pt x="102474" y="505"/>
                  </a:lnTo>
                  <a:lnTo>
                    <a:pt x="100961" y="344"/>
                  </a:lnTo>
                  <a:lnTo>
                    <a:pt x="99447" y="202"/>
                  </a:lnTo>
                  <a:lnTo>
                    <a:pt x="97934" y="102"/>
                  </a:lnTo>
                  <a:lnTo>
                    <a:pt x="96420" y="41"/>
                  </a:lnTo>
                  <a:lnTo>
                    <a:pt x="94887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92" name="Google Shape;492;p7"/>
            <p:cNvSpPr/>
            <p:nvPr/>
          </p:nvSpPr>
          <p:spPr>
            <a:xfrm flipH="1">
              <a:off x="-1055215" y="-5268675"/>
              <a:ext cx="2289244" cy="1739785"/>
            </a:xfrm>
            <a:custGeom>
              <a:rect b="b" l="l" r="r" t="t"/>
              <a:pathLst>
                <a:path extrusionOk="0" h="31119" w="40947">
                  <a:moveTo>
                    <a:pt x="32571" y="82"/>
                  </a:moveTo>
                  <a:lnTo>
                    <a:pt x="33116" y="102"/>
                  </a:lnTo>
                  <a:lnTo>
                    <a:pt x="33601" y="162"/>
                  </a:lnTo>
                  <a:lnTo>
                    <a:pt x="33823" y="203"/>
                  </a:lnTo>
                  <a:lnTo>
                    <a:pt x="34024" y="243"/>
                  </a:lnTo>
                  <a:lnTo>
                    <a:pt x="34206" y="304"/>
                  </a:lnTo>
                  <a:lnTo>
                    <a:pt x="34388" y="384"/>
                  </a:lnTo>
                  <a:lnTo>
                    <a:pt x="34549" y="465"/>
                  </a:lnTo>
                  <a:lnTo>
                    <a:pt x="34690" y="546"/>
                  </a:lnTo>
                  <a:lnTo>
                    <a:pt x="34832" y="647"/>
                  </a:lnTo>
                  <a:lnTo>
                    <a:pt x="34933" y="748"/>
                  </a:lnTo>
                  <a:lnTo>
                    <a:pt x="35033" y="869"/>
                  </a:lnTo>
                  <a:lnTo>
                    <a:pt x="35134" y="990"/>
                  </a:lnTo>
                  <a:lnTo>
                    <a:pt x="35195" y="1131"/>
                  </a:lnTo>
                  <a:lnTo>
                    <a:pt x="35255" y="1272"/>
                  </a:lnTo>
                  <a:lnTo>
                    <a:pt x="35296" y="1454"/>
                  </a:lnTo>
                  <a:lnTo>
                    <a:pt x="35316" y="1656"/>
                  </a:lnTo>
                  <a:lnTo>
                    <a:pt x="35336" y="1858"/>
                  </a:lnTo>
                  <a:lnTo>
                    <a:pt x="35316" y="2059"/>
                  </a:lnTo>
                  <a:lnTo>
                    <a:pt x="35235" y="2443"/>
                  </a:lnTo>
                  <a:lnTo>
                    <a:pt x="35155" y="2826"/>
                  </a:lnTo>
                  <a:lnTo>
                    <a:pt x="35074" y="3169"/>
                  </a:lnTo>
                  <a:lnTo>
                    <a:pt x="34993" y="3492"/>
                  </a:lnTo>
                  <a:lnTo>
                    <a:pt x="34973" y="3835"/>
                  </a:lnTo>
                  <a:lnTo>
                    <a:pt x="34973" y="3997"/>
                  </a:lnTo>
                  <a:lnTo>
                    <a:pt x="34973" y="4158"/>
                  </a:lnTo>
                  <a:lnTo>
                    <a:pt x="35033" y="4400"/>
                  </a:lnTo>
                  <a:lnTo>
                    <a:pt x="35094" y="4642"/>
                  </a:lnTo>
                  <a:lnTo>
                    <a:pt x="35175" y="4864"/>
                  </a:lnTo>
                  <a:lnTo>
                    <a:pt x="35276" y="5086"/>
                  </a:lnTo>
                  <a:lnTo>
                    <a:pt x="35498" y="5510"/>
                  </a:lnTo>
                  <a:lnTo>
                    <a:pt x="35760" y="5914"/>
                  </a:lnTo>
                  <a:lnTo>
                    <a:pt x="36083" y="6438"/>
                  </a:lnTo>
                  <a:lnTo>
                    <a:pt x="36486" y="7165"/>
                  </a:lnTo>
                  <a:lnTo>
                    <a:pt x="36890" y="7912"/>
                  </a:lnTo>
                  <a:lnTo>
                    <a:pt x="37273" y="8658"/>
                  </a:lnTo>
                  <a:lnTo>
                    <a:pt x="37637" y="9425"/>
                  </a:lnTo>
                  <a:lnTo>
                    <a:pt x="37980" y="10212"/>
                  </a:lnTo>
                  <a:lnTo>
                    <a:pt x="38303" y="10999"/>
                  </a:lnTo>
                  <a:lnTo>
                    <a:pt x="38625" y="11786"/>
                  </a:lnTo>
                  <a:lnTo>
                    <a:pt x="38908" y="12573"/>
                  </a:lnTo>
                  <a:lnTo>
                    <a:pt x="39170" y="13380"/>
                  </a:lnTo>
                  <a:lnTo>
                    <a:pt x="39412" y="14188"/>
                  </a:lnTo>
                  <a:lnTo>
                    <a:pt x="39655" y="14995"/>
                  </a:lnTo>
                  <a:lnTo>
                    <a:pt x="39856" y="15802"/>
                  </a:lnTo>
                  <a:lnTo>
                    <a:pt x="40038" y="16629"/>
                  </a:lnTo>
                  <a:lnTo>
                    <a:pt x="40220" y="17457"/>
                  </a:lnTo>
                  <a:lnTo>
                    <a:pt x="40361" y="18284"/>
                  </a:lnTo>
                  <a:lnTo>
                    <a:pt x="40502" y="19112"/>
                  </a:lnTo>
                  <a:lnTo>
                    <a:pt x="40603" y="19939"/>
                  </a:lnTo>
                  <a:lnTo>
                    <a:pt x="40704" y="20766"/>
                  </a:lnTo>
                  <a:lnTo>
                    <a:pt x="40765" y="21614"/>
                  </a:lnTo>
                  <a:lnTo>
                    <a:pt x="40825" y="22441"/>
                  </a:lnTo>
                  <a:lnTo>
                    <a:pt x="40845" y="23269"/>
                  </a:lnTo>
                  <a:lnTo>
                    <a:pt x="40865" y="24116"/>
                  </a:lnTo>
                  <a:lnTo>
                    <a:pt x="40865" y="24944"/>
                  </a:lnTo>
                  <a:lnTo>
                    <a:pt x="40825" y="25771"/>
                  </a:lnTo>
                  <a:lnTo>
                    <a:pt x="40785" y="26437"/>
                  </a:lnTo>
                  <a:lnTo>
                    <a:pt x="40744" y="26800"/>
                  </a:lnTo>
                  <a:lnTo>
                    <a:pt x="40684" y="27163"/>
                  </a:lnTo>
                  <a:lnTo>
                    <a:pt x="40603" y="27547"/>
                  </a:lnTo>
                  <a:lnTo>
                    <a:pt x="40502" y="27950"/>
                  </a:lnTo>
                  <a:lnTo>
                    <a:pt x="40401" y="28334"/>
                  </a:lnTo>
                  <a:lnTo>
                    <a:pt x="40260" y="28717"/>
                  </a:lnTo>
                  <a:lnTo>
                    <a:pt x="40099" y="29081"/>
                  </a:lnTo>
                  <a:lnTo>
                    <a:pt x="39917" y="29424"/>
                  </a:lnTo>
                  <a:lnTo>
                    <a:pt x="39695" y="29767"/>
                  </a:lnTo>
                  <a:lnTo>
                    <a:pt x="39453" y="30069"/>
                  </a:lnTo>
                  <a:lnTo>
                    <a:pt x="39191" y="30332"/>
                  </a:lnTo>
                  <a:lnTo>
                    <a:pt x="39029" y="30453"/>
                  </a:lnTo>
                  <a:lnTo>
                    <a:pt x="38868" y="30574"/>
                  </a:lnTo>
                  <a:lnTo>
                    <a:pt x="38706" y="30675"/>
                  </a:lnTo>
                  <a:lnTo>
                    <a:pt x="38525" y="30776"/>
                  </a:lnTo>
                  <a:lnTo>
                    <a:pt x="38343" y="30856"/>
                  </a:lnTo>
                  <a:lnTo>
                    <a:pt x="38141" y="30917"/>
                  </a:lnTo>
                  <a:lnTo>
                    <a:pt x="37960" y="30977"/>
                  </a:lnTo>
                  <a:lnTo>
                    <a:pt x="37758" y="30998"/>
                  </a:lnTo>
                  <a:lnTo>
                    <a:pt x="37394" y="31038"/>
                  </a:lnTo>
                  <a:lnTo>
                    <a:pt x="37011" y="31038"/>
                  </a:lnTo>
                  <a:lnTo>
                    <a:pt x="36628" y="30998"/>
                  </a:lnTo>
                  <a:lnTo>
                    <a:pt x="36244" y="30937"/>
                  </a:lnTo>
                  <a:lnTo>
                    <a:pt x="35881" y="30836"/>
                  </a:lnTo>
                  <a:lnTo>
                    <a:pt x="35538" y="30735"/>
                  </a:lnTo>
                  <a:lnTo>
                    <a:pt x="35215" y="30634"/>
                  </a:lnTo>
                  <a:lnTo>
                    <a:pt x="34690" y="30433"/>
                  </a:lnTo>
                  <a:lnTo>
                    <a:pt x="34186" y="30231"/>
                  </a:lnTo>
                  <a:lnTo>
                    <a:pt x="33681" y="30009"/>
                  </a:lnTo>
                  <a:lnTo>
                    <a:pt x="33177" y="29767"/>
                  </a:lnTo>
                  <a:lnTo>
                    <a:pt x="32693" y="29524"/>
                  </a:lnTo>
                  <a:lnTo>
                    <a:pt x="32208" y="29262"/>
                  </a:lnTo>
                  <a:lnTo>
                    <a:pt x="31724" y="28980"/>
                  </a:lnTo>
                  <a:lnTo>
                    <a:pt x="31260" y="28697"/>
                  </a:lnTo>
                  <a:lnTo>
                    <a:pt x="30796" y="28394"/>
                  </a:lnTo>
                  <a:lnTo>
                    <a:pt x="30331" y="28071"/>
                  </a:lnTo>
                  <a:lnTo>
                    <a:pt x="29888" y="27749"/>
                  </a:lnTo>
                  <a:lnTo>
                    <a:pt x="29444" y="27406"/>
                  </a:lnTo>
                  <a:lnTo>
                    <a:pt x="28576" y="26719"/>
                  </a:lnTo>
                  <a:lnTo>
                    <a:pt x="27728" y="25993"/>
                  </a:lnTo>
                  <a:lnTo>
                    <a:pt x="26901" y="25226"/>
                  </a:lnTo>
                  <a:lnTo>
                    <a:pt x="26094" y="24419"/>
                  </a:lnTo>
                  <a:lnTo>
                    <a:pt x="25307" y="23612"/>
                  </a:lnTo>
                  <a:lnTo>
                    <a:pt x="24540" y="22784"/>
                  </a:lnTo>
                  <a:lnTo>
                    <a:pt x="23773" y="21937"/>
                  </a:lnTo>
                  <a:lnTo>
                    <a:pt x="23026" y="21069"/>
                  </a:lnTo>
                  <a:lnTo>
                    <a:pt x="21573" y="19334"/>
                  </a:lnTo>
                  <a:lnTo>
                    <a:pt x="21150" y="18809"/>
                  </a:lnTo>
                  <a:lnTo>
                    <a:pt x="19757" y="17134"/>
                  </a:lnTo>
                  <a:lnTo>
                    <a:pt x="18345" y="15479"/>
                  </a:lnTo>
                  <a:lnTo>
                    <a:pt x="17638" y="14652"/>
                  </a:lnTo>
                  <a:lnTo>
                    <a:pt x="16892" y="13845"/>
                  </a:lnTo>
                  <a:lnTo>
                    <a:pt x="16145" y="13058"/>
                  </a:lnTo>
                  <a:lnTo>
                    <a:pt x="15378" y="12291"/>
                  </a:lnTo>
                  <a:lnTo>
                    <a:pt x="14591" y="11544"/>
                  </a:lnTo>
                  <a:lnTo>
                    <a:pt x="13804" y="10838"/>
                  </a:lnTo>
                  <a:lnTo>
                    <a:pt x="12977" y="10131"/>
                  </a:lnTo>
                  <a:lnTo>
                    <a:pt x="12129" y="9486"/>
                  </a:lnTo>
                  <a:lnTo>
                    <a:pt x="11261" y="8880"/>
                  </a:lnTo>
                  <a:lnTo>
                    <a:pt x="10797" y="8578"/>
                  </a:lnTo>
                  <a:lnTo>
                    <a:pt x="10353" y="8295"/>
                  </a:lnTo>
                  <a:lnTo>
                    <a:pt x="9889" y="8012"/>
                  </a:lnTo>
                  <a:lnTo>
                    <a:pt x="9425" y="7770"/>
                  </a:lnTo>
                  <a:lnTo>
                    <a:pt x="8941" y="7508"/>
                  </a:lnTo>
                  <a:lnTo>
                    <a:pt x="8456" y="7266"/>
                  </a:lnTo>
                  <a:lnTo>
                    <a:pt x="7911" y="7024"/>
                  </a:lnTo>
                  <a:lnTo>
                    <a:pt x="7346" y="6782"/>
                  </a:lnTo>
                  <a:lnTo>
                    <a:pt x="6781" y="6560"/>
                  </a:lnTo>
                  <a:lnTo>
                    <a:pt x="6196" y="6358"/>
                  </a:lnTo>
                  <a:lnTo>
                    <a:pt x="5066" y="5954"/>
                  </a:lnTo>
                  <a:lnTo>
                    <a:pt x="3916" y="5591"/>
                  </a:lnTo>
                  <a:lnTo>
                    <a:pt x="2342" y="5066"/>
                  </a:lnTo>
                  <a:lnTo>
                    <a:pt x="2079" y="4965"/>
                  </a:lnTo>
                  <a:lnTo>
                    <a:pt x="1716" y="4804"/>
                  </a:lnTo>
                  <a:lnTo>
                    <a:pt x="1313" y="4602"/>
                  </a:lnTo>
                  <a:lnTo>
                    <a:pt x="1111" y="4461"/>
                  </a:lnTo>
                  <a:lnTo>
                    <a:pt x="909" y="4340"/>
                  </a:lnTo>
                  <a:lnTo>
                    <a:pt x="727" y="4178"/>
                  </a:lnTo>
                  <a:lnTo>
                    <a:pt x="546" y="4017"/>
                  </a:lnTo>
                  <a:lnTo>
                    <a:pt x="384" y="3835"/>
                  </a:lnTo>
                  <a:lnTo>
                    <a:pt x="263" y="3633"/>
                  </a:lnTo>
                  <a:lnTo>
                    <a:pt x="162" y="3432"/>
                  </a:lnTo>
                  <a:lnTo>
                    <a:pt x="102" y="3210"/>
                  </a:lnTo>
                  <a:lnTo>
                    <a:pt x="82" y="2967"/>
                  </a:lnTo>
                  <a:lnTo>
                    <a:pt x="102" y="2725"/>
                  </a:lnTo>
                  <a:lnTo>
                    <a:pt x="162" y="2544"/>
                  </a:lnTo>
                  <a:lnTo>
                    <a:pt x="223" y="2382"/>
                  </a:lnTo>
                  <a:lnTo>
                    <a:pt x="324" y="2221"/>
                  </a:lnTo>
                  <a:lnTo>
                    <a:pt x="425" y="2080"/>
                  </a:lnTo>
                  <a:lnTo>
                    <a:pt x="526" y="1938"/>
                  </a:lnTo>
                  <a:lnTo>
                    <a:pt x="647" y="1837"/>
                  </a:lnTo>
                  <a:lnTo>
                    <a:pt x="889" y="1636"/>
                  </a:lnTo>
                  <a:lnTo>
                    <a:pt x="1070" y="1494"/>
                  </a:lnTo>
                  <a:lnTo>
                    <a:pt x="1272" y="1393"/>
                  </a:lnTo>
                  <a:lnTo>
                    <a:pt x="1474" y="1293"/>
                  </a:lnTo>
                  <a:lnTo>
                    <a:pt x="1676" y="1192"/>
                  </a:lnTo>
                  <a:lnTo>
                    <a:pt x="2100" y="1030"/>
                  </a:lnTo>
                  <a:lnTo>
                    <a:pt x="2523" y="909"/>
                  </a:lnTo>
                  <a:lnTo>
                    <a:pt x="2967" y="808"/>
                  </a:lnTo>
                  <a:lnTo>
                    <a:pt x="3411" y="727"/>
                  </a:lnTo>
                  <a:lnTo>
                    <a:pt x="3855" y="667"/>
                  </a:lnTo>
                  <a:lnTo>
                    <a:pt x="4279" y="627"/>
                  </a:lnTo>
                  <a:lnTo>
                    <a:pt x="5349" y="526"/>
                  </a:lnTo>
                  <a:lnTo>
                    <a:pt x="6438" y="465"/>
                  </a:lnTo>
                  <a:lnTo>
                    <a:pt x="7528" y="405"/>
                  </a:lnTo>
                  <a:lnTo>
                    <a:pt x="8598" y="364"/>
                  </a:lnTo>
                  <a:lnTo>
                    <a:pt x="10757" y="304"/>
                  </a:lnTo>
                  <a:lnTo>
                    <a:pt x="12896" y="284"/>
                  </a:lnTo>
                  <a:lnTo>
                    <a:pt x="32471" y="82"/>
                  </a:lnTo>
                  <a:close/>
                  <a:moveTo>
                    <a:pt x="32471" y="1"/>
                  </a:moveTo>
                  <a:lnTo>
                    <a:pt x="12896" y="203"/>
                  </a:lnTo>
                  <a:lnTo>
                    <a:pt x="10757" y="223"/>
                  </a:lnTo>
                  <a:lnTo>
                    <a:pt x="8598" y="284"/>
                  </a:lnTo>
                  <a:lnTo>
                    <a:pt x="7508" y="324"/>
                  </a:lnTo>
                  <a:lnTo>
                    <a:pt x="6438" y="384"/>
                  </a:lnTo>
                  <a:lnTo>
                    <a:pt x="5349" y="445"/>
                  </a:lnTo>
                  <a:lnTo>
                    <a:pt x="4279" y="546"/>
                  </a:lnTo>
                  <a:lnTo>
                    <a:pt x="3835" y="586"/>
                  </a:lnTo>
                  <a:lnTo>
                    <a:pt x="3391" y="647"/>
                  </a:lnTo>
                  <a:lnTo>
                    <a:pt x="2947" y="727"/>
                  </a:lnTo>
                  <a:lnTo>
                    <a:pt x="2503" y="828"/>
                  </a:lnTo>
                  <a:lnTo>
                    <a:pt x="2059" y="949"/>
                  </a:lnTo>
                  <a:lnTo>
                    <a:pt x="1635" y="1111"/>
                  </a:lnTo>
                  <a:lnTo>
                    <a:pt x="1434" y="1212"/>
                  </a:lnTo>
                  <a:lnTo>
                    <a:pt x="1232" y="1313"/>
                  </a:lnTo>
                  <a:lnTo>
                    <a:pt x="1030" y="1434"/>
                  </a:lnTo>
                  <a:lnTo>
                    <a:pt x="848" y="1575"/>
                  </a:lnTo>
                  <a:lnTo>
                    <a:pt x="586" y="1777"/>
                  </a:lnTo>
                  <a:lnTo>
                    <a:pt x="465" y="1898"/>
                  </a:lnTo>
                  <a:lnTo>
                    <a:pt x="344" y="2039"/>
                  </a:lnTo>
                  <a:lnTo>
                    <a:pt x="243" y="2180"/>
                  </a:lnTo>
                  <a:lnTo>
                    <a:pt x="142" y="2342"/>
                  </a:lnTo>
                  <a:lnTo>
                    <a:pt x="82" y="2524"/>
                  </a:lnTo>
                  <a:lnTo>
                    <a:pt x="21" y="2705"/>
                  </a:lnTo>
                  <a:lnTo>
                    <a:pt x="1" y="2846"/>
                  </a:lnTo>
                  <a:lnTo>
                    <a:pt x="1" y="2967"/>
                  </a:lnTo>
                  <a:lnTo>
                    <a:pt x="21" y="3210"/>
                  </a:lnTo>
                  <a:lnTo>
                    <a:pt x="82" y="3452"/>
                  </a:lnTo>
                  <a:lnTo>
                    <a:pt x="183" y="3674"/>
                  </a:lnTo>
                  <a:lnTo>
                    <a:pt x="324" y="3876"/>
                  </a:lnTo>
                  <a:lnTo>
                    <a:pt x="465" y="4057"/>
                  </a:lnTo>
                  <a:lnTo>
                    <a:pt x="647" y="4219"/>
                  </a:lnTo>
                  <a:lnTo>
                    <a:pt x="848" y="4380"/>
                  </a:lnTo>
                  <a:lnTo>
                    <a:pt x="1050" y="4521"/>
                  </a:lnTo>
                  <a:lnTo>
                    <a:pt x="1252" y="4663"/>
                  </a:lnTo>
                  <a:lnTo>
                    <a:pt x="1676" y="4864"/>
                  </a:lnTo>
                  <a:lnTo>
                    <a:pt x="2039" y="5026"/>
                  </a:lnTo>
                  <a:lnTo>
                    <a:pt x="2322" y="5147"/>
                  </a:lnTo>
                  <a:lnTo>
                    <a:pt x="3896" y="5651"/>
                  </a:lnTo>
                  <a:lnTo>
                    <a:pt x="5026" y="6035"/>
                  </a:lnTo>
                  <a:lnTo>
                    <a:pt x="6176" y="6438"/>
                  </a:lnTo>
                  <a:lnTo>
                    <a:pt x="6741" y="6640"/>
                  </a:lnTo>
                  <a:lnTo>
                    <a:pt x="7306" y="6862"/>
                  </a:lnTo>
                  <a:lnTo>
                    <a:pt x="7871" y="7104"/>
                  </a:lnTo>
                  <a:lnTo>
                    <a:pt x="8416" y="7347"/>
                  </a:lnTo>
                  <a:lnTo>
                    <a:pt x="8900" y="7589"/>
                  </a:lnTo>
                  <a:lnTo>
                    <a:pt x="9385" y="7831"/>
                  </a:lnTo>
                  <a:lnTo>
                    <a:pt x="9849" y="8093"/>
                  </a:lnTo>
                  <a:lnTo>
                    <a:pt x="10313" y="8356"/>
                  </a:lnTo>
                  <a:lnTo>
                    <a:pt x="10757" y="8638"/>
                  </a:lnTo>
                  <a:lnTo>
                    <a:pt x="11201" y="8941"/>
                  </a:lnTo>
                  <a:lnTo>
                    <a:pt x="12089" y="9546"/>
                  </a:lnTo>
                  <a:lnTo>
                    <a:pt x="12936" y="10212"/>
                  </a:lnTo>
                  <a:lnTo>
                    <a:pt x="13743" y="10898"/>
                  </a:lnTo>
                  <a:lnTo>
                    <a:pt x="14551" y="11605"/>
                  </a:lnTo>
                  <a:lnTo>
                    <a:pt x="15338" y="12351"/>
                  </a:lnTo>
                  <a:lnTo>
                    <a:pt x="16084" y="13118"/>
                  </a:lnTo>
                  <a:lnTo>
                    <a:pt x="16831" y="13905"/>
                  </a:lnTo>
                  <a:lnTo>
                    <a:pt x="17578" y="14712"/>
                  </a:lnTo>
                  <a:lnTo>
                    <a:pt x="18284" y="15519"/>
                  </a:lnTo>
                  <a:lnTo>
                    <a:pt x="19697" y="17194"/>
                  </a:lnTo>
                  <a:lnTo>
                    <a:pt x="21089" y="18869"/>
                  </a:lnTo>
                  <a:lnTo>
                    <a:pt x="21513" y="19394"/>
                  </a:lnTo>
                  <a:lnTo>
                    <a:pt x="22986" y="21130"/>
                  </a:lnTo>
                  <a:lnTo>
                    <a:pt x="23712" y="21977"/>
                  </a:lnTo>
                  <a:lnTo>
                    <a:pt x="24479" y="22845"/>
                  </a:lnTo>
                  <a:lnTo>
                    <a:pt x="25246" y="23672"/>
                  </a:lnTo>
                  <a:lnTo>
                    <a:pt x="26053" y="24500"/>
                  </a:lnTo>
                  <a:lnTo>
                    <a:pt x="26861" y="25287"/>
                  </a:lnTo>
                  <a:lnTo>
                    <a:pt x="27688" y="26053"/>
                  </a:lnTo>
                  <a:lnTo>
                    <a:pt x="28535" y="26780"/>
                  </a:lnTo>
                  <a:lnTo>
                    <a:pt x="29403" y="27486"/>
                  </a:lnTo>
                  <a:lnTo>
                    <a:pt x="29847" y="27809"/>
                  </a:lnTo>
                  <a:lnTo>
                    <a:pt x="30291" y="28152"/>
                  </a:lnTo>
                  <a:lnTo>
                    <a:pt x="30755" y="28455"/>
                  </a:lnTo>
                  <a:lnTo>
                    <a:pt x="31219" y="28758"/>
                  </a:lnTo>
                  <a:lnTo>
                    <a:pt x="31684" y="29040"/>
                  </a:lnTo>
                  <a:lnTo>
                    <a:pt x="32168" y="29323"/>
                  </a:lnTo>
                  <a:lnTo>
                    <a:pt x="32652" y="29585"/>
                  </a:lnTo>
                  <a:lnTo>
                    <a:pt x="33137" y="29847"/>
                  </a:lnTo>
                  <a:lnTo>
                    <a:pt x="33641" y="30090"/>
                  </a:lnTo>
                  <a:lnTo>
                    <a:pt x="34146" y="30311"/>
                  </a:lnTo>
                  <a:lnTo>
                    <a:pt x="34670" y="30513"/>
                  </a:lnTo>
                  <a:lnTo>
                    <a:pt x="35195" y="30715"/>
                  </a:lnTo>
                  <a:lnTo>
                    <a:pt x="35659" y="30856"/>
                  </a:lnTo>
                  <a:lnTo>
                    <a:pt x="36164" y="30998"/>
                  </a:lnTo>
                  <a:lnTo>
                    <a:pt x="36426" y="31058"/>
                  </a:lnTo>
                  <a:lnTo>
                    <a:pt x="36688" y="31099"/>
                  </a:lnTo>
                  <a:lnTo>
                    <a:pt x="36971" y="31119"/>
                  </a:lnTo>
                  <a:lnTo>
                    <a:pt x="37475" y="31119"/>
                  </a:lnTo>
                  <a:lnTo>
                    <a:pt x="37697" y="31099"/>
                  </a:lnTo>
                  <a:lnTo>
                    <a:pt x="37939" y="31058"/>
                  </a:lnTo>
                  <a:lnTo>
                    <a:pt x="38161" y="30998"/>
                  </a:lnTo>
                  <a:lnTo>
                    <a:pt x="38363" y="30917"/>
                  </a:lnTo>
                  <a:lnTo>
                    <a:pt x="38565" y="30836"/>
                  </a:lnTo>
                  <a:lnTo>
                    <a:pt x="38747" y="30755"/>
                  </a:lnTo>
                  <a:lnTo>
                    <a:pt x="38908" y="30655"/>
                  </a:lnTo>
                  <a:lnTo>
                    <a:pt x="39069" y="30533"/>
                  </a:lnTo>
                  <a:lnTo>
                    <a:pt x="39231" y="30412"/>
                  </a:lnTo>
                  <a:lnTo>
                    <a:pt x="39372" y="30271"/>
                  </a:lnTo>
                  <a:lnTo>
                    <a:pt x="39513" y="30130"/>
                  </a:lnTo>
                  <a:lnTo>
                    <a:pt x="39756" y="29827"/>
                  </a:lnTo>
                  <a:lnTo>
                    <a:pt x="39978" y="29484"/>
                  </a:lnTo>
                  <a:lnTo>
                    <a:pt x="40179" y="29121"/>
                  </a:lnTo>
                  <a:lnTo>
                    <a:pt x="40341" y="28758"/>
                  </a:lnTo>
                  <a:lnTo>
                    <a:pt x="40462" y="28374"/>
                  </a:lnTo>
                  <a:lnTo>
                    <a:pt x="40583" y="27971"/>
                  </a:lnTo>
                  <a:lnTo>
                    <a:pt x="40684" y="27587"/>
                  </a:lnTo>
                  <a:lnTo>
                    <a:pt x="40765" y="27184"/>
                  </a:lnTo>
                  <a:lnTo>
                    <a:pt x="40805" y="26820"/>
                  </a:lnTo>
                  <a:lnTo>
                    <a:pt x="40865" y="26437"/>
                  </a:lnTo>
                  <a:lnTo>
                    <a:pt x="40906" y="25771"/>
                  </a:lnTo>
                  <a:lnTo>
                    <a:pt x="40946" y="24944"/>
                  </a:lnTo>
                  <a:lnTo>
                    <a:pt x="40946" y="24116"/>
                  </a:lnTo>
                  <a:lnTo>
                    <a:pt x="40926" y="23269"/>
                  </a:lnTo>
                  <a:lnTo>
                    <a:pt x="40906" y="22441"/>
                  </a:lnTo>
                  <a:lnTo>
                    <a:pt x="40845" y="21594"/>
                  </a:lnTo>
                  <a:lnTo>
                    <a:pt x="40785" y="20766"/>
                  </a:lnTo>
                  <a:lnTo>
                    <a:pt x="40684" y="19939"/>
                  </a:lnTo>
                  <a:lnTo>
                    <a:pt x="40583" y="19091"/>
                  </a:lnTo>
                  <a:lnTo>
                    <a:pt x="40442" y="18264"/>
                  </a:lnTo>
                  <a:lnTo>
                    <a:pt x="40300" y="17437"/>
                  </a:lnTo>
                  <a:lnTo>
                    <a:pt x="40119" y="16609"/>
                  </a:lnTo>
                  <a:lnTo>
                    <a:pt x="39937" y="15782"/>
                  </a:lnTo>
                  <a:lnTo>
                    <a:pt x="39715" y="14975"/>
                  </a:lnTo>
                  <a:lnTo>
                    <a:pt x="39493" y="14147"/>
                  </a:lnTo>
                  <a:lnTo>
                    <a:pt x="39251" y="13360"/>
                  </a:lnTo>
                  <a:lnTo>
                    <a:pt x="38989" y="12553"/>
                  </a:lnTo>
                  <a:lnTo>
                    <a:pt x="38686" y="11746"/>
                  </a:lnTo>
                  <a:lnTo>
                    <a:pt x="38383" y="10959"/>
                  </a:lnTo>
                  <a:lnTo>
                    <a:pt x="38060" y="10172"/>
                  </a:lnTo>
                  <a:lnTo>
                    <a:pt x="37717" y="9405"/>
                  </a:lnTo>
                  <a:lnTo>
                    <a:pt x="37354" y="8638"/>
                  </a:lnTo>
                  <a:lnTo>
                    <a:pt x="36971" y="7871"/>
                  </a:lnTo>
                  <a:lnTo>
                    <a:pt x="36567" y="7125"/>
                  </a:lnTo>
                  <a:lnTo>
                    <a:pt x="36143" y="6398"/>
                  </a:lnTo>
                  <a:lnTo>
                    <a:pt x="35841" y="5873"/>
                  </a:lnTo>
                  <a:lnTo>
                    <a:pt x="35578" y="5470"/>
                  </a:lnTo>
                  <a:lnTo>
                    <a:pt x="35336" y="5046"/>
                  </a:lnTo>
                  <a:lnTo>
                    <a:pt x="35255" y="4844"/>
                  </a:lnTo>
                  <a:lnTo>
                    <a:pt x="35175" y="4622"/>
                  </a:lnTo>
                  <a:lnTo>
                    <a:pt x="35094" y="4380"/>
                  </a:lnTo>
                  <a:lnTo>
                    <a:pt x="35054" y="4158"/>
                  </a:lnTo>
                  <a:lnTo>
                    <a:pt x="35054" y="3997"/>
                  </a:lnTo>
                  <a:lnTo>
                    <a:pt x="35054" y="3835"/>
                  </a:lnTo>
                  <a:lnTo>
                    <a:pt x="35074" y="3492"/>
                  </a:lnTo>
                  <a:lnTo>
                    <a:pt x="35155" y="3169"/>
                  </a:lnTo>
                  <a:lnTo>
                    <a:pt x="35235" y="2846"/>
                  </a:lnTo>
                  <a:lnTo>
                    <a:pt x="35316" y="2463"/>
                  </a:lnTo>
                  <a:lnTo>
                    <a:pt x="35397" y="2059"/>
                  </a:lnTo>
                  <a:lnTo>
                    <a:pt x="35417" y="1858"/>
                  </a:lnTo>
                  <a:lnTo>
                    <a:pt x="35397" y="1656"/>
                  </a:lnTo>
                  <a:lnTo>
                    <a:pt x="35376" y="1454"/>
                  </a:lnTo>
                  <a:lnTo>
                    <a:pt x="35336" y="1252"/>
                  </a:lnTo>
                  <a:lnTo>
                    <a:pt x="35276" y="1091"/>
                  </a:lnTo>
                  <a:lnTo>
                    <a:pt x="35195" y="949"/>
                  </a:lnTo>
                  <a:lnTo>
                    <a:pt x="35094" y="808"/>
                  </a:lnTo>
                  <a:lnTo>
                    <a:pt x="34993" y="687"/>
                  </a:lnTo>
                  <a:lnTo>
                    <a:pt x="34872" y="586"/>
                  </a:lnTo>
                  <a:lnTo>
                    <a:pt x="34731" y="485"/>
                  </a:lnTo>
                  <a:lnTo>
                    <a:pt x="34569" y="384"/>
                  </a:lnTo>
                  <a:lnTo>
                    <a:pt x="34408" y="304"/>
                  </a:lnTo>
                  <a:lnTo>
                    <a:pt x="34226" y="223"/>
                  </a:lnTo>
                  <a:lnTo>
                    <a:pt x="34024" y="162"/>
                  </a:lnTo>
                  <a:lnTo>
                    <a:pt x="33802" y="122"/>
                  </a:lnTo>
                  <a:lnTo>
                    <a:pt x="33560" y="82"/>
                  </a:lnTo>
                  <a:lnTo>
                    <a:pt x="33056" y="21"/>
                  </a:lnTo>
                  <a:lnTo>
                    <a:pt x="32471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93" name="Google Shape;493;p7"/>
            <p:cNvSpPr/>
            <p:nvPr/>
          </p:nvSpPr>
          <p:spPr>
            <a:xfrm flipH="1">
              <a:off x="2060921" y="-3413869"/>
              <a:ext cx="1001862" cy="1525380"/>
            </a:xfrm>
            <a:custGeom>
              <a:rect b="b" l="l" r="r" t="t"/>
              <a:pathLst>
                <a:path extrusionOk="0" h="27284" w="17920">
                  <a:moveTo>
                    <a:pt x="9041" y="81"/>
                  </a:moveTo>
                  <a:lnTo>
                    <a:pt x="9464" y="101"/>
                  </a:lnTo>
                  <a:lnTo>
                    <a:pt x="9888" y="141"/>
                  </a:lnTo>
                  <a:lnTo>
                    <a:pt x="10312" y="222"/>
                  </a:lnTo>
                  <a:lnTo>
                    <a:pt x="10716" y="323"/>
                  </a:lnTo>
                  <a:lnTo>
                    <a:pt x="11139" y="444"/>
                  </a:lnTo>
                  <a:lnTo>
                    <a:pt x="11543" y="605"/>
                  </a:lnTo>
                  <a:lnTo>
                    <a:pt x="11947" y="767"/>
                  </a:lnTo>
                  <a:lnTo>
                    <a:pt x="12350" y="969"/>
                  </a:lnTo>
                  <a:lnTo>
                    <a:pt x="12734" y="1191"/>
                  </a:lnTo>
                  <a:lnTo>
                    <a:pt x="13117" y="1433"/>
                  </a:lnTo>
                  <a:lnTo>
                    <a:pt x="13480" y="1715"/>
                  </a:lnTo>
                  <a:lnTo>
                    <a:pt x="13844" y="1998"/>
                  </a:lnTo>
                  <a:lnTo>
                    <a:pt x="14187" y="2301"/>
                  </a:lnTo>
                  <a:lnTo>
                    <a:pt x="14530" y="2644"/>
                  </a:lnTo>
                  <a:lnTo>
                    <a:pt x="14832" y="2987"/>
                  </a:lnTo>
                  <a:lnTo>
                    <a:pt x="15155" y="3350"/>
                  </a:lnTo>
                  <a:lnTo>
                    <a:pt x="15397" y="3673"/>
                  </a:lnTo>
                  <a:lnTo>
                    <a:pt x="15619" y="4016"/>
                  </a:lnTo>
                  <a:lnTo>
                    <a:pt x="15841" y="4359"/>
                  </a:lnTo>
                  <a:lnTo>
                    <a:pt x="16063" y="4722"/>
                  </a:lnTo>
                  <a:lnTo>
                    <a:pt x="16265" y="5106"/>
                  </a:lnTo>
                  <a:lnTo>
                    <a:pt x="16447" y="5489"/>
                  </a:lnTo>
                  <a:lnTo>
                    <a:pt x="16628" y="5893"/>
                  </a:lnTo>
                  <a:lnTo>
                    <a:pt x="16790" y="6296"/>
                  </a:lnTo>
                  <a:lnTo>
                    <a:pt x="16931" y="6720"/>
                  </a:lnTo>
                  <a:lnTo>
                    <a:pt x="17072" y="7144"/>
                  </a:lnTo>
                  <a:lnTo>
                    <a:pt x="17214" y="7588"/>
                  </a:lnTo>
                  <a:lnTo>
                    <a:pt x="17315" y="8052"/>
                  </a:lnTo>
                  <a:lnTo>
                    <a:pt x="17436" y="8516"/>
                  </a:lnTo>
                  <a:lnTo>
                    <a:pt x="17516" y="8980"/>
                  </a:lnTo>
                  <a:lnTo>
                    <a:pt x="17597" y="9485"/>
                  </a:lnTo>
                  <a:lnTo>
                    <a:pt x="17678" y="9969"/>
                  </a:lnTo>
                  <a:lnTo>
                    <a:pt x="17738" y="10514"/>
                  </a:lnTo>
                  <a:lnTo>
                    <a:pt x="17779" y="11079"/>
                  </a:lnTo>
                  <a:lnTo>
                    <a:pt x="17819" y="11624"/>
                  </a:lnTo>
                  <a:lnTo>
                    <a:pt x="17839" y="12189"/>
                  </a:lnTo>
                  <a:lnTo>
                    <a:pt x="17839" y="12774"/>
                  </a:lnTo>
                  <a:lnTo>
                    <a:pt x="17819" y="13339"/>
                  </a:lnTo>
                  <a:lnTo>
                    <a:pt x="17799" y="13924"/>
                  </a:lnTo>
                  <a:lnTo>
                    <a:pt x="17758" y="14510"/>
                  </a:lnTo>
                  <a:lnTo>
                    <a:pt x="17718" y="15115"/>
                  </a:lnTo>
                  <a:lnTo>
                    <a:pt x="17637" y="15720"/>
                  </a:lnTo>
                  <a:lnTo>
                    <a:pt x="17557" y="16326"/>
                  </a:lnTo>
                  <a:lnTo>
                    <a:pt x="17456" y="16951"/>
                  </a:lnTo>
                  <a:lnTo>
                    <a:pt x="17355" y="17577"/>
                  </a:lnTo>
                  <a:lnTo>
                    <a:pt x="17234" y="18202"/>
                  </a:lnTo>
                  <a:lnTo>
                    <a:pt x="17093" y="18848"/>
                  </a:lnTo>
                  <a:lnTo>
                    <a:pt x="16931" y="19514"/>
                  </a:lnTo>
                  <a:lnTo>
                    <a:pt x="16709" y="20362"/>
                  </a:lnTo>
                  <a:lnTo>
                    <a:pt x="16447" y="21230"/>
                  </a:lnTo>
                  <a:lnTo>
                    <a:pt x="16285" y="21673"/>
                  </a:lnTo>
                  <a:lnTo>
                    <a:pt x="16124" y="22117"/>
                  </a:lnTo>
                  <a:lnTo>
                    <a:pt x="15942" y="22561"/>
                  </a:lnTo>
                  <a:lnTo>
                    <a:pt x="15740" y="23005"/>
                  </a:lnTo>
                  <a:lnTo>
                    <a:pt x="15518" y="23429"/>
                  </a:lnTo>
                  <a:lnTo>
                    <a:pt x="15276" y="23873"/>
                  </a:lnTo>
                  <a:lnTo>
                    <a:pt x="15014" y="24277"/>
                  </a:lnTo>
                  <a:lnTo>
                    <a:pt x="14731" y="24680"/>
                  </a:lnTo>
                  <a:lnTo>
                    <a:pt x="14429" y="25064"/>
                  </a:lnTo>
                  <a:lnTo>
                    <a:pt x="14106" y="25427"/>
                  </a:lnTo>
                  <a:lnTo>
                    <a:pt x="13743" y="25770"/>
                  </a:lnTo>
                  <a:lnTo>
                    <a:pt x="13359" y="26093"/>
                  </a:lnTo>
                  <a:lnTo>
                    <a:pt x="13077" y="26295"/>
                  </a:lnTo>
                  <a:lnTo>
                    <a:pt x="12774" y="26476"/>
                  </a:lnTo>
                  <a:lnTo>
                    <a:pt x="12491" y="26658"/>
                  </a:lnTo>
                  <a:lnTo>
                    <a:pt x="12209" y="26799"/>
                  </a:lnTo>
                  <a:lnTo>
                    <a:pt x="11906" y="26920"/>
                  </a:lnTo>
                  <a:lnTo>
                    <a:pt x="11624" y="27021"/>
                  </a:lnTo>
                  <a:lnTo>
                    <a:pt x="11321" y="27102"/>
                  </a:lnTo>
                  <a:lnTo>
                    <a:pt x="11018" y="27162"/>
                  </a:lnTo>
                  <a:lnTo>
                    <a:pt x="10716" y="27203"/>
                  </a:lnTo>
                  <a:lnTo>
                    <a:pt x="10110" y="27203"/>
                  </a:lnTo>
                  <a:lnTo>
                    <a:pt x="9808" y="27183"/>
                  </a:lnTo>
                  <a:lnTo>
                    <a:pt x="9485" y="27142"/>
                  </a:lnTo>
                  <a:lnTo>
                    <a:pt x="9182" y="27062"/>
                  </a:lnTo>
                  <a:lnTo>
                    <a:pt x="8859" y="26981"/>
                  </a:lnTo>
                  <a:lnTo>
                    <a:pt x="8556" y="26860"/>
                  </a:lnTo>
                  <a:lnTo>
                    <a:pt x="8234" y="26739"/>
                  </a:lnTo>
                  <a:lnTo>
                    <a:pt x="7931" y="26577"/>
                  </a:lnTo>
                  <a:lnTo>
                    <a:pt x="7628" y="26416"/>
                  </a:lnTo>
                  <a:lnTo>
                    <a:pt x="7346" y="26234"/>
                  </a:lnTo>
                  <a:lnTo>
                    <a:pt x="7063" y="26053"/>
                  </a:lnTo>
                  <a:lnTo>
                    <a:pt x="6781" y="25851"/>
                  </a:lnTo>
                  <a:lnTo>
                    <a:pt x="6256" y="25427"/>
                  </a:lnTo>
                  <a:lnTo>
                    <a:pt x="5772" y="24983"/>
                  </a:lnTo>
                  <a:lnTo>
                    <a:pt x="5328" y="24539"/>
                  </a:lnTo>
                  <a:lnTo>
                    <a:pt x="4944" y="24095"/>
                  </a:lnTo>
                  <a:lnTo>
                    <a:pt x="4581" y="23671"/>
                  </a:lnTo>
                  <a:lnTo>
                    <a:pt x="4238" y="23227"/>
                  </a:lnTo>
                  <a:lnTo>
                    <a:pt x="3895" y="22763"/>
                  </a:lnTo>
                  <a:lnTo>
                    <a:pt x="3572" y="22279"/>
                  </a:lnTo>
                  <a:lnTo>
                    <a:pt x="3249" y="21815"/>
                  </a:lnTo>
                  <a:lnTo>
                    <a:pt x="2967" y="21330"/>
                  </a:lnTo>
                  <a:lnTo>
                    <a:pt x="2664" y="20826"/>
                  </a:lnTo>
                  <a:lnTo>
                    <a:pt x="2401" y="20342"/>
                  </a:lnTo>
                  <a:lnTo>
                    <a:pt x="2139" y="19837"/>
                  </a:lnTo>
                  <a:lnTo>
                    <a:pt x="1897" y="19333"/>
                  </a:lnTo>
                  <a:lnTo>
                    <a:pt x="1675" y="18808"/>
                  </a:lnTo>
                  <a:lnTo>
                    <a:pt x="1453" y="18303"/>
                  </a:lnTo>
                  <a:lnTo>
                    <a:pt x="1251" y="17779"/>
                  </a:lnTo>
                  <a:lnTo>
                    <a:pt x="1070" y="17254"/>
                  </a:lnTo>
                  <a:lnTo>
                    <a:pt x="888" y="16729"/>
                  </a:lnTo>
                  <a:lnTo>
                    <a:pt x="727" y="16205"/>
                  </a:lnTo>
                  <a:lnTo>
                    <a:pt x="585" y="15680"/>
                  </a:lnTo>
                  <a:lnTo>
                    <a:pt x="464" y="15095"/>
                  </a:lnTo>
                  <a:lnTo>
                    <a:pt x="343" y="14530"/>
                  </a:lnTo>
                  <a:lnTo>
                    <a:pt x="262" y="13965"/>
                  </a:lnTo>
                  <a:lnTo>
                    <a:pt x="182" y="13400"/>
                  </a:lnTo>
                  <a:lnTo>
                    <a:pt x="121" y="12835"/>
                  </a:lnTo>
                  <a:lnTo>
                    <a:pt x="101" y="12270"/>
                  </a:lnTo>
                  <a:lnTo>
                    <a:pt x="81" y="11725"/>
                  </a:lnTo>
                  <a:lnTo>
                    <a:pt x="81" y="11160"/>
                  </a:lnTo>
                  <a:lnTo>
                    <a:pt x="101" y="10615"/>
                  </a:lnTo>
                  <a:lnTo>
                    <a:pt x="141" y="10070"/>
                  </a:lnTo>
                  <a:lnTo>
                    <a:pt x="202" y="9525"/>
                  </a:lnTo>
                  <a:lnTo>
                    <a:pt x="283" y="9000"/>
                  </a:lnTo>
                  <a:lnTo>
                    <a:pt x="383" y="8476"/>
                  </a:lnTo>
                  <a:lnTo>
                    <a:pt x="505" y="7951"/>
                  </a:lnTo>
                  <a:lnTo>
                    <a:pt x="646" y="7447"/>
                  </a:lnTo>
                  <a:lnTo>
                    <a:pt x="787" y="6942"/>
                  </a:lnTo>
                  <a:lnTo>
                    <a:pt x="1049" y="6236"/>
                  </a:lnTo>
                  <a:lnTo>
                    <a:pt x="1352" y="5570"/>
                  </a:lnTo>
                  <a:lnTo>
                    <a:pt x="1695" y="4924"/>
                  </a:lnTo>
                  <a:lnTo>
                    <a:pt x="2079" y="4298"/>
                  </a:lnTo>
                  <a:lnTo>
                    <a:pt x="2482" y="3693"/>
                  </a:lnTo>
                  <a:lnTo>
                    <a:pt x="2946" y="3128"/>
                  </a:lnTo>
                  <a:lnTo>
                    <a:pt x="3188" y="2866"/>
                  </a:lnTo>
                  <a:lnTo>
                    <a:pt x="3431" y="2603"/>
                  </a:lnTo>
                  <a:lnTo>
                    <a:pt x="3673" y="2361"/>
                  </a:lnTo>
                  <a:lnTo>
                    <a:pt x="3935" y="2119"/>
                  </a:lnTo>
                  <a:lnTo>
                    <a:pt x="4218" y="1877"/>
                  </a:lnTo>
                  <a:lnTo>
                    <a:pt x="4520" y="1655"/>
                  </a:lnTo>
                  <a:lnTo>
                    <a:pt x="4803" y="1433"/>
                  </a:lnTo>
                  <a:lnTo>
                    <a:pt x="5106" y="1231"/>
                  </a:lnTo>
                  <a:lnTo>
                    <a:pt x="5408" y="1049"/>
                  </a:lnTo>
                  <a:lnTo>
                    <a:pt x="5731" y="888"/>
                  </a:lnTo>
                  <a:lnTo>
                    <a:pt x="6034" y="727"/>
                  </a:lnTo>
                  <a:lnTo>
                    <a:pt x="6337" y="605"/>
                  </a:lnTo>
                  <a:lnTo>
                    <a:pt x="6659" y="484"/>
                  </a:lnTo>
                  <a:lnTo>
                    <a:pt x="6982" y="363"/>
                  </a:lnTo>
                  <a:lnTo>
                    <a:pt x="7305" y="283"/>
                  </a:lnTo>
                  <a:lnTo>
                    <a:pt x="7628" y="202"/>
                  </a:lnTo>
                  <a:lnTo>
                    <a:pt x="7951" y="162"/>
                  </a:lnTo>
                  <a:lnTo>
                    <a:pt x="8274" y="121"/>
                  </a:lnTo>
                  <a:lnTo>
                    <a:pt x="8597" y="81"/>
                  </a:lnTo>
                  <a:close/>
                  <a:moveTo>
                    <a:pt x="8698" y="0"/>
                  </a:moveTo>
                  <a:lnTo>
                    <a:pt x="8355" y="20"/>
                  </a:lnTo>
                  <a:lnTo>
                    <a:pt x="8032" y="61"/>
                  </a:lnTo>
                  <a:lnTo>
                    <a:pt x="7689" y="121"/>
                  </a:lnTo>
                  <a:lnTo>
                    <a:pt x="7366" y="182"/>
                  </a:lnTo>
                  <a:lnTo>
                    <a:pt x="7023" y="283"/>
                  </a:lnTo>
                  <a:lnTo>
                    <a:pt x="6700" y="383"/>
                  </a:lnTo>
                  <a:lnTo>
                    <a:pt x="6377" y="505"/>
                  </a:lnTo>
                  <a:lnTo>
                    <a:pt x="6054" y="646"/>
                  </a:lnTo>
                  <a:lnTo>
                    <a:pt x="5731" y="787"/>
                  </a:lnTo>
                  <a:lnTo>
                    <a:pt x="5408" y="969"/>
                  </a:lnTo>
                  <a:lnTo>
                    <a:pt x="5085" y="1150"/>
                  </a:lnTo>
                  <a:lnTo>
                    <a:pt x="4783" y="1352"/>
                  </a:lnTo>
                  <a:lnTo>
                    <a:pt x="4480" y="1574"/>
                  </a:lnTo>
                  <a:lnTo>
                    <a:pt x="4177" y="1816"/>
                  </a:lnTo>
                  <a:lnTo>
                    <a:pt x="3895" y="2058"/>
                  </a:lnTo>
                  <a:lnTo>
                    <a:pt x="3632" y="2301"/>
                  </a:lnTo>
                  <a:lnTo>
                    <a:pt x="3370" y="2543"/>
                  </a:lnTo>
                  <a:lnTo>
                    <a:pt x="3128" y="2805"/>
                  </a:lnTo>
                  <a:lnTo>
                    <a:pt x="2886" y="3088"/>
                  </a:lnTo>
                  <a:lnTo>
                    <a:pt x="2422" y="3653"/>
                  </a:lnTo>
                  <a:lnTo>
                    <a:pt x="1998" y="4258"/>
                  </a:lnTo>
                  <a:lnTo>
                    <a:pt x="1614" y="4884"/>
                  </a:lnTo>
                  <a:lnTo>
                    <a:pt x="1271" y="5529"/>
                  </a:lnTo>
                  <a:lnTo>
                    <a:pt x="969" y="6216"/>
                  </a:lnTo>
                  <a:lnTo>
                    <a:pt x="848" y="6559"/>
                  </a:lnTo>
                  <a:lnTo>
                    <a:pt x="727" y="6902"/>
                  </a:lnTo>
                  <a:lnTo>
                    <a:pt x="565" y="7406"/>
                  </a:lnTo>
                  <a:lnTo>
                    <a:pt x="424" y="7931"/>
                  </a:lnTo>
                  <a:lnTo>
                    <a:pt x="303" y="8456"/>
                  </a:lnTo>
                  <a:lnTo>
                    <a:pt x="202" y="8980"/>
                  </a:lnTo>
                  <a:lnTo>
                    <a:pt x="121" y="9525"/>
                  </a:lnTo>
                  <a:lnTo>
                    <a:pt x="61" y="10070"/>
                  </a:lnTo>
                  <a:lnTo>
                    <a:pt x="20" y="10615"/>
                  </a:lnTo>
                  <a:lnTo>
                    <a:pt x="0" y="11160"/>
                  </a:lnTo>
                  <a:lnTo>
                    <a:pt x="0" y="11725"/>
                  </a:lnTo>
                  <a:lnTo>
                    <a:pt x="20" y="12270"/>
                  </a:lnTo>
                  <a:lnTo>
                    <a:pt x="40" y="12835"/>
                  </a:lnTo>
                  <a:lnTo>
                    <a:pt x="101" y="13400"/>
                  </a:lnTo>
                  <a:lnTo>
                    <a:pt x="182" y="13965"/>
                  </a:lnTo>
                  <a:lnTo>
                    <a:pt x="262" y="14550"/>
                  </a:lnTo>
                  <a:lnTo>
                    <a:pt x="383" y="15115"/>
                  </a:lnTo>
                  <a:lnTo>
                    <a:pt x="525" y="15700"/>
                  </a:lnTo>
                  <a:lnTo>
                    <a:pt x="666" y="16225"/>
                  </a:lnTo>
                  <a:lnTo>
                    <a:pt x="807" y="16750"/>
                  </a:lnTo>
                  <a:lnTo>
                    <a:pt x="989" y="17274"/>
                  </a:lnTo>
                  <a:lnTo>
                    <a:pt x="1170" y="17799"/>
                  </a:lnTo>
                  <a:lnTo>
                    <a:pt x="1372" y="18324"/>
                  </a:lnTo>
                  <a:lnTo>
                    <a:pt x="1594" y="18848"/>
                  </a:lnTo>
                  <a:lnTo>
                    <a:pt x="1816" y="19353"/>
                  </a:lnTo>
                  <a:lnTo>
                    <a:pt x="2058" y="19877"/>
                  </a:lnTo>
                  <a:lnTo>
                    <a:pt x="2321" y="20382"/>
                  </a:lnTo>
                  <a:lnTo>
                    <a:pt x="2603" y="20866"/>
                  </a:lnTo>
                  <a:lnTo>
                    <a:pt x="2886" y="21371"/>
                  </a:lnTo>
                  <a:lnTo>
                    <a:pt x="3188" y="21855"/>
                  </a:lnTo>
                  <a:lnTo>
                    <a:pt x="3511" y="22339"/>
                  </a:lnTo>
                  <a:lnTo>
                    <a:pt x="3834" y="22804"/>
                  </a:lnTo>
                  <a:lnTo>
                    <a:pt x="4177" y="23268"/>
                  </a:lnTo>
                  <a:lnTo>
                    <a:pt x="4520" y="23732"/>
                  </a:lnTo>
                  <a:lnTo>
                    <a:pt x="4964" y="24236"/>
                  </a:lnTo>
                  <a:lnTo>
                    <a:pt x="5206" y="24519"/>
                  </a:lnTo>
                  <a:lnTo>
                    <a:pt x="5489" y="24822"/>
                  </a:lnTo>
                  <a:lnTo>
                    <a:pt x="5792" y="25104"/>
                  </a:lnTo>
                  <a:lnTo>
                    <a:pt x="6115" y="25407"/>
                  </a:lnTo>
                  <a:lnTo>
                    <a:pt x="6458" y="25689"/>
                  </a:lnTo>
                  <a:lnTo>
                    <a:pt x="6821" y="25972"/>
                  </a:lnTo>
                  <a:lnTo>
                    <a:pt x="7204" y="26254"/>
                  </a:lnTo>
                  <a:lnTo>
                    <a:pt x="7608" y="26497"/>
                  </a:lnTo>
                  <a:lnTo>
                    <a:pt x="8032" y="26718"/>
                  </a:lnTo>
                  <a:lnTo>
                    <a:pt x="8455" y="26900"/>
                  </a:lnTo>
                  <a:lnTo>
                    <a:pt x="8920" y="27062"/>
                  </a:lnTo>
                  <a:lnTo>
                    <a:pt x="9364" y="27183"/>
                  </a:lnTo>
                  <a:lnTo>
                    <a:pt x="9606" y="27223"/>
                  </a:lnTo>
                  <a:lnTo>
                    <a:pt x="9848" y="27263"/>
                  </a:lnTo>
                  <a:lnTo>
                    <a:pt x="10090" y="27284"/>
                  </a:lnTo>
                  <a:lnTo>
                    <a:pt x="10695" y="27284"/>
                  </a:lnTo>
                  <a:lnTo>
                    <a:pt x="11079" y="27223"/>
                  </a:lnTo>
                  <a:lnTo>
                    <a:pt x="11462" y="27142"/>
                  </a:lnTo>
                  <a:lnTo>
                    <a:pt x="11846" y="27021"/>
                  </a:lnTo>
                  <a:lnTo>
                    <a:pt x="12229" y="26880"/>
                  </a:lnTo>
                  <a:lnTo>
                    <a:pt x="12613" y="26678"/>
                  </a:lnTo>
                  <a:lnTo>
                    <a:pt x="12996" y="26436"/>
                  </a:lnTo>
                  <a:lnTo>
                    <a:pt x="13400" y="26153"/>
                  </a:lnTo>
                  <a:lnTo>
                    <a:pt x="13783" y="25831"/>
                  </a:lnTo>
                  <a:lnTo>
                    <a:pt x="14146" y="25488"/>
                  </a:lnTo>
                  <a:lnTo>
                    <a:pt x="14489" y="25124"/>
                  </a:lnTo>
                  <a:lnTo>
                    <a:pt x="14792" y="24721"/>
                  </a:lnTo>
                  <a:lnTo>
                    <a:pt x="15095" y="24317"/>
                  </a:lnTo>
                  <a:lnTo>
                    <a:pt x="15357" y="23913"/>
                  </a:lnTo>
                  <a:lnTo>
                    <a:pt x="15599" y="23490"/>
                  </a:lnTo>
                  <a:lnTo>
                    <a:pt x="15821" y="23046"/>
                  </a:lnTo>
                  <a:lnTo>
                    <a:pt x="16023" y="22602"/>
                  </a:lnTo>
                  <a:lnTo>
                    <a:pt x="16205" y="22158"/>
                  </a:lnTo>
                  <a:lnTo>
                    <a:pt x="16366" y="21714"/>
                  </a:lnTo>
                  <a:lnTo>
                    <a:pt x="16527" y="21270"/>
                  </a:lnTo>
                  <a:lnTo>
                    <a:pt x="16790" y="20382"/>
                  </a:lnTo>
                  <a:lnTo>
                    <a:pt x="17012" y="19534"/>
                  </a:lnTo>
                  <a:lnTo>
                    <a:pt x="17173" y="18868"/>
                  </a:lnTo>
                  <a:lnTo>
                    <a:pt x="17315" y="18223"/>
                  </a:lnTo>
                  <a:lnTo>
                    <a:pt x="17436" y="17597"/>
                  </a:lnTo>
                  <a:lnTo>
                    <a:pt x="17537" y="16951"/>
                  </a:lnTo>
                  <a:lnTo>
                    <a:pt x="17637" y="16346"/>
                  </a:lnTo>
                  <a:lnTo>
                    <a:pt x="17718" y="15720"/>
                  </a:lnTo>
                  <a:lnTo>
                    <a:pt x="17799" y="15115"/>
                  </a:lnTo>
                  <a:lnTo>
                    <a:pt x="17839" y="14530"/>
                  </a:lnTo>
                  <a:lnTo>
                    <a:pt x="17880" y="13924"/>
                  </a:lnTo>
                  <a:lnTo>
                    <a:pt x="17900" y="13339"/>
                  </a:lnTo>
                  <a:lnTo>
                    <a:pt x="17920" y="12774"/>
                  </a:lnTo>
                  <a:lnTo>
                    <a:pt x="17920" y="12189"/>
                  </a:lnTo>
                  <a:lnTo>
                    <a:pt x="17900" y="11624"/>
                  </a:lnTo>
                  <a:lnTo>
                    <a:pt x="17859" y="11059"/>
                  </a:lnTo>
                  <a:lnTo>
                    <a:pt x="17819" y="10514"/>
                  </a:lnTo>
                  <a:lnTo>
                    <a:pt x="17758" y="9969"/>
                  </a:lnTo>
                  <a:lnTo>
                    <a:pt x="17678" y="9465"/>
                  </a:lnTo>
                  <a:lnTo>
                    <a:pt x="17597" y="8980"/>
                  </a:lnTo>
                  <a:lnTo>
                    <a:pt x="17516" y="8496"/>
                  </a:lnTo>
                  <a:lnTo>
                    <a:pt x="17395" y="8032"/>
                  </a:lnTo>
                  <a:lnTo>
                    <a:pt x="17294" y="7568"/>
                  </a:lnTo>
                  <a:lnTo>
                    <a:pt x="17153" y="7124"/>
                  </a:lnTo>
                  <a:lnTo>
                    <a:pt x="17012" y="6700"/>
                  </a:lnTo>
                  <a:lnTo>
                    <a:pt x="16850" y="6276"/>
                  </a:lnTo>
                  <a:lnTo>
                    <a:pt x="16689" y="5852"/>
                  </a:lnTo>
                  <a:lnTo>
                    <a:pt x="16507" y="5449"/>
                  </a:lnTo>
                  <a:lnTo>
                    <a:pt x="16326" y="5065"/>
                  </a:lnTo>
                  <a:lnTo>
                    <a:pt x="16124" y="4682"/>
                  </a:lnTo>
                  <a:lnTo>
                    <a:pt x="15922" y="4319"/>
                  </a:lnTo>
                  <a:lnTo>
                    <a:pt x="15700" y="3976"/>
                  </a:lnTo>
                  <a:lnTo>
                    <a:pt x="15458" y="3632"/>
                  </a:lnTo>
                  <a:lnTo>
                    <a:pt x="15216" y="3310"/>
                  </a:lnTo>
                  <a:lnTo>
                    <a:pt x="14913" y="2926"/>
                  </a:lnTo>
                  <a:lnTo>
                    <a:pt x="14590" y="2583"/>
                  </a:lnTo>
                  <a:lnTo>
                    <a:pt x="14247" y="2240"/>
                  </a:lnTo>
                  <a:lnTo>
                    <a:pt x="13904" y="1937"/>
                  </a:lnTo>
                  <a:lnTo>
                    <a:pt x="13541" y="1635"/>
                  </a:lnTo>
                  <a:lnTo>
                    <a:pt x="13157" y="1372"/>
                  </a:lnTo>
                  <a:lnTo>
                    <a:pt x="12774" y="1130"/>
                  </a:lnTo>
                  <a:lnTo>
                    <a:pt x="12391" y="908"/>
                  </a:lnTo>
                  <a:lnTo>
                    <a:pt x="11987" y="706"/>
                  </a:lnTo>
                  <a:lnTo>
                    <a:pt x="11583" y="525"/>
                  </a:lnTo>
                  <a:lnTo>
                    <a:pt x="11160" y="363"/>
                  </a:lnTo>
                  <a:lnTo>
                    <a:pt x="10736" y="242"/>
                  </a:lnTo>
                  <a:lnTo>
                    <a:pt x="10312" y="141"/>
                  </a:lnTo>
                  <a:lnTo>
                    <a:pt x="9888" y="61"/>
                  </a:lnTo>
                  <a:lnTo>
                    <a:pt x="9464" y="20"/>
                  </a:lnTo>
                  <a:lnTo>
                    <a:pt x="9041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94" name="Google Shape;494;p7"/>
            <p:cNvSpPr/>
            <p:nvPr/>
          </p:nvSpPr>
          <p:spPr>
            <a:xfrm flipH="1">
              <a:off x="497192" y="-5154682"/>
              <a:ext cx="2383952" cy="1642730"/>
            </a:xfrm>
            <a:custGeom>
              <a:rect b="b" l="l" r="r" t="t"/>
              <a:pathLst>
                <a:path extrusionOk="0" h="29383" w="42641">
                  <a:moveTo>
                    <a:pt x="9364" y="81"/>
                  </a:moveTo>
                  <a:lnTo>
                    <a:pt x="10796" y="141"/>
                  </a:lnTo>
                  <a:lnTo>
                    <a:pt x="12209" y="222"/>
                  </a:lnTo>
                  <a:lnTo>
                    <a:pt x="13642" y="363"/>
                  </a:lnTo>
                  <a:lnTo>
                    <a:pt x="15054" y="505"/>
                  </a:lnTo>
                  <a:lnTo>
                    <a:pt x="16467" y="706"/>
                  </a:lnTo>
                  <a:lnTo>
                    <a:pt x="17880" y="928"/>
                  </a:lnTo>
                  <a:lnTo>
                    <a:pt x="19292" y="1191"/>
                  </a:lnTo>
                  <a:lnTo>
                    <a:pt x="20685" y="1494"/>
                  </a:lnTo>
                  <a:lnTo>
                    <a:pt x="22077" y="1816"/>
                  </a:lnTo>
                  <a:lnTo>
                    <a:pt x="23469" y="2180"/>
                  </a:lnTo>
                  <a:lnTo>
                    <a:pt x="24842" y="2563"/>
                  </a:lnTo>
                  <a:lnTo>
                    <a:pt x="26194" y="2987"/>
                  </a:lnTo>
                  <a:lnTo>
                    <a:pt x="27546" y="3451"/>
                  </a:lnTo>
                  <a:lnTo>
                    <a:pt x="28878" y="3935"/>
                  </a:lnTo>
                  <a:lnTo>
                    <a:pt x="30210" y="4460"/>
                  </a:lnTo>
                  <a:lnTo>
                    <a:pt x="31340" y="4944"/>
                  </a:lnTo>
                  <a:lnTo>
                    <a:pt x="32409" y="5429"/>
                  </a:lnTo>
                  <a:lnTo>
                    <a:pt x="33418" y="5933"/>
                  </a:lnTo>
                  <a:lnTo>
                    <a:pt x="34346" y="6438"/>
                  </a:lnTo>
                  <a:lnTo>
                    <a:pt x="35234" y="6962"/>
                  </a:lnTo>
                  <a:lnTo>
                    <a:pt x="36062" y="7487"/>
                  </a:lnTo>
                  <a:lnTo>
                    <a:pt x="36829" y="8032"/>
                  </a:lnTo>
                  <a:lnTo>
                    <a:pt x="37555" y="8597"/>
                  </a:lnTo>
                  <a:lnTo>
                    <a:pt x="37979" y="8960"/>
                  </a:lnTo>
                  <a:lnTo>
                    <a:pt x="38403" y="9344"/>
                  </a:lnTo>
                  <a:lnTo>
                    <a:pt x="38806" y="9727"/>
                  </a:lnTo>
                  <a:lnTo>
                    <a:pt x="39190" y="10131"/>
                  </a:lnTo>
                  <a:lnTo>
                    <a:pt x="39573" y="10534"/>
                  </a:lnTo>
                  <a:lnTo>
                    <a:pt x="39916" y="10938"/>
                  </a:lnTo>
                  <a:lnTo>
                    <a:pt x="40239" y="11362"/>
                  </a:lnTo>
                  <a:lnTo>
                    <a:pt x="40562" y="11785"/>
                  </a:lnTo>
                  <a:lnTo>
                    <a:pt x="40844" y="12209"/>
                  </a:lnTo>
                  <a:lnTo>
                    <a:pt x="41127" y="12653"/>
                  </a:lnTo>
                  <a:lnTo>
                    <a:pt x="41369" y="13097"/>
                  </a:lnTo>
                  <a:lnTo>
                    <a:pt x="41611" y="13541"/>
                  </a:lnTo>
                  <a:lnTo>
                    <a:pt x="41813" y="14005"/>
                  </a:lnTo>
                  <a:lnTo>
                    <a:pt x="42015" y="14469"/>
                  </a:lnTo>
                  <a:lnTo>
                    <a:pt x="42176" y="14913"/>
                  </a:lnTo>
                  <a:lnTo>
                    <a:pt x="42338" y="15398"/>
                  </a:lnTo>
                  <a:lnTo>
                    <a:pt x="42459" y="15862"/>
                  </a:lnTo>
                  <a:lnTo>
                    <a:pt x="42499" y="16104"/>
                  </a:lnTo>
                  <a:lnTo>
                    <a:pt x="42540" y="16366"/>
                  </a:lnTo>
                  <a:lnTo>
                    <a:pt x="42560" y="16608"/>
                  </a:lnTo>
                  <a:lnTo>
                    <a:pt x="42560" y="16851"/>
                  </a:lnTo>
                  <a:lnTo>
                    <a:pt x="42540" y="17113"/>
                  </a:lnTo>
                  <a:lnTo>
                    <a:pt x="42519" y="17355"/>
                  </a:lnTo>
                  <a:lnTo>
                    <a:pt x="42479" y="17577"/>
                  </a:lnTo>
                  <a:lnTo>
                    <a:pt x="42418" y="17799"/>
                  </a:lnTo>
                  <a:lnTo>
                    <a:pt x="42338" y="18021"/>
                  </a:lnTo>
                  <a:lnTo>
                    <a:pt x="42217" y="18223"/>
                  </a:lnTo>
                  <a:lnTo>
                    <a:pt x="42096" y="18404"/>
                  </a:lnTo>
                  <a:lnTo>
                    <a:pt x="41954" y="18566"/>
                  </a:lnTo>
                  <a:lnTo>
                    <a:pt x="41773" y="18707"/>
                  </a:lnTo>
                  <a:lnTo>
                    <a:pt x="41571" y="18848"/>
                  </a:lnTo>
                  <a:lnTo>
                    <a:pt x="41409" y="18909"/>
                  </a:lnTo>
                  <a:lnTo>
                    <a:pt x="41228" y="18969"/>
                  </a:lnTo>
                  <a:lnTo>
                    <a:pt x="41046" y="19010"/>
                  </a:lnTo>
                  <a:lnTo>
                    <a:pt x="40865" y="19050"/>
                  </a:lnTo>
                  <a:lnTo>
                    <a:pt x="40461" y="19070"/>
                  </a:lnTo>
                  <a:lnTo>
                    <a:pt x="40057" y="19070"/>
                  </a:lnTo>
                  <a:lnTo>
                    <a:pt x="38948" y="19050"/>
                  </a:lnTo>
                  <a:lnTo>
                    <a:pt x="37838" y="19010"/>
                  </a:lnTo>
                  <a:lnTo>
                    <a:pt x="35618" y="18909"/>
                  </a:lnTo>
                  <a:lnTo>
                    <a:pt x="33398" y="18788"/>
                  </a:lnTo>
                  <a:lnTo>
                    <a:pt x="31198" y="18626"/>
                  </a:lnTo>
                  <a:lnTo>
                    <a:pt x="28918" y="18485"/>
                  </a:lnTo>
                  <a:lnTo>
                    <a:pt x="26597" y="18344"/>
                  </a:lnTo>
                  <a:lnTo>
                    <a:pt x="24277" y="18243"/>
                  </a:lnTo>
                  <a:lnTo>
                    <a:pt x="23126" y="18223"/>
                  </a:lnTo>
                  <a:lnTo>
                    <a:pt x="21956" y="18203"/>
                  </a:lnTo>
                  <a:lnTo>
                    <a:pt x="20806" y="18182"/>
                  </a:lnTo>
                  <a:lnTo>
                    <a:pt x="19635" y="18203"/>
                  </a:lnTo>
                  <a:lnTo>
                    <a:pt x="18465" y="18243"/>
                  </a:lnTo>
                  <a:lnTo>
                    <a:pt x="17315" y="18304"/>
                  </a:lnTo>
                  <a:lnTo>
                    <a:pt x="16164" y="18384"/>
                  </a:lnTo>
                  <a:lnTo>
                    <a:pt x="14994" y="18485"/>
                  </a:lnTo>
                  <a:lnTo>
                    <a:pt x="13844" y="18626"/>
                  </a:lnTo>
                  <a:lnTo>
                    <a:pt x="12693" y="18788"/>
                  </a:lnTo>
                  <a:lnTo>
                    <a:pt x="12007" y="18909"/>
                  </a:lnTo>
                  <a:lnTo>
                    <a:pt x="11321" y="19050"/>
                  </a:lnTo>
                  <a:lnTo>
                    <a:pt x="10615" y="19232"/>
                  </a:lnTo>
                  <a:lnTo>
                    <a:pt x="10272" y="19333"/>
                  </a:lnTo>
                  <a:lnTo>
                    <a:pt x="9929" y="19454"/>
                  </a:lnTo>
                  <a:lnTo>
                    <a:pt x="9586" y="19595"/>
                  </a:lnTo>
                  <a:lnTo>
                    <a:pt x="9263" y="19736"/>
                  </a:lnTo>
                  <a:lnTo>
                    <a:pt x="8940" y="19898"/>
                  </a:lnTo>
                  <a:lnTo>
                    <a:pt x="8617" y="20059"/>
                  </a:lnTo>
                  <a:lnTo>
                    <a:pt x="8314" y="20261"/>
                  </a:lnTo>
                  <a:lnTo>
                    <a:pt x="8032" y="20463"/>
                  </a:lnTo>
                  <a:lnTo>
                    <a:pt x="7749" y="20705"/>
                  </a:lnTo>
                  <a:lnTo>
                    <a:pt x="7487" y="20947"/>
                  </a:lnTo>
                  <a:lnTo>
                    <a:pt x="7245" y="21230"/>
                  </a:lnTo>
                  <a:lnTo>
                    <a:pt x="7003" y="21512"/>
                  </a:lnTo>
                  <a:lnTo>
                    <a:pt x="6801" y="21815"/>
                  </a:lnTo>
                  <a:lnTo>
                    <a:pt x="6619" y="22118"/>
                  </a:lnTo>
                  <a:lnTo>
                    <a:pt x="6458" y="22440"/>
                  </a:lnTo>
                  <a:lnTo>
                    <a:pt x="6316" y="22763"/>
                  </a:lnTo>
                  <a:lnTo>
                    <a:pt x="6195" y="23086"/>
                  </a:lnTo>
                  <a:lnTo>
                    <a:pt x="6094" y="23429"/>
                  </a:lnTo>
                  <a:lnTo>
                    <a:pt x="5994" y="23752"/>
                  </a:lnTo>
                  <a:lnTo>
                    <a:pt x="5913" y="24075"/>
                  </a:lnTo>
                  <a:lnTo>
                    <a:pt x="5792" y="24701"/>
                  </a:lnTo>
                  <a:lnTo>
                    <a:pt x="5711" y="25306"/>
                  </a:lnTo>
                  <a:lnTo>
                    <a:pt x="5650" y="25871"/>
                  </a:lnTo>
                  <a:lnTo>
                    <a:pt x="5650" y="26154"/>
                  </a:lnTo>
                  <a:lnTo>
                    <a:pt x="5650" y="26497"/>
                  </a:lnTo>
                  <a:lnTo>
                    <a:pt x="5650" y="27243"/>
                  </a:lnTo>
                  <a:lnTo>
                    <a:pt x="5630" y="27627"/>
                  </a:lnTo>
                  <a:lnTo>
                    <a:pt x="5610" y="28010"/>
                  </a:lnTo>
                  <a:lnTo>
                    <a:pt x="5529" y="28373"/>
                  </a:lnTo>
                  <a:lnTo>
                    <a:pt x="5489" y="28555"/>
                  </a:lnTo>
                  <a:lnTo>
                    <a:pt x="5428" y="28696"/>
                  </a:lnTo>
                  <a:lnTo>
                    <a:pt x="5368" y="28838"/>
                  </a:lnTo>
                  <a:lnTo>
                    <a:pt x="5287" y="28979"/>
                  </a:lnTo>
                  <a:lnTo>
                    <a:pt x="5206" y="29080"/>
                  </a:lnTo>
                  <a:lnTo>
                    <a:pt x="5106" y="29181"/>
                  </a:lnTo>
                  <a:lnTo>
                    <a:pt x="5005" y="29221"/>
                  </a:lnTo>
                  <a:lnTo>
                    <a:pt x="4904" y="29261"/>
                  </a:lnTo>
                  <a:lnTo>
                    <a:pt x="4803" y="29281"/>
                  </a:lnTo>
                  <a:lnTo>
                    <a:pt x="4702" y="29302"/>
                  </a:lnTo>
                  <a:lnTo>
                    <a:pt x="4581" y="29302"/>
                  </a:lnTo>
                  <a:lnTo>
                    <a:pt x="4440" y="29281"/>
                  </a:lnTo>
                  <a:lnTo>
                    <a:pt x="4177" y="29201"/>
                  </a:lnTo>
                  <a:lnTo>
                    <a:pt x="3955" y="29100"/>
                  </a:lnTo>
                  <a:lnTo>
                    <a:pt x="3774" y="28959"/>
                  </a:lnTo>
                  <a:lnTo>
                    <a:pt x="3592" y="28797"/>
                  </a:lnTo>
                  <a:lnTo>
                    <a:pt x="3451" y="28616"/>
                  </a:lnTo>
                  <a:lnTo>
                    <a:pt x="3310" y="28414"/>
                  </a:lnTo>
                  <a:lnTo>
                    <a:pt x="3188" y="28192"/>
                  </a:lnTo>
                  <a:lnTo>
                    <a:pt x="2946" y="27728"/>
                  </a:lnTo>
                  <a:lnTo>
                    <a:pt x="2523" y="26678"/>
                  </a:lnTo>
                  <a:lnTo>
                    <a:pt x="2119" y="25629"/>
                  </a:lnTo>
                  <a:lnTo>
                    <a:pt x="1756" y="24539"/>
                  </a:lnTo>
                  <a:lnTo>
                    <a:pt x="1433" y="23429"/>
                  </a:lnTo>
                  <a:lnTo>
                    <a:pt x="1130" y="22279"/>
                  </a:lnTo>
                  <a:lnTo>
                    <a:pt x="868" y="21129"/>
                  </a:lnTo>
                  <a:lnTo>
                    <a:pt x="646" y="19938"/>
                  </a:lnTo>
                  <a:lnTo>
                    <a:pt x="464" y="18707"/>
                  </a:lnTo>
                  <a:lnTo>
                    <a:pt x="323" y="17476"/>
                  </a:lnTo>
                  <a:lnTo>
                    <a:pt x="202" y="16205"/>
                  </a:lnTo>
                  <a:lnTo>
                    <a:pt x="141" y="14913"/>
                  </a:lnTo>
                  <a:lnTo>
                    <a:pt x="101" y="13602"/>
                  </a:lnTo>
                  <a:lnTo>
                    <a:pt x="81" y="12250"/>
                  </a:lnTo>
                  <a:lnTo>
                    <a:pt x="121" y="10897"/>
                  </a:lnTo>
                  <a:lnTo>
                    <a:pt x="202" y="9505"/>
                  </a:lnTo>
                  <a:lnTo>
                    <a:pt x="303" y="8092"/>
                  </a:lnTo>
                  <a:lnTo>
                    <a:pt x="404" y="7144"/>
                  </a:lnTo>
                  <a:lnTo>
                    <a:pt x="464" y="6639"/>
                  </a:lnTo>
                  <a:lnTo>
                    <a:pt x="545" y="6135"/>
                  </a:lnTo>
                  <a:lnTo>
                    <a:pt x="646" y="5630"/>
                  </a:lnTo>
                  <a:lnTo>
                    <a:pt x="767" y="5106"/>
                  </a:lnTo>
                  <a:lnTo>
                    <a:pt x="928" y="4601"/>
                  </a:lnTo>
                  <a:lnTo>
                    <a:pt x="1090" y="4097"/>
                  </a:lnTo>
                  <a:lnTo>
                    <a:pt x="1292" y="3612"/>
                  </a:lnTo>
                  <a:lnTo>
                    <a:pt x="1514" y="3128"/>
                  </a:lnTo>
                  <a:lnTo>
                    <a:pt x="1776" y="2684"/>
                  </a:lnTo>
                  <a:lnTo>
                    <a:pt x="2058" y="2240"/>
                  </a:lnTo>
                  <a:lnTo>
                    <a:pt x="2220" y="2038"/>
                  </a:lnTo>
                  <a:lnTo>
                    <a:pt x="2381" y="1837"/>
                  </a:lnTo>
                  <a:lnTo>
                    <a:pt x="2563" y="1655"/>
                  </a:lnTo>
                  <a:lnTo>
                    <a:pt x="2765" y="1473"/>
                  </a:lnTo>
                  <a:lnTo>
                    <a:pt x="2967" y="1312"/>
                  </a:lnTo>
                  <a:lnTo>
                    <a:pt x="3168" y="1150"/>
                  </a:lnTo>
                  <a:lnTo>
                    <a:pt x="3390" y="989"/>
                  </a:lnTo>
                  <a:lnTo>
                    <a:pt x="3612" y="848"/>
                  </a:lnTo>
                  <a:lnTo>
                    <a:pt x="3854" y="727"/>
                  </a:lnTo>
                  <a:lnTo>
                    <a:pt x="4117" y="626"/>
                  </a:lnTo>
                  <a:lnTo>
                    <a:pt x="4359" y="525"/>
                  </a:lnTo>
                  <a:lnTo>
                    <a:pt x="4621" y="424"/>
                  </a:lnTo>
                  <a:lnTo>
                    <a:pt x="5146" y="303"/>
                  </a:lnTo>
                  <a:lnTo>
                    <a:pt x="5691" y="202"/>
                  </a:lnTo>
                  <a:lnTo>
                    <a:pt x="6236" y="141"/>
                  </a:lnTo>
                  <a:lnTo>
                    <a:pt x="6760" y="101"/>
                  </a:lnTo>
                  <a:lnTo>
                    <a:pt x="7305" y="81"/>
                  </a:lnTo>
                  <a:close/>
                  <a:moveTo>
                    <a:pt x="7305" y="0"/>
                  </a:moveTo>
                  <a:lnTo>
                    <a:pt x="6760" y="20"/>
                  </a:lnTo>
                  <a:lnTo>
                    <a:pt x="6215" y="61"/>
                  </a:lnTo>
                  <a:lnTo>
                    <a:pt x="5671" y="121"/>
                  </a:lnTo>
                  <a:lnTo>
                    <a:pt x="5126" y="222"/>
                  </a:lnTo>
                  <a:lnTo>
                    <a:pt x="4601" y="363"/>
                  </a:lnTo>
                  <a:lnTo>
                    <a:pt x="4339" y="444"/>
                  </a:lnTo>
                  <a:lnTo>
                    <a:pt x="4076" y="545"/>
                  </a:lnTo>
                  <a:lnTo>
                    <a:pt x="3834" y="666"/>
                  </a:lnTo>
                  <a:lnTo>
                    <a:pt x="3572" y="787"/>
                  </a:lnTo>
                  <a:lnTo>
                    <a:pt x="3350" y="928"/>
                  </a:lnTo>
                  <a:lnTo>
                    <a:pt x="3128" y="1070"/>
                  </a:lnTo>
                  <a:lnTo>
                    <a:pt x="2906" y="1231"/>
                  </a:lnTo>
                  <a:lnTo>
                    <a:pt x="2704" y="1413"/>
                  </a:lnTo>
                  <a:lnTo>
                    <a:pt x="2523" y="1594"/>
                  </a:lnTo>
                  <a:lnTo>
                    <a:pt x="2341" y="1776"/>
                  </a:lnTo>
                  <a:lnTo>
                    <a:pt x="2159" y="1978"/>
                  </a:lnTo>
                  <a:lnTo>
                    <a:pt x="1998" y="2200"/>
                  </a:lnTo>
                  <a:lnTo>
                    <a:pt x="1695" y="2624"/>
                  </a:lnTo>
                  <a:lnTo>
                    <a:pt x="1453" y="3088"/>
                  </a:lnTo>
                  <a:lnTo>
                    <a:pt x="1211" y="3572"/>
                  </a:lnTo>
                  <a:lnTo>
                    <a:pt x="1009" y="4056"/>
                  </a:lnTo>
                  <a:lnTo>
                    <a:pt x="848" y="4561"/>
                  </a:lnTo>
                  <a:lnTo>
                    <a:pt x="706" y="5086"/>
                  </a:lnTo>
                  <a:lnTo>
                    <a:pt x="585" y="5590"/>
                  </a:lnTo>
                  <a:lnTo>
                    <a:pt x="464" y="6115"/>
                  </a:lnTo>
                  <a:lnTo>
                    <a:pt x="383" y="6619"/>
                  </a:lnTo>
                  <a:lnTo>
                    <a:pt x="323" y="7124"/>
                  </a:lnTo>
                  <a:lnTo>
                    <a:pt x="222" y="8092"/>
                  </a:lnTo>
                  <a:lnTo>
                    <a:pt x="121" y="9505"/>
                  </a:lnTo>
                  <a:lnTo>
                    <a:pt x="40" y="10897"/>
                  </a:lnTo>
                  <a:lnTo>
                    <a:pt x="0" y="12250"/>
                  </a:lnTo>
                  <a:lnTo>
                    <a:pt x="20" y="13602"/>
                  </a:lnTo>
                  <a:lnTo>
                    <a:pt x="61" y="14913"/>
                  </a:lnTo>
                  <a:lnTo>
                    <a:pt x="121" y="16205"/>
                  </a:lnTo>
                  <a:lnTo>
                    <a:pt x="242" y="17476"/>
                  </a:lnTo>
                  <a:lnTo>
                    <a:pt x="383" y="18727"/>
                  </a:lnTo>
                  <a:lnTo>
                    <a:pt x="565" y="19938"/>
                  </a:lnTo>
                  <a:lnTo>
                    <a:pt x="787" y="21149"/>
                  </a:lnTo>
                  <a:lnTo>
                    <a:pt x="1049" y="22319"/>
                  </a:lnTo>
                  <a:lnTo>
                    <a:pt x="1352" y="23449"/>
                  </a:lnTo>
                  <a:lnTo>
                    <a:pt x="1675" y="24559"/>
                  </a:lnTo>
                  <a:lnTo>
                    <a:pt x="2038" y="25649"/>
                  </a:lnTo>
                  <a:lnTo>
                    <a:pt x="2442" y="26719"/>
                  </a:lnTo>
                  <a:lnTo>
                    <a:pt x="2886" y="27748"/>
                  </a:lnTo>
                  <a:lnTo>
                    <a:pt x="3108" y="28232"/>
                  </a:lnTo>
                  <a:lnTo>
                    <a:pt x="3249" y="28454"/>
                  </a:lnTo>
                  <a:lnTo>
                    <a:pt x="3390" y="28676"/>
                  </a:lnTo>
                  <a:lnTo>
                    <a:pt x="3552" y="28858"/>
                  </a:lnTo>
                  <a:lnTo>
                    <a:pt x="3733" y="29019"/>
                  </a:lnTo>
                  <a:lnTo>
                    <a:pt x="3915" y="29160"/>
                  </a:lnTo>
                  <a:lnTo>
                    <a:pt x="4137" y="29261"/>
                  </a:lnTo>
                  <a:lnTo>
                    <a:pt x="4419" y="29362"/>
                  </a:lnTo>
                  <a:lnTo>
                    <a:pt x="4541" y="29382"/>
                  </a:lnTo>
                  <a:lnTo>
                    <a:pt x="4662" y="29382"/>
                  </a:lnTo>
                  <a:lnTo>
                    <a:pt x="4803" y="29362"/>
                  </a:lnTo>
                  <a:lnTo>
                    <a:pt x="4924" y="29342"/>
                  </a:lnTo>
                  <a:lnTo>
                    <a:pt x="5045" y="29302"/>
                  </a:lnTo>
                  <a:lnTo>
                    <a:pt x="5146" y="29241"/>
                  </a:lnTo>
                  <a:lnTo>
                    <a:pt x="5247" y="29140"/>
                  </a:lnTo>
                  <a:lnTo>
                    <a:pt x="5348" y="29039"/>
                  </a:lnTo>
                  <a:lnTo>
                    <a:pt x="5428" y="28898"/>
                  </a:lnTo>
                  <a:lnTo>
                    <a:pt x="5509" y="28757"/>
                  </a:lnTo>
                  <a:lnTo>
                    <a:pt x="5570" y="28595"/>
                  </a:lnTo>
                  <a:lnTo>
                    <a:pt x="5610" y="28414"/>
                  </a:lnTo>
                  <a:lnTo>
                    <a:pt x="5671" y="28051"/>
                  </a:lnTo>
                  <a:lnTo>
                    <a:pt x="5711" y="27647"/>
                  </a:lnTo>
                  <a:lnTo>
                    <a:pt x="5731" y="27243"/>
                  </a:lnTo>
                  <a:lnTo>
                    <a:pt x="5731" y="26497"/>
                  </a:lnTo>
                  <a:lnTo>
                    <a:pt x="5731" y="26154"/>
                  </a:lnTo>
                  <a:lnTo>
                    <a:pt x="5731" y="25891"/>
                  </a:lnTo>
                  <a:lnTo>
                    <a:pt x="5792" y="25326"/>
                  </a:lnTo>
                  <a:lnTo>
                    <a:pt x="5872" y="24721"/>
                  </a:lnTo>
                  <a:lnTo>
                    <a:pt x="5994" y="24095"/>
                  </a:lnTo>
                  <a:lnTo>
                    <a:pt x="6074" y="23772"/>
                  </a:lnTo>
                  <a:lnTo>
                    <a:pt x="6155" y="23449"/>
                  </a:lnTo>
                  <a:lnTo>
                    <a:pt x="6276" y="23127"/>
                  </a:lnTo>
                  <a:lnTo>
                    <a:pt x="6397" y="22804"/>
                  </a:lnTo>
                  <a:lnTo>
                    <a:pt x="6538" y="22481"/>
                  </a:lnTo>
                  <a:lnTo>
                    <a:pt x="6700" y="22178"/>
                  </a:lnTo>
                  <a:lnTo>
                    <a:pt x="6881" y="21855"/>
                  </a:lnTo>
                  <a:lnTo>
                    <a:pt x="7083" y="21573"/>
                  </a:lnTo>
                  <a:lnTo>
                    <a:pt x="7305" y="21270"/>
                  </a:lnTo>
                  <a:lnTo>
                    <a:pt x="7547" y="21008"/>
                  </a:lnTo>
                  <a:lnTo>
                    <a:pt x="7810" y="20765"/>
                  </a:lnTo>
                  <a:lnTo>
                    <a:pt x="8092" y="20523"/>
                  </a:lnTo>
                  <a:lnTo>
                    <a:pt x="8375" y="20322"/>
                  </a:lnTo>
                  <a:lnTo>
                    <a:pt x="8677" y="20140"/>
                  </a:lnTo>
                  <a:lnTo>
                    <a:pt x="8980" y="19958"/>
                  </a:lnTo>
                  <a:lnTo>
                    <a:pt x="9303" y="19797"/>
                  </a:lnTo>
                  <a:lnTo>
                    <a:pt x="9626" y="19656"/>
                  </a:lnTo>
                  <a:lnTo>
                    <a:pt x="9969" y="19535"/>
                  </a:lnTo>
                  <a:lnTo>
                    <a:pt x="10292" y="19413"/>
                  </a:lnTo>
                  <a:lnTo>
                    <a:pt x="10635" y="19313"/>
                  </a:lnTo>
                  <a:lnTo>
                    <a:pt x="11341" y="19131"/>
                  </a:lnTo>
                  <a:lnTo>
                    <a:pt x="12027" y="18990"/>
                  </a:lnTo>
                  <a:lnTo>
                    <a:pt x="12713" y="18869"/>
                  </a:lnTo>
                  <a:lnTo>
                    <a:pt x="13864" y="18707"/>
                  </a:lnTo>
                  <a:lnTo>
                    <a:pt x="15014" y="18566"/>
                  </a:lnTo>
                  <a:lnTo>
                    <a:pt x="16164" y="18465"/>
                  </a:lnTo>
                  <a:lnTo>
                    <a:pt x="17315" y="18384"/>
                  </a:lnTo>
                  <a:lnTo>
                    <a:pt x="18485" y="18324"/>
                  </a:lnTo>
                  <a:lnTo>
                    <a:pt x="19635" y="18283"/>
                  </a:lnTo>
                  <a:lnTo>
                    <a:pt x="20806" y="18263"/>
                  </a:lnTo>
                  <a:lnTo>
                    <a:pt x="21956" y="18283"/>
                  </a:lnTo>
                  <a:lnTo>
                    <a:pt x="23126" y="18304"/>
                  </a:lnTo>
                  <a:lnTo>
                    <a:pt x="24277" y="18324"/>
                  </a:lnTo>
                  <a:lnTo>
                    <a:pt x="26597" y="18425"/>
                  </a:lnTo>
                  <a:lnTo>
                    <a:pt x="28918" y="18566"/>
                  </a:lnTo>
                  <a:lnTo>
                    <a:pt x="31198" y="18707"/>
                  </a:lnTo>
                  <a:lnTo>
                    <a:pt x="33398" y="18869"/>
                  </a:lnTo>
                  <a:lnTo>
                    <a:pt x="35618" y="18990"/>
                  </a:lnTo>
                  <a:lnTo>
                    <a:pt x="37838" y="19091"/>
                  </a:lnTo>
                  <a:lnTo>
                    <a:pt x="38948" y="19131"/>
                  </a:lnTo>
                  <a:lnTo>
                    <a:pt x="40057" y="19151"/>
                  </a:lnTo>
                  <a:lnTo>
                    <a:pt x="40481" y="19151"/>
                  </a:lnTo>
                  <a:lnTo>
                    <a:pt x="40885" y="19131"/>
                  </a:lnTo>
                  <a:lnTo>
                    <a:pt x="41066" y="19091"/>
                  </a:lnTo>
                  <a:lnTo>
                    <a:pt x="41248" y="19050"/>
                  </a:lnTo>
                  <a:lnTo>
                    <a:pt x="41430" y="18990"/>
                  </a:lnTo>
                  <a:lnTo>
                    <a:pt x="41611" y="18909"/>
                  </a:lnTo>
                  <a:lnTo>
                    <a:pt x="41813" y="18788"/>
                  </a:lnTo>
                  <a:lnTo>
                    <a:pt x="41995" y="18626"/>
                  </a:lnTo>
                  <a:lnTo>
                    <a:pt x="42156" y="18465"/>
                  </a:lnTo>
                  <a:lnTo>
                    <a:pt x="42297" y="18263"/>
                  </a:lnTo>
                  <a:lnTo>
                    <a:pt x="42398" y="18061"/>
                  </a:lnTo>
                  <a:lnTo>
                    <a:pt x="42479" y="17839"/>
                  </a:lnTo>
                  <a:lnTo>
                    <a:pt x="42560" y="17617"/>
                  </a:lnTo>
                  <a:lnTo>
                    <a:pt x="42600" y="17375"/>
                  </a:lnTo>
                  <a:lnTo>
                    <a:pt x="42620" y="17133"/>
                  </a:lnTo>
                  <a:lnTo>
                    <a:pt x="42640" y="16871"/>
                  </a:lnTo>
                  <a:lnTo>
                    <a:pt x="42640" y="16608"/>
                  </a:lnTo>
                  <a:lnTo>
                    <a:pt x="42620" y="16366"/>
                  </a:lnTo>
                  <a:lnTo>
                    <a:pt x="42580" y="16104"/>
                  </a:lnTo>
                  <a:lnTo>
                    <a:pt x="42540" y="15862"/>
                  </a:lnTo>
                  <a:lnTo>
                    <a:pt x="42418" y="15357"/>
                  </a:lnTo>
                  <a:lnTo>
                    <a:pt x="42257" y="14893"/>
                  </a:lnTo>
                  <a:lnTo>
                    <a:pt x="42096" y="14429"/>
                  </a:lnTo>
                  <a:lnTo>
                    <a:pt x="41894" y="13965"/>
                  </a:lnTo>
                  <a:lnTo>
                    <a:pt x="41672" y="13521"/>
                  </a:lnTo>
                  <a:lnTo>
                    <a:pt x="41450" y="13057"/>
                  </a:lnTo>
                  <a:lnTo>
                    <a:pt x="41187" y="12613"/>
                  </a:lnTo>
                  <a:lnTo>
                    <a:pt x="40925" y="12169"/>
                  </a:lnTo>
                  <a:lnTo>
                    <a:pt x="40622" y="11745"/>
                  </a:lnTo>
                  <a:lnTo>
                    <a:pt x="40320" y="11301"/>
                  </a:lnTo>
                  <a:lnTo>
                    <a:pt x="39977" y="10897"/>
                  </a:lnTo>
                  <a:lnTo>
                    <a:pt x="39634" y="10474"/>
                  </a:lnTo>
                  <a:lnTo>
                    <a:pt x="39250" y="10070"/>
                  </a:lnTo>
                  <a:lnTo>
                    <a:pt x="38867" y="9666"/>
                  </a:lnTo>
                  <a:lnTo>
                    <a:pt x="38463" y="9283"/>
                  </a:lnTo>
                  <a:lnTo>
                    <a:pt x="38039" y="8900"/>
                  </a:lnTo>
                  <a:lnTo>
                    <a:pt x="37595" y="8536"/>
                  </a:lnTo>
                  <a:lnTo>
                    <a:pt x="36869" y="7971"/>
                  </a:lnTo>
                  <a:lnTo>
                    <a:pt x="36102" y="7426"/>
                  </a:lnTo>
                  <a:lnTo>
                    <a:pt x="35275" y="6882"/>
                  </a:lnTo>
                  <a:lnTo>
                    <a:pt x="34387" y="6377"/>
                  </a:lnTo>
                  <a:lnTo>
                    <a:pt x="33459" y="5873"/>
                  </a:lnTo>
                  <a:lnTo>
                    <a:pt x="32450" y="5368"/>
                  </a:lnTo>
                  <a:lnTo>
                    <a:pt x="31380" y="4884"/>
                  </a:lnTo>
                  <a:lnTo>
                    <a:pt x="30230" y="4379"/>
                  </a:lnTo>
                  <a:lnTo>
                    <a:pt x="28918" y="3875"/>
                  </a:lnTo>
                  <a:lnTo>
                    <a:pt x="27586" y="3370"/>
                  </a:lnTo>
                  <a:lnTo>
                    <a:pt x="26234" y="2906"/>
                  </a:lnTo>
                  <a:lnTo>
                    <a:pt x="24862" y="2482"/>
                  </a:lnTo>
                  <a:lnTo>
                    <a:pt x="23490" y="2099"/>
                  </a:lnTo>
                  <a:lnTo>
                    <a:pt x="22097" y="1736"/>
                  </a:lnTo>
                  <a:lnTo>
                    <a:pt x="20705" y="1413"/>
                  </a:lnTo>
                  <a:lnTo>
                    <a:pt x="19312" y="1110"/>
                  </a:lnTo>
                  <a:lnTo>
                    <a:pt x="17900" y="848"/>
                  </a:lnTo>
                  <a:lnTo>
                    <a:pt x="16487" y="626"/>
                  </a:lnTo>
                  <a:lnTo>
                    <a:pt x="15075" y="424"/>
                  </a:lnTo>
                  <a:lnTo>
                    <a:pt x="13642" y="283"/>
                  </a:lnTo>
                  <a:lnTo>
                    <a:pt x="12229" y="141"/>
                  </a:lnTo>
                  <a:lnTo>
                    <a:pt x="10796" y="61"/>
                  </a:lnTo>
                  <a:lnTo>
                    <a:pt x="9364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95" name="Google Shape;495;p7"/>
            <p:cNvSpPr/>
            <p:nvPr/>
          </p:nvSpPr>
          <p:spPr>
            <a:xfrm flipH="1">
              <a:off x="-1306807" y="-1638114"/>
              <a:ext cx="2946940" cy="1512969"/>
            </a:xfrm>
            <a:custGeom>
              <a:rect b="b" l="l" r="r" t="t"/>
              <a:pathLst>
                <a:path extrusionOk="0" h="27062" w="52711">
                  <a:moveTo>
                    <a:pt x="48008" y="81"/>
                  </a:moveTo>
                  <a:lnTo>
                    <a:pt x="48654" y="122"/>
                  </a:lnTo>
                  <a:lnTo>
                    <a:pt x="49300" y="202"/>
                  </a:lnTo>
                  <a:lnTo>
                    <a:pt x="49623" y="243"/>
                  </a:lnTo>
                  <a:lnTo>
                    <a:pt x="49946" y="323"/>
                  </a:lnTo>
                  <a:lnTo>
                    <a:pt x="50248" y="404"/>
                  </a:lnTo>
                  <a:lnTo>
                    <a:pt x="50551" y="485"/>
                  </a:lnTo>
                  <a:lnTo>
                    <a:pt x="50854" y="606"/>
                  </a:lnTo>
                  <a:lnTo>
                    <a:pt x="51156" y="727"/>
                  </a:lnTo>
                  <a:lnTo>
                    <a:pt x="51399" y="848"/>
                  </a:lnTo>
                  <a:lnTo>
                    <a:pt x="51621" y="989"/>
                  </a:lnTo>
                  <a:lnTo>
                    <a:pt x="51822" y="1131"/>
                  </a:lnTo>
                  <a:lnTo>
                    <a:pt x="52004" y="1272"/>
                  </a:lnTo>
                  <a:lnTo>
                    <a:pt x="52165" y="1413"/>
                  </a:lnTo>
                  <a:lnTo>
                    <a:pt x="52287" y="1575"/>
                  </a:lnTo>
                  <a:lnTo>
                    <a:pt x="52408" y="1756"/>
                  </a:lnTo>
                  <a:lnTo>
                    <a:pt x="52488" y="1938"/>
                  </a:lnTo>
                  <a:lnTo>
                    <a:pt x="52569" y="2180"/>
                  </a:lnTo>
                  <a:lnTo>
                    <a:pt x="52609" y="2301"/>
                  </a:lnTo>
                  <a:lnTo>
                    <a:pt x="52630" y="2442"/>
                  </a:lnTo>
                  <a:lnTo>
                    <a:pt x="52630" y="2604"/>
                  </a:lnTo>
                  <a:lnTo>
                    <a:pt x="52609" y="2765"/>
                  </a:lnTo>
                  <a:lnTo>
                    <a:pt x="52589" y="2947"/>
                  </a:lnTo>
                  <a:lnTo>
                    <a:pt x="52549" y="3128"/>
                  </a:lnTo>
                  <a:lnTo>
                    <a:pt x="52488" y="3330"/>
                  </a:lnTo>
                  <a:lnTo>
                    <a:pt x="52408" y="3532"/>
                  </a:lnTo>
                  <a:lnTo>
                    <a:pt x="52307" y="3754"/>
                  </a:lnTo>
                  <a:lnTo>
                    <a:pt x="52186" y="3976"/>
                  </a:lnTo>
                  <a:lnTo>
                    <a:pt x="52024" y="4218"/>
                  </a:lnTo>
                  <a:lnTo>
                    <a:pt x="51843" y="4460"/>
                  </a:lnTo>
                  <a:lnTo>
                    <a:pt x="51641" y="4702"/>
                  </a:lnTo>
                  <a:lnTo>
                    <a:pt x="51399" y="4965"/>
                  </a:lnTo>
                  <a:lnTo>
                    <a:pt x="50854" y="5530"/>
                  </a:lnTo>
                  <a:lnTo>
                    <a:pt x="50269" y="6075"/>
                  </a:lnTo>
                  <a:lnTo>
                    <a:pt x="49118" y="7124"/>
                  </a:lnTo>
                  <a:lnTo>
                    <a:pt x="48311" y="7851"/>
                  </a:lnTo>
                  <a:lnTo>
                    <a:pt x="47524" y="8597"/>
                  </a:lnTo>
                  <a:lnTo>
                    <a:pt x="47141" y="8981"/>
                  </a:lnTo>
                  <a:lnTo>
                    <a:pt x="46777" y="9364"/>
                  </a:lnTo>
                  <a:lnTo>
                    <a:pt x="46414" y="9747"/>
                  </a:lnTo>
                  <a:lnTo>
                    <a:pt x="46071" y="10151"/>
                  </a:lnTo>
                  <a:lnTo>
                    <a:pt x="45748" y="10555"/>
                  </a:lnTo>
                  <a:lnTo>
                    <a:pt x="45446" y="10978"/>
                  </a:lnTo>
                  <a:lnTo>
                    <a:pt x="45163" y="11422"/>
                  </a:lnTo>
                  <a:lnTo>
                    <a:pt x="44901" y="11866"/>
                  </a:lnTo>
                  <a:lnTo>
                    <a:pt x="44658" y="12331"/>
                  </a:lnTo>
                  <a:lnTo>
                    <a:pt x="44457" y="12795"/>
                  </a:lnTo>
                  <a:lnTo>
                    <a:pt x="44295" y="13299"/>
                  </a:lnTo>
                  <a:lnTo>
                    <a:pt x="44154" y="13804"/>
                  </a:lnTo>
                  <a:lnTo>
                    <a:pt x="44093" y="14127"/>
                  </a:lnTo>
                  <a:lnTo>
                    <a:pt x="44033" y="14449"/>
                  </a:lnTo>
                  <a:lnTo>
                    <a:pt x="43972" y="15095"/>
                  </a:lnTo>
                  <a:lnTo>
                    <a:pt x="43932" y="15761"/>
                  </a:lnTo>
                  <a:lnTo>
                    <a:pt x="43912" y="16407"/>
                  </a:lnTo>
                  <a:lnTo>
                    <a:pt x="43871" y="17194"/>
                  </a:lnTo>
                  <a:lnTo>
                    <a:pt x="43811" y="17981"/>
                  </a:lnTo>
                  <a:lnTo>
                    <a:pt x="43771" y="18385"/>
                  </a:lnTo>
                  <a:lnTo>
                    <a:pt x="43710" y="18768"/>
                  </a:lnTo>
                  <a:lnTo>
                    <a:pt x="43609" y="19151"/>
                  </a:lnTo>
                  <a:lnTo>
                    <a:pt x="43508" y="19535"/>
                  </a:lnTo>
                  <a:lnTo>
                    <a:pt x="43306" y="20039"/>
                  </a:lnTo>
                  <a:lnTo>
                    <a:pt x="43064" y="20544"/>
                  </a:lnTo>
                  <a:lnTo>
                    <a:pt x="42782" y="21028"/>
                  </a:lnTo>
                  <a:lnTo>
                    <a:pt x="42459" y="21492"/>
                  </a:lnTo>
                  <a:lnTo>
                    <a:pt x="42096" y="21936"/>
                  </a:lnTo>
                  <a:lnTo>
                    <a:pt x="41692" y="22360"/>
                  </a:lnTo>
                  <a:lnTo>
                    <a:pt x="41248" y="22764"/>
                  </a:lnTo>
                  <a:lnTo>
                    <a:pt x="40784" y="23127"/>
                  </a:lnTo>
                  <a:lnTo>
                    <a:pt x="40300" y="23470"/>
                  </a:lnTo>
                  <a:lnTo>
                    <a:pt x="39795" y="23773"/>
                  </a:lnTo>
                  <a:lnTo>
                    <a:pt x="39270" y="24035"/>
                  </a:lnTo>
                  <a:lnTo>
                    <a:pt x="38746" y="24277"/>
                  </a:lnTo>
                  <a:lnTo>
                    <a:pt x="38181" y="24479"/>
                  </a:lnTo>
                  <a:lnTo>
                    <a:pt x="37636" y="24640"/>
                  </a:lnTo>
                  <a:lnTo>
                    <a:pt x="37071" y="24782"/>
                  </a:lnTo>
                  <a:lnTo>
                    <a:pt x="36506" y="24862"/>
                  </a:lnTo>
                  <a:lnTo>
                    <a:pt x="34790" y="25125"/>
                  </a:lnTo>
                  <a:lnTo>
                    <a:pt x="32894" y="25387"/>
                  </a:lnTo>
                  <a:lnTo>
                    <a:pt x="30250" y="25791"/>
                  </a:lnTo>
                  <a:lnTo>
                    <a:pt x="27485" y="26174"/>
                  </a:lnTo>
                  <a:lnTo>
                    <a:pt x="26093" y="26356"/>
                  </a:lnTo>
                  <a:lnTo>
                    <a:pt x="24680" y="26517"/>
                  </a:lnTo>
                  <a:lnTo>
                    <a:pt x="23247" y="26679"/>
                  </a:lnTo>
                  <a:lnTo>
                    <a:pt x="21855" y="26800"/>
                  </a:lnTo>
                  <a:lnTo>
                    <a:pt x="20564" y="26901"/>
                  </a:lnTo>
                  <a:lnTo>
                    <a:pt x="19252" y="26961"/>
                  </a:lnTo>
                  <a:lnTo>
                    <a:pt x="17900" y="26981"/>
                  </a:lnTo>
                  <a:lnTo>
                    <a:pt x="16548" y="26961"/>
                  </a:lnTo>
                  <a:lnTo>
                    <a:pt x="15175" y="26901"/>
                  </a:lnTo>
                  <a:lnTo>
                    <a:pt x="13783" y="26820"/>
                  </a:lnTo>
                  <a:lnTo>
                    <a:pt x="12370" y="26699"/>
                  </a:lnTo>
                  <a:lnTo>
                    <a:pt x="10958" y="26558"/>
                  </a:lnTo>
                  <a:lnTo>
                    <a:pt x="10837" y="26537"/>
                  </a:lnTo>
                  <a:lnTo>
                    <a:pt x="9626" y="26396"/>
                  </a:lnTo>
                  <a:lnTo>
                    <a:pt x="8334" y="26214"/>
                  </a:lnTo>
                  <a:lnTo>
                    <a:pt x="7648" y="26093"/>
                  </a:lnTo>
                  <a:lnTo>
                    <a:pt x="6962" y="25972"/>
                  </a:lnTo>
                  <a:lnTo>
                    <a:pt x="6276" y="25851"/>
                  </a:lnTo>
                  <a:lnTo>
                    <a:pt x="5590" y="25690"/>
                  </a:lnTo>
                  <a:lnTo>
                    <a:pt x="4924" y="25508"/>
                  </a:lnTo>
                  <a:lnTo>
                    <a:pt x="4258" y="25327"/>
                  </a:lnTo>
                  <a:lnTo>
                    <a:pt x="3612" y="25105"/>
                  </a:lnTo>
                  <a:lnTo>
                    <a:pt x="3007" y="24862"/>
                  </a:lnTo>
                  <a:lnTo>
                    <a:pt x="2422" y="24580"/>
                  </a:lnTo>
                  <a:lnTo>
                    <a:pt x="1877" y="24277"/>
                  </a:lnTo>
                  <a:lnTo>
                    <a:pt x="1614" y="24136"/>
                  </a:lnTo>
                  <a:lnTo>
                    <a:pt x="1372" y="23954"/>
                  </a:lnTo>
                  <a:lnTo>
                    <a:pt x="1130" y="23773"/>
                  </a:lnTo>
                  <a:lnTo>
                    <a:pt x="908" y="23591"/>
                  </a:lnTo>
                  <a:lnTo>
                    <a:pt x="727" y="23409"/>
                  </a:lnTo>
                  <a:lnTo>
                    <a:pt x="545" y="23208"/>
                  </a:lnTo>
                  <a:lnTo>
                    <a:pt x="404" y="23026"/>
                  </a:lnTo>
                  <a:lnTo>
                    <a:pt x="283" y="22824"/>
                  </a:lnTo>
                  <a:lnTo>
                    <a:pt x="202" y="22643"/>
                  </a:lnTo>
                  <a:lnTo>
                    <a:pt x="121" y="22441"/>
                  </a:lnTo>
                  <a:lnTo>
                    <a:pt x="101" y="22239"/>
                  </a:lnTo>
                  <a:lnTo>
                    <a:pt x="81" y="22037"/>
                  </a:lnTo>
                  <a:lnTo>
                    <a:pt x="101" y="21815"/>
                  </a:lnTo>
                  <a:lnTo>
                    <a:pt x="141" y="21593"/>
                  </a:lnTo>
                  <a:lnTo>
                    <a:pt x="202" y="21371"/>
                  </a:lnTo>
                  <a:lnTo>
                    <a:pt x="303" y="21149"/>
                  </a:lnTo>
                  <a:lnTo>
                    <a:pt x="424" y="20947"/>
                  </a:lnTo>
                  <a:lnTo>
                    <a:pt x="565" y="20725"/>
                  </a:lnTo>
                  <a:lnTo>
                    <a:pt x="706" y="20524"/>
                  </a:lnTo>
                  <a:lnTo>
                    <a:pt x="888" y="20302"/>
                  </a:lnTo>
                  <a:lnTo>
                    <a:pt x="1251" y="19898"/>
                  </a:lnTo>
                  <a:lnTo>
                    <a:pt x="1675" y="19494"/>
                  </a:lnTo>
                  <a:lnTo>
                    <a:pt x="2099" y="19111"/>
                  </a:lnTo>
                  <a:lnTo>
                    <a:pt x="2543" y="18748"/>
                  </a:lnTo>
                  <a:lnTo>
                    <a:pt x="3168" y="18183"/>
                  </a:lnTo>
                  <a:lnTo>
                    <a:pt x="3451" y="17920"/>
                  </a:lnTo>
                  <a:lnTo>
                    <a:pt x="3713" y="17658"/>
                  </a:lnTo>
                  <a:lnTo>
                    <a:pt x="4641" y="16669"/>
                  </a:lnTo>
                  <a:lnTo>
                    <a:pt x="5570" y="15701"/>
                  </a:lnTo>
                  <a:lnTo>
                    <a:pt x="6498" y="14793"/>
                  </a:lnTo>
                  <a:lnTo>
                    <a:pt x="7426" y="13925"/>
                  </a:lnTo>
                  <a:lnTo>
                    <a:pt x="8375" y="13097"/>
                  </a:lnTo>
                  <a:lnTo>
                    <a:pt x="9323" y="12310"/>
                  </a:lnTo>
                  <a:lnTo>
                    <a:pt x="10272" y="11564"/>
                  </a:lnTo>
                  <a:lnTo>
                    <a:pt x="11240" y="10857"/>
                  </a:lnTo>
                  <a:lnTo>
                    <a:pt x="12370" y="10091"/>
                  </a:lnTo>
                  <a:lnTo>
                    <a:pt x="13521" y="9324"/>
                  </a:lnTo>
                  <a:lnTo>
                    <a:pt x="14711" y="8597"/>
                  </a:lnTo>
                  <a:lnTo>
                    <a:pt x="15922" y="7911"/>
                  </a:lnTo>
                  <a:lnTo>
                    <a:pt x="17153" y="7245"/>
                  </a:lnTo>
                  <a:lnTo>
                    <a:pt x="18424" y="6599"/>
                  </a:lnTo>
                  <a:lnTo>
                    <a:pt x="19716" y="5994"/>
                  </a:lnTo>
                  <a:lnTo>
                    <a:pt x="21028" y="5429"/>
                  </a:lnTo>
                  <a:lnTo>
                    <a:pt x="22380" y="4864"/>
                  </a:lnTo>
                  <a:lnTo>
                    <a:pt x="23752" y="4339"/>
                  </a:lnTo>
                  <a:lnTo>
                    <a:pt x="25165" y="3855"/>
                  </a:lnTo>
                  <a:lnTo>
                    <a:pt x="26597" y="3391"/>
                  </a:lnTo>
                  <a:lnTo>
                    <a:pt x="28050" y="2967"/>
                  </a:lnTo>
                  <a:lnTo>
                    <a:pt x="29544" y="2563"/>
                  </a:lnTo>
                  <a:lnTo>
                    <a:pt x="31037" y="2180"/>
                  </a:lnTo>
                  <a:lnTo>
                    <a:pt x="32591" y="1837"/>
                  </a:lnTo>
                  <a:lnTo>
                    <a:pt x="34145" y="1514"/>
                  </a:lnTo>
                  <a:lnTo>
                    <a:pt x="35739" y="1231"/>
                  </a:lnTo>
                  <a:lnTo>
                    <a:pt x="37374" y="989"/>
                  </a:lnTo>
                  <a:lnTo>
                    <a:pt x="39028" y="747"/>
                  </a:lnTo>
                  <a:lnTo>
                    <a:pt x="40723" y="566"/>
                  </a:lnTo>
                  <a:lnTo>
                    <a:pt x="42439" y="384"/>
                  </a:lnTo>
                  <a:lnTo>
                    <a:pt x="44194" y="243"/>
                  </a:lnTo>
                  <a:lnTo>
                    <a:pt x="45970" y="142"/>
                  </a:lnTo>
                  <a:lnTo>
                    <a:pt x="46656" y="101"/>
                  </a:lnTo>
                  <a:lnTo>
                    <a:pt x="47342" y="81"/>
                  </a:lnTo>
                  <a:close/>
                  <a:moveTo>
                    <a:pt x="47302" y="1"/>
                  </a:moveTo>
                  <a:lnTo>
                    <a:pt x="46636" y="21"/>
                  </a:lnTo>
                  <a:lnTo>
                    <a:pt x="45970" y="61"/>
                  </a:lnTo>
                  <a:lnTo>
                    <a:pt x="44194" y="162"/>
                  </a:lnTo>
                  <a:lnTo>
                    <a:pt x="42439" y="303"/>
                  </a:lnTo>
                  <a:lnTo>
                    <a:pt x="40703" y="485"/>
                  </a:lnTo>
                  <a:lnTo>
                    <a:pt x="39028" y="666"/>
                  </a:lnTo>
                  <a:lnTo>
                    <a:pt x="37353" y="909"/>
                  </a:lnTo>
                  <a:lnTo>
                    <a:pt x="35739" y="1151"/>
                  </a:lnTo>
                  <a:lnTo>
                    <a:pt x="34145" y="1453"/>
                  </a:lnTo>
                  <a:lnTo>
                    <a:pt x="32571" y="1756"/>
                  </a:lnTo>
                  <a:lnTo>
                    <a:pt x="31017" y="2099"/>
                  </a:lnTo>
                  <a:lnTo>
                    <a:pt x="29523" y="2483"/>
                  </a:lnTo>
                  <a:lnTo>
                    <a:pt x="28030" y="2886"/>
                  </a:lnTo>
                  <a:lnTo>
                    <a:pt x="26577" y="3310"/>
                  </a:lnTo>
                  <a:lnTo>
                    <a:pt x="25144" y="3774"/>
                  </a:lnTo>
                  <a:lnTo>
                    <a:pt x="23732" y="4279"/>
                  </a:lnTo>
                  <a:lnTo>
                    <a:pt x="22339" y="4803"/>
                  </a:lnTo>
                  <a:lnTo>
                    <a:pt x="20987" y="5348"/>
                  </a:lnTo>
                  <a:lnTo>
                    <a:pt x="19676" y="5933"/>
                  </a:lnTo>
                  <a:lnTo>
                    <a:pt x="18384" y="6539"/>
                  </a:lnTo>
                  <a:lnTo>
                    <a:pt x="17113" y="7164"/>
                  </a:lnTo>
                  <a:lnTo>
                    <a:pt x="15882" y="7830"/>
                  </a:lnTo>
                  <a:lnTo>
                    <a:pt x="14671" y="8537"/>
                  </a:lnTo>
                  <a:lnTo>
                    <a:pt x="13480" y="9263"/>
                  </a:lnTo>
                  <a:lnTo>
                    <a:pt x="12330" y="10010"/>
                  </a:lnTo>
                  <a:lnTo>
                    <a:pt x="11200" y="10797"/>
                  </a:lnTo>
                  <a:lnTo>
                    <a:pt x="10231" y="11503"/>
                  </a:lnTo>
                  <a:lnTo>
                    <a:pt x="9263" y="12250"/>
                  </a:lnTo>
                  <a:lnTo>
                    <a:pt x="8314" y="13037"/>
                  </a:lnTo>
                  <a:lnTo>
                    <a:pt x="7386" y="13864"/>
                  </a:lnTo>
                  <a:lnTo>
                    <a:pt x="6438" y="14732"/>
                  </a:lnTo>
                  <a:lnTo>
                    <a:pt x="5509" y="15640"/>
                  </a:lnTo>
                  <a:lnTo>
                    <a:pt x="4581" y="16609"/>
                  </a:lnTo>
                  <a:lnTo>
                    <a:pt x="3653" y="17598"/>
                  </a:lnTo>
                  <a:lnTo>
                    <a:pt x="3390" y="17860"/>
                  </a:lnTo>
                  <a:lnTo>
                    <a:pt x="3108" y="18122"/>
                  </a:lnTo>
                  <a:lnTo>
                    <a:pt x="2482" y="18687"/>
                  </a:lnTo>
                  <a:lnTo>
                    <a:pt x="2038" y="19051"/>
                  </a:lnTo>
                  <a:lnTo>
                    <a:pt x="1614" y="19454"/>
                  </a:lnTo>
                  <a:lnTo>
                    <a:pt x="1191" y="19858"/>
                  </a:lnTo>
                  <a:lnTo>
                    <a:pt x="807" y="20261"/>
                  </a:lnTo>
                  <a:lnTo>
                    <a:pt x="646" y="20483"/>
                  </a:lnTo>
                  <a:lnTo>
                    <a:pt x="484" y="20685"/>
                  </a:lnTo>
                  <a:lnTo>
                    <a:pt x="343" y="20907"/>
                  </a:lnTo>
                  <a:lnTo>
                    <a:pt x="222" y="21129"/>
                  </a:lnTo>
                  <a:lnTo>
                    <a:pt x="141" y="21351"/>
                  </a:lnTo>
                  <a:lnTo>
                    <a:pt x="61" y="21573"/>
                  </a:lnTo>
                  <a:lnTo>
                    <a:pt x="20" y="21795"/>
                  </a:lnTo>
                  <a:lnTo>
                    <a:pt x="0" y="22037"/>
                  </a:lnTo>
                  <a:lnTo>
                    <a:pt x="20" y="22239"/>
                  </a:lnTo>
                  <a:lnTo>
                    <a:pt x="61" y="22441"/>
                  </a:lnTo>
                  <a:lnTo>
                    <a:pt x="121" y="22663"/>
                  </a:lnTo>
                  <a:lnTo>
                    <a:pt x="222" y="22865"/>
                  </a:lnTo>
                  <a:lnTo>
                    <a:pt x="343" y="23066"/>
                  </a:lnTo>
                  <a:lnTo>
                    <a:pt x="484" y="23268"/>
                  </a:lnTo>
                  <a:lnTo>
                    <a:pt x="666" y="23470"/>
                  </a:lnTo>
                  <a:lnTo>
                    <a:pt x="868" y="23652"/>
                  </a:lnTo>
                  <a:lnTo>
                    <a:pt x="1090" y="23833"/>
                  </a:lnTo>
                  <a:lnTo>
                    <a:pt x="1312" y="24015"/>
                  </a:lnTo>
                  <a:lnTo>
                    <a:pt x="1574" y="24196"/>
                  </a:lnTo>
                  <a:lnTo>
                    <a:pt x="1836" y="24358"/>
                  </a:lnTo>
                  <a:lnTo>
                    <a:pt x="2381" y="24661"/>
                  </a:lnTo>
                  <a:lnTo>
                    <a:pt x="2967" y="24923"/>
                  </a:lnTo>
                  <a:lnTo>
                    <a:pt x="3592" y="25165"/>
                  </a:lnTo>
                  <a:lnTo>
                    <a:pt x="4218" y="25387"/>
                  </a:lnTo>
                  <a:lnTo>
                    <a:pt x="4884" y="25589"/>
                  </a:lnTo>
                  <a:lnTo>
                    <a:pt x="5570" y="25770"/>
                  </a:lnTo>
                  <a:lnTo>
                    <a:pt x="6256" y="25912"/>
                  </a:lnTo>
                  <a:lnTo>
                    <a:pt x="6942" y="26053"/>
                  </a:lnTo>
                  <a:lnTo>
                    <a:pt x="7628" y="26174"/>
                  </a:lnTo>
                  <a:lnTo>
                    <a:pt x="8314" y="26295"/>
                  </a:lnTo>
                  <a:lnTo>
                    <a:pt x="9606" y="26477"/>
                  </a:lnTo>
                  <a:lnTo>
                    <a:pt x="10817" y="26618"/>
                  </a:lnTo>
                  <a:lnTo>
                    <a:pt x="10938" y="26638"/>
                  </a:lnTo>
                  <a:lnTo>
                    <a:pt x="11826" y="26739"/>
                  </a:lnTo>
                  <a:lnTo>
                    <a:pt x="12693" y="26820"/>
                  </a:lnTo>
                  <a:lnTo>
                    <a:pt x="13561" y="26880"/>
                  </a:lnTo>
                  <a:lnTo>
                    <a:pt x="14429" y="26941"/>
                  </a:lnTo>
                  <a:lnTo>
                    <a:pt x="15276" y="27001"/>
                  </a:lnTo>
                  <a:lnTo>
                    <a:pt x="16124" y="27022"/>
                  </a:lnTo>
                  <a:lnTo>
                    <a:pt x="16971" y="27042"/>
                  </a:lnTo>
                  <a:lnTo>
                    <a:pt x="17799" y="27062"/>
                  </a:lnTo>
                  <a:lnTo>
                    <a:pt x="18828" y="27042"/>
                  </a:lnTo>
                  <a:lnTo>
                    <a:pt x="19857" y="27022"/>
                  </a:lnTo>
                  <a:lnTo>
                    <a:pt x="20866" y="26961"/>
                  </a:lnTo>
                  <a:lnTo>
                    <a:pt x="21855" y="26880"/>
                  </a:lnTo>
                  <a:lnTo>
                    <a:pt x="23268" y="26759"/>
                  </a:lnTo>
                  <a:lnTo>
                    <a:pt x="24680" y="26598"/>
                  </a:lnTo>
                  <a:lnTo>
                    <a:pt x="26093" y="26436"/>
                  </a:lnTo>
                  <a:lnTo>
                    <a:pt x="27505" y="26255"/>
                  </a:lnTo>
                  <a:lnTo>
                    <a:pt x="30270" y="25871"/>
                  </a:lnTo>
                  <a:lnTo>
                    <a:pt x="32914" y="25468"/>
                  </a:lnTo>
                  <a:lnTo>
                    <a:pt x="34790" y="25205"/>
                  </a:lnTo>
                  <a:lnTo>
                    <a:pt x="36506" y="24943"/>
                  </a:lnTo>
                  <a:lnTo>
                    <a:pt x="37091" y="24862"/>
                  </a:lnTo>
                  <a:lnTo>
                    <a:pt x="37656" y="24721"/>
                  </a:lnTo>
                  <a:lnTo>
                    <a:pt x="38221" y="24539"/>
                  </a:lnTo>
                  <a:lnTo>
                    <a:pt x="38766" y="24338"/>
                  </a:lnTo>
                  <a:lnTo>
                    <a:pt x="39311" y="24096"/>
                  </a:lnTo>
                  <a:lnTo>
                    <a:pt x="39835" y="23833"/>
                  </a:lnTo>
                  <a:lnTo>
                    <a:pt x="40340" y="23530"/>
                  </a:lnTo>
                  <a:lnTo>
                    <a:pt x="40824" y="23208"/>
                  </a:lnTo>
                  <a:lnTo>
                    <a:pt x="41309" y="22824"/>
                  </a:lnTo>
                  <a:lnTo>
                    <a:pt x="41753" y="22421"/>
                  </a:lnTo>
                  <a:lnTo>
                    <a:pt x="42156" y="21977"/>
                  </a:lnTo>
                  <a:lnTo>
                    <a:pt x="42540" y="21533"/>
                  </a:lnTo>
                  <a:lnTo>
                    <a:pt x="42862" y="21069"/>
                  </a:lnTo>
                  <a:lnTo>
                    <a:pt x="43145" y="20584"/>
                  </a:lnTo>
                  <a:lnTo>
                    <a:pt x="43387" y="20080"/>
                  </a:lnTo>
                  <a:lnTo>
                    <a:pt x="43589" y="19555"/>
                  </a:lnTo>
                  <a:lnTo>
                    <a:pt x="43690" y="19172"/>
                  </a:lnTo>
                  <a:lnTo>
                    <a:pt x="43771" y="18788"/>
                  </a:lnTo>
                  <a:lnTo>
                    <a:pt x="43851" y="18385"/>
                  </a:lnTo>
                  <a:lnTo>
                    <a:pt x="43892" y="18001"/>
                  </a:lnTo>
                  <a:lnTo>
                    <a:pt x="43952" y="17194"/>
                  </a:lnTo>
                  <a:lnTo>
                    <a:pt x="43993" y="16407"/>
                  </a:lnTo>
                  <a:lnTo>
                    <a:pt x="44013" y="15761"/>
                  </a:lnTo>
                  <a:lnTo>
                    <a:pt x="44053" y="15115"/>
                  </a:lnTo>
                  <a:lnTo>
                    <a:pt x="44114" y="14449"/>
                  </a:lnTo>
                  <a:lnTo>
                    <a:pt x="44174" y="14147"/>
                  </a:lnTo>
                  <a:lnTo>
                    <a:pt x="44235" y="13824"/>
                  </a:lnTo>
                  <a:lnTo>
                    <a:pt x="44376" y="13319"/>
                  </a:lnTo>
                  <a:lnTo>
                    <a:pt x="44537" y="12815"/>
                  </a:lnTo>
                  <a:lnTo>
                    <a:pt x="44739" y="12351"/>
                  </a:lnTo>
                  <a:lnTo>
                    <a:pt x="44981" y="11887"/>
                  </a:lnTo>
                  <a:lnTo>
                    <a:pt x="45224" y="11443"/>
                  </a:lnTo>
                  <a:lnTo>
                    <a:pt x="45506" y="11019"/>
                  </a:lnTo>
                  <a:lnTo>
                    <a:pt x="45809" y="10595"/>
                  </a:lnTo>
                  <a:lnTo>
                    <a:pt x="46152" y="10191"/>
                  </a:lnTo>
                  <a:lnTo>
                    <a:pt x="46475" y="9788"/>
                  </a:lnTo>
                  <a:lnTo>
                    <a:pt x="46838" y="9404"/>
                  </a:lnTo>
                  <a:lnTo>
                    <a:pt x="47201" y="9021"/>
                  </a:lnTo>
                  <a:lnTo>
                    <a:pt x="47585" y="8658"/>
                  </a:lnTo>
                  <a:lnTo>
                    <a:pt x="48372" y="7911"/>
                  </a:lnTo>
                  <a:lnTo>
                    <a:pt x="49159" y="7185"/>
                  </a:lnTo>
                  <a:lnTo>
                    <a:pt x="50329" y="6135"/>
                  </a:lnTo>
                  <a:lnTo>
                    <a:pt x="50894" y="5590"/>
                  </a:lnTo>
                  <a:lnTo>
                    <a:pt x="51459" y="5025"/>
                  </a:lnTo>
                  <a:lnTo>
                    <a:pt x="51742" y="4702"/>
                  </a:lnTo>
                  <a:lnTo>
                    <a:pt x="52024" y="4359"/>
                  </a:lnTo>
                  <a:lnTo>
                    <a:pt x="52266" y="3976"/>
                  </a:lnTo>
                  <a:lnTo>
                    <a:pt x="52387" y="3774"/>
                  </a:lnTo>
                  <a:lnTo>
                    <a:pt x="52468" y="3572"/>
                  </a:lnTo>
                  <a:lnTo>
                    <a:pt x="52569" y="3371"/>
                  </a:lnTo>
                  <a:lnTo>
                    <a:pt x="52630" y="3169"/>
                  </a:lnTo>
                  <a:lnTo>
                    <a:pt x="52670" y="2947"/>
                  </a:lnTo>
                  <a:lnTo>
                    <a:pt x="52710" y="2745"/>
                  </a:lnTo>
                  <a:lnTo>
                    <a:pt x="52710" y="2523"/>
                  </a:lnTo>
                  <a:lnTo>
                    <a:pt x="52690" y="2321"/>
                  </a:lnTo>
                  <a:lnTo>
                    <a:pt x="52650" y="2099"/>
                  </a:lnTo>
                  <a:lnTo>
                    <a:pt x="52569" y="1897"/>
                  </a:lnTo>
                  <a:lnTo>
                    <a:pt x="52468" y="1716"/>
                  </a:lnTo>
                  <a:lnTo>
                    <a:pt x="52367" y="1534"/>
                  </a:lnTo>
                  <a:lnTo>
                    <a:pt x="52226" y="1373"/>
                  </a:lnTo>
                  <a:lnTo>
                    <a:pt x="52065" y="1211"/>
                  </a:lnTo>
                  <a:lnTo>
                    <a:pt x="51883" y="1070"/>
                  </a:lnTo>
                  <a:lnTo>
                    <a:pt x="51661" y="909"/>
                  </a:lnTo>
                  <a:lnTo>
                    <a:pt x="51439" y="788"/>
                  </a:lnTo>
                  <a:lnTo>
                    <a:pt x="51197" y="666"/>
                  </a:lnTo>
                  <a:lnTo>
                    <a:pt x="50894" y="525"/>
                  </a:lnTo>
                  <a:lnTo>
                    <a:pt x="50571" y="424"/>
                  </a:lnTo>
                  <a:lnTo>
                    <a:pt x="50269" y="323"/>
                  </a:lnTo>
                  <a:lnTo>
                    <a:pt x="49946" y="243"/>
                  </a:lnTo>
                  <a:lnTo>
                    <a:pt x="49623" y="182"/>
                  </a:lnTo>
                  <a:lnTo>
                    <a:pt x="49300" y="122"/>
                  </a:lnTo>
                  <a:lnTo>
                    <a:pt x="48654" y="41"/>
                  </a:lnTo>
                  <a:lnTo>
                    <a:pt x="47988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96" name="Google Shape;496;p7"/>
            <p:cNvSpPr/>
            <p:nvPr/>
          </p:nvSpPr>
          <p:spPr>
            <a:xfrm flipH="1">
              <a:off x="1696475" y="-3953198"/>
              <a:ext cx="631867" cy="441222"/>
            </a:xfrm>
            <a:custGeom>
              <a:rect b="b" l="l" r="r" t="t"/>
              <a:pathLst>
                <a:path extrusionOk="0" h="7892" w="11302">
                  <a:moveTo>
                    <a:pt x="10030" y="82"/>
                  </a:moveTo>
                  <a:lnTo>
                    <a:pt x="10252" y="102"/>
                  </a:lnTo>
                  <a:lnTo>
                    <a:pt x="10494" y="142"/>
                  </a:lnTo>
                  <a:lnTo>
                    <a:pt x="10696" y="203"/>
                  </a:lnTo>
                  <a:lnTo>
                    <a:pt x="10797" y="243"/>
                  </a:lnTo>
                  <a:lnTo>
                    <a:pt x="10897" y="304"/>
                  </a:lnTo>
                  <a:lnTo>
                    <a:pt x="10978" y="364"/>
                  </a:lnTo>
                  <a:lnTo>
                    <a:pt x="11059" y="445"/>
                  </a:lnTo>
                  <a:lnTo>
                    <a:pt x="11119" y="526"/>
                  </a:lnTo>
                  <a:lnTo>
                    <a:pt x="11180" y="627"/>
                  </a:lnTo>
                  <a:lnTo>
                    <a:pt x="11220" y="727"/>
                  </a:lnTo>
                  <a:lnTo>
                    <a:pt x="11220" y="828"/>
                  </a:lnTo>
                  <a:lnTo>
                    <a:pt x="11220" y="949"/>
                  </a:lnTo>
                  <a:lnTo>
                    <a:pt x="11180" y="1050"/>
                  </a:lnTo>
                  <a:lnTo>
                    <a:pt x="11140" y="1131"/>
                  </a:lnTo>
                  <a:lnTo>
                    <a:pt x="11079" y="1192"/>
                  </a:lnTo>
                  <a:lnTo>
                    <a:pt x="11019" y="1252"/>
                  </a:lnTo>
                  <a:lnTo>
                    <a:pt x="10938" y="1313"/>
                  </a:lnTo>
                  <a:lnTo>
                    <a:pt x="10756" y="1393"/>
                  </a:lnTo>
                  <a:lnTo>
                    <a:pt x="10554" y="1474"/>
                  </a:lnTo>
                  <a:lnTo>
                    <a:pt x="10433" y="1535"/>
                  </a:lnTo>
                  <a:lnTo>
                    <a:pt x="10131" y="1676"/>
                  </a:lnTo>
                  <a:lnTo>
                    <a:pt x="9888" y="1858"/>
                  </a:lnTo>
                  <a:lnTo>
                    <a:pt x="9666" y="2039"/>
                  </a:lnTo>
                  <a:lnTo>
                    <a:pt x="9505" y="2261"/>
                  </a:lnTo>
                  <a:lnTo>
                    <a:pt x="9364" y="2503"/>
                  </a:lnTo>
                  <a:lnTo>
                    <a:pt x="9243" y="2745"/>
                  </a:lnTo>
                  <a:lnTo>
                    <a:pt x="9021" y="3290"/>
                  </a:lnTo>
                  <a:lnTo>
                    <a:pt x="8819" y="3795"/>
                  </a:lnTo>
                  <a:lnTo>
                    <a:pt x="8617" y="4239"/>
                  </a:lnTo>
                  <a:lnTo>
                    <a:pt x="8415" y="4663"/>
                  </a:lnTo>
                  <a:lnTo>
                    <a:pt x="8193" y="5046"/>
                  </a:lnTo>
                  <a:lnTo>
                    <a:pt x="7992" y="5389"/>
                  </a:lnTo>
                  <a:lnTo>
                    <a:pt x="7749" y="5712"/>
                  </a:lnTo>
                  <a:lnTo>
                    <a:pt x="7527" y="6015"/>
                  </a:lnTo>
                  <a:lnTo>
                    <a:pt x="7285" y="6277"/>
                  </a:lnTo>
                  <a:lnTo>
                    <a:pt x="7023" y="6519"/>
                  </a:lnTo>
                  <a:lnTo>
                    <a:pt x="6821" y="6701"/>
                  </a:lnTo>
                  <a:lnTo>
                    <a:pt x="6599" y="6862"/>
                  </a:lnTo>
                  <a:lnTo>
                    <a:pt x="6357" y="7024"/>
                  </a:lnTo>
                  <a:lnTo>
                    <a:pt x="6115" y="7165"/>
                  </a:lnTo>
                  <a:lnTo>
                    <a:pt x="5873" y="7286"/>
                  </a:lnTo>
                  <a:lnTo>
                    <a:pt x="5630" y="7407"/>
                  </a:lnTo>
                  <a:lnTo>
                    <a:pt x="5368" y="7508"/>
                  </a:lnTo>
                  <a:lnTo>
                    <a:pt x="5086" y="7589"/>
                  </a:lnTo>
                  <a:lnTo>
                    <a:pt x="4823" y="7669"/>
                  </a:lnTo>
                  <a:lnTo>
                    <a:pt x="4541" y="7730"/>
                  </a:lnTo>
                  <a:lnTo>
                    <a:pt x="4278" y="7770"/>
                  </a:lnTo>
                  <a:lnTo>
                    <a:pt x="3996" y="7790"/>
                  </a:lnTo>
                  <a:lnTo>
                    <a:pt x="3713" y="7811"/>
                  </a:lnTo>
                  <a:lnTo>
                    <a:pt x="3431" y="7811"/>
                  </a:lnTo>
                  <a:lnTo>
                    <a:pt x="3169" y="7790"/>
                  </a:lnTo>
                  <a:lnTo>
                    <a:pt x="2886" y="7750"/>
                  </a:lnTo>
                  <a:lnTo>
                    <a:pt x="2603" y="7690"/>
                  </a:lnTo>
                  <a:lnTo>
                    <a:pt x="2321" y="7629"/>
                  </a:lnTo>
                  <a:lnTo>
                    <a:pt x="2059" y="7528"/>
                  </a:lnTo>
                  <a:lnTo>
                    <a:pt x="1796" y="7427"/>
                  </a:lnTo>
                  <a:lnTo>
                    <a:pt x="1554" y="7306"/>
                  </a:lnTo>
                  <a:lnTo>
                    <a:pt x="1332" y="7165"/>
                  </a:lnTo>
                  <a:lnTo>
                    <a:pt x="1110" y="7024"/>
                  </a:lnTo>
                  <a:lnTo>
                    <a:pt x="908" y="6842"/>
                  </a:lnTo>
                  <a:lnTo>
                    <a:pt x="707" y="6640"/>
                  </a:lnTo>
                  <a:lnTo>
                    <a:pt x="545" y="6418"/>
                  </a:lnTo>
                  <a:lnTo>
                    <a:pt x="384" y="6176"/>
                  </a:lnTo>
                  <a:lnTo>
                    <a:pt x="263" y="5934"/>
                  </a:lnTo>
                  <a:lnTo>
                    <a:pt x="182" y="5692"/>
                  </a:lnTo>
                  <a:lnTo>
                    <a:pt x="101" y="5429"/>
                  </a:lnTo>
                  <a:lnTo>
                    <a:pt x="81" y="5167"/>
                  </a:lnTo>
                  <a:lnTo>
                    <a:pt x="81" y="4905"/>
                  </a:lnTo>
                  <a:lnTo>
                    <a:pt x="101" y="4663"/>
                  </a:lnTo>
                  <a:lnTo>
                    <a:pt x="142" y="4441"/>
                  </a:lnTo>
                  <a:lnTo>
                    <a:pt x="222" y="4239"/>
                  </a:lnTo>
                  <a:lnTo>
                    <a:pt x="303" y="4037"/>
                  </a:lnTo>
                  <a:lnTo>
                    <a:pt x="404" y="3835"/>
                  </a:lnTo>
                  <a:lnTo>
                    <a:pt x="525" y="3654"/>
                  </a:lnTo>
                  <a:lnTo>
                    <a:pt x="646" y="3472"/>
                  </a:lnTo>
                  <a:lnTo>
                    <a:pt x="787" y="3311"/>
                  </a:lnTo>
                  <a:lnTo>
                    <a:pt x="1090" y="3008"/>
                  </a:lnTo>
                  <a:lnTo>
                    <a:pt x="1393" y="2745"/>
                  </a:lnTo>
                  <a:lnTo>
                    <a:pt x="1695" y="2523"/>
                  </a:lnTo>
                  <a:lnTo>
                    <a:pt x="1978" y="2342"/>
                  </a:lnTo>
                  <a:lnTo>
                    <a:pt x="2361" y="2120"/>
                  </a:lnTo>
                  <a:lnTo>
                    <a:pt x="2745" y="1918"/>
                  </a:lnTo>
                  <a:lnTo>
                    <a:pt x="3128" y="1736"/>
                  </a:lnTo>
                  <a:lnTo>
                    <a:pt x="3532" y="1555"/>
                  </a:lnTo>
                  <a:lnTo>
                    <a:pt x="4319" y="1252"/>
                  </a:lnTo>
                  <a:lnTo>
                    <a:pt x="5106" y="990"/>
                  </a:lnTo>
                  <a:lnTo>
                    <a:pt x="6175" y="647"/>
                  </a:lnTo>
                  <a:lnTo>
                    <a:pt x="6740" y="505"/>
                  </a:lnTo>
                  <a:lnTo>
                    <a:pt x="7326" y="364"/>
                  </a:lnTo>
                  <a:lnTo>
                    <a:pt x="7911" y="243"/>
                  </a:lnTo>
                  <a:lnTo>
                    <a:pt x="8496" y="162"/>
                  </a:lnTo>
                  <a:lnTo>
                    <a:pt x="9101" y="102"/>
                  </a:lnTo>
                  <a:lnTo>
                    <a:pt x="9727" y="82"/>
                  </a:lnTo>
                  <a:close/>
                  <a:moveTo>
                    <a:pt x="9384" y="1"/>
                  </a:moveTo>
                  <a:lnTo>
                    <a:pt x="8718" y="62"/>
                  </a:lnTo>
                  <a:lnTo>
                    <a:pt x="8092" y="142"/>
                  </a:lnTo>
                  <a:lnTo>
                    <a:pt x="7447" y="243"/>
                  </a:lnTo>
                  <a:lnTo>
                    <a:pt x="6841" y="384"/>
                  </a:lnTo>
                  <a:lnTo>
                    <a:pt x="6236" y="546"/>
                  </a:lnTo>
                  <a:lnTo>
                    <a:pt x="5651" y="727"/>
                  </a:lnTo>
                  <a:lnTo>
                    <a:pt x="5086" y="909"/>
                  </a:lnTo>
                  <a:lnTo>
                    <a:pt x="4299" y="1171"/>
                  </a:lnTo>
                  <a:lnTo>
                    <a:pt x="3491" y="1474"/>
                  </a:lnTo>
                  <a:lnTo>
                    <a:pt x="3108" y="1656"/>
                  </a:lnTo>
                  <a:lnTo>
                    <a:pt x="2704" y="1837"/>
                  </a:lnTo>
                  <a:lnTo>
                    <a:pt x="2321" y="2039"/>
                  </a:lnTo>
                  <a:lnTo>
                    <a:pt x="1938" y="2261"/>
                  </a:lnTo>
                  <a:lnTo>
                    <a:pt x="1655" y="2443"/>
                  </a:lnTo>
                  <a:lnTo>
                    <a:pt x="1352" y="2685"/>
                  </a:lnTo>
                  <a:lnTo>
                    <a:pt x="1029" y="2947"/>
                  </a:lnTo>
                  <a:lnTo>
                    <a:pt x="727" y="3250"/>
                  </a:lnTo>
                  <a:lnTo>
                    <a:pt x="585" y="3432"/>
                  </a:lnTo>
                  <a:lnTo>
                    <a:pt x="464" y="3613"/>
                  </a:lnTo>
                  <a:lnTo>
                    <a:pt x="343" y="3795"/>
                  </a:lnTo>
                  <a:lnTo>
                    <a:pt x="222" y="3997"/>
                  </a:lnTo>
                  <a:lnTo>
                    <a:pt x="142" y="4219"/>
                  </a:lnTo>
                  <a:lnTo>
                    <a:pt x="61" y="4441"/>
                  </a:lnTo>
                  <a:lnTo>
                    <a:pt x="20" y="4663"/>
                  </a:lnTo>
                  <a:lnTo>
                    <a:pt x="0" y="4905"/>
                  </a:lnTo>
                  <a:lnTo>
                    <a:pt x="0" y="5167"/>
                  </a:lnTo>
                  <a:lnTo>
                    <a:pt x="20" y="5429"/>
                  </a:lnTo>
                  <a:lnTo>
                    <a:pt x="101" y="5712"/>
                  </a:lnTo>
                  <a:lnTo>
                    <a:pt x="202" y="5974"/>
                  </a:lnTo>
                  <a:lnTo>
                    <a:pt x="323" y="6216"/>
                  </a:lnTo>
                  <a:lnTo>
                    <a:pt x="485" y="6459"/>
                  </a:lnTo>
                  <a:lnTo>
                    <a:pt x="646" y="6701"/>
                  </a:lnTo>
                  <a:lnTo>
                    <a:pt x="868" y="6903"/>
                  </a:lnTo>
                  <a:lnTo>
                    <a:pt x="1070" y="7084"/>
                  </a:lnTo>
                  <a:lnTo>
                    <a:pt x="1272" y="7225"/>
                  </a:lnTo>
                  <a:lnTo>
                    <a:pt x="1514" y="7367"/>
                  </a:lnTo>
                  <a:lnTo>
                    <a:pt x="1756" y="7488"/>
                  </a:lnTo>
                  <a:lnTo>
                    <a:pt x="2018" y="7609"/>
                  </a:lnTo>
                  <a:lnTo>
                    <a:pt x="2301" y="7690"/>
                  </a:lnTo>
                  <a:lnTo>
                    <a:pt x="2583" y="7770"/>
                  </a:lnTo>
                  <a:lnTo>
                    <a:pt x="2886" y="7831"/>
                  </a:lnTo>
                  <a:lnTo>
                    <a:pt x="3269" y="7871"/>
                  </a:lnTo>
                  <a:lnTo>
                    <a:pt x="3673" y="7891"/>
                  </a:lnTo>
                  <a:lnTo>
                    <a:pt x="4137" y="7871"/>
                  </a:lnTo>
                  <a:lnTo>
                    <a:pt x="4601" y="7811"/>
                  </a:lnTo>
                  <a:lnTo>
                    <a:pt x="5045" y="7710"/>
                  </a:lnTo>
                  <a:lnTo>
                    <a:pt x="5489" y="7548"/>
                  </a:lnTo>
                  <a:lnTo>
                    <a:pt x="5913" y="7367"/>
                  </a:lnTo>
                  <a:lnTo>
                    <a:pt x="6337" y="7145"/>
                  </a:lnTo>
                  <a:lnTo>
                    <a:pt x="6720" y="6882"/>
                  </a:lnTo>
                  <a:lnTo>
                    <a:pt x="7083" y="6580"/>
                  </a:lnTo>
                  <a:lnTo>
                    <a:pt x="7346" y="6338"/>
                  </a:lnTo>
                  <a:lnTo>
                    <a:pt x="7588" y="6055"/>
                  </a:lnTo>
                  <a:lnTo>
                    <a:pt x="7830" y="5752"/>
                  </a:lnTo>
                  <a:lnTo>
                    <a:pt x="8052" y="5429"/>
                  </a:lnTo>
                  <a:lnTo>
                    <a:pt x="8274" y="5086"/>
                  </a:lnTo>
                  <a:lnTo>
                    <a:pt x="8476" y="4703"/>
                  </a:lnTo>
                  <a:lnTo>
                    <a:pt x="8698" y="4279"/>
                  </a:lnTo>
                  <a:lnTo>
                    <a:pt x="8900" y="3815"/>
                  </a:lnTo>
                  <a:lnTo>
                    <a:pt x="9101" y="3311"/>
                  </a:lnTo>
                  <a:lnTo>
                    <a:pt x="9303" y="2786"/>
                  </a:lnTo>
                  <a:lnTo>
                    <a:pt x="9424" y="2544"/>
                  </a:lnTo>
                  <a:lnTo>
                    <a:pt x="9566" y="2322"/>
                  </a:lnTo>
                  <a:lnTo>
                    <a:pt x="9727" y="2100"/>
                  </a:lnTo>
                  <a:lnTo>
                    <a:pt x="9929" y="1918"/>
                  </a:lnTo>
                  <a:lnTo>
                    <a:pt x="10171" y="1757"/>
                  </a:lnTo>
                  <a:lnTo>
                    <a:pt x="10454" y="1615"/>
                  </a:lnTo>
                  <a:lnTo>
                    <a:pt x="10595" y="1555"/>
                  </a:lnTo>
                  <a:lnTo>
                    <a:pt x="10797" y="1474"/>
                  </a:lnTo>
                  <a:lnTo>
                    <a:pt x="10978" y="1373"/>
                  </a:lnTo>
                  <a:lnTo>
                    <a:pt x="11059" y="1313"/>
                  </a:lnTo>
                  <a:lnTo>
                    <a:pt x="11140" y="1252"/>
                  </a:lnTo>
                  <a:lnTo>
                    <a:pt x="11200" y="1171"/>
                  </a:lnTo>
                  <a:lnTo>
                    <a:pt x="11261" y="1071"/>
                  </a:lnTo>
                  <a:lnTo>
                    <a:pt x="11301" y="970"/>
                  </a:lnTo>
                  <a:lnTo>
                    <a:pt x="11301" y="849"/>
                  </a:lnTo>
                  <a:lnTo>
                    <a:pt x="11301" y="727"/>
                  </a:lnTo>
                  <a:lnTo>
                    <a:pt x="11261" y="606"/>
                  </a:lnTo>
                  <a:lnTo>
                    <a:pt x="11200" y="485"/>
                  </a:lnTo>
                  <a:lnTo>
                    <a:pt x="11119" y="384"/>
                  </a:lnTo>
                  <a:lnTo>
                    <a:pt x="11039" y="304"/>
                  </a:lnTo>
                  <a:lnTo>
                    <a:pt x="10938" y="223"/>
                  </a:lnTo>
                  <a:lnTo>
                    <a:pt x="10837" y="162"/>
                  </a:lnTo>
                  <a:lnTo>
                    <a:pt x="10736" y="122"/>
                  </a:lnTo>
                  <a:lnTo>
                    <a:pt x="10514" y="62"/>
                  </a:lnTo>
                  <a:lnTo>
                    <a:pt x="10272" y="21"/>
                  </a:lnTo>
                  <a:lnTo>
                    <a:pt x="10030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97" name="Google Shape;497;p7"/>
            <p:cNvSpPr/>
            <p:nvPr/>
          </p:nvSpPr>
          <p:spPr>
            <a:xfrm flipH="1">
              <a:off x="39193" y="-3980256"/>
              <a:ext cx="262933" cy="275344"/>
            </a:xfrm>
            <a:custGeom>
              <a:rect b="b" l="l" r="r" t="t"/>
              <a:pathLst>
                <a:path extrusionOk="0" h="4925" w="4703">
                  <a:moveTo>
                    <a:pt x="1938" y="81"/>
                  </a:moveTo>
                  <a:lnTo>
                    <a:pt x="2160" y="122"/>
                  </a:lnTo>
                  <a:lnTo>
                    <a:pt x="2382" y="182"/>
                  </a:lnTo>
                  <a:lnTo>
                    <a:pt x="2604" y="283"/>
                  </a:lnTo>
                  <a:lnTo>
                    <a:pt x="2785" y="384"/>
                  </a:lnTo>
                  <a:lnTo>
                    <a:pt x="2967" y="505"/>
                  </a:lnTo>
                  <a:lnTo>
                    <a:pt x="3129" y="626"/>
                  </a:lnTo>
                  <a:lnTo>
                    <a:pt x="3411" y="889"/>
                  </a:lnTo>
                  <a:lnTo>
                    <a:pt x="3613" y="1111"/>
                  </a:lnTo>
                  <a:lnTo>
                    <a:pt x="3794" y="1353"/>
                  </a:lnTo>
                  <a:lnTo>
                    <a:pt x="3976" y="1595"/>
                  </a:lnTo>
                  <a:lnTo>
                    <a:pt x="4117" y="1857"/>
                  </a:lnTo>
                  <a:lnTo>
                    <a:pt x="4259" y="2120"/>
                  </a:lnTo>
                  <a:lnTo>
                    <a:pt x="4380" y="2402"/>
                  </a:lnTo>
                  <a:lnTo>
                    <a:pt x="4460" y="2685"/>
                  </a:lnTo>
                  <a:lnTo>
                    <a:pt x="4541" y="2967"/>
                  </a:lnTo>
                  <a:lnTo>
                    <a:pt x="4602" y="3330"/>
                  </a:lnTo>
                  <a:lnTo>
                    <a:pt x="4622" y="3472"/>
                  </a:lnTo>
                  <a:lnTo>
                    <a:pt x="4622" y="3633"/>
                  </a:lnTo>
                  <a:lnTo>
                    <a:pt x="4602" y="3774"/>
                  </a:lnTo>
                  <a:lnTo>
                    <a:pt x="4561" y="3895"/>
                  </a:lnTo>
                  <a:lnTo>
                    <a:pt x="4521" y="4016"/>
                  </a:lnTo>
                  <a:lnTo>
                    <a:pt x="4481" y="4138"/>
                  </a:lnTo>
                  <a:lnTo>
                    <a:pt x="4380" y="4279"/>
                  </a:lnTo>
                  <a:lnTo>
                    <a:pt x="4238" y="4400"/>
                  </a:lnTo>
                  <a:lnTo>
                    <a:pt x="4097" y="4521"/>
                  </a:lnTo>
                  <a:lnTo>
                    <a:pt x="3916" y="4622"/>
                  </a:lnTo>
                  <a:lnTo>
                    <a:pt x="3673" y="4723"/>
                  </a:lnTo>
                  <a:lnTo>
                    <a:pt x="3431" y="4783"/>
                  </a:lnTo>
                  <a:lnTo>
                    <a:pt x="3189" y="4844"/>
                  </a:lnTo>
                  <a:lnTo>
                    <a:pt x="2685" y="4844"/>
                  </a:lnTo>
                  <a:lnTo>
                    <a:pt x="2442" y="4804"/>
                  </a:lnTo>
                  <a:lnTo>
                    <a:pt x="2200" y="4723"/>
                  </a:lnTo>
                  <a:lnTo>
                    <a:pt x="1958" y="4622"/>
                  </a:lnTo>
                  <a:lnTo>
                    <a:pt x="1676" y="4460"/>
                  </a:lnTo>
                  <a:lnTo>
                    <a:pt x="1393" y="4238"/>
                  </a:lnTo>
                  <a:lnTo>
                    <a:pt x="1111" y="3976"/>
                  </a:lnTo>
                  <a:lnTo>
                    <a:pt x="868" y="3694"/>
                  </a:lnTo>
                  <a:lnTo>
                    <a:pt x="646" y="3391"/>
                  </a:lnTo>
                  <a:lnTo>
                    <a:pt x="445" y="3068"/>
                  </a:lnTo>
                  <a:lnTo>
                    <a:pt x="283" y="2725"/>
                  </a:lnTo>
                  <a:lnTo>
                    <a:pt x="162" y="2382"/>
                  </a:lnTo>
                  <a:lnTo>
                    <a:pt x="122" y="2160"/>
                  </a:lnTo>
                  <a:lnTo>
                    <a:pt x="81" y="1958"/>
                  </a:lnTo>
                  <a:lnTo>
                    <a:pt x="81" y="1756"/>
                  </a:lnTo>
                  <a:lnTo>
                    <a:pt x="81" y="1555"/>
                  </a:lnTo>
                  <a:lnTo>
                    <a:pt x="122" y="1373"/>
                  </a:lnTo>
                  <a:lnTo>
                    <a:pt x="162" y="1191"/>
                  </a:lnTo>
                  <a:lnTo>
                    <a:pt x="243" y="1010"/>
                  </a:lnTo>
                  <a:lnTo>
                    <a:pt x="323" y="848"/>
                  </a:lnTo>
                  <a:lnTo>
                    <a:pt x="445" y="687"/>
                  </a:lnTo>
                  <a:lnTo>
                    <a:pt x="606" y="525"/>
                  </a:lnTo>
                  <a:lnTo>
                    <a:pt x="767" y="404"/>
                  </a:lnTo>
                  <a:lnTo>
                    <a:pt x="949" y="283"/>
                  </a:lnTo>
                  <a:lnTo>
                    <a:pt x="1151" y="202"/>
                  </a:lnTo>
                  <a:lnTo>
                    <a:pt x="1353" y="122"/>
                  </a:lnTo>
                  <a:lnTo>
                    <a:pt x="1554" y="81"/>
                  </a:lnTo>
                  <a:close/>
                  <a:moveTo>
                    <a:pt x="1696" y="1"/>
                  </a:moveTo>
                  <a:lnTo>
                    <a:pt x="1454" y="21"/>
                  </a:lnTo>
                  <a:lnTo>
                    <a:pt x="1211" y="81"/>
                  </a:lnTo>
                  <a:lnTo>
                    <a:pt x="989" y="182"/>
                  </a:lnTo>
                  <a:lnTo>
                    <a:pt x="767" y="303"/>
                  </a:lnTo>
                  <a:lnTo>
                    <a:pt x="586" y="445"/>
                  </a:lnTo>
                  <a:lnTo>
                    <a:pt x="404" y="626"/>
                  </a:lnTo>
                  <a:lnTo>
                    <a:pt x="263" y="808"/>
                  </a:lnTo>
                  <a:lnTo>
                    <a:pt x="162" y="989"/>
                  </a:lnTo>
                  <a:lnTo>
                    <a:pt x="81" y="1171"/>
                  </a:lnTo>
                  <a:lnTo>
                    <a:pt x="41" y="1353"/>
                  </a:lnTo>
                  <a:lnTo>
                    <a:pt x="1" y="1555"/>
                  </a:lnTo>
                  <a:lnTo>
                    <a:pt x="1" y="1756"/>
                  </a:lnTo>
                  <a:lnTo>
                    <a:pt x="1" y="1958"/>
                  </a:lnTo>
                  <a:lnTo>
                    <a:pt x="41" y="2180"/>
                  </a:lnTo>
                  <a:lnTo>
                    <a:pt x="81" y="2402"/>
                  </a:lnTo>
                  <a:lnTo>
                    <a:pt x="202" y="2745"/>
                  </a:lnTo>
                  <a:lnTo>
                    <a:pt x="364" y="3088"/>
                  </a:lnTo>
                  <a:lnTo>
                    <a:pt x="566" y="3431"/>
                  </a:lnTo>
                  <a:lnTo>
                    <a:pt x="808" y="3754"/>
                  </a:lnTo>
                  <a:lnTo>
                    <a:pt x="1050" y="4037"/>
                  </a:lnTo>
                  <a:lnTo>
                    <a:pt x="1332" y="4299"/>
                  </a:lnTo>
                  <a:lnTo>
                    <a:pt x="1635" y="4521"/>
                  </a:lnTo>
                  <a:lnTo>
                    <a:pt x="1938" y="4703"/>
                  </a:lnTo>
                  <a:lnTo>
                    <a:pt x="2160" y="4804"/>
                  </a:lnTo>
                  <a:lnTo>
                    <a:pt x="2422" y="4864"/>
                  </a:lnTo>
                  <a:lnTo>
                    <a:pt x="2664" y="4925"/>
                  </a:lnTo>
                  <a:lnTo>
                    <a:pt x="3189" y="4925"/>
                  </a:lnTo>
                  <a:lnTo>
                    <a:pt x="3451" y="4864"/>
                  </a:lnTo>
                  <a:lnTo>
                    <a:pt x="3714" y="4804"/>
                  </a:lnTo>
                  <a:lnTo>
                    <a:pt x="3956" y="4682"/>
                  </a:lnTo>
                  <a:lnTo>
                    <a:pt x="4138" y="4582"/>
                  </a:lnTo>
                  <a:lnTo>
                    <a:pt x="4299" y="4460"/>
                  </a:lnTo>
                  <a:lnTo>
                    <a:pt x="4440" y="4319"/>
                  </a:lnTo>
                  <a:lnTo>
                    <a:pt x="4541" y="4178"/>
                  </a:lnTo>
                  <a:lnTo>
                    <a:pt x="4602" y="4057"/>
                  </a:lnTo>
                  <a:lnTo>
                    <a:pt x="4642" y="3916"/>
                  </a:lnTo>
                  <a:lnTo>
                    <a:pt x="4682" y="3795"/>
                  </a:lnTo>
                  <a:lnTo>
                    <a:pt x="4703" y="3633"/>
                  </a:lnTo>
                  <a:lnTo>
                    <a:pt x="4703" y="3492"/>
                  </a:lnTo>
                  <a:lnTo>
                    <a:pt x="4682" y="3310"/>
                  </a:lnTo>
                  <a:lnTo>
                    <a:pt x="4622" y="2947"/>
                  </a:lnTo>
                  <a:lnTo>
                    <a:pt x="4541" y="2664"/>
                  </a:lnTo>
                  <a:lnTo>
                    <a:pt x="4440" y="2362"/>
                  </a:lnTo>
                  <a:lnTo>
                    <a:pt x="4339" y="2099"/>
                  </a:lnTo>
                  <a:lnTo>
                    <a:pt x="4198" y="1817"/>
                  </a:lnTo>
                  <a:lnTo>
                    <a:pt x="4037" y="1555"/>
                  </a:lnTo>
                  <a:lnTo>
                    <a:pt x="3855" y="1312"/>
                  </a:lnTo>
                  <a:lnTo>
                    <a:pt x="3673" y="1070"/>
                  </a:lnTo>
                  <a:lnTo>
                    <a:pt x="3472" y="828"/>
                  </a:lnTo>
                  <a:lnTo>
                    <a:pt x="3189" y="566"/>
                  </a:lnTo>
                  <a:lnTo>
                    <a:pt x="3007" y="445"/>
                  </a:lnTo>
                  <a:lnTo>
                    <a:pt x="2826" y="324"/>
                  </a:lnTo>
                  <a:lnTo>
                    <a:pt x="2624" y="202"/>
                  </a:lnTo>
                  <a:lnTo>
                    <a:pt x="2422" y="102"/>
                  </a:lnTo>
                  <a:lnTo>
                    <a:pt x="2180" y="41"/>
                  </a:lnTo>
                  <a:lnTo>
                    <a:pt x="1938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98" name="Google Shape;498;p7"/>
            <p:cNvSpPr/>
            <p:nvPr/>
          </p:nvSpPr>
          <p:spPr>
            <a:xfrm flipH="1">
              <a:off x="-3393920" y="-1511765"/>
              <a:ext cx="935332" cy="741278"/>
            </a:xfrm>
            <a:custGeom>
              <a:rect b="b" l="l" r="r" t="t"/>
              <a:pathLst>
                <a:path extrusionOk="0" h="13259" w="16730">
                  <a:moveTo>
                    <a:pt x="14550" y="81"/>
                  </a:moveTo>
                  <a:lnTo>
                    <a:pt x="14772" y="122"/>
                  </a:lnTo>
                  <a:lnTo>
                    <a:pt x="15014" y="202"/>
                  </a:lnTo>
                  <a:lnTo>
                    <a:pt x="15216" y="324"/>
                  </a:lnTo>
                  <a:lnTo>
                    <a:pt x="15438" y="465"/>
                  </a:lnTo>
                  <a:lnTo>
                    <a:pt x="15640" y="667"/>
                  </a:lnTo>
                  <a:lnTo>
                    <a:pt x="15821" y="889"/>
                  </a:lnTo>
                  <a:lnTo>
                    <a:pt x="15983" y="1131"/>
                  </a:lnTo>
                  <a:lnTo>
                    <a:pt x="16144" y="1413"/>
                  </a:lnTo>
                  <a:lnTo>
                    <a:pt x="16245" y="1655"/>
                  </a:lnTo>
                  <a:lnTo>
                    <a:pt x="16346" y="1898"/>
                  </a:lnTo>
                  <a:lnTo>
                    <a:pt x="16427" y="2140"/>
                  </a:lnTo>
                  <a:lnTo>
                    <a:pt x="16487" y="2422"/>
                  </a:lnTo>
                  <a:lnTo>
                    <a:pt x="16548" y="2685"/>
                  </a:lnTo>
                  <a:lnTo>
                    <a:pt x="16588" y="2967"/>
                  </a:lnTo>
                  <a:lnTo>
                    <a:pt x="16628" y="3250"/>
                  </a:lnTo>
                  <a:lnTo>
                    <a:pt x="16649" y="3552"/>
                  </a:lnTo>
                  <a:lnTo>
                    <a:pt x="16649" y="3855"/>
                  </a:lnTo>
                  <a:lnTo>
                    <a:pt x="16649" y="4178"/>
                  </a:lnTo>
                  <a:lnTo>
                    <a:pt x="16588" y="4844"/>
                  </a:lnTo>
                  <a:lnTo>
                    <a:pt x="16487" y="5550"/>
                  </a:lnTo>
                  <a:lnTo>
                    <a:pt x="16326" y="6317"/>
                  </a:lnTo>
                  <a:lnTo>
                    <a:pt x="16144" y="7044"/>
                  </a:lnTo>
                  <a:lnTo>
                    <a:pt x="15942" y="7709"/>
                  </a:lnTo>
                  <a:lnTo>
                    <a:pt x="15720" y="8315"/>
                  </a:lnTo>
                  <a:lnTo>
                    <a:pt x="15458" y="8860"/>
                  </a:lnTo>
                  <a:lnTo>
                    <a:pt x="15317" y="9122"/>
                  </a:lnTo>
                  <a:lnTo>
                    <a:pt x="15176" y="9364"/>
                  </a:lnTo>
                  <a:lnTo>
                    <a:pt x="15014" y="9586"/>
                  </a:lnTo>
                  <a:lnTo>
                    <a:pt x="14873" y="9808"/>
                  </a:lnTo>
                  <a:lnTo>
                    <a:pt x="14691" y="10010"/>
                  </a:lnTo>
                  <a:lnTo>
                    <a:pt x="14530" y="10212"/>
                  </a:lnTo>
                  <a:lnTo>
                    <a:pt x="14348" y="10393"/>
                  </a:lnTo>
                  <a:lnTo>
                    <a:pt x="14146" y="10555"/>
                  </a:lnTo>
                  <a:lnTo>
                    <a:pt x="13803" y="10837"/>
                  </a:lnTo>
                  <a:lnTo>
                    <a:pt x="13440" y="11080"/>
                  </a:lnTo>
                  <a:lnTo>
                    <a:pt x="13036" y="11302"/>
                  </a:lnTo>
                  <a:lnTo>
                    <a:pt x="12633" y="11483"/>
                  </a:lnTo>
                  <a:lnTo>
                    <a:pt x="12229" y="11665"/>
                  </a:lnTo>
                  <a:lnTo>
                    <a:pt x="11805" y="11806"/>
                  </a:lnTo>
                  <a:lnTo>
                    <a:pt x="11402" y="11947"/>
                  </a:lnTo>
                  <a:lnTo>
                    <a:pt x="10978" y="12068"/>
                  </a:lnTo>
                  <a:lnTo>
                    <a:pt x="10373" y="12230"/>
                  </a:lnTo>
                  <a:lnTo>
                    <a:pt x="9787" y="12371"/>
                  </a:lnTo>
                  <a:lnTo>
                    <a:pt x="9202" y="12512"/>
                  </a:lnTo>
                  <a:lnTo>
                    <a:pt x="8597" y="12633"/>
                  </a:lnTo>
                  <a:lnTo>
                    <a:pt x="7991" y="12734"/>
                  </a:lnTo>
                  <a:lnTo>
                    <a:pt x="7386" y="12835"/>
                  </a:lnTo>
                  <a:lnTo>
                    <a:pt x="6801" y="12936"/>
                  </a:lnTo>
                  <a:lnTo>
                    <a:pt x="6195" y="12997"/>
                  </a:lnTo>
                  <a:lnTo>
                    <a:pt x="5590" y="13057"/>
                  </a:lnTo>
                  <a:lnTo>
                    <a:pt x="4964" y="13118"/>
                  </a:lnTo>
                  <a:lnTo>
                    <a:pt x="4359" y="13158"/>
                  </a:lnTo>
                  <a:lnTo>
                    <a:pt x="3754" y="13178"/>
                  </a:lnTo>
                  <a:lnTo>
                    <a:pt x="1917" y="13178"/>
                  </a:lnTo>
                  <a:lnTo>
                    <a:pt x="1312" y="13138"/>
                  </a:lnTo>
                  <a:lnTo>
                    <a:pt x="1070" y="13118"/>
                  </a:lnTo>
                  <a:lnTo>
                    <a:pt x="848" y="13077"/>
                  </a:lnTo>
                  <a:lnTo>
                    <a:pt x="646" y="13017"/>
                  </a:lnTo>
                  <a:lnTo>
                    <a:pt x="484" y="12956"/>
                  </a:lnTo>
                  <a:lnTo>
                    <a:pt x="343" y="12855"/>
                  </a:lnTo>
                  <a:lnTo>
                    <a:pt x="242" y="12754"/>
                  </a:lnTo>
                  <a:lnTo>
                    <a:pt x="162" y="12613"/>
                  </a:lnTo>
                  <a:lnTo>
                    <a:pt x="101" y="12472"/>
                  </a:lnTo>
                  <a:lnTo>
                    <a:pt x="81" y="12351"/>
                  </a:lnTo>
                  <a:lnTo>
                    <a:pt x="81" y="12210"/>
                  </a:lnTo>
                  <a:lnTo>
                    <a:pt x="101" y="12068"/>
                  </a:lnTo>
                  <a:lnTo>
                    <a:pt x="121" y="11907"/>
                  </a:lnTo>
                  <a:lnTo>
                    <a:pt x="182" y="11745"/>
                  </a:lnTo>
                  <a:lnTo>
                    <a:pt x="242" y="11584"/>
                  </a:lnTo>
                  <a:lnTo>
                    <a:pt x="384" y="11241"/>
                  </a:lnTo>
                  <a:lnTo>
                    <a:pt x="606" y="10878"/>
                  </a:lnTo>
                  <a:lnTo>
                    <a:pt x="848" y="10515"/>
                  </a:lnTo>
                  <a:lnTo>
                    <a:pt x="1110" y="10131"/>
                  </a:lnTo>
                  <a:lnTo>
                    <a:pt x="1413" y="9768"/>
                  </a:lnTo>
                  <a:lnTo>
                    <a:pt x="1715" y="9405"/>
                  </a:lnTo>
                  <a:lnTo>
                    <a:pt x="2038" y="9062"/>
                  </a:lnTo>
                  <a:lnTo>
                    <a:pt x="2341" y="8739"/>
                  </a:lnTo>
                  <a:lnTo>
                    <a:pt x="2644" y="8456"/>
                  </a:lnTo>
                  <a:lnTo>
                    <a:pt x="2926" y="8194"/>
                  </a:lnTo>
                  <a:lnTo>
                    <a:pt x="3189" y="7972"/>
                  </a:lnTo>
                  <a:lnTo>
                    <a:pt x="3411" y="7790"/>
                  </a:lnTo>
                  <a:lnTo>
                    <a:pt x="3592" y="7669"/>
                  </a:lnTo>
                  <a:lnTo>
                    <a:pt x="4198" y="7306"/>
                  </a:lnTo>
                  <a:lnTo>
                    <a:pt x="4823" y="6983"/>
                  </a:lnTo>
                  <a:lnTo>
                    <a:pt x="6095" y="6357"/>
                  </a:lnTo>
                  <a:lnTo>
                    <a:pt x="6720" y="6055"/>
                  </a:lnTo>
                  <a:lnTo>
                    <a:pt x="7346" y="5752"/>
                  </a:lnTo>
                  <a:lnTo>
                    <a:pt x="7971" y="5409"/>
                  </a:lnTo>
                  <a:lnTo>
                    <a:pt x="8597" y="5066"/>
                  </a:lnTo>
                  <a:lnTo>
                    <a:pt x="9101" y="4723"/>
                  </a:lnTo>
                  <a:lnTo>
                    <a:pt x="9606" y="4360"/>
                  </a:lnTo>
                  <a:lnTo>
                    <a:pt x="10110" y="3976"/>
                  </a:lnTo>
                  <a:lnTo>
                    <a:pt x="10574" y="3573"/>
                  </a:lnTo>
                  <a:lnTo>
                    <a:pt x="11018" y="3149"/>
                  </a:lnTo>
                  <a:lnTo>
                    <a:pt x="11442" y="2705"/>
                  </a:lnTo>
                  <a:lnTo>
                    <a:pt x="11866" y="2241"/>
                  </a:lnTo>
                  <a:lnTo>
                    <a:pt x="12249" y="1756"/>
                  </a:lnTo>
                  <a:lnTo>
                    <a:pt x="12290" y="1716"/>
                  </a:lnTo>
                  <a:lnTo>
                    <a:pt x="12754" y="1131"/>
                  </a:lnTo>
                  <a:lnTo>
                    <a:pt x="12996" y="868"/>
                  </a:lnTo>
                  <a:lnTo>
                    <a:pt x="13238" y="606"/>
                  </a:lnTo>
                  <a:lnTo>
                    <a:pt x="13521" y="404"/>
                  </a:lnTo>
                  <a:lnTo>
                    <a:pt x="13662" y="303"/>
                  </a:lnTo>
                  <a:lnTo>
                    <a:pt x="13803" y="223"/>
                  </a:lnTo>
                  <a:lnTo>
                    <a:pt x="13965" y="162"/>
                  </a:lnTo>
                  <a:lnTo>
                    <a:pt x="14126" y="122"/>
                  </a:lnTo>
                  <a:lnTo>
                    <a:pt x="14288" y="102"/>
                  </a:lnTo>
                  <a:lnTo>
                    <a:pt x="14449" y="81"/>
                  </a:lnTo>
                  <a:close/>
                  <a:moveTo>
                    <a:pt x="14368" y="1"/>
                  </a:moveTo>
                  <a:lnTo>
                    <a:pt x="14187" y="21"/>
                  </a:lnTo>
                  <a:lnTo>
                    <a:pt x="14025" y="61"/>
                  </a:lnTo>
                  <a:lnTo>
                    <a:pt x="13864" y="122"/>
                  </a:lnTo>
                  <a:lnTo>
                    <a:pt x="13702" y="202"/>
                  </a:lnTo>
                  <a:lnTo>
                    <a:pt x="13541" y="283"/>
                  </a:lnTo>
                  <a:lnTo>
                    <a:pt x="13400" y="384"/>
                  </a:lnTo>
                  <a:lnTo>
                    <a:pt x="13238" y="505"/>
                  </a:lnTo>
                  <a:lnTo>
                    <a:pt x="12976" y="768"/>
                  </a:lnTo>
                  <a:lnTo>
                    <a:pt x="12714" y="1050"/>
                  </a:lnTo>
                  <a:lnTo>
                    <a:pt x="12451" y="1353"/>
                  </a:lnTo>
                  <a:lnTo>
                    <a:pt x="12229" y="1655"/>
                  </a:lnTo>
                  <a:lnTo>
                    <a:pt x="12189" y="1716"/>
                  </a:lnTo>
                  <a:lnTo>
                    <a:pt x="11805" y="2200"/>
                  </a:lnTo>
                  <a:lnTo>
                    <a:pt x="11382" y="2664"/>
                  </a:lnTo>
                  <a:lnTo>
                    <a:pt x="10958" y="3088"/>
                  </a:lnTo>
                  <a:lnTo>
                    <a:pt x="10514" y="3512"/>
                  </a:lnTo>
                  <a:lnTo>
                    <a:pt x="10050" y="3916"/>
                  </a:lnTo>
                  <a:lnTo>
                    <a:pt x="9565" y="4299"/>
                  </a:lnTo>
                  <a:lnTo>
                    <a:pt x="9061" y="4662"/>
                  </a:lnTo>
                  <a:lnTo>
                    <a:pt x="8556" y="4985"/>
                  </a:lnTo>
                  <a:lnTo>
                    <a:pt x="7931" y="5348"/>
                  </a:lnTo>
                  <a:lnTo>
                    <a:pt x="7305" y="5671"/>
                  </a:lnTo>
                  <a:lnTo>
                    <a:pt x="6680" y="5994"/>
                  </a:lnTo>
                  <a:lnTo>
                    <a:pt x="6054" y="6297"/>
                  </a:lnTo>
                  <a:lnTo>
                    <a:pt x="4783" y="6902"/>
                  </a:lnTo>
                  <a:lnTo>
                    <a:pt x="4157" y="7245"/>
                  </a:lnTo>
                  <a:lnTo>
                    <a:pt x="3552" y="7588"/>
                  </a:lnTo>
                  <a:lnTo>
                    <a:pt x="3370" y="7709"/>
                  </a:lnTo>
                  <a:lnTo>
                    <a:pt x="3168" y="7891"/>
                  </a:lnTo>
                  <a:lnTo>
                    <a:pt x="2624" y="8375"/>
                  </a:lnTo>
                  <a:lnTo>
                    <a:pt x="2321" y="8658"/>
                  </a:lnTo>
                  <a:lnTo>
                    <a:pt x="1998" y="8981"/>
                  </a:lnTo>
                  <a:lnTo>
                    <a:pt x="1675" y="9344"/>
                  </a:lnTo>
                  <a:lnTo>
                    <a:pt x="1352" y="9707"/>
                  </a:lnTo>
                  <a:lnTo>
                    <a:pt x="1050" y="10071"/>
                  </a:lnTo>
                  <a:lnTo>
                    <a:pt x="787" y="10454"/>
                  </a:lnTo>
                  <a:lnTo>
                    <a:pt x="525" y="10837"/>
                  </a:lnTo>
                  <a:lnTo>
                    <a:pt x="323" y="11201"/>
                  </a:lnTo>
                  <a:lnTo>
                    <a:pt x="162" y="11564"/>
                  </a:lnTo>
                  <a:lnTo>
                    <a:pt x="101" y="11725"/>
                  </a:lnTo>
                  <a:lnTo>
                    <a:pt x="41" y="11907"/>
                  </a:lnTo>
                  <a:lnTo>
                    <a:pt x="20" y="12068"/>
                  </a:lnTo>
                  <a:lnTo>
                    <a:pt x="0" y="12210"/>
                  </a:lnTo>
                  <a:lnTo>
                    <a:pt x="0" y="12371"/>
                  </a:lnTo>
                  <a:lnTo>
                    <a:pt x="41" y="12492"/>
                  </a:lnTo>
                  <a:lnTo>
                    <a:pt x="81" y="12654"/>
                  </a:lnTo>
                  <a:lnTo>
                    <a:pt x="182" y="12795"/>
                  </a:lnTo>
                  <a:lnTo>
                    <a:pt x="283" y="12916"/>
                  </a:lnTo>
                  <a:lnTo>
                    <a:pt x="444" y="13017"/>
                  </a:lnTo>
                  <a:lnTo>
                    <a:pt x="606" y="13098"/>
                  </a:lnTo>
                  <a:lnTo>
                    <a:pt x="807" y="13158"/>
                  </a:lnTo>
                  <a:lnTo>
                    <a:pt x="1050" y="13198"/>
                  </a:lnTo>
                  <a:lnTo>
                    <a:pt x="1312" y="13219"/>
                  </a:lnTo>
                  <a:lnTo>
                    <a:pt x="2099" y="13259"/>
                  </a:lnTo>
                  <a:lnTo>
                    <a:pt x="2886" y="13259"/>
                  </a:lnTo>
                  <a:lnTo>
                    <a:pt x="3915" y="13239"/>
                  </a:lnTo>
                  <a:lnTo>
                    <a:pt x="4944" y="13198"/>
                  </a:lnTo>
                  <a:lnTo>
                    <a:pt x="5973" y="13098"/>
                  </a:lnTo>
                  <a:lnTo>
                    <a:pt x="6982" y="12976"/>
                  </a:lnTo>
                  <a:lnTo>
                    <a:pt x="7991" y="12835"/>
                  </a:lnTo>
                  <a:lnTo>
                    <a:pt x="9000" y="12633"/>
                  </a:lnTo>
                  <a:lnTo>
                    <a:pt x="10009" y="12411"/>
                  </a:lnTo>
                  <a:lnTo>
                    <a:pt x="10998" y="12149"/>
                  </a:lnTo>
                  <a:lnTo>
                    <a:pt x="11422" y="12028"/>
                  </a:lnTo>
                  <a:lnTo>
                    <a:pt x="11846" y="11887"/>
                  </a:lnTo>
                  <a:lnTo>
                    <a:pt x="12270" y="11725"/>
                  </a:lnTo>
                  <a:lnTo>
                    <a:pt x="12673" y="11564"/>
                  </a:lnTo>
                  <a:lnTo>
                    <a:pt x="13077" y="11362"/>
                  </a:lnTo>
                  <a:lnTo>
                    <a:pt x="13480" y="11160"/>
                  </a:lnTo>
                  <a:lnTo>
                    <a:pt x="13844" y="10898"/>
                  </a:lnTo>
                  <a:lnTo>
                    <a:pt x="14207" y="10615"/>
                  </a:lnTo>
                  <a:lnTo>
                    <a:pt x="14409" y="10454"/>
                  </a:lnTo>
                  <a:lnTo>
                    <a:pt x="14590" y="10272"/>
                  </a:lnTo>
                  <a:lnTo>
                    <a:pt x="14752" y="10071"/>
                  </a:lnTo>
                  <a:lnTo>
                    <a:pt x="14933" y="9869"/>
                  </a:lnTo>
                  <a:lnTo>
                    <a:pt x="15095" y="9647"/>
                  </a:lnTo>
                  <a:lnTo>
                    <a:pt x="15236" y="9405"/>
                  </a:lnTo>
                  <a:lnTo>
                    <a:pt x="15398" y="9162"/>
                  </a:lnTo>
                  <a:lnTo>
                    <a:pt x="15519" y="8900"/>
                  </a:lnTo>
                  <a:lnTo>
                    <a:pt x="15781" y="8355"/>
                  </a:lnTo>
                  <a:lnTo>
                    <a:pt x="16023" y="7730"/>
                  </a:lnTo>
                  <a:lnTo>
                    <a:pt x="16225" y="7064"/>
                  </a:lnTo>
                  <a:lnTo>
                    <a:pt x="16407" y="6337"/>
                  </a:lnTo>
                  <a:lnTo>
                    <a:pt x="16568" y="5570"/>
                  </a:lnTo>
                  <a:lnTo>
                    <a:pt x="16669" y="4844"/>
                  </a:lnTo>
                  <a:lnTo>
                    <a:pt x="16729" y="4178"/>
                  </a:lnTo>
                  <a:lnTo>
                    <a:pt x="16729" y="3855"/>
                  </a:lnTo>
                  <a:lnTo>
                    <a:pt x="16729" y="3532"/>
                  </a:lnTo>
                  <a:lnTo>
                    <a:pt x="16709" y="3250"/>
                  </a:lnTo>
                  <a:lnTo>
                    <a:pt x="16669" y="2947"/>
                  </a:lnTo>
                  <a:lnTo>
                    <a:pt x="16628" y="2664"/>
                  </a:lnTo>
                  <a:lnTo>
                    <a:pt x="16568" y="2382"/>
                  </a:lnTo>
                  <a:lnTo>
                    <a:pt x="16507" y="2120"/>
                  </a:lnTo>
                  <a:lnTo>
                    <a:pt x="16427" y="1857"/>
                  </a:lnTo>
                  <a:lnTo>
                    <a:pt x="16326" y="1615"/>
                  </a:lnTo>
                  <a:lnTo>
                    <a:pt x="16205" y="1373"/>
                  </a:lnTo>
                  <a:lnTo>
                    <a:pt x="16063" y="1090"/>
                  </a:lnTo>
                  <a:lnTo>
                    <a:pt x="15882" y="828"/>
                  </a:lnTo>
                  <a:lnTo>
                    <a:pt x="15680" y="606"/>
                  </a:lnTo>
                  <a:lnTo>
                    <a:pt x="15478" y="404"/>
                  </a:lnTo>
                  <a:lnTo>
                    <a:pt x="15256" y="243"/>
                  </a:lnTo>
                  <a:lnTo>
                    <a:pt x="15034" y="122"/>
                  </a:lnTo>
                  <a:lnTo>
                    <a:pt x="14792" y="41"/>
                  </a:lnTo>
                  <a:lnTo>
                    <a:pt x="14550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99" name="Google Shape;499;p7"/>
            <p:cNvSpPr/>
            <p:nvPr/>
          </p:nvSpPr>
          <p:spPr>
            <a:xfrm flipH="1">
              <a:off x="-2932478" y="-2601605"/>
              <a:ext cx="1395619" cy="1650669"/>
            </a:xfrm>
            <a:custGeom>
              <a:rect b="b" l="l" r="r" t="t"/>
              <a:pathLst>
                <a:path extrusionOk="0" h="29525" w="24963">
                  <a:moveTo>
                    <a:pt x="18727" y="81"/>
                  </a:moveTo>
                  <a:lnTo>
                    <a:pt x="19211" y="102"/>
                  </a:lnTo>
                  <a:lnTo>
                    <a:pt x="19514" y="142"/>
                  </a:lnTo>
                  <a:lnTo>
                    <a:pt x="19837" y="223"/>
                  </a:lnTo>
                  <a:lnTo>
                    <a:pt x="20140" y="303"/>
                  </a:lnTo>
                  <a:lnTo>
                    <a:pt x="20442" y="404"/>
                  </a:lnTo>
                  <a:lnTo>
                    <a:pt x="20745" y="525"/>
                  </a:lnTo>
                  <a:lnTo>
                    <a:pt x="21048" y="667"/>
                  </a:lnTo>
                  <a:lnTo>
                    <a:pt x="21330" y="828"/>
                  </a:lnTo>
                  <a:lnTo>
                    <a:pt x="21613" y="1010"/>
                  </a:lnTo>
                  <a:lnTo>
                    <a:pt x="21895" y="1212"/>
                  </a:lnTo>
                  <a:lnTo>
                    <a:pt x="22158" y="1413"/>
                  </a:lnTo>
                  <a:lnTo>
                    <a:pt x="22420" y="1655"/>
                  </a:lnTo>
                  <a:lnTo>
                    <a:pt x="22662" y="1898"/>
                  </a:lnTo>
                  <a:lnTo>
                    <a:pt x="22904" y="2160"/>
                  </a:lnTo>
                  <a:lnTo>
                    <a:pt x="23126" y="2443"/>
                  </a:lnTo>
                  <a:lnTo>
                    <a:pt x="23328" y="2725"/>
                  </a:lnTo>
                  <a:lnTo>
                    <a:pt x="23530" y="3028"/>
                  </a:lnTo>
                  <a:lnTo>
                    <a:pt x="23691" y="3290"/>
                  </a:lnTo>
                  <a:lnTo>
                    <a:pt x="23833" y="3573"/>
                  </a:lnTo>
                  <a:lnTo>
                    <a:pt x="24095" y="4138"/>
                  </a:lnTo>
                  <a:lnTo>
                    <a:pt x="24317" y="4723"/>
                  </a:lnTo>
                  <a:lnTo>
                    <a:pt x="24499" y="5369"/>
                  </a:lnTo>
                  <a:lnTo>
                    <a:pt x="24660" y="6035"/>
                  </a:lnTo>
                  <a:lnTo>
                    <a:pt x="24761" y="6721"/>
                  </a:lnTo>
                  <a:lnTo>
                    <a:pt x="24842" y="7467"/>
                  </a:lnTo>
                  <a:lnTo>
                    <a:pt x="24882" y="8214"/>
                  </a:lnTo>
                  <a:lnTo>
                    <a:pt x="24882" y="8880"/>
                  </a:lnTo>
                  <a:lnTo>
                    <a:pt x="24862" y="9546"/>
                  </a:lnTo>
                  <a:lnTo>
                    <a:pt x="24822" y="10232"/>
                  </a:lnTo>
                  <a:lnTo>
                    <a:pt x="24761" y="10938"/>
                  </a:lnTo>
                  <a:lnTo>
                    <a:pt x="24660" y="11665"/>
                  </a:lnTo>
                  <a:lnTo>
                    <a:pt x="24539" y="12411"/>
                  </a:lnTo>
                  <a:lnTo>
                    <a:pt x="24398" y="13178"/>
                  </a:lnTo>
                  <a:lnTo>
                    <a:pt x="24216" y="13986"/>
                  </a:lnTo>
                  <a:lnTo>
                    <a:pt x="23994" y="14853"/>
                  </a:lnTo>
                  <a:lnTo>
                    <a:pt x="23873" y="15297"/>
                  </a:lnTo>
                  <a:lnTo>
                    <a:pt x="23732" y="15721"/>
                  </a:lnTo>
                  <a:lnTo>
                    <a:pt x="23570" y="16145"/>
                  </a:lnTo>
                  <a:lnTo>
                    <a:pt x="23369" y="16569"/>
                  </a:lnTo>
                  <a:lnTo>
                    <a:pt x="23167" y="16972"/>
                  </a:lnTo>
                  <a:lnTo>
                    <a:pt x="22925" y="17356"/>
                  </a:lnTo>
                  <a:lnTo>
                    <a:pt x="22682" y="17658"/>
                  </a:lnTo>
                  <a:lnTo>
                    <a:pt x="22440" y="17961"/>
                  </a:lnTo>
                  <a:lnTo>
                    <a:pt x="22158" y="18244"/>
                  </a:lnTo>
                  <a:lnTo>
                    <a:pt x="21875" y="18506"/>
                  </a:lnTo>
                  <a:lnTo>
                    <a:pt x="21573" y="18748"/>
                  </a:lnTo>
                  <a:lnTo>
                    <a:pt x="21270" y="18990"/>
                  </a:lnTo>
                  <a:lnTo>
                    <a:pt x="20947" y="19212"/>
                  </a:lnTo>
                  <a:lnTo>
                    <a:pt x="20604" y="19414"/>
                  </a:lnTo>
                  <a:lnTo>
                    <a:pt x="20261" y="19616"/>
                  </a:lnTo>
                  <a:lnTo>
                    <a:pt x="19918" y="19818"/>
                  </a:lnTo>
                  <a:lnTo>
                    <a:pt x="19211" y="20181"/>
                  </a:lnTo>
                  <a:lnTo>
                    <a:pt x="18465" y="20524"/>
                  </a:lnTo>
                  <a:lnTo>
                    <a:pt x="17738" y="20847"/>
                  </a:lnTo>
                  <a:lnTo>
                    <a:pt x="17133" y="21109"/>
                  </a:lnTo>
                  <a:lnTo>
                    <a:pt x="16245" y="21513"/>
                  </a:lnTo>
                  <a:lnTo>
                    <a:pt x="15418" y="21916"/>
                  </a:lnTo>
                  <a:lnTo>
                    <a:pt x="14651" y="22340"/>
                  </a:lnTo>
                  <a:lnTo>
                    <a:pt x="13924" y="22744"/>
                  </a:lnTo>
                  <a:lnTo>
                    <a:pt x="13258" y="23167"/>
                  </a:lnTo>
                  <a:lnTo>
                    <a:pt x="12633" y="23611"/>
                  </a:lnTo>
                  <a:lnTo>
                    <a:pt x="12048" y="24055"/>
                  </a:lnTo>
                  <a:lnTo>
                    <a:pt x="11503" y="24520"/>
                  </a:lnTo>
                  <a:lnTo>
                    <a:pt x="11099" y="24883"/>
                  </a:lnTo>
                  <a:lnTo>
                    <a:pt x="10695" y="25246"/>
                  </a:lnTo>
                  <a:lnTo>
                    <a:pt x="9949" y="26013"/>
                  </a:lnTo>
                  <a:lnTo>
                    <a:pt x="9323" y="26638"/>
                  </a:lnTo>
                  <a:lnTo>
                    <a:pt x="8698" y="27244"/>
                  </a:lnTo>
                  <a:lnTo>
                    <a:pt x="8355" y="27526"/>
                  </a:lnTo>
                  <a:lnTo>
                    <a:pt x="8032" y="27809"/>
                  </a:lnTo>
                  <a:lnTo>
                    <a:pt x="7668" y="28091"/>
                  </a:lnTo>
                  <a:lnTo>
                    <a:pt x="7325" y="28334"/>
                  </a:lnTo>
                  <a:lnTo>
                    <a:pt x="6902" y="28596"/>
                  </a:lnTo>
                  <a:lnTo>
                    <a:pt x="6498" y="28818"/>
                  </a:lnTo>
                  <a:lnTo>
                    <a:pt x="6094" y="29000"/>
                  </a:lnTo>
                  <a:lnTo>
                    <a:pt x="5711" y="29141"/>
                  </a:lnTo>
                  <a:lnTo>
                    <a:pt x="5328" y="29262"/>
                  </a:lnTo>
                  <a:lnTo>
                    <a:pt x="4964" y="29343"/>
                  </a:lnTo>
                  <a:lnTo>
                    <a:pt x="4601" y="29403"/>
                  </a:lnTo>
                  <a:lnTo>
                    <a:pt x="4238" y="29423"/>
                  </a:lnTo>
                  <a:lnTo>
                    <a:pt x="3915" y="29423"/>
                  </a:lnTo>
                  <a:lnTo>
                    <a:pt x="3592" y="29403"/>
                  </a:lnTo>
                  <a:lnTo>
                    <a:pt x="3289" y="29363"/>
                  </a:lnTo>
                  <a:lnTo>
                    <a:pt x="2987" y="29302"/>
                  </a:lnTo>
                  <a:lnTo>
                    <a:pt x="2724" y="29221"/>
                  </a:lnTo>
                  <a:lnTo>
                    <a:pt x="2462" y="29121"/>
                  </a:lnTo>
                  <a:lnTo>
                    <a:pt x="2240" y="29020"/>
                  </a:lnTo>
                  <a:lnTo>
                    <a:pt x="2018" y="28899"/>
                  </a:lnTo>
                  <a:lnTo>
                    <a:pt x="1715" y="28677"/>
                  </a:lnTo>
                  <a:lnTo>
                    <a:pt x="1433" y="28414"/>
                  </a:lnTo>
                  <a:lnTo>
                    <a:pt x="1170" y="28132"/>
                  </a:lnTo>
                  <a:lnTo>
                    <a:pt x="928" y="27809"/>
                  </a:lnTo>
                  <a:lnTo>
                    <a:pt x="706" y="27446"/>
                  </a:lnTo>
                  <a:lnTo>
                    <a:pt x="525" y="27062"/>
                  </a:lnTo>
                  <a:lnTo>
                    <a:pt x="363" y="26659"/>
                  </a:lnTo>
                  <a:lnTo>
                    <a:pt x="242" y="26235"/>
                  </a:lnTo>
                  <a:lnTo>
                    <a:pt x="182" y="25952"/>
                  </a:lnTo>
                  <a:lnTo>
                    <a:pt x="121" y="25670"/>
                  </a:lnTo>
                  <a:lnTo>
                    <a:pt x="101" y="25387"/>
                  </a:lnTo>
                  <a:lnTo>
                    <a:pt x="81" y="25105"/>
                  </a:lnTo>
                  <a:lnTo>
                    <a:pt x="81" y="24802"/>
                  </a:lnTo>
                  <a:lnTo>
                    <a:pt x="81" y="24520"/>
                  </a:lnTo>
                  <a:lnTo>
                    <a:pt x="101" y="24237"/>
                  </a:lnTo>
                  <a:lnTo>
                    <a:pt x="141" y="23954"/>
                  </a:lnTo>
                  <a:lnTo>
                    <a:pt x="202" y="23672"/>
                  </a:lnTo>
                  <a:lnTo>
                    <a:pt x="262" y="23389"/>
                  </a:lnTo>
                  <a:lnTo>
                    <a:pt x="343" y="23107"/>
                  </a:lnTo>
                  <a:lnTo>
                    <a:pt x="424" y="22824"/>
                  </a:lnTo>
                  <a:lnTo>
                    <a:pt x="545" y="22562"/>
                  </a:lnTo>
                  <a:lnTo>
                    <a:pt x="666" y="22300"/>
                  </a:lnTo>
                  <a:lnTo>
                    <a:pt x="787" y="22037"/>
                  </a:lnTo>
                  <a:lnTo>
                    <a:pt x="928" y="21795"/>
                  </a:lnTo>
                  <a:lnTo>
                    <a:pt x="1211" y="21392"/>
                  </a:lnTo>
                  <a:lnTo>
                    <a:pt x="1514" y="21008"/>
                  </a:lnTo>
                  <a:lnTo>
                    <a:pt x="1836" y="20645"/>
                  </a:lnTo>
                  <a:lnTo>
                    <a:pt x="2200" y="20302"/>
                  </a:lnTo>
                  <a:lnTo>
                    <a:pt x="2563" y="19959"/>
                  </a:lnTo>
                  <a:lnTo>
                    <a:pt x="2926" y="19656"/>
                  </a:lnTo>
                  <a:lnTo>
                    <a:pt x="3693" y="19071"/>
                  </a:lnTo>
                  <a:lnTo>
                    <a:pt x="4238" y="18687"/>
                  </a:lnTo>
                  <a:lnTo>
                    <a:pt x="4803" y="18304"/>
                  </a:lnTo>
                  <a:lnTo>
                    <a:pt x="5368" y="17921"/>
                  </a:lnTo>
                  <a:lnTo>
                    <a:pt x="5953" y="17557"/>
                  </a:lnTo>
                  <a:lnTo>
                    <a:pt x="6518" y="17194"/>
                  </a:lnTo>
                  <a:lnTo>
                    <a:pt x="7124" y="16851"/>
                  </a:lnTo>
                  <a:lnTo>
                    <a:pt x="7709" y="16528"/>
                  </a:lnTo>
                  <a:lnTo>
                    <a:pt x="8314" y="16205"/>
                  </a:lnTo>
                  <a:lnTo>
                    <a:pt x="8556" y="16084"/>
                  </a:lnTo>
                  <a:lnTo>
                    <a:pt x="9162" y="15761"/>
                  </a:lnTo>
                  <a:lnTo>
                    <a:pt x="9464" y="15580"/>
                  </a:lnTo>
                  <a:lnTo>
                    <a:pt x="9767" y="15398"/>
                  </a:lnTo>
                  <a:lnTo>
                    <a:pt x="10050" y="15196"/>
                  </a:lnTo>
                  <a:lnTo>
                    <a:pt x="10312" y="14995"/>
                  </a:lnTo>
                  <a:lnTo>
                    <a:pt x="10574" y="14752"/>
                  </a:lnTo>
                  <a:lnTo>
                    <a:pt x="10796" y="14490"/>
                  </a:lnTo>
                  <a:lnTo>
                    <a:pt x="10938" y="14308"/>
                  </a:lnTo>
                  <a:lnTo>
                    <a:pt x="11059" y="14107"/>
                  </a:lnTo>
                  <a:lnTo>
                    <a:pt x="11180" y="13905"/>
                  </a:lnTo>
                  <a:lnTo>
                    <a:pt x="11281" y="13683"/>
                  </a:lnTo>
                  <a:lnTo>
                    <a:pt x="11482" y="13219"/>
                  </a:lnTo>
                  <a:lnTo>
                    <a:pt x="11624" y="12755"/>
                  </a:lnTo>
                  <a:lnTo>
                    <a:pt x="11745" y="12270"/>
                  </a:lnTo>
                  <a:lnTo>
                    <a:pt x="11846" y="11766"/>
                  </a:lnTo>
                  <a:lnTo>
                    <a:pt x="11926" y="11261"/>
                  </a:lnTo>
                  <a:lnTo>
                    <a:pt x="11987" y="10777"/>
                  </a:lnTo>
                  <a:lnTo>
                    <a:pt x="12088" y="9889"/>
                  </a:lnTo>
                  <a:lnTo>
                    <a:pt x="12169" y="9001"/>
                  </a:lnTo>
                  <a:lnTo>
                    <a:pt x="12229" y="8153"/>
                  </a:lnTo>
                  <a:lnTo>
                    <a:pt x="12330" y="7286"/>
                  </a:lnTo>
                  <a:lnTo>
                    <a:pt x="12451" y="6438"/>
                  </a:lnTo>
                  <a:lnTo>
                    <a:pt x="12532" y="6014"/>
                  </a:lnTo>
                  <a:lnTo>
                    <a:pt x="12633" y="5591"/>
                  </a:lnTo>
                  <a:lnTo>
                    <a:pt x="12814" y="5005"/>
                  </a:lnTo>
                  <a:lnTo>
                    <a:pt x="13016" y="4420"/>
                  </a:lnTo>
                  <a:lnTo>
                    <a:pt x="13258" y="3875"/>
                  </a:lnTo>
                  <a:lnTo>
                    <a:pt x="13541" y="3351"/>
                  </a:lnTo>
                  <a:lnTo>
                    <a:pt x="13844" y="2866"/>
                  </a:lnTo>
                  <a:lnTo>
                    <a:pt x="14187" y="2422"/>
                  </a:lnTo>
                  <a:lnTo>
                    <a:pt x="14550" y="1999"/>
                  </a:lnTo>
                  <a:lnTo>
                    <a:pt x="14933" y="1615"/>
                  </a:lnTo>
                  <a:lnTo>
                    <a:pt x="15135" y="1434"/>
                  </a:lnTo>
                  <a:lnTo>
                    <a:pt x="15357" y="1272"/>
                  </a:lnTo>
                  <a:lnTo>
                    <a:pt x="15801" y="949"/>
                  </a:lnTo>
                  <a:lnTo>
                    <a:pt x="16265" y="707"/>
                  </a:lnTo>
                  <a:lnTo>
                    <a:pt x="16729" y="485"/>
                  </a:lnTo>
                  <a:lnTo>
                    <a:pt x="17234" y="303"/>
                  </a:lnTo>
                  <a:lnTo>
                    <a:pt x="17738" y="182"/>
                  </a:lnTo>
                  <a:lnTo>
                    <a:pt x="17980" y="142"/>
                  </a:lnTo>
                  <a:lnTo>
                    <a:pt x="18223" y="102"/>
                  </a:lnTo>
                  <a:lnTo>
                    <a:pt x="18485" y="81"/>
                  </a:lnTo>
                  <a:close/>
                  <a:moveTo>
                    <a:pt x="18646" y="1"/>
                  </a:moveTo>
                  <a:lnTo>
                    <a:pt x="18364" y="21"/>
                  </a:lnTo>
                  <a:lnTo>
                    <a:pt x="18081" y="41"/>
                  </a:lnTo>
                  <a:lnTo>
                    <a:pt x="17799" y="81"/>
                  </a:lnTo>
                  <a:lnTo>
                    <a:pt x="17516" y="142"/>
                  </a:lnTo>
                  <a:lnTo>
                    <a:pt x="17234" y="223"/>
                  </a:lnTo>
                  <a:lnTo>
                    <a:pt x="16951" y="324"/>
                  </a:lnTo>
                  <a:lnTo>
                    <a:pt x="16669" y="425"/>
                  </a:lnTo>
                  <a:lnTo>
                    <a:pt x="16406" y="546"/>
                  </a:lnTo>
                  <a:lnTo>
                    <a:pt x="16124" y="667"/>
                  </a:lnTo>
                  <a:lnTo>
                    <a:pt x="15862" y="828"/>
                  </a:lnTo>
                  <a:lnTo>
                    <a:pt x="15599" y="990"/>
                  </a:lnTo>
                  <a:lnTo>
                    <a:pt x="15357" y="1151"/>
                  </a:lnTo>
                  <a:lnTo>
                    <a:pt x="15115" y="1353"/>
                  </a:lnTo>
                  <a:lnTo>
                    <a:pt x="14873" y="1555"/>
                  </a:lnTo>
                  <a:lnTo>
                    <a:pt x="14489" y="1938"/>
                  </a:lnTo>
                  <a:lnTo>
                    <a:pt x="14126" y="2362"/>
                  </a:lnTo>
                  <a:lnTo>
                    <a:pt x="13783" y="2826"/>
                  </a:lnTo>
                  <a:lnTo>
                    <a:pt x="13460" y="3310"/>
                  </a:lnTo>
                  <a:lnTo>
                    <a:pt x="13198" y="3835"/>
                  </a:lnTo>
                  <a:lnTo>
                    <a:pt x="12956" y="4400"/>
                  </a:lnTo>
                  <a:lnTo>
                    <a:pt x="12734" y="4965"/>
                  </a:lnTo>
                  <a:lnTo>
                    <a:pt x="12552" y="5570"/>
                  </a:lnTo>
                  <a:lnTo>
                    <a:pt x="12471" y="5994"/>
                  </a:lnTo>
                  <a:lnTo>
                    <a:pt x="12370" y="6418"/>
                  </a:lnTo>
                  <a:lnTo>
                    <a:pt x="12310" y="6842"/>
                  </a:lnTo>
                  <a:lnTo>
                    <a:pt x="12249" y="7286"/>
                  </a:lnTo>
                  <a:lnTo>
                    <a:pt x="12148" y="8133"/>
                  </a:lnTo>
                  <a:lnTo>
                    <a:pt x="12088" y="9001"/>
                  </a:lnTo>
                  <a:lnTo>
                    <a:pt x="12007" y="9889"/>
                  </a:lnTo>
                  <a:lnTo>
                    <a:pt x="11906" y="10777"/>
                  </a:lnTo>
                  <a:lnTo>
                    <a:pt x="11846" y="11261"/>
                  </a:lnTo>
                  <a:lnTo>
                    <a:pt x="11765" y="11746"/>
                  </a:lnTo>
                  <a:lnTo>
                    <a:pt x="11664" y="12230"/>
                  </a:lnTo>
                  <a:lnTo>
                    <a:pt x="11543" y="12714"/>
                  </a:lnTo>
                  <a:lnTo>
                    <a:pt x="11402" y="13198"/>
                  </a:lnTo>
                  <a:lnTo>
                    <a:pt x="11220" y="13642"/>
                  </a:lnTo>
                  <a:lnTo>
                    <a:pt x="11119" y="13844"/>
                  </a:lnTo>
                  <a:lnTo>
                    <a:pt x="10998" y="14066"/>
                  </a:lnTo>
                  <a:lnTo>
                    <a:pt x="10877" y="14248"/>
                  </a:lnTo>
                  <a:lnTo>
                    <a:pt x="10736" y="14450"/>
                  </a:lnTo>
                  <a:lnTo>
                    <a:pt x="10514" y="14692"/>
                  </a:lnTo>
                  <a:lnTo>
                    <a:pt x="10272" y="14934"/>
                  </a:lnTo>
                  <a:lnTo>
                    <a:pt x="9989" y="15136"/>
                  </a:lnTo>
                  <a:lnTo>
                    <a:pt x="9707" y="15338"/>
                  </a:lnTo>
                  <a:lnTo>
                    <a:pt x="9424" y="15519"/>
                  </a:lnTo>
                  <a:lnTo>
                    <a:pt x="9121" y="15681"/>
                  </a:lnTo>
                  <a:lnTo>
                    <a:pt x="8516" y="16004"/>
                  </a:lnTo>
                  <a:lnTo>
                    <a:pt x="8274" y="16145"/>
                  </a:lnTo>
                  <a:lnTo>
                    <a:pt x="7668" y="16447"/>
                  </a:lnTo>
                  <a:lnTo>
                    <a:pt x="7083" y="16791"/>
                  </a:lnTo>
                  <a:lnTo>
                    <a:pt x="6478" y="17134"/>
                  </a:lnTo>
                  <a:lnTo>
                    <a:pt x="5913" y="17497"/>
                  </a:lnTo>
                  <a:lnTo>
                    <a:pt x="5328" y="17860"/>
                  </a:lnTo>
                  <a:lnTo>
                    <a:pt x="4763" y="18223"/>
                  </a:lnTo>
                  <a:lnTo>
                    <a:pt x="4198" y="18607"/>
                  </a:lnTo>
                  <a:lnTo>
                    <a:pt x="3653" y="19010"/>
                  </a:lnTo>
                  <a:lnTo>
                    <a:pt x="2866" y="19596"/>
                  </a:lnTo>
                  <a:lnTo>
                    <a:pt x="2502" y="19918"/>
                  </a:lnTo>
                  <a:lnTo>
                    <a:pt x="2139" y="20241"/>
                  </a:lnTo>
                  <a:lnTo>
                    <a:pt x="1776" y="20584"/>
                  </a:lnTo>
                  <a:lnTo>
                    <a:pt x="1453" y="20948"/>
                  </a:lnTo>
                  <a:lnTo>
                    <a:pt x="1150" y="21331"/>
                  </a:lnTo>
                  <a:lnTo>
                    <a:pt x="868" y="21755"/>
                  </a:lnTo>
                  <a:lnTo>
                    <a:pt x="727" y="21997"/>
                  </a:lnTo>
                  <a:lnTo>
                    <a:pt x="585" y="22259"/>
                  </a:lnTo>
                  <a:lnTo>
                    <a:pt x="464" y="22542"/>
                  </a:lnTo>
                  <a:lnTo>
                    <a:pt x="363" y="22804"/>
                  </a:lnTo>
                  <a:lnTo>
                    <a:pt x="262" y="23087"/>
                  </a:lnTo>
                  <a:lnTo>
                    <a:pt x="182" y="23369"/>
                  </a:lnTo>
                  <a:lnTo>
                    <a:pt x="121" y="23652"/>
                  </a:lnTo>
                  <a:lnTo>
                    <a:pt x="61" y="23934"/>
                  </a:lnTo>
                  <a:lnTo>
                    <a:pt x="20" y="24217"/>
                  </a:lnTo>
                  <a:lnTo>
                    <a:pt x="0" y="24520"/>
                  </a:lnTo>
                  <a:lnTo>
                    <a:pt x="0" y="24802"/>
                  </a:lnTo>
                  <a:lnTo>
                    <a:pt x="0" y="25105"/>
                  </a:lnTo>
                  <a:lnTo>
                    <a:pt x="20" y="25387"/>
                  </a:lnTo>
                  <a:lnTo>
                    <a:pt x="61" y="25690"/>
                  </a:lnTo>
                  <a:lnTo>
                    <a:pt x="101" y="25972"/>
                  </a:lnTo>
                  <a:lnTo>
                    <a:pt x="161" y="26255"/>
                  </a:lnTo>
                  <a:lnTo>
                    <a:pt x="283" y="26699"/>
                  </a:lnTo>
                  <a:lnTo>
                    <a:pt x="444" y="27103"/>
                  </a:lnTo>
                  <a:lnTo>
                    <a:pt x="646" y="27486"/>
                  </a:lnTo>
                  <a:lnTo>
                    <a:pt x="848" y="27849"/>
                  </a:lnTo>
                  <a:lnTo>
                    <a:pt x="1110" y="28172"/>
                  </a:lnTo>
                  <a:lnTo>
                    <a:pt x="1372" y="28475"/>
                  </a:lnTo>
                  <a:lnTo>
                    <a:pt x="1675" y="28737"/>
                  </a:lnTo>
                  <a:lnTo>
                    <a:pt x="1978" y="28959"/>
                  </a:lnTo>
                  <a:lnTo>
                    <a:pt x="2220" y="29100"/>
                  </a:lnTo>
                  <a:lnTo>
                    <a:pt x="2462" y="29221"/>
                  </a:lnTo>
                  <a:lnTo>
                    <a:pt x="2704" y="29302"/>
                  </a:lnTo>
                  <a:lnTo>
                    <a:pt x="2967" y="29383"/>
                  </a:lnTo>
                  <a:lnTo>
                    <a:pt x="3209" y="29443"/>
                  </a:lnTo>
                  <a:lnTo>
                    <a:pt x="3471" y="29484"/>
                  </a:lnTo>
                  <a:lnTo>
                    <a:pt x="3733" y="29504"/>
                  </a:lnTo>
                  <a:lnTo>
                    <a:pt x="3996" y="29524"/>
                  </a:lnTo>
                  <a:lnTo>
                    <a:pt x="4460" y="29484"/>
                  </a:lnTo>
                  <a:lnTo>
                    <a:pt x="4904" y="29423"/>
                  </a:lnTo>
                  <a:lnTo>
                    <a:pt x="5368" y="29322"/>
                  </a:lnTo>
                  <a:lnTo>
                    <a:pt x="5812" y="29181"/>
                  </a:lnTo>
                  <a:lnTo>
                    <a:pt x="6236" y="29020"/>
                  </a:lnTo>
                  <a:lnTo>
                    <a:pt x="6639" y="28838"/>
                  </a:lnTo>
                  <a:lnTo>
                    <a:pt x="7003" y="28636"/>
                  </a:lnTo>
                  <a:lnTo>
                    <a:pt x="7366" y="28414"/>
                  </a:lnTo>
                  <a:lnTo>
                    <a:pt x="7729" y="28152"/>
                  </a:lnTo>
                  <a:lnTo>
                    <a:pt x="8072" y="27890"/>
                  </a:lnTo>
                  <a:lnTo>
                    <a:pt x="8415" y="27587"/>
                  </a:lnTo>
                  <a:lnTo>
                    <a:pt x="8738" y="27304"/>
                  </a:lnTo>
                  <a:lnTo>
                    <a:pt x="9384" y="26699"/>
                  </a:lnTo>
                  <a:lnTo>
                    <a:pt x="9989" y="26073"/>
                  </a:lnTo>
                  <a:lnTo>
                    <a:pt x="10756" y="25307"/>
                  </a:lnTo>
                  <a:lnTo>
                    <a:pt x="11139" y="24943"/>
                  </a:lnTo>
                  <a:lnTo>
                    <a:pt x="11543" y="24580"/>
                  </a:lnTo>
                  <a:lnTo>
                    <a:pt x="12108" y="24116"/>
                  </a:lnTo>
                  <a:lnTo>
                    <a:pt x="12693" y="23672"/>
                  </a:lnTo>
                  <a:lnTo>
                    <a:pt x="13299" y="23248"/>
                  </a:lnTo>
                  <a:lnTo>
                    <a:pt x="13985" y="22824"/>
                  </a:lnTo>
                  <a:lnTo>
                    <a:pt x="14691" y="22401"/>
                  </a:lnTo>
                  <a:lnTo>
                    <a:pt x="15458" y="21997"/>
                  </a:lnTo>
                  <a:lnTo>
                    <a:pt x="16285" y="21593"/>
                  </a:lnTo>
                  <a:lnTo>
                    <a:pt x="17173" y="21170"/>
                  </a:lnTo>
                  <a:lnTo>
                    <a:pt x="17758" y="20907"/>
                  </a:lnTo>
                  <a:lnTo>
                    <a:pt x="18505" y="20584"/>
                  </a:lnTo>
                  <a:lnTo>
                    <a:pt x="19252" y="20241"/>
                  </a:lnTo>
                  <a:lnTo>
                    <a:pt x="19958" y="19878"/>
                  </a:lnTo>
                  <a:lnTo>
                    <a:pt x="20321" y="19696"/>
                  </a:lnTo>
                  <a:lnTo>
                    <a:pt x="20664" y="19495"/>
                  </a:lnTo>
                  <a:lnTo>
                    <a:pt x="20987" y="19273"/>
                  </a:lnTo>
                  <a:lnTo>
                    <a:pt x="21330" y="19051"/>
                  </a:lnTo>
                  <a:lnTo>
                    <a:pt x="21633" y="18809"/>
                  </a:lnTo>
                  <a:lnTo>
                    <a:pt x="21936" y="18566"/>
                  </a:lnTo>
                  <a:lnTo>
                    <a:pt x="22218" y="18304"/>
                  </a:lnTo>
                  <a:lnTo>
                    <a:pt x="22501" y="18022"/>
                  </a:lnTo>
                  <a:lnTo>
                    <a:pt x="22743" y="17719"/>
                  </a:lnTo>
                  <a:lnTo>
                    <a:pt x="22985" y="17396"/>
                  </a:lnTo>
                  <a:lnTo>
                    <a:pt x="23227" y="17013"/>
                  </a:lnTo>
                  <a:lnTo>
                    <a:pt x="23449" y="16589"/>
                  </a:lnTo>
                  <a:lnTo>
                    <a:pt x="23631" y="16185"/>
                  </a:lnTo>
                  <a:lnTo>
                    <a:pt x="23792" y="15761"/>
                  </a:lnTo>
                  <a:lnTo>
                    <a:pt x="23954" y="15317"/>
                  </a:lnTo>
                  <a:lnTo>
                    <a:pt x="24075" y="14873"/>
                  </a:lnTo>
                  <a:lnTo>
                    <a:pt x="24297" y="14006"/>
                  </a:lnTo>
                  <a:lnTo>
                    <a:pt x="24478" y="13198"/>
                  </a:lnTo>
                  <a:lnTo>
                    <a:pt x="24620" y="12432"/>
                  </a:lnTo>
                  <a:lnTo>
                    <a:pt x="24741" y="11685"/>
                  </a:lnTo>
                  <a:lnTo>
                    <a:pt x="24842" y="10938"/>
                  </a:lnTo>
                  <a:lnTo>
                    <a:pt x="24902" y="10232"/>
                  </a:lnTo>
                  <a:lnTo>
                    <a:pt x="24943" y="9546"/>
                  </a:lnTo>
                  <a:lnTo>
                    <a:pt x="24963" y="8880"/>
                  </a:lnTo>
                  <a:lnTo>
                    <a:pt x="24963" y="8214"/>
                  </a:lnTo>
                  <a:lnTo>
                    <a:pt x="24922" y="7447"/>
                  </a:lnTo>
                  <a:lnTo>
                    <a:pt x="24842" y="6721"/>
                  </a:lnTo>
                  <a:lnTo>
                    <a:pt x="24741" y="6014"/>
                  </a:lnTo>
                  <a:lnTo>
                    <a:pt x="24579" y="5348"/>
                  </a:lnTo>
                  <a:lnTo>
                    <a:pt x="24398" y="4703"/>
                  </a:lnTo>
                  <a:lnTo>
                    <a:pt x="24156" y="4097"/>
                  </a:lnTo>
                  <a:lnTo>
                    <a:pt x="23893" y="3532"/>
                  </a:lnTo>
                  <a:lnTo>
                    <a:pt x="23752" y="3250"/>
                  </a:lnTo>
                  <a:lnTo>
                    <a:pt x="23591" y="2987"/>
                  </a:lnTo>
                  <a:lnTo>
                    <a:pt x="23389" y="2685"/>
                  </a:lnTo>
                  <a:lnTo>
                    <a:pt x="23187" y="2382"/>
                  </a:lnTo>
                  <a:lnTo>
                    <a:pt x="22965" y="2099"/>
                  </a:lnTo>
                  <a:lnTo>
                    <a:pt x="22723" y="1837"/>
                  </a:lnTo>
                  <a:lnTo>
                    <a:pt x="22460" y="1595"/>
                  </a:lnTo>
                  <a:lnTo>
                    <a:pt x="22218" y="1353"/>
                  </a:lnTo>
                  <a:lnTo>
                    <a:pt x="21936" y="1151"/>
                  </a:lnTo>
                  <a:lnTo>
                    <a:pt x="21653" y="949"/>
                  </a:lnTo>
                  <a:lnTo>
                    <a:pt x="21371" y="768"/>
                  </a:lnTo>
                  <a:lnTo>
                    <a:pt x="21088" y="606"/>
                  </a:lnTo>
                  <a:lnTo>
                    <a:pt x="20785" y="445"/>
                  </a:lnTo>
                  <a:lnTo>
                    <a:pt x="20483" y="324"/>
                  </a:lnTo>
                  <a:lnTo>
                    <a:pt x="20160" y="223"/>
                  </a:lnTo>
                  <a:lnTo>
                    <a:pt x="19857" y="142"/>
                  </a:lnTo>
                  <a:lnTo>
                    <a:pt x="19534" y="61"/>
                  </a:lnTo>
                  <a:lnTo>
                    <a:pt x="19211" y="21"/>
                  </a:lnTo>
                  <a:lnTo>
                    <a:pt x="18929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00" name="Google Shape;500;p7"/>
            <p:cNvSpPr/>
            <p:nvPr/>
          </p:nvSpPr>
          <p:spPr>
            <a:xfrm flipH="1">
              <a:off x="-1104859" y="-1581704"/>
              <a:ext cx="2259893" cy="1045918"/>
            </a:xfrm>
            <a:custGeom>
              <a:rect b="b" l="l" r="r" t="t"/>
              <a:pathLst>
                <a:path extrusionOk="0" h="18708" w="40422">
                  <a:moveTo>
                    <a:pt x="37434" y="81"/>
                  </a:moveTo>
                  <a:lnTo>
                    <a:pt x="37919" y="101"/>
                  </a:lnTo>
                  <a:lnTo>
                    <a:pt x="38403" y="162"/>
                  </a:lnTo>
                  <a:lnTo>
                    <a:pt x="38887" y="263"/>
                  </a:lnTo>
                  <a:lnTo>
                    <a:pt x="39372" y="384"/>
                  </a:lnTo>
                  <a:lnTo>
                    <a:pt x="39634" y="485"/>
                  </a:lnTo>
                  <a:lnTo>
                    <a:pt x="39796" y="566"/>
                  </a:lnTo>
                  <a:lnTo>
                    <a:pt x="39957" y="666"/>
                  </a:lnTo>
                  <a:lnTo>
                    <a:pt x="40098" y="808"/>
                  </a:lnTo>
                  <a:lnTo>
                    <a:pt x="40219" y="949"/>
                  </a:lnTo>
                  <a:lnTo>
                    <a:pt x="40260" y="1030"/>
                  </a:lnTo>
                  <a:lnTo>
                    <a:pt x="40300" y="1110"/>
                  </a:lnTo>
                  <a:lnTo>
                    <a:pt x="40320" y="1211"/>
                  </a:lnTo>
                  <a:lnTo>
                    <a:pt x="40340" y="1292"/>
                  </a:lnTo>
                  <a:lnTo>
                    <a:pt x="40320" y="1413"/>
                  </a:lnTo>
                  <a:lnTo>
                    <a:pt x="40300" y="1534"/>
                  </a:lnTo>
                  <a:lnTo>
                    <a:pt x="40260" y="1655"/>
                  </a:lnTo>
                  <a:lnTo>
                    <a:pt x="40199" y="1756"/>
                  </a:lnTo>
                  <a:lnTo>
                    <a:pt x="40058" y="1958"/>
                  </a:lnTo>
                  <a:lnTo>
                    <a:pt x="39876" y="2160"/>
                  </a:lnTo>
                  <a:lnTo>
                    <a:pt x="39513" y="2523"/>
                  </a:lnTo>
                  <a:lnTo>
                    <a:pt x="39130" y="2886"/>
                  </a:lnTo>
                  <a:lnTo>
                    <a:pt x="38322" y="3572"/>
                  </a:lnTo>
                  <a:lnTo>
                    <a:pt x="37677" y="4117"/>
                  </a:lnTo>
                  <a:lnTo>
                    <a:pt x="37051" y="4682"/>
                  </a:lnTo>
                  <a:lnTo>
                    <a:pt x="36748" y="4985"/>
                  </a:lnTo>
                  <a:lnTo>
                    <a:pt x="36466" y="5308"/>
                  </a:lnTo>
                  <a:lnTo>
                    <a:pt x="36203" y="5631"/>
                  </a:lnTo>
                  <a:lnTo>
                    <a:pt x="35961" y="5974"/>
                  </a:lnTo>
                  <a:lnTo>
                    <a:pt x="35719" y="6337"/>
                  </a:lnTo>
                  <a:lnTo>
                    <a:pt x="35517" y="6700"/>
                  </a:lnTo>
                  <a:lnTo>
                    <a:pt x="35336" y="7084"/>
                  </a:lnTo>
                  <a:lnTo>
                    <a:pt x="35174" y="7467"/>
                  </a:lnTo>
                  <a:lnTo>
                    <a:pt x="34872" y="8254"/>
                  </a:lnTo>
                  <a:lnTo>
                    <a:pt x="34589" y="9041"/>
                  </a:lnTo>
                  <a:lnTo>
                    <a:pt x="34307" y="9869"/>
                  </a:lnTo>
                  <a:lnTo>
                    <a:pt x="34145" y="10292"/>
                  </a:lnTo>
                  <a:lnTo>
                    <a:pt x="33984" y="10696"/>
                  </a:lnTo>
                  <a:lnTo>
                    <a:pt x="33802" y="11100"/>
                  </a:lnTo>
                  <a:lnTo>
                    <a:pt x="33600" y="11503"/>
                  </a:lnTo>
                  <a:lnTo>
                    <a:pt x="33378" y="11887"/>
                  </a:lnTo>
                  <a:lnTo>
                    <a:pt x="33136" y="12250"/>
                  </a:lnTo>
                  <a:lnTo>
                    <a:pt x="32914" y="12512"/>
                  </a:lnTo>
                  <a:lnTo>
                    <a:pt x="32712" y="12754"/>
                  </a:lnTo>
                  <a:lnTo>
                    <a:pt x="32470" y="12996"/>
                  </a:lnTo>
                  <a:lnTo>
                    <a:pt x="32228" y="13239"/>
                  </a:lnTo>
                  <a:lnTo>
                    <a:pt x="31986" y="13440"/>
                  </a:lnTo>
                  <a:lnTo>
                    <a:pt x="31724" y="13642"/>
                  </a:lnTo>
                  <a:lnTo>
                    <a:pt x="31199" y="14026"/>
                  </a:lnTo>
                  <a:lnTo>
                    <a:pt x="30634" y="14369"/>
                  </a:lnTo>
                  <a:lnTo>
                    <a:pt x="30069" y="14692"/>
                  </a:lnTo>
                  <a:lnTo>
                    <a:pt x="29504" y="14954"/>
                  </a:lnTo>
                  <a:lnTo>
                    <a:pt x="28939" y="15216"/>
                  </a:lnTo>
                  <a:lnTo>
                    <a:pt x="27970" y="15640"/>
                  </a:lnTo>
                  <a:lnTo>
                    <a:pt x="26961" y="16024"/>
                  </a:lnTo>
                  <a:lnTo>
                    <a:pt x="25952" y="16387"/>
                  </a:lnTo>
                  <a:lnTo>
                    <a:pt x="24923" y="16730"/>
                  </a:lnTo>
                  <a:lnTo>
                    <a:pt x="23873" y="17033"/>
                  </a:lnTo>
                  <a:lnTo>
                    <a:pt x="22804" y="17315"/>
                  </a:lnTo>
                  <a:lnTo>
                    <a:pt x="21714" y="17557"/>
                  </a:lnTo>
                  <a:lnTo>
                    <a:pt x="20604" y="17799"/>
                  </a:lnTo>
                  <a:lnTo>
                    <a:pt x="19494" y="18001"/>
                  </a:lnTo>
                  <a:lnTo>
                    <a:pt x="18344" y="18163"/>
                  </a:lnTo>
                  <a:lnTo>
                    <a:pt x="17194" y="18304"/>
                  </a:lnTo>
                  <a:lnTo>
                    <a:pt x="16023" y="18425"/>
                  </a:lnTo>
                  <a:lnTo>
                    <a:pt x="14833" y="18526"/>
                  </a:lnTo>
                  <a:lnTo>
                    <a:pt x="13622" y="18586"/>
                  </a:lnTo>
                  <a:lnTo>
                    <a:pt x="12391" y="18607"/>
                  </a:lnTo>
                  <a:lnTo>
                    <a:pt x="11160" y="18627"/>
                  </a:lnTo>
                  <a:lnTo>
                    <a:pt x="10091" y="18607"/>
                  </a:lnTo>
                  <a:lnTo>
                    <a:pt x="8981" y="18566"/>
                  </a:lnTo>
                  <a:lnTo>
                    <a:pt x="7810" y="18465"/>
                  </a:lnTo>
                  <a:lnTo>
                    <a:pt x="7205" y="18405"/>
                  </a:lnTo>
                  <a:lnTo>
                    <a:pt x="6599" y="18324"/>
                  </a:lnTo>
                  <a:lnTo>
                    <a:pt x="5994" y="18243"/>
                  </a:lnTo>
                  <a:lnTo>
                    <a:pt x="5368" y="18122"/>
                  </a:lnTo>
                  <a:lnTo>
                    <a:pt x="4763" y="17981"/>
                  </a:lnTo>
                  <a:lnTo>
                    <a:pt x="4137" y="17840"/>
                  </a:lnTo>
                  <a:lnTo>
                    <a:pt x="3532" y="17658"/>
                  </a:lnTo>
                  <a:lnTo>
                    <a:pt x="2927" y="17456"/>
                  </a:lnTo>
                  <a:lnTo>
                    <a:pt x="2321" y="17234"/>
                  </a:lnTo>
                  <a:lnTo>
                    <a:pt x="1716" y="16972"/>
                  </a:lnTo>
                  <a:lnTo>
                    <a:pt x="1312" y="16790"/>
                  </a:lnTo>
                  <a:lnTo>
                    <a:pt x="1131" y="16669"/>
                  </a:lnTo>
                  <a:lnTo>
                    <a:pt x="949" y="16548"/>
                  </a:lnTo>
                  <a:lnTo>
                    <a:pt x="767" y="16427"/>
                  </a:lnTo>
                  <a:lnTo>
                    <a:pt x="606" y="16286"/>
                  </a:lnTo>
                  <a:lnTo>
                    <a:pt x="465" y="16124"/>
                  </a:lnTo>
                  <a:lnTo>
                    <a:pt x="323" y="15963"/>
                  </a:lnTo>
                  <a:lnTo>
                    <a:pt x="243" y="15802"/>
                  </a:lnTo>
                  <a:lnTo>
                    <a:pt x="162" y="15640"/>
                  </a:lnTo>
                  <a:lnTo>
                    <a:pt x="122" y="15499"/>
                  </a:lnTo>
                  <a:lnTo>
                    <a:pt x="101" y="15337"/>
                  </a:lnTo>
                  <a:lnTo>
                    <a:pt x="81" y="15196"/>
                  </a:lnTo>
                  <a:lnTo>
                    <a:pt x="101" y="15055"/>
                  </a:lnTo>
                  <a:lnTo>
                    <a:pt x="122" y="14914"/>
                  </a:lnTo>
                  <a:lnTo>
                    <a:pt x="162" y="14772"/>
                  </a:lnTo>
                  <a:lnTo>
                    <a:pt x="222" y="14631"/>
                  </a:lnTo>
                  <a:lnTo>
                    <a:pt x="283" y="14490"/>
                  </a:lnTo>
                  <a:lnTo>
                    <a:pt x="444" y="14207"/>
                  </a:lnTo>
                  <a:lnTo>
                    <a:pt x="646" y="13945"/>
                  </a:lnTo>
                  <a:lnTo>
                    <a:pt x="868" y="13703"/>
                  </a:lnTo>
                  <a:lnTo>
                    <a:pt x="1453" y="13077"/>
                  </a:lnTo>
                  <a:lnTo>
                    <a:pt x="2059" y="12472"/>
                  </a:lnTo>
                  <a:lnTo>
                    <a:pt x="2684" y="11887"/>
                  </a:lnTo>
                  <a:lnTo>
                    <a:pt x="3310" y="11322"/>
                  </a:lnTo>
                  <a:lnTo>
                    <a:pt x="3936" y="10797"/>
                  </a:lnTo>
                  <a:lnTo>
                    <a:pt x="4602" y="10272"/>
                  </a:lnTo>
                  <a:lnTo>
                    <a:pt x="5267" y="9768"/>
                  </a:lnTo>
                  <a:lnTo>
                    <a:pt x="5974" y="9283"/>
                  </a:lnTo>
                  <a:lnTo>
                    <a:pt x="6680" y="8819"/>
                  </a:lnTo>
                  <a:lnTo>
                    <a:pt x="7427" y="8355"/>
                  </a:lnTo>
                  <a:lnTo>
                    <a:pt x="8173" y="7891"/>
                  </a:lnTo>
                  <a:lnTo>
                    <a:pt x="8960" y="7467"/>
                  </a:lnTo>
                  <a:lnTo>
                    <a:pt x="9808" y="7003"/>
                  </a:lnTo>
                  <a:lnTo>
                    <a:pt x="10676" y="6579"/>
                  </a:lnTo>
                  <a:lnTo>
                    <a:pt x="11564" y="6155"/>
                  </a:lnTo>
                  <a:lnTo>
                    <a:pt x="12492" y="5752"/>
                  </a:lnTo>
                  <a:lnTo>
                    <a:pt x="13380" y="5389"/>
                  </a:lnTo>
                  <a:lnTo>
                    <a:pt x="14268" y="5046"/>
                  </a:lnTo>
                  <a:lnTo>
                    <a:pt x="15176" y="4702"/>
                  </a:lnTo>
                  <a:lnTo>
                    <a:pt x="16084" y="4380"/>
                  </a:lnTo>
                  <a:lnTo>
                    <a:pt x="17012" y="4077"/>
                  </a:lnTo>
                  <a:lnTo>
                    <a:pt x="17920" y="3794"/>
                  </a:lnTo>
                  <a:lnTo>
                    <a:pt x="18849" y="3512"/>
                  </a:lnTo>
                  <a:lnTo>
                    <a:pt x="19777" y="3270"/>
                  </a:lnTo>
                  <a:lnTo>
                    <a:pt x="21613" y="2765"/>
                  </a:lnTo>
                  <a:lnTo>
                    <a:pt x="23470" y="2321"/>
                  </a:lnTo>
                  <a:lnTo>
                    <a:pt x="25286" y="1918"/>
                  </a:lnTo>
                  <a:lnTo>
                    <a:pt x="27102" y="1534"/>
                  </a:lnTo>
                  <a:lnTo>
                    <a:pt x="29362" y="1070"/>
                  </a:lnTo>
                  <a:lnTo>
                    <a:pt x="30452" y="868"/>
                  </a:lnTo>
                  <a:lnTo>
                    <a:pt x="31502" y="687"/>
                  </a:lnTo>
                  <a:lnTo>
                    <a:pt x="32531" y="525"/>
                  </a:lnTo>
                  <a:lnTo>
                    <a:pt x="33560" y="384"/>
                  </a:lnTo>
                  <a:lnTo>
                    <a:pt x="34569" y="263"/>
                  </a:lnTo>
                  <a:lnTo>
                    <a:pt x="35578" y="162"/>
                  </a:lnTo>
                  <a:lnTo>
                    <a:pt x="36486" y="81"/>
                  </a:lnTo>
                  <a:close/>
                  <a:moveTo>
                    <a:pt x="36486" y="1"/>
                  </a:moveTo>
                  <a:lnTo>
                    <a:pt x="35558" y="81"/>
                  </a:lnTo>
                  <a:lnTo>
                    <a:pt x="34549" y="182"/>
                  </a:lnTo>
                  <a:lnTo>
                    <a:pt x="33540" y="303"/>
                  </a:lnTo>
                  <a:lnTo>
                    <a:pt x="32511" y="444"/>
                  </a:lnTo>
                  <a:lnTo>
                    <a:pt x="31481" y="606"/>
                  </a:lnTo>
                  <a:lnTo>
                    <a:pt x="30432" y="788"/>
                  </a:lnTo>
                  <a:lnTo>
                    <a:pt x="29362" y="989"/>
                  </a:lnTo>
                  <a:lnTo>
                    <a:pt x="27082" y="1453"/>
                  </a:lnTo>
                  <a:lnTo>
                    <a:pt x="25286" y="1837"/>
                  </a:lnTo>
                  <a:lnTo>
                    <a:pt x="23450" y="2241"/>
                  </a:lnTo>
                  <a:lnTo>
                    <a:pt x="21593" y="2705"/>
                  </a:lnTo>
                  <a:lnTo>
                    <a:pt x="19757" y="3189"/>
                  </a:lnTo>
                  <a:lnTo>
                    <a:pt x="18828" y="3451"/>
                  </a:lnTo>
                  <a:lnTo>
                    <a:pt x="17900" y="3714"/>
                  </a:lnTo>
                  <a:lnTo>
                    <a:pt x="16992" y="3996"/>
                  </a:lnTo>
                  <a:lnTo>
                    <a:pt x="16064" y="4299"/>
                  </a:lnTo>
                  <a:lnTo>
                    <a:pt x="15156" y="4622"/>
                  </a:lnTo>
                  <a:lnTo>
                    <a:pt x="14248" y="4965"/>
                  </a:lnTo>
                  <a:lnTo>
                    <a:pt x="13339" y="5308"/>
                  </a:lnTo>
                  <a:lnTo>
                    <a:pt x="12452" y="5691"/>
                  </a:lnTo>
                  <a:lnTo>
                    <a:pt x="11543" y="6095"/>
                  </a:lnTo>
                  <a:lnTo>
                    <a:pt x="10635" y="6499"/>
                  </a:lnTo>
                  <a:lnTo>
                    <a:pt x="9768" y="6942"/>
                  </a:lnTo>
                  <a:lnTo>
                    <a:pt x="8920" y="7386"/>
                  </a:lnTo>
                  <a:lnTo>
                    <a:pt x="8133" y="7830"/>
                  </a:lnTo>
                  <a:lnTo>
                    <a:pt x="7386" y="8274"/>
                  </a:lnTo>
                  <a:lnTo>
                    <a:pt x="6640" y="8738"/>
                  </a:lnTo>
                  <a:lnTo>
                    <a:pt x="5933" y="9223"/>
                  </a:lnTo>
                  <a:lnTo>
                    <a:pt x="5227" y="9707"/>
                  </a:lnTo>
                  <a:lnTo>
                    <a:pt x="4541" y="10212"/>
                  </a:lnTo>
                  <a:lnTo>
                    <a:pt x="3895" y="10736"/>
                  </a:lnTo>
                  <a:lnTo>
                    <a:pt x="3270" y="11261"/>
                  </a:lnTo>
                  <a:lnTo>
                    <a:pt x="2624" y="11826"/>
                  </a:lnTo>
                  <a:lnTo>
                    <a:pt x="1998" y="12411"/>
                  </a:lnTo>
                  <a:lnTo>
                    <a:pt x="1393" y="13017"/>
                  </a:lnTo>
                  <a:lnTo>
                    <a:pt x="808" y="13642"/>
                  </a:lnTo>
                  <a:lnTo>
                    <a:pt x="586" y="13905"/>
                  </a:lnTo>
                  <a:lnTo>
                    <a:pt x="364" y="14187"/>
                  </a:lnTo>
                  <a:lnTo>
                    <a:pt x="202" y="14470"/>
                  </a:lnTo>
                  <a:lnTo>
                    <a:pt x="122" y="14611"/>
                  </a:lnTo>
                  <a:lnTo>
                    <a:pt x="81" y="14752"/>
                  </a:lnTo>
                  <a:lnTo>
                    <a:pt x="41" y="14893"/>
                  </a:lnTo>
                  <a:lnTo>
                    <a:pt x="0" y="15055"/>
                  </a:lnTo>
                  <a:lnTo>
                    <a:pt x="0" y="15196"/>
                  </a:lnTo>
                  <a:lnTo>
                    <a:pt x="0" y="15358"/>
                  </a:lnTo>
                  <a:lnTo>
                    <a:pt x="41" y="15519"/>
                  </a:lnTo>
                  <a:lnTo>
                    <a:pt x="101" y="15680"/>
                  </a:lnTo>
                  <a:lnTo>
                    <a:pt x="162" y="15842"/>
                  </a:lnTo>
                  <a:lnTo>
                    <a:pt x="263" y="16003"/>
                  </a:lnTo>
                  <a:lnTo>
                    <a:pt x="404" y="16185"/>
                  </a:lnTo>
                  <a:lnTo>
                    <a:pt x="545" y="16346"/>
                  </a:lnTo>
                  <a:lnTo>
                    <a:pt x="727" y="16488"/>
                  </a:lnTo>
                  <a:lnTo>
                    <a:pt x="888" y="16629"/>
                  </a:lnTo>
                  <a:lnTo>
                    <a:pt x="1090" y="16750"/>
                  </a:lnTo>
                  <a:lnTo>
                    <a:pt x="1272" y="16851"/>
                  </a:lnTo>
                  <a:lnTo>
                    <a:pt x="1675" y="17053"/>
                  </a:lnTo>
                  <a:lnTo>
                    <a:pt x="2281" y="17295"/>
                  </a:lnTo>
                  <a:lnTo>
                    <a:pt x="2886" y="17537"/>
                  </a:lnTo>
                  <a:lnTo>
                    <a:pt x="3512" y="17739"/>
                  </a:lnTo>
                  <a:lnTo>
                    <a:pt x="4117" y="17920"/>
                  </a:lnTo>
                  <a:lnTo>
                    <a:pt x="4743" y="18062"/>
                  </a:lnTo>
                  <a:lnTo>
                    <a:pt x="5348" y="18203"/>
                  </a:lnTo>
                  <a:lnTo>
                    <a:pt x="5974" y="18324"/>
                  </a:lnTo>
                  <a:lnTo>
                    <a:pt x="6579" y="18405"/>
                  </a:lnTo>
                  <a:lnTo>
                    <a:pt x="7185" y="18485"/>
                  </a:lnTo>
                  <a:lnTo>
                    <a:pt x="7790" y="18546"/>
                  </a:lnTo>
                  <a:lnTo>
                    <a:pt x="8960" y="18647"/>
                  </a:lnTo>
                  <a:lnTo>
                    <a:pt x="10091" y="18687"/>
                  </a:lnTo>
                  <a:lnTo>
                    <a:pt x="11160" y="18707"/>
                  </a:lnTo>
                  <a:lnTo>
                    <a:pt x="11443" y="18707"/>
                  </a:lnTo>
                  <a:lnTo>
                    <a:pt x="12653" y="18687"/>
                  </a:lnTo>
                  <a:lnTo>
                    <a:pt x="13864" y="18647"/>
                  </a:lnTo>
                  <a:lnTo>
                    <a:pt x="15055" y="18586"/>
                  </a:lnTo>
                  <a:lnTo>
                    <a:pt x="16225" y="18485"/>
                  </a:lnTo>
                  <a:lnTo>
                    <a:pt x="17376" y="18364"/>
                  </a:lnTo>
                  <a:lnTo>
                    <a:pt x="18526" y="18223"/>
                  </a:lnTo>
                  <a:lnTo>
                    <a:pt x="19636" y="18042"/>
                  </a:lnTo>
                  <a:lnTo>
                    <a:pt x="20746" y="17840"/>
                  </a:lnTo>
                  <a:lnTo>
                    <a:pt x="21835" y="17618"/>
                  </a:lnTo>
                  <a:lnTo>
                    <a:pt x="22905" y="17376"/>
                  </a:lnTo>
                  <a:lnTo>
                    <a:pt x="23974" y="17093"/>
                  </a:lnTo>
                  <a:lnTo>
                    <a:pt x="25004" y="16790"/>
                  </a:lnTo>
                  <a:lnTo>
                    <a:pt x="26033" y="16447"/>
                  </a:lnTo>
                  <a:lnTo>
                    <a:pt x="27022" y="16084"/>
                  </a:lnTo>
                  <a:lnTo>
                    <a:pt x="28010" y="15701"/>
                  </a:lnTo>
                  <a:lnTo>
                    <a:pt x="28979" y="15297"/>
                  </a:lnTo>
                  <a:lnTo>
                    <a:pt x="29544" y="15035"/>
                  </a:lnTo>
                  <a:lnTo>
                    <a:pt x="30109" y="14752"/>
                  </a:lnTo>
                  <a:lnTo>
                    <a:pt x="30674" y="14449"/>
                  </a:lnTo>
                  <a:lnTo>
                    <a:pt x="31239" y="14086"/>
                  </a:lnTo>
                  <a:lnTo>
                    <a:pt x="31784" y="13703"/>
                  </a:lnTo>
                  <a:lnTo>
                    <a:pt x="32046" y="13501"/>
                  </a:lnTo>
                  <a:lnTo>
                    <a:pt x="32289" y="13279"/>
                  </a:lnTo>
                  <a:lnTo>
                    <a:pt x="32531" y="13057"/>
                  </a:lnTo>
                  <a:lnTo>
                    <a:pt x="32773" y="12815"/>
                  </a:lnTo>
                  <a:lnTo>
                    <a:pt x="32995" y="12553"/>
                  </a:lnTo>
                  <a:lnTo>
                    <a:pt x="33197" y="12290"/>
                  </a:lnTo>
                  <a:lnTo>
                    <a:pt x="33439" y="11927"/>
                  </a:lnTo>
                  <a:lnTo>
                    <a:pt x="33661" y="11544"/>
                  </a:lnTo>
                  <a:lnTo>
                    <a:pt x="33863" y="11140"/>
                  </a:lnTo>
                  <a:lnTo>
                    <a:pt x="34044" y="10736"/>
                  </a:lnTo>
                  <a:lnTo>
                    <a:pt x="34226" y="10333"/>
                  </a:lnTo>
                  <a:lnTo>
                    <a:pt x="34367" y="9909"/>
                  </a:lnTo>
                  <a:lnTo>
                    <a:pt x="34670" y="9061"/>
                  </a:lnTo>
                  <a:lnTo>
                    <a:pt x="34952" y="8274"/>
                  </a:lnTo>
                  <a:lnTo>
                    <a:pt x="35235" y="7487"/>
                  </a:lnTo>
                  <a:lnTo>
                    <a:pt x="35416" y="7104"/>
                  </a:lnTo>
                  <a:lnTo>
                    <a:pt x="35598" y="6741"/>
                  </a:lnTo>
                  <a:lnTo>
                    <a:pt x="35800" y="6377"/>
                  </a:lnTo>
                  <a:lnTo>
                    <a:pt x="36022" y="6014"/>
                  </a:lnTo>
                  <a:lnTo>
                    <a:pt x="36264" y="5671"/>
                  </a:lnTo>
                  <a:lnTo>
                    <a:pt x="36526" y="5348"/>
                  </a:lnTo>
                  <a:lnTo>
                    <a:pt x="36809" y="5046"/>
                  </a:lnTo>
                  <a:lnTo>
                    <a:pt x="37112" y="4743"/>
                  </a:lnTo>
                  <a:lnTo>
                    <a:pt x="37737" y="4178"/>
                  </a:lnTo>
                  <a:lnTo>
                    <a:pt x="38383" y="3633"/>
                  </a:lnTo>
                  <a:lnTo>
                    <a:pt x="39170" y="2947"/>
                  </a:lnTo>
                  <a:lnTo>
                    <a:pt x="39574" y="2584"/>
                  </a:lnTo>
                  <a:lnTo>
                    <a:pt x="39937" y="2200"/>
                  </a:lnTo>
                  <a:lnTo>
                    <a:pt x="40118" y="2019"/>
                  </a:lnTo>
                  <a:lnTo>
                    <a:pt x="40280" y="1797"/>
                  </a:lnTo>
                  <a:lnTo>
                    <a:pt x="40340" y="1675"/>
                  </a:lnTo>
                  <a:lnTo>
                    <a:pt x="40381" y="1554"/>
                  </a:lnTo>
                  <a:lnTo>
                    <a:pt x="40401" y="1433"/>
                  </a:lnTo>
                  <a:lnTo>
                    <a:pt x="40421" y="1292"/>
                  </a:lnTo>
                  <a:lnTo>
                    <a:pt x="40401" y="1191"/>
                  </a:lnTo>
                  <a:lnTo>
                    <a:pt x="40381" y="1090"/>
                  </a:lnTo>
                  <a:lnTo>
                    <a:pt x="40340" y="989"/>
                  </a:lnTo>
                  <a:lnTo>
                    <a:pt x="40280" y="909"/>
                  </a:lnTo>
                  <a:lnTo>
                    <a:pt x="40159" y="747"/>
                  </a:lnTo>
                  <a:lnTo>
                    <a:pt x="40018" y="626"/>
                  </a:lnTo>
                  <a:lnTo>
                    <a:pt x="39836" y="505"/>
                  </a:lnTo>
                  <a:lnTo>
                    <a:pt x="39674" y="424"/>
                  </a:lnTo>
                  <a:lnTo>
                    <a:pt x="39392" y="303"/>
                  </a:lnTo>
                  <a:lnTo>
                    <a:pt x="38908" y="182"/>
                  </a:lnTo>
                  <a:lnTo>
                    <a:pt x="38423" y="81"/>
                  </a:lnTo>
                  <a:lnTo>
                    <a:pt x="37939" y="21"/>
                  </a:lnTo>
                  <a:lnTo>
                    <a:pt x="37455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01" name="Google Shape;501;p7"/>
            <p:cNvSpPr/>
            <p:nvPr/>
          </p:nvSpPr>
          <p:spPr>
            <a:xfrm flipH="1">
              <a:off x="-3292388" y="-1404593"/>
              <a:ext cx="653335" cy="572101"/>
            </a:xfrm>
            <a:custGeom>
              <a:rect b="b" l="l" r="r" t="t"/>
              <a:pathLst>
                <a:path extrusionOk="0" h="10233" w="11686">
                  <a:moveTo>
                    <a:pt x="10817" y="82"/>
                  </a:moveTo>
                  <a:lnTo>
                    <a:pt x="10918" y="102"/>
                  </a:lnTo>
                  <a:lnTo>
                    <a:pt x="10979" y="142"/>
                  </a:lnTo>
                  <a:lnTo>
                    <a:pt x="11039" y="182"/>
                  </a:lnTo>
                  <a:lnTo>
                    <a:pt x="11120" y="303"/>
                  </a:lnTo>
                  <a:lnTo>
                    <a:pt x="11201" y="445"/>
                  </a:lnTo>
                  <a:lnTo>
                    <a:pt x="11241" y="586"/>
                  </a:lnTo>
                  <a:lnTo>
                    <a:pt x="11382" y="1191"/>
                  </a:lnTo>
                  <a:lnTo>
                    <a:pt x="11504" y="1797"/>
                  </a:lnTo>
                  <a:lnTo>
                    <a:pt x="11564" y="2422"/>
                  </a:lnTo>
                  <a:lnTo>
                    <a:pt x="11604" y="3028"/>
                  </a:lnTo>
                  <a:lnTo>
                    <a:pt x="11584" y="3653"/>
                  </a:lnTo>
                  <a:lnTo>
                    <a:pt x="11544" y="4259"/>
                  </a:lnTo>
                  <a:lnTo>
                    <a:pt x="11463" y="4884"/>
                  </a:lnTo>
                  <a:lnTo>
                    <a:pt x="11342" y="5490"/>
                  </a:lnTo>
                  <a:lnTo>
                    <a:pt x="11241" y="5853"/>
                  </a:lnTo>
                  <a:lnTo>
                    <a:pt x="11140" y="6176"/>
                  </a:lnTo>
                  <a:lnTo>
                    <a:pt x="11019" y="6499"/>
                  </a:lnTo>
                  <a:lnTo>
                    <a:pt x="10878" y="6781"/>
                  </a:lnTo>
                  <a:lnTo>
                    <a:pt x="10737" y="7044"/>
                  </a:lnTo>
                  <a:lnTo>
                    <a:pt x="10575" y="7286"/>
                  </a:lnTo>
                  <a:lnTo>
                    <a:pt x="10414" y="7488"/>
                  </a:lnTo>
                  <a:lnTo>
                    <a:pt x="10212" y="7669"/>
                  </a:lnTo>
                  <a:lnTo>
                    <a:pt x="10030" y="7831"/>
                  </a:lnTo>
                  <a:lnTo>
                    <a:pt x="9849" y="7972"/>
                  </a:lnTo>
                  <a:lnTo>
                    <a:pt x="9647" y="8093"/>
                  </a:lnTo>
                  <a:lnTo>
                    <a:pt x="9425" y="8194"/>
                  </a:lnTo>
                  <a:lnTo>
                    <a:pt x="9001" y="8396"/>
                  </a:lnTo>
                  <a:lnTo>
                    <a:pt x="8557" y="8557"/>
                  </a:lnTo>
                  <a:lnTo>
                    <a:pt x="7730" y="8840"/>
                  </a:lnTo>
                  <a:lnTo>
                    <a:pt x="6862" y="9142"/>
                  </a:lnTo>
                  <a:lnTo>
                    <a:pt x="5974" y="9405"/>
                  </a:lnTo>
                  <a:lnTo>
                    <a:pt x="5066" y="9647"/>
                  </a:lnTo>
                  <a:lnTo>
                    <a:pt x="4158" y="9849"/>
                  </a:lnTo>
                  <a:lnTo>
                    <a:pt x="3714" y="9950"/>
                  </a:lnTo>
                  <a:lnTo>
                    <a:pt x="3270" y="10010"/>
                  </a:lnTo>
                  <a:lnTo>
                    <a:pt x="2806" y="10071"/>
                  </a:lnTo>
                  <a:lnTo>
                    <a:pt x="2362" y="10111"/>
                  </a:lnTo>
                  <a:lnTo>
                    <a:pt x="1918" y="10151"/>
                  </a:lnTo>
                  <a:lnTo>
                    <a:pt x="1252" y="10151"/>
                  </a:lnTo>
                  <a:lnTo>
                    <a:pt x="1070" y="10131"/>
                  </a:lnTo>
                  <a:lnTo>
                    <a:pt x="889" y="10071"/>
                  </a:lnTo>
                  <a:lnTo>
                    <a:pt x="707" y="10010"/>
                  </a:lnTo>
                  <a:lnTo>
                    <a:pt x="566" y="9950"/>
                  </a:lnTo>
                  <a:lnTo>
                    <a:pt x="425" y="9849"/>
                  </a:lnTo>
                  <a:lnTo>
                    <a:pt x="324" y="9748"/>
                  </a:lnTo>
                  <a:lnTo>
                    <a:pt x="223" y="9627"/>
                  </a:lnTo>
                  <a:lnTo>
                    <a:pt x="162" y="9526"/>
                  </a:lnTo>
                  <a:lnTo>
                    <a:pt x="122" y="9405"/>
                  </a:lnTo>
                  <a:lnTo>
                    <a:pt x="102" y="9284"/>
                  </a:lnTo>
                  <a:lnTo>
                    <a:pt x="82" y="9163"/>
                  </a:lnTo>
                  <a:lnTo>
                    <a:pt x="102" y="9021"/>
                  </a:lnTo>
                  <a:lnTo>
                    <a:pt x="122" y="8880"/>
                  </a:lnTo>
                  <a:lnTo>
                    <a:pt x="162" y="8739"/>
                  </a:lnTo>
                  <a:lnTo>
                    <a:pt x="223" y="8577"/>
                  </a:lnTo>
                  <a:lnTo>
                    <a:pt x="324" y="8416"/>
                  </a:lnTo>
                  <a:lnTo>
                    <a:pt x="425" y="8234"/>
                  </a:lnTo>
                  <a:lnTo>
                    <a:pt x="546" y="8073"/>
                  </a:lnTo>
                  <a:lnTo>
                    <a:pt x="667" y="7911"/>
                  </a:lnTo>
                  <a:lnTo>
                    <a:pt x="970" y="7589"/>
                  </a:lnTo>
                  <a:lnTo>
                    <a:pt x="1292" y="7306"/>
                  </a:lnTo>
                  <a:lnTo>
                    <a:pt x="1615" y="7064"/>
                  </a:lnTo>
                  <a:lnTo>
                    <a:pt x="1979" y="6822"/>
                  </a:lnTo>
                  <a:lnTo>
                    <a:pt x="2322" y="6620"/>
                  </a:lnTo>
                  <a:lnTo>
                    <a:pt x="2645" y="6438"/>
                  </a:lnTo>
                  <a:lnTo>
                    <a:pt x="3008" y="6257"/>
                  </a:lnTo>
                  <a:lnTo>
                    <a:pt x="3391" y="6075"/>
                  </a:lnTo>
                  <a:lnTo>
                    <a:pt x="4138" y="5752"/>
                  </a:lnTo>
                  <a:lnTo>
                    <a:pt x="5107" y="5328"/>
                  </a:lnTo>
                  <a:lnTo>
                    <a:pt x="5591" y="5086"/>
                  </a:lnTo>
                  <a:lnTo>
                    <a:pt x="6055" y="4824"/>
                  </a:lnTo>
                  <a:lnTo>
                    <a:pt x="6459" y="4582"/>
                  </a:lnTo>
                  <a:lnTo>
                    <a:pt x="6822" y="4319"/>
                  </a:lnTo>
                  <a:lnTo>
                    <a:pt x="7185" y="4017"/>
                  </a:lnTo>
                  <a:lnTo>
                    <a:pt x="7528" y="3714"/>
                  </a:lnTo>
                  <a:lnTo>
                    <a:pt x="7851" y="3391"/>
                  </a:lnTo>
                  <a:lnTo>
                    <a:pt x="8174" y="3048"/>
                  </a:lnTo>
                  <a:lnTo>
                    <a:pt x="8456" y="2685"/>
                  </a:lnTo>
                  <a:lnTo>
                    <a:pt x="8719" y="2301"/>
                  </a:lnTo>
                  <a:lnTo>
                    <a:pt x="9021" y="1817"/>
                  </a:lnTo>
                  <a:lnTo>
                    <a:pt x="9324" y="1353"/>
                  </a:lnTo>
                  <a:lnTo>
                    <a:pt x="9465" y="1131"/>
                  </a:lnTo>
                  <a:lnTo>
                    <a:pt x="9647" y="909"/>
                  </a:lnTo>
                  <a:lnTo>
                    <a:pt x="9808" y="707"/>
                  </a:lnTo>
                  <a:lnTo>
                    <a:pt x="10010" y="525"/>
                  </a:lnTo>
                  <a:lnTo>
                    <a:pt x="10212" y="344"/>
                  </a:lnTo>
                  <a:lnTo>
                    <a:pt x="10434" y="203"/>
                  </a:lnTo>
                  <a:lnTo>
                    <a:pt x="10575" y="122"/>
                  </a:lnTo>
                  <a:lnTo>
                    <a:pt x="10696" y="102"/>
                  </a:lnTo>
                  <a:lnTo>
                    <a:pt x="10817" y="82"/>
                  </a:lnTo>
                  <a:close/>
                  <a:moveTo>
                    <a:pt x="10838" y="1"/>
                  </a:moveTo>
                  <a:lnTo>
                    <a:pt x="10696" y="21"/>
                  </a:lnTo>
                  <a:lnTo>
                    <a:pt x="10555" y="61"/>
                  </a:lnTo>
                  <a:lnTo>
                    <a:pt x="10394" y="122"/>
                  </a:lnTo>
                  <a:lnTo>
                    <a:pt x="10152" y="283"/>
                  </a:lnTo>
                  <a:lnTo>
                    <a:pt x="9950" y="445"/>
                  </a:lnTo>
                  <a:lnTo>
                    <a:pt x="9748" y="647"/>
                  </a:lnTo>
                  <a:lnTo>
                    <a:pt x="9586" y="848"/>
                  </a:lnTo>
                  <a:lnTo>
                    <a:pt x="9405" y="1070"/>
                  </a:lnTo>
                  <a:lnTo>
                    <a:pt x="9264" y="1312"/>
                  </a:lnTo>
                  <a:lnTo>
                    <a:pt x="8961" y="1777"/>
                  </a:lnTo>
                  <a:lnTo>
                    <a:pt x="8658" y="2261"/>
                  </a:lnTo>
                  <a:lnTo>
                    <a:pt x="8396" y="2624"/>
                  </a:lnTo>
                  <a:lnTo>
                    <a:pt x="8113" y="2987"/>
                  </a:lnTo>
                  <a:lnTo>
                    <a:pt x="7790" y="3331"/>
                  </a:lnTo>
                  <a:lnTo>
                    <a:pt x="7468" y="3653"/>
                  </a:lnTo>
                  <a:lnTo>
                    <a:pt x="7145" y="3956"/>
                  </a:lnTo>
                  <a:lnTo>
                    <a:pt x="6781" y="4239"/>
                  </a:lnTo>
                  <a:lnTo>
                    <a:pt x="6398" y="4521"/>
                  </a:lnTo>
                  <a:lnTo>
                    <a:pt x="6015" y="4763"/>
                  </a:lnTo>
                  <a:lnTo>
                    <a:pt x="5550" y="5026"/>
                  </a:lnTo>
                  <a:lnTo>
                    <a:pt x="5066" y="5248"/>
                  </a:lnTo>
                  <a:lnTo>
                    <a:pt x="4097" y="5692"/>
                  </a:lnTo>
                  <a:lnTo>
                    <a:pt x="3351" y="6014"/>
                  </a:lnTo>
                  <a:lnTo>
                    <a:pt x="2988" y="6176"/>
                  </a:lnTo>
                  <a:lnTo>
                    <a:pt x="2604" y="6358"/>
                  </a:lnTo>
                  <a:lnTo>
                    <a:pt x="2281" y="6539"/>
                  </a:lnTo>
                  <a:lnTo>
                    <a:pt x="1918" y="6761"/>
                  </a:lnTo>
                  <a:lnTo>
                    <a:pt x="1575" y="7003"/>
                  </a:lnTo>
                  <a:lnTo>
                    <a:pt x="1232" y="7266"/>
                  </a:lnTo>
                  <a:lnTo>
                    <a:pt x="909" y="7548"/>
                  </a:lnTo>
                  <a:lnTo>
                    <a:pt x="606" y="7851"/>
                  </a:lnTo>
                  <a:lnTo>
                    <a:pt x="485" y="8012"/>
                  </a:lnTo>
                  <a:lnTo>
                    <a:pt x="364" y="8194"/>
                  </a:lnTo>
                  <a:lnTo>
                    <a:pt x="243" y="8376"/>
                  </a:lnTo>
                  <a:lnTo>
                    <a:pt x="162" y="8557"/>
                  </a:lnTo>
                  <a:lnTo>
                    <a:pt x="102" y="8719"/>
                  </a:lnTo>
                  <a:lnTo>
                    <a:pt x="41" y="8860"/>
                  </a:lnTo>
                  <a:lnTo>
                    <a:pt x="21" y="9021"/>
                  </a:lnTo>
                  <a:lnTo>
                    <a:pt x="1" y="9163"/>
                  </a:lnTo>
                  <a:lnTo>
                    <a:pt x="21" y="9304"/>
                  </a:lnTo>
                  <a:lnTo>
                    <a:pt x="41" y="9425"/>
                  </a:lnTo>
                  <a:lnTo>
                    <a:pt x="102" y="9546"/>
                  </a:lnTo>
                  <a:lnTo>
                    <a:pt x="162" y="9667"/>
                  </a:lnTo>
                  <a:lnTo>
                    <a:pt x="263" y="9808"/>
                  </a:lnTo>
                  <a:lnTo>
                    <a:pt x="384" y="9909"/>
                  </a:lnTo>
                  <a:lnTo>
                    <a:pt x="526" y="10010"/>
                  </a:lnTo>
                  <a:lnTo>
                    <a:pt x="687" y="10091"/>
                  </a:lnTo>
                  <a:lnTo>
                    <a:pt x="849" y="10151"/>
                  </a:lnTo>
                  <a:lnTo>
                    <a:pt x="1050" y="10192"/>
                  </a:lnTo>
                  <a:lnTo>
                    <a:pt x="1252" y="10232"/>
                  </a:lnTo>
                  <a:lnTo>
                    <a:pt x="1918" y="10232"/>
                  </a:lnTo>
                  <a:lnTo>
                    <a:pt x="2362" y="10192"/>
                  </a:lnTo>
                  <a:lnTo>
                    <a:pt x="2826" y="10151"/>
                  </a:lnTo>
                  <a:lnTo>
                    <a:pt x="3270" y="10091"/>
                  </a:lnTo>
                  <a:lnTo>
                    <a:pt x="3734" y="10030"/>
                  </a:lnTo>
                  <a:lnTo>
                    <a:pt x="4178" y="9929"/>
                  </a:lnTo>
                  <a:lnTo>
                    <a:pt x="5086" y="9728"/>
                  </a:lnTo>
                  <a:lnTo>
                    <a:pt x="5994" y="9485"/>
                  </a:lnTo>
                  <a:lnTo>
                    <a:pt x="6882" y="9223"/>
                  </a:lnTo>
                  <a:lnTo>
                    <a:pt x="7750" y="8920"/>
                  </a:lnTo>
                  <a:lnTo>
                    <a:pt x="8577" y="8638"/>
                  </a:lnTo>
                  <a:lnTo>
                    <a:pt x="9021" y="8456"/>
                  </a:lnTo>
                  <a:lnTo>
                    <a:pt x="9465" y="8275"/>
                  </a:lnTo>
                  <a:lnTo>
                    <a:pt x="9687" y="8154"/>
                  </a:lnTo>
                  <a:lnTo>
                    <a:pt x="9889" y="8032"/>
                  </a:lnTo>
                  <a:lnTo>
                    <a:pt x="10091" y="7891"/>
                  </a:lnTo>
                  <a:lnTo>
                    <a:pt x="10273" y="7730"/>
                  </a:lnTo>
                  <a:lnTo>
                    <a:pt x="10474" y="7548"/>
                  </a:lnTo>
                  <a:lnTo>
                    <a:pt x="10636" y="7326"/>
                  </a:lnTo>
                  <a:lnTo>
                    <a:pt x="10817" y="7084"/>
                  </a:lnTo>
                  <a:lnTo>
                    <a:pt x="10959" y="6822"/>
                  </a:lnTo>
                  <a:lnTo>
                    <a:pt x="11100" y="6539"/>
                  </a:lnTo>
                  <a:lnTo>
                    <a:pt x="11221" y="6216"/>
                  </a:lnTo>
                  <a:lnTo>
                    <a:pt x="11322" y="5873"/>
                  </a:lnTo>
                  <a:lnTo>
                    <a:pt x="11423" y="5510"/>
                  </a:lnTo>
                  <a:lnTo>
                    <a:pt x="11544" y="4884"/>
                  </a:lnTo>
                  <a:lnTo>
                    <a:pt x="11625" y="4279"/>
                  </a:lnTo>
                  <a:lnTo>
                    <a:pt x="11665" y="3653"/>
                  </a:lnTo>
                  <a:lnTo>
                    <a:pt x="11685" y="3028"/>
                  </a:lnTo>
                  <a:lnTo>
                    <a:pt x="11645" y="2402"/>
                  </a:lnTo>
                  <a:lnTo>
                    <a:pt x="11584" y="1797"/>
                  </a:lnTo>
                  <a:lnTo>
                    <a:pt x="11463" y="1171"/>
                  </a:lnTo>
                  <a:lnTo>
                    <a:pt x="11322" y="566"/>
                  </a:lnTo>
                  <a:lnTo>
                    <a:pt x="11261" y="404"/>
                  </a:lnTo>
                  <a:lnTo>
                    <a:pt x="11201" y="263"/>
                  </a:lnTo>
                  <a:lnTo>
                    <a:pt x="11140" y="182"/>
                  </a:lnTo>
                  <a:lnTo>
                    <a:pt x="11100" y="122"/>
                  </a:lnTo>
                  <a:lnTo>
                    <a:pt x="11019" y="82"/>
                  </a:lnTo>
                  <a:lnTo>
                    <a:pt x="10959" y="41"/>
                  </a:lnTo>
                  <a:lnTo>
                    <a:pt x="10838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02" name="Google Shape;502;p7"/>
            <p:cNvSpPr/>
            <p:nvPr/>
          </p:nvSpPr>
          <p:spPr>
            <a:xfrm flipH="1">
              <a:off x="-979618" y="-5128741"/>
              <a:ext cx="1730784" cy="1441910"/>
            </a:xfrm>
            <a:custGeom>
              <a:rect b="b" l="l" r="r" t="t"/>
              <a:pathLst>
                <a:path extrusionOk="0" h="25791" w="30958">
                  <a:moveTo>
                    <a:pt x="13179" y="81"/>
                  </a:moveTo>
                  <a:lnTo>
                    <a:pt x="14551" y="101"/>
                  </a:lnTo>
                  <a:lnTo>
                    <a:pt x="15257" y="121"/>
                  </a:lnTo>
                  <a:lnTo>
                    <a:pt x="15963" y="162"/>
                  </a:lnTo>
                  <a:lnTo>
                    <a:pt x="16690" y="242"/>
                  </a:lnTo>
                  <a:lnTo>
                    <a:pt x="17416" y="323"/>
                  </a:lnTo>
                  <a:lnTo>
                    <a:pt x="18143" y="444"/>
                  </a:lnTo>
                  <a:lnTo>
                    <a:pt x="18869" y="586"/>
                  </a:lnTo>
                  <a:lnTo>
                    <a:pt x="19576" y="767"/>
                  </a:lnTo>
                  <a:lnTo>
                    <a:pt x="20282" y="969"/>
                  </a:lnTo>
                  <a:lnTo>
                    <a:pt x="20988" y="1211"/>
                  </a:lnTo>
                  <a:lnTo>
                    <a:pt x="21654" y="1494"/>
                  </a:lnTo>
                  <a:lnTo>
                    <a:pt x="21997" y="1655"/>
                  </a:lnTo>
                  <a:lnTo>
                    <a:pt x="22320" y="1837"/>
                  </a:lnTo>
                  <a:lnTo>
                    <a:pt x="22643" y="2018"/>
                  </a:lnTo>
                  <a:lnTo>
                    <a:pt x="22946" y="2200"/>
                  </a:lnTo>
                  <a:lnTo>
                    <a:pt x="23269" y="2402"/>
                  </a:lnTo>
                  <a:lnTo>
                    <a:pt x="23551" y="2624"/>
                  </a:lnTo>
                  <a:lnTo>
                    <a:pt x="23854" y="2866"/>
                  </a:lnTo>
                  <a:lnTo>
                    <a:pt x="24136" y="3108"/>
                  </a:lnTo>
                  <a:lnTo>
                    <a:pt x="24540" y="3491"/>
                  </a:lnTo>
                  <a:lnTo>
                    <a:pt x="24923" y="3895"/>
                  </a:lnTo>
                  <a:lnTo>
                    <a:pt x="25287" y="4339"/>
                  </a:lnTo>
                  <a:lnTo>
                    <a:pt x="25670" y="4823"/>
                  </a:lnTo>
                  <a:lnTo>
                    <a:pt x="26013" y="5348"/>
                  </a:lnTo>
                  <a:lnTo>
                    <a:pt x="26356" y="5913"/>
                  </a:lnTo>
                  <a:lnTo>
                    <a:pt x="26719" y="6518"/>
                  </a:lnTo>
                  <a:lnTo>
                    <a:pt x="27042" y="7164"/>
                  </a:lnTo>
                  <a:lnTo>
                    <a:pt x="27345" y="7749"/>
                  </a:lnTo>
                  <a:lnTo>
                    <a:pt x="27607" y="8335"/>
                  </a:lnTo>
                  <a:lnTo>
                    <a:pt x="27870" y="8940"/>
                  </a:lnTo>
                  <a:lnTo>
                    <a:pt x="28112" y="9546"/>
                  </a:lnTo>
                  <a:lnTo>
                    <a:pt x="28556" y="10756"/>
                  </a:lnTo>
                  <a:lnTo>
                    <a:pt x="28959" y="11947"/>
                  </a:lnTo>
                  <a:lnTo>
                    <a:pt x="29343" y="13138"/>
                  </a:lnTo>
                  <a:lnTo>
                    <a:pt x="29666" y="14328"/>
                  </a:lnTo>
                  <a:lnTo>
                    <a:pt x="29948" y="15478"/>
                  </a:lnTo>
                  <a:lnTo>
                    <a:pt x="30231" y="16588"/>
                  </a:lnTo>
                  <a:lnTo>
                    <a:pt x="30453" y="17577"/>
                  </a:lnTo>
                  <a:lnTo>
                    <a:pt x="30654" y="18606"/>
                  </a:lnTo>
                  <a:lnTo>
                    <a:pt x="30735" y="19111"/>
                  </a:lnTo>
                  <a:lnTo>
                    <a:pt x="30816" y="19636"/>
                  </a:lnTo>
                  <a:lnTo>
                    <a:pt x="30856" y="20160"/>
                  </a:lnTo>
                  <a:lnTo>
                    <a:pt x="30876" y="20685"/>
                  </a:lnTo>
                  <a:lnTo>
                    <a:pt x="30876" y="21169"/>
                  </a:lnTo>
                  <a:lnTo>
                    <a:pt x="30856" y="21674"/>
                  </a:lnTo>
                  <a:lnTo>
                    <a:pt x="30796" y="22219"/>
                  </a:lnTo>
                  <a:lnTo>
                    <a:pt x="30695" y="22784"/>
                  </a:lnTo>
                  <a:lnTo>
                    <a:pt x="30614" y="23046"/>
                  </a:lnTo>
                  <a:lnTo>
                    <a:pt x="30533" y="23329"/>
                  </a:lnTo>
                  <a:lnTo>
                    <a:pt x="30412" y="23611"/>
                  </a:lnTo>
                  <a:lnTo>
                    <a:pt x="30311" y="23873"/>
                  </a:lnTo>
                  <a:lnTo>
                    <a:pt x="30170" y="24136"/>
                  </a:lnTo>
                  <a:lnTo>
                    <a:pt x="30009" y="24398"/>
                  </a:lnTo>
                  <a:lnTo>
                    <a:pt x="29847" y="24640"/>
                  </a:lnTo>
                  <a:lnTo>
                    <a:pt x="29645" y="24882"/>
                  </a:lnTo>
                  <a:lnTo>
                    <a:pt x="29383" y="25145"/>
                  </a:lnTo>
                  <a:lnTo>
                    <a:pt x="29242" y="25266"/>
                  </a:lnTo>
                  <a:lnTo>
                    <a:pt x="29101" y="25387"/>
                  </a:lnTo>
                  <a:lnTo>
                    <a:pt x="28939" y="25468"/>
                  </a:lnTo>
                  <a:lnTo>
                    <a:pt x="28798" y="25548"/>
                  </a:lnTo>
                  <a:lnTo>
                    <a:pt x="28657" y="25609"/>
                  </a:lnTo>
                  <a:lnTo>
                    <a:pt x="28515" y="25649"/>
                  </a:lnTo>
                  <a:lnTo>
                    <a:pt x="28334" y="25690"/>
                  </a:lnTo>
                  <a:lnTo>
                    <a:pt x="28152" y="25710"/>
                  </a:lnTo>
                  <a:lnTo>
                    <a:pt x="27991" y="25710"/>
                  </a:lnTo>
                  <a:lnTo>
                    <a:pt x="27809" y="25690"/>
                  </a:lnTo>
                  <a:lnTo>
                    <a:pt x="27648" y="25669"/>
                  </a:lnTo>
                  <a:lnTo>
                    <a:pt x="27466" y="25629"/>
                  </a:lnTo>
                  <a:lnTo>
                    <a:pt x="27143" y="25508"/>
                  </a:lnTo>
                  <a:lnTo>
                    <a:pt x="26800" y="25347"/>
                  </a:lnTo>
                  <a:lnTo>
                    <a:pt x="26477" y="25165"/>
                  </a:lnTo>
                  <a:lnTo>
                    <a:pt x="26154" y="24963"/>
                  </a:lnTo>
                  <a:lnTo>
                    <a:pt x="25852" y="24741"/>
                  </a:lnTo>
                  <a:lnTo>
                    <a:pt x="25145" y="24196"/>
                  </a:lnTo>
                  <a:lnTo>
                    <a:pt x="24419" y="23631"/>
                  </a:lnTo>
                  <a:lnTo>
                    <a:pt x="23692" y="23046"/>
                  </a:lnTo>
                  <a:lnTo>
                    <a:pt x="22946" y="22420"/>
                  </a:lnTo>
                  <a:lnTo>
                    <a:pt x="22199" y="21775"/>
                  </a:lnTo>
                  <a:lnTo>
                    <a:pt x="21412" y="21109"/>
                  </a:lnTo>
                  <a:lnTo>
                    <a:pt x="20625" y="20382"/>
                  </a:lnTo>
                  <a:lnTo>
                    <a:pt x="19798" y="19636"/>
                  </a:lnTo>
                  <a:lnTo>
                    <a:pt x="18506" y="18405"/>
                  </a:lnTo>
                  <a:lnTo>
                    <a:pt x="17215" y="17153"/>
                  </a:lnTo>
                  <a:lnTo>
                    <a:pt x="14692" y="14671"/>
                  </a:lnTo>
                  <a:lnTo>
                    <a:pt x="12270" y="12290"/>
                  </a:lnTo>
                  <a:lnTo>
                    <a:pt x="11039" y="11079"/>
                  </a:lnTo>
                  <a:lnTo>
                    <a:pt x="9808" y="9909"/>
                  </a:lnTo>
                  <a:lnTo>
                    <a:pt x="8376" y="8597"/>
                  </a:lnTo>
                  <a:lnTo>
                    <a:pt x="7024" y="7406"/>
                  </a:lnTo>
                  <a:lnTo>
                    <a:pt x="5732" y="6317"/>
                  </a:lnTo>
                  <a:lnTo>
                    <a:pt x="4461" y="5308"/>
                  </a:lnTo>
                  <a:lnTo>
                    <a:pt x="4118" y="5086"/>
                  </a:lnTo>
                  <a:lnTo>
                    <a:pt x="3593" y="4743"/>
                  </a:lnTo>
                  <a:lnTo>
                    <a:pt x="2523" y="4057"/>
                  </a:lnTo>
                  <a:lnTo>
                    <a:pt x="1958" y="3673"/>
                  </a:lnTo>
                  <a:lnTo>
                    <a:pt x="1414" y="3290"/>
                  </a:lnTo>
                  <a:lnTo>
                    <a:pt x="929" y="2886"/>
                  </a:lnTo>
                  <a:lnTo>
                    <a:pt x="707" y="2704"/>
                  </a:lnTo>
                  <a:lnTo>
                    <a:pt x="526" y="2503"/>
                  </a:lnTo>
                  <a:lnTo>
                    <a:pt x="364" y="2341"/>
                  </a:lnTo>
                  <a:lnTo>
                    <a:pt x="223" y="2160"/>
                  </a:lnTo>
                  <a:lnTo>
                    <a:pt x="142" y="1998"/>
                  </a:lnTo>
                  <a:lnTo>
                    <a:pt x="82" y="1857"/>
                  </a:lnTo>
                  <a:lnTo>
                    <a:pt x="82" y="1776"/>
                  </a:lnTo>
                  <a:lnTo>
                    <a:pt x="82" y="1716"/>
                  </a:lnTo>
                  <a:lnTo>
                    <a:pt x="102" y="1655"/>
                  </a:lnTo>
                  <a:lnTo>
                    <a:pt x="142" y="1595"/>
                  </a:lnTo>
                  <a:lnTo>
                    <a:pt x="243" y="1473"/>
                  </a:lnTo>
                  <a:lnTo>
                    <a:pt x="364" y="1373"/>
                  </a:lnTo>
                  <a:lnTo>
                    <a:pt x="485" y="1292"/>
                  </a:lnTo>
                  <a:lnTo>
                    <a:pt x="647" y="1231"/>
                  </a:lnTo>
                  <a:lnTo>
                    <a:pt x="788" y="1171"/>
                  </a:lnTo>
                  <a:lnTo>
                    <a:pt x="949" y="1130"/>
                  </a:lnTo>
                  <a:lnTo>
                    <a:pt x="1292" y="1070"/>
                  </a:lnTo>
                  <a:lnTo>
                    <a:pt x="2745" y="848"/>
                  </a:lnTo>
                  <a:lnTo>
                    <a:pt x="4219" y="646"/>
                  </a:lnTo>
                  <a:lnTo>
                    <a:pt x="5712" y="464"/>
                  </a:lnTo>
                  <a:lnTo>
                    <a:pt x="7185" y="323"/>
                  </a:lnTo>
                  <a:lnTo>
                    <a:pt x="8658" y="222"/>
                  </a:lnTo>
                  <a:lnTo>
                    <a:pt x="10152" y="142"/>
                  </a:lnTo>
                  <a:lnTo>
                    <a:pt x="11645" y="81"/>
                  </a:lnTo>
                  <a:close/>
                  <a:moveTo>
                    <a:pt x="11645" y="0"/>
                  </a:moveTo>
                  <a:lnTo>
                    <a:pt x="10152" y="61"/>
                  </a:lnTo>
                  <a:lnTo>
                    <a:pt x="8658" y="142"/>
                  </a:lnTo>
                  <a:lnTo>
                    <a:pt x="7185" y="242"/>
                  </a:lnTo>
                  <a:lnTo>
                    <a:pt x="5692" y="384"/>
                  </a:lnTo>
                  <a:lnTo>
                    <a:pt x="4219" y="565"/>
                  </a:lnTo>
                  <a:lnTo>
                    <a:pt x="2745" y="767"/>
                  </a:lnTo>
                  <a:lnTo>
                    <a:pt x="1272" y="989"/>
                  </a:lnTo>
                  <a:lnTo>
                    <a:pt x="929" y="1070"/>
                  </a:lnTo>
                  <a:lnTo>
                    <a:pt x="768" y="1110"/>
                  </a:lnTo>
                  <a:lnTo>
                    <a:pt x="606" y="1151"/>
                  </a:lnTo>
                  <a:lnTo>
                    <a:pt x="445" y="1231"/>
                  </a:lnTo>
                  <a:lnTo>
                    <a:pt x="304" y="1312"/>
                  </a:lnTo>
                  <a:lnTo>
                    <a:pt x="183" y="1413"/>
                  </a:lnTo>
                  <a:lnTo>
                    <a:pt x="82" y="1554"/>
                  </a:lnTo>
                  <a:lnTo>
                    <a:pt x="41" y="1615"/>
                  </a:lnTo>
                  <a:lnTo>
                    <a:pt x="1" y="1695"/>
                  </a:lnTo>
                  <a:lnTo>
                    <a:pt x="1" y="1776"/>
                  </a:lnTo>
                  <a:lnTo>
                    <a:pt x="1" y="1857"/>
                  </a:lnTo>
                  <a:lnTo>
                    <a:pt x="61" y="2018"/>
                  </a:lnTo>
                  <a:lnTo>
                    <a:pt x="142" y="2180"/>
                  </a:lnTo>
                  <a:lnTo>
                    <a:pt x="283" y="2361"/>
                  </a:lnTo>
                  <a:lnTo>
                    <a:pt x="445" y="2543"/>
                  </a:lnTo>
                  <a:lnTo>
                    <a:pt x="627" y="2725"/>
                  </a:lnTo>
                  <a:lnTo>
                    <a:pt x="849" y="2926"/>
                  </a:lnTo>
                  <a:lnTo>
                    <a:pt x="1333" y="3310"/>
                  </a:lnTo>
                  <a:lnTo>
                    <a:pt x="1878" y="3713"/>
                  </a:lnTo>
                  <a:lnTo>
                    <a:pt x="2443" y="4097"/>
                  </a:lnTo>
                  <a:lnTo>
                    <a:pt x="3532" y="4803"/>
                  </a:lnTo>
                  <a:lnTo>
                    <a:pt x="4077" y="5146"/>
                  </a:lnTo>
                  <a:lnTo>
                    <a:pt x="4420" y="5388"/>
                  </a:lnTo>
                  <a:lnTo>
                    <a:pt x="5672" y="6377"/>
                  </a:lnTo>
                  <a:lnTo>
                    <a:pt x="6963" y="7467"/>
                  </a:lnTo>
                  <a:lnTo>
                    <a:pt x="8315" y="8658"/>
                  </a:lnTo>
                  <a:lnTo>
                    <a:pt x="9748" y="9969"/>
                  </a:lnTo>
                  <a:lnTo>
                    <a:pt x="10999" y="11140"/>
                  </a:lnTo>
                  <a:lnTo>
                    <a:pt x="12230" y="12351"/>
                  </a:lnTo>
                  <a:lnTo>
                    <a:pt x="14631" y="14732"/>
                  </a:lnTo>
                  <a:lnTo>
                    <a:pt x="17154" y="17214"/>
                  </a:lnTo>
                  <a:lnTo>
                    <a:pt x="18445" y="18465"/>
                  </a:lnTo>
                  <a:lnTo>
                    <a:pt x="19737" y="19696"/>
                  </a:lnTo>
                  <a:lnTo>
                    <a:pt x="20564" y="20443"/>
                  </a:lnTo>
                  <a:lnTo>
                    <a:pt x="21372" y="21169"/>
                  </a:lnTo>
                  <a:lnTo>
                    <a:pt x="22138" y="21835"/>
                  </a:lnTo>
                  <a:lnTo>
                    <a:pt x="22885" y="22501"/>
                  </a:lnTo>
                  <a:lnTo>
                    <a:pt x="23632" y="23107"/>
                  </a:lnTo>
                  <a:lnTo>
                    <a:pt x="24358" y="23692"/>
                  </a:lnTo>
                  <a:lnTo>
                    <a:pt x="25085" y="24257"/>
                  </a:lnTo>
                  <a:lnTo>
                    <a:pt x="25811" y="24802"/>
                  </a:lnTo>
                  <a:lnTo>
                    <a:pt x="26336" y="25165"/>
                  </a:lnTo>
                  <a:lnTo>
                    <a:pt x="26598" y="25326"/>
                  </a:lnTo>
                  <a:lnTo>
                    <a:pt x="26881" y="25488"/>
                  </a:lnTo>
                  <a:lnTo>
                    <a:pt x="27183" y="25609"/>
                  </a:lnTo>
                  <a:lnTo>
                    <a:pt x="27466" y="25710"/>
                  </a:lnTo>
                  <a:lnTo>
                    <a:pt x="27769" y="25770"/>
                  </a:lnTo>
                  <a:lnTo>
                    <a:pt x="28051" y="25790"/>
                  </a:lnTo>
                  <a:lnTo>
                    <a:pt x="28293" y="25770"/>
                  </a:lnTo>
                  <a:lnTo>
                    <a:pt x="28536" y="25730"/>
                  </a:lnTo>
                  <a:lnTo>
                    <a:pt x="28677" y="25690"/>
                  </a:lnTo>
                  <a:lnTo>
                    <a:pt x="28838" y="25609"/>
                  </a:lnTo>
                  <a:lnTo>
                    <a:pt x="28979" y="25548"/>
                  </a:lnTo>
                  <a:lnTo>
                    <a:pt x="29141" y="25447"/>
                  </a:lnTo>
                  <a:lnTo>
                    <a:pt x="29282" y="25347"/>
                  </a:lnTo>
                  <a:lnTo>
                    <a:pt x="29423" y="25225"/>
                  </a:lnTo>
                  <a:lnTo>
                    <a:pt x="29706" y="24923"/>
                  </a:lnTo>
                  <a:lnTo>
                    <a:pt x="29908" y="24681"/>
                  </a:lnTo>
                  <a:lnTo>
                    <a:pt x="30089" y="24438"/>
                  </a:lnTo>
                  <a:lnTo>
                    <a:pt x="30231" y="24176"/>
                  </a:lnTo>
                  <a:lnTo>
                    <a:pt x="30372" y="23914"/>
                  </a:lnTo>
                  <a:lnTo>
                    <a:pt x="30493" y="23631"/>
                  </a:lnTo>
                  <a:lnTo>
                    <a:pt x="30594" y="23369"/>
                  </a:lnTo>
                  <a:lnTo>
                    <a:pt x="30695" y="23086"/>
                  </a:lnTo>
                  <a:lnTo>
                    <a:pt x="30755" y="22804"/>
                  </a:lnTo>
                  <a:lnTo>
                    <a:pt x="30816" y="22521"/>
                  </a:lnTo>
                  <a:lnTo>
                    <a:pt x="30876" y="22239"/>
                  </a:lnTo>
                  <a:lnTo>
                    <a:pt x="30937" y="21694"/>
                  </a:lnTo>
                  <a:lnTo>
                    <a:pt x="30957" y="21169"/>
                  </a:lnTo>
                  <a:lnTo>
                    <a:pt x="30957" y="20685"/>
                  </a:lnTo>
                  <a:lnTo>
                    <a:pt x="30937" y="20160"/>
                  </a:lnTo>
                  <a:lnTo>
                    <a:pt x="30897" y="19636"/>
                  </a:lnTo>
                  <a:lnTo>
                    <a:pt x="30816" y="19111"/>
                  </a:lnTo>
                  <a:lnTo>
                    <a:pt x="30735" y="18586"/>
                  </a:lnTo>
                  <a:lnTo>
                    <a:pt x="30533" y="17557"/>
                  </a:lnTo>
                  <a:lnTo>
                    <a:pt x="30311" y="16568"/>
                  </a:lnTo>
                  <a:lnTo>
                    <a:pt x="30029" y="15458"/>
                  </a:lnTo>
                  <a:lnTo>
                    <a:pt x="29746" y="14308"/>
                  </a:lnTo>
                  <a:lnTo>
                    <a:pt x="29403" y="13117"/>
                  </a:lnTo>
                  <a:lnTo>
                    <a:pt x="29040" y="11927"/>
                  </a:lnTo>
                  <a:lnTo>
                    <a:pt x="28636" y="10716"/>
                  </a:lnTo>
                  <a:lnTo>
                    <a:pt x="28192" y="9505"/>
                  </a:lnTo>
                  <a:lnTo>
                    <a:pt x="27950" y="8900"/>
                  </a:lnTo>
                  <a:lnTo>
                    <a:pt x="27688" y="8315"/>
                  </a:lnTo>
                  <a:lnTo>
                    <a:pt x="27405" y="7709"/>
                  </a:lnTo>
                  <a:lnTo>
                    <a:pt x="27123" y="7124"/>
                  </a:lnTo>
                  <a:lnTo>
                    <a:pt x="26780" y="6478"/>
                  </a:lnTo>
                  <a:lnTo>
                    <a:pt x="26437" y="5853"/>
                  </a:lnTo>
                  <a:lnTo>
                    <a:pt x="26074" y="5288"/>
                  </a:lnTo>
                  <a:lnTo>
                    <a:pt x="25730" y="4783"/>
                  </a:lnTo>
                  <a:lnTo>
                    <a:pt x="25367" y="4279"/>
                  </a:lnTo>
                  <a:lnTo>
                    <a:pt x="24984" y="3835"/>
                  </a:lnTo>
                  <a:lnTo>
                    <a:pt x="24600" y="3431"/>
                  </a:lnTo>
                  <a:lnTo>
                    <a:pt x="24197" y="3048"/>
                  </a:lnTo>
                  <a:lnTo>
                    <a:pt x="23672" y="2604"/>
                  </a:lnTo>
                  <a:lnTo>
                    <a:pt x="23127" y="2220"/>
                  </a:lnTo>
                  <a:lnTo>
                    <a:pt x="22522" y="1857"/>
                  </a:lnTo>
                  <a:lnTo>
                    <a:pt x="21896" y="1514"/>
                  </a:lnTo>
                  <a:lnTo>
                    <a:pt x="21251" y="1231"/>
                  </a:lnTo>
                  <a:lnTo>
                    <a:pt x="20544" y="969"/>
                  </a:lnTo>
                  <a:lnTo>
                    <a:pt x="19798" y="727"/>
                  </a:lnTo>
                  <a:lnTo>
                    <a:pt x="19031" y="525"/>
                  </a:lnTo>
                  <a:lnTo>
                    <a:pt x="18405" y="404"/>
                  </a:lnTo>
                  <a:lnTo>
                    <a:pt x="17759" y="303"/>
                  </a:lnTo>
                  <a:lnTo>
                    <a:pt x="17093" y="202"/>
                  </a:lnTo>
                  <a:lnTo>
                    <a:pt x="16387" y="121"/>
                  </a:lnTo>
                  <a:lnTo>
                    <a:pt x="15640" y="61"/>
                  </a:lnTo>
                  <a:lnTo>
                    <a:pt x="14853" y="21"/>
                  </a:lnTo>
                  <a:lnTo>
                    <a:pt x="14046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03" name="Google Shape;503;p7"/>
            <p:cNvSpPr/>
            <p:nvPr/>
          </p:nvSpPr>
          <p:spPr>
            <a:xfrm flipH="1">
              <a:off x="2209809" y="-3290930"/>
              <a:ext cx="560808" cy="1296383"/>
            </a:xfrm>
            <a:custGeom>
              <a:rect b="b" l="l" r="r" t="t"/>
              <a:pathLst>
                <a:path extrusionOk="0" h="23188" w="10031">
                  <a:moveTo>
                    <a:pt x="4703" y="61"/>
                  </a:moveTo>
                  <a:lnTo>
                    <a:pt x="4985" y="81"/>
                  </a:lnTo>
                  <a:lnTo>
                    <a:pt x="5268" y="122"/>
                  </a:lnTo>
                  <a:lnTo>
                    <a:pt x="5550" y="202"/>
                  </a:lnTo>
                  <a:lnTo>
                    <a:pt x="5833" y="303"/>
                  </a:lnTo>
                  <a:lnTo>
                    <a:pt x="6075" y="424"/>
                  </a:lnTo>
                  <a:lnTo>
                    <a:pt x="6297" y="566"/>
                  </a:lnTo>
                  <a:lnTo>
                    <a:pt x="6519" y="707"/>
                  </a:lnTo>
                  <a:lnTo>
                    <a:pt x="6741" y="868"/>
                  </a:lnTo>
                  <a:lnTo>
                    <a:pt x="6963" y="1070"/>
                  </a:lnTo>
                  <a:lnTo>
                    <a:pt x="7165" y="1272"/>
                  </a:lnTo>
                  <a:lnTo>
                    <a:pt x="7366" y="1494"/>
                  </a:lnTo>
                  <a:lnTo>
                    <a:pt x="7548" y="1736"/>
                  </a:lnTo>
                  <a:lnTo>
                    <a:pt x="7730" y="1999"/>
                  </a:lnTo>
                  <a:lnTo>
                    <a:pt x="7911" y="2281"/>
                  </a:lnTo>
                  <a:lnTo>
                    <a:pt x="8073" y="2584"/>
                  </a:lnTo>
                  <a:lnTo>
                    <a:pt x="8234" y="2907"/>
                  </a:lnTo>
                  <a:lnTo>
                    <a:pt x="8396" y="3230"/>
                  </a:lnTo>
                  <a:lnTo>
                    <a:pt x="8537" y="3593"/>
                  </a:lnTo>
                  <a:lnTo>
                    <a:pt x="8678" y="3976"/>
                  </a:lnTo>
                  <a:lnTo>
                    <a:pt x="8819" y="4380"/>
                  </a:lnTo>
                  <a:lnTo>
                    <a:pt x="9082" y="5207"/>
                  </a:lnTo>
                  <a:lnTo>
                    <a:pt x="9304" y="6075"/>
                  </a:lnTo>
                  <a:lnTo>
                    <a:pt x="9505" y="6922"/>
                  </a:lnTo>
                  <a:lnTo>
                    <a:pt x="9647" y="7790"/>
                  </a:lnTo>
                  <a:lnTo>
                    <a:pt x="9788" y="8678"/>
                  </a:lnTo>
                  <a:lnTo>
                    <a:pt x="9869" y="9546"/>
                  </a:lnTo>
                  <a:lnTo>
                    <a:pt x="9929" y="10434"/>
                  </a:lnTo>
                  <a:lnTo>
                    <a:pt x="9949" y="11302"/>
                  </a:lnTo>
                  <a:lnTo>
                    <a:pt x="9949" y="12189"/>
                  </a:lnTo>
                  <a:lnTo>
                    <a:pt x="9909" y="13077"/>
                  </a:lnTo>
                  <a:lnTo>
                    <a:pt x="9828" y="13945"/>
                  </a:lnTo>
                  <a:lnTo>
                    <a:pt x="9727" y="14833"/>
                  </a:lnTo>
                  <a:lnTo>
                    <a:pt x="9586" y="15701"/>
                  </a:lnTo>
                  <a:lnTo>
                    <a:pt x="9405" y="16569"/>
                  </a:lnTo>
                  <a:lnTo>
                    <a:pt x="9203" y="17416"/>
                  </a:lnTo>
                  <a:lnTo>
                    <a:pt x="8961" y="18264"/>
                  </a:lnTo>
                  <a:lnTo>
                    <a:pt x="8799" y="18768"/>
                  </a:lnTo>
                  <a:lnTo>
                    <a:pt x="8618" y="19293"/>
                  </a:lnTo>
                  <a:lnTo>
                    <a:pt x="8396" y="19838"/>
                  </a:lnTo>
                  <a:lnTo>
                    <a:pt x="8133" y="20362"/>
                  </a:lnTo>
                  <a:lnTo>
                    <a:pt x="7992" y="20625"/>
                  </a:lnTo>
                  <a:lnTo>
                    <a:pt x="7831" y="20867"/>
                  </a:lnTo>
                  <a:lnTo>
                    <a:pt x="7669" y="21129"/>
                  </a:lnTo>
                  <a:lnTo>
                    <a:pt x="7487" y="21371"/>
                  </a:lnTo>
                  <a:lnTo>
                    <a:pt x="7286" y="21593"/>
                  </a:lnTo>
                  <a:lnTo>
                    <a:pt x="7084" y="21815"/>
                  </a:lnTo>
                  <a:lnTo>
                    <a:pt x="6862" y="22037"/>
                  </a:lnTo>
                  <a:lnTo>
                    <a:pt x="6620" y="22239"/>
                  </a:lnTo>
                  <a:lnTo>
                    <a:pt x="6398" y="22401"/>
                  </a:lnTo>
                  <a:lnTo>
                    <a:pt x="6196" y="22542"/>
                  </a:lnTo>
                  <a:lnTo>
                    <a:pt x="5974" y="22663"/>
                  </a:lnTo>
                  <a:lnTo>
                    <a:pt x="5772" y="22764"/>
                  </a:lnTo>
                  <a:lnTo>
                    <a:pt x="5550" y="22865"/>
                  </a:lnTo>
                  <a:lnTo>
                    <a:pt x="5348" y="22945"/>
                  </a:lnTo>
                  <a:lnTo>
                    <a:pt x="5147" y="23006"/>
                  </a:lnTo>
                  <a:lnTo>
                    <a:pt x="4945" y="23046"/>
                  </a:lnTo>
                  <a:lnTo>
                    <a:pt x="4743" y="23087"/>
                  </a:lnTo>
                  <a:lnTo>
                    <a:pt x="4541" y="23107"/>
                  </a:lnTo>
                  <a:lnTo>
                    <a:pt x="4339" y="23107"/>
                  </a:lnTo>
                  <a:lnTo>
                    <a:pt x="4138" y="23087"/>
                  </a:lnTo>
                  <a:lnTo>
                    <a:pt x="3936" y="23046"/>
                  </a:lnTo>
                  <a:lnTo>
                    <a:pt x="3754" y="23006"/>
                  </a:lnTo>
                  <a:lnTo>
                    <a:pt x="3552" y="22925"/>
                  </a:lnTo>
                  <a:lnTo>
                    <a:pt x="3351" y="22845"/>
                  </a:lnTo>
                  <a:lnTo>
                    <a:pt x="3169" y="22764"/>
                  </a:lnTo>
                  <a:lnTo>
                    <a:pt x="2987" y="22643"/>
                  </a:lnTo>
                  <a:lnTo>
                    <a:pt x="2806" y="22522"/>
                  </a:lnTo>
                  <a:lnTo>
                    <a:pt x="2644" y="22380"/>
                  </a:lnTo>
                  <a:lnTo>
                    <a:pt x="2321" y="22078"/>
                  </a:lnTo>
                  <a:lnTo>
                    <a:pt x="1999" y="21714"/>
                  </a:lnTo>
                  <a:lnTo>
                    <a:pt x="1716" y="21331"/>
                  </a:lnTo>
                  <a:lnTo>
                    <a:pt x="1454" y="20927"/>
                  </a:lnTo>
                  <a:lnTo>
                    <a:pt x="1211" y="20483"/>
                  </a:lnTo>
                  <a:lnTo>
                    <a:pt x="990" y="20019"/>
                  </a:lnTo>
                  <a:lnTo>
                    <a:pt x="788" y="19535"/>
                  </a:lnTo>
                  <a:lnTo>
                    <a:pt x="626" y="19051"/>
                  </a:lnTo>
                  <a:lnTo>
                    <a:pt x="465" y="18566"/>
                  </a:lnTo>
                  <a:lnTo>
                    <a:pt x="344" y="18082"/>
                  </a:lnTo>
                  <a:lnTo>
                    <a:pt x="243" y="17598"/>
                  </a:lnTo>
                  <a:lnTo>
                    <a:pt x="162" y="17134"/>
                  </a:lnTo>
                  <a:lnTo>
                    <a:pt x="122" y="16690"/>
                  </a:lnTo>
                  <a:lnTo>
                    <a:pt x="102" y="16286"/>
                  </a:lnTo>
                  <a:lnTo>
                    <a:pt x="81" y="15600"/>
                  </a:lnTo>
                  <a:lnTo>
                    <a:pt x="81" y="14934"/>
                  </a:lnTo>
                  <a:lnTo>
                    <a:pt x="102" y="14268"/>
                  </a:lnTo>
                  <a:lnTo>
                    <a:pt x="142" y="13582"/>
                  </a:lnTo>
                  <a:lnTo>
                    <a:pt x="182" y="12916"/>
                  </a:lnTo>
                  <a:lnTo>
                    <a:pt x="243" y="12250"/>
                  </a:lnTo>
                  <a:lnTo>
                    <a:pt x="404" y="10918"/>
                  </a:lnTo>
                  <a:lnTo>
                    <a:pt x="586" y="9586"/>
                  </a:lnTo>
                  <a:lnTo>
                    <a:pt x="788" y="8254"/>
                  </a:lnTo>
                  <a:lnTo>
                    <a:pt x="1252" y="5631"/>
                  </a:lnTo>
                  <a:lnTo>
                    <a:pt x="1454" y="4622"/>
                  </a:lnTo>
                  <a:lnTo>
                    <a:pt x="1555" y="4117"/>
                  </a:lnTo>
                  <a:lnTo>
                    <a:pt x="1676" y="3613"/>
                  </a:lnTo>
                  <a:lnTo>
                    <a:pt x="1837" y="3108"/>
                  </a:lnTo>
                  <a:lnTo>
                    <a:pt x="1999" y="2604"/>
                  </a:lnTo>
                  <a:lnTo>
                    <a:pt x="2200" y="2140"/>
                  </a:lnTo>
                  <a:lnTo>
                    <a:pt x="2442" y="1655"/>
                  </a:lnTo>
                  <a:lnTo>
                    <a:pt x="2584" y="1393"/>
                  </a:lnTo>
                  <a:lnTo>
                    <a:pt x="2745" y="1151"/>
                  </a:lnTo>
                  <a:lnTo>
                    <a:pt x="2927" y="949"/>
                  </a:lnTo>
                  <a:lnTo>
                    <a:pt x="3108" y="747"/>
                  </a:lnTo>
                  <a:lnTo>
                    <a:pt x="3290" y="586"/>
                  </a:lnTo>
                  <a:lnTo>
                    <a:pt x="3472" y="445"/>
                  </a:lnTo>
                  <a:lnTo>
                    <a:pt x="3673" y="324"/>
                  </a:lnTo>
                  <a:lnTo>
                    <a:pt x="3875" y="223"/>
                  </a:lnTo>
                  <a:lnTo>
                    <a:pt x="4077" y="162"/>
                  </a:lnTo>
                  <a:lnTo>
                    <a:pt x="4279" y="102"/>
                  </a:lnTo>
                  <a:lnTo>
                    <a:pt x="4481" y="81"/>
                  </a:lnTo>
                  <a:lnTo>
                    <a:pt x="4703" y="61"/>
                  </a:lnTo>
                  <a:close/>
                  <a:moveTo>
                    <a:pt x="4561" y="1"/>
                  </a:moveTo>
                  <a:lnTo>
                    <a:pt x="4319" y="21"/>
                  </a:lnTo>
                  <a:lnTo>
                    <a:pt x="4077" y="61"/>
                  </a:lnTo>
                  <a:lnTo>
                    <a:pt x="3855" y="142"/>
                  </a:lnTo>
                  <a:lnTo>
                    <a:pt x="3633" y="243"/>
                  </a:lnTo>
                  <a:lnTo>
                    <a:pt x="3431" y="364"/>
                  </a:lnTo>
                  <a:lnTo>
                    <a:pt x="3229" y="525"/>
                  </a:lnTo>
                  <a:lnTo>
                    <a:pt x="3048" y="687"/>
                  </a:lnTo>
                  <a:lnTo>
                    <a:pt x="2866" y="889"/>
                  </a:lnTo>
                  <a:lnTo>
                    <a:pt x="2685" y="1111"/>
                  </a:lnTo>
                  <a:lnTo>
                    <a:pt x="2523" y="1353"/>
                  </a:lnTo>
                  <a:lnTo>
                    <a:pt x="2362" y="1615"/>
                  </a:lnTo>
                  <a:lnTo>
                    <a:pt x="2120" y="2099"/>
                  </a:lnTo>
                  <a:lnTo>
                    <a:pt x="1918" y="2584"/>
                  </a:lnTo>
                  <a:lnTo>
                    <a:pt x="1756" y="3068"/>
                  </a:lnTo>
                  <a:lnTo>
                    <a:pt x="1615" y="3573"/>
                  </a:lnTo>
                  <a:lnTo>
                    <a:pt x="1474" y="4097"/>
                  </a:lnTo>
                  <a:lnTo>
                    <a:pt x="1373" y="4602"/>
                  </a:lnTo>
                  <a:lnTo>
                    <a:pt x="1171" y="5631"/>
                  </a:lnTo>
                  <a:lnTo>
                    <a:pt x="707" y="8254"/>
                  </a:lnTo>
                  <a:lnTo>
                    <a:pt x="505" y="9566"/>
                  </a:lnTo>
                  <a:lnTo>
                    <a:pt x="324" y="10898"/>
                  </a:lnTo>
                  <a:lnTo>
                    <a:pt x="162" y="12250"/>
                  </a:lnTo>
                  <a:lnTo>
                    <a:pt x="102" y="12916"/>
                  </a:lnTo>
                  <a:lnTo>
                    <a:pt x="61" y="13582"/>
                  </a:lnTo>
                  <a:lnTo>
                    <a:pt x="21" y="14268"/>
                  </a:lnTo>
                  <a:lnTo>
                    <a:pt x="1" y="14934"/>
                  </a:lnTo>
                  <a:lnTo>
                    <a:pt x="1" y="15600"/>
                  </a:lnTo>
                  <a:lnTo>
                    <a:pt x="21" y="16286"/>
                  </a:lnTo>
                  <a:lnTo>
                    <a:pt x="41" y="16710"/>
                  </a:lnTo>
                  <a:lnTo>
                    <a:pt x="81" y="17154"/>
                  </a:lnTo>
                  <a:lnTo>
                    <a:pt x="162" y="17618"/>
                  </a:lnTo>
                  <a:lnTo>
                    <a:pt x="263" y="18102"/>
                  </a:lnTo>
                  <a:lnTo>
                    <a:pt x="404" y="18587"/>
                  </a:lnTo>
                  <a:lnTo>
                    <a:pt x="546" y="19071"/>
                  </a:lnTo>
                  <a:lnTo>
                    <a:pt x="727" y="19575"/>
                  </a:lnTo>
                  <a:lnTo>
                    <a:pt x="929" y="20060"/>
                  </a:lnTo>
                  <a:lnTo>
                    <a:pt x="1151" y="20524"/>
                  </a:lnTo>
                  <a:lnTo>
                    <a:pt x="1393" y="20968"/>
                  </a:lnTo>
                  <a:lnTo>
                    <a:pt x="1655" y="21392"/>
                  </a:lnTo>
                  <a:lnTo>
                    <a:pt x="1958" y="21775"/>
                  </a:lnTo>
                  <a:lnTo>
                    <a:pt x="2261" y="22138"/>
                  </a:lnTo>
                  <a:lnTo>
                    <a:pt x="2604" y="22461"/>
                  </a:lnTo>
                  <a:lnTo>
                    <a:pt x="2765" y="22582"/>
                  </a:lnTo>
                  <a:lnTo>
                    <a:pt x="2947" y="22723"/>
                  </a:lnTo>
                  <a:lnTo>
                    <a:pt x="3129" y="22824"/>
                  </a:lnTo>
                  <a:lnTo>
                    <a:pt x="3330" y="22925"/>
                  </a:lnTo>
                  <a:lnTo>
                    <a:pt x="3593" y="23046"/>
                  </a:lnTo>
                  <a:lnTo>
                    <a:pt x="3875" y="23127"/>
                  </a:lnTo>
                  <a:lnTo>
                    <a:pt x="4158" y="23167"/>
                  </a:lnTo>
                  <a:lnTo>
                    <a:pt x="4460" y="23188"/>
                  </a:lnTo>
                  <a:lnTo>
                    <a:pt x="4723" y="23167"/>
                  </a:lnTo>
                  <a:lnTo>
                    <a:pt x="4985" y="23127"/>
                  </a:lnTo>
                  <a:lnTo>
                    <a:pt x="5268" y="23067"/>
                  </a:lnTo>
                  <a:lnTo>
                    <a:pt x="5550" y="22966"/>
                  </a:lnTo>
                  <a:lnTo>
                    <a:pt x="5813" y="22845"/>
                  </a:lnTo>
                  <a:lnTo>
                    <a:pt x="6095" y="22683"/>
                  </a:lnTo>
                  <a:lnTo>
                    <a:pt x="6378" y="22501"/>
                  </a:lnTo>
                  <a:lnTo>
                    <a:pt x="6680" y="22300"/>
                  </a:lnTo>
                  <a:lnTo>
                    <a:pt x="6922" y="22098"/>
                  </a:lnTo>
                  <a:lnTo>
                    <a:pt x="7144" y="21876"/>
                  </a:lnTo>
                  <a:lnTo>
                    <a:pt x="7346" y="21654"/>
                  </a:lnTo>
                  <a:lnTo>
                    <a:pt x="7548" y="21412"/>
                  </a:lnTo>
                  <a:lnTo>
                    <a:pt x="7730" y="21170"/>
                  </a:lnTo>
                  <a:lnTo>
                    <a:pt x="7911" y="20927"/>
                  </a:lnTo>
                  <a:lnTo>
                    <a:pt x="8053" y="20665"/>
                  </a:lnTo>
                  <a:lnTo>
                    <a:pt x="8214" y="20403"/>
                  </a:lnTo>
                  <a:lnTo>
                    <a:pt x="8476" y="19878"/>
                  </a:lnTo>
                  <a:lnTo>
                    <a:pt x="8698" y="19333"/>
                  </a:lnTo>
                  <a:lnTo>
                    <a:pt x="8880" y="18809"/>
                  </a:lnTo>
                  <a:lnTo>
                    <a:pt x="9041" y="18284"/>
                  </a:lnTo>
                  <a:lnTo>
                    <a:pt x="9283" y="17436"/>
                  </a:lnTo>
                  <a:lnTo>
                    <a:pt x="9485" y="16589"/>
                  </a:lnTo>
                  <a:lnTo>
                    <a:pt x="9667" y="15721"/>
                  </a:lnTo>
                  <a:lnTo>
                    <a:pt x="9808" y="14833"/>
                  </a:lnTo>
                  <a:lnTo>
                    <a:pt x="9909" y="13965"/>
                  </a:lnTo>
                  <a:lnTo>
                    <a:pt x="9990" y="13077"/>
                  </a:lnTo>
                  <a:lnTo>
                    <a:pt x="10030" y="12189"/>
                  </a:lnTo>
                  <a:lnTo>
                    <a:pt x="10030" y="11302"/>
                  </a:lnTo>
                  <a:lnTo>
                    <a:pt x="10010" y="10434"/>
                  </a:lnTo>
                  <a:lnTo>
                    <a:pt x="9949" y="9546"/>
                  </a:lnTo>
                  <a:lnTo>
                    <a:pt x="9869" y="8658"/>
                  </a:lnTo>
                  <a:lnTo>
                    <a:pt x="9727" y="7790"/>
                  </a:lnTo>
                  <a:lnTo>
                    <a:pt x="9566" y="6902"/>
                  </a:lnTo>
                  <a:lnTo>
                    <a:pt x="9384" y="6055"/>
                  </a:lnTo>
                  <a:lnTo>
                    <a:pt x="9162" y="5187"/>
                  </a:lnTo>
                  <a:lnTo>
                    <a:pt x="8900" y="4339"/>
                  </a:lnTo>
                  <a:lnTo>
                    <a:pt x="8759" y="3936"/>
                  </a:lnTo>
                  <a:lnTo>
                    <a:pt x="8618" y="3552"/>
                  </a:lnTo>
                  <a:lnTo>
                    <a:pt x="8476" y="3209"/>
                  </a:lnTo>
                  <a:lnTo>
                    <a:pt x="8315" y="2866"/>
                  </a:lnTo>
                  <a:lnTo>
                    <a:pt x="8153" y="2523"/>
                  </a:lnTo>
                  <a:lnTo>
                    <a:pt x="7972" y="2220"/>
                  </a:lnTo>
                  <a:lnTo>
                    <a:pt x="7790" y="1938"/>
                  </a:lnTo>
                  <a:lnTo>
                    <a:pt x="7609" y="1676"/>
                  </a:lnTo>
                  <a:lnTo>
                    <a:pt x="7407" y="1433"/>
                  </a:lnTo>
                  <a:lnTo>
                    <a:pt x="7225" y="1211"/>
                  </a:lnTo>
                  <a:lnTo>
                    <a:pt x="7003" y="990"/>
                  </a:lnTo>
                  <a:lnTo>
                    <a:pt x="6801" y="808"/>
                  </a:lnTo>
                  <a:lnTo>
                    <a:pt x="6579" y="646"/>
                  </a:lnTo>
                  <a:lnTo>
                    <a:pt x="6337" y="485"/>
                  </a:lnTo>
                  <a:lnTo>
                    <a:pt x="6095" y="344"/>
                  </a:lnTo>
                  <a:lnTo>
                    <a:pt x="5853" y="243"/>
                  </a:lnTo>
                  <a:lnTo>
                    <a:pt x="5591" y="142"/>
                  </a:lnTo>
                  <a:lnTo>
                    <a:pt x="5328" y="61"/>
                  </a:lnTo>
                  <a:lnTo>
                    <a:pt x="5066" y="21"/>
                  </a:lnTo>
                  <a:lnTo>
                    <a:pt x="4824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04" name="Google Shape;504;p7"/>
            <p:cNvSpPr/>
            <p:nvPr/>
          </p:nvSpPr>
          <p:spPr>
            <a:xfrm flipH="1">
              <a:off x="624664" y="-5010276"/>
              <a:ext cx="2123367" cy="1193681"/>
            </a:xfrm>
            <a:custGeom>
              <a:rect b="b" l="l" r="r" t="t"/>
              <a:pathLst>
                <a:path extrusionOk="0" h="21351" w="37980">
                  <a:moveTo>
                    <a:pt x="10776" y="81"/>
                  </a:moveTo>
                  <a:lnTo>
                    <a:pt x="11341" y="101"/>
                  </a:lnTo>
                  <a:lnTo>
                    <a:pt x="11927" y="121"/>
                  </a:lnTo>
                  <a:lnTo>
                    <a:pt x="12532" y="182"/>
                  </a:lnTo>
                  <a:lnTo>
                    <a:pt x="13178" y="222"/>
                  </a:lnTo>
                  <a:lnTo>
                    <a:pt x="13824" y="303"/>
                  </a:lnTo>
                  <a:lnTo>
                    <a:pt x="14510" y="404"/>
                  </a:lnTo>
                  <a:lnTo>
                    <a:pt x="15216" y="505"/>
                  </a:lnTo>
                  <a:lnTo>
                    <a:pt x="15943" y="626"/>
                  </a:lnTo>
                  <a:lnTo>
                    <a:pt x="16709" y="767"/>
                  </a:lnTo>
                  <a:lnTo>
                    <a:pt x="17496" y="949"/>
                  </a:lnTo>
                  <a:lnTo>
                    <a:pt x="18324" y="1130"/>
                  </a:lnTo>
                  <a:lnTo>
                    <a:pt x="19171" y="1332"/>
                  </a:lnTo>
                  <a:lnTo>
                    <a:pt x="20039" y="1554"/>
                  </a:lnTo>
                  <a:lnTo>
                    <a:pt x="20947" y="1796"/>
                  </a:lnTo>
                  <a:lnTo>
                    <a:pt x="21875" y="2059"/>
                  </a:lnTo>
                  <a:lnTo>
                    <a:pt x="23571" y="2583"/>
                  </a:lnTo>
                  <a:lnTo>
                    <a:pt x="24418" y="2866"/>
                  </a:lnTo>
                  <a:lnTo>
                    <a:pt x="25286" y="3148"/>
                  </a:lnTo>
                  <a:lnTo>
                    <a:pt x="26154" y="3471"/>
                  </a:lnTo>
                  <a:lnTo>
                    <a:pt x="27021" y="3794"/>
                  </a:lnTo>
                  <a:lnTo>
                    <a:pt x="27889" y="4157"/>
                  </a:lnTo>
                  <a:lnTo>
                    <a:pt x="28757" y="4541"/>
                  </a:lnTo>
                  <a:lnTo>
                    <a:pt x="29625" y="4944"/>
                  </a:lnTo>
                  <a:lnTo>
                    <a:pt x="30472" y="5368"/>
                  </a:lnTo>
                  <a:lnTo>
                    <a:pt x="31300" y="5832"/>
                  </a:lnTo>
                  <a:lnTo>
                    <a:pt x="32127" y="6317"/>
                  </a:lnTo>
                  <a:lnTo>
                    <a:pt x="32954" y="6841"/>
                  </a:lnTo>
                  <a:lnTo>
                    <a:pt x="33741" y="7406"/>
                  </a:lnTo>
                  <a:lnTo>
                    <a:pt x="34508" y="7992"/>
                  </a:lnTo>
                  <a:lnTo>
                    <a:pt x="35255" y="8637"/>
                  </a:lnTo>
                  <a:lnTo>
                    <a:pt x="35638" y="8980"/>
                  </a:lnTo>
                  <a:lnTo>
                    <a:pt x="36001" y="9344"/>
                  </a:lnTo>
                  <a:lnTo>
                    <a:pt x="36345" y="9687"/>
                  </a:lnTo>
                  <a:lnTo>
                    <a:pt x="36627" y="10030"/>
                  </a:lnTo>
                  <a:lnTo>
                    <a:pt x="36910" y="10373"/>
                  </a:lnTo>
                  <a:lnTo>
                    <a:pt x="37132" y="10696"/>
                  </a:lnTo>
                  <a:lnTo>
                    <a:pt x="37354" y="11039"/>
                  </a:lnTo>
                  <a:lnTo>
                    <a:pt x="37535" y="11382"/>
                  </a:lnTo>
                  <a:lnTo>
                    <a:pt x="37656" y="11624"/>
                  </a:lnTo>
                  <a:lnTo>
                    <a:pt x="37737" y="11846"/>
                  </a:lnTo>
                  <a:lnTo>
                    <a:pt x="37818" y="12068"/>
                  </a:lnTo>
                  <a:lnTo>
                    <a:pt x="37858" y="12290"/>
                  </a:lnTo>
                  <a:lnTo>
                    <a:pt x="37898" y="12492"/>
                  </a:lnTo>
                  <a:lnTo>
                    <a:pt x="37898" y="12694"/>
                  </a:lnTo>
                  <a:lnTo>
                    <a:pt x="37878" y="12875"/>
                  </a:lnTo>
                  <a:lnTo>
                    <a:pt x="37838" y="13057"/>
                  </a:lnTo>
                  <a:lnTo>
                    <a:pt x="37757" y="13259"/>
                  </a:lnTo>
                  <a:lnTo>
                    <a:pt x="37636" y="13460"/>
                  </a:lnTo>
                  <a:lnTo>
                    <a:pt x="37495" y="13662"/>
                  </a:lnTo>
                  <a:lnTo>
                    <a:pt x="37313" y="13824"/>
                  </a:lnTo>
                  <a:lnTo>
                    <a:pt x="37111" y="13985"/>
                  </a:lnTo>
                  <a:lnTo>
                    <a:pt x="36869" y="14106"/>
                  </a:lnTo>
                  <a:lnTo>
                    <a:pt x="36627" y="14207"/>
                  </a:lnTo>
                  <a:lnTo>
                    <a:pt x="36365" y="14288"/>
                  </a:lnTo>
                  <a:lnTo>
                    <a:pt x="36102" y="14328"/>
                  </a:lnTo>
                  <a:lnTo>
                    <a:pt x="35860" y="14368"/>
                  </a:lnTo>
                  <a:lnTo>
                    <a:pt x="35336" y="14368"/>
                  </a:lnTo>
                  <a:lnTo>
                    <a:pt x="34831" y="14328"/>
                  </a:lnTo>
                  <a:lnTo>
                    <a:pt x="34327" y="14268"/>
                  </a:lnTo>
                  <a:lnTo>
                    <a:pt x="34306" y="14268"/>
                  </a:lnTo>
                  <a:lnTo>
                    <a:pt x="32934" y="14106"/>
                  </a:lnTo>
                  <a:lnTo>
                    <a:pt x="31501" y="13945"/>
                  </a:lnTo>
                  <a:lnTo>
                    <a:pt x="30028" y="13803"/>
                  </a:lnTo>
                  <a:lnTo>
                    <a:pt x="28535" y="13682"/>
                  </a:lnTo>
                  <a:lnTo>
                    <a:pt x="26981" y="13561"/>
                  </a:lnTo>
                  <a:lnTo>
                    <a:pt x="25387" y="13481"/>
                  </a:lnTo>
                  <a:lnTo>
                    <a:pt x="23772" y="13420"/>
                  </a:lnTo>
                  <a:lnTo>
                    <a:pt x="22138" y="13400"/>
                  </a:lnTo>
                  <a:lnTo>
                    <a:pt x="20483" y="13420"/>
                  </a:lnTo>
                  <a:lnTo>
                    <a:pt x="18788" y="13460"/>
                  </a:lnTo>
                  <a:lnTo>
                    <a:pt x="17093" y="13561"/>
                  </a:lnTo>
                  <a:lnTo>
                    <a:pt x="16245" y="13622"/>
                  </a:lnTo>
                  <a:lnTo>
                    <a:pt x="15398" y="13703"/>
                  </a:lnTo>
                  <a:lnTo>
                    <a:pt x="14530" y="13803"/>
                  </a:lnTo>
                  <a:lnTo>
                    <a:pt x="13682" y="13904"/>
                  </a:lnTo>
                  <a:lnTo>
                    <a:pt x="12815" y="14025"/>
                  </a:lnTo>
                  <a:lnTo>
                    <a:pt x="11967" y="14146"/>
                  </a:lnTo>
                  <a:lnTo>
                    <a:pt x="11099" y="14308"/>
                  </a:lnTo>
                  <a:lnTo>
                    <a:pt x="10252" y="14469"/>
                  </a:lnTo>
                  <a:lnTo>
                    <a:pt x="9384" y="14651"/>
                  </a:lnTo>
                  <a:lnTo>
                    <a:pt x="8536" y="14833"/>
                  </a:lnTo>
                  <a:lnTo>
                    <a:pt x="7992" y="14974"/>
                  </a:lnTo>
                  <a:lnTo>
                    <a:pt x="7467" y="15115"/>
                  </a:lnTo>
                  <a:lnTo>
                    <a:pt x="6922" y="15277"/>
                  </a:lnTo>
                  <a:lnTo>
                    <a:pt x="6397" y="15458"/>
                  </a:lnTo>
                  <a:lnTo>
                    <a:pt x="5873" y="15660"/>
                  </a:lnTo>
                  <a:lnTo>
                    <a:pt x="5368" y="15902"/>
                  </a:lnTo>
                  <a:lnTo>
                    <a:pt x="4864" y="16164"/>
                  </a:lnTo>
                  <a:lnTo>
                    <a:pt x="4379" y="16467"/>
                  </a:lnTo>
                  <a:lnTo>
                    <a:pt x="4137" y="16649"/>
                  </a:lnTo>
                  <a:lnTo>
                    <a:pt x="3875" y="16851"/>
                  </a:lnTo>
                  <a:lnTo>
                    <a:pt x="3613" y="17073"/>
                  </a:lnTo>
                  <a:lnTo>
                    <a:pt x="3350" y="17335"/>
                  </a:lnTo>
                  <a:lnTo>
                    <a:pt x="3108" y="17617"/>
                  </a:lnTo>
                  <a:lnTo>
                    <a:pt x="2866" y="17940"/>
                  </a:lnTo>
                  <a:lnTo>
                    <a:pt x="2644" y="18283"/>
                  </a:lnTo>
                  <a:lnTo>
                    <a:pt x="2462" y="18667"/>
                  </a:lnTo>
                  <a:lnTo>
                    <a:pt x="2382" y="18889"/>
                  </a:lnTo>
                  <a:lnTo>
                    <a:pt x="2341" y="19131"/>
                  </a:lnTo>
                  <a:lnTo>
                    <a:pt x="2260" y="19635"/>
                  </a:lnTo>
                  <a:lnTo>
                    <a:pt x="2220" y="19918"/>
                  </a:lnTo>
                  <a:lnTo>
                    <a:pt x="2180" y="20201"/>
                  </a:lnTo>
                  <a:lnTo>
                    <a:pt x="2099" y="20463"/>
                  </a:lnTo>
                  <a:lnTo>
                    <a:pt x="2059" y="20584"/>
                  </a:lnTo>
                  <a:lnTo>
                    <a:pt x="1998" y="20705"/>
                  </a:lnTo>
                  <a:lnTo>
                    <a:pt x="1897" y="20846"/>
                  </a:lnTo>
                  <a:lnTo>
                    <a:pt x="1816" y="20988"/>
                  </a:lnTo>
                  <a:lnTo>
                    <a:pt x="1716" y="21088"/>
                  </a:lnTo>
                  <a:lnTo>
                    <a:pt x="1615" y="21169"/>
                  </a:lnTo>
                  <a:lnTo>
                    <a:pt x="1514" y="21210"/>
                  </a:lnTo>
                  <a:lnTo>
                    <a:pt x="1413" y="21250"/>
                  </a:lnTo>
                  <a:lnTo>
                    <a:pt x="1312" y="21270"/>
                  </a:lnTo>
                  <a:lnTo>
                    <a:pt x="1211" y="21250"/>
                  </a:lnTo>
                  <a:lnTo>
                    <a:pt x="1110" y="21210"/>
                  </a:lnTo>
                  <a:lnTo>
                    <a:pt x="1009" y="21149"/>
                  </a:lnTo>
                  <a:lnTo>
                    <a:pt x="908" y="21068"/>
                  </a:lnTo>
                  <a:lnTo>
                    <a:pt x="807" y="20967"/>
                  </a:lnTo>
                  <a:lnTo>
                    <a:pt x="707" y="20846"/>
                  </a:lnTo>
                  <a:lnTo>
                    <a:pt x="626" y="20725"/>
                  </a:lnTo>
                  <a:lnTo>
                    <a:pt x="464" y="20422"/>
                  </a:lnTo>
                  <a:lnTo>
                    <a:pt x="323" y="20100"/>
                  </a:lnTo>
                  <a:lnTo>
                    <a:pt x="222" y="19777"/>
                  </a:lnTo>
                  <a:lnTo>
                    <a:pt x="162" y="19454"/>
                  </a:lnTo>
                  <a:lnTo>
                    <a:pt x="121" y="19151"/>
                  </a:lnTo>
                  <a:lnTo>
                    <a:pt x="101" y="18223"/>
                  </a:lnTo>
                  <a:lnTo>
                    <a:pt x="81" y="17274"/>
                  </a:lnTo>
                  <a:lnTo>
                    <a:pt x="81" y="16326"/>
                  </a:lnTo>
                  <a:lnTo>
                    <a:pt x="101" y="15377"/>
                  </a:lnTo>
                  <a:lnTo>
                    <a:pt x="142" y="14449"/>
                  </a:lnTo>
                  <a:lnTo>
                    <a:pt x="182" y="13501"/>
                  </a:lnTo>
                  <a:lnTo>
                    <a:pt x="263" y="12572"/>
                  </a:lnTo>
                  <a:lnTo>
                    <a:pt x="343" y="11624"/>
                  </a:lnTo>
                  <a:lnTo>
                    <a:pt x="444" y="10696"/>
                  </a:lnTo>
                  <a:lnTo>
                    <a:pt x="545" y="9747"/>
                  </a:lnTo>
                  <a:lnTo>
                    <a:pt x="686" y="8819"/>
                  </a:lnTo>
                  <a:lnTo>
                    <a:pt x="828" y="7891"/>
                  </a:lnTo>
                  <a:lnTo>
                    <a:pt x="989" y="6962"/>
                  </a:lnTo>
                  <a:lnTo>
                    <a:pt x="1171" y="6034"/>
                  </a:lnTo>
                  <a:lnTo>
                    <a:pt x="1373" y="5126"/>
                  </a:lnTo>
                  <a:lnTo>
                    <a:pt x="1574" y="4198"/>
                  </a:lnTo>
                  <a:lnTo>
                    <a:pt x="1736" y="3572"/>
                  </a:lnTo>
                  <a:lnTo>
                    <a:pt x="1837" y="3269"/>
                  </a:lnTo>
                  <a:lnTo>
                    <a:pt x="1958" y="2967"/>
                  </a:lnTo>
                  <a:lnTo>
                    <a:pt x="2079" y="2664"/>
                  </a:lnTo>
                  <a:lnTo>
                    <a:pt x="2220" y="2402"/>
                  </a:lnTo>
                  <a:lnTo>
                    <a:pt x="2402" y="2139"/>
                  </a:lnTo>
                  <a:lnTo>
                    <a:pt x="2604" y="1897"/>
                  </a:lnTo>
                  <a:lnTo>
                    <a:pt x="2825" y="1695"/>
                  </a:lnTo>
                  <a:lnTo>
                    <a:pt x="3068" y="1514"/>
                  </a:lnTo>
                  <a:lnTo>
                    <a:pt x="3330" y="1352"/>
                  </a:lnTo>
                  <a:lnTo>
                    <a:pt x="3592" y="1211"/>
                  </a:lnTo>
                  <a:lnTo>
                    <a:pt x="3875" y="1090"/>
                  </a:lnTo>
                  <a:lnTo>
                    <a:pt x="4157" y="989"/>
                  </a:lnTo>
                  <a:lnTo>
                    <a:pt x="4702" y="807"/>
                  </a:lnTo>
                  <a:lnTo>
                    <a:pt x="5247" y="666"/>
                  </a:lnTo>
                  <a:lnTo>
                    <a:pt x="5832" y="525"/>
                  </a:lnTo>
                  <a:lnTo>
                    <a:pt x="6458" y="404"/>
                  </a:lnTo>
                  <a:lnTo>
                    <a:pt x="7104" y="303"/>
                  </a:lnTo>
                  <a:lnTo>
                    <a:pt x="7810" y="202"/>
                  </a:lnTo>
                  <a:lnTo>
                    <a:pt x="8577" y="142"/>
                  </a:lnTo>
                  <a:lnTo>
                    <a:pt x="9384" y="81"/>
                  </a:lnTo>
                  <a:close/>
                  <a:moveTo>
                    <a:pt x="9848" y="0"/>
                  </a:moveTo>
                  <a:lnTo>
                    <a:pt x="9303" y="20"/>
                  </a:lnTo>
                  <a:lnTo>
                    <a:pt x="8758" y="41"/>
                  </a:lnTo>
                  <a:lnTo>
                    <a:pt x="8234" y="81"/>
                  </a:lnTo>
                  <a:lnTo>
                    <a:pt x="7709" y="142"/>
                  </a:lnTo>
                  <a:lnTo>
                    <a:pt x="7184" y="202"/>
                  </a:lnTo>
                  <a:lnTo>
                    <a:pt x="6680" y="283"/>
                  </a:lnTo>
                  <a:lnTo>
                    <a:pt x="6175" y="384"/>
                  </a:lnTo>
                  <a:lnTo>
                    <a:pt x="5671" y="485"/>
                  </a:lnTo>
                  <a:lnTo>
                    <a:pt x="5166" y="606"/>
                  </a:lnTo>
                  <a:lnTo>
                    <a:pt x="4682" y="727"/>
                  </a:lnTo>
                  <a:lnTo>
                    <a:pt x="4117" y="908"/>
                  </a:lnTo>
                  <a:lnTo>
                    <a:pt x="3834" y="1009"/>
                  </a:lnTo>
                  <a:lnTo>
                    <a:pt x="3552" y="1130"/>
                  </a:lnTo>
                  <a:lnTo>
                    <a:pt x="3269" y="1272"/>
                  </a:lnTo>
                  <a:lnTo>
                    <a:pt x="3007" y="1433"/>
                  </a:lnTo>
                  <a:lnTo>
                    <a:pt x="2765" y="1635"/>
                  </a:lnTo>
                  <a:lnTo>
                    <a:pt x="2543" y="1837"/>
                  </a:lnTo>
                  <a:lnTo>
                    <a:pt x="2341" y="2079"/>
                  </a:lnTo>
                  <a:lnTo>
                    <a:pt x="2160" y="2341"/>
                  </a:lnTo>
                  <a:lnTo>
                    <a:pt x="1998" y="2624"/>
                  </a:lnTo>
                  <a:lnTo>
                    <a:pt x="1877" y="2926"/>
                  </a:lnTo>
                  <a:lnTo>
                    <a:pt x="1776" y="3229"/>
                  </a:lnTo>
                  <a:lnTo>
                    <a:pt x="1675" y="3552"/>
                  </a:lnTo>
                  <a:lnTo>
                    <a:pt x="1514" y="4178"/>
                  </a:lnTo>
                  <a:lnTo>
                    <a:pt x="1292" y="5106"/>
                  </a:lnTo>
                  <a:lnTo>
                    <a:pt x="1090" y="6014"/>
                  </a:lnTo>
                  <a:lnTo>
                    <a:pt x="908" y="6942"/>
                  </a:lnTo>
                  <a:lnTo>
                    <a:pt x="747" y="7870"/>
                  </a:lnTo>
                  <a:lnTo>
                    <a:pt x="606" y="8819"/>
                  </a:lnTo>
                  <a:lnTo>
                    <a:pt x="485" y="9747"/>
                  </a:lnTo>
                  <a:lnTo>
                    <a:pt x="364" y="10676"/>
                  </a:lnTo>
                  <a:lnTo>
                    <a:pt x="263" y="11624"/>
                  </a:lnTo>
                  <a:lnTo>
                    <a:pt x="182" y="12552"/>
                  </a:lnTo>
                  <a:lnTo>
                    <a:pt x="101" y="13501"/>
                  </a:lnTo>
                  <a:lnTo>
                    <a:pt x="61" y="14449"/>
                  </a:lnTo>
                  <a:lnTo>
                    <a:pt x="20" y="15377"/>
                  </a:lnTo>
                  <a:lnTo>
                    <a:pt x="0" y="16326"/>
                  </a:lnTo>
                  <a:lnTo>
                    <a:pt x="0" y="17274"/>
                  </a:lnTo>
                  <a:lnTo>
                    <a:pt x="20" y="18223"/>
                  </a:lnTo>
                  <a:lnTo>
                    <a:pt x="41" y="19171"/>
                  </a:lnTo>
                  <a:lnTo>
                    <a:pt x="81" y="19474"/>
                  </a:lnTo>
                  <a:lnTo>
                    <a:pt x="162" y="19797"/>
                  </a:lnTo>
                  <a:lnTo>
                    <a:pt x="263" y="20140"/>
                  </a:lnTo>
                  <a:lnTo>
                    <a:pt x="404" y="20483"/>
                  </a:lnTo>
                  <a:lnTo>
                    <a:pt x="565" y="20766"/>
                  </a:lnTo>
                  <a:lnTo>
                    <a:pt x="666" y="20907"/>
                  </a:lnTo>
                  <a:lnTo>
                    <a:pt x="767" y="21028"/>
                  </a:lnTo>
                  <a:lnTo>
                    <a:pt x="868" y="21129"/>
                  </a:lnTo>
                  <a:lnTo>
                    <a:pt x="969" y="21210"/>
                  </a:lnTo>
                  <a:lnTo>
                    <a:pt x="1070" y="21290"/>
                  </a:lnTo>
                  <a:lnTo>
                    <a:pt x="1191" y="21331"/>
                  </a:lnTo>
                  <a:lnTo>
                    <a:pt x="1332" y="21351"/>
                  </a:lnTo>
                  <a:lnTo>
                    <a:pt x="1433" y="21331"/>
                  </a:lnTo>
                  <a:lnTo>
                    <a:pt x="1514" y="21310"/>
                  </a:lnTo>
                  <a:lnTo>
                    <a:pt x="1615" y="21250"/>
                  </a:lnTo>
                  <a:lnTo>
                    <a:pt x="1716" y="21189"/>
                  </a:lnTo>
                  <a:lnTo>
                    <a:pt x="1796" y="21109"/>
                  </a:lnTo>
                  <a:lnTo>
                    <a:pt x="1897" y="21008"/>
                  </a:lnTo>
                  <a:lnTo>
                    <a:pt x="2059" y="20745"/>
                  </a:lnTo>
                  <a:lnTo>
                    <a:pt x="2119" y="20624"/>
                  </a:lnTo>
                  <a:lnTo>
                    <a:pt x="2180" y="20503"/>
                  </a:lnTo>
                  <a:lnTo>
                    <a:pt x="2260" y="20221"/>
                  </a:lnTo>
                  <a:lnTo>
                    <a:pt x="2301" y="19938"/>
                  </a:lnTo>
                  <a:lnTo>
                    <a:pt x="2341" y="19635"/>
                  </a:lnTo>
                  <a:lnTo>
                    <a:pt x="2422" y="19151"/>
                  </a:lnTo>
                  <a:lnTo>
                    <a:pt x="2462" y="18909"/>
                  </a:lnTo>
                  <a:lnTo>
                    <a:pt x="2543" y="18687"/>
                  </a:lnTo>
                  <a:lnTo>
                    <a:pt x="2725" y="18324"/>
                  </a:lnTo>
                  <a:lnTo>
                    <a:pt x="2926" y="17981"/>
                  </a:lnTo>
                  <a:lnTo>
                    <a:pt x="3169" y="17678"/>
                  </a:lnTo>
                  <a:lnTo>
                    <a:pt x="3411" y="17395"/>
                  </a:lnTo>
                  <a:lnTo>
                    <a:pt x="3673" y="17133"/>
                  </a:lnTo>
                  <a:lnTo>
                    <a:pt x="3935" y="16911"/>
                  </a:lnTo>
                  <a:lnTo>
                    <a:pt x="4198" y="16709"/>
                  </a:lnTo>
                  <a:lnTo>
                    <a:pt x="4440" y="16528"/>
                  </a:lnTo>
                  <a:lnTo>
                    <a:pt x="4904" y="16245"/>
                  </a:lnTo>
                  <a:lnTo>
                    <a:pt x="5388" y="15983"/>
                  </a:lnTo>
                  <a:lnTo>
                    <a:pt x="5913" y="15741"/>
                  </a:lnTo>
                  <a:lnTo>
                    <a:pt x="6418" y="15539"/>
                  </a:lnTo>
                  <a:lnTo>
                    <a:pt x="6962" y="15357"/>
                  </a:lnTo>
                  <a:lnTo>
                    <a:pt x="7487" y="15196"/>
                  </a:lnTo>
                  <a:lnTo>
                    <a:pt x="8032" y="15055"/>
                  </a:lnTo>
                  <a:lnTo>
                    <a:pt x="8557" y="14913"/>
                  </a:lnTo>
                  <a:lnTo>
                    <a:pt x="9404" y="14732"/>
                  </a:lnTo>
                  <a:lnTo>
                    <a:pt x="10272" y="14550"/>
                  </a:lnTo>
                  <a:lnTo>
                    <a:pt x="11119" y="14389"/>
                  </a:lnTo>
                  <a:lnTo>
                    <a:pt x="11987" y="14227"/>
                  </a:lnTo>
                  <a:lnTo>
                    <a:pt x="12835" y="14106"/>
                  </a:lnTo>
                  <a:lnTo>
                    <a:pt x="13703" y="13985"/>
                  </a:lnTo>
                  <a:lnTo>
                    <a:pt x="14550" y="13884"/>
                  </a:lnTo>
                  <a:lnTo>
                    <a:pt x="15398" y="13783"/>
                  </a:lnTo>
                  <a:lnTo>
                    <a:pt x="16265" y="13703"/>
                  </a:lnTo>
                  <a:lnTo>
                    <a:pt x="17113" y="13642"/>
                  </a:lnTo>
                  <a:lnTo>
                    <a:pt x="18808" y="13541"/>
                  </a:lnTo>
                  <a:lnTo>
                    <a:pt x="20483" y="13501"/>
                  </a:lnTo>
                  <a:lnTo>
                    <a:pt x="22138" y="13481"/>
                  </a:lnTo>
                  <a:lnTo>
                    <a:pt x="23772" y="13501"/>
                  </a:lnTo>
                  <a:lnTo>
                    <a:pt x="25387" y="13561"/>
                  </a:lnTo>
                  <a:lnTo>
                    <a:pt x="26981" y="13642"/>
                  </a:lnTo>
                  <a:lnTo>
                    <a:pt x="28515" y="13763"/>
                  </a:lnTo>
                  <a:lnTo>
                    <a:pt x="30028" y="13884"/>
                  </a:lnTo>
                  <a:lnTo>
                    <a:pt x="31501" y="14025"/>
                  </a:lnTo>
                  <a:lnTo>
                    <a:pt x="32934" y="14187"/>
                  </a:lnTo>
                  <a:lnTo>
                    <a:pt x="34306" y="14348"/>
                  </a:lnTo>
                  <a:lnTo>
                    <a:pt x="34831" y="14409"/>
                  </a:lnTo>
                  <a:lnTo>
                    <a:pt x="35356" y="14449"/>
                  </a:lnTo>
                  <a:lnTo>
                    <a:pt x="35860" y="14449"/>
                  </a:lnTo>
                  <a:lnTo>
                    <a:pt x="36123" y="14409"/>
                  </a:lnTo>
                  <a:lnTo>
                    <a:pt x="36385" y="14368"/>
                  </a:lnTo>
                  <a:lnTo>
                    <a:pt x="36647" y="14288"/>
                  </a:lnTo>
                  <a:lnTo>
                    <a:pt x="36910" y="14187"/>
                  </a:lnTo>
                  <a:lnTo>
                    <a:pt x="37152" y="14046"/>
                  </a:lnTo>
                  <a:lnTo>
                    <a:pt x="37374" y="13884"/>
                  </a:lnTo>
                  <a:lnTo>
                    <a:pt x="37555" y="13703"/>
                  </a:lnTo>
                  <a:lnTo>
                    <a:pt x="37717" y="13501"/>
                  </a:lnTo>
                  <a:lnTo>
                    <a:pt x="37838" y="13299"/>
                  </a:lnTo>
                  <a:lnTo>
                    <a:pt x="37919" y="13077"/>
                  </a:lnTo>
                  <a:lnTo>
                    <a:pt x="37959" y="12895"/>
                  </a:lnTo>
                  <a:lnTo>
                    <a:pt x="37979" y="12694"/>
                  </a:lnTo>
                  <a:lnTo>
                    <a:pt x="37979" y="12492"/>
                  </a:lnTo>
                  <a:lnTo>
                    <a:pt x="37939" y="12290"/>
                  </a:lnTo>
                  <a:lnTo>
                    <a:pt x="37898" y="12068"/>
                  </a:lnTo>
                  <a:lnTo>
                    <a:pt x="37818" y="11826"/>
                  </a:lnTo>
                  <a:lnTo>
                    <a:pt x="37737" y="11604"/>
                  </a:lnTo>
                  <a:lnTo>
                    <a:pt x="37616" y="11341"/>
                  </a:lnTo>
                  <a:lnTo>
                    <a:pt x="37414" y="10998"/>
                  </a:lnTo>
                  <a:lnTo>
                    <a:pt x="37212" y="10655"/>
                  </a:lnTo>
                  <a:lnTo>
                    <a:pt x="36970" y="10312"/>
                  </a:lnTo>
                  <a:lnTo>
                    <a:pt x="36708" y="9969"/>
                  </a:lnTo>
                  <a:lnTo>
                    <a:pt x="36405" y="9626"/>
                  </a:lnTo>
                  <a:lnTo>
                    <a:pt x="36062" y="9283"/>
                  </a:lnTo>
                  <a:lnTo>
                    <a:pt x="35699" y="8920"/>
                  </a:lnTo>
                  <a:lnTo>
                    <a:pt x="35315" y="8577"/>
                  </a:lnTo>
                  <a:lnTo>
                    <a:pt x="34569" y="7931"/>
                  </a:lnTo>
                  <a:lnTo>
                    <a:pt x="33782" y="7346"/>
                  </a:lnTo>
                  <a:lnTo>
                    <a:pt x="32995" y="6781"/>
                  </a:lnTo>
                  <a:lnTo>
                    <a:pt x="32187" y="6256"/>
                  </a:lnTo>
                  <a:lnTo>
                    <a:pt x="31360" y="5772"/>
                  </a:lnTo>
                  <a:lnTo>
                    <a:pt x="30512" y="5308"/>
                  </a:lnTo>
                  <a:lnTo>
                    <a:pt x="29665" y="4864"/>
                  </a:lnTo>
                  <a:lnTo>
                    <a:pt x="28797" y="4460"/>
                  </a:lnTo>
                  <a:lnTo>
                    <a:pt x="27929" y="4077"/>
                  </a:lnTo>
                  <a:lnTo>
                    <a:pt x="27062" y="3734"/>
                  </a:lnTo>
                  <a:lnTo>
                    <a:pt x="26194" y="3390"/>
                  </a:lnTo>
                  <a:lnTo>
                    <a:pt x="25306" y="3088"/>
                  </a:lnTo>
                  <a:lnTo>
                    <a:pt x="24458" y="2785"/>
                  </a:lnTo>
                  <a:lnTo>
                    <a:pt x="23591" y="2503"/>
                  </a:lnTo>
                  <a:lnTo>
                    <a:pt x="21896" y="1998"/>
                  </a:lnTo>
                  <a:lnTo>
                    <a:pt x="20685" y="1635"/>
                  </a:lnTo>
                  <a:lnTo>
                    <a:pt x="19494" y="1332"/>
                  </a:lnTo>
                  <a:lnTo>
                    <a:pt x="18364" y="1050"/>
                  </a:lnTo>
                  <a:lnTo>
                    <a:pt x="17295" y="807"/>
                  </a:lnTo>
                  <a:lnTo>
                    <a:pt x="16245" y="585"/>
                  </a:lnTo>
                  <a:lnTo>
                    <a:pt x="15236" y="404"/>
                  </a:lnTo>
                  <a:lnTo>
                    <a:pt x="14268" y="263"/>
                  </a:lnTo>
                  <a:lnTo>
                    <a:pt x="13299" y="162"/>
                  </a:lnTo>
                  <a:lnTo>
                    <a:pt x="12128" y="61"/>
                  </a:lnTo>
                  <a:lnTo>
                    <a:pt x="10978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05" name="Google Shape;505;p7"/>
            <p:cNvSpPr/>
            <p:nvPr/>
          </p:nvSpPr>
          <p:spPr>
            <a:xfrm flipH="1">
              <a:off x="1840885" y="-3884377"/>
              <a:ext cx="415281" cy="285520"/>
            </a:xfrm>
            <a:custGeom>
              <a:rect b="b" l="l" r="r" t="t"/>
              <a:pathLst>
                <a:path extrusionOk="0" h="5107" w="7428">
                  <a:moveTo>
                    <a:pt x="7124" y="82"/>
                  </a:moveTo>
                  <a:lnTo>
                    <a:pt x="7205" y="102"/>
                  </a:lnTo>
                  <a:lnTo>
                    <a:pt x="7286" y="142"/>
                  </a:lnTo>
                  <a:lnTo>
                    <a:pt x="7326" y="223"/>
                  </a:lnTo>
                  <a:lnTo>
                    <a:pt x="7346" y="344"/>
                  </a:lnTo>
                  <a:lnTo>
                    <a:pt x="7346" y="485"/>
                  </a:lnTo>
                  <a:lnTo>
                    <a:pt x="7306" y="647"/>
                  </a:lnTo>
                  <a:lnTo>
                    <a:pt x="7225" y="808"/>
                  </a:lnTo>
                  <a:lnTo>
                    <a:pt x="7064" y="1212"/>
                  </a:lnTo>
                  <a:lnTo>
                    <a:pt x="6842" y="1615"/>
                  </a:lnTo>
                  <a:lnTo>
                    <a:pt x="6600" y="1999"/>
                  </a:lnTo>
                  <a:lnTo>
                    <a:pt x="6357" y="2362"/>
                  </a:lnTo>
                  <a:lnTo>
                    <a:pt x="6055" y="2786"/>
                  </a:lnTo>
                  <a:lnTo>
                    <a:pt x="5732" y="3149"/>
                  </a:lnTo>
                  <a:lnTo>
                    <a:pt x="5389" y="3472"/>
                  </a:lnTo>
                  <a:lnTo>
                    <a:pt x="5026" y="3775"/>
                  </a:lnTo>
                  <a:lnTo>
                    <a:pt x="4642" y="4037"/>
                  </a:lnTo>
                  <a:lnTo>
                    <a:pt x="4259" y="4279"/>
                  </a:lnTo>
                  <a:lnTo>
                    <a:pt x="3835" y="4501"/>
                  </a:lnTo>
                  <a:lnTo>
                    <a:pt x="3411" y="4683"/>
                  </a:lnTo>
                  <a:lnTo>
                    <a:pt x="2987" y="4824"/>
                  </a:lnTo>
                  <a:lnTo>
                    <a:pt x="2745" y="4905"/>
                  </a:lnTo>
                  <a:lnTo>
                    <a:pt x="2463" y="4965"/>
                  </a:lnTo>
                  <a:lnTo>
                    <a:pt x="2160" y="5006"/>
                  </a:lnTo>
                  <a:lnTo>
                    <a:pt x="1837" y="5026"/>
                  </a:lnTo>
                  <a:lnTo>
                    <a:pt x="1514" y="5006"/>
                  </a:lnTo>
                  <a:lnTo>
                    <a:pt x="1353" y="4965"/>
                  </a:lnTo>
                  <a:lnTo>
                    <a:pt x="1171" y="4945"/>
                  </a:lnTo>
                  <a:lnTo>
                    <a:pt x="1010" y="4885"/>
                  </a:lnTo>
                  <a:lnTo>
                    <a:pt x="848" y="4824"/>
                  </a:lnTo>
                  <a:lnTo>
                    <a:pt x="707" y="4743"/>
                  </a:lnTo>
                  <a:lnTo>
                    <a:pt x="546" y="4642"/>
                  </a:lnTo>
                  <a:lnTo>
                    <a:pt x="445" y="4562"/>
                  </a:lnTo>
                  <a:lnTo>
                    <a:pt x="364" y="4461"/>
                  </a:lnTo>
                  <a:lnTo>
                    <a:pt x="283" y="4380"/>
                  </a:lnTo>
                  <a:lnTo>
                    <a:pt x="203" y="4279"/>
                  </a:lnTo>
                  <a:lnTo>
                    <a:pt x="162" y="4178"/>
                  </a:lnTo>
                  <a:lnTo>
                    <a:pt x="122" y="4057"/>
                  </a:lnTo>
                  <a:lnTo>
                    <a:pt x="81" y="3956"/>
                  </a:lnTo>
                  <a:lnTo>
                    <a:pt x="81" y="3855"/>
                  </a:lnTo>
                  <a:lnTo>
                    <a:pt x="81" y="3654"/>
                  </a:lnTo>
                  <a:lnTo>
                    <a:pt x="142" y="3492"/>
                  </a:lnTo>
                  <a:lnTo>
                    <a:pt x="243" y="3331"/>
                  </a:lnTo>
                  <a:lnTo>
                    <a:pt x="364" y="3169"/>
                  </a:lnTo>
                  <a:lnTo>
                    <a:pt x="505" y="3028"/>
                  </a:lnTo>
                  <a:lnTo>
                    <a:pt x="647" y="2907"/>
                  </a:lnTo>
                  <a:lnTo>
                    <a:pt x="949" y="2685"/>
                  </a:lnTo>
                  <a:lnTo>
                    <a:pt x="1656" y="2261"/>
                  </a:lnTo>
                  <a:lnTo>
                    <a:pt x="2362" y="1858"/>
                  </a:lnTo>
                  <a:lnTo>
                    <a:pt x="3088" y="1474"/>
                  </a:lnTo>
                  <a:lnTo>
                    <a:pt x="3835" y="1131"/>
                  </a:lnTo>
                  <a:lnTo>
                    <a:pt x="4602" y="828"/>
                  </a:lnTo>
                  <a:lnTo>
                    <a:pt x="5369" y="566"/>
                  </a:lnTo>
                  <a:lnTo>
                    <a:pt x="6156" y="324"/>
                  </a:lnTo>
                  <a:lnTo>
                    <a:pt x="6943" y="122"/>
                  </a:lnTo>
                  <a:lnTo>
                    <a:pt x="7044" y="102"/>
                  </a:lnTo>
                  <a:lnTo>
                    <a:pt x="7124" y="82"/>
                  </a:lnTo>
                  <a:close/>
                  <a:moveTo>
                    <a:pt x="7145" y="1"/>
                  </a:moveTo>
                  <a:lnTo>
                    <a:pt x="7084" y="21"/>
                  </a:lnTo>
                  <a:lnTo>
                    <a:pt x="6923" y="41"/>
                  </a:lnTo>
                  <a:lnTo>
                    <a:pt x="6136" y="243"/>
                  </a:lnTo>
                  <a:lnTo>
                    <a:pt x="5348" y="485"/>
                  </a:lnTo>
                  <a:lnTo>
                    <a:pt x="4561" y="768"/>
                  </a:lnTo>
                  <a:lnTo>
                    <a:pt x="3795" y="1071"/>
                  </a:lnTo>
                  <a:lnTo>
                    <a:pt x="3048" y="1414"/>
                  </a:lnTo>
                  <a:lnTo>
                    <a:pt x="2321" y="1777"/>
                  </a:lnTo>
                  <a:lnTo>
                    <a:pt x="1595" y="2180"/>
                  </a:lnTo>
                  <a:lnTo>
                    <a:pt x="909" y="2624"/>
                  </a:lnTo>
                  <a:lnTo>
                    <a:pt x="586" y="2846"/>
                  </a:lnTo>
                  <a:lnTo>
                    <a:pt x="445" y="2988"/>
                  </a:lnTo>
                  <a:lnTo>
                    <a:pt x="283" y="3129"/>
                  </a:lnTo>
                  <a:lnTo>
                    <a:pt x="162" y="3290"/>
                  </a:lnTo>
                  <a:lnTo>
                    <a:pt x="81" y="3472"/>
                  </a:lnTo>
                  <a:lnTo>
                    <a:pt x="21" y="3654"/>
                  </a:lnTo>
                  <a:lnTo>
                    <a:pt x="1" y="3754"/>
                  </a:lnTo>
                  <a:lnTo>
                    <a:pt x="1" y="3855"/>
                  </a:lnTo>
                  <a:lnTo>
                    <a:pt x="1" y="3976"/>
                  </a:lnTo>
                  <a:lnTo>
                    <a:pt x="41" y="4077"/>
                  </a:lnTo>
                  <a:lnTo>
                    <a:pt x="81" y="4198"/>
                  </a:lnTo>
                  <a:lnTo>
                    <a:pt x="142" y="4320"/>
                  </a:lnTo>
                  <a:lnTo>
                    <a:pt x="203" y="4420"/>
                  </a:lnTo>
                  <a:lnTo>
                    <a:pt x="303" y="4521"/>
                  </a:lnTo>
                  <a:lnTo>
                    <a:pt x="384" y="4622"/>
                  </a:lnTo>
                  <a:lnTo>
                    <a:pt x="505" y="4703"/>
                  </a:lnTo>
                  <a:lnTo>
                    <a:pt x="667" y="4804"/>
                  </a:lnTo>
                  <a:lnTo>
                    <a:pt x="808" y="4885"/>
                  </a:lnTo>
                  <a:lnTo>
                    <a:pt x="990" y="4965"/>
                  </a:lnTo>
                  <a:lnTo>
                    <a:pt x="1151" y="5006"/>
                  </a:lnTo>
                  <a:lnTo>
                    <a:pt x="1312" y="5046"/>
                  </a:lnTo>
                  <a:lnTo>
                    <a:pt x="1494" y="5086"/>
                  </a:lnTo>
                  <a:lnTo>
                    <a:pt x="1837" y="5107"/>
                  </a:lnTo>
                  <a:lnTo>
                    <a:pt x="2160" y="5086"/>
                  </a:lnTo>
                  <a:lnTo>
                    <a:pt x="2483" y="5046"/>
                  </a:lnTo>
                  <a:lnTo>
                    <a:pt x="2765" y="4985"/>
                  </a:lnTo>
                  <a:lnTo>
                    <a:pt x="3008" y="4905"/>
                  </a:lnTo>
                  <a:lnTo>
                    <a:pt x="3452" y="4763"/>
                  </a:lnTo>
                  <a:lnTo>
                    <a:pt x="3875" y="4582"/>
                  </a:lnTo>
                  <a:lnTo>
                    <a:pt x="4299" y="4360"/>
                  </a:lnTo>
                  <a:lnTo>
                    <a:pt x="4703" y="4118"/>
                  </a:lnTo>
                  <a:lnTo>
                    <a:pt x="5086" y="3835"/>
                  </a:lnTo>
                  <a:lnTo>
                    <a:pt x="5449" y="3532"/>
                  </a:lnTo>
                  <a:lnTo>
                    <a:pt x="5792" y="3189"/>
                  </a:lnTo>
                  <a:lnTo>
                    <a:pt x="6115" y="2846"/>
                  </a:lnTo>
                  <a:lnTo>
                    <a:pt x="6398" y="2443"/>
                  </a:lnTo>
                  <a:lnTo>
                    <a:pt x="6640" y="2080"/>
                  </a:lnTo>
                  <a:lnTo>
                    <a:pt x="6882" y="1676"/>
                  </a:lnTo>
                  <a:lnTo>
                    <a:pt x="7124" y="1252"/>
                  </a:lnTo>
                  <a:lnTo>
                    <a:pt x="7306" y="849"/>
                  </a:lnTo>
                  <a:lnTo>
                    <a:pt x="7366" y="667"/>
                  </a:lnTo>
                  <a:lnTo>
                    <a:pt x="7407" y="485"/>
                  </a:lnTo>
                  <a:lnTo>
                    <a:pt x="7427" y="324"/>
                  </a:lnTo>
                  <a:lnTo>
                    <a:pt x="7407" y="203"/>
                  </a:lnTo>
                  <a:lnTo>
                    <a:pt x="7387" y="142"/>
                  </a:lnTo>
                  <a:lnTo>
                    <a:pt x="7346" y="82"/>
                  </a:lnTo>
                  <a:lnTo>
                    <a:pt x="7286" y="41"/>
                  </a:lnTo>
                  <a:lnTo>
                    <a:pt x="7225" y="21"/>
                  </a:lnTo>
                  <a:lnTo>
                    <a:pt x="7145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06" name="Google Shape;506;p7"/>
            <p:cNvSpPr/>
            <p:nvPr/>
          </p:nvSpPr>
          <p:spPr>
            <a:xfrm flipH="1">
              <a:off x="104606" y="-3909143"/>
              <a:ext cx="135464" cy="154584"/>
            </a:xfrm>
            <a:custGeom>
              <a:rect b="b" l="l" r="r" t="t"/>
              <a:pathLst>
                <a:path extrusionOk="0" h="2765" w="2423">
                  <a:moveTo>
                    <a:pt x="747" y="81"/>
                  </a:moveTo>
                  <a:lnTo>
                    <a:pt x="888" y="101"/>
                  </a:lnTo>
                  <a:lnTo>
                    <a:pt x="1050" y="121"/>
                  </a:lnTo>
                  <a:lnTo>
                    <a:pt x="1191" y="161"/>
                  </a:lnTo>
                  <a:lnTo>
                    <a:pt x="1332" y="202"/>
                  </a:lnTo>
                  <a:lnTo>
                    <a:pt x="1474" y="262"/>
                  </a:lnTo>
                  <a:lnTo>
                    <a:pt x="1615" y="343"/>
                  </a:lnTo>
                  <a:lnTo>
                    <a:pt x="1736" y="424"/>
                  </a:lnTo>
                  <a:lnTo>
                    <a:pt x="1837" y="505"/>
                  </a:lnTo>
                  <a:lnTo>
                    <a:pt x="1998" y="686"/>
                  </a:lnTo>
                  <a:lnTo>
                    <a:pt x="2140" y="888"/>
                  </a:lnTo>
                  <a:lnTo>
                    <a:pt x="2240" y="1130"/>
                  </a:lnTo>
                  <a:lnTo>
                    <a:pt x="2321" y="1372"/>
                  </a:lnTo>
                  <a:lnTo>
                    <a:pt x="2341" y="1635"/>
                  </a:lnTo>
                  <a:lnTo>
                    <a:pt x="2341" y="1897"/>
                  </a:lnTo>
                  <a:lnTo>
                    <a:pt x="2321" y="2018"/>
                  </a:lnTo>
                  <a:lnTo>
                    <a:pt x="2281" y="2139"/>
                  </a:lnTo>
                  <a:lnTo>
                    <a:pt x="2220" y="2260"/>
                  </a:lnTo>
                  <a:lnTo>
                    <a:pt x="2160" y="2381"/>
                  </a:lnTo>
                  <a:lnTo>
                    <a:pt x="2099" y="2442"/>
                  </a:lnTo>
                  <a:lnTo>
                    <a:pt x="2039" y="2543"/>
                  </a:lnTo>
                  <a:lnTo>
                    <a:pt x="1938" y="2603"/>
                  </a:lnTo>
                  <a:lnTo>
                    <a:pt x="1837" y="2664"/>
                  </a:lnTo>
                  <a:lnTo>
                    <a:pt x="1716" y="2684"/>
                  </a:lnTo>
                  <a:lnTo>
                    <a:pt x="1575" y="2684"/>
                  </a:lnTo>
                  <a:lnTo>
                    <a:pt x="1433" y="2623"/>
                  </a:lnTo>
                  <a:lnTo>
                    <a:pt x="1292" y="2563"/>
                  </a:lnTo>
                  <a:lnTo>
                    <a:pt x="1110" y="2422"/>
                  </a:lnTo>
                  <a:lnTo>
                    <a:pt x="929" y="2220"/>
                  </a:lnTo>
                  <a:lnTo>
                    <a:pt x="727" y="1978"/>
                  </a:lnTo>
                  <a:lnTo>
                    <a:pt x="525" y="1715"/>
                  </a:lnTo>
                  <a:lnTo>
                    <a:pt x="344" y="1433"/>
                  </a:lnTo>
                  <a:lnTo>
                    <a:pt x="202" y="1150"/>
                  </a:lnTo>
                  <a:lnTo>
                    <a:pt x="101" y="888"/>
                  </a:lnTo>
                  <a:lnTo>
                    <a:pt x="81" y="787"/>
                  </a:lnTo>
                  <a:lnTo>
                    <a:pt x="81" y="686"/>
                  </a:lnTo>
                  <a:lnTo>
                    <a:pt x="101" y="484"/>
                  </a:lnTo>
                  <a:lnTo>
                    <a:pt x="122" y="404"/>
                  </a:lnTo>
                  <a:lnTo>
                    <a:pt x="162" y="343"/>
                  </a:lnTo>
                  <a:lnTo>
                    <a:pt x="222" y="283"/>
                  </a:lnTo>
                  <a:lnTo>
                    <a:pt x="283" y="222"/>
                  </a:lnTo>
                  <a:lnTo>
                    <a:pt x="344" y="182"/>
                  </a:lnTo>
                  <a:lnTo>
                    <a:pt x="424" y="141"/>
                  </a:lnTo>
                  <a:lnTo>
                    <a:pt x="566" y="101"/>
                  </a:lnTo>
                  <a:lnTo>
                    <a:pt x="747" y="81"/>
                  </a:lnTo>
                  <a:close/>
                  <a:moveTo>
                    <a:pt x="767" y="0"/>
                  </a:moveTo>
                  <a:lnTo>
                    <a:pt x="566" y="20"/>
                  </a:lnTo>
                  <a:lnTo>
                    <a:pt x="384" y="61"/>
                  </a:lnTo>
                  <a:lnTo>
                    <a:pt x="303" y="101"/>
                  </a:lnTo>
                  <a:lnTo>
                    <a:pt x="222" y="161"/>
                  </a:lnTo>
                  <a:lnTo>
                    <a:pt x="162" y="222"/>
                  </a:lnTo>
                  <a:lnTo>
                    <a:pt x="101" y="303"/>
                  </a:lnTo>
                  <a:lnTo>
                    <a:pt x="61" y="383"/>
                  </a:lnTo>
                  <a:lnTo>
                    <a:pt x="21" y="464"/>
                  </a:lnTo>
                  <a:lnTo>
                    <a:pt x="1" y="565"/>
                  </a:lnTo>
                  <a:lnTo>
                    <a:pt x="1" y="666"/>
                  </a:lnTo>
                  <a:lnTo>
                    <a:pt x="1" y="787"/>
                  </a:lnTo>
                  <a:lnTo>
                    <a:pt x="21" y="908"/>
                  </a:lnTo>
                  <a:lnTo>
                    <a:pt x="61" y="1029"/>
                  </a:lnTo>
                  <a:lnTo>
                    <a:pt x="122" y="1170"/>
                  </a:lnTo>
                  <a:lnTo>
                    <a:pt x="263" y="1453"/>
                  </a:lnTo>
                  <a:lnTo>
                    <a:pt x="444" y="1756"/>
                  </a:lnTo>
                  <a:lnTo>
                    <a:pt x="646" y="2018"/>
                  </a:lnTo>
                  <a:lnTo>
                    <a:pt x="868" y="2280"/>
                  </a:lnTo>
                  <a:lnTo>
                    <a:pt x="1070" y="2482"/>
                  </a:lnTo>
                  <a:lnTo>
                    <a:pt x="1231" y="2623"/>
                  </a:lnTo>
                  <a:lnTo>
                    <a:pt x="1353" y="2684"/>
                  </a:lnTo>
                  <a:lnTo>
                    <a:pt x="1453" y="2724"/>
                  </a:lnTo>
                  <a:lnTo>
                    <a:pt x="1575" y="2765"/>
                  </a:lnTo>
                  <a:lnTo>
                    <a:pt x="1776" y="2765"/>
                  </a:lnTo>
                  <a:lnTo>
                    <a:pt x="1857" y="2744"/>
                  </a:lnTo>
                  <a:lnTo>
                    <a:pt x="1958" y="2684"/>
                  </a:lnTo>
                  <a:lnTo>
                    <a:pt x="2059" y="2623"/>
                  </a:lnTo>
                  <a:lnTo>
                    <a:pt x="2160" y="2523"/>
                  </a:lnTo>
                  <a:lnTo>
                    <a:pt x="2240" y="2422"/>
                  </a:lnTo>
                  <a:lnTo>
                    <a:pt x="2301" y="2301"/>
                  </a:lnTo>
                  <a:lnTo>
                    <a:pt x="2362" y="2159"/>
                  </a:lnTo>
                  <a:lnTo>
                    <a:pt x="2402" y="2038"/>
                  </a:lnTo>
                  <a:lnTo>
                    <a:pt x="2422" y="1897"/>
                  </a:lnTo>
                  <a:lnTo>
                    <a:pt x="2422" y="1776"/>
                  </a:lnTo>
                  <a:lnTo>
                    <a:pt x="2422" y="1635"/>
                  </a:lnTo>
                  <a:lnTo>
                    <a:pt x="2402" y="1372"/>
                  </a:lnTo>
                  <a:lnTo>
                    <a:pt x="2321" y="1110"/>
                  </a:lnTo>
                  <a:lnTo>
                    <a:pt x="2200" y="868"/>
                  </a:lnTo>
                  <a:lnTo>
                    <a:pt x="2059" y="626"/>
                  </a:lnTo>
                  <a:lnTo>
                    <a:pt x="1877" y="444"/>
                  </a:lnTo>
                  <a:lnTo>
                    <a:pt x="1736" y="323"/>
                  </a:lnTo>
                  <a:lnTo>
                    <a:pt x="1575" y="222"/>
                  </a:lnTo>
                  <a:lnTo>
                    <a:pt x="1393" y="141"/>
                  </a:lnTo>
                  <a:lnTo>
                    <a:pt x="1171" y="61"/>
                  </a:lnTo>
                  <a:lnTo>
                    <a:pt x="969" y="20"/>
                  </a:lnTo>
                  <a:lnTo>
                    <a:pt x="767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07" name="Google Shape;507;p7"/>
            <p:cNvSpPr/>
            <p:nvPr/>
          </p:nvSpPr>
          <p:spPr>
            <a:xfrm flipH="1">
              <a:off x="-2832066" y="-2489904"/>
              <a:ext cx="1193681" cy="1427263"/>
            </a:xfrm>
            <a:custGeom>
              <a:rect b="b" l="l" r="r" t="t"/>
              <a:pathLst>
                <a:path extrusionOk="0" h="25529" w="21351">
                  <a:moveTo>
                    <a:pt x="16709" y="81"/>
                  </a:moveTo>
                  <a:lnTo>
                    <a:pt x="17052" y="122"/>
                  </a:lnTo>
                  <a:lnTo>
                    <a:pt x="17416" y="202"/>
                  </a:lnTo>
                  <a:lnTo>
                    <a:pt x="17759" y="303"/>
                  </a:lnTo>
                  <a:lnTo>
                    <a:pt x="18102" y="424"/>
                  </a:lnTo>
                  <a:lnTo>
                    <a:pt x="18445" y="586"/>
                  </a:lnTo>
                  <a:lnTo>
                    <a:pt x="18788" y="788"/>
                  </a:lnTo>
                  <a:lnTo>
                    <a:pt x="19111" y="1010"/>
                  </a:lnTo>
                  <a:lnTo>
                    <a:pt x="19434" y="1272"/>
                  </a:lnTo>
                  <a:lnTo>
                    <a:pt x="19736" y="1575"/>
                  </a:lnTo>
                  <a:lnTo>
                    <a:pt x="19999" y="1897"/>
                  </a:lnTo>
                  <a:lnTo>
                    <a:pt x="20261" y="2261"/>
                  </a:lnTo>
                  <a:lnTo>
                    <a:pt x="20483" y="2644"/>
                  </a:lnTo>
                  <a:lnTo>
                    <a:pt x="20644" y="2947"/>
                  </a:lnTo>
                  <a:lnTo>
                    <a:pt x="20766" y="3250"/>
                  </a:lnTo>
                  <a:lnTo>
                    <a:pt x="20887" y="3572"/>
                  </a:lnTo>
                  <a:lnTo>
                    <a:pt x="20987" y="3895"/>
                  </a:lnTo>
                  <a:lnTo>
                    <a:pt x="21068" y="4238"/>
                  </a:lnTo>
                  <a:lnTo>
                    <a:pt x="21149" y="4581"/>
                  </a:lnTo>
                  <a:lnTo>
                    <a:pt x="21209" y="4945"/>
                  </a:lnTo>
                  <a:lnTo>
                    <a:pt x="21250" y="5308"/>
                  </a:lnTo>
                  <a:lnTo>
                    <a:pt x="21270" y="5691"/>
                  </a:lnTo>
                  <a:lnTo>
                    <a:pt x="21270" y="6075"/>
                  </a:lnTo>
                  <a:lnTo>
                    <a:pt x="21270" y="6478"/>
                  </a:lnTo>
                  <a:lnTo>
                    <a:pt x="21250" y="6882"/>
                  </a:lnTo>
                  <a:lnTo>
                    <a:pt x="21230" y="7306"/>
                  </a:lnTo>
                  <a:lnTo>
                    <a:pt x="21169" y="7750"/>
                  </a:lnTo>
                  <a:lnTo>
                    <a:pt x="21109" y="8194"/>
                  </a:lnTo>
                  <a:lnTo>
                    <a:pt x="21028" y="8658"/>
                  </a:lnTo>
                  <a:lnTo>
                    <a:pt x="20947" y="9122"/>
                  </a:lnTo>
                  <a:lnTo>
                    <a:pt x="20846" y="9586"/>
                  </a:lnTo>
                  <a:lnTo>
                    <a:pt x="20725" y="10010"/>
                  </a:lnTo>
                  <a:lnTo>
                    <a:pt x="20604" y="10434"/>
                  </a:lnTo>
                  <a:lnTo>
                    <a:pt x="20483" y="10857"/>
                  </a:lnTo>
                  <a:lnTo>
                    <a:pt x="20342" y="11261"/>
                  </a:lnTo>
                  <a:lnTo>
                    <a:pt x="20180" y="11644"/>
                  </a:lnTo>
                  <a:lnTo>
                    <a:pt x="20019" y="12008"/>
                  </a:lnTo>
                  <a:lnTo>
                    <a:pt x="19857" y="12371"/>
                  </a:lnTo>
                  <a:lnTo>
                    <a:pt x="19676" y="12714"/>
                  </a:lnTo>
                  <a:lnTo>
                    <a:pt x="19474" y="13037"/>
                  </a:lnTo>
                  <a:lnTo>
                    <a:pt x="19272" y="13340"/>
                  </a:lnTo>
                  <a:lnTo>
                    <a:pt x="19070" y="13642"/>
                  </a:lnTo>
                  <a:lnTo>
                    <a:pt x="18848" y="13945"/>
                  </a:lnTo>
                  <a:lnTo>
                    <a:pt x="18606" y="14207"/>
                  </a:lnTo>
                  <a:lnTo>
                    <a:pt x="18364" y="14470"/>
                  </a:lnTo>
                  <a:lnTo>
                    <a:pt x="18142" y="14692"/>
                  </a:lnTo>
                  <a:lnTo>
                    <a:pt x="17920" y="14893"/>
                  </a:lnTo>
                  <a:lnTo>
                    <a:pt x="17436" y="15297"/>
                  </a:lnTo>
                  <a:lnTo>
                    <a:pt x="16931" y="15640"/>
                  </a:lnTo>
                  <a:lnTo>
                    <a:pt x="16386" y="15983"/>
                  </a:lnTo>
                  <a:lnTo>
                    <a:pt x="15842" y="16306"/>
                  </a:lnTo>
                  <a:lnTo>
                    <a:pt x="15297" y="16589"/>
                  </a:lnTo>
                  <a:lnTo>
                    <a:pt x="14187" y="17154"/>
                  </a:lnTo>
                  <a:lnTo>
                    <a:pt x="13481" y="17497"/>
                  </a:lnTo>
                  <a:lnTo>
                    <a:pt x="12774" y="17860"/>
                  </a:lnTo>
                  <a:lnTo>
                    <a:pt x="12088" y="18264"/>
                  </a:lnTo>
                  <a:lnTo>
                    <a:pt x="11422" y="18667"/>
                  </a:lnTo>
                  <a:lnTo>
                    <a:pt x="10958" y="18990"/>
                  </a:lnTo>
                  <a:lnTo>
                    <a:pt x="10494" y="19333"/>
                  </a:lnTo>
                  <a:lnTo>
                    <a:pt x="10070" y="19696"/>
                  </a:lnTo>
                  <a:lnTo>
                    <a:pt x="9646" y="20060"/>
                  </a:lnTo>
                  <a:lnTo>
                    <a:pt x="8799" y="20847"/>
                  </a:lnTo>
                  <a:lnTo>
                    <a:pt x="7992" y="21613"/>
                  </a:lnTo>
                  <a:lnTo>
                    <a:pt x="7205" y="22400"/>
                  </a:lnTo>
                  <a:lnTo>
                    <a:pt x="6377" y="23167"/>
                  </a:lnTo>
                  <a:lnTo>
                    <a:pt x="5953" y="23531"/>
                  </a:lnTo>
                  <a:lnTo>
                    <a:pt x="5509" y="23894"/>
                  </a:lnTo>
                  <a:lnTo>
                    <a:pt x="5065" y="24237"/>
                  </a:lnTo>
                  <a:lnTo>
                    <a:pt x="4601" y="24560"/>
                  </a:lnTo>
                  <a:lnTo>
                    <a:pt x="4178" y="24822"/>
                  </a:lnTo>
                  <a:lnTo>
                    <a:pt x="3935" y="24963"/>
                  </a:lnTo>
                  <a:lnTo>
                    <a:pt x="3673" y="25084"/>
                  </a:lnTo>
                  <a:lnTo>
                    <a:pt x="3411" y="25205"/>
                  </a:lnTo>
                  <a:lnTo>
                    <a:pt x="3148" y="25306"/>
                  </a:lnTo>
                  <a:lnTo>
                    <a:pt x="2866" y="25367"/>
                  </a:lnTo>
                  <a:lnTo>
                    <a:pt x="2563" y="25427"/>
                  </a:lnTo>
                  <a:lnTo>
                    <a:pt x="2260" y="25448"/>
                  </a:lnTo>
                  <a:lnTo>
                    <a:pt x="1978" y="25427"/>
                  </a:lnTo>
                  <a:lnTo>
                    <a:pt x="1695" y="25367"/>
                  </a:lnTo>
                  <a:lnTo>
                    <a:pt x="1433" y="25286"/>
                  </a:lnTo>
                  <a:lnTo>
                    <a:pt x="1171" y="25185"/>
                  </a:lnTo>
                  <a:lnTo>
                    <a:pt x="949" y="25044"/>
                  </a:lnTo>
                  <a:lnTo>
                    <a:pt x="747" y="24883"/>
                  </a:lnTo>
                  <a:lnTo>
                    <a:pt x="585" y="24701"/>
                  </a:lnTo>
                  <a:lnTo>
                    <a:pt x="424" y="24459"/>
                  </a:lnTo>
                  <a:lnTo>
                    <a:pt x="303" y="24196"/>
                  </a:lnTo>
                  <a:lnTo>
                    <a:pt x="222" y="23894"/>
                  </a:lnTo>
                  <a:lnTo>
                    <a:pt x="142" y="23551"/>
                  </a:lnTo>
                  <a:lnTo>
                    <a:pt x="101" y="23167"/>
                  </a:lnTo>
                  <a:lnTo>
                    <a:pt x="81" y="22784"/>
                  </a:lnTo>
                  <a:lnTo>
                    <a:pt x="101" y="22421"/>
                  </a:lnTo>
                  <a:lnTo>
                    <a:pt x="142" y="22037"/>
                  </a:lnTo>
                  <a:lnTo>
                    <a:pt x="202" y="21654"/>
                  </a:lnTo>
                  <a:lnTo>
                    <a:pt x="303" y="21291"/>
                  </a:lnTo>
                  <a:lnTo>
                    <a:pt x="424" y="20947"/>
                  </a:lnTo>
                  <a:lnTo>
                    <a:pt x="585" y="20584"/>
                  </a:lnTo>
                  <a:lnTo>
                    <a:pt x="727" y="20342"/>
                  </a:lnTo>
                  <a:lnTo>
                    <a:pt x="868" y="20080"/>
                  </a:lnTo>
                  <a:lnTo>
                    <a:pt x="1029" y="19838"/>
                  </a:lnTo>
                  <a:lnTo>
                    <a:pt x="1211" y="19616"/>
                  </a:lnTo>
                  <a:lnTo>
                    <a:pt x="1393" y="19373"/>
                  </a:lnTo>
                  <a:lnTo>
                    <a:pt x="1574" y="19172"/>
                  </a:lnTo>
                  <a:lnTo>
                    <a:pt x="1978" y="18768"/>
                  </a:lnTo>
                  <a:lnTo>
                    <a:pt x="2402" y="18385"/>
                  </a:lnTo>
                  <a:lnTo>
                    <a:pt x="2825" y="18042"/>
                  </a:lnTo>
                  <a:lnTo>
                    <a:pt x="3249" y="17739"/>
                  </a:lnTo>
                  <a:lnTo>
                    <a:pt x="3673" y="17456"/>
                  </a:lnTo>
                  <a:lnTo>
                    <a:pt x="4561" y="16871"/>
                  </a:lnTo>
                  <a:lnTo>
                    <a:pt x="5489" y="16306"/>
                  </a:lnTo>
                  <a:lnTo>
                    <a:pt x="6438" y="15761"/>
                  </a:lnTo>
                  <a:lnTo>
                    <a:pt x="7366" y="15257"/>
                  </a:lnTo>
                  <a:lnTo>
                    <a:pt x="7568" y="15136"/>
                  </a:lnTo>
                  <a:lnTo>
                    <a:pt x="8153" y="14793"/>
                  </a:lnTo>
                  <a:lnTo>
                    <a:pt x="8758" y="14429"/>
                  </a:lnTo>
                  <a:lnTo>
                    <a:pt x="9041" y="14228"/>
                  </a:lnTo>
                  <a:lnTo>
                    <a:pt x="9323" y="14026"/>
                  </a:lnTo>
                  <a:lnTo>
                    <a:pt x="9606" y="13804"/>
                  </a:lnTo>
                  <a:lnTo>
                    <a:pt x="9868" y="13541"/>
                  </a:lnTo>
                  <a:lnTo>
                    <a:pt x="10070" y="13340"/>
                  </a:lnTo>
                  <a:lnTo>
                    <a:pt x="10232" y="13138"/>
                  </a:lnTo>
                  <a:lnTo>
                    <a:pt x="10393" y="12916"/>
                  </a:lnTo>
                  <a:lnTo>
                    <a:pt x="10534" y="12694"/>
                  </a:lnTo>
                  <a:lnTo>
                    <a:pt x="10675" y="12452"/>
                  </a:lnTo>
                  <a:lnTo>
                    <a:pt x="10797" y="12210"/>
                  </a:lnTo>
                  <a:lnTo>
                    <a:pt x="10897" y="11967"/>
                  </a:lnTo>
                  <a:lnTo>
                    <a:pt x="10978" y="11725"/>
                  </a:lnTo>
                  <a:lnTo>
                    <a:pt x="11140" y="11221"/>
                  </a:lnTo>
                  <a:lnTo>
                    <a:pt x="11261" y="10716"/>
                  </a:lnTo>
                  <a:lnTo>
                    <a:pt x="11362" y="10191"/>
                  </a:lnTo>
                  <a:lnTo>
                    <a:pt x="11463" y="9647"/>
                  </a:lnTo>
                  <a:lnTo>
                    <a:pt x="11563" y="8839"/>
                  </a:lnTo>
                  <a:lnTo>
                    <a:pt x="11664" y="8012"/>
                  </a:lnTo>
                  <a:lnTo>
                    <a:pt x="11846" y="6599"/>
                  </a:lnTo>
                  <a:lnTo>
                    <a:pt x="11947" y="5893"/>
                  </a:lnTo>
                  <a:lnTo>
                    <a:pt x="12088" y="5187"/>
                  </a:lnTo>
                  <a:lnTo>
                    <a:pt x="12209" y="4682"/>
                  </a:lnTo>
                  <a:lnTo>
                    <a:pt x="12330" y="4218"/>
                  </a:lnTo>
                  <a:lnTo>
                    <a:pt x="12472" y="3754"/>
                  </a:lnTo>
                  <a:lnTo>
                    <a:pt x="12633" y="3330"/>
                  </a:lnTo>
                  <a:lnTo>
                    <a:pt x="12794" y="2947"/>
                  </a:lnTo>
                  <a:lnTo>
                    <a:pt x="12976" y="2563"/>
                  </a:lnTo>
                  <a:lnTo>
                    <a:pt x="13158" y="2220"/>
                  </a:lnTo>
                  <a:lnTo>
                    <a:pt x="13359" y="1897"/>
                  </a:lnTo>
                  <a:lnTo>
                    <a:pt x="13561" y="1615"/>
                  </a:lnTo>
                  <a:lnTo>
                    <a:pt x="13803" y="1332"/>
                  </a:lnTo>
                  <a:lnTo>
                    <a:pt x="14025" y="1090"/>
                  </a:lnTo>
                  <a:lnTo>
                    <a:pt x="14288" y="868"/>
                  </a:lnTo>
                  <a:lnTo>
                    <a:pt x="14550" y="687"/>
                  </a:lnTo>
                  <a:lnTo>
                    <a:pt x="14812" y="525"/>
                  </a:lnTo>
                  <a:lnTo>
                    <a:pt x="15115" y="364"/>
                  </a:lnTo>
                  <a:lnTo>
                    <a:pt x="15418" y="263"/>
                  </a:lnTo>
                  <a:lnTo>
                    <a:pt x="15721" y="162"/>
                  </a:lnTo>
                  <a:lnTo>
                    <a:pt x="16043" y="101"/>
                  </a:lnTo>
                  <a:lnTo>
                    <a:pt x="16366" y="81"/>
                  </a:lnTo>
                  <a:close/>
                  <a:moveTo>
                    <a:pt x="16467" y="1"/>
                  </a:moveTo>
                  <a:lnTo>
                    <a:pt x="16104" y="21"/>
                  </a:lnTo>
                  <a:lnTo>
                    <a:pt x="15741" y="81"/>
                  </a:lnTo>
                  <a:lnTo>
                    <a:pt x="15377" y="182"/>
                  </a:lnTo>
                  <a:lnTo>
                    <a:pt x="15075" y="303"/>
                  </a:lnTo>
                  <a:lnTo>
                    <a:pt x="14792" y="445"/>
                  </a:lnTo>
                  <a:lnTo>
                    <a:pt x="14510" y="606"/>
                  </a:lnTo>
                  <a:lnTo>
                    <a:pt x="14227" y="808"/>
                  </a:lnTo>
                  <a:lnTo>
                    <a:pt x="13985" y="1030"/>
                  </a:lnTo>
                  <a:lnTo>
                    <a:pt x="13743" y="1272"/>
                  </a:lnTo>
                  <a:lnTo>
                    <a:pt x="13501" y="1554"/>
                  </a:lnTo>
                  <a:lnTo>
                    <a:pt x="13299" y="1857"/>
                  </a:lnTo>
                  <a:lnTo>
                    <a:pt x="13097" y="2180"/>
                  </a:lnTo>
                  <a:lnTo>
                    <a:pt x="12895" y="2523"/>
                  </a:lnTo>
                  <a:lnTo>
                    <a:pt x="12714" y="2906"/>
                  </a:lnTo>
                  <a:lnTo>
                    <a:pt x="12552" y="3310"/>
                  </a:lnTo>
                  <a:lnTo>
                    <a:pt x="12391" y="3734"/>
                  </a:lnTo>
                  <a:lnTo>
                    <a:pt x="12250" y="4178"/>
                  </a:lnTo>
                  <a:lnTo>
                    <a:pt x="12128" y="4662"/>
                  </a:lnTo>
                  <a:lnTo>
                    <a:pt x="12007" y="5187"/>
                  </a:lnTo>
                  <a:lnTo>
                    <a:pt x="11886" y="5873"/>
                  </a:lnTo>
                  <a:lnTo>
                    <a:pt x="11765" y="6599"/>
                  </a:lnTo>
                  <a:lnTo>
                    <a:pt x="11584" y="7992"/>
                  </a:lnTo>
                  <a:lnTo>
                    <a:pt x="11483" y="8819"/>
                  </a:lnTo>
                  <a:lnTo>
                    <a:pt x="11382" y="9647"/>
                  </a:lnTo>
                  <a:lnTo>
                    <a:pt x="11281" y="10171"/>
                  </a:lnTo>
                  <a:lnTo>
                    <a:pt x="11180" y="10696"/>
                  </a:lnTo>
                  <a:lnTo>
                    <a:pt x="11059" y="11200"/>
                  </a:lnTo>
                  <a:lnTo>
                    <a:pt x="10918" y="11705"/>
                  </a:lnTo>
                  <a:lnTo>
                    <a:pt x="10817" y="11947"/>
                  </a:lnTo>
                  <a:lnTo>
                    <a:pt x="10716" y="12169"/>
                  </a:lnTo>
                  <a:lnTo>
                    <a:pt x="10595" y="12411"/>
                  </a:lnTo>
                  <a:lnTo>
                    <a:pt x="10474" y="12633"/>
                  </a:lnTo>
                  <a:lnTo>
                    <a:pt x="10332" y="12855"/>
                  </a:lnTo>
                  <a:lnTo>
                    <a:pt x="10171" y="13077"/>
                  </a:lnTo>
                  <a:lnTo>
                    <a:pt x="10010" y="13279"/>
                  </a:lnTo>
                  <a:lnTo>
                    <a:pt x="9808" y="13501"/>
                  </a:lnTo>
                  <a:lnTo>
                    <a:pt x="9545" y="13743"/>
                  </a:lnTo>
                  <a:lnTo>
                    <a:pt x="9283" y="13965"/>
                  </a:lnTo>
                  <a:lnTo>
                    <a:pt x="9001" y="14167"/>
                  </a:lnTo>
                  <a:lnTo>
                    <a:pt x="8718" y="14369"/>
                  </a:lnTo>
                  <a:lnTo>
                    <a:pt x="8113" y="14732"/>
                  </a:lnTo>
                  <a:lnTo>
                    <a:pt x="7527" y="15055"/>
                  </a:lnTo>
                  <a:lnTo>
                    <a:pt x="7326" y="15176"/>
                  </a:lnTo>
                  <a:lnTo>
                    <a:pt x="6397" y="15701"/>
                  </a:lnTo>
                  <a:lnTo>
                    <a:pt x="5449" y="16246"/>
                  </a:lnTo>
                  <a:lnTo>
                    <a:pt x="4521" y="16790"/>
                  </a:lnTo>
                  <a:lnTo>
                    <a:pt x="3612" y="17376"/>
                  </a:lnTo>
                  <a:lnTo>
                    <a:pt x="3209" y="17658"/>
                  </a:lnTo>
                  <a:lnTo>
                    <a:pt x="2765" y="17981"/>
                  </a:lnTo>
                  <a:lnTo>
                    <a:pt x="2341" y="18324"/>
                  </a:lnTo>
                  <a:lnTo>
                    <a:pt x="1917" y="18707"/>
                  </a:lnTo>
                  <a:lnTo>
                    <a:pt x="1514" y="19111"/>
                  </a:lnTo>
                  <a:lnTo>
                    <a:pt x="1312" y="19333"/>
                  </a:lnTo>
                  <a:lnTo>
                    <a:pt x="1130" y="19555"/>
                  </a:lnTo>
                  <a:lnTo>
                    <a:pt x="969" y="19797"/>
                  </a:lnTo>
                  <a:lnTo>
                    <a:pt x="807" y="20039"/>
                  </a:lnTo>
                  <a:lnTo>
                    <a:pt x="646" y="20302"/>
                  </a:lnTo>
                  <a:lnTo>
                    <a:pt x="505" y="20564"/>
                  </a:lnTo>
                  <a:lnTo>
                    <a:pt x="364" y="20907"/>
                  </a:lnTo>
                  <a:lnTo>
                    <a:pt x="222" y="21270"/>
                  </a:lnTo>
                  <a:lnTo>
                    <a:pt x="142" y="21654"/>
                  </a:lnTo>
                  <a:lnTo>
                    <a:pt x="61" y="22017"/>
                  </a:lnTo>
                  <a:lnTo>
                    <a:pt x="20" y="22400"/>
                  </a:lnTo>
                  <a:lnTo>
                    <a:pt x="0" y="22784"/>
                  </a:lnTo>
                  <a:lnTo>
                    <a:pt x="20" y="23167"/>
                  </a:lnTo>
                  <a:lnTo>
                    <a:pt x="61" y="23551"/>
                  </a:lnTo>
                  <a:lnTo>
                    <a:pt x="142" y="23914"/>
                  </a:lnTo>
                  <a:lnTo>
                    <a:pt x="242" y="24237"/>
                  </a:lnTo>
                  <a:lnTo>
                    <a:pt x="364" y="24499"/>
                  </a:lnTo>
                  <a:lnTo>
                    <a:pt x="505" y="24741"/>
                  </a:lnTo>
                  <a:lnTo>
                    <a:pt x="666" y="24923"/>
                  </a:lnTo>
                  <a:lnTo>
                    <a:pt x="848" y="25064"/>
                  </a:lnTo>
                  <a:lnTo>
                    <a:pt x="1050" y="25205"/>
                  </a:lnTo>
                  <a:lnTo>
                    <a:pt x="1251" y="25327"/>
                  </a:lnTo>
                  <a:lnTo>
                    <a:pt x="1494" y="25407"/>
                  </a:lnTo>
                  <a:lnTo>
                    <a:pt x="1736" y="25468"/>
                  </a:lnTo>
                  <a:lnTo>
                    <a:pt x="1978" y="25508"/>
                  </a:lnTo>
                  <a:lnTo>
                    <a:pt x="2260" y="25528"/>
                  </a:lnTo>
                  <a:lnTo>
                    <a:pt x="2563" y="25508"/>
                  </a:lnTo>
                  <a:lnTo>
                    <a:pt x="2866" y="25448"/>
                  </a:lnTo>
                  <a:lnTo>
                    <a:pt x="3169" y="25367"/>
                  </a:lnTo>
                  <a:lnTo>
                    <a:pt x="3451" y="25286"/>
                  </a:lnTo>
                  <a:lnTo>
                    <a:pt x="3713" y="25165"/>
                  </a:lnTo>
                  <a:lnTo>
                    <a:pt x="3976" y="25044"/>
                  </a:lnTo>
                  <a:lnTo>
                    <a:pt x="4218" y="24903"/>
                  </a:lnTo>
                  <a:lnTo>
                    <a:pt x="4642" y="24620"/>
                  </a:lnTo>
                  <a:lnTo>
                    <a:pt x="5106" y="24297"/>
                  </a:lnTo>
                  <a:lnTo>
                    <a:pt x="5550" y="23954"/>
                  </a:lnTo>
                  <a:lnTo>
                    <a:pt x="5994" y="23611"/>
                  </a:lnTo>
                  <a:lnTo>
                    <a:pt x="6418" y="23228"/>
                  </a:lnTo>
                  <a:lnTo>
                    <a:pt x="7245" y="22461"/>
                  </a:lnTo>
                  <a:lnTo>
                    <a:pt x="8052" y="21674"/>
                  </a:lnTo>
                  <a:lnTo>
                    <a:pt x="8859" y="20907"/>
                  </a:lnTo>
                  <a:lnTo>
                    <a:pt x="9687" y="20140"/>
                  </a:lnTo>
                  <a:lnTo>
                    <a:pt x="10110" y="19757"/>
                  </a:lnTo>
                  <a:lnTo>
                    <a:pt x="10554" y="19394"/>
                  </a:lnTo>
                  <a:lnTo>
                    <a:pt x="10998" y="19051"/>
                  </a:lnTo>
                  <a:lnTo>
                    <a:pt x="11463" y="18728"/>
                  </a:lnTo>
                  <a:lnTo>
                    <a:pt x="12128" y="18324"/>
                  </a:lnTo>
                  <a:lnTo>
                    <a:pt x="12815" y="17941"/>
                  </a:lnTo>
                  <a:lnTo>
                    <a:pt x="13521" y="17577"/>
                  </a:lnTo>
                  <a:lnTo>
                    <a:pt x="14207" y="17234"/>
                  </a:lnTo>
                  <a:lnTo>
                    <a:pt x="15337" y="16669"/>
                  </a:lnTo>
                  <a:lnTo>
                    <a:pt x="15902" y="16367"/>
                  </a:lnTo>
                  <a:lnTo>
                    <a:pt x="16447" y="16044"/>
                  </a:lnTo>
                  <a:lnTo>
                    <a:pt x="16972" y="15721"/>
                  </a:lnTo>
                  <a:lnTo>
                    <a:pt x="17476" y="15358"/>
                  </a:lnTo>
                  <a:lnTo>
                    <a:pt x="17981" y="14954"/>
                  </a:lnTo>
                  <a:lnTo>
                    <a:pt x="18203" y="14752"/>
                  </a:lnTo>
                  <a:lnTo>
                    <a:pt x="18425" y="14530"/>
                  </a:lnTo>
                  <a:lnTo>
                    <a:pt x="18667" y="14268"/>
                  </a:lnTo>
                  <a:lnTo>
                    <a:pt x="18909" y="13985"/>
                  </a:lnTo>
                  <a:lnTo>
                    <a:pt x="19131" y="13703"/>
                  </a:lnTo>
                  <a:lnTo>
                    <a:pt x="19333" y="13400"/>
                  </a:lnTo>
                  <a:lnTo>
                    <a:pt x="19535" y="13077"/>
                  </a:lnTo>
                  <a:lnTo>
                    <a:pt x="19736" y="12754"/>
                  </a:lnTo>
                  <a:lnTo>
                    <a:pt x="19918" y="12411"/>
                  </a:lnTo>
                  <a:lnTo>
                    <a:pt x="20100" y="12048"/>
                  </a:lnTo>
                  <a:lnTo>
                    <a:pt x="20261" y="11665"/>
                  </a:lnTo>
                  <a:lnTo>
                    <a:pt x="20402" y="11281"/>
                  </a:lnTo>
                  <a:lnTo>
                    <a:pt x="20544" y="10878"/>
                  </a:lnTo>
                  <a:lnTo>
                    <a:pt x="20685" y="10474"/>
                  </a:lnTo>
                  <a:lnTo>
                    <a:pt x="20806" y="10050"/>
                  </a:lnTo>
                  <a:lnTo>
                    <a:pt x="20927" y="9606"/>
                  </a:lnTo>
                  <a:lnTo>
                    <a:pt x="21028" y="9142"/>
                  </a:lnTo>
                  <a:lnTo>
                    <a:pt x="21109" y="8678"/>
                  </a:lnTo>
                  <a:lnTo>
                    <a:pt x="21189" y="8214"/>
                  </a:lnTo>
                  <a:lnTo>
                    <a:pt x="21250" y="7750"/>
                  </a:lnTo>
                  <a:lnTo>
                    <a:pt x="21310" y="7326"/>
                  </a:lnTo>
                  <a:lnTo>
                    <a:pt x="21331" y="6882"/>
                  </a:lnTo>
                  <a:lnTo>
                    <a:pt x="21351" y="6478"/>
                  </a:lnTo>
                  <a:lnTo>
                    <a:pt x="21351" y="6075"/>
                  </a:lnTo>
                  <a:lnTo>
                    <a:pt x="21351" y="5671"/>
                  </a:lnTo>
                  <a:lnTo>
                    <a:pt x="21331" y="5288"/>
                  </a:lnTo>
                  <a:lnTo>
                    <a:pt x="21270" y="4924"/>
                  </a:lnTo>
                  <a:lnTo>
                    <a:pt x="21230" y="4561"/>
                  </a:lnTo>
                  <a:lnTo>
                    <a:pt x="21149" y="4218"/>
                  </a:lnTo>
                  <a:lnTo>
                    <a:pt x="21068" y="3875"/>
                  </a:lnTo>
                  <a:lnTo>
                    <a:pt x="20967" y="3532"/>
                  </a:lnTo>
                  <a:lnTo>
                    <a:pt x="20846" y="3229"/>
                  </a:lnTo>
                  <a:lnTo>
                    <a:pt x="20705" y="2906"/>
                  </a:lnTo>
                  <a:lnTo>
                    <a:pt x="20564" y="2624"/>
                  </a:lnTo>
                  <a:lnTo>
                    <a:pt x="20362" y="2281"/>
                  </a:lnTo>
                  <a:lnTo>
                    <a:pt x="20140" y="1958"/>
                  </a:lnTo>
                  <a:lnTo>
                    <a:pt x="19898" y="1655"/>
                  </a:lnTo>
                  <a:lnTo>
                    <a:pt x="19615" y="1373"/>
                  </a:lnTo>
                  <a:lnTo>
                    <a:pt x="19333" y="1110"/>
                  </a:lnTo>
                  <a:lnTo>
                    <a:pt x="19010" y="868"/>
                  </a:lnTo>
                  <a:lnTo>
                    <a:pt x="18687" y="646"/>
                  </a:lnTo>
                  <a:lnTo>
                    <a:pt x="18344" y="465"/>
                  </a:lnTo>
                  <a:lnTo>
                    <a:pt x="17981" y="283"/>
                  </a:lnTo>
                  <a:lnTo>
                    <a:pt x="17597" y="162"/>
                  </a:lnTo>
                  <a:lnTo>
                    <a:pt x="17214" y="61"/>
                  </a:lnTo>
                  <a:lnTo>
                    <a:pt x="16851" y="21"/>
                  </a:lnTo>
                  <a:lnTo>
                    <a:pt x="16467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08" name="Google Shape;508;p7"/>
            <p:cNvSpPr/>
            <p:nvPr/>
          </p:nvSpPr>
          <p:spPr>
            <a:xfrm flipH="1">
              <a:off x="-818271" y="-1474532"/>
              <a:ext cx="1642730" cy="740159"/>
            </a:xfrm>
            <a:custGeom>
              <a:rect b="b" l="l" r="r" t="t"/>
              <a:pathLst>
                <a:path extrusionOk="0" h="13239" w="29383">
                  <a:moveTo>
                    <a:pt x="28272" y="81"/>
                  </a:moveTo>
                  <a:lnTo>
                    <a:pt x="28474" y="102"/>
                  </a:lnTo>
                  <a:lnTo>
                    <a:pt x="28696" y="142"/>
                  </a:lnTo>
                  <a:lnTo>
                    <a:pt x="28898" y="202"/>
                  </a:lnTo>
                  <a:lnTo>
                    <a:pt x="29019" y="243"/>
                  </a:lnTo>
                  <a:lnTo>
                    <a:pt x="29140" y="303"/>
                  </a:lnTo>
                  <a:lnTo>
                    <a:pt x="29201" y="364"/>
                  </a:lnTo>
                  <a:lnTo>
                    <a:pt x="29261" y="404"/>
                  </a:lnTo>
                  <a:lnTo>
                    <a:pt x="29281" y="465"/>
                  </a:lnTo>
                  <a:lnTo>
                    <a:pt x="29302" y="545"/>
                  </a:lnTo>
                  <a:lnTo>
                    <a:pt x="29302" y="626"/>
                  </a:lnTo>
                  <a:lnTo>
                    <a:pt x="29281" y="707"/>
                  </a:lnTo>
                  <a:lnTo>
                    <a:pt x="29201" y="848"/>
                  </a:lnTo>
                  <a:lnTo>
                    <a:pt x="29059" y="1070"/>
                  </a:lnTo>
                  <a:lnTo>
                    <a:pt x="28918" y="1272"/>
                  </a:lnTo>
                  <a:lnTo>
                    <a:pt x="28595" y="1676"/>
                  </a:lnTo>
                  <a:lnTo>
                    <a:pt x="28232" y="2079"/>
                  </a:lnTo>
                  <a:lnTo>
                    <a:pt x="27889" y="2442"/>
                  </a:lnTo>
                  <a:lnTo>
                    <a:pt x="27566" y="2785"/>
                  </a:lnTo>
                  <a:lnTo>
                    <a:pt x="27263" y="3129"/>
                  </a:lnTo>
                  <a:lnTo>
                    <a:pt x="26961" y="3492"/>
                  </a:lnTo>
                  <a:lnTo>
                    <a:pt x="26698" y="3855"/>
                  </a:lnTo>
                  <a:lnTo>
                    <a:pt x="26476" y="4198"/>
                  </a:lnTo>
                  <a:lnTo>
                    <a:pt x="26295" y="4521"/>
                  </a:lnTo>
                  <a:lnTo>
                    <a:pt x="26133" y="4884"/>
                  </a:lnTo>
                  <a:lnTo>
                    <a:pt x="25972" y="5247"/>
                  </a:lnTo>
                  <a:lnTo>
                    <a:pt x="25689" y="5974"/>
                  </a:lnTo>
                  <a:lnTo>
                    <a:pt x="25447" y="6721"/>
                  </a:lnTo>
                  <a:lnTo>
                    <a:pt x="25124" y="7649"/>
                  </a:lnTo>
                  <a:lnTo>
                    <a:pt x="24943" y="8113"/>
                  </a:lnTo>
                  <a:lnTo>
                    <a:pt x="24741" y="8557"/>
                  </a:lnTo>
                  <a:lnTo>
                    <a:pt x="24539" y="8981"/>
                  </a:lnTo>
                  <a:lnTo>
                    <a:pt x="24297" y="9405"/>
                  </a:lnTo>
                  <a:lnTo>
                    <a:pt x="24014" y="9788"/>
                  </a:lnTo>
                  <a:lnTo>
                    <a:pt x="23853" y="9990"/>
                  </a:lnTo>
                  <a:lnTo>
                    <a:pt x="23692" y="10171"/>
                  </a:lnTo>
                  <a:lnTo>
                    <a:pt x="23409" y="10414"/>
                  </a:lnTo>
                  <a:lnTo>
                    <a:pt x="23106" y="10676"/>
                  </a:lnTo>
                  <a:lnTo>
                    <a:pt x="22784" y="10898"/>
                  </a:lnTo>
                  <a:lnTo>
                    <a:pt x="22420" y="11100"/>
                  </a:lnTo>
                  <a:lnTo>
                    <a:pt x="22017" y="11301"/>
                  </a:lnTo>
                  <a:lnTo>
                    <a:pt x="21593" y="11483"/>
                  </a:lnTo>
                  <a:lnTo>
                    <a:pt x="21129" y="11645"/>
                  </a:lnTo>
                  <a:lnTo>
                    <a:pt x="20644" y="11786"/>
                  </a:lnTo>
                  <a:lnTo>
                    <a:pt x="19958" y="11947"/>
                  </a:lnTo>
                  <a:lnTo>
                    <a:pt x="19272" y="12088"/>
                  </a:lnTo>
                  <a:lnTo>
                    <a:pt x="18566" y="12210"/>
                  </a:lnTo>
                  <a:lnTo>
                    <a:pt x="17880" y="12290"/>
                  </a:lnTo>
                  <a:lnTo>
                    <a:pt x="17173" y="12371"/>
                  </a:lnTo>
                  <a:lnTo>
                    <a:pt x="16467" y="12432"/>
                  </a:lnTo>
                  <a:lnTo>
                    <a:pt x="15075" y="12532"/>
                  </a:lnTo>
                  <a:lnTo>
                    <a:pt x="14106" y="12593"/>
                  </a:lnTo>
                  <a:lnTo>
                    <a:pt x="12774" y="12694"/>
                  </a:lnTo>
                  <a:lnTo>
                    <a:pt x="11442" y="12815"/>
                  </a:lnTo>
                  <a:lnTo>
                    <a:pt x="9142" y="12997"/>
                  </a:lnTo>
                  <a:lnTo>
                    <a:pt x="7971" y="13077"/>
                  </a:lnTo>
                  <a:lnTo>
                    <a:pt x="6801" y="13138"/>
                  </a:lnTo>
                  <a:lnTo>
                    <a:pt x="5630" y="13158"/>
                  </a:lnTo>
                  <a:lnTo>
                    <a:pt x="4480" y="13158"/>
                  </a:lnTo>
                  <a:lnTo>
                    <a:pt x="3895" y="13138"/>
                  </a:lnTo>
                  <a:lnTo>
                    <a:pt x="3310" y="13098"/>
                  </a:lnTo>
                  <a:lnTo>
                    <a:pt x="2725" y="13057"/>
                  </a:lnTo>
                  <a:lnTo>
                    <a:pt x="2139" y="12976"/>
                  </a:lnTo>
                  <a:lnTo>
                    <a:pt x="1857" y="12936"/>
                  </a:lnTo>
                  <a:lnTo>
                    <a:pt x="1554" y="12855"/>
                  </a:lnTo>
                  <a:lnTo>
                    <a:pt x="1251" y="12754"/>
                  </a:lnTo>
                  <a:lnTo>
                    <a:pt x="969" y="12613"/>
                  </a:lnTo>
                  <a:lnTo>
                    <a:pt x="707" y="12452"/>
                  </a:lnTo>
                  <a:lnTo>
                    <a:pt x="485" y="12270"/>
                  </a:lnTo>
                  <a:lnTo>
                    <a:pt x="384" y="12169"/>
                  </a:lnTo>
                  <a:lnTo>
                    <a:pt x="303" y="12048"/>
                  </a:lnTo>
                  <a:lnTo>
                    <a:pt x="222" y="11947"/>
                  </a:lnTo>
                  <a:lnTo>
                    <a:pt x="162" y="11826"/>
                  </a:lnTo>
                  <a:lnTo>
                    <a:pt x="121" y="11685"/>
                  </a:lnTo>
                  <a:lnTo>
                    <a:pt x="81" y="11544"/>
                  </a:lnTo>
                  <a:lnTo>
                    <a:pt x="81" y="11382"/>
                  </a:lnTo>
                  <a:lnTo>
                    <a:pt x="101" y="11241"/>
                  </a:lnTo>
                  <a:lnTo>
                    <a:pt x="142" y="11079"/>
                  </a:lnTo>
                  <a:lnTo>
                    <a:pt x="202" y="10938"/>
                  </a:lnTo>
                  <a:lnTo>
                    <a:pt x="283" y="10777"/>
                  </a:lnTo>
                  <a:lnTo>
                    <a:pt x="384" y="10615"/>
                  </a:lnTo>
                  <a:lnTo>
                    <a:pt x="646" y="10313"/>
                  </a:lnTo>
                  <a:lnTo>
                    <a:pt x="929" y="10010"/>
                  </a:lnTo>
                  <a:lnTo>
                    <a:pt x="1272" y="9727"/>
                  </a:lnTo>
                  <a:lnTo>
                    <a:pt x="1635" y="9465"/>
                  </a:lnTo>
                  <a:lnTo>
                    <a:pt x="2038" y="9203"/>
                  </a:lnTo>
                  <a:lnTo>
                    <a:pt x="2422" y="8940"/>
                  </a:lnTo>
                  <a:lnTo>
                    <a:pt x="3229" y="8476"/>
                  </a:lnTo>
                  <a:lnTo>
                    <a:pt x="4016" y="7992"/>
                  </a:lnTo>
                  <a:lnTo>
                    <a:pt x="5005" y="7407"/>
                  </a:lnTo>
                  <a:lnTo>
                    <a:pt x="6014" y="6821"/>
                  </a:lnTo>
                  <a:lnTo>
                    <a:pt x="7063" y="6277"/>
                  </a:lnTo>
                  <a:lnTo>
                    <a:pt x="8153" y="5732"/>
                  </a:lnTo>
                  <a:lnTo>
                    <a:pt x="9283" y="5207"/>
                  </a:lnTo>
                  <a:lnTo>
                    <a:pt x="10433" y="4682"/>
                  </a:lnTo>
                  <a:lnTo>
                    <a:pt x="11644" y="4198"/>
                  </a:lnTo>
                  <a:lnTo>
                    <a:pt x="12895" y="3714"/>
                  </a:lnTo>
                  <a:lnTo>
                    <a:pt x="14146" y="3250"/>
                  </a:lnTo>
                  <a:lnTo>
                    <a:pt x="15438" y="2826"/>
                  </a:lnTo>
                  <a:lnTo>
                    <a:pt x="16790" y="2382"/>
                  </a:lnTo>
                  <a:lnTo>
                    <a:pt x="18182" y="1958"/>
                  </a:lnTo>
                  <a:lnTo>
                    <a:pt x="19151" y="1676"/>
                  </a:lnTo>
                  <a:lnTo>
                    <a:pt x="20180" y="1393"/>
                  </a:lnTo>
                  <a:lnTo>
                    <a:pt x="21250" y="1111"/>
                  </a:lnTo>
                  <a:lnTo>
                    <a:pt x="22380" y="848"/>
                  </a:lnTo>
                  <a:lnTo>
                    <a:pt x="23550" y="606"/>
                  </a:lnTo>
                  <a:lnTo>
                    <a:pt x="24761" y="404"/>
                  </a:lnTo>
                  <a:lnTo>
                    <a:pt x="25972" y="223"/>
                  </a:lnTo>
                  <a:lnTo>
                    <a:pt x="26598" y="162"/>
                  </a:lnTo>
                  <a:lnTo>
                    <a:pt x="27223" y="102"/>
                  </a:lnTo>
                  <a:lnTo>
                    <a:pt x="27647" y="81"/>
                  </a:lnTo>
                  <a:close/>
                  <a:moveTo>
                    <a:pt x="27647" y="1"/>
                  </a:moveTo>
                  <a:lnTo>
                    <a:pt x="27223" y="21"/>
                  </a:lnTo>
                  <a:lnTo>
                    <a:pt x="26598" y="81"/>
                  </a:lnTo>
                  <a:lnTo>
                    <a:pt x="25972" y="142"/>
                  </a:lnTo>
                  <a:lnTo>
                    <a:pt x="24741" y="324"/>
                  </a:lnTo>
                  <a:lnTo>
                    <a:pt x="23550" y="525"/>
                  </a:lnTo>
                  <a:lnTo>
                    <a:pt x="22360" y="767"/>
                  </a:lnTo>
                  <a:lnTo>
                    <a:pt x="21230" y="1030"/>
                  </a:lnTo>
                  <a:lnTo>
                    <a:pt x="20160" y="1312"/>
                  </a:lnTo>
                  <a:lnTo>
                    <a:pt x="19131" y="1595"/>
                  </a:lnTo>
                  <a:lnTo>
                    <a:pt x="18162" y="1877"/>
                  </a:lnTo>
                  <a:lnTo>
                    <a:pt x="16750" y="2301"/>
                  </a:lnTo>
                  <a:lnTo>
                    <a:pt x="15418" y="2745"/>
                  </a:lnTo>
                  <a:lnTo>
                    <a:pt x="14106" y="3189"/>
                  </a:lnTo>
                  <a:lnTo>
                    <a:pt x="12855" y="3633"/>
                  </a:lnTo>
                  <a:lnTo>
                    <a:pt x="11604" y="4117"/>
                  </a:lnTo>
                  <a:lnTo>
                    <a:pt x="10413" y="4622"/>
                  </a:lnTo>
                  <a:lnTo>
                    <a:pt x="9243" y="5126"/>
                  </a:lnTo>
                  <a:lnTo>
                    <a:pt x="8113" y="5651"/>
                  </a:lnTo>
                  <a:lnTo>
                    <a:pt x="7023" y="6196"/>
                  </a:lnTo>
                  <a:lnTo>
                    <a:pt x="5974" y="6761"/>
                  </a:lnTo>
                  <a:lnTo>
                    <a:pt x="4965" y="7326"/>
                  </a:lnTo>
                  <a:lnTo>
                    <a:pt x="3976" y="7931"/>
                  </a:lnTo>
                  <a:lnTo>
                    <a:pt x="3189" y="8396"/>
                  </a:lnTo>
                  <a:lnTo>
                    <a:pt x="2381" y="8880"/>
                  </a:lnTo>
                  <a:lnTo>
                    <a:pt x="1978" y="9142"/>
                  </a:lnTo>
                  <a:lnTo>
                    <a:pt x="1594" y="9405"/>
                  </a:lnTo>
                  <a:lnTo>
                    <a:pt x="1211" y="9667"/>
                  </a:lnTo>
                  <a:lnTo>
                    <a:pt x="888" y="9949"/>
                  </a:lnTo>
                  <a:lnTo>
                    <a:pt x="585" y="10252"/>
                  </a:lnTo>
                  <a:lnTo>
                    <a:pt x="444" y="10414"/>
                  </a:lnTo>
                  <a:lnTo>
                    <a:pt x="323" y="10575"/>
                  </a:lnTo>
                  <a:lnTo>
                    <a:pt x="202" y="10736"/>
                  </a:lnTo>
                  <a:lnTo>
                    <a:pt x="121" y="10898"/>
                  </a:lnTo>
                  <a:lnTo>
                    <a:pt x="61" y="11059"/>
                  </a:lnTo>
                  <a:lnTo>
                    <a:pt x="20" y="11241"/>
                  </a:lnTo>
                  <a:lnTo>
                    <a:pt x="0" y="11382"/>
                  </a:lnTo>
                  <a:lnTo>
                    <a:pt x="0" y="11544"/>
                  </a:lnTo>
                  <a:lnTo>
                    <a:pt x="41" y="11705"/>
                  </a:lnTo>
                  <a:lnTo>
                    <a:pt x="101" y="11867"/>
                  </a:lnTo>
                  <a:lnTo>
                    <a:pt x="202" y="12048"/>
                  </a:lnTo>
                  <a:lnTo>
                    <a:pt x="343" y="12230"/>
                  </a:lnTo>
                  <a:lnTo>
                    <a:pt x="545" y="12411"/>
                  </a:lnTo>
                  <a:lnTo>
                    <a:pt x="787" y="12593"/>
                  </a:lnTo>
                  <a:lnTo>
                    <a:pt x="1070" y="12754"/>
                  </a:lnTo>
                  <a:lnTo>
                    <a:pt x="1393" y="12896"/>
                  </a:lnTo>
                  <a:lnTo>
                    <a:pt x="1736" y="12997"/>
                  </a:lnTo>
                  <a:lnTo>
                    <a:pt x="2139" y="13057"/>
                  </a:lnTo>
                  <a:lnTo>
                    <a:pt x="2947" y="13158"/>
                  </a:lnTo>
                  <a:lnTo>
                    <a:pt x="3754" y="13198"/>
                  </a:lnTo>
                  <a:lnTo>
                    <a:pt x="4561" y="13239"/>
                  </a:lnTo>
                  <a:lnTo>
                    <a:pt x="6135" y="13239"/>
                  </a:lnTo>
                  <a:lnTo>
                    <a:pt x="6902" y="13219"/>
                  </a:lnTo>
                  <a:lnTo>
                    <a:pt x="8435" y="13138"/>
                  </a:lnTo>
                  <a:lnTo>
                    <a:pt x="9949" y="13017"/>
                  </a:lnTo>
                  <a:lnTo>
                    <a:pt x="11442" y="12896"/>
                  </a:lnTo>
                  <a:lnTo>
                    <a:pt x="12774" y="12775"/>
                  </a:lnTo>
                  <a:lnTo>
                    <a:pt x="14106" y="12674"/>
                  </a:lnTo>
                  <a:lnTo>
                    <a:pt x="15075" y="12613"/>
                  </a:lnTo>
                  <a:lnTo>
                    <a:pt x="16467" y="12512"/>
                  </a:lnTo>
                  <a:lnTo>
                    <a:pt x="17173" y="12452"/>
                  </a:lnTo>
                  <a:lnTo>
                    <a:pt x="17880" y="12371"/>
                  </a:lnTo>
                  <a:lnTo>
                    <a:pt x="18586" y="12290"/>
                  </a:lnTo>
                  <a:lnTo>
                    <a:pt x="19272" y="12169"/>
                  </a:lnTo>
                  <a:lnTo>
                    <a:pt x="19978" y="12028"/>
                  </a:lnTo>
                  <a:lnTo>
                    <a:pt x="20665" y="11867"/>
                  </a:lnTo>
                  <a:lnTo>
                    <a:pt x="21149" y="11705"/>
                  </a:lnTo>
                  <a:lnTo>
                    <a:pt x="21613" y="11544"/>
                  </a:lnTo>
                  <a:lnTo>
                    <a:pt x="22057" y="11362"/>
                  </a:lnTo>
                  <a:lnTo>
                    <a:pt x="22461" y="11180"/>
                  </a:lnTo>
                  <a:lnTo>
                    <a:pt x="22824" y="10958"/>
                  </a:lnTo>
                  <a:lnTo>
                    <a:pt x="23167" y="10736"/>
                  </a:lnTo>
                  <a:lnTo>
                    <a:pt x="23470" y="10474"/>
                  </a:lnTo>
                  <a:lnTo>
                    <a:pt x="23752" y="10212"/>
                  </a:lnTo>
                  <a:lnTo>
                    <a:pt x="23914" y="10030"/>
                  </a:lnTo>
                  <a:lnTo>
                    <a:pt x="24075" y="9849"/>
                  </a:lnTo>
                  <a:lnTo>
                    <a:pt x="24358" y="9445"/>
                  </a:lnTo>
                  <a:lnTo>
                    <a:pt x="24600" y="9021"/>
                  </a:lnTo>
                  <a:lnTo>
                    <a:pt x="24822" y="8597"/>
                  </a:lnTo>
                  <a:lnTo>
                    <a:pt x="25023" y="8133"/>
                  </a:lnTo>
                  <a:lnTo>
                    <a:pt x="25185" y="7669"/>
                  </a:lnTo>
                  <a:lnTo>
                    <a:pt x="25508" y="6741"/>
                  </a:lnTo>
                  <a:lnTo>
                    <a:pt x="25770" y="6014"/>
                  </a:lnTo>
                  <a:lnTo>
                    <a:pt x="26053" y="5268"/>
                  </a:lnTo>
                  <a:lnTo>
                    <a:pt x="26194" y="4925"/>
                  </a:lnTo>
                  <a:lnTo>
                    <a:pt x="26376" y="4561"/>
                  </a:lnTo>
                  <a:lnTo>
                    <a:pt x="26557" y="4238"/>
                  </a:lnTo>
                  <a:lnTo>
                    <a:pt x="26759" y="3895"/>
                  </a:lnTo>
                  <a:lnTo>
                    <a:pt x="27021" y="3532"/>
                  </a:lnTo>
                  <a:lnTo>
                    <a:pt x="27324" y="3169"/>
                  </a:lnTo>
                  <a:lnTo>
                    <a:pt x="27627" y="2826"/>
                  </a:lnTo>
                  <a:lnTo>
                    <a:pt x="27950" y="2503"/>
                  </a:lnTo>
                  <a:lnTo>
                    <a:pt x="28293" y="2120"/>
                  </a:lnTo>
                  <a:lnTo>
                    <a:pt x="28656" y="1736"/>
                  </a:lnTo>
                  <a:lnTo>
                    <a:pt x="28979" y="1333"/>
                  </a:lnTo>
                  <a:lnTo>
                    <a:pt x="29120" y="1111"/>
                  </a:lnTo>
                  <a:lnTo>
                    <a:pt x="29261" y="889"/>
                  </a:lnTo>
                  <a:lnTo>
                    <a:pt x="29362" y="727"/>
                  </a:lnTo>
                  <a:lnTo>
                    <a:pt x="29382" y="626"/>
                  </a:lnTo>
                  <a:lnTo>
                    <a:pt x="29382" y="545"/>
                  </a:lnTo>
                  <a:lnTo>
                    <a:pt x="29362" y="445"/>
                  </a:lnTo>
                  <a:lnTo>
                    <a:pt x="29322" y="364"/>
                  </a:lnTo>
                  <a:lnTo>
                    <a:pt x="29261" y="303"/>
                  </a:lnTo>
                  <a:lnTo>
                    <a:pt x="29201" y="243"/>
                  </a:lnTo>
                  <a:lnTo>
                    <a:pt x="29059" y="162"/>
                  </a:lnTo>
                  <a:lnTo>
                    <a:pt x="28918" y="122"/>
                  </a:lnTo>
                  <a:lnTo>
                    <a:pt x="28716" y="61"/>
                  </a:lnTo>
                  <a:lnTo>
                    <a:pt x="28494" y="21"/>
                  </a:lnTo>
                  <a:lnTo>
                    <a:pt x="28293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09" name="Google Shape;509;p7"/>
            <p:cNvSpPr/>
            <p:nvPr/>
          </p:nvSpPr>
          <p:spPr>
            <a:xfrm flipH="1">
              <a:off x="749899" y="-4949394"/>
              <a:ext cx="1884195" cy="733450"/>
            </a:xfrm>
            <a:custGeom>
              <a:rect b="b" l="l" r="r" t="t"/>
              <a:pathLst>
                <a:path extrusionOk="0" h="13119" w="33702">
                  <a:moveTo>
                    <a:pt x="8436" y="82"/>
                  </a:moveTo>
                  <a:lnTo>
                    <a:pt x="9041" y="102"/>
                  </a:lnTo>
                  <a:lnTo>
                    <a:pt x="9667" y="142"/>
                  </a:lnTo>
                  <a:lnTo>
                    <a:pt x="10312" y="183"/>
                  </a:lnTo>
                  <a:lnTo>
                    <a:pt x="10978" y="263"/>
                  </a:lnTo>
                  <a:lnTo>
                    <a:pt x="12532" y="465"/>
                  </a:lnTo>
                  <a:lnTo>
                    <a:pt x="14005" y="707"/>
                  </a:lnTo>
                  <a:lnTo>
                    <a:pt x="15398" y="949"/>
                  </a:lnTo>
                  <a:lnTo>
                    <a:pt x="16689" y="1192"/>
                  </a:lnTo>
                  <a:lnTo>
                    <a:pt x="17900" y="1454"/>
                  </a:lnTo>
                  <a:lnTo>
                    <a:pt x="19030" y="1716"/>
                  </a:lnTo>
                  <a:lnTo>
                    <a:pt x="20080" y="1979"/>
                  </a:lnTo>
                  <a:lnTo>
                    <a:pt x="21048" y="2241"/>
                  </a:lnTo>
                  <a:lnTo>
                    <a:pt x="21956" y="2523"/>
                  </a:lnTo>
                  <a:lnTo>
                    <a:pt x="22804" y="2786"/>
                  </a:lnTo>
                  <a:lnTo>
                    <a:pt x="23571" y="3068"/>
                  </a:lnTo>
                  <a:lnTo>
                    <a:pt x="24277" y="3331"/>
                  </a:lnTo>
                  <a:lnTo>
                    <a:pt x="24943" y="3593"/>
                  </a:lnTo>
                  <a:lnTo>
                    <a:pt x="25548" y="3835"/>
                  </a:lnTo>
                  <a:lnTo>
                    <a:pt x="26598" y="4320"/>
                  </a:lnTo>
                  <a:lnTo>
                    <a:pt x="27607" y="4824"/>
                  </a:lnTo>
                  <a:lnTo>
                    <a:pt x="28071" y="5066"/>
                  </a:lnTo>
                  <a:lnTo>
                    <a:pt x="28535" y="5329"/>
                  </a:lnTo>
                  <a:lnTo>
                    <a:pt x="28999" y="5611"/>
                  </a:lnTo>
                  <a:lnTo>
                    <a:pt x="29423" y="5894"/>
                  </a:lnTo>
                  <a:lnTo>
                    <a:pt x="29847" y="6176"/>
                  </a:lnTo>
                  <a:lnTo>
                    <a:pt x="30271" y="6459"/>
                  </a:lnTo>
                  <a:lnTo>
                    <a:pt x="30654" y="6761"/>
                  </a:lnTo>
                  <a:lnTo>
                    <a:pt x="31058" y="7064"/>
                  </a:lnTo>
                  <a:lnTo>
                    <a:pt x="31421" y="7367"/>
                  </a:lnTo>
                  <a:lnTo>
                    <a:pt x="31784" y="7690"/>
                  </a:lnTo>
                  <a:lnTo>
                    <a:pt x="32127" y="8012"/>
                  </a:lnTo>
                  <a:lnTo>
                    <a:pt x="32450" y="8335"/>
                  </a:lnTo>
                  <a:lnTo>
                    <a:pt x="32773" y="8678"/>
                  </a:lnTo>
                  <a:lnTo>
                    <a:pt x="33076" y="9021"/>
                  </a:lnTo>
                  <a:lnTo>
                    <a:pt x="33237" y="9223"/>
                  </a:lnTo>
                  <a:lnTo>
                    <a:pt x="33378" y="9425"/>
                  </a:lnTo>
                  <a:lnTo>
                    <a:pt x="33520" y="9667"/>
                  </a:lnTo>
                  <a:lnTo>
                    <a:pt x="33560" y="9788"/>
                  </a:lnTo>
                  <a:lnTo>
                    <a:pt x="33600" y="9909"/>
                  </a:lnTo>
                  <a:lnTo>
                    <a:pt x="33620" y="10030"/>
                  </a:lnTo>
                  <a:lnTo>
                    <a:pt x="33620" y="10172"/>
                  </a:lnTo>
                  <a:lnTo>
                    <a:pt x="33600" y="10293"/>
                  </a:lnTo>
                  <a:lnTo>
                    <a:pt x="33580" y="10414"/>
                  </a:lnTo>
                  <a:lnTo>
                    <a:pt x="33520" y="10535"/>
                  </a:lnTo>
                  <a:lnTo>
                    <a:pt x="33459" y="10636"/>
                  </a:lnTo>
                  <a:lnTo>
                    <a:pt x="33378" y="10737"/>
                  </a:lnTo>
                  <a:lnTo>
                    <a:pt x="33257" y="10797"/>
                  </a:lnTo>
                  <a:lnTo>
                    <a:pt x="33176" y="10838"/>
                  </a:lnTo>
                  <a:lnTo>
                    <a:pt x="33096" y="10858"/>
                  </a:lnTo>
                  <a:lnTo>
                    <a:pt x="32894" y="10878"/>
                  </a:lnTo>
                  <a:lnTo>
                    <a:pt x="32692" y="10858"/>
                  </a:lnTo>
                  <a:lnTo>
                    <a:pt x="32470" y="10817"/>
                  </a:lnTo>
                  <a:lnTo>
                    <a:pt x="29019" y="10152"/>
                  </a:lnTo>
                  <a:lnTo>
                    <a:pt x="26840" y="9748"/>
                  </a:lnTo>
                  <a:lnTo>
                    <a:pt x="25750" y="9566"/>
                  </a:lnTo>
                  <a:lnTo>
                    <a:pt x="24640" y="9385"/>
                  </a:lnTo>
                  <a:lnTo>
                    <a:pt x="23551" y="9223"/>
                  </a:lnTo>
                  <a:lnTo>
                    <a:pt x="22420" y="9102"/>
                  </a:lnTo>
                  <a:lnTo>
                    <a:pt x="21311" y="9021"/>
                  </a:lnTo>
                  <a:lnTo>
                    <a:pt x="20201" y="8981"/>
                  </a:lnTo>
                  <a:lnTo>
                    <a:pt x="19071" y="8961"/>
                  </a:lnTo>
                  <a:lnTo>
                    <a:pt x="17941" y="9021"/>
                  </a:lnTo>
                  <a:lnTo>
                    <a:pt x="16831" y="9102"/>
                  </a:lnTo>
                  <a:lnTo>
                    <a:pt x="15721" y="9223"/>
                  </a:lnTo>
                  <a:lnTo>
                    <a:pt x="14591" y="9385"/>
                  </a:lnTo>
                  <a:lnTo>
                    <a:pt x="13501" y="9566"/>
                  </a:lnTo>
                  <a:lnTo>
                    <a:pt x="12391" y="9788"/>
                  </a:lnTo>
                  <a:lnTo>
                    <a:pt x="11281" y="10051"/>
                  </a:lnTo>
                  <a:lnTo>
                    <a:pt x="10191" y="10313"/>
                  </a:lnTo>
                  <a:lnTo>
                    <a:pt x="9081" y="10596"/>
                  </a:lnTo>
                  <a:lnTo>
                    <a:pt x="7992" y="10918"/>
                  </a:lnTo>
                  <a:lnTo>
                    <a:pt x="6922" y="11241"/>
                  </a:lnTo>
                  <a:lnTo>
                    <a:pt x="4763" y="11907"/>
                  </a:lnTo>
                  <a:lnTo>
                    <a:pt x="2604" y="12593"/>
                  </a:lnTo>
                  <a:lnTo>
                    <a:pt x="1595" y="12936"/>
                  </a:lnTo>
                  <a:lnTo>
                    <a:pt x="1433" y="12977"/>
                  </a:lnTo>
                  <a:lnTo>
                    <a:pt x="1231" y="13017"/>
                  </a:lnTo>
                  <a:lnTo>
                    <a:pt x="1050" y="13037"/>
                  </a:lnTo>
                  <a:lnTo>
                    <a:pt x="949" y="13037"/>
                  </a:lnTo>
                  <a:lnTo>
                    <a:pt x="868" y="13017"/>
                  </a:lnTo>
                  <a:lnTo>
                    <a:pt x="767" y="12997"/>
                  </a:lnTo>
                  <a:lnTo>
                    <a:pt x="687" y="12957"/>
                  </a:lnTo>
                  <a:lnTo>
                    <a:pt x="606" y="12896"/>
                  </a:lnTo>
                  <a:lnTo>
                    <a:pt x="525" y="12835"/>
                  </a:lnTo>
                  <a:lnTo>
                    <a:pt x="404" y="12674"/>
                  </a:lnTo>
                  <a:lnTo>
                    <a:pt x="323" y="12492"/>
                  </a:lnTo>
                  <a:lnTo>
                    <a:pt x="243" y="12291"/>
                  </a:lnTo>
                  <a:lnTo>
                    <a:pt x="202" y="12089"/>
                  </a:lnTo>
                  <a:lnTo>
                    <a:pt x="162" y="11867"/>
                  </a:lnTo>
                  <a:lnTo>
                    <a:pt x="142" y="11665"/>
                  </a:lnTo>
                  <a:lnTo>
                    <a:pt x="101" y="10838"/>
                  </a:lnTo>
                  <a:lnTo>
                    <a:pt x="81" y="9990"/>
                  </a:lnTo>
                  <a:lnTo>
                    <a:pt x="101" y="9163"/>
                  </a:lnTo>
                  <a:lnTo>
                    <a:pt x="142" y="8315"/>
                  </a:lnTo>
                  <a:lnTo>
                    <a:pt x="202" y="7488"/>
                  </a:lnTo>
                  <a:lnTo>
                    <a:pt x="283" y="6660"/>
                  </a:lnTo>
                  <a:lnTo>
                    <a:pt x="404" y="5833"/>
                  </a:lnTo>
                  <a:lnTo>
                    <a:pt x="545" y="5006"/>
                  </a:lnTo>
                  <a:lnTo>
                    <a:pt x="666" y="4441"/>
                  </a:lnTo>
                  <a:lnTo>
                    <a:pt x="808" y="3896"/>
                  </a:lnTo>
                  <a:lnTo>
                    <a:pt x="909" y="3654"/>
                  </a:lnTo>
                  <a:lnTo>
                    <a:pt x="989" y="3411"/>
                  </a:lnTo>
                  <a:lnTo>
                    <a:pt x="1110" y="3189"/>
                  </a:lnTo>
                  <a:lnTo>
                    <a:pt x="1231" y="2967"/>
                  </a:lnTo>
                  <a:lnTo>
                    <a:pt x="1413" y="2685"/>
                  </a:lnTo>
                  <a:lnTo>
                    <a:pt x="1635" y="2402"/>
                  </a:lnTo>
                  <a:lnTo>
                    <a:pt x="1877" y="2140"/>
                  </a:lnTo>
                  <a:lnTo>
                    <a:pt x="2160" y="1898"/>
                  </a:lnTo>
                  <a:lnTo>
                    <a:pt x="2462" y="1656"/>
                  </a:lnTo>
                  <a:lnTo>
                    <a:pt x="2805" y="1434"/>
                  </a:lnTo>
                  <a:lnTo>
                    <a:pt x="3189" y="1232"/>
                  </a:lnTo>
                  <a:lnTo>
                    <a:pt x="3572" y="1030"/>
                  </a:lnTo>
                  <a:lnTo>
                    <a:pt x="4117" y="808"/>
                  </a:lnTo>
                  <a:lnTo>
                    <a:pt x="4662" y="627"/>
                  </a:lnTo>
                  <a:lnTo>
                    <a:pt x="5227" y="465"/>
                  </a:lnTo>
                  <a:lnTo>
                    <a:pt x="5832" y="324"/>
                  </a:lnTo>
                  <a:lnTo>
                    <a:pt x="6438" y="223"/>
                  </a:lnTo>
                  <a:lnTo>
                    <a:pt x="7084" y="142"/>
                  </a:lnTo>
                  <a:lnTo>
                    <a:pt x="7750" y="102"/>
                  </a:lnTo>
                  <a:lnTo>
                    <a:pt x="8436" y="82"/>
                  </a:lnTo>
                  <a:close/>
                  <a:moveTo>
                    <a:pt x="8335" y="1"/>
                  </a:moveTo>
                  <a:lnTo>
                    <a:pt x="7830" y="21"/>
                  </a:lnTo>
                  <a:lnTo>
                    <a:pt x="7346" y="41"/>
                  </a:lnTo>
                  <a:lnTo>
                    <a:pt x="6882" y="82"/>
                  </a:lnTo>
                  <a:lnTo>
                    <a:pt x="6438" y="142"/>
                  </a:lnTo>
                  <a:lnTo>
                    <a:pt x="5974" y="223"/>
                  </a:lnTo>
                  <a:lnTo>
                    <a:pt x="5550" y="304"/>
                  </a:lnTo>
                  <a:lnTo>
                    <a:pt x="5126" y="405"/>
                  </a:lnTo>
                  <a:lnTo>
                    <a:pt x="4723" y="526"/>
                  </a:lnTo>
                  <a:lnTo>
                    <a:pt x="4319" y="647"/>
                  </a:lnTo>
                  <a:lnTo>
                    <a:pt x="3915" y="808"/>
                  </a:lnTo>
                  <a:lnTo>
                    <a:pt x="3552" y="970"/>
                  </a:lnTo>
                  <a:lnTo>
                    <a:pt x="3149" y="1151"/>
                  </a:lnTo>
                  <a:lnTo>
                    <a:pt x="2765" y="1373"/>
                  </a:lnTo>
                  <a:lnTo>
                    <a:pt x="2422" y="1595"/>
                  </a:lnTo>
                  <a:lnTo>
                    <a:pt x="2099" y="1837"/>
                  </a:lnTo>
                  <a:lnTo>
                    <a:pt x="1817" y="2080"/>
                  </a:lnTo>
                  <a:lnTo>
                    <a:pt x="1575" y="2362"/>
                  </a:lnTo>
                  <a:lnTo>
                    <a:pt x="1353" y="2624"/>
                  </a:lnTo>
                  <a:lnTo>
                    <a:pt x="1151" y="2927"/>
                  </a:lnTo>
                  <a:lnTo>
                    <a:pt x="1030" y="3169"/>
                  </a:lnTo>
                  <a:lnTo>
                    <a:pt x="909" y="3432"/>
                  </a:lnTo>
                  <a:lnTo>
                    <a:pt x="808" y="3694"/>
                  </a:lnTo>
                  <a:lnTo>
                    <a:pt x="707" y="3956"/>
                  </a:lnTo>
                  <a:lnTo>
                    <a:pt x="586" y="4481"/>
                  </a:lnTo>
                  <a:lnTo>
                    <a:pt x="465" y="4985"/>
                  </a:lnTo>
                  <a:lnTo>
                    <a:pt x="323" y="5813"/>
                  </a:lnTo>
                  <a:lnTo>
                    <a:pt x="222" y="6660"/>
                  </a:lnTo>
                  <a:lnTo>
                    <a:pt x="122" y="7488"/>
                  </a:lnTo>
                  <a:lnTo>
                    <a:pt x="61" y="8315"/>
                  </a:lnTo>
                  <a:lnTo>
                    <a:pt x="21" y="9163"/>
                  </a:lnTo>
                  <a:lnTo>
                    <a:pt x="0" y="9990"/>
                  </a:lnTo>
                  <a:lnTo>
                    <a:pt x="21" y="10838"/>
                  </a:lnTo>
                  <a:lnTo>
                    <a:pt x="61" y="11665"/>
                  </a:lnTo>
                  <a:lnTo>
                    <a:pt x="101" y="11968"/>
                  </a:lnTo>
                  <a:lnTo>
                    <a:pt x="142" y="12230"/>
                  </a:lnTo>
                  <a:lnTo>
                    <a:pt x="222" y="12452"/>
                  </a:lnTo>
                  <a:lnTo>
                    <a:pt x="303" y="12654"/>
                  </a:lnTo>
                  <a:lnTo>
                    <a:pt x="404" y="12815"/>
                  </a:lnTo>
                  <a:lnTo>
                    <a:pt x="545" y="12936"/>
                  </a:lnTo>
                  <a:lnTo>
                    <a:pt x="687" y="13037"/>
                  </a:lnTo>
                  <a:lnTo>
                    <a:pt x="848" y="13098"/>
                  </a:lnTo>
                  <a:lnTo>
                    <a:pt x="949" y="13118"/>
                  </a:lnTo>
                  <a:lnTo>
                    <a:pt x="1191" y="13118"/>
                  </a:lnTo>
                  <a:lnTo>
                    <a:pt x="1353" y="13078"/>
                  </a:lnTo>
                  <a:lnTo>
                    <a:pt x="1615" y="12997"/>
                  </a:lnTo>
                  <a:lnTo>
                    <a:pt x="2644" y="12674"/>
                  </a:lnTo>
                  <a:lnTo>
                    <a:pt x="4783" y="11988"/>
                  </a:lnTo>
                  <a:lnTo>
                    <a:pt x="6942" y="11302"/>
                  </a:lnTo>
                  <a:lnTo>
                    <a:pt x="8012" y="10999"/>
                  </a:lnTo>
                  <a:lnTo>
                    <a:pt x="9102" y="10676"/>
                  </a:lnTo>
                  <a:lnTo>
                    <a:pt x="10191" y="10394"/>
                  </a:lnTo>
                  <a:lnTo>
                    <a:pt x="11301" y="10131"/>
                  </a:lnTo>
                  <a:lnTo>
                    <a:pt x="12391" y="9869"/>
                  </a:lnTo>
                  <a:lnTo>
                    <a:pt x="13501" y="9647"/>
                  </a:lnTo>
                  <a:lnTo>
                    <a:pt x="14611" y="9465"/>
                  </a:lnTo>
                  <a:lnTo>
                    <a:pt x="15721" y="9304"/>
                  </a:lnTo>
                  <a:lnTo>
                    <a:pt x="16831" y="9183"/>
                  </a:lnTo>
                  <a:lnTo>
                    <a:pt x="17961" y="9102"/>
                  </a:lnTo>
                  <a:lnTo>
                    <a:pt x="19071" y="9042"/>
                  </a:lnTo>
                  <a:lnTo>
                    <a:pt x="20201" y="9062"/>
                  </a:lnTo>
                  <a:lnTo>
                    <a:pt x="21311" y="9102"/>
                  </a:lnTo>
                  <a:lnTo>
                    <a:pt x="22420" y="9183"/>
                  </a:lnTo>
                  <a:lnTo>
                    <a:pt x="23530" y="9304"/>
                  </a:lnTo>
                  <a:lnTo>
                    <a:pt x="24640" y="9465"/>
                  </a:lnTo>
                  <a:lnTo>
                    <a:pt x="25750" y="9647"/>
                  </a:lnTo>
                  <a:lnTo>
                    <a:pt x="26840" y="9829"/>
                  </a:lnTo>
                  <a:lnTo>
                    <a:pt x="28999" y="10232"/>
                  </a:lnTo>
                  <a:lnTo>
                    <a:pt x="32470" y="10898"/>
                  </a:lnTo>
                  <a:lnTo>
                    <a:pt x="32692" y="10939"/>
                  </a:lnTo>
                  <a:lnTo>
                    <a:pt x="32894" y="10959"/>
                  </a:lnTo>
                  <a:lnTo>
                    <a:pt x="33116" y="10939"/>
                  </a:lnTo>
                  <a:lnTo>
                    <a:pt x="33197" y="10918"/>
                  </a:lnTo>
                  <a:lnTo>
                    <a:pt x="33298" y="10878"/>
                  </a:lnTo>
                  <a:lnTo>
                    <a:pt x="33419" y="10797"/>
                  </a:lnTo>
                  <a:lnTo>
                    <a:pt x="33520" y="10696"/>
                  </a:lnTo>
                  <a:lnTo>
                    <a:pt x="33600" y="10575"/>
                  </a:lnTo>
                  <a:lnTo>
                    <a:pt x="33661" y="10454"/>
                  </a:lnTo>
                  <a:lnTo>
                    <a:pt x="33681" y="10313"/>
                  </a:lnTo>
                  <a:lnTo>
                    <a:pt x="33701" y="10172"/>
                  </a:lnTo>
                  <a:lnTo>
                    <a:pt x="33701" y="10030"/>
                  </a:lnTo>
                  <a:lnTo>
                    <a:pt x="33681" y="9889"/>
                  </a:lnTo>
                  <a:lnTo>
                    <a:pt x="33641" y="9768"/>
                  </a:lnTo>
                  <a:lnTo>
                    <a:pt x="33600" y="9627"/>
                  </a:lnTo>
                  <a:lnTo>
                    <a:pt x="33459" y="9385"/>
                  </a:lnTo>
                  <a:lnTo>
                    <a:pt x="33298" y="9163"/>
                  </a:lnTo>
                  <a:lnTo>
                    <a:pt x="33136" y="8961"/>
                  </a:lnTo>
                  <a:lnTo>
                    <a:pt x="32833" y="8618"/>
                  </a:lnTo>
                  <a:lnTo>
                    <a:pt x="32511" y="8275"/>
                  </a:lnTo>
                  <a:lnTo>
                    <a:pt x="32188" y="7952"/>
                  </a:lnTo>
                  <a:lnTo>
                    <a:pt x="31824" y="7629"/>
                  </a:lnTo>
                  <a:lnTo>
                    <a:pt x="31481" y="7306"/>
                  </a:lnTo>
                  <a:lnTo>
                    <a:pt x="31098" y="7003"/>
                  </a:lnTo>
                  <a:lnTo>
                    <a:pt x="30714" y="6701"/>
                  </a:lnTo>
                  <a:lnTo>
                    <a:pt x="30311" y="6398"/>
                  </a:lnTo>
                  <a:lnTo>
                    <a:pt x="29907" y="6095"/>
                  </a:lnTo>
                  <a:lnTo>
                    <a:pt x="29483" y="5813"/>
                  </a:lnTo>
                  <a:lnTo>
                    <a:pt x="29040" y="5530"/>
                  </a:lnTo>
                  <a:lnTo>
                    <a:pt x="28575" y="5268"/>
                  </a:lnTo>
                  <a:lnTo>
                    <a:pt x="28111" y="5006"/>
                  </a:lnTo>
                  <a:lnTo>
                    <a:pt x="27627" y="4743"/>
                  </a:lnTo>
                  <a:lnTo>
                    <a:pt x="26638" y="4259"/>
                  </a:lnTo>
                  <a:lnTo>
                    <a:pt x="25569" y="3775"/>
                  </a:lnTo>
                  <a:lnTo>
                    <a:pt x="24963" y="3512"/>
                  </a:lnTo>
                  <a:lnTo>
                    <a:pt x="24317" y="3250"/>
                  </a:lnTo>
                  <a:lnTo>
                    <a:pt x="23591" y="2988"/>
                  </a:lnTo>
                  <a:lnTo>
                    <a:pt x="22824" y="2725"/>
                  </a:lnTo>
                  <a:lnTo>
                    <a:pt x="21977" y="2443"/>
                  </a:lnTo>
                  <a:lnTo>
                    <a:pt x="21068" y="2180"/>
                  </a:lnTo>
                  <a:lnTo>
                    <a:pt x="20100" y="1898"/>
                  </a:lnTo>
                  <a:lnTo>
                    <a:pt x="19050" y="1636"/>
                  </a:lnTo>
                  <a:lnTo>
                    <a:pt x="17920" y="1373"/>
                  </a:lnTo>
                  <a:lnTo>
                    <a:pt x="16710" y="1111"/>
                  </a:lnTo>
                  <a:lnTo>
                    <a:pt x="15398" y="869"/>
                  </a:lnTo>
                  <a:lnTo>
                    <a:pt x="14026" y="627"/>
                  </a:lnTo>
                  <a:lnTo>
                    <a:pt x="12552" y="405"/>
                  </a:lnTo>
                  <a:lnTo>
                    <a:pt x="10978" y="183"/>
                  </a:lnTo>
                  <a:lnTo>
                    <a:pt x="10413" y="122"/>
                  </a:lnTo>
                  <a:lnTo>
                    <a:pt x="9889" y="62"/>
                  </a:lnTo>
                  <a:lnTo>
                    <a:pt x="9344" y="41"/>
                  </a:lnTo>
                  <a:lnTo>
                    <a:pt x="8839" y="21"/>
                  </a:lnTo>
                  <a:lnTo>
                    <a:pt x="8335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0" name="Google Shape;510;p7"/>
            <p:cNvSpPr/>
            <p:nvPr/>
          </p:nvSpPr>
          <p:spPr>
            <a:xfrm flipH="1">
              <a:off x="1985352" y="-3774912"/>
              <a:ext cx="166996" cy="99348"/>
            </a:xfrm>
            <a:custGeom>
              <a:rect b="b" l="l" r="r" t="t"/>
              <a:pathLst>
                <a:path extrusionOk="0" h="1777" w="2987">
                  <a:moveTo>
                    <a:pt x="2240" y="81"/>
                  </a:moveTo>
                  <a:lnTo>
                    <a:pt x="2442" y="101"/>
                  </a:lnTo>
                  <a:lnTo>
                    <a:pt x="2644" y="122"/>
                  </a:lnTo>
                  <a:lnTo>
                    <a:pt x="2745" y="162"/>
                  </a:lnTo>
                  <a:lnTo>
                    <a:pt x="2805" y="182"/>
                  </a:lnTo>
                  <a:lnTo>
                    <a:pt x="2866" y="243"/>
                  </a:lnTo>
                  <a:lnTo>
                    <a:pt x="2906" y="283"/>
                  </a:lnTo>
                  <a:lnTo>
                    <a:pt x="2906" y="364"/>
                  </a:lnTo>
                  <a:lnTo>
                    <a:pt x="2906" y="444"/>
                  </a:lnTo>
                  <a:lnTo>
                    <a:pt x="2846" y="525"/>
                  </a:lnTo>
                  <a:lnTo>
                    <a:pt x="2765" y="626"/>
                  </a:lnTo>
                  <a:lnTo>
                    <a:pt x="2543" y="868"/>
                  </a:lnTo>
                  <a:lnTo>
                    <a:pt x="2281" y="1070"/>
                  </a:lnTo>
                  <a:lnTo>
                    <a:pt x="1998" y="1252"/>
                  </a:lnTo>
                  <a:lnTo>
                    <a:pt x="1716" y="1413"/>
                  </a:lnTo>
                  <a:lnTo>
                    <a:pt x="1393" y="1534"/>
                  </a:lnTo>
                  <a:lnTo>
                    <a:pt x="1090" y="1615"/>
                  </a:lnTo>
                  <a:lnTo>
                    <a:pt x="747" y="1675"/>
                  </a:lnTo>
                  <a:lnTo>
                    <a:pt x="424" y="1696"/>
                  </a:lnTo>
                  <a:lnTo>
                    <a:pt x="263" y="1696"/>
                  </a:lnTo>
                  <a:lnTo>
                    <a:pt x="182" y="1655"/>
                  </a:lnTo>
                  <a:lnTo>
                    <a:pt x="121" y="1615"/>
                  </a:lnTo>
                  <a:lnTo>
                    <a:pt x="81" y="1554"/>
                  </a:lnTo>
                  <a:lnTo>
                    <a:pt x="81" y="1494"/>
                  </a:lnTo>
                  <a:lnTo>
                    <a:pt x="81" y="1433"/>
                  </a:lnTo>
                  <a:lnTo>
                    <a:pt x="101" y="1373"/>
                  </a:lnTo>
                  <a:lnTo>
                    <a:pt x="182" y="1252"/>
                  </a:lnTo>
                  <a:lnTo>
                    <a:pt x="263" y="1151"/>
                  </a:lnTo>
                  <a:lnTo>
                    <a:pt x="485" y="949"/>
                  </a:lnTo>
                  <a:lnTo>
                    <a:pt x="686" y="747"/>
                  </a:lnTo>
                  <a:lnTo>
                    <a:pt x="929" y="586"/>
                  </a:lnTo>
                  <a:lnTo>
                    <a:pt x="1171" y="424"/>
                  </a:lnTo>
                  <a:lnTo>
                    <a:pt x="1413" y="283"/>
                  </a:lnTo>
                  <a:lnTo>
                    <a:pt x="1675" y="182"/>
                  </a:lnTo>
                  <a:lnTo>
                    <a:pt x="1958" y="101"/>
                  </a:lnTo>
                  <a:lnTo>
                    <a:pt x="2240" y="81"/>
                  </a:lnTo>
                  <a:close/>
                  <a:moveTo>
                    <a:pt x="2119" y="0"/>
                  </a:moveTo>
                  <a:lnTo>
                    <a:pt x="1938" y="21"/>
                  </a:lnTo>
                  <a:lnTo>
                    <a:pt x="1776" y="61"/>
                  </a:lnTo>
                  <a:lnTo>
                    <a:pt x="1615" y="122"/>
                  </a:lnTo>
                  <a:lnTo>
                    <a:pt x="1453" y="182"/>
                  </a:lnTo>
                  <a:lnTo>
                    <a:pt x="1292" y="243"/>
                  </a:lnTo>
                  <a:lnTo>
                    <a:pt x="1009" y="424"/>
                  </a:lnTo>
                  <a:lnTo>
                    <a:pt x="727" y="626"/>
                  </a:lnTo>
                  <a:lnTo>
                    <a:pt x="464" y="848"/>
                  </a:lnTo>
                  <a:lnTo>
                    <a:pt x="222" y="1090"/>
                  </a:lnTo>
                  <a:lnTo>
                    <a:pt x="101" y="1211"/>
                  </a:lnTo>
                  <a:lnTo>
                    <a:pt x="21" y="1332"/>
                  </a:lnTo>
                  <a:lnTo>
                    <a:pt x="0" y="1433"/>
                  </a:lnTo>
                  <a:lnTo>
                    <a:pt x="0" y="1514"/>
                  </a:lnTo>
                  <a:lnTo>
                    <a:pt x="21" y="1595"/>
                  </a:lnTo>
                  <a:lnTo>
                    <a:pt x="61" y="1655"/>
                  </a:lnTo>
                  <a:lnTo>
                    <a:pt x="121" y="1716"/>
                  </a:lnTo>
                  <a:lnTo>
                    <a:pt x="222" y="1756"/>
                  </a:lnTo>
                  <a:lnTo>
                    <a:pt x="303" y="1776"/>
                  </a:lnTo>
                  <a:lnTo>
                    <a:pt x="424" y="1776"/>
                  </a:lnTo>
                  <a:lnTo>
                    <a:pt x="767" y="1756"/>
                  </a:lnTo>
                  <a:lnTo>
                    <a:pt x="1110" y="1696"/>
                  </a:lnTo>
                  <a:lnTo>
                    <a:pt x="1433" y="1615"/>
                  </a:lnTo>
                  <a:lnTo>
                    <a:pt x="1736" y="1474"/>
                  </a:lnTo>
                  <a:lnTo>
                    <a:pt x="2039" y="1332"/>
                  </a:lnTo>
                  <a:lnTo>
                    <a:pt x="2321" y="1131"/>
                  </a:lnTo>
                  <a:lnTo>
                    <a:pt x="2604" y="929"/>
                  </a:lnTo>
                  <a:lnTo>
                    <a:pt x="2826" y="687"/>
                  </a:lnTo>
                  <a:lnTo>
                    <a:pt x="2926" y="565"/>
                  </a:lnTo>
                  <a:lnTo>
                    <a:pt x="2987" y="465"/>
                  </a:lnTo>
                  <a:lnTo>
                    <a:pt x="2987" y="343"/>
                  </a:lnTo>
                  <a:lnTo>
                    <a:pt x="2967" y="263"/>
                  </a:lnTo>
                  <a:lnTo>
                    <a:pt x="2926" y="182"/>
                  </a:lnTo>
                  <a:lnTo>
                    <a:pt x="2866" y="122"/>
                  </a:lnTo>
                  <a:lnTo>
                    <a:pt x="2765" y="81"/>
                  </a:lnTo>
                  <a:lnTo>
                    <a:pt x="2664" y="41"/>
                  </a:lnTo>
                  <a:lnTo>
                    <a:pt x="2462" y="21"/>
                  </a:lnTo>
                  <a:lnTo>
                    <a:pt x="2281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1" name="Google Shape;511;p7"/>
            <p:cNvSpPr/>
            <p:nvPr/>
          </p:nvSpPr>
          <p:spPr>
            <a:xfrm flipH="1">
              <a:off x="-2673006" y="-2347734"/>
              <a:ext cx="901508" cy="1104564"/>
            </a:xfrm>
            <a:custGeom>
              <a:rect b="b" l="l" r="r" t="t"/>
              <a:pathLst>
                <a:path extrusionOk="0" h="19757" w="16125">
                  <a:moveTo>
                    <a:pt x="13945" y="81"/>
                  </a:moveTo>
                  <a:lnTo>
                    <a:pt x="14187" y="142"/>
                  </a:lnTo>
                  <a:lnTo>
                    <a:pt x="14449" y="222"/>
                  </a:lnTo>
                  <a:lnTo>
                    <a:pt x="14671" y="323"/>
                  </a:lnTo>
                  <a:lnTo>
                    <a:pt x="14893" y="464"/>
                  </a:lnTo>
                  <a:lnTo>
                    <a:pt x="15095" y="626"/>
                  </a:lnTo>
                  <a:lnTo>
                    <a:pt x="15277" y="807"/>
                  </a:lnTo>
                  <a:lnTo>
                    <a:pt x="15438" y="1009"/>
                  </a:lnTo>
                  <a:lnTo>
                    <a:pt x="15620" y="1332"/>
                  </a:lnTo>
                  <a:lnTo>
                    <a:pt x="15761" y="1655"/>
                  </a:lnTo>
                  <a:lnTo>
                    <a:pt x="15862" y="1998"/>
                  </a:lnTo>
                  <a:lnTo>
                    <a:pt x="15943" y="2341"/>
                  </a:lnTo>
                  <a:lnTo>
                    <a:pt x="16003" y="2704"/>
                  </a:lnTo>
                  <a:lnTo>
                    <a:pt x="16023" y="3068"/>
                  </a:lnTo>
                  <a:lnTo>
                    <a:pt x="16044" y="3431"/>
                  </a:lnTo>
                  <a:lnTo>
                    <a:pt x="16044" y="3814"/>
                  </a:lnTo>
                  <a:lnTo>
                    <a:pt x="16023" y="4319"/>
                  </a:lnTo>
                  <a:lnTo>
                    <a:pt x="16003" y="4803"/>
                  </a:lnTo>
                  <a:lnTo>
                    <a:pt x="15963" y="5287"/>
                  </a:lnTo>
                  <a:lnTo>
                    <a:pt x="15923" y="5731"/>
                  </a:lnTo>
                  <a:lnTo>
                    <a:pt x="15862" y="6175"/>
                  </a:lnTo>
                  <a:lnTo>
                    <a:pt x="15781" y="6599"/>
                  </a:lnTo>
                  <a:lnTo>
                    <a:pt x="15701" y="7003"/>
                  </a:lnTo>
                  <a:lnTo>
                    <a:pt x="15600" y="7386"/>
                  </a:lnTo>
                  <a:lnTo>
                    <a:pt x="15479" y="7749"/>
                  </a:lnTo>
                  <a:lnTo>
                    <a:pt x="15337" y="8113"/>
                  </a:lnTo>
                  <a:lnTo>
                    <a:pt x="15196" y="8436"/>
                  </a:lnTo>
                  <a:lnTo>
                    <a:pt x="15055" y="8758"/>
                  </a:lnTo>
                  <a:lnTo>
                    <a:pt x="14873" y="9081"/>
                  </a:lnTo>
                  <a:lnTo>
                    <a:pt x="14692" y="9364"/>
                  </a:lnTo>
                  <a:lnTo>
                    <a:pt x="14490" y="9646"/>
                  </a:lnTo>
                  <a:lnTo>
                    <a:pt x="14268" y="9909"/>
                  </a:lnTo>
                  <a:lnTo>
                    <a:pt x="14086" y="10131"/>
                  </a:lnTo>
                  <a:lnTo>
                    <a:pt x="13884" y="10332"/>
                  </a:lnTo>
                  <a:lnTo>
                    <a:pt x="13683" y="10514"/>
                  </a:lnTo>
                  <a:lnTo>
                    <a:pt x="13461" y="10716"/>
                  </a:lnTo>
                  <a:lnTo>
                    <a:pt x="13017" y="11059"/>
                  </a:lnTo>
                  <a:lnTo>
                    <a:pt x="12532" y="11362"/>
                  </a:lnTo>
                  <a:lnTo>
                    <a:pt x="12048" y="11664"/>
                  </a:lnTo>
                  <a:lnTo>
                    <a:pt x="11543" y="11947"/>
                  </a:lnTo>
                  <a:lnTo>
                    <a:pt x="10514" y="12451"/>
                  </a:lnTo>
                  <a:lnTo>
                    <a:pt x="9586" y="12915"/>
                  </a:lnTo>
                  <a:lnTo>
                    <a:pt x="9122" y="13178"/>
                  </a:lnTo>
                  <a:lnTo>
                    <a:pt x="8678" y="13420"/>
                  </a:lnTo>
                  <a:lnTo>
                    <a:pt x="8032" y="13844"/>
                  </a:lnTo>
                  <a:lnTo>
                    <a:pt x="7427" y="14288"/>
                  </a:lnTo>
                  <a:lnTo>
                    <a:pt x="6821" y="14752"/>
                  </a:lnTo>
                  <a:lnTo>
                    <a:pt x="6236" y="15236"/>
                  </a:lnTo>
                  <a:lnTo>
                    <a:pt x="5671" y="15761"/>
                  </a:lnTo>
                  <a:lnTo>
                    <a:pt x="5106" y="16265"/>
                  </a:lnTo>
                  <a:lnTo>
                    <a:pt x="4037" y="17335"/>
                  </a:lnTo>
                  <a:lnTo>
                    <a:pt x="3350" y="18001"/>
                  </a:lnTo>
                  <a:lnTo>
                    <a:pt x="2644" y="18667"/>
                  </a:lnTo>
                  <a:lnTo>
                    <a:pt x="2281" y="18990"/>
                  </a:lnTo>
                  <a:lnTo>
                    <a:pt x="2099" y="19151"/>
                  </a:lnTo>
                  <a:lnTo>
                    <a:pt x="1897" y="19292"/>
                  </a:lnTo>
                  <a:lnTo>
                    <a:pt x="1696" y="19413"/>
                  </a:lnTo>
                  <a:lnTo>
                    <a:pt x="1474" y="19514"/>
                  </a:lnTo>
                  <a:lnTo>
                    <a:pt x="1272" y="19595"/>
                  </a:lnTo>
                  <a:lnTo>
                    <a:pt x="1030" y="19656"/>
                  </a:lnTo>
                  <a:lnTo>
                    <a:pt x="808" y="19676"/>
                  </a:lnTo>
                  <a:lnTo>
                    <a:pt x="687" y="19656"/>
                  </a:lnTo>
                  <a:lnTo>
                    <a:pt x="566" y="19635"/>
                  </a:lnTo>
                  <a:lnTo>
                    <a:pt x="444" y="19595"/>
                  </a:lnTo>
                  <a:lnTo>
                    <a:pt x="344" y="19555"/>
                  </a:lnTo>
                  <a:lnTo>
                    <a:pt x="243" y="19474"/>
                  </a:lnTo>
                  <a:lnTo>
                    <a:pt x="162" y="19373"/>
                  </a:lnTo>
                  <a:lnTo>
                    <a:pt x="101" y="19232"/>
                  </a:lnTo>
                  <a:lnTo>
                    <a:pt x="81" y="19091"/>
                  </a:lnTo>
                  <a:lnTo>
                    <a:pt x="81" y="18929"/>
                  </a:lnTo>
                  <a:lnTo>
                    <a:pt x="122" y="18788"/>
                  </a:lnTo>
                  <a:lnTo>
                    <a:pt x="162" y="18667"/>
                  </a:lnTo>
                  <a:lnTo>
                    <a:pt x="222" y="18546"/>
                  </a:lnTo>
                  <a:lnTo>
                    <a:pt x="323" y="18364"/>
                  </a:lnTo>
                  <a:lnTo>
                    <a:pt x="444" y="18203"/>
                  </a:lnTo>
                  <a:lnTo>
                    <a:pt x="566" y="18021"/>
                  </a:lnTo>
                  <a:lnTo>
                    <a:pt x="868" y="17718"/>
                  </a:lnTo>
                  <a:lnTo>
                    <a:pt x="1171" y="17436"/>
                  </a:lnTo>
                  <a:lnTo>
                    <a:pt x="1494" y="17173"/>
                  </a:lnTo>
                  <a:lnTo>
                    <a:pt x="2220" y="16588"/>
                  </a:lnTo>
                  <a:lnTo>
                    <a:pt x="2987" y="16043"/>
                  </a:lnTo>
                  <a:lnTo>
                    <a:pt x="3754" y="15499"/>
                  </a:lnTo>
                  <a:lnTo>
                    <a:pt x="4521" y="14974"/>
                  </a:lnTo>
                  <a:lnTo>
                    <a:pt x="5308" y="14429"/>
                  </a:lnTo>
                  <a:lnTo>
                    <a:pt x="6075" y="13884"/>
                  </a:lnTo>
                  <a:lnTo>
                    <a:pt x="6862" y="13319"/>
                  </a:lnTo>
                  <a:lnTo>
                    <a:pt x="7608" y="12734"/>
                  </a:lnTo>
                  <a:lnTo>
                    <a:pt x="8153" y="12270"/>
                  </a:lnTo>
                  <a:lnTo>
                    <a:pt x="8436" y="12007"/>
                  </a:lnTo>
                  <a:lnTo>
                    <a:pt x="8718" y="11725"/>
                  </a:lnTo>
                  <a:lnTo>
                    <a:pt x="9001" y="11422"/>
                  </a:lnTo>
                  <a:lnTo>
                    <a:pt x="9283" y="11119"/>
                  </a:lnTo>
                  <a:lnTo>
                    <a:pt x="9546" y="10776"/>
                  </a:lnTo>
                  <a:lnTo>
                    <a:pt x="9788" y="10413"/>
                  </a:lnTo>
                  <a:lnTo>
                    <a:pt x="9949" y="10131"/>
                  </a:lnTo>
                  <a:lnTo>
                    <a:pt x="10111" y="9828"/>
                  </a:lnTo>
                  <a:lnTo>
                    <a:pt x="10252" y="9525"/>
                  </a:lnTo>
                  <a:lnTo>
                    <a:pt x="10393" y="9202"/>
                  </a:lnTo>
                  <a:lnTo>
                    <a:pt x="10494" y="8879"/>
                  </a:lnTo>
                  <a:lnTo>
                    <a:pt x="10615" y="8557"/>
                  </a:lnTo>
                  <a:lnTo>
                    <a:pt x="10777" y="7911"/>
                  </a:lnTo>
                  <a:lnTo>
                    <a:pt x="10938" y="7245"/>
                  </a:lnTo>
                  <a:lnTo>
                    <a:pt x="11039" y="6559"/>
                  </a:lnTo>
                  <a:lnTo>
                    <a:pt x="11241" y="5207"/>
                  </a:lnTo>
                  <a:lnTo>
                    <a:pt x="11342" y="4399"/>
                  </a:lnTo>
                  <a:lnTo>
                    <a:pt x="11463" y="3612"/>
                  </a:lnTo>
                  <a:lnTo>
                    <a:pt x="11604" y="2825"/>
                  </a:lnTo>
                  <a:lnTo>
                    <a:pt x="11685" y="2422"/>
                  </a:lnTo>
                  <a:lnTo>
                    <a:pt x="11786" y="2038"/>
                  </a:lnTo>
                  <a:lnTo>
                    <a:pt x="11866" y="1756"/>
                  </a:lnTo>
                  <a:lnTo>
                    <a:pt x="11987" y="1473"/>
                  </a:lnTo>
                  <a:lnTo>
                    <a:pt x="12109" y="1171"/>
                  </a:lnTo>
                  <a:lnTo>
                    <a:pt x="12250" y="888"/>
                  </a:lnTo>
                  <a:lnTo>
                    <a:pt x="12452" y="626"/>
                  </a:lnTo>
                  <a:lnTo>
                    <a:pt x="12552" y="525"/>
                  </a:lnTo>
                  <a:lnTo>
                    <a:pt x="12674" y="404"/>
                  </a:lnTo>
                  <a:lnTo>
                    <a:pt x="12795" y="323"/>
                  </a:lnTo>
                  <a:lnTo>
                    <a:pt x="12916" y="242"/>
                  </a:lnTo>
                  <a:lnTo>
                    <a:pt x="13077" y="182"/>
                  </a:lnTo>
                  <a:lnTo>
                    <a:pt x="13218" y="121"/>
                  </a:lnTo>
                  <a:lnTo>
                    <a:pt x="13461" y="81"/>
                  </a:lnTo>
                  <a:close/>
                  <a:moveTo>
                    <a:pt x="13541" y="0"/>
                  </a:moveTo>
                  <a:lnTo>
                    <a:pt x="13380" y="20"/>
                  </a:lnTo>
                  <a:lnTo>
                    <a:pt x="13218" y="41"/>
                  </a:lnTo>
                  <a:lnTo>
                    <a:pt x="13037" y="101"/>
                  </a:lnTo>
                  <a:lnTo>
                    <a:pt x="12896" y="162"/>
                  </a:lnTo>
                  <a:lnTo>
                    <a:pt x="12754" y="242"/>
                  </a:lnTo>
                  <a:lnTo>
                    <a:pt x="12613" y="343"/>
                  </a:lnTo>
                  <a:lnTo>
                    <a:pt x="12492" y="464"/>
                  </a:lnTo>
                  <a:lnTo>
                    <a:pt x="12391" y="565"/>
                  </a:lnTo>
                  <a:lnTo>
                    <a:pt x="12189" y="848"/>
                  </a:lnTo>
                  <a:lnTo>
                    <a:pt x="12028" y="1130"/>
                  </a:lnTo>
                  <a:lnTo>
                    <a:pt x="11907" y="1433"/>
                  </a:lnTo>
                  <a:lnTo>
                    <a:pt x="11806" y="1736"/>
                  </a:lnTo>
                  <a:lnTo>
                    <a:pt x="11705" y="2018"/>
                  </a:lnTo>
                  <a:lnTo>
                    <a:pt x="11604" y="2402"/>
                  </a:lnTo>
                  <a:lnTo>
                    <a:pt x="11523" y="2805"/>
                  </a:lnTo>
                  <a:lnTo>
                    <a:pt x="11382" y="3592"/>
                  </a:lnTo>
                  <a:lnTo>
                    <a:pt x="11261" y="4399"/>
                  </a:lnTo>
                  <a:lnTo>
                    <a:pt x="11160" y="5187"/>
                  </a:lnTo>
                  <a:lnTo>
                    <a:pt x="10958" y="6539"/>
                  </a:lnTo>
                  <a:lnTo>
                    <a:pt x="10857" y="7225"/>
                  </a:lnTo>
                  <a:lnTo>
                    <a:pt x="10716" y="7870"/>
                  </a:lnTo>
                  <a:lnTo>
                    <a:pt x="10534" y="8536"/>
                  </a:lnTo>
                  <a:lnTo>
                    <a:pt x="10434" y="8859"/>
                  </a:lnTo>
                  <a:lnTo>
                    <a:pt x="10313" y="9162"/>
                  </a:lnTo>
                  <a:lnTo>
                    <a:pt x="10191" y="9485"/>
                  </a:lnTo>
                  <a:lnTo>
                    <a:pt x="10050" y="9788"/>
                  </a:lnTo>
                  <a:lnTo>
                    <a:pt x="9889" y="10090"/>
                  </a:lnTo>
                  <a:lnTo>
                    <a:pt x="9707" y="10373"/>
                  </a:lnTo>
                  <a:lnTo>
                    <a:pt x="9465" y="10736"/>
                  </a:lnTo>
                  <a:lnTo>
                    <a:pt x="9223" y="11059"/>
                  </a:lnTo>
                  <a:lnTo>
                    <a:pt x="8940" y="11382"/>
                  </a:lnTo>
                  <a:lnTo>
                    <a:pt x="8658" y="11664"/>
                  </a:lnTo>
                  <a:lnTo>
                    <a:pt x="8375" y="11947"/>
                  </a:lnTo>
                  <a:lnTo>
                    <a:pt x="8093" y="12209"/>
                  </a:lnTo>
                  <a:lnTo>
                    <a:pt x="7568" y="12653"/>
                  </a:lnTo>
                  <a:lnTo>
                    <a:pt x="6801" y="13259"/>
                  </a:lnTo>
                  <a:lnTo>
                    <a:pt x="6034" y="13824"/>
                  </a:lnTo>
                  <a:lnTo>
                    <a:pt x="5247" y="14368"/>
                  </a:lnTo>
                  <a:lnTo>
                    <a:pt x="4480" y="14913"/>
                  </a:lnTo>
                  <a:lnTo>
                    <a:pt x="3714" y="15438"/>
                  </a:lnTo>
                  <a:lnTo>
                    <a:pt x="2927" y="15983"/>
                  </a:lnTo>
                  <a:lnTo>
                    <a:pt x="2180" y="16528"/>
                  </a:lnTo>
                  <a:lnTo>
                    <a:pt x="1433" y="17113"/>
                  </a:lnTo>
                  <a:lnTo>
                    <a:pt x="1131" y="17375"/>
                  </a:lnTo>
                  <a:lnTo>
                    <a:pt x="808" y="17658"/>
                  </a:lnTo>
                  <a:lnTo>
                    <a:pt x="505" y="17981"/>
                  </a:lnTo>
                  <a:lnTo>
                    <a:pt x="384" y="18142"/>
                  </a:lnTo>
                  <a:lnTo>
                    <a:pt x="243" y="18324"/>
                  </a:lnTo>
                  <a:lnTo>
                    <a:pt x="142" y="18526"/>
                  </a:lnTo>
                  <a:lnTo>
                    <a:pt x="81" y="18667"/>
                  </a:lnTo>
                  <a:lnTo>
                    <a:pt x="21" y="18808"/>
                  </a:lnTo>
                  <a:lnTo>
                    <a:pt x="1" y="18949"/>
                  </a:lnTo>
                  <a:lnTo>
                    <a:pt x="1" y="19111"/>
                  </a:lnTo>
                  <a:lnTo>
                    <a:pt x="21" y="19272"/>
                  </a:lnTo>
                  <a:lnTo>
                    <a:pt x="101" y="19434"/>
                  </a:lnTo>
                  <a:lnTo>
                    <a:pt x="162" y="19514"/>
                  </a:lnTo>
                  <a:lnTo>
                    <a:pt x="243" y="19575"/>
                  </a:lnTo>
                  <a:lnTo>
                    <a:pt x="323" y="19635"/>
                  </a:lnTo>
                  <a:lnTo>
                    <a:pt x="424" y="19676"/>
                  </a:lnTo>
                  <a:lnTo>
                    <a:pt x="626" y="19736"/>
                  </a:lnTo>
                  <a:lnTo>
                    <a:pt x="828" y="19757"/>
                  </a:lnTo>
                  <a:lnTo>
                    <a:pt x="1050" y="19736"/>
                  </a:lnTo>
                  <a:lnTo>
                    <a:pt x="1292" y="19676"/>
                  </a:lnTo>
                  <a:lnTo>
                    <a:pt x="1514" y="19595"/>
                  </a:lnTo>
                  <a:lnTo>
                    <a:pt x="1736" y="19494"/>
                  </a:lnTo>
                  <a:lnTo>
                    <a:pt x="1938" y="19353"/>
                  </a:lnTo>
                  <a:lnTo>
                    <a:pt x="2140" y="19212"/>
                  </a:lnTo>
                  <a:lnTo>
                    <a:pt x="2341" y="19050"/>
                  </a:lnTo>
                  <a:lnTo>
                    <a:pt x="2705" y="18727"/>
                  </a:lnTo>
                  <a:lnTo>
                    <a:pt x="3411" y="18061"/>
                  </a:lnTo>
                  <a:lnTo>
                    <a:pt x="4077" y="17395"/>
                  </a:lnTo>
                  <a:lnTo>
                    <a:pt x="5167" y="16326"/>
                  </a:lnTo>
                  <a:lnTo>
                    <a:pt x="5732" y="15821"/>
                  </a:lnTo>
                  <a:lnTo>
                    <a:pt x="6297" y="15297"/>
                  </a:lnTo>
                  <a:lnTo>
                    <a:pt x="6862" y="14812"/>
                  </a:lnTo>
                  <a:lnTo>
                    <a:pt x="7467" y="14348"/>
                  </a:lnTo>
                  <a:lnTo>
                    <a:pt x="8093" y="13904"/>
                  </a:lnTo>
                  <a:lnTo>
                    <a:pt x="8718" y="13501"/>
                  </a:lnTo>
                  <a:lnTo>
                    <a:pt x="9162" y="13238"/>
                  </a:lnTo>
                  <a:lnTo>
                    <a:pt x="9626" y="12996"/>
                  </a:lnTo>
                  <a:lnTo>
                    <a:pt x="10555" y="12532"/>
                  </a:lnTo>
                  <a:lnTo>
                    <a:pt x="11584" y="12007"/>
                  </a:lnTo>
                  <a:lnTo>
                    <a:pt x="12088" y="11725"/>
                  </a:lnTo>
                  <a:lnTo>
                    <a:pt x="12573" y="11442"/>
                  </a:lnTo>
                  <a:lnTo>
                    <a:pt x="13057" y="11119"/>
                  </a:lnTo>
                  <a:lnTo>
                    <a:pt x="13521" y="10776"/>
                  </a:lnTo>
                  <a:lnTo>
                    <a:pt x="13743" y="10575"/>
                  </a:lnTo>
                  <a:lnTo>
                    <a:pt x="13945" y="10393"/>
                  </a:lnTo>
                  <a:lnTo>
                    <a:pt x="14147" y="10171"/>
                  </a:lnTo>
                  <a:lnTo>
                    <a:pt x="14328" y="9969"/>
                  </a:lnTo>
                  <a:lnTo>
                    <a:pt x="14550" y="9687"/>
                  </a:lnTo>
                  <a:lnTo>
                    <a:pt x="14752" y="9404"/>
                  </a:lnTo>
                  <a:lnTo>
                    <a:pt x="14934" y="9122"/>
                  </a:lnTo>
                  <a:lnTo>
                    <a:pt x="15115" y="8799"/>
                  </a:lnTo>
                  <a:lnTo>
                    <a:pt x="15277" y="8476"/>
                  </a:lnTo>
                  <a:lnTo>
                    <a:pt x="15418" y="8133"/>
                  </a:lnTo>
                  <a:lnTo>
                    <a:pt x="15559" y="7790"/>
                  </a:lnTo>
                  <a:lnTo>
                    <a:pt x="15660" y="7406"/>
                  </a:lnTo>
                  <a:lnTo>
                    <a:pt x="15761" y="7023"/>
                  </a:lnTo>
                  <a:lnTo>
                    <a:pt x="15862" y="6619"/>
                  </a:lnTo>
                  <a:lnTo>
                    <a:pt x="15943" y="6196"/>
                  </a:lnTo>
                  <a:lnTo>
                    <a:pt x="16003" y="5752"/>
                  </a:lnTo>
                  <a:lnTo>
                    <a:pt x="16044" y="5287"/>
                  </a:lnTo>
                  <a:lnTo>
                    <a:pt x="16084" y="4823"/>
                  </a:lnTo>
                  <a:lnTo>
                    <a:pt x="16104" y="4319"/>
                  </a:lnTo>
                  <a:lnTo>
                    <a:pt x="16124" y="3814"/>
                  </a:lnTo>
                  <a:lnTo>
                    <a:pt x="16124" y="3431"/>
                  </a:lnTo>
                  <a:lnTo>
                    <a:pt x="16104" y="3068"/>
                  </a:lnTo>
                  <a:lnTo>
                    <a:pt x="16084" y="2684"/>
                  </a:lnTo>
                  <a:lnTo>
                    <a:pt x="16023" y="2321"/>
                  </a:lnTo>
                  <a:lnTo>
                    <a:pt x="15943" y="1958"/>
                  </a:lnTo>
                  <a:lnTo>
                    <a:pt x="15842" y="1615"/>
                  </a:lnTo>
                  <a:lnTo>
                    <a:pt x="15701" y="1292"/>
                  </a:lnTo>
                  <a:lnTo>
                    <a:pt x="15519" y="969"/>
                  </a:lnTo>
                  <a:lnTo>
                    <a:pt x="15418" y="828"/>
                  </a:lnTo>
                  <a:lnTo>
                    <a:pt x="15297" y="707"/>
                  </a:lnTo>
                  <a:lnTo>
                    <a:pt x="15196" y="585"/>
                  </a:lnTo>
                  <a:lnTo>
                    <a:pt x="15055" y="485"/>
                  </a:lnTo>
                  <a:lnTo>
                    <a:pt x="14934" y="384"/>
                  </a:lnTo>
                  <a:lnTo>
                    <a:pt x="14792" y="303"/>
                  </a:lnTo>
                  <a:lnTo>
                    <a:pt x="14490" y="142"/>
                  </a:lnTo>
                  <a:lnTo>
                    <a:pt x="14187" y="61"/>
                  </a:lnTo>
                  <a:lnTo>
                    <a:pt x="14026" y="20"/>
                  </a:lnTo>
                  <a:lnTo>
                    <a:pt x="13864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2" name="Google Shape;512;p7"/>
            <p:cNvSpPr/>
            <p:nvPr/>
          </p:nvSpPr>
          <p:spPr>
            <a:xfrm flipH="1">
              <a:off x="-3379293" y="-5020451"/>
              <a:ext cx="1990251" cy="2226013"/>
            </a:xfrm>
            <a:custGeom>
              <a:rect b="b" l="l" r="r" t="t"/>
              <a:pathLst>
                <a:path extrusionOk="0" h="39816" w="35599">
                  <a:moveTo>
                    <a:pt x="16346" y="81"/>
                  </a:moveTo>
                  <a:lnTo>
                    <a:pt x="18606" y="102"/>
                  </a:lnTo>
                  <a:lnTo>
                    <a:pt x="19737" y="122"/>
                  </a:lnTo>
                  <a:lnTo>
                    <a:pt x="20867" y="162"/>
                  </a:lnTo>
                  <a:lnTo>
                    <a:pt x="22017" y="223"/>
                  </a:lnTo>
                  <a:lnTo>
                    <a:pt x="23147" y="283"/>
                  </a:lnTo>
                  <a:lnTo>
                    <a:pt x="24277" y="364"/>
                  </a:lnTo>
                  <a:lnTo>
                    <a:pt x="25407" y="465"/>
                  </a:lnTo>
                  <a:lnTo>
                    <a:pt x="26537" y="586"/>
                  </a:lnTo>
                  <a:lnTo>
                    <a:pt x="27667" y="747"/>
                  </a:lnTo>
                  <a:lnTo>
                    <a:pt x="28555" y="868"/>
                  </a:lnTo>
                  <a:lnTo>
                    <a:pt x="29443" y="1050"/>
                  </a:lnTo>
                  <a:lnTo>
                    <a:pt x="29887" y="1151"/>
                  </a:lnTo>
                  <a:lnTo>
                    <a:pt x="30311" y="1272"/>
                  </a:lnTo>
                  <a:lnTo>
                    <a:pt x="30755" y="1413"/>
                  </a:lnTo>
                  <a:lnTo>
                    <a:pt x="31179" y="1554"/>
                  </a:lnTo>
                  <a:lnTo>
                    <a:pt x="31582" y="1736"/>
                  </a:lnTo>
                  <a:lnTo>
                    <a:pt x="31986" y="1918"/>
                  </a:lnTo>
                  <a:lnTo>
                    <a:pt x="32369" y="2140"/>
                  </a:lnTo>
                  <a:lnTo>
                    <a:pt x="32732" y="2382"/>
                  </a:lnTo>
                  <a:lnTo>
                    <a:pt x="33076" y="2644"/>
                  </a:lnTo>
                  <a:lnTo>
                    <a:pt x="33419" y="2927"/>
                  </a:lnTo>
                  <a:lnTo>
                    <a:pt x="33721" y="3250"/>
                  </a:lnTo>
                  <a:lnTo>
                    <a:pt x="34004" y="3593"/>
                  </a:lnTo>
                  <a:lnTo>
                    <a:pt x="34165" y="3815"/>
                  </a:lnTo>
                  <a:lnTo>
                    <a:pt x="34307" y="4057"/>
                  </a:lnTo>
                  <a:lnTo>
                    <a:pt x="34448" y="4299"/>
                  </a:lnTo>
                  <a:lnTo>
                    <a:pt x="34569" y="4561"/>
                  </a:lnTo>
                  <a:lnTo>
                    <a:pt x="34771" y="5066"/>
                  </a:lnTo>
                  <a:lnTo>
                    <a:pt x="34932" y="5611"/>
                  </a:lnTo>
                  <a:lnTo>
                    <a:pt x="35073" y="6135"/>
                  </a:lnTo>
                  <a:lnTo>
                    <a:pt x="35174" y="6680"/>
                  </a:lnTo>
                  <a:lnTo>
                    <a:pt x="35255" y="7205"/>
                  </a:lnTo>
                  <a:lnTo>
                    <a:pt x="35316" y="7730"/>
                  </a:lnTo>
                  <a:lnTo>
                    <a:pt x="35416" y="8577"/>
                  </a:lnTo>
                  <a:lnTo>
                    <a:pt x="35477" y="9445"/>
                  </a:lnTo>
                  <a:lnTo>
                    <a:pt x="35517" y="10333"/>
                  </a:lnTo>
                  <a:lnTo>
                    <a:pt x="35517" y="11261"/>
                  </a:lnTo>
                  <a:lnTo>
                    <a:pt x="35517" y="12230"/>
                  </a:lnTo>
                  <a:lnTo>
                    <a:pt x="35497" y="13219"/>
                  </a:lnTo>
                  <a:lnTo>
                    <a:pt x="35457" y="14248"/>
                  </a:lnTo>
                  <a:lnTo>
                    <a:pt x="35376" y="15337"/>
                  </a:lnTo>
                  <a:lnTo>
                    <a:pt x="35316" y="16165"/>
                  </a:lnTo>
                  <a:lnTo>
                    <a:pt x="35235" y="17033"/>
                  </a:lnTo>
                  <a:lnTo>
                    <a:pt x="35134" y="17921"/>
                  </a:lnTo>
                  <a:lnTo>
                    <a:pt x="34993" y="18808"/>
                  </a:lnTo>
                  <a:lnTo>
                    <a:pt x="34831" y="19717"/>
                  </a:lnTo>
                  <a:lnTo>
                    <a:pt x="34629" y="20625"/>
                  </a:lnTo>
                  <a:lnTo>
                    <a:pt x="34508" y="21089"/>
                  </a:lnTo>
                  <a:lnTo>
                    <a:pt x="34367" y="21533"/>
                  </a:lnTo>
                  <a:lnTo>
                    <a:pt x="34226" y="21997"/>
                  </a:lnTo>
                  <a:lnTo>
                    <a:pt x="34064" y="22441"/>
                  </a:lnTo>
                  <a:lnTo>
                    <a:pt x="33943" y="22784"/>
                  </a:lnTo>
                  <a:lnTo>
                    <a:pt x="33782" y="23127"/>
                  </a:lnTo>
                  <a:lnTo>
                    <a:pt x="33620" y="23490"/>
                  </a:lnTo>
                  <a:lnTo>
                    <a:pt x="33419" y="23833"/>
                  </a:lnTo>
                  <a:lnTo>
                    <a:pt x="33197" y="24176"/>
                  </a:lnTo>
                  <a:lnTo>
                    <a:pt x="32934" y="24479"/>
                  </a:lnTo>
                  <a:lnTo>
                    <a:pt x="32793" y="24641"/>
                  </a:lnTo>
                  <a:lnTo>
                    <a:pt x="32632" y="24782"/>
                  </a:lnTo>
                  <a:lnTo>
                    <a:pt x="32470" y="24903"/>
                  </a:lnTo>
                  <a:lnTo>
                    <a:pt x="32309" y="25024"/>
                  </a:lnTo>
                  <a:lnTo>
                    <a:pt x="32107" y="25145"/>
                  </a:lnTo>
                  <a:lnTo>
                    <a:pt x="31925" y="25226"/>
                  </a:lnTo>
                  <a:lnTo>
                    <a:pt x="31723" y="25327"/>
                  </a:lnTo>
                  <a:lnTo>
                    <a:pt x="31522" y="25387"/>
                  </a:lnTo>
                  <a:lnTo>
                    <a:pt x="31118" y="25508"/>
                  </a:lnTo>
                  <a:lnTo>
                    <a:pt x="30694" y="25569"/>
                  </a:lnTo>
                  <a:lnTo>
                    <a:pt x="30250" y="25609"/>
                  </a:lnTo>
                  <a:lnTo>
                    <a:pt x="29403" y="25609"/>
                  </a:lnTo>
                  <a:lnTo>
                    <a:pt x="28979" y="25589"/>
                  </a:lnTo>
                  <a:lnTo>
                    <a:pt x="27809" y="25488"/>
                  </a:lnTo>
                  <a:lnTo>
                    <a:pt x="26658" y="25347"/>
                  </a:lnTo>
                  <a:lnTo>
                    <a:pt x="25508" y="25185"/>
                  </a:lnTo>
                  <a:lnTo>
                    <a:pt x="24358" y="25004"/>
                  </a:lnTo>
                  <a:lnTo>
                    <a:pt x="23248" y="24842"/>
                  </a:lnTo>
                  <a:lnTo>
                    <a:pt x="22118" y="24681"/>
                  </a:lnTo>
                  <a:lnTo>
                    <a:pt x="20988" y="24540"/>
                  </a:lnTo>
                  <a:lnTo>
                    <a:pt x="19837" y="24439"/>
                  </a:lnTo>
                  <a:lnTo>
                    <a:pt x="19272" y="24398"/>
                  </a:lnTo>
                  <a:lnTo>
                    <a:pt x="18707" y="24378"/>
                  </a:lnTo>
                  <a:lnTo>
                    <a:pt x="17577" y="24378"/>
                  </a:lnTo>
                  <a:lnTo>
                    <a:pt x="17012" y="24419"/>
                  </a:lnTo>
                  <a:lnTo>
                    <a:pt x="16447" y="24459"/>
                  </a:lnTo>
                  <a:lnTo>
                    <a:pt x="15882" y="24540"/>
                  </a:lnTo>
                  <a:lnTo>
                    <a:pt x="15317" y="24620"/>
                  </a:lnTo>
                  <a:lnTo>
                    <a:pt x="14631" y="24762"/>
                  </a:lnTo>
                  <a:lnTo>
                    <a:pt x="13965" y="24943"/>
                  </a:lnTo>
                  <a:lnTo>
                    <a:pt x="13319" y="25165"/>
                  </a:lnTo>
                  <a:lnTo>
                    <a:pt x="12674" y="25407"/>
                  </a:lnTo>
                  <a:lnTo>
                    <a:pt x="12048" y="25690"/>
                  </a:lnTo>
                  <a:lnTo>
                    <a:pt x="11422" y="25993"/>
                  </a:lnTo>
                  <a:lnTo>
                    <a:pt x="10817" y="26336"/>
                  </a:lnTo>
                  <a:lnTo>
                    <a:pt x="10232" y="26699"/>
                  </a:lnTo>
                  <a:lnTo>
                    <a:pt x="9667" y="27102"/>
                  </a:lnTo>
                  <a:lnTo>
                    <a:pt x="9122" y="27526"/>
                  </a:lnTo>
                  <a:lnTo>
                    <a:pt x="8597" y="27990"/>
                  </a:lnTo>
                  <a:lnTo>
                    <a:pt x="8093" y="28455"/>
                  </a:lnTo>
                  <a:lnTo>
                    <a:pt x="7608" y="28959"/>
                  </a:lnTo>
                  <a:lnTo>
                    <a:pt x="7164" y="29484"/>
                  </a:lnTo>
                  <a:lnTo>
                    <a:pt x="6741" y="30029"/>
                  </a:lnTo>
                  <a:lnTo>
                    <a:pt x="6357" y="30594"/>
                  </a:lnTo>
                  <a:lnTo>
                    <a:pt x="6014" y="31159"/>
                  </a:lnTo>
                  <a:lnTo>
                    <a:pt x="5691" y="31744"/>
                  </a:lnTo>
                  <a:lnTo>
                    <a:pt x="5389" y="32329"/>
                  </a:lnTo>
                  <a:lnTo>
                    <a:pt x="5106" y="32914"/>
                  </a:lnTo>
                  <a:lnTo>
                    <a:pt x="4844" y="33520"/>
                  </a:lnTo>
                  <a:lnTo>
                    <a:pt x="4581" y="34125"/>
                  </a:lnTo>
                  <a:lnTo>
                    <a:pt x="4097" y="35336"/>
                  </a:lnTo>
                  <a:lnTo>
                    <a:pt x="3714" y="36264"/>
                  </a:lnTo>
                  <a:lnTo>
                    <a:pt x="3330" y="37172"/>
                  </a:lnTo>
                  <a:lnTo>
                    <a:pt x="2927" y="38080"/>
                  </a:lnTo>
                  <a:lnTo>
                    <a:pt x="2705" y="38524"/>
                  </a:lnTo>
                  <a:lnTo>
                    <a:pt x="2483" y="38948"/>
                  </a:lnTo>
                  <a:lnTo>
                    <a:pt x="2402" y="39089"/>
                  </a:lnTo>
                  <a:lnTo>
                    <a:pt x="2321" y="39211"/>
                  </a:lnTo>
                  <a:lnTo>
                    <a:pt x="2220" y="39332"/>
                  </a:lnTo>
                  <a:lnTo>
                    <a:pt x="2099" y="39453"/>
                  </a:lnTo>
                  <a:lnTo>
                    <a:pt x="1978" y="39554"/>
                  </a:lnTo>
                  <a:lnTo>
                    <a:pt x="1857" y="39634"/>
                  </a:lnTo>
                  <a:lnTo>
                    <a:pt x="1736" y="39695"/>
                  </a:lnTo>
                  <a:lnTo>
                    <a:pt x="1615" y="39715"/>
                  </a:lnTo>
                  <a:lnTo>
                    <a:pt x="1413" y="39715"/>
                  </a:lnTo>
                  <a:lnTo>
                    <a:pt x="1312" y="39654"/>
                  </a:lnTo>
                  <a:lnTo>
                    <a:pt x="1231" y="39594"/>
                  </a:lnTo>
                  <a:lnTo>
                    <a:pt x="1191" y="39513"/>
                  </a:lnTo>
                  <a:lnTo>
                    <a:pt x="1131" y="39433"/>
                  </a:lnTo>
                  <a:lnTo>
                    <a:pt x="1110" y="39352"/>
                  </a:lnTo>
                  <a:lnTo>
                    <a:pt x="1090" y="39251"/>
                  </a:lnTo>
                  <a:lnTo>
                    <a:pt x="1090" y="39049"/>
                  </a:lnTo>
                  <a:lnTo>
                    <a:pt x="1110" y="38847"/>
                  </a:lnTo>
                  <a:lnTo>
                    <a:pt x="1252" y="38040"/>
                  </a:lnTo>
                  <a:lnTo>
                    <a:pt x="1393" y="37253"/>
                  </a:lnTo>
                  <a:lnTo>
                    <a:pt x="1575" y="36466"/>
                  </a:lnTo>
                  <a:lnTo>
                    <a:pt x="1776" y="35699"/>
                  </a:lnTo>
                  <a:lnTo>
                    <a:pt x="2018" y="34630"/>
                  </a:lnTo>
                  <a:lnTo>
                    <a:pt x="2261" y="33560"/>
                  </a:lnTo>
                  <a:lnTo>
                    <a:pt x="2422" y="32551"/>
                  </a:lnTo>
                  <a:lnTo>
                    <a:pt x="2563" y="31562"/>
                  </a:lnTo>
                  <a:lnTo>
                    <a:pt x="2664" y="30533"/>
                  </a:lnTo>
                  <a:lnTo>
                    <a:pt x="2705" y="29524"/>
                  </a:lnTo>
                  <a:lnTo>
                    <a:pt x="2745" y="28515"/>
                  </a:lnTo>
                  <a:lnTo>
                    <a:pt x="2745" y="27506"/>
                  </a:lnTo>
                  <a:lnTo>
                    <a:pt x="2705" y="26477"/>
                  </a:lnTo>
                  <a:lnTo>
                    <a:pt x="2644" y="25468"/>
                  </a:lnTo>
                  <a:lnTo>
                    <a:pt x="2563" y="24439"/>
                  </a:lnTo>
                  <a:lnTo>
                    <a:pt x="2462" y="23430"/>
                  </a:lnTo>
                  <a:lnTo>
                    <a:pt x="2362" y="22401"/>
                  </a:lnTo>
                  <a:lnTo>
                    <a:pt x="2240" y="21392"/>
                  </a:lnTo>
                  <a:lnTo>
                    <a:pt x="1958" y="19374"/>
                  </a:lnTo>
                  <a:lnTo>
                    <a:pt x="1655" y="17355"/>
                  </a:lnTo>
                  <a:lnTo>
                    <a:pt x="1595" y="16972"/>
                  </a:lnTo>
                  <a:lnTo>
                    <a:pt x="1030" y="13219"/>
                  </a:lnTo>
                  <a:lnTo>
                    <a:pt x="485" y="9465"/>
                  </a:lnTo>
                  <a:lnTo>
                    <a:pt x="323" y="8234"/>
                  </a:lnTo>
                  <a:lnTo>
                    <a:pt x="182" y="7043"/>
                  </a:lnTo>
                  <a:lnTo>
                    <a:pt x="142" y="6458"/>
                  </a:lnTo>
                  <a:lnTo>
                    <a:pt x="101" y="5873"/>
                  </a:lnTo>
                  <a:lnTo>
                    <a:pt x="81" y="5308"/>
                  </a:lnTo>
                  <a:lnTo>
                    <a:pt x="81" y="4723"/>
                  </a:lnTo>
                  <a:lnTo>
                    <a:pt x="81" y="4521"/>
                  </a:lnTo>
                  <a:lnTo>
                    <a:pt x="101" y="3633"/>
                  </a:lnTo>
                  <a:lnTo>
                    <a:pt x="142" y="3129"/>
                  </a:lnTo>
                  <a:lnTo>
                    <a:pt x="202" y="2604"/>
                  </a:lnTo>
                  <a:lnTo>
                    <a:pt x="283" y="2099"/>
                  </a:lnTo>
                  <a:lnTo>
                    <a:pt x="323" y="1857"/>
                  </a:lnTo>
                  <a:lnTo>
                    <a:pt x="404" y="1635"/>
                  </a:lnTo>
                  <a:lnTo>
                    <a:pt x="465" y="1413"/>
                  </a:lnTo>
                  <a:lnTo>
                    <a:pt x="566" y="1211"/>
                  </a:lnTo>
                  <a:lnTo>
                    <a:pt x="666" y="1010"/>
                  </a:lnTo>
                  <a:lnTo>
                    <a:pt x="767" y="848"/>
                  </a:lnTo>
                  <a:lnTo>
                    <a:pt x="848" y="747"/>
                  </a:lnTo>
                  <a:lnTo>
                    <a:pt x="929" y="687"/>
                  </a:lnTo>
                  <a:lnTo>
                    <a:pt x="1110" y="545"/>
                  </a:lnTo>
                  <a:lnTo>
                    <a:pt x="1332" y="445"/>
                  </a:lnTo>
                  <a:lnTo>
                    <a:pt x="1575" y="364"/>
                  </a:lnTo>
                  <a:lnTo>
                    <a:pt x="1837" y="303"/>
                  </a:lnTo>
                  <a:lnTo>
                    <a:pt x="2099" y="283"/>
                  </a:lnTo>
                  <a:lnTo>
                    <a:pt x="2382" y="263"/>
                  </a:lnTo>
                  <a:lnTo>
                    <a:pt x="2684" y="243"/>
                  </a:lnTo>
                  <a:lnTo>
                    <a:pt x="3169" y="263"/>
                  </a:lnTo>
                  <a:lnTo>
                    <a:pt x="3633" y="283"/>
                  </a:lnTo>
                  <a:lnTo>
                    <a:pt x="4057" y="303"/>
                  </a:lnTo>
                  <a:lnTo>
                    <a:pt x="4440" y="303"/>
                  </a:lnTo>
                  <a:lnTo>
                    <a:pt x="9586" y="202"/>
                  </a:lnTo>
                  <a:lnTo>
                    <a:pt x="11826" y="142"/>
                  </a:lnTo>
                  <a:lnTo>
                    <a:pt x="14066" y="102"/>
                  </a:lnTo>
                  <a:lnTo>
                    <a:pt x="16346" y="81"/>
                  </a:lnTo>
                  <a:close/>
                  <a:moveTo>
                    <a:pt x="16346" y="1"/>
                  </a:moveTo>
                  <a:lnTo>
                    <a:pt x="14066" y="21"/>
                  </a:lnTo>
                  <a:lnTo>
                    <a:pt x="11826" y="61"/>
                  </a:lnTo>
                  <a:lnTo>
                    <a:pt x="9586" y="122"/>
                  </a:lnTo>
                  <a:lnTo>
                    <a:pt x="4420" y="223"/>
                  </a:lnTo>
                  <a:lnTo>
                    <a:pt x="4057" y="223"/>
                  </a:lnTo>
                  <a:lnTo>
                    <a:pt x="3633" y="202"/>
                  </a:lnTo>
                  <a:lnTo>
                    <a:pt x="2805" y="162"/>
                  </a:lnTo>
                  <a:lnTo>
                    <a:pt x="2382" y="182"/>
                  </a:lnTo>
                  <a:lnTo>
                    <a:pt x="1978" y="202"/>
                  </a:lnTo>
                  <a:lnTo>
                    <a:pt x="1595" y="283"/>
                  </a:lnTo>
                  <a:lnTo>
                    <a:pt x="1413" y="324"/>
                  </a:lnTo>
                  <a:lnTo>
                    <a:pt x="1252" y="384"/>
                  </a:lnTo>
                  <a:lnTo>
                    <a:pt x="1090" y="465"/>
                  </a:lnTo>
                  <a:lnTo>
                    <a:pt x="949" y="566"/>
                  </a:lnTo>
                  <a:lnTo>
                    <a:pt x="828" y="667"/>
                  </a:lnTo>
                  <a:lnTo>
                    <a:pt x="707" y="788"/>
                  </a:lnTo>
                  <a:lnTo>
                    <a:pt x="586" y="969"/>
                  </a:lnTo>
                  <a:lnTo>
                    <a:pt x="485" y="1151"/>
                  </a:lnTo>
                  <a:lnTo>
                    <a:pt x="404" y="1373"/>
                  </a:lnTo>
                  <a:lnTo>
                    <a:pt x="323" y="1575"/>
                  </a:lnTo>
                  <a:lnTo>
                    <a:pt x="263" y="1817"/>
                  </a:lnTo>
                  <a:lnTo>
                    <a:pt x="202" y="2059"/>
                  </a:lnTo>
                  <a:lnTo>
                    <a:pt x="122" y="2563"/>
                  </a:lnTo>
                  <a:lnTo>
                    <a:pt x="61" y="3068"/>
                  </a:lnTo>
                  <a:lnTo>
                    <a:pt x="21" y="3593"/>
                  </a:lnTo>
                  <a:lnTo>
                    <a:pt x="0" y="4521"/>
                  </a:lnTo>
                  <a:lnTo>
                    <a:pt x="0" y="4723"/>
                  </a:lnTo>
                  <a:lnTo>
                    <a:pt x="0" y="5308"/>
                  </a:lnTo>
                  <a:lnTo>
                    <a:pt x="21" y="5873"/>
                  </a:lnTo>
                  <a:lnTo>
                    <a:pt x="61" y="6458"/>
                  </a:lnTo>
                  <a:lnTo>
                    <a:pt x="101" y="7043"/>
                  </a:lnTo>
                  <a:lnTo>
                    <a:pt x="243" y="8234"/>
                  </a:lnTo>
                  <a:lnTo>
                    <a:pt x="404" y="9465"/>
                  </a:lnTo>
                  <a:lnTo>
                    <a:pt x="949" y="13219"/>
                  </a:lnTo>
                  <a:lnTo>
                    <a:pt x="1514" y="16992"/>
                  </a:lnTo>
                  <a:lnTo>
                    <a:pt x="1575" y="17376"/>
                  </a:lnTo>
                  <a:lnTo>
                    <a:pt x="1877" y="19374"/>
                  </a:lnTo>
                  <a:lnTo>
                    <a:pt x="2160" y="21392"/>
                  </a:lnTo>
                  <a:lnTo>
                    <a:pt x="2281" y="22421"/>
                  </a:lnTo>
                  <a:lnTo>
                    <a:pt x="2382" y="23430"/>
                  </a:lnTo>
                  <a:lnTo>
                    <a:pt x="2483" y="24439"/>
                  </a:lnTo>
                  <a:lnTo>
                    <a:pt x="2563" y="25468"/>
                  </a:lnTo>
                  <a:lnTo>
                    <a:pt x="2624" y="26477"/>
                  </a:lnTo>
                  <a:lnTo>
                    <a:pt x="2664" y="27486"/>
                  </a:lnTo>
                  <a:lnTo>
                    <a:pt x="2664" y="28515"/>
                  </a:lnTo>
                  <a:lnTo>
                    <a:pt x="2644" y="29524"/>
                  </a:lnTo>
                  <a:lnTo>
                    <a:pt x="2584" y="30533"/>
                  </a:lnTo>
                  <a:lnTo>
                    <a:pt x="2483" y="31542"/>
                  </a:lnTo>
                  <a:lnTo>
                    <a:pt x="2341" y="32551"/>
                  </a:lnTo>
                  <a:lnTo>
                    <a:pt x="2180" y="33540"/>
                  </a:lnTo>
                  <a:lnTo>
                    <a:pt x="1938" y="34630"/>
                  </a:lnTo>
                  <a:lnTo>
                    <a:pt x="1696" y="35679"/>
                  </a:lnTo>
                  <a:lnTo>
                    <a:pt x="1494" y="36466"/>
                  </a:lnTo>
                  <a:lnTo>
                    <a:pt x="1332" y="37233"/>
                  </a:lnTo>
                  <a:lnTo>
                    <a:pt x="1171" y="38040"/>
                  </a:lnTo>
                  <a:lnTo>
                    <a:pt x="1030" y="38827"/>
                  </a:lnTo>
                  <a:lnTo>
                    <a:pt x="1009" y="39049"/>
                  </a:lnTo>
                  <a:lnTo>
                    <a:pt x="1009" y="39271"/>
                  </a:lnTo>
                  <a:lnTo>
                    <a:pt x="1030" y="39372"/>
                  </a:lnTo>
                  <a:lnTo>
                    <a:pt x="1070" y="39473"/>
                  </a:lnTo>
                  <a:lnTo>
                    <a:pt x="1110" y="39574"/>
                  </a:lnTo>
                  <a:lnTo>
                    <a:pt x="1191" y="39654"/>
                  </a:lnTo>
                  <a:lnTo>
                    <a:pt x="1252" y="39715"/>
                  </a:lnTo>
                  <a:lnTo>
                    <a:pt x="1353" y="39776"/>
                  </a:lnTo>
                  <a:lnTo>
                    <a:pt x="1433" y="39796"/>
                  </a:lnTo>
                  <a:lnTo>
                    <a:pt x="1534" y="39816"/>
                  </a:lnTo>
                  <a:lnTo>
                    <a:pt x="1615" y="39796"/>
                  </a:lnTo>
                  <a:lnTo>
                    <a:pt x="1756" y="39776"/>
                  </a:lnTo>
                  <a:lnTo>
                    <a:pt x="1897" y="39695"/>
                  </a:lnTo>
                  <a:lnTo>
                    <a:pt x="2018" y="39614"/>
                  </a:lnTo>
                  <a:lnTo>
                    <a:pt x="2160" y="39513"/>
                  </a:lnTo>
                  <a:lnTo>
                    <a:pt x="2281" y="39392"/>
                  </a:lnTo>
                  <a:lnTo>
                    <a:pt x="2382" y="39271"/>
                  </a:lnTo>
                  <a:lnTo>
                    <a:pt x="2483" y="39130"/>
                  </a:lnTo>
                  <a:lnTo>
                    <a:pt x="2563" y="38989"/>
                  </a:lnTo>
                  <a:lnTo>
                    <a:pt x="2785" y="38565"/>
                  </a:lnTo>
                  <a:lnTo>
                    <a:pt x="3007" y="38101"/>
                  </a:lnTo>
                  <a:lnTo>
                    <a:pt x="3411" y="37193"/>
                  </a:lnTo>
                  <a:lnTo>
                    <a:pt x="3794" y="36284"/>
                  </a:lnTo>
                  <a:lnTo>
                    <a:pt x="4158" y="35376"/>
                  </a:lnTo>
                  <a:lnTo>
                    <a:pt x="4662" y="34166"/>
                  </a:lnTo>
                  <a:lnTo>
                    <a:pt x="4904" y="33560"/>
                  </a:lnTo>
                  <a:lnTo>
                    <a:pt x="5187" y="32955"/>
                  </a:lnTo>
                  <a:lnTo>
                    <a:pt x="5469" y="32369"/>
                  </a:lnTo>
                  <a:lnTo>
                    <a:pt x="5752" y="31784"/>
                  </a:lnTo>
                  <a:lnTo>
                    <a:pt x="6075" y="31199"/>
                  </a:lnTo>
                  <a:lnTo>
                    <a:pt x="6418" y="30654"/>
                  </a:lnTo>
                  <a:lnTo>
                    <a:pt x="6821" y="30089"/>
                  </a:lnTo>
                  <a:lnTo>
                    <a:pt x="7225" y="29544"/>
                  </a:lnTo>
                  <a:lnTo>
                    <a:pt x="7669" y="29020"/>
                  </a:lnTo>
                  <a:lnTo>
                    <a:pt x="8153" y="28515"/>
                  </a:lnTo>
                  <a:lnTo>
                    <a:pt x="8638" y="28051"/>
                  </a:lnTo>
                  <a:lnTo>
                    <a:pt x="9162" y="27587"/>
                  </a:lnTo>
                  <a:lnTo>
                    <a:pt x="9707" y="27163"/>
                  </a:lnTo>
                  <a:lnTo>
                    <a:pt x="10272" y="26780"/>
                  </a:lnTo>
                  <a:lnTo>
                    <a:pt x="10857" y="26396"/>
                  </a:lnTo>
                  <a:lnTo>
                    <a:pt x="11463" y="26073"/>
                  </a:lnTo>
                  <a:lnTo>
                    <a:pt x="12068" y="25750"/>
                  </a:lnTo>
                  <a:lnTo>
                    <a:pt x="12694" y="25468"/>
                  </a:lnTo>
                  <a:lnTo>
                    <a:pt x="13339" y="25226"/>
                  </a:lnTo>
                  <a:lnTo>
                    <a:pt x="14005" y="25024"/>
                  </a:lnTo>
                  <a:lnTo>
                    <a:pt x="14651" y="24842"/>
                  </a:lnTo>
                  <a:lnTo>
                    <a:pt x="15337" y="24701"/>
                  </a:lnTo>
                  <a:lnTo>
                    <a:pt x="15882" y="24600"/>
                  </a:lnTo>
                  <a:lnTo>
                    <a:pt x="16447" y="24540"/>
                  </a:lnTo>
                  <a:lnTo>
                    <a:pt x="17012" y="24499"/>
                  </a:lnTo>
                  <a:lnTo>
                    <a:pt x="17577" y="24459"/>
                  </a:lnTo>
                  <a:lnTo>
                    <a:pt x="18707" y="24459"/>
                  </a:lnTo>
                  <a:lnTo>
                    <a:pt x="19272" y="24479"/>
                  </a:lnTo>
                  <a:lnTo>
                    <a:pt x="19837" y="24519"/>
                  </a:lnTo>
                  <a:lnTo>
                    <a:pt x="20968" y="24620"/>
                  </a:lnTo>
                  <a:lnTo>
                    <a:pt x="22098" y="24762"/>
                  </a:lnTo>
                  <a:lnTo>
                    <a:pt x="23228" y="24923"/>
                  </a:lnTo>
                  <a:lnTo>
                    <a:pt x="24338" y="25084"/>
                  </a:lnTo>
                  <a:lnTo>
                    <a:pt x="25488" y="25266"/>
                  </a:lnTo>
                  <a:lnTo>
                    <a:pt x="26638" y="25428"/>
                  </a:lnTo>
                  <a:lnTo>
                    <a:pt x="27809" y="25569"/>
                  </a:lnTo>
                  <a:lnTo>
                    <a:pt x="28979" y="25670"/>
                  </a:lnTo>
                  <a:lnTo>
                    <a:pt x="29403" y="25690"/>
                  </a:lnTo>
                  <a:lnTo>
                    <a:pt x="30271" y="25690"/>
                  </a:lnTo>
                  <a:lnTo>
                    <a:pt x="30714" y="25650"/>
                  </a:lnTo>
                  <a:lnTo>
                    <a:pt x="31138" y="25569"/>
                  </a:lnTo>
                  <a:lnTo>
                    <a:pt x="31562" y="25468"/>
                  </a:lnTo>
                  <a:lnTo>
                    <a:pt x="31764" y="25387"/>
                  </a:lnTo>
                  <a:lnTo>
                    <a:pt x="31966" y="25306"/>
                  </a:lnTo>
                  <a:lnTo>
                    <a:pt x="32147" y="25206"/>
                  </a:lnTo>
                  <a:lnTo>
                    <a:pt x="32349" y="25084"/>
                  </a:lnTo>
                  <a:lnTo>
                    <a:pt x="32511" y="24963"/>
                  </a:lnTo>
                  <a:lnTo>
                    <a:pt x="32692" y="24842"/>
                  </a:lnTo>
                  <a:lnTo>
                    <a:pt x="32833" y="24701"/>
                  </a:lnTo>
                  <a:lnTo>
                    <a:pt x="32995" y="24540"/>
                  </a:lnTo>
                  <a:lnTo>
                    <a:pt x="33257" y="24217"/>
                  </a:lnTo>
                  <a:lnTo>
                    <a:pt x="33479" y="23874"/>
                  </a:lnTo>
                  <a:lnTo>
                    <a:pt x="33681" y="23531"/>
                  </a:lnTo>
                  <a:lnTo>
                    <a:pt x="33863" y="23167"/>
                  </a:lnTo>
                  <a:lnTo>
                    <a:pt x="34004" y="22804"/>
                  </a:lnTo>
                  <a:lnTo>
                    <a:pt x="34145" y="22461"/>
                  </a:lnTo>
                  <a:lnTo>
                    <a:pt x="34307" y="22017"/>
                  </a:lnTo>
                  <a:lnTo>
                    <a:pt x="34448" y="21573"/>
                  </a:lnTo>
                  <a:lnTo>
                    <a:pt x="34569" y="21109"/>
                  </a:lnTo>
                  <a:lnTo>
                    <a:pt x="34690" y="20645"/>
                  </a:lnTo>
                  <a:lnTo>
                    <a:pt x="34912" y="19737"/>
                  </a:lnTo>
                  <a:lnTo>
                    <a:pt x="35073" y="18829"/>
                  </a:lnTo>
                  <a:lnTo>
                    <a:pt x="35215" y="17921"/>
                  </a:lnTo>
                  <a:lnTo>
                    <a:pt x="35316" y="17033"/>
                  </a:lnTo>
                  <a:lnTo>
                    <a:pt x="35396" y="16185"/>
                  </a:lnTo>
                  <a:lnTo>
                    <a:pt x="35457" y="15337"/>
                  </a:lnTo>
                  <a:lnTo>
                    <a:pt x="35538" y="14248"/>
                  </a:lnTo>
                  <a:lnTo>
                    <a:pt x="35578" y="13219"/>
                  </a:lnTo>
                  <a:lnTo>
                    <a:pt x="35598" y="12230"/>
                  </a:lnTo>
                  <a:lnTo>
                    <a:pt x="35598" y="11261"/>
                  </a:lnTo>
                  <a:lnTo>
                    <a:pt x="35598" y="10333"/>
                  </a:lnTo>
                  <a:lnTo>
                    <a:pt x="35558" y="9445"/>
                  </a:lnTo>
                  <a:lnTo>
                    <a:pt x="35497" y="8557"/>
                  </a:lnTo>
                  <a:lnTo>
                    <a:pt x="35396" y="7709"/>
                  </a:lnTo>
                  <a:lnTo>
                    <a:pt x="35336" y="7185"/>
                  </a:lnTo>
                  <a:lnTo>
                    <a:pt x="35255" y="6660"/>
                  </a:lnTo>
                  <a:lnTo>
                    <a:pt x="35154" y="6115"/>
                  </a:lnTo>
                  <a:lnTo>
                    <a:pt x="35013" y="5570"/>
                  </a:lnTo>
                  <a:lnTo>
                    <a:pt x="34851" y="5046"/>
                  </a:lnTo>
                  <a:lnTo>
                    <a:pt x="34629" y="4521"/>
                  </a:lnTo>
                  <a:lnTo>
                    <a:pt x="34508" y="4259"/>
                  </a:lnTo>
                  <a:lnTo>
                    <a:pt x="34387" y="4016"/>
                  </a:lnTo>
                  <a:lnTo>
                    <a:pt x="34226" y="3774"/>
                  </a:lnTo>
                  <a:lnTo>
                    <a:pt x="34064" y="3552"/>
                  </a:lnTo>
                  <a:lnTo>
                    <a:pt x="33782" y="3189"/>
                  </a:lnTo>
                  <a:lnTo>
                    <a:pt x="33479" y="2866"/>
                  </a:lnTo>
                  <a:lnTo>
                    <a:pt x="33136" y="2584"/>
                  </a:lnTo>
                  <a:lnTo>
                    <a:pt x="32793" y="2301"/>
                  </a:lnTo>
                  <a:lnTo>
                    <a:pt x="32410" y="2079"/>
                  </a:lnTo>
                  <a:lnTo>
                    <a:pt x="32026" y="1857"/>
                  </a:lnTo>
                  <a:lnTo>
                    <a:pt x="31623" y="1655"/>
                  </a:lnTo>
                  <a:lnTo>
                    <a:pt x="31199" y="1494"/>
                  </a:lnTo>
                  <a:lnTo>
                    <a:pt x="30775" y="1333"/>
                  </a:lnTo>
                  <a:lnTo>
                    <a:pt x="30351" y="1191"/>
                  </a:lnTo>
                  <a:lnTo>
                    <a:pt x="29907" y="1070"/>
                  </a:lnTo>
                  <a:lnTo>
                    <a:pt x="29463" y="969"/>
                  </a:lnTo>
                  <a:lnTo>
                    <a:pt x="28555" y="788"/>
                  </a:lnTo>
                  <a:lnTo>
                    <a:pt x="27667" y="667"/>
                  </a:lnTo>
                  <a:lnTo>
                    <a:pt x="26557" y="525"/>
                  </a:lnTo>
                  <a:lnTo>
                    <a:pt x="25427" y="384"/>
                  </a:lnTo>
                  <a:lnTo>
                    <a:pt x="24277" y="283"/>
                  </a:lnTo>
                  <a:lnTo>
                    <a:pt x="23147" y="202"/>
                  </a:lnTo>
                  <a:lnTo>
                    <a:pt x="22017" y="142"/>
                  </a:lnTo>
                  <a:lnTo>
                    <a:pt x="20887" y="81"/>
                  </a:lnTo>
                  <a:lnTo>
                    <a:pt x="19737" y="41"/>
                  </a:lnTo>
                  <a:lnTo>
                    <a:pt x="18606" y="21"/>
                  </a:lnTo>
                  <a:lnTo>
                    <a:pt x="16346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3" name="Google Shape;513;p7"/>
            <p:cNvSpPr/>
            <p:nvPr/>
          </p:nvSpPr>
          <p:spPr>
            <a:xfrm flipH="1">
              <a:off x="-1455741" y="-3455631"/>
              <a:ext cx="2960526" cy="1551321"/>
            </a:xfrm>
            <a:custGeom>
              <a:rect b="b" l="l" r="r" t="t"/>
              <a:pathLst>
                <a:path extrusionOk="0" h="27748" w="52954">
                  <a:moveTo>
                    <a:pt x="8698" y="81"/>
                  </a:moveTo>
                  <a:lnTo>
                    <a:pt x="9162" y="121"/>
                  </a:lnTo>
                  <a:lnTo>
                    <a:pt x="9647" y="162"/>
                  </a:lnTo>
                  <a:lnTo>
                    <a:pt x="10111" y="243"/>
                  </a:lnTo>
                  <a:lnTo>
                    <a:pt x="10555" y="343"/>
                  </a:lnTo>
                  <a:lnTo>
                    <a:pt x="10999" y="444"/>
                  </a:lnTo>
                  <a:lnTo>
                    <a:pt x="11443" y="565"/>
                  </a:lnTo>
                  <a:lnTo>
                    <a:pt x="11887" y="707"/>
                  </a:lnTo>
                  <a:lnTo>
                    <a:pt x="12311" y="848"/>
                  </a:lnTo>
                  <a:lnTo>
                    <a:pt x="12734" y="1009"/>
                  </a:lnTo>
                  <a:lnTo>
                    <a:pt x="13582" y="1373"/>
                  </a:lnTo>
                  <a:lnTo>
                    <a:pt x="14389" y="1756"/>
                  </a:lnTo>
                  <a:lnTo>
                    <a:pt x="15176" y="2160"/>
                  </a:lnTo>
                  <a:lnTo>
                    <a:pt x="15943" y="2563"/>
                  </a:lnTo>
                  <a:lnTo>
                    <a:pt x="16669" y="2987"/>
                  </a:lnTo>
                  <a:lnTo>
                    <a:pt x="18021" y="3754"/>
                  </a:lnTo>
                  <a:lnTo>
                    <a:pt x="19353" y="4561"/>
                  </a:lnTo>
                  <a:lnTo>
                    <a:pt x="22017" y="6176"/>
                  </a:lnTo>
                  <a:lnTo>
                    <a:pt x="24439" y="7649"/>
                  </a:lnTo>
                  <a:lnTo>
                    <a:pt x="25670" y="8395"/>
                  </a:lnTo>
                  <a:lnTo>
                    <a:pt x="26901" y="9102"/>
                  </a:lnTo>
                  <a:lnTo>
                    <a:pt x="28152" y="9808"/>
                  </a:lnTo>
                  <a:lnTo>
                    <a:pt x="29403" y="10494"/>
                  </a:lnTo>
                  <a:lnTo>
                    <a:pt x="30654" y="11160"/>
                  </a:lnTo>
                  <a:lnTo>
                    <a:pt x="31925" y="11806"/>
                  </a:lnTo>
                  <a:lnTo>
                    <a:pt x="33217" y="12391"/>
                  </a:lnTo>
                  <a:lnTo>
                    <a:pt x="34509" y="12956"/>
                  </a:lnTo>
                  <a:lnTo>
                    <a:pt x="35820" y="13481"/>
                  </a:lnTo>
                  <a:lnTo>
                    <a:pt x="36486" y="13743"/>
                  </a:lnTo>
                  <a:lnTo>
                    <a:pt x="37152" y="13965"/>
                  </a:lnTo>
                  <a:lnTo>
                    <a:pt x="37818" y="14187"/>
                  </a:lnTo>
                  <a:lnTo>
                    <a:pt x="38484" y="14389"/>
                  </a:lnTo>
                  <a:lnTo>
                    <a:pt x="39170" y="14591"/>
                  </a:lnTo>
                  <a:lnTo>
                    <a:pt x="39856" y="14772"/>
                  </a:lnTo>
                  <a:lnTo>
                    <a:pt x="40542" y="14934"/>
                  </a:lnTo>
                  <a:lnTo>
                    <a:pt x="41228" y="15075"/>
                  </a:lnTo>
                  <a:lnTo>
                    <a:pt x="41935" y="15216"/>
                  </a:lnTo>
                  <a:lnTo>
                    <a:pt x="42621" y="15317"/>
                  </a:lnTo>
                  <a:lnTo>
                    <a:pt x="43246" y="15418"/>
                  </a:lnTo>
                  <a:lnTo>
                    <a:pt x="43852" y="15479"/>
                  </a:lnTo>
                  <a:lnTo>
                    <a:pt x="44437" y="15519"/>
                  </a:lnTo>
                  <a:lnTo>
                    <a:pt x="45002" y="15539"/>
                  </a:lnTo>
                  <a:lnTo>
                    <a:pt x="45567" y="15539"/>
                  </a:lnTo>
                  <a:lnTo>
                    <a:pt x="46092" y="15519"/>
                  </a:lnTo>
                  <a:lnTo>
                    <a:pt x="46596" y="15479"/>
                  </a:lnTo>
                  <a:lnTo>
                    <a:pt x="47081" y="15398"/>
                  </a:lnTo>
                  <a:lnTo>
                    <a:pt x="47565" y="15317"/>
                  </a:lnTo>
                  <a:lnTo>
                    <a:pt x="48009" y="15216"/>
                  </a:lnTo>
                  <a:lnTo>
                    <a:pt x="48453" y="15075"/>
                  </a:lnTo>
                  <a:lnTo>
                    <a:pt x="48877" y="14934"/>
                  </a:lnTo>
                  <a:lnTo>
                    <a:pt x="49280" y="14752"/>
                  </a:lnTo>
                  <a:lnTo>
                    <a:pt x="49664" y="14550"/>
                  </a:lnTo>
                  <a:lnTo>
                    <a:pt x="50027" y="14348"/>
                  </a:lnTo>
                  <a:lnTo>
                    <a:pt x="50390" y="14106"/>
                  </a:lnTo>
                  <a:lnTo>
                    <a:pt x="50612" y="13925"/>
                  </a:lnTo>
                  <a:lnTo>
                    <a:pt x="50814" y="13763"/>
                  </a:lnTo>
                  <a:lnTo>
                    <a:pt x="51036" y="13622"/>
                  </a:lnTo>
                  <a:lnTo>
                    <a:pt x="51258" y="13481"/>
                  </a:lnTo>
                  <a:lnTo>
                    <a:pt x="51500" y="13380"/>
                  </a:lnTo>
                  <a:lnTo>
                    <a:pt x="51662" y="13339"/>
                  </a:lnTo>
                  <a:lnTo>
                    <a:pt x="51823" y="13299"/>
                  </a:lnTo>
                  <a:lnTo>
                    <a:pt x="51984" y="13299"/>
                  </a:lnTo>
                  <a:lnTo>
                    <a:pt x="52146" y="13319"/>
                  </a:lnTo>
                  <a:lnTo>
                    <a:pt x="52307" y="13360"/>
                  </a:lnTo>
                  <a:lnTo>
                    <a:pt x="52449" y="13420"/>
                  </a:lnTo>
                  <a:lnTo>
                    <a:pt x="52570" y="13521"/>
                  </a:lnTo>
                  <a:lnTo>
                    <a:pt x="52691" y="13642"/>
                  </a:lnTo>
                  <a:lnTo>
                    <a:pt x="52771" y="13804"/>
                  </a:lnTo>
                  <a:lnTo>
                    <a:pt x="52832" y="13985"/>
                  </a:lnTo>
                  <a:lnTo>
                    <a:pt x="52852" y="14167"/>
                  </a:lnTo>
                  <a:lnTo>
                    <a:pt x="52872" y="14348"/>
                  </a:lnTo>
                  <a:lnTo>
                    <a:pt x="52872" y="14893"/>
                  </a:lnTo>
                  <a:lnTo>
                    <a:pt x="52832" y="15398"/>
                  </a:lnTo>
                  <a:lnTo>
                    <a:pt x="52751" y="15902"/>
                  </a:lnTo>
                  <a:lnTo>
                    <a:pt x="52630" y="16366"/>
                  </a:lnTo>
                  <a:lnTo>
                    <a:pt x="52489" y="16831"/>
                  </a:lnTo>
                  <a:lnTo>
                    <a:pt x="52307" y="17254"/>
                  </a:lnTo>
                  <a:lnTo>
                    <a:pt x="52085" y="17658"/>
                  </a:lnTo>
                  <a:lnTo>
                    <a:pt x="51823" y="18041"/>
                  </a:lnTo>
                  <a:lnTo>
                    <a:pt x="51540" y="18405"/>
                  </a:lnTo>
                  <a:lnTo>
                    <a:pt x="51238" y="18728"/>
                  </a:lnTo>
                  <a:lnTo>
                    <a:pt x="50895" y="19030"/>
                  </a:lnTo>
                  <a:lnTo>
                    <a:pt x="50511" y="19293"/>
                  </a:lnTo>
                  <a:lnTo>
                    <a:pt x="50128" y="19535"/>
                  </a:lnTo>
                  <a:lnTo>
                    <a:pt x="49684" y="19737"/>
                  </a:lnTo>
                  <a:lnTo>
                    <a:pt x="49240" y="19898"/>
                  </a:lnTo>
                  <a:lnTo>
                    <a:pt x="48756" y="20039"/>
                  </a:lnTo>
                  <a:lnTo>
                    <a:pt x="48211" y="20140"/>
                  </a:lnTo>
                  <a:lnTo>
                    <a:pt x="47666" y="20221"/>
                  </a:lnTo>
                  <a:lnTo>
                    <a:pt x="47121" y="20261"/>
                  </a:lnTo>
                  <a:lnTo>
                    <a:pt x="46031" y="20261"/>
                  </a:lnTo>
                  <a:lnTo>
                    <a:pt x="45507" y="20241"/>
                  </a:lnTo>
                  <a:lnTo>
                    <a:pt x="44437" y="20160"/>
                  </a:lnTo>
                  <a:lnTo>
                    <a:pt x="42924" y="20019"/>
                  </a:lnTo>
                  <a:lnTo>
                    <a:pt x="41410" y="19858"/>
                  </a:lnTo>
                  <a:lnTo>
                    <a:pt x="38403" y="19494"/>
                  </a:lnTo>
                  <a:lnTo>
                    <a:pt x="36183" y="19212"/>
                  </a:lnTo>
                  <a:lnTo>
                    <a:pt x="33964" y="18970"/>
                  </a:lnTo>
                  <a:lnTo>
                    <a:pt x="32834" y="18849"/>
                  </a:lnTo>
                  <a:lnTo>
                    <a:pt x="31724" y="18768"/>
                  </a:lnTo>
                  <a:lnTo>
                    <a:pt x="30614" y="18687"/>
                  </a:lnTo>
                  <a:lnTo>
                    <a:pt x="29484" y="18627"/>
                  </a:lnTo>
                  <a:lnTo>
                    <a:pt x="28374" y="18606"/>
                  </a:lnTo>
                  <a:lnTo>
                    <a:pt x="27264" y="18606"/>
                  </a:lnTo>
                  <a:lnTo>
                    <a:pt x="26134" y="18627"/>
                  </a:lnTo>
                  <a:lnTo>
                    <a:pt x="25024" y="18687"/>
                  </a:lnTo>
                  <a:lnTo>
                    <a:pt x="23914" y="18788"/>
                  </a:lnTo>
                  <a:lnTo>
                    <a:pt x="22824" y="18909"/>
                  </a:lnTo>
                  <a:lnTo>
                    <a:pt x="21714" y="19091"/>
                  </a:lnTo>
                  <a:lnTo>
                    <a:pt x="20625" y="19313"/>
                  </a:lnTo>
                  <a:lnTo>
                    <a:pt x="19555" y="19595"/>
                  </a:lnTo>
                  <a:lnTo>
                    <a:pt x="18486" y="19898"/>
                  </a:lnTo>
                  <a:lnTo>
                    <a:pt x="17456" y="20241"/>
                  </a:lnTo>
                  <a:lnTo>
                    <a:pt x="16407" y="20645"/>
                  </a:lnTo>
                  <a:lnTo>
                    <a:pt x="15398" y="21048"/>
                  </a:lnTo>
                  <a:lnTo>
                    <a:pt x="14389" y="21512"/>
                  </a:lnTo>
                  <a:lnTo>
                    <a:pt x="13400" y="21977"/>
                  </a:lnTo>
                  <a:lnTo>
                    <a:pt x="12411" y="22481"/>
                  </a:lnTo>
                  <a:lnTo>
                    <a:pt x="11423" y="23006"/>
                  </a:lnTo>
                  <a:lnTo>
                    <a:pt x="10454" y="23551"/>
                  </a:lnTo>
                  <a:lnTo>
                    <a:pt x="9505" y="24116"/>
                  </a:lnTo>
                  <a:lnTo>
                    <a:pt x="8537" y="24681"/>
                  </a:lnTo>
                  <a:lnTo>
                    <a:pt x="6660" y="25851"/>
                  </a:lnTo>
                  <a:lnTo>
                    <a:pt x="4783" y="27022"/>
                  </a:lnTo>
                  <a:lnTo>
                    <a:pt x="4703" y="27082"/>
                  </a:lnTo>
                  <a:lnTo>
                    <a:pt x="4339" y="27304"/>
                  </a:lnTo>
                  <a:lnTo>
                    <a:pt x="4017" y="27465"/>
                  </a:lnTo>
                  <a:lnTo>
                    <a:pt x="3694" y="27587"/>
                  </a:lnTo>
                  <a:lnTo>
                    <a:pt x="3411" y="27647"/>
                  </a:lnTo>
                  <a:lnTo>
                    <a:pt x="3149" y="27667"/>
                  </a:lnTo>
                  <a:lnTo>
                    <a:pt x="3028" y="27667"/>
                  </a:lnTo>
                  <a:lnTo>
                    <a:pt x="2907" y="27647"/>
                  </a:lnTo>
                  <a:lnTo>
                    <a:pt x="2806" y="27607"/>
                  </a:lnTo>
                  <a:lnTo>
                    <a:pt x="2685" y="27566"/>
                  </a:lnTo>
                  <a:lnTo>
                    <a:pt x="2584" y="27506"/>
                  </a:lnTo>
                  <a:lnTo>
                    <a:pt x="2503" y="27445"/>
                  </a:lnTo>
                  <a:lnTo>
                    <a:pt x="2382" y="27344"/>
                  </a:lnTo>
                  <a:lnTo>
                    <a:pt x="2301" y="27223"/>
                  </a:lnTo>
                  <a:lnTo>
                    <a:pt x="2220" y="27082"/>
                  </a:lnTo>
                  <a:lnTo>
                    <a:pt x="2140" y="26941"/>
                  </a:lnTo>
                  <a:lnTo>
                    <a:pt x="2039" y="26638"/>
                  </a:lnTo>
                  <a:lnTo>
                    <a:pt x="1958" y="26295"/>
                  </a:lnTo>
                  <a:lnTo>
                    <a:pt x="1716" y="25064"/>
                  </a:lnTo>
                  <a:lnTo>
                    <a:pt x="1474" y="23813"/>
                  </a:lnTo>
                  <a:lnTo>
                    <a:pt x="1232" y="22562"/>
                  </a:lnTo>
                  <a:lnTo>
                    <a:pt x="1030" y="21311"/>
                  </a:lnTo>
                  <a:lnTo>
                    <a:pt x="828" y="20059"/>
                  </a:lnTo>
                  <a:lnTo>
                    <a:pt x="667" y="18808"/>
                  </a:lnTo>
                  <a:lnTo>
                    <a:pt x="505" y="17537"/>
                  </a:lnTo>
                  <a:lnTo>
                    <a:pt x="364" y="16286"/>
                  </a:lnTo>
                  <a:lnTo>
                    <a:pt x="283" y="15378"/>
                  </a:lnTo>
                  <a:lnTo>
                    <a:pt x="202" y="14550"/>
                  </a:lnTo>
                  <a:lnTo>
                    <a:pt x="162" y="13743"/>
                  </a:lnTo>
                  <a:lnTo>
                    <a:pt x="122" y="13017"/>
                  </a:lnTo>
                  <a:lnTo>
                    <a:pt x="102" y="12310"/>
                  </a:lnTo>
                  <a:lnTo>
                    <a:pt x="81" y="11664"/>
                  </a:lnTo>
                  <a:lnTo>
                    <a:pt x="102" y="11059"/>
                  </a:lnTo>
                  <a:lnTo>
                    <a:pt x="102" y="10494"/>
                  </a:lnTo>
                  <a:lnTo>
                    <a:pt x="162" y="9485"/>
                  </a:lnTo>
                  <a:lnTo>
                    <a:pt x="263" y="8597"/>
                  </a:lnTo>
                  <a:lnTo>
                    <a:pt x="364" y="7810"/>
                  </a:lnTo>
                  <a:lnTo>
                    <a:pt x="505" y="7124"/>
                  </a:lnTo>
                  <a:lnTo>
                    <a:pt x="606" y="6680"/>
                  </a:lnTo>
                  <a:lnTo>
                    <a:pt x="707" y="6236"/>
                  </a:lnTo>
                  <a:lnTo>
                    <a:pt x="828" y="5812"/>
                  </a:lnTo>
                  <a:lnTo>
                    <a:pt x="969" y="5409"/>
                  </a:lnTo>
                  <a:lnTo>
                    <a:pt x="1111" y="5005"/>
                  </a:lnTo>
                  <a:lnTo>
                    <a:pt x="1252" y="4642"/>
                  </a:lnTo>
                  <a:lnTo>
                    <a:pt x="1413" y="4279"/>
                  </a:lnTo>
                  <a:lnTo>
                    <a:pt x="1595" y="3915"/>
                  </a:lnTo>
                  <a:lnTo>
                    <a:pt x="1777" y="3592"/>
                  </a:lnTo>
                  <a:lnTo>
                    <a:pt x="1978" y="3270"/>
                  </a:lnTo>
                  <a:lnTo>
                    <a:pt x="2180" y="2967"/>
                  </a:lnTo>
                  <a:lnTo>
                    <a:pt x="2402" y="2684"/>
                  </a:lnTo>
                  <a:lnTo>
                    <a:pt x="2624" y="2402"/>
                  </a:lnTo>
                  <a:lnTo>
                    <a:pt x="2866" y="2160"/>
                  </a:lnTo>
                  <a:lnTo>
                    <a:pt x="3108" y="1918"/>
                  </a:lnTo>
                  <a:lnTo>
                    <a:pt x="3371" y="1675"/>
                  </a:lnTo>
                  <a:lnTo>
                    <a:pt x="3613" y="1494"/>
                  </a:lnTo>
                  <a:lnTo>
                    <a:pt x="3855" y="1312"/>
                  </a:lnTo>
                  <a:lnTo>
                    <a:pt x="4117" y="1151"/>
                  </a:lnTo>
                  <a:lnTo>
                    <a:pt x="4400" y="989"/>
                  </a:lnTo>
                  <a:lnTo>
                    <a:pt x="4682" y="848"/>
                  </a:lnTo>
                  <a:lnTo>
                    <a:pt x="4965" y="707"/>
                  </a:lnTo>
                  <a:lnTo>
                    <a:pt x="5268" y="586"/>
                  </a:lnTo>
                  <a:lnTo>
                    <a:pt x="5570" y="485"/>
                  </a:lnTo>
                  <a:lnTo>
                    <a:pt x="5893" y="384"/>
                  </a:lnTo>
                  <a:lnTo>
                    <a:pt x="6196" y="303"/>
                  </a:lnTo>
                  <a:lnTo>
                    <a:pt x="6539" y="243"/>
                  </a:lnTo>
                  <a:lnTo>
                    <a:pt x="6862" y="182"/>
                  </a:lnTo>
                  <a:lnTo>
                    <a:pt x="7205" y="121"/>
                  </a:lnTo>
                  <a:lnTo>
                    <a:pt x="7548" y="101"/>
                  </a:lnTo>
                  <a:lnTo>
                    <a:pt x="7891" y="81"/>
                  </a:lnTo>
                  <a:close/>
                  <a:moveTo>
                    <a:pt x="7730" y="0"/>
                  </a:moveTo>
                  <a:lnTo>
                    <a:pt x="7265" y="41"/>
                  </a:lnTo>
                  <a:lnTo>
                    <a:pt x="6801" y="101"/>
                  </a:lnTo>
                  <a:lnTo>
                    <a:pt x="6378" y="182"/>
                  </a:lnTo>
                  <a:lnTo>
                    <a:pt x="5934" y="283"/>
                  </a:lnTo>
                  <a:lnTo>
                    <a:pt x="5530" y="424"/>
                  </a:lnTo>
                  <a:lnTo>
                    <a:pt x="5106" y="565"/>
                  </a:lnTo>
                  <a:lnTo>
                    <a:pt x="4723" y="727"/>
                  </a:lnTo>
                  <a:lnTo>
                    <a:pt x="4339" y="929"/>
                  </a:lnTo>
                  <a:lnTo>
                    <a:pt x="3976" y="1130"/>
                  </a:lnTo>
                  <a:lnTo>
                    <a:pt x="3633" y="1373"/>
                  </a:lnTo>
                  <a:lnTo>
                    <a:pt x="3310" y="1615"/>
                  </a:lnTo>
                  <a:lnTo>
                    <a:pt x="3048" y="1857"/>
                  </a:lnTo>
                  <a:lnTo>
                    <a:pt x="2806" y="2099"/>
                  </a:lnTo>
                  <a:lnTo>
                    <a:pt x="2564" y="2361"/>
                  </a:lnTo>
                  <a:lnTo>
                    <a:pt x="2342" y="2624"/>
                  </a:lnTo>
                  <a:lnTo>
                    <a:pt x="2120" y="2927"/>
                  </a:lnTo>
                  <a:lnTo>
                    <a:pt x="1918" y="3229"/>
                  </a:lnTo>
                  <a:lnTo>
                    <a:pt x="1716" y="3552"/>
                  </a:lnTo>
                  <a:lnTo>
                    <a:pt x="1534" y="3875"/>
                  </a:lnTo>
                  <a:lnTo>
                    <a:pt x="1353" y="4238"/>
                  </a:lnTo>
                  <a:lnTo>
                    <a:pt x="1191" y="4601"/>
                  </a:lnTo>
                  <a:lnTo>
                    <a:pt x="1030" y="4985"/>
                  </a:lnTo>
                  <a:lnTo>
                    <a:pt x="889" y="5388"/>
                  </a:lnTo>
                  <a:lnTo>
                    <a:pt x="747" y="5792"/>
                  </a:lnTo>
                  <a:lnTo>
                    <a:pt x="626" y="6216"/>
                  </a:lnTo>
                  <a:lnTo>
                    <a:pt x="525" y="6660"/>
                  </a:lnTo>
                  <a:lnTo>
                    <a:pt x="424" y="7104"/>
                  </a:lnTo>
                  <a:lnTo>
                    <a:pt x="283" y="7810"/>
                  </a:lnTo>
                  <a:lnTo>
                    <a:pt x="182" y="8577"/>
                  </a:lnTo>
                  <a:lnTo>
                    <a:pt x="81" y="9485"/>
                  </a:lnTo>
                  <a:lnTo>
                    <a:pt x="21" y="10494"/>
                  </a:lnTo>
                  <a:lnTo>
                    <a:pt x="21" y="11059"/>
                  </a:lnTo>
                  <a:lnTo>
                    <a:pt x="1" y="11664"/>
                  </a:lnTo>
                  <a:lnTo>
                    <a:pt x="21" y="12310"/>
                  </a:lnTo>
                  <a:lnTo>
                    <a:pt x="41" y="13017"/>
                  </a:lnTo>
                  <a:lnTo>
                    <a:pt x="81" y="13743"/>
                  </a:lnTo>
                  <a:lnTo>
                    <a:pt x="122" y="14550"/>
                  </a:lnTo>
                  <a:lnTo>
                    <a:pt x="202" y="15398"/>
                  </a:lnTo>
                  <a:lnTo>
                    <a:pt x="283" y="16306"/>
                  </a:lnTo>
                  <a:lnTo>
                    <a:pt x="424" y="17557"/>
                  </a:lnTo>
                  <a:lnTo>
                    <a:pt x="586" y="18808"/>
                  </a:lnTo>
                  <a:lnTo>
                    <a:pt x="768" y="20080"/>
                  </a:lnTo>
                  <a:lnTo>
                    <a:pt x="949" y="21331"/>
                  </a:lnTo>
                  <a:lnTo>
                    <a:pt x="1151" y="22582"/>
                  </a:lnTo>
                  <a:lnTo>
                    <a:pt x="1393" y="23833"/>
                  </a:lnTo>
                  <a:lnTo>
                    <a:pt x="1635" y="25084"/>
                  </a:lnTo>
                  <a:lnTo>
                    <a:pt x="1877" y="26315"/>
                  </a:lnTo>
                  <a:lnTo>
                    <a:pt x="1978" y="26658"/>
                  </a:lnTo>
                  <a:lnTo>
                    <a:pt x="2079" y="26981"/>
                  </a:lnTo>
                  <a:lnTo>
                    <a:pt x="2140" y="27143"/>
                  </a:lnTo>
                  <a:lnTo>
                    <a:pt x="2241" y="27264"/>
                  </a:lnTo>
                  <a:lnTo>
                    <a:pt x="2342" y="27405"/>
                  </a:lnTo>
                  <a:lnTo>
                    <a:pt x="2442" y="27506"/>
                  </a:lnTo>
                  <a:lnTo>
                    <a:pt x="2604" y="27607"/>
                  </a:lnTo>
                  <a:lnTo>
                    <a:pt x="2786" y="27687"/>
                  </a:lnTo>
                  <a:lnTo>
                    <a:pt x="2967" y="27728"/>
                  </a:lnTo>
                  <a:lnTo>
                    <a:pt x="3169" y="27748"/>
                  </a:lnTo>
                  <a:lnTo>
                    <a:pt x="3330" y="27748"/>
                  </a:lnTo>
                  <a:lnTo>
                    <a:pt x="3512" y="27708"/>
                  </a:lnTo>
                  <a:lnTo>
                    <a:pt x="3694" y="27667"/>
                  </a:lnTo>
                  <a:lnTo>
                    <a:pt x="3875" y="27607"/>
                  </a:lnTo>
                  <a:lnTo>
                    <a:pt x="4077" y="27526"/>
                  </a:lnTo>
                  <a:lnTo>
                    <a:pt x="4299" y="27425"/>
                  </a:lnTo>
                  <a:lnTo>
                    <a:pt x="4743" y="27163"/>
                  </a:lnTo>
                  <a:lnTo>
                    <a:pt x="4844" y="27102"/>
                  </a:lnTo>
                  <a:lnTo>
                    <a:pt x="6700" y="25912"/>
                  </a:lnTo>
                  <a:lnTo>
                    <a:pt x="8577" y="24761"/>
                  </a:lnTo>
                  <a:lnTo>
                    <a:pt x="9546" y="24176"/>
                  </a:lnTo>
                  <a:lnTo>
                    <a:pt x="10494" y="23631"/>
                  </a:lnTo>
                  <a:lnTo>
                    <a:pt x="11463" y="23086"/>
                  </a:lnTo>
                  <a:lnTo>
                    <a:pt x="12432" y="22562"/>
                  </a:lnTo>
                  <a:lnTo>
                    <a:pt x="13420" y="22057"/>
                  </a:lnTo>
                  <a:lnTo>
                    <a:pt x="14429" y="21573"/>
                  </a:lnTo>
                  <a:lnTo>
                    <a:pt x="15418" y="21129"/>
                  </a:lnTo>
                  <a:lnTo>
                    <a:pt x="16447" y="20705"/>
                  </a:lnTo>
                  <a:lnTo>
                    <a:pt x="17477" y="20322"/>
                  </a:lnTo>
                  <a:lnTo>
                    <a:pt x="18506" y="19979"/>
                  </a:lnTo>
                  <a:lnTo>
                    <a:pt x="19575" y="19676"/>
                  </a:lnTo>
                  <a:lnTo>
                    <a:pt x="20645" y="19393"/>
                  </a:lnTo>
                  <a:lnTo>
                    <a:pt x="21735" y="19171"/>
                  </a:lnTo>
                  <a:lnTo>
                    <a:pt x="22824" y="18990"/>
                  </a:lnTo>
                  <a:lnTo>
                    <a:pt x="23934" y="18869"/>
                  </a:lnTo>
                  <a:lnTo>
                    <a:pt x="25044" y="18768"/>
                  </a:lnTo>
                  <a:lnTo>
                    <a:pt x="26154" y="18707"/>
                  </a:lnTo>
                  <a:lnTo>
                    <a:pt x="27264" y="18687"/>
                  </a:lnTo>
                  <a:lnTo>
                    <a:pt x="28374" y="18687"/>
                  </a:lnTo>
                  <a:lnTo>
                    <a:pt x="29484" y="18707"/>
                  </a:lnTo>
                  <a:lnTo>
                    <a:pt x="30614" y="18768"/>
                  </a:lnTo>
                  <a:lnTo>
                    <a:pt x="31724" y="18849"/>
                  </a:lnTo>
                  <a:lnTo>
                    <a:pt x="32834" y="18929"/>
                  </a:lnTo>
                  <a:lnTo>
                    <a:pt x="33944" y="19050"/>
                  </a:lnTo>
                  <a:lnTo>
                    <a:pt x="36183" y="19293"/>
                  </a:lnTo>
                  <a:lnTo>
                    <a:pt x="38383" y="19575"/>
                  </a:lnTo>
                  <a:lnTo>
                    <a:pt x="41390" y="19938"/>
                  </a:lnTo>
                  <a:lnTo>
                    <a:pt x="42924" y="20100"/>
                  </a:lnTo>
                  <a:lnTo>
                    <a:pt x="44437" y="20241"/>
                  </a:lnTo>
                  <a:lnTo>
                    <a:pt x="45507" y="20322"/>
                  </a:lnTo>
                  <a:lnTo>
                    <a:pt x="46031" y="20342"/>
                  </a:lnTo>
                  <a:lnTo>
                    <a:pt x="47141" y="20342"/>
                  </a:lnTo>
                  <a:lnTo>
                    <a:pt x="47686" y="20302"/>
                  </a:lnTo>
                  <a:lnTo>
                    <a:pt x="48231" y="20221"/>
                  </a:lnTo>
                  <a:lnTo>
                    <a:pt x="48776" y="20120"/>
                  </a:lnTo>
                  <a:lnTo>
                    <a:pt x="49260" y="19979"/>
                  </a:lnTo>
                  <a:lnTo>
                    <a:pt x="49724" y="19797"/>
                  </a:lnTo>
                  <a:lnTo>
                    <a:pt x="50168" y="19595"/>
                  </a:lnTo>
                  <a:lnTo>
                    <a:pt x="50572" y="19353"/>
                  </a:lnTo>
                  <a:lnTo>
                    <a:pt x="50955" y="19071"/>
                  </a:lnTo>
                  <a:lnTo>
                    <a:pt x="51319" y="18748"/>
                  </a:lnTo>
                  <a:lnTo>
                    <a:pt x="51641" y="18405"/>
                  </a:lnTo>
                  <a:lnTo>
                    <a:pt x="51924" y="18041"/>
                  </a:lnTo>
                  <a:lnTo>
                    <a:pt x="52186" y="17638"/>
                  </a:lnTo>
                  <a:lnTo>
                    <a:pt x="52388" y="17234"/>
                  </a:lnTo>
                  <a:lnTo>
                    <a:pt x="52570" y="16790"/>
                  </a:lnTo>
                  <a:lnTo>
                    <a:pt x="52731" y="16346"/>
                  </a:lnTo>
                  <a:lnTo>
                    <a:pt x="52832" y="15862"/>
                  </a:lnTo>
                  <a:lnTo>
                    <a:pt x="52913" y="15378"/>
                  </a:lnTo>
                  <a:lnTo>
                    <a:pt x="52953" y="14873"/>
                  </a:lnTo>
                  <a:lnTo>
                    <a:pt x="52953" y="14348"/>
                  </a:lnTo>
                  <a:lnTo>
                    <a:pt x="52933" y="14147"/>
                  </a:lnTo>
                  <a:lnTo>
                    <a:pt x="52913" y="13965"/>
                  </a:lnTo>
                  <a:lnTo>
                    <a:pt x="52852" y="13763"/>
                  </a:lnTo>
                  <a:lnTo>
                    <a:pt x="52812" y="13662"/>
                  </a:lnTo>
                  <a:lnTo>
                    <a:pt x="52751" y="13582"/>
                  </a:lnTo>
                  <a:lnTo>
                    <a:pt x="52630" y="13461"/>
                  </a:lnTo>
                  <a:lnTo>
                    <a:pt x="52489" y="13360"/>
                  </a:lnTo>
                  <a:lnTo>
                    <a:pt x="52348" y="13279"/>
                  </a:lnTo>
                  <a:lnTo>
                    <a:pt x="52166" y="13239"/>
                  </a:lnTo>
                  <a:lnTo>
                    <a:pt x="51984" y="13218"/>
                  </a:lnTo>
                  <a:lnTo>
                    <a:pt x="51823" y="13218"/>
                  </a:lnTo>
                  <a:lnTo>
                    <a:pt x="51641" y="13259"/>
                  </a:lnTo>
                  <a:lnTo>
                    <a:pt x="51480" y="13299"/>
                  </a:lnTo>
                  <a:lnTo>
                    <a:pt x="51238" y="13400"/>
                  </a:lnTo>
                  <a:lnTo>
                    <a:pt x="50996" y="13541"/>
                  </a:lnTo>
                  <a:lnTo>
                    <a:pt x="50774" y="13703"/>
                  </a:lnTo>
                  <a:lnTo>
                    <a:pt x="50572" y="13864"/>
                  </a:lnTo>
                  <a:lnTo>
                    <a:pt x="50330" y="14026"/>
                  </a:lnTo>
                  <a:lnTo>
                    <a:pt x="49987" y="14268"/>
                  </a:lnTo>
                  <a:lnTo>
                    <a:pt x="49623" y="14490"/>
                  </a:lnTo>
                  <a:lnTo>
                    <a:pt x="49240" y="14691"/>
                  </a:lnTo>
                  <a:lnTo>
                    <a:pt x="48836" y="14853"/>
                  </a:lnTo>
                  <a:lnTo>
                    <a:pt x="48433" y="15014"/>
                  </a:lnTo>
                  <a:lnTo>
                    <a:pt x="47989" y="15135"/>
                  </a:lnTo>
                  <a:lnTo>
                    <a:pt x="47545" y="15236"/>
                  </a:lnTo>
                  <a:lnTo>
                    <a:pt x="47061" y="15337"/>
                  </a:lnTo>
                  <a:lnTo>
                    <a:pt x="46576" y="15398"/>
                  </a:lnTo>
                  <a:lnTo>
                    <a:pt x="46072" y="15438"/>
                  </a:lnTo>
                  <a:lnTo>
                    <a:pt x="45547" y="15458"/>
                  </a:lnTo>
                  <a:lnTo>
                    <a:pt x="45002" y="15458"/>
                  </a:lnTo>
                  <a:lnTo>
                    <a:pt x="44437" y="15438"/>
                  </a:lnTo>
                  <a:lnTo>
                    <a:pt x="43872" y="15398"/>
                  </a:lnTo>
                  <a:lnTo>
                    <a:pt x="43267" y="15337"/>
                  </a:lnTo>
                  <a:lnTo>
                    <a:pt x="42641" y="15236"/>
                  </a:lnTo>
                  <a:lnTo>
                    <a:pt x="41935" y="15135"/>
                  </a:lnTo>
                  <a:lnTo>
                    <a:pt x="41249" y="14994"/>
                  </a:lnTo>
                  <a:lnTo>
                    <a:pt x="40563" y="14853"/>
                  </a:lnTo>
                  <a:lnTo>
                    <a:pt x="39876" y="14691"/>
                  </a:lnTo>
                  <a:lnTo>
                    <a:pt x="39190" y="14510"/>
                  </a:lnTo>
                  <a:lnTo>
                    <a:pt x="38504" y="14308"/>
                  </a:lnTo>
                  <a:lnTo>
                    <a:pt x="37838" y="14106"/>
                  </a:lnTo>
                  <a:lnTo>
                    <a:pt x="37172" y="13884"/>
                  </a:lnTo>
                  <a:lnTo>
                    <a:pt x="36506" y="13662"/>
                  </a:lnTo>
                  <a:lnTo>
                    <a:pt x="35840" y="13420"/>
                  </a:lnTo>
                  <a:lnTo>
                    <a:pt x="34529" y="12895"/>
                  </a:lnTo>
                  <a:lnTo>
                    <a:pt x="33237" y="12330"/>
                  </a:lnTo>
                  <a:lnTo>
                    <a:pt x="31966" y="11725"/>
                  </a:lnTo>
                  <a:lnTo>
                    <a:pt x="30695" y="11079"/>
                  </a:lnTo>
                  <a:lnTo>
                    <a:pt x="29423" y="10434"/>
                  </a:lnTo>
                  <a:lnTo>
                    <a:pt x="28172" y="9747"/>
                  </a:lnTo>
                  <a:lnTo>
                    <a:pt x="26941" y="9041"/>
                  </a:lnTo>
                  <a:lnTo>
                    <a:pt x="25710" y="8315"/>
                  </a:lnTo>
                  <a:lnTo>
                    <a:pt x="24479" y="7588"/>
                  </a:lnTo>
                  <a:lnTo>
                    <a:pt x="22057" y="6115"/>
                  </a:lnTo>
                  <a:lnTo>
                    <a:pt x="19394" y="4501"/>
                  </a:lnTo>
                  <a:lnTo>
                    <a:pt x="18062" y="3693"/>
                  </a:lnTo>
                  <a:lnTo>
                    <a:pt x="16710" y="2906"/>
                  </a:lnTo>
                  <a:lnTo>
                    <a:pt x="15983" y="2503"/>
                  </a:lnTo>
                  <a:lnTo>
                    <a:pt x="15216" y="2079"/>
                  </a:lnTo>
                  <a:lnTo>
                    <a:pt x="14429" y="1675"/>
                  </a:lnTo>
                  <a:lnTo>
                    <a:pt x="13602" y="1292"/>
                  </a:lnTo>
                  <a:lnTo>
                    <a:pt x="12775" y="949"/>
                  </a:lnTo>
                  <a:lnTo>
                    <a:pt x="12331" y="787"/>
                  </a:lnTo>
                  <a:lnTo>
                    <a:pt x="11907" y="626"/>
                  </a:lnTo>
                  <a:lnTo>
                    <a:pt x="11463" y="485"/>
                  </a:lnTo>
                  <a:lnTo>
                    <a:pt x="11019" y="364"/>
                  </a:lnTo>
                  <a:lnTo>
                    <a:pt x="10575" y="263"/>
                  </a:lnTo>
                  <a:lnTo>
                    <a:pt x="10131" y="162"/>
                  </a:lnTo>
                  <a:lnTo>
                    <a:pt x="9627" y="81"/>
                  </a:lnTo>
                  <a:lnTo>
                    <a:pt x="9142" y="41"/>
                  </a:lnTo>
                  <a:lnTo>
                    <a:pt x="8658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4" name="Google Shape;514;p7"/>
            <p:cNvSpPr/>
            <p:nvPr/>
          </p:nvSpPr>
          <p:spPr>
            <a:xfrm flipH="1">
              <a:off x="1864587" y="-1494826"/>
              <a:ext cx="530339" cy="361051"/>
            </a:xfrm>
            <a:custGeom>
              <a:rect b="b" l="l" r="r" t="t"/>
              <a:pathLst>
                <a:path extrusionOk="0" h="6458" w="9486">
                  <a:moveTo>
                    <a:pt x="8880" y="81"/>
                  </a:moveTo>
                  <a:lnTo>
                    <a:pt x="9021" y="101"/>
                  </a:lnTo>
                  <a:lnTo>
                    <a:pt x="9142" y="142"/>
                  </a:lnTo>
                  <a:lnTo>
                    <a:pt x="9203" y="182"/>
                  </a:lnTo>
                  <a:lnTo>
                    <a:pt x="9263" y="243"/>
                  </a:lnTo>
                  <a:lnTo>
                    <a:pt x="9324" y="364"/>
                  </a:lnTo>
                  <a:lnTo>
                    <a:pt x="9364" y="505"/>
                  </a:lnTo>
                  <a:lnTo>
                    <a:pt x="9384" y="646"/>
                  </a:lnTo>
                  <a:lnTo>
                    <a:pt x="9405" y="868"/>
                  </a:lnTo>
                  <a:lnTo>
                    <a:pt x="9384" y="1070"/>
                  </a:lnTo>
                  <a:lnTo>
                    <a:pt x="9364" y="1272"/>
                  </a:lnTo>
                  <a:lnTo>
                    <a:pt x="9324" y="1474"/>
                  </a:lnTo>
                  <a:lnTo>
                    <a:pt x="9263" y="1675"/>
                  </a:lnTo>
                  <a:lnTo>
                    <a:pt x="9183" y="1877"/>
                  </a:lnTo>
                  <a:lnTo>
                    <a:pt x="9001" y="2261"/>
                  </a:lnTo>
                  <a:lnTo>
                    <a:pt x="8779" y="2624"/>
                  </a:lnTo>
                  <a:lnTo>
                    <a:pt x="8537" y="2967"/>
                  </a:lnTo>
                  <a:lnTo>
                    <a:pt x="8274" y="3290"/>
                  </a:lnTo>
                  <a:lnTo>
                    <a:pt x="8012" y="3592"/>
                  </a:lnTo>
                  <a:lnTo>
                    <a:pt x="7689" y="3936"/>
                  </a:lnTo>
                  <a:lnTo>
                    <a:pt x="7346" y="4299"/>
                  </a:lnTo>
                  <a:lnTo>
                    <a:pt x="6983" y="4662"/>
                  </a:lnTo>
                  <a:lnTo>
                    <a:pt x="6579" y="5005"/>
                  </a:lnTo>
                  <a:lnTo>
                    <a:pt x="6135" y="5348"/>
                  </a:lnTo>
                  <a:lnTo>
                    <a:pt x="5691" y="5651"/>
                  </a:lnTo>
                  <a:lnTo>
                    <a:pt x="5449" y="5772"/>
                  </a:lnTo>
                  <a:lnTo>
                    <a:pt x="5207" y="5913"/>
                  </a:lnTo>
                  <a:lnTo>
                    <a:pt x="4945" y="6014"/>
                  </a:lnTo>
                  <a:lnTo>
                    <a:pt x="4682" y="6115"/>
                  </a:lnTo>
                  <a:lnTo>
                    <a:pt x="4460" y="6196"/>
                  </a:lnTo>
                  <a:lnTo>
                    <a:pt x="4218" y="6256"/>
                  </a:lnTo>
                  <a:lnTo>
                    <a:pt x="3956" y="6317"/>
                  </a:lnTo>
                  <a:lnTo>
                    <a:pt x="3714" y="6357"/>
                  </a:lnTo>
                  <a:lnTo>
                    <a:pt x="3451" y="6377"/>
                  </a:lnTo>
                  <a:lnTo>
                    <a:pt x="2927" y="6377"/>
                  </a:lnTo>
                  <a:lnTo>
                    <a:pt x="2664" y="6337"/>
                  </a:lnTo>
                  <a:lnTo>
                    <a:pt x="2402" y="6297"/>
                  </a:lnTo>
                  <a:lnTo>
                    <a:pt x="2140" y="6236"/>
                  </a:lnTo>
                  <a:lnTo>
                    <a:pt x="1898" y="6155"/>
                  </a:lnTo>
                  <a:lnTo>
                    <a:pt x="1655" y="6054"/>
                  </a:lnTo>
                  <a:lnTo>
                    <a:pt x="1413" y="5933"/>
                  </a:lnTo>
                  <a:lnTo>
                    <a:pt x="1191" y="5792"/>
                  </a:lnTo>
                  <a:lnTo>
                    <a:pt x="969" y="5631"/>
                  </a:lnTo>
                  <a:lnTo>
                    <a:pt x="767" y="5429"/>
                  </a:lnTo>
                  <a:lnTo>
                    <a:pt x="586" y="5227"/>
                  </a:lnTo>
                  <a:lnTo>
                    <a:pt x="424" y="4985"/>
                  </a:lnTo>
                  <a:lnTo>
                    <a:pt x="303" y="4743"/>
                  </a:lnTo>
                  <a:lnTo>
                    <a:pt x="202" y="4501"/>
                  </a:lnTo>
                  <a:lnTo>
                    <a:pt x="122" y="4258"/>
                  </a:lnTo>
                  <a:lnTo>
                    <a:pt x="81" y="4016"/>
                  </a:lnTo>
                  <a:lnTo>
                    <a:pt x="81" y="3774"/>
                  </a:lnTo>
                  <a:lnTo>
                    <a:pt x="122" y="3532"/>
                  </a:lnTo>
                  <a:lnTo>
                    <a:pt x="182" y="3370"/>
                  </a:lnTo>
                  <a:lnTo>
                    <a:pt x="243" y="3189"/>
                  </a:lnTo>
                  <a:lnTo>
                    <a:pt x="344" y="3048"/>
                  </a:lnTo>
                  <a:lnTo>
                    <a:pt x="445" y="2906"/>
                  </a:lnTo>
                  <a:lnTo>
                    <a:pt x="586" y="2785"/>
                  </a:lnTo>
                  <a:lnTo>
                    <a:pt x="747" y="2664"/>
                  </a:lnTo>
                  <a:lnTo>
                    <a:pt x="909" y="2563"/>
                  </a:lnTo>
                  <a:lnTo>
                    <a:pt x="1111" y="2483"/>
                  </a:lnTo>
                  <a:lnTo>
                    <a:pt x="3310" y="1655"/>
                  </a:lnTo>
                  <a:lnTo>
                    <a:pt x="5530" y="868"/>
                  </a:lnTo>
                  <a:lnTo>
                    <a:pt x="6357" y="606"/>
                  </a:lnTo>
                  <a:lnTo>
                    <a:pt x="7165" y="364"/>
                  </a:lnTo>
                  <a:lnTo>
                    <a:pt x="7568" y="263"/>
                  </a:lnTo>
                  <a:lnTo>
                    <a:pt x="7972" y="182"/>
                  </a:lnTo>
                  <a:lnTo>
                    <a:pt x="8375" y="121"/>
                  </a:lnTo>
                  <a:lnTo>
                    <a:pt x="8779" y="81"/>
                  </a:lnTo>
                  <a:close/>
                  <a:moveTo>
                    <a:pt x="8759" y="0"/>
                  </a:moveTo>
                  <a:lnTo>
                    <a:pt x="8355" y="41"/>
                  </a:lnTo>
                  <a:lnTo>
                    <a:pt x="7952" y="101"/>
                  </a:lnTo>
                  <a:lnTo>
                    <a:pt x="7548" y="182"/>
                  </a:lnTo>
                  <a:lnTo>
                    <a:pt x="7144" y="283"/>
                  </a:lnTo>
                  <a:lnTo>
                    <a:pt x="6337" y="525"/>
                  </a:lnTo>
                  <a:lnTo>
                    <a:pt x="5510" y="787"/>
                  </a:lnTo>
                  <a:lnTo>
                    <a:pt x="3290" y="1574"/>
                  </a:lnTo>
                  <a:lnTo>
                    <a:pt x="1070" y="2402"/>
                  </a:lnTo>
                  <a:lnTo>
                    <a:pt x="868" y="2503"/>
                  </a:lnTo>
                  <a:lnTo>
                    <a:pt x="687" y="2604"/>
                  </a:lnTo>
                  <a:lnTo>
                    <a:pt x="525" y="2725"/>
                  </a:lnTo>
                  <a:lnTo>
                    <a:pt x="384" y="2846"/>
                  </a:lnTo>
                  <a:lnTo>
                    <a:pt x="263" y="3007"/>
                  </a:lnTo>
                  <a:lnTo>
                    <a:pt x="182" y="3169"/>
                  </a:lnTo>
                  <a:lnTo>
                    <a:pt x="102" y="3330"/>
                  </a:lnTo>
                  <a:lnTo>
                    <a:pt x="41" y="3512"/>
                  </a:lnTo>
                  <a:lnTo>
                    <a:pt x="1" y="3754"/>
                  </a:lnTo>
                  <a:lnTo>
                    <a:pt x="1" y="4016"/>
                  </a:lnTo>
                  <a:lnTo>
                    <a:pt x="41" y="4279"/>
                  </a:lnTo>
                  <a:lnTo>
                    <a:pt x="122" y="4521"/>
                  </a:lnTo>
                  <a:lnTo>
                    <a:pt x="223" y="4783"/>
                  </a:lnTo>
                  <a:lnTo>
                    <a:pt x="364" y="5025"/>
                  </a:lnTo>
                  <a:lnTo>
                    <a:pt x="525" y="5267"/>
                  </a:lnTo>
                  <a:lnTo>
                    <a:pt x="707" y="5489"/>
                  </a:lnTo>
                  <a:lnTo>
                    <a:pt x="969" y="5732"/>
                  </a:lnTo>
                  <a:lnTo>
                    <a:pt x="1252" y="5933"/>
                  </a:lnTo>
                  <a:lnTo>
                    <a:pt x="1554" y="6095"/>
                  </a:lnTo>
                  <a:lnTo>
                    <a:pt x="1877" y="6236"/>
                  </a:lnTo>
                  <a:lnTo>
                    <a:pt x="2200" y="6337"/>
                  </a:lnTo>
                  <a:lnTo>
                    <a:pt x="2523" y="6397"/>
                  </a:lnTo>
                  <a:lnTo>
                    <a:pt x="2866" y="6438"/>
                  </a:lnTo>
                  <a:lnTo>
                    <a:pt x="3189" y="6458"/>
                  </a:lnTo>
                  <a:lnTo>
                    <a:pt x="3593" y="6438"/>
                  </a:lnTo>
                  <a:lnTo>
                    <a:pt x="3976" y="6397"/>
                  </a:lnTo>
                  <a:lnTo>
                    <a:pt x="4360" y="6317"/>
                  </a:lnTo>
                  <a:lnTo>
                    <a:pt x="4723" y="6196"/>
                  </a:lnTo>
                  <a:lnTo>
                    <a:pt x="4985" y="6095"/>
                  </a:lnTo>
                  <a:lnTo>
                    <a:pt x="5227" y="5974"/>
                  </a:lnTo>
                  <a:lnTo>
                    <a:pt x="5490" y="5853"/>
                  </a:lnTo>
                  <a:lnTo>
                    <a:pt x="5712" y="5711"/>
                  </a:lnTo>
                  <a:lnTo>
                    <a:pt x="6176" y="5409"/>
                  </a:lnTo>
                  <a:lnTo>
                    <a:pt x="6620" y="5066"/>
                  </a:lnTo>
                  <a:lnTo>
                    <a:pt x="7023" y="4723"/>
                  </a:lnTo>
                  <a:lnTo>
                    <a:pt x="7407" y="4359"/>
                  </a:lnTo>
                  <a:lnTo>
                    <a:pt x="7750" y="3996"/>
                  </a:lnTo>
                  <a:lnTo>
                    <a:pt x="8073" y="3653"/>
                  </a:lnTo>
                  <a:lnTo>
                    <a:pt x="8335" y="3330"/>
                  </a:lnTo>
                  <a:lnTo>
                    <a:pt x="8597" y="3007"/>
                  </a:lnTo>
                  <a:lnTo>
                    <a:pt x="8860" y="2664"/>
                  </a:lnTo>
                  <a:lnTo>
                    <a:pt x="9082" y="2281"/>
                  </a:lnTo>
                  <a:lnTo>
                    <a:pt x="9263" y="1897"/>
                  </a:lnTo>
                  <a:lnTo>
                    <a:pt x="9324" y="1696"/>
                  </a:lnTo>
                  <a:lnTo>
                    <a:pt x="9405" y="1494"/>
                  </a:lnTo>
                  <a:lnTo>
                    <a:pt x="9445" y="1292"/>
                  </a:lnTo>
                  <a:lnTo>
                    <a:pt x="9465" y="1070"/>
                  </a:lnTo>
                  <a:lnTo>
                    <a:pt x="9485" y="868"/>
                  </a:lnTo>
                  <a:lnTo>
                    <a:pt x="9465" y="646"/>
                  </a:lnTo>
                  <a:lnTo>
                    <a:pt x="9445" y="444"/>
                  </a:lnTo>
                  <a:lnTo>
                    <a:pt x="9384" y="283"/>
                  </a:lnTo>
                  <a:lnTo>
                    <a:pt x="9304" y="162"/>
                  </a:lnTo>
                  <a:lnTo>
                    <a:pt x="9183" y="61"/>
                  </a:lnTo>
                  <a:lnTo>
                    <a:pt x="9082" y="21"/>
                  </a:lnTo>
                  <a:lnTo>
                    <a:pt x="8981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5" name="Google Shape;515;p7"/>
            <p:cNvSpPr/>
            <p:nvPr/>
          </p:nvSpPr>
          <p:spPr>
            <a:xfrm flipH="1">
              <a:off x="-756203" y="-5057684"/>
              <a:ext cx="1058329" cy="998564"/>
            </a:xfrm>
            <a:custGeom>
              <a:rect b="b" l="l" r="r" t="t"/>
              <a:pathLst>
                <a:path extrusionOk="0" h="17861" w="18930">
                  <a:moveTo>
                    <a:pt x="3431" y="81"/>
                  </a:moveTo>
                  <a:lnTo>
                    <a:pt x="4117" y="102"/>
                  </a:lnTo>
                  <a:lnTo>
                    <a:pt x="4824" y="162"/>
                  </a:lnTo>
                  <a:lnTo>
                    <a:pt x="5510" y="263"/>
                  </a:lnTo>
                  <a:lnTo>
                    <a:pt x="6216" y="404"/>
                  </a:lnTo>
                  <a:lnTo>
                    <a:pt x="6882" y="566"/>
                  </a:lnTo>
                  <a:lnTo>
                    <a:pt x="7568" y="768"/>
                  </a:lnTo>
                  <a:lnTo>
                    <a:pt x="8234" y="1010"/>
                  </a:lnTo>
                  <a:lnTo>
                    <a:pt x="8880" y="1272"/>
                  </a:lnTo>
                  <a:lnTo>
                    <a:pt x="9505" y="1575"/>
                  </a:lnTo>
                  <a:lnTo>
                    <a:pt x="10131" y="1918"/>
                  </a:lnTo>
                  <a:lnTo>
                    <a:pt x="10736" y="2281"/>
                  </a:lnTo>
                  <a:lnTo>
                    <a:pt x="11301" y="2664"/>
                  </a:lnTo>
                  <a:lnTo>
                    <a:pt x="11866" y="3088"/>
                  </a:lnTo>
                  <a:lnTo>
                    <a:pt x="12391" y="3552"/>
                  </a:lnTo>
                  <a:lnTo>
                    <a:pt x="12896" y="4017"/>
                  </a:lnTo>
                  <a:lnTo>
                    <a:pt x="13380" y="4521"/>
                  </a:lnTo>
                  <a:lnTo>
                    <a:pt x="13824" y="5026"/>
                  </a:lnTo>
                  <a:lnTo>
                    <a:pt x="14248" y="5570"/>
                  </a:lnTo>
                  <a:lnTo>
                    <a:pt x="14651" y="6115"/>
                  </a:lnTo>
                  <a:lnTo>
                    <a:pt x="15035" y="6680"/>
                  </a:lnTo>
                  <a:lnTo>
                    <a:pt x="15418" y="7245"/>
                  </a:lnTo>
                  <a:lnTo>
                    <a:pt x="15761" y="7831"/>
                  </a:lnTo>
                  <a:lnTo>
                    <a:pt x="16084" y="8416"/>
                  </a:lnTo>
                  <a:lnTo>
                    <a:pt x="16387" y="9021"/>
                  </a:lnTo>
                  <a:lnTo>
                    <a:pt x="16689" y="9627"/>
                  </a:lnTo>
                  <a:lnTo>
                    <a:pt x="16972" y="10232"/>
                  </a:lnTo>
                  <a:lnTo>
                    <a:pt x="17497" y="11423"/>
                  </a:lnTo>
                  <a:lnTo>
                    <a:pt x="17981" y="12593"/>
                  </a:lnTo>
                  <a:lnTo>
                    <a:pt x="18183" y="13158"/>
                  </a:lnTo>
                  <a:lnTo>
                    <a:pt x="18385" y="13723"/>
                  </a:lnTo>
                  <a:lnTo>
                    <a:pt x="18566" y="14288"/>
                  </a:lnTo>
                  <a:lnTo>
                    <a:pt x="18707" y="14853"/>
                  </a:lnTo>
                  <a:lnTo>
                    <a:pt x="18768" y="15136"/>
                  </a:lnTo>
                  <a:lnTo>
                    <a:pt x="18808" y="15438"/>
                  </a:lnTo>
                  <a:lnTo>
                    <a:pt x="18829" y="15721"/>
                  </a:lnTo>
                  <a:lnTo>
                    <a:pt x="18849" y="16003"/>
                  </a:lnTo>
                  <a:lnTo>
                    <a:pt x="18849" y="16286"/>
                  </a:lnTo>
                  <a:lnTo>
                    <a:pt x="18829" y="16589"/>
                  </a:lnTo>
                  <a:lnTo>
                    <a:pt x="18788" y="16871"/>
                  </a:lnTo>
                  <a:lnTo>
                    <a:pt x="18728" y="17154"/>
                  </a:lnTo>
                  <a:lnTo>
                    <a:pt x="18687" y="17295"/>
                  </a:lnTo>
                  <a:lnTo>
                    <a:pt x="18647" y="17416"/>
                  </a:lnTo>
                  <a:lnTo>
                    <a:pt x="18586" y="17537"/>
                  </a:lnTo>
                  <a:lnTo>
                    <a:pt x="18486" y="17658"/>
                  </a:lnTo>
                  <a:lnTo>
                    <a:pt x="18405" y="17699"/>
                  </a:lnTo>
                  <a:lnTo>
                    <a:pt x="18324" y="17739"/>
                  </a:lnTo>
                  <a:lnTo>
                    <a:pt x="18243" y="17759"/>
                  </a:lnTo>
                  <a:lnTo>
                    <a:pt x="18163" y="17779"/>
                  </a:lnTo>
                  <a:lnTo>
                    <a:pt x="17981" y="17759"/>
                  </a:lnTo>
                  <a:lnTo>
                    <a:pt x="17799" y="17699"/>
                  </a:lnTo>
                  <a:lnTo>
                    <a:pt x="17638" y="17618"/>
                  </a:lnTo>
                  <a:lnTo>
                    <a:pt x="17477" y="17517"/>
                  </a:lnTo>
                  <a:lnTo>
                    <a:pt x="17234" y="17315"/>
                  </a:lnTo>
                  <a:lnTo>
                    <a:pt x="16346" y="16548"/>
                  </a:lnTo>
                  <a:lnTo>
                    <a:pt x="15418" y="15701"/>
                  </a:lnTo>
                  <a:lnTo>
                    <a:pt x="14429" y="14793"/>
                  </a:lnTo>
                  <a:lnTo>
                    <a:pt x="13319" y="13743"/>
                  </a:lnTo>
                  <a:lnTo>
                    <a:pt x="11140" y="11645"/>
                  </a:lnTo>
                  <a:lnTo>
                    <a:pt x="8860" y="9465"/>
                  </a:lnTo>
                  <a:lnTo>
                    <a:pt x="7709" y="8375"/>
                  </a:lnTo>
                  <a:lnTo>
                    <a:pt x="6539" y="7306"/>
                  </a:lnTo>
                  <a:lnTo>
                    <a:pt x="5611" y="6478"/>
                  </a:lnTo>
                  <a:lnTo>
                    <a:pt x="4703" y="5691"/>
                  </a:lnTo>
                  <a:lnTo>
                    <a:pt x="3835" y="4965"/>
                  </a:lnTo>
                  <a:lnTo>
                    <a:pt x="3007" y="4279"/>
                  </a:lnTo>
                  <a:lnTo>
                    <a:pt x="2644" y="4017"/>
                  </a:lnTo>
                  <a:lnTo>
                    <a:pt x="2220" y="3734"/>
                  </a:lnTo>
                  <a:lnTo>
                    <a:pt x="1575" y="3290"/>
                  </a:lnTo>
                  <a:lnTo>
                    <a:pt x="1252" y="3048"/>
                  </a:lnTo>
                  <a:lnTo>
                    <a:pt x="929" y="2806"/>
                  </a:lnTo>
                  <a:lnTo>
                    <a:pt x="667" y="2564"/>
                  </a:lnTo>
                  <a:lnTo>
                    <a:pt x="424" y="2301"/>
                  </a:lnTo>
                  <a:lnTo>
                    <a:pt x="323" y="2160"/>
                  </a:lnTo>
                  <a:lnTo>
                    <a:pt x="243" y="2019"/>
                  </a:lnTo>
                  <a:lnTo>
                    <a:pt x="182" y="1898"/>
                  </a:lnTo>
                  <a:lnTo>
                    <a:pt x="122" y="1756"/>
                  </a:lnTo>
                  <a:lnTo>
                    <a:pt x="81" y="1575"/>
                  </a:lnTo>
                  <a:lnTo>
                    <a:pt x="102" y="1413"/>
                  </a:lnTo>
                  <a:lnTo>
                    <a:pt x="122" y="1232"/>
                  </a:lnTo>
                  <a:lnTo>
                    <a:pt x="202" y="1070"/>
                  </a:lnTo>
                  <a:lnTo>
                    <a:pt x="283" y="909"/>
                  </a:lnTo>
                  <a:lnTo>
                    <a:pt x="384" y="768"/>
                  </a:lnTo>
                  <a:lnTo>
                    <a:pt x="505" y="646"/>
                  </a:lnTo>
                  <a:lnTo>
                    <a:pt x="646" y="546"/>
                  </a:lnTo>
                  <a:lnTo>
                    <a:pt x="808" y="445"/>
                  </a:lnTo>
                  <a:lnTo>
                    <a:pt x="969" y="384"/>
                  </a:lnTo>
                  <a:lnTo>
                    <a:pt x="1131" y="324"/>
                  </a:lnTo>
                  <a:lnTo>
                    <a:pt x="1312" y="263"/>
                  </a:lnTo>
                  <a:lnTo>
                    <a:pt x="1655" y="202"/>
                  </a:lnTo>
                  <a:lnTo>
                    <a:pt x="2019" y="142"/>
                  </a:lnTo>
                  <a:lnTo>
                    <a:pt x="2725" y="102"/>
                  </a:lnTo>
                  <a:lnTo>
                    <a:pt x="3431" y="81"/>
                  </a:lnTo>
                  <a:close/>
                  <a:moveTo>
                    <a:pt x="3431" y="1"/>
                  </a:moveTo>
                  <a:lnTo>
                    <a:pt x="2725" y="21"/>
                  </a:lnTo>
                  <a:lnTo>
                    <a:pt x="2019" y="61"/>
                  </a:lnTo>
                  <a:lnTo>
                    <a:pt x="1655" y="122"/>
                  </a:lnTo>
                  <a:lnTo>
                    <a:pt x="1272" y="182"/>
                  </a:lnTo>
                  <a:lnTo>
                    <a:pt x="1111" y="243"/>
                  </a:lnTo>
                  <a:lnTo>
                    <a:pt x="929" y="303"/>
                  </a:lnTo>
                  <a:lnTo>
                    <a:pt x="767" y="384"/>
                  </a:lnTo>
                  <a:lnTo>
                    <a:pt x="606" y="485"/>
                  </a:lnTo>
                  <a:lnTo>
                    <a:pt x="465" y="586"/>
                  </a:lnTo>
                  <a:lnTo>
                    <a:pt x="323" y="727"/>
                  </a:lnTo>
                  <a:lnTo>
                    <a:pt x="223" y="868"/>
                  </a:lnTo>
                  <a:lnTo>
                    <a:pt x="122" y="1050"/>
                  </a:lnTo>
                  <a:lnTo>
                    <a:pt x="41" y="1211"/>
                  </a:lnTo>
                  <a:lnTo>
                    <a:pt x="21" y="1393"/>
                  </a:lnTo>
                  <a:lnTo>
                    <a:pt x="1" y="1595"/>
                  </a:lnTo>
                  <a:lnTo>
                    <a:pt x="41" y="1777"/>
                  </a:lnTo>
                  <a:lnTo>
                    <a:pt x="102" y="1918"/>
                  </a:lnTo>
                  <a:lnTo>
                    <a:pt x="162" y="2059"/>
                  </a:lnTo>
                  <a:lnTo>
                    <a:pt x="263" y="2200"/>
                  </a:lnTo>
                  <a:lnTo>
                    <a:pt x="364" y="2342"/>
                  </a:lnTo>
                  <a:lnTo>
                    <a:pt x="586" y="2604"/>
                  </a:lnTo>
                  <a:lnTo>
                    <a:pt x="868" y="2866"/>
                  </a:lnTo>
                  <a:lnTo>
                    <a:pt x="1191" y="3108"/>
                  </a:lnTo>
                  <a:lnTo>
                    <a:pt x="1514" y="3351"/>
                  </a:lnTo>
                  <a:lnTo>
                    <a:pt x="2180" y="3795"/>
                  </a:lnTo>
                  <a:lnTo>
                    <a:pt x="2604" y="4077"/>
                  </a:lnTo>
                  <a:lnTo>
                    <a:pt x="2947" y="4339"/>
                  </a:lnTo>
                  <a:lnTo>
                    <a:pt x="3794" y="5026"/>
                  </a:lnTo>
                  <a:lnTo>
                    <a:pt x="4662" y="5752"/>
                  </a:lnTo>
                  <a:lnTo>
                    <a:pt x="5550" y="6539"/>
                  </a:lnTo>
                  <a:lnTo>
                    <a:pt x="6499" y="7366"/>
                  </a:lnTo>
                  <a:lnTo>
                    <a:pt x="7649" y="8436"/>
                  </a:lnTo>
                  <a:lnTo>
                    <a:pt x="8799" y="9526"/>
                  </a:lnTo>
                  <a:lnTo>
                    <a:pt x="11079" y="11705"/>
                  </a:lnTo>
                  <a:lnTo>
                    <a:pt x="13279" y="13804"/>
                  </a:lnTo>
                  <a:lnTo>
                    <a:pt x="14369" y="14853"/>
                  </a:lnTo>
                  <a:lnTo>
                    <a:pt x="15358" y="15761"/>
                  </a:lnTo>
                  <a:lnTo>
                    <a:pt x="16286" y="16609"/>
                  </a:lnTo>
                  <a:lnTo>
                    <a:pt x="17174" y="17376"/>
                  </a:lnTo>
                  <a:lnTo>
                    <a:pt x="17355" y="17537"/>
                  </a:lnTo>
                  <a:lnTo>
                    <a:pt x="17598" y="17678"/>
                  </a:lnTo>
                  <a:lnTo>
                    <a:pt x="17719" y="17739"/>
                  </a:lnTo>
                  <a:lnTo>
                    <a:pt x="17860" y="17800"/>
                  </a:lnTo>
                  <a:lnTo>
                    <a:pt x="18001" y="17840"/>
                  </a:lnTo>
                  <a:lnTo>
                    <a:pt x="18142" y="17860"/>
                  </a:lnTo>
                  <a:lnTo>
                    <a:pt x="18243" y="17840"/>
                  </a:lnTo>
                  <a:lnTo>
                    <a:pt x="18344" y="17820"/>
                  </a:lnTo>
                  <a:lnTo>
                    <a:pt x="18445" y="17779"/>
                  </a:lnTo>
                  <a:lnTo>
                    <a:pt x="18526" y="17719"/>
                  </a:lnTo>
                  <a:lnTo>
                    <a:pt x="18647" y="17598"/>
                  </a:lnTo>
                  <a:lnTo>
                    <a:pt x="18707" y="17456"/>
                  </a:lnTo>
                  <a:lnTo>
                    <a:pt x="18768" y="17315"/>
                  </a:lnTo>
                  <a:lnTo>
                    <a:pt x="18808" y="17174"/>
                  </a:lnTo>
                  <a:lnTo>
                    <a:pt x="18869" y="16891"/>
                  </a:lnTo>
                  <a:lnTo>
                    <a:pt x="18909" y="16589"/>
                  </a:lnTo>
                  <a:lnTo>
                    <a:pt x="18929" y="16306"/>
                  </a:lnTo>
                  <a:lnTo>
                    <a:pt x="18929" y="16003"/>
                  </a:lnTo>
                  <a:lnTo>
                    <a:pt x="18909" y="15721"/>
                  </a:lnTo>
                  <a:lnTo>
                    <a:pt x="18889" y="15418"/>
                  </a:lnTo>
                  <a:lnTo>
                    <a:pt x="18849" y="15136"/>
                  </a:lnTo>
                  <a:lnTo>
                    <a:pt x="18788" y="14853"/>
                  </a:lnTo>
                  <a:lnTo>
                    <a:pt x="18647" y="14268"/>
                  </a:lnTo>
                  <a:lnTo>
                    <a:pt x="18465" y="13703"/>
                  </a:lnTo>
                  <a:lnTo>
                    <a:pt x="18264" y="13138"/>
                  </a:lnTo>
                  <a:lnTo>
                    <a:pt x="18042" y="12573"/>
                  </a:lnTo>
                  <a:lnTo>
                    <a:pt x="17577" y="11382"/>
                  </a:lnTo>
                  <a:lnTo>
                    <a:pt x="17053" y="10192"/>
                  </a:lnTo>
                  <a:lnTo>
                    <a:pt x="16770" y="9586"/>
                  </a:lnTo>
                  <a:lnTo>
                    <a:pt x="16468" y="8981"/>
                  </a:lnTo>
                  <a:lnTo>
                    <a:pt x="16145" y="8375"/>
                  </a:lnTo>
                  <a:lnTo>
                    <a:pt x="15822" y="7790"/>
                  </a:lnTo>
                  <a:lnTo>
                    <a:pt x="15479" y="7205"/>
                  </a:lnTo>
                  <a:lnTo>
                    <a:pt x="15115" y="6620"/>
                  </a:lnTo>
                  <a:lnTo>
                    <a:pt x="14732" y="6055"/>
                  </a:lnTo>
                  <a:lnTo>
                    <a:pt x="14308" y="5510"/>
                  </a:lnTo>
                  <a:lnTo>
                    <a:pt x="13884" y="4965"/>
                  </a:lnTo>
                  <a:lnTo>
                    <a:pt x="13441" y="4460"/>
                  </a:lnTo>
                  <a:lnTo>
                    <a:pt x="12956" y="3956"/>
                  </a:lnTo>
                  <a:lnTo>
                    <a:pt x="12452" y="3492"/>
                  </a:lnTo>
                  <a:lnTo>
                    <a:pt x="11927" y="3028"/>
                  </a:lnTo>
                  <a:lnTo>
                    <a:pt x="11362" y="2604"/>
                  </a:lnTo>
                  <a:lnTo>
                    <a:pt x="10777" y="2200"/>
                  </a:lnTo>
                  <a:lnTo>
                    <a:pt x="10171" y="1837"/>
                  </a:lnTo>
                  <a:lnTo>
                    <a:pt x="9546" y="1494"/>
                  </a:lnTo>
                  <a:lnTo>
                    <a:pt x="8900" y="1191"/>
                  </a:lnTo>
                  <a:lnTo>
                    <a:pt x="8254" y="929"/>
                  </a:lnTo>
                  <a:lnTo>
                    <a:pt x="7588" y="687"/>
                  </a:lnTo>
                  <a:lnTo>
                    <a:pt x="6902" y="485"/>
                  </a:lnTo>
                  <a:lnTo>
                    <a:pt x="6216" y="324"/>
                  </a:lnTo>
                  <a:lnTo>
                    <a:pt x="5530" y="182"/>
                  </a:lnTo>
                  <a:lnTo>
                    <a:pt x="4824" y="81"/>
                  </a:lnTo>
                  <a:lnTo>
                    <a:pt x="4138" y="21"/>
                  </a:lnTo>
                  <a:lnTo>
                    <a:pt x="3431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6" name="Google Shape;516;p7"/>
            <p:cNvSpPr/>
            <p:nvPr/>
          </p:nvSpPr>
          <p:spPr>
            <a:xfrm flipH="1">
              <a:off x="-2591759" y="-2237207"/>
              <a:ext cx="130935" cy="390458"/>
            </a:xfrm>
            <a:custGeom>
              <a:rect b="b" l="l" r="r" t="t"/>
              <a:pathLst>
                <a:path extrusionOk="0" h="6984" w="2342">
                  <a:moveTo>
                    <a:pt x="1494" y="82"/>
                  </a:moveTo>
                  <a:lnTo>
                    <a:pt x="1615" y="122"/>
                  </a:lnTo>
                  <a:lnTo>
                    <a:pt x="1716" y="162"/>
                  </a:lnTo>
                  <a:lnTo>
                    <a:pt x="1817" y="223"/>
                  </a:lnTo>
                  <a:lnTo>
                    <a:pt x="1897" y="304"/>
                  </a:lnTo>
                  <a:lnTo>
                    <a:pt x="1978" y="404"/>
                  </a:lnTo>
                  <a:lnTo>
                    <a:pt x="2039" y="485"/>
                  </a:lnTo>
                  <a:lnTo>
                    <a:pt x="2099" y="586"/>
                  </a:lnTo>
                  <a:lnTo>
                    <a:pt x="2160" y="707"/>
                  </a:lnTo>
                  <a:lnTo>
                    <a:pt x="2200" y="828"/>
                  </a:lnTo>
                  <a:lnTo>
                    <a:pt x="2240" y="1070"/>
                  </a:lnTo>
                  <a:lnTo>
                    <a:pt x="2261" y="1333"/>
                  </a:lnTo>
                  <a:lnTo>
                    <a:pt x="2261" y="1595"/>
                  </a:lnTo>
                  <a:lnTo>
                    <a:pt x="2240" y="2281"/>
                  </a:lnTo>
                  <a:lnTo>
                    <a:pt x="2180" y="2967"/>
                  </a:lnTo>
                  <a:lnTo>
                    <a:pt x="2059" y="3694"/>
                  </a:lnTo>
                  <a:lnTo>
                    <a:pt x="1897" y="4521"/>
                  </a:lnTo>
                  <a:lnTo>
                    <a:pt x="1837" y="4763"/>
                  </a:lnTo>
                  <a:lnTo>
                    <a:pt x="1776" y="5026"/>
                  </a:lnTo>
                  <a:lnTo>
                    <a:pt x="1675" y="5308"/>
                  </a:lnTo>
                  <a:lnTo>
                    <a:pt x="1554" y="5591"/>
                  </a:lnTo>
                  <a:lnTo>
                    <a:pt x="1413" y="5893"/>
                  </a:lnTo>
                  <a:lnTo>
                    <a:pt x="1231" y="6176"/>
                  </a:lnTo>
                  <a:lnTo>
                    <a:pt x="1030" y="6459"/>
                  </a:lnTo>
                  <a:lnTo>
                    <a:pt x="808" y="6741"/>
                  </a:lnTo>
                  <a:lnTo>
                    <a:pt x="707" y="6822"/>
                  </a:lnTo>
                  <a:lnTo>
                    <a:pt x="626" y="6862"/>
                  </a:lnTo>
                  <a:lnTo>
                    <a:pt x="566" y="6902"/>
                  </a:lnTo>
                  <a:lnTo>
                    <a:pt x="485" y="6882"/>
                  </a:lnTo>
                  <a:lnTo>
                    <a:pt x="444" y="6862"/>
                  </a:lnTo>
                  <a:lnTo>
                    <a:pt x="384" y="6822"/>
                  </a:lnTo>
                  <a:lnTo>
                    <a:pt x="303" y="6701"/>
                  </a:lnTo>
                  <a:lnTo>
                    <a:pt x="243" y="6539"/>
                  </a:lnTo>
                  <a:lnTo>
                    <a:pt x="182" y="6317"/>
                  </a:lnTo>
                  <a:lnTo>
                    <a:pt x="142" y="6055"/>
                  </a:lnTo>
                  <a:lnTo>
                    <a:pt x="101" y="5752"/>
                  </a:lnTo>
                  <a:lnTo>
                    <a:pt x="81" y="5086"/>
                  </a:lnTo>
                  <a:lnTo>
                    <a:pt x="81" y="4602"/>
                  </a:lnTo>
                  <a:lnTo>
                    <a:pt x="81" y="4097"/>
                  </a:lnTo>
                  <a:lnTo>
                    <a:pt x="101" y="3976"/>
                  </a:lnTo>
                  <a:lnTo>
                    <a:pt x="122" y="3310"/>
                  </a:lnTo>
                  <a:lnTo>
                    <a:pt x="162" y="2685"/>
                  </a:lnTo>
                  <a:lnTo>
                    <a:pt x="222" y="2100"/>
                  </a:lnTo>
                  <a:lnTo>
                    <a:pt x="283" y="1535"/>
                  </a:lnTo>
                  <a:lnTo>
                    <a:pt x="323" y="1353"/>
                  </a:lnTo>
                  <a:lnTo>
                    <a:pt x="384" y="1131"/>
                  </a:lnTo>
                  <a:lnTo>
                    <a:pt x="444" y="909"/>
                  </a:lnTo>
                  <a:lnTo>
                    <a:pt x="545" y="667"/>
                  </a:lnTo>
                  <a:lnTo>
                    <a:pt x="687" y="465"/>
                  </a:lnTo>
                  <a:lnTo>
                    <a:pt x="767" y="364"/>
                  </a:lnTo>
                  <a:lnTo>
                    <a:pt x="848" y="263"/>
                  </a:lnTo>
                  <a:lnTo>
                    <a:pt x="949" y="203"/>
                  </a:lnTo>
                  <a:lnTo>
                    <a:pt x="1070" y="142"/>
                  </a:lnTo>
                  <a:lnTo>
                    <a:pt x="1191" y="102"/>
                  </a:lnTo>
                  <a:lnTo>
                    <a:pt x="1312" y="82"/>
                  </a:lnTo>
                  <a:close/>
                  <a:moveTo>
                    <a:pt x="1312" y="1"/>
                  </a:moveTo>
                  <a:lnTo>
                    <a:pt x="1171" y="21"/>
                  </a:lnTo>
                  <a:lnTo>
                    <a:pt x="1030" y="61"/>
                  </a:lnTo>
                  <a:lnTo>
                    <a:pt x="868" y="162"/>
                  </a:lnTo>
                  <a:lnTo>
                    <a:pt x="707" y="304"/>
                  </a:lnTo>
                  <a:lnTo>
                    <a:pt x="566" y="485"/>
                  </a:lnTo>
                  <a:lnTo>
                    <a:pt x="485" y="606"/>
                  </a:lnTo>
                  <a:lnTo>
                    <a:pt x="424" y="748"/>
                  </a:lnTo>
                  <a:lnTo>
                    <a:pt x="364" y="909"/>
                  </a:lnTo>
                  <a:lnTo>
                    <a:pt x="303" y="1091"/>
                  </a:lnTo>
                  <a:lnTo>
                    <a:pt x="263" y="1292"/>
                  </a:lnTo>
                  <a:lnTo>
                    <a:pt x="222" y="1514"/>
                  </a:lnTo>
                  <a:lnTo>
                    <a:pt x="142" y="2079"/>
                  </a:lnTo>
                  <a:lnTo>
                    <a:pt x="81" y="2685"/>
                  </a:lnTo>
                  <a:lnTo>
                    <a:pt x="41" y="3310"/>
                  </a:lnTo>
                  <a:lnTo>
                    <a:pt x="21" y="3976"/>
                  </a:lnTo>
                  <a:lnTo>
                    <a:pt x="1" y="4097"/>
                  </a:lnTo>
                  <a:lnTo>
                    <a:pt x="1" y="4602"/>
                  </a:lnTo>
                  <a:lnTo>
                    <a:pt x="1" y="5106"/>
                  </a:lnTo>
                  <a:lnTo>
                    <a:pt x="21" y="5752"/>
                  </a:lnTo>
                  <a:lnTo>
                    <a:pt x="61" y="6055"/>
                  </a:lnTo>
                  <a:lnTo>
                    <a:pt x="101" y="6337"/>
                  </a:lnTo>
                  <a:lnTo>
                    <a:pt x="142" y="6499"/>
                  </a:lnTo>
                  <a:lnTo>
                    <a:pt x="202" y="6680"/>
                  </a:lnTo>
                  <a:lnTo>
                    <a:pt x="263" y="6781"/>
                  </a:lnTo>
                  <a:lnTo>
                    <a:pt x="303" y="6862"/>
                  </a:lnTo>
                  <a:lnTo>
                    <a:pt x="384" y="6923"/>
                  </a:lnTo>
                  <a:lnTo>
                    <a:pt x="465" y="6963"/>
                  </a:lnTo>
                  <a:lnTo>
                    <a:pt x="525" y="6983"/>
                  </a:lnTo>
                  <a:lnTo>
                    <a:pt x="606" y="6963"/>
                  </a:lnTo>
                  <a:lnTo>
                    <a:pt x="687" y="6923"/>
                  </a:lnTo>
                  <a:lnTo>
                    <a:pt x="767" y="6882"/>
                  </a:lnTo>
                  <a:lnTo>
                    <a:pt x="868" y="6802"/>
                  </a:lnTo>
                  <a:lnTo>
                    <a:pt x="1090" y="6519"/>
                  </a:lnTo>
                  <a:lnTo>
                    <a:pt x="1292" y="6237"/>
                  </a:lnTo>
                  <a:lnTo>
                    <a:pt x="1474" y="5934"/>
                  </a:lnTo>
                  <a:lnTo>
                    <a:pt x="1615" y="5631"/>
                  </a:lnTo>
                  <a:lnTo>
                    <a:pt x="1736" y="5349"/>
                  </a:lnTo>
                  <a:lnTo>
                    <a:pt x="1837" y="5046"/>
                  </a:lnTo>
                  <a:lnTo>
                    <a:pt x="1918" y="4784"/>
                  </a:lnTo>
                  <a:lnTo>
                    <a:pt x="1978" y="4521"/>
                  </a:lnTo>
                  <a:lnTo>
                    <a:pt x="2140" y="3714"/>
                  </a:lnTo>
                  <a:lnTo>
                    <a:pt x="2261" y="2967"/>
                  </a:lnTo>
                  <a:lnTo>
                    <a:pt x="2321" y="2281"/>
                  </a:lnTo>
                  <a:lnTo>
                    <a:pt x="2341" y="1595"/>
                  </a:lnTo>
                  <a:lnTo>
                    <a:pt x="2341" y="1333"/>
                  </a:lnTo>
                  <a:lnTo>
                    <a:pt x="2321" y="1050"/>
                  </a:lnTo>
                  <a:lnTo>
                    <a:pt x="2261" y="788"/>
                  </a:lnTo>
                  <a:lnTo>
                    <a:pt x="2220" y="667"/>
                  </a:lnTo>
                  <a:lnTo>
                    <a:pt x="2180" y="546"/>
                  </a:lnTo>
                  <a:lnTo>
                    <a:pt x="2119" y="445"/>
                  </a:lnTo>
                  <a:lnTo>
                    <a:pt x="2039" y="324"/>
                  </a:lnTo>
                  <a:lnTo>
                    <a:pt x="1938" y="243"/>
                  </a:lnTo>
                  <a:lnTo>
                    <a:pt x="1837" y="142"/>
                  </a:lnTo>
                  <a:lnTo>
                    <a:pt x="1716" y="82"/>
                  </a:lnTo>
                  <a:lnTo>
                    <a:pt x="1595" y="21"/>
                  </a:lnTo>
                  <a:lnTo>
                    <a:pt x="1453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7" name="Google Shape;517;p7"/>
            <p:cNvSpPr/>
            <p:nvPr/>
          </p:nvSpPr>
          <p:spPr>
            <a:xfrm flipH="1">
              <a:off x="-3345409" y="-5067803"/>
              <a:ext cx="1707024" cy="174879"/>
            </a:xfrm>
            <a:custGeom>
              <a:rect b="b" l="l" r="r" t="t"/>
              <a:pathLst>
                <a:path extrusionOk="0" h="3128" w="30533">
                  <a:moveTo>
                    <a:pt x="17960" y="0"/>
                  </a:moveTo>
                  <a:lnTo>
                    <a:pt x="16750" y="20"/>
                  </a:lnTo>
                  <a:lnTo>
                    <a:pt x="16326" y="20"/>
                  </a:lnTo>
                  <a:lnTo>
                    <a:pt x="13057" y="61"/>
                  </a:lnTo>
                  <a:lnTo>
                    <a:pt x="11422" y="101"/>
                  </a:lnTo>
                  <a:lnTo>
                    <a:pt x="9767" y="182"/>
                  </a:lnTo>
                  <a:lnTo>
                    <a:pt x="8133" y="262"/>
                  </a:lnTo>
                  <a:lnTo>
                    <a:pt x="6478" y="404"/>
                  </a:lnTo>
                  <a:lnTo>
                    <a:pt x="5671" y="484"/>
                  </a:lnTo>
                  <a:lnTo>
                    <a:pt x="4843" y="585"/>
                  </a:lnTo>
                  <a:lnTo>
                    <a:pt x="4036" y="686"/>
                  </a:lnTo>
                  <a:lnTo>
                    <a:pt x="3209" y="807"/>
                  </a:lnTo>
                  <a:lnTo>
                    <a:pt x="2785" y="868"/>
                  </a:lnTo>
                  <a:lnTo>
                    <a:pt x="2361" y="969"/>
                  </a:lnTo>
                  <a:lnTo>
                    <a:pt x="1917" y="1070"/>
                  </a:lnTo>
                  <a:lnTo>
                    <a:pt x="1494" y="1211"/>
                  </a:lnTo>
                  <a:lnTo>
                    <a:pt x="1090" y="1372"/>
                  </a:lnTo>
                  <a:lnTo>
                    <a:pt x="888" y="1473"/>
                  </a:lnTo>
                  <a:lnTo>
                    <a:pt x="686" y="1574"/>
                  </a:lnTo>
                  <a:lnTo>
                    <a:pt x="505" y="1695"/>
                  </a:lnTo>
                  <a:lnTo>
                    <a:pt x="323" y="1836"/>
                  </a:lnTo>
                  <a:lnTo>
                    <a:pt x="162" y="1978"/>
                  </a:lnTo>
                  <a:lnTo>
                    <a:pt x="0" y="2139"/>
                  </a:lnTo>
                  <a:lnTo>
                    <a:pt x="61" y="2200"/>
                  </a:lnTo>
                  <a:lnTo>
                    <a:pt x="222" y="2038"/>
                  </a:lnTo>
                  <a:lnTo>
                    <a:pt x="384" y="1897"/>
                  </a:lnTo>
                  <a:lnTo>
                    <a:pt x="565" y="1756"/>
                  </a:lnTo>
                  <a:lnTo>
                    <a:pt x="747" y="1655"/>
                  </a:lnTo>
                  <a:lnTo>
                    <a:pt x="929" y="1534"/>
                  </a:lnTo>
                  <a:lnTo>
                    <a:pt x="1130" y="1433"/>
                  </a:lnTo>
                  <a:lnTo>
                    <a:pt x="1534" y="1271"/>
                  </a:lnTo>
                  <a:lnTo>
                    <a:pt x="1958" y="1150"/>
                  </a:lnTo>
                  <a:lnTo>
                    <a:pt x="2382" y="1049"/>
                  </a:lnTo>
                  <a:lnTo>
                    <a:pt x="2805" y="949"/>
                  </a:lnTo>
                  <a:lnTo>
                    <a:pt x="3229" y="888"/>
                  </a:lnTo>
                  <a:lnTo>
                    <a:pt x="4036" y="767"/>
                  </a:lnTo>
                  <a:lnTo>
                    <a:pt x="4864" y="666"/>
                  </a:lnTo>
                  <a:lnTo>
                    <a:pt x="5671" y="565"/>
                  </a:lnTo>
                  <a:lnTo>
                    <a:pt x="6498" y="484"/>
                  </a:lnTo>
                  <a:lnTo>
                    <a:pt x="8133" y="343"/>
                  </a:lnTo>
                  <a:lnTo>
                    <a:pt x="9788" y="262"/>
                  </a:lnTo>
                  <a:lnTo>
                    <a:pt x="11422" y="182"/>
                  </a:lnTo>
                  <a:lnTo>
                    <a:pt x="13057" y="141"/>
                  </a:lnTo>
                  <a:lnTo>
                    <a:pt x="16326" y="101"/>
                  </a:lnTo>
                  <a:lnTo>
                    <a:pt x="16750" y="101"/>
                  </a:lnTo>
                  <a:lnTo>
                    <a:pt x="17960" y="81"/>
                  </a:lnTo>
                  <a:lnTo>
                    <a:pt x="19191" y="81"/>
                  </a:lnTo>
                  <a:lnTo>
                    <a:pt x="20402" y="101"/>
                  </a:lnTo>
                  <a:lnTo>
                    <a:pt x="21613" y="161"/>
                  </a:lnTo>
                  <a:lnTo>
                    <a:pt x="22239" y="202"/>
                  </a:lnTo>
                  <a:lnTo>
                    <a:pt x="22844" y="242"/>
                  </a:lnTo>
                  <a:lnTo>
                    <a:pt x="23449" y="303"/>
                  </a:lnTo>
                  <a:lnTo>
                    <a:pt x="24055" y="383"/>
                  </a:lnTo>
                  <a:lnTo>
                    <a:pt x="24640" y="484"/>
                  </a:lnTo>
                  <a:lnTo>
                    <a:pt x="25245" y="585"/>
                  </a:lnTo>
                  <a:lnTo>
                    <a:pt x="25831" y="727"/>
                  </a:lnTo>
                  <a:lnTo>
                    <a:pt x="26436" y="868"/>
                  </a:lnTo>
                  <a:lnTo>
                    <a:pt x="27102" y="1070"/>
                  </a:lnTo>
                  <a:lnTo>
                    <a:pt x="27707" y="1292"/>
                  </a:lnTo>
                  <a:lnTo>
                    <a:pt x="28293" y="1534"/>
                  </a:lnTo>
                  <a:lnTo>
                    <a:pt x="28817" y="1816"/>
                  </a:lnTo>
                  <a:lnTo>
                    <a:pt x="29281" y="2099"/>
                  </a:lnTo>
                  <a:lnTo>
                    <a:pt x="29725" y="2422"/>
                  </a:lnTo>
                  <a:lnTo>
                    <a:pt x="30109" y="2745"/>
                  </a:lnTo>
                  <a:lnTo>
                    <a:pt x="30290" y="2926"/>
                  </a:lnTo>
                  <a:lnTo>
                    <a:pt x="30472" y="3128"/>
                  </a:lnTo>
                  <a:lnTo>
                    <a:pt x="30533" y="3067"/>
                  </a:lnTo>
                  <a:lnTo>
                    <a:pt x="30351" y="2886"/>
                  </a:lnTo>
                  <a:lnTo>
                    <a:pt x="30169" y="2704"/>
                  </a:lnTo>
                  <a:lnTo>
                    <a:pt x="29786" y="2361"/>
                  </a:lnTo>
                  <a:lnTo>
                    <a:pt x="29342" y="2038"/>
                  </a:lnTo>
                  <a:lnTo>
                    <a:pt x="28858" y="1736"/>
                  </a:lnTo>
                  <a:lnTo>
                    <a:pt x="28333" y="1473"/>
                  </a:lnTo>
                  <a:lnTo>
                    <a:pt x="27748" y="1231"/>
                  </a:lnTo>
                  <a:lnTo>
                    <a:pt x="27122" y="989"/>
                  </a:lnTo>
                  <a:lnTo>
                    <a:pt x="26456" y="787"/>
                  </a:lnTo>
                  <a:lnTo>
                    <a:pt x="25851" y="646"/>
                  </a:lnTo>
                  <a:lnTo>
                    <a:pt x="25266" y="525"/>
                  </a:lnTo>
                  <a:lnTo>
                    <a:pt x="24660" y="404"/>
                  </a:lnTo>
                  <a:lnTo>
                    <a:pt x="24055" y="303"/>
                  </a:lnTo>
                  <a:lnTo>
                    <a:pt x="23449" y="222"/>
                  </a:lnTo>
                  <a:lnTo>
                    <a:pt x="22844" y="161"/>
                  </a:lnTo>
                  <a:lnTo>
                    <a:pt x="22239" y="121"/>
                  </a:lnTo>
                  <a:lnTo>
                    <a:pt x="21633" y="81"/>
                  </a:lnTo>
                  <a:lnTo>
                    <a:pt x="20402" y="20"/>
                  </a:lnTo>
                  <a:lnTo>
                    <a:pt x="19191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8" name="Google Shape;518;p7"/>
            <p:cNvSpPr/>
            <p:nvPr/>
          </p:nvSpPr>
          <p:spPr>
            <a:xfrm flipH="1">
              <a:off x="-3431139" y="-4896338"/>
              <a:ext cx="206522" cy="1040271"/>
            </a:xfrm>
            <a:custGeom>
              <a:rect b="b" l="l" r="r" t="t"/>
              <a:pathLst>
                <a:path extrusionOk="0" h="18607" w="3694">
                  <a:moveTo>
                    <a:pt x="2160" y="0"/>
                  </a:moveTo>
                  <a:lnTo>
                    <a:pt x="2099" y="61"/>
                  </a:lnTo>
                  <a:lnTo>
                    <a:pt x="2281" y="283"/>
                  </a:lnTo>
                  <a:lnTo>
                    <a:pt x="2462" y="545"/>
                  </a:lnTo>
                  <a:lnTo>
                    <a:pt x="2624" y="787"/>
                  </a:lnTo>
                  <a:lnTo>
                    <a:pt x="2765" y="1050"/>
                  </a:lnTo>
                  <a:lnTo>
                    <a:pt x="2886" y="1292"/>
                  </a:lnTo>
                  <a:lnTo>
                    <a:pt x="3007" y="1554"/>
                  </a:lnTo>
                  <a:lnTo>
                    <a:pt x="3209" y="2079"/>
                  </a:lnTo>
                  <a:lnTo>
                    <a:pt x="3350" y="2604"/>
                  </a:lnTo>
                  <a:lnTo>
                    <a:pt x="3471" y="3108"/>
                  </a:lnTo>
                  <a:lnTo>
                    <a:pt x="3532" y="3592"/>
                  </a:lnTo>
                  <a:lnTo>
                    <a:pt x="3572" y="4036"/>
                  </a:lnTo>
                  <a:lnTo>
                    <a:pt x="3613" y="4581"/>
                  </a:lnTo>
                  <a:lnTo>
                    <a:pt x="3613" y="5126"/>
                  </a:lnTo>
                  <a:lnTo>
                    <a:pt x="3592" y="5671"/>
                  </a:lnTo>
                  <a:lnTo>
                    <a:pt x="3552" y="6216"/>
                  </a:lnTo>
                  <a:lnTo>
                    <a:pt x="3431" y="7285"/>
                  </a:lnTo>
                  <a:lnTo>
                    <a:pt x="3290" y="8355"/>
                  </a:lnTo>
                  <a:lnTo>
                    <a:pt x="2684" y="12734"/>
                  </a:lnTo>
                  <a:lnTo>
                    <a:pt x="2604" y="13360"/>
                  </a:lnTo>
                  <a:lnTo>
                    <a:pt x="2503" y="14026"/>
                  </a:lnTo>
                  <a:lnTo>
                    <a:pt x="2361" y="14712"/>
                  </a:lnTo>
                  <a:lnTo>
                    <a:pt x="2281" y="15055"/>
                  </a:lnTo>
                  <a:lnTo>
                    <a:pt x="2180" y="15398"/>
                  </a:lnTo>
                  <a:lnTo>
                    <a:pt x="2059" y="15741"/>
                  </a:lnTo>
                  <a:lnTo>
                    <a:pt x="1938" y="16084"/>
                  </a:lnTo>
                  <a:lnTo>
                    <a:pt x="1796" y="16407"/>
                  </a:lnTo>
                  <a:lnTo>
                    <a:pt x="1635" y="16730"/>
                  </a:lnTo>
                  <a:lnTo>
                    <a:pt x="1453" y="17053"/>
                  </a:lnTo>
                  <a:lnTo>
                    <a:pt x="1252" y="17355"/>
                  </a:lnTo>
                  <a:lnTo>
                    <a:pt x="1030" y="17638"/>
                  </a:lnTo>
                  <a:lnTo>
                    <a:pt x="787" y="17900"/>
                  </a:lnTo>
                  <a:lnTo>
                    <a:pt x="606" y="18082"/>
                  </a:lnTo>
                  <a:lnTo>
                    <a:pt x="404" y="18243"/>
                  </a:lnTo>
                  <a:lnTo>
                    <a:pt x="202" y="18384"/>
                  </a:lnTo>
                  <a:lnTo>
                    <a:pt x="0" y="18526"/>
                  </a:lnTo>
                  <a:lnTo>
                    <a:pt x="41" y="18606"/>
                  </a:lnTo>
                  <a:lnTo>
                    <a:pt x="263" y="18465"/>
                  </a:lnTo>
                  <a:lnTo>
                    <a:pt x="465" y="18304"/>
                  </a:lnTo>
                  <a:lnTo>
                    <a:pt x="666" y="18142"/>
                  </a:lnTo>
                  <a:lnTo>
                    <a:pt x="848" y="17961"/>
                  </a:lnTo>
                  <a:lnTo>
                    <a:pt x="1090" y="17678"/>
                  </a:lnTo>
                  <a:lnTo>
                    <a:pt x="1332" y="17396"/>
                  </a:lnTo>
                  <a:lnTo>
                    <a:pt x="1534" y="17093"/>
                  </a:lnTo>
                  <a:lnTo>
                    <a:pt x="1716" y="16790"/>
                  </a:lnTo>
                  <a:lnTo>
                    <a:pt x="1877" y="16447"/>
                  </a:lnTo>
                  <a:lnTo>
                    <a:pt x="2018" y="16124"/>
                  </a:lnTo>
                  <a:lnTo>
                    <a:pt x="2139" y="15781"/>
                  </a:lnTo>
                  <a:lnTo>
                    <a:pt x="2240" y="15438"/>
                  </a:lnTo>
                  <a:lnTo>
                    <a:pt x="2341" y="15075"/>
                  </a:lnTo>
                  <a:lnTo>
                    <a:pt x="2442" y="14732"/>
                  </a:lnTo>
                  <a:lnTo>
                    <a:pt x="2563" y="14046"/>
                  </a:lnTo>
                  <a:lnTo>
                    <a:pt x="2684" y="13380"/>
                  </a:lnTo>
                  <a:lnTo>
                    <a:pt x="2765" y="12734"/>
                  </a:lnTo>
                  <a:lnTo>
                    <a:pt x="3370" y="8375"/>
                  </a:lnTo>
                  <a:lnTo>
                    <a:pt x="3512" y="7306"/>
                  </a:lnTo>
                  <a:lnTo>
                    <a:pt x="3633" y="6216"/>
                  </a:lnTo>
                  <a:lnTo>
                    <a:pt x="3673" y="5671"/>
                  </a:lnTo>
                  <a:lnTo>
                    <a:pt x="3693" y="5126"/>
                  </a:lnTo>
                  <a:lnTo>
                    <a:pt x="3693" y="4581"/>
                  </a:lnTo>
                  <a:lnTo>
                    <a:pt x="3653" y="4036"/>
                  </a:lnTo>
                  <a:lnTo>
                    <a:pt x="3613" y="3572"/>
                  </a:lnTo>
                  <a:lnTo>
                    <a:pt x="3532" y="3088"/>
                  </a:lnTo>
                  <a:lnTo>
                    <a:pt x="3431" y="2583"/>
                  </a:lnTo>
                  <a:lnTo>
                    <a:pt x="3290" y="2059"/>
                  </a:lnTo>
                  <a:lnTo>
                    <a:pt x="3088" y="1534"/>
                  </a:lnTo>
                  <a:lnTo>
                    <a:pt x="2967" y="1272"/>
                  </a:lnTo>
                  <a:lnTo>
                    <a:pt x="2826" y="1009"/>
                  </a:lnTo>
                  <a:lnTo>
                    <a:pt x="2684" y="747"/>
                  </a:lnTo>
                  <a:lnTo>
                    <a:pt x="2523" y="485"/>
                  </a:lnTo>
                  <a:lnTo>
                    <a:pt x="2341" y="243"/>
                  </a:lnTo>
                  <a:lnTo>
                    <a:pt x="2160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9" name="Google Shape;519;p7"/>
            <p:cNvSpPr/>
            <p:nvPr/>
          </p:nvSpPr>
          <p:spPr>
            <a:xfrm flipH="1">
              <a:off x="-3448112" y="-5027215"/>
              <a:ext cx="1867255" cy="1352794"/>
            </a:xfrm>
            <a:custGeom>
              <a:rect b="b" l="l" r="r" t="t"/>
              <a:pathLst>
                <a:path extrusionOk="0" h="24197" w="33399">
                  <a:moveTo>
                    <a:pt x="13521" y="1"/>
                  </a:moveTo>
                  <a:lnTo>
                    <a:pt x="12391" y="21"/>
                  </a:lnTo>
                  <a:lnTo>
                    <a:pt x="11200" y="61"/>
                  </a:lnTo>
                  <a:lnTo>
                    <a:pt x="10009" y="101"/>
                  </a:lnTo>
                  <a:lnTo>
                    <a:pt x="8012" y="223"/>
                  </a:lnTo>
                  <a:lnTo>
                    <a:pt x="5832" y="364"/>
                  </a:lnTo>
                  <a:lnTo>
                    <a:pt x="5287" y="404"/>
                  </a:lnTo>
                  <a:lnTo>
                    <a:pt x="4702" y="424"/>
                  </a:lnTo>
                  <a:lnTo>
                    <a:pt x="3996" y="445"/>
                  </a:lnTo>
                  <a:lnTo>
                    <a:pt x="3289" y="485"/>
                  </a:lnTo>
                  <a:lnTo>
                    <a:pt x="2926" y="525"/>
                  </a:lnTo>
                  <a:lnTo>
                    <a:pt x="2603" y="586"/>
                  </a:lnTo>
                  <a:lnTo>
                    <a:pt x="2260" y="646"/>
                  </a:lnTo>
                  <a:lnTo>
                    <a:pt x="1958" y="747"/>
                  </a:lnTo>
                  <a:lnTo>
                    <a:pt x="1796" y="808"/>
                  </a:lnTo>
                  <a:lnTo>
                    <a:pt x="1655" y="868"/>
                  </a:lnTo>
                  <a:lnTo>
                    <a:pt x="1514" y="949"/>
                  </a:lnTo>
                  <a:lnTo>
                    <a:pt x="1372" y="1050"/>
                  </a:lnTo>
                  <a:lnTo>
                    <a:pt x="1251" y="1151"/>
                  </a:lnTo>
                  <a:lnTo>
                    <a:pt x="1130" y="1272"/>
                  </a:lnTo>
                  <a:lnTo>
                    <a:pt x="1009" y="1413"/>
                  </a:lnTo>
                  <a:lnTo>
                    <a:pt x="888" y="1554"/>
                  </a:lnTo>
                  <a:lnTo>
                    <a:pt x="686" y="1877"/>
                  </a:lnTo>
                  <a:lnTo>
                    <a:pt x="505" y="2241"/>
                  </a:lnTo>
                  <a:lnTo>
                    <a:pt x="343" y="2664"/>
                  </a:lnTo>
                  <a:lnTo>
                    <a:pt x="222" y="3128"/>
                  </a:lnTo>
                  <a:lnTo>
                    <a:pt x="141" y="3532"/>
                  </a:lnTo>
                  <a:lnTo>
                    <a:pt x="81" y="3956"/>
                  </a:lnTo>
                  <a:lnTo>
                    <a:pt x="40" y="4380"/>
                  </a:lnTo>
                  <a:lnTo>
                    <a:pt x="0" y="4783"/>
                  </a:lnTo>
                  <a:lnTo>
                    <a:pt x="0" y="5187"/>
                  </a:lnTo>
                  <a:lnTo>
                    <a:pt x="20" y="5550"/>
                  </a:lnTo>
                  <a:lnTo>
                    <a:pt x="40" y="5893"/>
                  </a:lnTo>
                  <a:lnTo>
                    <a:pt x="61" y="6216"/>
                  </a:lnTo>
                  <a:lnTo>
                    <a:pt x="121" y="6680"/>
                  </a:lnTo>
                  <a:lnTo>
                    <a:pt x="222" y="7144"/>
                  </a:lnTo>
                  <a:lnTo>
                    <a:pt x="323" y="7608"/>
                  </a:lnTo>
                  <a:lnTo>
                    <a:pt x="424" y="8052"/>
                  </a:lnTo>
                  <a:lnTo>
                    <a:pt x="686" y="8960"/>
                  </a:lnTo>
                  <a:lnTo>
                    <a:pt x="969" y="9848"/>
                  </a:lnTo>
                  <a:lnTo>
                    <a:pt x="1191" y="10595"/>
                  </a:lnTo>
                  <a:lnTo>
                    <a:pt x="1413" y="11362"/>
                  </a:lnTo>
                  <a:lnTo>
                    <a:pt x="1635" y="12230"/>
                  </a:lnTo>
                  <a:lnTo>
                    <a:pt x="1836" y="13118"/>
                  </a:lnTo>
                  <a:lnTo>
                    <a:pt x="1998" y="14026"/>
                  </a:lnTo>
                  <a:lnTo>
                    <a:pt x="2119" y="14914"/>
                  </a:lnTo>
                  <a:lnTo>
                    <a:pt x="2220" y="15822"/>
                  </a:lnTo>
                  <a:lnTo>
                    <a:pt x="2280" y="16730"/>
                  </a:lnTo>
                  <a:lnTo>
                    <a:pt x="2321" y="17638"/>
                  </a:lnTo>
                  <a:lnTo>
                    <a:pt x="2321" y="18546"/>
                  </a:lnTo>
                  <a:lnTo>
                    <a:pt x="2280" y="19656"/>
                  </a:lnTo>
                  <a:lnTo>
                    <a:pt x="2260" y="20403"/>
                  </a:lnTo>
                  <a:lnTo>
                    <a:pt x="2240" y="21169"/>
                  </a:lnTo>
                  <a:lnTo>
                    <a:pt x="2260" y="21936"/>
                  </a:lnTo>
                  <a:lnTo>
                    <a:pt x="2301" y="22320"/>
                  </a:lnTo>
                  <a:lnTo>
                    <a:pt x="2341" y="22703"/>
                  </a:lnTo>
                  <a:lnTo>
                    <a:pt x="2381" y="23046"/>
                  </a:lnTo>
                  <a:lnTo>
                    <a:pt x="2442" y="23248"/>
                  </a:lnTo>
                  <a:lnTo>
                    <a:pt x="2502" y="23430"/>
                  </a:lnTo>
                  <a:lnTo>
                    <a:pt x="2583" y="23611"/>
                  </a:lnTo>
                  <a:lnTo>
                    <a:pt x="2684" y="23773"/>
                  </a:lnTo>
                  <a:lnTo>
                    <a:pt x="2825" y="23914"/>
                  </a:lnTo>
                  <a:lnTo>
                    <a:pt x="2987" y="24055"/>
                  </a:lnTo>
                  <a:lnTo>
                    <a:pt x="3128" y="24116"/>
                  </a:lnTo>
                  <a:lnTo>
                    <a:pt x="3249" y="24156"/>
                  </a:lnTo>
                  <a:lnTo>
                    <a:pt x="3390" y="24196"/>
                  </a:lnTo>
                  <a:lnTo>
                    <a:pt x="3532" y="24196"/>
                  </a:lnTo>
                  <a:lnTo>
                    <a:pt x="3733" y="24176"/>
                  </a:lnTo>
                  <a:lnTo>
                    <a:pt x="3955" y="24136"/>
                  </a:lnTo>
                  <a:lnTo>
                    <a:pt x="4177" y="24055"/>
                  </a:lnTo>
                  <a:lnTo>
                    <a:pt x="4379" y="23934"/>
                  </a:lnTo>
                  <a:lnTo>
                    <a:pt x="4601" y="23813"/>
                  </a:lnTo>
                  <a:lnTo>
                    <a:pt x="4823" y="23652"/>
                  </a:lnTo>
                  <a:lnTo>
                    <a:pt x="5247" y="23329"/>
                  </a:lnTo>
                  <a:lnTo>
                    <a:pt x="5630" y="23026"/>
                  </a:lnTo>
                  <a:lnTo>
                    <a:pt x="6014" y="22743"/>
                  </a:lnTo>
                  <a:lnTo>
                    <a:pt x="6417" y="22481"/>
                  </a:lnTo>
                  <a:lnTo>
                    <a:pt x="6821" y="22239"/>
                  </a:lnTo>
                  <a:lnTo>
                    <a:pt x="7245" y="21997"/>
                  </a:lnTo>
                  <a:lnTo>
                    <a:pt x="7689" y="21775"/>
                  </a:lnTo>
                  <a:lnTo>
                    <a:pt x="8133" y="21553"/>
                  </a:lnTo>
                  <a:lnTo>
                    <a:pt x="8577" y="21371"/>
                  </a:lnTo>
                  <a:lnTo>
                    <a:pt x="9041" y="21169"/>
                  </a:lnTo>
                  <a:lnTo>
                    <a:pt x="9525" y="21008"/>
                  </a:lnTo>
                  <a:lnTo>
                    <a:pt x="10009" y="20867"/>
                  </a:lnTo>
                  <a:lnTo>
                    <a:pt x="10494" y="20725"/>
                  </a:lnTo>
                  <a:lnTo>
                    <a:pt x="10998" y="20604"/>
                  </a:lnTo>
                  <a:lnTo>
                    <a:pt x="11503" y="20483"/>
                  </a:lnTo>
                  <a:lnTo>
                    <a:pt x="12027" y="20403"/>
                  </a:lnTo>
                  <a:lnTo>
                    <a:pt x="12552" y="20322"/>
                  </a:lnTo>
                  <a:lnTo>
                    <a:pt x="13460" y="20221"/>
                  </a:lnTo>
                  <a:lnTo>
                    <a:pt x="14409" y="20160"/>
                  </a:lnTo>
                  <a:lnTo>
                    <a:pt x="15377" y="20160"/>
                  </a:lnTo>
                  <a:lnTo>
                    <a:pt x="16366" y="20201"/>
                  </a:lnTo>
                  <a:lnTo>
                    <a:pt x="17355" y="20302"/>
                  </a:lnTo>
                  <a:lnTo>
                    <a:pt x="18384" y="20423"/>
                  </a:lnTo>
                  <a:lnTo>
                    <a:pt x="19433" y="20604"/>
                  </a:lnTo>
                  <a:lnTo>
                    <a:pt x="20503" y="20826"/>
                  </a:lnTo>
                  <a:lnTo>
                    <a:pt x="21714" y="21129"/>
                  </a:lnTo>
                  <a:lnTo>
                    <a:pt x="22642" y="21351"/>
                  </a:lnTo>
                  <a:lnTo>
                    <a:pt x="23591" y="21553"/>
                  </a:lnTo>
                  <a:lnTo>
                    <a:pt x="24055" y="21654"/>
                  </a:lnTo>
                  <a:lnTo>
                    <a:pt x="24539" y="21714"/>
                  </a:lnTo>
                  <a:lnTo>
                    <a:pt x="25023" y="21775"/>
                  </a:lnTo>
                  <a:lnTo>
                    <a:pt x="25508" y="21815"/>
                  </a:lnTo>
                  <a:lnTo>
                    <a:pt x="26053" y="21835"/>
                  </a:lnTo>
                  <a:lnTo>
                    <a:pt x="26597" y="21815"/>
                  </a:lnTo>
                  <a:lnTo>
                    <a:pt x="27122" y="21755"/>
                  </a:lnTo>
                  <a:lnTo>
                    <a:pt x="27647" y="21654"/>
                  </a:lnTo>
                  <a:lnTo>
                    <a:pt x="28131" y="21533"/>
                  </a:lnTo>
                  <a:lnTo>
                    <a:pt x="28595" y="21371"/>
                  </a:lnTo>
                  <a:lnTo>
                    <a:pt x="29039" y="21169"/>
                  </a:lnTo>
                  <a:lnTo>
                    <a:pt x="29443" y="20947"/>
                  </a:lnTo>
                  <a:lnTo>
                    <a:pt x="29402" y="20867"/>
                  </a:lnTo>
                  <a:lnTo>
                    <a:pt x="28999" y="21089"/>
                  </a:lnTo>
                  <a:lnTo>
                    <a:pt x="28555" y="21291"/>
                  </a:lnTo>
                  <a:lnTo>
                    <a:pt x="28111" y="21452"/>
                  </a:lnTo>
                  <a:lnTo>
                    <a:pt x="27627" y="21573"/>
                  </a:lnTo>
                  <a:lnTo>
                    <a:pt x="27122" y="21674"/>
                  </a:lnTo>
                  <a:lnTo>
                    <a:pt x="26597" y="21734"/>
                  </a:lnTo>
                  <a:lnTo>
                    <a:pt x="26053" y="21755"/>
                  </a:lnTo>
                  <a:lnTo>
                    <a:pt x="25508" y="21734"/>
                  </a:lnTo>
                  <a:lnTo>
                    <a:pt x="25023" y="21694"/>
                  </a:lnTo>
                  <a:lnTo>
                    <a:pt x="24539" y="21634"/>
                  </a:lnTo>
                  <a:lnTo>
                    <a:pt x="24075" y="21573"/>
                  </a:lnTo>
                  <a:lnTo>
                    <a:pt x="23591" y="21472"/>
                  </a:lnTo>
                  <a:lnTo>
                    <a:pt x="22662" y="21270"/>
                  </a:lnTo>
                  <a:lnTo>
                    <a:pt x="21734" y="21048"/>
                  </a:lnTo>
                  <a:lnTo>
                    <a:pt x="20503" y="20746"/>
                  </a:lnTo>
                  <a:lnTo>
                    <a:pt x="19454" y="20524"/>
                  </a:lnTo>
                  <a:lnTo>
                    <a:pt x="18404" y="20342"/>
                  </a:lnTo>
                  <a:lnTo>
                    <a:pt x="17375" y="20221"/>
                  </a:lnTo>
                  <a:lnTo>
                    <a:pt x="16366" y="20120"/>
                  </a:lnTo>
                  <a:lnTo>
                    <a:pt x="15377" y="20080"/>
                  </a:lnTo>
                  <a:lnTo>
                    <a:pt x="14409" y="20080"/>
                  </a:lnTo>
                  <a:lnTo>
                    <a:pt x="13460" y="20140"/>
                  </a:lnTo>
                  <a:lnTo>
                    <a:pt x="12532" y="20241"/>
                  </a:lnTo>
                  <a:lnTo>
                    <a:pt x="12007" y="20322"/>
                  </a:lnTo>
                  <a:lnTo>
                    <a:pt x="11503" y="20403"/>
                  </a:lnTo>
                  <a:lnTo>
                    <a:pt x="10978" y="20524"/>
                  </a:lnTo>
                  <a:lnTo>
                    <a:pt x="10474" y="20645"/>
                  </a:lnTo>
                  <a:lnTo>
                    <a:pt x="9989" y="20786"/>
                  </a:lnTo>
                  <a:lnTo>
                    <a:pt x="9505" y="20927"/>
                  </a:lnTo>
                  <a:lnTo>
                    <a:pt x="9021" y="21109"/>
                  </a:lnTo>
                  <a:lnTo>
                    <a:pt x="8556" y="21291"/>
                  </a:lnTo>
                  <a:lnTo>
                    <a:pt x="8092" y="21492"/>
                  </a:lnTo>
                  <a:lnTo>
                    <a:pt x="7648" y="21694"/>
                  </a:lnTo>
                  <a:lnTo>
                    <a:pt x="7204" y="21916"/>
                  </a:lnTo>
                  <a:lnTo>
                    <a:pt x="6781" y="22158"/>
                  </a:lnTo>
                  <a:lnTo>
                    <a:pt x="6377" y="22421"/>
                  </a:lnTo>
                  <a:lnTo>
                    <a:pt x="5973" y="22683"/>
                  </a:lnTo>
                  <a:lnTo>
                    <a:pt x="5590" y="22965"/>
                  </a:lnTo>
                  <a:lnTo>
                    <a:pt x="5207" y="23268"/>
                  </a:lnTo>
                  <a:lnTo>
                    <a:pt x="4924" y="23490"/>
                  </a:lnTo>
                  <a:lnTo>
                    <a:pt x="4641" y="23692"/>
                  </a:lnTo>
                  <a:lnTo>
                    <a:pt x="4359" y="23853"/>
                  </a:lnTo>
                  <a:lnTo>
                    <a:pt x="4076" y="23995"/>
                  </a:lnTo>
                  <a:lnTo>
                    <a:pt x="3935" y="24055"/>
                  </a:lnTo>
                  <a:lnTo>
                    <a:pt x="3814" y="24096"/>
                  </a:lnTo>
                  <a:lnTo>
                    <a:pt x="3673" y="24116"/>
                  </a:lnTo>
                  <a:lnTo>
                    <a:pt x="3411" y="24116"/>
                  </a:lnTo>
                  <a:lnTo>
                    <a:pt x="3269" y="24096"/>
                  </a:lnTo>
                  <a:lnTo>
                    <a:pt x="3148" y="24035"/>
                  </a:lnTo>
                  <a:lnTo>
                    <a:pt x="3027" y="23974"/>
                  </a:lnTo>
                  <a:lnTo>
                    <a:pt x="2886" y="23853"/>
                  </a:lnTo>
                  <a:lnTo>
                    <a:pt x="2745" y="23712"/>
                  </a:lnTo>
                  <a:lnTo>
                    <a:pt x="2644" y="23551"/>
                  </a:lnTo>
                  <a:lnTo>
                    <a:pt x="2583" y="23389"/>
                  </a:lnTo>
                  <a:lnTo>
                    <a:pt x="2523" y="23208"/>
                  </a:lnTo>
                  <a:lnTo>
                    <a:pt x="2462" y="23026"/>
                  </a:lnTo>
                  <a:lnTo>
                    <a:pt x="2422" y="22683"/>
                  </a:lnTo>
                  <a:lnTo>
                    <a:pt x="2381" y="22300"/>
                  </a:lnTo>
                  <a:lnTo>
                    <a:pt x="2341" y="21936"/>
                  </a:lnTo>
                  <a:lnTo>
                    <a:pt x="2321" y="21169"/>
                  </a:lnTo>
                  <a:lnTo>
                    <a:pt x="2341" y="20403"/>
                  </a:lnTo>
                  <a:lnTo>
                    <a:pt x="2361" y="19656"/>
                  </a:lnTo>
                  <a:lnTo>
                    <a:pt x="2402" y="18546"/>
                  </a:lnTo>
                  <a:lnTo>
                    <a:pt x="2402" y="17638"/>
                  </a:lnTo>
                  <a:lnTo>
                    <a:pt x="2361" y="16710"/>
                  </a:lnTo>
                  <a:lnTo>
                    <a:pt x="2301" y="15802"/>
                  </a:lnTo>
                  <a:lnTo>
                    <a:pt x="2200" y="14914"/>
                  </a:lnTo>
                  <a:lnTo>
                    <a:pt x="2079" y="14006"/>
                  </a:lnTo>
                  <a:lnTo>
                    <a:pt x="1917" y="13118"/>
                  </a:lnTo>
                  <a:lnTo>
                    <a:pt x="1715" y="12230"/>
                  </a:lnTo>
                  <a:lnTo>
                    <a:pt x="1493" y="11342"/>
                  </a:lnTo>
                  <a:lnTo>
                    <a:pt x="1271" y="10575"/>
                  </a:lnTo>
                  <a:lnTo>
                    <a:pt x="1029" y="9828"/>
                  </a:lnTo>
                  <a:lnTo>
                    <a:pt x="767" y="8940"/>
                  </a:lnTo>
                  <a:lnTo>
                    <a:pt x="505" y="8032"/>
                  </a:lnTo>
                  <a:lnTo>
                    <a:pt x="404" y="7588"/>
                  </a:lnTo>
                  <a:lnTo>
                    <a:pt x="303" y="7124"/>
                  </a:lnTo>
                  <a:lnTo>
                    <a:pt x="202" y="6660"/>
                  </a:lnTo>
                  <a:lnTo>
                    <a:pt x="141" y="6196"/>
                  </a:lnTo>
                  <a:lnTo>
                    <a:pt x="101" y="5853"/>
                  </a:lnTo>
                  <a:lnTo>
                    <a:pt x="81" y="5469"/>
                  </a:lnTo>
                  <a:lnTo>
                    <a:pt x="81" y="5086"/>
                  </a:lnTo>
                  <a:lnTo>
                    <a:pt x="101" y="4682"/>
                  </a:lnTo>
                  <a:lnTo>
                    <a:pt x="121" y="4279"/>
                  </a:lnTo>
                  <a:lnTo>
                    <a:pt x="162" y="3855"/>
                  </a:lnTo>
                  <a:lnTo>
                    <a:pt x="242" y="3451"/>
                  </a:lnTo>
                  <a:lnTo>
                    <a:pt x="323" y="3048"/>
                  </a:lnTo>
                  <a:lnTo>
                    <a:pt x="424" y="2664"/>
                  </a:lnTo>
                  <a:lnTo>
                    <a:pt x="565" y="2301"/>
                  </a:lnTo>
                  <a:lnTo>
                    <a:pt x="727" y="1958"/>
                  </a:lnTo>
                  <a:lnTo>
                    <a:pt x="928" y="1655"/>
                  </a:lnTo>
                  <a:lnTo>
                    <a:pt x="1130" y="1373"/>
                  </a:lnTo>
                  <a:lnTo>
                    <a:pt x="1251" y="1252"/>
                  </a:lnTo>
                  <a:lnTo>
                    <a:pt x="1393" y="1151"/>
                  </a:lnTo>
                  <a:lnTo>
                    <a:pt x="1514" y="1050"/>
                  </a:lnTo>
                  <a:lnTo>
                    <a:pt x="1655" y="949"/>
                  </a:lnTo>
                  <a:lnTo>
                    <a:pt x="1816" y="888"/>
                  </a:lnTo>
                  <a:lnTo>
                    <a:pt x="1978" y="828"/>
                  </a:lnTo>
                  <a:lnTo>
                    <a:pt x="2280" y="727"/>
                  </a:lnTo>
                  <a:lnTo>
                    <a:pt x="2603" y="666"/>
                  </a:lnTo>
                  <a:lnTo>
                    <a:pt x="2946" y="606"/>
                  </a:lnTo>
                  <a:lnTo>
                    <a:pt x="3289" y="566"/>
                  </a:lnTo>
                  <a:lnTo>
                    <a:pt x="3996" y="525"/>
                  </a:lnTo>
                  <a:lnTo>
                    <a:pt x="4702" y="505"/>
                  </a:lnTo>
                  <a:lnTo>
                    <a:pt x="5287" y="485"/>
                  </a:lnTo>
                  <a:lnTo>
                    <a:pt x="5852" y="445"/>
                  </a:lnTo>
                  <a:lnTo>
                    <a:pt x="8012" y="303"/>
                  </a:lnTo>
                  <a:lnTo>
                    <a:pt x="10009" y="182"/>
                  </a:lnTo>
                  <a:lnTo>
                    <a:pt x="11200" y="142"/>
                  </a:lnTo>
                  <a:lnTo>
                    <a:pt x="12391" y="101"/>
                  </a:lnTo>
                  <a:lnTo>
                    <a:pt x="13521" y="81"/>
                  </a:lnTo>
                  <a:lnTo>
                    <a:pt x="14651" y="81"/>
                  </a:lnTo>
                  <a:lnTo>
                    <a:pt x="15741" y="101"/>
                  </a:lnTo>
                  <a:lnTo>
                    <a:pt x="16790" y="122"/>
                  </a:lnTo>
                  <a:lnTo>
                    <a:pt x="17839" y="182"/>
                  </a:lnTo>
                  <a:lnTo>
                    <a:pt x="18868" y="243"/>
                  </a:lnTo>
                  <a:lnTo>
                    <a:pt x="19857" y="323"/>
                  </a:lnTo>
                  <a:lnTo>
                    <a:pt x="20826" y="404"/>
                  </a:lnTo>
                  <a:lnTo>
                    <a:pt x="21795" y="525"/>
                  </a:lnTo>
                  <a:lnTo>
                    <a:pt x="22723" y="666"/>
                  </a:lnTo>
                  <a:lnTo>
                    <a:pt x="23651" y="808"/>
                  </a:lnTo>
                  <a:lnTo>
                    <a:pt x="24559" y="969"/>
                  </a:lnTo>
                  <a:lnTo>
                    <a:pt x="25447" y="1151"/>
                  </a:lnTo>
                  <a:lnTo>
                    <a:pt x="26335" y="1353"/>
                  </a:lnTo>
                  <a:lnTo>
                    <a:pt x="27082" y="1534"/>
                  </a:lnTo>
                  <a:lnTo>
                    <a:pt x="27828" y="1756"/>
                  </a:lnTo>
                  <a:lnTo>
                    <a:pt x="28575" y="2019"/>
                  </a:lnTo>
                  <a:lnTo>
                    <a:pt x="28958" y="2160"/>
                  </a:lnTo>
                  <a:lnTo>
                    <a:pt x="29322" y="2321"/>
                  </a:lnTo>
                  <a:lnTo>
                    <a:pt x="29665" y="2503"/>
                  </a:lnTo>
                  <a:lnTo>
                    <a:pt x="30028" y="2684"/>
                  </a:lnTo>
                  <a:lnTo>
                    <a:pt x="30371" y="2886"/>
                  </a:lnTo>
                  <a:lnTo>
                    <a:pt x="30694" y="3108"/>
                  </a:lnTo>
                  <a:lnTo>
                    <a:pt x="30997" y="3350"/>
                  </a:lnTo>
                  <a:lnTo>
                    <a:pt x="31299" y="3613"/>
                  </a:lnTo>
                  <a:lnTo>
                    <a:pt x="31582" y="3895"/>
                  </a:lnTo>
                  <a:lnTo>
                    <a:pt x="31844" y="4198"/>
                  </a:lnTo>
                  <a:lnTo>
                    <a:pt x="32086" y="4521"/>
                  </a:lnTo>
                  <a:lnTo>
                    <a:pt x="32288" y="4844"/>
                  </a:lnTo>
                  <a:lnTo>
                    <a:pt x="32470" y="5167"/>
                  </a:lnTo>
                  <a:lnTo>
                    <a:pt x="32631" y="5490"/>
                  </a:lnTo>
                  <a:lnTo>
                    <a:pt x="32772" y="5833"/>
                  </a:lnTo>
                  <a:lnTo>
                    <a:pt x="32894" y="6176"/>
                  </a:lnTo>
                  <a:lnTo>
                    <a:pt x="33015" y="6519"/>
                  </a:lnTo>
                  <a:lnTo>
                    <a:pt x="33095" y="6862"/>
                  </a:lnTo>
                  <a:lnTo>
                    <a:pt x="33156" y="7205"/>
                  </a:lnTo>
                  <a:lnTo>
                    <a:pt x="33216" y="7548"/>
                  </a:lnTo>
                  <a:lnTo>
                    <a:pt x="33277" y="8214"/>
                  </a:lnTo>
                  <a:lnTo>
                    <a:pt x="33317" y="8860"/>
                  </a:lnTo>
                  <a:lnTo>
                    <a:pt x="33297" y="9445"/>
                  </a:lnTo>
                  <a:lnTo>
                    <a:pt x="33277" y="9949"/>
                  </a:lnTo>
                  <a:lnTo>
                    <a:pt x="33216" y="10454"/>
                  </a:lnTo>
                  <a:lnTo>
                    <a:pt x="33156" y="10938"/>
                  </a:lnTo>
                  <a:lnTo>
                    <a:pt x="33095" y="11443"/>
                  </a:lnTo>
                  <a:lnTo>
                    <a:pt x="32914" y="12431"/>
                  </a:lnTo>
                  <a:lnTo>
                    <a:pt x="32732" y="13420"/>
                  </a:lnTo>
                  <a:lnTo>
                    <a:pt x="32450" y="14954"/>
                  </a:lnTo>
                  <a:lnTo>
                    <a:pt x="32288" y="15923"/>
                  </a:lnTo>
                  <a:lnTo>
                    <a:pt x="32167" y="16710"/>
                  </a:lnTo>
                  <a:lnTo>
                    <a:pt x="32026" y="17497"/>
                  </a:lnTo>
                  <a:lnTo>
                    <a:pt x="31844" y="18284"/>
                  </a:lnTo>
                  <a:lnTo>
                    <a:pt x="31743" y="18667"/>
                  </a:lnTo>
                  <a:lnTo>
                    <a:pt x="31622" y="19051"/>
                  </a:lnTo>
                  <a:lnTo>
                    <a:pt x="31481" y="19454"/>
                  </a:lnTo>
                  <a:lnTo>
                    <a:pt x="31319" y="19898"/>
                  </a:lnTo>
                  <a:lnTo>
                    <a:pt x="31098" y="20342"/>
                  </a:lnTo>
                  <a:lnTo>
                    <a:pt x="30835" y="20806"/>
                  </a:lnTo>
                  <a:lnTo>
                    <a:pt x="30553" y="21250"/>
                  </a:lnTo>
                  <a:lnTo>
                    <a:pt x="30371" y="21472"/>
                  </a:lnTo>
                  <a:lnTo>
                    <a:pt x="30210" y="21674"/>
                  </a:lnTo>
                  <a:lnTo>
                    <a:pt x="30008" y="21876"/>
                  </a:lnTo>
                  <a:lnTo>
                    <a:pt x="29806" y="22078"/>
                  </a:lnTo>
                  <a:lnTo>
                    <a:pt x="29584" y="22259"/>
                  </a:lnTo>
                  <a:lnTo>
                    <a:pt x="29362" y="22441"/>
                  </a:lnTo>
                  <a:lnTo>
                    <a:pt x="29402" y="22501"/>
                  </a:lnTo>
                  <a:lnTo>
                    <a:pt x="29766" y="22219"/>
                  </a:lnTo>
                  <a:lnTo>
                    <a:pt x="30129" y="21876"/>
                  </a:lnTo>
                  <a:lnTo>
                    <a:pt x="30452" y="21513"/>
                  </a:lnTo>
                  <a:lnTo>
                    <a:pt x="30754" y="21089"/>
                  </a:lnTo>
                  <a:lnTo>
                    <a:pt x="31037" y="20645"/>
                  </a:lnTo>
                  <a:lnTo>
                    <a:pt x="31279" y="20160"/>
                  </a:lnTo>
                  <a:lnTo>
                    <a:pt x="31501" y="19636"/>
                  </a:lnTo>
                  <a:lnTo>
                    <a:pt x="31703" y="19071"/>
                  </a:lnTo>
                  <a:lnTo>
                    <a:pt x="31824" y="18687"/>
                  </a:lnTo>
                  <a:lnTo>
                    <a:pt x="31925" y="18304"/>
                  </a:lnTo>
                  <a:lnTo>
                    <a:pt x="32086" y="17517"/>
                  </a:lnTo>
                  <a:lnTo>
                    <a:pt x="32248" y="16730"/>
                  </a:lnTo>
                  <a:lnTo>
                    <a:pt x="32369" y="15943"/>
                  </a:lnTo>
                  <a:lnTo>
                    <a:pt x="32530" y="14954"/>
                  </a:lnTo>
                  <a:lnTo>
                    <a:pt x="32813" y="13440"/>
                  </a:lnTo>
                  <a:lnTo>
                    <a:pt x="32994" y="12452"/>
                  </a:lnTo>
                  <a:lnTo>
                    <a:pt x="33176" y="11463"/>
                  </a:lnTo>
                  <a:lnTo>
                    <a:pt x="33237" y="10958"/>
                  </a:lnTo>
                  <a:lnTo>
                    <a:pt x="33297" y="10454"/>
                  </a:lnTo>
                  <a:lnTo>
                    <a:pt x="33358" y="9949"/>
                  </a:lnTo>
                  <a:lnTo>
                    <a:pt x="33378" y="9445"/>
                  </a:lnTo>
                  <a:lnTo>
                    <a:pt x="33398" y="8860"/>
                  </a:lnTo>
                  <a:lnTo>
                    <a:pt x="33358" y="8214"/>
                  </a:lnTo>
                  <a:lnTo>
                    <a:pt x="33337" y="7871"/>
                  </a:lnTo>
                  <a:lnTo>
                    <a:pt x="33297" y="7548"/>
                  </a:lnTo>
                  <a:lnTo>
                    <a:pt x="33237" y="7205"/>
                  </a:lnTo>
                  <a:lnTo>
                    <a:pt x="33176" y="6842"/>
                  </a:lnTo>
                  <a:lnTo>
                    <a:pt x="33075" y="6499"/>
                  </a:lnTo>
                  <a:lnTo>
                    <a:pt x="32974" y="6155"/>
                  </a:lnTo>
                  <a:lnTo>
                    <a:pt x="32853" y="5812"/>
                  </a:lnTo>
                  <a:lnTo>
                    <a:pt x="32712" y="5469"/>
                  </a:lnTo>
                  <a:lnTo>
                    <a:pt x="32550" y="5126"/>
                  </a:lnTo>
                  <a:lnTo>
                    <a:pt x="32369" y="4783"/>
                  </a:lnTo>
                  <a:lnTo>
                    <a:pt x="32147" y="4460"/>
                  </a:lnTo>
                  <a:lnTo>
                    <a:pt x="31925" y="4158"/>
                  </a:lnTo>
                  <a:lnTo>
                    <a:pt x="31642" y="3855"/>
                  </a:lnTo>
                  <a:lnTo>
                    <a:pt x="31360" y="3552"/>
                  </a:lnTo>
                  <a:lnTo>
                    <a:pt x="31057" y="3290"/>
                  </a:lnTo>
                  <a:lnTo>
                    <a:pt x="30734" y="3048"/>
                  </a:lnTo>
                  <a:lnTo>
                    <a:pt x="30411" y="2826"/>
                  </a:lnTo>
                  <a:lnTo>
                    <a:pt x="30068" y="2624"/>
                  </a:lnTo>
                  <a:lnTo>
                    <a:pt x="29725" y="2422"/>
                  </a:lnTo>
                  <a:lnTo>
                    <a:pt x="29362" y="2241"/>
                  </a:lnTo>
                  <a:lnTo>
                    <a:pt x="28979" y="2079"/>
                  </a:lnTo>
                  <a:lnTo>
                    <a:pt x="28615" y="1938"/>
                  </a:lnTo>
                  <a:lnTo>
                    <a:pt x="27849" y="1675"/>
                  </a:lnTo>
                  <a:lnTo>
                    <a:pt x="27102" y="1454"/>
                  </a:lnTo>
                  <a:lnTo>
                    <a:pt x="26355" y="1272"/>
                  </a:lnTo>
                  <a:lnTo>
                    <a:pt x="25467" y="1070"/>
                  </a:lnTo>
                  <a:lnTo>
                    <a:pt x="24579" y="888"/>
                  </a:lnTo>
                  <a:lnTo>
                    <a:pt x="23671" y="727"/>
                  </a:lnTo>
                  <a:lnTo>
                    <a:pt x="22743" y="586"/>
                  </a:lnTo>
                  <a:lnTo>
                    <a:pt x="21795" y="445"/>
                  </a:lnTo>
                  <a:lnTo>
                    <a:pt x="20846" y="344"/>
                  </a:lnTo>
                  <a:lnTo>
                    <a:pt x="19857" y="243"/>
                  </a:lnTo>
                  <a:lnTo>
                    <a:pt x="18868" y="162"/>
                  </a:lnTo>
                  <a:lnTo>
                    <a:pt x="17839" y="101"/>
                  </a:lnTo>
                  <a:lnTo>
                    <a:pt x="16810" y="41"/>
                  </a:lnTo>
                  <a:lnTo>
                    <a:pt x="15741" y="21"/>
                  </a:lnTo>
                  <a:lnTo>
                    <a:pt x="14651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20" name="Google Shape;520;p7"/>
            <p:cNvSpPr/>
            <p:nvPr/>
          </p:nvSpPr>
          <p:spPr>
            <a:xfrm flipH="1">
              <a:off x="-3224708" y="-4984335"/>
              <a:ext cx="1754433" cy="1582965"/>
            </a:xfrm>
            <a:custGeom>
              <a:rect b="b" l="l" r="r" t="t"/>
              <a:pathLst>
                <a:path extrusionOk="0" h="28314" w="31381">
                  <a:moveTo>
                    <a:pt x="3310" y="0"/>
                  </a:moveTo>
                  <a:lnTo>
                    <a:pt x="1938" y="121"/>
                  </a:lnTo>
                  <a:lnTo>
                    <a:pt x="1554" y="162"/>
                  </a:lnTo>
                  <a:lnTo>
                    <a:pt x="1231" y="222"/>
                  </a:lnTo>
                  <a:lnTo>
                    <a:pt x="989" y="303"/>
                  </a:lnTo>
                  <a:lnTo>
                    <a:pt x="868" y="343"/>
                  </a:lnTo>
                  <a:lnTo>
                    <a:pt x="787" y="404"/>
                  </a:lnTo>
                  <a:lnTo>
                    <a:pt x="687" y="485"/>
                  </a:lnTo>
                  <a:lnTo>
                    <a:pt x="626" y="565"/>
                  </a:lnTo>
                  <a:lnTo>
                    <a:pt x="545" y="666"/>
                  </a:lnTo>
                  <a:lnTo>
                    <a:pt x="485" y="787"/>
                  </a:lnTo>
                  <a:lnTo>
                    <a:pt x="384" y="1070"/>
                  </a:lnTo>
                  <a:lnTo>
                    <a:pt x="283" y="1453"/>
                  </a:lnTo>
                  <a:lnTo>
                    <a:pt x="162" y="2180"/>
                  </a:lnTo>
                  <a:lnTo>
                    <a:pt x="61" y="2926"/>
                  </a:lnTo>
                  <a:lnTo>
                    <a:pt x="21" y="3693"/>
                  </a:lnTo>
                  <a:lnTo>
                    <a:pt x="0" y="4501"/>
                  </a:lnTo>
                  <a:lnTo>
                    <a:pt x="21" y="5247"/>
                  </a:lnTo>
                  <a:lnTo>
                    <a:pt x="61" y="5974"/>
                  </a:lnTo>
                  <a:lnTo>
                    <a:pt x="122" y="6700"/>
                  </a:lnTo>
                  <a:lnTo>
                    <a:pt x="202" y="7447"/>
                  </a:lnTo>
                  <a:lnTo>
                    <a:pt x="303" y="8193"/>
                  </a:lnTo>
                  <a:lnTo>
                    <a:pt x="424" y="8940"/>
                  </a:lnTo>
                  <a:lnTo>
                    <a:pt x="666" y="10514"/>
                  </a:lnTo>
                  <a:lnTo>
                    <a:pt x="909" y="11826"/>
                  </a:lnTo>
                  <a:lnTo>
                    <a:pt x="1534" y="15559"/>
                  </a:lnTo>
                  <a:lnTo>
                    <a:pt x="1837" y="17436"/>
                  </a:lnTo>
                  <a:lnTo>
                    <a:pt x="2099" y="19333"/>
                  </a:lnTo>
                  <a:lnTo>
                    <a:pt x="2341" y="21230"/>
                  </a:lnTo>
                  <a:lnTo>
                    <a:pt x="2442" y="22198"/>
                  </a:lnTo>
                  <a:lnTo>
                    <a:pt x="2543" y="23147"/>
                  </a:lnTo>
                  <a:lnTo>
                    <a:pt x="2604" y="24095"/>
                  </a:lnTo>
                  <a:lnTo>
                    <a:pt x="2684" y="25044"/>
                  </a:lnTo>
                  <a:lnTo>
                    <a:pt x="2725" y="26013"/>
                  </a:lnTo>
                  <a:lnTo>
                    <a:pt x="2745" y="26961"/>
                  </a:lnTo>
                  <a:lnTo>
                    <a:pt x="2765" y="27143"/>
                  </a:lnTo>
                  <a:lnTo>
                    <a:pt x="2785" y="27304"/>
                  </a:lnTo>
                  <a:lnTo>
                    <a:pt x="2826" y="27486"/>
                  </a:lnTo>
                  <a:lnTo>
                    <a:pt x="2866" y="27667"/>
                  </a:lnTo>
                  <a:lnTo>
                    <a:pt x="2927" y="27829"/>
                  </a:lnTo>
                  <a:lnTo>
                    <a:pt x="3007" y="27970"/>
                  </a:lnTo>
                  <a:lnTo>
                    <a:pt x="3108" y="28091"/>
                  </a:lnTo>
                  <a:lnTo>
                    <a:pt x="3209" y="28192"/>
                  </a:lnTo>
                  <a:lnTo>
                    <a:pt x="3290" y="28253"/>
                  </a:lnTo>
                  <a:lnTo>
                    <a:pt x="3371" y="28273"/>
                  </a:lnTo>
                  <a:lnTo>
                    <a:pt x="3451" y="28313"/>
                  </a:lnTo>
                  <a:lnTo>
                    <a:pt x="3532" y="28313"/>
                  </a:lnTo>
                  <a:lnTo>
                    <a:pt x="3673" y="28293"/>
                  </a:lnTo>
                  <a:lnTo>
                    <a:pt x="3754" y="28273"/>
                  </a:lnTo>
                  <a:lnTo>
                    <a:pt x="3835" y="28232"/>
                  </a:lnTo>
                  <a:lnTo>
                    <a:pt x="3956" y="28131"/>
                  </a:lnTo>
                  <a:lnTo>
                    <a:pt x="4077" y="28031"/>
                  </a:lnTo>
                  <a:lnTo>
                    <a:pt x="4178" y="27909"/>
                  </a:lnTo>
                  <a:lnTo>
                    <a:pt x="4380" y="27667"/>
                  </a:lnTo>
                  <a:lnTo>
                    <a:pt x="5126" y="26820"/>
                  </a:lnTo>
                  <a:lnTo>
                    <a:pt x="5510" y="26396"/>
                  </a:lnTo>
                  <a:lnTo>
                    <a:pt x="5893" y="25992"/>
                  </a:lnTo>
                  <a:lnTo>
                    <a:pt x="6297" y="25589"/>
                  </a:lnTo>
                  <a:lnTo>
                    <a:pt x="6700" y="25205"/>
                  </a:lnTo>
                  <a:lnTo>
                    <a:pt x="7124" y="24842"/>
                  </a:lnTo>
                  <a:lnTo>
                    <a:pt x="7588" y="24499"/>
                  </a:lnTo>
                  <a:lnTo>
                    <a:pt x="8012" y="24196"/>
                  </a:lnTo>
                  <a:lnTo>
                    <a:pt x="8476" y="23914"/>
                  </a:lnTo>
                  <a:lnTo>
                    <a:pt x="8940" y="23651"/>
                  </a:lnTo>
                  <a:lnTo>
                    <a:pt x="9445" y="23409"/>
                  </a:lnTo>
                  <a:lnTo>
                    <a:pt x="9949" y="23187"/>
                  </a:lnTo>
                  <a:lnTo>
                    <a:pt x="10474" y="22985"/>
                  </a:lnTo>
                  <a:lnTo>
                    <a:pt x="11039" y="22804"/>
                  </a:lnTo>
                  <a:lnTo>
                    <a:pt x="11604" y="22642"/>
                  </a:lnTo>
                  <a:lnTo>
                    <a:pt x="12209" y="22501"/>
                  </a:lnTo>
                  <a:lnTo>
                    <a:pt x="12815" y="22380"/>
                  </a:lnTo>
                  <a:lnTo>
                    <a:pt x="13440" y="22279"/>
                  </a:lnTo>
                  <a:lnTo>
                    <a:pt x="14086" y="22219"/>
                  </a:lnTo>
                  <a:lnTo>
                    <a:pt x="14752" y="22158"/>
                  </a:lnTo>
                  <a:lnTo>
                    <a:pt x="15438" y="22118"/>
                  </a:lnTo>
                  <a:lnTo>
                    <a:pt x="16144" y="22098"/>
                  </a:lnTo>
                  <a:lnTo>
                    <a:pt x="16871" y="22098"/>
                  </a:lnTo>
                  <a:lnTo>
                    <a:pt x="18082" y="22138"/>
                  </a:lnTo>
                  <a:lnTo>
                    <a:pt x="19293" y="22219"/>
                  </a:lnTo>
                  <a:lnTo>
                    <a:pt x="20503" y="22320"/>
                  </a:lnTo>
                  <a:lnTo>
                    <a:pt x="21694" y="22441"/>
                  </a:lnTo>
                  <a:lnTo>
                    <a:pt x="22905" y="22562"/>
                  </a:lnTo>
                  <a:lnTo>
                    <a:pt x="24156" y="22663"/>
                  </a:lnTo>
                  <a:lnTo>
                    <a:pt x="25387" y="22743"/>
                  </a:lnTo>
                  <a:lnTo>
                    <a:pt x="26638" y="22784"/>
                  </a:lnTo>
                  <a:lnTo>
                    <a:pt x="27788" y="22784"/>
                  </a:lnTo>
                  <a:lnTo>
                    <a:pt x="28414" y="22723"/>
                  </a:lnTo>
                  <a:lnTo>
                    <a:pt x="29019" y="22642"/>
                  </a:lnTo>
                  <a:lnTo>
                    <a:pt x="29342" y="22582"/>
                  </a:lnTo>
                  <a:lnTo>
                    <a:pt x="29645" y="22501"/>
                  </a:lnTo>
                  <a:lnTo>
                    <a:pt x="29948" y="22420"/>
                  </a:lnTo>
                  <a:lnTo>
                    <a:pt x="30250" y="22320"/>
                  </a:lnTo>
                  <a:lnTo>
                    <a:pt x="30533" y="22198"/>
                  </a:lnTo>
                  <a:lnTo>
                    <a:pt x="30836" y="22057"/>
                  </a:lnTo>
                  <a:lnTo>
                    <a:pt x="31118" y="21896"/>
                  </a:lnTo>
                  <a:lnTo>
                    <a:pt x="31380" y="21734"/>
                  </a:lnTo>
                  <a:lnTo>
                    <a:pt x="31340" y="21674"/>
                  </a:lnTo>
                  <a:lnTo>
                    <a:pt x="31037" y="21855"/>
                  </a:lnTo>
                  <a:lnTo>
                    <a:pt x="30674" y="22057"/>
                  </a:lnTo>
                  <a:lnTo>
                    <a:pt x="30250" y="22239"/>
                  </a:lnTo>
                  <a:lnTo>
                    <a:pt x="30008" y="22320"/>
                  </a:lnTo>
                  <a:lnTo>
                    <a:pt x="29746" y="22400"/>
                  </a:lnTo>
                  <a:lnTo>
                    <a:pt x="29463" y="22461"/>
                  </a:lnTo>
                  <a:lnTo>
                    <a:pt x="29140" y="22542"/>
                  </a:lnTo>
                  <a:lnTo>
                    <a:pt x="28797" y="22582"/>
                  </a:lnTo>
                  <a:lnTo>
                    <a:pt x="28434" y="22642"/>
                  </a:lnTo>
                  <a:lnTo>
                    <a:pt x="28031" y="22683"/>
                  </a:lnTo>
                  <a:lnTo>
                    <a:pt x="27607" y="22703"/>
                  </a:lnTo>
                  <a:lnTo>
                    <a:pt x="26638" y="22703"/>
                  </a:lnTo>
                  <a:lnTo>
                    <a:pt x="25387" y="22663"/>
                  </a:lnTo>
                  <a:lnTo>
                    <a:pt x="24156" y="22582"/>
                  </a:lnTo>
                  <a:lnTo>
                    <a:pt x="22925" y="22481"/>
                  </a:lnTo>
                  <a:lnTo>
                    <a:pt x="21694" y="22360"/>
                  </a:lnTo>
                  <a:lnTo>
                    <a:pt x="20503" y="22259"/>
                  </a:lnTo>
                  <a:lnTo>
                    <a:pt x="19293" y="22138"/>
                  </a:lnTo>
                  <a:lnTo>
                    <a:pt x="18082" y="22057"/>
                  </a:lnTo>
                  <a:lnTo>
                    <a:pt x="16871" y="22017"/>
                  </a:lnTo>
                  <a:lnTo>
                    <a:pt x="16144" y="22017"/>
                  </a:lnTo>
                  <a:lnTo>
                    <a:pt x="15438" y="22037"/>
                  </a:lnTo>
                  <a:lnTo>
                    <a:pt x="14752" y="22077"/>
                  </a:lnTo>
                  <a:lnTo>
                    <a:pt x="14086" y="22138"/>
                  </a:lnTo>
                  <a:lnTo>
                    <a:pt x="13420" y="22219"/>
                  </a:lnTo>
                  <a:lnTo>
                    <a:pt x="12795" y="22299"/>
                  </a:lnTo>
                  <a:lnTo>
                    <a:pt x="12189" y="22420"/>
                  </a:lnTo>
                  <a:lnTo>
                    <a:pt x="11584" y="22562"/>
                  </a:lnTo>
                  <a:lnTo>
                    <a:pt x="11019" y="22723"/>
                  </a:lnTo>
                  <a:lnTo>
                    <a:pt x="10454" y="22905"/>
                  </a:lnTo>
                  <a:lnTo>
                    <a:pt x="9909" y="23107"/>
                  </a:lnTo>
                  <a:lnTo>
                    <a:pt x="9404" y="23329"/>
                  </a:lnTo>
                  <a:lnTo>
                    <a:pt x="8900" y="23571"/>
                  </a:lnTo>
                  <a:lnTo>
                    <a:pt x="8416" y="23833"/>
                  </a:lnTo>
                  <a:lnTo>
                    <a:pt x="7972" y="24116"/>
                  </a:lnTo>
                  <a:lnTo>
                    <a:pt x="7528" y="24418"/>
                  </a:lnTo>
                  <a:lnTo>
                    <a:pt x="7084" y="24782"/>
                  </a:lnTo>
                  <a:lnTo>
                    <a:pt x="6660" y="25145"/>
                  </a:lnTo>
                  <a:lnTo>
                    <a:pt x="6236" y="25528"/>
                  </a:lnTo>
                  <a:lnTo>
                    <a:pt x="5832" y="25932"/>
                  </a:lnTo>
                  <a:lnTo>
                    <a:pt x="5449" y="26356"/>
                  </a:lnTo>
                  <a:lnTo>
                    <a:pt x="5066" y="26759"/>
                  </a:lnTo>
                  <a:lnTo>
                    <a:pt x="4319" y="27607"/>
                  </a:lnTo>
                  <a:lnTo>
                    <a:pt x="4117" y="27869"/>
                  </a:lnTo>
                  <a:lnTo>
                    <a:pt x="3996" y="27990"/>
                  </a:lnTo>
                  <a:lnTo>
                    <a:pt x="3895" y="28091"/>
                  </a:lnTo>
                  <a:lnTo>
                    <a:pt x="3774" y="28172"/>
                  </a:lnTo>
                  <a:lnTo>
                    <a:pt x="3653" y="28212"/>
                  </a:lnTo>
                  <a:lnTo>
                    <a:pt x="3552" y="28232"/>
                  </a:lnTo>
                  <a:lnTo>
                    <a:pt x="3451" y="28212"/>
                  </a:lnTo>
                  <a:lnTo>
                    <a:pt x="3350" y="28192"/>
                  </a:lnTo>
                  <a:lnTo>
                    <a:pt x="3270" y="28131"/>
                  </a:lnTo>
                  <a:lnTo>
                    <a:pt x="3169" y="28031"/>
                  </a:lnTo>
                  <a:lnTo>
                    <a:pt x="3068" y="27909"/>
                  </a:lnTo>
                  <a:lnTo>
                    <a:pt x="3007" y="27768"/>
                  </a:lnTo>
                  <a:lnTo>
                    <a:pt x="2947" y="27627"/>
                  </a:lnTo>
                  <a:lnTo>
                    <a:pt x="2906" y="27465"/>
                  </a:lnTo>
                  <a:lnTo>
                    <a:pt x="2866" y="27284"/>
                  </a:lnTo>
                  <a:lnTo>
                    <a:pt x="2826" y="26961"/>
                  </a:lnTo>
                  <a:lnTo>
                    <a:pt x="2805" y="26013"/>
                  </a:lnTo>
                  <a:lnTo>
                    <a:pt x="2765" y="25044"/>
                  </a:lnTo>
                  <a:lnTo>
                    <a:pt x="2684" y="24095"/>
                  </a:lnTo>
                  <a:lnTo>
                    <a:pt x="2624" y="23147"/>
                  </a:lnTo>
                  <a:lnTo>
                    <a:pt x="2523" y="22178"/>
                  </a:lnTo>
                  <a:lnTo>
                    <a:pt x="2422" y="21230"/>
                  </a:lnTo>
                  <a:lnTo>
                    <a:pt x="2180" y="19333"/>
                  </a:lnTo>
                  <a:lnTo>
                    <a:pt x="1918" y="17436"/>
                  </a:lnTo>
                  <a:lnTo>
                    <a:pt x="1615" y="15539"/>
                  </a:lnTo>
                  <a:lnTo>
                    <a:pt x="989" y="11806"/>
                  </a:lnTo>
                  <a:lnTo>
                    <a:pt x="747" y="10494"/>
                  </a:lnTo>
                  <a:lnTo>
                    <a:pt x="505" y="8940"/>
                  </a:lnTo>
                  <a:lnTo>
                    <a:pt x="384" y="8173"/>
                  </a:lnTo>
                  <a:lnTo>
                    <a:pt x="283" y="7447"/>
                  </a:lnTo>
                  <a:lnTo>
                    <a:pt x="202" y="6700"/>
                  </a:lnTo>
                  <a:lnTo>
                    <a:pt x="142" y="5974"/>
                  </a:lnTo>
                  <a:lnTo>
                    <a:pt x="101" y="5247"/>
                  </a:lnTo>
                  <a:lnTo>
                    <a:pt x="81" y="4501"/>
                  </a:lnTo>
                  <a:lnTo>
                    <a:pt x="101" y="3693"/>
                  </a:lnTo>
                  <a:lnTo>
                    <a:pt x="142" y="2926"/>
                  </a:lnTo>
                  <a:lnTo>
                    <a:pt x="243" y="2180"/>
                  </a:lnTo>
                  <a:lnTo>
                    <a:pt x="364" y="1474"/>
                  </a:lnTo>
                  <a:lnTo>
                    <a:pt x="444" y="1110"/>
                  </a:lnTo>
                  <a:lnTo>
                    <a:pt x="545" y="828"/>
                  </a:lnTo>
                  <a:lnTo>
                    <a:pt x="606" y="707"/>
                  </a:lnTo>
                  <a:lnTo>
                    <a:pt x="666" y="626"/>
                  </a:lnTo>
                  <a:lnTo>
                    <a:pt x="747" y="545"/>
                  </a:lnTo>
                  <a:lnTo>
                    <a:pt x="828" y="465"/>
                  </a:lnTo>
                  <a:lnTo>
                    <a:pt x="909" y="404"/>
                  </a:lnTo>
                  <a:lnTo>
                    <a:pt x="1009" y="364"/>
                  </a:lnTo>
                  <a:lnTo>
                    <a:pt x="1252" y="303"/>
                  </a:lnTo>
                  <a:lnTo>
                    <a:pt x="1574" y="243"/>
                  </a:lnTo>
                  <a:lnTo>
                    <a:pt x="1958" y="202"/>
                  </a:lnTo>
                  <a:lnTo>
                    <a:pt x="3310" y="81"/>
                  </a:lnTo>
                  <a:lnTo>
                    <a:pt x="3310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21" name="Google Shape;521;p7"/>
            <p:cNvSpPr/>
            <p:nvPr/>
          </p:nvSpPr>
          <p:spPr>
            <a:xfrm flipH="1">
              <a:off x="-3298053" y="-5040745"/>
              <a:ext cx="1571672" cy="1149682"/>
            </a:xfrm>
            <a:custGeom>
              <a:rect b="b" l="l" r="r" t="t"/>
              <a:pathLst>
                <a:path extrusionOk="0" h="20564" w="28112">
                  <a:moveTo>
                    <a:pt x="7083" y="81"/>
                  </a:moveTo>
                  <a:lnTo>
                    <a:pt x="8436" y="142"/>
                  </a:lnTo>
                  <a:lnTo>
                    <a:pt x="9767" y="202"/>
                  </a:lnTo>
                  <a:lnTo>
                    <a:pt x="12956" y="384"/>
                  </a:lnTo>
                  <a:lnTo>
                    <a:pt x="14550" y="485"/>
                  </a:lnTo>
                  <a:lnTo>
                    <a:pt x="16165" y="586"/>
                  </a:lnTo>
                  <a:lnTo>
                    <a:pt x="17779" y="727"/>
                  </a:lnTo>
                  <a:lnTo>
                    <a:pt x="19393" y="868"/>
                  </a:lnTo>
                  <a:lnTo>
                    <a:pt x="21008" y="1030"/>
                  </a:lnTo>
                  <a:lnTo>
                    <a:pt x="22602" y="1211"/>
                  </a:lnTo>
                  <a:lnTo>
                    <a:pt x="23248" y="1312"/>
                  </a:lnTo>
                  <a:lnTo>
                    <a:pt x="23873" y="1433"/>
                  </a:lnTo>
                  <a:lnTo>
                    <a:pt x="24499" y="1574"/>
                  </a:lnTo>
                  <a:lnTo>
                    <a:pt x="24781" y="1675"/>
                  </a:lnTo>
                  <a:lnTo>
                    <a:pt x="25084" y="1776"/>
                  </a:lnTo>
                  <a:lnTo>
                    <a:pt x="25346" y="1877"/>
                  </a:lnTo>
                  <a:lnTo>
                    <a:pt x="25629" y="2018"/>
                  </a:lnTo>
                  <a:lnTo>
                    <a:pt x="25871" y="2160"/>
                  </a:lnTo>
                  <a:lnTo>
                    <a:pt x="26113" y="2301"/>
                  </a:lnTo>
                  <a:lnTo>
                    <a:pt x="26355" y="2483"/>
                  </a:lnTo>
                  <a:lnTo>
                    <a:pt x="26557" y="2684"/>
                  </a:lnTo>
                  <a:lnTo>
                    <a:pt x="26759" y="2886"/>
                  </a:lnTo>
                  <a:lnTo>
                    <a:pt x="26941" y="3128"/>
                  </a:lnTo>
                  <a:lnTo>
                    <a:pt x="27082" y="3370"/>
                  </a:lnTo>
                  <a:lnTo>
                    <a:pt x="27203" y="3613"/>
                  </a:lnTo>
                  <a:lnTo>
                    <a:pt x="27304" y="3855"/>
                  </a:lnTo>
                  <a:lnTo>
                    <a:pt x="27405" y="4137"/>
                  </a:lnTo>
                  <a:lnTo>
                    <a:pt x="27486" y="4400"/>
                  </a:lnTo>
                  <a:lnTo>
                    <a:pt x="27546" y="4662"/>
                  </a:lnTo>
                  <a:lnTo>
                    <a:pt x="27667" y="5207"/>
                  </a:lnTo>
                  <a:lnTo>
                    <a:pt x="27748" y="5772"/>
                  </a:lnTo>
                  <a:lnTo>
                    <a:pt x="27829" y="6337"/>
                  </a:lnTo>
                  <a:lnTo>
                    <a:pt x="27909" y="6922"/>
                  </a:lnTo>
                  <a:lnTo>
                    <a:pt x="27950" y="7487"/>
                  </a:lnTo>
                  <a:lnTo>
                    <a:pt x="27990" y="8072"/>
                  </a:lnTo>
                  <a:lnTo>
                    <a:pt x="28030" y="8678"/>
                  </a:lnTo>
                  <a:lnTo>
                    <a:pt x="28030" y="9283"/>
                  </a:lnTo>
                  <a:lnTo>
                    <a:pt x="28030" y="9889"/>
                  </a:lnTo>
                  <a:lnTo>
                    <a:pt x="28010" y="10494"/>
                  </a:lnTo>
                  <a:lnTo>
                    <a:pt x="27990" y="11120"/>
                  </a:lnTo>
                  <a:lnTo>
                    <a:pt x="27950" y="11765"/>
                  </a:lnTo>
                  <a:lnTo>
                    <a:pt x="27889" y="12411"/>
                  </a:lnTo>
                  <a:lnTo>
                    <a:pt x="27829" y="13057"/>
                  </a:lnTo>
                  <a:lnTo>
                    <a:pt x="27748" y="13723"/>
                  </a:lnTo>
                  <a:lnTo>
                    <a:pt x="27526" y="15075"/>
                  </a:lnTo>
                  <a:lnTo>
                    <a:pt x="27405" y="15700"/>
                  </a:lnTo>
                  <a:lnTo>
                    <a:pt x="27344" y="16003"/>
                  </a:lnTo>
                  <a:lnTo>
                    <a:pt x="27264" y="16306"/>
                  </a:lnTo>
                  <a:lnTo>
                    <a:pt x="27142" y="16609"/>
                  </a:lnTo>
                  <a:lnTo>
                    <a:pt x="27021" y="16891"/>
                  </a:lnTo>
                  <a:lnTo>
                    <a:pt x="26880" y="17174"/>
                  </a:lnTo>
                  <a:lnTo>
                    <a:pt x="26698" y="17436"/>
                  </a:lnTo>
                  <a:lnTo>
                    <a:pt x="26577" y="17597"/>
                  </a:lnTo>
                  <a:lnTo>
                    <a:pt x="26436" y="17739"/>
                  </a:lnTo>
                  <a:lnTo>
                    <a:pt x="26275" y="17900"/>
                  </a:lnTo>
                  <a:lnTo>
                    <a:pt x="26113" y="18021"/>
                  </a:lnTo>
                  <a:lnTo>
                    <a:pt x="25932" y="18162"/>
                  </a:lnTo>
                  <a:lnTo>
                    <a:pt x="25750" y="18284"/>
                  </a:lnTo>
                  <a:lnTo>
                    <a:pt x="25548" y="18384"/>
                  </a:lnTo>
                  <a:lnTo>
                    <a:pt x="25326" y="18485"/>
                  </a:lnTo>
                  <a:lnTo>
                    <a:pt x="25104" y="18586"/>
                  </a:lnTo>
                  <a:lnTo>
                    <a:pt x="24862" y="18667"/>
                  </a:lnTo>
                  <a:lnTo>
                    <a:pt x="24337" y="18828"/>
                  </a:lnTo>
                  <a:lnTo>
                    <a:pt x="23772" y="18949"/>
                  </a:lnTo>
                  <a:lnTo>
                    <a:pt x="23147" y="19030"/>
                  </a:lnTo>
                  <a:lnTo>
                    <a:pt x="22299" y="19091"/>
                  </a:lnTo>
                  <a:lnTo>
                    <a:pt x="21452" y="19111"/>
                  </a:lnTo>
                  <a:lnTo>
                    <a:pt x="20604" y="19091"/>
                  </a:lnTo>
                  <a:lnTo>
                    <a:pt x="19757" y="19050"/>
                  </a:lnTo>
                  <a:lnTo>
                    <a:pt x="18909" y="18990"/>
                  </a:lnTo>
                  <a:lnTo>
                    <a:pt x="18061" y="18909"/>
                  </a:lnTo>
                  <a:lnTo>
                    <a:pt x="16386" y="18727"/>
                  </a:lnTo>
                  <a:lnTo>
                    <a:pt x="15277" y="18606"/>
                  </a:lnTo>
                  <a:lnTo>
                    <a:pt x="14187" y="18485"/>
                  </a:lnTo>
                  <a:lnTo>
                    <a:pt x="13077" y="18405"/>
                  </a:lnTo>
                  <a:lnTo>
                    <a:pt x="11987" y="18344"/>
                  </a:lnTo>
                  <a:lnTo>
                    <a:pt x="10877" y="18344"/>
                  </a:lnTo>
                  <a:lnTo>
                    <a:pt x="10332" y="18384"/>
                  </a:lnTo>
                  <a:lnTo>
                    <a:pt x="9788" y="18425"/>
                  </a:lnTo>
                  <a:lnTo>
                    <a:pt x="9243" y="18485"/>
                  </a:lnTo>
                  <a:lnTo>
                    <a:pt x="8698" y="18566"/>
                  </a:lnTo>
                  <a:lnTo>
                    <a:pt x="8153" y="18667"/>
                  </a:lnTo>
                  <a:lnTo>
                    <a:pt x="7608" y="18808"/>
                  </a:lnTo>
                  <a:lnTo>
                    <a:pt x="7184" y="18929"/>
                  </a:lnTo>
                  <a:lnTo>
                    <a:pt x="6761" y="19071"/>
                  </a:lnTo>
                  <a:lnTo>
                    <a:pt x="5933" y="19373"/>
                  </a:lnTo>
                  <a:lnTo>
                    <a:pt x="5126" y="19716"/>
                  </a:lnTo>
                  <a:lnTo>
                    <a:pt x="4319" y="20059"/>
                  </a:lnTo>
                  <a:lnTo>
                    <a:pt x="4117" y="20140"/>
                  </a:lnTo>
                  <a:lnTo>
                    <a:pt x="3693" y="20322"/>
                  </a:lnTo>
                  <a:lnTo>
                    <a:pt x="3491" y="20382"/>
                  </a:lnTo>
                  <a:lnTo>
                    <a:pt x="3269" y="20443"/>
                  </a:lnTo>
                  <a:lnTo>
                    <a:pt x="3068" y="20463"/>
                  </a:lnTo>
                  <a:lnTo>
                    <a:pt x="2866" y="20483"/>
                  </a:lnTo>
                  <a:lnTo>
                    <a:pt x="2664" y="20443"/>
                  </a:lnTo>
                  <a:lnTo>
                    <a:pt x="2462" y="20382"/>
                  </a:lnTo>
                  <a:lnTo>
                    <a:pt x="2301" y="20302"/>
                  </a:lnTo>
                  <a:lnTo>
                    <a:pt x="2139" y="20180"/>
                  </a:lnTo>
                  <a:lnTo>
                    <a:pt x="2018" y="20059"/>
                  </a:lnTo>
                  <a:lnTo>
                    <a:pt x="1917" y="19898"/>
                  </a:lnTo>
                  <a:lnTo>
                    <a:pt x="1817" y="19737"/>
                  </a:lnTo>
                  <a:lnTo>
                    <a:pt x="1756" y="19575"/>
                  </a:lnTo>
                  <a:lnTo>
                    <a:pt x="1695" y="19414"/>
                  </a:lnTo>
                  <a:lnTo>
                    <a:pt x="1655" y="19252"/>
                  </a:lnTo>
                  <a:lnTo>
                    <a:pt x="1635" y="18909"/>
                  </a:lnTo>
                  <a:lnTo>
                    <a:pt x="1635" y="18586"/>
                  </a:lnTo>
                  <a:lnTo>
                    <a:pt x="1655" y="18243"/>
                  </a:lnTo>
                  <a:lnTo>
                    <a:pt x="1695" y="17920"/>
                  </a:lnTo>
                  <a:lnTo>
                    <a:pt x="1716" y="17759"/>
                  </a:lnTo>
                  <a:lnTo>
                    <a:pt x="1796" y="16851"/>
                  </a:lnTo>
                  <a:lnTo>
                    <a:pt x="1857" y="15922"/>
                  </a:lnTo>
                  <a:lnTo>
                    <a:pt x="1857" y="15014"/>
                  </a:lnTo>
                  <a:lnTo>
                    <a:pt x="1817" y="14106"/>
                  </a:lnTo>
                  <a:lnTo>
                    <a:pt x="1736" y="13198"/>
                  </a:lnTo>
                  <a:lnTo>
                    <a:pt x="1615" y="12290"/>
                  </a:lnTo>
                  <a:lnTo>
                    <a:pt x="1453" y="11382"/>
                  </a:lnTo>
                  <a:lnTo>
                    <a:pt x="1251" y="10474"/>
                  </a:lnTo>
                  <a:lnTo>
                    <a:pt x="1050" y="9747"/>
                  </a:lnTo>
                  <a:lnTo>
                    <a:pt x="848" y="9021"/>
                  </a:lnTo>
                  <a:lnTo>
                    <a:pt x="626" y="8234"/>
                  </a:lnTo>
                  <a:lnTo>
                    <a:pt x="424" y="7447"/>
                  </a:lnTo>
                  <a:lnTo>
                    <a:pt x="323" y="7043"/>
                  </a:lnTo>
                  <a:lnTo>
                    <a:pt x="242" y="6640"/>
                  </a:lnTo>
                  <a:lnTo>
                    <a:pt x="182" y="6236"/>
                  </a:lnTo>
                  <a:lnTo>
                    <a:pt x="121" y="5812"/>
                  </a:lnTo>
                  <a:lnTo>
                    <a:pt x="101" y="5510"/>
                  </a:lnTo>
                  <a:lnTo>
                    <a:pt x="81" y="5227"/>
                  </a:lnTo>
                  <a:lnTo>
                    <a:pt x="81" y="4924"/>
                  </a:lnTo>
                  <a:lnTo>
                    <a:pt x="101" y="4642"/>
                  </a:lnTo>
                  <a:lnTo>
                    <a:pt x="121" y="4339"/>
                  </a:lnTo>
                  <a:lnTo>
                    <a:pt x="162" y="4077"/>
                  </a:lnTo>
                  <a:lnTo>
                    <a:pt x="222" y="3794"/>
                  </a:lnTo>
                  <a:lnTo>
                    <a:pt x="283" y="3532"/>
                  </a:lnTo>
                  <a:lnTo>
                    <a:pt x="343" y="3270"/>
                  </a:lnTo>
                  <a:lnTo>
                    <a:pt x="444" y="3027"/>
                  </a:lnTo>
                  <a:lnTo>
                    <a:pt x="545" y="2765"/>
                  </a:lnTo>
                  <a:lnTo>
                    <a:pt x="646" y="2543"/>
                  </a:lnTo>
                  <a:lnTo>
                    <a:pt x="767" y="2301"/>
                  </a:lnTo>
                  <a:lnTo>
                    <a:pt x="908" y="2099"/>
                  </a:lnTo>
                  <a:lnTo>
                    <a:pt x="1050" y="1877"/>
                  </a:lnTo>
                  <a:lnTo>
                    <a:pt x="1211" y="1675"/>
                  </a:lnTo>
                  <a:lnTo>
                    <a:pt x="1494" y="1352"/>
                  </a:lnTo>
                  <a:lnTo>
                    <a:pt x="1837" y="1070"/>
                  </a:lnTo>
                  <a:lnTo>
                    <a:pt x="2200" y="828"/>
                  </a:lnTo>
                  <a:lnTo>
                    <a:pt x="2583" y="606"/>
                  </a:lnTo>
                  <a:lnTo>
                    <a:pt x="2987" y="444"/>
                  </a:lnTo>
                  <a:lnTo>
                    <a:pt x="3431" y="303"/>
                  </a:lnTo>
                  <a:lnTo>
                    <a:pt x="3895" y="202"/>
                  </a:lnTo>
                  <a:lnTo>
                    <a:pt x="4379" y="142"/>
                  </a:lnTo>
                  <a:lnTo>
                    <a:pt x="5045" y="101"/>
                  </a:lnTo>
                  <a:lnTo>
                    <a:pt x="5731" y="81"/>
                  </a:lnTo>
                  <a:close/>
                  <a:moveTo>
                    <a:pt x="5731" y="0"/>
                  </a:moveTo>
                  <a:lnTo>
                    <a:pt x="5045" y="21"/>
                  </a:lnTo>
                  <a:lnTo>
                    <a:pt x="4359" y="61"/>
                  </a:lnTo>
                  <a:lnTo>
                    <a:pt x="3875" y="121"/>
                  </a:lnTo>
                  <a:lnTo>
                    <a:pt x="3411" y="222"/>
                  </a:lnTo>
                  <a:lnTo>
                    <a:pt x="2967" y="364"/>
                  </a:lnTo>
                  <a:lnTo>
                    <a:pt x="2543" y="545"/>
                  </a:lnTo>
                  <a:lnTo>
                    <a:pt x="2139" y="767"/>
                  </a:lnTo>
                  <a:lnTo>
                    <a:pt x="1776" y="1009"/>
                  </a:lnTo>
                  <a:lnTo>
                    <a:pt x="1453" y="1312"/>
                  </a:lnTo>
                  <a:lnTo>
                    <a:pt x="1151" y="1635"/>
                  </a:lnTo>
                  <a:lnTo>
                    <a:pt x="989" y="1837"/>
                  </a:lnTo>
                  <a:lnTo>
                    <a:pt x="828" y="2039"/>
                  </a:lnTo>
                  <a:lnTo>
                    <a:pt x="707" y="2261"/>
                  </a:lnTo>
                  <a:lnTo>
                    <a:pt x="565" y="2503"/>
                  </a:lnTo>
                  <a:lnTo>
                    <a:pt x="464" y="2745"/>
                  </a:lnTo>
                  <a:lnTo>
                    <a:pt x="364" y="2987"/>
                  </a:lnTo>
                  <a:lnTo>
                    <a:pt x="283" y="3249"/>
                  </a:lnTo>
                  <a:lnTo>
                    <a:pt x="202" y="3512"/>
                  </a:lnTo>
                  <a:lnTo>
                    <a:pt x="142" y="3774"/>
                  </a:lnTo>
                  <a:lnTo>
                    <a:pt x="81" y="4057"/>
                  </a:lnTo>
                  <a:lnTo>
                    <a:pt x="41" y="4339"/>
                  </a:lnTo>
                  <a:lnTo>
                    <a:pt x="20" y="4622"/>
                  </a:lnTo>
                  <a:lnTo>
                    <a:pt x="0" y="4924"/>
                  </a:lnTo>
                  <a:lnTo>
                    <a:pt x="0" y="5227"/>
                  </a:lnTo>
                  <a:lnTo>
                    <a:pt x="20" y="5530"/>
                  </a:lnTo>
                  <a:lnTo>
                    <a:pt x="41" y="5832"/>
                  </a:lnTo>
                  <a:lnTo>
                    <a:pt x="101" y="6236"/>
                  </a:lnTo>
                  <a:lnTo>
                    <a:pt x="162" y="6660"/>
                  </a:lnTo>
                  <a:lnTo>
                    <a:pt x="242" y="7063"/>
                  </a:lnTo>
                  <a:lnTo>
                    <a:pt x="343" y="7467"/>
                  </a:lnTo>
                  <a:lnTo>
                    <a:pt x="545" y="8254"/>
                  </a:lnTo>
                  <a:lnTo>
                    <a:pt x="767" y="9041"/>
                  </a:lnTo>
                  <a:lnTo>
                    <a:pt x="969" y="9768"/>
                  </a:lnTo>
                  <a:lnTo>
                    <a:pt x="1171" y="10494"/>
                  </a:lnTo>
                  <a:lnTo>
                    <a:pt x="1373" y="11402"/>
                  </a:lnTo>
                  <a:lnTo>
                    <a:pt x="1534" y="12290"/>
                  </a:lnTo>
                  <a:lnTo>
                    <a:pt x="1655" y="13198"/>
                  </a:lnTo>
                  <a:lnTo>
                    <a:pt x="1736" y="14106"/>
                  </a:lnTo>
                  <a:lnTo>
                    <a:pt x="1776" y="15014"/>
                  </a:lnTo>
                  <a:lnTo>
                    <a:pt x="1776" y="15922"/>
                  </a:lnTo>
                  <a:lnTo>
                    <a:pt x="1716" y="16851"/>
                  </a:lnTo>
                  <a:lnTo>
                    <a:pt x="1635" y="17759"/>
                  </a:lnTo>
                  <a:lnTo>
                    <a:pt x="1615" y="17900"/>
                  </a:lnTo>
                  <a:lnTo>
                    <a:pt x="1574" y="18243"/>
                  </a:lnTo>
                  <a:lnTo>
                    <a:pt x="1554" y="18586"/>
                  </a:lnTo>
                  <a:lnTo>
                    <a:pt x="1554" y="18929"/>
                  </a:lnTo>
                  <a:lnTo>
                    <a:pt x="1595" y="19252"/>
                  </a:lnTo>
                  <a:lnTo>
                    <a:pt x="1615" y="19434"/>
                  </a:lnTo>
                  <a:lnTo>
                    <a:pt x="1675" y="19595"/>
                  </a:lnTo>
                  <a:lnTo>
                    <a:pt x="1756" y="19777"/>
                  </a:lnTo>
                  <a:lnTo>
                    <a:pt x="1837" y="19938"/>
                  </a:lnTo>
                  <a:lnTo>
                    <a:pt x="1958" y="20100"/>
                  </a:lnTo>
                  <a:lnTo>
                    <a:pt x="2099" y="20241"/>
                  </a:lnTo>
                  <a:lnTo>
                    <a:pt x="2260" y="20362"/>
                  </a:lnTo>
                  <a:lnTo>
                    <a:pt x="2422" y="20463"/>
                  </a:lnTo>
                  <a:lnTo>
                    <a:pt x="2563" y="20503"/>
                  </a:lnTo>
                  <a:lnTo>
                    <a:pt x="2684" y="20544"/>
                  </a:lnTo>
                  <a:lnTo>
                    <a:pt x="2926" y="20564"/>
                  </a:lnTo>
                  <a:lnTo>
                    <a:pt x="3088" y="20544"/>
                  </a:lnTo>
                  <a:lnTo>
                    <a:pt x="3229" y="20524"/>
                  </a:lnTo>
                  <a:lnTo>
                    <a:pt x="3532" y="20463"/>
                  </a:lnTo>
                  <a:lnTo>
                    <a:pt x="3855" y="20342"/>
                  </a:lnTo>
                  <a:lnTo>
                    <a:pt x="4157" y="20221"/>
                  </a:lnTo>
                  <a:lnTo>
                    <a:pt x="4339" y="20140"/>
                  </a:lnTo>
                  <a:lnTo>
                    <a:pt x="5146" y="19777"/>
                  </a:lnTo>
                  <a:lnTo>
                    <a:pt x="5974" y="19454"/>
                  </a:lnTo>
                  <a:lnTo>
                    <a:pt x="6801" y="19131"/>
                  </a:lnTo>
                  <a:lnTo>
                    <a:pt x="7205" y="19010"/>
                  </a:lnTo>
                  <a:lnTo>
                    <a:pt x="7628" y="18889"/>
                  </a:lnTo>
                  <a:lnTo>
                    <a:pt x="8173" y="18748"/>
                  </a:lnTo>
                  <a:lnTo>
                    <a:pt x="8718" y="18647"/>
                  </a:lnTo>
                  <a:lnTo>
                    <a:pt x="9243" y="18566"/>
                  </a:lnTo>
                  <a:lnTo>
                    <a:pt x="9788" y="18506"/>
                  </a:lnTo>
                  <a:lnTo>
                    <a:pt x="10332" y="18465"/>
                  </a:lnTo>
                  <a:lnTo>
                    <a:pt x="10877" y="18425"/>
                  </a:lnTo>
                  <a:lnTo>
                    <a:pt x="11987" y="18425"/>
                  </a:lnTo>
                  <a:lnTo>
                    <a:pt x="13077" y="18485"/>
                  </a:lnTo>
                  <a:lnTo>
                    <a:pt x="14187" y="18566"/>
                  </a:lnTo>
                  <a:lnTo>
                    <a:pt x="15277" y="18687"/>
                  </a:lnTo>
                  <a:lnTo>
                    <a:pt x="16366" y="18808"/>
                  </a:lnTo>
                  <a:lnTo>
                    <a:pt x="18061" y="18990"/>
                  </a:lnTo>
                  <a:lnTo>
                    <a:pt x="18909" y="19071"/>
                  </a:lnTo>
                  <a:lnTo>
                    <a:pt x="19757" y="19131"/>
                  </a:lnTo>
                  <a:lnTo>
                    <a:pt x="20604" y="19171"/>
                  </a:lnTo>
                  <a:lnTo>
                    <a:pt x="21472" y="19192"/>
                  </a:lnTo>
                  <a:lnTo>
                    <a:pt x="22319" y="19171"/>
                  </a:lnTo>
                  <a:lnTo>
                    <a:pt x="23167" y="19111"/>
                  </a:lnTo>
                  <a:lnTo>
                    <a:pt x="23793" y="19010"/>
                  </a:lnTo>
                  <a:lnTo>
                    <a:pt x="24358" y="18909"/>
                  </a:lnTo>
                  <a:lnTo>
                    <a:pt x="24902" y="18748"/>
                  </a:lnTo>
                  <a:lnTo>
                    <a:pt x="25145" y="18667"/>
                  </a:lnTo>
                  <a:lnTo>
                    <a:pt x="25367" y="18566"/>
                  </a:lnTo>
                  <a:lnTo>
                    <a:pt x="25589" y="18465"/>
                  </a:lnTo>
                  <a:lnTo>
                    <a:pt x="25790" y="18344"/>
                  </a:lnTo>
                  <a:lnTo>
                    <a:pt x="25992" y="18223"/>
                  </a:lnTo>
                  <a:lnTo>
                    <a:pt x="26174" y="18082"/>
                  </a:lnTo>
                  <a:lnTo>
                    <a:pt x="26335" y="17961"/>
                  </a:lnTo>
                  <a:lnTo>
                    <a:pt x="26497" y="17799"/>
                  </a:lnTo>
                  <a:lnTo>
                    <a:pt x="26638" y="17638"/>
                  </a:lnTo>
                  <a:lnTo>
                    <a:pt x="26779" y="17476"/>
                  </a:lnTo>
                  <a:lnTo>
                    <a:pt x="26941" y="17214"/>
                  </a:lnTo>
                  <a:lnTo>
                    <a:pt x="27102" y="16931"/>
                  </a:lnTo>
                  <a:lnTo>
                    <a:pt x="27223" y="16629"/>
                  </a:lnTo>
                  <a:lnTo>
                    <a:pt x="27324" y="16326"/>
                  </a:lnTo>
                  <a:lnTo>
                    <a:pt x="27425" y="16023"/>
                  </a:lnTo>
                  <a:lnTo>
                    <a:pt x="27486" y="15721"/>
                  </a:lnTo>
                  <a:lnTo>
                    <a:pt x="27607" y="15095"/>
                  </a:lnTo>
                  <a:lnTo>
                    <a:pt x="27728" y="14409"/>
                  </a:lnTo>
                  <a:lnTo>
                    <a:pt x="27829" y="13723"/>
                  </a:lnTo>
                  <a:lnTo>
                    <a:pt x="27909" y="13057"/>
                  </a:lnTo>
                  <a:lnTo>
                    <a:pt x="27970" y="12411"/>
                  </a:lnTo>
                  <a:lnTo>
                    <a:pt x="28030" y="11765"/>
                  </a:lnTo>
                  <a:lnTo>
                    <a:pt x="28071" y="11140"/>
                  </a:lnTo>
                  <a:lnTo>
                    <a:pt x="28091" y="10494"/>
                  </a:lnTo>
                  <a:lnTo>
                    <a:pt x="28111" y="9889"/>
                  </a:lnTo>
                  <a:lnTo>
                    <a:pt x="28111" y="9263"/>
                  </a:lnTo>
                  <a:lnTo>
                    <a:pt x="28111" y="8678"/>
                  </a:lnTo>
                  <a:lnTo>
                    <a:pt x="28071" y="8072"/>
                  </a:lnTo>
                  <a:lnTo>
                    <a:pt x="28030" y="7487"/>
                  </a:lnTo>
                  <a:lnTo>
                    <a:pt x="27990" y="6902"/>
                  </a:lnTo>
                  <a:lnTo>
                    <a:pt x="27909" y="6337"/>
                  </a:lnTo>
                  <a:lnTo>
                    <a:pt x="27829" y="5752"/>
                  </a:lnTo>
                  <a:lnTo>
                    <a:pt x="27748" y="5207"/>
                  </a:lnTo>
                  <a:lnTo>
                    <a:pt x="27627" y="4642"/>
                  </a:lnTo>
                  <a:lnTo>
                    <a:pt x="27566" y="4379"/>
                  </a:lnTo>
                  <a:lnTo>
                    <a:pt x="27486" y="4097"/>
                  </a:lnTo>
                  <a:lnTo>
                    <a:pt x="27385" y="3835"/>
                  </a:lnTo>
                  <a:lnTo>
                    <a:pt x="27284" y="3572"/>
                  </a:lnTo>
                  <a:lnTo>
                    <a:pt x="27142" y="3330"/>
                  </a:lnTo>
                  <a:lnTo>
                    <a:pt x="27001" y="3088"/>
                  </a:lnTo>
                  <a:lnTo>
                    <a:pt x="26820" y="2846"/>
                  </a:lnTo>
                  <a:lnTo>
                    <a:pt x="26618" y="2624"/>
                  </a:lnTo>
                  <a:lnTo>
                    <a:pt x="26396" y="2422"/>
                  </a:lnTo>
                  <a:lnTo>
                    <a:pt x="26174" y="2240"/>
                  </a:lnTo>
                  <a:lnTo>
                    <a:pt x="25932" y="2079"/>
                  </a:lnTo>
                  <a:lnTo>
                    <a:pt x="25669" y="1938"/>
                  </a:lnTo>
                  <a:lnTo>
                    <a:pt x="25407" y="1817"/>
                  </a:lnTo>
                  <a:lnTo>
                    <a:pt x="25124" y="1696"/>
                  </a:lnTo>
                  <a:lnTo>
                    <a:pt x="24822" y="1595"/>
                  </a:lnTo>
                  <a:lnTo>
                    <a:pt x="24519" y="1494"/>
                  </a:lnTo>
                  <a:lnTo>
                    <a:pt x="23914" y="1352"/>
                  </a:lnTo>
                  <a:lnTo>
                    <a:pt x="23268" y="1231"/>
                  </a:lnTo>
                  <a:lnTo>
                    <a:pt x="22622" y="1130"/>
                  </a:lnTo>
                  <a:lnTo>
                    <a:pt x="21008" y="949"/>
                  </a:lnTo>
                  <a:lnTo>
                    <a:pt x="19413" y="787"/>
                  </a:lnTo>
                  <a:lnTo>
                    <a:pt x="17799" y="646"/>
                  </a:lnTo>
                  <a:lnTo>
                    <a:pt x="16185" y="505"/>
                  </a:lnTo>
                  <a:lnTo>
                    <a:pt x="14570" y="404"/>
                  </a:lnTo>
                  <a:lnTo>
                    <a:pt x="12956" y="303"/>
                  </a:lnTo>
                  <a:lnTo>
                    <a:pt x="9767" y="121"/>
                  </a:lnTo>
                  <a:lnTo>
                    <a:pt x="8436" y="61"/>
                  </a:lnTo>
                  <a:lnTo>
                    <a:pt x="708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22" name="Google Shape;522;p7"/>
            <p:cNvSpPr/>
            <p:nvPr/>
          </p:nvSpPr>
          <p:spPr>
            <a:xfrm flipH="1">
              <a:off x="-3275464" y="-5033980"/>
              <a:ext cx="1393383" cy="700689"/>
            </a:xfrm>
            <a:custGeom>
              <a:rect b="b" l="l" r="r" t="t"/>
              <a:pathLst>
                <a:path extrusionOk="0" h="12533" w="24923">
                  <a:moveTo>
                    <a:pt x="9525" y="0"/>
                  </a:moveTo>
                  <a:lnTo>
                    <a:pt x="8536" y="21"/>
                  </a:lnTo>
                  <a:lnTo>
                    <a:pt x="7547" y="41"/>
                  </a:lnTo>
                  <a:lnTo>
                    <a:pt x="6579" y="61"/>
                  </a:lnTo>
                  <a:lnTo>
                    <a:pt x="5630" y="122"/>
                  </a:lnTo>
                  <a:lnTo>
                    <a:pt x="4682" y="182"/>
                  </a:lnTo>
                  <a:lnTo>
                    <a:pt x="3754" y="263"/>
                  </a:lnTo>
                  <a:lnTo>
                    <a:pt x="3269" y="303"/>
                  </a:lnTo>
                  <a:lnTo>
                    <a:pt x="2785" y="384"/>
                  </a:lnTo>
                  <a:lnTo>
                    <a:pt x="2301" y="485"/>
                  </a:lnTo>
                  <a:lnTo>
                    <a:pt x="2079" y="545"/>
                  </a:lnTo>
                  <a:lnTo>
                    <a:pt x="1857" y="626"/>
                  </a:lnTo>
                  <a:lnTo>
                    <a:pt x="1635" y="727"/>
                  </a:lnTo>
                  <a:lnTo>
                    <a:pt x="1433" y="828"/>
                  </a:lnTo>
                  <a:lnTo>
                    <a:pt x="1231" y="949"/>
                  </a:lnTo>
                  <a:lnTo>
                    <a:pt x="1029" y="1090"/>
                  </a:lnTo>
                  <a:lnTo>
                    <a:pt x="868" y="1252"/>
                  </a:lnTo>
                  <a:lnTo>
                    <a:pt x="686" y="1413"/>
                  </a:lnTo>
                  <a:lnTo>
                    <a:pt x="545" y="1615"/>
                  </a:lnTo>
                  <a:lnTo>
                    <a:pt x="404" y="1817"/>
                  </a:lnTo>
                  <a:lnTo>
                    <a:pt x="283" y="2059"/>
                  </a:lnTo>
                  <a:lnTo>
                    <a:pt x="182" y="2301"/>
                  </a:lnTo>
                  <a:lnTo>
                    <a:pt x="81" y="2543"/>
                  </a:lnTo>
                  <a:lnTo>
                    <a:pt x="0" y="2805"/>
                  </a:lnTo>
                  <a:lnTo>
                    <a:pt x="61" y="2826"/>
                  </a:lnTo>
                  <a:lnTo>
                    <a:pt x="162" y="2584"/>
                  </a:lnTo>
                  <a:lnTo>
                    <a:pt x="242" y="2321"/>
                  </a:lnTo>
                  <a:lnTo>
                    <a:pt x="363" y="2079"/>
                  </a:lnTo>
                  <a:lnTo>
                    <a:pt x="484" y="1857"/>
                  </a:lnTo>
                  <a:lnTo>
                    <a:pt x="606" y="1655"/>
                  </a:lnTo>
                  <a:lnTo>
                    <a:pt x="767" y="1474"/>
                  </a:lnTo>
                  <a:lnTo>
                    <a:pt x="908" y="1292"/>
                  </a:lnTo>
                  <a:lnTo>
                    <a:pt x="1090" y="1151"/>
                  </a:lnTo>
                  <a:lnTo>
                    <a:pt x="1271" y="1009"/>
                  </a:lnTo>
                  <a:lnTo>
                    <a:pt x="1473" y="909"/>
                  </a:lnTo>
                  <a:lnTo>
                    <a:pt x="1675" y="787"/>
                  </a:lnTo>
                  <a:lnTo>
                    <a:pt x="1897" y="707"/>
                  </a:lnTo>
                  <a:lnTo>
                    <a:pt x="2119" y="626"/>
                  </a:lnTo>
                  <a:lnTo>
                    <a:pt x="2341" y="566"/>
                  </a:lnTo>
                  <a:lnTo>
                    <a:pt x="2805" y="465"/>
                  </a:lnTo>
                  <a:lnTo>
                    <a:pt x="3269" y="384"/>
                  </a:lnTo>
                  <a:lnTo>
                    <a:pt x="3754" y="344"/>
                  </a:lnTo>
                  <a:lnTo>
                    <a:pt x="4682" y="263"/>
                  </a:lnTo>
                  <a:lnTo>
                    <a:pt x="5630" y="202"/>
                  </a:lnTo>
                  <a:lnTo>
                    <a:pt x="6579" y="142"/>
                  </a:lnTo>
                  <a:lnTo>
                    <a:pt x="7547" y="122"/>
                  </a:lnTo>
                  <a:lnTo>
                    <a:pt x="8536" y="101"/>
                  </a:lnTo>
                  <a:lnTo>
                    <a:pt x="9525" y="81"/>
                  </a:lnTo>
                  <a:lnTo>
                    <a:pt x="10514" y="81"/>
                  </a:lnTo>
                  <a:lnTo>
                    <a:pt x="11523" y="101"/>
                  </a:lnTo>
                  <a:lnTo>
                    <a:pt x="12552" y="142"/>
                  </a:lnTo>
                  <a:lnTo>
                    <a:pt x="13601" y="182"/>
                  </a:lnTo>
                  <a:lnTo>
                    <a:pt x="14651" y="243"/>
                  </a:lnTo>
                  <a:lnTo>
                    <a:pt x="15720" y="323"/>
                  </a:lnTo>
                  <a:lnTo>
                    <a:pt x="17900" y="505"/>
                  </a:lnTo>
                  <a:lnTo>
                    <a:pt x="20140" y="727"/>
                  </a:lnTo>
                  <a:lnTo>
                    <a:pt x="20927" y="848"/>
                  </a:lnTo>
                  <a:lnTo>
                    <a:pt x="21330" y="909"/>
                  </a:lnTo>
                  <a:lnTo>
                    <a:pt x="21694" y="989"/>
                  </a:lnTo>
                  <a:lnTo>
                    <a:pt x="22057" y="1110"/>
                  </a:lnTo>
                  <a:lnTo>
                    <a:pt x="22400" y="1231"/>
                  </a:lnTo>
                  <a:lnTo>
                    <a:pt x="22723" y="1413"/>
                  </a:lnTo>
                  <a:lnTo>
                    <a:pt x="23046" y="1615"/>
                  </a:lnTo>
                  <a:lnTo>
                    <a:pt x="23248" y="1796"/>
                  </a:lnTo>
                  <a:lnTo>
                    <a:pt x="23449" y="1978"/>
                  </a:lnTo>
                  <a:lnTo>
                    <a:pt x="23631" y="2200"/>
                  </a:lnTo>
                  <a:lnTo>
                    <a:pt x="23792" y="2422"/>
                  </a:lnTo>
                  <a:lnTo>
                    <a:pt x="23954" y="2664"/>
                  </a:lnTo>
                  <a:lnTo>
                    <a:pt x="24075" y="2906"/>
                  </a:lnTo>
                  <a:lnTo>
                    <a:pt x="24196" y="3149"/>
                  </a:lnTo>
                  <a:lnTo>
                    <a:pt x="24297" y="3411"/>
                  </a:lnTo>
                  <a:lnTo>
                    <a:pt x="24378" y="3673"/>
                  </a:lnTo>
                  <a:lnTo>
                    <a:pt x="24458" y="3915"/>
                  </a:lnTo>
                  <a:lnTo>
                    <a:pt x="24579" y="4440"/>
                  </a:lnTo>
                  <a:lnTo>
                    <a:pt x="24660" y="4945"/>
                  </a:lnTo>
                  <a:lnTo>
                    <a:pt x="24721" y="5409"/>
                  </a:lnTo>
                  <a:lnTo>
                    <a:pt x="24781" y="6095"/>
                  </a:lnTo>
                  <a:lnTo>
                    <a:pt x="24822" y="6781"/>
                  </a:lnTo>
                  <a:lnTo>
                    <a:pt x="24842" y="7487"/>
                  </a:lnTo>
                  <a:lnTo>
                    <a:pt x="24822" y="8173"/>
                  </a:lnTo>
                  <a:lnTo>
                    <a:pt x="24801" y="8860"/>
                  </a:lnTo>
                  <a:lnTo>
                    <a:pt x="24741" y="9566"/>
                  </a:lnTo>
                  <a:lnTo>
                    <a:pt x="24660" y="10252"/>
                  </a:lnTo>
                  <a:lnTo>
                    <a:pt x="24559" y="10938"/>
                  </a:lnTo>
                  <a:lnTo>
                    <a:pt x="24479" y="11362"/>
                  </a:lnTo>
                  <a:lnTo>
                    <a:pt x="24398" y="11765"/>
                  </a:lnTo>
                  <a:lnTo>
                    <a:pt x="24297" y="12149"/>
                  </a:lnTo>
                  <a:lnTo>
                    <a:pt x="24196" y="12512"/>
                  </a:lnTo>
                  <a:lnTo>
                    <a:pt x="24257" y="12532"/>
                  </a:lnTo>
                  <a:lnTo>
                    <a:pt x="24378" y="12169"/>
                  </a:lnTo>
                  <a:lnTo>
                    <a:pt x="24479" y="11765"/>
                  </a:lnTo>
                  <a:lnTo>
                    <a:pt x="24559" y="11362"/>
                  </a:lnTo>
                  <a:lnTo>
                    <a:pt x="24640" y="10938"/>
                  </a:lnTo>
                  <a:lnTo>
                    <a:pt x="24741" y="10252"/>
                  </a:lnTo>
                  <a:lnTo>
                    <a:pt x="24822" y="9566"/>
                  </a:lnTo>
                  <a:lnTo>
                    <a:pt x="24882" y="8880"/>
                  </a:lnTo>
                  <a:lnTo>
                    <a:pt x="24902" y="8173"/>
                  </a:lnTo>
                  <a:lnTo>
                    <a:pt x="24922" y="7487"/>
                  </a:lnTo>
                  <a:lnTo>
                    <a:pt x="24902" y="6781"/>
                  </a:lnTo>
                  <a:lnTo>
                    <a:pt x="24862" y="6095"/>
                  </a:lnTo>
                  <a:lnTo>
                    <a:pt x="24801" y="5409"/>
                  </a:lnTo>
                  <a:lnTo>
                    <a:pt x="24741" y="4924"/>
                  </a:lnTo>
                  <a:lnTo>
                    <a:pt x="24660" y="4420"/>
                  </a:lnTo>
                  <a:lnTo>
                    <a:pt x="24539" y="3895"/>
                  </a:lnTo>
                  <a:lnTo>
                    <a:pt x="24458" y="3633"/>
                  </a:lnTo>
                  <a:lnTo>
                    <a:pt x="24357" y="3371"/>
                  </a:lnTo>
                  <a:lnTo>
                    <a:pt x="24257" y="3108"/>
                  </a:lnTo>
                  <a:lnTo>
                    <a:pt x="24156" y="2866"/>
                  </a:lnTo>
                  <a:lnTo>
                    <a:pt x="24014" y="2604"/>
                  </a:lnTo>
                  <a:lnTo>
                    <a:pt x="23873" y="2362"/>
                  </a:lnTo>
                  <a:lnTo>
                    <a:pt x="23692" y="2140"/>
                  </a:lnTo>
                  <a:lnTo>
                    <a:pt x="23510" y="1918"/>
                  </a:lnTo>
                  <a:lnTo>
                    <a:pt x="23308" y="1736"/>
                  </a:lnTo>
                  <a:lnTo>
                    <a:pt x="23086" y="1534"/>
                  </a:lnTo>
                  <a:lnTo>
                    <a:pt x="22763" y="1332"/>
                  </a:lnTo>
                  <a:lnTo>
                    <a:pt x="22440" y="1171"/>
                  </a:lnTo>
                  <a:lnTo>
                    <a:pt x="22077" y="1030"/>
                  </a:lnTo>
                  <a:lnTo>
                    <a:pt x="21714" y="929"/>
                  </a:lnTo>
                  <a:lnTo>
                    <a:pt x="21351" y="828"/>
                  </a:lnTo>
                  <a:lnTo>
                    <a:pt x="20947" y="767"/>
                  </a:lnTo>
                  <a:lnTo>
                    <a:pt x="20160" y="646"/>
                  </a:lnTo>
                  <a:lnTo>
                    <a:pt x="17900" y="424"/>
                  </a:lnTo>
                  <a:lnTo>
                    <a:pt x="15720" y="243"/>
                  </a:lnTo>
                  <a:lnTo>
                    <a:pt x="14651" y="162"/>
                  </a:lnTo>
                  <a:lnTo>
                    <a:pt x="13601" y="101"/>
                  </a:lnTo>
                  <a:lnTo>
                    <a:pt x="12552" y="61"/>
                  </a:lnTo>
                  <a:lnTo>
                    <a:pt x="11543" y="21"/>
                  </a:lnTo>
                  <a:lnTo>
                    <a:pt x="10514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23" name="Google Shape;523;p7"/>
            <p:cNvSpPr/>
            <p:nvPr/>
          </p:nvSpPr>
          <p:spPr>
            <a:xfrm flipH="1">
              <a:off x="-3238229" y="-4877163"/>
              <a:ext cx="1371970" cy="810100"/>
            </a:xfrm>
            <a:custGeom>
              <a:rect b="b" l="l" r="r" t="t"/>
              <a:pathLst>
                <a:path extrusionOk="0" h="14490" w="24540">
                  <a:moveTo>
                    <a:pt x="283" y="0"/>
                  </a:moveTo>
                  <a:lnTo>
                    <a:pt x="182" y="364"/>
                  </a:lnTo>
                  <a:lnTo>
                    <a:pt x="102" y="747"/>
                  </a:lnTo>
                  <a:lnTo>
                    <a:pt x="41" y="1131"/>
                  </a:lnTo>
                  <a:lnTo>
                    <a:pt x="21" y="1534"/>
                  </a:lnTo>
                  <a:lnTo>
                    <a:pt x="1" y="1938"/>
                  </a:lnTo>
                  <a:lnTo>
                    <a:pt x="21" y="2341"/>
                  </a:lnTo>
                  <a:lnTo>
                    <a:pt x="61" y="2765"/>
                  </a:lnTo>
                  <a:lnTo>
                    <a:pt x="122" y="3189"/>
                  </a:lnTo>
                  <a:lnTo>
                    <a:pt x="223" y="3633"/>
                  </a:lnTo>
                  <a:lnTo>
                    <a:pt x="324" y="4097"/>
                  </a:lnTo>
                  <a:lnTo>
                    <a:pt x="566" y="4985"/>
                  </a:lnTo>
                  <a:lnTo>
                    <a:pt x="848" y="6055"/>
                  </a:lnTo>
                  <a:lnTo>
                    <a:pt x="969" y="6599"/>
                  </a:lnTo>
                  <a:lnTo>
                    <a:pt x="1050" y="7144"/>
                  </a:lnTo>
                  <a:lnTo>
                    <a:pt x="1111" y="7649"/>
                  </a:lnTo>
                  <a:lnTo>
                    <a:pt x="1151" y="8173"/>
                  </a:lnTo>
                  <a:lnTo>
                    <a:pt x="1151" y="8718"/>
                  </a:lnTo>
                  <a:lnTo>
                    <a:pt x="1151" y="9243"/>
                  </a:lnTo>
                  <a:lnTo>
                    <a:pt x="1131" y="9768"/>
                  </a:lnTo>
                  <a:lnTo>
                    <a:pt x="1090" y="10292"/>
                  </a:lnTo>
                  <a:lnTo>
                    <a:pt x="989" y="11342"/>
                  </a:lnTo>
                  <a:lnTo>
                    <a:pt x="929" y="12088"/>
                  </a:lnTo>
                  <a:lnTo>
                    <a:pt x="868" y="12855"/>
                  </a:lnTo>
                  <a:lnTo>
                    <a:pt x="848" y="13218"/>
                  </a:lnTo>
                  <a:lnTo>
                    <a:pt x="868" y="13400"/>
                  </a:lnTo>
                  <a:lnTo>
                    <a:pt x="889" y="13582"/>
                  </a:lnTo>
                  <a:lnTo>
                    <a:pt x="929" y="13743"/>
                  </a:lnTo>
                  <a:lnTo>
                    <a:pt x="989" y="13905"/>
                  </a:lnTo>
                  <a:lnTo>
                    <a:pt x="1070" y="14046"/>
                  </a:lnTo>
                  <a:lnTo>
                    <a:pt x="1171" y="14187"/>
                  </a:lnTo>
                  <a:lnTo>
                    <a:pt x="1252" y="14268"/>
                  </a:lnTo>
                  <a:lnTo>
                    <a:pt x="1353" y="14328"/>
                  </a:lnTo>
                  <a:lnTo>
                    <a:pt x="1433" y="14369"/>
                  </a:lnTo>
                  <a:lnTo>
                    <a:pt x="1534" y="14409"/>
                  </a:lnTo>
                  <a:lnTo>
                    <a:pt x="1756" y="14470"/>
                  </a:lnTo>
                  <a:lnTo>
                    <a:pt x="1958" y="14490"/>
                  </a:lnTo>
                  <a:lnTo>
                    <a:pt x="2180" y="14470"/>
                  </a:lnTo>
                  <a:lnTo>
                    <a:pt x="2402" y="14429"/>
                  </a:lnTo>
                  <a:lnTo>
                    <a:pt x="2644" y="14349"/>
                  </a:lnTo>
                  <a:lnTo>
                    <a:pt x="2886" y="14227"/>
                  </a:lnTo>
                  <a:lnTo>
                    <a:pt x="3330" y="13965"/>
                  </a:lnTo>
                  <a:lnTo>
                    <a:pt x="3532" y="13844"/>
                  </a:lnTo>
                  <a:lnTo>
                    <a:pt x="3895" y="13642"/>
                  </a:lnTo>
                  <a:lnTo>
                    <a:pt x="4259" y="13461"/>
                  </a:lnTo>
                  <a:lnTo>
                    <a:pt x="4642" y="13299"/>
                  </a:lnTo>
                  <a:lnTo>
                    <a:pt x="5046" y="13138"/>
                  </a:lnTo>
                  <a:lnTo>
                    <a:pt x="5449" y="12996"/>
                  </a:lnTo>
                  <a:lnTo>
                    <a:pt x="5873" y="12875"/>
                  </a:lnTo>
                  <a:lnTo>
                    <a:pt x="6317" y="12754"/>
                  </a:lnTo>
                  <a:lnTo>
                    <a:pt x="6761" y="12653"/>
                  </a:lnTo>
                  <a:lnTo>
                    <a:pt x="7225" y="12573"/>
                  </a:lnTo>
                  <a:lnTo>
                    <a:pt x="7689" y="12512"/>
                  </a:lnTo>
                  <a:lnTo>
                    <a:pt x="8174" y="12472"/>
                  </a:lnTo>
                  <a:lnTo>
                    <a:pt x="8678" y="12431"/>
                  </a:lnTo>
                  <a:lnTo>
                    <a:pt x="9183" y="12411"/>
                  </a:lnTo>
                  <a:lnTo>
                    <a:pt x="10232" y="12411"/>
                  </a:lnTo>
                  <a:lnTo>
                    <a:pt x="10777" y="12431"/>
                  </a:lnTo>
                  <a:lnTo>
                    <a:pt x="11887" y="12532"/>
                  </a:lnTo>
                  <a:lnTo>
                    <a:pt x="12976" y="12653"/>
                  </a:lnTo>
                  <a:lnTo>
                    <a:pt x="14066" y="12815"/>
                  </a:lnTo>
                  <a:lnTo>
                    <a:pt x="15156" y="12976"/>
                  </a:lnTo>
                  <a:lnTo>
                    <a:pt x="16690" y="13198"/>
                  </a:lnTo>
                  <a:lnTo>
                    <a:pt x="17477" y="13299"/>
                  </a:lnTo>
                  <a:lnTo>
                    <a:pt x="18243" y="13400"/>
                  </a:lnTo>
                  <a:lnTo>
                    <a:pt x="18768" y="13440"/>
                  </a:lnTo>
                  <a:lnTo>
                    <a:pt x="19273" y="13481"/>
                  </a:lnTo>
                  <a:lnTo>
                    <a:pt x="19797" y="13481"/>
                  </a:lnTo>
                  <a:lnTo>
                    <a:pt x="20302" y="13461"/>
                  </a:lnTo>
                  <a:lnTo>
                    <a:pt x="20806" y="13400"/>
                  </a:lnTo>
                  <a:lnTo>
                    <a:pt x="21048" y="13360"/>
                  </a:lnTo>
                  <a:lnTo>
                    <a:pt x="21291" y="13299"/>
                  </a:lnTo>
                  <a:lnTo>
                    <a:pt x="21533" y="13218"/>
                  </a:lnTo>
                  <a:lnTo>
                    <a:pt x="21775" y="13138"/>
                  </a:lnTo>
                  <a:lnTo>
                    <a:pt x="21997" y="13037"/>
                  </a:lnTo>
                  <a:lnTo>
                    <a:pt x="22219" y="12936"/>
                  </a:lnTo>
                  <a:lnTo>
                    <a:pt x="22421" y="12815"/>
                  </a:lnTo>
                  <a:lnTo>
                    <a:pt x="22602" y="12694"/>
                  </a:lnTo>
                  <a:lnTo>
                    <a:pt x="22784" y="12553"/>
                  </a:lnTo>
                  <a:lnTo>
                    <a:pt x="22966" y="12411"/>
                  </a:lnTo>
                  <a:lnTo>
                    <a:pt x="23127" y="12250"/>
                  </a:lnTo>
                  <a:lnTo>
                    <a:pt x="23288" y="12068"/>
                  </a:lnTo>
                  <a:lnTo>
                    <a:pt x="23450" y="11887"/>
                  </a:lnTo>
                  <a:lnTo>
                    <a:pt x="23591" y="11685"/>
                  </a:lnTo>
                  <a:lnTo>
                    <a:pt x="23874" y="11261"/>
                  </a:lnTo>
                  <a:lnTo>
                    <a:pt x="24116" y="10797"/>
                  </a:lnTo>
                  <a:lnTo>
                    <a:pt x="24358" y="10292"/>
                  </a:lnTo>
                  <a:lnTo>
                    <a:pt x="24540" y="9727"/>
                  </a:lnTo>
                  <a:lnTo>
                    <a:pt x="24479" y="9707"/>
                  </a:lnTo>
                  <a:lnTo>
                    <a:pt x="24277" y="10252"/>
                  </a:lnTo>
                  <a:lnTo>
                    <a:pt x="24055" y="10756"/>
                  </a:lnTo>
                  <a:lnTo>
                    <a:pt x="23813" y="11221"/>
                  </a:lnTo>
                  <a:lnTo>
                    <a:pt x="23531" y="11644"/>
                  </a:lnTo>
                  <a:lnTo>
                    <a:pt x="23228" y="12008"/>
                  </a:lnTo>
                  <a:lnTo>
                    <a:pt x="23066" y="12189"/>
                  </a:lnTo>
                  <a:lnTo>
                    <a:pt x="22905" y="12351"/>
                  </a:lnTo>
                  <a:lnTo>
                    <a:pt x="22744" y="12492"/>
                  </a:lnTo>
                  <a:lnTo>
                    <a:pt x="22562" y="12613"/>
                  </a:lnTo>
                  <a:lnTo>
                    <a:pt x="22380" y="12754"/>
                  </a:lnTo>
                  <a:lnTo>
                    <a:pt x="22178" y="12855"/>
                  </a:lnTo>
                  <a:lnTo>
                    <a:pt x="21957" y="12976"/>
                  </a:lnTo>
                  <a:lnTo>
                    <a:pt x="21735" y="13077"/>
                  </a:lnTo>
                  <a:lnTo>
                    <a:pt x="21492" y="13158"/>
                  </a:lnTo>
                  <a:lnTo>
                    <a:pt x="21270" y="13218"/>
                  </a:lnTo>
                  <a:lnTo>
                    <a:pt x="21028" y="13279"/>
                  </a:lnTo>
                  <a:lnTo>
                    <a:pt x="20786" y="13319"/>
                  </a:lnTo>
                  <a:lnTo>
                    <a:pt x="20282" y="13380"/>
                  </a:lnTo>
                  <a:lnTo>
                    <a:pt x="19777" y="13400"/>
                  </a:lnTo>
                  <a:lnTo>
                    <a:pt x="19273" y="13400"/>
                  </a:lnTo>
                  <a:lnTo>
                    <a:pt x="18768" y="13360"/>
                  </a:lnTo>
                  <a:lnTo>
                    <a:pt x="18264" y="13319"/>
                  </a:lnTo>
                  <a:lnTo>
                    <a:pt x="17477" y="13218"/>
                  </a:lnTo>
                  <a:lnTo>
                    <a:pt x="16710" y="13118"/>
                  </a:lnTo>
                  <a:lnTo>
                    <a:pt x="15156" y="12896"/>
                  </a:lnTo>
                  <a:lnTo>
                    <a:pt x="14086" y="12734"/>
                  </a:lnTo>
                  <a:lnTo>
                    <a:pt x="12997" y="12573"/>
                  </a:lnTo>
                  <a:lnTo>
                    <a:pt x="11887" y="12452"/>
                  </a:lnTo>
                  <a:lnTo>
                    <a:pt x="10797" y="12351"/>
                  </a:lnTo>
                  <a:lnTo>
                    <a:pt x="10252" y="12331"/>
                  </a:lnTo>
                  <a:lnTo>
                    <a:pt x="9183" y="12331"/>
                  </a:lnTo>
                  <a:lnTo>
                    <a:pt x="8658" y="12351"/>
                  </a:lnTo>
                  <a:lnTo>
                    <a:pt x="8174" y="12391"/>
                  </a:lnTo>
                  <a:lnTo>
                    <a:pt x="7669" y="12431"/>
                  </a:lnTo>
                  <a:lnTo>
                    <a:pt x="7205" y="12492"/>
                  </a:lnTo>
                  <a:lnTo>
                    <a:pt x="6741" y="12573"/>
                  </a:lnTo>
                  <a:lnTo>
                    <a:pt x="6277" y="12674"/>
                  </a:lnTo>
                  <a:lnTo>
                    <a:pt x="5853" y="12795"/>
                  </a:lnTo>
                  <a:lnTo>
                    <a:pt x="5429" y="12916"/>
                  </a:lnTo>
                  <a:lnTo>
                    <a:pt x="5005" y="13057"/>
                  </a:lnTo>
                  <a:lnTo>
                    <a:pt x="4602" y="13218"/>
                  </a:lnTo>
                  <a:lnTo>
                    <a:pt x="4218" y="13380"/>
                  </a:lnTo>
                  <a:lnTo>
                    <a:pt x="3855" y="13582"/>
                  </a:lnTo>
                  <a:lnTo>
                    <a:pt x="3492" y="13783"/>
                  </a:lnTo>
                  <a:lnTo>
                    <a:pt x="3290" y="13905"/>
                  </a:lnTo>
                  <a:lnTo>
                    <a:pt x="2846" y="14147"/>
                  </a:lnTo>
                  <a:lnTo>
                    <a:pt x="2624" y="14268"/>
                  </a:lnTo>
                  <a:lnTo>
                    <a:pt x="2382" y="14349"/>
                  </a:lnTo>
                  <a:lnTo>
                    <a:pt x="2241" y="14389"/>
                  </a:lnTo>
                  <a:lnTo>
                    <a:pt x="2079" y="14409"/>
                  </a:lnTo>
                  <a:lnTo>
                    <a:pt x="1938" y="14409"/>
                  </a:lnTo>
                  <a:lnTo>
                    <a:pt x="1776" y="14389"/>
                  </a:lnTo>
                  <a:lnTo>
                    <a:pt x="1635" y="14369"/>
                  </a:lnTo>
                  <a:lnTo>
                    <a:pt x="1494" y="14308"/>
                  </a:lnTo>
                  <a:lnTo>
                    <a:pt x="1353" y="14227"/>
                  </a:lnTo>
                  <a:lnTo>
                    <a:pt x="1232" y="14127"/>
                  </a:lnTo>
                  <a:lnTo>
                    <a:pt x="1131" y="14005"/>
                  </a:lnTo>
                  <a:lnTo>
                    <a:pt x="1050" y="13864"/>
                  </a:lnTo>
                  <a:lnTo>
                    <a:pt x="1010" y="13723"/>
                  </a:lnTo>
                  <a:lnTo>
                    <a:pt x="969" y="13562"/>
                  </a:lnTo>
                  <a:lnTo>
                    <a:pt x="949" y="13380"/>
                  </a:lnTo>
                  <a:lnTo>
                    <a:pt x="929" y="13218"/>
                  </a:lnTo>
                  <a:lnTo>
                    <a:pt x="949" y="12855"/>
                  </a:lnTo>
                  <a:lnTo>
                    <a:pt x="1010" y="12109"/>
                  </a:lnTo>
                  <a:lnTo>
                    <a:pt x="1070" y="11342"/>
                  </a:lnTo>
                  <a:lnTo>
                    <a:pt x="1171" y="10292"/>
                  </a:lnTo>
                  <a:lnTo>
                    <a:pt x="1211" y="9768"/>
                  </a:lnTo>
                  <a:lnTo>
                    <a:pt x="1232" y="9243"/>
                  </a:lnTo>
                  <a:lnTo>
                    <a:pt x="1232" y="8698"/>
                  </a:lnTo>
                  <a:lnTo>
                    <a:pt x="1232" y="8173"/>
                  </a:lnTo>
                  <a:lnTo>
                    <a:pt x="1191" y="7649"/>
                  </a:lnTo>
                  <a:lnTo>
                    <a:pt x="1131" y="7124"/>
                  </a:lnTo>
                  <a:lnTo>
                    <a:pt x="1050" y="6579"/>
                  </a:lnTo>
                  <a:lnTo>
                    <a:pt x="929" y="6034"/>
                  </a:lnTo>
                  <a:lnTo>
                    <a:pt x="646" y="4965"/>
                  </a:lnTo>
                  <a:lnTo>
                    <a:pt x="404" y="4077"/>
                  </a:lnTo>
                  <a:lnTo>
                    <a:pt x="303" y="3633"/>
                  </a:lnTo>
                  <a:lnTo>
                    <a:pt x="202" y="3169"/>
                  </a:lnTo>
                  <a:lnTo>
                    <a:pt x="142" y="2765"/>
                  </a:lnTo>
                  <a:lnTo>
                    <a:pt x="102" y="2341"/>
                  </a:lnTo>
                  <a:lnTo>
                    <a:pt x="81" y="1938"/>
                  </a:lnTo>
                  <a:lnTo>
                    <a:pt x="102" y="1534"/>
                  </a:lnTo>
                  <a:lnTo>
                    <a:pt x="122" y="1151"/>
                  </a:lnTo>
                  <a:lnTo>
                    <a:pt x="182" y="767"/>
                  </a:lnTo>
                  <a:lnTo>
                    <a:pt x="243" y="384"/>
                  </a:lnTo>
                  <a:lnTo>
                    <a:pt x="344" y="21"/>
                  </a:lnTo>
                  <a:lnTo>
                    <a:pt x="28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24" name="Google Shape;524;p7"/>
            <p:cNvSpPr/>
            <p:nvPr/>
          </p:nvSpPr>
          <p:spPr>
            <a:xfrm flipH="1">
              <a:off x="-3249516" y="-5106211"/>
              <a:ext cx="1060565" cy="526984"/>
            </a:xfrm>
            <a:custGeom>
              <a:rect b="b" l="l" r="r" t="t"/>
              <a:pathLst>
                <a:path extrusionOk="0" h="9426" w="18970">
                  <a:moveTo>
                    <a:pt x="7103" y="1"/>
                  </a:moveTo>
                  <a:lnTo>
                    <a:pt x="5812" y="41"/>
                  </a:lnTo>
                  <a:lnTo>
                    <a:pt x="4480" y="142"/>
                  </a:lnTo>
                  <a:lnTo>
                    <a:pt x="3976" y="183"/>
                  </a:lnTo>
                  <a:lnTo>
                    <a:pt x="3552" y="223"/>
                  </a:lnTo>
                  <a:lnTo>
                    <a:pt x="3168" y="263"/>
                  </a:lnTo>
                  <a:lnTo>
                    <a:pt x="2805" y="324"/>
                  </a:lnTo>
                  <a:lnTo>
                    <a:pt x="2462" y="425"/>
                  </a:lnTo>
                  <a:lnTo>
                    <a:pt x="2301" y="505"/>
                  </a:lnTo>
                  <a:lnTo>
                    <a:pt x="2139" y="586"/>
                  </a:lnTo>
                  <a:lnTo>
                    <a:pt x="1958" y="667"/>
                  </a:lnTo>
                  <a:lnTo>
                    <a:pt x="1796" y="788"/>
                  </a:lnTo>
                  <a:lnTo>
                    <a:pt x="1635" y="909"/>
                  </a:lnTo>
                  <a:lnTo>
                    <a:pt x="1453" y="1070"/>
                  </a:lnTo>
                  <a:lnTo>
                    <a:pt x="1090" y="1434"/>
                  </a:lnTo>
                  <a:lnTo>
                    <a:pt x="827" y="1736"/>
                  </a:lnTo>
                  <a:lnTo>
                    <a:pt x="585" y="2059"/>
                  </a:lnTo>
                  <a:lnTo>
                    <a:pt x="404" y="2362"/>
                  </a:lnTo>
                  <a:lnTo>
                    <a:pt x="242" y="2665"/>
                  </a:lnTo>
                  <a:lnTo>
                    <a:pt x="121" y="2988"/>
                  </a:lnTo>
                  <a:lnTo>
                    <a:pt x="40" y="3290"/>
                  </a:lnTo>
                  <a:lnTo>
                    <a:pt x="0" y="3593"/>
                  </a:lnTo>
                  <a:lnTo>
                    <a:pt x="0" y="3896"/>
                  </a:lnTo>
                  <a:lnTo>
                    <a:pt x="81" y="3896"/>
                  </a:lnTo>
                  <a:lnTo>
                    <a:pt x="81" y="3593"/>
                  </a:lnTo>
                  <a:lnTo>
                    <a:pt x="121" y="3290"/>
                  </a:lnTo>
                  <a:lnTo>
                    <a:pt x="202" y="3008"/>
                  </a:lnTo>
                  <a:lnTo>
                    <a:pt x="323" y="2705"/>
                  </a:lnTo>
                  <a:lnTo>
                    <a:pt x="464" y="2402"/>
                  </a:lnTo>
                  <a:lnTo>
                    <a:pt x="666" y="2100"/>
                  </a:lnTo>
                  <a:lnTo>
                    <a:pt x="888" y="1797"/>
                  </a:lnTo>
                  <a:lnTo>
                    <a:pt x="1150" y="1474"/>
                  </a:lnTo>
                  <a:lnTo>
                    <a:pt x="1514" y="1131"/>
                  </a:lnTo>
                  <a:lnTo>
                    <a:pt x="1675" y="970"/>
                  </a:lnTo>
                  <a:lnTo>
                    <a:pt x="1837" y="848"/>
                  </a:lnTo>
                  <a:lnTo>
                    <a:pt x="2018" y="748"/>
                  </a:lnTo>
                  <a:lnTo>
                    <a:pt x="2180" y="647"/>
                  </a:lnTo>
                  <a:lnTo>
                    <a:pt x="2341" y="566"/>
                  </a:lnTo>
                  <a:lnTo>
                    <a:pt x="2502" y="505"/>
                  </a:lnTo>
                  <a:lnTo>
                    <a:pt x="2825" y="405"/>
                  </a:lnTo>
                  <a:lnTo>
                    <a:pt x="3189" y="344"/>
                  </a:lnTo>
                  <a:lnTo>
                    <a:pt x="3572" y="304"/>
                  </a:lnTo>
                  <a:lnTo>
                    <a:pt x="3996" y="263"/>
                  </a:lnTo>
                  <a:lnTo>
                    <a:pt x="4500" y="223"/>
                  </a:lnTo>
                  <a:lnTo>
                    <a:pt x="5812" y="122"/>
                  </a:lnTo>
                  <a:lnTo>
                    <a:pt x="7103" y="82"/>
                  </a:lnTo>
                  <a:lnTo>
                    <a:pt x="8355" y="82"/>
                  </a:lnTo>
                  <a:lnTo>
                    <a:pt x="9586" y="102"/>
                  </a:lnTo>
                  <a:lnTo>
                    <a:pt x="10574" y="162"/>
                  </a:lnTo>
                  <a:lnTo>
                    <a:pt x="11099" y="223"/>
                  </a:lnTo>
                  <a:lnTo>
                    <a:pt x="11664" y="283"/>
                  </a:lnTo>
                  <a:lnTo>
                    <a:pt x="12209" y="384"/>
                  </a:lnTo>
                  <a:lnTo>
                    <a:pt x="12794" y="505"/>
                  </a:lnTo>
                  <a:lnTo>
                    <a:pt x="13359" y="647"/>
                  </a:lnTo>
                  <a:lnTo>
                    <a:pt x="13945" y="828"/>
                  </a:lnTo>
                  <a:lnTo>
                    <a:pt x="14348" y="990"/>
                  </a:lnTo>
                  <a:lnTo>
                    <a:pt x="14812" y="1171"/>
                  </a:lnTo>
                  <a:lnTo>
                    <a:pt x="15276" y="1414"/>
                  </a:lnTo>
                  <a:lnTo>
                    <a:pt x="15741" y="1696"/>
                  </a:lnTo>
                  <a:lnTo>
                    <a:pt x="16205" y="2019"/>
                  </a:lnTo>
                  <a:lnTo>
                    <a:pt x="16447" y="2201"/>
                  </a:lnTo>
                  <a:lnTo>
                    <a:pt x="16669" y="2382"/>
                  </a:lnTo>
                  <a:lnTo>
                    <a:pt x="16891" y="2604"/>
                  </a:lnTo>
                  <a:lnTo>
                    <a:pt x="17113" y="2826"/>
                  </a:lnTo>
                  <a:lnTo>
                    <a:pt x="17315" y="3068"/>
                  </a:lnTo>
                  <a:lnTo>
                    <a:pt x="17516" y="3310"/>
                  </a:lnTo>
                  <a:lnTo>
                    <a:pt x="17698" y="3593"/>
                  </a:lnTo>
                  <a:lnTo>
                    <a:pt x="17880" y="3876"/>
                  </a:lnTo>
                  <a:lnTo>
                    <a:pt x="18041" y="4178"/>
                  </a:lnTo>
                  <a:lnTo>
                    <a:pt x="18182" y="4501"/>
                  </a:lnTo>
                  <a:lnTo>
                    <a:pt x="18324" y="4824"/>
                  </a:lnTo>
                  <a:lnTo>
                    <a:pt x="18445" y="5187"/>
                  </a:lnTo>
                  <a:lnTo>
                    <a:pt x="18546" y="5530"/>
                  </a:lnTo>
                  <a:lnTo>
                    <a:pt x="18646" y="5914"/>
                  </a:lnTo>
                  <a:lnTo>
                    <a:pt x="18727" y="6297"/>
                  </a:lnTo>
                  <a:lnTo>
                    <a:pt x="18788" y="6701"/>
                  </a:lnTo>
                  <a:lnTo>
                    <a:pt x="18828" y="7125"/>
                  </a:lnTo>
                  <a:lnTo>
                    <a:pt x="18868" y="7548"/>
                  </a:lnTo>
                  <a:lnTo>
                    <a:pt x="18889" y="7992"/>
                  </a:lnTo>
                  <a:lnTo>
                    <a:pt x="18889" y="8456"/>
                  </a:lnTo>
                  <a:lnTo>
                    <a:pt x="18889" y="8941"/>
                  </a:lnTo>
                  <a:lnTo>
                    <a:pt x="18868" y="9425"/>
                  </a:lnTo>
                  <a:lnTo>
                    <a:pt x="18949" y="9425"/>
                  </a:lnTo>
                  <a:lnTo>
                    <a:pt x="18969" y="8941"/>
                  </a:lnTo>
                  <a:lnTo>
                    <a:pt x="18969" y="8456"/>
                  </a:lnTo>
                  <a:lnTo>
                    <a:pt x="18969" y="7992"/>
                  </a:lnTo>
                  <a:lnTo>
                    <a:pt x="18949" y="7528"/>
                  </a:lnTo>
                  <a:lnTo>
                    <a:pt x="18909" y="7104"/>
                  </a:lnTo>
                  <a:lnTo>
                    <a:pt x="18868" y="6681"/>
                  </a:lnTo>
                  <a:lnTo>
                    <a:pt x="18788" y="6277"/>
                  </a:lnTo>
                  <a:lnTo>
                    <a:pt x="18727" y="5894"/>
                  </a:lnTo>
                  <a:lnTo>
                    <a:pt x="18626" y="5510"/>
                  </a:lnTo>
                  <a:lnTo>
                    <a:pt x="18525" y="5147"/>
                  </a:lnTo>
                  <a:lnTo>
                    <a:pt x="18404" y="4804"/>
                  </a:lnTo>
                  <a:lnTo>
                    <a:pt x="18263" y="4461"/>
                  </a:lnTo>
                  <a:lnTo>
                    <a:pt x="18102" y="4138"/>
                  </a:lnTo>
                  <a:lnTo>
                    <a:pt x="17940" y="3835"/>
                  </a:lnTo>
                  <a:lnTo>
                    <a:pt x="17759" y="3553"/>
                  </a:lnTo>
                  <a:lnTo>
                    <a:pt x="17577" y="3270"/>
                  </a:lnTo>
                  <a:lnTo>
                    <a:pt x="17375" y="3008"/>
                  </a:lnTo>
                  <a:lnTo>
                    <a:pt x="17173" y="2766"/>
                  </a:lnTo>
                  <a:lnTo>
                    <a:pt x="16951" y="2544"/>
                  </a:lnTo>
                  <a:lnTo>
                    <a:pt x="16729" y="2322"/>
                  </a:lnTo>
                  <a:lnTo>
                    <a:pt x="16507" y="2140"/>
                  </a:lnTo>
                  <a:lnTo>
                    <a:pt x="16265" y="1958"/>
                  </a:lnTo>
                  <a:lnTo>
                    <a:pt x="15781" y="1615"/>
                  </a:lnTo>
                  <a:lnTo>
                    <a:pt x="15317" y="1333"/>
                  </a:lnTo>
                  <a:lnTo>
                    <a:pt x="14832" y="1111"/>
                  </a:lnTo>
                  <a:lnTo>
                    <a:pt x="14388" y="909"/>
                  </a:lnTo>
                  <a:lnTo>
                    <a:pt x="13965" y="748"/>
                  </a:lnTo>
                  <a:lnTo>
                    <a:pt x="13400" y="566"/>
                  </a:lnTo>
                  <a:lnTo>
                    <a:pt x="12814" y="425"/>
                  </a:lnTo>
                  <a:lnTo>
                    <a:pt x="12229" y="304"/>
                  </a:lnTo>
                  <a:lnTo>
                    <a:pt x="11664" y="223"/>
                  </a:lnTo>
                  <a:lnTo>
                    <a:pt x="11119" y="142"/>
                  </a:lnTo>
                  <a:lnTo>
                    <a:pt x="10574" y="82"/>
                  </a:lnTo>
                  <a:lnTo>
                    <a:pt x="9586" y="21"/>
                  </a:lnTo>
                  <a:lnTo>
                    <a:pt x="8355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25" name="Google Shape;525;p7"/>
            <p:cNvSpPr/>
            <p:nvPr/>
          </p:nvSpPr>
          <p:spPr>
            <a:xfrm flipH="1">
              <a:off x="-3364577" y="-5090390"/>
              <a:ext cx="1339208" cy="816864"/>
            </a:xfrm>
            <a:custGeom>
              <a:rect b="b" l="l" r="r" t="t"/>
              <a:pathLst>
                <a:path extrusionOk="0" h="14611" w="23954">
                  <a:moveTo>
                    <a:pt x="8637" y="0"/>
                  </a:moveTo>
                  <a:lnTo>
                    <a:pt x="7870" y="41"/>
                  </a:lnTo>
                  <a:lnTo>
                    <a:pt x="7083" y="81"/>
                  </a:lnTo>
                  <a:lnTo>
                    <a:pt x="6296" y="162"/>
                  </a:lnTo>
                  <a:lnTo>
                    <a:pt x="5509" y="243"/>
                  </a:lnTo>
                  <a:lnTo>
                    <a:pt x="5065" y="303"/>
                  </a:lnTo>
                  <a:lnTo>
                    <a:pt x="4601" y="384"/>
                  </a:lnTo>
                  <a:lnTo>
                    <a:pt x="4097" y="485"/>
                  </a:lnTo>
                  <a:lnTo>
                    <a:pt x="3592" y="626"/>
                  </a:lnTo>
                  <a:lnTo>
                    <a:pt x="3067" y="787"/>
                  </a:lnTo>
                  <a:lnTo>
                    <a:pt x="2563" y="1009"/>
                  </a:lnTo>
                  <a:lnTo>
                    <a:pt x="2321" y="1131"/>
                  </a:lnTo>
                  <a:lnTo>
                    <a:pt x="2079" y="1252"/>
                  </a:lnTo>
                  <a:lnTo>
                    <a:pt x="1836" y="1393"/>
                  </a:lnTo>
                  <a:lnTo>
                    <a:pt x="1614" y="1554"/>
                  </a:lnTo>
                  <a:lnTo>
                    <a:pt x="1392" y="1716"/>
                  </a:lnTo>
                  <a:lnTo>
                    <a:pt x="1191" y="1897"/>
                  </a:lnTo>
                  <a:lnTo>
                    <a:pt x="1009" y="2079"/>
                  </a:lnTo>
                  <a:lnTo>
                    <a:pt x="827" y="2261"/>
                  </a:lnTo>
                  <a:lnTo>
                    <a:pt x="686" y="2462"/>
                  </a:lnTo>
                  <a:lnTo>
                    <a:pt x="545" y="2664"/>
                  </a:lnTo>
                  <a:lnTo>
                    <a:pt x="404" y="2866"/>
                  </a:lnTo>
                  <a:lnTo>
                    <a:pt x="303" y="3088"/>
                  </a:lnTo>
                  <a:lnTo>
                    <a:pt x="222" y="3330"/>
                  </a:lnTo>
                  <a:lnTo>
                    <a:pt x="141" y="3552"/>
                  </a:lnTo>
                  <a:lnTo>
                    <a:pt x="81" y="3814"/>
                  </a:lnTo>
                  <a:lnTo>
                    <a:pt x="40" y="4057"/>
                  </a:lnTo>
                  <a:lnTo>
                    <a:pt x="0" y="4319"/>
                  </a:lnTo>
                  <a:lnTo>
                    <a:pt x="0" y="4581"/>
                  </a:lnTo>
                  <a:lnTo>
                    <a:pt x="0" y="4864"/>
                  </a:lnTo>
                  <a:lnTo>
                    <a:pt x="20" y="5146"/>
                  </a:lnTo>
                  <a:lnTo>
                    <a:pt x="81" y="5611"/>
                  </a:lnTo>
                  <a:lnTo>
                    <a:pt x="182" y="6095"/>
                  </a:lnTo>
                  <a:lnTo>
                    <a:pt x="303" y="6559"/>
                  </a:lnTo>
                  <a:lnTo>
                    <a:pt x="424" y="7023"/>
                  </a:lnTo>
                  <a:lnTo>
                    <a:pt x="565" y="7588"/>
                  </a:lnTo>
                  <a:lnTo>
                    <a:pt x="706" y="8173"/>
                  </a:lnTo>
                  <a:lnTo>
                    <a:pt x="767" y="8537"/>
                  </a:lnTo>
                  <a:lnTo>
                    <a:pt x="827" y="8920"/>
                  </a:lnTo>
                  <a:lnTo>
                    <a:pt x="868" y="9324"/>
                  </a:lnTo>
                  <a:lnTo>
                    <a:pt x="888" y="9707"/>
                  </a:lnTo>
                  <a:lnTo>
                    <a:pt x="908" y="10090"/>
                  </a:lnTo>
                  <a:lnTo>
                    <a:pt x="888" y="10474"/>
                  </a:lnTo>
                  <a:lnTo>
                    <a:pt x="868" y="10857"/>
                  </a:lnTo>
                  <a:lnTo>
                    <a:pt x="827" y="11241"/>
                  </a:lnTo>
                  <a:lnTo>
                    <a:pt x="807" y="11483"/>
                  </a:lnTo>
                  <a:lnTo>
                    <a:pt x="767" y="11765"/>
                  </a:lnTo>
                  <a:lnTo>
                    <a:pt x="747" y="12068"/>
                  </a:lnTo>
                  <a:lnTo>
                    <a:pt x="747" y="12351"/>
                  </a:lnTo>
                  <a:lnTo>
                    <a:pt x="767" y="12653"/>
                  </a:lnTo>
                  <a:lnTo>
                    <a:pt x="807" y="12815"/>
                  </a:lnTo>
                  <a:lnTo>
                    <a:pt x="848" y="12976"/>
                  </a:lnTo>
                  <a:lnTo>
                    <a:pt x="928" y="13138"/>
                  </a:lnTo>
                  <a:lnTo>
                    <a:pt x="1029" y="13299"/>
                  </a:lnTo>
                  <a:lnTo>
                    <a:pt x="1130" y="13440"/>
                  </a:lnTo>
                  <a:lnTo>
                    <a:pt x="1271" y="13561"/>
                  </a:lnTo>
                  <a:lnTo>
                    <a:pt x="1433" y="13662"/>
                  </a:lnTo>
                  <a:lnTo>
                    <a:pt x="1614" y="13723"/>
                  </a:lnTo>
                  <a:lnTo>
                    <a:pt x="1715" y="13763"/>
                  </a:lnTo>
                  <a:lnTo>
                    <a:pt x="2058" y="13763"/>
                  </a:lnTo>
                  <a:lnTo>
                    <a:pt x="2280" y="13723"/>
                  </a:lnTo>
                  <a:lnTo>
                    <a:pt x="2502" y="13683"/>
                  </a:lnTo>
                  <a:lnTo>
                    <a:pt x="3794" y="13420"/>
                  </a:lnTo>
                  <a:lnTo>
                    <a:pt x="4419" y="13299"/>
                  </a:lnTo>
                  <a:lnTo>
                    <a:pt x="5065" y="13198"/>
                  </a:lnTo>
                  <a:lnTo>
                    <a:pt x="5691" y="13118"/>
                  </a:lnTo>
                  <a:lnTo>
                    <a:pt x="6337" y="13057"/>
                  </a:lnTo>
                  <a:lnTo>
                    <a:pt x="6962" y="13037"/>
                  </a:lnTo>
                  <a:lnTo>
                    <a:pt x="7588" y="13037"/>
                  </a:lnTo>
                  <a:lnTo>
                    <a:pt x="8133" y="13077"/>
                  </a:lnTo>
                  <a:lnTo>
                    <a:pt x="8657" y="13138"/>
                  </a:lnTo>
                  <a:lnTo>
                    <a:pt x="9202" y="13218"/>
                  </a:lnTo>
                  <a:lnTo>
                    <a:pt x="9747" y="13319"/>
                  </a:lnTo>
                  <a:lnTo>
                    <a:pt x="10796" y="13561"/>
                  </a:lnTo>
                  <a:lnTo>
                    <a:pt x="11846" y="13824"/>
                  </a:lnTo>
                  <a:lnTo>
                    <a:pt x="13218" y="14167"/>
                  </a:lnTo>
                  <a:lnTo>
                    <a:pt x="13924" y="14328"/>
                  </a:lnTo>
                  <a:lnTo>
                    <a:pt x="14610" y="14449"/>
                  </a:lnTo>
                  <a:lnTo>
                    <a:pt x="15095" y="14530"/>
                  </a:lnTo>
                  <a:lnTo>
                    <a:pt x="15559" y="14570"/>
                  </a:lnTo>
                  <a:lnTo>
                    <a:pt x="16023" y="14611"/>
                  </a:lnTo>
                  <a:lnTo>
                    <a:pt x="16871" y="14611"/>
                  </a:lnTo>
                  <a:lnTo>
                    <a:pt x="17274" y="14570"/>
                  </a:lnTo>
                  <a:lnTo>
                    <a:pt x="17658" y="14530"/>
                  </a:lnTo>
                  <a:lnTo>
                    <a:pt x="18021" y="14449"/>
                  </a:lnTo>
                  <a:lnTo>
                    <a:pt x="18485" y="14328"/>
                  </a:lnTo>
                  <a:lnTo>
                    <a:pt x="18909" y="14187"/>
                  </a:lnTo>
                  <a:lnTo>
                    <a:pt x="19312" y="14005"/>
                  </a:lnTo>
                  <a:lnTo>
                    <a:pt x="19676" y="13783"/>
                  </a:lnTo>
                  <a:lnTo>
                    <a:pt x="20039" y="13541"/>
                  </a:lnTo>
                  <a:lnTo>
                    <a:pt x="20341" y="13279"/>
                  </a:lnTo>
                  <a:lnTo>
                    <a:pt x="20644" y="12976"/>
                  </a:lnTo>
                  <a:lnTo>
                    <a:pt x="20886" y="12674"/>
                  </a:lnTo>
                  <a:lnTo>
                    <a:pt x="21028" y="12472"/>
                  </a:lnTo>
                  <a:lnTo>
                    <a:pt x="21149" y="12270"/>
                  </a:lnTo>
                  <a:lnTo>
                    <a:pt x="21250" y="12048"/>
                  </a:lnTo>
                  <a:lnTo>
                    <a:pt x="21350" y="11846"/>
                  </a:lnTo>
                  <a:lnTo>
                    <a:pt x="21512" y="11402"/>
                  </a:lnTo>
                  <a:lnTo>
                    <a:pt x="21633" y="10958"/>
                  </a:lnTo>
                  <a:lnTo>
                    <a:pt x="21734" y="10494"/>
                  </a:lnTo>
                  <a:lnTo>
                    <a:pt x="21794" y="10030"/>
                  </a:lnTo>
                  <a:lnTo>
                    <a:pt x="21835" y="9586"/>
                  </a:lnTo>
                  <a:lnTo>
                    <a:pt x="21875" y="9142"/>
                  </a:lnTo>
                  <a:lnTo>
                    <a:pt x="21794" y="9142"/>
                  </a:lnTo>
                  <a:lnTo>
                    <a:pt x="21754" y="9586"/>
                  </a:lnTo>
                  <a:lnTo>
                    <a:pt x="21714" y="10030"/>
                  </a:lnTo>
                  <a:lnTo>
                    <a:pt x="21653" y="10474"/>
                  </a:lnTo>
                  <a:lnTo>
                    <a:pt x="21552" y="10918"/>
                  </a:lnTo>
                  <a:lnTo>
                    <a:pt x="21431" y="11362"/>
                  </a:lnTo>
                  <a:lnTo>
                    <a:pt x="21270" y="11806"/>
                  </a:lnTo>
                  <a:lnTo>
                    <a:pt x="21189" y="12008"/>
                  </a:lnTo>
                  <a:lnTo>
                    <a:pt x="21068" y="12230"/>
                  </a:lnTo>
                  <a:lnTo>
                    <a:pt x="20947" y="12431"/>
                  </a:lnTo>
                  <a:lnTo>
                    <a:pt x="20826" y="12613"/>
                  </a:lnTo>
                  <a:lnTo>
                    <a:pt x="20584" y="12936"/>
                  </a:lnTo>
                  <a:lnTo>
                    <a:pt x="20301" y="13218"/>
                  </a:lnTo>
                  <a:lnTo>
                    <a:pt x="19978" y="13481"/>
                  </a:lnTo>
                  <a:lnTo>
                    <a:pt x="19635" y="13723"/>
                  </a:lnTo>
                  <a:lnTo>
                    <a:pt x="19272" y="13925"/>
                  </a:lnTo>
                  <a:lnTo>
                    <a:pt x="18868" y="14106"/>
                  </a:lnTo>
                  <a:lnTo>
                    <a:pt x="18445" y="14248"/>
                  </a:lnTo>
                  <a:lnTo>
                    <a:pt x="18001" y="14369"/>
                  </a:lnTo>
                  <a:lnTo>
                    <a:pt x="17637" y="14449"/>
                  </a:lnTo>
                  <a:lnTo>
                    <a:pt x="17254" y="14490"/>
                  </a:lnTo>
                  <a:lnTo>
                    <a:pt x="16871" y="14530"/>
                  </a:lnTo>
                  <a:lnTo>
                    <a:pt x="16023" y="14530"/>
                  </a:lnTo>
                  <a:lnTo>
                    <a:pt x="15579" y="14490"/>
                  </a:lnTo>
                  <a:lnTo>
                    <a:pt x="15115" y="14449"/>
                  </a:lnTo>
                  <a:lnTo>
                    <a:pt x="14631" y="14369"/>
                  </a:lnTo>
                  <a:lnTo>
                    <a:pt x="13924" y="14248"/>
                  </a:lnTo>
                  <a:lnTo>
                    <a:pt x="13238" y="14086"/>
                  </a:lnTo>
                  <a:lnTo>
                    <a:pt x="11866" y="13743"/>
                  </a:lnTo>
                  <a:lnTo>
                    <a:pt x="10817" y="13481"/>
                  </a:lnTo>
                  <a:lnTo>
                    <a:pt x="9747" y="13239"/>
                  </a:lnTo>
                  <a:lnTo>
                    <a:pt x="9222" y="13138"/>
                  </a:lnTo>
                  <a:lnTo>
                    <a:pt x="8677" y="13057"/>
                  </a:lnTo>
                  <a:lnTo>
                    <a:pt x="8133" y="12996"/>
                  </a:lnTo>
                  <a:lnTo>
                    <a:pt x="7588" y="12956"/>
                  </a:lnTo>
                  <a:lnTo>
                    <a:pt x="6962" y="12956"/>
                  </a:lnTo>
                  <a:lnTo>
                    <a:pt x="6316" y="12976"/>
                  </a:lnTo>
                  <a:lnTo>
                    <a:pt x="5691" y="13037"/>
                  </a:lnTo>
                  <a:lnTo>
                    <a:pt x="5065" y="13118"/>
                  </a:lnTo>
                  <a:lnTo>
                    <a:pt x="4419" y="13218"/>
                  </a:lnTo>
                  <a:lnTo>
                    <a:pt x="3774" y="13339"/>
                  </a:lnTo>
                  <a:lnTo>
                    <a:pt x="2482" y="13602"/>
                  </a:lnTo>
                  <a:lnTo>
                    <a:pt x="2280" y="13642"/>
                  </a:lnTo>
                  <a:lnTo>
                    <a:pt x="2058" y="13683"/>
                  </a:lnTo>
                  <a:lnTo>
                    <a:pt x="1735" y="13683"/>
                  </a:lnTo>
                  <a:lnTo>
                    <a:pt x="1635" y="13662"/>
                  </a:lnTo>
                  <a:lnTo>
                    <a:pt x="1453" y="13582"/>
                  </a:lnTo>
                  <a:lnTo>
                    <a:pt x="1312" y="13501"/>
                  </a:lnTo>
                  <a:lnTo>
                    <a:pt x="1191" y="13380"/>
                  </a:lnTo>
                  <a:lnTo>
                    <a:pt x="1090" y="13239"/>
                  </a:lnTo>
                  <a:lnTo>
                    <a:pt x="989" y="13097"/>
                  </a:lnTo>
                  <a:lnTo>
                    <a:pt x="928" y="12936"/>
                  </a:lnTo>
                  <a:lnTo>
                    <a:pt x="888" y="12795"/>
                  </a:lnTo>
                  <a:lnTo>
                    <a:pt x="848" y="12633"/>
                  </a:lnTo>
                  <a:lnTo>
                    <a:pt x="827" y="12351"/>
                  </a:lnTo>
                  <a:lnTo>
                    <a:pt x="827" y="12068"/>
                  </a:lnTo>
                  <a:lnTo>
                    <a:pt x="848" y="11765"/>
                  </a:lnTo>
                  <a:lnTo>
                    <a:pt x="888" y="11483"/>
                  </a:lnTo>
                  <a:lnTo>
                    <a:pt x="908" y="11261"/>
                  </a:lnTo>
                  <a:lnTo>
                    <a:pt x="948" y="10857"/>
                  </a:lnTo>
                  <a:lnTo>
                    <a:pt x="969" y="10474"/>
                  </a:lnTo>
                  <a:lnTo>
                    <a:pt x="989" y="10090"/>
                  </a:lnTo>
                  <a:lnTo>
                    <a:pt x="969" y="9707"/>
                  </a:lnTo>
                  <a:lnTo>
                    <a:pt x="948" y="9303"/>
                  </a:lnTo>
                  <a:lnTo>
                    <a:pt x="908" y="8920"/>
                  </a:lnTo>
                  <a:lnTo>
                    <a:pt x="848" y="8537"/>
                  </a:lnTo>
                  <a:lnTo>
                    <a:pt x="787" y="8153"/>
                  </a:lnTo>
                  <a:lnTo>
                    <a:pt x="646" y="7568"/>
                  </a:lnTo>
                  <a:lnTo>
                    <a:pt x="505" y="7003"/>
                  </a:lnTo>
                  <a:lnTo>
                    <a:pt x="383" y="6539"/>
                  </a:lnTo>
                  <a:lnTo>
                    <a:pt x="262" y="6075"/>
                  </a:lnTo>
                  <a:lnTo>
                    <a:pt x="161" y="5611"/>
                  </a:lnTo>
                  <a:lnTo>
                    <a:pt x="101" y="5126"/>
                  </a:lnTo>
                  <a:lnTo>
                    <a:pt x="81" y="4844"/>
                  </a:lnTo>
                  <a:lnTo>
                    <a:pt x="81" y="4581"/>
                  </a:lnTo>
                  <a:lnTo>
                    <a:pt x="81" y="4319"/>
                  </a:lnTo>
                  <a:lnTo>
                    <a:pt x="121" y="4077"/>
                  </a:lnTo>
                  <a:lnTo>
                    <a:pt x="161" y="3835"/>
                  </a:lnTo>
                  <a:lnTo>
                    <a:pt x="222" y="3593"/>
                  </a:lnTo>
                  <a:lnTo>
                    <a:pt x="283" y="3350"/>
                  </a:lnTo>
                  <a:lnTo>
                    <a:pt x="383" y="3128"/>
                  </a:lnTo>
                  <a:lnTo>
                    <a:pt x="484" y="2906"/>
                  </a:lnTo>
                  <a:lnTo>
                    <a:pt x="605" y="2705"/>
                  </a:lnTo>
                  <a:lnTo>
                    <a:pt x="747" y="2503"/>
                  </a:lnTo>
                  <a:lnTo>
                    <a:pt x="888" y="2301"/>
                  </a:lnTo>
                  <a:lnTo>
                    <a:pt x="1070" y="2119"/>
                  </a:lnTo>
                  <a:lnTo>
                    <a:pt x="1251" y="1938"/>
                  </a:lnTo>
                  <a:lnTo>
                    <a:pt x="1453" y="1776"/>
                  </a:lnTo>
                  <a:lnTo>
                    <a:pt x="1655" y="1615"/>
                  </a:lnTo>
                  <a:lnTo>
                    <a:pt x="1897" y="1453"/>
                  </a:lnTo>
                  <a:lnTo>
                    <a:pt x="2119" y="1332"/>
                  </a:lnTo>
                  <a:lnTo>
                    <a:pt x="2361" y="1191"/>
                  </a:lnTo>
                  <a:lnTo>
                    <a:pt x="2603" y="1070"/>
                  </a:lnTo>
                  <a:lnTo>
                    <a:pt x="3108" y="868"/>
                  </a:lnTo>
                  <a:lnTo>
                    <a:pt x="3612" y="707"/>
                  </a:lnTo>
                  <a:lnTo>
                    <a:pt x="4117" y="565"/>
                  </a:lnTo>
                  <a:lnTo>
                    <a:pt x="4621" y="465"/>
                  </a:lnTo>
                  <a:lnTo>
                    <a:pt x="5085" y="384"/>
                  </a:lnTo>
                  <a:lnTo>
                    <a:pt x="5529" y="323"/>
                  </a:lnTo>
                  <a:lnTo>
                    <a:pt x="6316" y="243"/>
                  </a:lnTo>
                  <a:lnTo>
                    <a:pt x="7083" y="162"/>
                  </a:lnTo>
                  <a:lnTo>
                    <a:pt x="7870" y="122"/>
                  </a:lnTo>
                  <a:lnTo>
                    <a:pt x="8637" y="81"/>
                  </a:lnTo>
                  <a:lnTo>
                    <a:pt x="10171" y="81"/>
                  </a:lnTo>
                  <a:lnTo>
                    <a:pt x="10938" y="101"/>
                  </a:lnTo>
                  <a:lnTo>
                    <a:pt x="11704" y="142"/>
                  </a:lnTo>
                  <a:lnTo>
                    <a:pt x="12451" y="202"/>
                  </a:lnTo>
                  <a:lnTo>
                    <a:pt x="13218" y="283"/>
                  </a:lnTo>
                  <a:lnTo>
                    <a:pt x="13965" y="364"/>
                  </a:lnTo>
                  <a:lnTo>
                    <a:pt x="14711" y="485"/>
                  </a:lnTo>
                  <a:lnTo>
                    <a:pt x="15458" y="606"/>
                  </a:lnTo>
                  <a:lnTo>
                    <a:pt x="16225" y="767"/>
                  </a:lnTo>
                  <a:lnTo>
                    <a:pt x="16971" y="929"/>
                  </a:lnTo>
                  <a:lnTo>
                    <a:pt x="17718" y="1110"/>
                  </a:lnTo>
                  <a:lnTo>
                    <a:pt x="18445" y="1312"/>
                  </a:lnTo>
                  <a:lnTo>
                    <a:pt x="19191" y="1554"/>
                  </a:lnTo>
                  <a:lnTo>
                    <a:pt x="19554" y="1675"/>
                  </a:lnTo>
                  <a:lnTo>
                    <a:pt x="19938" y="1817"/>
                  </a:lnTo>
                  <a:lnTo>
                    <a:pt x="20301" y="1978"/>
                  </a:lnTo>
                  <a:lnTo>
                    <a:pt x="20644" y="2140"/>
                  </a:lnTo>
                  <a:lnTo>
                    <a:pt x="20987" y="2321"/>
                  </a:lnTo>
                  <a:lnTo>
                    <a:pt x="21330" y="2523"/>
                  </a:lnTo>
                  <a:lnTo>
                    <a:pt x="21653" y="2745"/>
                  </a:lnTo>
                  <a:lnTo>
                    <a:pt x="21956" y="2967"/>
                  </a:lnTo>
                  <a:lnTo>
                    <a:pt x="22259" y="3229"/>
                  </a:lnTo>
                  <a:lnTo>
                    <a:pt x="22541" y="3492"/>
                  </a:lnTo>
                  <a:lnTo>
                    <a:pt x="22783" y="3794"/>
                  </a:lnTo>
                  <a:lnTo>
                    <a:pt x="23025" y="4097"/>
                  </a:lnTo>
                  <a:lnTo>
                    <a:pt x="23207" y="4380"/>
                  </a:lnTo>
                  <a:lnTo>
                    <a:pt x="23368" y="4682"/>
                  </a:lnTo>
                  <a:lnTo>
                    <a:pt x="23510" y="4965"/>
                  </a:lnTo>
                  <a:lnTo>
                    <a:pt x="23611" y="5288"/>
                  </a:lnTo>
                  <a:lnTo>
                    <a:pt x="23712" y="5611"/>
                  </a:lnTo>
                  <a:lnTo>
                    <a:pt x="23792" y="5933"/>
                  </a:lnTo>
                  <a:lnTo>
                    <a:pt x="23833" y="6256"/>
                  </a:lnTo>
                  <a:lnTo>
                    <a:pt x="23873" y="6579"/>
                  </a:lnTo>
                  <a:lnTo>
                    <a:pt x="23873" y="6922"/>
                  </a:lnTo>
                  <a:lnTo>
                    <a:pt x="23873" y="7245"/>
                  </a:lnTo>
                  <a:lnTo>
                    <a:pt x="23833" y="7588"/>
                  </a:lnTo>
                  <a:lnTo>
                    <a:pt x="23772" y="7911"/>
                  </a:lnTo>
                  <a:lnTo>
                    <a:pt x="23712" y="8234"/>
                  </a:lnTo>
                  <a:lnTo>
                    <a:pt x="23611" y="8537"/>
                  </a:lnTo>
                  <a:lnTo>
                    <a:pt x="23490" y="8860"/>
                  </a:lnTo>
                  <a:lnTo>
                    <a:pt x="23328" y="9162"/>
                  </a:lnTo>
                  <a:lnTo>
                    <a:pt x="23409" y="9182"/>
                  </a:lnTo>
                  <a:lnTo>
                    <a:pt x="23550" y="8880"/>
                  </a:lnTo>
                  <a:lnTo>
                    <a:pt x="23671" y="8577"/>
                  </a:lnTo>
                  <a:lnTo>
                    <a:pt x="23772" y="8254"/>
                  </a:lnTo>
                  <a:lnTo>
                    <a:pt x="23853" y="7931"/>
                  </a:lnTo>
                  <a:lnTo>
                    <a:pt x="23913" y="7588"/>
                  </a:lnTo>
                  <a:lnTo>
                    <a:pt x="23954" y="7265"/>
                  </a:lnTo>
                  <a:lnTo>
                    <a:pt x="23954" y="6922"/>
                  </a:lnTo>
                  <a:lnTo>
                    <a:pt x="23954" y="6579"/>
                  </a:lnTo>
                  <a:lnTo>
                    <a:pt x="23913" y="6236"/>
                  </a:lnTo>
                  <a:lnTo>
                    <a:pt x="23873" y="5913"/>
                  </a:lnTo>
                  <a:lnTo>
                    <a:pt x="23792" y="5590"/>
                  </a:lnTo>
                  <a:lnTo>
                    <a:pt x="23691" y="5267"/>
                  </a:lnTo>
                  <a:lnTo>
                    <a:pt x="23570" y="4945"/>
                  </a:lnTo>
                  <a:lnTo>
                    <a:pt x="23429" y="4642"/>
                  </a:lnTo>
                  <a:lnTo>
                    <a:pt x="23268" y="4339"/>
                  </a:lnTo>
                  <a:lnTo>
                    <a:pt x="23086" y="4057"/>
                  </a:lnTo>
                  <a:lnTo>
                    <a:pt x="22844" y="3734"/>
                  </a:lnTo>
                  <a:lnTo>
                    <a:pt x="22602" y="3451"/>
                  </a:lnTo>
                  <a:lnTo>
                    <a:pt x="22319" y="3169"/>
                  </a:lnTo>
                  <a:lnTo>
                    <a:pt x="22016" y="2906"/>
                  </a:lnTo>
                  <a:lnTo>
                    <a:pt x="21694" y="2684"/>
                  </a:lnTo>
                  <a:lnTo>
                    <a:pt x="21371" y="2462"/>
                  </a:lnTo>
                  <a:lnTo>
                    <a:pt x="21048" y="2261"/>
                  </a:lnTo>
                  <a:lnTo>
                    <a:pt x="20685" y="2079"/>
                  </a:lnTo>
                  <a:lnTo>
                    <a:pt x="20341" y="1897"/>
                  </a:lnTo>
                  <a:lnTo>
                    <a:pt x="19978" y="1756"/>
                  </a:lnTo>
                  <a:lnTo>
                    <a:pt x="19595" y="1595"/>
                  </a:lnTo>
                  <a:lnTo>
                    <a:pt x="19232" y="1474"/>
                  </a:lnTo>
                  <a:lnTo>
                    <a:pt x="18465" y="1231"/>
                  </a:lnTo>
                  <a:lnTo>
                    <a:pt x="17738" y="1030"/>
                  </a:lnTo>
                  <a:lnTo>
                    <a:pt x="16971" y="848"/>
                  </a:lnTo>
                  <a:lnTo>
                    <a:pt x="16225" y="687"/>
                  </a:lnTo>
                  <a:lnTo>
                    <a:pt x="15478" y="545"/>
                  </a:lnTo>
                  <a:lnTo>
                    <a:pt x="14731" y="404"/>
                  </a:lnTo>
                  <a:lnTo>
                    <a:pt x="13985" y="283"/>
                  </a:lnTo>
                  <a:lnTo>
                    <a:pt x="13218" y="202"/>
                  </a:lnTo>
                  <a:lnTo>
                    <a:pt x="12471" y="122"/>
                  </a:lnTo>
                  <a:lnTo>
                    <a:pt x="11704" y="61"/>
                  </a:lnTo>
                  <a:lnTo>
                    <a:pt x="10938" y="21"/>
                  </a:lnTo>
                  <a:lnTo>
                    <a:pt x="10191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26" name="Google Shape;526;p7"/>
            <p:cNvSpPr/>
            <p:nvPr/>
          </p:nvSpPr>
          <p:spPr>
            <a:xfrm flipH="1">
              <a:off x="-3334104" y="-4888456"/>
              <a:ext cx="1145153" cy="459224"/>
            </a:xfrm>
            <a:custGeom>
              <a:rect b="b" l="l" r="r" t="t"/>
              <a:pathLst>
                <a:path extrusionOk="0" h="8214" w="20483">
                  <a:moveTo>
                    <a:pt x="0" y="1"/>
                  </a:moveTo>
                  <a:lnTo>
                    <a:pt x="20" y="182"/>
                  </a:lnTo>
                  <a:lnTo>
                    <a:pt x="40" y="384"/>
                  </a:lnTo>
                  <a:lnTo>
                    <a:pt x="141" y="768"/>
                  </a:lnTo>
                  <a:lnTo>
                    <a:pt x="283" y="1131"/>
                  </a:lnTo>
                  <a:lnTo>
                    <a:pt x="424" y="1494"/>
                  </a:lnTo>
                  <a:lnTo>
                    <a:pt x="585" y="1877"/>
                  </a:lnTo>
                  <a:lnTo>
                    <a:pt x="727" y="2261"/>
                  </a:lnTo>
                  <a:lnTo>
                    <a:pt x="787" y="2463"/>
                  </a:lnTo>
                  <a:lnTo>
                    <a:pt x="827" y="2664"/>
                  </a:lnTo>
                  <a:lnTo>
                    <a:pt x="848" y="2886"/>
                  </a:lnTo>
                  <a:lnTo>
                    <a:pt x="868" y="3088"/>
                  </a:lnTo>
                  <a:lnTo>
                    <a:pt x="848" y="3330"/>
                  </a:lnTo>
                  <a:lnTo>
                    <a:pt x="807" y="3573"/>
                  </a:lnTo>
                  <a:lnTo>
                    <a:pt x="686" y="4057"/>
                  </a:lnTo>
                  <a:lnTo>
                    <a:pt x="585" y="4460"/>
                  </a:lnTo>
                  <a:lnTo>
                    <a:pt x="545" y="4662"/>
                  </a:lnTo>
                  <a:lnTo>
                    <a:pt x="525" y="4864"/>
                  </a:lnTo>
                  <a:lnTo>
                    <a:pt x="525" y="5066"/>
                  </a:lnTo>
                  <a:lnTo>
                    <a:pt x="525" y="5248"/>
                  </a:lnTo>
                  <a:lnTo>
                    <a:pt x="565" y="5449"/>
                  </a:lnTo>
                  <a:lnTo>
                    <a:pt x="646" y="5631"/>
                  </a:lnTo>
                  <a:lnTo>
                    <a:pt x="706" y="5752"/>
                  </a:lnTo>
                  <a:lnTo>
                    <a:pt x="767" y="5873"/>
                  </a:lnTo>
                  <a:lnTo>
                    <a:pt x="848" y="5974"/>
                  </a:lnTo>
                  <a:lnTo>
                    <a:pt x="949" y="6075"/>
                  </a:lnTo>
                  <a:lnTo>
                    <a:pt x="1049" y="6156"/>
                  </a:lnTo>
                  <a:lnTo>
                    <a:pt x="1171" y="6236"/>
                  </a:lnTo>
                  <a:lnTo>
                    <a:pt x="1453" y="6378"/>
                  </a:lnTo>
                  <a:lnTo>
                    <a:pt x="1756" y="6478"/>
                  </a:lnTo>
                  <a:lnTo>
                    <a:pt x="2139" y="6559"/>
                  </a:lnTo>
                  <a:lnTo>
                    <a:pt x="2543" y="6600"/>
                  </a:lnTo>
                  <a:lnTo>
                    <a:pt x="3007" y="6620"/>
                  </a:lnTo>
                  <a:lnTo>
                    <a:pt x="4682" y="6600"/>
                  </a:lnTo>
                  <a:lnTo>
                    <a:pt x="7426" y="6600"/>
                  </a:lnTo>
                  <a:lnTo>
                    <a:pt x="8334" y="6640"/>
                  </a:lnTo>
                  <a:lnTo>
                    <a:pt x="9243" y="6721"/>
                  </a:lnTo>
                  <a:lnTo>
                    <a:pt x="10151" y="6822"/>
                  </a:lnTo>
                  <a:lnTo>
                    <a:pt x="10595" y="6902"/>
                  </a:lnTo>
                  <a:lnTo>
                    <a:pt x="11059" y="6983"/>
                  </a:lnTo>
                  <a:lnTo>
                    <a:pt x="11503" y="7084"/>
                  </a:lnTo>
                  <a:lnTo>
                    <a:pt x="11927" y="7205"/>
                  </a:lnTo>
                  <a:lnTo>
                    <a:pt x="12512" y="7387"/>
                  </a:lnTo>
                  <a:lnTo>
                    <a:pt x="13077" y="7568"/>
                  </a:lnTo>
                  <a:lnTo>
                    <a:pt x="13803" y="7790"/>
                  </a:lnTo>
                  <a:lnTo>
                    <a:pt x="14167" y="7911"/>
                  </a:lnTo>
                  <a:lnTo>
                    <a:pt x="14550" y="8012"/>
                  </a:lnTo>
                  <a:lnTo>
                    <a:pt x="14913" y="8093"/>
                  </a:lnTo>
                  <a:lnTo>
                    <a:pt x="15297" y="8153"/>
                  </a:lnTo>
                  <a:lnTo>
                    <a:pt x="15680" y="8194"/>
                  </a:lnTo>
                  <a:lnTo>
                    <a:pt x="16063" y="8214"/>
                  </a:lnTo>
                  <a:lnTo>
                    <a:pt x="16427" y="8214"/>
                  </a:lnTo>
                  <a:lnTo>
                    <a:pt x="16770" y="8174"/>
                  </a:lnTo>
                  <a:lnTo>
                    <a:pt x="17093" y="8113"/>
                  </a:lnTo>
                  <a:lnTo>
                    <a:pt x="17415" y="8032"/>
                  </a:lnTo>
                  <a:lnTo>
                    <a:pt x="17738" y="7931"/>
                  </a:lnTo>
                  <a:lnTo>
                    <a:pt x="18061" y="7810"/>
                  </a:lnTo>
                  <a:lnTo>
                    <a:pt x="18364" y="7649"/>
                  </a:lnTo>
                  <a:lnTo>
                    <a:pt x="18646" y="7488"/>
                  </a:lnTo>
                  <a:lnTo>
                    <a:pt x="18929" y="7306"/>
                  </a:lnTo>
                  <a:lnTo>
                    <a:pt x="19191" y="7104"/>
                  </a:lnTo>
                  <a:lnTo>
                    <a:pt x="19454" y="6902"/>
                  </a:lnTo>
                  <a:lnTo>
                    <a:pt x="19696" y="6660"/>
                  </a:lnTo>
                  <a:lnTo>
                    <a:pt x="19918" y="6418"/>
                  </a:lnTo>
                  <a:lnTo>
                    <a:pt x="20120" y="6156"/>
                  </a:lnTo>
                  <a:lnTo>
                    <a:pt x="20321" y="5873"/>
                  </a:lnTo>
                  <a:lnTo>
                    <a:pt x="20483" y="5570"/>
                  </a:lnTo>
                  <a:lnTo>
                    <a:pt x="20402" y="5550"/>
                  </a:lnTo>
                  <a:lnTo>
                    <a:pt x="20241" y="5833"/>
                  </a:lnTo>
                  <a:lnTo>
                    <a:pt x="20059" y="6095"/>
                  </a:lnTo>
                  <a:lnTo>
                    <a:pt x="19857" y="6357"/>
                  </a:lnTo>
                  <a:lnTo>
                    <a:pt x="19635" y="6600"/>
                  </a:lnTo>
                  <a:lnTo>
                    <a:pt x="19393" y="6842"/>
                  </a:lnTo>
                  <a:lnTo>
                    <a:pt x="19151" y="7044"/>
                  </a:lnTo>
                  <a:lnTo>
                    <a:pt x="18889" y="7245"/>
                  </a:lnTo>
                  <a:lnTo>
                    <a:pt x="18606" y="7427"/>
                  </a:lnTo>
                  <a:lnTo>
                    <a:pt x="18324" y="7588"/>
                  </a:lnTo>
                  <a:lnTo>
                    <a:pt x="18021" y="7730"/>
                  </a:lnTo>
                  <a:lnTo>
                    <a:pt x="17718" y="7851"/>
                  </a:lnTo>
                  <a:lnTo>
                    <a:pt x="17395" y="7952"/>
                  </a:lnTo>
                  <a:lnTo>
                    <a:pt x="17072" y="8032"/>
                  </a:lnTo>
                  <a:lnTo>
                    <a:pt x="16750" y="8093"/>
                  </a:lnTo>
                  <a:lnTo>
                    <a:pt x="16427" y="8133"/>
                  </a:lnTo>
                  <a:lnTo>
                    <a:pt x="16063" y="8133"/>
                  </a:lnTo>
                  <a:lnTo>
                    <a:pt x="15680" y="8113"/>
                  </a:lnTo>
                  <a:lnTo>
                    <a:pt x="15317" y="8073"/>
                  </a:lnTo>
                  <a:lnTo>
                    <a:pt x="14933" y="8012"/>
                  </a:lnTo>
                  <a:lnTo>
                    <a:pt x="14550" y="7931"/>
                  </a:lnTo>
                  <a:lnTo>
                    <a:pt x="14187" y="7831"/>
                  </a:lnTo>
                  <a:lnTo>
                    <a:pt x="13823" y="7730"/>
                  </a:lnTo>
                  <a:lnTo>
                    <a:pt x="13097" y="7488"/>
                  </a:lnTo>
                  <a:lnTo>
                    <a:pt x="12532" y="7306"/>
                  </a:lnTo>
                  <a:lnTo>
                    <a:pt x="11947" y="7124"/>
                  </a:lnTo>
                  <a:lnTo>
                    <a:pt x="11523" y="7003"/>
                  </a:lnTo>
                  <a:lnTo>
                    <a:pt x="11059" y="6902"/>
                  </a:lnTo>
                  <a:lnTo>
                    <a:pt x="10615" y="6822"/>
                  </a:lnTo>
                  <a:lnTo>
                    <a:pt x="10171" y="6741"/>
                  </a:lnTo>
                  <a:lnTo>
                    <a:pt x="9263" y="6640"/>
                  </a:lnTo>
                  <a:lnTo>
                    <a:pt x="8355" y="6559"/>
                  </a:lnTo>
                  <a:lnTo>
                    <a:pt x="7426" y="6519"/>
                  </a:lnTo>
                  <a:lnTo>
                    <a:pt x="4682" y="6519"/>
                  </a:lnTo>
                  <a:lnTo>
                    <a:pt x="3007" y="6539"/>
                  </a:lnTo>
                  <a:lnTo>
                    <a:pt x="2563" y="6519"/>
                  </a:lnTo>
                  <a:lnTo>
                    <a:pt x="2159" y="6478"/>
                  </a:lnTo>
                  <a:lnTo>
                    <a:pt x="1796" y="6398"/>
                  </a:lnTo>
                  <a:lnTo>
                    <a:pt x="1493" y="6297"/>
                  </a:lnTo>
                  <a:lnTo>
                    <a:pt x="1231" y="6176"/>
                  </a:lnTo>
                  <a:lnTo>
                    <a:pt x="1110" y="6095"/>
                  </a:lnTo>
                  <a:lnTo>
                    <a:pt x="1009" y="6014"/>
                  </a:lnTo>
                  <a:lnTo>
                    <a:pt x="928" y="5913"/>
                  </a:lnTo>
                  <a:lnTo>
                    <a:pt x="848" y="5833"/>
                  </a:lnTo>
                  <a:lnTo>
                    <a:pt x="767" y="5712"/>
                  </a:lnTo>
                  <a:lnTo>
                    <a:pt x="706" y="5611"/>
                  </a:lnTo>
                  <a:lnTo>
                    <a:pt x="646" y="5429"/>
                  </a:lnTo>
                  <a:lnTo>
                    <a:pt x="606" y="5248"/>
                  </a:lnTo>
                  <a:lnTo>
                    <a:pt x="606" y="5046"/>
                  </a:lnTo>
                  <a:lnTo>
                    <a:pt x="606" y="4864"/>
                  </a:lnTo>
                  <a:lnTo>
                    <a:pt x="626" y="4662"/>
                  </a:lnTo>
                  <a:lnTo>
                    <a:pt x="666" y="4481"/>
                  </a:lnTo>
                  <a:lnTo>
                    <a:pt x="767" y="4077"/>
                  </a:lnTo>
                  <a:lnTo>
                    <a:pt x="888" y="3593"/>
                  </a:lnTo>
                  <a:lnTo>
                    <a:pt x="928" y="3330"/>
                  </a:lnTo>
                  <a:lnTo>
                    <a:pt x="949" y="3088"/>
                  </a:lnTo>
                  <a:lnTo>
                    <a:pt x="928" y="2866"/>
                  </a:lnTo>
                  <a:lnTo>
                    <a:pt x="908" y="2664"/>
                  </a:lnTo>
                  <a:lnTo>
                    <a:pt x="868" y="2463"/>
                  </a:lnTo>
                  <a:lnTo>
                    <a:pt x="807" y="2261"/>
                  </a:lnTo>
                  <a:lnTo>
                    <a:pt x="666" y="1857"/>
                  </a:lnTo>
                  <a:lnTo>
                    <a:pt x="505" y="1454"/>
                  </a:lnTo>
                  <a:lnTo>
                    <a:pt x="363" y="1090"/>
                  </a:lnTo>
                  <a:lnTo>
                    <a:pt x="222" y="727"/>
                  </a:lnTo>
                  <a:lnTo>
                    <a:pt x="121" y="364"/>
                  </a:lnTo>
                  <a:lnTo>
                    <a:pt x="101" y="182"/>
                  </a:lnTo>
                  <a:lnTo>
                    <a:pt x="81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27" name="Google Shape;527;p7"/>
            <p:cNvSpPr/>
            <p:nvPr/>
          </p:nvSpPr>
          <p:spPr>
            <a:xfrm flipH="1">
              <a:off x="-3310451" y="-5112976"/>
              <a:ext cx="886861" cy="530339"/>
            </a:xfrm>
            <a:custGeom>
              <a:rect b="b" l="l" r="r" t="t"/>
              <a:pathLst>
                <a:path extrusionOk="0" h="9486" w="15863">
                  <a:moveTo>
                    <a:pt x="4117" y="82"/>
                  </a:moveTo>
                  <a:lnTo>
                    <a:pt x="4581" y="122"/>
                  </a:lnTo>
                  <a:lnTo>
                    <a:pt x="5025" y="162"/>
                  </a:lnTo>
                  <a:lnTo>
                    <a:pt x="5429" y="223"/>
                  </a:lnTo>
                  <a:lnTo>
                    <a:pt x="6176" y="344"/>
                  </a:lnTo>
                  <a:lnTo>
                    <a:pt x="6741" y="465"/>
                  </a:lnTo>
                  <a:lnTo>
                    <a:pt x="7427" y="626"/>
                  </a:lnTo>
                  <a:lnTo>
                    <a:pt x="8113" y="788"/>
                  </a:lnTo>
                  <a:lnTo>
                    <a:pt x="8799" y="990"/>
                  </a:lnTo>
                  <a:lnTo>
                    <a:pt x="9485" y="1171"/>
                  </a:lnTo>
                  <a:lnTo>
                    <a:pt x="10171" y="1393"/>
                  </a:lnTo>
                  <a:lnTo>
                    <a:pt x="10837" y="1615"/>
                  </a:lnTo>
                  <a:lnTo>
                    <a:pt x="11503" y="1857"/>
                  </a:lnTo>
                  <a:lnTo>
                    <a:pt x="12169" y="2100"/>
                  </a:lnTo>
                  <a:lnTo>
                    <a:pt x="12815" y="2382"/>
                  </a:lnTo>
                  <a:lnTo>
                    <a:pt x="13158" y="2523"/>
                  </a:lnTo>
                  <a:lnTo>
                    <a:pt x="13481" y="2705"/>
                  </a:lnTo>
                  <a:lnTo>
                    <a:pt x="13824" y="2887"/>
                  </a:lnTo>
                  <a:lnTo>
                    <a:pt x="14127" y="3109"/>
                  </a:lnTo>
                  <a:lnTo>
                    <a:pt x="14429" y="3331"/>
                  </a:lnTo>
                  <a:lnTo>
                    <a:pt x="14712" y="3593"/>
                  </a:lnTo>
                  <a:lnTo>
                    <a:pt x="14954" y="3875"/>
                  </a:lnTo>
                  <a:lnTo>
                    <a:pt x="15176" y="4158"/>
                  </a:lnTo>
                  <a:lnTo>
                    <a:pt x="15358" y="4481"/>
                  </a:lnTo>
                  <a:lnTo>
                    <a:pt x="15519" y="4804"/>
                  </a:lnTo>
                  <a:lnTo>
                    <a:pt x="15620" y="5127"/>
                  </a:lnTo>
                  <a:lnTo>
                    <a:pt x="15721" y="5490"/>
                  </a:lnTo>
                  <a:lnTo>
                    <a:pt x="15761" y="5833"/>
                  </a:lnTo>
                  <a:lnTo>
                    <a:pt x="15781" y="6176"/>
                  </a:lnTo>
                  <a:lnTo>
                    <a:pt x="15741" y="6539"/>
                  </a:lnTo>
                  <a:lnTo>
                    <a:pt x="15680" y="6902"/>
                  </a:lnTo>
                  <a:lnTo>
                    <a:pt x="15580" y="7246"/>
                  </a:lnTo>
                  <a:lnTo>
                    <a:pt x="15438" y="7589"/>
                  </a:lnTo>
                  <a:lnTo>
                    <a:pt x="15257" y="7891"/>
                  </a:lnTo>
                  <a:lnTo>
                    <a:pt x="15055" y="8174"/>
                  </a:lnTo>
                  <a:lnTo>
                    <a:pt x="14813" y="8436"/>
                  </a:lnTo>
                  <a:lnTo>
                    <a:pt x="14550" y="8678"/>
                  </a:lnTo>
                  <a:lnTo>
                    <a:pt x="14389" y="8799"/>
                  </a:lnTo>
                  <a:lnTo>
                    <a:pt x="14207" y="8900"/>
                  </a:lnTo>
                  <a:lnTo>
                    <a:pt x="14026" y="8981"/>
                  </a:lnTo>
                  <a:lnTo>
                    <a:pt x="13844" y="9082"/>
                  </a:lnTo>
                  <a:lnTo>
                    <a:pt x="13481" y="9203"/>
                  </a:lnTo>
                  <a:lnTo>
                    <a:pt x="13097" y="9304"/>
                  </a:lnTo>
                  <a:lnTo>
                    <a:pt x="12734" y="9364"/>
                  </a:lnTo>
                  <a:lnTo>
                    <a:pt x="12371" y="9385"/>
                  </a:lnTo>
                  <a:lnTo>
                    <a:pt x="12028" y="9405"/>
                  </a:lnTo>
                  <a:lnTo>
                    <a:pt x="11725" y="9385"/>
                  </a:lnTo>
                  <a:lnTo>
                    <a:pt x="11362" y="9364"/>
                  </a:lnTo>
                  <a:lnTo>
                    <a:pt x="10999" y="9324"/>
                  </a:lnTo>
                  <a:lnTo>
                    <a:pt x="10615" y="9264"/>
                  </a:lnTo>
                  <a:lnTo>
                    <a:pt x="10272" y="9183"/>
                  </a:lnTo>
                  <a:lnTo>
                    <a:pt x="9546" y="9021"/>
                  </a:lnTo>
                  <a:lnTo>
                    <a:pt x="8839" y="8840"/>
                  </a:lnTo>
                  <a:lnTo>
                    <a:pt x="7810" y="8577"/>
                  </a:lnTo>
                  <a:lnTo>
                    <a:pt x="7306" y="8476"/>
                  </a:lnTo>
                  <a:lnTo>
                    <a:pt x="6781" y="8376"/>
                  </a:lnTo>
                  <a:lnTo>
                    <a:pt x="6055" y="8295"/>
                  </a:lnTo>
                  <a:lnTo>
                    <a:pt x="5328" y="8234"/>
                  </a:lnTo>
                  <a:lnTo>
                    <a:pt x="4622" y="8214"/>
                  </a:lnTo>
                  <a:lnTo>
                    <a:pt x="3895" y="8214"/>
                  </a:lnTo>
                  <a:lnTo>
                    <a:pt x="2866" y="8194"/>
                  </a:lnTo>
                  <a:lnTo>
                    <a:pt x="2341" y="8174"/>
                  </a:lnTo>
                  <a:lnTo>
                    <a:pt x="1837" y="8133"/>
                  </a:lnTo>
                  <a:lnTo>
                    <a:pt x="1393" y="8073"/>
                  </a:lnTo>
                  <a:lnTo>
                    <a:pt x="1171" y="8033"/>
                  </a:lnTo>
                  <a:lnTo>
                    <a:pt x="969" y="7972"/>
                  </a:lnTo>
                  <a:lnTo>
                    <a:pt x="767" y="7871"/>
                  </a:lnTo>
                  <a:lnTo>
                    <a:pt x="586" y="7770"/>
                  </a:lnTo>
                  <a:lnTo>
                    <a:pt x="404" y="7629"/>
                  </a:lnTo>
                  <a:lnTo>
                    <a:pt x="283" y="7467"/>
                  </a:lnTo>
                  <a:lnTo>
                    <a:pt x="223" y="7367"/>
                  </a:lnTo>
                  <a:lnTo>
                    <a:pt x="162" y="7246"/>
                  </a:lnTo>
                  <a:lnTo>
                    <a:pt x="101" y="7024"/>
                  </a:lnTo>
                  <a:lnTo>
                    <a:pt x="81" y="6802"/>
                  </a:lnTo>
                  <a:lnTo>
                    <a:pt x="101" y="6580"/>
                  </a:lnTo>
                  <a:lnTo>
                    <a:pt x="142" y="6337"/>
                  </a:lnTo>
                  <a:lnTo>
                    <a:pt x="182" y="6095"/>
                  </a:lnTo>
                  <a:lnTo>
                    <a:pt x="323" y="5611"/>
                  </a:lnTo>
                  <a:lnTo>
                    <a:pt x="445" y="5248"/>
                  </a:lnTo>
                  <a:lnTo>
                    <a:pt x="525" y="4905"/>
                  </a:lnTo>
                  <a:lnTo>
                    <a:pt x="545" y="4723"/>
                  </a:lnTo>
                  <a:lnTo>
                    <a:pt x="566" y="4562"/>
                  </a:lnTo>
                  <a:lnTo>
                    <a:pt x="586" y="4380"/>
                  </a:lnTo>
                  <a:lnTo>
                    <a:pt x="566" y="4218"/>
                  </a:lnTo>
                  <a:lnTo>
                    <a:pt x="485" y="3795"/>
                  </a:lnTo>
                  <a:lnTo>
                    <a:pt x="384" y="3391"/>
                  </a:lnTo>
                  <a:lnTo>
                    <a:pt x="263" y="2887"/>
                  </a:lnTo>
                  <a:lnTo>
                    <a:pt x="223" y="2644"/>
                  </a:lnTo>
                  <a:lnTo>
                    <a:pt x="182" y="2382"/>
                  </a:lnTo>
                  <a:lnTo>
                    <a:pt x="202" y="2140"/>
                  </a:lnTo>
                  <a:lnTo>
                    <a:pt x="243" y="1898"/>
                  </a:lnTo>
                  <a:lnTo>
                    <a:pt x="323" y="1656"/>
                  </a:lnTo>
                  <a:lnTo>
                    <a:pt x="445" y="1393"/>
                  </a:lnTo>
                  <a:lnTo>
                    <a:pt x="566" y="1212"/>
                  </a:lnTo>
                  <a:lnTo>
                    <a:pt x="707" y="1050"/>
                  </a:lnTo>
                  <a:lnTo>
                    <a:pt x="868" y="889"/>
                  </a:lnTo>
                  <a:lnTo>
                    <a:pt x="1030" y="748"/>
                  </a:lnTo>
                  <a:lnTo>
                    <a:pt x="1211" y="626"/>
                  </a:lnTo>
                  <a:lnTo>
                    <a:pt x="1393" y="526"/>
                  </a:lnTo>
                  <a:lnTo>
                    <a:pt x="1595" y="425"/>
                  </a:lnTo>
                  <a:lnTo>
                    <a:pt x="1797" y="344"/>
                  </a:lnTo>
                  <a:lnTo>
                    <a:pt x="2019" y="283"/>
                  </a:lnTo>
                  <a:lnTo>
                    <a:pt x="2241" y="223"/>
                  </a:lnTo>
                  <a:lnTo>
                    <a:pt x="2705" y="142"/>
                  </a:lnTo>
                  <a:lnTo>
                    <a:pt x="3189" y="82"/>
                  </a:lnTo>
                  <a:close/>
                  <a:moveTo>
                    <a:pt x="3552" y="1"/>
                  </a:moveTo>
                  <a:lnTo>
                    <a:pt x="3088" y="21"/>
                  </a:lnTo>
                  <a:lnTo>
                    <a:pt x="2604" y="61"/>
                  </a:lnTo>
                  <a:lnTo>
                    <a:pt x="2160" y="162"/>
                  </a:lnTo>
                  <a:lnTo>
                    <a:pt x="1938" y="223"/>
                  </a:lnTo>
                  <a:lnTo>
                    <a:pt x="1716" y="283"/>
                  </a:lnTo>
                  <a:lnTo>
                    <a:pt x="1514" y="384"/>
                  </a:lnTo>
                  <a:lnTo>
                    <a:pt x="1312" y="465"/>
                  </a:lnTo>
                  <a:lnTo>
                    <a:pt x="1131" y="586"/>
                  </a:lnTo>
                  <a:lnTo>
                    <a:pt x="949" y="707"/>
                  </a:lnTo>
                  <a:lnTo>
                    <a:pt x="788" y="848"/>
                  </a:lnTo>
                  <a:lnTo>
                    <a:pt x="646" y="990"/>
                  </a:lnTo>
                  <a:lnTo>
                    <a:pt x="505" y="1171"/>
                  </a:lnTo>
                  <a:lnTo>
                    <a:pt x="384" y="1353"/>
                  </a:lnTo>
                  <a:lnTo>
                    <a:pt x="243" y="1615"/>
                  </a:lnTo>
                  <a:lnTo>
                    <a:pt x="162" y="1878"/>
                  </a:lnTo>
                  <a:lnTo>
                    <a:pt x="122" y="2140"/>
                  </a:lnTo>
                  <a:lnTo>
                    <a:pt x="101" y="2382"/>
                  </a:lnTo>
                  <a:lnTo>
                    <a:pt x="142" y="2644"/>
                  </a:lnTo>
                  <a:lnTo>
                    <a:pt x="182" y="2887"/>
                  </a:lnTo>
                  <a:lnTo>
                    <a:pt x="303" y="3411"/>
                  </a:lnTo>
                  <a:lnTo>
                    <a:pt x="404" y="3815"/>
                  </a:lnTo>
                  <a:lnTo>
                    <a:pt x="485" y="4218"/>
                  </a:lnTo>
                  <a:lnTo>
                    <a:pt x="505" y="4380"/>
                  </a:lnTo>
                  <a:lnTo>
                    <a:pt x="485" y="4541"/>
                  </a:lnTo>
                  <a:lnTo>
                    <a:pt x="445" y="4884"/>
                  </a:lnTo>
                  <a:lnTo>
                    <a:pt x="364" y="5227"/>
                  </a:lnTo>
                  <a:lnTo>
                    <a:pt x="263" y="5591"/>
                  </a:lnTo>
                  <a:lnTo>
                    <a:pt x="101" y="6075"/>
                  </a:lnTo>
                  <a:lnTo>
                    <a:pt x="61" y="6337"/>
                  </a:lnTo>
                  <a:lnTo>
                    <a:pt x="21" y="6580"/>
                  </a:lnTo>
                  <a:lnTo>
                    <a:pt x="1" y="6822"/>
                  </a:lnTo>
                  <a:lnTo>
                    <a:pt x="41" y="7064"/>
                  </a:lnTo>
                  <a:lnTo>
                    <a:pt x="101" y="7286"/>
                  </a:lnTo>
                  <a:lnTo>
                    <a:pt x="142" y="7387"/>
                  </a:lnTo>
                  <a:lnTo>
                    <a:pt x="202" y="7508"/>
                  </a:lnTo>
                  <a:lnTo>
                    <a:pt x="344" y="7689"/>
                  </a:lnTo>
                  <a:lnTo>
                    <a:pt x="525" y="7831"/>
                  </a:lnTo>
                  <a:lnTo>
                    <a:pt x="727" y="7952"/>
                  </a:lnTo>
                  <a:lnTo>
                    <a:pt x="929" y="8033"/>
                  </a:lnTo>
                  <a:lnTo>
                    <a:pt x="1151" y="8113"/>
                  </a:lnTo>
                  <a:lnTo>
                    <a:pt x="1373" y="8154"/>
                  </a:lnTo>
                  <a:lnTo>
                    <a:pt x="1817" y="8214"/>
                  </a:lnTo>
                  <a:lnTo>
                    <a:pt x="2341" y="8255"/>
                  </a:lnTo>
                  <a:lnTo>
                    <a:pt x="2866" y="8275"/>
                  </a:lnTo>
                  <a:lnTo>
                    <a:pt x="3895" y="8295"/>
                  </a:lnTo>
                  <a:lnTo>
                    <a:pt x="4602" y="8295"/>
                  </a:lnTo>
                  <a:lnTo>
                    <a:pt x="5328" y="8315"/>
                  </a:lnTo>
                  <a:lnTo>
                    <a:pt x="6055" y="8376"/>
                  </a:lnTo>
                  <a:lnTo>
                    <a:pt x="6761" y="8456"/>
                  </a:lnTo>
                  <a:lnTo>
                    <a:pt x="7286" y="8557"/>
                  </a:lnTo>
                  <a:lnTo>
                    <a:pt x="7790" y="8658"/>
                  </a:lnTo>
                  <a:lnTo>
                    <a:pt x="8819" y="8920"/>
                  </a:lnTo>
                  <a:lnTo>
                    <a:pt x="9526" y="9102"/>
                  </a:lnTo>
                  <a:lnTo>
                    <a:pt x="10252" y="9264"/>
                  </a:lnTo>
                  <a:lnTo>
                    <a:pt x="10615" y="9344"/>
                  </a:lnTo>
                  <a:lnTo>
                    <a:pt x="10979" y="9385"/>
                  </a:lnTo>
                  <a:lnTo>
                    <a:pt x="11342" y="9445"/>
                  </a:lnTo>
                  <a:lnTo>
                    <a:pt x="11725" y="9465"/>
                  </a:lnTo>
                  <a:lnTo>
                    <a:pt x="12048" y="9485"/>
                  </a:lnTo>
                  <a:lnTo>
                    <a:pt x="12351" y="9465"/>
                  </a:lnTo>
                  <a:lnTo>
                    <a:pt x="12674" y="9445"/>
                  </a:lnTo>
                  <a:lnTo>
                    <a:pt x="12997" y="9405"/>
                  </a:lnTo>
                  <a:lnTo>
                    <a:pt x="13319" y="9324"/>
                  </a:lnTo>
                  <a:lnTo>
                    <a:pt x="13662" y="9223"/>
                  </a:lnTo>
                  <a:lnTo>
                    <a:pt x="13985" y="9102"/>
                  </a:lnTo>
                  <a:lnTo>
                    <a:pt x="14288" y="8941"/>
                  </a:lnTo>
                  <a:lnTo>
                    <a:pt x="14591" y="8739"/>
                  </a:lnTo>
                  <a:lnTo>
                    <a:pt x="14873" y="8497"/>
                  </a:lnTo>
                  <a:lnTo>
                    <a:pt x="15115" y="8234"/>
                  </a:lnTo>
                  <a:lnTo>
                    <a:pt x="15337" y="7932"/>
                  </a:lnTo>
                  <a:lnTo>
                    <a:pt x="15499" y="7609"/>
                  </a:lnTo>
                  <a:lnTo>
                    <a:pt x="15660" y="7286"/>
                  </a:lnTo>
                  <a:lnTo>
                    <a:pt x="15761" y="6923"/>
                  </a:lnTo>
                  <a:lnTo>
                    <a:pt x="15822" y="6559"/>
                  </a:lnTo>
                  <a:lnTo>
                    <a:pt x="15862" y="6176"/>
                  </a:lnTo>
                  <a:lnTo>
                    <a:pt x="15842" y="5833"/>
                  </a:lnTo>
                  <a:lnTo>
                    <a:pt x="15802" y="5470"/>
                  </a:lnTo>
                  <a:lnTo>
                    <a:pt x="15701" y="5106"/>
                  </a:lnTo>
                  <a:lnTo>
                    <a:pt x="15580" y="4763"/>
                  </a:lnTo>
                  <a:lnTo>
                    <a:pt x="15418" y="4440"/>
                  </a:lnTo>
                  <a:lnTo>
                    <a:pt x="15236" y="4118"/>
                  </a:lnTo>
                  <a:lnTo>
                    <a:pt x="15015" y="3815"/>
                  </a:lnTo>
                  <a:lnTo>
                    <a:pt x="14772" y="3532"/>
                  </a:lnTo>
                  <a:lnTo>
                    <a:pt x="14490" y="3270"/>
                  </a:lnTo>
                  <a:lnTo>
                    <a:pt x="14187" y="3028"/>
                  </a:lnTo>
                  <a:lnTo>
                    <a:pt x="13864" y="2826"/>
                  </a:lnTo>
                  <a:lnTo>
                    <a:pt x="13541" y="2624"/>
                  </a:lnTo>
                  <a:lnTo>
                    <a:pt x="13198" y="2463"/>
                  </a:lnTo>
                  <a:lnTo>
                    <a:pt x="12855" y="2301"/>
                  </a:lnTo>
                  <a:lnTo>
                    <a:pt x="12189" y="2039"/>
                  </a:lnTo>
                  <a:lnTo>
                    <a:pt x="11523" y="1777"/>
                  </a:lnTo>
                  <a:lnTo>
                    <a:pt x="10857" y="1535"/>
                  </a:lnTo>
                  <a:lnTo>
                    <a:pt x="10191" y="1313"/>
                  </a:lnTo>
                  <a:lnTo>
                    <a:pt x="9505" y="1111"/>
                  </a:lnTo>
                  <a:lnTo>
                    <a:pt x="8819" y="909"/>
                  </a:lnTo>
                  <a:lnTo>
                    <a:pt x="8133" y="707"/>
                  </a:lnTo>
                  <a:lnTo>
                    <a:pt x="7447" y="546"/>
                  </a:lnTo>
                  <a:lnTo>
                    <a:pt x="6761" y="384"/>
                  </a:lnTo>
                  <a:lnTo>
                    <a:pt x="6176" y="263"/>
                  </a:lnTo>
                  <a:lnTo>
                    <a:pt x="5389" y="142"/>
                  </a:lnTo>
                  <a:lnTo>
                    <a:pt x="4965" y="82"/>
                  </a:lnTo>
                  <a:lnTo>
                    <a:pt x="4501" y="21"/>
                  </a:lnTo>
                  <a:lnTo>
                    <a:pt x="4037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28" name="Google Shape;528;p7"/>
            <p:cNvSpPr/>
            <p:nvPr/>
          </p:nvSpPr>
          <p:spPr>
            <a:xfrm flipH="1">
              <a:off x="-3290097" y="-5084743"/>
              <a:ext cx="669045" cy="364461"/>
            </a:xfrm>
            <a:custGeom>
              <a:rect b="b" l="l" r="r" t="t"/>
              <a:pathLst>
                <a:path extrusionOk="0" h="6519" w="11967">
                  <a:moveTo>
                    <a:pt x="6216" y="81"/>
                  </a:moveTo>
                  <a:lnTo>
                    <a:pt x="6720" y="121"/>
                  </a:lnTo>
                  <a:lnTo>
                    <a:pt x="7204" y="202"/>
                  </a:lnTo>
                  <a:lnTo>
                    <a:pt x="7709" y="283"/>
                  </a:lnTo>
                  <a:lnTo>
                    <a:pt x="8173" y="404"/>
                  </a:lnTo>
                  <a:lnTo>
                    <a:pt x="8657" y="565"/>
                  </a:lnTo>
                  <a:lnTo>
                    <a:pt x="9121" y="727"/>
                  </a:lnTo>
                  <a:lnTo>
                    <a:pt x="9565" y="929"/>
                  </a:lnTo>
                  <a:lnTo>
                    <a:pt x="9868" y="1090"/>
                  </a:lnTo>
                  <a:lnTo>
                    <a:pt x="10171" y="1272"/>
                  </a:lnTo>
                  <a:lnTo>
                    <a:pt x="10433" y="1433"/>
                  </a:lnTo>
                  <a:lnTo>
                    <a:pt x="10675" y="1615"/>
                  </a:lnTo>
                  <a:lnTo>
                    <a:pt x="10897" y="1796"/>
                  </a:lnTo>
                  <a:lnTo>
                    <a:pt x="11099" y="1998"/>
                  </a:lnTo>
                  <a:lnTo>
                    <a:pt x="11261" y="2200"/>
                  </a:lnTo>
                  <a:lnTo>
                    <a:pt x="11422" y="2402"/>
                  </a:lnTo>
                  <a:lnTo>
                    <a:pt x="11583" y="2684"/>
                  </a:lnTo>
                  <a:lnTo>
                    <a:pt x="11725" y="2967"/>
                  </a:lnTo>
                  <a:lnTo>
                    <a:pt x="11805" y="3270"/>
                  </a:lnTo>
                  <a:lnTo>
                    <a:pt x="11866" y="3552"/>
                  </a:lnTo>
                  <a:lnTo>
                    <a:pt x="11886" y="3855"/>
                  </a:lnTo>
                  <a:lnTo>
                    <a:pt x="11866" y="4137"/>
                  </a:lnTo>
                  <a:lnTo>
                    <a:pt x="11805" y="4420"/>
                  </a:lnTo>
                  <a:lnTo>
                    <a:pt x="11725" y="4662"/>
                  </a:lnTo>
                  <a:lnTo>
                    <a:pt x="11644" y="4823"/>
                  </a:lnTo>
                  <a:lnTo>
                    <a:pt x="11543" y="4965"/>
                  </a:lnTo>
                  <a:lnTo>
                    <a:pt x="11442" y="5106"/>
                  </a:lnTo>
                  <a:lnTo>
                    <a:pt x="11321" y="5247"/>
                  </a:lnTo>
                  <a:lnTo>
                    <a:pt x="11180" y="5388"/>
                  </a:lnTo>
                  <a:lnTo>
                    <a:pt x="11039" y="5510"/>
                  </a:lnTo>
                  <a:lnTo>
                    <a:pt x="10877" y="5631"/>
                  </a:lnTo>
                  <a:lnTo>
                    <a:pt x="10695" y="5752"/>
                  </a:lnTo>
                  <a:lnTo>
                    <a:pt x="10494" y="5853"/>
                  </a:lnTo>
                  <a:lnTo>
                    <a:pt x="10292" y="5953"/>
                  </a:lnTo>
                  <a:lnTo>
                    <a:pt x="10070" y="6054"/>
                  </a:lnTo>
                  <a:lnTo>
                    <a:pt x="9848" y="6135"/>
                  </a:lnTo>
                  <a:lnTo>
                    <a:pt x="9606" y="6216"/>
                  </a:lnTo>
                  <a:lnTo>
                    <a:pt x="9364" y="6276"/>
                  </a:lnTo>
                  <a:lnTo>
                    <a:pt x="8859" y="6377"/>
                  </a:lnTo>
                  <a:lnTo>
                    <a:pt x="8314" y="6438"/>
                  </a:lnTo>
                  <a:lnTo>
                    <a:pt x="7729" y="6438"/>
                  </a:lnTo>
                  <a:lnTo>
                    <a:pt x="7103" y="6418"/>
                  </a:lnTo>
                  <a:lnTo>
                    <a:pt x="6438" y="6357"/>
                  </a:lnTo>
                  <a:lnTo>
                    <a:pt x="5731" y="6256"/>
                  </a:lnTo>
                  <a:lnTo>
                    <a:pt x="5025" y="6115"/>
                  </a:lnTo>
                  <a:lnTo>
                    <a:pt x="4339" y="5953"/>
                  </a:lnTo>
                  <a:lnTo>
                    <a:pt x="3653" y="5772"/>
                  </a:lnTo>
                  <a:lnTo>
                    <a:pt x="2987" y="5550"/>
                  </a:lnTo>
                  <a:lnTo>
                    <a:pt x="2321" y="5308"/>
                  </a:lnTo>
                  <a:lnTo>
                    <a:pt x="1655" y="5025"/>
                  </a:lnTo>
                  <a:lnTo>
                    <a:pt x="1009" y="4722"/>
                  </a:lnTo>
                  <a:lnTo>
                    <a:pt x="787" y="4581"/>
                  </a:lnTo>
                  <a:lnTo>
                    <a:pt x="585" y="4460"/>
                  </a:lnTo>
                  <a:lnTo>
                    <a:pt x="424" y="4299"/>
                  </a:lnTo>
                  <a:lnTo>
                    <a:pt x="283" y="4137"/>
                  </a:lnTo>
                  <a:lnTo>
                    <a:pt x="182" y="3956"/>
                  </a:lnTo>
                  <a:lnTo>
                    <a:pt x="121" y="3754"/>
                  </a:lnTo>
                  <a:lnTo>
                    <a:pt x="81" y="3552"/>
                  </a:lnTo>
                  <a:lnTo>
                    <a:pt x="81" y="3350"/>
                  </a:lnTo>
                  <a:lnTo>
                    <a:pt x="101" y="3148"/>
                  </a:lnTo>
                  <a:lnTo>
                    <a:pt x="141" y="2947"/>
                  </a:lnTo>
                  <a:lnTo>
                    <a:pt x="222" y="2745"/>
                  </a:lnTo>
                  <a:lnTo>
                    <a:pt x="303" y="2543"/>
                  </a:lnTo>
                  <a:lnTo>
                    <a:pt x="424" y="2341"/>
                  </a:lnTo>
                  <a:lnTo>
                    <a:pt x="545" y="2139"/>
                  </a:lnTo>
                  <a:lnTo>
                    <a:pt x="686" y="1958"/>
                  </a:lnTo>
                  <a:lnTo>
                    <a:pt x="827" y="1776"/>
                  </a:lnTo>
                  <a:lnTo>
                    <a:pt x="989" y="1595"/>
                  </a:lnTo>
                  <a:lnTo>
                    <a:pt x="1171" y="1433"/>
                  </a:lnTo>
                  <a:lnTo>
                    <a:pt x="1352" y="1272"/>
                  </a:lnTo>
                  <a:lnTo>
                    <a:pt x="1534" y="1130"/>
                  </a:lnTo>
                  <a:lnTo>
                    <a:pt x="1715" y="1009"/>
                  </a:lnTo>
                  <a:lnTo>
                    <a:pt x="1917" y="888"/>
                  </a:lnTo>
                  <a:lnTo>
                    <a:pt x="2099" y="787"/>
                  </a:lnTo>
                  <a:lnTo>
                    <a:pt x="2301" y="707"/>
                  </a:lnTo>
                  <a:lnTo>
                    <a:pt x="2724" y="565"/>
                  </a:lnTo>
                  <a:lnTo>
                    <a:pt x="3148" y="424"/>
                  </a:lnTo>
                  <a:lnTo>
                    <a:pt x="3572" y="323"/>
                  </a:lnTo>
                  <a:lnTo>
                    <a:pt x="3996" y="222"/>
                  </a:lnTo>
                  <a:lnTo>
                    <a:pt x="4419" y="162"/>
                  </a:lnTo>
                  <a:lnTo>
                    <a:pt x="4863" y="121"/>
                  </a:lnTo>
                  <a:lnTo>
                    <a:pt x="5287" y="81"/>
                  </a:lnTo>
                  <a:close/>
                  <a:moveTo>
                    <a:pt x="5550" y="0"/>
                  </a:moveTo>
                  <a:lnTo>
                    <a:pt x="5085" y="21"/>
                  </a:lnTo>
                  <a:lnTo>
                    <a:pt x="4601" y="61"/>
                  </a:lnTo>
                  <a:lnTo>
                    <a:pt x="4137" y="121"/>
                  </a:lnTo>
                  <a:lnTo>
                    <a:pt x="3653" y="222"/>
                  </a:lnTo>
                  <a:lnTo>
                    <a:pt x="3189" y="323"/>
                  </a:lnTo>
                  <a:lnTo>
                    <a:pt x="2724" y="464"/>
                  </a:lnTo>
                  <a:lnTo>
                    <a:pt x="2260" y="626"/>
                  </a:lnTo>
                  <a:lnTo>
                    <a:pt x="2079" y="707"/>
                  </a:lnTo>
                  <a:lnTo>
                    <a:pt x="1877" y="808"/>
                  </a:lnTo>
                  <a:lnTo>
                    <a:pt x="1675" y="929"/>
                  </a:lnTo>
                  <a:lnTo>
                    <a:pt x="1493" y="1070"/>
                  </a:lnTo>
                  <a:lnTo>
                    <a:pt x="1292" y="1211"/>
                  </a:lnTo>
                  <a:lnTo>
                    <a:pt x="1110" y="1373"/>
                  </a:lnTo>
                  <a:lnTo>
                    <a:pt x="928" y="1554"/>
                  </a:lnTo>
                  <a:lnTo>
                    <a:pt x="767" y="1716"/>
                  </a:lnTo>
                  <a:lnTo>
                    <a:pt x="605" y="1917"/>
                  </a:lnTo>
                  <a:lnTo>
                    <a:pt x="464" y="2119"/>
                  </a:lnTo>
                  <a:lnTo>
                    <a:pt x="343" y="2301"/>
                  </a:lnTo>
                  <a:lnTo>
                    <a:pt x="242" y="2523"/>
                  </a:lnTo>
                  <a:lnTo>
                    <a:pt x="141" y="2725"/>
                  </a:lnTo>
                  <a:lnTo>
                    <a:pt x="81" y="2926"/>
                  </a:lnTo>
                  <a:lnTo>
                    <a:pt x="20" y="3128"/>
                  </a:lnTo>
                  <a:lnTo>
                    <a:pt x="0" y="3330"/>
                  </a:lnTo>
                  <a:lnTo>
                    <a:pt x="0" y="3572"/>
                  </a:lnTo>
                  <a:lnTo>
                    <a:pt x="40" y="3774"/>
                  </a:lnTo>
                  <a:lnTo>
                    <a:pt x="121" y="3976"/>
                  </a:lnTo>
                  <a:lnTo>
                    <a:pt x="222" y="4178"/>
                  </a:lnTo>
                  <a:lnTo>
                    <a:pt x="363" y="4339"/>
                  </a:lnTo>
                  <a:lnTo>
                    <a:pt x="525" y="4501"/>
                  </a:lnTo>
                  <a:lnTo>
                    <a:pt x="747" y="4662"/>
                  </a:lnTo>
                  <a:lnTo>
                    <a:pt x="969" y="4783"/>
                  </a:lnTo>
                  <a:lnTo>
                    <a:pt x="1614" y="5106"/>
                  </a:lnTo>
                  <a:lnTo>
                    <a:pt x="2280" y="5368"/>
                  </a:lnTo>
                  <a:lnTo>
                    <a:pt x="2946" y="5631"/>
                  </a:lnTo>
                  <a:lnTo>
                    <a:pt x="3632" y="5853"/>
                  </a:lnTo>
                  <a:lnTo>
                    <a:pt x="4319" y="6034"/>
                  </a:lnTo>
                  <a:lnTo>
                    <a:pt x="5025" y="6196"/>
                  </a:lnTo>
                  <a:lnTo>
                    <a:pt x="5731" y="6337"/>
                  </a:lnTo>
                  <a:lnTo>
                    <a:pt x="6438" y="6438"/>
                  </a:lnTo>
                  <a:lnTo>
                    <a:pt x="7144" y="6498"/>
                  </a:lnTo>
                  <a:lnTo>
                    <a:pt x="7790" y="6519"/>
                  </a:lnTo>
                  <a:lnTo>
                    <a:pt x="8234" y="6519"/>
                  </a:lnTo>
                  <a:lnTo>
                    <a:pt x="8637" y="6478"/>
                  </a:lnTo>
                  <a:lnTo>
                    <a:pt x="9041" y="6418"/>
                  </a:lnTo>
                  <a:lnTo>
                    <a:pt x="9424" y="6357"/>
                  </a:lnTo>
                  <a:lnTo>
                    <a:pt x="9767" y="6256"/>
                  </a:lnTo>
                  <a:lnTo>
                    <a:pt x="10110" y="6135"/>
                  </a:lnTo>
                  <a:lnTo>
                    <a:pt x="10433" y="5974"/>
                  </a:lnTo>
                  <a:lnTo>
                    <a:pt x="10736" y="5812"/>
                  </a:lnTo>
                  <a:lnTo>
                    <a:pt x="10917" y="5691"/>
                  </a:lnTo>
                  <a:lnTo>
                    <a:pt x="11079" y="5570"/>
                  </a:lnTo>
                  <a:lnTo>
                    <a:pt x="11240" y="5429"/>
                  </a:lnTo>
                  <a:lnTo>
                    <a:pt x="11382" y="5308"/>
                  </a:lnTo>
                  <a:lnTo>
                    <a:pt x="11503" y="5166"/>
                  </a:lnTo>
                  <a:lnTo>
                    <a:pt x="11604" y="5005"/>
                  </a:lnTo>
                  <a:lnTo>
                    <a:pt x="11704" y="4864"/>
                  </a:lnTo>
                  <a:lnTo>
                    <a:pt x="11785" y="4702"/>
                  </a:lnTo>
                  <a:lnTo>
                    <a:pt x="11886" y="4440"/>
                  </a:lnTo>
                  <a:lnTo>
                    <a:pt x="11947" y="4137"/>
                  </a:lnTo>
                  <a:lnTo>
                    <a:pt x="11967" y="3855"/>
                  </a:lnTo>
                  <a:lnTo>
                    <a:pt x="11947" y="3552"/>
                  </a:lnTo>
                  <a:lnTo>
                    <a:pt x="11886" y="3249"/>
                  </a:lnTo>
                  <a:lnTo>
                    <a:pt x="11805" y="2947"/>
                  </a:lnTo>
                  <a:lnTo>
                    <a:pt x="11664" y="2644"/>
                  </a:lnTo>
                  <a:lnTo>
                    <a:pt x="11483" y="2361"/>
                  </a:lnTo>
                  <a:lnTo>
                    <a:pt x="11341" y="2160"/>
                  </a:lnTo>
                  <a:lnTo>
                    <a:pt x="11160" y="1938"/>
                  </a:lnTo>
                  <a:lnTo>
                    <a:pt x="10958" y="1736"/>
                  </a:lnTo>
                  <a:lnTo>
                    <a:pt x="10716" y="1554"/>
                  </a:lnTo>
                  <a:lnTo>
                    <a:pt x="10474" y="1373"/>
                  </a:lnTo>
                  <a:lnTo>
                    <a:pt x="10211" y="1191"/>
                  </a:lnTo>
                  <a:lnTo>
                    <a:pt x="9908" y="1030"/>
                  </a:lnTo>
                  <a:lnTo>
                    <a:pt x="9606" y="868"/>
                  </a:lnTo>
                  <a:lnTo>
                    <a:pt x="9182" y="666"/>
                  </a:lnTo>
                  <a:lnTo>
                    <a:pt x="8758" y="505"/>
                  </a:lnTo>
                  <a:lnTo>
                    <a:pt x="8314" y="364"/>
                  </a:lnTo>
                  <a:lnTo>
                    <a:pt x="7870" y="243"/>
                  </a:lnTo>
                  <a:lnTo>
                    <a:pt x="7406" y="142"/>
                  </a:lnTo>
                  <a:lnTo>
                    <a:pt x="6942" y="81"/>
                  </a:lnTo>
                  <a:lnTo>
                    <a:pt x="6478" y="21"/>
                  </a:lnTo>
                  <a:lnTo>
                    <a:pt x="6014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29" name="Google Shape;529;p7"/>
            <p:cNvSpPr/>
            <p:nvPr/>
          </p:nvSpPr>
          <p:spPr>
            <a:xfrm flipH="1">
              <a:off x="-246264" y="-1063843"/>
              <a:ext cx="235874" cy="188464"/>
            </a:xfrm>
            <a:custGeom>
              <a:rect b="b" l="l" r="r" t="t"/>
              <a:pathLst>
                <a:path extrusionOk="0" h="3371" w="4219">
                  <a:moveTo>
                    <a:pt x="3875" y="81"/>
                  </a:moveTo>
                  <a:lnTo>
                    <a:pt x="3976" y="101"/>
                  </a:lnTo>
                  <a:lnTo>
                    <a:pt x="4057" y="182"/>
                  </a:lnTo>
                  <a:lnTo>
                    <a:pt x="4097" y="263"/>
                  </a:lnTo>
                  <a:lnTo>
                    <a:pt x="4137" y="363"/>
                  </a:lnTo>
                  <a:lnTo>
                    <a:pt x="4137" y="464"/>
                  </a:lnTo>
                  <a:lnTo>
                    <a:pt x="4137" y="585"/>
                  </a:lnTo>
                  <a:lnTo>
                    <a:pt x="4077" y="807"/>
                  </a:lnTo>
                  <a:lnTo>
                    <a:pt x="3936" y="1130"/>
                  </a:lnTo>
                  <a:lnTo>
                    <a:pt x="3794" y="1433"/>
                  </a:lnTo>
                  <a:lnTo>
                    <a:pt x="3613" y="1715"/>
                  </a:lnTo>
                  <a:lnTo>
                    <a:pt x="3411" y="1998"/>
                  </a:lnTo>
                  <a:lnTo>
                    <a:pt x="3189" y="2240"/>
                  </a:lnTo>
                  <a:lnTo>
                    <a:pt x="2947" y="2482"/>
                  </a:lnTo>
                  <a:lnTo>
                    <a:pt x="2684" y="2684"/>
                  </a:lnTo>
                  <a:lnTo>
                    <a:pt x="2422" y="2866"/>
                  </a:lnTo>
                  <a:lnTo>
                    <a:pt x="2180" y="2967"/>
                  </a:lnTo>
                  <a:lnTo>
                    <a:pt x="1897" y="3088"/>
                  </a:lnTo>
                  <a:lnTo>
                    <a:pt x="1575" y="3189"/>
                  </a:lnTo>
                  <a:lnTo>
                    <a:pt x="1252" y="3249"/>
                  </a:lnTo>
                  <a:lnTo>
                    <a:pt x="929" y="3290"/>
                  </a:lnTo>
                  <a:lnTo>
                    <a:pt x="626" y="3290"/>
                  </a:lnTo>
                  <a:lnTo>
                    <a:pt x="505" y="3269"/>
                  </a:lnTo>
                  <a:lnTo>
                    <a:pt x="384" y="3249"/>
                  </a:lnTo>
                  <a:lnTo>
                    <a:pt x="283" y="3209"/>
                  </a:lnTo>
                  <a:lnTo>
                    <a:pt x="202" y="3148"/>
                  </a:lnTo>
                  <a:lnTo>
                    <a:pt x="142" y="3088"/>
                  </a:lnTo>
                  <a:lnTo>
                    <a:pt x="122" y="3007"/>
                  </a:lnTo>
                  <a:lnTo>
                    <a:pt x="101" y="2926"/>
                  </a:lnTo>
                  <a:lnTo>
                    <a:pt x="81" y="2846"/>
                  </a:lnTo>
                  <a:lnTo>
                    <a:pt x="101" y="2745"/>
                  </a:lnTo>
                  <a:lnTo>
                    <a:pt x="122" y="2624"/>
                  </a:lnTo>
                  <a:lnTo>
                    <a:pt x="222" y="2381"/>
                  </a:lnTo>
                  <a:lnTo>
                    <a:pt x="344" y="2159"/>
                  </a:lnTo>
                  <a:lnTo>
                    <a:pt x="485" y="1958"/>
                  </a:lnTo>
                  <a:lnTo>
                    <a:pt x="666" y="1756"/>
                  </a:lnTo>
                  <a:lnTo>
                    <a:pt x="848" y="1574"/>
                  </a:lnTo>
                  <a:lnTo>
                    <a:pt x="1070" y="1393"/>
                  </a:lnTo>
                  <a:lnTo>
                    <a:pt x="1292" y="1231"/>
                  </a:lnTo>
                  <a:lnTo>
                    <a:pt x="1534" y="1070"/>
                  </a:lnTo>
                  <a:lnTo>
                    <a:pt x="1776" y="928"/>
                  </a:lnTo>
                  <a:lnTo>
                    <a:pt x="2261" y="666"/>
                  </a:lnTo>
                  <a:lnTo>
                    <a:pt x="2765" y="444"/>
                  </a:lnTo>
                  <a:lnTo>
                    <a:pt x="3229" y="263"/>
                  </a:lnTo>
                  <a:lnTo>
                    <a:pt x="3653" y="101"/>
                  </a:lnTo>
                  <a:lnTo>
                    <a:pt x="3774" y="81"/>
                  </a:lnTo>
                  <a:close/>
                  <a:moveTo>
                    <a:pt x="3754" y="0"/>
                  </a:moveTo>
                  <a:lnTo>
                    <a:pt x="3633" y="41"/>
                  </a:lnTo>
                  <a:lnTo>
                    <a:pt x="3209" y="182"/>
                  </a:lnTo>
                  <a:lnTo>
                    <a:pt x="2725" y="363"/>
                  </a:lnTo>
                  <a:lnTo>
                    <a:pt x="2220" y="606"/>
                  </a:lnTo>
                  <a:lnTo>
                    <a:pt x="1716" y="868"/>
                  </a:lnTo>
                  <a:lnTo>
                    <a:pt x="1474" y="1009"/>
                  </a:lnTo>
                  <a:lnTo>
                    <a:pt x="1231" y="1171"/>
                  </a:lnTo>
                  <a:lnTo>
                    <a:pt x="1009" y="1352"/>
                  </a:lnTo>
                  <a:lnTo>
                    <a:pt x="787" y="1514"/>
                  </a:lnTo>
                  <a:lnTo>
                    <a:pt x="606" y="1715"/>
                  </a:lnTo>
                  <a:lnTo>
                    <a:pt x="424" y="1917"/>
                  </a:lnTo>
                  <a:lnTo>
                    <a:pt x="283" y="2119"/>
                  </a:lnTo>
                  <a:lnTo>
                    <a:pt x="142" y="2341"/>
                  </a:lnTo>
                  <a:lnTo>
                    <a:pt x="81" y="2482"/>
                  </a:lnTo>
                  <a:lnTo>
                    <a:pt x="41" y="2624"/>
                  </a:lnTo>
                  <a:lnTo>
                    <a:pt x="21" y="2745"/>
                  </a:lnTo>
                  <a:lnTo>
                    <a:pt x="0" y="2866"/>
                  </a:lnTo>
                  <a:lnTo>
                    <a:pt x="21" y="2967"/>
                  </a:lnTo>
                  <a:lnTo>
                    <a:pt x="41" y="3047"/>
                  </a:lnTo>
                  <a:lnTo>
                    <a:pt x="81" y="3128"/>
                  </a:lnTo>
                  <a:lnTo>
                    <a:pt x="142" y="3209"/>
                  </a:lnTo>
                  <a:lnTo>
                    <a:pt x="263" y="3290"/>
                  </a:lnTo>
                  <a:lnTo>
                    <a:pt x="404" y="3330"/>
                  </a:lnTo>
                  <a:lnTo>
                    <a:pt x="586" y="3370"/>
                  </a:lnTo>
                  <a:lnTo>
                    <a:pt x="989" y="3370"/>
                  </a:lnTo>
                  <a:lnTo>
                    <a:pt x="1211" y="3350"/>
                  </a:lnTo>
                  <a:lnTo>
                    <a:pt x="1453" y="3290"/>
                  </a:lnTo>
                  <a:lnTo>
                    <a:pt x="1675" y="3229"/>
                  </a:lnTo>
                  <a:lnTo>
                    <a:pt x="2119" y="3088"/>
                  </a:lnTo>
                  <a:lnTo>
                    <a:pt x="2301" y="3007"/>
                  </a:lnTo>
                  <a:lnTo>
                    <a:pt x="2462" y="2926"/>
                  </a:lnTo>
                  <a:lnTo>
                    <a:pt x="2745" y="2745"/>
                  </a:lnTo>
                  <a:lnTo>
                    <a:pt x="3007" y="2543"/>
                  </a:lnTo>
                  <a:lnTo>
                    <a:pt x="3249" y="2301"/>
                  </a:lnTo>
                  <a:lnTo>
                    <a:pt x="3471" y="2038"/>
                  </a:lnTo>
                  <a:lnTo>
                    <a:pt x="3673" y="1776"/>
                  </a:lnTo>
                  <a:lnTo>
                    <a:pt x="3855" y="1473"/>
                  </a:lnTo>
                  <a:lnTo>
                    <a:pt x="4016" y="1150"/>
                  </a:lnTo>
                  <a:lnTo>
                    <a:pt x="4137" y="828"/>
                  </a:lnTo>
                  <a:lnTo>
                    <a:pt x="4218" y="585"/>
                  </a:lnTo>
                  <a:lnTo>
                    <a:pt x="4218" y="464"/>
                  </a:lnTo>
                  <a:lnTo>
                    <a:pt x="4218" y="343"/>
                  </a:lnTo>
                  <a:lnTo>
                    <a:pt x="4178" y="222"/>
                  </a:lnTo>
                  <a:lnTo>
                    <a:pt x="4097" y="121"/>
                  </a:lnTo>
                  <a:lnTo>
                    <a:pt x="3996" y="41"/>
                  </a:lnTo>
                  <a:lnTo>
                    <a:pt x="3956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30" name="Google Shape;530;p7"/>
            <p:cNvSpPr/>
            <p:nvPr/>
          </p:nvSpPr>
          <p:spPr>
            <a:xfrm flipH="1">
              <a:off x="-486582" y="-3332637"/>
              <a:ext cx="1826666" cy="1093271"/>
            </a:xfrm>
            <a:custGeom>
              <a:rect b="b" l="l" r="r" t="t"/>
              <a:pathLst>
                <a:path extrusionOk="0" h="19555" w="32673">
                  <a:moveTo>
                    <a:pt x="4340" y="81"/>
                  </a:moveTo>
                  <a:lnTo>
                    <a:pt x="4622" y="101"/>
                  </a:lnTo>
                  <a:lnTo>
                    <a:pt x="4885" y="121"/>
                  </a:lnTo>
                  <a:lnTo>
                    <a:pt x="5167" y="161"/>
                  </a:lnTo>
                  <a:lnTo>
                    <a:pt x="5450" y="222"/>
                  </a:lnTo>
                  <a:lnTo>
                    <a:pt x="5712" y="283"/>
                  </a:lnTo>
                  <a:lnTo>
                    <a:pt x="6216" y="444"/>
                  </a:lnTo>
                  <a:lnTo>
                    <a:pt x="6640" y="626"/>
                  </a:lnTo>
                  <a:lnTo>
                    <a:pt x="7003" y="787"/>
                  </a:lnTo>
                  <a:lnTo>
                    <a:pt x="7266" y="928"/>
                  </a:lnTo>
                  <a:lnTo>
                    <a:pt x="7629" y="1130"/>
                  </a:lnTo>
                  <a:lnTo>
                    <a:pt x="7972" y="1352"/>
                  </a:lnTo>
                  <a:lnTo>
                    <a:pt x="8315" y="1594"/>
                  </a:lnTo>
                  <a:lnTo>
                    <a:pt x="8658" y="1836"/>
                  </a:lnTo>
                  <a:lnTo>
                    <a:pt x="9324" y="2341"/>
                  </a:lnTo>
                  <a:lnTo>
                    <a:pt x="9950" y="2866"/>
                  </a:lnTo>
                  <a:lnTo>
                    <a:pt x="10918" y="3632"/>
                  </a:lnTo>
                  <a:lnTo>
                    <a:pt x="11746" y="4258"/>
                  </a:lnTo>
                  <a:lnTo>
                    <a:pt x="12613" y="4843"/>
                  </a:lnTo>
                  <a:lnTo>
                    <a:pt x="13481" y="5388"/>
                  </a:lnTo>
                  <a:lnTo>
                    <a:pt x="14369" y="5913"/>
                  </a:lnTo>
                  <a:lnTo>
                    <a:pt x="15297" y="6397"/>
                  </a:lnTo>
                  <a:lnTo>
                    <a:pt x="16226" y="6861"/>
                  </a:lnTo>
                  <a:lnTo>
                    <a:pt x="17174" y="7285"/>
                  </a:lnTo>
                  <a:lnTo>
                    <a:pt x="18143" y="7709"/>
                  </a:lnTo>
                  <a:lnTo>
                    <a:pt x="19132" y="8092"/>
                  </a:lnTo>
                  <a:lnTo>
                    <a:pt x="20120" y="8476"/>
                  </a:lnTo>
                  <a:lnTo>
                    <a:pt x="21129" y="8839"/>
                  </a:lnTo>
                  <a:lnTo>
                    <a:pt x="22138" y="9182"/>
                  </a:lnTo>
                  <a:lnTo>
                    <a:pt x="23168" y="9505"/>
                  </a:lnTo>
                  <a:lnTo>
                    <a:pt x="24217" y="9848"/>
                  </a:lnTo>
                  <a:lnTo>
                    <a:pt x="26316" y="10473"/>
                  </a:lnTo>
                  <a:lnTo>
                    <a:pt x="26376" y="10494"/>
                  </a:lnTo>
                  <a:lnTo>
                    <a:pt x="27627" y="10877"/>
                  </a:lnTo>
                  <a:lnTo>
                    <a:pt x="28253" y="11079"/>
                  </a:lnTo>
                  <a:lnTo>
                    <a:pt x="28879" y="11301"/>
                  </a:lnTo>
                  <a:lnTo>
                    <a:pt x="29484" y="11523"/>
                  </a:lnTo>
                  <a:lnTo>
                    <a:pt x="30089" y="11805"/>
                  </a:lnTo>
                  <a:lnTo>
                    <a:pt x="30675" y="12088"/>
                  </a:lnTo>
                  <a:lnTo>
                    <a:pt x="31240" y="12411"/>
                  </a:lnTo>
                  <a:lnTo>
                    <a:pt x="31583" y="12633"/>
                  </a:lnTo>
                  <a:lnTo>
                    <a:pt x="31744" y="12754"/>
                  </a:lnTo>
                  <a:lnTo>
                    <a:pt x="31906" y="12895"/>
                  </a:lnTo>
                  <a:lnTo>
                    <a:pt x="32067" y="13036"/>
                  </a:lnTo>
                  <a:lnTo>
                    <a:pt x="32208" y="13198"/>
                  </a:lnTo>
                  <a:lnTo>
                    <a:pt x="32329" y="13379"/>
                  </a:lnTo>
                  <a:lnTo>
                    <a:pt x="32450" y="13581"/>
                  </a:lnTo>
                  <a:lnTo>
                    <a:pt x="32511" y="13763"/>
                  </a:lnTo>
                  <a:lnTo>
                    <a:pt x="32572" y="13965"/>
                  </a:lnTo>
                  <a:lnTo>
                    <a:pt x="32592" y="14166"/>
                  </a:lnTo>
                  <a:lnTo>
                    <a:pt x="32592" y="14368"/>
                  </a:lnTo>
                  <a:lnTo>
                    <a:pt x="32551" y="14570"/>
                  </a:lnTo>
                  <a:lnTo>
                    <a:pt x="32471" y="14772"/>
                  </a:lnTo>
                  <a:lnTo>
                    <a:pt x="32370" y="14953"/>
                  </a:lnTo>
                  <a:lnTo>
                    <a:pt x="32289" y="15034"/>
                  </a:lnTo>
                  <a:lnTo>
                    <a:pt x="32208" y="15095"/>
                  </a:lnTo>
                  <a:lnTo>
                    <a:pt x="32067" y="15196"/>
                  </a:lnTo>
                  <a:lnTo>
                    <a:pt x="31926" y="15256"/>
                  </a:lnTo>
                  <a:lnTo>
                    <a:pt x="31764" y="15317"/>
                  </a:lnTo>
                  <a:lnTo>
                    <a:pt x="31603" y="15337"/>
                  </a:lnTo>
                  <a:lnTo>
                    <a:pt x="31421" y="15357"/>
                  </a:lnTo>
                  <a:lnTo>
                    <a:pt x="31240" y="15377"/>
                  </a:lnTo>
                  <a:lnTo>
                    <a:pt x="30876" y="15357"/>
                  </a:lnTo>
                  <a:lnTo>
                    <a:pt x="29625" y="15276"/>
                  </a:lnTo>
                  <a:lnTo>
                    <a:pt x="28354" y="15196"/>
                  </a:lnTo>
                  <a:lnTo>
                    <a:pt x="25872" y="14974"/>
                  </a:lnTo>
                  <a:lnTo>
                    <a:pt x="24116" y="14832"/>
                  </a:lnTo>
                  <a:lnTo>
                    <a:pt x="22360" y="14691"/>
                  </a:lnTo>
                  <a:lnTo>
                    <a:pt x="20585" y="14590"/>
                  </a:lnTo>
                  <a:lnTo>
                    <a:pt x="19697" y="14550"/>
                  </a:lnTo>
                  <a:lnTo>
                    <a:pt x="18809" y="14530"/>
                  </a:lnTo>
                  <a:lnTo>
                    <a:pt x="17073" y="14530"/>
                  </a:lnTo>
                  <a:lnTo>
                    <a:pt x="16226" y="14570"/>
                  </a:lnTo>
                  <a:lnTo>
                    <a:pt x="15398" y="14631"/>
                  </a:lnTo>
                  <a:lnTo>
                    <a:pt x="14591" y="14691"/>
                  </a:lnTo>
                  <a:lnTo>
                    <a:pt x="13824" y="14792"/>
                  </a:lnTo>
                  <a:lnTo>
                    <a:pt x="13057" y="14893"/>
                  </a:lnTo>
                  <a:lnTo>
                    <a:pt x="12311" y="15034"/>
                  </a:lnTo>
                  <a:lnTo>
                    <a:pt x="11584" y="15175"/>
                  </a:lnTo>
                  <a:lnTo>
                    <a:pt x="10878" y="15337"/>
                  </a:lnTo>
                  <a:lnTo>
                    <a:pt x="10192" y="15539"/>
                  </a:lnTo>
                  <a:lnTo>
                    <a:pt x="9526" y="15740"/>
                  </a:lnTo>
                  <a:lnTo>
                    <a:pt x="8880" y="15962"/>
                  </a:lnTo>
                  <a:lnTo>
                    <a:pt x="8255" y="16205"/>
                  </a:lnTo>
                  <a:lnTo>
                    <a:pt x="7629" y="16487"/>
                  </a:lnTo>
                  <a:lnTo>
                    <a:pt x="7024" y="16770"/>
                  </a:lnTo>
                  <a:lnTo>
                    <a:pt x="6539" y="17012"/>
                  </a:lnTo>
                  <a:lnTo>
                    <a:pt x="6055" y="17294"/>
                  </a:lnTo>
                  <a:lnTo>
                    <a:pt x="5086" y="17839"/>
                  </a:lnTo>
                  <a:lnTo>
                    <a:pt x="4441" y="18202"/>
                  </a:lnTo>
                  <a:lnTo>
                    <a:pt x="3775" y="18586"/>
                  </a:lnTo>
                  <a:lnTo>
                    <a:pt x="3089" y="18929"/>
                  </a:lnTo>
                  <a:lnTo>
                    <a:pt x="2382" y="19252"/>
                  </a:lnTo>
                  <a:lnTo>
                    <a:pt x="2160" y="19353"/>
                  </a:lnTo>
                  <a:lnTo>
                    <a:pt x="1918" y="19413"/>
                  </a:lnTo>
                  <a:lnTo>
                    <a:pt x="1676" y="19454"/>
                  </a:lnTo>
                  <a:lnTo>
                    <a:pt x="1434" y="19454"/>
                  </a:lnTo>
                  <a:lnTo>
                    <a:pt x="1333" y="19413"/>
                  </a:lnTo>
                  <a:lnTo>
                    <a:pt x="1212" y="19373"/>
                  </a:lnTo>
                  <a:lnTo>
                    <a:pt x="1030" y="19272"/>
                  </a:lnTo>
                  <a:lnTo>
                    <a:pt x="869" y="19111"/>
                  </a:lnTo>
                  <a:lnTo>
                    <a:pt x="748" y="18949"/>
                  </a:lnTo>
                  <a:lnTo>
                    <a:pt x="627" y="18788"/>
                  </a:lnTo>
                  <a:lnTo>
                    <a:pt x="546" y="18606"/>
                  </a:lnTo>
                  <a:lnTo>
                    <a:pt x="425" y="18324"/>
                  </a:lnTo>
                  <a:lnTo>
                    <a:pt x="324" y="18001"/>
                  </a:lnTo>
                  <a:lnTo>
                    <a:pt x="263" y="17678"/>
                  </a:lnTo>
                  <a:lnTo>
                    <a:pt x="203" y="17335"/>
                  </a:lnTo>
                  <a:lnTo>
                    <a:pt x="162" y="16992"/>
                  </a:lnTo>
                  <a:lnTo>
                    <a:pt x="122" y="16326"/>
                  </a:lnTo>
                  <a:lnTo>
                    <a:pt x="102" y="15660"/>
                  </a:lnTo>
                  <a:lnTo>
                    <a:pt x="102" y="14368"/>
                  </a:lnTo>
                  <a:lnTo>
                    <a:pt x="82" y="13137"/>
                  </a:lnTo>
                  <a:lnTo>
                    <a:pt x="102" y="11947"/>
                  </a:lnTo>
                  <a:lnTo>
                    <a:pt x="122" y="10756"/>
                  </a:lnTo>
                  <a:lnTo>
                    <a:pt x="203" y="9485"/>
                  </a:lnTo>
                  <a:lnTo>
                    <a:pt x="324" y="8274"/>
                  </a:lnTo>
                  <a:lnTo>
                    <a:pt x="405" y="7689"/>
                  </a:lnTo>
                  <a:lnTo>
                    <a:pt x="485" y="7124"/>
                  </a:lnTo>
                  <a:lnTo>
                    <a:pt x="586" y="6579"/>
                  </a:lnTo>
                  <a:lnTo>
                    <a:pt x="687" y="6054"/>
                  </a:lnTo>
                  <a:lnTo>
                    <a:pt x="808" y="5529"/>
                  </a:lnTo>
                  <a:lnTo>
                    <a:pt x="929" y="5025"/>
                  </a:lnTo>
                  <a:lnTo>
                    <a:pt x="1071" y="4541"/>
                  </a:lnTo>
                  <a:lnTo>
                    <a:pt x="1232" y="4056"/>
                  </a:lnTo>
                  <a:lnTo>
                    <a:pt x="1393" y="3592"/>
                  </a:lnTo>
                  <a:lnTo>
                    <a:pt x="1555" y="3128"/>
                  </a:lnTo>
                  <a:lnTo>
                    <a:pt x="1736" y="2684"/>
                  </a:lnTo>
                  <a:lnTo>
                    <a:pt x="1938" y="2260"/>
                  </a:lnTo>
                  <a:lnTo>
                    <a:pt x="2039" y="2038"/>
                  </a:lnTo>
                  <a:lnTo>
                    <a:pt x="2301" y="1493"/>
                  </a:lnTo>
                  <a:lnTo>
                    <a:pt x="2463" y="1231"/>
                  </a:lnTo>
                  <a:lnTo>
                    <a:pt x="2624" y="969"/>
                  </a:lnTo>
                  <a:lnTo>
                    <a:pt x="2806" y="727"/>
                  </a:lnTo>
                  <a:lnTo>
                    <a:pt x="3008" y="525"/>
                  </a:lnTo>
                  <a:lnTo>
                    <a:pt x="3129" y="444"/>
                  </a:lnTo>
                  <a:lnTo>
                    <a:pt x="3250" y="363"/>
                  </a:lnTo>
                  <a:lnTo>
                    <a:pt x="3391" y="283"/>
                  </a:lnTo>
                  <a:lnTo>
                    <a:pt x="3532" y="222"/>
                  </a:lnTo>
                  <a:lnTo>
                    <a:pt x="3795" y="161"/>
                  </a:lnTo>
                  <a:lnTo>
                    <a:pt x="4057" y="101"/>
                  </a:lnTo>
                  <a:lnTo>
                    <a:pt x="4340" y="81"/>
                  </a:lnTo>
                  <a:close/>
                  <a:moveTo>
                    <a:pt x="4360" y="0"/>
                  </a:moveTo>
                  <a:lnTo>
                    <a:pt x="3997" y="40"/>
                  </a:lnTo>
                  <a:lnTo>
                    <a:pt x="3714" y="81"/>
                  </a:lnTo>
                  <a:lnTo>
                    <a:pt x="3492" y="161"/>
                  </a:lnTo>
                  <a:lnTo>
                    <a:pt x="3351" y="222"/>
                  </a:lnTo>
                  <a:lnTo>
                    <a:pt x="3210" y="283"/>
                  </a:lnTo>
                  <a:lnTo>
                    <a:pt x="3089" y="363"/>
                  </a:lnTo>
                  <a:lnTo>
                    <a:pt x="2967" y="464"/>
                  </a:lnTo>
                  <a:lnTo>
                    <a:pt x="2745" y="666"/>
                  </a:lnTo>
                  <a:lnTo>
                    <a:pt x="2564" y="908"/>
                  </a:lnTo>
                  <a:lnTo>
                    <a:pt x="2382" y="1170"/>
                  </a:lnTo>
                  <a:lnTo>
                    <a:pt x="2241" y="1453"/>
                  </a:lnTo>
                  <a:lnTo>
                    <a:pt x="1958" y="2018"/>
                  </a:lnTo>
                  <a:lnTo>
                    <a:pt x="1878" y="2220"/>
                  </a:lnTo>
                  <a:lnTo>
                    <a:pt x="1676" y="2664"/>
                  </a:lnTo>
                  <a:lnTo>
                    <a:pt x="1494" y="3108"/>
                  </a:lnTo>
                  <a:lnTo>
                    <a:pt x="1313" y="3552"/>
                  </a:lnTo>
                  <a:lnTo>
                    <a:pt x="1151" y="4036"/>
                  </a:lnTo>
                  <a:lnTo>
                    <a:pt x="990" y="4500"/>
                  </a:lnTo>
                  <a:lnTo>
                    <a:pt x="849" y="5005"/>
                  </a:lnTo>
                  <a:lnTo>
                    <a:pt x="727" y="5509"/>
                  </a:lnTo>
                  <a:lnTo>
                    <a:pt x="606" y="6034"/>
                  </a:lnTo>
                  <a:lnTo>
                    <a:pt x="505" y="6559"/>
                  </a:lnTo>
                  <a:lnTo>
                    <a:pt x="405" y="7103"/>
                  </a:lnTo>
                  <a:lnTo>
                    <a:pt x="324" y="7668"/>
                  </a:lnTo>
                  <a:lnTo>
                    <a:pt x="243" y="8254"/>
                  </a:lnTo>
                  <a:lnTo>
                    <a:pt x="122" y="9464"/>
                  </a:lnTo>
                  <a:lnTo>
                    <a:pt x="41" y="10756"/>
                  </a:lnTo>
                  <a:lnTo>
                    <a:pt x="21" y="11947"/>
                  </a:lnTo>
                  <a:lnTo>
                    <a:pt x="1" y="13137"/>
                  </a:lnTo>
                  <a:lnTo>
                    <a:pt x="21" y="14368"/>
                  </a:lnTo>
                  <a:lnTo>
                    <a:pt x="21" y="15660"/>
                  </a:lnTo>
                  <a:lnTo>
                    <a:pt x="41" y="16326"/>
                  </a:lnTo>
                  <a:lnTo>
                    <a:pt x="82" y="17012"/>
                  </a:lnTo>
                  <a:lnTo>
                    <a:pt x="122" y="17355"/>
                  </a:lnTo>
                  <a:lnTo>
                    <a:pt x="183" y="17678"/>
                  </a:lnTo>
                  <a:lnTo>
                    <a:pt x="263" y="18021"/>
                  </a:lnTo>
                  <a:lnTo>
                    <a:pt x="344" y="18344"/>
                  </a:lnTo>
                  <a:lnTo>
                    <a:pt x="405" y="18505"/>
                  </a:lnTo>
                  <a:lnTo>
                    <a:pt x="485" y="18687"/>
                  </a:lnTo>
                  <a:lnTo>
                    <a:pt x="586" y="18868"/>
                  </a:lnTo>
                  <a:lnTo>
                    <a:pt x="707" y="19030"/>
                  </a:lnTo>
                  <a:lnTo>
                    <a:pt x="849" y="19211"/>
                  </a:lnTo>
                  <a:lnTo>
                    <a:pt x="1010" y="19353"/>
                  </a:lnTo>
                  <a:lnTo>
                    <a:pt x="1192" y="19454"/>
                  </a:lnTo>
                  <a:lnTo>
                    <a:pt x="1313" y="19494"/>
                  </a:lnTo>
                  <a:lnTo>
                    <a:pt x="1414" y="19534"/>
                  </a:lnTo>
                  <a:lnTo>
                    <a:pt x="1615" y="19555"/>
                  </a:lnTo>
                  <a:lnTo>
                    <a:pt x="1817" y="19534"/>
                  </a:lnTo>
                  <a:lnTo>
                    <a:pt x="2039" y="19474"/>
                  </a:lnTo>
                  <a:lnTo>
                    <a:pt x="2241" y="19413"/>
                  </a:lnTo>
                  <a:lnTo>
                    <a:pt x="2423" y="19333"/>
                  </a:lnTo>
                  <a:lnTo>
                    <a:pt x="3129" y="19010"/>
                  </a:lnTo>
                  <a:lnTo>
                    <a:pt x="3795" y="18646"/>
                  </a:lnTo>
                  <a:lnTo>
                    <a:pt x="4481" y="18283"/>
                  </a:lnTo>
                  <a:lnTo>
                    <a:pt x="5127" y="17900"/>
                  </a:lnTo>
                  <a:lnTo>
                    <a:pt x="6095" y="17355"/>
                  </a:lnTo>
                  <a:lnTo>
                    <a:pt x="6580" y="17093"/>
                  </a:lnTo>
                  <a:lnTo>
                    <a:pt x="7064" y="16830"/>
                  </a:lnTo>
                  <a:lnTo>
                    <a:pt x="7669" y="16548"/>
                  </a:lnTo>
                  <a:lnTo>
                    <a:pt x="8275" y="16285"/>
                  </a:lnTo>
                  <a:lnTo>
                    <a:pt x="8900" y="16043"/>
                  </a:lnTo>
                  <a:lnTo>
                    <a:pt x="9566" y="15821"/>
                  </a:lnTo>
                  <a:lnTo>
                    <a:pt x="10232" y="15619"/>
                  </a:lnTo>
                  <a:lnTo>
                    <a:pt x="10898" y="15418"/>
                  </a:lnTo>
                  <a:lnTo>
                    <a:pt x="11604" y="15256"/>
                  </a:lnTo>
                  <a:lnTo>
                    <a:pt x="12331" y="15115"/>
                  </a:lnTo>
                  <a:lnTo>
                    <a:pt x="13078" y="14974"/>
                  </a:lnTo>
                  <a:lnTo>
                    <a:pt x="13824" y="14873"/>
                  </a:lnTo>
                  <a:lnTo>
                    <a:pt x="14611" y="14772"/>
                  </a:lnTo>
                  <a:lnTo>
                    <a:pt x="15419" y="14711"/>
                  </a:lnTo>
                  <a:lnTo>
                    <a:pt x="16226" y="14651"/>
                  </a:lnTo>
                  <a:lnTo>
                    <a:pt x="17073" y="14610"/>
                  </a:lnTo>
                  <a:lnTo>
                    <a:pt x="18809" y="14610"/>
                  </a:lnTo>
                  <a:lnTo>
                    <a:pt x="19697" y="14631"/>
                  </a:lnTo>
                  <a:lnTo>
                    <a:pt x="20585" y="14671"/>
                  </a:lnTo>
                  <a:lnTo>
                    <a:pt x="22360" y="14772"/>
                  </a:lnTo>
                  <a:lnTo>
                    <a:pt x="24116" y="14913"/>
                  </a:lnTo>
                  <a:lnTo>
                    <a:pt x="25852" y="15054"/>
                  </a:lnTo>
                  <a:lnTo>
                    <a:pt x="28354" y="15276"/>
                  </a:lnTo>
                  <a:lnTo>
                    <a:pt x="29605" y="15357"/>
                  </a:lnTo>
                  <a:lnTo>
                    <a:pt x="30876" y="15438"/>
                  </a:lnTo>
                  <a:lnTo>
                    <a:pt x="31240" y="15458"/>
                  </a:lnTo>
                  <a:lnTo>
                    <a:pt x="31441" y="15438"/>
                  </a:lnTo>
                  <a:lnTo>
                    <a:pt x="31623" y="15418"/>
                  </a:lnTo>
                  <a:lnTo>
                    <a:pt x="31785" y="15397"/>
                  </a:lnTo>
                  <a:lnTo>
                    <a:pt x="31966" y="15337"/>
                  </a:lnTo>
                  <a:lnTo>
                    <a:pt x="32128" y="15256"/>
                  </a:lnTo>
                  <a:lnTo>
                    <a:pt x="32269" y="15155"/>
                  </a:lnTo>
                  <a:lnTo>
                    <a:pt x="32350" y="15075"/>
                  </a:lnTo>
                  <a:lnTo>
                    <a:pt x="32430" y="14994"/>
                  </a:lnTo>
                  <a:lnTo>
                    <a:pt x="32551" y="14812"/>
                  </a:lnTo>
                  <a:lnTo>
                    <a:pt x="32612" y="14610"/>
                  </a:lnTo>
                  <a:lnTo>
                    <a:pt x="32672" y="14388"/>
                  </a:lnTo>
                  <a:lnTo>
                    <a:pt x="32672" y="14166"/>
                  </a:lnTo>
                  <a:lnTo>
                    <a:pt x="32652" y="13944"/>
                  </a:lnTo>
                  <a:lnTo>
                    <a:pt x="32592" y="13743"/>
                  </a:lnTo>
                  <a:lnTo>
                    <a:pt x="32511" y="13541"/>
                  </a:lnTo>
                  <a:lnTo>
                    <a:pt x="32410" y="13339"/>
                  </a:lnTo>
                  <a:lnTo>
                    <a:pt x="32269" y="13157"/>
                  </a:lnTo>
                  <a:lnTo>
                    <a:pt x="32128" y="12996"/>
                  </a:lnTo>
                  <a:lnTo>
                    <a:pt x="31966" y="12835"/>
                  </a:lnTo>
                  <a:lnTo>
                    <a:pt x="31805" y="12693"/>
                  </a:lnTo>
                  <a:lnTo>
                    <a:pt x="31623" y="12572"/>
                  </a:lnTo>
                  <a:lnTo>
                    <a:pt x="31280" y="12350"/>
                  </a:lnTo>
                  <a:lnTo>
                    <a:pt x="30715" y="12027"/>
                  </a:lnTo>
                  <a:lnTo>
                    <a:pt x="30130" y="11725"/>
                  </a:lnTo>
                  <a:lnTo>
                    <a:pt x="29524" y="11462"/>
                  </a:lnTo>
                  <a:lnTo>
                    <a:pt x="28919" y="11220"/>
                  </a:lnTo>
                  <a:lnTo>
                    <a:pt x="28293" y="10998"/>
                  </a:lnTo>
                  <a:lnTo>
                    <a:pt x="27648" y="10796"/>
                  </a:lnTo>
                  <a:lnTo>
                    <a:pt x="26396" y="10413"/>
                  </a:lnTo>
                  <a:lnTo>
                    <a:pt x="26336" y="10393"/>
                  </a:lnTo>
                  <a:lnTo>
                    <a:pt x="24237" y="9767"/>
                  </a:lnTo>
                  <a:lnTo>
                    <a:pt x="23208" y="9444"/>
                  </a:lnTo>
                  <a:lnTo>
                    <a:pt x="22179" y="9101"/>
                  </a:lnTo>
                  <a:lnTo>
                    <a:pt x="21170" y="8758"/>
                  </a:lnTo>
                  <a:lnTo>
                    <a:pt x="20161" y="8395"/>
                  </a:lnTo>
                  <a:lnTo>
                    <a:pt x="19152" y="8032"/>
                  </a:lnTo>
                  <a:lnTo>
                    <a:pt x="18183" y="7628"/>
                  </a:lnTo>
                  <a:lnTo>
                    <a:pt x="17215" y="7224"/>
                  </a:lnTo>
                  <a:lnTo>
                    <a:pt x="16266" y="6781"/>
                  </a:lnTo>
                  <a:lnTo>
                    <a:pt x="15338" y="6316"/>
                  </a:lnTo>
                  <a:lnTo>
                    <a:pt x="14410" y="5832"/>
                  </a:lnTo>
                  <a:lnTo>
                    <a:pt x="13522" y="5328"/>
                  </a:lnTo>
                  <a:lnTo>
                    <a:pt x="12654" y="4783"/>
                  </a:lnTo>
                  <a:lnTo>
                    <a:pt x="11806" y="4197"/>
                  </a:lnTo>
                  <a:lnTo>
                    <a:pt x="10979" y="3572"/>
                  </a:lnTo>
                  <a:lnTo>
                    <a:pt x="10010" y="2805"/>
                  </a:lnTo>
                  <a:lnTo>
                    <a:pt x="9365" y="2280"/>
                  </a:lnTo>
                  <a:lnTo>
                    <a:pt x="8699" y="1776"/>
                  </a:lnTo>
                  <a:lnTo>
                    <a:pt x="8356" y="1514"/>
                  </a:lnTo>
                  <a:lnTo>
                    <a:pt x="8012" y="1292"/>
                  </a:lnTo>
                  <a:lnTo>
                    <a:pt x="7669" y="1070"/>
                  </a:lnTo>
                  <a:lnTo>
                    <a:pt x="7306" y="848"/>
                  </a:lnTo>
                  <a:lnTo>
                    <a:pt x="6923" y="666"/>
                  </a:lnTo>
                  <a:lnTo>
                    <a:pt x="6559" y="505"/>
                  </a:lnTo>
                  <a:lnTo>
                    <a:pt x="6216" y="363"/>
                  </a:lnTo>
                  <a:lnTo>
                    <a:pt x="5894" y="242"/>
                  </a:lnTo>
                  <a:lnTo>
                    <a:pt x="5591" y="161"/>
                  </a:lnTo>
                  <a:lnTo>
                    <a:pt x="5308" y="101"/>
                  </a:lnTo>
                  <a:lnTo>
                    <a:pt x="5046" y="61"/>
                  </a:lnTo>
                  <a:lnTo>
                    <a:pt x="4804" y="20"/>
                  </a:lnTo>
                  <a:lnTo>
                    <a:pt x="4562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31" name="Google Shape;531;p7"/>
            <p:cNvSpPr/>
            <p:nvPr/>
          </p:nvSpPr>
          <p:spPr>
            <a:xfrm flipH="1">
              <a:off x="396816" y="-3077703"/>
              <a:ext cx="794334" cy="541632"/>
            </a:xfrm>
            <a:custGeom>
              <a:rect b="b" l="l" r="r" t="t"/>
              <a:pathLst>
                <a:path extrusionOk="0" h="9688" w="14208">
                  <a:moveTo>
                    <a:pt x="2765" y="81"/>
                  </a:moveTo>
                  <a:lnTo>
                    <a:pt x="2967" y="142"/>
                  </a:lnTo>
                  <a:lnTo>
                    <a:pt x="3189" y="223"/>
                  </a:lnTo>
                  <a:lnTo>
                    <a:pt x="3431" y="324"/>
                  </a:lnTo>
                  <a:lnTo>
                    <a:pt x="3694" y="465"/>
                  </a:lnTo>
                  <a:lnTo>
                    <a:pt x="3956" y="626"/>
                  </a:lnTo>
                  <a:lnTo>
                    <a:pt x="4218" y="828"/>
                  </a:lnTo>
                  <a:lnTo>
                    <a:pt x="4501" y="1070"/>
                  </a:lnTo>
                  <a:lnTo>
                    <a:pt x="5005" y="1474"/>
                  </a:lnTo>
                  <a:lnTo>
                    <a:pt x="5510" y="1837"/>
                  </a:lnTo>
                  <a:lnTo>
                    <a:pt x="6055" y="2200"/>
                  </a:lnTo>
                  <a:lnTo>
                    <a:pt x="6600" y="2523"/>
                  </a:lnTo>
                  <a:lnTo>
                    <a:pt x="7165" y="2826"/>
                  </a:lnTo>
                  <a:lnTo>
                    <a:pt x="7750" y="3088"/>
                  </a:lnTo>
                  <a:lnTo>
                    <a:pt x="8335" y="3330"/>
                  </a:lnTo>
                  <a:lnTo>
                    <a:pt x="8940" y="3532"/>
                  </a:lnTo>
                  <a:lnTo>
                    <a:pt x="9566" y="3714"/>
                  </a:lnTo>
                  <a:lnTo>
                    <a:pt x="10171" y="3895"/>
                  </a:lnTo>
                  <a:lnTo>
                    <a:pt x="11140" y="4158"/>
                  </a:lnTo>
                  <a:lnTo>
                    <a:pt x="11624" y="4319"/>
                  </a:lnTo>
                  <a:lnTo>
                    <a:pt x="12089" y="4481"/>
                  </a:lnTo>
                  <a:lnTo>
                    <a:pt x="12533" y="4683"/>
                  </a:lnTo>
                  <a:lnTo>
                    <a:pt x="12956" y="4904"/>
                  </a:lnTo>
                  <a:lnTo>
                    <a:pt x="13178" y="5046"/>
                  </a:lnTo>
                  <a:lnTo>
                    <a:pt x="13380" y="5167"/>
                  </a:lnTo>
                  <a:lnTo>
                    <a:pt x="13562" y="5328"/>
                  </a:lnTo>
                  <a:lnTo>
                    <a:pt x="13764" y="5490"/>
                  </a:lnTo>
                  <a:lnTo>
                    <a:pt x="13945" y="5671"/>
                  </a:lnTo>
                  <a:lnTo>
                    <a:pt x="14066" y="5853"/>
                  </a:lnTo>
                  <a:lnTo>
                    <a:pt x="14086" y="5934"/>
                  </a:lnTo>
                  <a:lnTo>
                    <a:pt x="14127" y="6014"/>
                  </a:lnTo>
                  <a:lnTo>
                    <a:pt x="14127" y="6095"/>
                  </a:lnTo>
                  <a:lnTo>
                    <a:pt x="14127" y="6176"/>
                  </a:lnTo>
                  <a:lnTo>
                    <a:pt x="14086" y="6317"/>
                  </a:lnTo>
                  <a:lnTo>
                    <a:pt x="14006" y="6458"/>
                  </a:lnTo>
                  <a:lnTo>
                    <a:pt x="13864" y="6579"/>
                  </a:lnTo>
                  <a:lnTo>
                    <a:pt x="13683" y="6721"/>
                  </a:lnTo>
                  <a:lnTo>
                    <a:pt x="13461" y="6842"/>
                  </a:lnTo>
                  <a:lnTo>
                    <a:pt x="13239" y="6963"/>
                  </a:lnTo>
                  <a:lnTo>
                    <a:pt x="12997" y="7064"/>
                  </a:lnTo>
                  <a:lnTo>
                    <a:pt x="12755" y="7165"/>
                  </a:lnTo>
                  <a:lnTo>
                    <a:pt x="12512" y="7225"/>
                  </a:lnTo>
                  <a:lnTo>
                    <a:pt x="12270" y="7286"/>
                  </a:lnTo>
                  <a:lnTo>
                    <a:pt x="11766" y="7387"/>
                  </a:lnTo>
                  <a:lnTo>
                    <a:pt x="11261" y="7447"/>
                  </a:lnTo>
                  <a:lnTo>
                    <a:pt x="10716" y="7467"/>
                  </a:lnTo>
                  <a:lnTo>
                    <a:pt x="9647" y="7488"/>
                  </a:lnTo>
                  <a:lnTo>
                    <a:pt x="8940" y="7508"/>
                  </a:lnTo>
                  <a:lnTo>
                    <a:pt x="8234" y="7528"/>
                  </a:lnTo>
                  <a:lnTo>
                    <a:pt x="7891" y="7548"/>
                  </a:lnTo>
                  <a:lnTo>
                    <a:pt x="7548" y="7588"/>
                  </a:lnTo>
                  <a:lnTo>
                    <a:pt x="7205" y="7649"/>
                  </a:lnTo>
                  <a:lnTo>
                    <a:pt x="6862" y="7710"/>
                  </a:lnTo>
                  <a:lnTo>
                    <a:pt x="6559" y="7790"/>
                  </a:lnTo>
                  <a:lnTo>
                    <a:pt x="6236" y="7891"/>
                  </a:lnTo>
                  <a:lnTo>
                    <a:pt x="5651" y="8113"/>
                  </a:lnTo>
                  <a:lnTo>
                    <a:pt x="5066" y="8375"/>
                  </a:lnTo>
                  <a:lnTo>
                    <a:pt x="4501" y="8658"/>
                  </a:lnTo>
                  <a:lnTo>
                    <a:pt x="3653" y="9041"/>
                  </a:lnTo>
                  <a:lnTo>
                    <a:pt x="3209" y="9223"/>
                  </a:lnTo>
                  <a:lnTo>
                    <a:pt x="2786" y="9384"/>
                  </a:lnTo>
                  <a:lnTo>
                    <a:pt x="2483" y="9485"/>
                  </a:lnTo>
                  <a:lnTo>
                    <a:pt x="2221" y="9546"/>
                  </a:lnTo>
                  <a:lnTo>
                    <a:pt x="1978" y="9586"/>
                  </a:lnTo>
                  <a:lnTo>
                    <a:pt x="1756" y="9606"/>
                  </a:lnTo>
                  <a:lnTo>
                    <a:pt x="1555" y="9606"/>
                  </a:lnTo>
                  <a:lnTo>
                    <a:pt x="1373" y="9586"/>
                  </a:lnTo>
                  <a:lnTo>
                    <a:pt x="1212" y="9566"/>
                  </a:lnTo>
                  <a:lnTo>
                    <a:pt x="1070" y="9526"/>
                  </a:lnTo>
                  <a:lnTo>
                    <a:pt x="929" y="9465"/>
                  </a:lnTo>
                  <a:lnTo>
                    <a:pt x="808" y="9405"/>
                  </a:lnTo>
                  <a:lnTo>
                    <a:pt x="626" y="9284"/>
                  </a:lnTo>
                  <a:lnTo>
                    <a:pt x="485" y="9162"/>
                  </a:lnTo>
                  <a:lnTo>
                    <a:pt x="404" y="9082"/>
                  </a:lnTo>
                  <a:lnTo>
                    <a:pt x="303" y="8920"/>
                  </a:lnTo>
                  <a:lnTo>
                    <a:pt x="243" y="8759"/>
                  </a:lnTo>
                  <a:lnTo>
                    <a:pt x="182" y="8597"/>
                  </a:lnTo>
                  <a:lnTo>
                    <a:pt x="142" y="8436"/>
                  </a:lnTo>
                  <a:lnTo>
                    <a:pt x="102" y="8073"/>
                  </a:lnTo>
                  <a:lnTo>
                    <a:pt x="81" y="7730"/>
                  </a:lnTo>
                  <a:lnTo>
                    <a:pt x="102" y="6983"/>
                  </a:lnTo>
                  <a:lnTo>
                    <a:pt x="142" y="6236"/>
                  </a:lnTo>
                  <a:lnTo>
                    <a:pt x="243" y="5470"/>
                  </a:lnTo>
                  <a:lnTo>
                    <a:pt x="364" y="4703"/>
                  </a:lnTo>
                  <a:lnTo>
                    <a:pt x="525" y="3895"/>
                  </a:lnTo>
                  <a:lnTo>
                    <a:pt x="727" y="3068"/>
                  </a:lnTo>
                  <a:lnTo>
                    <a:pt x="990" y="2200"/>
                  </a:lnTo>
                  <a:lnTo>
                    <a:pt x="1272" y="1292"/>
                  </a:lnTo>
                  <a:lnTo>
                    <a:pt x="1373" y="1050"/>
                  </a:lnTo>
                  <a:lnTo>
                    <a:pt x="1454" y="848"/>
                  </a:lnTo>
                  <a:lnTo>
                    <a:pt x="1575" y="667"/>
                  </a:lnTo>
                  <a:lnTo>
                    <a:pt x="1696" y="505"/>
                  </a:lnTo>
                  <a:lnTo>
                    <a:pt x="1817" y="364"/>
                  </a:lnTo>
                  <a:lnTo>
                    <a:pt x="1958" y="263"/>
                  </a:lnTo>
                  <a:lnTo>
                    <a:pt x="2099" y="162"/>
                  </a:lnTo>
                  <a:lnTo>
                    <a:pt x="2261" y="122"/>
                  </a:lnTo>
                  <a:lnTo>
                    <a:pt x="2402" y="81"/>
                  </a:lnTo>
                  <a:close/>
                  <a:moveTo>
                    <a:pt x="2463" y="1"/>
                  </a:moveTo>
                  <a:lnTo>
                    <a:pt x="2241" y="41"/>
                  </a:lnTo>
                  <a:lnTo>
                    <a:pt x="2079" y="102"/>
                  </a:lnTo>
                  <a:lnTo>
                    <a:pt x="1918" y="182"/>
                  </a:lnTo>
                  <a:lnTo>
                    <a:pt x="1777" y="303"/>
                  </a:lnTo>
                  <a:lnTo>
                    <a:pt x="1635" y="445"/>
                  </a:lnTo>
                  <a:lnTo>
                    <a:pt x="1514" y="606"/>
                  </a:lnTo>
                  <a:lnTo>
                    <a:pt x="1393" y="808"/>
                  </a:lnTo>
                  <a:lnTo>
                    <a:pt x="1292" y="1030"/>
                  </a:lnTo>
                  <a:lnTo>
                    <a:pt x="1191" y="1272"/>
                  </a:lnTo>
                  <a:lnTo>
                    <a:pt x="909" y="2180"/>
                  </a:lnTo>
                  <a:lnTo>
                    <a:pt x="646" y="3048"/>
                  </a:lnTo>
                  <a:lnTo>
                    <a:pt x="445" y="3875"/>
                  </a:lnTo>
                  <a:lnTo>
                    <a:pt x="283" y="4683"/>
                  </a:lnTo>
                  <a:lnTo>
                    <a:pt x="162" y="5470"/>
                  </a:lnTo>
                  <a:lnTo>
                    <a:pt x="61" y="6236"/>
                  </a:lnTo>
                  <a:lnTo>
                    <a:pt x="21" y="6983"/>
                  </a:lnTo>
                  <a:lnTo>
                    <a:pt x="1" y="7730"/>
                  </a:lnTo>
                  <a:lnTo>
                    <a:pt x="21" y="8093"/>
                  </a:lnTo>
                  <a:lnTo>
                    <a:pt x="41" y="8275"/>
                  </a:lnTo>
                  <a:lnTo>
                    <a:pt x="61" y="8456"/>
                  </a:lnTo>
                  <a:lnTo>
                    <a:pt x="102" y="8638"/>
                  </a:lnTo>
                  <a:lnTo>
                    <a:pt x="162" y="8799"/>
                  </a:lnTo>
                  <a:lnTo>
                    <a:pt x="243" y="8961"/>
                  </a:lnTo>
                  <a:lnTo>
                    <a:pt x="344" y="9122"/>
                  </a:lnTo>
                  <a:lnTo>
                    <a:pt x="465" y="9263"/>
                  </a:lnTo>
                  <a:lnTo>
                    <a:pt x="606" y="9384"/>
                  </a:lnTo>
                  <a:lnTo>
                    <a:pt x="768" y="9485"/>
                  </a:lnTo>
                  <a:lnTo>
                    <a:pt x="929" y="9566"/>
                  </a:lnTo>
                  <a:lnTo>
                    <a:pt x="1111" y="9627"/>
                  </a:lnTo>
                  <a:lnTo>
                    <a:pt x="1272" y="9647"/>
                  </a:lnTo>
                  <a:lnTo>
                    <a:pt x="1454" y="9667"/>
                  </a:lnTo>
                  <a:lnTo>
                    <a:pt x="1635" y="9687"/>
                  </a:lnTo>
                  <a:lnTo>
                    <a:pt x="1999" y="9667"/>
                  </a:lnTo>
                  <a:lnTo>
                    <a:pt x="2321" y="9606"/>
                  </a:lnTo>
                  <a:lnTo>
                    <a:pt x="2604" y="9526"/>
                  </a:lnTo>
                  <a:lnTo>
                    <a:pt x="2806" y="9465"/>
                  </a:lnTo>
                  <a:lnTo>
                    <a:pt x="3250" y="9304"/>
                  </a:lnTo>
                  <a:lnTo>
                    <a:pt x="3673" y="9122"/>
                  </a:lnTo>
                  <a:lnTo>
                    <a:pt x="4521" y="8719"/>
                  </a:lnTo>
                  <a:lnTo>
                    <a:pt x="5106" y="8456"/>
                  </a:lnTo>
                  <a:lnTo>
                    <a:pt x="5671" y="8194"/>
                  </a:lnTo>
                  <a:lnTo>
                    <a:pt x="6277" y="7972"/>
                  </a:lnTo>
                  <a:lnTo>
                    <a:pt x="6579" y="7871"/>
                  </a:lnTo>
                  <a:lnTo>
                    <a:pt x="6882" y="7790"/>
                  </a:lnTo>
                  <a:lnTo>
                    <a:pt x="7205" y="7730"/>
                  </a:lnTo>
                  <a:lnTo>
                    <a:pt x="7548" y="7669"/>
                  </a:lnTo>
                  <a:lnTo>
                    <a:pt x="7891" y="7629"/>
                  </a:lnTo>
                  <a:lnTo>
                    <a:pt x="8254" y="7609"/>
                  </a:lnTo>
                  <a:lnTo>
                    <a:pt x="8940" y="7588"/>
                  </a:lnTo>
                  <a:lnTo>
                    <a:pt x="9647" y="7568"/>
                  </a:lnTo>
                  <a:lnTo>
                    <a:pt x="10716" y="7548"/>
                  </a:lnTo>
                  <a:lnTo>
                    <a:pt x="11241" y="7528"/>
                  </a:lnTo>
                  <a:lnTo>
                    <a:pt x="11766" y="7467"/>
                  </a:lnTo>
                  <a:lnTo>
                    <a:pt x="12290" y="7366"/>
                  </a:lnTo>
                  <a:lnTo>
                    <a:pt x="12533" y="7306"/>
                  </a:lnTo>
                  <a:lnTo>
                    <a:pt x="12775" y="7225"/>
                  </a:lnTo>
                  <a:lnTo>
                    <a:pt x="13037" y="7144"/>
                  </a:lnTo>
                  <a:lnTo>
                    <a:pt x="13259" y="7044"/>
                  </a:lnTo>
                  <a:lnTo>
                    <a:pt x="13501" y="6922"/>
                  </a:lnTo>
                  <a:lnTo>
                    <a:pt x="13723" y="6781"/>
                  </a:lnTo>
                  <a:lnTo>
                    <a:pt x="13885" y="6680"/>
                  </a:lnTo>
                  <a:lnTo>
                    <a:pt x="14026" y="6559"/>
                  </a:lnTo>
                  <a:lnTo>
                    <a:pt x="14086" y="6479"/>
                  </a:lnTo>
                  <a:lnTo>
                    <a:pt x="14147" y="6398"/>
                  </a:lnTo>
                  <a:lnTo>
                    <a:pt x="14187" y="6297"/>
                  </a:lnTo>
                  <a:lnTo>
                    <a:pt x="14207" y="6196"/>
                  </a:lnTo>
                  <a:lnTo>
                    <a:pt x="14207" y="6095"/>
                  </a:lnTo>
                  <a:lnTo>
                    <a:pt x="14207" y="6014"/>
                  </a:lnTo>
                  <a:lnTo>
                    <a:pt x="14167" y="5913"/>
                  </a:lnTo>
                  <a:lnTo>
                    <a:pt x="14127" y="5813"/>
                  </a:lnTo>
                  <a:lnTo>
                    <a:pt x="14086" y="5712"/>
                  </a:lnTo>
                  <a:lnTo>
                    <a:pt x="14006" y="5631"/>
                  </a:lnTo>
                  <a:lnTo>
                    <a:pt x="13804" y="5429"/>
                  </a:lnTo>
                  <a:lnTo>
                    <a:pt x="13622" y="5268"/>
                  </a:lnTo>
                  <a:lnTo>
                    <a:pt x="13420" y="5106"/>
                  </a:lnTo>
                  <a:lnTo>
                    <a:pt x="13219" y="4965"/>
                  </a:lnTo>
                  <a:lnTo>
                    <a:pt x="13017" y="4844"/>
                  </a:lnTo>
                  <a:lnTo>
                    <a:pt x="12573" y="4602"/>
                  </a:lnTo>
                  <a:lnTo>
                    <a:pt x="12109" y="4420"/>
                  </a:lnTo>
                  <a:lnTo>
                    <a:pt x="11645" y="4239"/>
                  </a:lnTo>
                  <a:lnTo>
                    <a:pt x="11160" y="4077"/>
                  </a:lnTo>
                  <a:lnTo>
                    <a:pt x="10192" y="3815"/>
                  </a:lnTo>
                  <a:lnTo>
                    <a:pt x="9586" y="3653"/>
                  </a:lnTo>
                  <a:lnTo>
                    <a:pt x="8961" y="3452"/>
                  </a:lnTo>
                  <a:lnTo>
                    <a:pt x="8375" y="3250"/>
                  </a:lnTo>
                  <a:lnTo>
                    <a:pt x="7770" y="3008"/>
                  </a:lnTo>
                  <a:lnTo>
                    <a:pt x="7205" y="2745"/>
                  </a:lnTo>
                  <a:lnTo>
                    <a:pt x="6640" y="2443"/>
                  </a:lnTo>
                  <a:lnTo>
                    <a:pt x="6095" y="2120"/>
                  </a:lnTo>
                  <a:lnTo>
                    <a:pt x="5570" y="1777"/>
                  </a:lnTo>
                  <a:lnTo>
                    <a:pt x="5046" y="1413"/>
                  </a:lnTo>
                  <a:lnTo>
                    <a:pt x="4561" y="1010"/>
                  </a:lnTo>
                  <a:lnTo>
                    <a:pt x="4218" y="727"/>
                  </a:lnTo>
                  <a:lnTo>
                    <a:pt x="3875" y="485"/>
                  </a:lnTo>
                  <a:lnTo>
                    <a:pt x="3573" y="303"/>
                  </a:lnTo>
                  <a:lnTo>
                    <a:pt x="3270" y="162"/>
                  </a:lnTo>
                  <a:lnTo>
                    <a:pt x="2987" y="61"/>
                  </a:lnTo>
                  <a:lnTo>
                    <a:pt x="2725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32" name="Google Shape;532;p7"/>
            <p:cNvSpPr/>
            <p:nvPr/>
          </p:nvSpPr>
          <p:spPr>
            <a:xfrm flipH="1">
              <a:off x="2086879" y="-1327833"/>
              <a:ext cx="152348" cy="92527"/>
            </a:xfrm>
            <a:custGeom>
              <a:rect b="b" l="l" r="r" t="t"/>
              <a:pathLst>
                <a:path extrusionOk="0" h="1655" w="2725">
                  <a:moveTo>
                    <a:pt x="2099" y="81"/>
                  </a:moveTo>
                  <a:lnTo>
                    <a:pt x="2240" y="101"/>
                  </a:lnTo>
                  <a:lnTo>
                    <a:pt x="2382" y="121"/>
                  </a:lnTo>
                  <a:lnTo>
                    <a:pt x="2483" y="182"/>
                  </a:lnTo>
                  <a:lnTo>
                    <a:pt x="2563" y="262"/>
                  </a:lnTo>
                  <a:lnTo>
                    <a:pt x="2624" y="363"/>
                  </a:lnTo>
                  <a:lnTo>
                    <a:pt x="2644" y="424"/>
                  </a:lnTo>
                  <a:lnTo>
                    <a:pt x="2644" y="484"/>
                  </a:lnTo>
                  <a:lnTo>
                    <a:pt x="2644" y="565"/>
                  </a:lnTo>
                  <a:lnTo>
                    <a:pt x="2604" y="626"/>
                  </a:lnTo>
                  <a:lnTo>
                    <a:pt x="2503" y="767"/>
                  </a:lnTo>
                  <a:lnTo>
                    <a:pt x="2321" y="969"/>
                  </a:lnTo>
                  <a:lnTo>
                    <a:pt x="2099" y="1150"/>
                  </a:lnTo>
                  <a:lnTo>
                    <a:pt x="1857" y="1312"/>
                  </a:lnTo>
                  <a:lnTo>
                    <a:pt x="1595" y="1433"/>
                  </a:lnTo>
                  <a:lnTo>
                    <a:pt x="1332" y="1534"/>
                  </a:lnTo>
                  <a:lnTo>
                    <a:pt x="1191" y="1554"/>
                  </a:lnTo>
                  <a:lnTo>
                    <a:pt x="1050" y="1574"/>
                  </a:lnTo>
                  <a:lnTo>
                    <a:pt x="909" y="1574"/>
                  </a:lnTo>
                  <a:lnTo>
                    <a:pt x="767" y="1554"/>
                  </a:lnTo>
                  <a:lnTo>
                    <a:pt x="646" y="1514"/>
                  </a:lnTo>
                  <a:lnTo>
                    <a:pt x="505" y="1473"/>
                  </a:lnTo>
                  <a:lnTo>
                    <a:pt x="364" y="1392"/>
                  </a:lnTo>
                  <a:lnTo>
                    <a:pt x="263" y="1312"/>
                  </a:lnTo>
                  <a:lnTo>
                    <a:pt x="182" y="1231"/>
                  </a:lnTo>
                  <a:lnTo>
                    <a:pt x="122" y="1110"/>
                  </a:lnTo>
                  <a:lnTo>
                    <a:pt x="81" y="1009"/>
                  </a:lnTo>
                  <a:lnTo>
                    <a:pt x="101" y="868"/>
                  </a:lnTo>
                  <a:lnTo>
                    <a:pt x="142" y="747"/>
                  </a:lnTo>
                  <a:lnTo>
                    <a:pt x="222" y="646"/>
                  </a:lnTo>
                  <a:lnTo>
                    <a:pt x="364" y="505"/>
                  </a:lnTo>
                  <a:lnTo>
                    <a:pt x="566" y="404"/>
                  </a:lnTo>
                  <a:lnTo>
                    <a:pt x="787" y="303"/>
                  </a:lnTo>
                  <a:lnTo>
                    <a:pt x="1030" y="242"/>
                  </a:lnTo>
                  <a:lnTo>
                    <a:pt x="1252" y="182"/>
                  </a:lnTo>
                  <a:lnTo>
                    <a:pt x="1474" y="161"/>
                  </a:lnTo>
                  <a:lnTo>
                    <a:pt x="1655" y="121"/>
                  </a:lnTo>
                  <a:lnTo>
                    <a:pt x="1877" y="101"/>
                  </a:lnTo>
                  <a:lnTo>
                    <a:pt x="2099" y="81"/>
                  </a:lnTo>
                  <a:close/>
                  <a:moveTo>
                    <a:pt x="2018" y="0"/>
                  </a:moveTo>
                  <a:lnTo>
                    <a:pt x="1837" y="20"/>
                  </a:lnTo>
                  <a:lnTo>
                    <a:pt x="1635" y="40"/>
                  </a:lnTo>
                  <a:lnTo>
                    <a:pt x="1474" y="81"/>
                  </a:lnTo>
                  <a:lnTo>
                    <a:pt x="1231" y="101"/>
                  </a:lnTo>
                  <a:lnTo>
                    <a:pt x="989" y="161"/>
                  </a:lnTo>
                  <a:lnTo>
                    <a:pt x="767" y="222"/>
                  </a:lnTo>
                  <a:lnTo>
                    <a:pt x="525" y="323"/>
                  </a:lnTo>
                  <a:lnTo>
                    <a:pt x="323" y="444"/>
                  </a:lnTo>
                  <a:lnTo>
                    <a:pt x="162" y="585"/>
                  </a:lnTo>
                  <a:lnTo>
                    <a:pt x="61" y="727"/>
                  </a:lnTo>
                  <a:lnTo>
                    <a:pt x="21" y="868"/>
                  </a:lnTo>
                  <a:lnTo>
                    <a:pt x="0" y="1009"/>
                  </a:lnTo>
                  <a:lnTo>
                    <a:pt x="41" y="1150"/>
                  </a:lnTo>
                  <a:lnTo>
                    <a:pt x="101" y="1271"/>
                  </a:lnTo>
                  <a:lnTo>
                    <a:pt x="202" y="1372"/>
                  </a:lnTo>
                  <a:lnTo>
                    <a:pt x="323" y="1473"/>
                  </a:lnTo>
                  <a:lnTo>
                    <a:pt x="465" y="1554"/>
                  </a:lnTo>
                  <a:lnTo>
                    <a:pt x="606" y="1594"/>
                  </a:lnTo>
                  <a:lnTo>
                    <a:pt x="727" y="1635"/>
                  </a:lnTo>
                  <a:lnTo>
                    <a:pt x="868" y="1635"/>
                  </a:lnTo>
                  <a:lnTo>
                    <a:pt x="989" y="1655"/>
                  </a:lnTo>
                  <a:lnTo>
                    <a:pt x="1211" y="1635"/>
                  </a:lnTo>
                  <a:lnTo>
                    <a:pt x="1433" y="1574"/>
                  </a:lnTo>
                  <a:lnTo>
                    <a:pt x="1655" y="1514"/>
                  </a:lnTo>
                  <a:lnTo>
                    <a:pt x="1857" y="1392"/>
                  </a:lnTo>
                  <a:lnTo>
                    <a:pt x="2059" y="1271"/>
                  </a:lnTo>
                  <a:lnTo>
                    <a:pt x="2240" y="1130"/>
                  </a:lnTo>
                  <a:lnTo>
                    <a:pt x="2422" y="969"/>
                  </a:lnTo>
                  <a:lnTo>
                    <a:pt x="2563" y="807"/>
                  </a:lnTo>
                  <a:lnTo>
                    <a:pt x="2684" y="666"/>
                  </a:lnTo>
                  <a:lnTo>
                    <a:pt x="2705" y="585"/>
                  </a:lnTo>
                  <a:lnTo>
                    <a:pt x="2725" y="484"/>
                  </a:lnTo>
                  <a:lnTo>
                    <a:pt x="2725" y="424"/>
                  </a:lnTo>
                  <a:lnTo>
                    <a:pt x="2705" y="343"/>
                  </a:lnTo>
                  <a:lnTo>
                    <a:pt x="2684" y="283"/>
                  </a:lnTo>
                  <a:lnTo>
                    <a:pt x="2644" y="222"/>
                  </a:lnTo>
                  <a:lnTo>
                    <a:pt x="2523" y="121"/>
                  </a:lnTo>
                  <a:lnTo>
                    <a:pt x="2402" y="40"/>
                  </a:lnTo>
                  <a:lnTo>
                    <a:pt x="2220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33" name="Google Shape;533;p7"/>
            <p:cNvSpPr/>
            <p:nvPr/>
          </p:nvSpPr>
          <p:spPr>
            <a:xfrm flipH="1">
              <a:off x="-459496" y="-4947101"/>
              <a:ext cx="453633" cy="455870"/>
            </a:xfrm>
            <a:custGeom>
              <a:rect b="b" l="l" r="r" t="t"/>
              <a:pathLst>
                <a:path extrusionOk="0" h="8154" w="8114">
                  <a:moveTo>
                    <a:pt x="1010" y="81"/>
                  </a:moveTo>
                  <a:lnTo>
                    <a:pt x="1151" y="101"/>
                  </a:lnTo>
                  <a:lnTo>
                    <a:pt x="1413" y="162"/>
                  </a:lnTo>
                  <a:lnTo>
                    <a:pt x="1696" y="263"/>
                  </a:lnTo>
                  <a:lnTo>
                    <a:pt x="1938" y="384"/>
                  </a:lnTo>
                  <a:lnTo>
                    <a:pt x="2200" y="545"/>
                  </a:lnTo>
                  <a:lnTo>
                    <a:pt x="2422" y="707"/>
                  </a:lnTo>
                  <a:lnTo>
                    <a:pt x="2644" y="888"/>
                  </a:lnTo>
                  <a:lnTo>
                    <a:pt x="3108" y="1251"/>
                  </a:lnTo>
                  <a:lnTo>
                    <a:pt x="3552" y="1635"/>
                  </a:lnTo>
                  <a:lnTo>
                    <a:pt x="3976" y="2039"/>
                  </a:lnTo>
                  <a:lnTo>
                    <a:pt x="4400" y="2422"/>
                  </a:lnTo>
                  <a:lnTo>
                    <a:pt x="4783" y="2826"/>
                  </a:lnTo>
                  <a:lnTo>
                    <a:pt x="5167" y="3229"/>
                  </a:lnTo>
                  <a:lnTo>
                    <a:pt x="5530" y="3653"/>
                  </a:lnTo>
                  <a:lnTo>
                    <a:pt x="5873" y="4077"/>
                  </a:lnTo>
                  <a:lnTo>
                    <a:pt x="6196" y="4500"/>
                  </a:lnTo>
                  <a:lnTo>
                    <a:pt x="6499" y="4924"/>
                  </a:lnTo>
                  <a:lnTo>
                    <a:pt x="6781" y="5348"/>
                  </a:lnTo>
                  <a:lnTo>
                    <a:pt x="7064" y="5792"/>
                  </a:lnTo>
                  <a:lnTo>
                    <a:pt x="7306" y="6236"/>
                  </a:lnTo>
                  <a:lnTo>
                    <a:pt x="7548" y="6680"/>
                  </a:lnTo>
                  <a:lnTo>
                    <a:pt x="7770" y="7144"/>
                  </a:lnTo>
                  <a:lnTo>
                    <a:pt x="7972" y="7588"/>
                  </a:lnTo>
                  <a:lnTo>
                    <a:pt x="8012" y="7729"/>
                  </a:lnTo>
                  <a:lnTo>
                    <a:pt x="8032" y="7871"/>
                  </a:lnTo>
                  <a:lnTo>
                    <a:pt x="8032" y="7931"/>
                  </a:lnTo>
                  <a:lnTo>
                    <a:pt x="8012" y="7992"/>
                  </a:lnTo>
                  <a:lnTo>
                    <a:pt x="7972" y="8032"/>
                  </a:lnTo>
                  <a:lnTo>
                    <a:pt x="7932" y="8052"/>
                  </a:lnTo>
                  <a:lnTo>
                    <a:pt x="7851" y="8072"/>
                  </a:lnTo>
                  <a:lnTo>
                    <a:pt x="7790" y="8072"/>
                  </a:lnTo>
                  <a:lnTo>
                    <a:pt x="7649" y="8012"/>
                  </a:lnTo>
                  <a:lnTo>
                    <a:pt x="7346" y="7830"/>
                  </a:lnTo>
                  <a:lnTo>
                    <a:pt x="7084" y="7628"/>
                  </a:lnTo>
                  <a:lnTo>
                    <a:pt x="6822" y="7386"/>
                  </a:lnTo>
                  <a:lnTo>
                    <a:pt x="6559" y="7164"/>
                  </a:lnTo>
                  <a:lnTo>
                    <a:pt x="2523" y="3310"/>
                  </a:lnTo>
                  <a:lnTo>
                    <a:pt x="2180" y="3007"/>
                  </a:lnTo>
                  <a:lnTo>
                    <a:pt x="1514" y="2462"/>
                  </a:lnTo>
                  <a:lnTo>
                    <a:pt x="1151" y="2119"/>
                  </a:lnTo>
                  <a:lnTo>
                    <a:pt x="808" y="1776"/>
                  </a:lnTo>
                  <a:lnTo>
                    <a:pt x="485" y="1413"/>
                  </a:lnTo>
                  <a:lnTo>
                    <a:pt x="364" y="1251"/>
                  </a:lnTo>
                  <a:lnTo>
                    <a:pt x="243" y="1070"/>
                  </a:lnTo>
                  <a:lnTo>
                    <a:pt x="162" y="908"/>
                  </a:lnTo>
                  <a:lnTo>
                    <a:pt x="102" y="767"/>
                  </a:lnTo>
                  <a:lnTo>
                    <a:pt x="81" y="626"/>
                  </a:lnTo>
                  <a:lnTo>
                    <a:pt x="81" y="485"/>
                  </a:lnTo>
                  <a:lnTo>
                    <a:pt x="122" y="424"/>
                  </a:lnTo>
                  <a:lnTo>
                    <a:pt x="142" y="364"/>
                  </a:lnTo>
                  <a:lnTo>
                    <a:pt x="243" y="263"/>
                  </a:lnTo>
                  <a:lnTo>
                    <a:pt x="404" y="182"/>
                  </a:lnTo>
                  <a:lnTo>
                    <a:pt x="606" y="101"/>
                  </a:lnTo>
                  <a:lnTo>
                    <a:pt x="747" y="81"/>
                  </a:lnTo>
                  <a:close/>
                  <a:moveTo>
                    <a:pt x="727" y="0"/>
                  </a:moveTo>
                  <a:lnTo>
                    <a:pt x="586" y="41"/>
                  </a:lnTo>
                  <a:lnTo>
                    <a:pt x="364" y="101"/>
                  </a:lnTo>
                  <a:lnTo>
                    <a:pt x="203" y="202"/>
                  </a:lnTo>
                  <a:lnTo>
                    <a:pt x="122" y="263"/>
                  </a:lnTo>
                  <a:lnTo>
                    <a:pt x="81" y="323"/>
                  </a:lnTo>
                  <a:lnTo>
                    <a:pt x="41" y="384"/>
                  </a:lnTo>
                  <a:lnTo>
                    <a:pt x="21" y="464"/>
                  </a:lnTo>
                  <a:lnTo>
                    <a:pt x="1" y="606"/>
                  </a:lnTo>
                  <a:lnTo>
                    <a:pt x="21" y="767"/>
                  </a:lnTo>
                  <a:lnTo>
                    <a:pt x="81" y="908"/>
                  </a:lnTo>
                  <a:lnTo>
                    <a:pt x="162" y="1090"/>
                  </a:lnTo>
                  <a:lnTo>
                    <a:pt x="263" y="1251"/>
                  </a:lnTo>
                  <a:lnTo>
                    <a:pt x="404" y="1433"/>
                  </a:lnTo>
                  <a:lnTo>
                    <a:pt x="707" y="1796"/>
                  </a:lnTo>
                  <a:lnTo>
                    <a:pt x="1070" y="2139"/>
                  </a:lnTo>
                  <a:lnTo>
                    <a:pt x="1434" y="2482"/>
                  </a:lnTo>
                  <a:lnTo>
                    <a:pt x="2120" y="3088"/>
                  </a:lnTo>
                  <a:lnTo>
                    <a:pt x="2463" y="3370"/>
                  </a:lnTo>
                  <a:lnTo>
                    <a:pt x="6499" y="7225"/>
                  </a:lnTo>
                  <a:lnTo>
                    <a:pt x="6761" y="7467"/>
                  </a:lnTo>
                  <a:lnTo>
                    <a:pt x="7023" y="7689"/>
                  </a:lnTo>
                  <a:lnTo>
                    <a:pt x="7306" y="7911"/>
                  </a:lnTo>
                  <a:lnTo>
                    <a:pt x="7609" y="8093"/>
                  </a:lnTo>
                  <a:lnTo>
                    <a:pt x="7730" y="8133"/>
                  </a:lnTo>
                  <a:lnTo>
                    <a:pt x="7851" y="8153"/>
                  </a:lnTo>
                  <a:lnTo>
                    <a:pt x="7911" y="8153"/>
                  </a:lnTo>
                  <a:lnTo>
                    <a:pt x="7972" y="8133"/>
                  </a:lnTo>
                  <a:lnTo>
                    <a:pt x="8032" y="8093"/>
                  </a:lnTo>
                  <a:lnTo>
                    <a:pt x="8073" y="8032"/>
                  </a:lnTo>
                  <a:lnTo>
                    <a:pt x="8093" y="7971"/>
                  </a:lnTo>
                  <a:lnTo>
                    <a:pt x="8113" y="7891"/>
                  </a:lnTo>
                  <a:lnTo>
                    <a:pt x="8093" y="7729"/>
                  </a:lnTo>
                  <a:lnTo>
                    <a:pt x="8032" y="7568"/>
                  </a:lnTo>
                  <a:lnTo>
                    <a:pt x="7831" y="7104"/>
                  </a:lnTo>
                  <a:lnTo>
                    <a:pt x="7629" y="6640"/>
                  </a:lnTo>
                  <a:lnTo>
                    <a:pt x="7387" y="6196"/>
                  </a:lnTo>
                  <a:lnTo>
                    <a:pt x="7124" y="5752"/>
                  </a:lnTo>
                  <a:lnTo>
                    <a:pt x="6862" y="5308"/>
                  </a:lnTo>
                  <a:lnTo>
                    <a:pt x="6559" y="4884"/>
                  </a:lnTo>
                  <a:lnTo>
                    <a:pt x="6257" y="4440"/>
                  </a:lnTo>
                  <a:lnTo>
                    <a:pt x="5934" y="4016"/>
                  </a:lnTo>
                  <a:lnTo>
                    <a:pt x="5591" y="3592"/>
                  </a:lnTo>
                  <a:lnTo>
                    <a:pt x="5227" y="3189"/>
                  </a:lnTo>
                  <a:lnTo>
                    <a:pt x="4844" y="2785"/>
                  </a:lnTo>
                  <a:lnTo>
                    <a:pt x="4461" y="2382"/>
                  </a:lnTo>
                  <a:lnTo>
                    <a:pt x="4037" y="1978"/>
                  </a:lnTo>
                  <a:lnTo>
                    <a:pt x="3613" y="1574"/>
                  </a:lnTo>
                  <a:lnTo>
                    <a:pt x="3169" y="1191"/>
                  </a:lnTo>
                  <a:lnTo>
                    <a:pt x="2705" y="808"/>
                  </a:lnTo>
                  <a:lnTo>
                    <a:pt x="2463" y="646"/>
                  </a:lnTo>
                  <a:lnTo>
                    <a:pt x="2221" y="464"/>
                  </a:lnTo>
                  <a:lnTo>
                    <a:pt x="1978" y="323"/>
                  </a:lnTo>
                  <a:lnTo>
                    <a:pt x="1716" y="182"/>
                  </a:lnTo>
                  <a:lnTo>
                    <a:pt x="1434" y="81"/>
                  </a:lnTo>
                  <a:lnTo>
                    <a:pt x="1151" y="21"/>
                  </a:lnTo>
                  <a:lnTo>
                    <a:pt x="1010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34" name="Google Shape;534;p7"/>
            <p:cNvSpPr/>
            <p:nvPr/>
          </p:nvSpPr>
          <p:spPr>
            <a:xfrm flipH="1">
              <a:off x="2120703" y="-1885164"/>
              <a:ext cx="100466" cy="100466"/>
            </a:xfrm>
            <a:custGeom>
              <a:rect b="b" l="l" r="r" t="t"/>
              <a:pathLst>
                <a:path extrusionOk="0" h="1797" w="1797">
                  <a:moveTo>
                    <a:pt x="908" y="0"/>
                  </a:moveTo>
                  <a:lnTo>
                    <a:pt x="727" y="20"/>
                  </a:lnTo>
                  <a:lnTo>
                    <a:pt x="545" y="61"/>
                  </a:lnTo>
                  <a:lnTo>
                    <a:pt x="404" y="162"/>
                  </a:lnTo>
                  <a:lnTo>
                    <a:pt x="263" y="262"/>
                  </a:lnTo>
                  <a:lnTo>
                    <a:pt x="162" y="404"/>
                  </a:lnTo>
                  <a:lnTo>
                    <a:pt x="81" y="545"/>
                  </a:lnTo>
                  <a:lnTo>
                    <a:pt x="21" y="727"/>
                  </a:lnTo>
                  <a:lnTo>
                    <a:pt x="0" y="908"/>
                  </a:lnTo>
                  <a:lnTo>
                    <a:pt x="21" y="1090"/>
                  </a:lnTo>
                  <a:lnTo>
                    <a:pt x="81" y="1251"/>
                  </a:lnTo>
                  <a:lnTo>
                    <a:pt x="162" y="1413"/>
                  </a:lnTo>
                  <a:lnTo>
                    <a:pt x="263" y="1534"/>
                  </a:lnTo>
                  <a:lnTo>
                    <a:pt x="404" y="1655"/>
                  </a:lnTo>
                  <a:lnTo>
                    <a:pt x="545" y="1736"/>
                  </a:lnTo>
                  <a:lnTo>
                    <a:pt x="727" y="1776"/>
                  </a:lnTo>
                  <a:lnTo>
                    <a:pt x="908" y="1796"/>
                  </a:lnTo>
                  <a:lnTo>
                    <a:pt x="1090" y="1776"/>
                  </a:lnTo>
                  <a:lnTo>
                    <a:pt x="1252" y="1736"/>
                  </a:lnTo>
                  <a:lnTo>
                    <a:pt x="1413" y="1655"/>
                  </a:lnTo>
                  <a:lnTo>
                    <a:pt x="1534" y="1534"/>
                  </a:lnTo>
                  <a:lnTo>
                    <a:pt x="1655" y="1413"/>
                  </a:lnTo>
                  <a:lnTo>
                    <a:pt x="1736" y="1251"/>
                  </a:lnTo>
                  <a:lnTo>
                    <a:pt x="1776" y="1090"/>
                  </a:lnTo>
                  <a:lnTo>
                    <a:pt x="1796" y="908"/>
                  </a:lnTo>
                  <a:lnTo>
                    <a:pt x="1776" y="727"/>
                  </a:lnTo>
                  <a:lnTo>
                    <a:pt x="1736" y="545"/>
                  </a:lnTo>
                  <a:lnTo>
                    <a:pt x="1655" y="404"/>
                  </a:lnTo>
                  <a:lnTo>
                    <a:pt x="1534" y="262"/>
                  </a:lnTo>
                  <a:lnTo>
                    <a:pt x="1413" y="162"/>
                  </a:lnTo>
                  <a:lnTo>
                    <a:pt x="1252" y="61"/>
                  </a:lnTo>
                  <a:lnTo>
                    <a:pt x="1090" y="20"/>
                  </a:lnTo>
                  <a:lnTo>
                    <a:pt x="908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35" name="Google Shape;535;p7"/>
            <p:cNvSpPr/>
            <p:nvPr/>
          </p:nvSpPr>
          <p:spPr>
            <a:xfrm flipH="1">
              <a:off x="2118467" y="-1887456"/>
              <a:ext cx="104994" cy="104994"/>
            </a:xfrm>
            <a:custGeom>
              <a:rect b="b" l="l" r="r" t="t"/>
              <a:pathLst>
                <a:path extrusionOk="0" h="1878" w="1878">
                  <a:moveTo>
                    <a:pt x="949" y="81"/>
                  </a:moveTo>
                  <a:lnTo>
                    <a:pt x="1111" y="102"/>
                  </a:lnTo>
                  <a:lnTo>
                    <a:pt x="1272" y="142"/>
                  </a:lnTo>
                  <a:lnTo>
                    <a:pt x="1414" y="223"/>
                  </a:lnTo>
                  <a:lnTo>
                    <a:pt x="1555" y="324"/>
                  </a:lnTo>
                  <a:lnTo>
                    <a:pt x="1656" y="465"/>
                  </a:lnTo>
                  <a:lnTo>
                    <a:pt x="1736" y="606"/>
                  </a:lnTo>
                  <a:lnTo>
                    <a:pt x="1777" y="768"/>
                  </a:lnTo>
                  <a:lnTo>
                    <a:pt x="1797" y="949"/>
                  </a:lnTo>
                  <a:lnTo>
                    <a:pt x="1777" y="1111"/>
                  </a:lnTo>
                  <a:lnTo>
                    <a:pt x="1736" y="1272"/>
                  </a:lnTo>
                  <a:lnTo>
                    <a:pt x="1656" y="1413"/>
                  </a:lnTo>
                  <a:lnTo>
                    <a:pt x="1555" y="1555"/>
                  </a:lnTo>
                  <a:lnTo>
                    <a:pt x="1414" y="1655"/>
                  </a:lnTo>
                  <a:lnTo>
                    <a:pt x="1272" y="1736"/>
                  </a:lnTo>
                  <a:lnTo>
                    <a:pt x="1111" y="1777"/>
                  </a:lnTo>
                  <a:lnTo>
                    <a:pt x="949" y="1797"/>
                  </a:lnTo>
                  <a:lnTo>
                    <a:pt x="768" y="1777"/>
                  </a:lnTo>
                  <a:lnTo>
                    <a:pt x="606" y="1736"/>
                  </a:lnTo>
                  <a:lnTo>
                    <a:pt x="465" y="1655"/>
                  </a:lnTo>
                  <a:lnTo>
                    <a:pt x="344" y="1555"/>
                  </a:lnTo>
                  <a:lnTo>
                    <a:pt x="223" y="1413"/>
                  </a:lnTo>
                  <a:lnTo>
                    <a:pt x="142" y="1272"/>
                  </a:lnTo>
                  <a:lnTo>
                    <a:pt x="102" y="1111"/>
                  </a:lnTo>
                  <a:lnTo>
                    <a:pt x="82" y="949"/>
                  </a:lnTo>
                  <a:lnTo>
                    <a:pt x="102" y="768"/>
                  </a:lnTo>
                  <a:lnTo>
                    <a:pt x="142" y="606"/>
                  </a:lnTo>
                  <a:lnTo>
                    <a:pt x="223" y="465"/>
                  </a:lnTo>
                  <a:lnTo>
                    <a:pt x="344" y="324"/>
                  </a:lnTo>
                  <a:lnTo>
                    <a:pt x="465" y="223"/>
                  </a:lnTo>
                  <a:lnTo>
                    <a:pt x="606" y="142"/>
                  </a:lnTo>
                  <a:lnTo>
                    <a:pt x="768" y="102"/>
                  </a:lnTo>
                  <a:lnTo>
                    <a:pt x="949" y="81"/>
                  </a:lnTo>
                  <a:close/>
                  <a:moveTo>
                    <a:pt x="949" y="1"/>
                  </a:moveTo>
                  <a:lnTo>
                    <a:pt x="748" y="21"/>
                  </a:lnTo>
                  <a:lnTo>
                    <a:pt x="586" y="81"/>
                  </a:lnTo>
                  <a:lnTo>
                    <a:pt x="425" y="162"/>
                  </a:lnTo>
                  <a:lnTo>
                    <a:pt x="284" y="283"/>
                  </a:lnTo>
                  <a:lnTo>
                    <a:pt x="162" y="404"/>
                  </a:lnTo>
                  <a:lnTo>
                    <a:pt x="82" y="566"/>
                  </a:lnTo>
                  <a:lnTo>
                    <a:pt x="21" y="747"/>
                  </a:lnTo>
                  <a:lnTo>
                    <a:pt x="1" y="949"/>
                  </a:lnTo>
                  <a:lnTo>
                    <a:pt x="21" y="1131"/>
                  </a:lnTo>
                  <a:lnTo>
                    <a:pt x="82" y="1312"/>
                  </a:lnTo>
                  <a:lnTo>
                    <a:pt x="162" y="1474"/>
                  </a:lnTo>
                  <a:lnTo>
                    <a:pt x="284" y="1615"/>
                  </a:lnTo>
                  <a:lnTo>
                    <a:pt x="425" y="1716"/>
                  </a:lnTo>
                  <a:lnTo>
                    <a:pt x="586" y="1817"/>
                  </a:lnTo>
                  <a:lnTo>
                    <a:pt x="748" y="1857"/>
                  </a:lnTo>
                  <a:lnTo>
                    <a:pt x="949" y="1877"/>
                  </a:lnTo>
                  <a:lnTo>
                    <a:pt x="1131" y="1857"/>
                  </a:lnTo>
                  <a:lnTo>
                    <a:pt x="1313" y="1817"/>
                  </a:lnTo>
                  <a:lnTo>
                    <a:pt x="1474" y="1716"/>
                  </a:lnTo>
                  <a:lnTo>
                    <a:pt x="1615" y="1615"/>
                  </a:lnTo>
                  <a:lnTo>
                    <a:pt x="1716" y="1474"/>
                  </a:lnTo>
                  <a:lnTo>
                    <a:pt x="1817" y="1312"/>
                  </a:lnTo>
                  <a:lnTo>
                    <a:pt x="1858" y="1131"/>
                  </a:lnTo>
                  <a:lnTo>
                    <a:pt x="1878" y="949"/>
                  </a:lnTo>
                  <a:lnTo>
                    <a:pt x="1858" y="747"/>
                  </a:lnTo>
                  <a:lnTo>
                    <a:pt x="1817" y="566"/>
                  </a:lnTo>
                  <a:lnTo>
                    <a:pt x="1716" y="404"/>
                  </a:lnTo>
                  <a:lnTo>
                    <a:pt x="1615" y="283"/>
                  </a:lnTo>
                  <a:lnTo>
                    <a:pt x="1474" y="162"/>
                  </a:lnTo>
                  <a:lnTo>
                    <a:pt x="1313" y="81"/>
                  </a:lnTo>
                  <a:lnTo>
                    <a:pt x="1131" y="21"/>
                  </a:lnTo>
                  <a:lnTo>
                    <a:pt x="949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36" name="Google Shape;536;p7"/>
            <p:cNvSpPr/>
            <p:nvPr/>
          </p:nvSpPr>
          <p:spPr>
            <a:xfrm flipH="1">
              <a:off x="1892829" y="-3305578"/>
              <a:ext cx="100466" cy="101584"/>
            </a:xfrm>
            <a:custGeom>
              <a:rect b="b" l="l" r="r" t="t"/>
              <a:pathLst>
                <a:path extrusionOk="0" h="1817" w="1797">
                  <a:moveTo>
                    <a:pt x="889" y="0"/>
                  </a:moveTo>
                  <a:lnTo>
                    <a:pt x="707" y="21"/>
                  </a:lnTo>
                  <a:lnTo>
                    <a:pt x="546" y="81"/>
                  </a:lnTo>
                  <a:lnTo>
                    <a:pt x="384" y="162"/>
                  </a:lnTo>
                  <a:lnTo>
                    <a:pt x="263" y="263"/>
                  </a:lnTo>
                  <a:lnTo>
                    <a:pt x="142" y="404"/>
                  </a:lnTo>
                  <a:lnTo>
                    <a:pt x="61" y="565"/>
                  </a:lnTo>
                  <a:lnTo>
                    <a:pt x="21" y="727"/>
                  </a:lnTo>
                  <a:lnTo>
                    <a:pt x="1" y="908"/>
                  </a:lnTo>
                  <a:lnTo>
                    <a:pt x="21" y="1090"/>
                  </a:lnTo>
                  <a:lnTo>
                    <a:pt x="61" y="1252"/>
                  </a:lnTo>
                  <a:lnTo>
                    <a:pt x="142" y="1413"/>
                  </a:lnTo>
                  <a:lnTo>
                    <a:pt x="263" y="1554"/>
                  </a:lnTo>
                  <a:lnTo>
                    <a:pt x="384" y="1655"/>
                  </a:lnTo>
                  <a:lnTo>
                    <a:pt x="546" y="1736"/>
                  </a:lnTo>
                  <a:lnTo>
                    <a:pt x="707" y="1796"/>
                  </a:lnTo>
                  <a:lnTo>
                    <a:pt x="889" y="1817"/>
                  </a:lnTo>
                  <a:lnTo>
                    <a:pt x="1070" y="1796"/>
                  </a:lnTo>
                  <a:lnTo>
                    <a:pt x="1252" y="1736"/>
                  </a:lnTo>
                  <a:lnTo>
                    <a:pt x="1393" y="1655"/>
                  </a:lnTo>
                  <a:lnTo>
                    <a:pt x="1534" y="1554"/>
                  </a:lnTo>
                  <a:lnTo>
                    <a:pt x="1635" y="1413"/>
                  </a:lnTo>
                  <a:lnTo>
                    <a:pt x="1736" y="1252"/>
                  </a:lnTo>
                  <a:lnTo>
                    <a:pt x="1777" y="1090"/>
                  </a:lnTo>
                  <a:lnTo>
                    <a:pt x="1797" y="908"/>
                  </a:lnTo>
                  <a:lnTo>
                    <a:pt x="1777" y="727"/>
                  </a:lnTo>
                  <a:lnTo>
                    <a:pt x="1736" y="565"/>
                  </a:lnTo>
                  <a:lnTo>
                    <a:pt x="1635" y="404"/>
                  </a:lnTo>
                  <a:lnTo>
                    <a:pt x="1534" y="263"/>
                  </a:lnTo>
                  <a:lnTo>
                    <a:pt x="1393" y="162"/>
                  </a:lnTo>
                  <a:lnTo>
                    <a:pt x="1252" y="81"/>
                  </a:lnTo>
                  <a:lnTo>
                    <a:pt x="1070" y="21"/>
                  </a:lnTo>
                  <a:lnTo>
                    <a:pt x="889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37" name="Google Shape;537;p7"/>
            <p:cNvSpPr/>
            <p:nvPr/>
          </p:nvSpPr>
          <p:spPr>
            <a:xfrm flipH="1">
              <a:off x="1890536" y="-3307870"/>
              <a:ext cx="104994" cy="106112"/>
            </a:xfrm>
            <a:custGeom>
              <a:rect b="b" l="l" r="r" t="t"/>
              <a:pathLst>
                <a:path extrusionOk="0" h="1898" w="1878">
                  <a:moveTo>
                    <a:pt x="929" y="82"/>
                  </a:moveTo>
                  <a:lnTo>
                    <a:pt x="1110" y="102"/>
                  </a:lnTo>
                  <a:lnTo>
                    <a:pt x="1272" y="162"/>
                  </a:lnTo>
                  <a:lnTo>
                    <a:pt x="1413" y="243"/>
                  </a:lnTo>
                  <a:lnTo>
                    <a:pt x="1554" y="344"/>
                  </a:lnTo>
                  <a:lnTo>
                    <a:pt x="1655" y="465"/>
                  </a:lnTo>
                  <a:lnTo>
                    <a:pt x="1736" y="606"/>
                  </a:lnTo>
                  <a:lnTo>
                    <a:pt x="1776" y="768"/>
                  </a:lnTo>
                  <a:lnTo>
                    <a:pt x="1796" y="949"/>
                  </a:lnTo>
                  <a:lnTo>
                    <a:pt x="1776" y="1131"/>
                  </a:lnTo>
                  <a:lnTo>
                    <a:pt x="1736" y="1293"/>
                  </a:lnTo>
                  <a:lnTo>
                    <a:pt x="1655" y="1434"/>
                  </a:lnTo>
                  <a:lnTo>
                    <a:pt x="1554" y="1555"/>
                  </a:lnTo>
                  <a:lnTo>
                    <a:pt x="1413" y="1656"/>
                  </a:lnTo>
                  <a:lnTo>
                    <a:pt x="1272" y="1736"/>
                  </a:lnTo>
                  <a:lnTo>
                    <a:pt x="1110" y="1797"/>
                  </a:lnTo>
                  <a:lnTo>
                    <a:pt x="929" y="1817"/>
                  </a:lnTo>
                  <a:lnTo>
                    <a:pt x="767" y="1797"/>
                  </a:lnTo>
                  <a:lnTo>
                    <a:pt x="606" y="1736"/>
                  </a:lnTo>
                  <a:lnTo>
                    <a:pt x="465" y="1656"/>
                  </a:lnTo>
                  <a:lnTo>
                    <a:pt x="323" y="1555"/>
                  </a:lnTo>
                  <a:lnTo>
                    <a:pt x="222" y="1434"/>
                  </a:lnTo>
                  <a:lnTo>
                    <a:pt x="142" y="1293"/>
                  </a:lnTo>
                  <a:lnTo>
                    <a:pt x="101" y="1131"/>
                  </a:lnTo>
                  <a:lnTo>
                    <a:pt x="81" y="949"/>
                  </a:lnTo>
                  <a:lnTo>
                    <a:pt x="101" y="768"/>
                  </a:lnTo>
                  <a:lnTo>
                    <a:pt x="142" y="606"/>
                  </a:lnTo>
                  <a:lnTo>
                    <a:pt x="222" y="465"/>
                  </a:lnTo>
                  <a:lnTo>
                    <a:pt x="323" y="344"/>
                  </a:lnTo>
                  <a:lnTo>
                    <a:pt x="465" y="243"/>
                  </a:lnTo>
                  <a:lnTo>
                    <a:pt x="606" y="162"/>
                  </a:lnTo>
                  <a:lnTo>
                    <a:pt x="767" y="102"/>
                  </a:lnTo>
                  <a:lnTo>
                    <a:pt x="929" y="82"/>
                  </a:lnTo>
                  <a:close/>
                  <a:moveTo>
                    <a:pt x="929" y="1"/>
                  </a:moveTo>
                  <a:lnTo>
                    <a:pt x="747" y="21"/>
                  </a:lnTo>
                  <a:lnTo>
                    <a:pt x="565" y="82"/>
                  </a:lnTo>
                  <a:lnTo>
                    <a:pt x="404" y="162"/>
                  </a:lnTo>
                  <a:lnTo>
                    <a:pt x="263" y="284"/>
                  </a:lnTo>
                  <a:lnTo>
                    <a:pt x="162" y="425"/>
                  </a:lnTo>
                  <a:lnTo>
                    <a:pt x="61" y="586"/>
                  </a:lnTo>
                  <a:lnTo>
                    <a:pt x="21" y="768"/>
                  </a:lnTo>
                  <a:lnTo>
                    <a:pt x="0" y="949"/>
                  </a:lnTo>
                  <a:lnTo>
                    <a:pt x="21" y="1131"/>
                  </a:lnTo>
                  <a:lnTo>
                    <a:pt x="61" y="1313"/>
                  </a:lnTo>
                  <a:lnTo>
                    <a:pt x="162" y="1474"/>
                  </a:lnTo>
                  <a:lnTo>
                    <a:pt x="263" y="1615"/>
                  </a:lnTo>
                  <a:lnTo>
                    <a:pt x="404" y="1736"/>
                  </a:lnTo>
                  <a:lnTo>
                    <a:pt x="565" y="1817"/>
                  </a:lnTo>
                  <a:lnTo>
                    <a:pt x="747" y="1878"/>
                  </a:lnTo>
                  <a:lnTo>
                    <a:pt x="929" y="1898"/>
                  </a:lnTo>
                  <a:lnTo>
                    <a:pt x="1130" y="1878"/>
                  </a:lnTo>
                  <a:lnTo>
                    <a:pt x="1312" y="1817"/>
                  </a:lnTo>
                  <a:lnTo>
                    <a:pt x="1453" y="1736"/>
                  </a:lnTo>
                  <a:lnTo>
                    <a:pt x="1595" y="1615"/>
                  </a:lnTo>
                  <a:lnTo>
                    <a:pt x="1716" y="1474"/>
                  </a:lnTo>
                  <a:lnTo>
                    <a:pt x="1796" y="1313"/>
                  </a:lnTo>
                  <a:lnTo>
                    <a:pt x="1857" y="1131"/>
                  </a:lnTo>
                  <a:lnTo>
                    <a:pt x="1877" y="949"/>
                  </a:lnTo>
                  <a:lnTo>
                    <a:pt x="1857" y="768"/>
                  </a:lnTo>
                  <a:lnTo>
                    <a:pt x="1796" y="586"/>
                  </a:lnTo>
                  <a:lnTo>
                    <a:pt x="1716" y="425"/>
                  </a:lnTo>
                  <a:lnTo>
                    <a:pt x="1595" y="284"/>
                  </a:lnTo>
                  <a:lnTo>
                    <a:pt x="1453" y="162"/>
                  </a:lnTo>
                  <a:lnTo>
                    <a:pt x="1312" y="82"/>
                  </a:lnTo>
                  <a:lnTo>
                    <a:pt x="1130" y="21"/>
                  </a:lnTo>
                  <a:lnTo>
                    <a:pt x="929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38" name="Google Shape;538;p7"/>
            <p:cNvSpPr/>
            <p:nvPr/>
          </p:nvSpPr>
          <p:spPr>
            <a:xfrm flipH="1">
              <a:off x="511885" y="-3871966"/>
              <a:ext cx="100466" cy="101640"/>
            </a:xfrm>
            <a:custGeom>
              <a:rect b="b" l="l" r="r" t="t"/>
              <a:pathLst>
                <a:path extrusionOk="0" h="1818" w="1797">
                  <a:moveTo>
                    <a:pt x="908" y="1"/>
                  </a:moveTo>
                  <a:lnTo>
                    <a:pt x="727" y="21"/>
                  </a:lnTo>
                  <a:lnTo>
                    <a:pt x="545" y="82"/>
                  </a:lnTo>
                  <a:lnTo>
                    <a:pt x="404" y="162"/>
                  </a:lnTo>
                  <a:lnTo>
                    <a:pt x="262" y="263"/>
                  </a:lnTo>
                  <a:lnTo>
                    <a:pt x="162" y="405"/>
                  </a:lnTo>
                  <a:lnTo>
                    <a:pt x="61" y="566"/>
                  </a:lnTo>
                  <a:lnTo>
                    <a:pt x="20" y="727"/>
                  </a:lnTo>
                  <a:lnTo>
                    <a:pt x="0" y="909"/>
                  </a:lnTo>
                  <a:lnTo>
                    <a:pt x="20" y="1091"/>
                  </a:lnTo>
                  <a:lnTo>
                    <a:pt x="61" y="1252"/>
                  </a:lnTo>
                  <a:lnTo>
                    <a:pt x="162" y="1414"/>
                  </a:lnTo>
                  <a:lnTo>
                    <a:pt x="262" y="1535"/>
                  </a:lnTo>
                  <a:lnTo>
                    <a:pt x="404" y="1656"/>
                  </a:lnTo>
                  <a:lnTo>
                    <a:pt x="545" y="1736"/>
                  </a:lnTo>
                  <a:lnTo>
                    <a:pt x="727" y="1797"/>
                  </a:lnTo>
                  <a:lnTo>
                    <a:pt x="908" y="1817"/>
                  </a:lnTo>
                  <a:lnTo>
                    <a:pt x="1090" y="1797"/>
                  </a:lnTo>
                  <a:lnTo>
                    <a:pt x="1251" y="1736"/>
                  </a:lnTo>
                  <a:lnTo>
                    <a:pt x="1413" y="1656"/>
                  </a:lnTo>
                  <a:lnTo>
                    <a:pt x="1534" y="1535"/>
                  </a:lnTo>
                  <a:lnTo>
                    <a:pt x="1655" y="1414"/>
                  </a:lnTo>
                  <a:lnTo>
                    <a:pt x="1736" y="1252"/>
                  </a:lnTo>
                  <a:lnTo>
                    <a:pt x="1776" y="1091"/>
                  </a:lnTo>
                  <a:lnTo>
                    <a:pt x="1796" y="909"/>
                  </a:lnTo>
                  <a:lnTo>
                    <a:pt x="1776" y="727"/>
                  </a:lnTo>
                  <a:lnTo>
                    <a:pt x="1736" y="566"/>
                  </a:lnTo>
                  <a:lnTo>
                    <a:pt x="1655" y="405"/>
                  </a:lnTo>
                  <a:lnTo>
                    <a:pt x="1534" y="263"/>
                  </a:lnTo>
                  <a:lnTo>
                    <a:pt x="1413" y="162"/>
                  </a:lnTo>
                  <a:lnTo>
                    <a:pt x="1251" y="82"/>
                  </a:lnTo>
                  <a:lnTo>
                    <a:pt x="1090" y="21"/>
                  </a:lnTo>
                  <a:lnTo>
                    <a:pt x="908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39" name="Google Shape;539;p7"/>
            <p:cNvSpPr/>
            <p:nvPr/>
          </p:nvSpPr>
          <p:spPr>
            <a:xfrm flipH="1">
              <a:off x="509648" y="-3874202"/>
              <a:ext cx="104994" cy="106112"/>
            </a:xfrm>
            <a:custGeom>
              <a:rect b="b" l="l" r="r" t="t"/>
              <a:pathLst>
                <a:path extrusionOk="0" h="1898" w="1878">
                  <a:moveTo>
                    <a:pt x="949" y="81"/>
                  </a:moveTo>
                  <a:lnTo>
                    <a:pt x="1111" y="101"/>
                  </a:lnTo>
                  <a:lnTo>
                    <a:pt x="1272" y="162"/>
                  </a:lnTo>
                  <a:lnTo>
                    <a:pt x="1413" y="243"/>
                  </a:lnTo>
                  <a:lnTo>
                    <a:pt x="1555" y="344"/>
                  </a:lnTo>
                  <a:lnTo>
                    <a:pt x="1655" y="465"/>
                  </a:lnTo>
                  <a:lnTo>
                    <a:pt x="1736" y="606"/>
                  </a:lnTo>
                  <a:lnTo>
                    <a:pt x="1777" y="767"/>
                  </a:lnTo>
                  <a:lnTo>
                    <a:pt x="1797" y="949"/>
                  </a:lnTo>
                  <a:lnTo>
                    <a:pt x="1777" y="1110"/>
                  </a:lnTo>
                  <a:lnTo>
                    <a:pt x="1736" y="1272"/>
                  </a:lnTo>
                  <a:lnTo>
                    <a:pt x="1655" y="1433"/>
                  </a:lnTo>
                  <a:lnTo>
                    <a:pt x="1555" y="1554"/>
                  </a:lnTo>
                  <a:lnTo>
                    <a:pt x="1413" y="1655"/>
                  </a:lnTo>
                  <a:lnTo>
                    <a:pt x="1272" y="1736"/>
                  </a:lnTo>
                  <a:lnTo>
                    <a:pt x="1111" y="1797"/>
                  </a:lnTo>
                  <a:lnTo>
                    <a:pt x="949" y="1817"/>
                  </a:lnTo>
                  <a:lnTo>
                    <a:pt x="768" y="1797"/>
                  </a:lnTo>
                  <a:lnTo>
                    <a:pt x="606" y="1736"/>
                  </a:lnTo>
                  <a:lnTo>
                    <a:pt x="465" y="1655"/>
                  </a:lnTo>
                  <a:lnTo>
                    <a:pt x="324" y="1554"/>
                  </a:lnTo>
                  <a:lnTo>
                    <a:pt x="223" y="1433"/>
                  </a:lnTo>
                  <a:lnTo>
                    <a:pt x="142" y="1272"/>
                  </a:lnTo>
                  <a:lnTo>
                    <a:pt x="102" y="1110"/>
                  </a:lnTo>
                  <a:lnTo>
                    <a:pt x="81" y="949"/>
                  </a:lnTo>
                  <a:lnTo>
                    <a:pt x="102" y="767"/>
                  </a:lnTo>
                  <a:lnTo>
                    <a:pt x="142" y="606"/>
                  </a:lnTo>
                  <a:lnTo>
                    <a:pt x="223" y="465"/>
                  </a:lnTo>
                  <a:lnTo>
                    <a:pt x="324" y="344"/>
                  </a:lnTo>
                  <a:lnTo>
                    <a:pt x="465" y="243"/>
                  </a:lnTo>
                  <a:lnTo>
                    <a:pt x="606" y="162"/>
                  </a:lnTo>
                  <a:lnTo>
                    <a:pt x="768" y="101"/>
                  </a:lnTo>
                  <a:lnTo>
                    <a:pt x="949" y="81"/>
                  </a:lnTo>
                  <a:close/>
                  <a:moveTo>
                    <a:pt x="949" y="1"/>
                  </a:moveTo>
                  <a:lnTo>
                    <a:pt x="747" y="21"/>
                  </a:lnTo>
                  <a:lnTo>
                    <a:pt x="566" y="81"/>
                  </a:lnTo>
                  <a:lnTo>
                    <a:pt x="425" y="162"/>
                  </a:lnTo>
                  <a:lnTo>
                    <a:pt x="283" y="283"/>
                  </a:lnTo>
                  <a:lnTo>
                    <a:pt x="162" y="424"/>
                  </a:lnTo>
                  <a:lnTo>
                    <a:pt x="81" y="586"/>
                  </a:lnTo>
                  <a:lnTo>
                    <a:pt x="21" y="767"/>
                  </a:lnTo>
                  <a:lnTo>
                    <a:pt x="1" y="949"/>
                  </a:lnTo>
                  <a:lnTo>
                    <a:pt x="21" y="1131"/>
                  </a:lnTo>
                  <a:lnTo>
                    <a:pt x="81" y="1312"/>
                  </a:lnTo>
                  <a:lnTo>
                    <a:pt x="162" y="1474"/>
                  </a:lnTo>
                  <a:lnTo>
                    <a:pt x="283" y="1615"/>
                  </a:lnTo>
                  <a:lnTo>
                    <a:pt x="425" y="1736"/>
                  </a:lnTo>
                  <a:lnTo>
                    <a:pt x="566" y="1817"/>
                  </a:lnTo>
                  <a:lnTo>
                    <a:pt x="747" y="1877"/>
                  </a:lnTo>
                  <a:lnTo>
                    <a:pt x="949" y="1898"/>
                  </a:lnTo>
                  <a:lnTo>
                    <a:pt x="1131" y="1877"/>
                  </a:lnTo>
                  <a:lnTo>
                    <a:pt x="1312" y="1817"/>
                  </a:lnTo>
                  <a:lnTo>
                    <a:pt x="1474" y="1736"/>
                  </a:lnTo>
                  <a:lnTo>
                    <a:pt x="1615" y="1615"/>
                  </a:lnTo>
                  <a:lnTo>
                    <a:pt x="1716" y="1474"/>
                  </a:lnTo>
                  <a:lnTo>
                    <a:pt x="1817" y="1312"/>
                  </a:lnTo>
                  <a:lnTo>
                    <a:pt x="1857" y="1131"/>
                  </a:lnTo>
                  <a:lnTo>
                    <a:pt x="1877" y="949"/>
                  </a:lnTo>
                  <a:lnTo>
                    <a:pt x="1857" y="767"/>
                  </a:lnTo>
                  <a:lnTo>
                    <a:pt x="1817" y="586"/>
                  </a:lnTo>
                  <a:lnTo>
                    <a:pt x="1716" y="424"/>
                  </a:lnTo>
                  <a:lnTo>
                    <a:pt x="1615" y="283"/>
                  </a:lnTo>
                  <a:lnTo>
                    <a:pt x="1474" y="162"/>
                  </a:lnTo>
                  <a:lnTo>
                    <a:pt x="1312" y="81"/>
                  </a:lnTo>
                  <a:lnTo>
                    <a:pt x="1131" y="21"/>
                  </a:lnTo>
                  <a:lnTo>
                    <a:pt x="949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40" name="Google Shape;540;p7"/>
            <p:cNvSpPr/>
            <p:nvPr/>
          </p:nvSpPr>
          <p:spPr>
            <a:xfrm flipH="1">
              <a:off x="-1037114" y="-3361987"/>
              <a:ext cx="100466" cy="100466"/>
            </a:xfrm>
            <a:custGeom>
              <a:rect b="b" l="l" r="r" t="t"/>
              <a:pathLst>
                <a:path extrusionOk="0" h="1797" w="1797">
                  <a:moveTo>
                    <a:pt x="908" y="0"/>
                  </a:moveTo>
                  <a:lnTo>
                    <a:pt x="727" y="21"/>
                  </a:lnTo>
                  <a:lnTo>
                    <a:pt x="545" y="61"/>
                  </a:lnTo>
                  <a:lnTo>
                    <a:pt x="404" y="162"/>
                  </a:lnTo>
                  <a:lnTo>
                    <a:pt x="263" y="263"/>
                  </a:lnTo>
                  <a:lnTo>
                    <a:pt x="162" y="404"/>
                  </a:lnTo>
                  <a:lnTo>
                    <a:pt x="81" y="545"/>
                  </a:lnTo>
                  <a:lnTo>
                    <a:pt x="20" y="727"/>
                  </a:lnTo>
                  <a:lnTo>
                    <a:pt x="0" y="908"/>
                  </a:lnTo>
                  <a:lnTo>
                    <a:pt x="20" y="1090"/>
                  </a:lnTo>
                  <a:lnTo>
                    <a:pt x="81" y="1252"/>
                  </a:lnTo>
                  <a:lnTo>
                    <a:pt x="162" y="1393"/>
                  </a:lnTo>
                  <a:lnTo>
                    <a:pt x="263" y="1534"/>
                  </a:lnTo>
                  <a:lnTo>
                    <a:pt x="404" y="1655"/>
                  </a:lnTo>
                  <a:lnTo>
                    <a:pt x="545" y="1736"/>
                  </a:lnTo>
                  <a:lnTo>
                    <a:pt x="727" y="1776"/>
                  </a:lnTo>
                  <a:lnTo>
                    <a:pt x="908" y="1796"/>
                  </a:lnTo>
                  <a:lnTo>
                    <a:pt x="1090" y="1776"/>
                  </a:lnTo>
                  <a:lnTo>
                    <a:pt x="1251" y="1736"/>
                  </a:lnTo>
                  <a:lnTo>
                    <a:pt x="1413" y="1655"/>
                  </a:lnTo>
                  <a:lnTo>
                    <a:pt x="1534" y="1534"/>
                  </a:lnTo>
                  <a:lnTo>
                    <a:pt x="1655" y="1393"/>
                  </a:lnTo>
                  <a:lnTo>
                    <a:pt x="1736" y="1252"/>
                  </a:lnTo>
                  <a:lnTo>
                    <a:pt x="1796" y="1090"/>
                  </a:lnTo>
                  <a:lnTo>
                    <a:pt x="1796" y="908"/>
                  </a:lnTo>
                  <a:lnTo>
                    <a:pt x="1796" y="727"/>
                  </a:lnTo>
                  <a:lnTo>
                    <a:pt x="1736" y="545"/>
                  </a:lnTo>
                  <a:lnTo>
                    <a:pt x="1655" y="404"/>
                  </a:lnTo>
                  <a:lnTo>
                    <a:pt x="1534" y="263"/>
                  </a:lnTo>
                  <a:lnTo>
                    <a:pt x="1413" y="162"/>
                  </a:lnTo>
                  <a:lnTo>
                    <a:pt x="1251" y="61"/>
                  </a:lnTo>
                  <a:lnTo>
                    <a:pt x="1090" y="21"/>
                  </a:lnTo>
                  <a:lnTo>
                    <a:pt x="908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41" name="Google Shape;541;p7"/>
            <p:cNvSpPr/>
            <p:nvPr/>
          </p:nvSpPr>
          <p:spPr>
            <a:xfrm flipH="1">
              <a:off x="-1039350" y="-3364280"/>
              <a:ext cx="104994" cy="104994"/>
            </a:xfrm>
            <a:custGeom>
              <a:rect b="b" l="l" r="r" t="t"/>
              <a:pathLst>
                <a:path extrusionOk="0" h="1878" w="1878">
                  <a:moveTo>
                    <a:pt x="949" y="82"/>
                  </a:moveTo>
                  <a:lnTo>
                    <a:pt x="1111" y="102"/>
                  </a:lnTo>
                  <a:lnTo>
                    <a:pt x="1272" y="142"/>
                  </a:lnTo>
                  <a:lnTo>
                    <a:pt x="1434" y="223"/>
                  </a:lnTo>
                  <a:lnTo>
                    <a:pt x="1555" y="324"/>
                  </a:lnTo>
                  <a:lnTo>
                    <a:pt x="1656" y="465"/>
                  </a:lnTo>
                  <a:lnTo>
                    <a:pt x="1736" y="606"/>
                  </a:lnTo>
                  <a:lnTo>
                    <a:pt x="1797" y="768"/>
                  </a:lnTo>
                  <a:lnTo>
                    <a:pt x="1797" y="949"/>
                  </a:lnTo>
                  <a:lnTo>
                    <a:pt x="1797" y="1111"/>
                  </a:lnTo>
                  <a:lnTo>
                    <a:pt x="1736" y="1272"/>
                  </a:lnTo>
                  <a:lnTo>
                    <a:pt x="1656" y="1414"/>
                  </a:lnTo>
                  <a:lnTo>
                    <a:pt x="1555" y="1555"/>
                  </a:lnTo>
                  <a:lnTo>
                    <a:pt x="1434" y="1656"/>
                  </a:lnTo>
                  <a:lnTo>
                    <a:pt x="1272" y="1736"/>
                  </a:lnTo>
                  <a:lnTo>
                    <a:pt x="1111" y="1777"/>
                  </a:lnTo>
                  <a:lnTo>
                    <a:pt x="949" y="1797"/>
                  </a:lnTo>
                  <a:lnTo>
                    <a:pt x="768" y="1777"/>
                  </a:lnTo>
                  <a:lnTo>
                    <a:pt x="606" y="1736"/>
                  </a:lnTo>
                  <a:lnTo>
                    <a:pt x="465" y="1656"/>
                  </a:lnTo>
                  <a:lnTo>
                    <a:pt x="344" y="1555"/>
                  </a:lnTo>
                  <a:lnTo>
                    <a:pt x="223" y="1414"/>
                  </a:lnTo>
                  <a:lnTo>
                    <a:pt x="162" y="1272"/>
                  </a:lnTo>
                  <a:lnTo>
                    <a:pt x="102" y="1111"/>
                  </a:lnTo>
                  <a:lnTo>
                    <a:pt x="82" y="949"/>
                  </a:lnTo>
                  <a:lnTo>
                    <a:pt x="102" y="768"/>
                  </a:lnTo>
                  <a:lnTo>
                    <a:pt x="162" y="606"/>
                  </a:lnTo>
                  <a:lnTo>
                    <a:pt x="223" y="465"/>
                  </a:lnTo>
                  <a:lnTo>
                    <a:pt x="344" y="324"/>
                  </a:lnTo>
                  <a:lnTo>
                    <a:pt x="465" y="223"/>
                  </a:lnTo>
                  <a:lnTo>
                    <a:pt x="606" y="142"/>
                  </a:lnTo>
                  <a:lnTo>
                    <a:pt x="768" y="102"/>
                  </a:lnTo>
                  <a:lnTo>
                    <a:pt x="949" y="82"/>
                  </a:lnTo>
                  <a:close/>
                  <a:moveTo>
                    <a:pt x="949" y="1"/>
                  </a:moveTo>
                  <a:lnTo>
                    <a:pt x="748" y="21"/>
                  </a:lnTo>
                  <a:lnTo>
                    <a:pt x="586" y="82"/>
                  </a:lnTo>
                  <a:lnTo>
                    <a:pt x="425" y="162"/>
                  </a:lnTo>
                  <a:lnTo>
                    <a:pt x="283" y="284"/>
                  </a:lnTo>
                  <a:lnTo>
                    <a:pt x="162" y="405"/>
                  </a:lnTo>
                  <a:lnTo>
                    <a:pt x="82" y="566"/>
                  </a:lnTo>
                  <a:lnTo>
                    <a:pt x="21" y="748"/>
                  </a:lnTo>
                  <a:lnTo>
                    <a:pt x="1" y="949"/>
                  </a:lnTo>
                  <a:lnTo>
                    <a:pt x="21" y="1131"/>
                  </a:lnTo>
                  <a:lnTo>
                    <a:pt x="82" y="1313"/>
                  </a:lnTo>
                  <a:lnTo>
                    <a:pt x="162" y="1474"/>
                  </a:lnTo>
                  <a:lnTo>
                    <a:pt x="283" y="1595"/>
                  </a:lnTo>
                  <a:lnTo>
                    <a:pt x="425" y="1716"/>
                  </a:lnTo>
                  <a:lnTo>
                    <a:pt x="586" y="1817"/>
                  </a:lnTo>
                  <a:lnTo>
                    <a:pt x="748" y="1858"/>
                  </a:lnTo>
                  <a:lnTo>
                    <a:pt x="949" y="1878"/>
                  </a:lnTo>
                  <a:lnTo>
                    <a:pt x="1131" y="1858"/>
                  </a:lnTo>
                  <a:lnTo>
                    <a:pt x="1313" y="1817"/>
                  </a:lnTo>
                  <a:lnTo>
                    <a:pt x="1474" y="1716"/>
                  </a:lnTo>
                  <a:lnTo>
                    <a:pt x="1615" y="1595"/>
                  </a:lnTo>
                  <a:lnTo>
                    <a:pt x="1716" y="1474"/>
                  </a:lnTo>
                  <a:lnTo>
                    <a:pt x="1817" y="1313"/>
                  </a:lnTo>
                  <a:lnTo>
                    <a:pt x="1878" y="1131"/>
                  </a:lnTo>
                  <a:lnTo>
                    <a:pt x="1878" y="949"/>
                  </a:lnTo>
                  <a:lnTo>
                    <a:pt x="1878" y="748"/>
                  </a:lnTo>
                  <a:lnTo>
                    <a:pt x="1817" y="566"/>
                  </a:lnTo>
                  <a:lnTo>
                    <a:pt x="1716" y="405"/>
                  </a:lnTo>
                  <a:lnTo>
                    <a:pt x="1615" y="284"/>
                  </a:lnTo>
                  <a:lnTo>
                    <a:pt x="1474" y="162"/>
                  </a:lnTo>
                  <a:lnTo>
                    <a:pt x="1313" y="82"/>
                  </a:lnTo>
                  <a:lnTo>
                    <a:pt x="1131" y="21"/>
                  </a:lnTo>
                  <a:lnTo>
                    <a:pt x="949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42" name="Google Shape;542;p7"/>
            <p:cNvSpPr/>
            <p:nvPr/>
          </p:nvSpPr>
          <p:spPr>
            <a:xfrm flipH="1">
              <a:off x="1080509" y="-1366241"/>
              <a:ext cx="100466" cy="100466"/>
            </a:xfrm>
            <a:custGeom>
              <a:rect b="b" l="l" r="r" t="t"/>
              <a:pathLst>
                <a:path extrusionOk="0" h="1797" w="1797">
                  <a:moveTo>
                    <a:pt x="888" y="1"/>
                  </a:moveTo>
                  <a:lnTo>
                    <a:pt x="707" y="21"/>
                  </a:lnTo>
                  <a:lnTo>
                    <a:pt x="545" y="82"/>
                  </a:lnTo>
                  <a:lnTo>
                    <a:pt x="384" y="162"/>
                  </a:lnTo>
                  <a:lnTo>
                    <a:pt x="263" y="263"/>
                  </a:lnTo>
                  <a:lnTo>
                    <a:pt x="142" y="405"/>
                  </a:lnTo>
                  <a:lnTo>
                    <a:pt x="61" y="546"/>
                  </a:lnTo>
                  <a:lnTo>
                    <a:pt x="21" y="727"/>
                  </a:lnTo>
                  <a:lnTo>
                    <a:pt x="0" y="909"/>
                  </a:lnTo>
                  <a:lnTo>
                    <a:pt x="21" y="1091"/>
                  </a:lnTo>
                  <a:lnTo>
                    <a:pt x="61" y="1252"/>
                  </a:lnTo>
                  <a:lnTo>
                    <a:pt x="142" y="1414"/>
                  </a:lnTo>
                  <a:lnTo>
                    <a:pt x="263" y="1535"/>
                  </a:lnTo>
                  <a:lnTo>
                    <a:pt x="384" y="1656"/>
                  </a:lnTo>
                  <a:lnTo>
                    <a:pt x="545" y="1736"/>
                  </a:lnTo>
                  <a:lnTo>
                    <a:pt x="707" y="1797"/>
                  </a:lnTo>
                  <a:lnTo>
                    <a:pt x="1070" y="1797"/>
                  </a:lnTo>
                  <a:lnTo>
                    <a:pt x="1252" y="1736"/>
                  </a:lnTo>
                  <a:lnTo>
                    <a:pt x="1393" y="1656"/>
                  </a:lnTo>
                  <a:lnTo>
                    <a:pt x="1534" y="1535"/>
                  </a:lnTo>
                  <a:lnTo>
                    <a:pt x="1635" y="1414"/>
                  </a:lnTo>
                  <a:lnTo>
                    <a:pt x="1716" y="1252"/>
                  </a:lnTo>
                  <a:lnTo>
                    <a:pt x="1776" y="1091"/>
                  </a:lnTo>
                  <a:lnTo>
                    <a:pt x="1796" y="909"/>
                  </a:lnTo>
                  <a:lnTo>
                    <a:pt x="1776" y="727"/>
                  </a:lnTo>
                  <a:lnTo>
                    <a:pt x="1716" y="546"/>
                  </a:lnTo>
                  <a:lnTo>
                    <a:pt x="1635" y="405"/>
                  </a:lnTo>
                  <a:lnTo>
                    <a:pt x="1534" y="263"/>
                  </a:lnTo>
                  <a:lnTo>
                    <a:pt x="1393" y="162"/>
                  </a:lnTo>
                  <a:lnTo>
                    <a:pt x="1252" y="82"/>
                  </a:lnTo>
                  <a:lnTo>
                    <a:pt x="1070" y="21"/>
                  </a:lnTo>
                  <a:lnTo>
                    <a:pt x="888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43" name="Google Shape;543;p7"/>
            <p:cNvSpPr/>
            <p:nvPr/>
          </p:nvSpPr>
          <p:spPr>
            <a:xfrm flipH="1">
              <a:off x="1078272" y="-1368477"/>
              <a:ext cx="104994" cy="104994"/>
            </a:xfrm>
            <a:custGeom>
              <a:rect b="b" l="l" r="r" t="t"/>
              <a:pathLst>
                <a:path extrusionOk="0" h="1878" w="1878">
                  <a:moveTo>
                    <a:pt x="929" y="81"/>
                  </a:moveTo>
                  <a:lnTo>
                    <a:pt x="1111" y="101"/>
                  </a:lnTo>
                  <a:lnTo>
                    <a:pt x="1272" y="142"/>
                  </a:lnTo>
                  <a:lnTo>
                    <a:pt x="1414" y="223"/>
                  </a:lnTo>
                  <a:lnTo>
                    <a:pt x="1535" y="344"/>
                  </a:lnTo>
                  <a:lnTo>
                    <a:pt x="1656" y="465"/>
                  </a:lnTo>
                  <a:lnTo>
                    <a:pt x="1736" y="606"/>
                  </a:lnTo>
                  <a:lnTo>
                    <a:pt x="1777" y="767"/>
                  </a:lnTo>
                  <a:lnTo>
                    <a:pt x="1797" y="949"/>
                  </a:lnTo>
                  <a:lnTo>
                    <a:pt x="1777" y="1110"/>
                  </a:lnTo>
                  <a:lnTo>
                    <a:pt x="1736" y="1272"/>
                  </a:lnTo>
                  <a:lnTo>
                    <a:pt x="1656" y="1433"/>
                  </a:lnTo>
                  <a:lnTo>
                    <a:pt x="1535" y="1554"/>
                  </a:lnTo>
                  <a:lnTo>
                    <a:pt x="1414" y="1655"/>
                  </a:lnTo>
                  <a:lnTo>
                    <a:pt x="1272" y="1736"/>
                  </a:lnTo>
                  <a:lnTo>
                    <a:pt x="1111" y="1797"/>
                  </a:lnTo>
                  <a:lnTo>
                    <a:pt x="768" y="1797"/>
                  </a:lnTo>
                  <a:lnTo>
                    <a:pt x="606" y="1736"/>
                  </a:lnTo>
                  <a:lnTo>
                    <a:pt x="445" y="1655"/>
                  </a:lnTo>
                  <a:lnTo>
                    <a:pt x="324" y="1554"/>
                  </a:lnTo>
                  <a:lnTo>
                    <a:pt x="223" y="1433"/>
                  </a:lnTo>
                  <a:lnTo>
                    <a:pt x="142" y="1272"/>
                  </a:lnTo>
                  <a:lnTo>
                    <a:pt x="82" y="1110"/>
                  </a:lnTo>
                  <a:lnTo>
                    <a:pt x="82" y="949"/>
                  </a:lnTo>
                  <a:lnTo>
                    <a:pt x="82" y="767"/>
                  </a:lnTo>
                  <a:lnTo>
                    <a:pt x="142" y="606"/>
                  </a:lnTo>
                  <a:lnTo>
                    <a:pt x="223" y="465"/>
                  </a:lnTo>
                  <a:lnTo>
                    <a:pt x="324" y="344"/>
                  </a:lnTo>
                  <a:lnTo>
                    <a:pt x="445" y="223"/>
                  </a:lnTo>
                  <a:lnTo>
                    <a:pt x="606" y="142"/>
                  </a:lnTo>
                  <a:lnTo>
                    <a:pt x="768" y="101"/>
                  </a:lnTo>
                  <a:lnTo>
                    <a:pt x="929" y="81"/>
                  </a:lnTo>
                  <a:close/>
                  <a:moveTo>
                    <a:pt x="929" y="1"/>
                  </a:moveTo>
                  <a:lnTo>
                    <a:pt x="748" y="21"/>
                  </a:lnTo>
                  <a:lnTo>
                    <a:pt x="566" y="81"/>
                  </a:lnTo>
                  <a:lnTo>
                    <a:pt x="405" y="162"/>
                  </a:lnTo>
                  <a:lnTo>
                    <a:pt x="263" y="283"/>
                  </a:lnTo>
                  <a:lnTo>
                    <a:pt x="162" y="424"/>
                  </a:lnTo>
                  <a:lnTo>
                    <a:pt x="62" y="586"/>
                  </a:lnTo>
                  <a:lnTo>
                    <a:pt x="21" y="747"/>
                  </a:lnTo>
                  <a:lnTo>
                    <a:pt x="1" y="949"/>
                  </a:lnTo>
                  <a:lnTo>
                    <a:pt x="21" y="1131"/>
                  </a:lnTo>
                  <a:lnTo>
                    <a:pt x="62" y="1312"/>
                  </a:lnTo>
                  <a:lnTo>
                    <a:pt x="162" y="1474"/>
                  </a:lnTo>
                  <a:lnTo>
                    <a:pt x="263" y="1615"/>
                  </a:lnTo>
                  <a:lnTo>
                    <a:pt x="405" y="1716"/>
                  </a:lnTo>
                  <a:lnTo>
                    <a:pt x="566" y="1817"/>
                  </a:lnTo>
                  <a:lnTo>
                    <a:pt x="748" y="1857"/>
                  </a:lnTo>
                  <a:lnTo>
                    <a:pt x="929" y="1877"/>
                  </a:lnTo>
                  <a:lnTo>
                    <a:pt x="1131" y="1857"/>
                  </a:lnTo>
                  <a:lnTo>
                    <a:pt x="1293" y="1817"/>
                  </a:lnTo>
                  <a:lnTo>
                    <a:pt x="1454" y="1716"/>
                  </a:lnTo>
                  <a:lnTo>
                    <a:pt x="1595" y="1615"/>
                  </a:lnTo>
                  <a:lnTo>
                    <a:pt x="1716" y="1474"/>
                  </a:lnTo>
                  <a:lnTo>
                    <a:pt x="1797" y="1312"/>
                  </a:lnTo>
                  <a:lnTo>
                    <a:pt x="1858" y="1131"/>
                  </a:lnTo>
                  <a:lnTo>
                    <a:pt x="1878" y="949"/>
                  </a:lnTo>
                  <a:lnTo>
                    <a:pt x="1858" y="747"/>
                  </a:lnTo>
                  <a:lnTo>
                    <a:pt x="1797" y="586"/>
                  </a:lnTo>
                  <a:lnTo>
                    <a:pt x="1716" y="424"/>
                  </a:lnTo>
                  <a:lnTo>
                    <a:pt x="1595" y="283"/>
                  </a:lnTo>
                  <a:lnTo>
                    <a:pt x="1454" y="162"/>
                  </a:lnTo>
                  <a:lnTo>
                    <a:pt x="1293" y="81"/>
                  </a:lnTo>
                  <a:lnTo>
                    <a:pt x="1131" y="21"/>
                  </a:lnTo>
                  <a:lnTo>
                    <a:pt x="929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44" name="Google Shape;544;p7"/>
            <p:cNvSpPr/>
            <p:nvPr/>
          </p:nvSpPr>
          <p:spPr>
            <a:xfrm flipH="1">
              <a:off x="-1522213" y="-1840048"/>
              <a:ext cx="100466" cy="100466"/>
            </a:xfrm>
            <a:custGeom>
              <a:rect b="b" l="l" r="r" t="t"/>
              <a:pathLst>
                <a:path extrusionOk="0" h="1797" w="1797">
                  <a:moveTo>
                    <a:pt x="909" y="0"/>
                  </a:moveTo>
                  <a:lnTo>
                    <a:pt x="727" y="20"/>
                  </a:lnTo>
                  <a:lnTo>
                    <a:pt x="546" y="61"/>
                  </a:lnTo>
                  <a:lnTo>
                    <a:pt x="404" y="162"/>
                  </a:lnTo>
                  <a:lnTo>
                    <a:pt x="263" y="263"/>
                  </a:lnTo>
                  <a:lnTo>
                    <a:pt x="162" y="404"/>
                  </a:lnTo>
                  <a:lnTo>
                    <a:pt x="61" y="545"/>
                  </a:lnTo>
                  <a:lnTo>
                    <a:pt x="21" y="727"/>
                  </a:lnTo>
                  <a:lnTo>
                    <a:pt x="1" y="908"/>
                  </a:lnTo>
                  <a:lnTo>
                    <a:pt x="21" y="1090"/>
                  </a:lnTo>
                  <a:lnTo>
                    <a:pt x="61" y="1251"/>
                  </a:lnTo>
                  <a:lnTo>
                    <a:pt x="162" y="1393"/>
                  </a:lnTo>
                  <a:lnTo>
                    <a:pt x="263" y="1534"/>
                  </a:lnTo>
                  <a:lnTo>
                    <a:pt x="404" y="1655"/>
                  </a:lnTo>
                  <a:lnTo>
                    <a:pt x="546" y="1736"/>
                  </a:lnTo>
                  <a:lnTo>
                    <a:pt x="727" y="1776"/>
                  </a:lnTo>
                  <a:lnTo>
                    <a:pt x="909" y="1796"/>
                  </a:lnTo>
                  <a:lnTo>
                    <a:pt x="1090" y="1776"/>
                  </a:lnTo>
                  <a:lnTo>
                    <a:pt x="1252" y="1736"/>
                  </a:lnTo>
                  <a:lnTo>
                    <a:pt x="1413" y="1655"/>
                  </a:lnTo>
                  <a:lnTo>
                    <a:pt x="1534" y="1534"/>
                  </a:lnTo>
                  <a:lnTo>
                    <a:pt x="1655" y="1393"/>
                  </a:lnTo>
                  <a:lnTo>
                    <a:pt x="1736" y="1251"/>
                  </a:lnTo>
                  <a:lnTo>
                    <a:pt x="1777" y="1090"/>
                  </a:lnTo>
                  <a:lnTo>
                    <a:pt x="1797" y="908"/>
                  </a:lnTo>
                  <a:lnTo>
                    <a:pt x="1777" y="727"/>
                  </a:lnTo>
                  <a:lnTo>
                    <a:pt x="1736" y="545"/>
                  </a:lnTo>
                  <a:lnTo>
                    <a:pt x="1655" y="404"/>
                  </a:lnTo>
                  <a:lnTo>
                    <a:pt x="1534" y="263"/>
                  </a:lnTo>
                  <a:lnTo>
                    <a:pt x="1413" y="162"/>
                  </a:lnTo>
                  <a:lnTo>
                    <a:pt x="1252" y="61"/>
                  </a:lnTo>
                  <a:lnTo>
                    <a:pt x="1090" y="20"/>
                  </a:lnTo>
                  <a:lnTo>
                    <a:pt x="909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45" name="Google Shape;545;p7"/>
            <p:cNvSpPr/>
            <p:nvPr/>
          </p:nvSpPr>
          <p:spPr>
            <a:xfrm flipH="1">
              <a:off x="-1524506" y="-1842340"/>
              <a:ext cx="104994" cy="104994"/>
            </a:xfrm>
            <a:custGeom>
              <a:rect b="b" l="l" r="r" t="t"/>
              <a:pathLst>
                <a:path extrusionOk="0" h="1878" w="1878">
                  <a:moveTo>
                    <a:pt x="949" y="82"/>
                  </a:moveTo>
                  <a:lnTo>
                    <a:pt x="1110" y="102"/>
                  </a:lnTo>
                  <a:lnTo>
                    <a:pt x="1272" y="142"/>
                  </a:lnTo>
                  <a:lnTo>
                    <a:pt x="1413" y="223"/>
                  </a:lnTo>
                  <a:lnTo>
                    <a:pt x="1554" y="324"/>
                  </a:lnTo>
                  <a:lnTo>
                    <a:pt x="1655" y="465"/>
                  </a:lnTo>
                  <a:lnTo>
                    <a:pt x="1736" y="606"/>
                  </a:lnTo>
                  <a:lnTo>
                    <a:pt x="1776" y="768"/>
                  </a:lnTo>
                  <a:lnTo>
                    <a:pt x="1796" y="949"/>
                  </a:lnTo>
                  <a:lnTo>
                    <a:pt x="1776" y="1111"/>
                  </a:lnTo>
                  <a:lnTo>
                    <a:pt x="1736" y="1272"/>
                  </a:lnTo>
                  <a:lnTo>
                    <a:pt x="1655" y="1414"/>
                  </a:lnTo>
                  <a:lnTo>
                    <a:pt x="1554" y="1555"/>
                  </a:lnTo>
                  <a:lnTo>
                    <a:pt x="1413" y="1656"/>
                  </a:lnTo>
                  <a:lnTo>
                    <a:pt x="1272" y="1736"/>
                  </a:lnTo>
                  <a:lnTo>
                    <a:pt x="1110" y="1777"/>
                  </a:lnTo>
                  <a:lnTo>
                    <a:pt x="949" y="1797"/>
                  </a:lnTo>
                  <a:lnTo>
                    <a:pt x="767" y="1777"/>
                  </a:lnTo>
                  <a:lnTo>
                    <a:pt x="606" y="1736"/>
                  </a:lnTo>
                  <a:lnTo>
                    <a:pt x="464" y="1656"/>
                  </a:lnTo>
                  <a:lnTo>
                    <a:pt x="323" y="1555"/>
                  </a:lnTo>
                  <a:lnTo>
                    <a:pt x="222" y="1414"/>
                  </a:lnTo>
                  <a:lnTo>
                    <a:pt x="142" y="1272"/>
                  </a:lnTo>
                  <a:lnTo>
                    <a:pt x="101" y="1111"/>
                  </a:lnTo>
                  <a:lnTo>
                    <a:pt x="81" y="949"/>
                  </a:lnTo>
                  <a:lnTo>
                    <a:pt x="101" y="768"/>
                  </a:lnTo>
                  <a:lnTo>
                    <a:pt x="142" y="606"/>
                  </a:lnTo>
                  <a:lnTo>
                    <a:pt x="222" y="465"/>
                  </a:lnTo>
                  <a:lnTo>
                    <a:pt x="323" y="324"/>
                  </a:lnTo>
                  <a:lnTo>
                    <a:pt x="464" y="223"/>
                  </a:lnTo>
                  <a:lnTo>
                    <a:pt x="606" y="142"/>
                  </a:lnTo>
                  <a:lnTo>
                    <a:pt x="767" y="102"/>
                  </a:lnTo>
                  <a:lnTo>
                    <a:pt x="949" y="82"/>
                  </a:lnTo>
                  <a:close/>
                  <a:moveTo>
                    <a:pt x="949" y="1"/>
                  </a:moveTo>
                  <a:lnTo>
                    <a:pt x="747" y="21"/>
                  </a:lnTo>
                  <a:lnTo>
                    <a:pt x="565" y="82"/>
                  </a:lnTo>
                  <a:lnTo>
                    <a:pt x="424" y="162"/>
                  </a:lnTo>
                  <a:lnTo>
                    <a:pt x="283" y="283"/>
                  </a:lnTo>
                  <a:lnTo>
                    <a:pt x="162" y="405"/>
                  </a:lnTo>
                  <a:lnTo>
                    <a:pt x="81" y="566"/>
                  </a:lnTo>
                  <a:lnTo>
                    <a:pt x="21" y="748"/>
                  </a:lnTo>
                  <a:lnTo>
                    <a:pt x="0" y="949"/>
                  </a:lnTo>
                  <a:lnTo>
                    <a:pt x="21" y="1131"/>
                  </a:lnTo>
                  <a:lnTo>
                    <a:pt x="81" y="1313"/>
                  </a:lnTo>
                  <a:lnTo>
                    <a:pt x="162" y="1474"/>
                  </a:lnTo>
                  <a:lnTo>
                    <a:pt x="283" y="1595"/>
                  </a:lnTo>
                  <a:lnTo>
                    <a:pt x="424" y="1716"/>
                  </a:lnTo>
                  <a:lnTo>
                    <a:pt x="565" y="1797"/>
                  </a:lnTo>
                  <a:lnTo>
                    <a:pt x="747" y="1857"/>
                  </a:lnTo>
                  <a:lnTo>
                    <a:pt x="949" y="1878"/>
                  </a:lnTo>
                  <a:lnTo>
                    <a:pt x="1130" y="1857"/>
                  </a:lnTo>
                  <a:lnTo>
                    <a:pt x="1312" y="1797"/>
                  </a:lnTo>
                  <a:lnTo>
                    <a:pt x="1473" y="1716"/>
                  </a:lnTo>
                  <a:lnTo>
                    <a:pt x="1615" y="1595"/>
                  </a:lnTo>
                  <a:lnTo>
                    <a:pt x="1716" y="1474"/>
                  </a:lnTo>
                  <a:lnTo>
                    <a:pt x="1817" y="1313"/>
                  </a:lnTo>
                  <a:lnTo>
                    <a:pt x="1857" y="1131"/>
                  </a:lnTo>
                  <a:lnTo>
                    <a:pt x="1877" y="949"/>
                  </a:lnTo>
                  <a:lnTo>
                    <a:pt x="1857" y="748"/>
                  </a:lnTo>
                  <a:lnTo>
                    <a:pt x="1817" y="566"/>
                  </a:lnTo>
                  <a:lnTo>
                    <a:pt x="1716" y="405"/>
                  </a:lnTo>
                  <a:lnTo>
                    <a:pt x="1615" y="283"/>
                  </a:lnTo>
                  <a:lnTo>
                    <a:pt x="1473" y="162"/>
                  </a:lnTo>
                  <a:lnTo>
                    <a:pt x="1312" y="82"/>
                  </a:lnTo>
                  <a:lnTo>
                    <a:pt x="1130" y="21"/>
                  </a:lnTo>
                  <a:lnTo>
                    <a:pt x="949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46" name="Google Shape;546;p7"/>
            <p:cNvSpPr/>
            <p:nvPr/>
          </p:nvSpPr>
          <p:spPr>
            <a:xfrm flipH="1">
              <a:off x="-3230321" y="-2914121"/>
              <a:ext cx="101584" cy="101640"/>
            </a:xfrm>
            <a:custGeom>
              <a:rect b="b" l="l" r="r" t="t"/>
              <a:pathLst>
                <a:path extrusionOk="0" h="1818" w="1817">
                  <a:moveTo>
                    <a:pt x="908" y="1"/>
                  </a:moveTo>
                  <a:lnTo>
                    <a:pt x="727" y="21"/>
                  </a:lnTo>
                  <a:lnTo>
                    <a:pt x="565" y="82"/>
                  </a:lnTo>
                  <a:lnTo>
                    <a:pt x="404" y="162"/>
                  </a:lnTo>
                  <a:lnTo>
                    <a:pt x="262" y="263"/>
                  </a:lnTo>
                  <a:lnTo>
                    <a:pt x="162" y="404"/>
                  </a:lnTo>
                  <a:lnTo>
                    <a:pt x="81" y="566"/>
                  </a:lnTo>
                  <a:lnTo>
                    <a:pt x="20" y="727"/>
                  </a:lnTo>
                  <a:lnTo>
                    <a:pt x="0" y="909"/>
                  </a:lnTo>
                  <a:lnTo>
                    <a:pt x="20" y="1091"/>
                  </a:lnTo>
                  <a:lnTo>
                    <a:pt x="81" y="1252"/>
                  </a:lnTo>
                  <a:lnTo>
                    <a:pt x="162" y="1413"/>
                  </a:lnTo>
                  <a:lnTo>
                    <a:pt x="262" y="1555"/>
                  </a:lnTo>
                  <a:lnTo>
                    <a:pt x="404" y="1656"/>
                  </a:lnTo>
                  <a:lnTo>
                    <a:pt x="565" y="1736"/>
                  </a:lnTo>
                  <a:lnTo>
                    <a:pt x="727" y="1797"/>
                  </a:lnTo>
                  <a:lnTo>
                    <a:pt x="908" y="1817"/>
                  </a:lnTo>
                  <a:lnTo>
                    <a:pt x="1090" y="1797"/>
                  </a:lnTo>
                  <a:lnTo>
                    <a:pt x="1251" y="1736"/>
                  </a:lnTo>
                  <a:lnTo>
                    <a:pt x="1413" y="1656"/>
                  </a:lnTo>
                  <a:lnTo>
                    <a:pt x="1534" y="1555"/>
                  </a:lnTo>
                  <a:lnTo>
                    <a:pt x="1655" y="1413"/>
                  </a:lnTo>
                  <a:lnTo>
                    <a:pt x="1736" y="1252"/>
                  </a:lnTo>
                  <a:lnTo>
                    <a:pt x="1796" y="1091"/>
                  </a:lnTo>
                  <a:lnTo>
                    <a:pt x="1816" y="909"/>
                  </a:lnTo>
                  <a:lnTo>
                    <a:pt x="1796" y="727"/>
                  </a:lnTo>
                  <a:lnTo>
                    <a:pt x="1736" y="566"/>
                  </a:lnTo>
                  <a:lnTo>
                    <a:pt x="1655" y="404"/>
                  </a:lnTo>
                  <a:lnTo>
                    <a:pt x="1534" y="263"/>
                  </a:lnTo>
                  <a:lnTo>
                    <a:pt x="1413" y="162"/>
                  </a:lnTo>
                  <a:lnTo>
                    <a:pt x="1251" y="82"/>
                  </a:lnTo>
                  <a:lnTo>
                    <a:pt x="1090" y="21"/>
                  </a:lnTo>
                  <a:lnTo>
                    <a:pt x="908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47" name="Google Shape;547;p7"/>
            <p:cNvSpPr/>
            <p:nvPr/>
          </p:nvSpPr>
          <p:spPr>
            <a:xfrm flipH="1">
              <a:off x="-3232558" y="-2916358"/>
              <a:ext cx="106112" cy="106112"/>
            </a:xfrm>
            <a:custGeom>
              <a:rect b="b" l="l" r="r" t="t"/>
              <a:pathLst>
                <a:path extrusionOk="0" h="1898" w="1898">
                  <a:moveTo>
                    <a:pt x="949" y="81"/>
                  </a:moveTo>
                  <a:lnTo>
                    <a:pt x="1131" y="101"/>
                  </a:lnTo>
                  <a:lnTo>
                    <a:pt x="1292" y="162"/>
                  </a:lnTo>
                  <a:lnTo>
                    <a:pt x="1434" y="243"/>
                  </a:lnTo>
                  <a:lnTo>
                    <a:pt x="1555" y="344"/>
                  </a:lnTo>
                  <a:lnTo>
                    <a:pt x="1655" y="465"/>
                  </a:lnTo>
                  <a:lnTo>
                    <a:pt x="1736" y="606"/>
                  </a:lnTo>
                  <a:lnTo>
                    <a:pt x="1797" y="767"/>
                  </a:lnTo>
                  <a:lnTo>
                    <a:pt x="1817" y="949"/>
                  </a:lnTo>
                  <a:lnTo>
                    <a:pt x="1797" y="1131"/>
                  </a:lnTo>
                  <a:lnTo>
                    <a:pt x="1736" y="1292"/>
                  </a:lnTo>
                  <a:lnTo>
                    <a:pt x="1655" y="1433"/>
                  </a:lnTo>
                  <a:lnTo>
                    <a:pt x="1555" y="1554"/>
                  </a:lnTo>
                  <a:lnTo>
                    <a:pt x="1434" y="1655"/>
                  </a:lnTo>
                  <a:lnTo>
                    <a:pt x="1292" y="1736"/>
                  </a:lnTo>
                  <a:lnTo>
                    <a:pt x="1131" y="1797"/>
                  </a:lnTo>
                  <a:lnTo>
                    <a:pt x="949" y="1817"/>
                  </a:lnTo>
                  <a:lnTo>
                    <a:pt x="768" y="1797"/>
                  </a:lnTo>
                  <a:lnTo>
                    <a:pt x="606" y="1736"/>
                  </a:lnTo>
                  <a:lnTo>
                    <a:pt x="465" y="1655"/>
                  </a:lnTo>
                  <a:lnTo>
                    <a:pt x="344" y="1554"/>
                  </a:lnTo>
                  <a:lnTo>
                    <a:pt x="243" y="1433"/>
                  </a:lnTo>
                  <a:lnTo>
                    <a:pt x="162" y="1292"/>
                  </a:lnTo>
                  <a:lnTo>
                    <a:pt x="102" y="1131"/>
                  </a:lnTo>
                  <a:lnTo>
                    <a:pt x="81" y="949"/>
                  </a:lnTo>
                  <a:lnTo>
                    <a:pt x="102" y="767"/>
                  </a:lnTo>
                  <a:lnTo>
                    <a:pt x="162" y="606"/>
                  </a:lnTo>
                  <a:lnTo>
                    <a:pt x="243" y="465"/>
                  </a:lnTo>
                  <a:lnTo>
                    <a:pt x="344" y="344"/>
                  </a:lnTo>
                  <a:lnTo>
                    <a:pt x="465" y="243"/>
                  </a:lnTo>
                  <a:lnTo>
                    <a:pt x="606" y="162"/>
                  </a:lnTo>
                  <a:lnTo>
                    <a:pt x="768" y="101"/>
                  </a:lnTo>
                  <a:lnTo>
                    <a:pt x="949" y="81"/>
                  </a:lnTo>
                  <a:close/>
                  <a:moveTo>
                    <a:pt x="949" y="0"/>
                  </a:moveTo>
                  <a:lnTo>
                    <a:pt x="768" y="21"/>
                  </a:lnTo>
                  <a:lnTo>
                    <a:pt x="586" y="81"/>
                  </a:lnTo>
                  <a:lnTo>
                    <a:pt x="425" y="162"/>
                  </a:lnTo>
                  <a:lnTo>
                    <a:pt x="283" y="283"/>
                  </a:lnTo>
                  <a:lnTo>
                    <a:pt x="162" y="424"/>
                  </a:lnTo>
                  <a:lnTo>
                    <a:pt x="81" y="586"/>
                  </a:lnTo>
                  <a:lnTo>
                    <a:pt x="21" y="767"/>
                  </a:lnTo>
                  <a:lnTo>
                    <a:pt x="1" y="949"/>
                  </a:lnTo>
                  <a:lnTo>
                    <a:pt x="21" y="1131"/>
                  </a:lnTo>
                  <a:lnTo>
                    <a:pt x="81" y="1312"/>
                  </a:lnTo>
                  <a:lnTo>
                    <a:pt x="162" y="1474"/>
                  </a:lnTo>
                  <a:lnTo>
                    <a:pt x="283" y="1615"/>
                  </a:lnTo>
                  <a:lnTo>
                    <a:pt x="425" y="1736"/>
                  </a:lnTo>
                  <a:lnTo>
                    <a:pt x="586" y="1817"/>
                  </a:lnTo>
                  <a:lnTo>
                    <a:pt x="768" y="1877"/>
                  </a:lnTo>
                  <a:lnTo>
                    <a:pt x="949" y="1897"/>
                  </a:lnTo>
                  <a:lnTo>
                    <a:pt x="1131" y="1877"/>
                  </a:lnTo>
                  <a:lnTo>
                    <a:pt x="1312" y="1817"/>
                  </a:lnTo>
                  <a:lnTo>
                    <a:pt x="1474" y="1736"/>
                  </a:lnTo>
                  <a:lnTo>
                    <a:pt x="1615" y="1615"/>
                  </a:lnTo>
                  <a:lnTo>
                    <a:pt x="1736" y="1474"/>
                  </a:lnTo>
                  <a:lnTo>
                    <a:pt x="1817" y="1312"/>
                  </a:lnTo>
                  <a:lnTo>
                    <a:pt x="1877" y="1131"/>
                  </a:lnTo>
                  <a:lnTo>
                    <a:pt x="1898" y="949"/>
                  </a:lnTo>
                  <a:lnTo>
                    <a:pt x="1877" y="767"/>
                  </a:lnTo>
                  <a:lnTo>
                    <a:pt x="1817" y="586"/>
                  </a:lnTo>
                  <a:lnTo>
                    <a:pt x="1736" y="424"/>
                  </a:lnTo>
                  <a:lnTo>
                    <a:pt x="1615" y="283"/>
                  </a:lnTo>
                  <a:lnTo>
                    <a:pt x="1474" y="162"/>
                  </a:lnTo>
                  <a:lnTo>
                    <a:pt x="1312" y="81"/>
                  </a:lnTo>
                  <a:lnTo>
                    <a:pt x="1131" y="21"/>
                  </a:lnTo>
                  <a:lnTo>
                    <a:pt x="949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48" name="Google Shape;548;p7"/>
            <p:cNvSpPr/>
            <p:nvPr/>
          </p:nvSpPr>
          <p:spPr>
            <a:xfrm flipH="1">
              <a:off x="-1102524" y="-4869280"/>
              <a:ext cx="101584" cy="100466"/>
            </a:xfrm>
            <a:custGeom>
              <a:rect b="b" l="l" r="r" t="t"/>
              <a:pathLst>
                <a:path extrusionOk="0" h="1797" w="1817">
                  <a:moveTo>
                    <a:pt x="909" y="1"/>
                  </a:moveTo>
                  <a:lnTo>
                    <a:pt x="727" y="21"/>
                  </a:lnTo>
                  <a:lnTo>
                    <a:pt x="566" y="61"/>
                  </a:lnTo>
                  <a:lnTo>
                    <a:pt x="404" y="142"/>
                  </a:lnTo>
                  <a:lnTo>
                    <a:pt x="283" y="263"/>
                  </a:lnTo>
                  <a:lnTo>
                    <a:pt x="162" y="384"/>
                  </a:lnTo>
                  <a:lnTo>
                    <a:pt x="81" y="546"/>
                  </a:lnTo>
                  <a:lnTo>
                    <a:pt x="21" y="707"/>
                  </a:lnTo>
                  <a:lnTo>
                    <a:pt x="1" y="889"/>
                  </a:lnTo>
                  <a:lnTo>
                    <a:pt x="21" y="1070"/>
                  </a:lnTo>
                  <a:lnTo>
                    <a:pt x="81" y="1252"/>
                  </a:lnTo>
                  <a:lnTo>
                    <a:pt x="162" y="1393"/>
                  </a:lnTo>
                  <a:lnTo>
                    <a:pt x="283" y="1534"/>
                  </a:lnTo>
                  <a:lnTo>
                    <a:pt x="404" y="1635"/>
                  </a:lnTo>
                  <a:lnTo>
                    <a:pt x="566" y="1716"/>
                  </a:lnTo>
                  <a:lnTo>
                    <a:pt x="727" y="1777"/>
                  </a:lnTo>
                  <a:lnTo>
                    <a:pt x="909" y="1797"/>
                  </a:lnTo>
                  <a:lnTo>
                    <a:pt x="1090" y="1777"/>
                  </a:lnTo>
                  <a:lnTo>
                    <a:pt x="1272" y="1716"/>
                  </a:lnTo>
                  <a:lnTo>
                    <a:pt x="1413" y="1635"/>
                  </a:lnTo>
                  <a:lnTo>
                    <a:pt x="1554" y="1534"/>
                  </a:lnTo>
                  <a:lnTo>
                    <a:pt x="1655" y="1393"/>
                  </a:lnTo>
                  <a:lnTo>
                    <a:pt x="1736" y="1252"/>
                  </a:lnTo>
                  <a:lnTo>
                    <a:pt x="1797" y="1070"/>
                  </a:lnTo>
                  <a:lnTo>
                    <a:pt x="1817" y="889"/>
                  </a:lnTo>
                  <a:lnTo>
                    <a:pt x="1797" y="707"/>
                  </a:lnTo>
                  <a:lnTo>
                    <a:pt x="1736" y="546"/>
                  </a:lnTo>
                  <a:lnTo>
                    <a:pt x="1655" y="384"/>
                  </a:lnTo>
                  <a:lnTo>
                    <a:pt x="1554" y="263"/>
                  </a:lnTo>
                  <a:lnTo>
                    <a:pt x="1413" y="142"/>
                  </a:lnTo>
                  <a:lnTo>
                    <a:pt x="1272" y="61"/>
                  </a:lnTo>
                  <a:lnTo>
                    <a:pt x="1090" y="21"/>
                  </a:lnTo>
                  <a:lnTo>
                    <a:pt x="909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49" name="Google Shape;549;p7"/>
            <p:cNvSpPr/>
            <p:nvPr/>
          </p:nvSpPr>
          <p:spPr>
            <a:xfrm flipH="1">
              <a:off x="-1104816" y="-4871516"/>
              <a:ext cx="106112" cy="104994"/>
            </a:xfrm>
            <a:custGeom>
              <a:rect b="b" l="l" r="r" t="t"/>
              <a:pathLst>
                <a:path extrusionOk="0" h="1878" w="1898">
                  <a:moveTo>
                    <a:pt x="949" y="81"/>
                  </a:moveTo>
                  <a:lnTo>
                    <a:pt x="1130" y="101"/>
                  </a:lnTo>
                  <a:lnTo>
                    <a:pt x="1292" y="142"/>
                  </a:lnTo>
                  <a:lnTo>
                    <a:pt x="1433" y="222"/>
                  </a:lnTo>
                  <a:lnTo>
                    <a:pt x="1554" y="323"/>
                  </a:lnTo>
                  <a:lnTo>
                    <a:pt x="1655" y="444"/>
                  </a:lnTo>
                  <a:lnTo>
                    <a:pt x="1736" y="606"/>
                  </a:lnTo>
                  <a:lnTo>
                    <a:pt x="1796" y="767"/>
                  </a:lnTo>
                  <a:lnTo>
                    <a:pt x="1816" y="929"/>
                  </a:lnTo>
                  <a:lnTo>
                    <a:pt x="1796" y="1110"/>
                  </a:lnTo>
                  <a:lnTo>
                    <a:pt x="1736" y="1272"/>
                  </a:lnTo>
                  <a:lnTo>
                    <a:pt x="1655" y="1413"/>
                  </a:lnTo>
                  <a:lnTo>
                    <a:pt x="1554" y="1534"/>
                  </a:lnTo>
                  <a:lnTo>
                    <a:pt x="1433" y="1655"/>
                  </a:lnTo>
                  <a:lnTo>
                    <a:pt x="1292" y="1736"/>
                  </a:lnTo>
                  <a:lnTo>
                    <a:pt x="1130" y="1776"/>
                  </a:lnTo>
                  <a:lnTo>
                    <a:pt x="949" y="1796"/>
                  </a:lnTo>
                  <a:lnTo>
                    <a:pt x="787" y="1776"/>
                  </a:lnTo>
                  <a:lnTo>
                    <a:pt x="626" y="1736"/>
                  </a:lnTo>
                  <a:lnTo>
                    <a:pt x="464" y="1655"/>
                  </a:lnTo>
                  <a:lnTo>
                    <a:pt x="343" y="1534"/>
                  </a:lnTo>
                  <a:lnTo>
                    <a:pt x="242" y="1413"/>
                  </a:lnTo>
                  <a:lnTo>
                    <a:pt x="162" y="1272"/>
                  </a:lnTo>
                  <a:lnTo>
                    <a:pt x="101" y="1110"/>
                  </a:lnTo>
                  <a:lnTo>
                    <a:pt x="81" y="929"/>
                  </a:lnTo>
                  <a:lnTo>
                    <a:pt x="101" y="767"/>
                  </a:lnTo>
                  <a:lnTo>
                    <a:pt x="162" y="606"/>
                  </a:lnTo>
                  <a:lnTo>
                    <a:pt x="242" y="444"/>
                  </a:lnTo>
                  <a:lnTo>
                    <a:pt x="343" y="323"/>
                  </a:lnTo>
                  <a:lnTo>
                    <a:pt x="464" y="222"/>
                  </a:lnTo>
                  <a:lnTo>
                    <a:pt x="626" y="142"/>
                  </a:lnTo>
                  <a:lnTo>
                    <a:pt x="787" y="101"/>
                  </a:lnTo>
                  <a:lnTo>
                    <a:pt x="949" y="81"/>
                  </a:lnTo>
                  <a:close/>
                  <a:moveTo>
                    <a:pt x="949" y="0"/>
                  </a:moveTo>
                  <a:lnTo>
                    <a:pt x="767" y="21"/>
                  </a:lnTo>
                  <a:lnTo>
                    <a:pt x="585" y="61"/>
                  </a:lnTo>
                  <a:lnTo>
                    <a:pt x="424" y="162"/>
                  </a:lnTo>
                  <a:lnTo>
                    <a:pt x="283" y="263"/>
                  </a:lnTo>
                  <a:lnTo>
                    <a:pt x="162" y="404"/>
                  </a:lnTo>
                  <a:lnTo>
                    <a:pt x="81" y="565"/>
                  </a:lnTo>
                  <a:lnTo>
                    <a:pt x="20" y="747"/>
                  </a:lnTo>
                  <a:lnTo>
                    <a:pt x="0" y="929"/>
                  </a:lnTo>
                  <a:lnTo>
                    <a:pt x="20" y="1130"/>
                  </a:lnTo>
                  <a:lnTo>
                    <a:pt x="81" y="1292"/>
                  </a:lnTo>
                  <a:lnTo>
                    <a:pt x="162" y="1453"/>
                  </a:lnTo>
                  <a:lnTo>
                    <a:pt x="283" y="1595"/>
                  </a:lnTo>
                  <a:lnTo>
                    <a:pt x="424" y="1716"/>
                  </a:lnTo>
                  <a:lnTo>
                    <a:pt x="585" y="1796"/>
                  </a:lnTo>
                  <a:lnTo>
                    <a:pt x="767" y="1857"/>
                  </a:lnTo>
                  <a:lnTo>
                    <a:pt x="949" y="1877"/>
                  </a:lnTo>
                  <a:lnTo>
                    <a:pt x="1150" y="1857"/>
                  </a:lnTo>
                  <a:lnTo>
                    <a:pt x="1312" y="1796"/>
                  </a:lnTo>
                  <a:lnTo>
                    <a:pt x="1473" y="1716"/>
                  </a:lnTo>
                  <a:lnTo>
                    <a:pt x="1615" y="1595"/>
                  </a:lnTo>
                  <a:lnTo>
                    <a:pt x="1736" y="1453"/>
                  </a:lnTo>
                  <a:lnTo>
                    <a:pt x="1816" y="1292"/>
                  </a:lnTo>
                  <a:lnTo>
                    <a:pt x="1877" y="1130"/>
                  </a:lnTo>
                  <a:lnTo>
                    <a:pt x="1897" y="929"/>
                  </a:lnTo>
                  <a:lnTo>
                    <a:pt x="1877" y="747"/>
                  </a:lnTo>
                  <a:lnTo>
                    <a:pt x="1816" y="565"/>
                  </a:lnTo>
                  <a:lnTo>
                    <a:pt x="1736" y="404"/>
                  </a:lnTo>
                  <a:lnTo>
                    <a:pt x="1615" y="263"/>
                  </a:lnTo>
                  <a:lnTo>
                    <a:pt x="1473" y="162"/>
                  </a:lnTo>
                  <a:lnTo>
                    <a:pt x="1312" y="61"/>
                  </a:lnTo>
                  <a:lnTo>
                    <a:pt x="1150" y="21"/>
                  </a:lnTo>
                  <a:lnTo>
                    <a:pt x="949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50" name="Google Shape;550;p7"/>
            <p:cNvSpPr/>
            <p:nvPr/>
          </p:nvSpPr>
          <p:spPr>
            <a:xfrm flipH="1">
              <a:off x="915810" y="-2826125"/>
              <a:ext cx="4584" cy="51994"/>
            </a:xfrm>
            <a:custGeom>
              <a:rect b="b" l="l" r="r" t="t"/>
              <a:pathLst>
                <a:path extrusionOk="0" h="930" w="82">
                  <a:moveTo>
                    <a:pt x="1" y="1"/>
                  </a:moveTo>
                  <a:lnTo>
                    <a:pt x="1" y="929"/>
                  </a:lnTo>
                  <a:lnTo>
                    <a:pt x="82" y="929"/>
                  </a:lnTo>
                  <a:lnTo>
                    <a:pt x="82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51" name="Google Shape;551;p7"/>
            <p:cNvSpPr/>
            <p:nvPr/>
          </p:nvSpPr>
          <p:spPr>
            <a:xfrm flipH="1">
              <a:off x="892105" y="-2802420"/>
              <a:ext cx="51938" cy="4584"/>
            </a:xfrm>
            <a:custGeom>
              <a:rect b="b" l="l" r="r" t="t"/>
              <a:pathLst>
                <a:path extrusionOk="0" h="82" w="929">
                  <a:moveTo>
                    <a:pt x="0" y="1"/>
                  </a:moveTo>
                  <a:lnTo>
                    <a:pt x="0" y="81"/>
                  </a:lnTo>
                  <a:lnTo>
                    <a:pt x="928" y="81"/>
                  </a:lnTo>
                  <a:lnTo>
                    <a:pt x="928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52" name="Google Shape;552;p7"/>
            <p:cNvSpPr/>
            <p:nvPr/>
          </p:nvSpPr>
          <p:spPr>
            <a:xfrm flipH="1">
              <a:off x="161018" y="-3857262"/>
              <a:ext cx="4584" cy="55348"/>
            </a:xfrm>
            <a:custGeom>
              <a:rect b="b" l="l" r="r" t="t"/>
              <a:pathLst>
                <a:path extrusionOk="0" h="990" w="82">
                  <a:moveTo>
                    <a:pt x="0" y="0"/>
                  </a:moveTo>
                  <a:lnTo>
                    <a:pt x="0" y="989"/>
                  </a:lnTo>
                  <a:lnTo>
                    <a:pt x="81" y="989"/>
                  </a:lnTo>
                  <a:lnTo>
                    <a:pt x="81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53" name="Google Shape;553;p7"/>
            <p:cNvSpPr/>
            <p:nvPr/>
          </p:nvSpPr>
          <p:spPr>
            <a:xfrm flipH="1">
              <a:off x="136195" y="-3832440"/>
              <a:ext cx="55348" cy="4529"/>
            </a:xfrm>
            <a:custGeom>
              <a:rect b="b" l="l" r="r" t="t"/>
              <a:pathLst>
                <a:path extrusionOk="0" h="81" w="990">
                  <a:moveTo>
                    <a:pt x="0" y="0"/>
                  </a:moveTo>
                  <a:lnTo>
                    <a:pt x="0" y="81"/>
                  </a:lnTo>
                  <a:lnTo>
                    <a:pt x="989" y="81"/>
                  </a:lnTo>
                  <a:lnTo>
                    <a:pt x="989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54" name="Google Shape;554;p7"/>
            <p:cNvSpPr/>
            <p:nvPr/>
          </p:nvSpPr>
          <p:spPr>
            <a:xfrm flipH="1">
              <a:off x="-2522936" y="-2096155"/>
              <a:ext cx="4584" cy="55348"/>
            </a:xfrm>
            <a:custGeom>
              <a:rect b="b" l="l" r="r" t="t"/>
              <a:pathLst>
                <a:path extrusionOk="0" h="990" w="82">
                  <a:moveTo>
                    <a:pt x="1" y="0"/>
                  </a:moveTo>
                  <a:lnTo>
                    <a:pt x="1" y="989"/>
                  </a:lnTo>
                  <a:lnTo>
                    <a:pt x="81" y="989"/>
                  </a:lnTo>
                  <a:lnTo>
                    <a:pt x="81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55" name="Google Shape;555;p7"/>
            <p:cNvSpPr/>
            <p:nvPr/>
          </p:nvSpPr>
          <p:spPr>
            <a:xfrm flipH="1">
              <a:off x="-2548878" y="-2071332"/>
              <a:ext cx="55348" cy="4584"/>
            </a:xfrm>
            <a:custGeom>
              <a:rect b="b" l="l" r="r" t="t"/>
              <a:pathLst>
                <a:path extrusionOk="0" h="82" w="990">
                  <a:moveTo>
                    <a:pt x="1" y="0"/>
                  </a:moveTo>
                  <a:lnTo>
                    <a:pt x="1" y="81"/>
                  </a:lnTo>
                  <a:lnTo>
                    <a:pt x="990" y="81"/>
                  </a:lnTo>
                  <a:lnTo>
                    <a:pt x="990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556" name="Google Shape;556;p7"/>
          <p:cNvGrpSpPr/>
          <p:nvPr/>
        </p:nvGrpSpPr>
        <p:grpSpPr>
          <a:xfrm>
            <a:off x="7135796" y="3599491"/>
            <a:ext cx="1209708" cy="1147945"/>
            <a:chOff x="5235125" y="2636100"/>
            <a:chExt cx="796175" cy="755525"/>
          </a:xfrm>
        </p:grpSpPr>
        <p:sp>
          <p:nvSpPr>
            <p:cNvPr id="557" name="Google Shape;557;p7"/>
            <p:cNvSpPr/>
            <p:nvPr/>
          </p:nvSpPr>
          <p:spPr>
            <a:xfrm>
              <a:off x="5779275" y="2943825"/>
              <a:ext cx="35175" cy="33150"/>
            </a:xfrm>
            <a:custGeom>
              <a:rect b="b" l="l" r="r" t="t"/>
              <a:pathLst>
                <a:path extrusionOk="0" h="1326" w="1407">
                  <a:moveTo>
                    <a:pt x="724" y="1"/>
                  </a:moveTo>
                  <a:lnTo>
                    <a:pt x="1" y="683"/>
                  </a:lnTo>
                  <a:lnTo>
                    <a:pt x="21" y="724"/>
                  </a:lnTo>
                  <a:lnTo>
                    <a:pt x="61" y="744"/>
                  </a:lnTo>
                  <a:lnTo>
                    <a:pt x="181" y="784"/>
                  </a:lnTo>
                  <a:lnTo>
                    <a:pt x="322" y="824"/>
                  </a:lnTo>
                  <a:lnTo>
                    <a:pt x="382" y="864"/>
                  </a:lnTo>
                  <a:lnTo>
                    <a:pt x="422" y="884"/>
                  </a:lnTo>
                  <a:lnTo>
                    <a:pt x="503" y="1005"/>
                  </a:lnTo>
                  <a:lnTo>
                    <a:pt x="583" y="1105"/>
                  </a:lnTo>
                  <a:lnTo>
                    <a:pt x="704" y="1326"/>
                  </a:lnTo>
                  <a:lnTo>
                    <a:pt x="1406" y="623"/>
                  </a:lnTo>
                  <a:lnTo>
                    <a:pt x="724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58" name="Google Shape;558;p7"/>
            <p:cNvSpPr/>
            <p:nvPr/>
          </p:nvSpPr>
          <p:spPr>
            <a:xfrm>
              <a:off x="5885700" y="3044725"/>
              <a:ext cx="37175" cy="34675"/>
            </a:xfrm>
            <a:custGeom>
              <a:rect b="b" l="l" r="r" t="t"/>
              <a:pathLst>
                <a:path extrusionOk="0" h="1387" w="1487">
                  <a:moveTo>
                    <a:pt x="764" y="1"/>
                  </a:moveTo>
                  <a:lnTo>
                    <a:pt x="663" y="222"/>
                  </a:lnTo>
                  <a:lnTo>
                    <a:pt x="603" y="322"/>
                  </a:lnTo>
                  <a:lnTo>
                    <a:pt x="543" y="402"/>
                  </a:lnTo>
                  <a:lnTo>
                    <a:pt x="422" y="483"/>
                  </a:lnTo>
                  <a:lnTo>
                    <a:pt x="302" y="543"/>
                  </a:lnTo>
                  <a:lnTo>
                    <a:pt x="1" y="703"/>
                  </a:lnTo>
                  <a:lnTo>
                    <a:pt x="262" y="824"/>
                  </a:lnTo>
                  <a:lnTo>
                    <a:pt x="483" y="985"/>
                  </a:lnTo>
                  <a:lnTo>
                    <a:pt x="583" y="1065"/>
                  </a:lnTo>
                  <a:lnTo>
                    <a:pt x="643" y="1165"/>
                  </a:lnTo>
                  <a:lnTo>
                    <a:pt x="723" y="1266"/>
                  </a:lnTo>
                  <a:lnTo>
                    <a:pt x="764" y="1386"/>
                  </a:lnTo>
                  <a:lnTo>
                    <a:pt x="1486" y="703"/>
                  </a:lnTo>
                  <a:lnTo>
                    <a:pt x="764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59" name="Google Shape;559;p7"/>
            <p:cNvSpPr/>
            <p:nvPr/>
          </p:nvSpPr>
          <p:spPr>
            <a:xfrm>
              <a:off x="5562925" y="2636100"/>
              <a:ext cx="35675" cy="33175"/>
            </a:xfrm>
            <a:custGeom>
              <a:rect b="b" l="l" r="r" t="t"/>
              <a:pathLst>
                <a:path extrusionOk="0" h="1327" w="1427">
                  <a:moveTo>
                    <a:pt x="723" y="1"/>
                  </a:moveTo>
                  <a:lnTo>
                    <a:pt x="1" y="684"/>
                  </a:lnTo>
                  <a:lnTo>
                    <a:pt x="221" y="784"/>
                  </a:lnTo>
                  <a:lnTo>
                    <a:pt x="322" y="824"/>
                  </a:lnTo>
                  <a:lnTo>
                    <a:pt x="422" y="884"/>
                  </a:lnTo>
                  <a:lnTo>
                    <a:pt x="502" y="1005"/>
                  </a:lnTo>
                  <a:lnTo>
                    <a:pt x="583" y="1105"/>
                  </a:lnTo>
                  <a:lnTo>
                    <a:pt x="723" y="1326"/>
                  </a:lnTo>
                  <a:lnTo>
                    <a:pt x="1426" y="643"/>
                  </a:lnTo>
                  <a:lnTo>
                    <a:pt x="723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60" name="Google Shape;560;p7"/>
            <p:cNvSpPr/>
            <p:nvPr/>
          </p:nvSpPr>
          <p:spPr>
            <a:xfrm>
              <a:off x="5672850" y="2636100"/>
              <a:ext cx="33175" cy="32175"/>
            </a:xfrm>
            <a:custGeom>
              <a:rect b="b" l="l" r="r" t="t"/>
              <a:pathLst>
                <a:path extrusionOk="0" h="1287" w="1327">
                  <a:moveTo>
                    <a:pt x="664" y="1"/>
                  </a:moveTo>
                  <a:lnTo>
                    <a:pt x="1" y="664"/>
                  </a:lnTo>
                  <a:lnTo>
                    <a:pt x="664" y="1286"/>
                  </a:lnTo>
                  <a:lnTo>
                    <a:pt x="1326" y="623"/>
                  </a:lnTo>
                  <a:lnTo>
                    <a:pt x="664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61" name="Google Shape;561;p7"/>
            <p:cNvSpPr/>
            <p:nvPr/>
          </p:nvSpPr>
          <p:spPr>
            <a:xfrm>
              <a:off x="5886700" y="3351450"/>
              <a:ext cx="37675" cy="36675"/>
            </a:xfrm>
            <a:custGeom>
              <a:rect b="b" l="l" r="r" t="t"/>
              <a:pathLst>
                <a:path extrusionOk="0" h="1467" w="1507">
                  <a:moveTo>
                    <a:pt x="683" y="0"/>
                  </a:moveTo>
                  <a:lnTo>
                    <a:pt x="663" y="161"/>
                  </a:lnTo>
                  <a:lnTo>
                    <a:pt x="603" y="281"/>
                  </a:lnTo>
                  <a:lnTo>
                    <a:pt x="523" y="362"/>
                  </a:lnTo>
                  <a:lnTo>
                    <a:pt x="422" y="442"/>
                  </a:lnTo>
                  <a:lnTo>
                    <a:pt x="202" y="583"/>
                  </a:lnTo>
                  <a:lnTo>
                    <a:pt x="81" y="663"/>
                  </a:lnTo>
                  <a:lnTo>
                    <a:pt x="1" y="743"/>
                  </a:lnTo>
                  <a:lnTo>
                    <a:pt x="222" y="884"/>
                  </a:lnTo>
                  <a:lnTo>
                    <a:pt x="443" y="1004"/>
                  </a:lnTo>
                  <a:lnTo>
                    <a:pt x="523" y="1105"/>
                  </a:lnTo>
                  <a:lnTo>
                    <a:pt x="603" y="1205"/>
                  </a:lnTo>
                  <a:lnTo>
                    <a:pt x="663" y="1326"/>
                  </a:lnTo>
                  <a:lnTo>
                    <a:pt x="683" y="1466"/>
                  </a:lnTo>
                  <a:lnTo>
                    <a:pt x="764" y="1446"/>
                  </a:lnTo>
                  <a:lnTo>
                    <a:pt x="824" y="1406"/>
                  </a:lnTo>
                  <a:lnTo>
                    <a:pt x="864" y="1346"/>
                  </a:lnTo>
                  <a:lnTo>
                    <a:pt x="904" y="1285"/>
                  </a:lnTo>
                  <a:lnTo>
                    <a:pt x="965" y="1145"/>
                  </a:lnTo>
                  <a:lnTo>
                    <a:pt x="985" y="1085"/>
                  </a:lnTo>
                  <a:lnTo>
                    <a:pt x="1025" y="1044"/>
                  </a:lnTo>
                  <a:lnTo>
                    <a:pt x="1145" y="964"/>
                  </a:lnTo>
                  <a:lnTo>
                    <a:pt x="1266" y="884"/>
                  </a:lnTo>
                  <a:lnTo>
                    <a:pt x="1507" y="743"/>
                  </a:lnTo>
                  <a:lnTo>
                    <a:pt x="68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62" name="Google Shape;562;p7"/>
            <p:cNvSpPr/>
            <p:nvPr/>
          </p:nvSpPr>
          <p:spPr>
            <a:xfrm>
              <a:off x="5563925" y="2738525"/>
              <a:ext cx="35675" cy="34150"/>
            </a:xfrm>
            <a:custGeom>
              <a:rect b="b" l="l" r="r" t="t"/>
              <a:pathLst>
                <a:path extrusionOk="0" h="1366" w="1427">
                  <a:moveTo>
                    <a:pt x="703" y="0"/>
                  </a:moveTo>
                  <a:lnTo>
                    <a:pt x="1" y="643"/>
                  </a:lnTo>
                  <a:lnTo>
                    <a:pt x="744" y="1366"/>
                  </a:lnTo>
                  <a:lnTo>
                    <a:pt x="784" y="1225"/>
                  </a:lnTo>
                  <a:lnTo>
                    <a:pt x="844" y="1125"/>
                  </a:lnTo>
                  <a:lnTo>
                    <a:pt x="924" y="1024"/>
                  </a:lnTo>
                  <a:lnTo>
                    <a:pt x="1005" y="944"/>
                  </a:lnTo>
                  <a:lnTo>
                    <a:pt x="1105" y="864"/>
                  </a:lnTo>
                  <a:lnTo>
                    <a:pt x="1205" y="803"/>
                  </a:lnTo>
                  <a:lnTo>
                    <a:pt x="1426" y="683"/>
                  </a:lnTo>
                  <a:lnTo>
                    <a:pt x="1346" y="582"/>
                  </a:lnTo>
                  <a:lnTo>
                    <a:pt x="1266" y="522"/>
                  </a:lnTo>
                  <a:lnTo>
                    <a:pt x="1045" y="402"/>
                  </a:lnTo>
                  <a:lnTo>
                    <a:pt x="964" y="342"/>
                  </a:lnTo>
                  <a:lnTo>
                    <a:pt x="884" y="281"/>
                  </a:lnTo>
                  <a:lnTo>
                    <a:pt x="824" y="181"/>
                  </a:lnTo>
                  <a:lnTo>
                    <a:pt x="804" y="40"/>
                  </a:lnTo>
                  <a:lnTo>
                    <a:pt x="784" y="20"/>
                  </a:lnTo>
                  <a:lnTo>
                    <a:pt x="744" y="20"/>
                  </a:lnTo>
                  <a:lnTo>
                    <a:pt x="70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63" name="Google Shape;563;p7"/>
            <p:cNvSpPr/>
            <p:nvPr/>
          </p:nvSpPr>
          <p:spPr>
            <a:xfrm>
              <a:off x="5671350" y="2738025"/>
              <a:ext cx="35675" cy="35650"/>
            </a:xfrm>
            <a:custGeom>
              <a:rect b="b" l="l" r="r" t="t"/>
              <a:pathLst>
                <a:path extrusionOk="0" h="1426" w="1427">
                  <a:moveTo>
                    <a:pt x="724" y="0"/>
                  </a:moveTo>
                  <a:lnTo>
                    <a:pt x="1" y="703"/>
                  </a:lnTo>
                  <a:lnTo>
                    <a:pt x="121" y="743"/>
                  </a:lnTo>
                  <a:lnTo>
                    <a:pt x="242" y="823"/>
                  </a:lnTo>
                  <a:lnTo>
                    <a:pt x="342" y="884"/>
                  </a:lnTo>
                  <a:lnTo>
                    <a:pt x="422" y="984"/>
                  </a:lnTo>
                  <a:lnTo>
                    <a:pt x="603" y="1185"/>
                  </a:lnTo>
                  <a:lnTo>
                    <a:pt x="744" y="1426"/>
                  </a:lnTo>
                  <a:lnTo>
                    <a:pt x="844" y="1165"/>
                  </a:lnTo>
                  <a:lnTo>
                    <a:pt x="904" y="1064"/>
                  </a:lnTo>
                  <a:lnTo>
                    <a:pt x="964" y="984"/>
                  </a:lnTo>
                  <a:lnTo>
                    <a:pt x="1065" y="904"/>
                  </a:lnTo>
                  <a:lnTo>
                    <a:pt x="1185" y="823"/>
                  </a:lnTo>
                  <a:lnTo>
                    <a:pt x="1426" y="683"/>
                  </a:lnTo>
                  <a:lnTo>
                    <a:pt x="724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64" name="Google Shape;564;p7"/>
            <p:cNvSpPr/>
            <p:nvPr/>
          </p:nvSpPr>
          <p:spPr>
            <a:xfrm>
              <a:off x="5780775" y="2738525"/>
              <a:ext cx="33675" cy="31150"/>
            </a:xfrm>
            <a:custGeom>
              <a:rect b="b" l="l" r="r" t="t"/>
              <a:pathLst>
                <a:path extrusionOk="0" h="1246" w="1347">
                  <a:moveTo>
                    <a:pt x="664" y="0"/>
                  </a:moveTo>
                  <a:lnTo>
                    <a:pt x="1" y="663"/>
                  </a:lnTo>
                  <a:lnTo>
                    <a:pt x="664" y="1245"/>
                  </a:lnTo>
                  <a:lnTo>
                    <a:pt x="1346" y="663"/>
                  </a:lnTo>
                  <a:lnTo>
                    <a:pt x="664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65" name="Google Shape;565;p7"/>
            <p:cNvSpPr/>
            <p:nvPr/>
          </p:nvSpPr>
          <p:spPr>
            <a:xfrm>
              <a:off x="5777775" y="3352450"/>
              <a:ext cx="38175" cy="34150"/>
            </a:xfrm>
            <a:custGeom>
              <a:rect b="b" l="l" r="r" t="t"/>
              <a:pathLst>
                <a:path extrusionOk="0" h="1366" w="1527">
                  <a:moveTo>
                    <a:pt x="703" y="0"/>
                  </a:moveTo>
                  <a:lnTo>
                    <a:pt x="663" y="121"/>
                  </a:lnTo>
                  <a:lnTo>
                    <a:pt x="623" y="221"/>
                  </a:lnTo>
                  <a:lnTo>
                    <a:pt x="563" y="322"/>
                  </a:lnTo>
                  <a:lnTo>
                    <a:pt x="462" y="402"/>
                  </a:lnTo>
                  <a:lnTo>
                    <a:pt x="382" y="462"/>
                  </a:lnTo>
                  <a:lnTo>
                    <a:pt x="262" y="522"/>
                  </a:lnTo>
                  <a:lnTo>
                    <a:pt x="1" y="623"/>
                  </a:lnTo>
                  <a:lnTo>
                    <a:pt x="41" y="683"/>
                  </a:lnTo>
                  <a:lnTo>
                    <a:pt x="61" y="723"/>
                  </a:lnTo>
                  <a:lnTo>
                    <a:pt x="161" y="804"/>
                  </a:lnTo>
                  <a:lnTo>
                    <a:pt x="282" y="884"/>
                  </a:lnTo>
                  <a:lnTo>
                    <a:pt x="402" y="924"/>
                  </a:lnTo>
                  <a:lnTo>
                    <a:pt x="523" y="1004"/>
                  </a:lnTo>
                  <a:lnTo>
                    <a:pt x="623" y="1085"/>
                  </a:lnTo>
                  <a:lnTo>
                    <a:pt x="643" y="1125"/>
                  </a:lnTo>
                  <a:lnTo>
                    <a:pt x="683" y="1185"/>
                  </a:lnTo>
                  <a:lnTo>
                    <a:pt x="683" y="1265"/>
                  </a:lnTo>
                  <a:lnTo>
                    <a:pt x="683" y="1346"/>
                  </a:lnTo>
                  <a:lnTo>
                    <a:pt x="743" y="1366"/>
                  </a:lnTo>
                  <a:lnTo>
                    <a:pt x="784" y="1366"/>
                  </a:lnTo>
                  <a:lnTo>
                    <a:pt x="1527" y="663"/>
                  </a:lnTo>
                  <a:lnTo>
                    <a:pt x="1426" y="583"/>
                  </a:lnTo>
                  <a:lnTo>
                    <a:pt x="1326" y="543"/>
                  </a:lnTo>
                  <a:lnTo>
                    <a:pt x="1145" y="422"/>
                  </a:lnTo>
                  <a:lnTo>
                    <a:pt x="1045" y="362"/>
                  </a:lnTo>
                  <a:lnTo>
                    <a:pt x="984" y="261"/>
                  </a:lnTo>
                  <a:lnTo>
                    <a:pt x="924" y="161"/>
                  </a:lnTo>
                  <a:lnTo>
                    <a:pt x="904" y="41"/>
                  </a:lnTo>
                  <a:lnTo>
                    <a:pt x="864" y="21"/>
                  </a:lnTo>
                  <a:lnTo>
                    <a:pt x="824" y="21"/>
                  </a:lnTo>
                  <a:lnTo>
                    <a:pt x="70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66" name="Google Shape;566;p7"/>
            <p:cNvSpPr/>
            <p:nvPr/>
          </p:nvSpPr>
          <p:spPr>
            <a:xfrm>
              <a:off x="5669350" y="3350450"/>
              <a:ext cx="40175" cy="39175"/>
            </a:xfrm>
            <a:custGeom>
              <a:rect b="b" l="l" r="r" t="t"/>
              <a:pathLst>
                <a:path extrusionOk="0" h="1567" w="1607">
                  <a:moveTo>
                    <a:pt x="864" y="0"/>
                  </a:moveTo>
                  <a:lnTo>
                    <a:pt x="783" y="20"/>
                  </a:lnTo>
                  <a:lnTo>
                    <a:pt x="723" y="60"/>
                  </a:lnTo>
                  <a:lnTo>
                    <a:pt x="683" y="121"/>
                  </a:lnTo>
                  <a:lnTo>
                    <a:pt x="663" y="181"/>
                  </a:lnTo>
                  <a:lnTo>
                    <a:pt x="623" y="321"/>
                  </a:lnTo>
                  <a:lnTo>
                    <a:pt x="583" y="382"/>
                  </a:lnTo>
                  <a:lnTo>
                    <a:pt x="542" y="422"/>
                  </a:lnTo>
                  <a:lnTo>
                    <a:pt x="422" y="522"/>
                  </a:lnTo>
                  <a:lnTo>
                    <a:pt x="281" y="602"/>
                  </a:lnTo>
                  <a:lnTo>
                    <a:pt x="0" y="763"/>
                  </a:lnTo>
                  <a:lnTo>
                    <a:pt x="201" y="763"/>
                  </a:lnTo>
                  <a:lnTo>
                    <a:pt x="281" y="803"/>
                  </a:lnTo>
                  <a:lnTo>
                    <a:pt x="362" y="823"/>
                  </a:lnTo>
                  <a:lnTo>
                    <a:pt x="402" y="884"/>
                  </a:lnTo>
                  <a:lnTo>
                    <a:pt x="462" y="944"/>
                  </a:lnTo>
                  <a:lnTo>
                    <a:pt x="542" y="1064"/>
                  </a:lnTo>
                  <a:lnTo>
                    <a:pt x="603" y="1225"/>
                  </a:lnTo>
                  <a:lnTo>
                    <a:pt x="703" y="1366"/>
                  </a:lnTo>
                  <a:lnTo>
                    <a:pt x="743" y="1426"/>
                  </a:lnTo>
                  <a:lnTo>
                    <a:pt x="804" y="1486"/>
                  </a:lnTo>
                  <a:lnTo>
                    <a:pt x="884" y="1526"/>
                  </a:lnTo>
                  <a:lnTo>
                    <a:pt x="964" y="1566"/>
                  </a:lnTo>
                  <a:lnTo>
                    <a:pt x="924" y="1466"/>
                  </a:lnTo>
                  <a:lnTo>
                    <a:pt x="924" y="1366"/>
                  </a:lnTo>
                  <a:lnTo>
                    <a:pt x="924" y="1285"/>
                  </a:lnTo>
                  <a:lnTo>
                    <a:pt x="944" y="1225"/>
                  </a:lnTo>
                  <a:lnTo>
                    <a:pt x="964" y="1165"/>
                  </a:lnTo>
                  <a:lnTo>
                    <a:pt x="1024" y="1104"/>
                  </a:lnTo>
                  <a:lnTo>
                    <a:pt x="1125" y="1024"/>
                  </a:lnTo>
                  <a:lnTo>
                    <a:pt x="1265" y="964"/>
                  </a:lnTo>
                  <a:lnTo>
                    <a:pt x="1406" y="884"/>
                  </a:lnTo>
                  <a:lnTo>
                    <a:pt x="1526" y="783"/>
                  </a:lnTo>
                  <a:lnTo>
                    <a:pt x="1567" y="723"/>
                  </a:lnTo>
                  <a:lnTo>
                    <a:pt x="1607" y="643"/>
                  </a:lnTo>
                  <a:lnTo>
                    <a:pt x="1446" y="643"/>
                  </a:lnTo>
                  <a:lnTo>
                    <a:pt x="1306" y="623"/>
                  </a:lnTo>
                  <a:lnTo>
                    <a:pt x="1205" y="562"/>
                  </a:lnTo>
                  <a:lnTo>
                    <a:pt x="1105" y="482"/>
                  </a:lnTo>
                  <a:lnTo>
                    <a:pt x="1024" y="382"/>
                  </a:lnTo>
                  <a:lnTo>
                    <a:pt x="964" y="261"/>
                  </a:lnTo>
                  <a:lnTo>
                    <a:pt x="864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67" name="Google Shape;567;p7"/>
            <p:cNvSpPr/>
            <p:nvPr/>
          </p:nvSpPr>
          <p:spPr>
            <a:xfrm>
              <a:off x="5562425" y="3350950"/>
              <a:ext cx="41700" cy="38175"/>
            </a:xfrm>
            <a:custGeom>
              <a:rect b="b" l="l" r="r" t="t"/>
              <a:pathLst>
                <a:path extrusionOk="0" h="1527" w="1668">
                  <a:moveTo>
                    <a:pt x="683" y="0"/>
                  </a:moveTo>
                  <a:lnTo>
                    <a:pt x="543" y="281"/>
                  </a:lnTo>
                  <a:lnTo>
                    <a:pt x="462" y="402"/>
                  </a:lnTo>
                  <a:lnTo>
                    <a:pt x="382" y="502"/>
                  </a:lnTo>
                  <a:lnTo>
                    <a:pt x="322" y="542"/>
                  </a:lnTo>
                  <a:lnTo>
                    <a:pt x="261" y="562"/>
                  </a:lnTo>
                  <a:lnTo>
                    <a:pt x="141" y="582"/>
                  </a:lnTo>
                  <a:lnTo>
                    <a:pt x="81" y="603"/>
                  </a:lnTo>
                  <a:lnTo>
                    <a:pt x="21" y="623"/>
                  </a:lnTo>
                  <a:lnTo>
                    <a:pt x="0" y="663"/>
                  </a:lnTo>
                  <a:lnTo>
                    <a:pt x="0" y="703"/>
                  </a:lnTo>
                  <a:lnTo>
                    <a:pt x="844" y="1526"/>
                  </a:lnTo>
                  <a:lnTo>
                    <a:pt x="884" y="1366"/>
                  </a:lnTo>
                  <a:lnTo>
                    <a:pt x="924" y="1245"/>
                  </a:lnTo>
                  <a:lnTo>
                    <a:pt x="1004" y="1145"/>
                  </a:lnTo>
                  <a:lnTo>
                    <a:pt x="1105" y="1044"/>
                  </a:lnTo>
                  <a:lnTo>
                    <a:pt x="1225" y="964"/>
                  </a:lnTo>
                  <a:lnTo>
                    <a:pt x="1346" y="884"/>
                  </a:lnTo>
                  <a:lnTo>
                    <a:pt x="1667" y="743"/>
                  </a:lnTo>
                  <a:lnTo>
                    <a:pt x="1265" y="562"/>
                  </a:lnTo>
                  <a:lnTo>
                    <a:pt x="1125" y="482"/>
                  </a:lnTo>
                  <a:lnTo>
                    <a:pt x="1004" y="402"/>
                  </a:lnTo>
                  <a:lnTo>
                    <a:pt x="964" y="362"/>
                  </a:lnTo>
                  <a:lnTo>
                    <a:pt x="944" y="301"/>
                  </a:lnTo>
                  <a:lnTo>
                    <a:pt x="904" y="161"/>
                  </a:lnTo>
                  <a:lnTo>
                    <a:pt x="884" y="101"/>
                  </a:lnTo>
                  <a:lnTo>
                    <a:pt x="844" y="40"/>
                  </a:lnTo>
                  <a:lnTo>
                    <a:pt x="784" y="20"/>
                  </a:lnTo>
                  <a:lnTo>
                    <a:pt x="68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68" name="Google Shape;568;p7"/>
            <p:cNvSpPr/>
            <p:nvPr/>
          </p:nvSpPr>
          <p:spPr>
            <a:xfrm>
              <a:off x="5455500" y="3351450"/>
              <a:ext cx="41700" cy="38175"/>
            </a:xfrm>
            <a:custGeom>
              <a:rect b="b" l="l" r="r" t="t"/>
              <a:pathLst>
                <a:path extrusionOk="0" h="1527" w="1668">
                  <a:moveTo>
                    <a:pt x="743" y="0"/>
                  </a:moveTo>
                  <a:lnTo>
                    <a:pt x="0" y="723"/>
                  </a:lnTo>
                  <a:lnTo>
                    <a:pt x="784" y="1526"/>
                  </a:lnTo>
                  <a:lnTo>
                    <a:pt x="824" y="1386"/>
                  </a:lnTo>
                  <a:lnTo>
                    <a:pt x="884" y="1245"/>
                  </a:lnTo>
                  <a:lnTo>
                    <a:pt x="964" y="1125"/>
                  </a:lnTo>
                  <a:lnTo>
                    <a:pt x="1065" y="1044"/>
                  </a:lnTo>
                  <a:lnTo>
                    <a:pt x="1185" y="964"/>
                  </a:lnTo>
                  <a:lnTo>
                    <a:pt x="1326" y="884"/>
                  </a:lnTo>
                  <a:lnTo>
                    <a:pt x="1667" y="743"/>
                  </a:lnTo>
                  <a:lnTo>
                    <a:pt x="1266" y="583"/>
                  </a:lnTo>
                  <a:lnTo>
                    <a:pt x="1125" y="502"/>
                  </a:lnTo>
                  <a:lnTo>
                    <a:pt x="1025" y="442"/>
                  </a:lnTo>
                  <a:lnTo>
                    <a:pt x="944" y="342"/>
                  </a:lnTo>
                  <a:lnTo>
                    <a:pt x="864" y="221"/>
                  </a:lnTo>
                  <a:lnTo>
                    <a:pt x="74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69" name="Google Shape;569;p7"/>
            <p:cNvSpPr/>
            <p:nvPr/>
          </p:nvSpPr>
          <p:spPr>
            <a:xfrm>
              <a:off x="5887700" y="3250550"/>
              <a:ext cx="36675" cy="34150"/>
            </a:xfrm>
            <a:custGeom>
              <a:rect b="b" l="l" r="r" t="t"/>
              <a:pathLst>
                <a:path extrusionOk="0" h="1366" w="1467">
                  <a:moveTo>
                    <a:pt x="724" y="0"/>
                  </a:moveTo>
                  <a:lnTo>
                    <a:pt x="1" y="663"/>
                  </a:lnTo>
                  <a:lnTo>
                    <a:pt x="744" y="1366"/>
                  </a:lnTo>
                  <a:lnTo>
                    <a:pt x="864" y="1145"/>
                  </a:lnTo>
                  <a:lnTo>
                    <a:pt x="1025" y="964"/>
                  </a:lnTo>
                  <a:lnTo>
                    <a:pt x="1125" y="884"/>
                  </a:lnTo>
                  <a:lnTo>
                    <a:pt x="1226" y="803"/>
                  </a:lnTo>
                  <a:lnTo>
                    <a:pt x="1346" y="743"/>
                  </a:lnTo>
                  <a:lnTo>
                    <a:pt x="1467" y="703"/>
                  </a:lnTo>
                  <a:lnTo>
                    <a:pt x="1386" y="603"/>
                  </a:lnTo>
                  <a:lnTo>
                    <a:pt x="1286" y="542"/>
                  </a:lnTo>
                  <a:lnTo>
                    <a:pt x="1085" y="422"/>
                  </a:lnTo>
                  <a:lnTo>
                    <a:pt x="985" y="342"/>
                  </a:lnTo>
                  <a:lnTo>
                    <a:pt x="904" y="261"/>
                  </a:lnTo>
                  <a:lnTo>
                    <a:pt x="864" y="161"/>
                  </a:lnTo>
                  <a:lnTo>
                    <a:pt x="824" y="40"/>
                  </a:lnTo>
                  <a:lnTo>
                    <a:pt x="804" y="20"/>
                  </a:lnTo>
                  <a:lnTo>
                    <a:pt x="764" y="20"/>
                  </a:lnTo>
                  <a:lnTo>
                    <a:pt x="724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70" name="Google Shape;570;p7"/>
            <p:cNvSpPr/>
            <p:nvPr/>
          </p:nvSpPr>
          <p:spPr>
            <a:xfrm>
              <a:off x="5558900" y="2837900"/>
              <a:ext cx="42200" cy="36675"/>
            </a:xfrm>
            <a:custGeom>
              <a:rect b="b" l="l" r="r" t="t"/>
              <a:pathLst>
                <a:path extrusionOk="0" h="1467" w="1688">
                  <a:moveTo>
                    <a:pt x="864" y="1"/>
                  </a:moveTo>
                  <a:lnTo>
                    <a:pt x="764" y="262"/>
                  </a:lnTo>
                  <a:lnTo>
                    <a:pt x="704" y="362"/>
                  </a:lnTo>
                  <a:lnTo>
                    <a:pt x="643" y="463"/>
                  </a:lnTo>
                  <a:lnTo>
                    <a:pt x="523" y="543"/>
                  </a:lnTo>
                  <a:lnTo>
                    <a:pt x="382" y="623"/>
                  </a:lnTo>
                  <a:lnTo>
                    <a:pt x="1" y="844"/>
                  </a:lnTo>
                  <a:lnTo>
                    <a:pt x="162" y="864"/>
                  </a:lnTo>
                  <a:lnTo>
                    <a:pt x="302" y="904"/>
                  </a:lnTo>
                  <a:lnTo>
                    <a:pt x="423" y="965"/>
                  </a:lnTo>
                  <a:lnTo>
                    <a:pt x="543" y="1025"/>
                  </a:lnTo>
                  <a:lnTo>
                    <a:pt x="623" y="1085"/>
                  </a:lnTo>
                  <a:lnTo>
                    <a:pt x="704" y="1186"/>
                  </a:lnTo>
                  <a:lnTo>
                    <a:pt x="744" y="1286"/>
                  </a:lnTo>
                  <a:lnTo>
                    <a:pt x="784" y="1406"/>
                  </a:lnTo>
                  <a:lnTo>
                    <a:pt x="804" y="1427"/>
                  </a:lnTo>
                  <a:lnTo>
                    <a:pt x="864" y="1447"/>
                  </a:lnTo>
                  <a:lnTo>
                    <a:pt x="985" y="1467"/>
                  </a:lnTo>
                  <a:lnTo>
                    <a:pt x="1045" y="1286"/>
                  </a:lnTo>
                  <a:lnTo>
                    <a:pt x="1065" y="1206"/>
                  </a:lnTo>
                  <a:lnTo>
                    <a:pt x="1105" y="1145"/>
                  </a:lnTo>
                  <a:lnTo>
                    <a:pt x="1246" y="1045"/>
                  </a:lnTo>
                  <a:lnTo>
                    <a:pt x="1386" y="945"/>
                  </a:lnTo>
                  <a:lnTo>
                    <a:pt x="1688" y="744"/>
                  </a:lnTo>
                  <a:lnTo>
                    <a:pt x="1547" y="684"/>
                  </a:lnTo>
                  <a:lnTo>
                    <a:pt x="1427" y="623"/>
                  </a:lnTo>
                  <a:lnTo>
                    <a:pt x="1306" y="543"/>
                  </a:lnTo>
                  <a:lnTo>
                    <a:pt x="1206" y="463"/>
                  </a:lnTo>
                  <a:lnTo>
                    <a:pt x="1105" y="362"/>
                  </a:lnTo>
                  <a:lnTo>
                    <a:pt x="1025" y="262"/>
                  </a:lnTo>
                  <a:lnTo>
                    <a:pt x="864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71" name="Google Shape;571;p7"/>
            <p:cNvSpPr/>
            <p:nvPr/>
          </p:nvSpPr>
          <p:spPr>
            <a:xfrm>
              <a:off x="5672350" y="2840925"/>
              <a:ext cx="35175" cy="33150"/>
            </a:xfrm>
            <a:custGeom>
              <a:rect b="b" l="l" r="r" t="t"/>
              <a:pathLst>
                <a:path extrusionOk="0" h="1326" w="1407">
                  <a:moveTo>
                    <a:pt x="684" y="0"/>
                  </a:moveTo>
                  <a:lnTo>
                    <a:pt x="1" y="663"/>
                  </a:lnTo>
                  <a:lnTo>
                    <a:pt x="724" y="1326"/>
                  </a:lnTo>
                  <a:lnTo>
                    <a:pt x="764" y="1225"/>
                  </a:lnTo>
                  <a:lnTo>
                    <a:pt x="824" y="1105"/>
                  </a:lnTo>
                  <a:lnTo>
                    <a:pt x="904" y="1024"/>
                  </a:lnTo>
                  <a:lnTo>
                    <a:pt x="985" y="944"/>
                  </a:lnTo>
                  <a:lnTo>
                    <a:pt x="1186" y="804"/>
                  </a:lnTo>
                  <a:lnTo>
                    <a:pt x="1406" y="683"/>
                  </a:lnTo>
                  <a:lnTo>
                    <a:pt x="1326" y="583"/>
                  </a:lnTo>
                  <a:lnTo>
                    <a:pt x="1246" y="522"/>
                  </a:lnTo>
                  <a:lnTo>
                    <a:pt x="1045" y="402"/>
                  </a:lnTo>
                  <a:lnTo>
                    <a:pt x="945" y="342"/>
                  </a:lnTo>
                  <a:lnTo>
                    <a:pt x="864" y="261"/>
                  </a:lnTo>
                  <a:lnTo>
                    <a:pt x="804" y="161"/>
                  </a:lnTo>
                  <a:lnTo>
                    <a:pt x="784" y="41"/>
                  </a:lnTo>
                  <a:lnTo>
                    <a:pt x="764" y="20"/>
                  </a:lnTo>
                  <a:lnTo>
                    <a:pt x="724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72" name="Google Shape;572;p7"/>
            <p:cNvSpPr/>
            <p:nvPr/>
          </p:nvSpPr>
          <p:spPr>
            <a:xfrm>
              <a:off x="5780775" y="2841425"/>
              <a:ext cx="33675" cy="31650"/>
            </a:xfrm>
            <a:custGeom>
              <a:rect b="b" l="l" r="r" t="t"/>
              <a:pathLst>
                <a:path extrusionOk="0" h="1266" w="1347">
                  <a:moveTo>
                    <a:pt x="664" y="0"/>
                  </a:moveTo>
                  <a:lnTo>
                    <a:pt x="1" y="623"/>
                  </a:lnTo>
                  <a:lnTo>
                    <a:pt x="684" y="1265"/>
                  </a:lnTo>
                  <a:lnTo>
                    <a:pt x="1346" y="603"/>
                  </a:lnTo>
                  <a:lnTo>
                    <a:pt x="664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73" name="Google Shape;573;p7"/>
            <p:cNvSpPr/>
            <p:nvPr/>
          </p:nvSpPr>
          <p:spPr>
            <a:xfrm>
              <a:off x="5779275" y="3246525"/>
              <a:ext cx="36175" cy="39675"/>
            </a:xfrm>
            <a:custGeom>
              <a:rect b="b" l="l" r="r" t="t"/>
              <a:pathLst>
                <a:path extrusionOk="0" h="1587" w="1447">
                  <a:moveTo>
                    <a:pt x="704" y="1"/>
                  </a:moveTo>
                  <a:lnTo>
                    <a:pt x="663" y="161"/>
                  </a:lnTo>
                  <a:lnTo>
                    <a:pt x="583" y="302"/>
                  </a:lnTo>
                  <a:lnTo>
                    <a:pt x="503" y="422"/>
                  </a:lnTo>
                  <a:lnTo>
                    <a:pt x="422" y="523"/>
                  </a:lnTo>
                  <a:lnTo>
                    <a:pt x="322" y="583"/>
                  </a:lnTo>
                  <a:lnTo>
                    <a:pt x="202" y="663"/>
                  </a:lnTo>
                  <a:lnTo>
                    <a:pt x="1" y="784"/>
                  </a:lnTo>
                  <a:lnTo>
                    <a:pt x="824" y="1587"/>
                  </a:lnTo>
                  <a:lnTo>
                    <a:pt x="844" y="1466"/>
                  </a:lnTo>
                  <a:lnTo>
                    <a:pt x="884" y="1346"/>
                  </a:lnTo>
                  <a:lnTo>
                    <a:pt x="924" y="1246"/>
                  </a:lnTo>
                  <a:lnTo>
                    <a:pt x="1005" y="1165"/>
                  </a:lnTo>
                  <a:lnTo>
                    <a:pt x="1065" y="1085"/>
                  </a:lnTo>
                  <a:lnTo>
                    <a:pt x="1165" y="1025"/>
                  </a:lnTo>
                  <a:lnTo>
                    <a:pt x="1266" y="964"/>
                  </a:lnTo>
                  <a:lnTo>
                    <a:pt x="1386" y="944"/>
                  </a:lnTo>
                  <a:lnTo>
                    <a:pt x="1406" y="904"/>
                  </a:lnTo>
                  <a:lnTo>
                    <a:pt x="1426" y="864"/>
                  </a:lnTo>
                  <a:lnTo>
                    <a:pt x="1446" y="744"/>
                  </a:lnTo>
                  <a:lnTo>
                    <a:pt x="1226" y="643"/>
                  </a:lnTo>
                  <a:lnTo>
                    <a:pt x="1125" y="603"/>
                  </a:lnTo>
                  <a:lnTo>
                    <a:pt x="1025" y="543"/>
                  </a:lnTo>
                  <a:lnTo>
                    <a:pt x="944" y="442"/>
                  </a:lnTo>
                  <a:lnTo>
                    <a:pt x="864" y="322"/>
                  </a:lnTo>
                  <a:lnTo>
                    <a:pt x="704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74" name="Google Shape;574;p7"/>
            <p:cNvSpPr/>
            <p:nvPr/>
          </p:nvSpPr>
          <p:spPr>
            <a:xfrm>
              <a:off x="5670350" y="3249550"/>
              <a:ext cx="37675" cy="37675"/>
            </a:xfrm>
            <a:custGeom>
              <a:rect b="b" l="l" r="r" t="t"/>
              <a:pathLst>
                <a:path extrusionOk="0" h="1507" w="1507">
                  <a:moveTo>
                    <a:pt x="824" y="0"/>
                  </a:moveTo>
                  <a:lnTo>
                    <a:pt x="1" y="743"/>
                  </a:lnTo>
                  <a:lnTo>
                    <a:pt x="262" y="864"/>
                  </a:lnTo>
                  <a:lnTo>
                    <a:pt x="382" y="944"/>
                  </a:lnTo>
                  <a:lnTo>
                    <a:pt x="482" y="1024"/>
                  </a:lnTo>
                  <a:lnTo>
                    <a:pt x="563" y="1125"/>
                  </a:lnTo>
                  <a:lnTo>
                    <a:pt x="623" y="1245"/>
                  </a:lnTo>
                  <a:lnTo>
                    <a:pt x="764" y="1506"/>
                  </a:lnTo>
                  <a:lnTo>
                    <a:pt x="944" y="1205"/>
                  </a:lnTo>
                  <a:lnTo>
                    <a:pt x="1105" y="964"/>
                  </a:lnTo>
                  <a:lnTo>
                    <a:pt x="1145" y="924"/>
                  </a:lnTo>
                  <a:lnTo>
                    <a:pt x="1205" y="904"/>
                  </a:lnTo>
                  <a:lnTo>
                    <a:pt x="1346" y="864"/>
                  </a:lnTo>
                  <a:lnTo>
                    <a:pt x="1406" y="843"/>
                  </a:lnTo>
                  <a:lnTo>
                    <a:pt x="1466" y="803"/>
                  </a:lnTo>
                  <a:lnTo>
                    <a:pt x="1506" y="743"/>
                  </a:lnTo>
                  <a:lnTo>
                    <a:pt x="1506" y="643"/>
                  </a:lnTo>
                  <a:lnTo>
                    <a:pt x="1386" y="603"/>
                  </a:lnTo>
                  <a:lnTo>
                    <a:pt x="1266" y="542"/>
                  </a:lnTo>
                  <a:lnTo>
                    <a:pt x="1165" y="462"/>
                  </a:lnTo>
                  <a:lnTo>
                    <a:pt x="1085" y="402"/>
                  </a:lnTo>
                  <a:lnTo>
                    <a:pt x="984" y="301"/>
                  </a:lnTo>
                  <a:lnTo>
                    <a:pt x="924" y="221"/>
                  </a:lnTo>
                  <a:lnTo>
                    <a:pt x="864" y="101"/>
                  </a:lnTo>
                  <a:lnTo>
                    <a:pt x="824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75" name="Google Shape;575;p7"/>
            <p:cNvSpPr/>
            <p:nvPr/>
          </p:nvSpPr>
          <p:spPr>
            <a:xfrm>
              <a:off x="5562425" y="3247025"/>
              <a:ext cx="37675" cy="38175"/>
            </a:xfrm>
            <a:custGeom>
              <a:rect b="b" l="l" r="r" t="t"/>
              <a:pathLst>
                <a:path extrusionOk="0" h="1527" w="1507">
                  <a:moveTo>
                    <a:pt x="743" y="1"/>
                  </a:moveTo>
                  <a:lnTo>
                    <a:pt x="563" y="322"/>
                  </a:lnTo>
                  <a:lnTo>
                    <a:pt x="482" y="442"/>
                  </a:lnTo>
                  <a:lnTo>
                    <a:pt x="402" y="563"/>
                  </a:lnTo>
                  <a:lnTo>
                    <a:pt x="342" y="603"/>
                  </a:lnTo>
                  <a:lnTo>
                    <a:pt x="282" y="623"/>
                  </a:lnTo>
                  <a:lnTo>
                    <a:pt x="141" y="643"/>
                  </a:lnTo>
                  <a:lnTo>
                    <a:pt x="41" y="663"/>
                  </a:lnTo>
                  <a:lnTo>
                    <a:pt x="0" y="683"/>
                  </a:lnTo>
                  <a:lnTo>
                    <a:pt x="0" y="744"/>
                  </a:lnTo>
                  <a:lnTo>
                    <a:pt x="763" y="1527"/>
                  </a:lnTo>
                  <a:lnTo>
                    <a:pt x="1506" y="744"/>
                  </a:lnTo>
                  <a:lnTo>
                    <a:pt x="1265" y="643"/>
                  </a:lnTo>
                  <a:lnTo>
                    <a:pt x="1145" y="563"/>
                  </a:lnTo>
                  <a:lnTo>
                    <a:pt x="1024" y="483"/>
                  </a:lnTo>
                  <a:lnTo>
                    <a:pt x="944" y="382"/>
                  </a:lnTo>
                  <a:lnTo>
                    <a:pt x="884" y="282"/>
                  </a:lnTo>
                  <a:lnTo>
                    <a:pt x="743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76" name="Google Shape;576;p7"/>
            <p:cNvSpPr/>
            <p:nvPr/>
          </p:nvSpPr>
          <p:spPr>
            <a:xfrm>
              <a:off x="5454500" y="3247025"/>
              <a:ext cx="43200" cy="40700"/>
            </a:xfrm>
            <a:custGeom>
              <a:rect b="b" l="l" r="r" t="t"/>
              <a:pathLst>
                <a:path extrusionOk="0" h="1628" w="1728">
                  <a:moveTo>
                    <a:pt x="763" y="1"/>
                  </a:moveTo>
                  <a:lnTo>
                    <a:pt x="583" y="302"/>
                  </a:lnTo>
                  <a:lnTo>
                    <a:pt x="502" y="422"/>
                  </a:lnTo>
                  <a:lnTo>
                    <a:pt x="422" y="543"/>
                  </a:lnTo>
                  <a:lnTo>
                    <a:pt x="362" y="583"/>
                  </a:lnTo>
                  <a:lnTo>
                    <a:pt x="302" y="603"/>
                  </a:lnTo>
                  <a:lnTo>
                    <a:pt x="161" y="643"/>
                  </a:lnTo>
                  <a:lnTo>
                    <a:pt x="101" y="683"/>
                  </a:lnTo>
                  <a:lnTo>
                    <a:pt x="40" y="724"/>
                  </a:lnTo>
                  <a:lnTo>
                    <a:pt x="20" y="784"/>
                  </a:lnTo>
                  <a:lnTo>
                    <a:pt x="0" y="884"/>
                  </a:lnTo>
                  <a:lnTo>
                    <a:pt x="141" y="924"/>
                  </a:lnTo>
                  <a:lnTo>
                    <a:pt x="261" y="985"/>
                  </a:lnTo>
                  <a:lnTo>
                    <a:pt x="362" y="1065"/>
                  </a:lnTo>
                  <a:lnTo>
                    <a:pt x="462" y="1165"/>
                  </a:lnTo>
                  <a:lnTo>
                    <a:pt x="623" y="1406"/>
                  </a:lnTo>
                  <a:lnTo>
                    <a:pt x="703" y="1527"/>
                  </a:lnTo>
                  <a:lnTo>
                    <a:pt x="824" y="1627"/>
                  </a:lnTo>
                  <a:lnTo>
                    <a:pt x="864" y="1467"/>
                  </a:lnTo>
                  <a:lnTo>
                    <a:pt x="924" y="1326"/>
                  </a:lnTo>
                  <a:lnTo>
                    <a:pt x="984" y="1226"/>
                  </a:lnTo>
                  <a:lnTo>
                    <a:pt x="1085" y="1125"/>
                  </a:lnTo>
                  <a:lnTo>
                    <a:pt x="1205" y="1025"/>
                  </a:lnTo>
                  <a:lnTo>
                    <a:pt x="1366" y="965"/>
                  </a:lnTo>
                  <a:lnTo>
                    <a:pt x="1526" y="904"/>
                  </a:lnTo>
                  <a:lnTo>
                    <a:pt x="1727" y="844"/>
                  </a:lnTo>
                  <a:lnTo>
                    <a:pt x="1306" y="643"/>
                  </a:lnTo>
                  <a:lnTo>
                    <a:pt x="1145" y="583"/>
                  </a:lnTo>
                  <a:lnTo>
                    <a:pt x="1044" y="503"/>
                  </a:lnTo>
                  <a:lnTo>
                    <a:pt x="964" y="402"/>
                  </a:lnTo>
                  <a:lnTo>
                    <a:pt x="904" y="282"/>
                  </a:lnTo>
                  <a:lnTo>
                    <a:pt x="763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77" name="Google Shape;577;p7"/>
            <p:cNvSpPr/>
            <p:nvPr/>
          </p:nvSpPr>
          <p:spPr>
            <a:xfrm>
              <a:off x="5887200" y="3147125"/>
              <a:ext cx="35675" cy="33675"/>
            </a:xfrm>
            <a:custGeom>
              <a:rect b="b" l="l" r="r" t="t"/>
              <a:pathLst>
                <a:path extrusionOk="0" h="1347" w="1427">
                  <a:moveTo>
                    <a:pt x="684" y="1"/>
                  </a:moveTo>
                  <a:lnTo>
                    <a:pt x="603" y="222"/>
                  </a:lnTo>
                  <a:lnTo>
                    <a:pt x="543" y="322"/>
                  </a:lnTo>
                  <a:lnTo>
                    <a:pt x="483" y="402"/>
                  </a:lnTo>
                  <a:lnTo>
                    <a:pt x="362" y="483"/>
                  </a:lnTo>
                  <a:lnTo>
                    <a:pt x="242" y="543"/>
                  </a:lnTo>
                  <a:lnTo>
                    <a:pt x="1" y="664"/>
                  </a:lnTo>
                  <a:lnTo>
                    <a:pt x="744" y="1346"/>
                  </a:lnTo>
                  <a:lnTo>
                    <a:pt x="1426" y="684"/>
                  </a:lnTo>
                  <a:lnTo>
                    <a:pt x="684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78" name="Google Shape;578;p7"/>
            <p:cNvSpPr/>
            <p:nvPr/>
          </p:nvSpPr>
          <p:spPr>
            <a:xfrm>
              <a:off x="5560925" y="2942825"/>
              <a:ext cx="38175" cy="35175"/>
            </a:xfrm>
            <a:custGeom>
              <a:rect b="b" l="l" r="r" t="t"/>
              <a:pathLst>
                <a:path extrusionOk="0" h="1407" w="1527">
                  <a:moveTo>
                    <a:pt x="783" y="1"/>
                  </a:moveTo>
                  <a:lnTo>
                    <a:pt x="683" y="161"/>
                  </a:lnTo>
                  <a:lnTo>
                    <a:pt x="623" y="282"/>
                  </a:lnTo>
                  <a:lnTo>
                    <a:pt x="542" y="362"/>
                  </a:lnTo>
                  <a:lnTo>
                    <a:pt x="422" y="442"/>
                  </a:lnTo>
                  <a:lnTo>
                    <a:pt x="301" y="523"/>
                  </a:lnTo>
                  <a:lnTo>
                    <a:pt x="0" y="663"/>
                  </a:lnTo>
                  <a:lnTo>
                    <a:pt x="301" y="844"/>
                  </a:lnTo>
                  <a:lnTo>
                    <a:pt x="422" y="904"/>
                  </a:lnTo>
                  <a:lnTo>
                    <a:pt x="542" y="984"/>
                  </a:lnTo>
                  <a:lnTo>
                    <a:pt x="582" y="1045"/>
                  </a:lnTo>
                  <a:lnTo>
                    <a:pt x="603" y="1105"/>
                  </a:lnTo>
                  <a:lnTo>
                    <a:pt x="643" y="1225"/>
                  </a:lnTo>
                  <a:lnTo>
                    <a:pt x="683" y="1346"/>
                  </a:lnTo>
                  <a:lnTo>
                    <a:pt x="703" y="1386"/>
                  </a:lnTo>
                  <a:lnTo>
                    <a:pt x="763" y="1406"/>
                  </a:lnTo>
                  <a:lnTo>
                    <a:pt x="1526" y="683"/>
                  </a:lnTo>
                  <a:lnTo>
                    <a:pt x="783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79" name="Google Shape;579;p7"/>
            <p:cNvSpPr/>
            <p:nvPr/>
          </p:nvSpPr>
          <p:spPr>
            <a:xfrm>
              <a:off x="5671850" y="2943325"/>
              <a:ext cx="35175" cy="33150"/>
            </a:xfrm>
            <a:custGeom>
              <a:rect b="b" l="l" r="r" t="t"/>
              <a:pathLst>
                <a:path extrusionOk="0" h="1326" w="1407">
                  <a:moveTo>
                    <a:pt x="704" y="1"/>
                  </a:moveTo>
                  <a:lnTo>
                    <a:pt x="1" y="663"/>
                  </a:lnTo>
                  <a:lnTo>
                    <a:pt x="704" y="1326"/>
                  </a:lnTo>
                  <a:lnTo>
                    <a:pt x="1406" y="663"/>
                  </a:lnTo>
                  <a:lnTo>
                    <a:pt x="704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80" name="Google Shape;580;p7"/>
            <p:cNvSpPr/>
            <p:nvPr/>
          </p:nvSpPr>
          <p:spPr>
            <a:xfrm>
              <a:off x="5781300" y="2636625"/>
              <a:ext cx="33150" cy="30625"/>
            </a:xfrm>
            <a:custGeom>
              <a:rect b="b" l="l" r="r" t="t"/>
              <a:pathLst>
                <a:path extrusionOk="0" h="1225" w="1326">
                  <a:moveTo>
                    <a:pt x="643" y="0"/>
                  </a:moveTo>
                  <a:lnTo>
                    <a:pt x="0" y="622"/>
                  </a:lnTo>
                  <a:lnTo>
                    <a:pt x="643" y="1225"/>
                  </a:lnTo>
                  <a:lnTo>
                    <a:pt x="1325" y="643"/>
                  </a:lnTo>
                  <a:lnTo>
                    <a:pt x="64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81" name="Google Shape;581;p7"/>
            <p:cNvSpPr/>
            <p:nvPr/>
          </p:nvSpPr>
          <p:spPr>
            <a:xfrm>
              <a:off x="5779275" y="3148150"/>
              <a:ext cx="35675" cy="33150"/>
            </a:xfrm>
            <a:custGeom>
              <a:rect b="b" l="l" r="r" t="t"/>
              <a:pathLst>
                <a:path extrusionOk="0" h="1326" w="1427">
                  <a:moveTo>
                    <a:pt x="724" y="0"/>
                  </a:moveTo>
                  <a:lnTo>
                    <a:pt x="1" y="683"/>
                  </a:lnTo>
                  <a:lnTo>
                    <a:pt x="81" y="743"/>
                  </a:lnTo>
                  <a:lnTo>
                    <a:pt x="181" y="803"/>
                  </a:lnTo>
                  <a:lnTo>
                    <a:pt x="382" y="904"/>
                  </a:lnTo>
                  <a:lnTo>
                    <a:pt x="463" y="964"/>
                  </a:lnTo>
                  <a:lnTo>
                    <a:pt x="543" y="1044"/>
                  </a:lnTo>
                  <a:lnTo>
                    <a:pt x="583" y="1165"/>
                  </a:lnTo>
                  <a:lnTo>
                    <a:pt x="623" y="1285"/>
                  </a:lnTo>
                  <a:lnTo>
                    <a:pt x="643" y="1305"/>
                  </a:lnTo>
                  <a:lnTo>
                    <a:pt x="683" y="1325"/>
                  </a:lnTo>
                  <a:lnTo>
                    <a:pt x="724" y="1325"/>
                  </a:lnTo>
                  <a:lnTo>
                    <a:pt x="1426" y="643"/>
                  </a:lnTo>
                  <a:lnTo>
                    <a:pt x="724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82" name="Google Shape;582;p7"/>
            <p:cNvSpPr/>
            <p:nvPr/>
          </p:nvSpPr>
          <p:spPr>
            <a:xfrm>
              <a:off x="5668850" y="3145125"/>
              <a:ext cx="46200" cy="38175"/>
            </a:xfrm>
            <a:custGeom>
              <a:rect b="b" l="l" r="r" t="t"/>
              <a:pathLst>
                <a:path extrusionOk="0" h="1527" w="1848">
                  <a:moveTo>
                    <a:pt x="824" y="1"/>
                  </a:moveTo>
                  <a:lnTo>
                    <a:pt x="663" y="282"/>
                  </a:lnTo>
                  <a:lnTo>
                    <a:pt x="603" y="402"/>
                  </a:lnTo>
                  <a:lnTo>
                    <a:pt x="522" y="503"/>
                  </a:lnTo>
                  <a:lnTo>
                    <a:pt x="402" y="583"/>
                  </a:lnTo>
                  <a:lnTo>
                    <a:pt x="281" y="643"/>
                  </a:lnTo>
                  <a:lnTo>
                    <a:pt x="0" y="784"/>
                  </a:lnTo>
                  <a:lnTo>
                    <a:pt x="322" y="944"/>
                  </a:lnTo>
                  <a:lnTo>
                    <a:pt x="442" y="1025"/>
                  </a:lnTo>
                  <a:lnTo>
                    <a:pt x="562" y="1105"/>
                  </a:lnTo>
                  <a:lnTo>
                    <a:pt x="603" y="1145"/>
                  </a:lnTo>
                  <a:lnTo>
                    <a:pt x="623" y="1205"/>
                  </a:lnTo>
                  <a:lnTo>
                    <a:pt x="663" y="1346"/>
                  </a:lnTo>
                  <a:lnTo>
                    <a:pt x="683" y="1406"/>
                  </a:lnTo>
                  <a:lnTo>
                    <a:pt x="723" y="1466"/>
                  </a:lnTo>
                  <a:lnTo>
                    <a:pt x="803" y="1507"/>
                  </a:lnTo>
                  <a:lnTo>
                    <a:pt x="884" y="1527"/>
                  </a:lnTo>
                  <a:lnTo>
                    <a:pt x="924" y="1386"/>
                  </a:lnTo>
                  <a:lnTo>
                    <a:pt x="984" y="1266"/>
                  </a:lnTo>
                  <a:lnTo>
                    <a:pt x="1064" y="1165"/>
                  </a:lnTo>
                  <a:lnTo>
                    <a:pt x="1165" y="1065"/>
                  </a:lnTo>
                  <a:lnTo>
                    <a:pt x="1305" y="984"/>
                  </a:lnTo>
                  <a:lnTo>
                    <a:pt x="1446" y="904"/>
                  </a:lnTo>
                  <a:lnTo>
                    <a:pt x="1627" y="824"/>
                  </a:lnTo>
                  <a:lnTo>
                    <a:pt x="1848" y="744"/>
                  </a:lnTo>
                  <a:lnTo>
                    <a:pt x="1607" y="703"/>
                  </a:lnTo>
                  <a:lnTo>
                    <a:pt x="1426" y="643"/>
                  </a:lnTo>
                  <a:lnTo>
                    <a:pt x="1285" y="563"/>
                  </a:lnTo>
                  <a:lnTo>
                    <a:pt x="1145" y="462"/>
                  </a:lnTo>
                  <a:lnTo>
                    <a:pt x="1044" y="362"/>
                  </a:lnTo>
                  <a:lnTo>
                    <a:pt x="964" y="242"/>
                  </a:lnTo>
                  <a:lnTo>
                    <a:pt x="824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83" name="Google Shape;583;p7"/>
            <p:cNvSpPr/>
            <p:nvPr/>
          </p:nvSpPr>
          <p:spPr>
            <a:xfrm>
              <a:off x="5562425" y="3146625"/>
              <a:ext cx="38675" cy="36675"/>
            </a:xfrm>
            <a:custGeom>
              <a:rect b="b" l="l" r="r" t="t"/>
              <a:pathLst>
                <a:path extrusionOk="0" h="1467" w="1547">
                  <a:moveTo>
                    <a:pt x="643" y="1"/>
                  </a:moveTo>
                  <a:lnTo>
                    <a:pt x="603" y="41"/>
                  </a:lnTo>
                  <a:lnTo>
                    <a:pt x="563" y="141"/>
                  </a:lnTo>
                  <a:lnTo>
                    <a:pt x="543" y="282"/>
                  </a:lnTo>
                  <a:lnTo>
                    <a:pt x="522" y="342"/>
                  </a:lnTo>
                  <a:lnTo>
                    <a:pt x="502" y="402"/>
                  </a:lnTo>
                  <a:lnTo>
                    <a:pt x="442" y="463"/>
                  </a:lnTo>
                  <a:lnTo>
                    <a:pt x="362" y="503"/>
                  </a:lnTo>
                  <a:lnTo>
                    <a:pt x="201" y="523"/>
                  </a:lnTo>
                  <a:lnTo>
                    <a:pt x="121" y="543"/>
                  </a:lnTo>
                  <a:lnTo>
                    <a:pt x="61" y="563"/>
                  </a:lnTo>
                  <a:lnTo>
                    <a:pt x="21" y="603"/>
                  </a:lnTo>
                  <a:lnTo>
                    <a:pt x="0" y="663"/>
                  </a:lnTo>
                  <a:lnTo>
                    <a:pt x="784" y="1467"/>
                  </a:lnTo>
                  <a:lnTo>
                    <a:pt x="924" y="1226"/>
                  </a:lnTo>
                  <a:lnTo>
                    <a:pt x="984" y="1105"/>
                  </a:lnTo>
                  <a:lnTo>
                    <a:pt x="1065" y="1005"/>
                  </a:lnTo>
                  <a:lnTo>
                    <a:pt x="1165" y="924"/>
                  </a:lnTo>
                  <a:lnTo>
                    <a:pt x="1286" y="864"/>
                  </a:lnTo>
                  <a:lnTo>
                    <a:pt x="1547" y="764"/>
                  </a:lnTo>
                  <a:lnTo>
                    <a:pt x="683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84" name="Google Shape;584;p7"/>
            <p:cNvSpPr/>
            <p:nvPr/>
          </p:nvSpPr>
          <p:spPr>
            <a:xfrm>
              <a:off x="5454000" y="3143625"/>
              <a:ext cx="38175" cy="42200"/>
            </a:xfrm>
            <a:custGeom>
              <a:rect b="b" l="l" r="r" t="t"/>
              <a:pathLst>
                <a:path extrusionOk="0" h="1688" w="1527">
                  <a:moveTo>
                    <a:pt x="783" y="0"/>
                  </a:moveTo>
                  <a:lnTo>
                    <a:pt x="623" y="322"/>
                  </a:lnTo>
                  <a:lnTo>
                    <a:pt x="542" y="442"/>
                  </a:lnTo>
                  <a:lnTo>
                    <a:pt x="462" y="542"/>
                  </a:lnTo>
                  <a:lnTo>
                    <a:pt x="362" y="623"/>
                  </a:lnTo>
                  <a:lnTo>
                    <a:pt x="241" y="703"/>
                  </a:lnTo>
                  <a:lnTo>
                    <a:pt x="0" y="804"/>
                  </a:lnTo>
                  <a:lnTo>
                    <a:pt x="141" y="864"/>
                  </a:lnTo>
                  <a:lnTo>
                    <a:pt x="281" y="944"/>
                  </a:lnTo>
                  <a:lnTo>
                    <a:pt x="382" y="1024"/>
                  </a:lnTo>
                  <a:lnTo>
                    <a:pt x="462" y="1125"/>
                  </a:lnTo>
                  <a:lnTo>
                    <a:pt x="542" y="1245"/>
                  </a:lnTo>
                  <a:lnTo>
                    <a:pt x="623" y="1386"/>
                  </a:lnTo>
                  <a:lnTo>
                    <a:pt x="783" y="1687"/>
                  </a:lnTo>
                  <a:lnTo>
                    <a:pt x="964" y="1346"/>
                  </a:lnTo>
                  <a:lnTo>
                    <a:pt x="1044" y="1205"/>
                  </a:lnTo>
                  <a:lnTo>
                    <a:pt x="1125" y="1085"/>
                  </a:lnTo>
                  <a:lnTo>
                    <a:pt x="1185" y="1044"/>
                  </a:lnTo>
                  <a:lnTo>
                    <a:pt x="1245" y="1024"/>
                  </a:lnTo>
                  <a:lnTo>
                    <a:pt x="1366" y="1004"/>
                  </a:lnTo>
                  <a:lnTo>
                    <a:pt x="1446" y="984"/>
                  </a:lnTo>
                  <a:lnTo>
                    <a:pt x="1486" y="924"/>
                  </a:lnTo>
                  <a:lnTo>
                    <a:pt x="1526" y="864"/>
                  </a:lnTo>
                  <a:lnTo>
                    <a:pt x="1526" y="763"/>
                  </a:lnTo>
                  <a:lnTo>
                    <a:pt x="1406" y="723"/>
                  </a:lnTo>
                  <a:lnTo>
                    <a:pt x="1285" y="683"/>
                  </a:lnTo>
                  <a:lnTo>
                    <a:pt x="1165" y="603"/>
                  </a:lnTo>
                  <a:lnTo>
                    <a:pt x="1085" y="522"/>
                  </a:lnTo>
                  <a:lnTo>
                    <a:pt x="984" y="422"/>
                  </a:lnTo>
                  <a:lnTo>
                    <a:pt x="904" y="302"/>
                  </a:lnTo>
                  <a:lnTo>
                    <a:pt x="844" y="161"/>
                  </a:lnTo>
                  <a:lnTo>
                    <a:pt x="78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85" name="Google Shape;585;p7"/>
            <p:cNvSpPr/>
            <p:nvPr/>
          </p:nvSpPr>
          <p:spPr>
            <a:xfrm>
              <a:off x="5776775" y="3046225"/>
              <a:ext cx="37675" cy="35675"/>
            </a:xfrm>
            <a:custGeom>
              <a:rect b="b" l="l" r="r" t="t"/>
              <a:pathLst>
                <a:path extrusionOk="0" h="1427" w="1507">
                  <a:moveTo>
                    <a:pt x="824" y="1"/>
                  </a:moveTo>
                  <a:lnTo>
                    <a:pt x="0" y="764"/>
                  </a:lnTo>
                  <a:lnTo>
                    <a:pt x="181" y="764"/>
                  </a:lnTo>
                  <a:lnTo>
                    <a:pt x="322" y="784"/>
                  </a:lnTo>
                  <a:lnTo>
                    <a:pt x="442" y="844"/>
                  </a:lnTo>
                  <a:lnTo>
                    <a:pt x="543" y="945"/>
                  </a:lnTo>
                  <a:lnTo>
                    <a:pt x="623" y="1045"/>
                  </a:lnTo>
                  <a:lnTo>
                    <a:pt x="703" y="1166"/>
                  </a:lnTo>
                  <a:lnTo>
                    <a:pt x="884" y="1427"/>
                  </a:lnTo>
                  <a:lnTo>
                    <a:pt x="964" y="1186"/>
                  </a:lnTo>
                  <a:lnTo>
                    <a:pt x="1024" y="1085"/>
                  </a:lnTo>
                  <a:lnTo>
                    <a:pt x="1085" y="985"/>
                  </a:lnTo>
                  <a:lnTo>
                    <a:pt x="1165" y="904"/>
                  </a:lnTo>
                  <a:lnTo>
                    <a:pt x="1245" y="844"/>
                  </a:lnTo>
                  <a:lnTo>
                    <a:pt x="1346" y="784"/>
                  </a:lnTo>
                  <a:lnTo>
                    <a:pt x="1466" y="744"/>
                  </a:lnTo>
                  <a:lnTo>
                    <a:pt x="1486" y="724"/>
                  </a:lnTo>
                  <a:lnTo>
                    <a:pt x="1506" y="684"/>
                  </a:lnTo>
                  <a:lnTo>
                    <a:pt x="1506" y="623"/>
                  </a:lnTo>
                  <a:lnTo>
                    <a:pt x="824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86" name="Google Shape;586;p7"/>
            <p:cNvSpPr/>
            <p:nvPr/>
          </p:nvSpPr>
          <p:spPr>
            <a:xfrm>
              <a:off x="5562425" y="3045225"/>
              <a:ext cx="37675" cy="35175"/>
            </a:xfrm>
            <a:custGeom>
              <a:rect b="b" l="l" r="r" t="t"/>
              <a:pathLst>
                <a:path extrusionOk="0" h="1407" w="1507">
                  <a:moveTo>
                    <a:pt x="763" y="1"/>
                  </a:moveTo>
                  <a:lnTo>
                    <a:pt x="0" y="724"/>
                  </a:lnTo>
                  <a:lnTo>
                    <a:pt x="261" y="864"/>
                  </a:lnTo>
                  <a:lnTo>
                    <a:pt x="382" y="924"/>
                  </a:lnTo>
                  <a:lnTo>
                    <a:pt x="502" y="1005"/>
                  </a:lnTo>
                  <a:lnTo>
                    <a:pt x="543" y="1065"/>
                  </a:lnTo>
                  <a:lnTo>
                    <a:pt x="563" y="1125"/>
                  </a:lnTo>
                  <a:lnTo>
                    <a:pt x="603" y="1246"/>
                  </a:lnTo>
                  <a:lnTo>
                    <a:pt x="623" y="1306"/>
                  </a:lnTo>
                  <a:lnTo>
                    <a:pt x="683" y="1366"/>
                  </a:lnTo>
                  <a:lnTo>
                    <a:pt x="743" y="1386"/>
                  </a:lnTo>
                  <a:lnTo>
                    <a:pt x="844" y="1406"/>
                  </a:lnTo>
                  <a:lnTo>
                    <a:pt x="864" y="1266"/>
                  </a:lnTo>
                  <a:lnTo>
                    <a:pt x="924" y="1145"/>
                  </a:lnTo>
                  <a:lnTo>
                    <a:pt x="984" y="1045"/>
                  </a:lnTo>
                  <a:lnTo>
                    <a:pt x="1085" y="965"/>
                  </a:lnTo>
                  <a:lnTo>
                    <a:pt x="1306" y="844"/>
                  </a:lnTo>
                  <a:lnTo>
                    <a:pt x="1506" y="704"/>
                  </a:lnTo>
                  <a:lnTo>
                    <a:pt x="763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87" name="Google Shape;587;p7"/>
            <p:cNvSpPr/>
            <p:nvPr/>
          </p:nvSpPr>
          <p:spPr>
            <a:xfrm>
              <a:off x="5671850" y="3044225"/>
              <a:ext cx="38175" cy="36175"/>
            </a:xfrm>
            <a:custGeom>
              <a:rect b="b" l="l" r="r" t="t"/>
              <a:pathLst>
                <a:path extrusionOk="0" h="1447" w="1527">
                  <a:moveTo>
                    <a:pt x="724" y="1"/>
                  </a:moveTo>
                  <a:lnTo>
                    <a:pt x="1" y="723"/>
                  </a:lnTo>
                  <a:lnTo>
                    <a:pt x="724" y="1446"/>
                  </a:lnTo>
                  <a:lnTo>
                    <a:pt x="864" y="1205"/>
                  </a:lnTo>
                  <a:lnTo>
                    <a:pt x="924" y="1105"/>
                  </a:lnTo>
                  <a:lnTo>
                    <a:pt x="1005" y="1005"/>
                  </a:lnTo>
                  <a:lnTo>
                    <a:pt x="1105" y="924"/>
                  </a:lnTo>
                  <a:lnTo>
                    <a:pt x="1226" y="844"/>
                  </a:lnTo>
                  <a:lnTo>
                    <a:pt x="1527" y="703"/>
                  </a:lnTo>
                  <a:lnTo>
                    <a:pt x="1386" y="643"/>
                  </a:lnTo>
                  <a:lnTo>
                    <a:pt x="1246" y="583"/>
                  </a:lnTo>
                  <a:lnTo>
                    <a:pt x="1125" y="503"/>
                  </a:lnTo>
                  <a:lnTo>
                    <a:pt x="1025" y="422"/>
                  </a:lnTo>
                  <a:lnTo>
                    <a:pt x="924" y="322"/>
                  </a:lnTo>
                  <a:lnTo>
                    <a:pt x="844" y="221"/>
                  </a:lnTo>
                  <a:lnTo>
                    <a:pt x="784" y="121"/>
                  </a:lnTo>
                  <a:lnTo>
                    <a:pt x="724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88" name="Google Shape;588;p7"/>
            <p:cNvSpPr/>
            <p:nvPr/>
          </p:nvSpPr>
          <p:spPr>
            <a:xfrm>
              <a:off x="5889225" y="2638125"/>
              <a:ext cx="32650" cy="29125"/>
            </a:xfrm>
            <a:custGeom>
              <a:rect b="b" l="l" r="r" t="t"/>
              <a:pathLst>
                <a:path extrusionOk="0" h="1165" w="1306">
                  <a:moveTo>
                    <a:pt x="663" y="0"/>
                  </a:moveTo>
                  <a:lnTo>
                    <a:pt x="0" y="562"/>
                  </a:lnTo>
                  <a:lnTo>
                    <a:pt x="643" y="1165"/>
                  </a:lnTo>
                  <a:lnTo>
                    <a:pt x="1305" y="583"/>
                  </a:lnTo>
                  <a:lnTo>
                    <a:pt x="66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89" name="Google Shape;589;p7"/>
            <p:cNvSpPr/>
            <p:nvPr/>
          </p:nvSpPr>
          <p:spPr>
            <a:xfrm>
              <a:off x="5455000" y="3043225"/>
              <a:ext cx="39675" cy="36675"/>
            </a:xfrm>
            <a:custGeom>
              <a:rect b="b" l="l" r="r" t="t"/>
              <a:pathLst>
                <a:path extrusionOk="0" h="1467" w="1587">
                  <a:moveTo>
                    <a:pt x="723" y="0"/>
                  </a:moveTo>
                  <a:lnTo>
                    <a:pt x="583" y="261"/>
                  </a:lnTo>
                  <a:lnTo>
                    <a:pt x="502" y="382"/>
                  </a:lnTo>
                  <a:lnTo>
                    <a:pt x="422" y="482"/>
                  </a:lnTo>
                  <a:lnTo>
                    <a:pt x="362" y="522"/>
                  </a:lnTo>
                  <a:lnTo>
                    <a:pt x="302" y="563"/>
                  </a:lnTo>
                  <a:lnTo>
                    <a:pt x="161" y="583"/>
                  </a:lnTo>
                  <a:lnTo>
                    <a:pt x="101" y="603"/>
                  </a:lnTo>
                  <a:lnTo>
                    <a:pt x="41" y="623"/>
                  </a:lnTo>
                  <a:lnTo>
                    <a:pt x="0" y="663"/>
                  </a:lnTo>
                  <a:lnTo>
                    <a:pt x="0" y="723"/>
                  </a:lnTo>
                  <a:lnTo>
                    <a:pt x="743" y="1466"/>
                  </a:lnTo>
                  <a:lnTo>
                    <a:pt x="1587" y="623"/>
                  </a:lnTo>
                  <a:lnTo>
                    <a:pt x="1587" y="623"/>
                  </a:lnTo>
                  <a:lnTo>
                    <a:pt x="1386" y="643"/>
                  </a:lnTo>
                  <a:lnTo>
                    <a:pt x="1245" y="623"/>
                  </a:lnTo>
                  <a:lnTo>
                    <a:pt x="1125" y="563"/>
                  </a:lnTo>
                  <a:lnTo>
                    <a:pt x="1024" y="482"/>
                  </a:lnTo>
                  <a:lnTo>
                    <a:pt x="944" y="362"/>
                  </a:lnTo>
                  <a:lnTo>
                    <a:pt x="884" y="261"/>
                  </a:lnTo>
                  <a:lnTo>
                    <a:pt x="72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90" name="Google Shape;590;p7"/>
            <p:cNvSpPr/>
            <p:nvPr/>
          </p:nvSpPr>
          <p:spPr>
            <a:xfrm>
              <a:off x="5996150" y="3046725"/>
              <a:ext cx="34150" cy="31650"/>
            </a:xfrm>
            <a:custGeom>
              <a:rect b="b" l="l" r="r" t="t"/>
              <a:pathLst>
                <a:path extrusionOk="0" h="1266" w="1366">
                  <a:moveTo>
                    <a:pt x="703" y="1"/>
                  </a:moveTo>
                  <a:lnTo>
                    <a:pt x="0" y="603"/>
                  </a:lnTo>
                  <a:lnTo>
                    <a:pt x="723" y="1266"/>
                  </a:lnTo>
                  <a:lnTo>
                    <a:pt x="1365" y="603"/>
                  </a:lnTo>
                  <a:lnTo>
                    <a:pt x="703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91" name="Google Shape;591;p7"/>
            <p:cNvSpPr/>
            <p:nvPr/>
          </p:nvSpPr>
          <p:spPr>
            <a:xfrm>
              <a:off x="5456500" y="2636625"/>
              <a:ext cx="35175" cy="35650"/>
            </a:xfrm>
            <a:custGeom>
              <a:rect b="b" l="l" r="r" t="t"/>
              <a:pathLst>
                <a:path extrusionOk="0" h="1426" w="1407">
                  <a:moveTo>
                    <a:pt x="683" y="0"/>
                  </a:moveTo>
                  <a:lnTo>
                    <a:pt x="1" y="622"/>
                  </a:lnTo>
                  <a:lnTo>
                    <a:pt x="804" y="1426"/>
                  </a:lnTo>
                  <a:lnTo>
                    <a:pt x="804" y="1265"/>
                  </a:lnTo>
                  <a:lnTo>
                    <a:pt x="824" y="1145"/>
                  </a:lnTo>
                  <a:lnTo>
                    <a:pt x="864" y="1024"/>
                  </a:lnTo>
                  <a:lnTo>
                    <a:pt x="904" y="944"/>
                  </a:lnTo>
                  <a:lnTo>
                    <a:pt x="985" y="884"/>
                  </a:lnTo>
                  <a:lnTo>
                    <a:pt x="1065" y="823"/>
                  </a:lnTo>
                  <a:lnTo>
                    <a:pt x="1165" y="783"/>
                  </a:lnTo>
                  <a:lnTo>
                    <a:pt x="1286" y="763"/>
                  </a:lnTo>
                  <a:lnTo>
                    <a:pt x="1326" y="743"/>
                  </a:lnTo>
                  <a:lnTo>
                    <a:pt x="1366" y="703"/>
                  </a:lnTo>
                  <a:lnTo>
                    <a:pt x="1386" y="683"/>
                  </a:lnTo>
                  <a:lnTo>
                    <a:pt x="1406" y="643"/>
                  </a:lnTo>
                  <a:lnTo>
                    <a:pt x="1386" y="602"/>
                  </a:lnTo>
                  <a:lnTo>
                    <a:pt x="1366" y="562"/>
                  </a:lnTo>
                  <a:lnTo>
                    <a:pt x="1306" y="502"/>
                  </a:lnTo>
                  <a:lnTo>
                    <a:pt x="1145" y="442"/>
                  </a:lnTo>
                  <a:lnTo>
                    <a:pt x="985" y="361"/>
                  </a:lnTo>
                  <a:lnTo>
                    <a:pt x="924" y="321"/>
                  </a:lnTo>
                  <a:lnTo>
                    <a:pt x="864" y="261"/>
                  </a:lnTo>
                  <a:lnTo>
                    <a:pt x="824" y="181"/>
                  </a:lnTo>
                  <a:lnTo>
                    <a:pt x="804" y="80"/>
                  </a:lnTo>
                  <a:lnTo>
                    <a:pt x="784" y="40"/>
                  </a:lnTo>
                  <a:lnTo>
                    <a:pt x="744" y="20"/>
                  </a:lnTo>
                  <a:lnTo>
                    <a:pt x="68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92" name="Google Shape;592;p7"/>
            <p:cNvSpPr/>
            <p:nvPr/>
          </p:nvSpPr>
          <p:spPr>
            <a:xfrm>
              <a:off x="5347075" y="3146125"/>
              <a:ext cx="40675" cy="37675"/>
            </a:xfrm>
            <a:custGeom>
              <a:rect b="b" l="l" r="r" t="t"/>
              <a:pathLst>
                <a:path extrusionOk="0" h="1507" w="1627">
                  <a:moveTo>
                    <a:pt x="743" y="1"/>
                  </a:moveTo>
                  <a:lnTo>
                    <a:pt x="703" y="161"/>
                  </a:lnTo>
                  <a:lnTo>
                    <a:pt x="643" y="282"/>
                  </a:lnTo>
                  <a:lnTo>
                    <a:pt x="542" y="382"/>
                  </a:lnTo>
                  <a:lnTo>
                    <a:pt x="422" y="463"/>
                  </a:lnTo>
                  <a:lnTo>
                    <a:pt x="201" y="563"/>
                  </a:lnTo>
                  <a:lnTo>
                    <a:pt x="81" y="623"/>
                  </a:lnTo>
                  <a:lnTo>
                    <a:pt x="0" y="704"/>
                  </a:lnTo>
                  <a:lnTo>
                    <a:pt x="763" y="1507"/>
                  </a:lnTo>
                  <a:lnTo>
                    <a:pt x="884" y="1266"/>
                  </a:lnTo>
                  <a:lnTo>
                    <a:pt x="964" y="1145"/>
                  </a:lnTo>
                  <a:lnTo>
                    <a:pt x="1044" y="1045"/>
                  </a:lnTo>
                  <a:lnTo>
                    <a:pt x="1145" y="965"/>
                  </a:lnTo>
                  <a:lnTo>
                    <a:pt x="1285" y="904"/>
                  </a:lnTo>
                  <a:lnTo>
                    <a:pt x="1627" y="744"/>
                  </a:lnTo>
                  <a:lnTo>
                    <a:pt x="1265" y="583"/>
                  </a:lnTo>
                  <a:lnTo>
                    <a:pt x="1125" y="523"/>
                  </a:lnTo>
                  <a:lnTo>
                    <a:pt x="1024" y="442"/>
                  </a:lnTo>
                  <a:lnTo>
                    <a:pt x="944" y="342"/>
                  </a:lnTo>
                  <a:lnTo>
                    <a:pt x="864" y="242"/>
                  </a:lnTo>
                  <a:lnTo>
                    <a:pt x="743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93" name="Google Shape;593;p7"/>
            <p:cNvSpPr/>
            <p:nvPr/>
          </p:nvSpPr>
          <p:spPr>
            <a:xfrm>
              <a:off x="5346575" y="3042225"/>
              <a:ext cx="40675" cy="38675"/>
            </a:xfrm>
            <a:custGeom>
              <a:rect b="b" l="l" r="r" t="t"/>
              <a:pathLst>
                <a:path extrusionOk="0" h="1547" w="1627">
                  <a:moveTo>
                    <a:pt x="723" y="0"/>
                  </a:moveTo>
                  <a:lnTo>
                    <a:pt x="603" y="281"/>
                  </a:lnTo>
                  <a:lnTo>
                    <a:pt x="542" y="382"/>
                  </a:lnTo>
                  <a:lnTo>
                    <a:pt x="482" y="462"/>
                  </a:lnTo>
                  <a:lnTo>
                    <a:pt x="362" y="562"/>
                  </a:lnTo>
                  <a:lnTo>
                    <a:pt x="241" y="623"/>
                  </a:lnTo>
                  <a:lnTo>
                    <a:pt x="0" y="763"/>
                  </a:lnTo>
                  <a:lnTo>
                    <a:pt x="783" y="1546"/>
                  </a:lnTo>
                  <a:lnTo>
                    <a:pt x="904" y="1305"/>
                  </a:lnTo>
                  <a:lnTo>
                    <a:pt x="964" y="1185"/>
                  </a:lnTo>
                  <a:lnTo>
                    <a:pt x="1064" y="1085"/>
                  </a:lnTo>
                  <a:lnTo>
                    <a:pt x="1165" y="1024"/>
                  </a:lnTo>
                  <a:lnTo>
                    <a:pt x="1285" y="944"/>
                  </a:lnTo>
                  <a:lnTo>
                    <a:pt x="1627" y="803"/>
                  </a:lnTo>
                  <a:lnTo>
                    <a:pt x="1285" y="643"/>
                  </a:lnTo>
                  <a:lnTo>
                    <a:pt x="1145" y="583"/>
                  </a:lnTo>
                  <a:lnTo>
                    <a:pt x="1044" y="502"/>
                  </a:lnTo>
                  <a:lnTo>
                    <a:pt x="944" y="402"/>
                  </a:lnTo>
                  <a:lnTo>
                    <a:pt x="884" y="281"/>
                  </a:lnTo>
                  <a:lnTo>
                    <a:pt x="72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94" name="Google Shape;594;p7"/>
            <p:cNvSpPr/>
            <p:nvPr/>
          </p:nvSpPr>
          <p:spPr>
            <a:xfrm>
              <a:off x="5989100" y="3351950"/>
              <a:ext cx="41700" cy="36175"/>
            </a:xfrm>
            <a:custGeom>
              <a:rect b="b" l="l" r="r" t="t"/>
              <a:pathLst>
                <a:path extrusionOk="0" h="1447" w="1668">
                  <a:moveTo>
                    <a:pt x="945" y="0"/>
                  </a:moveTo>
                  <a:lnTo>
                    <a:pt x="905" y="121"/>
                  </a:lnTo>
                  <a:lnTo>
                    <a:pt x="824" y="221"/>
                  </a:lnTo>
                  <a:lnTo>
                    <a:pt x="744" y="322"/>
                  </a:lnTo>
                  <a:lnTo>
                    <a:pt x="644" y="422"/>
                  </a:lnTo>
                  <a:lnTo>
                    <a:pt x="523" y="502"/>
                  </a:lnTo>
                  <a:lnTo>
                    <a:pt x="382" y="583"/>
                  </a:lnTo>
                  <a:lnTo>
                    <a:pt x="1" y="743"/>
                  </a:lnTo>
                  <a:lnTo>
                    <a:pt x="222" y="783"/>
                  </a:lnTo>
                  <a:lnTo>
                    <a:pt x="382" y="844"/>
                  </a:lnTo>
                  <a:lnTo>
                    <a:pt x="543" y="924"/>
                  </a:lnTo>
                  <a:lnTo>
                    <a:pt x="664" y="1004"/>
                  </a:lnTo>
                  <a:lnTo>
                    <a:pt x="744" y="1105"/>
                  </a:lnTo>
                  <a:lnTo>
                    <a:pt x="824" y="1205"/>
                  </a:lnTo>
                  <a:lnTo>
                    <a:pt x="884" y="1326"/>
                  </a:lnTo>
                  <a:lnTo>
                    <a:pt x="945" y="1446"/>
                  </a:lnTo>
                  <a:lnTo>
                    <a:pt x="1668" y="683"/>
                  </a:lnTo>
                  <a:lnTo>
                    <a:pt x="945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95" name="Google Shape;595;p7"/>
            <p:cNvSpPr/>
            <p:nvPr/>
          </p:nvSpPr>
          <p:spPr>
            <a:xfrm>
              <a:off x="5456500" y="2738525"/>
              <a:ext cx="34675" cy="32650"/>
            </a:xfrm>
            <a:custGeom>
              <a:rect b="b" l="l" r="r" t="t"/>
              <a:pathLst>
                <a:path extrusionOk="0" h="1306" w="1387">
                  <a:moveTo>
                    <a:pt x="663" y="0"/>
                  </a:moveTo>
                  <a:lnTo>
                    <a:pt x="583" y="60"/>
                  </a:lnTo>
                  <a:lnTo>
                    <a:pt x="523" y="141"/>
                  </a:lnTo>
                  <a:lnTo>
                    <a:pt x="422" y="301"/>
                  </a:lnTo>
                  <a:lnTo>
                    <a:pt x="342" y="382"/>
                  </a:lnTo>
                  <a:lnTo>
                    <a:pt x="262" y="462"/>
                  </a:lnTo>
                  <a:lnTo>
                    <a:pt x="161" y="522"/>
                  </a:lnTo>
                  <a:lnTo>
                    <a:pt x="41" y="542"/>
                  </a:lnTo>
                  <a:lnTo>
                    <a:pt x="21" y="562"/>
                  </a:lnTo>
                  <a:lnTo>
                    <a:pt x="21" y="603"/>
                  </a:lnTo>
                  <a:lnTo>
                    <a:pt x="1" y="643"/>
                  </a:lnTo>
                  <a:lnTo>
                    <a:pt x="663" y="1305"/>
                  </a:lnTo>
                  <a:lnTo>
                    <a:pt x="1386" y="663"/>
                  </a:lnTo>
                  <a:lnTo>
                    <a:pt x="66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96" name="Google Shape;596;p7"/>
            <p:cNvSpPr/>
            <p:nvPr/>
          </p:nvSpPr>
          <p:spPr>
            <a:xfrm>
              <a:off x="5888200" y="2943825"/>
              <a:ext cx="34175" cy="31650"/>
            </a:xfrm>
            <a:custGeom>
              <a:rect b="b" l="l" r="r" t="t"/>
              <a:pathLst>
                <a:path extrusionOk="0" h="1266" w="1367">
                  <a:moveTo>
                    <a:pt x="704" y="1"/>
                  </a:moveTo>
                  <a:lnTo>
                    <a:pt x="1" y="623"/>
                  </a:lnTo>
                  <a:lnTo>
                    <a:pt x="704" y="1266"/>
                  </a:lnTo>
                  <a:lnTo>
                    <a:pt x="1366" y="643"/>
                  </a:lnTo>
                  <a:lnTo>
                    <a:pt x="704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97" name="Google Shape;597;p7"/>
            <p:cNvSpPr/>
            <p:nvPr/>
          </p:nvSpPr>
          <p:spPr>
            <a:xfrm>
              <a:off x="5455500" y="2943325"/>
              <a:ext cx="36675" cy="35175"/>
            </a:xfrm>
            <a:custGeom>
              <a:rect b="b" l="l" r="r" t="t"/>
              <a:pathLst>
                <a:path extrusionOk="0" h="1407" w="1467">
                  <a:moveTo>
                    <a:pt x="703" y="1"/>
                  </a:moveTo>
                  <a:lnTo>
                    <a:pt x="0" y="663"/>
                  </a:lnTo>
                  <a:lnTo>
                    <a:pt x="804" y="1406"/>
                  </a:lnTo>
                  <a:lnTo>
                    <a:pt x="824" y="1246"/>
                  </a:lnTo>
                  <a:lnTo>
                    <a:pt x="864" y="1125"/>
                  </a:lnTo>
                  <a:lnTo>
                    <a:pt x="944" y="1025"/>
                  </a:lnTo>
                  <a:lnTo>
                    <a:pt x="1045" y="944"/>
                  </a:lnTo>
                  <a:lnTo>
                    <a:pt x="1145" y="884"/>
                  </a:lnTo>
                  <a:lnTo>
                    <a:pt x="1245" y="824"/>
                  </a:lnTo>
                  <a:lnTo>
                    <a:pt x="1466" y="683"/>
                  </a:lnTo>
                  <a:lnTo>
                    <a:pt x="703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98" name="Google Shape;598;p7"/>
            <p:cNvSpPr/>
            <p:nvPr/>
          </p:nvSpPr>
          <p:spPr>
            <a:xfrm>
              <a:off x="5995650" y="3148650"/>
              <a:ext cx="35150" cy="33650"/>
            </a:xfrm>
            <a:custGeom>
              <a:rect b="b" l="l" r="r" t="t"/>
              <a:pathLst>
                <a:path extrusionOk="0" h="1346" w="1406">
                  <a:moveTo>
                    <a:pt x="723" y="0"/>
                  </a:moveTo>
                  <a:lnTo>
                    <a:pt x="0" y="663"/>
                  </a:lnTo>
                  <a:lnTo>
                    <a:pt x="20" y="723"/>
                  </a:lnTo>
                  <a:lnTo>
                    <a:pt x="40" y="763"/>
                  </a:lnTo>
                  <a:lnTo>
                    <a:pt x="100" y="783"/>
                  </a:lnTo>
                  <a:lnTo>
                    <a:pt x="161" y="803"/>
                  </a:lnTo>
                  <a:lnTo>
                    <a:pt x="301" y="843"/>
                  </a:lnTo>
                  <a:lnTo>
                    <a:pt x="361" y="864"/>
                  </a:lnTo>
                  <a:lnTo>
                    <a:pt x="422" y="904"/>
                  </a:lnTo>
                  <a:lnTo>
                    <a:pt x="562" y="1125"/>
                  </a:lnTo>
                  <a:lnTo>
                    <a:pt x="703" y="1345"/>
                  </a:lnTo>
                  <a:lnTo>
                    <a:pt x="1406" y="623"/>
                  </a:lnTo>
                  <a:lnTo>
                    <a:pt x="72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99" name="Google Shape;599;p7"/>
            <p:cNvSpPr/>
            <p:nvPr/>
          </p:nvSpPr>
          <p:spPr>
            <a:xfrm>
              <a:off x="5888725" y="2740025"/>
              <a:ext cx="33650" cy="29650"/>
            </a:xfrm>
            <a:custGeom>
              <a:rect b="b" l="l" r="r" t="t"/>
              <a:pathLst>
                <a:path extrusionOk="0" h="1186" w="1346">
                  <a:moveTo>
                    <a:pt x="663" y="0"/>
                  </a:moveTo>
                  <a:lnTo>
                    <a:pt x="0" y="583"/>
                  </a:lnTo>
                  <a:lnTo>
                    <a:pt x="663" y="1185"/>
                  </a:lnTo>
                  <a:lnTo>
                    <a:pt x="1345" y="603"/>
                  </a:lnTo>
                  <a:lnTo>
                    <a:pt x="66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00" name="Google Shape;600;p7"/>
            <p:cNvSpPr/>
            <p:nvPr/>
          </p:nvSpPr>
          <p:spPr>
            <a:xfrm>
              <a:off x="5347075" y="3249050"/>
              <a:ext cx="37675" cy="37650"/>
            </a:xfrm>
            <a:custGeom>
              <a:rect b="b" l="l" r="r" t="t"/>
              <a:pathLst>
                <a:path extrusionOk="0" h="1506" w="1507">
                  <a:moveTo>
                    <a:pt x="723" y="0"/>
                  </a:moveTo>
                  <a:lnTo>
                    <a:pt x="0" y="743"/>
                  </a:lnTo>
                  <a:lnTo>
                    <a:pt x="804" y="1506"/>
                  </a:lnTo>
                  <a:lnTo>
                    <a:pt x="844" y="1365"/>
                  </a:lnTo>
                  <a:lnTo>
                    <a:pt x="884" y="1225"/>
                  </a:lnTo>
                  <a:lnTo>
                    <a:pt x="964" y="1124"/>
                  </a:lnTo>
                  <a:lnTo>
                    <a:pt x="1044" y="1044"/>
                  </a:lnTo>
                  <a:lnTo>
                    <a:pt x="1145" y="964"/>
                  </a:lnTo>
                  <a:lnTo>
                    <a:pt x="1245" y="904"/>
                  </a:lnTo>
                  <a:lnTo>
                    <a:pt x="1366" y="843"/>
                  </a:lnTo>
                  <a:lnTo>
                    <a:pt x="1506" y="823"/>
                  </a:lnTo>
                  <a:lnTo>
                    <a:pt x="1486" y="723"/>
                  </a:lnTo>
                  <a:lnTo>
                    <a:pt x="1466" y="663"/>
                  </a:lnTo>
                  <a:lnTo>
                    <a:pt x="1406" y="602"/>
                  </a:lnTo>
                  <a:lnTo>
                    <a:pt x="1346" y="582"/>
                  </a:lnTo>
                  <a:lnTo>
                    <a:pt x="1225" y="542"/>
                  </a:lnTo>
                  <a:lnTo>
                    <a:pt x="1165" y="502"/>
                  </a:lnTo>
                  <a:lnTo>
                    <a:pt x="1105" y="482"/>
                  </a:lnTo>
                  <a:lnTo>
                    <a:pt x="1004" y="361"/>
                  </a:lnTo>
                  <a:lnTo>
                    <a:pt x="904" y="241"/>
                  </a:lnTo>
                  <a:lnTo>
                    <a:pt x="72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01" name="Google Shape;601;p7"/>
            <p:cNvSpPr/>
            <p:nvPr/>
          </p:nvSpPr>
          <p:spPr>
            <a:xfrm>
              <a:off x="5347075" y="2942325"/>
              <a:ext cx="38675" cy="36175"/>
            </a:xfrm>
            <a:custGeom>
              <a:rect b="b" l="l" r="r" t="t"/>
              <a:pathLst>
                <a:path extrusionOk="0" h="1447" w="1547">
                  <a:moveTo>
                    <a:pt x="763" y="0"/>
                  </a:moveTo>
                  <a:lnTo>
                    <a:pt x="0" y="703"/>
                  </a:lnTo>
                  <a:lnTo>
                    <a:pt x="804" y="1446"/>
                  </a:lnTo>
                  <a:lnTo>
                    <a:pt x="824" y="1306"/>
                  </a:lnTo>
                  <a:lnTo>
                    <a:pt x="884" y="1165"/>
                  </a:lnTo>
                  <a:lnTo>
                    <a:pt x="964" y="1065"/>
                  </a:lnTo>
                  <a:lnTo>
                    <a:pt x="1065" y="984"/>
                  </a:lnTo>
                  <a:lnTo>
                    <a:pt x="1165" y="904"/>
                  </a:lnTo>
                  <a:lnTo>
                    <a:pt x="1285" y="844"/>
                  </a:lnTo>
                  <a:lnTo>
                    <a:pt x="1546" y="683"/>
                  </a:lnTo>
                  <a:lnTo>
                    <a:pt x="1245" y="543"/>
                  </a:lnTo>
                  <a:lnTo>
                    <a:pt x="1125" y="482"/>
                  </a:lnTo>
                  <a:lnTo>
                    <a:pt x="1024" y="402"/>
                  </a:lnTo>
                  <a:lnTo>
                    <a:pt x="944" y="322"/>
                  </a:lnTo>
                  <a:lnTo>
                    <a:pt x="864" y="201"/>
                  </a:lnTo>
                  <a:lnTo>
                    <a:pt x="76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02" name="Google Shape;602;p7"/>
            <p:cNvSpPr/>
            <p:nvPr/>
          </p:nvSpPr>
          <p:spPr>
            <a:xfrm>
              <a:off x="5346075" y="3350950"/>
              <a:ext cx="41675" cy="39675"/>
            </a:xfrm>
            <a:custGeom>
              <a:rect b="b" l="l" r="r" t="t"/>
              <a:pathLst>
                <a:path extrusionOk="0" h="1587" w="1667">
                  <a:moveTo>
                    <a:pt x="803" y="0"/>
                  </a:moveTo>
                  <a:lnTo>
                    <a:pt x="0" y="783"/>
                  </a:lnTo>
                  <a:lnTo>
                    <a:pt x="20" y="823"/>
                  </a:lnTo>
                  <a:lnTo>
                    <a:pt x="40" y="864"/>
                  </a:lnTo>
                  <a:lnTo>
                    <a:pt x="161" y="904"/>
                  </a:lnTo>
                  <a:lnTo>
                    <a:pt x="281" y="944"/>
                  </a:lnTo>
                  <a:lnTo>
                    <a:pt x="342" y="964"/>
                  </a:lnTo>
                  <a:lnTo>
                    <a:pt x="402" y="1004"/>
                  </a:lnTo>
                  <a:lnTo>
                    <a:pt x="502" y="1145"/>
                  </a:lnTo>
                  <a:lnTo>
                    <a:pt x="603" y="1285"/>
                  </a:lnTo>
                  <a:lnTo>
                    <a:pt x="783" y="1586"/>
                  </a:lnTo>
                  <a:lnTo>
                    <a:pt x="944" y="1285"/>
                  </a:lnTo>
                  <a:lnTo>
                    <a:pt x="1024" y="1145"/>
                  </a:lnTo>
                  <a:lnTo>
                    <a:pt x="1105" y="1044"/>
                  </a:lnTo>
                  <a:lnTo>
                    <a:pt x="1205" y="964"/>
                  </a:lnTo>
                  <a:lnTo>
                    <a:pt x="1325" y="884"/>
                  </a:lnTo>
                  <a:lnTo>
                    <a:pt x="1667" y="743"/>
                  </a:lnTo>
                  <a:lnTo>
                    <a:pt x="1325" y="582"/>
                  </a:lnTo>
                  <a:lnTo>
                    <a:pt x="1185" y="522"/>
                  </a:lnTo>
                  <a:lnTo>
                    <a:pt x="1064" y="442"/>
                  </a:lnTo>
                  <a:lnTo>
                    <a:pt x="984" y="342"/>
                  </a:lnTo>
                  <a:lnTo>
                    <a:pt x="924" y="241"/>
                  </a:lnTo>
                  <a:lnTo>
                    <a:pt x="80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03" name="Google Shape;603;p7"/>
            <p:cNvSpPr/>
            <p:nvPr/>
          </p:nvSpPr>
          <p:spPr>
            <a:xfrm>
              <a:off x="5235125" y="3348925"/>
              <a:ext cx="40700" cy="42700"/>
            </a:xfrm>
            <a:custGeom>
              <a:rect b="b" l="l" r="r" t="t"/>
              <a:pathLst>
                <a:path extrusionOk="0" h="1708" w="1628">
                  <a:moveTo>
                    <a:pt x="884" y="1"/>
                  </a:moveTo>
                  <a:lnTo>
                    <a:pt x="744" y="282"/>
                  </a:lnTo>
                  <a:lnTo>
                    <a:pt x="663" y="402"/>
                  </a:lnTo>
                  <a:lnTo>
                    <a:pt x="583" y="503"/>
                  </a:lnTo>
                  <a:lnTo>
                    <a:pt x="462" y="603"/>
                  </a:lnTo>
                  <a:lnTo>
                    <a:pt x="342" y="663"/>
                  </a:lnTo>
                  <a:lnTo>
                    <a:pt x="1" y="824"/>
                  </a:lnTo>
                  <a:lnTo>
                    <a:pt x="322" y="985"/>
                  </a:lnTo>
                  <a:lnTo>
                    <a:pt x="462" y="1065"/>
                  </a:lnTo>
                  <a:lnTo>
                    <a:pt x="563" y="1145"/>
                  </a:lnTo>
                  <a:lnTo>
                    <a:pt x="643" y="1246"/>
                  </a:lnTo>
                  <a:lnTo>
                    <a:pt x="723" y="1386"/>
                  </a:lnTo>
                  <a:lnTo>
                    <a:pt x="884" y="1708"/>
                  </a:lnTo>
                  <a:lnTo>
                    <a:pt x="1045" y="1406"/>
                  </a:lnTo>
                  <a:lnTo>
                    <a:pt x="1185" y="1165"/>
                  </a:lnTo>
                  <a:lnTo>
                    <a:pt x="1225" y="1105"/>
                  </a:lnTo>
                  <a:lnTo>
                    <a:pt x="1306" y="1065"/>
                  </a:lnTo>
                  <a:lnTo>
                    <a:pt x="1466" y="1005"/>
                  </a:lnTo>
                  <a:lnTo>
                    <a:pt x="1547" y="965"/>
                  </a:lnTo>
                  <a:lnTo>
                    <a:pt x="1607" y="904"/>
                  </a:lnTo>
                  <a:lnTo>
                    <a:pt x="1627" y="804"/>
                  </a:lnTo>
                  <a:lnTo>
                    <a:pt x="1627" y="663"/>
                  </a:lnTo>
                  <a:lnTo>
                    <a:pt x="1466" y="684"/>
                  </a:lnTo>
                  <a:lnTo>
                    <a:pt x="1346" y="663"/>
                  </a:lnTo>
                  <a:lnTo>
                    <a:pt x="1246" y="603"/>
                  </a:lnTo>
                  <a:lnTo>
                    <a:pt x="1165" y="503"/>
                  </a:lnTo>
                  <a:lnTo>
                    <a:pt x="1085" y="402"/>
                  </a:lnTo>
                  <a:lnTo>
                    <a:pt x="1025" y="262"/>
                  </a:lnTo>
                  <a:lnTo>
                    <a:pt x="884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04" name="Google Shape;604;p7"/>
            <p:cNvSpPr/>
            <p:nvPr/>
          </p:nvSpPr>
          <p:spPr>
            <a:xfrm>
              <a:off x="5888200" y="2842425"/>
              <a:ext cx="34175" cy="30650"/>
            </a:xfrm>
            <a:custGeom>
              <a:rect b="b" l="l" r="r" t="t"/>
              <a:pathLst>
                <a:path extrusionOk="0" h="1226" w="1367">
                  <a:moveTo>
                    <a:pt x="704" y="1"/>
                  </a:moveTo>
                  <a:lnTo>
                    <a:pt x="1" y="583"/>
                  </a:lnTo>
                  <a:lnTo>
                    <a:pt x="704" y="1225"/>
                  </a:lnTo>
                  <a:lnTo>
                    <a:pt x="1366" y="583"/>
                  </a:lnTo>
                  <a:lnTo>
                    <a:pt x="704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05" name="Google Shape;605;p7"/>
            <p:cNvSpPr/>
            <p:nvPr/>
          </p:nvSpPr>
          <p:spPr>
            <a:xfrm>
              <a:off x="5456000" y="2840425"/>
              <a:ext cx="35175" cy="36175"/>
            </a:xfrm>
            <a:custGeom>
              <a:rect b="b" l="l" r="r" t="t"/>
              <a:pathLst>
                <a:path extrusionOk="0" h="1447" w="1407">
                  <a:moveTo>
                    <a:pt x="683" y="0"/>
                  </a:moveTo>
                  <a:lnTo>
                    <a:pt x="603" y="81"/>
                  </a:lnTo>
                  <a:lnTo>
                    <a:pt x="543" y="161"/>
                  </a:lnTo>
                  <a:lnTo>
                    <a:pt x="422" y="342"/>
                  </a:lnTo>
                  <a:lnTo>
                    <a:pt x="362" y="422"/>
                  </a:lnTo>
                  <a:lnTo>
                    <a:pt x="262" y="482"/>
                  </a:lnTo>
                  <a:lnTo>
                    <a:pt x="161" y="542"/>
                  </a:lnTo>
                  <a:lnTo>
                    <a:pt x="41" y="563"/>
                  </a:lnTo>
                  <a:lnTo>
                    <a:pt x="21" y="583"/>
                  </a:lnTo>
                  <a:lnTo>
                    <a:pt x="21" y="643"/>
                  </a:lnTo>
                  <a:lnTo>
                    <a:pt x="1" y="763"/>
                  </a:lnTo>
                  <a:lnTo>
                    <a:pt x="221" y="864"/>
                  </a:lnTo>
                  <a:lnTo>
                    <a:pt x="322" y="904"/>
                  </a:lnTo>
                  <a:lnTo>
                    <a:pt x="422" y="964"/>
                  </a:lnTo>
                  <a:lnTo>
                    <a:pt x="503" y="1085"/>
                  </a:lnTo>
                  <a:lnTo>
                    <a:pt x="563" y="1185"/>
                  </a:lnTo>
                  <a:lnTo>
                    <a:pt x="703" y="1446"/>
                  </a:lnTo>
                  <a:lnTo>
                    <a:pt x="1406" y="683"/>
                  </a:lnTo>
                  <a:lnTo>
                    <a:pt x="68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06" name="Google Shape;606;p7"/>
            <p:cNvSpPr/>
            <p:nvPr/>
          </p:nvSpPr>
          <p:spPr>
            <a:xfrm>
              <a:off x="5995125" y="3250550"/>
              <a:ext cx="36175" cy="33650"/>
            </a:xfrm>
            <a:custGeom>
              <a:rect b="b" l="l" r="r" t="t"/>
              <a:pathLst>
                <a:path extrusionOk="0" h="1346" w="1447">
                  <a:moveTo>
                    <a:pt x="643" y="0"/>
                  </a:moveTo>
                  <a:lnTo>
                    <a:pt x="623" y="141"/>
                  </a:lnTo>
                  <a:lnTo>
                    <a:pt x="583" y="241"/>
                  </a:lnTo>
                  <a:lnTo>
                    <a:pt x="503" y="322"/>
                  </a:lnTo>
                  <a:lnTo>
                    <a:pt x="423" y="402"/>
                  </a:lnTo>
                  <a:lnTo>
                    <a:pt x="222" y="502"/>
                  </a:lnTo>
                  <a:lnTo>
                    <a:pt x="1" y="623"/>
                  </a:lnTo>
                  <a:lnTo>
                    <a:pt x="744" y="1346"/>
                  </a:lnTo>
                  <a:lnTo>
                    <a:pt x="1447" y="663"/>
                  </a:lnTo>
                  <a:lnTo>
                    <a:pt x="1366" y="583"/>
                  </a:lnTo>
                  <a:lnTo>
                    <a:pt x="1286" y="522"/>
                  </a:lnTo>
                  <a:lnTo>
                    <a:pt x="1085" y="402"/>
                  </a:lnTo>
                  <a:lnTo>
                    <a:pt x="1005" y="342"/>
                  </a:lnTo>
                  <a:lnTo>
                    <a:pt x="925" y="261"/>
                  </a:lnTo>
                  <a:lnTo>
                    <a:pt x="864" y="161"/>
                  </a:lnTo>
                  <a:lnTo>
                    <a:pt x="844" y="40"/>
                  </a:lnTo>
                  <a:lnTo>
                    <a:pt x="804" y="20"/>
                  </a:lnTo>
                  <a:lnTo>
                    <a:pt x="764" y="20"/>
                  </a:lnTo>
                  <a:lnTo>
                    <a:pt x="64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07" name="Google Shape;607;p7"/>
            <p:cNvSpPr/>
            <p:nvPr/>
          </p:nvSpPr>
          <p:spPr>
            <a:xfrm>
              <a:off x="5348075" y="2834900"/>
              <a:ext cx="37675" cy="39675"/>
            </a:xfrm>
            <a:custGeom>
              <a:rect b="b" l="l" r="r" t="t"/>
              <a:pathLst>
                <a:path extrusionOk="0" h="1587" w="1507">
                  <a:moveTo>
                    <a:pt x="683" y="0"/>
                  </a:moveTo>
                  <a:lnTo>
                    <a:pt x="563" y="302"/>
                  </a:lnTo>
                  <a:lnTo>
                    <a:pt x="502" y="422"/>
                  </a:lnTo>
                  <a:lnTo>
                    <a:pt x="422" y="522"/>
                  </a:lnTo>
                  <a:lnTo>
                    <a:pt x="342" y="623"/>
                  </a:lnTo>
                  <a:lnTo>
                    <a:pt x="262" y="683"/>
                  </a:lnTo>
                  <a:lnTo>
                    <a:pt x="161" y="743"/>
                  </a:lnTo>
                  <a:lnTo>
                    <a:pt x="41" y="784"/>
                  </a:lnTo>
                  <a:lnTo>
                    <a:pt x="21" y="804"/>
                  </a:lnTo>
                  <a:lnTo>
                    <a:pt x="0" y="844"/>
                  </a:lnTo>
                  <a:lnTo>
                    <a:pt x="0" y="904"/>
                  </a:lnTo>
                  <a:lnTo>
                    <a:pt x="764" y="1587"/>
                  </a:lnTo>
                  <a:lnTo>
                    <a:pt x="824" y="1406"/>
                  </a:lnTo>
                  <a:lnTo>
                    <a:pt x="864" y="1306"/>
                  </a:lnTo>
                  <a:lnTo>
                    <a:pt x="904" y="1245"/>
                  </a:lnTo>
                  <a:lnTo>
                    <a:pt x="1045" y="1165"/>
                  </a:lnTo>
                  <a:lnTo>
                    <a:pt x="1185" y="1065"/>
                  </a:lnTo>
                  <a:lnTo>
                    <a:pt x="1506" y="884"/>
                  </a:lnTo>
                  <a:lnTo>
                    <a:pt x="1225" y="743"/>
                  </a:lnTo>
                  <a:lnTo>
                    <a:pt x="1105" y="663"/>
                  </a:lnTo>
                  <a:lnTo>
                    <a:pt x="1004" y="583"/>
                  </a:lnTo>
                  <a:lnTo>
                    <a:pt x="904" y="482"/>
                  </a:lnTo>
                  <a:lnTo>
                    <a:pt x="824" y="342"/>
                  </a:lnTo>
                  <a:lnTo>
                    <a:pt x="743" y="201"/>
                  </a:lnTo>
                  <a:lnTo>
                    <a:pt x="68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08" name="Google Shape;608;p7"/>
            <p:cNvSpPr/>
            <p:nvPr/>
          </p:nvSpPr>
          <p:spPr>
            <a:xfrm>
              <a:off x="5237650" y="2942825"/>
              <a:ext cx="38175" cy="33650"/>
            </a:xfrm>
            <a:custGeom>
              <a:rect b="b" l="l" r="r" t="t"/>
              <a:pathLst>
                <a:path extrusionOk="0" h="1346" w="1527">
                  <a:moveTo>
                    <a:pt x="783" y="1"/>
                  </a:moveTo>
                  <a:lnTo>
                    <a:pt x="0" y="723"/>
                  </a:lnTo>
                  <a:lnTo>
                    <a:pt x="221" y="824"/>
                  </a:lnTo>
                  <a:lnTo>
                    <a:pt x="422" y="944"/>
                  </a:lnTo>
                  <a:lnTo>
                    <a:pt x="522" y="1025"/>
                  </a:lnTo>
                  <a:lnTo>
                    <a:pt x="582" y="1105"/>
                  </a:lnTo>
                  <a:lnTo>
                    <a:pt x="643" y="1205"/>
                  </a:lnTo>
                  <a:lnTo>
                    <a:pt x="703" y="1326"/>
                  </a:lnTo>
                  <a:lnTo>
                    <a:pt x="723" y="1346"/>
                  </a:lnTo>
                  <a:lnTo>
                    <a:pt x="783" y="1346"/>
                  </a:lnTo>
                  <a:lnTo>
                    <a:pt x="1526" y="663"/>
                  </a:lnTo>
                  <a:lnTo>
                    <a:pt x="783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09" name="Google Shape;609;p7"/>
            <p:cNvSpPr/>
            <p:nvPr/>
          </p:nvSpPr>
          <p:spPr>
            <a:xfrm>
              <a:off x="5239150" y="2840925"/>
              <a:ext cx="36150" cy="33150"/>
            </a:xfrm>
            <a:custGeom>
              <a:rect b="b" l="l" r="r" t="t"/>
              <a:pathLst>
                <a:path extrusionOk="0" h="1326" w="1446">
                  <a:moveTo>
                    <a:pt x="703" y="0"/>
                  </a:moveTo>
                  <a:lnTo>
                    <a:pt x="0" y="663"/>
                  </a:lnTo>
                  <a:lnTo>
                    <a:pt x="723" y="1326"/>
                  </a:lnTo>
                  <a:lnTo>
                    <a:pt x="1446" y="663"/>
                  </a:lnTo>
                  <a:lnTo>
                    <a:pt x="70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10" name="Google Shape;610;p7"/>
            <p:cNvSpPr/>
            <p:nvPr/>
          </p:nvSpPr>
          <p:spPr>
            <a:xfrm>
              <a:off x="5238650" y="3248525"/>
              <a:ext cx="37675" cy="37675"/>
            </a:xfrm>
            <a:custGeom>
              <a:rect b="b" l="l" r="r" t="t"/>
              <a:pathLst>
                <a:path extrusionOk="0" h="1507" w="1507">
                  <a:moveTo>
                    <a:pt x="783" y="1"/>
                  </a:moveTo>
                  <a:lnTo>
                    <a:pt x="0" y="744"/>
                  </a:lnTo>
                  <a:lnTo>
                    <a:pt x="803" y="1507"/>
                  </a:lnTo>
                  <a:lnTo>
                    <a:pt x="944" y="1246"/>
                  </a:lnTo>
                  <a:lnTo>
                    <a:pt x="1024" y="1125"/>
                  </a:lnTo>
                  <a:lnTo>
                    <a:pt x="1105" y="1005"/>
                  </a:lnTo>
                  <a:lnTo>
                    <a:pt x="1145" y="965"/>
                  </a:lnTo>
                  <a:lnTo>
                    <a:pt x="1225" y="945"/>
                  </a:lnTo>
                  <a:lnTo>
                    <a:pt x="1345" y="905"/>
                  </a:lnTo>
                  <a:lnTo>
                    <a:pt x="1406" y="884"/>
                  </a:lnTo>
                  <a:lnTo>
                    <a:pt x="1466" y="844"/>
                  </a:lnTo>
                  <a:lnTo>
                    <a:pt x="1506" y="764"/>
                  </a:lnTo>
                  <a:lnTo>
                    <a:pt x="1506" y="684"/>
                  </a:lnTo>
                  <a:lnTo>
                    <a:pt x="1265" y="563"/>
                  </a:lnTo>
                  <a:lnTo>
                    <a:pt x="1165" y="503"/>
                  </a:lnTo>
                  <a:lnTo>
                    <a:pt x="1064" y="423"/>
                  </a:lnTo>
                  <a:lnTo>
                    <a:pt x="964" y="342"/>
                  </a:lnTo>
                  <a:lnTo>
                    <a:pt x="904" y="242"/>
                  </a:lnTo>
                  <a:lnTo>
                    <a:pt x="823" y="121"/>
                  </a:lnTo>
                  <a:lnTo>
                    <a:pt x="783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11" name="Google Shape;611;p7"/>
            <p:cNvSpPr/>
            <p:nvPr/>
          </p:nvSpPr>
          <p:spPr>
            <a:xfrm>
              <a:off x="5996150" y="2945325"/>
              <a:ext cx="34650" cy="29150"/>
            </a:xfrm>
            <a:custGeom>
              <a:rect b="b" l="l" r="r" t="t"/>
              <a:pathLst>
                <a:path extrusionOk="0" h="1166" w="1386">
                  <a:moveTo>
                    <a:pt x="683" y="1"/>
                  </a:moveTo>
                  <a:lnTo>
                    <a:pt x="0" y="563"/>
                  </a:lnTo>
                  <a:lnTo>
                    <a:pt x="723" y="1166"/>
                  </a:lnTo>
                  <a:lnTo>
                    <a:pt x="1386" y="543"/>
                  </a:lnTo>
                  <a:lnTo>
                    <a:pt x="683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12" name="Google Shape;612;p7"/>
            <p:cNvSpPr/>
            <p:nvPr/>
          </p:nvSpPr>
          <p:spPr>
            <a:xfrm>
              <a:off x="5237650" y="3044725"/>
              <a:ext cx="38175" cy="34675"/>
            </a:xfrm>
            <a:custGeom>
              <a:rect b="b" l="l" r="r" t="t"/>
              <a:pathLst>
                <a:path extrusionOk="0" h="1387" w="1527">
                  <a:moveTo>
                    <a:pt x="743" y="1"/>
                  </a:moveTo>
                  <a:lnTo>
                    <a:pt x="622" y="201"/>
                  </a:lnTo>
                  <a:lnTo>
                    <a:pt x="562" y="302"/>
                  </a:lnTo>
                  <a:lnTo>
                    <a:pt x="462" y="422"/>
                  </a:lnTo>
                  <a:lnTo>
                    <a:pt x="361" y="503"/>
                  </a:lnTo>
                  <a:lnTo>
                    <a:pt x="241" y="563"/>
                  </a:lnTo>
                  <a:lnTo>
                    <a:pt x="0" y="683"/>
                  </a:lnTo>
                  <a:lnTo>
                    <a:pt x="763" y="1386"/>
                  </a:lnTo>
                  <a:lnTo>
                    <a:pt x="1526" y="703"/>
                  </a:lnTo>
                  <a:lnTo>
                    <a:pt x="743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13" name="Google Shape;613;p7"/>
            <p:cNvSpPr/>
            <p:nvPr/>
          </p:nvSpPr>
          <p:spPr>
            <a:xfrm>
              <a:off x="5347075" y="2739525"/>
              <a:ext cx="37175" cy="32150"/>
            </a:xfrm>
            <a:custGeom>
              <a:rect b="b" l="l" r="r" t="t"/>
              <a:pathLst>
                <a:path extrusionOk="0" h="1286" w="1487">
                  <a:moveTo>
                    <a:pt x="743" y="0"/>
                  </a:moveTo>
                  <a:lnTo>
                    <a:pt x="0" y="623"/>
                  </a:lnTo>
                  <a:lnTo>
                    <a:pt x="783" y="1285"/>
                  </a:lnTo>
                  <a:lnTo>
                    <a:pt x="884" y="1085"/>
                  </a:lnTo>
                  <a:lnTo>
                    <a:pt x="944" y="984"/>
                  </a:lnTo>
                  <a:lnTo>
                    <a:pt x="1004" y="884"/>
                  </a:lnTo>
                  <a:lnTo>
                    <a:pt x="1125" y="824"/>
                  </a:lnTo>
                  <a:lnTo>
                    <a:pt x="1245" y="763"/>
                  </a:lnTo>
                  <a:lnTo>
                    <a:pt x="1486" y="643"/>
                  </a:lnTo>
                  <a:lnTo>
                    <a:pt x="74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14" name="Google Shape;614;p7"/>
            <p:cNvSpPr/>
            <p:nvPr/>
          </p:nvSpPr>
          <p:spPr>
            <a:xfrm>
              <a:off x="5238650" y="3147125"/>
              <a:ext cx="37675" cy="36175"/>
            </a:xfrm>
            <a:custGeom>
              <a:rect b="b" l="l" r="r" t="t"/>
              <a:pathLst>
                <a:path extrusionOk="0" h="1447" w="1507">
                  <a:moveTo>
                    <a:pt x="763" y="1"/>
                  </a:moveTo>
                  <a:lnTo>
                    <a:pt x="0" y="704"/>
                  </a:lnTo>
                  <a:lnTo>
                    <a:pt x="803" y="1447"/>
                  </a:lnTo>
                  <a:lnTo>
                    <a:pt x="944" y="1186"/>
                  </a:lnTo>
                  <a:lnTo>
                    <a:pt x="1024" y="1065"/>
                  </a:lnTo>
                  <a:lnTo>
                    <a:pt x="1125" y="965"/>
                  </a:lnTo>
                  <a:lnTo>
                    <a:pt x="1165" y="925"/>
                  </a:lnTo>
                  <a:lnTo>
                    <a:pt x="1225" y="904"/>
                  </a:lnTo>
                  <a:lnTo>
                    <a:pt x="1366" y="864"/>
                  </a:lnTo>
                  <a:lnTo>
                    <a:pt x="1426" y="824"/>
                  </a:lnTo>
                  <a:lnTo>
                    <a:pt x="1466" y="784"/>
                  </a:lnTo>
                  <a:lnTo>
                    <a:pt x="1506" y="724"/>
                  </a:lnTo>
                  <a:lnTo>
                    <a:pt x="1506" y="623"/>
                  </a:lnTo>
                  <a:lnTo>
                    <a:pt x="1125" y="302"/>
                  </a:lnTo>
                  <a:lnTo>
                    <a:pt x="763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15" name="Google Shape;615;p7"/>
            <p:cNvSpPr/>
            <p:nvPr/>
          </p:nvSpPr>
          <p:spPr>
            <a:xfrm>
              <a:off x="5345575" y="2637125"/>
              <a:ext cx="36650" cy="30625"/>
            </a:xfrm>
            <a:custGeom>
              <a:rect b="b" l="l" r="r" t="t"/>
              <a:pathLst>
                <a:path extrusionOk="0" h="1225" w="1466">
                  <a:moveTo>
                    <a:pt x="783" y="0"/>
                  </a:moveTo>
                  <a:lnTo>
                    <a:pt x="0" y="663"/>
                  </a:lnTo>
                  <a:lnTo>
                    <a:pt x="221" y="743"/>
                  </a:lnTo>
                  <a:lnTo>
                    <a:pt x="341" y="783"/>
                  </a:lnTo>
                  <a:lnTo>
                    <a:pt x="422" y="843"/>
                  </a:lnTo>
                  <a:lnTo>
                    <a:pt x="522" y="924"/>
                  </a:lnTo>
                  <a:lnTo>
                    <a:pt x="582" y="1004"/>
                  </a:lnTo>
                  <a:lnTo>
                    <a:pt x="643" y="1084"/>
                  </a:lnTo>
                  <a:lnTo>
                    <a:pt x="703" y="1205"/>
                  </a:lnTo>
                  <a:lnTo>
                    <a:pt x="723" y="1225"/>
                  </a:lnTo>
                  <a:lnTo>
                    <a:pt x="783" y="1225"/>
                  </a:lnTo>
                  <a:lnTo>
                    <a:pt x="1466" y="602"/>
                  </a:lnTo>
                  <a:lnTo>
                    <a:pt x="78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16" name="Google Shape;616;p7"/>
            <p:cNvSpPr/>
            <p:nvPr/>
          </p:nvSpPr>
          <p:spPr>
            <a:xfrm>
              <a:off x="5995125" y="2843425"/>
              <a:ext cx="35675" cy="29150"/>
            </a:xfrm>
            <a:custGeom>
              <a:rect b="b" l="l" r="r" t="t"/>
              <a:pathLst>
                <a:path extrusionOk="0" h="1166" w="1427">
                  <a:moveTo>
                    <a:pt x="724" y="1"/>
                  </a:moveTo>
                  <a:lnTo>
                    <a:pt x="1" y="603"/>
                  </a:lnTo>
                  <a:lnTo>
                    <a:pt x="242" y="683"/>
                  </a:lnTo>
                  <a:lnTo>
                    <a:pt x="342" y="724"/>
                  </a:lnTo>
                  <a:lnTo>
                    <a:pt x="423" y="784"/>
                  </a:lnTo>
                  <a:lnTo>
                    <a:pt x="503" y="864"/>
                  </a:lnTo>
                  <a:lnTo>
                    <a:pt x="563" y="965"/>
                  </a:lnTo>
                  <a:lnTo>
                    <a:pt x="684" y="1165"/>
                  </a:lnTo>
                  <a:lnTo>
                    <a:pt x="1427" y="543"/>
                  </a:lnTo>
                  <a:lnTo>
                    <a:pt x="724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17" name="Google Shape;617;p7"/>
            <p:cNvSpPr/>
            <p:nvPr/>
          </p:nvSpPr>
          <p:spPr>
            <a:xfrm>
              <a:off x="5996650" y="2741025"/>
              <a:ext cx="30125" cy="28125"/>
            </a:xfrm>
            <a:custGeom>
              <a:rect b="b" l="l" r="r" t="t"/>
              <a:pathLst>
                <a:path extrusionOk="0" h="1125" w="1205">
                  <a:moveTo>
                    <a:pt x="663" y="1"/>
                  </a:moveTo>
                  <a:lnTo>
                    <a:pt x="0" y="543"/>
                  </a:lnTo>
                  <a:lnTo>
                    <a:pt x="703" y="1125"/>
                  </a:lnTo>
                  <a:lnTo>
                    <a:pt x="1205" y="663"/>
                  </a:lnTo>
                  <a:lnTo>
                    <a:pt x="663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18" name="Google Shape;618;p7"/>
            <p:cNvSpPr/>
            <p:nvPr/>
          </p:nvSpPr>
          <p:spPr>
            <a:xfrm>
              <a:off x="5240150" y="2738025"/>
              <a:ext cx="35150" cy="32650"/>
            </a:xfrm>
            <a:custGeom>
              <a:rect b="b" l="l" r="r" t="t"/>
              <a:pathLst>
                <a:path extrusionOk="0" h="1306" w="1406">
                  <a:moveTo>
                    <a:pt x="663" y="0"/>
                  </a:moveTo>
                  <a:lnTo>
                    <a:pt x="563" y="161"/>
                  </a:lnTo>
                  <a:lnTo>
                    <a:pt x="502" y="261"/>
                  </a:lnTo>
                  <a:lnTo>
                    <a:pt x="422" y="341"/>
                  </a:lnTo>
                  <a:lnTo>
                    <a:pt x="322" y="422"/>
                  </a:lnTo>
                  <a:lnTo>
                    <a:pt x="221" y="502"/>
                  </a:lnTo>
                  <a:lnTo>
                    <a:pt x="0" y="663"/>
                  </a:lnTo>
                  <a:lnTo>
                    <a:pt x="683" y="1305"/>
                  </a:lnTo>
                  <a:lnTo>
                    <a:pt x="1406" y="663"/>
                  </a:lnTo>
                  <a:lnTo>
                    <a:pt x="66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19" name="Google Shape;619;p7"/>
            <p:cNvSpPr/>
            <p:nvPr/>
          </p:nvSpPr>
          <p:spPr>
            <a:xfrm>
              <a:off x="5240650" y="2636100"/>
              <a:ext cx="36175" cy="31650"/>
            </a:xfrm>
            <a:custGeom>
              <a:rect b="b" l="l" r="r" t="t"/>
              <a:pathLst>
                <a:path extrusionOk="0" h="1266" w="1447">
                  <a:moveTo>
                    <a:pt x="683" y="1"/>
                  </a:moveTo>
                  <a:lnTo>
                    <a:pt x="0" y="664"/>
                  </a:lnTo>
                  <a:lnTo>
                    <a:pt x="663" y="1266"/>
                  </a:lnTo>
                  <a:lnTo>
                    <a:pt x="1446" y="603"/>
                  </a:lnTo>
                  <a:lnTo>
                    <a:pt x="1165" y="503"/>
                  </a:lnTo>
                  <a:lnTo>
                    <a:pt x="1065" y="443"/>
                  </a:lnTo>
                  <a:lnTo>
                    <a:pt x="964" y="382"/>
                  </a:lnTo>
                  <a:lnTo>
                    <a:pt x="884" y="282"/>
                  </a:lnTo>
                  <a:lnTo>
                    <a:pt x="804" y="182"/>
                  </a:lnTo>
                  <a:lnTo>
                    <a:pt x="683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20" name="Google Shape;620;p7"/>
            <p:cNvSpPr/>
            <p:nvPr/>
          </p:nvSpPr>
          <p:spPr>
            <a:xfrm>
              <a:off x="5997150" y="2638625"/>
              <a:ext cx="29125" cy="27125"/>
            </a:xfrm>
            <a:custGeom>
              <a:rect b="b" l="l" r="r" t="t"/>
              <a:pathLst>
                <a:path extrusionOk="0" h="1085" w="1165">
                  <a:moveTo>
                    <a:pt x="643" y="0"/>
                  </a:moveTo>
                  <a:lnTo>
                    <a:pt x="0" y="563"/>
                  </a:lnTo>
                  <a:lnTo>
                    <a:pt x="443" y="911"/>
                  </a:lnTo>
                  <a:lnTo>
                    <a:pt x="443" y="911"/>
                  </a:lnTo>
                  <a:lnTo>
                    <a:pt x="1165" y="462"/>
                  </a:lnTo>
                  <a:lnTo>
                    <a:pt x="643" y="0"/>
                  </a:lnTo>
                  <a:close/>
                  <a:moveTo>
                    <a:pt x="443" y="911"/>
                  </a:moveTo>
                  <a:lnTo>
                    <a:pt x="422" y="924"/>
                  </a:lnTo>
                  <a:lnTo>
                    <a:pt x="663" y="1085"/>
                  </a:lnTo>
                  <a:lnTo>
                    <a:pt x="443" y="91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621" name="Shape 6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2" name="Google Shape;622;p8"/>
          <p:cNvSpPr txBox="1"/>
          <p:nvPr>
            <p:ph type="title"/>
          </p:nvPr>
        </p:nvSpPr>
        <p:spPr>
          <a:xfrm>
            <a:off x="1827300" y="1626600"/>
            <a:ext cx="5489400" cy="1890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75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623" name="Google Shape;623;p8"/>
          <p:cNvSpPr/>
          <p:nvPr/>
        </p:nvSpPr>
        <p:spPr>
          <a:xfrm flipH="1">
            <a:off x="-37500" y="3947100"/>
            <a:ext cx="9219000" cy="11964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4" name="Google Shape;624;p8"/>
          <p:cNvSpPr/>
          <p:nvPr/>
        </p:nvSpPr>
        <p:spPr>
          <a:xfrm flipH="1">
            <a:off x="-37500" y="0"/>
            <a:ext cx="9219000" cy="11964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5" name="Google Shape;625;p8"/>
          <p:cNvSpPr/>
          <p:nvPr/>
        </p:nvSpPr>
        <p:spPr>
          <a:xfrm>
            <a:off x="689070" y="3805180"/>
            <a:ext cx="939900" cy="9399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6" name="Google Shape;626;p8"/>
          <p:cNvSpPr/>
          <p:nvPr/>
        </p:nvSpPr>
        <p:spPr>
          <a:xfrm flipH="1">
            <a:off x="80418" y="3516899"/>
            <a:ext cx="2946940" cy="1512969"/>
          </a:xfrm>
          <a:custGeom>
            <a:rect b="b" l="l" r="r" t="t"/>
            <a:pathLst>
              <a:path extrusionOk="0" h="27062" w="52711">
                <a:moveTo>
                  <a:pt x="48008" y="81"/>
                </a:moveTo>
                <a:lnTo>
                  <a:pt x="48654" y="122"/>
                </a:lnTo>
                <a:lnTo>
                  <a:pt x="49300" y="202"/>
                </a:lnTo>
                <a:lnTo>
                  <a:pt x="49623" y="243"/>
                </a:lnTo>
                <a:lnTo>
                  <a:pt x="49946" y="323"/>
                </a:lnTo>
                <a:lnTo>
                  <a:pt x="50248" y="404"/>
                </a:lnTo>
                <a:lnTo>
                  <a:pt x="50551" y="485"/>
                </a:lnTo>
                <a:lnTo>
                  <a:pt x="50854" y="606"/>
                </a:lnTo>
                <a:lnTo>
                  <a:pt x="51156" y="727"/>
                </a:lnTo>
                <a:lnTo>
                  <a:pt x="51399" y="848"/>
                </a:lnTo>
                <a:lnTo>
                  <a:pt x="51621" y="989"/>
                </a:lnTo>
                <a:lnTo>
                  <a:pt x="51822" y="1131"/>
                </a:lnTo>
                <a:lnTo>
                  <a:pt x="52004" y="1272"/>
                </a:lnTo>
                <a:lnTo>
                  <a:pt x="52165" y="1413"/>
                </a:lnTo>
                <a:lnTo>
                  <a:pt x="52287" y="1575"/>
                </a:lnTo>
                <a:lnTo>
                  <a:pt x="52408" y="1756"/>
                </a:lnTo>
                <a:lnTo>
                  <a:pt x="52488" y="1938"/>
                </a:lnTo>
                <a:lnTo>
                  <a:pt x="52569" y="2180"/>
                </a:lnTo>
                <a:lnTo>
                  <a:pt x="52609" y="2301"/>
                </a:lnTo>
                <a:lnTo>
                  <a:pt x="52630" y="2442"/>
                </a:lnTo>
                <a:lnTo>
                  <a:pt x="52630" y="2604"/>
                </a:lnTo>
                <a:lnTo>
                  <a:pt x="52609" y="2765"/>
                </a:lnTo>
                <a:lnTo>
                  <a:pt x="52589" y="2947"/>
                </a:lnTo>
                <a:lnTo>
                  <a:pt x="52549" y="3128"/>
                </a:lnTo>
                <a:lnTo>
                  <a:pt x="52488" y="3330"/>
                </a:lnTo>
                <a:lnTo>
                  <a:pt x="52408" y="3532"/>
                </a:lnTo>
                <a:lnTo>
                  <a:pt x="52307" y="3754"/>
                </a:lnTo>
                <a:lnTo>
                  <a:pt x="52186" y="3976"/>
                </a:lnTo>
                <a:lnTo>
                  <a:pt x="52024" y="4218"/>
                </a:lnTo>
                <a:lnTo>
                  <a:pt x="51843" y="4460"/>
                </a:lnTo>
                <a:lnTo>
                  <a:pt x="51641" y="4702"/>
                </a:lnTo>
                <a:lnTo>
                  <a:pt x="51399" y="4965"/>
                </a:lnTo>
                <a:lnTo>
                  <a:pt x="50854" y="5530"/>
                </a:lnTo>
                <a:lnTo>
                  <a:pt x="50269" y="6075"/>
                </a:lnTo>
                <a:lnTo>
                  <a:pt x="49118" y="7124"/>
                </a:lnTo>
                <a:lnTo>
                  <a:pt x="48311" y="7851"/>
                </a:lnTo>
                <a:lnTo>
                  <a:pt x="47524" y="8597"/>
                </a:lnTo>
                <a:lnTo>
                  <a:pt x="47141" y="8981"/>
                </a:lnTo>
                <a:lnTo>
                  <a:pt x="46777" y="9364"/>
                </a:lnTo>
                <a:lnTo>
                  <a:pt x="46414" y="9747"/>
                </a:lnTo>
                <a:lnTo>
                  <a:pt x="46071" y="10151"/>
                </a:lnTo>
                <a:lnTo>
                  <a:pt x="45748" y="10555"/>
                </a:lnTo>
                <a:lnTo>
                  <a:pt x="45446" y="10978"/>
                </a:lnTo>
                <a:lnTo>
                  <a:pt x="45163" y="11422"/>
                </a:lnTo>
                <a:lnTo>
                  <a:pt x="44901" y="11866"/>
                </a:lnTo>
                <a:lnTo>
                  <a:pt x="44658" y="12331"/>
                </a:lnTo>
                <a:lnTo>
                  <a:pt x="44457" y="12795"/>
                </a:lnTo>
                <a:lnTo>
                  <a:pt x="44295" y="13299"/>
                </a:lnTo>
                <a:lnTo>
                  <a:pt x="44154" y="13804"/>
                </a:lnTo>
                <a:lnTo>
                  <a:pt x="44093" y="14127"/>
                </a:lnTo>
                <a:lnTo>
                  <a:pt x="44033" y="14449"/>
                </a:lnTo>
                <a:lnTo>
                  <a:pt x="43972" y="15095"/>
                </a:lnTo>
                <a:lnTo>
                  <a:pt x="43932" y="15761"/>
                </a:lnTo>
                <a:lnTo>
                  <a:pt x="43912" y="16407"/>
                </a:lnTo>
                <a:lnTo>
                  <a:pt x="43871" y="17194"/>
                </a:lnTo>
                <a:lnTo>
                  <a:pt x="43811" y="17981"/>
                </a:lnTo>
                <a:lnTo>
                  <a:pt x="43771" y="18385"/>
                </a:lnTo>
                <a:lnTo>
                  <a:pt x="43710" y="18768"/>
                </a:lnTo>
                <a:lnTo>
                  <a:pt x="43609" y="19151"/>
                </a:lnTo>
                <a:lnTo>
                  <a:pt x="43508" y="19535"/>
                </a:lnTo>
                <a:lnTo>
                  <a:pt x="43306" y="20039"/>
                </a:lnTo>
                <a:lnTo>
                  <a:pt x="43064" y="20544"/>
                </a:lnTo>
                <a:lnTo>
                  <a:pt x="42782" y="21028"/>
                </a:lnTo>
                <a:lnTo>
                  <a:pt x="42459" y="21492"/>
                </a:lnTo>
                <a:lnTo>
                  <a:pt x="42096" y="21936"/>
                </a:lnTo>
                <a:lnTo>
                  <a:pt x="41692" y="22360"/>
                </a:lnTo>
                <a:lnTo>
                  <a:pt x="41248" y="22764"/>
                </a:lnTo>
                <a:lnTo>
                  <a:pt x="40784" y="23127"/>
                </a:lnTo>
                <a:lnTo>
                  <a:pt x="40300" y="23470"/>
                </a:lnTo>
                <a:lnTo>
                  <a:pt x="39795" y="23773"/>
                </a:lnTo>
                <a:lnTo>
                  <a:pt x="39270" y="24035"/>
                </a:lnTo>
                <a:lnTo>
                  <a:pt x="38746" y="24277"/>
                </a:lnTo>
                <a:lnTo>
                  <a:pt x="38181" y="24479"/>
                </a:lnTo>
                <a:lnTo>
                  <a:pt x="37636" y="24640"/>
                </a:lnTo>
                <a:lnTo>
                  <a:pt x="37071" y="24782"/>
                </a:lnTo>
                <a:lnTo>
                  <a:pt x="36506" y="24862"/>
                </a:lnTo>
                <a:lnTo>
                  <a:pt x="34790" y="25125"/>
                </a:lnTo>
                <a:lnTo>
                  <a:pt x="32894" y="25387"/>
                </a:lnTo>
                <a:lnTo>
                  <a:pt x="30250" y="25791"/>
                </a:lnTo>
                <a:lnTo>
                  <a:pt x="27485" y="26174"/>
                </a:lnTo>
                <a:lnTo>
                  <a:pt x="26093" y="26356"/>
                </a:lnTo>
                <a:lnTo>
                  <a:pt x="24680" y="26517"/>
                </a:lnTo>
                <a:lnTo>
                  <a:pt x="23247" y="26679"/>
                </a:lnTo>
                <a:lnTo>
                  <a:pt x="21855" y="26800"/>
                </a:lnTo>
                <a:lnTo>
                  <a:pt x="20564" y="26901"/>
                </a:lnTo>
                <a:lnTo>
                  <a:pt x="19252" y="26961"/>
                </a:lnTo>
                <a:lnTo>
                  <a:pt x="17900" y="26981"/>
                </a:lnTo>
                <a:lnTo>
                  <a:pt x="16548" y="26961"/>
                </a:lnTo>
                <a:lnTo>
                  <a:pt x="15175" y="26901"/>
                </a:lnTo>
                <a:lnTo>
                  <a:pt x="13783" y="26820"/>
                </a:lnTo>
                <a:lnTo>
                  <a:pt x="12370" y="26699"/>
                </a:lnTo>
                <a:lnTo>
                  <a:pt x="10958" y="26558"/>
                </a:lnTo>
                <a:lnTo>
                  <a:pt x="10837" y="26537"/>
                </a:lnTo>
                <a:lnTo>
                  <a:pt x="9626" y="26396"/>
                </a:lnTo>
                <a:lnTo>
                  <a:pt x="8334" y="26214"/>
                </a:lnTo>
                <a:lnTo>
                  <a:pt x="7648" y="26093"/>
                </a:lnTo>
                <a:lnTo>
                  <a:pt x="6962" y="25972"/>
                </a:lnTo>
                <a:lnTo>
                  <a:pt x="6276" y="25851"/>
                </a:lnTo>
                <a:lnTo>
                  <a:pt x="5590" y="25690"/>
                </a:lnTo>
                <a:lnTo>
                  <a:pt x="4924" y="25508"/>
                </a:lnTo>
                <a:lnTo>
                  <a:pt x="4258" y="25327"/>
                </a:lnTo>
                <a:lnTo>
                  <a:pt x="3612" y="25105"/>
                </a:lnTo>
                <a:lnTo>
                  <a:pt x="3007" y="24862"/>
                </a:lnTo>
                <a:lnTo>
                  <a:pt x="2422" y="24580"/>
                </a:lnTo>
                <a:lnTo>
                  <a:pt x="1877" y="24277"/>
                </a:lnTo>
                <a:lnTo>
                  <a:pt x="1614" y="24136"/>
                </a:lnTo>
                <a:lnTo>
                  <a:pt x="1372" y="23954"/>
                </a:lnTo>
                <a:lnTo>
                  <a:pt x="1130" y="23773"/>
                </a:lnTo>
                <a:lnTo>
                  <a:pt x="908" y="23591"/>
                </a:lnTo>
                <a:lnTo>
                  <a:pt x="727" y="23409"/>
                </a:lnTo>
                <a:lnTo>
                  <a:pt x="545" y="23208"/>
                </a:lnTo>
                <a:lnTo>
                  <a:pt x="404" y="23026"/>
                </a:lnTo>
                <a:lnTo>
                  <a:pt x="283" y="22824"/>
                </a:lnTo>
                <a:lnTo>
                  <a:pt x="202" y="22643"/>
                </a:lnTo>
                <a:lnTo>
                  <a:pt x="121" y="22441"/>
                </a:lnTo>
                <a:lnTo>
                  <a:pt x="101" y="22239"/>
                </a:lnTo>
                <a:lnTo>
                  <a:pt x="81" y="22037"/>
                </a:lnTo>
                <a:lnTo>
                  <a:pt x="101" y="21815"/>
                </a:lnTo>
                <a:lnTo>
                  <a:pt x="141" y="21593"/>
                </a:lnTo>
                <a:lnTo>
                  <a:pt x="202" y="21371"/>
                </a:lnTo>
                <a:lnTo>
                  <a:pt x="303" y="21149"/>
                </a:lnTo>
                <a:lnTo>
                  <a:pt x="424" y="20947"/>
                </a:lnTo>
                <a:lnTo>
                  <a:pt x="565" y="20725"/>
                </a:lnTo>
                <a:lnTo>
                  <a:pt x="706" y="20524"/>
                </a:lnTo>
                <a:lnTo>
                  <a:pt x="888" y="20302"/>
                </a:lnTo>
                <a:lnTo>
                  <a:pt x="1251" y="19898"/>
                </a:lnTo>
                <a:lnTo>
                  <a:pt x="1675" y="19494"/>
                </a:lnTo>
                <a:lnTo>
                  <a:pt x="2099" y="19111"/>
                </a:lnTo>
                <a:lnTo>
                  <a:pt x="2543" y="18748"/>
                </a:lnTo>
                <a:lnTo>
                  <a:pt x="3168" y="18183"/>
                </a:lnTo>
                <a:lnTo>
                  <a:pt x="3451" y="17920"/>
                </a:lnTo>
                <a:lnTo>
                  <a:pt x="3713" y="17658"/>
                </a:lnTo>
                <a:lnTo>
                  <a:pt x="4641" y="16669"/>
                </a:lnTo>
                <a:lnTo>
                  <a:pt x="5570" y="15701"/>
                </a:lnTo>
                <a:lnTo>
                  <a:pt x="6498" y="14793"/>
                </a:lnTo>
                <a:lnTo>
                  <a:pt x="7426" y="13925"/>
                </a:lnTo>
                <a:lnTo>
                  <a:pt x="8375" y="13097"/>
                </a:lnTo>
                <a:lnTo>
                  <a:pt x="9323" y="12310"/>
                </a:lnTo>
                <a:lnTo>
                  <a:pt x="10272" y="11564"/>
                </a:lnTo>
                <a:lnTo>
                  <a:pt x="11240" y="10857"/>
                </a:lnTo>
                <a:lnTo>
                  <a:pt x="12370" y="10091"/>
                </a:lnTo>
                <a:lnTo>
                  <a:pt x="13521" y="9324"/>
                </a:lnTo>
                <a:lnTo>
                  <a:pt x="14711" y="8597"/>
                </a:lnTo>
                <a:lnTo>
                  <a:pt x="15922" y="7911"/>
                </a:lnTo>
                <a:lnTo>
                  <a:pt x="17153" y="7245"/>
                </a:lnTo>
                <a:lnTo>
                  <a:pt x="18424" y="6599"/>
                </a:lnTo>
                <a:lnTo>
                  <a:pt x="19716" y="5994"/>
                </a:lnTo>
                <a:lnTo>
                  <a:pt x="21028" y="5429"/>
                </a:lnTo>
                <a:lnTo>
                  <a:pt x="22380" y="4864"/>
                </a:lnTo>
                <a:lnTo>
                  <a:pt x="23752" y="4339"/>
                </a:lnTo>
                <a:lnTo>
                  <a:pt x="25165" y="3855"/>
                </a:lnTo>
                <a:lnTo>
                  <a:pt x="26597" y="3391"/>
                </a:lnTo>
                <a:lnTo>
                  <a:pt x="28050" y="2967"/>
                </a:lnTo>
                <a:lnTo>
                  <a:pt x="29544" y="2563"/>
                </a:lnTo>
                <a:lnTo>
                  <a:pt x="31037" y="2180"/>
                </a:lnTo>
                <a:lnTo>
                  <a:pt x="32591" y="1837"/>
                </a:lnTo>
                <a:lnTo>
                  <a:pt x="34145" y="1514"/>
                </a:lnTo>
                <a:lnTo>
                  <a:pt x="35739" y="1231"/>
                </a:lnTo>
                <a:lnTo>
                  <a:pt x="37374" y="989"/>
                </a:lnTo>
                <a:lnTo>
                  <a:pt x="39028" y="747"/>
                </a:lnTo>
                <a:lnTo>
                  <a:pt x="40723" y="566"/>
                </a:lnTo>
                <a:lnTo>
                  <a:pt x="42439" y="384"/>
                </a:lnTo>
                <a:lnTo>
                  <a:pt x="44194" y="243"/>
                </a:lnTo>
                <a:lnTo>
                  <a:pt x="45970" y="142"/>
                </a:lnTo>
                <a:lnTo>
                  <a:pt x="46656" y="101"/>
                </a:lnTo>
                <a:lnTo>
                  <a:pt x="47342" y="81"/>
                </a:lnTo>
                <a:close/>
                <a:moveTo>
                  <a:pt x="47302" y="1"/>
                </a:moveTo>
                <a:lnTo>
                  <a:pt x="46636" y="21"/>
                </a:lnTo>
                <a:lnTo>
                  <a:pt x="45970" y="61"/>
                </a:lnTo>
                <a:lnTo>
                  <a:pt x="44194" y="162"/>
                </a:lnTo>
                <a:lnTo>
                  <a:pt x="42439" y="303"/>
                </a:lnTo>
                <a:lnTo>
                  <a:pt x="40703" y="485"/>
                </a:lnTo>
                <a:lnTo>
                  <a:pt x="39028" y="666"/>
                </a:lnTo>
                <a:lnTo>
                  <a:pt x="37353" y="909"/>
                </a:lnTo>
                <a:lnTo>
                  <a:pt x="35739" y="1151"/>
                </a:lnTo>
                <a:lnTo>
                  <a:pt x="34145" y="1453"/>
                </a:lnTo>
                <a:lnTo>
                  <a:pt x="32571" y="1756"/>
                </a:lnTo>
                <a:lnTo>
                  <a:pt x="31017" y="2099"/>
                </a:lnTo>
                <a:lnTo>
                  <a:pt x="29523" y="2483"/>
                </a:lnTo>
                <a:lnTo>
                  <a:pt x="28030" y="2886"/>
                </a:lnTo>
                <a:lnTo>
                  <a:pt x="26577" y="3310"/>
                </a:lnTo>
                <a:lnTo>
                  <a:pt x="25144" y="3774"/>
                </a:lnTo>
                <a:lnTo>
                  <a:pt x="23732" y="4279"/>
                </a:lnTo>
                <a:lnTo>
                  <a:pt x="22339" y="4803"/>
                </a:lnTo>
                <a:lnTo>
                  <a:pt x="20987" y="5348"/>
                </a:lnTo>
                <a:lnTo>
                  <a:pt x="19676" y="5933"/>
                </a:lnTo>
                <a:lnTo>
                  <a:pt x="18384" y="6539"/>
                </a:lnTo>
                <a:lnTo>
                  <a:pt x="17113" y="7164"/>
                </a:lnTo>
                <a:lnTo>
                  <a:pt x="15882" y="7830"/>
                </a:lnTo>
                <a:lnTo>
                  <a:pt x="14671" y="8537"/>
                </a:lnTo>
                <a:lnTo>
                  <a:pt x="13480" y="9263"/>
                </a:lnTo>
                <a:lnTo>
                  <a:pt x="12330" y="10010"/>
                </a:lnTo>
                <a:lnTo>
                  <a:pt x="11200" y="10797"/>
                </a:lnTo>
                <a:lnTo>
                  <a:pt x="10231" y="11503"/>
                </a:lnTo>
                <a:lnTo>
                  <a:pt x="9263" y="12250"/>
                </a:lnTo>
                <a:lnTo>
                  <a:pt x="8314" y="13037"/>
                </a:lnTo>
                <a:lnTo>
                  <a:pt x="7386" y="13864"/>
                </a:lnTo>
                <a:lnTo>
                  <a:pt x="6438" y="14732"/>
                </a:lnTo>
                <a:lnTo>
                  <a:pt x="5509" y="15640"/>
                </a:lnTo>
                <a:lnTo>
                  <a:pt x="4581" y="16609"/>
                </a:lnTo>
                <a:lnTo>
                  <a:pt x="3653" y="17598"/>
                </a:lnTo>
                <a:lnTo>
                  <a:pt x="3390" y="17860"/>
                </a:lnTo>
                <a:lnTo>
                  <a:pt x="3108" y="18122"/>
                </a:lnTo>
                <a:lnTo>
                  <a:pt x="2482" y="18687"/>
                </a:lnTo>
                <a:lnTo>
                  <a:pt x="2038" y="19051"/>
                </a:lnTo>
                <a:lnTo>
                  <a:pt x="1614" y="19454"/>
                </a:lnTo>
                <a:lnTo>
                  <a:pt x="1191" y="19858"/>
                </a:lnTo>
                <a:lnTo>
                  <a:pt x="807" y="20261"/>
                </a:lnTo>
                <a:lnTo>
                  <a:pt x="646" y="20483"/>
                </a:lnTo>
                <a:lnTo>
                  <a:pt x="484" y="20685"/>
                </a:lnTo>
                <a:lnTo>
                  <a:pt x="343" y="20907"/>
                </a:lnTo>
                <a:lnTo>
                  <a:pt x="222" y="21129"/>
                </a:lnTo>
                <a:lnTo>
                  <a:pt x="141" y="21351"/>
                </a:lnTo>
                <a:lnTo>
                  <a:pt x="61" y="21573"/>
                </a:lnTo>
                <a:lnTo>
                  <a:pt x="20" y="21795"/>
                </a:lnTo>
                <a:lnTo>
                  <a:pt x="0" y="22037"/>
                </a:lnTo>
                <a:lnTo>
                  <a:pt x="20" y="22239"/>
                </a:lnTo>
                <a:lnTo>
                  <a:pt x="61" y="22441"/>
                </a:lnTo>
                <a:lnTo>
                  <a:pt x="121" y="22663"/>
                </a:lnTo>
                <a:lnTo>
                  <a:pt x="222" y="22865"/>
                </a:lnTo>
                <a:lnTo>
                  <a:pt x="343" y="23066"/>
                </a:lnTo>
                <a:lnTo>
                  <a:pt x="484" y="23268"/>
                </a:lnTo>
                <a:lnTo>
                  <a:pt x="666" y="23470"/>
                </a:lnTo>
                <a:lnTo>
                  <a:pt x="868" y="23652"/>
                </a:lnTo>
                <a:lnTo>
                  <a:pt x="1090" y="23833"/>
                </a:lnTo>
                <a:lnTo>
                  <a:pt x="1312" y="24015"/>
                </a:lnTo>
                <a:lnTo>
                  <a:pt x="1574" y="24196"/>
                </a:lnTo>
                <a:lnTo>
                  <a:pt x="1836" y="24358"/>
                </a:lnTo>
                <a:lnTo>
                  <a:pt x="2381" y="24661"/>
                </a:lnTo>
                <a:lnTo>
                  <a:pt x="2967" y="24923"/>
                </a:lnTo>
                <a:lnTo>
                  <a:pt x="3592" y="25165"/>
                </a:lnTo>
                <a:lnTo>
                  <a:pt x="4218" y="25387"/>
                </a:lnTo>
                <a:lnTo>
                  <a:pt x="4884" y="25589"/>
                </a:lnTo>
                <a:lnTo>
                  <a:pt x="5570" y="25770"/>
                </a:lnTo>
                <a:lnTo>
                  <a:pt x="6256" y="25912"/>
                </a:lnTo>
                <a:lnTo>
                  <a:pt x="6942" y="26053"/>
                </a:lnTo>
                <a:lnTo>
                  <a:pt x="7628" y="26174"/>
                </a:lnTo>
                <a:lnTo>
                  <a:pt x="8314" y="26295"/>
                </a:lnTo>
                <a:lnTo>
                  <a:pt x="9606" y="26477"/>
                </a:lnTo>
                <a:lnTo>
                  <a:pt x="10817" y="26618"/>
                </a:lnTo>
                <a:lnTo>
                  <a:pt x="10938" y="26638"/>
                </a:lnTo>
                <a:lnTo>
                  <a:pt x="11826" y="26739"/>
                </a:lnTo>
                <a:lnTo>
                  <a:pt x="12693" y="26820"/>
                </a:lnTo>
                <a:lnTo>
                  <a:pt x="13561" y="26880"/>
                </a:lnTo>
                <a:lnTo>
                  <a:pt x="14429" y="26941"/>
                </a:lnTo>
                <a:lnTo>
                  <a:pt x="15276" y="27001"/>
                </a:lnTo>
                <a:lnTo>
                  <a:pt x="16124" y="27022"/>
                </a:lnTo>
                <a:lnTo>
                  <a:pt x="16971" y="27042"/>
                </a:lnTo>
                <a:lnTo>
                  <a:pt x="17799" y="27062"/>
                </a:lnTo>
                <a:lnTo>
                  <a:pt x="18828" y="27042"/>
                </a:lnTo>
                <a:lnTo>
                  <a:pt x="19857" y="27022"/>
                </a:lnTo>
                <a:lnTo>
                  <a:pt x="20866" y="26961"/>
                </a:lnTo>
                <a:lnTo>
                  <a:pt x="21855" y="26880"/>
                </a:lnTo>
                <a:lnTo>
                  <a:pt x="23268" y="26759"/>
                </a:lnTo>
                <a:lnTo>
                  <a:pt x="24680" y="26598"/>
                </a:lnTo>
                <a:lnTo>
                  <a:pt x="26093" y="26436"/>
                </a:lnTo>
                <a:lnTo>
                  <a:pt x="27505" y="26255"/>
                </a:lnTo>
                <a:lnTo>
                  <a:pt x="30270" y="25871"/>
                </a:lnTo>
                <a:lnTo>
                  <a:pt x="32914" y="25468"/>
                </a:lnTo>
                <a:lnTo>
                  <a:pt x="34790" y="25205"/>
                </a:lnTo>
                <a:lnTo>
                  <a:pt x="36506" y="24943"/>
                </a:lnTo>
                <a:lnTo>
                  <a:pt x="37091" y="24862"/>
                </a:lnTo>
                <a:lnTo>
                  <a:pt x="37656" y="24721"/>
                </a:lnTo>
                <a:lnTo>
                  <a:pt x="38221" y="24539"/>
                </a:lnTo>
                <a:lnTo>
                  <a:pt x="38766" y="24338"/>
                </a:lnTo>
                <a:lnTo>
                  <a:pt x="39311" y="24096"/>
                </a:lnTo>
                <a:lnTo>
                  <a:pt x="39835" y="23833"/>
                </a:lnTo>
                <a:lnTo>
                  <a:pt x="40340" y="23530"/>
                </a:lnTo>
                <a:lnTo>
                  <a:pt x="40824" y="23208"/>
                </a:lnTo>
                <a:lnTo>
                  <a:pt x="41309" y="22824"/>
                </a:lnTo>
                <a:lnTo>
                  <a:pt x="41753" y="22421"/>
                </a:lnTo>
                <a:lnTo>
                  <a:pt x="42156" y="21977"/>
                </a:lnTo>
                <a:lnTo>
                  <a:pt x="42540" y="21533"/>
                </a:lnTo>
                <a:lnTo>
                  <a:pt x="42862" y="21069"/>
                </a:lnTo>
                <a:lnTo>
                  <a:pt x="43145" y="20584"/>
                </a:lnTo>
                <a:lnTo>
                  <a:pt x="43387" y="20080"/>
                </a:lnTo>
                <a:lnTo>
                  <a:pt x="43589" y="19555"/>
                </a:lnTo>
                <a:lnTo>
                  <a:pt x="43690" y="19172"/>
                </a:lnTo>
                <a:lnTo>
                  <a:pt x="43771" y="18788"/>
                </a:lnTo>
                <a:lnTo>
                  <a:pt x="43851" y="18385"/>
                </a:lnTo>
                <a:lnTo>
                  <a:pt x="43892" y="18001"/>
                </a:lnTo>
                <a:lnTo>
                  <a:pt x="43952" y="17194"/>
                </a:lnTo>
                <a:lnTo>
                  <a:pt x="43993" y="16407"/>
                </a:lnTo>
                <a:lnTo>
                  <a:pt x="44013" y="15761"/>
                </a:lnTo>
                <a:lnTo>
                  <a:pt x="44053" y="15115"/>
                </a:lnTo>
                <a:lnTo>
                  <a:pt x="44114" y="14449"/>
                </a:lnTo>
                <a:lnTo>
                  <a:pt x="44174" y="14147"/>
                </a:lnTo>
                <a:lnTo>
                  <a:pt x="44235" y="13824"/>
                </a:lnTo>
                <a:lnTo>
                  <a:pt x="44376" y="13319"/>
                </a:lnTo>
                <a:lnTo>
                  <a:pt x="44537" y="12815"/>
                </a:lnTo>
                <a:lnTo>
                  <a:pt x="44739" y="12351"/>
                </a:lnTo>
                <a:lnTo>
                  <a:pt x="44981" y="11887"/>
                </a:lnTo>
                <a:lnTo>
                  <a:pt x="45224" y="11443"/>
                </a:lnTo>
                <a:lnTo>
                  <a:pt x="45506" y="11019"/>
                </a:lnTo>
                <a:lnTo>
                  <a:pt x="45809" y="10595"/>
                </a:lnTo>
                <a:lnTo>
                  <a:pt x="46152" y="10191"/>
                </a:lnTo>
                <a:lnTo>
                  <a:pt x="46475" y="9788"/>
                </a:lnTo>
                <a:lnTo>
                  <a:pt x="46838" y="9404"/>
                </a:lnTo>
                <a:lnTo>
                  <a:pt x="47201" y="9021"/>
                </a:lnTo>
                <a:lnTo>
                  <a:pt x="47585" y="8658"/>
                </a:lnTo>
                <a:lnTo>
                  <a:pt x="48372" y="7911"/>
                </a:lnTo>
                <a:lnTo>
                  <a:pt x="49159" y="7185"/>
                </a:lnTo>
                <a:lnTo>
                  <a:pt x="50329" y="6135"/>
                </a:lnTo>
                <a:lnTo>
                  <a:pt x="50894" y="5590"/>
                </a:lnTo>
                <a:lnTo>
                  <a:pt x="51459" y="5025"/>
                </a:lnTo>
                <a:lnTo>
                  <a:pt x="51742" y="4702"/>
                </a:lnTo>
                <a:lnTo>
                  <a:pt x="52024" y="4359"/>
                </a:lnTo>
                <a:lnTo>
                  <a:pt x="52266" y="3976"/>
                </a:lnTo>
                <a:lnTo>
                  <a:pt x="52387" y="3774"/>
                </a:lnTo>
                <a:lnTo>
                  <a:pt x="52468" y="3572"/>
                </a:lnTo>
                <a:lnTo>
                  <a:pt x="52569" y="3371"/>
                </a:lnTo>
                <a:lnTo>
                  <a:pt x="52630" y="3169"/>
                </a:lnTo>
                <a:lnTo>
                  <a:pt x="52670" y="2947"/>
                </a:lnTo>
                <a:lnTo>
                  <a:pt x="52710" y="2745"/>
                </a:lnTo>
                <a:lnTo>
                  <a:pt x="52710" y="2523"/>
                </a:lnTo>
                <a:lnTo>
                  <a:pt x="52690" y="2321"/>
                </a:lnTo>
                <a:lnTo>
                  <a:pt x="52650" y="2099"/>
                </a:lnTo>
                <a:lnTo>
                  <a:pt x="52569" y="1897"/>
                </a:lnTo>
                <a:lnTo>
                  <a:pt x="52468" y="1716"/>
                </a:lnTo>
                <a:lnTo>
                  <a:pt x="52367" y="1534"/>
                </a:lnTo>
                <a:lnTo>
                  <a:pt x="52226" y="1373"/>
                </a:lnTo>
                <a:lnTo>
                  <a:pt x="52065" y="1211"/>
                </a:lnTo>
                <a:lnTo>
                  <a:pt x="51883" y="1070"/>
                </a:lnTo>
                <a:lnTo>
                  <a:pt x="51661" y="909"/>
                </a:lnTo>
                <a:lnTo>
                  <a:pt x="51439" y="788"/>
                </a:lnTo>
                <a:lnTo>
                  <a:pt x="51197" y="666"/>
                </a:lnTo>
                <a:lnTo>
                  <a:pt x="50894" y="525"/>
                </a:lnTo>
                <a:lnTo>
                  <a:pt x="50571" y="424"/>
                </a:lnTo>
                <a:lnTo>
                  <a:pt x="50269" y="323"/>
                </a:lnTo>
                <a:lnTo>
                  <a:pt x="49946" y="243"/>
                </a:lnTo>
                <a:lnTo>
                  <a:pt x="49623" y="182"/>
                </a:lnTo>
                <a:lnTo>
                  <a:pt x="49300" y="122"/>
                </a:lnTo>
                <a:lnTo>
                  <a:pt x="48654" y="41"/>
                </a:lnTo>
                <a:lnTo>
                  <a:pt x="47988" y="1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7" name="Google Shape;627;p8"/>
          <p:cNvSpPr/>
          <p:nvPr/>
        </p:nvSpPr>
        <p:spPr>
          <a:xfrm flipH="1">
            <a:off x="282366" y="3573308"/>
            <a:ext cx="2259893" cy="1045918"/>
          </a:xfrm>
          <a:custGeom>
            <a:rect b="b" l="l" r="r" t="t"/>
            <a:pathLst>
              <a:path extrusionOk="0" h="18708" w="40422">
                <a:moveTo>
                  <a:pt x="37434" y="81"/>
                </a:moveTo>
                <a:lnTo>
                  <a:pt x="37919" y="101"/>
                </a:lnTo>
                <a:lnTo>
                  <a:pt x="38403" y="162"/>
                </a:lnTo>
                <a:lnTo>
                  <a:pt x="38887" y="263"/>
                </a:lnTo>
                <a:lnTo>
                  <a:pt x="39372" y="384"/>
                </a:lnTo>
                <a:lnTo>
                  <a:pt x="39634" y="485"/>
                </a:lnTo>
                <a:lnTo>
                  <a:pt x="39796" y="566"/>
                </a:lnTo>
                <a:lnTo>
                  <a:pt x="39957" y="666"/>
                </a:lnTo>
                <a:lnTo>
                  <a:pt x="40098" y="808"/>
                </a:lnTo>
                <a:lnTo>
                  <a:pt x="40219" y="949"/>
                </a:lnTo>
                <a:lnTo>
                  <a:pt x="40260" y="1030"/>
                </a:lnTo>
                <a:lnTo>
                  <a:pt x="40300" y="1110"/>
                </a:lnTo>
                <a:lnTo>
                  <a:pt x="40320" y="1211"/>
                </a:lnTo>
                <a:lnTo>
                  <a:pt x="40340" y="1292"/>
                </a:lnTo>
                <a:lnTo>
                  <a:pt x="40320" y="1413"/>
                </a:lnTo>
                <a:lnTo>
                  <a:pt x="40300" y="1534"/>
                </a:lnTo>
                <a:lnTo>
                  <a:pt x="40260" y="1655"/>
                </a:lnTo>
                <a:lnTo>
                  <a:pt x="40199" y="1756"/>
                </a:lnTo>
                <a:lnTo>
                  <a:pt x="40058" y="1958"/>
                </a:lnTo>
                <a:lnTo>
                  <a:pt x="39876" y="2160"/>
                </a:lnTo>
                <a:lnTo>
                  <a:pt x="39513" y="2523"/>
                </a:lnTo>
                <a:lnTo>
                  <a:pt x="39130" y="2886"/>
                </a:lnTo>
                <a:lnTo>
                  <a:pt x="38322" y="3572"/>
                </a:lnTo>
                <a:lnTo>
                  <a:pt x="37677" y="4117"/>
                </a:lnTo>
                <a:lnTo>
                  <a:pt x="37051" y="4682"/>
                </a:lnTo>
                <a:lnTo>
                  <a:pt x="36748" y="4985"/>
                </a:lnTo>
                <a:lnTo>
                  <a:pt x="36466" y="5308"/>
                </a:lnTo>
                <a:lnTo>
                  <a:pt x="36203" y="5631"/>
                </a:lnTo>
                <a:lnTo>
                  <a:pt x="35961" y="5974"/>
                </a:lnTo>
                <a:lnTo>
                  <a:pt x="35719" y="6337"/>
                </a:lnTo>
                <a:lnTo>
                  <a:pt x="35517" y="6700"/>
                </a:lnTo>
                <a:lnTo>
                  <a:pt x="35336" y="7084"/>
                </a:lnTo>
                <a:lnTo>
                  <a:pt x="35174" y="7467"/>
                </a:lnTo>
                <a:lnTo>
                  <a:pt x="34872" y="8254"/>
                </a:lnTo>
                <a:lnTo>
                  <a:pt x="34589" y="9041"/>
                </a:lnTo>
                <a:lnTo>
                  <a:pt x="34307" y="9869"/>
                </a:lnTo>
                <a:lnTo>
                  <a:pt x="34145" y="10292"/>
                </a:lnTo>
                <a:lnTo>
                  <a:pt x="33984" y="10696"/>
                </a:lnTo>
                <a:lnTo>
                  <a:pt x="33802" y="11100"/>
                </a:lnTo>
                <a:lnTo>
                  <a:pt x="33600" y="11503"/>
                </a:lnTo>
                <a:lnTo>
                  <a:pt x="33378" y="11887"/>
                </a:lnTo>
                <a:lnTo>
                  <a:pt x="33136" y="12250"/>
                </a:lnTo>
                <a:lnTo>
                  <a:pt x="32914" y="12512"/>
                </a:lnTo>
                <a:lnTo>
                  <a:pt x="32712" y="12754"/>
                </a:lnTo>
                <a:lnTo>
                  <a:pt x="32470" y="12996"/>
                </a:lnTo>
                <a:lnTo>
                  <a:pt x="32228" y="13239"/>
                </a:lnTo>
                <a:lnTo>
                  <a:pt x="31986" y="13440"/>
                </a:lnTo>
                <a:lnTo>
                  <a:pt x="31724" y="13642"/>
                </a:lnTo>
                <a:lnTo>
                  <a:pt x="31199" y="14026"/>
                </a:lnTo>
                <a:lnTo>
                  <a:pt x="30634" y="14369"/>
                </a:lnTo>
                <a:lnTo>
                  <a:pt x="30069" y="14692"/>
                </a:lnTo>
                <a:lnTo>
                  <a:pt x="29504" y="14954"/>
                </a:lnTo>
                <a:lnTo>
                  <a:pt x="28939" y="15216"/>
                </a:lnTo>
                <a:lnTo>
                  <a:pt x="27970" y="15640"/>
                </a:lnTo>
                <a:lnTo>
                  <a:pt x="26961" y="16024"/>
                </a:lnTo>
                <a:lnTo>
                  <a:pt x="25952" y="16387"/>
                </a:lnTo>
                <a:lnTo>
                  <a:pt x="24923" y="16730"/>
                </a:lnTo>
                <a:lnTo>
                  <a:pt x="23873" y="17033"/>
                </a:lnTo>
                <a:lnTo>
                  <a:pt x="22804" y="17315"/>
                </a:lnTo>
                <a:lnTo>
                  <a:pt x="21714" y="17557"/>
                </a:lnTo>
                <a:lnTo>
                  <a:pt x="20604" y="17799"/>
                </a:lnTo>
                <a:lnTo>
                  <a:pt x="19494" y="18001"/>
                </a:lnTo>
                <a:lnTo>
                  <a:pt x="18344" y="18163"/>
                </a:lnTo>
                <a:lnTo>
                  <a:pt x="17194" y="18304"/>
                </a:lnTo>
                <a:lnTo>
                  <a:pt x="16023" y="18425"/>
                </a:lnTo>
                <a:lnTo>
                  <a:pt x="14833" y="18526"/>
                </a:lnTo>
                <a:lnTo>
                  <a:pt x="13622" y="18586"/>
                </a:lnTo>
                <a:lnTo>
                  <a:pt x="12391" y="18607"/>
                </a:lnTo>
                <a:lnTo>
                  <a:pt x="11160" y="18627"/>
                </a:lnTo>
                <a:lnTo>
                  <a:pt x="10091" y="18607"/>
                </a:lnTo>
                <a:lnTo>
                  <a:pt x="8981" y="18566"/>
                </a:lnTo>
                <a:lnTo>
                  <a:pt x="7810" y="18465"/>
                </a:lnTo>
                <a:lnTo>
                  <a:pt x="7205" y="18405"/>
                </a:lnTo>
                <a:lnTo>
                  <a:pt x="6599" y="18324"/>
                </a:lnTo>
                <a:lnTo>
                  <a:pt x="5994" y="18243"/>
                </a:lnTo>
                <a:lnTo>
                  <a:pt x="5368" y="18122"/>
                </a:lnTo>
                <a:lnTo>
                  <a:pt x="4763" y="17981"/>
                </a:lnTo>
                <a:lnTo>
                  <a:pt x="4137" y="17840"/>
                </a:lnTo>
                <a:lnTo>
                  <a:pt x="3532" y="17658"/>
                </a:lnTo>
                <a:lnTo>
                  <a:pt x="2927" y="17456"/>
                </a:lnTo>
                <a:lnTo>
                  <a:pt x="2321" y="17234"/>
                </a:lnTo>
                <a:lnTo>
                  <a:pt x="1716" y="16972"/>
                </a:lnTo>
                <a:lnTo>
                  <a:pt x="1312" y="16790"/>
                </a:lnTo>
                <a:lnTo>
                  <a:pt x="1131" y="16669"/>
                </a:lnTo>
                <a:lnTo>
                  <a:pt x="949" y="16548"/>
                </a:lnTo>
                <a:lnTo>
                  <a:pt x="767" y="16427"/>
                </a:lnTo>
                <a:lnTo>
                  <a:pt x="606" y="16286"/>
                </a:lnTo>
                <a:lnTo>
                  <a:pt x="465" y="16124"/>
                </a:lnTo>
                <a:lnTo>
                  <a:pt x="323" y="15963"/>
                </a:lnTo>
                <a:lnTo>
                  <a:pt x="243" y="15802"/>
                </a:lnTo>
                <a:lnTo>
                  <a:pt x="162" y="15640"/>
                </a:lnTo>
                <a:lnTo>
                  <a:pt x="122" y="15499"/>
                </a:lnTo>
                <a:lnTo>
                  <a:pt x="101" y="15337"/>
                </a:lnTo>
                <a:lnTo>
                  <a:pt x="81" y="15196"/>
                </a:lnTo>
                <a:lnTo>
                  <a:pt x="101" y="15055"/>
                </a:lnTo>
                <a:lnTo>
                  <a:pt x="122" y="14914"/>
                </a:lnTo>
                <a:lnTo>
                  <a:pt x="162" y="14772"/>
                </a:lnTo>
                <a:lnTo>
                  <a:pt x="222" y="14631"/>
                </a:lnTo>
                <a:lnTo>
                  <a:pt x="283" y="14490"/>
                </a:lnTo>
                <a:lnTo>
                  <a:pt x="444" y="14207"/>
                </a:lnTo>
                <a:lnTo>
                  <a:pt x="646" y="13945"/>
                </a:lnTo>
                <a:lnTo>
                  <a:pt x="868" y="13703"/>
                </a:lnTo>
                <a:lnTo>
                  <a:pt x="1453" y="13077"/>
                </a:lnTo>
                <a:lnTo>
                  <a:pt x="2059" y="12472"/>
                </a:lnTo>
                <a:lnTo>
                  <a:pt x="2684" y="11887"/>
                </a:lnTo>
                <a:lnTo>
                  <a:pt x="3310" y="11322"/>
                </a:lnTo>
                <a:lnTo>
                  <a:pt x="3936" y="10797"/>
                </a:lnTo>
                <a:lnTo>
                  <a:pt x="4602" y="10272"/>
                </a:lnTo>
                <a:lnTo>
                  <a:pt x="5267" y="9768"/>
                </a:lnTo>
                <a:lnTo>
                  <a:pt x="5974" y="9283"/>
                </a:lnTo>
                <a:lnTo>
                  <a:pt x="6680" y="8819"/>
                </a:lnTo>
                <a:lnTo>
                  <a:pt x="7427" y="8355"/>
                </a:lnTo>
                <a:lnTo>
                  <a:pt x="8173" y="7891"/>
                </a:lnTo>
                <a:lnTo>
                  <a:pt x="8960" y="7467"/>
                </a:lnTo>
                <a:lnTo>
                  <a:pt x="9808" y="7003"/>
                </a:lnTo>
                <a:lnTo>
                  <a:pt x="10676" y="6579"/>
                </a:lnTo>
                <a:lnTo>
                  <a:pt x="11564" y="6155"/>
                </a:lnTo>
                <a:lnTo>
                  <a:pt x="12492" y="5752"/>
                </a:lnTo>
                <a:lnTo>
                  <a:pt x="13380" y="5389"/>
                </a:lnTo>
                <a:lnTo>
                  <a:pt x="14268" y="5046"/>
                </a:lnTo>
                <a:lnTo>
                  <a:pt x="15176" y="4702"/>
                </a:lnTo>
                <a:lnTo>
                  <a:pt x="16084" y="4380"/>
                </a:lnTo>
                <a:lnTo>
                  <a:pt x="17012" y="4077"/>
                </a:lnTo>
                <a:lnTo>
                  <a:pt x="17920" y="3794"/>
                </a:lnTo>
                <a:lnTo>
                  <a:pt x="18849" y="3512"/>
                </a:lnTo>
                <a:lnTo>
                  <a:pt x="19777" y="3270"/>
                </a:lnTo>
                <a:lnTo>
                  <a:pt x="21613" y="2765"/>
                </a:lnTo>
                <a:lnTo>
                  <a:pt x="23470" y="2321"/>
                </a:lnTo>
                <a:lnTo>
                  <a:pt x="25286" y="1918"/>
                </a:lnTo>
                <a:lnTo>
                  <a:pt x="27102" y="1534"/>
                </a:lnTo>
                <a:lnTo>
                  <a:pt x="29362" y="1070"/>
                </a:lnTo>
                <a:lnTo>
                  <a:pt x="30452" y="868"/>
                </a:lnTo>
                <a:lnTo>
                  <a:pt x="31502" y="687"/>
                </a:lnTo>
                <a:lnTo>
                  <a:pt x="32531" y="525"/>
                </a:lnTo>
                <a:lnTo>
                  <a:pt x="33560" y="384"/>
                </a:lnTo>
                <a:lnTo>
                  <a:pt x="34569" y="263"/>
                </a:lnTo>
                <a:lnTo>
                  <a:pt x="35578" y="162"/>
                </a:lnTo>
                <a:lnTo>
                  <a:pt x="36486" y="81"/>
                </a:lnTo>
                <a:close/>
                <a:moveTo>
                  <a:pt x="36486" y="1"/>
                </a:moveTo>
                <a:lnTo>
                  <a:pt x="35558" y="81"/>
                </a:lnTo>
                <a:lnTo>
                  <a:pt x="34549" y="182"/>
                </a:lnTo>
                <a:lnTo>
                  <a:pt x="33540" y="303"/>
                </a:lnTo>
                <a:lnTo>
                  <a:pt x="32511" y="444"/>
                </a:lnTo>
                <a:lnTo>
                  <a:pt x="31481" y="606"/>
                </a:lnTo>
                <a:lnTo>
                  <a:pt x="30432" y="788"/>
                </a:lnTo>
                <a:lnTo>
                  <a:pt x="29362" y="989"/>
                </a:lnTo>
                <a:lnTo>
                  <a:pt x="27082" y="1453"/>
                </a:lnTo>
                <a:lnTo>
                  <a:pt x="25286" y="1837"/>
                </a:lnTo>
                <a:lnTo>
                  <a:pt x="23450" y="2241"/>
                </a:lnTo>
                <a:lnTo>
                  <a:pt x="21593" y="2705"/>
                </a:lnTo>
                <a:lnTo>
                  <a:pt x="19757" y="3189"/>
                </a:lnTo>
                <a:lnTo>
                  <a:pt x="18828" y="3451"/>
                </a:lnTo>
                <a:lnTo>
                  <a:pt x="17900" y="3714"/>
                </a:lnTo>
                <a:lnTo>
                  <a:pt x="16992" y="3996"/>
                </a:lnTo>
                <a:lnTo>
                  <a:pt x="16064" y="4299"/>
                </a:lnTo>
                <a:lnTo>
                  <a:pt x="15156" y="4622"/>
                </a:lnTo>
                <a:lnTo>
                  <a:pt x="14248" y="4965"/>
                </a:lnTo>
                <a:lnTo>
                  <a:pt x="13339" y="5308"/>
                </a:lnTo>
                <a:lnTo>
                  <a:pt x="12452" y="5691"/>
                </a:lnTo>
                <a:lnTo>
                  <a:pt x="11543" y="6095"/>
                </a:lnTo>
                <a:lnTo>
                  <a:pt x="10635" y="6499"/>
                </a:lnTo>
                <a:lnTo>
                  <a:pt x="9768" y="6942"/>
                </a:lnTo>
                <a:lnTo>
                  <a:pt x="8920" y="7386"/>
                </a:lnTo>
                <a:lnTo>
                  <a:pt x="8133" y="7830"/>
                </a:lnTo>
                <a:lnTo>
                  <a:pt x="7386" y="8274"/>
                </a:lnTo>
                <a:lnTo>
                  <a:pt x="6640" y="8738"/>
                </a:lnTo>
                <a:lnTo>
                  <a:pt x="5933" y="9223"/>
                </a:lnTo>
                <a:lnTo>
                  <a:pt x="5227" y="9707"/>
                </a:lnTo>
                <a:lnTo>
                  <a:pt x="4541" y="10212"/>
                </a:lnTo>
                <a:lnTo>
                  <a:pt x="3895" y="10736"/>
                </a:lnTo>
                <a:lnTo>
                  <a:pt x="3270" y="11261"/>
                </a:lnTo>
                <a:lnTo>
                  <a:pt x="2624" y="11826"/>
                </a:lnTo>
                <a:lnTo>
                  <a:pt x="1998" y="12411"/>
                </a:lnTo>
                <a:lnTo>
                  <a:pt x="1393" y="13017"/>
                </a:lnTo>
                <a:lnTo>
                  <a:pt x="808" y="13642"/>
                </a:lnTo>
                <a:lnTo>
                  <a:pt x="586" y="13905"/>
                </a:lnTo>
                <a:lnTo>
                  <a:pt x="364" y="14187"/>
                </a:lnTo>
                <a:lnTo>
                  <a:pt x="202" y="14470"/>
                </a:lnTo>
                <a:lnTo>
                  <a:pt x="122" y="14611"/>
                </a:lnTo>
                <a:lnTo>
                  <a:pt x="81" y="14752"/>
                </a:lnTo>
                <a:lnTo>
                  <a:pt x="41" y="14893"/>
                </a:lnTo>
                <a:lnTo>
                  <a:pt x="0" y="15055"/>
                </a:lnTo>
                <a:lnTo>
                  <a:pt x="0" y="15196"/>
                </a:lnTo>
                <a:lnTo>
                  <a:pt x="0" y="15358"/>
                </a:lnTo>
                <a:lnTo>
                  <a:pt x="41" y="15519"/>
                </a:lnTo>
                <a:lnTo>
                  <a:pt x="101" y="15680"/>
                </a:lnTo>
                <a:lnTo>
                  <a:pt x="162" y="15842"/>
                </a:lnTo>
                <a:lnTo>
                  <a:pt x="263" y="16003"/>
                </a:lnTo>
                <a:lnTo>
                  <a:pt x="404" y="16185"/>
                </a:lnTo>
                <a:lnTo>
                  <a:pt x="545" y="16346"/>
                </a:lnTo>
                <a:lnTo>
                  <a:pt x="727" y="16488"/>
                </a:lnTo>
                <a:lnTo>
                  <a:pt x="888" y="16629"/>
                </a:lnTo>
                <a:lnTo>
                  <a:pt x="1090" y="16750"/>
                </a:lnTo>
                <a:lnTo>
                  <a:pt x="1272" y="16851"/>
                </a:lnTo>
                <a:lnTo>
                  <a:pt x="1675" y="17053"/>
                </a:lnTo>
                <a:lnTo>
                  <a:pt x="2281" y="17295"/>
                </a:lnTo>
                <a:lnTo>
                  <a:pt x="2886" y="17537"/>
                </a:lnTo>
                <a:lnTo>
                  <a:pt x="3512" y="17739"/>
                </a:lnTo>
                <a:lnTo>
                  <a:pt x="4117" y="17920"/>
                </a:lnTo>
                <a:lnTo>
                  <a:pt x="4743" y="18062"/>
                </a:lnTo>
                <a:lnTo>
                  <a:pt x="5348" y="18203"/>
                </a:lnTo>
                <a:lnTo>
                  <a:pt x="5974" y="18324"/>
                </a:lnTo>
                <a:lnTo>
                  <a:pt x="6579" y="18405"/>
                </a:lnTo>
                <a:lnTo>
                  <a:pt x="7185" y="18485"/>
                </a:lnTo>
                <a:lnTo>
                  <a:pt x="7790" y="18546"/>
                </a:lnTo>
                <a:lnTo>
                  <a:pt x="8960" y="18647"/>
                </a:lnTo>
                <a:lnTo>
                  <a:pt x="10091" y="18687"/>
                </a:lnTo>
                <a:lnTo>
                  <a:pt x="11160" y="18707"/>
                </a:lnTo>
                <a:lnTo>
                  <a:pt x="11443" y="18707"/>
                </a:lnTo>
                <a:lnTo>
                  <a:pt x="12653" y="18687"/>
                </a:lnTo>
                <a:lnTo>
                  <a:pt x="13864" y="18647"/>
                </a:lnTo>
                <a:lnTo>
                  <a:pt x="15055" y="18586"/>
                </a:lnTo>
                <a:lnTo>
                  <a:pt x="16225" y="18485"/>
                </a:lnTo>
                <a:lnTo>
                  <a:pt x="17376" y="18364"/>
                </a:lnTo>
                <a:lnTo>
                  <a:pt x="18526" y="18223"/>
                </a:lnTo>
                <a:lnTo>
                  <a:pt x="19636" y="18042"/>
                </a:lnTo>
                <a:lnTo>
                  <a:pt x="20746" y="17840"/>
                </a:lnTo>
                <a:lnTo>
                  <a:pt x="21835" y="17618"/>
                </a:lnTo>
                <a:lnTo>
                  <a:pt x="22905" y="17376"/>
                </a:lnTo>
                <a:lnTo>
                  <a:pt x="23974" y="17093"/>
                </a:lnTo>
                <a:lnTo>
                  <a:pt x="25004" y="16790"/>
                </a:lnTo>
                <a:lnTo>
                  <a:pt x="26033" y="16447"/>
                </a:lnTo>
                <a:lnTo>
                  <a:pt x="27022" y="16084"/>
                </a:lnTo>
                <a:lnTo>
                  <a:pt x="28010" y="15701"/>
                </a:lnTo>
                <a:lnTo>
                  <a:pt x="28979" y="15297"/>
                </a:lnTo>
                <a:lnTo>
                  <a:pt x="29544" y="15035"/>
                </a:lnTo>
                <a:lnTo>
                  <a:pt x="30109" y="14752"/>
                </a:lnTo>
                <a:lnTo>
                  <a:pt x="30674" y="14449"/>
                </a:lnTo>
                <a:lnTo>
                  <a:pt x="31239" y="14086"/>
                </a:lnTo>
                <a:lnTo>
                  <a:pt x="31784" y="13703"/>
                </a:lnTo>
                <a:lnTo>
                  <a:pt x="32046" y="13501"/>
                </a:lnTo>
                <a:lnTo>
                  <a:pt x="32289" y="13279"/>
                </a:lnTo>
                <a:lnTo>
                  <a:pt x="32531" y="13057"/>
                </a:lnTo>
                <a:lnTo>
                  <a:pt x="32773" y="12815"/>
                </a:lnTo>
                <a:lnTo>
                  <a:pt x="32995" y="12553"/>
                </a:lnTo>
                <a:lnTo>
                  <a:pt x="33197" y="12290"/>
                </a:lnTo>
                <a:lnTo>
                  <a:pt x="33439" y="11927"/>
                </a:lnTo>
                <a:lnTo>
                  <a:pt x="33661" y="11544"/>
                </a:lnTo>
                <a:lnTo>
                  <a:pt x="33863" y="11140"/>
                </a:lnTo>
                <a:lnTo>
                  <a:pt x="34044" y="10736"/>
                </a:lnTo>
                <a:lnTo>
                  <a:pt x="34226" y="10333"/>
                </a:lnTo>
                <a:lnTo>
                  <a:pt x="34367" y="9909"/>
                </a:lnTo>
                <a:lnTo>
                  <a:pt x="34670" y="9061"/>
                </a:lnTo>
                <a:lnTo>
                  <a:pt x="34952" y="8274"/>
                </a:lnTo>
                <a:lnTo>
                  <a:pt x="35235" y="7487"/>
                </a:lnTo>
                <a:lnTo>
                  <a:pt x="35416" y="7104"/>
                </a:lnTo>
                <a:lnTo>
                  <a:pt x="35598" y="6741"/>
                </a:lnTo>
                <a:lnTo>
                  <a:pt x="35800" y="6377"/>
                </a:lnTo>
                <a:lnTo>
                  <a:pt x="36022" y="6014"/>
                </a:lnTo>
                <a:lnTo>
                  <a:pt x="36264" y="5671"/>
                </a:lnTo>
                <a:lnTo>
                  <a:pt x="36526" y="5348"/>
                </a:lnTo>
                <a:lnTo>
                  <a:pt x="36809" y="5046"/>
                </a:lnTo>
                <a:lnTo>
                  <a:pt x="37112" y="4743"/>
                </a:lnTo>
                <a:lnTo>
                  <a:pt x="37737" y="4178"/>
                </a:lnTo>
                <a:lnTo>
                  <a:pt x="38383" y="3633"/>
                </a:lnTo>
                <a:lnTo>
                  <a:pt x="39170" y="2947"/>
                </a:lnTo>
                <a:lnTo>
                  <a:pt x="39574" y="2584"/>
                </a:lnTo>
                <a:lnTo>
                  <a:pt x="39937" y="2200"/>
                </a:lnTo>
                <a:lnTo>
                  <a:pt x="40118" y="2019"/>
                </a:lnTo>
                <a:lnTo>
                  <a:pt x="40280" y="1797"/>
                </a:lnTo>
                <a:lnTo>
                  <a:pt x="40340" y="1675"/>
                </a:lnTo>
                <a:lnTo>
                  <a:pt x="40381" y="1554"/>
                </a:lnTo>
                <a:lnTo>
                  <a:pt x="40401" y="1433"/>
                </a:lnTo>
                <a:lnTo>
                  <a:pt x="40421" y="1292"/>
                </a:lnTo>
                <a:lnTo>
                  <a:pt x="40401" y="1191"/>
                </a:lnTo>
                <a:lnTo>
                  <a:pt x="40381" y="1090"/>
                </a:lnTo>
                <a:lnTo>
                  <a:pt x="40340" y="989"/>
                </a:lnTo>
                <a:lnTo>
                  <a:pt x="40280" y="909"/>
                </a:lnTo>
                <a:lnTo>
                  <a:pt x="40159" y="747"/>
                </a:lnTo>
                <a:lnTo>
                  <a:pt x="40018" y="626"/>
                </a:lnTo>
                <a:lnTo>
                  <a:pt x="39836" y="505"/>
                </a:lnTo>
                <a:lnTo>
                  <a:pt x="39674" y="424"/>
                </a:lnTo>
                <a:lnTo>
                  <a:pt x="39392" y="303"/>
                </a:lnTo>
                <a:lnTo>
                  <a:pt x="38908" y="182"/>
                </a:lnTo>
                <a:lnTo>
                  <a:pt x="38423" y="81"/>
                </a:lnTo>
                <a:lnTo>
                  <a:pt x="37939" y="21"/>
                </a:lnTo>
                <a:lnTo>
                  <a:pt x="37455" y="1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8" name="Google Shape;628;p8"/>
          <p:cNvSpPr/>
          <p:nvPr/>
        </p:nvSpPr>
        <p:spPr>
          <a:xfrm flipH="1">
            <a:off x="568954" y="3680481"/>
            <a:ext cx="1642730" cy="740159"/>
          </a:xfrm>
          <a:custGeom>
            <a:rect b="b" l="l" r="r" t="t"/>
            <a:pathLst>
              <a:path extrusionOk="0" h="13239" w="29383">
                <a:moveTo>
                  <a:pt x="28272" y="81"/>
                </a:moveTo>
                <a:lnTo>
                  <a:pt x="28474" y="102"/>
                </a:lnTo>
                <a:lnTo>
                  <a:pt x="28696" y="142"/>
                </a:lnTo>
                <a:lnTo>
                  <a:pt x="28898" y="202"/>
                </a:lnTo>
                <a:lnTo>
                  <a:pt x="29019" y="243"/>
                </a:lnTo>
                <a:lnTo>
                  <a:pt x="29140" y="303"/>
                </a:lnTo>
                <a:lnTo>
                  <a:pt x="29201" y="364"/>
                </a:lnTo>
                <a:lnTo>
                  <a:pt x="29261" y="404"/>
                </a:lnTo>
                <a:lnTo>
                  <a:pt x="29281" y="465"/>
                </a:lnTo>
                <a:lnTo>
                  <a:pt x="29302" y="545"/>
                </a:lnTo>
                <a:lnTo>
                  <a:pt x="29302" y="626"/>
                </a:lnTo>
                <a:lnTo>
                  <a:pt x="29281" y="707"/>
                </a:lnTo>
                <a:lnTo>
                  <a:pt x="29201" y="848"/>
                </a:lnTo>
                <a:lnTo>
                  <a:pt x="29059" y="1070"/>
                </a:lnTo>
                <a:lnTo>
                  <a:pt x="28918" y="1272"/>
                </a:lnTo>
                <a:lnTo>
                  <a:pt x="28595" y="1676"/>
                </a:lnTo>
                <a:lnTo>
                  <a:pt x="28232" y="2079"/>
                </a:lnTo>
                <a:lnTo>
                  <a:pt x="27889" y="2442"/>
                </a:lnTo>
                <a:lnTo>
                  <a:pt x="27566" y="2785"/>
                </a:lnTo>
                <a:lnTo>
                  <a:pt x="27263" y="3129"/>
                </a:lnTo>
                <a:lnTo>
                  <a:pt x="26961" y="3492"/>
                </a:lnTo>
                <a:lnTo>
                  <a:pt x="26698" y="3855"/>
                </a:lnTo>
                <a:lnTo>
                  <a:pt x="26476" y="4198"/>
                </a:lnTo>
                <a:lnTo>
                  <a:pt x="26295" y="4521"/>
                </a:lnTo>
                <a:lnTo>
                  <a:pt x="26133" y="4884"/>
                </a:lnTo>
                <a:lnTo>
                  <a:pt x="25972" y="5247"/>
                </a:lnTo>
                <a:lnTo>
                  <a:pt x="25689" y="5974"/>
                </a:lnTo>
                <a:lnTo>
                  <a:pt x="25447" y="6721"/>
                </a:lnTo>
                <a:lnTo>
                  <a:pt x="25124" y="7649"/>
                </a:lnTo>
                <a:lnTo>
                  <a:pt x="24943" y="8113"/>
                </a:lnTo>
                <a:lnTo>
                  <a:pt x="24741" y="8557"/>
                </a:lnTo>
                <a:lnTo>
                  <a:pt x="24539" y="8981"/>
                </a:lnTo>
                <a:lnTo>
                  <a:pt x="24297" y="9405"/>
                </a:lnTo>
                <a:lnTo>
                  <a:pt x="24014" y="9788"/>
                </a:lnTo>
                <a:lnTo>
                  <a:pt x="23853" y="9990"/>
                </a:lnTo>
                <a:lnTo>
                  <a:pt x="23692" y="10171"/>
                </a:lnTo>
                <a:lnTo>
                  <a:pt x="23409" y="10414"/>
                </a:lnTo>
                <a:lnTo>
                  <a:pt x="23106" y="10676"/>
                </a:lnTo>
                <a:lnTo>
                  <a:pt x="22784" y="10898"/>
                </a:lnTo>
                <a:lnTo>
                  <a:pt x="22420" y="11100"/>
                </a:lnTo>
                <a:lnTo>
                  <a:pt x="22017" y="11301"/>
                </a:lnTo>
                <a:lnTo>
                  <a:pt x="21593" y="11483"/>
                </a:lnTo>
                <a:lnTo>
                  <a:pt x="21129" y="11645"/>
                </a:lnTo>
                <a:lnTo>
                  <a:pt x="20644" y="11786"/>
                </a:lnTo>
                <a:lnTo>
                  <a:pt x="19958" y="11947"/>
                </a:lnTo>
                <a:lnTo>
                  <a:pt x="19272" y="12088"/>
                </a:lnTo>
                <a:lnTo>
                  <a:pt x="18566" y="12210"/>
                </a:lnTo>
                <a:lnTo>
                  <a:pt x="17880" y="12290"/>
                </a:lnTo>
                <a:lnTo>
                  <a:pt x="17173" y="12371"/>
                </a:lnTo>
                <a:lnTo>
                  <a:pt x="16467" y="12432"/>
                </a:lnTo>
                <a:lnTo>
                  <a:pt x="15075" y="12532"/>
                </a:lnTo>
                <a:lnTo>
                  <a:pt x="14106" y="12593"/>
                </a:lnTo>
                <a:lnTo>
                  <a:pt x="12774" y="12694"/>
                </a:lnTo>
                <a:lnTo>
                  <a:pt x="11442" y="12815"/>
                </a:lnTo>
                <a:lnTo>
                  <a:pt x="9142" y="12997"/>
                </a:lnTo>
                <a:lnTo>
                  <a:pt x="7971" y="13077"/>
                </a:lnTo>
                <a:lnTo>
                  <a:pt x="6801" y="13138"/>
                </a:lnTo>
                <a:lnTo>
                  <a:pt x="5630" y="13158"/>
                </a:lnTo>
                <a:lnTo>
                  <a:pt x="4480" y="13158"/>
                </a:lnTo>
                <a:lnTo>
                  <a:pt x="3895" y="13138"/>
                </a:lnTo>
                <a:lnTo>
                  <a:pt x="3310" y="13098"/>
                </a:lnTo>
                <a:lnTo>
                  <a:pt x="2725" y="13057"/>
                </a:lnTo>
                <a:lnTo>
                  <a:pt x="2139" y="12976"/>
                </a:lnTo>
                <a:lnTo>
                  <a:pt x="1857" y="12936"/>
                </a:lnTo>
                <a:lnTo>
                  <a:pt x="1554" y="12855"/>
                </a:lnTo>
                <a:lnTo>
                  <a:pt x="1251" y="12754"/>
                </a:lnTo>
                <a:lnTo>
                  <a:pt x="969" y="12613"/>
                </a:lnTo>
                <a:lnTo>
                  <a:pt x="707" y="12452"/>
                </a:lnTo>
                <a:lnTo>
                  <a:pt x="485" y="12270"/>
                </a:lnTo>
                <a:lnTo>
                  <a:pt x="384" y="12169"/>
                </a:lnTo>
                <a:lnTo>
                  <a:pt x="303" y="12048"/>
                </a:lnTo>
                <a:lnTo>
                  <a:pt x="222" y="11947"/>
                </a:lnTo>
                <a:lnTo>
                  <a:pt x="162" y="11826"/>
                </a:lnTo>
                <a:lnTo>
                  <a:pt x="121" y="11685"/>
                </a:lnTo>
                <a:lnTo>
                  <a:pt x="81" y="11544"/>
                </a:lnTo>
                <a:lnTo>
                  <a:pt x="81" y="11382"/>
                </a:lnTo>
                <a:lnTo>
                  <a:pt x="101" y="11241"/>
                </a:lnTo>
                <a:lnTo>
                  <a:pt x="142" y="11079"/>
                </a:lnTo>
                <a:lnTo>
                  <a:pt x="202" y="10938"/>
                </a:lnTo>
                <a:lnTo>
                  <a:pt x="283" y="10777"/>
                </a:lnTo>
                <a:lnTo>
                  <a:pt x="384" y="10615"/>
                </a:lnTo>
                <a:lnTo>
                  <a:pt x="646" y="10313"/>
                </a:lnTo>
                <a:lnTo>
                  <a:pt x="929" y="10010"/>
                </a:lnTo>
                <a:lnTo>
                  <a:pt x="1272" y="9727"/>
                </a:lnTo>
                <a:lnTo>
                  <a:pt x="1635" y="9465"/>
                </a:lnTo>
                <a:lnTo>
                  <a:pt x="2038" y="9203"/>
                </a:lnTo>
                <a:lnTo>
                  <a:pt x="2422" y="8940"/>
                </a:lnTo>
                <a:lnTo>
                  <a:pt x="3229" y="8476"/>
                </a:lnTo>
                <a:lnTo>
                  <a:pt x="4016" y="7992"/>
                </a:lnTo>
                <a:lnTo>
                  <a:pt x="5005" y="7407"/>
                </a:lnTo>
                <a:lnTo>
                  <a:pt x="6014" y="6821"/>
                </a:lnTo>
                <a:lnTo>
                  <a:pt x="7063" y="6277"/>
                </a:lnTo>
                <a:lnTo>
                  <a:pt x="8153" y="5732"/>
                </a:lnTo>
                <a:lnTo>
                  <a:pt x="9283" y="5207"/>
                </a:lnTo>
                <a:lnTo>
                  <a:pt x="10433" y="4682"/>
                </a:lnTo>
                <a:lnTo>
                  <a:pt x="11644" y="4198"/>
                </a:lnTo>
                <a:lnTo>
                  <a:pt x="12895" y="3714"/>
                </a:lnTo>
                <a:lnTo>
                  <a:pt x="14146" y="3250"/>
                </a:lnTo>
                <a:lnTo>
                  <a:pt x="15438" y="2826"/>
                </a:lnTo>
                <a:lnTo>
                  <a:pt x="16790" y="2382"/>
                </a:lnTo>
                <a:lnTo>
                  <a:pt x="18182" y="1958"/>
                </a:lnTo>
                <a:lnTo>
                  <a:pt x="19151" y="1676"/>
                </a:lnTo>
                <a:lnTo>
                  <a:pt x="20180" y="1393"/>
                </a:lnTo>
                <a:lnTo>
                  <a:pt x="21250" y="1111"/>
                </a:lnTo>
                <a:lnTo>
                  <a:pt x="22380" y="848"/>
                </a:lnTo>
                <a:lnTo>
                  <a:pt x="23550" y="606"/>
                </a:lnTo>
                <a:lnTo>
                  <a:pt x="24761" y="404"/>
                </a:lnTo>
                <a:lnTo>
                  <a:pt x="25972" y="223"/>
                </a:lnTo>
                <a:lnTo>
                  <a:pt x="26598" y="162"/>
                </a:lnTo>
                <a:lnTo>
                  <a:pt x="27223" y="102"/>
                </a:lnTo>
                <a:lnTo>
                  <a:pt x="27647" y="81"/>
                </a:lnTo>
                <a:close/>
                <a:moveTo>
                  <a:pt x="27647" y="1"/>
                </a:moveTo>
                <a:lnTo>
                  <a:pt x="27223" y="21"/>
                </a:lnTo>
                <a:lnTo>
                  <a:pt x="26598" y="81"/>
                </a:lnTo>
                <a:lnTo>
                  <a:pt x="25972" y="142"/>
                </a:lnTo>
                <a:lnTo>
                  <a:pt x="24741" y="324"/>
                </a:lnTo>
                <a:lnTo>
                  <a:pt x="23550" y="525"/>
                </a:lnTo>
                <a:lnTo>
                  <a:pt x="22360" y="767"/>
                </a:lnTo>
                <a:lnTo>
                  <a:pt x="21230" y="1030"/>
                </a:lnTo>
                <a:lnTo>
                  <a:pt x="20160" y="1312"/>
                </a:lnTo>
                <a:lnTo>
                  <a:pt x="19131" y="1595"/>
                </a:lnTo>
                <a:lnTo>
                  <a:pt x="18162" y="1877"/>
                </a:lnTo>
                <a:lnTo>
                  <a:pt x="16750" y="2301"/>
                </a:lnTo>
                <a:lnTo>
                  <a:pt x="15418" y="2745"/>
                </a:lnTo>
                <a:lnTo>
                  <a:pt x="14106" y="3189"/>
                </a:lnTo>
                <a:lnTo>
                  <a:pt x="12855" y="3633"/>
                </a:lnTo>
                <a:lnTo>
                  <a:pt x="11604" y="4117"/>
                </a:lnTo>
                <a:lnTo>
                  <a:pt x="10413" y="4622"/>
                </a:lnTo>
                <a:lnTo>
                  <a:pt x="9243" y="5126"/>
                </a:lnTo>
                <a:lnTo>
                  <a:pt x="8113" y="5651"/>
                </a:lnTo>
                <a:lnTo>
                  <a:pt x="7023" y="6196"/>
                </a:lnTo>
                <a:lnTo>
                  <a:pt x="5974" y="6761"/>
                </a:lnTo>
                <a:lnTo>
                  <a:pt x="4965" y="7326"/>
                </a:lnTo>
                <a:lnTo>
                  <a:pt x="3976" y="7931"/>
                </a:lnTo>
                <a:lnTo>
                  <a:pt x="3189" y="8396"/>
                </a:lnTo>
                <a:lnTo>
                  <a:pt x="2381" y="8880"/>
                </a:lnTo>
                <a:lnTo>
                  <a:pt x="1978" y="9142"/>
                </a:lnTo>
                <a:lnTo>
                  <a:pt x="1594" y="9405"/>
                </a:lnTo>
                <a:lnTo>
                  <a:pt x="1211" y="9667"/>
                </a:lnTo>
                <a:lnTo>
                  <a:pt x="888" y="9949"/>
                </a:lnTo>
                <a:lnTo>
                  <a:pt x="585" y="10252"/>
                </a:lnTo>
                <a:lnTo>
                  <a:pt x="444" y="10414"/>
                </a:lnTo>
                <a:lnTo>
                  <a:pt x="323" y="10575"/>
                </a:lnTo>
                <a:lnTo>
                  <a:pt x="202" y="10736"/>
                </a:lnTo>
                <a:lnTo>
                  <a:pt x="121" y="10898"/>
                </a:lnTo>
                <a:lnTo>
                  <a:pt x="61" y="11059"/>
                </a:lnTo>
                <a:lnTo>
                  <a:pt x="20" y="11241"/>
                </a:lnTo>
                <a:lnTo>
                  <a:pt x="0" y="11382"/>
                </a:lnTo>
                <a:lnTo>
                  <a:pt x="0" y="11544"/>
                </a:lnTo>
                <a:lnTo>
                  <a:pt x="41" y="11705"/>
                </a:lnTo>
                <a:lnTo>
                  <a:pt x="101" y="11867"/>
                </a:lnTo>
                <a:lnTo>
                  <a:pt x="202" y="12048"/>
                </a:lnTo>
                <a:lnTo>
                  <a:pt x="343" y="12230"/>
                </a:lnTo>
                <a:lnTo>
                  <a:pt x="545" y="12411"/>
                </a:lnTo>
                <a:lnTo>
                  <a:pt x="787" y="12593"/>
                </a:lnTo>
                <a:lnTo>
                  <a:pt x="1070" y="12754"/>
                </a:lnTo>
                <a:lnTo>
                  <a:pt x="1393" y="12896"/>
                </a:lnTo>
                <a:lnTo>
                  <a:pt x="1736" y="12997"/>
                </a:lnTo>
                <a:lnTo>
                  <a:pt x="2139" y="13057"/>
                </a:lnTo>
                <a:lnTo>
                  <a:pt x="2947" y="13158"/>
                </a:lnTo>
                <a:lnTo>
                  <a:pt x="3754" y="13198"/>
                </a:lnTo>
                <a:lnTo>
                  <a:pt x="4561" y="13239"/>
                </a:lnTo>
                <a:lnTo>
                  <a:pt x="6135" y="13239"/>
                </a:lnTo>
                <a:lnTo>
                  <a:pt x="6902" y="13219"/>
                </a:lnTo>
                <a:lnTo>
                  <a:pt x="8435" y="13138"/>
                </a:lnTo>
                <a:lnTo>
                  <a:pt x="9949" y="13017"/>
                </a:lnTo>
                <a:lnTo>
                  <a:pt x="11442" y="12896"/>
                </a:lnTo>
                <a:lnTo>
                  <a:pt x="12774" y="12775"/>
                </a:lnTo>
                <a:lnTo>
                  <a:pt x="14106" y="12674"/>
                </a:lnTo>
                <a:lnTo>
                  <a:pt x="15075" y="12613"/>
                </a:lnTo>
                <a:lnTo>
                  <a:pt x="16467" y="12512"/>
                </a:lnTo>
                <a:lnTo>
                  <a:pt x="17173" y="12452"/>
                </a:lnTo>
                <a:lnTo>
                  <a:pt x="17880" y="12371"/>
                </a:lnTo>
                <a:lnTo>
                  <a:pt x="18586" y="12290"/>
                </a:lnTo>
                <a:lnTo>
                  <a:pt x="19272" y="12169"/>
                </a:lnTo>
                <a:lnTo>
                  <a:pt x="19978" y="12028"/>
                </a:lnTo>
                <a:lnTo>
                  <a:pt x="20665" y="11867"/>
                </a:lnTo>
                <a:lnTo>
                  <a:pt x="21149" y="11705"/>
                </a:lnTo>
                <a:lnTo>
                  <a:pt x="21613" y="11544"/>
                </a:lnTo>
                <a:lnTo>
                  <a:pt x="22057" y="11362"/>
                </a:lnTo>
                <a:lnTo>
                  <a:pt x="22461" y="11180"/>
                </a:lnTo>
                <a:lnTo>
                  <a:pt x="22824" y="10958"/>
                </a:lnTo>
                <a:lnTo>
                  <a:pt x="23167" y="10736"/>
                </a:lnTo>
                <a:lnTo>
                  <a:pt x="23470" y="10474"/>
                </a:lnTo>
                <a:lnTo>
                  <a:pt x="23752" y="10212"/>
                </a:lnTo>
                <a:lnTo>
                  <a:pt x="23914" y="10030"/>
                </a:lnTo>
                <a:lnTo>
                  <a:pt x="24075" y="9849"/>
                </a:lnTo>
                <a:lnTo>
                  <a:pt x="24358" y="9445"/>
                </a:lnTo>
                <a:lnTo>
                  <a:pt x="24600" y="9021"/>
                </a:lnTo>
                <a:lnTo>
                  <a:pt x="24822" y="8597"/>
                </a:lnTo>
                <a:lnTo>
                  <a:pt x="25023" y="8133"/>
                </a:lnTo>
                <a:lnTo>
                  <a:pt x="25185" y="7669"/>
                </a:lnTo>
                <a:lnTo>
                  <a:pt x="25508" y="6741"/>
                </a:lnTo>
                <a:lnTo>
                  <a:pt x="25770" y="6014"/>
                </a:lnTo>
                <a:lnTo>
                  <a:pt x="26053" y="5268"/>
                </a:lnTo>
                <a:lnTo>
                  <a:pt x="26194" y="4925"/>
                </a:lnTo>
                <a:lnTo>
                  <a:pt x="26376" y="4561"/>
                </a:lnTo>
                <a:lnTo>
                  <a:pt x="26557" y="4238"/>
                </a:lnTo>
                <a:lnTo>
                  <a:pt x="26759" y="3895"/>
                </a:lnTo>
                <a:lnTo>
                  <a:pt x="27021" y="3532"/>
                </a:lnTo>
                <a:lnTo>
                  <a:pt x="27324" y="3169"/>
                </a:lnTo>
                <a:lnTo>
                  <a:pt x="27627" y="2826"/>
                </a:lnTo>
                <a:lnTo>
                  <a:pt x="27950" y="2503"/>
                </a:lnTo>
                <a:lnTo>
                  <a:pt x="28293" y="2120"/>
                </a:lnTo>
                <a:lnTo>
                  <a:pt x="28656" y="1736"/>
                </a:lnTo>
                <a:lnTo>
                  <a:pt x="28979" y="1333"/>
                </a:lnTo>
                <a:lnTo>
                  <a:pt x="29120" y="1111"/>
                </a:lnTo>
                <a:lnTo>
                  <a:pt x="29261" y="889"/>
                </a:lnTo>
                <a:lnTo>
                  <a:pt x="29362" y="727"/>
                </a:lnTo>
                <a:lnTo>
                  <a:pt x="29382" y="626"/>
                </a:lnTo>
                <a:lnTo>
                  <a:pt x="29382" y="545"/>
                </a:lnTo>
                <a:lnTo>
                  <a:pt x="29362" y="445"/>
                </a:lnTo>
                <a:lnTo>
                  <a:pt x="29322" y="364"/>
                </a:lnTo>
                <a:lnTo>
                  <a:pt x="29261" y="303"/>
                </a:lnTo>
                <a:lnTo>
                  <a:pt x="29201" y="243"/>
                </a:lnTo>
                <a:lnTo>
                  <a:pt x="29059" y="162"/>
                </a:lnTo>
                <a:lnTo>
                  <a:pt x="28918" y="122"/>
                </a:lnTo>
                <a:lnTo>
                  <a:pt x="28716" y="61"/>
                </a:lnTo>
                <a:lnTo>
                  <a:pt x="28494" y="21"/>
                </a:lnTo>
                <a:lnTo>
                  <a:pt x="28293" y="1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9" name="Google Shape;629;p8"/>
          <p:cNvSpPr/>
          <p:nvPr/>
        </p:nvSpPr>
        <p:spPr>
          <a:xfrm flipH="1">
            <a:off x="1140961" y="4091169"/>
            <a:ext cx="235874" cy="188464"/>
          </a:xfrm>
          <a:custGeom>
            <a:rect b="b" l="l" r="r" t="t"/>
            <a:pathLst>
              <a:path extrusionOk="0" h="3371" w="4219">
                <a:moveTo>
                  <a:pt x="3875" y="81"/>
                </a:moveTo>
                <a:lnTo>
                  <a:pt x="3976" y="101"/>
                </a:lnTo>
                <a:lnTo>
                  <a:pt x="4057" y="182"/>
                </a:lnTo>
                <a:lnTo>
                  <a:pt x="4097" y="263"/>
                </a:lnTo>
                <a:lnTo>
                  <a:pt x="4137" y="363"/>
                </a:lnTo>
                <a:lnTo>
                  <a:pt x="4137" y="464"/>
                </a:lnTo>
                <a:lnTo>
                  <a:pt x="4137" y="585"/>
                </a:lnTo>
                <a:lnTo>
                  <a:pt x="4077" y="807"/>
                </a:lnTo>
                <a:lnTo>
                  <a:pt x="3936" y="1130"/>
                </a:lnTo>
                <a:lnTo>
                  <a:pt x="3794" y="1433"/>
                </a:lnTo>
                <a:lnTo>
                  <a:pt x="3613" y="1715"/>
                </a:lnTo>
                <a:lnTo>
                  <a:pt x="3411" y="1998"/>
                </a:lnTo>
                <a:lnTo>
                  <a:pt x="3189" y="2240"/>
                </a:lnTo>
                <a:lnTo>
                  <a:pt x="2947" y="2482"/>
                </a:lnTo>
                <a:lnTo>
                  <a:pt x="2684" y="2684"/>
                </a:lnTo>
                <a:lnTo>
                  <a:pt x="2422" y="2866"/>
                </a:lnTo>
                <a:lnTo>
                  <a:pt x="2180" y="2967"/>
                </a:lnTo>
                <a:lnTo>
                  <a:pt x="1897" y="3088"/>
                </a:lnTo>
                <a:lnTo>
                  <a:pt x="1575" y="3189"/>
                </a:lnTo>
                <a:lnTo>
                  <a:pt x="1252" y="3249"/>
                </a:lnTo>
                <a:lnTo>
                  <a:pt x="929" y="3290"/>
                </a:lnTo>
                <a:lnTo>
                  <a:pt x="626" y="3290"/>
                </a:lnTo>
                <a:lnTo>
                  <a:pt x="505" y="3269"/>
                </a:lnTo>
                <a:lnTo>
                  <a:pt x="384" y="3249"/>
                </a:lnTo>
                <a:lnTo>
                  <a:pt x="283" y="3209"/>
                </a:lnTo>
                <a:lnTo>
                  <a:pt x="202" y="3148"/>
                </a:lnTo>
                <a:lnTo>
                  <a:pt x="142" y="3088"/>
                </a:lnTo>
                <a:lnTo>
                  <a:pt x="122" y="3007"/>
                </a:lnTo>
                <a:lnTo>
                  <a:pt x="101" y="2926"/>
                </a:lnTo>
                <a:lnTo>
                  <a:pt x="81" y="2846"/>
                </a:lnTo>
                <a:lnTo>
                  <a:pt x="101" y="2745"/>
                </a:lnTo>
                <a:lnTo>
                  <a:pt x="122" y="2624"/>
                </a:lnTo>
                <a:lnTo>
                  <a:pt x="222" y="2381"/>
                </a:lnTo>
                <a:lnTo>
                  <a:pt x="344" y="2159"/>
                </a:lnTo>
                <a:lnTo>
                  <a:pt x="485" y="1958"/>
                </a:lnTo>
                <a:lnTo>
                  <a:pt x="666" y="1756"/>
                </a:lnTo>
                <a:lnTo>
                  <a:pt x="848" y="1574"/>
                </a:lnTo>
                <a:lnTo>
                  <a:pt x="1070" y="1393"/>
                </a:lnTo>
                <a:lnTo>
                  <a:pt x="1292" y="1231"/>
                </a:lnTo>
                <a:lnTo>
                  <a:pt x="1534" y="1070"/>
                </a:lnTo>
                <a:lnTo>
                  <a:pt x="1776" y="928"/>
                </a:lnTo>
                <a:lnTo>
                  <a:pt x="2261" y="666"/>
                </a:lnTo>
                <a:lnTo>
                  <a:pt x="2765" y="444"/>
                </a:lnTo>
                <a:lnTo>
                  <a:pt x="3229" y="263"/>
                </a:lnTo>
                <a:lnTo>
                  <a:pt x="3653" y="101"/>
                </a:lnTo>
                <a:lnTo>
                  <a:pt x="3774" y="81"/>
                </a:lnTo>
                <a:close/>
                <a:moveTo>
                  <a:pt x="3754" y="0"/>
                </a:moveTo>
                <a:lnTo>
                  <a:pt x="3633" y="41"/>
                </a:lnTo>
                <a:lnTo>
                  <a:pt x="3209" y="182"/>
                </a:lnTo>
                <a:lnTo>
                  <a:pt x="2725" y="363"/>
                </a:lnTo>
                <a:lnTo>
                  <a:pt x="2220" y="606"/>
                </a:lnTo>
                <a:lnTo>
                  <a:pt x="1716" y="868"/>
                </a:lnTo>
                <a:lnTo>
                  <a:pt x="1474" y="1009"/>
                </a:lnTo>
                <a:lnTo>
                  <a:pt x="1231" y="1171"/>
                </a:lnTo>
                <a:lnTo>
                  <a:pt x="1009" y="1352"/>
                </a:lnTo>
                <a:lnTo>
                  <a:pt x="787" y="1514"/>
                </a:lnTo>
                <a:lnTo>
                  <a:pt x="606" y="1715"/>
                </a:lnTo>
                <a:lnTo>
                  <a:pt x="424" y="1917"/>
                </a:lnTo>
                <a:lnTo>
                  <a:pt x="283" y="2119"/>
                </a:lnTo>
                <a:lnTo>
                  <a:pt x="142" y="2341"/>
                </a:lnTo>
                <a:lnTo>
                  <a:pt x="81" y="2482"/>
                </a:lnTo>
                <a:lnTo>
                  <a:pt x="41" y="2624"/>
                </a:lnTo>
                <a:lnTo>
                  <a:pt x="21" y="2745"/>
                </a:lnTo>
                <a:lnTo>
                  <a:pt x="0" y="2866"/>
                </a:lnTo>
                <a:lnTo>
                  <a:pt x="21" y="2967"/>
                </a:lnTo>
                <a:lnTo>
                  <a:pt x="41" y="3047"/>
                </a:lnTo>
                <a:lnTo>
                  <a:pt x="81" y="3128"/>
                </a:lnTo>
                <a:lnTo>
                  <a:pt x="142" y="3209"/>
                </a:lnTo>
                <a:lnTo>
                  <a:pt x="263" y="3290"/>
                </a:lnTo>
                <a:lnTo>
                  <a:pt x="404" y="3330"/>
                </a:lnTo>
                <a:lnTo>
                  <a:pt x="586" y="3370"/>
                </a:lnTo>
                <a:lnTo>
                  <a:pt x="989" y="3370"/>
                </a:lnTo>
                <a:lnTo>
                  <a:pt x="1211" y="3350"/>
                </a:lnTo>
                <a:lnTo>
                  <a:pt x="1453" y="3290"/>
                </a:lnTo>
                <a:lnTo>
                  <a:pt x="1675" y="3229"/>
                </a:lnTo>
                <a:lnTo>
                  <a:pt x="2119" y="3088"/>
                </a:lnTo>
                <a:lnTo>
                  <a:pt x="2301" y="3007"/>
                </a:lnTo>
                <a:lnTo>
                  <a:pt x="2462" y="2926"/>
                </a:lnTo>
                <a:lnTo>
                  <a:pt x="2745" y="2745"/>
                </a:lnTo>
                <a:lnTo>
                  <a:pt x="3007" y="2543"/>
                </a:lnTo>
                <a:lnTo>
                  <a:pt x="3249" y="2301"/>
                </a:lnTo>
                <a:lnTo>
                  <a:pt x="3471" y="2038"/>
                </a:lnTo>
                <a:lnTo>
                  <a:pt x="3673" y="1776"/>
                </a:lnTo>
                <a:lnTo>
                  <a:pt x="3855" y="1473"/>
                </a:lnTo>
                <a:lnTo>
                  <a:pt x="4016" y="1150"/>
                </a:lnTo>
                <a:lnTo>
                  <a:pt x="4137" y="828"/>
                </a:lnTo>
                <a:lnTo>
                  <a:pt x="4218" y="585"/>
                </a:lnTo>
                <a:lnTo>
                  <a:pt x="4218" y="464"/>
                </a:lnTo>
                <a:lnTo>
                  <a:pt x="4218" y="343"/>
                </a:lnTo>
                <a:lnTo>
                  <a:pt x="4178" y="222"/>
                </a:lnTo>
                <a:lnTo>
                  <a:pt x="4097" y="121"/>
                </a:lnTo>
                <a:lnTo>
                  <a:pt x="3996" y="41"/>
                </a:lnTo>
                <a:lnTo>
                  <a:pt x="3956" y="0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0" name="Google Shape;630;p8"/>
          <p:cNvSpPr/>
          <p:nvPr/>
        </p:nvSpPr>
        <p:spPr>
          <a:xfrm>
            <a:off x="8495347" y="204440"/>
            <a:ext cx="429300" cy="4293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1" name="Google Shape;631;p8"/>
          <p:cNvSpPr/>
          <p:nvPr/>
        </p:nvSpPr>
        <p:spPr>
          <a:xfrm flipH="1">
            <a:off x="6624317" y="-129457"/>
            <a:ext cx="2383952" cy="1642730"/>
          </a:xfrm>
          <a:custGeom>
            <a:rect b="b" l="l" r="r" t="t"/>
            <a:pathLst>
              <a:path extrusionOk="0" h="29383" w="42641">
                <a:moveTo>
                  <a:pt x="9364" y="81"/>
                </a:moveTo>
                <a:lnTo>
                  <a:pt x="10796" y="141"/>
                </a:lnTo>
                <a:lnTo>
                  <a:pt x="12209" y="222"/>
                </a:lnTo>
                <a:lnTo>
                  <a:pt x="13642" y="363"/>
                </a:lnTo>
                <a:lnTo>
                  <a:pt x="15054" y="505"/>
                </a:lnTo>
                <a:lnTo>
                  <a:pt x="16467" y="706"/>
                </a:lnTo>
                <a:lnTo>
                  <a:pt x="17880" y="928"/>
                </a:lnTo>
                <a:lnTo>
                  <a:pt x="19292" y="1191"/>
                </a:lnTo>
                <a:lnTo>
                  <a:pt x="20685" y="1494"/>
                </a:lnTo>
                <a:lnTo>
                  <a:pt x="22077" y="1816"/>
                </a:lnTo>
                <a:lnTo>
                  <a:pt x="23469" y="2180"/>
                </a:lnTo>
                <a:lnTo>
                  <a:pt x="24842" y="2563"/>
                </a:lnTo>
                <a:lnTo>
                  <a:pt x="26194" y="2987"/>
                </a:lnTo>
                <a:lnTo>
                  <a:pt x="27546" y="3451"/>
                </a:lnTo>
                <a:lnTo>
                  <a:pt x="28878" y="3935"/>
                </a:lnTo>
                <a:lnTo>
                  <a:pt x="30210" y="4460"/>
                </a:lnTo>
                <a:lnTo>
                  <a:pt x="31340" y="4944"/>
                </a:lnTo>
                <a:lnTo>
                  <a:pt x="32409" y="5429"/>
                </a:lnTo>
                <a:lnTo>
                  <a:pt x="33418" y="5933"/>
                </a:lnTo>
                <a:lnTo>
                  <a:pt x="34346" y="6438"/>
                </a:lnTo>
                <a:lnTo>
                  <a:pt x="35234" y="6962"/>
                </a:lnTo>
                <a:lnTo>
                  <a:pt x="36062" y="7487"/>
                </a:lnTo>
                <a:lnTo>
                  <a:pt x="36829" y="8032"/>
                </a:lnTo>
                <a:lnTo>
                  <a:pt x="37555" y="8597"/>
                </a:lnTo>
                <a:lnTo>
                  <a:pt x="37979" y="8960"/>
                </a:lnTo>
                <a:lnTo>
                  <a:pt x="38403" y="9344"/>
                </a:lnTo>
                <a:lnTo>
                  <a:pt x="38806" y="9727"/>
                </a:lnTo>
                <a:lnTo>
                  <a:pt x="39190" y="10131"/>
                </a:lnTo>
                <a:lnTo>
                  <a:pt x="39573" y="10534"/>
                </a:lnTo>
                <a:lnTo>
                  <a:pt x="39916" y="10938"/>
                </a:lnTo>
                <a:lnTo>
                  <a:pt x="40239" y="11362"/>
                </a:lnTo>
                <a:lnTo>
                  <a:pt x="40562" y="11785"/>
                </a:lnTo>
                <a:lnTo>
                  <a:pt x="40844" y="12209"/>
                </a:lnTo>
                <a:lnTo>
                  <a:pt x="41127" y="12653"/>
                </a:lnTo>
                <a:lnTo>
                  <a:pt x="41369" y="13097"/>
                </a:lnTo>
                <a:lnTo>
                  <a:pt x="41611" y="13541"/>
                </a:lnTo>
                <a:lnTo>
                  <a:pt x="41813" y="14005"/>
                </a:lnTo>
                <a:lnTo>
                  <a:pt x="42015" y="14469"/>
                </a:lnTo>
                <a:lnTo>
                  <a:pt x="42176" y="14913"/>
                </a:lnTo>
                <a:lnTo>
                  <a:pt x="42338" y="15398"/>
                </a:lnTo>
                <a:lnTo>
                  <a:pt x="42459" y="15862"/>
                </a:lnTo>
                <a:lnTo>
                  <a:pt x="42499" y="16104"/>
                </a:lnTo>
                <a:lnTo>
                  <a:pt x="42540" y="16366"/>
                </a:lnTo>
                <a:lnTo>
                  <a:pt x="42560" y="16608"/>
                </a:lnTo>
                <a:lnTo>
                  <a:pt x="42560" y="16851"/>
                </a:lnTo>
                <a:lnTo>
                  <a:pt x="42540" y="17113"/>
                </a:lnTo>
                <a:lnTo>
                  <a:pt x="42519" y="17355"/>
                </a:lnTo>
                <a:lnTo>
                  <a:pt x="42479" y="17577"/>
                </a:lnTo>
                <a:lnTo>
                  <a:pt x="42418" y="17799"/>
                </a:lnTo>
                <a:lnTo>
                  <a:pt x="42338" y="18021"/>
                </a:lnTo>
                <a:lnTo>
                  <a:pt x="42217" y="18223"/>
                </a:lnTo>
                <a:lnTo>
                  <a:pt x="42096" y="18404"/>
                </a:lnTo>
                <a:lnTo>
                  <a:pt x="41954" y="18566"/>
                </a:lnTo>
                <a:lnTo>
                  <a:pt x="41773" y="18707"/>
                </a:lnTo>
                <a:lnTo>
                  <a:pt x="41571" y="18848"/>
                </a:lnTo>
                <a:lnTo>
                  <a:pt x="41409" y="18909"/>
                </a:lnTo>
                <a:lnTo>
                  <a:pt x="41228" y="18969"/>
                </a:lnTo>
                <a:lnTo>
                  <a:pt x="41046" y="19010"/>
                </a:lnTo>
                <a:lnTo>
                  <a:pt x="40865" y="19050"/>
                </a:lnTo>
                <a:lnTo>
                  <a:pt x="40461" y="19070"/>
                </a:lnTo>
                <a:lnTo>
                  <a:pt x="40057" y="19070"/>
                </a:lnTo>
                <a:lnTo>
                  <a:pt x="38948" y="19050"/>
                </a:lnTo>
                <a:lnTo>
                  <a:pt x="37838" y="19010"/>
                </a:lnTo>
                <a:lnTo>
                  <a:pt x="35618" y="18909"/>
                </a:lnTo>
                <a:lnTo>
                  <a:pt x="33398" y="18788"/>
                </a:lnTo>
                <a:lnTo>
                  <a:pt x="31198" y="18626"/>
                </a:lnTo>
                <a:lnTo>
                  <a:pt x="28918" y="18485"/>
                </a:lnTo>
                <a:lnTo>
                  <a:pt x="26597" y="18344"/>
                </a:lnTo>
                <a:lnTo>
                  <a:pt x="24277" y="18243"/>
                </a:lnTo>
                <a:lnTo>
                  <a:pt x="23126" y="18223"/>
                </a:lnTo>
                <a:lnTo>
                  <a:pt x="21956" y="18203"/>
                </a:lnTo>
                <a:lnTo>
                  <a:pt x="20806" y="18182"/>
                </a:lnTo>
                <a:lnTo>
                  <a:pt x="19635" y="18203"/>
                </a:lnTo>
                <a:lnTo>
                  <a:pt x="18465" y="18243"/>
                </a:lnTo>
                <a:lnTo>
                  <a:pt x="17315" y="18304"/>
                </a:lnTo>
                <a:lnTo>
                  <a:pt x="16164" y="18384"/>
                </a:lnTo>
                <a:lnTo>
                  <a:pt x="14994" y="18485"/>
                </a:lnTo>
                <a:lnTo>
                  <a:pt x="13844" y="18626"/>
                </a:lnTo>
                <a:lnTo>
                  <a:pt x="12693" y="18788"/>
                </a:lnTo>
                <a:lnTo>
                  <a:pt x="12007" y="18909"/>
                </a:lnTo>
                <a:lnTo>
                  <a:pt x="11321" y="19050"/>
                </a:lnTo>
                <a:lnTo>
                  <a:pt x="10615" y="19232"/>
                </a:lnTo>
                <a:lnTo>
                  <a:pt x="10272" y="19333"/>
                </a:lnTo>
                <a:lnTo>
                  <a:pt x="9929" y="19454"/>
                </a:lnTo>
                <a:lnTo>
                  <a:pt x="9586" y="19595"/>
                </a:lnTo>
                <a:lnTo>
                  <a:pt x="9263" y="19736"/>
                </a:lnTo>
                <a:lnTo>
                  <a:pt x="8940" y="19898"/>
                </a:lnTo>
                <a:lnTo>
                  <a:pt x="8617" y="20059"/>
                </a:lnTo>
                <a:lnTo>
                  <a:pt x="8314" y="20261"/>
                </a:lnTo>
                <a:lnTo>
                  <a:pt x="8032" y="20463"/>
                </a:lnTo>
                <a:lnTo>
                  <a:pt x="7749" y="20705"/>
                </a:lnTo>
                <a:lnTo>
                  <a:pt x="7487" y="20947"/>
                </a:lnTo>
                <a:lnTo>
                  <a:pt x="7245" y="21230"/>
                </a:lnTo>
                <a:lnTo>
                  <a:pt x="7003" y="21512"/>
                </a:lnTo>
                <a:lnTo>
                  <a:pt x="6801" y="21815"/>
                </a:lnTo>
                <a:lnTo>
                  <a:pt x="6619" y="22118"/>
                </a:lnTo>
                <a:lnTo>
                  <a:pt x="6458" y="22440"/>
                </a:lnTo>
                <a:lnTo>
                  <a:pt x="6316" y="22763"/>
                </a:lnTo>
                <a:lnTo>
                  <a:pt x="6195" y="23086"/>
                </a:lnTo>
                <a:lnTo>
                  <a:pt x="6094" y="23429"/>
                </a:lnTo>
                <a:lnTo>
                  <a:pt x="5994" y="23752"/>
                </a:lnTo>
                <a:lnTo>
                  <a:pt x="5913" y="24075"/>
                </a:lnTo>
                <a:lnTo>
                  <a:pt x="5792" y="24701"/>
                </a:lnTo>
                <a:lnTo>
                  <a:pt x="5711" y="25306"/>
                </a:lnTo>
                <a:lnTo>
                  <a:pt x="5650" y="25871"/>
                </a:lnTo>
                <a:lnTo>
                  <a:pt x="5650" y="26154"/>
                </a:lnTo>
                <a:lnTo>
                  <a:pt x="5650" y="26497"/>
                </a:lnTo>
                <a:lnTo>
                  <a:pt x="5650" y="27243"/>
                </a:lnTo>
                <a:lnTo>
                  <a:pt x="5630" y="27627"/>
                </a:lnTo>
                <a:lnTo>
                  <a:pt x="5610" y="28010"/>
                </a:lnTo>
                <a:lnTo>
                  <a:pt x="5529" y="28373"/>
                </a:lnTo>
                <a:lnTo>
                  <a:pt x="5489" y="28555"/>
                </a:lnTo>
                <a:lnTo>
                  <a:pt x="5428" y="28696"/>
                </a:lnTo>
                <a:lnTo>
                  <a:pt x="5368" y="28838"/>
                </a:lnTo>
                <a:lnTo>
                  <a:pt x="5287" y="28979"/>
                </a:lnTo>
                <a:lnTo>
                  <a:pt x="5206" y="29080"/>
                </a:lnTo>
                <a:lnTo>
                  <a:pt x="5106" y="29181"/>
                </a:lnTo>
                <a:lnTo>
                  <a:pt x="5005" y="29221"/>
                </a:lnTo>
                <a:lnTo>
                  <a:pt x="4904" y="29261"/>
                </a:lnTo>
                <a:lnTo>
                  <a:pt x="4803" y="29281"/>
                </a:lnTo>
                <a:lnTo>
                  <a:pt x="4702" y="29302"/>
                </a:lnTo>
                <a:lnTo>
                  <a:pt x="4581" y="29302"/>
                </a:lnTo>
                <a:lnTo>
                  <a:pt x="4440" y="29281"/>
                </a:lnTo>
                <a:lnTo>
                  <a:pt x="4177" y="29201"/>
                </a:lnTo>
                <a:lnTo>
                  <a:pt x="3955" y="29100"/>
                </a:lnTo>
                <a:lnTo>
                  <a:pt x="3774" y="28959"/>
                </a:lnTo>
                <a:lnTo>
                  <a:pt x="3592" y="28797"/>
                </a:lnTo>
                <a:lnTo>
                  <a:pt x="3451" y="28616"/>
                </a:lnTo>
                <a:lnTo>
                  <a:pt x="3310" y="28414"/>
                </a:lnTo>
                <a:lnTo>
                  <a:pt x="3188" y="28192"/>
                </a:lnTo>
                <a:lnTo>
                  <a:pt x="2946" y="27728"/>
                </a:lnTo>
                <a:lnTo>
                  <a:pt x="2523" y="26678"/>
                </a:lnTo>
                <a:lnTo>
                  <a:pt x="2119" y="25629"/>
                </a:lnTo>
                <a:lnTo>
                  <a:pt x="1756" y="24539"/>
                </a:lnTo>
                <a:lnTo>
                  <a:pt x="1433" y="23429"/>
                </a:lnTo>
                <a:lnTo>
                  <a:pt x="1130" y="22279"/>
                </a:lnTo>
                <a:lnTo>
                  <a:pt x="868" y="21129"/>
                </a:lnTo>
                <a:lnTo>
                  <a:pt x="646" y="19938"/>
                </a:lnTo>
                <a:lnTo>
                  <a:pt x="464" y="18707"/>
                </a:lnTo>
                <a:lnTo>
                  <a:pt x="323" y="17476"/>
                </a:lnTo>
                <a:lnTo>
                  <a:pt x="202" y="16205"/>
                </a:lnTo>
                <a:lnTo>
                  <a:pt x="141" y="14913"/>
                </a:lnTo>
                <a:lnTo>
                  <a:pt x="101" y="13602"/>
                </a:lnTo>
                <a:lnTo>
                  <a:pt x="81" y="12250"/>
                </a:lnTo>
                <a:lnTo>
                  <a:pt x="121" y="10897"/>
                </a:lnTo>
                <a:lnTo>
                  <a:pt x="202" y="9505"/>
                </a:lnTo>
                <a:lnTo>
                  <a:pt x="303" y="8092"/>
                </a:lnTo>
                <a:lnTo>
                  <a:pt x="404" y="7144"/>
                </a:lnTo>
                <a:lnTo>
                  <a:pt x="464" y="6639"/>
                </a:lnTo>
                <a:lnTo>
                  <a:pt x="545" y="6135"/>
                </a:lnTo>
                <a:lnTo>
                  <a:pt x="646" y="5630"/>
                </a:lnTo>
                <a:lnTo>
                  <a:pt x="767" y="5106"/>
                </a:lnTo>
                <a:lnTo>
                  <a:pt x="928" y="4601"/>
                </a:lnTo>
                <a:lnTo>
                  <a:pt x="1090" y="4097"/>
                </a:lnTo>
                <a:lnTo>
                  <a:pt x="1292" y="3612"/>
                </a:lnTo>
                <a:lnTo>
                  <a:pt x="1514" y="3128"/>
                </a:lnTo>
                <a:lnTo>
                  <a:pt x="1776" y="2684"/>
                </a:lnTo>
                <a:lnTo>
                  <a:pt x="2058" y="2240"/>
                </a:lnTo>
                <a:lnTo>
                  <a:pt x="2220" y="2038"/>
                </a:lnTo>
                <a:lnTo>
                  <a:pt x="2381" y="1837"/>
                </a:lnTo>
                <a:lnTo>
                  <a:pt x="2563" y="1655"/>
                </a:lnTo>
                <a:lnTo>
                  <a:pt x="2765" y="1473"/>
                </a:lnTo>
                <a:lnTo>
                  <a:pt x="2967" y="1312"/>
                </a:lnTo>
                <a:lnTo>
                  <a:pt x="3168" y="1150"/>
                </a:lnTo>
                <a:lnTo>
                  <a:pt x="3390" y="989"/>
                </a:lnTo>
                <a:lnTo>
                  <a:pt x="3612" y="848"/>
                </a:lnTo>
                <a:lnTo>
                  <a:pt x="3854" y="727"/>
                </a:lnTo>
                <a:lnTo>
                  <a:pt x="4117" y="626"/>
                </a:lnTo>
                <a:lnTo>
                  <a:pt x="4359" y="525"/>
                </a:lnTo>
                <a:lnTo>
                  <a:pt x="4621" y="424"/>
                </a:lnTo>
                <a:lnTo>
                  <a:pt x="5146" y="303"/>
                </a:lnTo>
                <a:lnTo>
                  <a:pt x="5691" y="202"/>
                </a:lnTo>
                <a:lnTo>
                  <a:pt x="6236" y="141"/>
                </a:lnTo>
                <a:lnTo>
                  <a:pt x="6760" y="101"/>
                </a:lnTo>
                <a:lnTo>
                  <a:pt x="7305" y="81"/>
                </a:lnTo>
                <a:close/>
                <a:moveTo>
                  <a:pt x="7305" y="0"/>
                </a:moveTo>
                <a:lnTo>
                  <a:pt x="6760" y="20"/>
                </a:lnTo>
                <a:lnTo>
                  <a:pt x="6215" y="61"/>
                </a:lnTo>
                <a:lnTo>
                  <a:pt x="5671" y="121"/>
                </a:lnTo>
                <a:lnTo>
                  <a:pt x="5126" y="222"/>
                </a:lnTo>
                <a:lnTo>
                  <a:pt x="4601" y="363"/>
                </a:lnTo>
                <a:lnTo>
                  <a:pt x="4339" y="444"/>
                </a:lnTo>
                <a:lnTo>
                  <a:pt x="4076" y="545"/>
                </a:lnTo>
                <a:lnTo>
                  <a:pt x="3834" y="666"/>
                </a:lnTo>
                <a:lnTo>
                  <a:pt x="3572" y="787"/>
                </a:lnTo>
                <a:lnTo>
                  <a:pt x="3350" y="928"/>
                </a:lnTo>
                <a:lnTo>
                  <a:pt x="3128" y="1070"/>
                </a:lnTo>
                <a:lnTo>
                  <a:pt x="2906" y="1231"/>
                </a:lnTo>
                <a:lnTo>
                  <a:pt x="2704" y="1413"/>
                </a:lnTo>
                <a:lnTo>
                  <a:pt x="2523" y="1594"/>
                </a:lnTo>
                <a:lnTo>
                  <a:pt x="2341" y="1776"/>
                </a:lnTo>
                <a:lnTo>
                  <a:pt x="2159" y="1978"/>
                </a:lnTo>
                <a:lnTo>
                  <a:pt x="1998" y="2200"/>
                </a:lnTo>
                <a:lnTo>
                  <a:pt x="1695" y="2624"/>
                </a:lnTo>
                <a:lnTo>
                  <a:pt x="1453" y="3088"/>
                </a:lnTo>
                <a:lnTo>
                  <a:pt x="1211" y="3572"/>
                </a:lnTo>
                <a:lnTo>
                  <a:pt x="1009" y="4056"/>
                </a:lnTo>
                <a:lnTo>
                  <a:pt x="848" y="4561"/>
                </a:lnTo>
                <a:lnTo>
                  <a:pt x="706" y="5086"/>
                </a:lnTo>
                <a:lnTo>
                  <a:pt x="585" y="5590"/>
                </a:lnTo>
                <a:lnTo>
                  <a:pt x="464" y="6115"/>
                </a:lnTo>
                <a:lnTo>
                  <a:pt x="383" y="6619"/>
                </a:lnTo>
                <a:lnTo>
                  <a:pt x="323" y="7124"/>
                </a:lnTo>
                <a:lnTo>
                  <a:pt x="222" y="8092"/>
                </a:lnTo>
                <a:lnTo>
                  <a:pt x="121" y="9505"/>
                </a:lnTo>
                <a:lnTo>
                  <a:pt x="40" y="10897"/>
                </a:lnTo>
                <a:lnTo>
                  <a:pt x="0" y="12250"/>
                </a:lnTo>
                <a:lnTo>
                  <a:pt x="20" y="13602"/>
                </a:lnTo>
                <a:lnTo>
                  <a:pt x="61" y="14913"/>
                </a:lnTo>
                <a:lnTo>
                  <a:pt x="121" y="16205"/>
                </a:lnTo>
                <a:lnTo>
                  <a:pt x="242" y="17476"/>
                </a:lnTo>
                <a:lnTo>
                  <a:pt x="383" y="18727"/>
                </a:lnTo>
                <a:lnTo>
                  <a:pt x="565" y="19938"/>
                </a:lnTo>
                <a:lnTo>
                  <a:pt x="787" y="21149"/>
                </a:lnTo>
                <a:lnTo>
                  <a:pt x="1049" y="22319"/>
                </a:lnTo>
                <a:lnTo>
                  <a:pt x="1352" y="23449"/>
                </a:lnTo>
                <a:lnTo>
                  <a:pt x="1675" y="24559"/>
                </a:lnTo>
                <a:lnTo>
                  <a:pt x="2038" y="25649"/>
                </a:lnTo>
                <a:lnTo>
                  <a:pt x="2442" y="26719"/>
                </a:lnTo>
                <a:lnTo>
                  <a:pt x="2886" y="27748"/>
                </a:lnTo>
                <a:lnTo>
                  <a:pt x="3108" y="28232"/>
                </a:lnTo>
                <a:lnTo>
                  <a:pt x="3249" y="28454"/>
                </a:lnTo>
                <a:lnTo>
                  <a:pt x="3390" y="28676"/>
                </a:lnTo>
                <a:lnTo>
                  <a:pt x="3552" y="28858"/>
                </a:lnTo>
                <a:lnTo>
                  <a:pt x="3733" y="29019"/>
                </a:lnTo>
                <a:lnTo>
                  <a:pt x="3915" y="29160"/>
                </a:lnTo>
                <a:lnTo>
                  <a:pt x="4137" y="29261"/>
                </a:lnTo>
                <a:lnTo>
                  <a:pt x="4419" y="29362"/>
                </a:lnTo>
                <a:lnTo>
                  <a:pt x="4541" y="29382"/>
                </a:lnTo>
                <a:lnTo>
                  <a:pt x="4662" y="29382"/>
                </a:lnTo>
                <a:lnTo>
                  <a:pt x="4803" y="29362"/>
                </a:lnTo>
                <a:lnTo>
                  <a:pt x="4924" y="29342"/>
                </a:lnTo>
                <a:lnTo>
                  <a:pt x="5045" y="29302"/>
                </a:lnTo>
                <a:lnTo>
                  <a:pt x="5146" y="29241"/>
                </a:lnTo>
                <a:lnTo>
                  <a:pt x="5247" y="29140"/>
                </a:lnTo>
                <a:lnTo>
                  <a:pt x="5348" y="29039"/>
                </a:lnTo>
                <a:lnTo>
                  <a:pt x="5428" y="28898"/>
                </a:lnTo>
                <a:lnTo>
                  <a:pt x="5509" y="28757"/>
                </a:lnTo>
                <a:lnTo>
                  <a:pt x="5570" y="28595"/>
                </a:lnTo>
                <a:lnTo>
                  <a:pt x="5610" y="28414"/>
                </a:lnTo>
                <a:lnTo>
                  <a:pt x="5671" y="28051"/>
                </a:lnTo>
                <a:lnTo>
                  <a:pt x="5711" y="27647"/>
                </a:lnTo>
                <a:lnTo>
                  <a:pt x="5731" y="27243"/>
                </a:lnTo>
                <a:lnTo>
                  <a:pt x="5731" y="26497"/>
                </a:lnTo>
                <a:lnTo>
                  <a:pt x="5731" y="26154"/>
                </a:lnTo>
                <a:lnTo>
                  <a:pt x="5731" y="25891"/>
                </a:lnTo>
                <a:lnTo>
                  <a:pt x="5792" y="25326"/>
                </a:lnTo>
                <a:lnTo>
                  <a:pt x="5872" y="24721"/>
                </a:lnTo>
                <a:lnTo>
                  <a:pt x="5994" y="24095"/>
                </a:lnTo>
                <a:lnTo>
                  <a:pt x="6074" y="23772"/>
                </a:lnTo>
                <a:lnTo>
                  <a:pt x="6155" y="23449"/>
                </a:lnTo>
                <a:lnTo>
                  <a:pt x="6276" y="23127"/>
                </a:lnTo>
                <a:lnTo>
                  <a:pt x="6397" y="22804"/>
                </a:lnTo>
                <a:lnTo>
                  <a:pt x="6538" y="22481"/>
                </a:lnTo>
                <a:lnTo>
                  <a:pt x="6700" y="22178"/>
                </a:lnTo>
                <a:lnTo>
                  <a:pt x="6881" y="21855"/>
                </a:lnTo>
                <a:lnTo>
                  <a:pt x="7083" y="21573"/>
                </a:lnTo>
                <a:lnTo>
                  <a:pt x="7305" y="21270"/>
                </a:lnTo>
                <a:lnTo>
                  <a:pt x="7547" y="21008"/>
                </a:lnTo>
                <a:lnTo>
                  <a:pt x="7810" y="20765"/>
                </a:lnTo>
                <a:lnTo>
                  <a:pt x="8092" y="20523"/>
                </a:lnTo>
                <a:lnTo>
                  <a:pt x="8375" y="20322"/>
                </a:lnTo>
                <a:lnTo>
                  <a:pt x="8677" y="20140"/>
                </a:lnTo>
                <a:lnTo>
                  <a:pt x="8980" y="19958"/>
                </a:lnTo>
                <a:lnTo>
                  <a:pt x="9303" y="19797"/>
                </a:lnTo>
                <a:lnTo>
                  <a:pt x="9626" y="19656"/>
                </a:lnTo>
                <a:lnTo>
                  <a:pt x="9969" y="19535"/>
                </a:lnTo>
                <a:lnTo>
                  <a:pt x="10292" y="19413"/>
                </a:lnTo>
                <a:lnTo>
                  <a:pt x="10635" y="19313"/>
                </a:lnTo>
                <a:lnTo>
                  <a:pt x="11341" y="19131"/>
                </a:lnTo>
                <a:lnTo>
                  <a:pt x="12027" y="18990"/>
                </a:lnTo>
                <a:lnTo>
                  <a:pt x="12713" y="18869"/>
                </a:lnTo>
                <a:lnTo>
                  <a:pt x="13864" y="18707"/>
                </a:lnTo>
                <a:lnTo>
                  <a:pt x="15014" y="18566"/>
                </a:lnTo>
                <a:lnTo>
                  <a:pt x="16164" y="18465"/>
                </a:lnTo>
                <a:lnTo>
                  <a:pt x="17315" y="18384"/>
                </a:lnTo>
                <a:lnTo>
                  <a:pt x="18485" y="18324"/>
                </a:lnTo>
                <a:lnTo>
                  <a:pt x="19635" y="18283"/>
                </a:lnTo>
                <a:lnTo>
                  <a:pt x="20806" y="18263"/>
                </a:lnTo>
                <a:lnTo>
                  <a:pt x="21956" y="18283"/>
                </a:lnTo>
                <a:lnTo>
                  <a:pt x="23126" y="18304"/>
                </a:lnTo>
                <a:lnTo>
                  <a:pt x="24277" y="18324"/>
                </a:lnTo>
                <a:lnTo>
                  <a:pt x="26597" y="18425"/>
                </a:lnTo>
                <a:lnTo>
                  <a:pt x="28918" y="18566"/>
                </a:lnTo>
                <a:lnTo>
                  <a:pt x="31198" y="18707"/>
                </a:lnTo>
                <a:lnTo>
                  <a:pt x="33398" y="18869"/>
                </a:lnTo>
                <a:lnTo>
                  <a:pt x="35618" y="18990"/>
                </a:lnTo>
                <a:lnTo>
                  <a:pt x="37838" y="19091"/>
                </a:lnTo>
                <a:lnTo>
                  <a:pt x="38948" y="19131"/>
                </a:lnTo>
                <a:lnTo>
                  <a:pt x="40057" y="19151"/>
                </a:lnTo>
                <a:lnTo>
                  <a:pt x="40481" y="19151"/>
                </a:lnTo>
                <a:lnTo>
                  <a:pt x="40885" y="19131"/>
                </a:lnTo>
                <a:lnTo>
                  <a:pt x="41066" y="19091"/>
                </a:lnTo>
                <a:lnTo>
                  <a:pt x="41248" y="19050"/>
                </a:lnTo>
                <a:lnTo>
                  <a:pt x="41430" y="18990"/>
                </a:lnTo>
                <a:lnTo>
                  <a:pt x="41611" y="18909"/>
                </a:lnTo>
                <a:lnTo>
                  <a:pt x="41813" y="18788"/>
                </a:lnTo>
                <a:lnTo>
                  <a:pt x="41995" y="18626"/>
                </a:lnTo>
                <a:lnTo>
                  <a:pt x="42156" y="18465"/>
                </a:lnTo>
                <a:lnTo>
                  <a:pt x="42297" y="18263"/>
                </a:lnTo>
                <a:lnTo>
                  <a:pt x="42398" y="18061"/>
                </a:lnTo>
                <a:lnTo>
                  <a:pt x="42479" y="17839"/>
                </a:lnTo>
                <a:lnTo>
                  <a:pt x="42560" y="17617"/>
                </a:lnTo>
                <a:lnTo>
                  <a:pt x="42600" y="17375"/>
                </a:lnTo>
                <a:lnTo>
                  <a:pt x="42620" y="17133"/>
                </a:lnTo>
                <a:lnTo>
                  <a:pt x="42640" y="16871"/>
                </a:lnTo>
                <a:lnTo>
                  <a:pt x="42640" y="16608"/>
                </a:lnTo>
                <a:lnTo>
                  <a:pt x="42620" y="16366"/>
                </a:lnTo>
                <a:lnTo>
                  <a:pt x="42580" y="16104"/>
                </a:lnTo>
                <a:lnTo>
                  <a:pt x="42540" y="15862"/>
                </a:lnTo>
                <a:lnTo>
                  <a:pt x="42418" y="15357"/>
                </a:lnTo>
                <a:lnTo>
                  <a:pt x="42257" y="14893"/>
                </a:lnTo>
                <a:lnTo>
                  <a:pt x="42096" y="14429"/>
                </a:lnTo>
                <a:lnTo>
                  <a:pt x="41894" y="13965"/>
                </a:lnTo>
                <a:lnTo>
                  <a:pt x="41672" y="13521"/>
                </a:lnTo>
                <a:lnTo>
                  <a:pt x="41450" y="13057"/>
                </a:lnTo>
                <a:lnTo>
                  <a:pt x="41187" y="12613"/>
                </a:lnTo>
                <a:lnTo>
                  <a:pt x="40925" y="12169"/>
                </a:lnTo>
                <a:lnTo>
                  <a:pt x="40622" y="11745"/>
                </a:lnTo>
                <a:lnTo>
                  <a:pt x="40320" y="11301"/>
                </a:lnTo>
                <a:lnTo>
                  <a:pt x="39977" y="10897"/>
                </a:lnTo>
                <a:lnTo>
                  <a:pt x="39634" y="10474"/>
                </a:lnTo>
                <a:lnTo>
                  <a:pt x="39250" y="10070"/>
                </a:lnTo>
                <a:lnTo>
                  <a:pt x="38867" y="9666"/>
                </a:lnTo>
                <a:lnTo>
                  <a:pt x="38463" y="9283"/>
                </a:lnTo>
                <a:lnTo>
                  <a:pt x="38039" y="8900"/>
                </a:lnTo>
                <a:lnTo>
                  <a:pt x="37595" y="8536"/>
                </a:lnTo>
                <a:lnTo>
                  <a:pt x="36869" y="7971"/>
                </a:lnTo>
                <a:lnTo>
                  <a:pt x="36102" y="7426"/>
                </a:lnTo>
                <a:lnTo>
                  <a:pt x="35275" y="6882"/>
                </a:lnTo>
                <a:lnTo>
                  <a:pt x="34387" y="6377"/>
                </a:lnTo>
                <a:lnTo>
                  <a:pt x="33459" y="5873"/>
                </a:lnTo>
                <a:lnTo>
                  <a:pt x="32450" y="5368"/>
                </a:lnTo>
                <a:lnTo>
                  <a:pt x="31380" y="4884"/>
                </a:lnTo>
                <a:lnTo>
                  <a:pt x="30230" y="4379"/>
                </a:lnTo>
                <a:lnTo>
                  <a:pt x="28918" y="3875"/>
                </a:lnTo>
                <a:lnTo>
                  <a:pt x="27586" y="3370"/>
                </a:lnTo>
                <a:lnTo>
                  <a:pt x="26234" y="2906"/>
                </a:lnTo>
                <a:lnTo>
                  <a:pt x="24862" y="2482"/>
                </a:lnTo>
                <a:lnTo>
                  <a:pt x="23490" y="2099"/>
                </a:lnTo>
                <a:lnTo>
                  <a:pt x="22097" y="1736"/>
                </a:lnTo>
                <a:lnTo>
                  <a:pt x="20705" y="1413"/>
                </a:lnTo>
                <a:lnTo>
                  <a:pt x="19312" y="1110"/>
                </a:lnTo>
                <a:lnTo>
                  <a:pt x="17900" y="848"/>
                </a:lnTo>
                <a:lnTo>
                  <a:pt x="16487" y="626"/>
                </a:lnTo>
                <a:lnTo>
                  <a:pt x="15075" y="424"/>
                </a:lnTo>
                <a:lnTo>
                  <a:pt x="13642" y="283"/>
                </a:lnTo>
                <a:lnTo>
                  <a:pt x="12229" y="141"/>
                </a:lnTo>
                <a:lnTo>
                  <a:pt x="10796" y="61"/>
                </a:lnTo>
                <a:lnTo>
                  <a:pt x="9364" y="0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2" name="Google Shape;632;p8"/>
          <p:cNvSpPr/>
          <p:nvPr/>
        </p:nvSpPr>
        <p:spPr>
          <a:xfrm flipH="1">
            <a:off x="7823600" y="1072027"/>
            <a:ext cx="631867" cy="441222"/>
          </a:xfrm>
          <a:custGeom>
            <a:rect b="b" l="l" r="r" t="t"/>
            <a:pathLst>
              <a:path extrusionOk="0" h="7892" w="11302">
                <a:moveTo>
                  <a:pt x="10030" y="82"/>
                </a:moveTo>
                <a:lnTo>
                  <a:pt x="10252" y="102"/>
                </a:lnTo>
                <a:lnTo>
                  <a:pt x="10494" y="142"/>
                </a:lnTo>
                <a:lnTo>
                  <a:pt x="10696" y="203"/>
                </a:lnTo>
                <a:lnTo>
                  <a:pt x="10797" y="243"/>
                </a:lnTo>
                <a:lnTo>
                  <a:pt x="10897" y="304"/>
                </a:lnTo>
                <a:lnTo>
                  <a:pt x="10978" y="364"/>
                </a:lnTo>
                <a:lnTo>
                  <a:pt x="11059" y="445"/>
                </a:lnTo>
                <a:lnTo>
                  <a:pt x="11119" y="526"/>
                </a:lnTo>
                <a:lnTo>
                  <a:pt x="11180" y="627"/>
                </a:lnTo>
                <a:lnTo>
                  <a:pt x="11220" y="727"/>
                </a:lnTo>
                <a:lnTo>
                  <a:pt x="11220" y="828"/>
                </a:lnTo>
                <a:lnTo>
                  <a:pt x="11220" y="949"/>
                </a:lnTo>
                <a:lnTo>
                  <a:pt x="11180" y="1050"/>
                </a:lnTo>
                <a:lnTo>
                  <a:pt x="11140" y="1131"/>
                </a:lnTo>
                <a:lnTo>
                  <a:pt x="11079" y="1192"/>
                </a:lnTo>
                <a:lnTo>
                  <a:pt x="11019" y="1252"/>
                </a:lnTo>
                <a:lnTo>
                  <a:pt x="10938" y="1313"/>
                </a:lnTo>
                <a:lnTo>
                  <a:pt x="10756" y="1393"/>
                </a:lnTo>
                <a:lnTo>
                  <a:pt x="10554" y="1474"/>
                </a:lnTo>
                <a:lnTo>
                  <a:pt x="10433" y="1535"/>
                </a:lnTo>
                <a:lnTo>
                  <a:pt x="10131" y="1676"/>
                </a:lnTo>
                <a:lnTo>
                  <a:pt x="9888" y="1858"/>
                </a:lnTo>
                <a:lnTo>
                  <a:pt x="9666" y="2039"/>
                </a:lnTo>
                <a:lnTo>
                  <a:pt x="9505" y="2261"/>
                </a:lnTo>
                <a:lnTo>
                  <a:pt x="9364" y="2503"/>
                </a:lnTo>
                <a:lnTo>
                  <a:pt x="9243" y="2745"/>
                </a:lnTo>
                <a:lnTo>
                  <a:pt x="9021" y="3290"/>
                </a:lnTo>
                <a:lnTo>
                  <a:pt x="8819" y="3795"/>
                </a:lnTo>
                <a:lnTo>
                  <a:pt x="8617" y="4239"/>
                </a:lnTo>
                <a:lnTo>
                  <a:pt x="8415" y="4663"/>
                </a:lnTo>
                <a:lnTo>
                  <a:pt x="8193" y="5046"/>
                </a:lnTo>
                <a:lnTo>
                  <a:pt x="7992" y="5389"/>
                </a:lnTo>
                <a:lnTo>
                  <a:pt x="7749" y="5712"/>
                </a:lnTo>
                <a:lnTo>
                  <a:pt x="7527" y="6015"/>
                </a:lnTo>
                <a:lnTo>
                  <a:pt x="7285" y="6277"/>
                </a:lnTo>
                <a:lnTo>
                  <a:pt x="7023" y="6519"/>
                </a:lnTo>
                <a:lnTo>
                  <a:pt x="6821" y="6701"/>
                </a:lnTo>
                <a:lnTo>
                  <a:pt x="6599" y="6862"/>
                </a:lnTo>
                <a:lnTo>
                  <a:pt x="6357" y="7024"/>
                </a:lnTo>
                <a:lnTo>
                  <a:pt x="6115" y="7165"/>
                </a:lnTo>
                <a:lnTo>
                  <a:pt x="5873" y="7286"/>
                </a:lnTo>
                <a:lnTo>
                  <a:pt x="5630" y="7407"/>
                </a:lnTo>
                <a:lnTo>
                  <a:pt x="5368" y="7508"/>
                </a:lnTo>
                <a:lnTo>
                  <a:pt x="5086" y="7589"/>
                </a:lnTo>
                <a:lnTo>
                  <a:pt x="4823" y="7669"/>
                </a:lnTo>
                <a:lnTo>
                  <a:pt x="4541" y="7730"/>
                </a:lnTo>
                <a:lnTo>
                  <a:pt x="4278" y="7770"/>
                </a:lnTo>
                <a:lnTo>
                  <a:pt x="3996" y="7790"/>
                </a:lnTo>
                <a:lnTo>
                  <a:pt x="3713" y="7811"/>
                </a:lnTo>
                <a:lnTo>
                  <a:pt x="3431" y="7811"/>
                </a:lnTo>
                <a:lnTo>
                  <a:pt x="3169" y="7790"/>
                </a:lnTo>
                <a:lnTo>
                  <a:pt x="2886" y="7750"/>
                </a:lnTo>
                <a:lnTo>
                  <a:pt x="2603" y="7690"/>
                </a:lnTo>
                <a:lnTo>
                  <a:pt x="2321" y="7629"/>
                </a:lnTo>
                <a:lnTo>
                  <a:pt x="2059" y="7528"/>
                </a:lnTo>
                <a:lnTo>
                  <a:pt x="1796" y="7427"/>
                </a:lnTo>
                <a:lnTo>
                  <a:pt x="1554" y="7306"/>
                </a:lnTo>
                <a:lnTo>
                  <a:pt x="1332" y="7165"/>
                </a:lnTo>
                <a:lnTo>
                  <a:pt x="1110" y="7024"/>
                </a:lnTo>
                <a:lnTo>
                  <a:pt x="908" y="6842"/>
                </a:lnTo>
                <a:lnTo>
                  <a:pt x="707" y="6640"/>
                </a:lnTo>
                <a:lnTo>
                  <a:pt x="545" y="6418"/>
                </a:lnTo>
                <a:lnTo>
                  <a:pt x="384" y="6176"/>
                </a:lnTo>
                <a:lnTo>
                  <a:pt x="263" y="5934"/>
                </a:lnTo>
                <a:lnTo>
                  <a:pt x="182" y="5692"/>
                </a:lnTo>
                <a:lnTo>
                  <a:pt x="101" y="5429"/>
                </a:lnTo>
                <a:lnTo>
                  <a:pt x="81" y="5167"/>
                </a:lnTo>
                <a:lnTo>
                  <a:pt x="81" y="4905"/>
                </a:lnTo>
                <a:lnTo>
                  <a:pt x="101" y="4663"/>
                </a:lnTo>
                <a:lnTo>
                  <a:pt x="142" y="4441"/>
                </a:lnTo>
                <a:lnTo>
                  <a:pt x="222" y="4239"/>
                </a:lnTo>
                <a:lnTo>
                  <a:pt x="303" y="4037"/>
                </a:lnTo>
                <a:lnTo>
                  <a:pt x="404" y="3835"/>
                </a:lnTo>
                <a:lnTo>
                  <a:pt x="525" y="3654"/>
                </a:lnTo>
                <a:lnTo>
                  <a:pt x="646" y="3472"/>
                </a:lnTo>
                <a:lnTo>
                  <a:pt x="787" y="3311"/>
                </a:lnTo>
                <a:lnTo>
                  <a:pt x="1090" y="3008"/>
                </a:lnTo>
                <a:lnTo>
                  <a:pt x="1393" y="2745"/>
                </a:lnTo>
                <a:lnTo>
                  <a:pt x="1695" y="2523"/>
                </a:lnTo>
                <a:lnTo>
                  <a:pt x="1978" y="2342"/>
                </a:lnTo>
                <a:lnTo>
                  <a:pt x="2361" y="2120"/>
                </a:lnTo>
                <a:lnTo>
                  <a:pt x="2745" y="1918"/>
                </a:lnTo>
                <a:lnTo>
                  <a:pt x="3128" y="1736"/>
                </a:lnTo>
                <a:lnTo>
                  <a:pt x="3532" y="1555"/>
                </a:lnTo>
                <a:lnTo>
                  <a:pt x="4319" y="1252"/>
                </a:lnTo>
                <a:lnTo>
                  <a:pt x="5106" y="990"/>
                </a:lnTo>
                <a:lnTo>
                  <a:pt x="6175" y="647"/>
                </a:lnTo>
                <a:lnTo>
                  <a:pt x="6740" y="505"/>
                </a:lnTo>
                <a:lnTo>
                  <a:pt x="7326" y="364"/>
                </a:lnTo>
                <a:lnTo>
                  <a:pt x="7911" y="243"/>
                </a:lnTo>
                <a:lnTo>
                  <a:pt x="8496" y="162"/>
                </a:lnTo>
                <a:lnTo>
                  <a:pt x="9101" y="102"/>
                </a:lnTo>
                <a:lnTo>
                  <a:pt x="9727" y="82"/>
                </a:lnTo>
                <a:close/>
                <a:moveTo>
                  <a:pt x="9384" y="1"/>
                </a:moveTo>
                <a:lnTo>
                  <a:pt x="8718" y="62"/>
                </a:lnTo>
                <a:lnTo>
                  <a:pt x="8092" y="142"/>
                </a:lnTo>
                <a:lnTo>
                  <a:pt x="7447" y="243"/>
                </a:lnTo>
                <a:lnTo>
                  <a:pt x="6841" y="384"/>
                </a:lnTo>
                <a:lnTo>
                  <a:pt x="6236" y="546"/>
                </a:lnTo>
                <a:lnTo>
                  <a:pt x="5651" y="727"/>
                </a:lnTo>
                <a:lnTo>
                  <a:pt x="5086" y="909"/>
                </a:lnTo>
                <a:lnTo>
                  <a:pt x="4299" y="1171"/>
                </a:lnTo>
                <a:lnTo>
                  <a:pt x="3491" y="1474"/>
                </a:lnTo>
                <a:lnTo>
                  <a:pt x="3108" y="1656"/>
                </a:lnTo>
                <a:lnTo>
                  <a:pt x="2704" y="1837"/>
                </a:lnTo>
                <a:lnTo>
                  <a:pt x="2321" y="2039"/>
                </a:lnTo>
                <a:lnTo>
                  <a:pt x="1938" y="2261"/>
                </a:lnTo>
                <a:lnTo>
                  <a:pt x="1655" y="2443"/>
                </a:lnTo>
                <a:lnTo>
                  <a:pt x="1352" y="2685"/>
                </a:lnTo>
                <a:lnTo>
                  <a:pt x="1029" y="2947"/>
                </a:lnTo>
                <a:lnTo>
                  <a:pt x="727" y="3250"/>
                </a:lnTo>
                <a:lnTo>
                  <a:pt x="585" y="3432"/>
                </a:lnTo>
                <a:lnTo>
                  <a:pt x="464" y="3613"/>
                </a:lnTo>
                <a:lnTo>
                  <a:pt x="343" y="3795"/>
                </a:lnTo>
                <a:lnTo>
                  <a:pt x="222" y="3997"/>
                </a:lnTo>
                <a:lnTo>
                  <a:pt x="142" y="4219"/>
                </a:lnTo>
                <a:lnTo>
                  <a:pt x="61" y="4441"/>
                </a:lnTo>
                <a:lnTo>
                  <a:pt x="20" y="4663"/>
                </a:lnTo>
                <a:lnTo>
                  <a:pt x="0" y="4905"/>
                </a:lnTo>
                <a:lnTo>
                  <a:pt x="0" y="5167"/>
                </a:lnTo>
                <a:lnTo>
                  <a:pt x="20" y="5429"/>
                </a:lnTo>
                <a:lnTo>
                  <a:pt x="101" y="5712"/>
                </a:lnTo>
                <a:lnTo>
                  <a:pt x="202" y="5974"/>
                </a:lnTo>
                <a:lnTo>
                  <a:pt x="323" y="6216"/>
                </a:lnTo>
                <a:lnTo>
                  <a:pt x="485" y="6459"/>
                </a:lnTo>
                <a:lnTo>
                  <a:pt x="646" y="6701"/>
                </a:lnTo>
                <a:lnTo>
                  <a:pt x="868" y="6903"/>
                </a:lnTo>
                <a:lnTo>
                  <a:pt x="1070" y="7084"/>
                </a:lnTo>
                <a:lnTo>
                  <a:pt x="1272" y="7225"/>
                </a:lnTo>
                <a:lnTo>
                  <a:pt x="1514" y="7367"/>
                </a:lnTo>
                <a:lnTo>
                  <a:pt x="1756" y="7488"/>
                </a:lnTo>
                <a:lnTo>
                  <a:pt x="2018" y="7609"/>
                </a:lnTo>
                <a:lnTo>
                  <a:pt x="2301" y="7690"/>
                </a:lnTo>
                <a:lnTo>
                  <a:pt x="2583" y="7770"/>
                </a:lnTo>
                <a:lnTo>
                  <a:pt x="2886" y="7831"/>
                </a:lnTo>
                <a:lnTo>
                  <a:pt x="3269" y="7871"/>
                </a:lnTo>
                <a:lnTo>
                  <a:pt x="3673" y="7891"/>
                </a:lnTo>
                <a:lnTo>
                  <a:pt x="4137" y="7871"/>
                </a:lnTo>
                <a:lnTo>
                  <a:pt x="4601" y="7811"/>
                </a:lnTo>
                <a:lnTo>
                  <a:pt x="5045" y="7710"/>
                </a:lnTo>
                <a:lnTo>
                  <a:pt x="5489" y="7548"/>
                </a:lnTo>
                <a:lnTo>
                  <a:pt x="5913" y="7367"/>
                </a:lnTo>
                <a:lnTo>
                  <a:pt x="6337" y="7145"/>
                </a:lnTo>
                <a:lnTo>
                  <a:pt x="6720" y="6882"/>
                </a:lnTo>
                <a:lnTo>
                  <a:pt x="7083" y="6580"/>
                </a:lnTo>
                <a:lnTo>
                  <a:pt x="7346" y="6338"/>
                </a:lnTo>
                <a:lnTo>
                  <a:pt x="7588" y="6055"/>
                </a:lnTo>
                <a:lnTo>
                  <a:pt x="7830" y="5752"/>
                </a:lnTo>
                <a:lnTo>
                  <a:pt x="8052" y="5429"/>
                </a:lnTo>
                <a:lnTo>
                  <a:pt x="8274" y="5086"/>
                </a:lnTo>
                <a:lnTo>
                  <a:pt x="8476" y="4703"/>
                </a:lnTo>
                <a:lnTo>
                  <a:pt x="8698" y="4279"/>
                </a:lnTo>
                <a:lnTo>
                  <a:pt x="8900" y="3815"/>
                </a:lnTo>
                <a:lnTo>
                  <a:pt x="9101" y="3311"/>
                </a:lnTo>
                <a:lnTo>
                  <a:pt x="9303" y="2786"/>
                </a:lnTo>
                <a:lnTo>
                  <a:pt x="9424" y="2544"/>
                </a:lnTo>
                <a:lnTo>
                  <a:pt x="9566" y="2322"/>
                </a:lnTo>
                <a:lnTo>
                  <a:pt x="9727" y="2100"/>
                </a:lnTo>
                <a:lnTo>
                  <a:pt x="9929" y="1918"/>
                </a:lnTo>
                <a:lnTo>
                  <a:pt x="10171" y="1757"/>
                </a:lnTo>
                <a:lnTo>
                  <a:pt x="10454" y="1615"/>
                </a:lnTo>
                <a:lnTo>
                  <a:pt x="10595" y="1555"/>
                </a:lnTo>
                <a:lnTo>
                  <a:pt x="10797" y="1474"/>
                </a:lnTo>
                <a:lnTo>
                  <a:pt x="10978" y="1373"/>
                </a:lnTo>
                <a:lnTo>
                  <a:pt x="11059" y="1313"/>
                </a:lnTo>
                <a:lnTo>
                  <a:pt x="11140" y="1252"/>
                </a:lnTo>
                <a:lnTo>
                  <a:pt x="11200" y="1171"/>
                </a:lnTo>
                <a:lnTo>
                  <a:pt x="11261" y="1071"/>
                </a:lnTo>
                <a:lnTo>
                  <a:pt x="11301" y="970"/>
                </a:lnTo>
                <a:lnTo>
                  <a:pt x="11301" y="849"/>
                </a:lnTo>
                <a:lnTo>
                  <a:pt x="11301" y="727"/>
                </a:lnTo>
                <a:lnTo>
                  <a:pt x="11261" y="606"/>
                </a:lnTo>
                <a:lnTo>
                  <a:pt x="11200" y="485"/>
                </a:lnTo>
                <a:lnTo>
                  <a:pt x="11119" y="384"/>
                </a:lnTo>
                <a:lnTo>
                  <a:pt x="11039" y="304"/>
                </a:lnTo>
                <a:lnTo>
                  <a:pt x="10938" y="223"/>
                </a:lnTo>
                <a:lnTo>
                  <a:pt x="10837" y="162"/>
                </a:lnTo>
                <a:lnTo>
                  <a:pt x="10736" y="122"/>
                </a:lnTo>
                <a:lnTo>
                  <a:pt x="10514" y="62"/>
                </a:lnTo>
                <a:lnTo>
                  <a:pt x="10272" y="21"/>
                </a:lnTo>
                <a:lnTo>
                  <a:pt x="10030" y="1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3" name="Google Shape;633;p8"/>
          <p:cNvSpPr/>
          <p:nvPr/>
        </p:nvSpPr>
        <p:spPr>
          <a:xfrm flipH="1">
            <a:off x="6751789" y="14949"/>
            <a:ext cx="2123367" cy="1193681"/>
          </a:xfrm>
          <a:custGeom>
            <a:rect b="b" l="l" r="r" t="t"/>
            <a:pathLst>
              <a:path extrusionOk="0" h="21351" w="37980">
                <a:moveTo>
                  <a:pt x="10776" y="81"/>
                </a:moveTo>
                <a:lnTo>
                  <a:pt x="11341" y="101"/>
                </a:lnTo>
                <a:lnTo>
                  <a:pt x="11927" y="121"/>
                </a:lnTo>
                <a:lnTo>
                  <a:pt x="12532" y="182"/>
                </a:lnTo>
                <a:lnTo>
                  <a:pt x="13178" y="222"/>
                </a:lnTo>
                <a:lnTo>
                  <a:pt x="13824" y="303"/>
                </a:lnTo>
                <a:lnTo>
                  <a:pt x="14510" y="404"/>
                </a:lnTo>
                <a:lnTo>
                  <a:pt x="15216" y="505"/>
                </a:lnTo>
                <a:lnTo>
                  <a:pt x="15943" y="626"/>
                </a:lnTo>
                <a:lnTo>
                  <a:pt x="16709" y="767"/>
                </a:lnTo>
                <a:lnTo>
                  <a:pt x="17496" y="949"/>
                </a:lnTo>
                <a:lnTo>
                  <a:pt x="18324" y="1130"/>
                </a:lnTo>
                <a:lnTo>
                  <a:pt x="19171" y="1332"/>
                </a:lnTo>
                <a:lnTo>
                  <a:pt x="20039" y="1554"/>
                </a:lnTo>
                <a:lnTo>
                  <a:pt x="20947" y="1796"/>
                </a:lnTo>
                <a:lnTo>
                  <a:pt x="21875" y="2059"/>
                </a:lnTo>
                <a:lnTo>
                  <a:pt x="23571" y="2583"/>
                </a:lnTo>
                <a:lnTo>
                  <a:pt x="24418" y="2866"/>
                </a:lnTo>
                <a:lnTo>
                  <a:pt x="25286" y="3148"/>
                </a:lnTo>
                <a:lnTo>
                  <a:pt x="26154" y="3471"/>
                </a:lnTo>
                <a:lnTo>
                  <a:pt x="27021" y="3794"/>
                </a:lnTo>
                <a:lnTo>
                  <a:pt x="27889" y="4157"/>
                </a:lnTo>
                <a:lnTo>
                  <a:pt x="28757" y="4541"/>
                </a:lnTo>
                <a:lnTo>
                  <a:pt x="29625" y="4944"/>
                </a:lnTo>
                <a:lnTo>
                  <a:pt x="30472" y="5368"/>
                </a:lnTo>
                <a:lnTo>
                  <a:pt x="31300" y="5832"/>
                </a:lnTo>
                <a:lnTo>
                  <a:pt x="32127" y="6317"/>
                </a:lnTo>
                <a:lnTo>
                  <a:pt x="32954" y="6841"/>
                </a:lnTo>
                <a:lnTo>
                  <a:pt x="33741" y="7406"/>
                </a:lnTo>
                <a:lnTo>
                  <a:pt x="34508" y="7992"/>
                </a:lnTo>
                <a:lnTo>
                  <a:pt x="35255" y="8637"/>
                </a:lnTo>
                <a:lnTo>
                  <a:pt x="35638" y="8980"/>
                </a:lnTo>
                <a:lnTo>
                  <a:pt x="36001" y="9344"/>
                </a:lnTo>
                <a:lnTo>
                  <a:pt x="36345" y="9687"/>
                </a:lnTo>
                <a:lnTo>
                  <a:pt x="36627" y="10030"/>
                </a:lnTo>
                <a:lnTo>
                  <a:pt x="36910" y="10373"/>
                </a:lnTo>
                <a:lnTo>
                  <a:pt x="37132" y="10696"/>
                </a:lnTo>
                <a:lnTo>
                  <a:pt x="37354" y="11039"/>
                </a:lnTo>
                <a:lnTo>
                  <a:pt x="37535" y="11382"/>
                </a:lnTo>
                <a:lnTo>
                  <a:pt x="37656" y="11624"/>
                </a:lnTo>
                <a:lnTo>
                  <a:pt x="37737" y="11846"/>
                </a:lnTo>
                <a:lnTo>
                  <a:pt x="37818" y="12068"/>
                </a:lnTo>
                <a:lnTo>
                  <a:pt x="37858" y="12290"/>
                </a:lnTo>
                <a:lnTo>
                  <a:pt x="37898" y="12492"/>
                </a:lnTo>
                <a:lnTo>
                  <a:pt x="37898" y="12694"/>
                </a:lnTo>
                <a:lnTo>
                  <a:pt x="37878" y="12875"/>
                </a:lnTo>
                <a:lnTo>
                  <a:pt x="37838" y="13057"/>
                </a:lnTo>
                <a:lnTo>
                  <a:pt x="37757" y="13259"/>
                </a:lnTo>
                <a:lnTo>
                  <a:pt x="37636" y="13460"/>
                </a:lnTo>
                <a:lnTo>
                  <a:pt x="37495" y="13662"/>
                </a:lnTo>
                <a:lnTo>
                  <a:pt x="37313" y="13824"/>
                </a:lnTo>
                <a:lnTo>
                  <a:pt x="37111" y="13985"/>
                </a:lnTo>
                <a:lnTo>
                  <a:pt x="36869" y="14106"/>
                </a:lnTo>
                <a:lnTo>
                  <a:pt x="36627" y="14207"/>
                </a:lnTo>
                <a:lnTo>
                  <a:pt x="36365" y="14288"/>
                </a:lnTo>
                <a:lnTo>
                  <a:pt x="36102" y="14328"/>
                </a:lnTo>
                <a:lnTo>
                  <a:pt x="35860" y="14368"/>
                </a:lnTo>
                <a:lnTo>
                  <a:pt x="35336" y="14368"/>
                </a:lnTo>
                <a:lnTo>
                  <a:pt x="34831" y="14328"/>
                </a:lnTo>
                <a:lnTo>
                  <a:pt x="34327" y="14268"/>
                </a:lnTo>
                <a:lnTo>
                  <a:pt x="34306" y="14268"/>
                </a:lnTo>
                <a:lnTo>
                  <a:pt x="32934" y="14106"/>
                </a:lnTo>
                <a:lnTo>
                  <a:pt x="31501" y="13945"/>
                </a:lnTo>
                <a:lnTo>
                  <a:pt x="30028" y="13803"/>
                </a:lnTo>
                <a:lnTo>
                  <a:pt x="28535" y="13682"/>
                </a:lnTo>
                <a:lnTo>
                  <a:pt x="26981" y="13561"/>
                </a:lnTo>
                <a:lnTo>
                  <a:pt x="25387" y="13481"/>
                </a:lnTo>
                <a:lnTo>
                  <a:pt x="23772" y="13420"/>
                </a:lnTo>
                <a:lnTo>
                  <a:pt x="22138" y="13400"/>
                </a:lnTo>
                <a:lnTo>
                  <a:pt x="20483" y="13420"/>
                </a:lnTo>
                <a:lnTo>
                  <a:pt x="18788" y="13460"/>
                </a:lnTo>
                <a:lnTo>
                  <a:pt x="17093" y="13561"/>
                </a:lnTo>
                <a:lnTo>
                  <a:pt x="16245" y="13622"/>
                </a:lnTo>
                <a:lnTo>
                  <a:pt x="15398" y="13703"/>
                </a:lnTo>
                <a:lnTo>
                  <a:pt x="14530" y="13803"/>
                </a:lnTo>
                <a:lnTo>
                  <a:pt x="13682" y="13904"/>
                </a:lnTo>
                <a:lnTo>
                  <a:pt x="12815" y="14025"/>
                </a:lnTo>
                <a:lnTo>
                  <a:pt x="11967" y="14146"/>
                </a:lnTo>
                <a:lnTo>
                  <a:pt x="11099" y="14308"/>
                </a:lnTo>
                <a:lnTo>
                  <a:pt x="10252" y="14469"/>
                </a:lnTo>
                <a:lnTo>
                  <a:pt x="9384" y="14651"/>
                </a:lnTo>
                <a:lnTo>
                  <a:pt x="8536" y="14833"/>
                </a:lnTo>
                <a:lnTo>
                  <a:pt x="7992" y="14974"/>
                </a:lnTo>
                <a:lnTo>
                  <a:pt x="7467" y="15115"/>
                </a:lnTo>
                <a:lnTo>
                  <a:pt x="6922" y="15277"/>
                </a:lnTo>
                <a:lnTo>
                  <a:pt x="6397" y="15458"/>
                </a:lnTo>
                <a:lnTo>
                  <a:pt x="5873" y="15660"/>
                </a:lnTo>
                <a:lnTo>
                  <a:pt x="5368" y="15902"/>
                </a:lnTo>
                <a:lnTo>
                  <a:pt x="4864" y="16164"/>
                </a:lnTo>
                <a:lnTo>
                  <a:pt x="4379" y="16467"/>
                </a:lnTo>
                <a:lnTo>
                  <a:pt x="4137" y="16649"/>
                </a:lnTo>
                <a:lnTo>
                  <a:pt x="3875" y="16851"/>
                </a:lnTo>
                <a:lnTo>
                  <a:pt x="3613" y="17073"/>
                </a:lnTo>
                <a:lnTo>
                  <a:pt x="3350" y="17335"/>
                </a:lnTo>
                <a:lnTo>
                  <a:pt x="3108" y="17617"/>
                </a:lnTo>
                <a:lnTo>
                  <a:pt x="2866" y="17940"/>
                </a:lnTo>
                <a:lnTo>
                  <a:pt x="2644" y="18283"/>
                </a:lnTo>
                <a:lnTo>
                  <a:pt x="2462" y="18667"/>
                </a:lnTo>
                <a:lnTo>
                  <a:pt x="2382" y="18889"/>
                </a:lnTo>
                <a:lnTo>
                  <a:pt x="2341" y="19131"/>
                </a:lnTo>
                <a:lnTo>
                  <a:pt x="2260" y="19635"/>
                </a:lnTo>
                <a:lnTo>
                  <a:pt x="2220" y="19918"/>
                </a:lnTo>
                <a:lnTo>
                  <a:pt x="2180" y="20201"/>
                </a:lnTo>
                <a:lnTo>
                  <a:pt x="2099" y="20463"/>
                </a:lnTo>
                <a:lnTo>
                  <a:pt x="2059" y="20584"/>
                </a:lnTo>
                <a:lnTo>
                  <a:pt x="1998" y="20705"/>
                </a:lnTo>
                <a:lnTo>
                  <a:pt x="1897" y="20846"/>
                </a:lnTo>
                <a:lnTo>
                  <a:pt x="1816" y="20988"/>
                </a:lnTo>
                <a:lnTo>
                  <a:pt x="1716" y="21088"/>
                </a:lnTo>
                <a:lnTo>
                  <a:pt x="1615" y="21169"/>
                </a:lnTo>
                <a:lnTo>
                  <a:pt x="1514" y="21210"/>
                </a:lnTo>
                <a:lnTo>
                  <a:pt x="1413" y="21250"/>
                </a:lnTo>
                <a:lnTo>
                  <a:pt x="1312" y="21270"/>
                </a:lnTo>
                <a:lnTo>
                  <a:pt x="1211" y="21250"/>
                </a:lnTo>
                <a:lnTo>
                  <a:pt x="1110" y="21210"/>
                </a:lnTo>
                <a:lnTo>
                  <a:pt x="1009" y="21149"/>
                </a:lnTo>
                <a:lnTo>
                  <a:pt x="908" y="21068"/>
                </a:lnTo>
                <a:lnTo>
                  <a:pt x="807" y="20967"/>
                </a:lnTo>
                <a:lnTo>
                  <a:pt x="707" y="20846"/>
                </a:lnTo>
                <a:lnTo>
                  <a:pt x="626" y="20725"/>
                </a:lnTo>
                <a:lnTo>
                  <a:pt x="464" y="20422"/>
                </a:lnTo>
                <a:lnTo>
                  <a:pt x="323" y="20100"/>
                </a:lnTo>
                <a:lnTo>
                  <a:pt x="222" y="19777"/>
                </a:lnTo>
                <a:lnTo>
                  <a:pt x="162" y="19454"/>
                </a:lnTo>
                <a:lnTo>
                  <a:pt x="121" y="19151"/>
                </a:lnTo>
                <a:lnTo>
                  <a:pt x="101" y="18223"/>
                </a:lnTo>
                <a:lnTo>
                  <a:pt x="81" y="17274"/>
                </a:lnTo>
                <a:lnTo>
                  <a:pt x="81" y="16326"/>
                </a:lnTo>
                <a:lnTo>
                  <a:pt x="101" y="15377"/>
                </a:lnTo>
                <a:lnTo>
                  <a:pt x="142" y="14449"/>
                </a:lnTo>
                <a:lnTo>
                  <a:pt x="182" y="13501"/>
                </a:lnTo>
                <a:lnTo>
                  <a:pt x="263" y="12572"/>
                </a:lnTo>
                <a:lnTo>
                  <a:pt x="343" y="11624"/>
                </a:lnTo>
                <a:lnTo>
                  <a:pt x="444" y="10696"/>
                </a:lnTo>
                <a:lnTo>
                  <a:pt x="545" y="9747"/>
                </a:lnTo>
                <a:lnTo>
                  <a:pt x="686" y="8819"/>
                </a:lnTo>
                <a:lnTo>
                  <a:pt x="828" y="7891"/>
                </a:lnTo>
                <a:lnTo>
                  <a:pt x="989" y="6962"/>
                </a:lnTo>
                <a:lnTo>
                  <a:pt x="1171" y="6034"/>
                </a:lnTo>
                <a:lnTo>
                  <a:pt x="1373" y="5126"/>
                </a:lnTo>
                <a:lnTo>
                  <a:pt x="1574" y="4198"/>
                </a:lnTo>
                <a:lnTo>
                  <a:pt x="1736" y="3572"/>
                </a:lnTo>
                <a:lnTo>
                  <a:pt x="1837" y="3269"/>
                </a:lnTo>
                <a:lnTo>
                  <a:pt x="1958" y="2967"/>
                </a:lnTo>
                <a:lnTo>
                  <a:pt x="2079" y="2664"/>
                </a:lnTo>
                <a:lnTo>
                  <a:pt x="2220" y="2402"/>
                </a:lnTo>
                <a:lnTo>
                  <a:pt x="2402" y="2139"/>
                </a:lnTo>
                <a:lnTo>
                  <a:pt x="2604" y="1897"/>
                </a:lnTo>
                <a:lnTo>
                  <a:pt x="2825" y="1695"/>
                </a:lnTo>
                <a:lnTo>
                  <a:pt x="3068" y="1514"/>
                </a:lnTo>
                <a:lnTo>
                  <a:pt x="3330" y="1352"/>
                </a:lnTo>
                <a:lnTo>
                  <a:pt x="3592" y="1211"/>
                </a:lnTo>
                <a:lnTo>
                  <a:pt x="3875" y="1090"/>
                </a:lnTo>
                <a:lnTo>
                  <a:pt x="4157" y="989"/>
                </a:lnTo>
                <a:lnTo>
                  <a:pt x="4702" y="807"/>
                </a:lnTo>
                <a:lnTo>
                  <a:pt x="5247" y="666"/>
                </a:lnTo>
                <a:lnTo>
                  <a:pt x="5832" y="525"/>
                </a:lnTo>
                <a:lnTo>
                  <a:pt x="6458" y="404"/>
                </a:lnTo>
                <a:lnTo>
                  <a:pt x="7104" y="303"/>
                </a:lnTo>
                <a:lnTo>
                  <a:pt x="7810" y="202"/>
                </a:lnTo>
                <a:lnTo>
                  <a:pt x="8577" y="142"/>
                </a:lnTo>
                <a:lnTo>
                  <a:pt x="9384" y="81"/>
                </a:lnTo>
                <a:close/>
                <a:moveTo>
                  <a:pt x="9848" y="0"/>
                </a:moveTo>
                <a:lnTo>
                  <a:pt x="9303" y="20"/>
                </a:lnTo>
                <a:lnTo>
                  <a:pt x="8758" y="41"/>
                </a:lnTo>
                <a:lnTo>
                  <a:pt x="8234" y="81"/>
                </a:lnTo>
                <a:lnTo>
                  <a:pt x="7709" y="142"/>
                </a:lnTo>
                <a:lnTo>
                  <a:pt x="7184" y="202"/>
                </a:lnTo>
                <a:lnTo>
                  <a:pt x="6680" y="283"/>
                </a:lnTo>
                <a:lnTo>
                  <a:pt x="6175" y="384"/>
                </a:lnTo>
                <a:lnTo>
                  <a:pt x="5671" y="485"/>
                </a:lnTo>
                <a:lnTo>
                  <a:pt x="5166" y="606"/>
                </a:lnTo>
                <a:lnTo>
                  <a:pt x="4682" y="727"/>
                </a:lnTo>
                <a:lnTo>
                  <a:pt x="4117" y="908"/>
                </a:lnTo>
                <a:lnTo>
                  <a:pt x="3834" y="1009"/>
                </a:lnTo>
                <a:lnTo>
                  <a:pt x="3552" y="1130"/>
                </a:lnTo>
                <a:lnTo>
                  <a:pt x="3269" y="1272"/>
                </a:lnTo>
                <a:lnTo>
                  <a:pt x="3007" y="1433"/>
                </a:lnTo>
                <a:lnTo>
                  <a:pt x="2765" y="1635"/>
                </a:lnTo>
                <a:lnTo>
                  <a:pt x="2543" y="1837"/>
                </a:lnTo>
                <a:lnTo>
                  <a:pt x="2341" y="2079"/>
                </a:lnTo>
                <a:lnTo>
                  <a:pt x="2160" y="2341"/>
                </a:lnTo>
                <a:lnTo>
                  <a:pt x="1998" y="2624"/>
                </a:lnTo>
                <a:lnTo>
                  <a:pt x="1877" y="2926"/>
                </a:lnTo>
                <a:lnTo>
                  <a:pt x="1776" y="3229"/>
                </a:lnTo>
                <a:lnTo>
                  <a:pt x="1675" y="3552"/>
                </a:lnTo>
                <a:lnTo>
                  <a:pt x="1514" y="4178"/>
                </a:lnTo>
                <a:lnTo>
                  <a:pt x="1292" y="5106"/>
                </a:lnTo>
                <a:lnTo>
                  <a:pt x="1090" y="6014"/>
                </a:lnTo>
                <a:lnTo>
                  <a:pt x="908" y="6942"/>
                </a:lnTo>
                <a:lnTo>
                  <a:pt x="747" y="7870"/>
                </a:lnTo>
                <a:lnTo>
                  <a:pt x="606" y="8819"/>
                </a:lnTo>
                <a:lnTo>
                  <a:pt x="485" y="9747"/>
                </a:lnTo>
                <a:lnTo>
                  <a:pt x="364" y="10676"/>
                </a:lnTo>
                <a:lnTo>
                  <a:pt x="263" y="11624"/>
                </a:lnTo>
                <a:lnTo>
                  <a:pt x="182" y="12552"/>
                </a:lnTo>
                <a:lnTo>
                  <a:pt x="101" y="13501"/>
                </a:lnTo>
                <a:lnTo>
                  <a:pt x="61" y="14449"/>
                </a:lnTo>
                <a:lnTo>
                  <a:pt x="20" y="15377"/>
                </a:lnTo>
                <a:lnTo>
                  <a:pt x="0" y="16326"/>
                </a:lnTo>
                <a:lnTo>
                  <a:pt x="0" y="17274"/>
                </a:lnTo>
                <a:lnTo>
                  <a:pt x="20" y="18223"/>
                </a:lnTo>
                <a:lnTo>
                  <a:pt x="41" y="19171"/>
                </a:lnTo>
                <a:lnTo>
                  <a:pt x="81" y="19474"/>
                </a:lnTo>
                <a:lnTo>
                  <a:pt x="162" y="19797"/>
                </a:lnTo>
                <a:lnTo>
                  <a:pt x="263" y="20140"/>
                </a:lnTo>
                <a:lnTo>
                  <a:pt x="404" y="20483"/>
                </a:lnTo>
                <a:lnTo>
                  <a:pt x="565" y="20766"/>
                </a:lnTo>
                <a:lnTo>
                  <a:pt x="666" y="20907"/>
                </a:lnTo>
                <a:lnTo>
                  <a:pt x="767" y="21028"/>
                </a:lnTo>
                <a:lnTo>
                  <a:pt x="868" y="21129"/>
                </a:lnTo>
                <a:lnTo>
                  <a:pt x="969" y="21210"/>
                </a:lnTo>
                <a:lnTo>
                  <a:pt x="1070" y="21290"/>
                </a:lnTo>
                <a:lnTo>
                  <a:pt x="1191" y="21331"/>
                </a:lnTo>
                <a:lnTo>
                  <a:pt x="1332" y="21351"/>
                </a:lnTo>
                <a:lnTo>
                  <a:pt x="1433" y="21331"/>
                </a:lnTo>
                <a:lnTo>
                  <a:pt x="1514" y="21310"/>
                </a:lnTo>
                <a:lnTo>
                  <a:pt x="1615" y="21250"/>
                </a:lnTo>
                <a:lnTo>
                  <a:pt x="1716" y="21189"/>
                </a:lnTo>
                <a:lnTo>
                  <a:pt x="1796" y="21109"/>
                </a:lnTo>
                <a:lnTo>
                  <a:pt x="1897" y="21008"/>
                </a:lnTo>
                <a:lnTo>
                  <a:pt x="2059" y="20745"/>
                </a:lnTo>
                <a:lnTo>
                  <a:pt x="2119" y="20624"/>
                </a:lnTo>
                <a:lnTo>
                  <a:pt x="2180" y="20503"/>
                </a:lnTo>
                <a:lnTo>
                  <a:pt x="2260" y="20221"/>
                </a:lnTo>
                <a:lnTo>
                  <a:pt x="2301" y="19938"/>
                </a:lnTo>
                <a:lnTo>
                  <a:pt x="2341" y="19635"/>
                </a:lnTo>
                <a:lnTo>
                  <a:pt x="2422" y="19151"/>
                </a:lnTo>
                <a:lnTo>
                  <a:pt x="2462" y="18909"/>
                </a:lnTo>
                <a:lnTo>
                  <a:pt x="2543" y="18687"/>
                </a:lnTo>
                <a:lnTo>
                  <a:pt x="2725" y="18324"/>
                </a:lnTo>
                <a:lnTo>
                  <a:pt x="2926" y="17981"/>
                </a:lnTo>
                <a:lnTo>
                  <a:pt x="3169" y="17678"/>
                </a:lnTo>
                <a:lnTo>
                  <a:pt x="3411" y="17395"/>
                </a:lnTo>
                <a:lnTo>
                  <a:pt x="3673" y="17133"/>
                </a:lnTo>
                <a:lnTo>
                  <a:pt x="3935" y="16911"/>
                </a:lnTo>
                <a:lnTo>
                  <a:pt x="4198" y="16709"/>
                </a:lnTo>
                <a:lnTo>
                  <a:pt x="4440" y="16528"/>
                </a:lnTo>
                <a:lnTo>
                  <a:pt x="4904" y="16245"/>
                </a:lnTo>
                <a:lnTo>
                  <a:pt x="5388" y="15983"/>
                </a:lnTo>
                <a:lnTo>
                  <a:pt x="5913" y="15741"/>
                </a:lnTo>
                <a:lnTo>
                  <a:pt x="6418" y="15539"/>
                </a:lnTo>
                <a:lnTo>
                  <a:pt x="6962" y="15357"/>
                </a:lnTo>
                <a:lnTo>
                  <a:pt x="7487" y="15196"/>
                </a:lnTo>
                <a:lnTo>
                  <a:pt x="8032" y="15055"/>
                </a:lnTo>
                <a:lnTo>
                  <a:pt x="8557" y="14913"/>
                </a:lnTo>
                <a:lnTo>
                  <a:pt x="9404" y="14732"/>
                </a:lnTo>
                <a:lnTo>
                  <a:pt x="10272" y="14550"/>
                </a:lnTo>
                <a:lnTo>
                  <a:pt x="11119" y="14389"/>
                </a:lnTo>
                <a:lnTo>
                  <a:pt x="11987" y="14227"/>
                </a:lnTo>
                <a:lnTo>
                  <a:pt x="12835" y="14106"/>
                </a:lnTo>
                <a:lnTo>
                  <a:pt x="13703" y="13985"/>
                </a:lnTo>
                <a:lnTo>
                  <a:pt x="14550" y="13884"/>
                </a:lnTo>
                <a:lnTo>
                  <a:pt x="15398" y="13783"/>
                </a:lnTo>
                <a:lnTo>
                  <a:pt x="16265" y="13703"/>
                </a:lnTo>
                <a:lnTo>
                  <a:pt x="17113" y="13642"/>
                </a:lnTo>
                <a:lnTo>
                  <a:pt x="18808" y="13541"/>
                </a:lnTo>
                <a:lnTo>
                  <a:pt x="20483" y="13501"/>
                </a:lnTo>
                <a:lnTo>
                  <a:pt x="22138" y="13481"/>
                </a:lnTo>
                <a:lnTo>
                  <a:pt x="23772" y="13501"/>
                </a:lnTo>
                <a:lnTo>
                  <a:pt x="25387" y="13561"/>
                </a:lnTo>
                <a:lnTo>
                  <a:pt x="26981" y="13642"/>
                </a:lnTo>
                <a:lnTo>
                  <a:pt x="28515" y="13763"/>
                </a:lnTo>
                <a:lnTo>
                  <a:pt x="30028" y="13884"/>
                </a:lnTo>
                <a:lnTo>
                  <a:pt x="31501" y="14025"/>
                </a:lnTo>
                <a:lnTo>
                  <a:pt x="32934" y="14187"/>
                </a:lnTo>
                <a:lnTo>
                  <a:pt x="34306" y="14348"/>
                </a:lnTo>
                <a:lnTo>
                  <a:pt x="34831" y="14409"/>
                </a:lnTo>
                <a:lnTo>
                  <a:pt x="35356" y="14449"/>
                </a:lnTo>
                <a:lnTo>
                  <a:pt x="35860" y="14449"/>
                </a:lnTo>
                <a:lnTo>
                  <a:pt x="36123" y="14409"/>
                </a:lnTo>
                <a:lnTo>
                  <a:pt x="36385" y="14368"/>
                </a:lnTo>
                <a:lnTo>
                  <a:pt x="36647" y="14288"/>
                </a:lnTo>
                <a:lnTo>
                  <a:pt x="36910" y="14187"/>
                </a:lnTo>
                <a:lnTo>
                  <a:pt x="37152" y="14046"/>
                </a:lnTo>
                <a:lnTo>
                  <a:pt x="37374" y="13884"/>
                </a:lnTo>
                <a:lnTo>
                  <a:pt x="37555" y="13703"/>
                </a:lnTo>
                <a:lnTo>
                  <a:pt x="37717" y="13501"/>
                </a:lnTo>
                <a:lnTo>
                  <a:pt x="37838" y="13299"/>
                </a:lnTo>
                <a:lnTo>
                  <a:pt x="37919" y="13077"/>
                </a:lnTo>
                <a:lnTo>
                  <a:pt x="37959" y="12895"/>
                </a:lnTo>
                <a:lnTo>
                  <a:pt x="37979" y="12694"/>
                </a:lnTo>
                <a:lnTo>
                  <a:pt x="37979" y="12492"/>
                </a:lnTo>
                <a:lnTo>
                  <a:pt x="37939" y="12290"/>
                </a:lnTo>
                <a:lnTo>
                  <a:pt x="37898" y="12068"/>
                </a:lnTo>
                <a:lnTo>
                  <a:pt x="37818" y="11826"/>
                </a:lnTo>
                <a:lnTo>
                  <a:pt x="37737" y="11604"/>
                </a:lnTo>
                <a:lnTo>
                  <a:pt x="37616" y="11341"/>
                </a:lnTo>
                <a:lnTo>
                  <a:pt x="37414" y="10998"/>
                </a:lnTo>
                <a:lnTo>
                  <a:pt x="37212" y="10655"/>
                </a:lnTo>
                <a:lnTo>
                  <a:pt x="36970" y="10312"/>
                </a:lnTo>
                <a:lnTo>
                  <a:pt x="36708" y="9969"/>
                </a:lnTo>
                <a:lnTo>
                  <a:pt x="36405" y="9626"/>
                </a:lnTo>
                <a:lnTo>
                  <a:pt x="36062" y="9283"/>
                </a:lnTo>
                <a:lnTo>
                  <a:pt x="35699" y="8920"/>
                </a:lnTo>
                <a:lnTo>
                  <a:pt x="35315" y="8577"/>
                </a:lnTo>
                <a:lnTo>
                  <a:pt x="34569" y="7931"/>
                </a:lnTo>
                <a:lnTo>
                  <a:pt x="33782" y="7346"/>
                </a:lnTo>
                <a:lnTo>
                  <a:pt x="32995" y="6781"/>
                </a:lnTo>
                <a:lnTo>
                  <a:pt x="32187" y="6256"/>
                </a:lnTo>
                <a:lnTo>
                  <a:pt x="31360" y="5772"/>
                </a:lnTo>
                <a:lnTo>
                  <a:pt x="30512" y="5308"/>
                </a:lnTo>
                <a:lnTo>
                  <a:pt x="29665" y="4864"/>
                </a:lnTo>
                <a:lnTo>
                  <a:pt x="28797" y="4460"/>
                </a:lnTo>
                <a:lnTo>
                  <a:pt x="27929" y="4077"/>
                </a:lnTo>
                <a:lnTo>
                  <a:pt x="27062" y="3734"/>
                </a:lnTo>
                <a:lnTo>
                  <a:pt x="26194" y="3390"/>
                </a:lnTo>
                <a:lnTo>
                  <a:pt x="25306" y="3088"/>
                </a:lnTo>
                <a:lnTo>
                  <a:pt x="24458" y="2785"/>
                </a:lnTo>
                <a:lnTo>
                  <a:pt x="23591" y="2503"/>
                </a:lnTo>
                <a:lnTo>
                  <a:pt x="21896" y="1998"/>
                </a:lnTo>
                <a:lnTo>
                  <a:pt x="20685" y="1635"/>
                </a:lnTo>
                <a:lnTo>
                  <a:pt x="19494" y="1332"/>
                </a:lnTo>
                <a:lnTo>
                  <a:pt x="18364" y="1050"/>
                </a:lnTo>
                <a:lnTo>
                  <a:pt x="17295" y="807"/>
                </a:lnTo>
                <a:lnTo>
                  <a:pt x="16245" y="585"/>
                </a:lnTo>
                <a:lnTo>
                  <a:pt x="15236" y="404"/>
                </a:lnTo>
                <a:lnTo>
                  <a:pt x="14268" y="263"/>
                </a:lnTo>
                <a:lnTo>
                  <a:pt x="13299" y="162"/>
                </a:lnTo>
                <a:lnTo>
                  <a:pt x="12128" y="61"/>
                </a:lnTo>
                <a:lnTo>
                  <a:pt x="10978" y="0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4" name="Google Shape;634;p8"/>
          <p:cNvSpPr/>
          <p:nvPr/>
        </p:nvSpPr>
        <p:spPr>
          <a:xfrm flipH="1">
            <a:off x="7968010" y="1140848"/>
            <a:ext cx="415281" cy="285520"/>
          </a:xfrm>
          <a:custGeom>
            <a:rect b="b" l="l" r="r" t="t"/>
            <a:pathLst>
              <a:path extrusionOk="0" h="5107" w="7428">
                <a:moveTo>
                  <a:pt x="7124" y="82"/>
                </a:moveTo>
                <a:lnTo>
                  <a:pt x="7205" y="102"/>
                </a:lnTo>
                <a:lnTo>
                  <a:pt x="7286" y="142"/>
                </a:lnTo>
                <a:lnTo>
                  <a:pt x="7326" y="223"/>
                </a:lnTo>
                <a:lnTo>
                  <a:pt x="7346" y="344"/>
                </a:lnTo>
                <a:lnTo>
                  <a:pt x="7346" y="485"/>
                </a:lnTo>
                <a:lnTo>
                  <a:pt x="7306" y="647"/>
                </a:lnTo>
                <a:lnTo>
                  <a:pt x="7225" y="808"/>
                </a:lnTo>
                <a:lnTo>
                  <a:pt x="7064" y="1212"/>
                </a:lnTo>
                <a:lnTo>
                  <a:pt x="6842" y="1615"/>
                </a:lnTo>
                <a:lnTo>
                  <a:pt x="6600" y="1999"/>
                </a:lnTo>
                <a:lnTo>
                  <a:pt x="6357" y="2362"/>
                </a:lnTo>
                <a:lnTo>
                  <a:pt x="6055" y="2786"/>
                </a:lnTo>
                <a:lnTo>
                  <a:pt x="5732" y="3149"/>
                </a:lnTo>
                <a:lnTo>
                  <a:pt x="5389" y="3472"/>
                </a:lnTo>
                <a:lnTo>
                  <a:pt x="5026" y="3775"/>
                </a:lnTo>
                <a:lnTo>
                  <a:pt x="4642" y="4037"/>
                </a:lnTo>
                <a:lnTo>
                  <a:pt x="4259" y="4279"/>
                </a:lnTo>
                <a:lnTo>
                  <a:pt x="3835" y="4501"/>
                </a:lnTo>
                <a:lnTo>
                  <a:pt x="3411" y="4683"/>
                </a:lnTo>
                <a:lnTo>
                  <a:pt x="2987" y="4824"/>
                </a:lnTo>
                <a:lnTo>
                  <a:pt x="2745" y="4905"/>
                </a:lnTo>
                <a:lnTo>
                  <a:pt x="2463" y="4965"/>
                </a:lnTo>
                <a:lnTo>
                  <a:pt x="2160" y="5006"/>
                </a:lnTo>
                <a:lnTo>
                  <a:pt x="1837" y="5026"/>
                </a:lnTo>
                <a:lnTo>
                  <a:pt x="1514" y="5006"/>
                </a:lnTo>
                <a:lnTo>
                  <a:pt x="1353" y="4965"/>
                </a:lnTo>
                <a:lnTo>
                  <a:pt x="1171" y="4945"/>
                </a:lnTo>
                <a:lnTo>
                  <a:pt x="1010" y="4885"/>
                </a:lnTo>
                <a:lnTo>
                  <a:pt x="848" y="4824"/>
                </a:lnTo>
                <a:lnTo>
                  <a:pt x="707" y="4743"/>
                </a:lnTo>
                <a:lnTo>
                  <a:pt x="546" y="4642"/>
                </a:lnTo>
                <a:lnTo>
                  <a:pt x="445" y="4562"/>
                </a:lnTo>
                <a:lnTo>
                  <a:pt x="364" y="4461"/>
                </a:lnTo>
                <a:lnTo>
                  <a:pt x="283" y="4380"/>
                </a:lnTo>
                <a:lnTo>
                  <a:pt x="203" y="4279"/>
                </a:lnTo>
                <a:lnTo>
                  <a:pt x="162" y="4178"/>
                </a:lnTo>
                <a:lnTo>
                  <a:pt x="122" y="4057"/>
                </a:lnTo>
                <a:lnTo>
                  <a:pt x="81" y="3956"/>
                </a:lnTo>
                <a:lnTo>
                  <a:pt x="81" y="3855"/>
                </a:lnTo>
                <a:lnTo>
                  <a:pt x="81" y="3654"/>
                </a:lnTo>
                <a:lnTo>
                  <a:pt x="142" y="3492"/>
                </a:lnTo>
                <a:lnTo>
                  <a:pt x="243" y="3331"/>
                </a:lnTo>
                <a:lnTo>
                  <a:pt x="364" y="3169"/>
                </a:lnTo>
                <a:lnTo>
                  <a:pt x="505" y="3028"/>
                </a:lnTo>
                <a:lnTo>
                  <a:pt x="647" y="2907"/>
                </a:lnTo>
                <a:lnTo>
                  <a:pt x="949" y="2685"/>
                </a:lnTo>
                <a:lnTo>
                  <a:pt x="1656" y="2261"/>
                </a:lnTo>
                <a:lnTo>
                  <a:pt x="2362" y="1858"/>
                </a:lnTo>
                <a:lnTo>
                  <a:pt x="3088" y="1474"/>
                </a:lnTo>
                <a:lnTo>
                  <a:pt x="3835" y="1131"/>
                </a:lnTo>
                <a:lnTo>
                  <a:pt x="4602" y="828"/>
                </a:lnTo>
                <a:lnTo>
                  <a:pt x="5369" y="566"/>
                </a:lnTo>
                <a:lnTo>
                  <a:pt x="6156" y="324"/>
                </a:lnTo>
                <a:lnTo>
                  <a:pt x="6943" y="122"/>
                </a:lnTo>
                <a:lnTo>
                  <a:pt x="7044" y="102"/>
                </a:lnTo>
                <a:lnTo>
                  <a:pt x="7124" y="82"/>
                </a:lnTo>
                <a:close/>
                <a:moveTo>
                  <a:pt x="7145" y="1"/>
                </a:moveTo>
                <a:lnTo>
                  <a:pt x="7084" y="21"/>
                </a:lnTo>
                <a:lnTo>
                  <a:pt x="6923" y="41"/>
                </a:lnTo>
                <a:lnTo>
                  <a:pt x="6136" y="243"/>
                </a:lnTo>
                <a:lnTo>
                  <a:pt x="5348" y="485"/>
                </a:lnTo>
                <a:lnTo>
                  <a:pt x="4561" y="768"/>
                </a:lnTo>
                <a:lnTo>
                  <a:pt x="3795" y="1071"/>
                </a:lnTo>
                <a:lnTo>
                  <a:pt x="3048" y="1414"/>
                </a:lnTo>
                <a:lnTo>
                  <a:pt x="2321" y="1777"/>
                </a:lnTo>
                <a:lnTo>
                  <a:pt x="1595" y="2180"/>
                </a:lnTo>
                <a:lnTo>
                  <a:pt x="909" y="2624"/>
                </a:lnTo>
                <a:lnTo>
                  <a:pt x="586" y="2846"/>
                </a:lnTo>
                <a:lnTo>
                  <a:pt x="445" y="2988"/>
                </a:lnTo>
                <a:lnTo>
                  <a:pt x="283" y="3129"/>
                </a:lnTo>
                <a:lnTo>
                  <a:pt x="162" y="3290"/>
                </a:lnTo>
                <a:lnTo>
                  <a:pt x="81" y="3472"/>
                </a:lnTo>
                <a:lnTo>
                  <a:pt x="21" y="3654"/>
                </a:lnTo>
                <a:lnTo>
                  <a:pt x="1" y="3754"/>
                </a:lnTo>
                <a:lnTo>
                  <a:pt x="1" y="3855"/>
                </a:lnTo>
                <a:lnTo>
                  <a:pt x="1" y="3976"/>
                </a:lnTo>
                <a:lnTo>
                  <a:pt x="41" y="4077"/>
                </a:lnTo>
                <a:lnTo>
                  <a:pt x="81" y="4198"/>
                </a:lnTo>
                <a:lnTo>
                  <a:pt x="142" y="4320"/>
                </a:lnTo>
                <a:lnTo>
                  <a:pt x="203" y="4420"/>
                </a:lnTo>
                <a:lnTo>
                  <a:pt x="303" y="4521"/>
                </a:lnTo>
                <a:lnTo>
                  <a:pt x="384" y="4622"/>
                </a:lnTo>
                <a:lnTo>
                  <a:pt x="505" y="4703"/>
                </a:lnTo>
                <a:lnTo>
                  <a:pt x="667" y="4804"/>
                </a:lnTo>
                <a:lnTo>
                  <a:pt x="808" y="4885"/>
                </a:lnTo>
                <a:lnTo>
                  <a:pt x="990" y="4965"/>
                </a:lnTo>
                <a:lnTo>
                  <a:pt x="1151" y="5006"/>
                </a:lnTo>
                <a:lnTo>
                  <a:pt x="1312" y="5046"/>
                </a:lnTo>
                <a:lnTo>
                  <a:pt x="1494" y="5086"/>
                </a:lnTo>
                <a:lnTo>
                  <a:pt x="1837" y="5107"/>
                </a:lnTo>
                <a:lnTo>
                  <a:pt x="2160" y="5086"/>
                </a:lnTo>
                <a:lnTo>
                  <a:pt x="2483" y="5046"/>
                </a:lnTo>
                <a:lnTo>
                  <a:pt x="2765" y="4985"/>
                </a:lnTo>
                <a:lnTo>
                  <a:pt x="3008" y="4905"/>
                </a:lnTo>
                <a:lnTo>
                  <a:pt x="3452" y="4763"/>
                </a:lnTo>
                <a:lnTo>
                  <a:pt x="3875" y="4582"/>
                </a:lnTo>
                <a:lnTo>
                  <a:pt x="4299" y="4360"/>
                </a:lnTo>
                <a:lnTo>
                  <a:pt x="4703" y="4118"/>
                </a:lnTo>
                <a:lnTo>
                  <a:pt x="5086" y="3835"/>
                </a:lnTo>
                <a:lnTo>
                  <a:pt x="5449" y="3532"/>
                </a:lnTo>
                <a:lnTo>
                  <a:pt x="5792" y="3189"/>
                </a:lnTo>
                <a:lnTo>
                  <a:pt x="6115" y="2846"/>
                </a:lnTo>
                <a:lnTo>
                  <a:pt x="6398" y="2443"/>
                </a:lnTo>
                <a:lnTo>
                  <a:pt x="6640" y="2080"/>
                </a:lnTo>
                <a:lnTo>
                  <a:pt x="6882" y="1676"/>
                </a:lnTo>
                <a:lnTo>
                  <a:pt x="7124" y="1252"/>
                </a:lnTo>
                <a:lnTo>
                  <a:pt x="7306" y="849"/>
                </a:lnTo>
                <a:lnTo>
                  <a:pt x="7366" y="667"/>
                </a:lnTo>
                <a:lnTo>
                  <a:pt x="7407" y="485"/>
                </a:lnTo>
                <a:lnTo>
                  <a:pt x="7427" y="324"/>
                </a:lnTo>
                <a:lnTo>
                  <a:pt x="7407" y="203"/>
                </a:lnTo>
                <a:lnTo>
                  <a:pt x="7387" y="142"/>
                </a:lnTo>
                <a:lnTo>
                  <a:pt x="7346" y="82"/>
                </a:lnTo>
                <a:lnTo>
                  <a:pt x="7286" y="41"/>
                </a:lnTo>
                <a:lnTo>
                  <a:pt x="7225" y="21"/>
                </a:lnTo>
                <a:lnTo>
                  <a:pt x="7145" y="1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5" name="Google Shape;635;p8"/>
          <p:cNvSpPr/>
          <p:nvPr/>
        </p:nvSpPr>
        <p:spPr>
          <a:xfrm flipH="1">
            <a:off x="6877024" y="75831"/>
            <a:ext cx="1884195" cy="733450"/>
          </a:xfrm>
          <a:custGeom>
            <a:rect b="b" l="l" r="r" t="t"/>
            <a:pathLst>
              <a:path extrusionOk="0" h="13119" w="33702">
                <a:moveTo>
                  <a:pt x="8436" y="82"/>
                </a:moveTo>
                <a:lnTo>
                  <a:pt x="9041" y="102"/>
                </a:lnTo>
                <a:lnTo>
                  <a:pt x="9667" y="142"/>
                </a:lnTo>
                <a:lnTo>
                  <a:pt x="10312" y="183"/>
                </a:lnTo>
                <a:lnTo>
                  <a:pt x="10978" y="263"/>
                </a:lnTo>
                <a:lnTo>
                  <a:pt x="12532" y="465"/>
                </a:lnTo>
                <a:lnTo>
                  <a:pt x="14005" y="707"/>
                </a:lnTo>
                <a:lnTo>
                  <a:pt x="15398" y="949"/>
                </a:lnTo>
                <a:lnTo>
                  <a:pt x="16689" y="1192"/>
                </a:lnTo>
                <a:lnTo>
                  <a:pt x="17900" y="1454"/>
                </a:lnTo>
                <a:lnTo>
                  <a:pt x="19030" y="1716"/>
                </a:lnTo>
                <a:lnTo>
                  <a:pt x="20080" y="1979"/>
                </a:lnTo>
                <a:lnTo>
                  <a:pt x="21048" y="2241"/>
                </a:lnTo>
                <a:lnTo>
                  <a:pt x="21956" y="2523"/>
                </a:lnTo>
                <a:lnTo>
                  <a:pt x="22804" y="2786"/>
                </a:lnTo>
                <a:lnTo>
                  <a:pt x="23571" y="3068"/>
                </a:lnTo>
                <a:lnTo>
                  <a:pt x="24277" y="3331"/>
                </a:lnTo>
                <a:lnTo>
                  <a:pt x="24943" y="3593"/>
                </a:lnTo>
                <a:lnTo>
                  <a:pt x="25548" y="3835"/>
                </a:lnTo>
                <a:lnTo>
                  <a:pt x="26598" y="4320"/>
                </a:lnTo>
                <a:lnTo>
                  <a:pt x="27607" y="4824"/>
                </a:lnTo>
                <a:lnTo>
                  <a:pt x="28071" y="5066"/>
                </a:lnTo>
                <a:lnTo>
                  <a:pt x="28535" y="5329"/>
                </a:lnTo>
                <a:lnTo>
                  <a:pt x="28999" y="5611"/>
                </a:lnTo>
                <a:lnTo>
                  <a:pt x="29423" y="5894"/>
                </a:lnTo>
                <a:lnTo>
                  <a:pt x="29847" y="6176"/>
                </a:lnTo>
                <a:lnTo>
                  <a:pt x="30271" y="6459"/>
                </a:lnTo>
                <a:lnTo>
                  <a:pt x="30654" y="6761"/>
                </a:lnTo>
                <a:lnTo>
                  <a:pt x="31058" y="7064"/>
                </a:lnTo>
                <a:lnTo>
                  <a:pt x="31421" y="7367"/>
                </a:lnTo>
                <a:lnTo>
                  <a:pt x="31784" y="7690"/>
                </a:lnTo>
                <a:lnTo>
                  <a:pt x="32127" y="8012"/>
                </a:lnTo>
                <a:lnTo>
                  <a:pt x="32450" y="8335"/>
                </a:lnTo>
                <a:lnTo>
                  <a:pt x="32773" y="8678"/>
                </a:lnTo>
                <a:lnTo>
                  <a:pt x="33076" y="9021"/>
                </a:lnTo>
                <a:lnTo>
                  <a:pt x="33237" y="9223"/>
                </a:lnTo>
                <a:lnTo>
                  <a:pt x="33378" y="9425"/>
                </a:lnTo>
                <a:lnTo>
                  <a:pt x="33520" y="9667"/>
                </a:lnTo>
                <a:lnTo>
                  <a:pt x="33560" y="9788"/>
                </a:lnTo>
                <a:lnTo>
                  <a:pt x="33600" y="9909"/>
                </a:lnTo>
                <a:lnTo>
                  <a:pt x="33620" y="10030"/>
                </a:lnTo>
                <a:lnTo>
                  <a:pt x="33620" y="10172"/>
                </a:lnTo>
                <a:lnTo>
                  <a:pt x="33600" y="10293"/>
                </a:lnTo>
                <a:lnTo>
                  <a:pt x="33580" y="10414"/>
                </a:lnTo>
                <a:lnTo>
                  <a:pt x="33520" y="10535"/>
                </a:lnTo>
                <a:lnTo>
                  <a:pt x="33459" y="10636"/>
                </a:lnTo>
                <a:lnTo>
                  <a:pt x="33378" y="10737"/>
                </a:lnTo>
                <a:lnTo>
                  <a:pt x="33257" y="10797"/>
                </a:lnTo>
                <a:lnTo>
                  <a:pt x="33176" y="10838"/>
                </a:lnTo>
                <a:lnTo>
                  <a:pt x="33096" y="10858"/>
                </a:lnTo>
                <a:lnTo>
                  <a:pt x="32894" y="10878"/>
                </a:lnTo>
                <a:lnTo>
                  <a:pt x="32692" y="10858"/>
                </a:lnTo>
                <a:lnTo>
                  <a:pt x="32470" y="10817"/>
                </a:lnTo>
                <a:lnTo>
                  <a:pt x="29019" y="10152"/>
                </a:lnTo>
                <a:lnTo>
                  <a:pt x="26840" y="9748"/>
                </a:lnTo>
                <a:lnTo>
                  <a:pt x="25750" y="9566"/>
                </a:lnTo>
                <a:lnTo>
                  <a:pt x="24640" y="9385"/>
                </a:lnTo>
                <a:lnTo>
                  <a:pt x="23551" y="9223"/>
                </a:lnTo>
                <a:lnTo>
                  <a:pt x="22420" y="9102"/>
                </a:lnTo>
                <a:lnTo>
                  <a:pt x="21311" y="9021"/>
                </a:lnTo>
                <a:lnTo>
                  <a:pt x="20201" y="8981"/>
                </a:lnTo>
                <a:lnTo>
                  <a:pt x="19071" y="8961"/>
                </a:lnTo>
                <a:lnTo>
                  <a:pt x="17941" y="9021"/>
                </a:lnTo>
                <a:lnTo>
                  <a:pt x="16831" y="9102"/>
                </a:lnTo>
                <a:lnTo>
                  <a:pt x="15721" y="9223"/>
                </a:lnTo>
                <a:lnTo>
                  <a:pt x="14591" y="9385"/>
                </a:lnTo>
                <a:lnTo>
                  <a:pt x="13501" y="9566"/>
                </a:lnTo>
                <a:lnTo>
                  <a:pt x="12391" y="9788"/>
                </a:lnTo>
                <a:lnTo>
                  <a:pt x="11281" y="10051"/>
                </a:lnTo>
                <a:lnTo>
                  <a:pt x="10191" y="10313"/>
                </a:lnTo>
                <a:lnTo>
                  <a:pt x="9081" y="10596"/>
                </a:lnTo>
                <a:lnTo>
                  <a:pt x="7992" y="10918"/>
                </a:lnTo>
                <a:lnTo>
                  <a:pt x="6922" y="11241"/>
                </a:lnTo>
                <a:lnTo>
                  <a:pt x="4763" y="11907"/>
                </a:lnTo>
                <a:lnTo>
                  <a:pt x="2604" y="12593"/>
                </a:lnTo>
                <a:lnTo>
                  <a:pt x="1595" y="12936"/>
                </a:lnTo>
                <a:lnTo>
                  <a:pt x="1433" y="12977"/>
                </a:lnTo>
                <a:lnTo>
                  <a:pt x="1231" y="13017"/>
                </a:lnTo>
                <a:lnTo>
                  <a:pt x="1050" y="13037"/>
                </a:lnTo>
                <a:lnTo>
                  <a:pt x="949" y="13037"/>
                </a:lnTo>
                <a:lnTo>
                  <a:pt x="868" y="13017"/>
                </a:lnTo>
                <a:lnTo>
                  <a:pt x="767" y="12997"/>
                </a:lnTo>
                <a:lnTo>
                  <a:pt x="687" y="12957"/>
                </a:lnTo>
                <a:lnTo>
                  <a:pt x="606" y="12896"/>
                </a:lnTo>
                <a:lnTo>
                  <a:pt x="525" y="12835"/>
                </a:lnTo>
                <a:lnTo>
                  <a:pt x="404" y="12674"/>
                </a:lnTo>
                <a:lnTo>
                  <a:pt x="323" y="12492"/>
                </a:lnTo>
                <a:lnTo>
                  <a:pt x="243" y="12291"/>
                </a:lnTo>
                <a:lnTo>
                  <a:pt x="202" y="12089"/>
                </a:lnTo>
                <a:lnTo>
                  <a:pt x="162" y="11867"/>
                </a:lnTo>
                <a:lnTo>
                  <a:pt x="142" y="11665"/>
                </a:lnTo>
                <a:lnTo>
                  <a:pt x="101" y="10838"/>
                </a:lnTo>
                <a:lnTo>
                  <a:pt x="81" y="9990"/>
                </a:lnTo>
                <a:lnTo>
                  <a:pt x="101" y="9163"/>
                </a:lnTo>
                <a:lnTo>
                  <a:pt x="142" y="8315"/>
                </a:lnTo>
                <a:lnTo>
                  <a:pt x="202" y="7488"/>
                </a:lnTo>
                <a:lnTo>
                  <a:pt x="283" y="6660"/>
                </a:lnTo>
                <a:lnTo>
                  <a:pt x="404" y="5833"/>
                </a:lnTo>
                <a:lnTo>
                  <a:pt x="545" y="5006"/>
                </a:lnTo>
                <a:lnTo>
                  <a:pt x="666" y="4441"/>
                </a:lnTo>
                <a:lnTo>
                  <a:pt x="808" y="3896"/>
                </a:lnTo>
                <a:lnTo>
                  <a:pt x="909" y="3654"/>
                </a:lnTo>
                <a:lnTo>
                  <a:pt x="989" y="3411"/>
                </a:lnTo>
                <a:lnTo>
                  <a:pt x="1110" y="3189"/>
                </a:lnTo>
                <a:lnTo>
                  <a:pt x="1231" y="2967"/>
                </a:lnTo>
                <a:lnTo>
                  <a:pt x="1413" y="2685"/>
                </a:lnTo>
                <a:lnTo>
                  <a:pt x="1635" y="2402"/>
                </a:lnTo>
                <a:lnTo>
                  <a:pt x="1877" y="2140"/>
                </a:lnTo>
                <a:lnTo>
                  <a:pt x="2160" y="1898"/>
                </a:lnTo>
                <a:lnTo>
                  <a:pt x="2462" y="1656"/>
                </a:lnTo>
                <a:lnTo>
                  <a:pt x="2805" y="1434"/>
                </a:lnTo>
                <a:lnTo>
                  <a:pt x="3189" y="1232"/>
                </a:lnTo>
                <a:lnTo>
                  <a:pt x="3572" y="1030"/>
                </a:lnTo>
                <a:lnTo>
                  <a:pt x="4117" y="808"/>
                </a:lnTo>
                <a:lnTo>
                  <a:pt x="4662" y="627"/>
                </a:lnTo>
                <a:lnTo>
                  <a:pt x="5227" y="465"/>
                </a:lnTo>
                <a:lnTo>
                  <a:pt x="5832" y="324"/>
                </a:lnTo>
                <a:lnTo>
                  <a:pt x="6438" y="223"/>
                </a:lnTo>
                <a:lnTo>
                  <a:pt x="7084" y="142"/>
                </a:lnTo>
                <a:lnTo>
                  <a:pt x="7750" y="102"/>
                </a:lnTo>
                <a:lnTo>
                  <a:pt x="8436" y="82"/>
                </a:lnTo>
                <a:close/>
                <a:moveTo>
                  <a:pt x="8335" y="1"/>
                </a:moveTo>
                <a:lnTo>
                  <a:pt x="7830" y="21"/>
                </a:lnTo>
                <a:lnTo>
                  <a:pt x="7346" y="41"/>
                </a:lnTo>
                <a:lnTo>
                  <a:pt x="6882" y="82"/>
                </a:lnTo>
                <a:lnTo>
                  <a:pt x="6438" y="142"/>
                </a:lnTo>
                <a:lnTo>
                  <a:pt x="5974" y="223"/>
                </a:lnTo>
                <a:lnTo>
                  <a:pt x="5550" y="304"/>
                </a:lnTo>
                <a:lnTo>
                  <a:pt x="5126" y="405"/>
                </a:lnTo>
                <a:lnTo>
                  <a:pt x="4723" y="526"/>
                </a:lnTo>
                <a:lnTo>
                  <a:pt x="4319" y="647"/>
                </a:lnTo>
                <a:lnTo>
                  <a:pt x="3915" y="808"/>
                </a:lnTo>
                <a:lnTo>
                  <a:pt x="3552" y="970"/>
                </a:lnTo>
                <a:lnTo>
                  <a:pt x="3149" y="1151"/>
                </a:lnTo>
                <a:lnTo>
                  <a:pt x="2765" y="1373"/>
                </a:lnTo>
                <a:lnTo>
                  <a:pt x="2422" y="1595"/>
                </a:lnTo>
                <a:lnTo>
                  <a:pt x="2099" y="1837"/>
                </a:lnTo>
                <a:lnTo>
                  <a:pt x="1817" y="2080"/>
                </a:lnTo>
                <a:lnTo>
                  <a:pt x="1575" y="2362"/>
                </a:lnTo>
                <a:lnTo>
                  <a:pt x="1353" y="2624"/>
                </a:lnTo>
                <a:lnTo>
                  <a:pt x="1151" y="2927"/>
                </a:lnTo>
                <a:lnTo>
                  <a:pt x="1030" y="3169"/>
                </a:lnTo>
                <a:lnTo>
                  <a:pt x="909" y="3432"/>
                </a:lnTo>
                <a:lnTo>
                  <a:pt x="808" y="3694"/>
                </a:lnTo>
                <a:lnTo>
                  <a:pt x="707" y="3956"/>
                </a:lnTo>
                <a:lnTo>
                  <a:pt x="586" y="4481"/>
                </a:lnTo>
                <a:lnTo>
                  <a:pt x="465" y="4985"/>
                </a:lnTo>
                <a:lnTo>
                  <a:pt x="323" y="5813"/>
                </a:lnTo>
                <a:lnTo>
                  <a:pt x="222" y="6660"/>
                </a:lnTo>
                <a:lnTo>
                  <a:pt x="122" y="7488"/>
                </a:lnTo>
                <a:lnTo>
                  <a:pt x="61" y="8315"/>
                </a:lnTo>
                <a:lnTo>
                  <a:pt x="21" y="9163"/>
                </a:lnTo>
                <a:lnTo>
                  <a:pt x="0" y="9990"/>
                </a:lnTo>
                <a:lnTo>
                  <a:pt x="21" y="10838"/>
                </a:lnTo>
                <a:lnTo>
                  <a:pt x="61" y="11665"/>
                </a:lnTo>
                <a:lnTo>
                  <a:pt x="101" y="11968"/>
                </a:lnTo>
                <a:lnTo>
                  <a:pt x="142" y="12230"/>
                </a:lnTo>
                <a:lnTo>
                  <a:pt x="222" y="12452"/>
                </a:lnTo>
                <a:lnTo>
                  <a:pt x="303" y="12654"/>
                </a:lnTo>
                <a:lnTo>
                  <a:pt x="404" y="12815"/>
                </a:lnTo>
                <a:lnTo>
                  <a:pt x="545" y="12936"/>
                </a:lnTo>
                <a:lnTo>
                  <a:pt x="687" y="13037"/>
                </a:lnTo>
                <a:lnTo>
                  <a:pt x="848" y="13098"/>
                </a:lnTo>
                <a:lnTo>
                  <a:pt x="949" y="13118"/>
                </a:lnTo>
                <a:lnTo>
                  <a:pt x="1191" y="13118"/>
                </a:lnTo>
                <a:lnTo>
                  <a:pt x="1353" y="13078"/>
                </a:lnTo>
                <a:lnTo>
                  <a:pt x="1615" y="12997"/>
                </a:lnTo>
                <a:lnTo>
                  <a:pt x="2644" y="12674"/>
                </a:lnTo>
                <a:lnTo>
                  <a:pt x="4783" y="11988"/>
                </a:lnTo>
                <a:lnTo>
                  <a:pt x="6942" y="11302"/>
                </a:lnTo>
                <a:lnTo>
                  <a:pt x="8012" y="10999"/>
                </a:lnTo>
                <a:lnTo>
                  <a:pt x="9102" y="10676"/>
                </a:lnTo>
                <a:lnTo>
                  <a:pt x="10191" y="10394"/>
                </a:lnTo>
                <a:lnTo>
                  <a:pt x="11301" y="10131"/>
                </a:lnTo>
                <a:lnTo>
                  <a:pt x="12391" y="9869"/>
                </a:lnTo>
                <a:lnTo>
                  <a:pt x="13501" y="9647"/>
                </a:lnTo>
                <a:lnTo>
                  <a:pt x="14611" y="9465"/>
                </a:lnTo>
                <a:lnTo>
                  <a:pt x="15721" y="9304"/>
                </a:lnTo>
                <a:lnTo>
                  <a:pt x="16831" y="9183"/>
                </a:lnTo>
                <a:lnTo>
                  <a:pt x="17961" y="9102"/>
                </a:lnTo>
                <a:lnTo>
                  <a:pt x="19071" y="9042"/>
                </a:lnTo>
                <a:lnTo>
                  <a:pt x="20201" y="9062"/>
                </a:lnTo>
                <a:lnTo>
                  <a:pt x="21311" y="9102"/>
                </a:lnTo>
                <a:lnTo>
                  <a:pt x="22420" y="9183"/>
                </a:lnTo>
                <a:lnTo>
                  <a:pt x="23530" y="9304"/>
                </a:lnTo>
                <a:lnTo>
                  <a:pt x="24640" y="9465"/>
                </a:lnTo>
                <a:lnTo>
                  <a:pt x="25750" y="9647"/>
                </a:lnTo>
                <a:lnTo>
                  <a:pt x="26840" y="9829"/>
                </a:lnTo>
                <a:lnTo>
                  <a:pt x="28999" y="10232"/>
                </a:lnTo>
                <a:lnTo>
                  <a:pt x="32470" y="10898"/>
                </a:lnTo>
                <a:lnTo>
                  <a:pt x="32692" y="10939"/>
                </a:lnTo>
                <a:lnTo>
                  <a:pt x="32894" y="10959"/>
                </a:lnTo>
                <a:lnTo>
                  <a:pt x="33116" y="10939"/>
                </a:lnTo>
                <a:lnTo>
                  <a:pt x="33197" y="10918"/>
                </a:lnTo>
                <a:lnTo>
                  <a:pt x="33298" y="10878"/>
                </a:lnTo>
                <a:lnTo>
                  <a:pt x="33419" y="10797"/>
                </a:lnTo>
                <a:lnTo>
                  <a:pt x="33520" y="10696"/>
                </a:lnTo>
                <a:lnTo>
                  <a:pt x="33600" y="10575"/>
                </a:lnTo>
                <a:lnTo>
                  <a:pt x="33661" y="10454"/>
                </a:lnTo>
                <a:lnTo>
                  <a:pt x="33681" y="10313"/>
                </a:lnTo>
                <a:lnTo>
                  <a:pt x="33701" y="10172"/>
                </a:lnTo>
                <a:lnTo>
                  <a:pt x="33701" y="10030"/>
                </a:lnTo>
                <a:lnTo>
                  <a:pt x="33681" y="9889"/>
                </a:lnTo>
                <a:lnTo>
                  <a:pt x="33641" y="9768"/>
                </a:lnTo>
                <a:lnTo>
                  <a:pt x="33600" y="9627"/>
                </a:lnTo>
                <a:lnTo>
                  <a:pt x="33459" y="9385"/>
                </a:lnTo>
                <a:lnTo>
                  <a:pt x="33298" y="9163"/>
                </a:lnTo>
                <a:lnTo>
                  <a:pt x="33136" y="8961"/>
                </a:lnTo>
                <a:lnTo>
                  <a:pt x="32833" y="8618"/>
                </a:lnTo>
                <a:lnTo>
                  <a:pt x="32511" y="8275"/>
                </a:lnTo>
                <a:lnTo>
                  <a:pt x="32188" y="7952"/>
                </a:lnTo>
                <a:lnTo>
                  <a:pt x="31824" y="7629"/>
                </a:lnTo>
                <a:lnTo>
                  <a:pt x="31481" y="7306"/>
                </a:lnTo>
                <a:lnTo>
                  <a:pt x="31098" y="7003"/>
                </a:lnTo>
                <a:lnTo>
                  <a:pt x="30714" y="6701"/>
                </a:lnTo>
                <a:lnTo>
                  <a:pt x="30311" y="6398"/>
                </a:lnTo>
                <a:lnTo>
                  <a:pt x="29907" y="6095"/>
                </a:lnTo>
                <a:lnTo>
                  <a:pt x="29483" y="5813"/>
                </a:lnTo>
                <a:lnTo>
                  <a:pt x="29040" y="5530"/>
                </a:lnTo>
                <a:lnTo>
                  <a:pt x="28575" y="5268"/>
                </a:lnTo>
                <a:lnTo>
                  <a:pt x="28111" y="5006"/>
                </a:lnTo>
                <a:lnTo>
                  <a:pt x="27627" y="4743"/>
                </a:lnTo>
                <a:lnTo>
                  <a:pt x="26638" y="4259"/>
                </a:lnTo>
                <a:lnTo>
                  <a:pt x="25569" y="3775"/>
                </a:lnTo>
                <a:lnTo>
                  <a:pt x="24963" y="3512"/>
                </a:lnTo>
                <a:lnTo>
                  <a:pt x="24317" y="3250"/>
                </a:lnTo>
                <a:lnTo>
                  <a:pt x="23591" y="2988"/>
                </a:lnTo>
                <a:lnTo>
                  <a:pt x="22824" y="2725"/>
                </a:lnTo>
                <a:lnTo>
                  <a:pt x="21977" y="2443"/>
                </a:lnTo>
                <a:lnTo>
                  <a:pt x="21068" y="2180"/>
                </a:lnTo>
                <a:lnTo>
                  <a:pt x="20100" y="1898"/>
                </a:lnTo>
                <a:lnTo>
                  <a:pt x="19050" y="1636"/>
                </a:lnTo>
                <a:lnTo>
                  <a:pt x="17920" y="1373"/>
                </a:lnTo>
                <a:lnTo>
                  <a:pt x="16710" y="1111"/>
                </a:lnTo>
                <a:lnTo>
                  <a:pt x="15398" y="869"/>
                </a:lnTo>
                <a:lnTo>
                  <a:pt x="14026" y="627"/>
                </a:lnTo>
                <a:lnTo>
                  <a:pt x="12552" y="405"/>
                </a:lnTo>
                <a:lnTo>
                  <a:pt x="10978" y="183"/>
                </a:lnTo>
                <a:lnTo>
                  <a:pt x="10413" y="122"/>
                </a:lnTo>
                <a:lnTo>
                  <a:pt x="9889" y="62"/>
                </a:lnTo>
                <a:lnTo>
                  <a:pt x="9344" y="41"/>
                </a:lnTo>
                <a:lnTo>
                  <a:pt x="8839" y="21"/>
                </a:lnTo>
                <a:lnTo>
                  <a:pt x="8335" y="1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6" name="Google Shape;636;p8"/>
          <p:cNvSpPr/>
          <p:nvPr/>
        </p:nvSpPr>
        <p:spPr>
          <a:xfrm flipH="1">
            <a:off x="8112477" y="1250313"/>
            <a:ext cx="166996" cy="99348"/>
          </a:xfrm>
          <a:custGeom>
            <a:rect b="b" l="l" r="r" t="t"/>
            <a:pathLst>
              <a:path extrusionOk="0" h="1777" w="2987">
                <a:moveTo>
                  <a:pt x="2240" y="81"/>
                </a:moveTo>
                <a:lnTo>
                  <a:pt x="2442" y="101"/>
                </a:lnTo>
                <a:lnTo>
                  <a:pt x="2644" y="122"/>
                </a:lnTo>
                <a:lnTo>
                  <a:pt x="2745" y="162"/>
                </a:lnTo>
                <a:lnTo>
                  <a:pt x="2805" y="182"/>
                </a:lnTo>
                <a:lnTo>
                  <a:pt x="2866" y="243"/>
                </a:lnTo>
                <a:lnTo>
                  <a:pt x="2906" y="283"/>
                </a:lnTo>
                <a:lnTo>
                  <a:pt x="2906" y="364"/>
                </a:lnTo>
                <a:lnTo>
                  <a:pt x="2906" y="444"/>
                </a:lnTo>
                <a:lnTo>
                  <a:pt x="2846" y="525"/>
                </a:lnTo>
                <a:lnTo>
                  <a:pt x="2765" y="626"/>
                </a:lnTo>
                <a:lnTo>
                  <a:pt x="2543" y="868"/>
                </a:lnTo>
                <a:lnTo>
                  <a:pt x="2281" y="1070"/>
                </a:lnTo>
                <a:lnTo>
                  <a:pt x="1998" y="1252"/>
                </a:lnTo>
                <a:lnTo>
                  <a:pt x="1716" y="1413"/>
                </a:lnTo>
                <a:lnTo>
                  <a:pt x="1393" y="1534"/>
                </a:lnTo>
                <a:lnTo>
                  <a:pt x="1090" y="1615"/>
                </a:lnTo>
                <a:lnTo>
                  <a:pt x="747" y="1675"/>
                </a:lnTo>
                <a:lnTo>
                  <a:pt x="424" y="1696"/>
                </a:lnTo>
                <a:lnTo>
                  <a:pt x="263" y="1696"/>
                </a:lnTo>
                <a:lnTo>
                  <a:pt x="182" y="1655"/>
                </a:lnTo>
                <a:lnTo>
                  <a:pt x="121" y="1615"/>
                </a:lnTo>
                <a:lnTo>
                  <a:pt x="81" y="1554"/>
                </a:lnTo>
                <a:lnTo>
                  <a:pt x="81" y="1494"/>
                </a:lnTo>
                <a:lnTo>
                  <a:pt x="81" y="1433"/>
                </a:lnTo>
                <a:lnTo>
                  <a:pt x="101" y="1373"/>
                </a:lnTo>
                <a:lnTo>
                  <a:pt x="182" y="1252"/>
                </a:lnTo>
                <a:lnTo>
                  <a:pt x="263" y="1151"/>
                </a:lnTo>
                <a:lnTo>
                  <a:pt x="485" y="949"/>
                </a:lnTo>
                <a:lnTo>
                  <a:pt x="686" y="747"/>
                </a:lnTo>
                <a:lnTo>
                  <a:pt x="929" y="586"/>
                </a:lnTo>
                <a:lnTo>
                  <a:pt x="1171" y="424"/>
                </a:lnTo>
                <a:lnTo>
                  <a:pt x="1413" y="283"/>
                </a:lnTo>
                <a:lnTo>
                  <a:pt x="1675" y="182"/>
                </a:lnTo>
                <a:lnTo>
                  <a:pt x="1958" y="101"/>
                </a:lnTo>
                <a:lnTo>
                  <a:pt x="2240" y="81"/>
                </a:lnTo>
                <a:close/>
                <a:moveTo>
                  <a:pt x="2119" y="0"/>
                </a:moveTo>
                <a:lnTo>
                  <a:pt x="1938" y="21"/>
                </a:lnTo>
                <a:lnTo>
                  <a:pt x="1776" y="61"/>
                </a:lnTo>
                <a:lnTo>
                  <a:pt x="1615" y="122"/>
                </a:lnTo>
                <a:lnTo>
                  <a:pt x="1453" y="182"/>
                </a:lnTo>
                <a:lnTo>
                  <a:pt x="1292" y="243"/>
                </a:lnTo>
                <a:lnTo>
                  <a:pt x="1009" y="424"/>
                </a:lnTo>
                <a:lnTo>
                  <a:pt x="727" y="626"/>
                </a:lnTo>
                <a:lnTo>
                  <a:pt x="464" y="848"/>
                </a:lnTo>
                <a:lnTo>
                  <a:pt x="222" y="1090"/>
                </a:lnTo>
                <a:lnTo>
                  <a:pt x="101" y="1211"/>
                </a:lnTo>
                <a:lnTo>
                  <a:pt x="21" y="1332"/>
                </a:lnTo>
                <a:lnTo>
                  <a:pt x="0" y="1433"/>
                </a:lnTo>
                <a:lnTo>
                  <a:pt x="0" y="1514"/>
                </a:lnTo>
                <a:lnTo>
                  <a:pt x="21" y="1595"/>
                </a:lnTo>
                <a:lnTo>
                  <a:pt x="61" y="1655"/>
                </a:lnTo>
                <a:lnTo>
                  <a:pt x="121" y="1716"/>
                </a:lnTo>
                <a:lnTo>
                  <a:pt x="222" y="1756"/>
                </a:lnTo>
                <a:lnTo>
                  <a:pt x="303" y="1776"/>
                </a:lnTo>
                <a:lnTo>
                  <a:pt x="424" y="1776"/>
                </a:lnTo>
                <a:lnTo>
                  <a:pt x="767" y="1756"/>
                </a:lnTo>
                <a:lnTo>
                  <a:pt x="1110" y="1696"/>
                </a:lnTo>
                <a:lnTo>
                  <a:pt x="1433" y="1615"/>
                </a:lnTo>
                <a:lnTo>
                  <a:pt x="1736" y="1474"/>
                </a:lnTo>
                <a:lnTo>
                  <a:pt x="2039" y="1332"/>
                </a:lnTo>
                <a:lnTo>
                  <a:pt x="2321" y="1131"/>
                </a:lnTo>
                <a:lnTo>
                  <a:pt x="2604" y="929"/>
                </a:lnTo>
                <a:lnTo>
                  <a:pt x="2826" y="687"/>
                </a:lnTo>
                <a:lnTo>
                  <a:pt x="2926" y="565"/>
                </a:lnTo>
                <a:lnTo>
                  <a:pt x="2987" y="465"/>
                </a:lnTo>
                <a:lnTo>
                  <a:pt x="2987" y="343"/>
                </a:lnTo>
                <a:lnTo>
                  <a:pt x="2967" y="263"/>
                </a:lnTo>
                <a:lnTo>
                  <a:pt x="2926" y="182"/>
                </a:lnTo>
                <a:lnTo>
                  <a:pt x="2866" y="122"/>
                </a:lnTo>
                <a:lnTo>
                  <a:pt x="2765" y="81"/>
                </a:lnTo>
                <a:lnTo>
                  <a:pt x="2664" y="41"/>
                </a:lnTo>
                <a:lnTo>
                  <a:pt x="2462" y="21"/>
                </a:lnTo>
                <a:lnTo>
                  <a:pt x="2281" y="0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7" name="Google Shape;637;p8"/>
          <p:cNvSpPr/>
          <p:nvPr/>
        </p:nvSpPr>
        <p:spPr>
          <a:xfrm>
            <a:off x="414425" y="211116"/>
            <a:ext cx="597600" cy="597600"/>
          </a:xfrm>
          <a:prstGeom prst="ellipse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8" name="Google Shape;638;p8"/>
          <p:cNvSpPr/>
          <p:nvPr/>
        </p:nvSpPr>
        <p:spPr>
          <a:xfrm rot="5400000">
            <a:off x="414425" y="816218"/>
            <a:ext cx="597600" cy="597600"/>
          </a:xfrm>
          <a:prstGeom prst="rtTriangle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9" name="Google Shape;639;p8"/>
          <p:cNvSpPr/>
          <p:nvPr/>
        </p:nvSpPr>
        <p:spPr>
          <a:xfrm flipH="1">
            <a:off x="8085888" y="4081828"/>
            <a:ext cx="1058100" cy="1058100"/>
          </a:xfrm>
          <a:prstGeom prst="rtTriangle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0" name="Google Shape;640;p8"/>
          <p:cNvSpPr/>
          <p:nvPr/>
        </p:nvSpPr>
        <p:spPr>
          <a:xfrm>
            <a:off x="8019945" y="4215465"/>
            <a:ext cx="790800" cy="790800"/>
          </a:xfrm>
          <a:prstGeom prst="ellipse">
            <a:avLst/>
          </a:prstGeom>
          <a:solidFill>
            <a:schemeClr val="dk2"/>
          </a:solidFill>
          <a:ln cap="flat" cmpd="sng" w="11430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641" name="Google Shape;641;p8"/>
          <p:cNvGrpSpPr/>
          <p:nvPr/>
        </p:nvGrpSpPr>
        <p:grpSpPr>
          <a:xfrm>
            <a:off x="3970979" y="4195255"/>
            <a:ext cx="1205112" cy="835252"/>
            <a:chOff x="3970979" y="4168866"/>
            <a:chExt cx="1205112" cy="835252"/>
          </a:xfrm>
        </p:grpSpPr>
        <p:sp>
          <p:nvSpPr>
            <p:cNvPr id="642" name="Google Shape;642;p8"/>
            <p:cNvSpPr/>
            <p:nvPr/>
          </p:nvSpPr>
          <p:spPr>
            <a:xfrm>
              <a:off x="4793924" y="4636423"/>
              <a:ext cx="53445" cy="50368"/>
            </a:xfrm>
            <a:custGeom>
              <a:rect b="b" l="l" r="r" t="t"/>
              <a:pathLst>
                <a:path extrusionOk="0" h="1326" w="1407">
                  <a:moveTo>
                    <a:pt x="724" y="1"/>
                  </a:moveTo>
                  <a:lnTo>
                    <a:pt x="1" y="683"/>
                  </a:lnTo>
                  <a:lnTo>
                    <a:pt x="21" y="724"/>
                  </a:lnTo>
                  <a:lnTo>
                    <a:pt x="61" y="744"/>
                  </a:lnTo>
                  <a:lnTo>
                    <a:pt x="181" y="784"/>
                  </a:lnTo>
                  <a:lnTo>
                    <a:pt x="322" y="824"/>
                  </a:lnTo>
                  <a:lnTo>
                    <a:pt x="382" y="864"/>
                  </a:lnTo>
                  <a:lnTo>
                    <a:pt x="422" y="884"/>
                  </a:lnTo>
                  <a:lnTo>
                    <a:pt x="503" y="1005"/>
                  </a:lnTo>
                  <a:lnTo>
                    <a:pt x="583" y="1105"/>
                  </a:lnTo>
                  <a:lnTo>
                    <a:pt x="704" y="1326"/>
                  </a:lnTo>
                  <a:lnTo>
                    <a:pt x="1406" y="623"/>
                  </a:lnTo>
                  <a:lnTo>
                    <a:pt x="724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43" name="Google Shape;643;p8"/>
            <p:cNvSpPr/>
            <p:nvPr/>
          </p:nvSpPr>
          <p:spPr>
            <a:xfrm>
              <a:off x="4955626" y="4789730"/>
              <a:ext cx="56484" cy="52685"/>
            </a:xfrm>
            <a:custGeom>
              <a:rect b="b" l="l" r="r" t="t"/>
              <a:pathLst>
                <a:path extrusionOk="0" h="1387" w="1487">
                  <a:moveTo>
                    <a:pt x="764" y="1"/>
                  </a:moveTo>
                  <a:lnTo>
                    <a:pt x="663" y="222"/>
                  </a:lnTo>
                  <a:lnTo>
                    <a:pt x="603" y="322"/>
                  </a:lnTo>
                  <a:lnTo>
                    <a:pt x="543" y="402"/>
                  </a:lnTo>
                  <a:lnTo>
                    <a:pt x="422" y="483"/>
                  </a:lnTo>
                  <a:lnTo>
                    <a:pt x="302" y="543"/>
                  </a:lnTo>
                  <a:lnTo>
                    <a:pt x="1" y="703"/>
                  </a:lnTo>
                  <a:lnTo>
                    <a:pt x="262" y="824"/>
                  </a:lnTo>
                  <a:lnTo>
                    <a:pt x="483" y="985"/>
                  </a:lnTo>
                  <a:lnTo>
                    <a:pt x="583" y="1065"/>
                  </a:lnTo>
                  <a:lnTo>
                    <a:pt x="643" y="1165"/>
                  </a:lnTo>
                  <a:lnTo>
                    <a:pt x="723" y="1266"/>
                  </a:lnTo>
                  <a:lnTo>
                    <a:pt x="764" y="1386"/>
                  </a:lnTo>
                  <a:lnTo>
                    <a:pt x="1486" y="703"/>
                  </a:lnTo>
                  <a:lnTo>
                    <a:pt x="764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44" name="Google Shape;644;p8"/>
            <p:cNvSpPr/>
            <p:nvPr/>
          </p:nvSpPr>
          <p:spPr>
            <a:xfrm>
              <a:off x="4465201" y="4168866"/>
              <a:ext cx="54205" cy="50406"/>
            </a:xfrm>
            <a:custGeom>
              <a:rect b="b" l="l" r="r" t="t"/>
              <a:pathLst>
                <a:path extrusionOk="0" h="1327" w="1427">
                  <a:moveTo>
                    <a:pt x="723" y="1"/>
                  </a:moveTo>
                  <a:lnTo>
                    <a:pt x="1" y="684"/>
                  </a:lnTo>
                  <a:lnTo>
                    <a:pt x="221" y="784"/>
                  </a:lnTo>
                  <a:lnTo>
                    <a:pt x="322" y="824"/>
                  </a:lnTo>
                  <a:lnTo>
                    <a:pt x="422" y="884"/>
                  </a:lnTo>
                  <a:lnTo>
                    <a:pt x="502" y="1005"/>
                  </a:lnTo>
                  <a:lnTo>
                    <a:pt x="583" y="1105"/>
                  </a:lnTo>
                  <a:lnTo>
                    <a:pt x="723" y="1326"/>
                  </a:lnTo>
                  <a:lnTo>
                    <a:pt x="1426" y="643"/>
                  </a:lnTo>
                  <a:lnTo>
                    <a:pt x="723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45" name="Google Shape;645;p8"/>
            <p:cNvSpPr/>
            <p:nvPr/>
          </p:nvSpPr>
          <p:spPr>
            <a:xfrm>
              <a:off x="4632221" y="4168866"/>
              <a:ext cx="50406" cy="48887"/>
            </a:xfrm>
            <a:custGeom>
              <a:rect b="b" l="l" r="r" t="t"/>
              <a:pathLst>
                <a:path extrusionOk="0" h="1287" w="1327">
                  <a:moveTo>
                    <a:pt x="664" y="1"/>
                  </a:moveTo>
                  <a:lnTo>
                    <a:pt x="1" y="664"/>
                  </a:lnTo>
                  <a:lnTo>
                    <a:pt x="664" y="1286"/>
                  </a:lnTo>
                  <a:lnTo>
                    <a:pt x="1326" y="623"/>
                  </a:lnTo>
                  <a:lnTo>
                    <a:pt x="664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46" name="Google Shape;646;p8"/>
            <p:cNvSpPr/>
            <p:nvPr/>
          </p:nvSpPr>
          <p:spPr>
            <a:xfrm>
              <a:off x="4466721" y="4324490"/>
              <a:ext cx="54205" cy="51888"/>
            </a:xfrm>
            <a:custGeom>
              <a:rect b="b" l="l" r="r" t="t"/>
              <a:pathLst>
                <a:path extrusionOk="0" h="1366" w="1427">
                  <a:moveTo>
                    <a:pt x="703" y="0"/>
                  </a:moveTo>
                  <a:lnTo>
                    <a:pt x="1" y="643"/>
                  </a:lnTo>
                  <a:lnTo>
                    <a:pt x="744" y="1366"/>
                  </a:lnTo>
                  <a:lnTo>
                    <a:pt x="784" y="1225"/>
                  </a:lnTo>
                  <a:lnTo>
                    <a:pt x="844" y="1125"/>
                  </a:lnTo>
                  <a:lnTo>
                    <a:pt x="924" y="1024"/>
                  </a:lnTo>
                  <a:lnTo>
                    <a:pt x="1005" y="944"/>
                  </a:lnTo>
                  <a:lnTo>
                    <a:pt x="1105" y="864"/>
                  </a:lnTo>
                  <a:lnTo>
                    <a:pt x="1205" y="803"/>
                  </a:lnTo>
                  <a:lnTo>
                    <a:pt x="1426" y="683"/>
                  </a:lnTo>
                  <a:lnTo>
                    <a:pt x="1346" y="582"/>
                  </a:lnTo>
                  <a:lnTo>
                    <a:pt x="1266" y="522"/>
                  </a:lnTo>
                  <a:lnTo>
                    <a:pt x="1045" y="402"/>
                  </a:lnTo>
                  <a:lnTo>
                    <a:pt x="964" y="342"/>
                  </a:lnTo>
                  <a:lnTo>
                    <a:pt x="884" y="281"/>
                  </a:lnTo>
                  <a:lnTo>
                    <a:pt x="824" y="181"/>
                  </a:lnTo>
                  <a:lnTo>
                    <a:pt x="804" y="40"/>
                  </a:lnTo>
                  <a:lnTo>
                    <a:pt x="784" y="20"/>
                  </a:lnTo>
                  <a:lnTo>
                    <a:pt x="744" y="20"/>
                  </a:lnTo>
                  <a:lnTo>
                    <a:pt x="70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47" name="Google Shape;647;p8"/>
            <p:cNvSpPr/>
            <p:nvPr/>
          </p:nvSpPr>
          <p:spPr>
            <a:xfrm>
              <a:off x="4629942" y="4323730"/>
              <a:ext cx="54205" cy="54167"/>
            </a:xfrm>
            <a:custGeom>
              <a:rect b="b" l="l" r="r" t="t"/>
              <a:pathLst>
                <a:path extrusionOk="0" h="1426" w="1427">
                  <a:moveTo>
                    <a:pt x="724" y="0"/>
                  </a:moveTo>
                  <a:lnTo>
                    <a:pt x="1" y="703"/>
                  </a:lnTo>
                  <a:lnTo>
                    <a:pt x="121" y="743"/>
                  </a:lnTo>
                  <a:lnTo>
                    <a:pt x="242" y="823"/>
                  </a:lnTo>
                  <a:lnTo>
                    <a:pt x="342" y="884"/>
                  </a:lnTo>
                  <a:lnTo>
                    <a:pt x="422" y="984"/>
                  </a:lnTo>
                  <a:lnTo>
                    <a:pt x="603" y="1185"/>
                  </a:lnTo>
                  <a:lnTo>
                    <a:pt x="744" y="1426"/>
                  </a:lnTo>
                  <a:lnTo>
                    <a:pt x="844" y="1165"/>
                  </a:lnTo>
                  <a:lnTo>
                    <a:pt x="904" y="1064"/>
                  </a:lnTo>
                  <a:lnTo>
                    <a:pt x="964" y="984"/>
                  </a:lnTo>
                  <a:lnTo>
                    <a:pt x="1065" y="904"/>
                  </a:lnTo>
                  <a:lnTo>
                    <a:pt x="1185" y="823"/>
                  </a:lnTo>
                  <a:lnTo>
                    <a:pt x="1426" y="683"/>
                  </a:lnTo>
                  <a:lnTo>
                    <a:pt x="724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48" name="Google Shape;648;p8"/>
            <p:cNvSpPr/>
            <p:nvPr/>
          </p:nvSpPr>
          <p:spPr>
            <a:xfrm>
              <a:off x="4796203" y="4324490"/>
              <a:ext cx="51166" cy="47329"/>
            </a:xfrm>
            <a:custGeom>
              <a:rect b="b" l="l" r="r" t="t"/>
              <a:pathLst>
                <a:path extrusionOk="0" h="1246" w="1347">
                  <a:moveTo>
                    <a:pt x="664" y="0"/>
                  </a:moveTo>
                  <a:lnTo>
                    <a:pt x="1" y="663"/>
                  </a:lnTo>
                  <a:lnTo>
                    <a:pt x="664" y="1245"/>
                  </a:lnTo>
                  <a:lnTo>
                    <a:pt x="1346" y="663"/>
                  </a:lnTo>
                  <a:lnTo>
                    <a:pt x="664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49" name="Google Shape;649;p8"/>
            <p:cNvSpPr/>
            <p:nvPr/>
          </p:nvSpPr>
          <p:spPr>
            <a:xfrm>
              <a:off x="4459086" y="4475481"/>
              <a:ext cx="64119" cy="55724"/>
            </a:xfrm>
            <a:custGeom>
              <a:rect b="b" l="l" r="r" t="t"/>
              <a:pathLst>
                <a:path extrusionOk="0" h="1467" w="1688">
                  <a:moveTo>
                    <a:pt x="864" y="1"/>
                  </a:moveTo>
                  <a:lnTo>
                    <a:pt x="764" y="262"/>
                  </a:lnTo>
                  <a:lnTo>
                    <a:pt x="704" y="362"/>
                  </a:lnTo>
                  <a:lnTo>
                    <a:pt x="643" y="463"/>
                  </a:lnTo>
                  <a:lnTo>
                    <a:pt x="523" y="543"/>
                  </a:lnTo>
                  <a:lnTo>
                    <a:pt x="382" y="623"/>
                  </a:lnTo>
                  <a:lnTo>
                    <a:pt x="1" y="844"/>
                  </a:lnTo>
                  <a:lnTo>
                    <a:pt x="162" y="864"/>
                  </a:lnTo>
                  <a:lnTo>
                    <a:pt x="302" y="904"/>
                  </a:lnTo>
                  <a:lnTo>
                    <a:pt x="423" y="965"/>
                  </a:lnTo>
                  <a:lnTo>
                    <a:pt x="543" y="1025"/>
                  </a:lnTo>
                  <a:lnTo>
                    <a:pt x="623" y="1085"/>
                  </a:lnTo>
                  <a:lnTo>
                    <a:pt x="704" y="1186"/>
                  </a:lnTo>
                  <a:lnTo>
                    <a:pt x="744" y="1286"/>
                  </a:lnTo>
                  <a:lnTo>
                    <a:pt x="784" y="1406"/>
                  </a:lnTo>
                  <a:lnTo>
                    <a:pt x="804" y="1427"/>
                  </a:lnTo>
                  <a:lnTo>
                    <a:pt x="864" y="1447"/>
                  </a:lnTo>
                  <a:lnTo>
                    <a:pt x="985" y="1467"/>
                  </a:lnTo>
                  <a:lnTo>
                    <a:pt x="1045" y="1286"/>
                  </a:lnTo>
                  <a:lnTo>
                    <a:pt x="1065" y="1206"/>
                  </a:lnTo>
                  <a:lnTo>
                    <a:pt x="1105" y="1145"/>
                  </a:lnTo>
                  <a:lnTo>
                    <a:pt x="1246" y="1045"/>
                  </a:lnTo>
                  <a:lnTo>
                    <a:pt x="1386" y="945"/>
                  </a:lnTo>
                  <a:lnTo>
                    <a:pt x="1688" y="744"/>
                  </a:lnTo>
                  <a:lnTo>
                    <a:pt x="1547" y="684"/>
                  </a:lnTo>
                  <a:lnTo>
                    <a:pt x="1427" y="623"/>
                  </a:lnTo>
                  <a:lnTo>
                    <a:pt x="1306" y="543"/>
                  </a:lnTo>
                  <a:lnTo>
                    <a:pt x="1206" y="463"/>
                  </a:lnTo>
                  <a:lnTo>
                    <a:pt x="1105" y="362"/>
                  </a:lnTo>
                  <a:lnTo>
                    <a:pt x="1025" y="262"/>
                  </a:lnTo>
                  <a:lnTo>
                    <a:pt x="864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50" name="Google Shape;650;p8"/>
            <p:cNvSpPr/>
            <p:nvPr/>
          </p:nvSpPr>
          <p:spPr>
            <a:xfrm>
              <a:off x="4631462" y="4480077"/>
              <a:ext cx="53445" cy="50368"/>
            </a:xfrm>
            <a:custGeom>
              <a:rect b="b" l="l" r="r" t="t"/>
              <a:pathLst>
                <a:path extrusionOk="0" h="1326" w="1407">
                  <a:moveTo>
                    <a:pt x="684" y="0"/>
                  </a:moveTo>
                  <a:lnTo>
                    <a:pt x="1" y="663"/>
                  </a:lnTo>
                  <a:lnTo>
                    <a:pt x="724" y="1326"/>
                  </a:lnTo>
                  <a:lnTo>
                    <a:pt x="764" y="1225"/>
                  </a:lnTo>
                  <a:lnTo>
                    <a:pt x="824" y="1105"/>
                  </a:lnTo>
                  <a:lnTo>
                    <a:pt x="904" y="1024"/>
                  </a:lnTo>
                  <a:lnTo>
                    <a:pt x="985" y="944"/>
                  </a:lnTo>
                  <a:lnTo>
                    <a:pt x="1186" y="804"/>
                  </a:lnTo>
                  <a:lnTo>
                    <a:pt x="1406" y="683"/>
                  </a:lnTo>
                  <a:lnTo>
                    <a:pt x="1326" y="583"/>
                  </a:lnTo>
                  <a:lnTo>
                    <a:pt x="1246" y="522"/>
                  </a:lnTo>
                  <a:lnTo>
                    <a:pt x="1045" y="402"/>
                  </a:lnTo>
                  <a:lnTo>
                    <a:pt x="945" y="342"/>
                  </a:lnTo>
                  <a:lnTo>
                    <a:pt x="864" y="261"/>
                  </a:lnTo>
                  <a:lnTo>
                    <a:pt x="804" y="161"/>
                  </a:lnTo>
                  <a:lnTo>
                    <a:pt x="784" y="41"/>
                  </a:lnTo>
                  <a:lnTo>
                    <a:pt x="764" y="20"/>
                  </a:lnTo>
                  <a:lnTo>
                    <a:pt x="724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51" name="Google Shape;651;p8"/>
            <p:cNvSpPr/>
            <p:nvPr/>
          </p:nvSpPr>
          <p:spPr>
            <a:xfrm>
              <a:off x="4796203" y="4480836"/>
              <a:ext cx="51166" cy="48089"/>
            </a:xfrm>
            <a:custGeom>
              <a:rect b="b" l="l" r="r" t="t"/>
              <a:pathLst>
                <a:path extrusionOk="0" h="1266" w="1347">
                  <a:moveTo>
                    <a:pt x="664" y="0"/>
                  </a:moveTo>
                  <a:lnTo>
                    <a:pt x="1" y="623"/>
                  </a:lnTo>
                  <a:lnTo>
                    <a:pt x="684" y="1265"/>
                  </a:lnTo>
                  <a:lnTo>
                    <a:pt x="1346" y="603"/>
                  </a:lnTo>
                  <a:lnTo>
                    <a:pt x="664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52" name="Google Shape;652;p8"/>
            <p:cNvSpPr/>
            <p:nvPr/>
          </p:nvSpPr>
          <p:spPr>
            <a:xfrm>
              <a:off x="4957905" y="4945317"/>
              <a:ext cx="54205" cy="51166"/>
            </a:xfrm>
            <a:custGeom>
              <a:rect b="b" l="l" r="r" t="t"/>
              <a:pathLst>
                <a:path extrusionOk="0" h="1347" w="1427">
                  <a:moveTo>
                    <a:pt x="684" y="1"/>
                  </a:moveTo>
                  <a:lnTo>
                    <a:pt x="603" y="222"/>
                  </a:lnTo>
                  <a:lnTo>
                    <a:pt x="543" y="322"/>
                  </a:lnTo>
                  <a:lnTo>
                    <a:pt x="483" y="402"/>
                  </a:lnTo>
                  <a:lnTo>
                    <a:pt x="362" y="483"/>
                  </a:lnTo>
                  <a:lnTo>
                    <a:pt x="242" y="543"/>
                  </a:lnTo>
                  <a:lnTo>
                    <a:pt x="1" y="664"/>
                  </a:lnTo>
                  <a:lnTo>
                    <a:pt x="744" y="1346"/>
                  </a:lnTo>
                  <a:lnTo>
                    <a:pt x="1426" y="684"/>
                  </a:lnTo>
                  <a:lnTo>
                    <a:pt x="684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53" name="Google Shape;653;p8"/>
            <p:cNvSpPr/>
            <p:nvPr/>
          </p:nvSpPr>
          <p:spPr>
            <a:xfrm>
              <a:off x="4462163" y="4634904"/>
              <a:ext cx="58003" cy="53445"/>
            </a:xfrm>
            <a:custGeom>
              <a:rect b="b" l="l" r="r" t="t"/>
              <a:pathLst>
                <a:path extrusionOk="0" h="1407" w="1527">
                  <a:moveTo>
                    <a:pt x="783" y="1"/>
                  </a:moveTo>
                  <a:lnTo>
                    <a:pt x="683" y="161"/>
                  </a:lnTo>
                  <a:lnTo>
                    <a:pt x="623" y="282"/>
                  </a:lnTo>
                  <a:lnTo>
                    <a:pt x="542" y="362"/>
                  </a:lnTo>
                  <a:lnTo>
                    <a:pt x="422" y="442"/>
                  </a:lnTo>
                  <a:lnTo>
                    <a:pt x="301" y="523"/>
                  </a:lnTo>
                  <a:lnTo>
                    <a:pt x="0" y="663"/>
                  </a:lnTo>
                  <a:lnTo>
                    <a:pt x="301" y="844"/>
                  </a:lnTo>
                  <a:lnTo>
                    <a:pt x="422" y="904"/>
                  </a:lnTo>
                  <a:lnTo>
                    <a:pt x="542" y="984"/>
                  </a:lnTo>
                  <a:lnTo>
                    <a:pt x="582" y="1045"/>
                  </a:lnTo>
                  <a:lnTo>
                    <a:pt x="603" y="1105"/>
                  </a:lnTo>
                  <a:lnTo>
                    <a:pt x="643" y="1225"/>
                  </a:lnTo>
                  <a:lnTo>
                    <a:pt x="683" y="1346"/>
                  </a:lnTo>
                  <a:lnTo>
                    <a:pt x="703" y="1386"/>
                  </a:lnTo>
                  <a:lnTo>
                    <a:pt x="763" y="1406"/>
                  </a:lnTo>
                  <a:lnTo>
                    <a:pt x="1526" y="683"/>
                  </a:lnTo>
                  <a:lnTo>
                    <a:pt x="783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54" name="Google Shape;654;p8"/>
            <p:cNvSpPr/>
            <p:nvPr/>
          </p:nvSpPr>
          <p:spPr>
            <a:xfrm>
              <a:off x="4630702" y="4635663"/>
              <a:ext cx="53445" cy="50368"/>
            </a:xfrm>
            <a:custGeom>
              <a:rect b="b" l="l" r="r" t="t"/>
              <a:pathLst>
                <a:path extrusionOk="0" h="1326" w="1407">
                  <a:moveTo>
                    <a:pt x="704" y="1"/>
                  </a:moveTo>
                  <a:lnTo>
                    <a:pt x="1" y="663"/>
                  </a:lnTo>
                  <a:lnTo>
                    <a:pt x="704" y="1326"/>
                  </a:lnTo>
                  <a:lnTo>
                    <a:pt x="1406" y="663"/>
                  </a:lnTo>
                  <a:lnTo>
                    <a:pt x="704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55" name="Google Shape;655;p8"/>
            <p:cNvSpPr/>
            <p:nvPr/>
          </p:nvSpPr>
          <p:spPr>
            <a:xfrm>
              <a:off x="4797000" y="4169663"/>
              <a:ext cx="50368" cy="46532"/>
            </a:xfrm>
            <a:custGeom>
              <a:rect b="b" l="l" r="r" t="t"/>
              <a:pathLst>
                <a:path extrusionOk="0" h="1225" w="1326">
                  <a:moveTo>
                    <a:pt x="643" y="0"/>
                  </a:moveTo>
                  <a:lnTo>
                    <a:pt x="0" y="622"/>
                  </a:lnTo>
                  <a:lnTo>
                    <a:pt x="643" y="1225"/>
                  </a:lnTo>
                  <a:lnTo>
                    <a:pt x="1325" y="643"/>
                  </a:lnTo>
                  <a:lnTo>
                    <a:pt x="64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56" name="Google Shape;656;p8"/>
            <p:cNvSpPr/>
            <p:nvPr/>
          </p:nvSpPr>
          <p:spPr>
            <a:xfrm>
              <a:off x="4793924" y="4946874"/>
              <a:ext cx="54205" cy="50368"/>
            </a:xfrm>
            <a:custGeom>
              <a:rect b="b" l="l" r="r" t="t"/>
              <a:pathLst>
                <a:path extrusionOk="0" h="1326" w="1427">
                  <a:moveTo>
                    <a:pt x="724" y="0"/>
                  </a:moveTo>
                  <a:lnTo>
                    <a:pt x="1" y="683"/>
                  </a:lnTo>
                  <a:lnTo>
                    <a:pt x="81" y="743"/>
                  </a:lnTo>
                  <a:lnTo>
                    <a:pt x="181" y="803"/>
                  </a:lnTo>
                  <a:lnTo>
                    <a:pt x="382" y="904"/>
                  </a:lnTo>
                  <a:lnTo>
                    <a:pt x="463" y="964"/>
                  </a:lnTo>
                  <a:lnTo>
                    <a:pt x="543" y="1044"/>
                  </a:lnTo>
                  <a:lnTo>
                    <a:pt x="583" y="1165"/>
                  </a:lnTo>
                  <a:lnTo>
                    <a:pt x="623" y="1285"/>
                  </a:lnTo>
                  <a:lnTo>
                    <a:pt x="643" y="1305"/>
                  </a:lnTo>
                  <a:lnTo>
                    <a:pt x="683" y="1325"/>
                  </a:lnTo>
                  <a:lnTo>
                    <a:pt x="724" y="1325"/>
                  </a:lnTo>
                  <a:lnTo>
                    <a:pt x="1426" y="643"/>
                  </a:lnTo>
                  <a:lnTo>
                    <a:pt x="724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57" name="Google Shape;657;p8"/>
            <p:cNvSpPr/>
            <p:nvPr/>
          </p:nvSpPr>
          <p:spPr>
            <a:xfrm>
              <a:off x="4626144" y="4942278"/>
              <a:ext cx="70196" cy="58003"/>
            </a:xfrm>
            <a:custGeom>
              <a:rect b="b" l="l" r="r" t="t"/>
              <a:pathLst>
                <a:path extrusionOk="0" h="1527" w="1848">
                  <a:moveTo>
                    <a:pt x="824" y="1"/>
                  </a:moveTo>
                  <a:lnTo>
                    <a:pt x="663" y="282"/>
                  </a:lnTo>
                  <a:lnTo>
                    <a:pt x="603" y="402"/>
                  </a:lnTo>
                  <a:lnTo>
                    <a:pt x="522" y="503"/>
                  </a:lnTo>
                  <a:lnTo>
                    <a:pt x="402" y="583"/>
                  </a:lnTo>
                  <a:lnTo>
                    <a:pt x="281" y="643"/>
                  </a:lnTo>
                  <a:lnTo>
                    <a:pt x="0" y="784"/>
                  </a:lnTo>
                  <a:lnTo>
                    <a:pt x="322" y="944"/>
                  </a:lnTo>
                  <a:lnTo>
                    <a:pt x="442" y="1025"/>
                  </a:lnTo>
                  <a:lnTo>
                    <a:pt x="562" y="1105"/>
                  </a:lnTo>
                  <a:lnTo>
                    <a:pt x="603" y="1145"/>
                  </a:lnTo>
                  <a:lnTo>
                    <a:pt x="623" y="1205"/>
                  </a:lnTo>
                  <a:lnTo>
                    <a:pt x="663" y="1346"/>
                  </a:lnTo>
                  <a:lnTo>
                    <a:pt x="683" y="1406"/>
                  </a:lnTo>
                  <a:lnTo>
                    <a:pt x="723" y="1466"/>
                  </a:lnTo>
                  <a:lnTo>
                    <a:pt x="803" y="1507"/>
                  </a:lnTo>
                  <a:lnTo>
                    <a:pt x="884" y="1527"/>
                  </a:lnTo>
                  <a:lnTo>
                    <a:pt x="924" y="1386"/>
                  </a:lnTo>
                  <a:lnTo>
                    <a:pt x="984" y="1266"/>
                  </a:lnTo>
                  <a:lnTo>
                    <a:pt x="1064" y="1165"/>
                  </a:lnTo>
                  <a:lnTo>
                    <a:pt x="1165" y="1065"/>
                  </a:lnTo>
                  <a:lnTo>
                    <a:pt x="1305" y="984"/>
                  </a:lnTo>
                  <a:lnTo>
                    <a:pt x="1446" y="904"/>
                  </a:lnTo>
                  <a:lnTo>
                    <a:pt x="1627" y="824"/>
                  </a:lnTo>
                  <a:lnTo>
                    <a:pt x="1848" y="744"/>
                  </a:lnTo>
                  <a:lnTo>
                    <a:pt x="1607" y="703"/>
                  </a:lnTo>
                  <a:lnTo>
                    <a:pt x="1426" y="643"/>
                  </a:lnTo>
                  <a:lnTo>
                    <a:pt x="1285" y="563"/>
                  </a:lnTo>
                  <a:lnTo>
                    <a:pt x="1145" y="462"/>
                  </a:lnTo>
                  <a:lnTo>
                    <a:pt x="1044" y="362"/>
                  </a:lnTo>
                  <a:lnTo>
                    <a:pt x="964" y="242"/>
                  </a:lnTo>
                  <a:lnTo>
                    <a:pt x="824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58" name="Google Shape;658;p8"/>
            <p:cNvSpPr/>
            <p:nvPr/>
          </p:nvSpPr>
          <p:spPr>
            <a:xfrm>
              <a:off x="4464442" y="4944557"/>
              <a:ext cx="58763" cy="55724"/>
            </a:xfrm>
            <a:custGeom>
              <a:rect b="b" l="l" r="r" t="t"/>
              <a:pathLst>
                <a:path extrusionOk="0" h="1467" w="1547">
                  <a:moveTo>
                    <a:pt x="643" y="1"/>
                  </a:moveTo>
                  <a:lnTo>
                    <a:pt x="603" y="41"/>
                  </a:lnTo>
                  <a:lnTo>
                    <a:pt x="563" y="141"/>
                  </a:lnTo>
                  <a:lnTo>
                    <a:pt x="543" y="282"/>
                  </a:lnTo>
                  <a:lnTo>
                    <a:pt x="522" y="342"/>
                  </a:lnTo>
                  <a:lnTo>
                    <a:pt x="502" y="402"/>
                  </a:lnTo>
                  <a:lnTo>
                    <a:pt x="442" y="463"/>
                  </a:lnTo>
                  <a:lnTo>
                    <a:pt x="362" y="503"/>
                  </a:lnTo>
                  <a:lnTo>
                    <a:pt x="201" y="523"/>
                  </a:lnTo>
                  <a:lnTo>
                    <a:pt x="121" y="543"/>
                  </a:lnTo>
                  <a:lnTo>
                    <a:pt x="61" y="563"/>
                  </a:lnTo>
                  <a:lnTo>
                    <a:pt x="21" y="603"/>
                  </a:lnTo>
                  <a:lnTo>
                    <a:pt x="0" y="663"/>
                  </a:lnTo>
                  <a:lnTo>
                    <a:pt x="784" y="1467"/>
                  </a:lnTo>
                  <a:lnTo>
                    <a:pt x="924" y="1226"/>
                  </a:lnTo>
                  <a:lnTo>
                    <a:pt x="984" y="1105"/>
                  </a:lnTo>
                  <a:lnTo>
                    <a:pt x="1065" y="1005"/>
                  </a:lnTo>
                  <a:lnTo>
                    <a:pt x="1165" y="924"/>
                  </a:lnTo>
                  <a:lnTo>
                    <a:pt x="1286" y="864"/>
                  </a:lnTo>
                  <a:lnTo>
                    <a:pt x="1547" y="764"/>
                  </a:lnTo>
                  <a:lnTo>
                    <a:pt x="683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59" name="Google Shape;659;p8"/>
            <p:cNvSpPr/>
            <p:nvPr/>
          </p:nvSpPr>
          <p:spPr>
            <a:xfrm>
              <a:off x="4299701" y="4939999"/>
              <a:ext cx="58003" cy="64119"/>
            </a:xfrm>
            <a:custGeom>
              <a:rect b="b" l="l" r="r" t="t"/>
              <a:pathLst>
                <a:path extrusionOk="0" h="1688" w="1527">
                  <a:moveTo>
                    <a:pt x="783" y="0"/>
                  </a:moveTo>
                  <a:lnTo>
                    <a:pt x="623" y="322"/>
                  </a:lnTo>
                  <a:lnTo>
                    <a:pt x="542" y="442"/>
                  </a:lnTo>
                  <a:lnTo>
                    <a:pt x="462" y="542"/>
                  </a:lnTo>
                  <a:lnTo>
                    <a:pt x="362" y="623"/>
                  </a:lnTo>
                  <a:lnTo>
                    <a:pt x="241" y="703"/>
                  </a:lnTo>
                  <a:lnTo>
                    <a:pt x="0" y="804"/>
                  </a:lnTo>
                  <a:lnTo>
                    <a:pt x="141" y="864"/>
                  </a:lnTo>
                  <a:lnTo>
                    <a:pt x="281" y="944"/>
                  </a:lnTo>
                  <a:lnTo>
                    <a:pt x="382" y="1024"/>
                  </a:lnTo>
                  <a:lnTo>
                    <a:pt x="462" y="1125"/>
                  </a:lnTo>
                  <a:lnTo>
                    <a:pt x="542" y="1245"/>
                  </a:lnTo>
                  <a:lnTo>
                    <a:pt x="623" y="1386"/>
                  </a:lnTo>
                  <a:lnTo>
                    <a:pt x="783" y="1687"/>
                  </a:lnTo>
                  <a:lnTo>
                    <a:pt x="964" y="1346"/>
                  </a:lnTo>
                  <a:lnTo>
                    <a:pt x="1044" y="1205"/>
                  </a:lnTo>
                  <a:lnTo>
                    <a:pt x="1125" y="1085"/>
                  </a:lnTo>
                  <a:lnTo>
                    <a:pt x="1185" y="1044"/>
                  </a:lnTo>
                  <a:lnTo>
                    <a:pt x="1245" y="1024"/>
                  </a:lnTo>
                  <a:lnTo>
                    <a:pt x="1366" y="1004"/>
                  </a:lnTo>
                  <a:lnTo>
                    <a:pt x="1446" y="984"/>
                  </a:lnTo>
                  <a:lnTo>
                    <a:pt x="1486" y="924"/>
                  </a:lnTo>
                  <a:lnTo>
                    <a:pt x="1526" y="864"/>
                  </a:lnTo>
                  <a:lnTo>
                    <a:pt x="1526" y="763"/>
                  </a:lnTo>
                  <a:lnTo>
                    <a:pt x="1406" y="723"/>
                  </a:lnTo>
                  <a:lnTo>
                    <a:pt x="1285" y="683"/>
                  </a:lnTo>
                  <a:lnTo>
                    <a:pt x="1165" y="603"/>
                  </a:lnTo>
                  <a:lnTo>
                    <a:pt x="1085" y="522"/>
                  </a:lnTo>
                  <a:lnTo>
                    <a:pt x="984" y="422"/>
                  </a:lnTo>
                  <a:lnTo>
                    <a:pt x="904" y="302"/>
                  </a:lnTo>
                  <a:lnTo>
                    <a:pt x="844" y="161"/>
                  </a:lnTo>
                  <a:lnTo>
                    <a:pt x="78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60" name="Google Shape;660;p8"/>
            <p:cNvSpPr/>
            <p:nvPr/>
          </p:nvSpPr>
          <p:spPr>
            <a:xfrm>
              <a:off x="4790125" y="4792010"/>
              <a:ext cx="57243" cy="54205"/>
            </a:xfrm>
            <a:custGeom>
              <a:rect b="b" l="l" r="r" t="t"/>
              <a:pathLst>
                <a:path extrusionOk="0" h="1427" w="1507">
                  <a:moveTo>
                    <a:pt x="824" y="1"/>
                  </a:moveTo>
                  <a:lnTo>
                    <a:pt x="0" y="764"/>
                  </a:lnTo>
                  <a:lnTo>
                    <a:pt x="181" y="764"/>
                  </a:lnTo>
                  <a:lnTo>
                    <a:pt x="322" y="784"/>
                  </a:lnTo>
                  <a:lnTo>
                    <a:pt x="442" y="844"/>
                  </a:lnTo>
                  <a:lnTo>
                    <a:pt x="543" y="945"/>
                  </a:lnTo>
                  <a:lnTo>
                    <a:pt x="623" y="1045"/>
                  </a:lnTo>
                  <a:lnTo>
                    <a:pt x="703" y="1166"/>
                  </a:lnTo>
                  <a:lnTo>
                    <a:pt x="884" y="1427"/>
                  </a:lnTo>
                  <a:lnTo>
                    <a:pt x="964" y="1186"/>
                  </a:lnTo>
                  <a:lnTo>
                    <a:pt x="1024" y="1085"/>
                  </a:lnTo>
                  <a:lnTo>
                    <a:pt x="1085" y="985"/>
                  </a:lnTo>
                  <a:lnTo>
                    <a:pt x="1165" y="904"/>
                  </a:lnTo>
                  <a:lnTo>
                    <a:pt x="1245" y="844"/>
                  </a:lnTo>
                  <a:lnTo>
                    <a:pt x="1346" y="784"/>
                  </a:lnTo>
                  <a:lnTo>
                    <a:pt x="1466" y="744"/>
                  </a:lnTo>
                  <a:lnTo>
                    <a:pt x="1486" y="724"/>
                  </a:lnTo>
                  <a:lnTo>
                    <a:pt x="1506" y="684"/>
                  </a:lnTo>
                  <a:lnTo>
                    <a:pt x="1506" y="623"/>
                  </a:lnTo>
                  <a:lnTo>
                    <a:pt x="824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61" name="Google Shape;661;p8"/>
            <p:cNvSpPr/>
            <p:nvPr/>
          </p:nvSpPr>
          <p:spPr>
            <a:xfrm>
              <a:off x="4464442" y="4790490"/>
              <a:ext cx="57243" cy="53445"/>
            </a:xfrm>
            <a:custGeom>
              <a:rect b="b" l="l" r="r" t="t"/>
              <a:pathLst>
                <a:path extrusionOk="0" h="1407" w="1507">
                  <a:moveTo>
                    <a:pt x="763" y="1"/>
                  </a:moveTo>
                  <a:lnTo>
                    <a:pt x="0" y="724"/>
                  </a:lnTo>
                  <a:lnTo>
                    <a:pt x="261" y="864"/>
                  </a:lnTo>
                  <a:lnTo>
                    <a:pt x="382" y="924"/>
                  </a:lnTo>
                  <a:lnTo>
                    <a:pt x="502" y="1005"/>
                  </a:lnTo>
                  <a:lnTo>
                    <a:pt x="543" y="1065"/>
                  </a:lnTo>
                  <a:lnTo>
                    <a:pt x="563" y="1125"/>
                  </a:lnTo>
                  <a:lnTo>
                    <a:pt x="603" y="1246"/>
                  </a:lnTo>
                  <a:lnTo>
                    <a:pt x="623" y="1306"/>
                  </a:lnTo>
                  <a:lnTo>
                    <a:pt x="683" y="1366"/>
                  </a:lnTo>
                  <a:lnTo>
                    <a:pt x="743" y="1386"/>
                  </a:lnTo>
                  <a:lnTo>
                    <a:pt x="844" y="1406"/>
                  </a:lnTo>
                  <a:lnTo>
                    <a:pt x="864" y="1266"/>
                  </a:lnTo>
                  <a:lnTo>
                    <a:pt x="924" y="1145"/>
                  </a:lnTo>
                  <a:lnTo>
                    <a:pt x="984" y="1045"/>
                  </a:lnTo>
                  <a:lnTo>
                    <a:pt x="1085" y="965"/>
                  </a:lnTo>
                  <a:lnTo>
                    <a:pt x="1306" y="844"/>
                  </a:lnTo>
                  <a:lnTo>
                    <a:pt x="1506" y="704"/>
                  </a:lnTo>
                  <a:lnTo>
                    <a:pt x="763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62" name="Google Shape;662;p8"/>
            <p:cNvSpPr/>
            <p:nvPr/>
          </p:nvSpPr>
          <p:spPr>
            <a:xfrm>
              <a:off x="4630702" y="4788971"/>
              <a:ext cx="58003" cy="54964"/>
            </a:xfrm>
            <a:custGeom>
              <a:rect b="b" l="l" r="r" t="t"/>
              <a:pathLst>
                <a:path extrusionOk="0" h="1447" w="1527">
                  <a:moveTo>
                    <a:pt x="724" y="1"/>
                  </a:moveTo>
                  <a:lnTo>
                    <a:pt x="1" y="723"/>
                  </a:lnTo>
                  <a:lnTo>
                    <a:pt x="724" y="1446"/>
                  </a:lnTo>
                  <a:lnTo>
                    <a:pt x="864" y="1205"/>
                  </a:lnTo>
                  <a:lnTo>
                    <a:pt x="924" y="1105"/>
                  </a:lnTo>
                  <a:lnTo>
                    <a:pt x="1005" y="1005"/>
                  </a:lnTo>
                  <a:lnTo>
                    <a:pt x="1105" y="924"/>
                  </a:lnTo>
                  <a:lnTo>
                    <a:pt x="1226" y="844"/>
                  </a:lnTo>
                  <a:lnTo>
                    <a:pt x="1527" y="703"/>
                  </a:lnTo>
                  <a:lnTo>
                    <a:pt x="1386" y="643"/>
                  </a:lnTo>
                  <a:lnTo>
                    <a:pt x="1246" y="583"/>
                  </a:lnTo>
                  <a:lnTo>
                    <a:pt x="1125" y="503"/>
                  </a:lnTo>
                  <a:lnTo>
                    <a:pt x="1025" y="422"/>
                  </a:lnTo>
                  <a:lnTo>
                    <a:pt x="924" y="322"/>
                  </a:lnTo>
                  <a:lnTo>
                    <a:pt x="844" y="221"/>
                  </a:lnTo>
                  <a:lnTo>
                    <a:pt x="784" y="121"/>
                  </a:lnTo>
                  <a:lnTo>
                    <a:pt x="724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63" name="Google Shape;663;p8"/>
            <p:cNvSpPr/>
            <p:nvPr/>
          </p:nvSpPr>
          <p:spPr>
            <a:xfrm>
              <a:off x="4960982" y="4171942"/>
              <a:ext cx="49608" cy="44253"/>
            </a:xfrm>
            <a:custGeom>
              <a:rect b="b" l="l" r="r" t="t"/>
              <a:pathLst>
                <a:path extrusionOk="0" h="1165" w="1306">
                  <a:moveTo>
                    <a:pt x="663" y="0"/>
                  </a:moveTo>
                  <a:lnTo>
                    <a:pt x="0" y="562"/>
                  </a:lnTo>
                  <a:lnTo>
                    <a:pt x="643" y="1165"/>
                  </a:lnTo>
                  <a:lnTo>
                    <a:pt x="1305" y="583"/>
                  </a:lnTo>
                  <a:lnTo>
                    <a:pt x="66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64" name="Google Shape;664;p8"/>
            <p:cNvSpPr/>
            <p:nvPr/>
          </p:nvSpPr>
          <p:spPr>
            <a:xfrm>
              <a:off x="4301220" y="4787451"/>
              <a:ext cx="60282" cy="55724"/>
            </a:xfrm>
            <a:custGeom>
              <a:rect b="b" l="l" r="r" t="t"/>
              <a:pathLst>
                <a:path extrusionOk="0" h="1467" w="1587">
                  <a:moveTo>
                    <a:pt x="723" y="0"/>
                  </a:moveTo>
                  <a:lnTo>
                    <a:pt x="583" y="261"/>
                  </a:lnTo>
                  <a:lnTo>
                    <a:pt x="502" y="382"/>
                  </a:lnTo>
                  <a:lnTo>
                    <a:pt x="422" y="482"/>
                  </a:lnTo>
                  <a:lnTo>
                    <a:pt x="362" y="522"/>
                  </a:lnTo>
                  <a:lnTo>
                    <a:pt x="302" y="563"/>
                  </a:lnTo>
                  <a:lnTo>
                    <a:pt x="161" y="583"/>
                  </a:lnTo>
                  <a:lnTo>
                    <a:pt x="101" y="603"/>
                  </a:lnTo>
                  <a:lnTo>
                    <a:pt x="41" y="623"/>
                  </a:lnTo>
                  <a:lnTo>
                    <a:pt x="0" y="663"/>
                  </a:lnTo>
                  <a:lnTo>
                    <a:pt x="0" y="723"/>
                  </a:lnTo>
                  <a:lnTo>
                    <a:pt x="743" y="1466"/>
                  </a:lnTo>
                  <a:lnTo>
                    <a:pt x="1587" y="623"/>
                  </a:lnTo>
                  <a:lnTo>
                    <a:pt x="1587" y="623"/>
                  </a:lnTo>
                  <a:lnTo>
                    <a:pt x="1386" y="643"/>
                  </a:lnTo>
                  <a:lnTo>
                    <a:pt x="1245" y="623"/>
                  </a:lnTo>
                  <a:lnTo>
                    <a:pt x="1125" y="563"/>
                  </a:lnTo>
                  <a:lnTo>
                    <a:pt x="1024" y="482"/>
                  </a:lnTo>
                  <a:lnTo>
                    <a:pt x="944" y="362"/>
                  </a:lnTo>
                  <a:lnTo>
                    <a:pt x="884" y="261"/>
                  </a:lnTo>
                  <a:lnTo>
                    <a:pt x="72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65" name="Google Shape;665;p8"/>
            <p:cNvSpPr/>
            <p:nvPr/>
          </p:nvSpPr>
          <p:spPr>
            <a:xfrm>
              <a:off x="5123443" y="4792769"/>
              <a:ext cx="51888" cy="48089"/>
            </a:xfrm>
            <a:custGeom>
              <a:rect b="b" l="l" r="r" t="t"/>
              <a:pathLst>
                <a:path extrusionOk="0" h="1266" w="1366">
                  <a:moveTo>
                    <a:pt x="703" y="1"/>
                  </a:moveTo>
                  <a:lnTo>
                    <a:pt x="0" y="603"/>
                  </a:lnTo>
                  <a:lnTo>
                    <a:pt x="723" y="1266"/>
                  </a:lnTo>
                  <a:lnTo>
                    <a:pt x="1365" y="603"/>
                  </a:lnTo>
                  <a:lnTo>
                    <a:pt x="703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66" name="Google Shape;666;p8"/>
            <p:cNvSpPr/>
            <p:nvPr/>
          </p:nvSpPr>
          <p:spPr>
            <a:xfrm>
              <a:off x="4303499" y="4169663"/>
              <a:ext cx="53445" cy="54167"/>
            </a:xfrm>
            <a:custGeom>
              <a:rect b="b" l="l" r="r" t="t"/>
              <a:pathLst>
                <a:path extrusionOk="0" h="1426" w="1407">
                  <a:moveTo>
                    <a:pt x="683" y="0"/>
                  </a:moveTo>
                  <a:lnTo>
                    <a:pt x="1" y="622"/>
                  </a:lnTo>
                  <a:lnTo>
                    <a:pt x="804" y="1426"/>
                  </a:lnTo>
                  <a:lnTo>
                    <a:pt x="804" y="1265"/>
                  </a:lnTo>
                  <a:lnTo>
                    <a:pt x="824" y="1145"/>
                  </a:lnTo>
                  <a:lnTo>
                    <a:pt x="864" y="1024"/>
                  </a:lnTo>
                  <a:lnTo>
                    <a:pt x="904" y="944"/>
                  </a:lnTo>
                  <a:lnTo>
                    <a:pt x="985" y="884"/>
                  </a:lnTo>
                  <a:lnTo>
                    <a:pt x="1065" y="823"/>
                  </a:lnTo>
                  <a:lnTo>
                    <a:pt x="1165" y="783"/>
                  </a:lnTo>
                  <a:lnTo>
                    <a:pt x="1286" y="763"/>
                  </a:lnTo>
                  <a:lnTo>
                    <a:pt x="1326" y="743"/>
                  </a:lnTo>
                  <a:lnTo>
                    <a:pt x="1366" y="703"/>
                  </a:lnTo>
                  <a:lnTo>
                    <a:pt x="1386" y="683"/>
                  </a:lnTo>
                  <a:lnTo>
                    <a:pt x="1406" y="643"/>
                  </a:lnTo>
                  <a:lnTo>
                    <a:pt x="1386" y="602"/>
                  </a:lnTo>
                  <a:lnTo>
                    <a:pt x="1366" y="562"/>
                  </a:lnTo>
                  <a:lnTo>
                    <a:pt x="1306" y="502"/>
                  </a:lnTo>
                  <a:lnTo>
                    <a:pt x="1145" y="442"/>
                  </a:lnTo>
                  <a:lnTo>
                    <a:pt x="985" y="361"/>
                  </a:lnTo>
                  <a:lnTo>
                    <a:pt x="924" y="321"/>
                  </a:lnTo>
                  <a:lnTo>
                    <a:pt x="864" y="261"/>
                  </a:lnTo>
                  <a:lnTo>
                    <a:pt x="824" y="181"/>
                  </a:lnTo>
                  <a:lnTo>
                    <a:pt x="804" y="80"/>
                  </a:lnTo>
                  <a:lnTo>
                    <a:pt x="784" y="40"/>
                  </a:lnTo>
                  <a:lnTo>
                    <a:pt x="744" y="20"/>
                  </a:lnTo>
                  <a:lnTo>
                    <a:pt x="68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67" name="Google Shape;667;p8"/>
            <p:cNvSpPr/>
            <p:nvPr/>
          </p:nvSpPr>
          <p:spPr>
            <a:xfrm>
              <a:off x="4137239" y="4943798"/>
              <a:ext cx="61802" cy="57243"/>
            </a:xfrm>
            <a:custGeom>
              <a:rect b="b" l="l" r="r" t="t"/>
              <a:pathLst>
                <a:path extrusionOk="0" h="1507" w="1627">
                  <a:moveTo>
                    <a:pt x="743" y="1"/>
                  </a:moveTo>
                  <a:lnTo>
                    <a:pt x="703" y="161"/>
                  </a:lnTo>
                  <a:lnTo>
                    <a:pt x="643" y="282"/>
                  </a:lnTo>
                  <a:lnTo>
                    <a:pt x="542" y="382"/>
                  </a:lnTo>
                  <a:lnTo>
                    <a:pt x="422" y="463"/>
                  </a:lnTo>
                  <a:lnTo>
                    <a:pt x="201" y="563"/>
                  </a:lnTo>
                  <a:lnTo>
                    <a:pt x="81" y="623"/>
                  </a:lnTo>
                  <a:lnTo>
                    <a:pt x="0" y="704"/>
                  </a:lnTo>
                  <a:lnTo>
                    <a:pt x="763" y="1507"/>
                  </a:lnTo>
                  <a:lnTo>
                    <a:pt x="884" y="1266"/>
                  </a:lnTo>
                  <a:lnTo>
                    <a:pt x="964" y="1145"/>
                  </a:lnTo>
                  <a:lnTo>
                    <a:pt x="1044" y="1045"/>
                  </a:lnTo>
                  <a:lnTo>
                    <a:pt x="1145" y="965"/>
                  </a:lnTo>
                  <a:lnTo>
                    <a:pt x="1285" y="904"/>
                  </a:lnTo>
                  <a:lnTo>
                    <a:pt x="1627" y="744"/>
                  </a:lnTo>
                  <a:lnTo>
                    <a:pt x="1265" y="583"/>
                  </a:lnTo>
                  <a:lnTo>
                    <a:pt x="1125" y="523"/>
                  </a:lnTo>
                  <a:lnTo>
                    <a:pt x="1024" y="442"/>
                  </a:lnTo>
                  <a:lnTo>
                    <a:pt x="944" y="342"/>
                  </a:lnTo>
                  <a:lnTo>
                    <a:pt x="864" y="242"/>
                  </a:lnTo>
                  <a:lnTo>
                    <a:pt x="743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68" name="Google Shape;668;p8"/>
            <p:cNvSpPr/>
            <p:nvPr/>
          </p:nvSpPr>
          <p:spPr>
            <a:xfrm>
              <a:off x="4136479" y="4785932"/>
              <a:ext cx="61802" cy="58763"/>
            </a:xfrm>
            <a:custGeom>
              <a:rect b="b" l="l" r="r" t="t"/>
              <a:pathLst>
                <a:path extrusionOk="0" h="1547" w="1627">
                  <a:moveTo>
                    <a:pt x="723" y="0"/>
                  </a:moveTo>
                  <a:lnTo>
                    <a:pt x="603" y="281"/>
                  </a:lnTo>
                  <a:lnTo>
                    <a:pt x="542" y="382"/>
                  </a:lnTo>
                  <a:lnTo>
                    <a:pt x="482" y="462"/>
                  </a:lnTo>
                  <a:lnTo>
                    <a:pt x="362" y="562"/>
                  </a:lnTo>
                  <a:lnTo>
                    <a:pt x="241" y="623"/>
                  </a:lnTo>
                  <a:lnTo>
                    <a:pt x="0" y="763"/>
                  </a:lnTo>
                  <a:lnTo>
                    <a:pt x="783" y="1546"/>
                  </a:lnTo>
                  <a:lnTo>
                    <a:pt x="904" y="1305"/>
                  </a:lnTo>
                  <a:lnTo>
                    <a:pt x="964" y="1185"/>
                  </a:lnTo>
                  <a:lnTo>
                    <a:pt x="1064" y="1085"/>
                  </a:lnTo>
                  <a:lnTo>
                    <a:pt x="1165" y="1024"/>
                  </a:lnTo>
                  <a:lnTo>
                    <a:pt x="1285" y="944"/>
                  </a:lnTo>
                  <a:lnTo>
                    <a:pt x="1627" y="803"/>
                  </a:lnTo>
                  <a:lnTo>
                    <a:pt x="1285" y="643"/>
                  </a:lnTo>
                  <a:lnTo>
                    <a:pt x="1145" y="583"/>
                  </a:lnTo>
                  <a:lnTo>
                    <a:pt x="1044" y="502"/>
                  </a:lnTo>
                  <a:lnTo>
                    <a:pt x="944" y="402"/>
                  </a:lnTo>
                  <a:lnTo>
                    <a:pt x="884" y="281"/>
                  </a:lnTo>
                  <a:lnTo>
                    <a:pt x="72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69" name="Google Shape;669;p8"/>
            <p:cNvSpPr/>
            <p:nvPr/>
          </p:nvSpPr>
          <p:spPr>
            <a:xfrm>
              <a:off x="4303499" y="4324490"/>
              <a:ext cx="52685" cy="49608"/>
            </a:xfrm>
            <a:custGeom>
              <a:rect b="b" l="l" r="r" t="t"/>
              <a:pathLst>
                <a:path extrusionOk="0" h="1306" w="1387">
                  <a:moveTo>
                    <a:pt x="663" y="0"/>
                  </a:moveTo>
                  <a:lnTo>
                    <a:pt x="583" y="60"/>
                  </a:lnTo>
                  <a:lnTo>
                    <a:pt x="523" y="141"/>
                  </a:lnTo>
                  <a:lnTo>
                    <a:pt x="422" y="301"/>
                  </a:lnTo>
                  <a:lnTo>
                    <a:pt x="342" y="382"/>
                  </a:lnTo>
                  <a:lnTo>
                    <a:pt x="262" y="462"/>
                  </a:lnTo>
                  <a:lnTo>
                    <a:pt x="161" y="522"/>
                  </a:lnTo>
                  <a:lnTo>
                    <a:pt x="41" y="542"/>
                  </a:lnTo>
                  <a:lnTo>
                    <a:pt x="21" y="562"/>
                  </a:lnTo>
                  <a:lnTo>
                    <a:pt x="21" y="603"/>
                  </a:lnTo>
                  <a:lnTo>
                    <a:pt x="1" y="643"/>
                  </a:lnTo>
                  <a:lnTo>
                    <a:pt x="663" y="1305"/>
                  </a:lnTo>
                  <a:lnTo>
                    <a:pt x="1386" y="663"/>
                  </a:lnTo>
                  <a:lnTo>
                    <a:pt x="66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70" name="Google Shape;670;p8"/>
            <p:cNvSpPr/>
            <p:nvPr/>
          </p:nvSpPr>
          <p:spPr>
            <a:xfrm>
              <a:off x="4959424" y="4636423"/>
              <a:ext cx="51925" cy="48089"/>
            </a:xfrm>
            <a:custGeom>
              <a:rect b="b" l="l" r="r" t="t"/>
              <a:pathLst>
                <a:path extrusionOk="0" h="1266" w="1367">
                  <a:moveTo>
                    <a:pt x="704" y="1"/>
                  </a:moveTo>
                  <a:lnTo>
                    <a:pt x="1" y="623"/>
                  </a:lnTo>
                  <a:lnTo>
                    <a:pt x="704" y="1266"/>
                  </a:lnTo>
                  <a:lnTo>
                    <a:pt x="1366" y="643"/>
                  </a:lnTo>
                  <a:lnTo>
                    <a:pt x="704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71" name="Google Shape;671;p8"/>
            <p:cNvSpPr/>
            <p:nvPr/>
          </p:nvSpPr>
          <p:spPr>
            <a:xfrm>
              <a:off x="4301980" y="4635663"/>
              <a:ext cx="55724" cy="53445"/>
            </a:xfrm>
            <a:custGeom>
              <a:rect b="b" l="l" r="r" t="t"/>
              <a:pathLst>
                <a:path extrusionOk="0" h="1407" w="1467">
                  <a:moveTo>
                    <a:pt x="703" y="1"/>
                  </a:moveTo>
                  <a:lnTo>
                    <a:pt x="0" y="663"/>
                  </a:lnTo>
                  <a:lnTo>
                    <a:pt x="804" y="1406"/>
                  </a:lnTo>
                  <a:lnTo>
                    <a:pt x="824" y="1246"/>
                  </a:lnTo>
                  <a:lnTo>
                    <a:pt x="864" y="1125"/>
                  </a:lnTo>
                  <a:lnTo>
                    <a:pt x="944" y="1025"/>
                  </a:lnTo>
                  <a:lnTo>
                    <a:pt x="1045" y="944"/>
                  </a:lnTo>
                  <a:lnTo>
                    <a:pt x="1145" y="884"/>
                  </a:lnTo>
                  <a:lnTo>
                    <a:pt x="1245" y="824"/>
                  </a:lnTo>
                  <a:lnTo>
                    <a:pt x="1466" y="683"/>
                  </a:lnTo>
                  <a:lnTo>
                    <a:pt x="703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72" name="Google Shape;672;p8"/>
            <p:cNvSpPr/>
            <p:nvPr/>
          </p:nvSpPr>
          <p:spPr>
            <a:xfrm>
              <a:off x="5122684" y="4947634"/>
              <a:ext cx="53407" cy="51128"/>
            </a:xfrm>
            <a:custGeom>
              <a:rect b="b" l="l" r="r" t="t"/>
              <a:pathLst>
                <a:path extrusionOk="0" h="1346" w="1406">
                  <a:moveTo>
                    <a:pt x="723" y="0"/>
                  </a:moveTo>
                  <a:lnTo>
                    <a:pt x="0" y="663"/>
                  </a:lnTo>
                  <a:lnTo>
                    <a:pt x="20" y="723"/>
                  </a:lnTo>
                  <a:lnTo>
                    <a:pt x="40" y="763"/>
                  </a:lnTo>
                  <a:lnTo>
                    <a:pt x="100" y="783"/>
                  </a:lnTo>
                  <a:lnTo>
                    <a:pt x="161" y="803"/>
                  </a:lnTo>
                  <a:lnTo>
                    <a:pt x="301" y="843"/>
                  </a:lnTo>
                  <a:lnTo>
                    <a:pt x="361" y="864"/>
                  </a:lnTo>
                  <a:lnTo>
                    <a:pt x="422" y="904"/>
                  </a:lnTo>
                  <a:lnTo>
                    <a:pt x="562" y="1125"/>
                  </a:lnTo>
                  <a:lnTo>
                    <a:pt x="703" y="1345"/>
                  </a:lnTo>
                  <a:lnTo>
                    <a:pt x="1406" y="623"/>
                  </a:lnTo>
                  <a:lnTo>
                    <a:pt x="72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73" name="Google Shape;673;p8"/>
            <p:cNvSpPr/>
            <p:nvPr/>
          </p:nvSpPr>
          <p:spPr>
            <a:xfrm>
              <a:off x="4960222" y="4326769"/>
              <a:ext cx="51128" cy="45050"/>
            </a:xfrm>
            <a:custGeom>
              <a:rect b="b" l="l" r="r" t="t"/>
              <a:pathLst>
                <a:path extrusionOk="0" h="1186" w="1346">
                  <a:moveTo>
                    <a:pt x="663" y="0"/>
                  </a:moveTo>
                  <a:lnTo>
                    <a:pt x="0" y="583"/>
                  </a:lnTo>
                  <a:lnTo>
                    <a:pt x="663" y="1185"/>
                  </a:lnTo>
                  <a:lnTo>
                    <a:pt x="1345" y="603"/>
                  </a:lnTo>
                  <a:lnTo>
                    <a:pt x="66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74" name="Google Shape;674;p8"/>
            <p:cNvSpPr/>
            <p:nvPr/>
          </p:nvSpPr>
          <p:spPr>
            <a:xfrm>
              <a:off x="4137239" y="4634144"/>
              <a:ext cx="58763" cy="54964"/>
            </a:xfrm>
            <a:custGeom>
              <a:rect b="b" l="l" r="r" t="t"/>
              <a:pathLst>
                <a:path extrusionOk="0" h="1447" w="1547">
                  <a:moveTo>
                    <a:pt x="763" y="0"/>
                  </a:moveTo>
                  <a:lnTo>
                    <a:pt x="0" y="703"/>
                  </a:lnTo>
                  <a:lnTo>
                    <a:pt x="804" y="1446"/>
                  </a:lnTo>
                  <a:lnTo>
                    <a:pt x="824" y="1306"/>
                  </a:lnTo>
                  <a:lnTo>
                    <a:pt x="884" y="1165"/>
                  </a:lnTo>
                  <a:lnTo>
                    <a:pt x="964" y="1065"/>
                  </a:lnTo>
                  <a:lnTo>
                    <a:pt x="1065" y="984"/>
                  </a:lnTo>
                  <a:lnTo>
                    <a:pt x="1165" y="904"/>
                  </a:lnTo>
                  <a:lnTo>
                    <a:pt x="1285" y="844"/>
                  </a:lnTo>
                  <a:lnTo>
                    <a:pt x="1546" y="683"/>
                  </a:lnTo>
                  <a:lnTo>
                    <a:pt x="1245" y="543"/>
                  </a:lnTo>
                  <a:lnTo>
                    <a:pt x="1125" y="482"/>
                  </a:lnTo>
                  <a:lnTo>
                    <a:pt x="1024" y="402"/>
                  </a:lnTo>
                  <a:lnTo>
                    <a:pt x="944" y="322"/>
                  </a:lnTo>
                  <a:lnTo>
                    <a:pt x="864" y="201"/>
                  </a:lnTo>
                  <a:lnTo>
                    <a:pt x="76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75" name="Google Shape;675;p8"/>
            <p:cNvSpPr/>
            <p:nvPr/>
          </p:nvSpPr>
          <p:spPr>
            <a:xfrm>
              <a:off x="4959424" y="4482356"/>
              <a:ext cx="51925" cy="46570"/>
            </a:xfrm>
            <a:custGeom>
              <a:rect b="b" l="l" r="r" t="t"/>
              <a:pathLst>
                <a:path extrusionOk="0" h="1226" w="1367">
                  <a:moveTo>
                    <a:pt x="704" y="1"/>
                  </a:moveTo>
                  <a:lnTo>
                    <a:pt x="1" y="583"/>
                  </a:lnTo>
                  <a:lnTo>
                    <a:pt x="704" y="1225"/>
                  </a:lnTo>
                  <a:lnTo>
                    <a:pt x="1366" y="583"/>
                  </a:lnTo>
                  <a:lnTo>
                    <a:pt x="704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76" name="Google Shape;676;p8"/>
            <p:cNvSpPr/>
            <p:nvPr/>
          </p:nvSpPr>
          <p:spPr>
            <a:xfrm>
              <a:off x="4302740" y="4479317"/>
              <a:ext cx="53445" cy="54964"/>
            </a:xfrm>
            <a:custGeom>
              <a:rect b="b" l="l" r="r" t="t"/>
              <a:pathLst>
                <a:path extrusionOk="0" h="1447" w="1407">
                  <a:moveTo>
                    <a:pt x="683" y="0"/>
                  </a:moveTo>
                  <a:lnTo>
                    <a:pt x="603" y="81"/>
                  </a:lnTo>
                  <a:lnTo>
                    <a:pt x="543" y="161"/>
                  </a:lnTo>
                  <a:lnTo>
                    <a:pt x="422" y="342"/>
                  </a:lnTo>
                  <a:lnTo>
                    <a:pt x="362" y="422"/>
                  </a:lnTo>
                  <a:lnTo>
                    <a:pt x="262" y="482"/>
                  </a:lnTo>
                  <a:lnTo>
                    <a:pt x="161" y="542"/>
                  </a:lnTo>
                  <a:lnTo>
                    <a:pt x="41" y="563"/>
                  </a:lnTo>
                  <a:lnTo>
                    <a:pt x="21" y="583"/>
                  </a:lnTo>
                  <a:lnTo>
                    <a:pt x="21" y="643"/>
                  </a:lnTo>
                  <a:lnTo>
                    <a:pt x="1" y="763"/>
                  </a:lnTo>
                  <a:lnTo>
                    <a:pt x="221" y="864"/>
                  </a:lnTo>
                  <a:lnTo>
                    <a:pt x="322" y="904"/>
                  </a:lnTo>
                  <a:lnTo>
                    <a:pt x="422" y="964"/>
                  </a:lnTo>
                  <a:lnTo>
                    <a:pt x="503" y="1085"/>
                  </a:lnTo>
                  <a:lnTo>
                    <a:pt x="563" y="1185"/>
                  </a:lnTo>
                  <a:lnTo>
                    <a:pt x="703" y="1446"/>
                  </a:lnTo>
                  <a:lnTo>
                    <a:pt x="1406" y="683"/>
                  </a:lnTo>
                  <a:lnTo>
                    <a:pt x="68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77" name="Google Shape;677;p8"/>
            <p:cNvSpPr/>
            <p:nvPr/>
          </p:nvSpPr>
          <p:spPr>
            <a:xfrm>
              <a:off x="4138758" y="4470922"/>
              <a:ext cx="57243" cy="60282"/>
            </a:xfrm>
            <a:custGeom>
              <a:rect b="b" l="l" r="r" t="t"/>
              <a:pathLst>
                <a:path extrusionOk="0" h="1587" w="1507">
                  <a:moveTo>
                    <a:pt x="683" y="0"/>
                  </a:moveTo>
                  <a:lnTo>
                    <a:pt x="563" y="302"/>
                  </a:lnTo>
                  <a:lnTo>
                    <a:pt x="502" y="422"/>
                  </a:lnTo>
                  <a:lnTo>
                    <a:pt x="422" y="522"/>
                  </a:lnTo>
                  <a:lnTo>
                    <a:pt x="342" y="623"/>
                  </a:lnTo>
                  <a:lnTo>
                    <a:pt x="262" y="683"/>
                  </a:lnTo>
                  <a:lnTo>
                    <a:pt x="161" y="743"/>
                  </a:lnTo>
                  <a:lnTo>
                    <a:pt x="41" y="784"/>
                  </a:lnTo>
                  <a:lnTo>
                    <a:pt x="21" y="804"/>
                  </a:lnTo>
                  <a:lnTo>
                    <a:pt x="0" y="844"/>
                  </a:lnTo>
                  <a:lnTo>
                    <a:pt x="0" y="904"/>
                  </a:lnTo>
                  <a:lnTo>
                    <a:pt x="764" y="1587"/>
                  </a:lnTo>
                  <a:lnTo>
                    <a:pt x="824" y="1406"/>
                  </a:lnTo>
                  <a:lnTo>
                    <a:pt x="864" y="1306"/>
                  </a:lnTo>
                  <a:lnTo>
                    <a:pt x="904" y="1245"/>
                  </a:lnTo>
                  <a:lnTo>
                    <a:pt x="1045" y="1165"/>
                  </a:lnTo>
                  <a:lnTo>
                    <a:pt x="1185" y="1065"/>
                  </a:lnTo>
                  <a:lnTo>
                    <a:pt x="1506" y="884"/>
                  </a:lnTo>
                  <a:lnTo>
                    <a:pt x="1225" y="743"/>
                  </a:lnTo>
                  <a:lnTo>
                    <a:pt x="1105" y="663"/>
                  </a:lnTo>
                  <a:lnTo>
                    <a:pt x="1004" y="583"/>
                  </a:lnTo>
                  <a:lnTo>
                    <a:pt x="904" y="482"/>
                  </a:lnTo>
                  <a:lnTo>
                    <a:pt x="824" y="342"/>
                  </a:lnTo>
                  <a:lnTo>
                    <a:pt x="743" y="201"/>
                  </a:lnTo>
                  <a:lnTo>
                    <a:pt x="68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78" name="Google Shape;678;p8"/>
            <p:cNvSpPr/>
            <p:nvPr/>
          </p:nvSpPr>
          <p:spPr>
            <a:xfrm>
              <a:off x="3970979" y="4634904"/>
              <a:ext cx="58003" cy="51128"/>
            </a:xfrm>
            <a:custGeom>
              <a:rect b="b" l="l" r="r" t="t"/>
              <a:pathLst>
                <a:path extrusionOk="0" h="1346" w="1527">
                  <a:moveTo>
                    <a:pt x="783" y="1"/>
                  </a:moveTo>
                  <a:lnTo>
                    <a:pt x="0" y="723"/>
                  </a:lnTo>
                  <a:lnTo>
                    <a:pt x="221" y="824"/>
                  </a:lnTo>
                  <a:lnTo>
                    <a:pt x="422" y="944"/>
                  </a:lnTo>
                  <a:lnTo>
                    <a:pt x="522" y="1025"/>
                  </a:lnTo>
                  <a:lnTo>
                    <a:pt x="582" y="1105"/>
                  </a:lnTo>
                  <a:lnTo>
                    <a:pt x="643" y="1205"/>
                  </a:lnTo>
                  <a:lnTo>
                    <a:pt x="703" y="1326"/>
                  </a:lnTo>
                  <a:lnTo>
                    <a:pt x="723" y="1346"/>
                  </a:lnTo>
                  <a:lnTo>
                    <a:pt x="783" y="1346"/>
                  </a:lnTo>
                  <a:lnTo>
                    <a:pt x="1526" y="663"/>
                  </a:lnTo>
                  <a:lnTo>
                    <a:pt x="783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79" name="Google Shape;679;p8"/>
            <p:cNvSpPr/>
            <p:nvPr/>
          </p:nvSpPr>
          <p:spPr>
            <a:xfrm>
              <a:off x="3973258" y="4480077"/>
              <a:ext cx="54926" cy="50368"/>
            </a:xfrm>
            <a:custGeom>
              <a:rect b="b" l="l" r="r" t="t"/>
              <a:pathLst>
                <a:path extrusionOk="0" h="1326" w="1446">
                  <a:moveTo>
                    <a:pt x="703" y="0"/>
                  </a:moveTo>
                  <a:lnTo>
                    <a:pt x="0" y="663"/>
                  </a:lnTo>
                  <a:lnTo>
                    <a:pt x="723" y="1326"/>
                  </a:lnTo>
                  <a:lnTo>
                    <a:pt x="1446" y="663"/>
                  </a:lnTo>
                  <a:lnTo>
                    <a:pt x="70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80" name="Google Shape;680;p8"/>
            <p:cNvSpPr/>
            <p:nvPr/>
          </p:nvSpPr>
          <p:spPr>
            <a:xfrm>
              <a:off x="5123443" y="4638702"/>
              <a:ext cx="52647" cy="44291"/>
            </a:xfrm>
            <a:custGeom>
              <a:rect b="b" l="l" r="r" t="t"/>
              <a:pathLst>
                <a:path extrusionOk="0" h="1166" w="1386">
                  <a:moveTo>
                    <a:pt x="683" y="1"/>
                  </a:moveTo>
                  <a:lnTo>
                    <a:pt x="0" y="563"/>
                  </a:lnTo>
                  <a:lnTo>
                    <a:pt x="723" y="1166"/>
                  </a:lnTo>
                  <a:lnTo>
                    <a:pt x="1386" y="543"/>
                  </a:lnTo>
                  <a:lnTo>
                    <a:pt x="683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81" name="Google Shape;681;p8"/>
            <p:cNvSpPr/>
            <p:nvPr/>
          </p:nvSpPr>
          <p:spPr>
            <a:xfrm>
              <a:off x="3970979" y="4789730"/>
              <a:ext cx="58003" cy="52685"/>
            </a:xfrm>
            <a:custGeom>
              <a:rect b="b" l="l" r="r" t="t"/>
              <a:pathLst>
                <a:path extrusionOk="0" h="1387" w="1527">
                  <a:moveTo>
                    <a:pt x="743" y="1"/>
                  </a:moveTo>
                  <a:lnTo>
                    <a:pt x="622" y="201"/>
                  </a:lnTo>
                  <a:lnTo>
                    <a:pt x="562" y="302"/>
                  </a:lnTo>
                  <a:lnTo>
                    <a:pt x="462" y="422"/>
                  </a:lnTo>
                  <a:lnTo>
                    <a:pt x="361" y="503"/>
                  </a:lnTo>
                  <a:lnTo>
                    <a:pt x="241" y="563"/>
                  </a:lnTo>
                  <a:lnTo>
                    <a:pt x="0" y="683"/>
                  </a:lnTo>
                  <a:lnTo>
                    <a:pt x="763" y="1386"/>
                  </a:lnTo>
                  <a:lnTo>
                    <a:pt x="1526" y="703"/>
                  </a:lnTo>
                  <a:lnTo>
                    <a:pt x="743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82" name="Google Shape;682;p8"/>
            <p:cNvSpPr/>
            <p:nvPr/>
          </p:nvSpPr>
          <p:spPr>
            <a:xfrm>
              <a:off x="4137239" y="4326010"/>
              <a:ext cx="56484" cy="48849"/>
            </a:xfrm>
            <a:custGeom>
              <a:rect b="b" l="l" r="r" t="t"/>
              <a:pathLst>
                <a:path extrusionOk="0" h="1286" w="1487">
                  <a:moveTo>
                    <a:pt x="743" y="0"/>
                  </a:moveTo>
                  <a:lnTo>
                    <a:pt x="0" y="623"/>
                  </a:lnTo>
                  <a:lnTo>
                    <a:pt x="783" y="1285"/>
                  </a:lnTo>
                  <a:lnTo>
                    <a:pt x="884" y="1085"/>
                  </a:lnTo>
                  <a:lnTo>
                    <a:pt x="944" y="984"/>
                  </a:lnTo>
                  <a:lnTo>
                    <a:pt x="1004" y="884"/>
                  </a:lnTo>
                  <a:lnTo>
                    <a:pt x="1125" y="824"/>
                  </a:lnTo>
                  <a:lnTo>
                    <a:pt x="1245" y="763"/>
                  </a:lnTo>
                  <a:lnTo>
                    <a:pt x="1486" y="643"/>
                  </a:lnTo>
                  <a:lnTo>
                    <a:pt x="74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83" name="Google Shape;683;p8"/>
            <p:cNvSpPr/>
            <p:nvPr/>
          </p:nvSpPr>
          <p:spPr>
            <a:xfrm>
              <a:off x="3972498" y="4945317"/>
              <a:ext cx="57243" cy="54964"/>
            </a:xfrm>
            <a:custGeom>
              <a:rect b="b" l="l" r="r" t="t"/>
              <a:pathLst>
                <a:path extrusionOk="0" h="1447" w="1507">
                  <a:moveTo>
                    <a:pt x="763" y="1"/>
                  </a:moveTo>
                  <a:lnTo>
                    <a:pt x="0" y="704"/>
                  </a:lnTo>
                  <a:lnTo>
                    <a:pt x="803" y="1447"/>
                  </a:lnTo>
                  <a:lnTo>
                    <a:pt x="944" y="1186"/>
                  </a:lnTo>
                  <a:lnTo>
                    <a:pt x="1024" y="1065"/>
                  </a:lnTo>
                  <a:lnTo>
                    <a:pt x="1125" y="965"/>
                  </a:lnTo>
                  <a:lnTo>
                    <a:pt x="1165" y="925"/>
                  </a:lnTo>
                  <a:lnTo>
                    <a:pt x="1225" y="904"/>
                  </a:lnTo>
                  <a:lnTo>
                    <a:pt x="1366" y="864"/>
                  </a:lnTo>
                  <a:lnTo>
                    <a:pt x="1426" y="824"/>
                  </a:lnTo>
                  <a:lnTo>
                    <a:pt x="1466" y="784"/>
                  </a:lnTo>
                  <a:lnTo>
                    <a:pt x="1506" y="724"/>
                  </a:lnTo>
                  <a:lnTo>
                    <a:pt x="1506" y="623"/>
                  </a:lnTo>
                  <a:lnTo>
                    <a:pt x="1125" y="302"/>
                  </a:lnTo>
                  <a:lnTo>
                    <a:pt x="763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84" name="Google Shape;684;p8"/>
            <p:cNvSpPr/>
            <p:nvPr/>
          </p:nvSpPr>
          <p:spPr>
            <a:xfrm>
              <a:off x="4134960" y="4170423"/>
              <a:ext cx="55686" cy="46532"/>
            </a:xfrm>
            <a:custGeom>
              <a:rect b="b" l="l" r="r" t="t"/>
              <a:pathLst>
                <a:path extrusionOk="0" h="1225" w="1466">
                  <a:moveTo>
                    <a:pt x="783" y="0"/>
                  </a:moveTo>
                  <a:lnTo>
                    <a:pt x="0" y="663"/>
                  </a:lnTo>
                  <a:lnTo>
                    <a:pt x="221" y="743"/>
                  </a:lnTo>
                  <a:lnTo>
                    <a:pt x="341" y="783"/>
                  </a:lnTo>
                  <a:lnTo>
                    <a:pt x="422" y="843"/>
                  </a:lnTo>
                  <a:lnTo>
                    <a:pt x="522" y="924"/>
                  </a:lnTo>
                  <a:lnTo>
                    <a:pt x="582" y="1004"/>
                  </a:lnTo>
                  <a:lnTo>
                    <a:pt x="643" y="1084"/>
                  </a:lnTo>
                  <a:lnTo>
                    <a:pt x="703" y="1205"/>
                  </a:lnTo>
                  <a:lnTo>
                    <a:pt x="723" y="1225"/>
                  </a:lnTo>
                  <a:lnTo>
                    <a:pt x="783" y="1225"/>
                  </a:lnTo>
                  <a:lnTo>
                    <a:pt x="1466" y="602"/>
                  </a:lnTo>
                  <a:lnTo>
                    <a:pt x="78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85" name="Google Shape;685;p8"/>
            <p:cNvSpPr/>
            <p:nvPr/>
          </p:nvSpPr>
          <p:spPr>
            <a:xfrm>
              <a:off x="5121886" y="4483875"/>
              <a:ext cx="54205" cy="44291"/>
            </a:xfrm>
            <a:custGeom>
              <a:rect b="b" l="l" r="r" t="t"/>
              <a:pathLst>
                <a:path extrusionOk="0" h="1166" w="1427">
                  <a:moveTo>
                    <a:pt x="724" y="1"/>
                  </a:moveTo>
                  <a:lnTo>
                    <a:pt x="1" y="603"/>
                  </a:lnTo>
                  <a:lnTo>
                    <a:pt x="242" y="683"/>
                  </a:lnTo>
                  <a:lnTo>
                    <a:pt x="342" y="724"/>
                  </a:lnTo>
                  <a:lnTo>
                    <a:pt x="423" y="784"/>
                  </a:lnTo>
                  <a:lnTo>
                    <a:pt x="503" y="864"/>
                  </a:lnTo>
                  <a:lnTo>
                    <a:pt x="563" y="965"/>
                  </a:lnTo>
                  <a:lnTo>
                    <a:pt x="684" y="1165"/>
                  </a:lnTo>
                  <a:lnTo>
                    <a:pt x="1427" y="543"/>
                  </a:lnTo>
                  <a:lnTo>
                    <a:pt x="724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86" name="Google Shape;686;p8"/>
            <p:cNvSpPr/>
            <p:nvPr/>
          </p:nvSpPr>
          <p:spPr>
            <a:xfrm>
              <a:off x="5124203" y="4328289"/>
              <a:ext cx="45772" cy="42733"/>
            </a:xfrm>
            <a:custGeom>
              <a:rect b="b" l="l" r="r" t="t"/>
              <a:pathLst>
                <a:path extrusionOk="0" h="1125" w="1205">
                  <a:moveTo>
                    <a:pt x="663" y="1"/>
                  </a:moveTo>
                  <a:lnTo>
                    <a:pt x="0" y="543"/>
                  </a:lnTo>
                  <a:lnTo>
                    <a:pt x="703" y="1125"/>
                  </a:lnTo>
                  <a:lnTo>
                    <a:pt x="1205" y="663"/>
                  </a:lnTo>
                  <a:lnTo>
                    <a:pt x="663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87" name="Google Shape;687;p8"/>
            <p:cNvSpPr/>
            <p:nvPr/>
          </p:nvSpPr>
          <p:spPr>
            <a:xfrm>
              <a:off x="3974777" y="4323730"/>
              <a:ext cx="53407" cy="49608"/>
            </a:xfrm>
            <a:custGeom>
              <a:rect b="b" l="l" r="r" t="t"/>
              <a:pathLst>
                <a:path extrusionOk="0" h="1306" w="1406">
                  <a:moveTo>
                    <a:pt x="663" y="0"/>
                  </a:moveTo>
                  <a:lnTo>
                    <a:pt x="563" y="161"/>
                  </a:lnTo>
                  <a:lnTo>
                    <a:pt x="502" y="261"/>
                  </a:lnTo>
                  <a:lnTo>
                    <a:pt x="422" y="341"/>
                  </a:lnTo>
                  <a:lnTo>
                    <a:pt x="322" y="422"/>
                  </a:lnTo>
                  <a:lnTo>
                    <a:pt x="221" y="502"/>
                  </a:lnTo>
                  <a:lnTo>
                    <a:pt x="0" y="663"/>
                  </a:lnTo>
                  <a:lnTo>
                    <a:pt x="683" y="1305"/>
                  </a:lnTo>
                  <a:lnTo>
                    <a:pt x="1406" y="663"/>
                  </a:lnTo>
                  <a:lnTo>
                    <a:pt x="66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88" name="Google Shape;688;p8"/>
            <p:cNvSpPr/>
            <p:nvPr/>
          </p:nvSpPr>
          <p:spPr>
            <a:xfrm>
              <a:off x="3975537" y="4168866"/>
              <a:ext cx="54964" cy="48089"/>
            </a:xfrm>
            <a:custGeom>
              <a:rect b="b" l="l" r="r" t="t"/>
              <a:pathLst>
                <a:path extrusionOk="0" h="1266" w="1447">
                  <a:moveTo>
                    <a:pt x="683" y="1"/>
                  </a:moveTo>
                  <a:lnTo>
                    <a:pt x="0" y="664"/>
                  </a:lnTo>
                  <a:lnTo>
                    <a:pt x="663" y="1266"/>
                  </a:lnTo>
                  <a:lnTo>
                    <a:pt x="1446" y="603"/>
                  </a:lnTo>
                  <a:lnTo>
                    <a:pt x="1165" y="503"/>
                  </a:lnTo>
                  <a:lnTo>
                    <a:pt x="1065" y="443"/>
                  </a:lnTo>
                  <a:lnTo>
                    <a:pt x="964" y="382"/>
                  </a:lnTo>
                  <a:lnTo>
                    <a:pt x="884" y="282"/>
                  </a:lnTo>
                  <a:lnTo>
                    <a:pt x="804" y="182"/>
                  </a:lnTo>
                  <a:lnTo>
                    <a:pt x="683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89" name="Google Shape;689;p8"/>
            <p:cNvSpPr/>
            <p:nvPr/>
          </p:nvSpPr>
          <p:spPr>
            <a:xfrm>
              <a:off x="5124963" y="4172702"/>
              <a:ext cx="44253" cy="41214"/>
            </a:xfrm>
            <a:custGeom>
              <a:rect b="b" l="l" r="r" t="t"/>
              <a:pathLst>
                <a:path extrusionOk="0" h="1085" w="1165">
                  <a:moveTo>
                    <a:pt x="643" y="0"/>
                  </a:moveTo>
                  <a:lnTo>
                    <a:pt x="0" y="563"/>
                  </a:lnTo>
                  <a:lnTo>
                    <a:pt x="443" y="911"/>
                  </a:lnTo>
                  <a:lnTo>
                    <a:pt x="443" y="911"/>
                  </a:lnTo>
                  <a:lnTo>
                    <a:pt x="1165" y="462"/>
                  </a:lnTo>
                  <a:lnTo>
                    <a:pt x="643" y="0"/>
                  </a:lnTo>
                  <a:close/>
                  <a:moveTo>
                    <a:pt x="443" y="911"/>
                  </a:moveTo>
                  <a:lnTo>
                    <a:pt x="422" y="924"/>
                  </a:lnTo>
                  <a:lnTo>
                    <a:pt x="663" y="1085"/>
                  </a:lnTo>
                  <a:lnTo>
                    <a:pt x="443" y="91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690" name="Google Shape;690;p8"/>
          <p:cNvSpPr/>
          <p:nvPr/>
        </p:nvSpPr>
        <p:spPr>
          <a:xfrm flipH="1">
            <a:off x="8130627" y="1470868"/>
            <a:ext cx="100466" cy="101640"/>
          </a:xfrm>
          <a:custGeom>
            <a:rect b="b" l="l" r="r" t="t"/>
            <a:pathLst>
              <a:path extrusionOk="0" h="1818" w="1797">
                <a:moveTo>
                  <a:pt x="908" y="1"/>
                </a:moveTo>
                <a:lnTo>
                  <a:pt x="727" y="21"/>
                </a:lnTo>
                <a:lnTo>
                  <a:pt x="545" y="82"/>
                </a:lnTo>
                <a:lnTo>
                  <a:pt x="404" y="162"/>
                </a:lnTo>
                <a:lnTo>
                  <a:pt x="262" y="263"/>
                </a:lnTo>
                <a:lnTo>
                  <a:pt x="162" y="405"/>
                </a:lnTo>
                <a:lnTo>
                  <a:pt x="61" y="566"/>
                </a:lnTo>
                <a:lnTo>
                  <a:pt x="20" y="727"/>
                </a:lnTo>
                <a:lnTo>
                  <a:pt x="0" y="909"/>
                </a:lnTo>
                <a:lnTo>
                  <a:pt x="20" y="1091"/>
                </a:lnTo>
                <a:lnTo>
                  <a:pt x="61" y="1252"/>
                </a:lnTo>
                <a:lnTo>
                  <a:pt x="162" y="1414"/>
                </a:lnTo>
                <a:lnTo>
                  <a:pt x="262" y="1535"/>
                </a:lnTo>
                <a:lnTo>
                  <a:pt x="404" y="1656"/>
                </a:lnTo>
                <a:lnTo>
                  <a:pt x="545" y="1736"/>
                </a:lnTo>
                <a:lnTo>
                  <a:pt x="727" y="1797"/>
                </a:lnTo>
                <a:lnTo>
                  <a:pt x="908" y="1817"/>
                </a:lnTo>
                <a:lnTo>
                  <a:pt x="1090" y="1797"/>
                </a:lnTo>
                <a:lnTo>
                  <a:pt x="1251" y="1736"/>
                </a:lnTo>
                <a:lnTo>
                  <a:pt x="1413" y="1656"/>
                </a:lnTo>
                <a:lnTo>
                  <a:pt x="1534" y="1535"/>
                </a:lnTo>
                <a:lnTo>
                  <a:pt x="1655" y="1414"/>
                </a:lnTo>
                <a:lnTo>
                  <a:pt x="1736" y="1252"/>
                </a:lnTo>
                <a:lnTo>
                  <a:pt x="1776" y="1091"/>
                </a:lnTo>
                <a:lnTo>
                  <a:pt x="1796" y="909"/>
                </a:lnTo>
                <a:lnTo>
                  <a:pt x="1776" y="727"/>
                </a:lnTo>
                <a:lnTo>
                  <a:pt x="1736" y="566"/>
                </a:lnTo>
                <a:lnTo>
                  <a:pt x="1655" y="405"/>
                </a:lnTo>
                <a:lnTo>
                  <a:pt x="1534" y="263"/>
                </a:lnTo>
                <a:lnTo>
                  <a:pt x="1413" y="162"/>
                </a:lnTo>
                <a:lnTo>
                  <a:pt x="1251" y="82"/>
                </a:lnTo>
                <a:lnTo>
                  <a:pt x="1090" y="21"/>
                </a:lnTo>
                <a:lnTo>
                  <a:pt x="908" y="1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91" name="Google Shape;691;p8"/>
          <p:cNvSpPr/>
          <p:nvPr/>
        </p:nvSpPr>
        <p:spPr>
          <a:xfrm flipH="1">
            <a:off x="7216227" y="576260"/>
            <a:ext cx="100466" cy="101640"/>
          </a:xfrm>
          <a:custGeom>
            <a:rect b="b" l="l" r="r" t="t"/>
            <a:pathLst>
              <a:path extrusionOk="0" h="1818" w="1797">
                <a:moveTo>
                  <a:pt x="908" y="1"/>
                </a:moveTo>
                <a:lnTo>
                  <a:pt x="727" y="21"/>
                </a:lnTo>
                <a:lnTo>
                  <a:pt x="545" y="82"/>
                </a:lnTo>
                <a:lnTo>
                  <a:pt x="404" y="162"/>
                </a:lnTo>
                <a:lnTo>
                  <a:pt x="262" y="263"/>
                </a:lnTo>
                <a:lnTo>
                  <a:pt x="162" y="405"/>
                </a:lnTo>
                <a:lnTo>
                  <a:pt x="61" y="566"/>
                </a:lnTo>
                <a:lnTo>
                  <a:pt x="20" y="727"/>
                </a:lnTo>
                <a:lnTo>
                  <a:pt x="0" y="909"/>
                </a:lnTo>
                <a:lnTo>
                  <a:pt x="20" y="1091"/>
                </a:lnTo>
                <a:lnTo>
                  <a:pt x="61" y="1252"/>
                </a:lnTo>
                <a:lnTo>
                  <a:pt x="162" y="1414"/>
                </a:lnTo>
                <a:lnTo>
                  <a:pt x="262" y="1535"/>
                </a:lnTo>
                <a:lnTo>
                  <a:pt x="404" y="1656"/>
                </a:lnTo>
                <a:lnTo>
                  <a:pt x="545" y="1736"/>
                </a:lnTo>
                <a:lnTo>
                  <a:pt x="727" y="1797"/>
                </a:lnTo>
                <a:lnTo>
                  <a:pt x="908" y="1817"/>
                </a:lnTo>
                <a:lnTo>
                  <a:pt x="1090" y="1797"/>
                </a:lnTo>
                <a:lnTo>
                  <a:pt x="1251" y="1736"/>
                </a:lnTo>
                <a:lnTo>
                  <a:pt x="1413" y="1656"/>
                </a:lnTo>
                <a:lnTo>
                  <a:pt x="1534" y="1535"/>
                </a:lnTo>
                <a:lnTo>
                  <a:pt x="1655" y="1414"/>
                </a:lnTo>
                <a:lnTo>
                  <a:pt x="1736" y="1252"/>
                </a:lnTo>
                <a:lnTo>
                  <a:pt x="1776" y="1091"/>
                </a:lnTo>
                <a:lnTo>
                  <a:pt x="1796" y="909"/>
                </a:lnTo>
                <a:lnTo>
                  <a:pt x="1776" y="727"/>
                </a:lnTo>
                <a:lnTo>
                  <a:pt x="1736" y="566"/>
                </a:lnTo>
                <a:lnTo>
                  <a:pt x="1655" y="405"/>
                </a:lnTo>
                <a:lnTo>
                  <a:pt x="1534" y="263"/>
                </a:lnTo>
                <a:lnTo>
                  <a:pt x="1413" y="162"/>
                </a:lnTo>
                <a:lnTo>
                  <a:pt x="1251" y="82"/>
                </a:lnTo>
                <a:lnTo>
                  <a:pt x="1090" y="21"/>
                </a:lnTo>
                <a:lnTo>
                  <a:pt x="908" y="1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92" name="Google Shape;692;p8"/>
          <p:cNvSpPr/>
          <p:nvPr/>
        </p:nvSpPr>
        <p:spPr>
          <a:xfrm flipH="1">
            <a:off x="7978227" y="854670"/>
            <a:ext cx="100466" cy="101640"/>
          </a:xfrm>
          <a:custGeom>
            <a:rect b="b" l="l" r="r" t="t"/>
            <a:pathLst>
              <a:path extrusionOk="0" h="1818" w="1797">
                <a:moveTo>
                  <a:pt x="908" y="1"/>
                </a:moveTo>
                <a:lnTo>
                  <a:pt x="727" y="21"/>
                </a:lnTo>
                <a:lnTo>
                  <a:pt x="545" y="82"/>
                </a:lnTo>
                <a:lnTo>
                  <a:pt x="404" y="162"/>
                </a:lnTo>
                <a:lnTo>
                  <a:pt x="262" y="263"/>
                </a:lnTo>
                <a:lnTo>
                  <a:pt x="162" y="405"/>
                </a:lnTo>
                <a:lnTo>
                  <a:pt x="61" y="566"/>
                </a:lnTo>
                <a:lnTo>
                  <a:pt x="20" y="727"/>
                </a:lnTo>
                <a:lnTo>
                  <a:pt x="0" y="909"/>
                </a:lnTo>
                <a:lnTo>
                  <a:pt x="20" y="1091"/>
                </a:lnTo>
                <a:lnTo>
                  <a:pt x="61" y="1252"/>
                </a:lnTo>
                <a:lnTo>
                  <a:pt x="162" y="1414"/>
                </a:lnTo>
                <a:lnTo>
                  <a:pt x="262" y="1535"/>
                </a:lnTo>
                <a:lnTo>
                  <a:pt x="404" y="1656"/>
                </a:lnTo>
                <a:lnTo>
                  <a:pt x="545" y="1736"/>
                </a:lnTo>
                <a:lnTo>
                  <a:pt x="727" y="1797"/>
                </a:lnTo>
                <a:lnTo>
                  <a:pt x="908" y="1817"/>
                </a:lnTo>
                <a:lnTo>
                  <a:pt x="1090" y="1797"/>
                </a:lnTo>
                <a:lnTo>
                  <a:pt x="1251" y="1736"/>
                </a:lnTo>
                <a:lnTo>
                  <a:pt x="1413" y="1656"/>
                </a:lnTo>
                <a:lnTo>
                  <a:pt x="1534" y="1535"/>
                </a:lnTo>
                <a:lnTo>
                  <a:pt x="1655" y="1414"/>
                </a:lnTo>
                <a:lnTo>
                  <a:pt x="1736" y="1252"/>
                </a:lnTo>
                <a:lnTo>
                  <a:pt x="1776" y="1091"/>
                </a:lnTo>
                <a:lnTo>
                  <a:pt x="1796" y="909"/>
                </a:lnTo>
                <a:lnTo>
                  <a:pt x="1776" y="727"/>
                </a:lnTo>
                <a:lnTo>
                  <a:pt x="1736" y="566"/>
                </a:lnTo>
                <a:lnTo>
                  <a:pt x="1655" y="405"/>
                </a:lnTo>
                <a:lnTo>
                  <a:pt x="1534" y="263"/>
                </a:lnTo>
                <a:lnTo>
                  <a:pt x="1413" y="162"/>
                </a:lnTo>
                <a:lnTo>
                  <a:pt x="1251" y="82"/>
                </a:lnTo>
                <a:lnTo>
                  <a:pt x="1090" y="21"/>
                </a:lnTo>
                <a:lnTo>
                  <a:pt x="908" y="1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93" name="Google Shape;693;p8"/>
          <p:cNvSpPr/>
          <p:nvPr/>
        </p:nvSpPr>
        <p:spPr>
          <a:xfrm flipH="1">
            <a:off x="1674905" y="115122"/>
            <a:ext cx="935332" cy="741278"/>
          </a:xfrm>
          <a:custGeom>
            <a:rect b="b" l="l" r="r" t="t"/>
            <a:pathLst>
              <a:path extrusionOk="0" h="13259" w="16730">
                <a:moveTo>
                  <a:pt x="14550" y="81"/>
                </a:moveTo>
                <a:lnTo>
                  <a:pt x="14772" y="122"/>
                </a:lnTo>
                <a:lnTo>
                  <a:pt x="15014" y="202"/>
                </a:lnTo>
                <a:lnTo>
                  <a:pt x="15216" y="324"/>
                </a:lnTo>
                <a:lnTo>
                  <a:pt x="15438" y="465"/>
                </a:lnTo>
                <a:lnTo>
                  <a:pt x="15640" y="667"/>
                </a:lnTo>
                <a:lnTo>
                  <a:pt x="15821" y="889"/>
                </a:lnTo>
                <a:lnTo>
                  <a:pt x="15983" y="1131"/>
                </a:lnTo>
                <a:lnTo>
                  <a:pt x="16144" y="1413"/>
                </a:lnTo>
                <a:lnTo>
                  <a:pt x="16245" y="1655"/>
                </a:lnTo>
                <a:lnTo>
                  <a:pt x="16346" y="1898"/>
                </a:lnTo>
                <a:lnTo>
                  <a:pt x="16427" y="2140"/>
                </a:lnTo>
                <a:lnTo>
                  <a:pt x="16487" y="2422"/>
                </a:lnTo>
                <a:lnTo>
                  <a:pt x="16548" y="2685"/>
                </a:lnTo>
                <a:lnTo>
                  <a:pt x="16588" y="2967"/>
                </a:lnTo>
                <a:lnTo>
                  <a:pt x="16628" y="3250"/>
                </a:lnTo>
                <a:lnTo>
                  <a:pt x="16649" y="3552"/>
                </a:lnTo>
                <a:lnTo>
                  <a:pt x="16649" y="3855"/>
                </a:lnTo>
                <a:lnTo>
                  <a:pt x="16649" y="4178"/>
                </a:lnTo>
                <a:lnTo>
                  <a:pt x="16588" y="4844"/>
                </a:lnTo>
                <a:lnTo>
                  <a:pt x="16487" y="5550"/>
                </a:lnTo>
                <a:lnTo>
                  <a:pt x="16326" y="6317"/>
                </a:lnTo>
                <a:lnTo>
                  <a:pt x="16144" y="7044"/>
                </a:lnTo>
                <a:lnTo>
                  <a:pt x="15942" y="7709"/>
                </a:lnTo>
                <a:lnTo>
                  <a:pt x="15720" y="8315"/>
                </a:lnTo>
                <a:lnTo>
                  <a:pt x="15458" y="8860"/>
                </a:lnTo>
                <a:lnTo>
                  <a:pt x="15317" y="9122"/>
                </a:lnTo>
                <a:lnTo>
                  <a:pt x="15176" y="9364"/>
                </a:lnTo>
                <a:lnTo>
                  <a:pt x="15014" y="9586"/>
                </a:lnTo>
                <a:lnTo>
                  <a:pt x="14873" y="9808"/>
                </a:lnTo>
                <a:lnTo>
                  <a:pt x="14691" y="10010"/>
                </a:lnTo>
                <a:lnTo>
                  <a:pt x="14530" y="10212"/>
                </a:lnTo>
                <a:lnTo>
                  <a:pt x="14348" y="10393"/>
                </a:lnTo>
                <a:lnTo>
                  <a:pt x="14146" y="10555"/>
                </a:lnTo>
                <a:lnTo>
                  <a:pt x="13803" y="10837"/>
                </a:lnTo>
                <a:lnTo>
                  <a:pt x="13440" y="11080"/>
                </a:lnTo>
                <a:lnTo>
                  <a:pt x="13036" y="11302"/>
                </a:lnTo>
                <a:lnTo>
                  <a:pt x="12633" y="11483"/>
                </a:lnTo>
                <a:lnTo>
                  <a:pt x="12229" y="11665"/>
                </a:lnTo>
                <a:lnTo>
                  <a:pt x="11805" y="11806"/>
                </a:lnTo>
                <a:lnTo>
                  <a:pt x="11402" y="11947"/>
                </a:lnTo>
                <a:lnTo>
                  <a:pt x="10978" y="12068"/>
                </a:lnTo>
                <a:lnTo>
                  <a:pt x="10373" y="12230"/>
                </a:lnTo>
                <a:lnTo>
                  <a:pt x="9787" y="12371"/>
                </a:lnTo>
                <a:lnTo>
                  <a:pt x="9202" y="12512"/>
                </a:lnTo>
                <a:lnTo>
                  <a:pt x="8597" y="12633"/>
                </a:lnTo>
                <a:lnTo>
                  <a:pt x="7991" y="12734"/>
                </a:lnTo>
                <a:lnTo>
                  <a:pt x="7386" y="12835"/>
                </a:lnTo>
                <a:lnTo>
                  <a:pt x="6801" y="12936"/>
                </a:lnTo>
                <a:lnTo>
                  <a:pt x="6195" y="12997"/>
                </a:lnTo>
                <a:lnTo>
                  <a:pt x="5590" y="13057"/>
                </a:lnTo>
                <a:lnTo>
                  <a:pt x="4964" y="13118"/>
                </a:lnTo>
                <a:lnTo>
                  <a:pt x="4359" y="13158"/>
                </a:lnTo>
                <a:lnTo>
                  <a:pt x="3754" y="13178"/>
                </a:lnTo>
                <a:lnTo>
                  <a:pt x="1917" y="13178"/>
                </a:lnTo>
                <a:lnTo>
                  <a:pt x="1312" y="13138"/>
                </a:lnTo>
                <a:lnTo>
                  <a:pt x="1070" y="13118"/>
                </a:lnTo>
                <a:lnTo>
                  <a:pt x="848" y="13077"/>
                </a:lnTo>
                <a:lnTo>
                  <a:pt x="646" y="13017"/>
                </a:lnTo>
                <a:lnTo>
                  <a:pt x="484" y="12956"/>
                </a:lnTo>
                <a:lnTo>
                  <a:pt x="343" y="12855"/>
                </a:lnTo>
                <a:lnTo>
                  <a:pt x="242" y="12754"/>
                </a:lnTo>
                <a:lnTo>
                  <a:pt x="162" y="12613"/>
                </a:lnTo>
                <a:lnTo>
                  <a:pt x="101" y="12472"/>
                </a:lnTo>
                <a:lnTo>
                  <a:pt x="81" y="12351"/>
                </a:lnTo>
                <a:lnTo>
                  <a:pt x="81" y="12210"/>
                </a:lnTo>
                <a:lnTo>
                  <a:pt x="101" y="12068"/>
                </a:lnTo>
                <a:lnTo>
                  <a:pt x="121" y="11907"/>
                </a:lnTo>
                <a:lnTo>
                  <a:pt x="182" y="11745"/>
                </a:lnTo>
                <a:lnTo>
                  <a:pt x="242" y="11584"/>
                </a:lnTo>
                <a:lnTo>
                  <a:pt x="384" y="11241"/>
                </a:lnTo>
                <a:lnTo>
                  <a:pt x="606" y="10878"/>
                </a:lnTo>
                <a:lnTo>
                  <a:pt x="848" y="10515"/>
                </a:lnTo>
                <a:lnTo>
                  <a:pt x="1110" y="10131"/>
                </a:lnTo>
                <a:lnTo>
                  <a:pt x="1413" y="9768"/>
                </a:lnTo>
                <a:lnTo>
                  <a:pt x="1715" y="9405"/>
                </a:lnTo>
                <a:lnTo>
                  <a:pt x="2038" y="9062"/>
                </a:lnTo>
                <a:lnTo>
                  <a:pt x="2341" y="8739"/>
                </a:lnTo>
                <a:lnTo>
                  <a:pt x="2644" y="8456"/>
                </a:lnTo>
                <a:lnTo>
                  <a:pt x="2926" y="8194"/>
                </a:lnTo>
                <a:lnTo>
                  <a:pt x="3189" y="7972"/>
                </a:lnTo>
                <a:lnTo>
                  <a:pt x="3411" y="7790"/>
                </a:lnTo>
                <a:lnTo>
                  <a:pt x="3592" y="7669"/>
                </a:lnTo>
                <a:lnTo>
                  <a:pt x="4198" y="7306"/>
                </a:lnTo>
                <a:lnTo>
                  <a:pt x="4823" y="6983"/>
                </a:lnTo>
                <a:lnTo>
                  <a:pt x="6095" y="6357"/>
                </a:lnTo>
                <a:lnTo>
                  <a:pt x="6720" y="6055"/>
                </a:lnTo>
                <a:lnTo>
                  <a:pt x="7346" y="5752"/>
                </a:lnTo>
                <a:lnTo>
                  <a:pt x="7971" y="5409"/>
                </a:lnTo>
                <a:lnTo>
                  <a:pt x="8597" y="5066"/>
                </a:lnTo>
                <a:lnTo>
                  <a:pt x="9101" y="4723"/>
                </a:lnTo>
                <a:lnTo>
                  <a:pt x="9606" y="4360"/>
                </a:lnTo>
                <a:lnTo>
                  <a:pt x="10110" y="3976"/>
                </a:lnTo>
                <a:lnTo>
                  <a:pt x="10574" y="3573"/>
                </a:lnTo>
                <a:lnTo>
                  <a:pt x="11018" y="3149"/>
                </a:lnTo>
                <a:lnTo>
                  <a:pt x="11442" y="2705"/>
                </a:lnTo>
                <a:lnTo>
                  <a:pt x="11866" y="2241"/>
                </a:lnTo>
                <a:lnTo>
                  <a:pt x="12249" y="1756"/>
                </a:lnTo>
                <a:lnTo>
                  <a:pt x="12290" y="1716"/>
                </a:lnTo>
                <a:lnTo>
                  <a:pt x="12754" y="1131"/>
                </a:lnTo>
                <a:lnTo>
                  <a:pt x="12996" y="868"/>
                </a:lnTo>
                <a:lnTo>
                  <a:pt x="13238" y="606"/>
                </a:lnTo>
                <a:lnTo>
                  <a:pt x="13521" y="404"/>
                </a:lnTo>
                <a:lnTo>
                  <a:pt x="13662" y="303"/>
                </a:lnTo>
                <a:lnTo>
                  <a:pt x="13803" y="223"/>
                </a:lnTo>
                <a:lnTo>
                  <a:pt x="13965" y="162"/>
                </a:lnTo>
                <a:lnTo>
                  <a:pt x="14126" y="122"/>
                </a:lnTo>
                <a:lnTo>
                  <a:pt x="14288" y="102"/>
                </a:lnTo>
                <a:lnTo>
                  <a:pt x="14449" y="81"/>
                </a:lnTo>
                <a:close/>
                <a:moveTo>
                  <a:pt x="14368" y="1"/>
                </a:moveTo>
                <a:lnTo>
                  <a:pt x="14187" y="21"/>
                </a:lnTo>
                <a:lnTo>
                  <a:pt x="14025" y="61"/>
                </a:lnTo>
                <a:lnTo>
                  <a:pt x="13864" y="122"/>
                </a:lnTo>
                <a:lnTo>
                  <a:pt x="13702" y="202"/>
                </a:lnTo>
                <a:lnTo>
                  <a:pt x="13541" y="283"/>
                </a:lnTo>
                <a:lnTo>
                  <a:pt x="13400" y="384"/>
                </a:lnTo>
                <a:lnTo>
                  <a:pt x="13238" y="505"/>
                </a:lnTo>
                <a:lnTo>
                  <a:pt x="12976" y="768"/>
                </a:lnTo>
                <a:lnTo>
                  <a:pt x="12714" y="1050"/>
                </a:lnTo>
                <a:lnTo>
                  <a:pt x="12451" y="1353"/>
                </a:lnTo>
                <a:lnTo>
                  <a:pt x="12229" y="1655"/>
                </a:lnTo>
                <a:lnTo>
                  <a:pt x="12189" y="1716"/>
                </a:lnTo>
                <a:lnTo>
                  <a:pt x="11805" y="2200"/>
                </a:lnTo>
                <a:lnTo>
                  <a:pt x="11382" y="2664"/>
                </a:lnTo>
                <a:lnTo>
                  <a:pt x="10958" y="3088"/>
                </a:lnTo>
                <a:lnTo>
                  <a:pt x="10514" y="3512"/>
                </a:lnTo>
                <a:lnTo>
                  <a:pt x="10050" y="3916"/>
                </a:lnTo>
                <a:lnTo>
                  <a:pt x="9565" y="4299"/>
                </a:lnTo>
                <a:lnTo>
                  <a:pt x="9061" y="4662"/>
                </a:lnTo>
                <a:lnTo>
                  <a:pt x="8556" y="4985"/>
                </a:lnTo>
                <a:lnTo>
                  <a:pt x="7931" y="5348"/>
                </a:lnTo>
                <a:lnTo>
                  <a:pt x="7305" y="5671"/>
                </a:lnTo>
                <a:lnTo>
                  <a:pt x="6680" y="5994"/>
                </a:lnTo>
                <a:lnTo>
                  <a:pt x="6054" y="6297"/>
                </a:lnTo>
                <a:lnTo>
                  <a:pt x="4783" y="6902"/>
                </a:lnTo>
                <a:lnTo>
                  <a:pt x="4157" y="7245"/>
                </a:lnTo>
                <a:lnTo>
                  <a:pt x="3552" y="7588"/>
                </a:lnTo>
                <a:lnTo>
                  <a:pt x="3370" y="7709"/>
                </a:lnTo>
                <a:lnTo>
                  <a:pt x="3168" y="7891"/>
                </a:lnTo>
                <a:lnTo>
                  <a:pt x="2624" y="8375"/>
                </a:lnTo>
                <a:lnTo>
                  <a:pt x="2321" y="8658"/>
                </a:lnTo>
                <a:lnTo>
                  <a:pt x="1998" y="8981"/>
                </a:lnTo>
                <a:lnTo>
                  <a:pt x="1675" y="9344"/>
                </a:lnTo>
                <a:lnTo>
                  <a:pt x="1352" y="9707"/>
                </a:lnTo>
                <a:lnTo>
                  <a:pt x="1050" y="10071"/>
                </a:lnTo>
                <a:lnTo>
                  <a:pt x="787" y="10454"/>
                </a:lnTo>
                <a:lnTo>
                  <a:pt x="525" y="10837"/>
                </a:lnTo>
                <a:lnTo>
                  <a:pt x="323" y="11201"/>
                </a:lnTo>
                <a:lnTo>
                  <a:pt x="162" y="11564"/>
                </a:lnTo>
                <a:lnTo>
                  <a:pt x="101" y="11725"/>
                </a:lnTo>
                <a:lnTo>
                  <a:pt x="41" y="11907"/>
                </a:lnTo>
                <a:lnTo>
                  <a:pt x="20" y="12068"/>
                </a:lnTo>
                <a:lnTo>
                  <a:pt x="0" y="12210"/>
                </a:lnTo>
                <a:lnTo>
                  <a:pt x="0" y="12371"/>
                </a:lnTo>
                <a:lnTo>
                  <a:pt x="41" y="12492"/>
                </a:lnTo>
                <a:lnTo>
                  <a:pt x="81" y="12654"/>
                </a:lnTo>
                <a:lnTo>
                  <a:pt x="182" y="12795"/>
                </a:lnTo>
                <a:lnTo>
                  <a:pt x="283" y="12916"/>
                </a:lnTo>
                <a:lnTo>
                  <a:pt x="444" y="13017"/>
                </a:lnTo>
                <a:lnTo>
                  <a:pt x="606" y="13098"/>
                </a:lnTo>
                <a:lnTo>
                  <a:pt x="807" y="13158"/>
                </a:lnTo>
                <a:lnTo>
                  <a:pt x="1050" y="13198"/>
                </a:lnTo>
                <a:lnTo>
                  <a:pt x="1312" y="13219"/>
                </a:lnTo>
                <a:lnTo>
                  <a:pt x="2099" y="13259"/>
                </a:lnTo>
                <a:lnTo>
                  <a:pt x="2886" y="13259"/>
                </a:lnTo>
                <a:lnTo>
                  <a:pt x="3915" y="13239"/>
                </a:lnTo>
                <a:lnTo>
                  <a:pt x="4944" y="13198"/>
                </a:lnTo>
                <a:lnTo>
                  <a:pt x="5973" y="13098"/>
                </a:lnTo>
                <a:lnTo>
                  <a:pt x="6982" y="12976"/>
                </a:lnTo>
                <a:lnTo>
                  <a:pt x="7991" y="12835"/>
                </a:lnTo>
                <a:lnTo>
                  <a:pt x="9000" y="12633"/>
                </a:lnTo>
                <a:lnTo>
                  <a:pt x="10009" y="12411"/>
                </a:lnTo>
                <a:lnTo>
                  <a:pt x="10998" y="12149"/>
                </a:lnTo>
                <a:lnTo>
                  <a:pt x="11422" y="12028"/>
                </a:lnTo>
                <a:lnTo>
                  <a:pt x="11846" y="11887"/>
                </a:lnTo>
                <a:lnTo>
                  <a:pt x="12270" y="11725"/>
                </a:lnTo>
                <a:lnTo>
                  <a:pt x="12673" y="11564"/>
                </a:lnTo>
                <a:lnTo>
                  <a:pt x="13077" y="11362"/>
                </a:lnTo>
                <a:lnTo>
                  <a:pt x="13480" y="11160"/>
                </a:lnTo>
                <a:lnTo>
                  <a:pt x="13844" y="10898"/>
                </a:lnTo>
                <a:lnTo>
                  <a:pt x="14207" y="10615"/>
                </a:lnTo>
                <a:lnTo>
                  <a:pt x="14409" y="10454"/>
                </a:lnTo>
                <a:lnTo>
                  <a:pt x="14590" y="10272"/>
                </a:lnTo>
                <a:lnTo>
                  <a:pt x="14752" y="10071"/>
                </a:lnTo>
                <a:lnTo>
                  <a:pt x="14933" y="9869"/>
                </a:lnTo>
                <a:lnTo>
                  <a:pt x="15095" y="9647"/>
                </a:lnTo>
                <a:lnTo>
                  <a:pt x="15236" y="9405"/>
                </a:lnTo>
                <a:lnTo>
                  <a:pt x="15398" y="9162"/>
                </a:lnTo>
                <a:lnTo>
                  <a:pt x="15519" y="8900"/>
                </a:lnTo>
                <a:lnTo>
                  <a:pt x="15781" y="8355"/>
                </a:lnTo>
                <a:lnTo>
                  <a:pt x="16023" y="7730"/>
                </a:lnTo>
                <a:lnTo>
                  <a:pt x="16225" y="7064"/>
                </a:lnTo>
                <a:lnTo>
                  <a:pt x="16407" y="6337"/>
                </a:lnTo>
                <a:lnTo>
                  <a:pt x="16568" y="5570"/>
                </a:lnTo>
                <a:lnTo>
                  <a:pt x="16669" y="4844"/>
                </a:lnTo>
                <a:lnTo>
                  <a:pt x="16729" y="4178"/>
                </a:lnTo>
                <a:lnTo>
                  <a:pt x="16729" y="3855"/>
                </a:lnTo>
                <a:lnTo>
                  <a:pt x="16729" y="3532"/>
                </a:lnTo>
                <a:lnTo>
                  <a:pt x="16709" y="3250"/>
                </a:lnTo>
                <a:lnTo>
                  <a:pt x="16669" y="2947"/>
                </a:lnTo>
                <a:lnTo>
                  <a:pt x="16628" y="2664"/>
                </a:lnTo>
                <a:lnTo>
                  <a:pt x="16568" y="2382"/>
                </a:lnTo>
                <a:lnTo>
                  <a:pt x="16507" y="2120"/>
                </a:lnTo>
                <a:lnTo>
                  <a:pt x="16427" y="1857"/>
                </a:lnTo>
                <a:lnTo>
                  <a:pt x="16326" y="1615"/>
                </a:lnTo>
                <a:lnTo>
                  <a:pt x="16205" y="1373"/>
                </a:lnTo>
                <a:lnTo>
                  <a:pt x="16063" y="1090"/>
                </a:lnTo>
                <a:lnTo>
                  <a:pt x="15882" y="828"/>
                </a:lnTo>
                <a:lnTo>
                  <a:pt x="15680" y="606"/>
                </a:lnTo>
                <a:lnTo>
                  <a:pt x="15478" y="404"/>
                </a:lnTo>
                <a:lnTo>
                  <a:pt x="15256" y="243"/>
                </a:lnTo>
                <a:lnTo>
                  <a:pt x="15034" y="122"/>
                </a:lnTo>
                <a:lnTo>
                  <a:pt x="14792" y="41"/>
                </a:lnTo>
                <a:lnTo>
                  <a:pt x="14550" y="1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94" name="Google Shape;694;p8"/>
          <p:cNvSpPr/>
          <p:nvPr/>
        </p:nvSpPr>
        <p:spPr>
          <a:xfrm flipH="1">
            <a:off x="1776437" y="222295"/>
            <a:ext cx="653335" cy="572101"/>
          </a:xfrm>
          <a:custGeom>
            <a:rect b="b" l="l" r="r" t="t"/>
            <a:pathLst>
              <a:path extrusionOk="0" h="10233" w="11686">
                <a:moveTo>
                  <a:pt x="10817" y="82"/>
                </a:moveTo>
                <a:lnTo>
                  <a:pt x="10918" y="102"/>
                </a:lnTo>
                <a:lnTo>
                  <a:pt x="10979" y="142"/>
                </a:lnTo>
                <a:lnTo>
                  <a:pt x="11039" y="182"/>
                </a:lnTo>
                <a:lnTo>
                  <a:pt x="11120" y="303"/>
                </a:lnTo>
                <a:lnTo>
                  <a:pt x="11201" y="445"/>
                </a:lnTo>
                <a:lnTo>
                  <a:pt x="11241" y="586"/>
                </a:lnTo>
                <a:lnTo>
                  <a:pt x="11382" y="1191"/>
                </a:lnTo>
                <a:lnTo>
                  <a:pt x="11504" y="1797"/>
                </a:lnTo>
                <a:lnTo>
                  <a:pt x="11564" y="2422"/>
                </a:lnTo>
                <a:lnTo>
                  <a:pt x="11604" y="3028"/>
                </a:lnTo>
                <a:lnTo>
                  <a:pt x="11584" y="3653"/>
                </a:lnTo>
                <a:lnTo>
                  <a:pt x="11544" y="4259"/>
                </a:lnTo>
                <a:lnTo>
                  <a:pt x="11463" y="4884"/>
                </a:lnTo>
                <a:lnTo>
                  <a:pt x="11342" y="5490"/>
                </a:lnTo>
                <a:lnTo>
                  <a:pt x="11241" y="5853"/>
                </a:lnTo>
                <a:lnTo>
                  <a:pt x="11140" y="6176"/>
                </a:lnTo>
                <a:lnTo>
                  <a:pt x="11019" y="6499"/>
                </a:lnTo>
                <a:lnTo>
                  <a:pt x="10878" y="6781"/>
                </a:lnTo>
                <a:lnTo>
                  <a:pt x="10737" y="7044"/>
                </a:lnTo>
                <a:lnTo>
                  <a:pt x="10575" y="7286"/>
                </a:lnTo>
                <a:lnTo>
                  <a:pt x="10414" y="7488"/>
                </a:lnTo>
                <a:lnTo>
                  <a:pt x="10212" y="7669"/>
                </a:lnTo>
                <a:lnTo>
                  <a:pt x="10030" y="7831"/>
                </a:lnTo>
                <a:lnTo>
                  <a:pt x="9849" y="7972"/>
                </a:lnTo>
                <a:lnTo>
                  <a:pt x="9647" y="8093"/>
                </a:lnTo>
                <a:lnTo>
                  <a:pt x="9425" y="8194"/>
                </a:lnTo>
                <a:lnTo>
                  <a:pt x="9001" y="8396"/>
                </a:lnTo>
                <a:lnTo>
                  <a:pt x="8557" y="8557"/>
                </a:lnTo>
                <a:lnTo>
                  <a:pt x="7730" y="8840"/>
                </a:lnTo>
                <a:lnTo>
                  <a:pt x="6862" y="9142"/>
                </a:lnTo>
                <a:lnTo>
                  <a:pt x="5974" y="9405"/>
                </a:lnTo>
                <a:lnTo>
                  <a:pt x="5066" y="9647"/>
                </a:lnTo>
                <a:lnTo>
                  <a:pt x="4158" y="9849"/>
                </a:lnTo>
                <a:lnTo>
                  <a:pt x="3714" y="9950"/>
                </a:lnTo>
                <a:lnTo>
                  <a:pt x="3270" y="10010"/>
                </a:lnTo>
                <a:lnTo>
                  <a:pt x="2806" y="10071"/>
                </a:lnTo>
                <a:lnTo>
                  <a:pt x="2362" y="10111"/>
                </a:lnTo>
                <a:lnTo>
                  <a:pt x="1918" y="10151"/>
                </a:lnTo>
                <a:lnTo>
                  <a:pt x="1252" y="10151"/>
                </a:lnTo>
                <a:lnTo>
                  <a:pt x="1070" y="10131"/>
                </a:lnTo>
                <a:lnTo>
                  <a:pt x="889" y="10071"/>
                </a:lnTo>
                <a:lnTo>
                  <a:pt x="707" y="10010"/>
                </a:lnTo>
                <a:lnTo>
                  <a:pt x="566" y="9950"/>
                </a:lnTo>
                <a:lnTo>
                  <a:pt x="425" y="9849"/>
                </a:lnTo>
                <a:lnTo>
                  <a:pt x="324" y="9748"/>
                </a:lnTo>
                <a:lnTo>
                  <a:pt x="223" y="9627"/>
                </a:lnTo>
                <a:lnTo>
                  <a:pt x="162" y="9526"/>
                </a:lnTo>
                <a:lnTo>
                  <a:pt x="122" y="9405"/>
                </a:lnTo>
                <a:lnTo>
                  <a:pt x="102" y="9284"/>
                </a:lnTo>
                <a:lnTo>
                  <a:pt x="82" y="9163"/>
                </a:lnTo>
                <a:lnTo>
                  <a:pt x="102" y="9021"/>
                </a:lnTo>
                <a:lnTo>
                  <a:pt x="122" y="8880"/>
                </a:lnTo>
                <a:lnTo>
                  <a:pt x="162" y="8739"/>
                </a:lnTo>
                <a:lnTo>
                  <a:pt x="223" y="8577"/>
                </a:lnTo>
                <a:lnTo>
                  <a:pt x="324" y="8416"/>
                </a:lnTo>
                <a:lnTo>
                  <a:pt x="425" y="8234"/>
                </a:lnTo>
                <a:lnTo>
                  <a:pt x="546" y="8073"/>
                </a:lnTo>
                <a:lnTo>
                  <a:pt x="667" y="7911"/>
                </a:lnTo>
                <a:lnTo>
                  <a:pt x="970" y="7589"/>
                </a:lnTo>
                <a:lnTo>
                  <a:pt x="1292" y="7306"/>
                </a:lnTo>
                <a:lnTo>
                  <a:pt x="1615" y="7064"/>
                </a:lnTo>
                <a:lnTo>
                  <a:pt x="1979" y="6822"/>
                </a:lnTo>
                <a:lnTo>
                  <a:pt x="2322" y="6620"/>
                </a:lnTo>
                <a:lnTo>
                  <a:pt x="2645" y="6438"/>
                </a:lnTo>
                <a:lnTo>
                  <a:pt x="3008" y="6257"/>
                </a:lnTo>
                <a:lnTo>
                  <a:pt x="3391" y="6075"/>
                </a:lnTo>
                <a:lnTo>
                  <a:pt x="4138" y="5752"/>
                </a:lnTo>
                <a:lnTo>
                  <a:pt x="5107" y="5328"/>
                </a:lnTo>
                <a:lnTo>
                  <a:pt x="5591" y="5086"/>
                </a:lnTo>
                <a:lnTo>
                  <a:pt x="6055" y="4824"/>
                </a:lnTo>
                <a:lnTo>
                  <a:pt x="6459" y="4582"/>
                </a:lnTo>
                <a:lnTo>
                  <a:pt x="6822" y="4319"/>
                </a:lnTo>
                <a:lnTo>
                  <a:pt x="7185" y="4017"/>
                </a:lnTo>
                <a:lnTo>
                  <a:pt x="7528" y="3714"/>
                </a:lnTo>
                <a:lnTo>
                  <a:pt x="7851" y="3391"/>
                </a:lnTo>
                <a:lnTo>
                  <a:pt x="8174" y="3048"/>
                </a:lnTo>
                <a:lnTo>
                  <a:pt x="8456" y="2685"/>
                </a:lnTo>
                <a:lnTo>
                  <a:pt x="8719" y="2301"/>
                </a:lnTo>
                <a:lnTo>
                  <a:pt x="9021" y="1817"/>
                </a:lnTo>
                <a:lnTo>
                  <a:pt x="9324" y="1353"/>
                </a:lnTo>
                <a:lnTo>
                  <a:pt x="9465" y="1131"/>
                </a:lnTo>
                <a:lnTo>
                  <a:pt x="9647" y="909"/>
                </a:lnTo>
                <a:lnTo>
                  <a:pt x="9808" y="707"/>
                </a:lnTo>
                <a:lnTo>
                  <a:pt x="10010" y="525"/>
                </a:lnTo>
                <a:lnTo>
                  <a:pt x="10212" y="344"/>
                </a:lnTo>
                <a:lnTo>
                  <a:pt x="10434" y="203"/>
                </a:lnTo>
                <a:lnTo>
                  <a:pt x="10575" y="122"/>
                </a:lnTo>
                <a:lnTo>
                  <a:pt x="10696" y="102"/>
                </a:lnTo>
                <a:lnTo>
                  <a:pt x="10817" y="82"/>
                </a:lnTo>
                <a:close/>
                <a:moveTo>
                  <a:pt x="10838" y="1"/>
                </a:moveTo>
                <a:lnTo>
                  <a:pt x="10696" y="21"/>
                </a:lnTo>
                <a:lnTo>
                  <a:pt x="10555" y="61"/>
                </a:lnTo>
                <a:lnTo>
                  <a:pt x="10394" y="122"/>
                </a:lnTo>
                <a:lnTo>
                  <a:pt x="10152" y="283"/>
                </a:lnTo>
                <a:lnTo>
                  <a:pt x="9950" y="445"/>
                </a:lnTo>
                <a:lnTo>
                  <a:pt x="9748" y="647"/>
                </a:lnTo>
                <a:lnTo>
                  <a:pt x="9586" y="848"/>
                </a:lnTo>
                <a:lnTo>
                  <a:pt x="9405" y="1070"/>
                </a:lnTo>
                <a:lnTo>
                  <a:pt x="9264" y="1312"/>
                </a:lnTo>
                <a:lnTo>
                  <a:pt x="8961" y="1777"/>
                </a:lnTo>
                <a:lnTo>
                  <a:pt x="8658" y="2261"/>
                </a:lnTo>
                <a:lnTo>
                  <a:pt x="8396" y="2624"/>
                </a:lnTo>
                <a:lnTo>
                  <a:pt x="8113" y="2987"/>
                </a:lnTo>
                <a:lnTo>
                  <a:pt x="7790" y="3331"/>
                </a:lnTo>
                <a:lnTo>
                  <a:pt x="7468" y="3653"/>
                </a:lnTo>
                <a:lnTo>
                  <a:pt x="7145" y="3956"/>
                </a:lnTo>
                <a:lnTo>
                  <a:pt x="6781" y="4239"/>
                </a:lnTo>
                <a:lnTo>
                  <a:pt x="6398" y="4521"/>
                </a:lnTo>
                <a:lnTo>
                  <a:pt x="6015" y="4763"/>
                </a:lnTo>
                <a:lnTo>
                  <a:pt x="5550" y="5026"/>
                </a:lnTo>
                <a:lnTo>
                  <a:pt x="5066" y="5248"/>
                </a:lnTo>
                <a:lnTo>
                  <a:pt x="4097" y="5692"/>
                </a:lnTo>
                <a:lnTo>
                  <a:pt x="3351" y="6014"/>
                </a:lnTo>
                <a:lnTo>
                  <a:pt x="2988" y="6176"/>
                </a:lnTo>
                <a:lnTo>
                  <a:pt x="2604" y="6358"/>
                </a:lnTo>
                <a:lnTo>
                  <a:pt x="2281" y="6539"/>
                </a:lnTo>
                <a:lnTo>
                  <a:pt x="1918" y="6761"/>
                </a:lnTo>
                <a:lnTo>
                  <a:pt x="1575" y="7003"/>
                </a:lnTo>
                <a:lnTo>
                  <a:pt x="1232" y="7266"/>
                </a:lnTo>
                <a:lnTo>
                  <a:pt x="909" y="7548"/>
                </a:lnTo>
                <a:lnTo>
                  <a:pt x="606" y="7851"/>
                </a:lnTo>
                <a:lnTo>
                  <a:pt x="485" y="8012"/>
                </a:lnTo>
                <a:lnTo>
                  <a:pt x="364" y="8194"/>
                </a:lnTo>
                <a:lnTo>
                  <a:pt x="243" y="8376"/>
                </a:lnTo>
                <a:lnTo>
                  <a:pt x="162" y="8557"/>
                </a:lnTo>
                <a:lnTo>
                  <a:pt x="102" y="8719"/>
                </a:lnTo>
                <a:lnTo>
                  <a:pt x="41" y="8860"/>
                </a:lnTo>
                <a:lnTo>
                  <a:pt x="21" y="9021"/>
                </a:lnTo>
                <a:lnTo>
                  <a:pt x="1" y="9163"/>
                </a:lnTo>
                <a:lnTo>
                  <a:pt x="21" y="9304"/>
                </a:lnTo>
                <a:lnTo>
                  <a:pt x="41" y="9425"/>
                </a:lnTo>
                <a:lnTo>
                  <a:pt x="102" y="9546"/>
                </a:lnTo>
                <a:lnTo>
                  <a:pt x="162" y="9667"/>
                </a:lnTo>
                <a:lnTo>
                  <a:pt x="263" y="9808"/>
                </a:lnTo>
                <a:lnTo>
                  <a:pt x="384" y="9909"/>
                </a:lnTo>
                <a:lnTo>
                  <a:pt x="526" y="10010"/>
                </a:lnTo>
                <a:lnTo>
                  <a:pt x="687" y="10091"/>
                </a:lnTo>
                <a:lnTo>
                  <a:pt x="849" y="10151"/>
                </a:lnTo>
                <a:lnTo>
                  <a:pt x="1050" y="10192"/>
                </a:lnTo>
                <a:lnTo>
                  <a:pt x="1252" y="10232"/>
                </a:lnTo>
                <a:lnTo>
                  <a:pt x="1918" y="10232"/>
                </a:lnTo>
                <a:lnTo>
                  <a:pt x="2362" y="10192"/>
                </a:lnTo>
                <a:lnTo>
                  <a:pt x="2826" y="10151"/>
                </a:lnTo>
                <a:lnTo>
                  <a:pt x="3270" y="10091"/>
                </a:lnTo>
                <a:lnTo>
                  <a:pt x="3734" y="10030"/>
                </a:lnTo>
                <a:lnTo>
                  <a:pt x="4178" y="9929"/>
                </a:lnTo>
                <a:lnTo>
                  <a:pt x="5086" y="9728"/>
                </a:lnTo>
                <a:lnTo>
                  <a:pt x="5994" y="9485"/>
                </a:lnTo>
                <a:lnTo>
                  <a:pt x="6882" y="9223"/>
                </a:lnTo>
                <a:lnTo>
                  <a:pt x="7750" y="8920"/>
                </a:lnTo>
                <a:lnTo>
                  <a:pt x="8577" y="8638"/>
                </a:lnTo>
                <a:lnTo>
                  <a:pt x="9021" y="8456"/>
                </a:lnTo>
                <a:lnTo>
                  <a:pt x="9465" y="8275"/>
                </a:lnTo>
                <a:lnTo>
                  <a:pt x="9687" y="8154"/>
                </a:lnTo>
                <a:lnTo>
                  <a:pt x="9889" y="8032"/>
                </a:lnTo>
                <a:lnTo>
                  <a:pt x="10091" y="7891"/>
                </a:lnTo>
                <a:lnTo>
                  <a:pt x="10273" y="7730"/>
                </a:lnTo>
                <a:lnTo>
                  <a:pt x="10474" y="7548"/>
                </a:lnTo>
                <a:lnTo>
                  <a:pt x="10636" y="7326"/>
                </a:lnTo>
                <a:lnTo>
                  <a:pt x="10817" y="7084"/>
                </a:lnTo>
                <a:lnTo>
                  <a:pt x="10959" y="6822"/>
                </a:lnTo>
                <a:lnTo>
                  <a:pt x="11100" y="6539"/>
                </a:lnTo>
                <a:lnTo>
                  <a:pt x="11221" y="6216"/>
                </a:lnTo>
                <a:lnTo>
                  <a:pt x="11322" y="5873"/>
                </a:lnTo>
                <a:lnTo>
                  <a:pt x="11423" y="5510"/>
                </a:lnTo>
                <a:lnTo>
                  <a:pt x="11544" y="4884"/>
                </a:lnTo>
                <a:lnTo>
                  <a:pt x="11625" y="4279"/>
                </a:lnTo>
                <a:lnTo>
                  <a:pt x="11665" y="3653"/>
                </a:lnTo>
                <a:lnTo>
                  <a:pt x="11685" y="3028"/>
                </a:lnTo>
                <a:lnTo>
                  <a:pt x="11645" y="2402"/>
                </a:lnTo>
                <a:lnTo>
                  <a:pt x="11584" y="1797"/>
                </a:lnTo>
                <a:lnTo>
                  <a:pt x="11463" y="1171"/>
                </a:lnTo>
                <a:lnTo>
                  <a:pt x="11322" y="566"/>
                </a:lnTo>
                <a:lnTo>
                  <a:pt x="11261" y="404"/>
                </a:lnTo>
                <a:lnTo>
                  <a:pt x="11201" y="263"/>
                </a:lnTo>
                <a:lnTo>
                  <a:pt x="11140" y="182"/>
                </a:lnTo>
                <a:lnTo>
                  <a:pt x="11100" y="122"/>
                </a:lnTo>
                <a:lnTo>
                  <a:pt x="11019" y="82"/>
                </a:lnTo>
                <a:lnTo>
                  <a:pt x="10959" y="41"/>
                </a:lnTo>
                <a:lnTo>
                  <a:pt x="10838" y="1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95" name="Google Shape;695;p8"/>
          <p:cNvSpPr/>
          <p:nvPr/>
        </p:nvSpPr>
        <p:spPr>
          <a:xfrm flipH="1">
            <a:off x="1773752" y="691105"/>
            <a:ext cx="100466" cy="101640"/>
          </a:xfrm>
          <a:custGeom>
            <a:rect b="b" l="l" r="r" t="t"/>
            <a:pathLst>
              <a:path extrusionOk="0" h="1818" w="1797">
                <a:moveTo>
                  <a:pt x="908" y="1"/>
                </a:moveTo>
                <a:lnTo>
                  <a:pt x="727" y="21"/>
                </a:lnTo>
                <a:lnTo>
                  <a:pt x="545" y="82"/>
                </a:lnTo>
                <a:lnTo>
                  <a:pt x="404" y="162"/>
                </a:lnTo>
                <a:lnTo>
                  <a:pt x="262" y="263"/>
                </a:lnTo>
                <a:lnTo>
                  <a:pt x="162" y="405"/>
                </a:lnTo>
                <a:lnTo>
                  <a:pt x="61" y="566"/>
                </a:lnTo>
                <a:lnTo>
                  <a:pt x="20" y="727"/>
                </a:lnTo>
                <a:lnTo>
                  <a:pt x="0" y="909"/>
                </a:lnTo>
                <a:lnTo>
                  <a:pt x="20" y="1091"/>
                </a:lnTo>
                <a:lnTo>
                  <a:pt x="61" y="1252"/>
                </a:lnTo>
                <a:lnTo>
                  <a:pt x="162" y="1414"/>
                </a:lnTo>
                <a:lnTo>
                  <a:pt x="262" y="1535"/>
                </a:lnTo>
                <a:lnTo>
                  <a:pt x="404" y="1656"/>
                </a:lnTo>
                <a:lnTo>
                  <a:pt x="545" y="1736"/>
                </a:lnTo>
                <a:lnTo>
                  <a:pt x="727" y="1797"/>
                </a:lnTo>
                <a:lnTo>
                  <a:pt x="908" y="1817"/>
                </a:lnTo>
                <a:lnTo>
                  <a:pt x="1090" y="1797"/>
                </a:lnTo>
                <a:lnTo>
                  <a:pt x="1251" y="1736"/>
                </a:lnTo>
                <a:lnTo>
                  <a:pt x="1413" y="1656"/>
                </a:lnTo>
                <a:lnTo>
                  <a:pt x="1534" y="1535"/>
                </a:lnTo>
                <a:lnTo>
                  <a:pt x="1655" y="1414"/>
                </a:lnTo>
                <a:lnTo>
                  <a:pt x="1736" y="1252"/>
                </a:lnTo>
                <a:lnTo>
                  <a:pt x="1776" y="1091"/>
                </a:lnTo>
                <a:lnTo>
                  <a:pt x="1796" y="909"/>
                </a:lnTo>
                <a:lnTo>
                  <a:pt x="1776" y="727"/>
                </a:lnTo>
                <a:lnTo>
                  <a:pt x="1736" y="566"/>
                </a:lnTo>
                <a:lnTo>
                  <a:pt x="1655" y="405"/>
                </a:lnTo>
                <a:lnTo>
                  <a:pt x="1534" y="263"/>
                </a:lnTo>
                <a:lnTo>
                  <a:pt x="1413" y="162"/>
                </a:lnTo>
                <a:lnTo>
                  <a:pt x="1251" y="82"/>
                </a:lnTo>
                <a:lnTo>
                  <a:pt x="1090" y="21"/>
                </a:lnTo>
                <a:lnTo>
                  <a:pt x="908" y="1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96" name="Google Shape;696;p8"/>
          <p:cNvSpPr/>
          <p:nvPr/>
        </p:nvSpPr>
        <p:spPr>
          <a:xfrm flipH="1">
            <a:off x="2058760" y="4153092"/>
            <a:ext cx="100466" cy="101640"/>
          </a:xfrm>
          <a:custGeom>
            <a:rect b="b" l="l" r="r" t="t"/>
            <a:pathLst>
              <a:path extrusionOk="0" h="1818" w="1797">
                <a:moveTo>
                  <a:pt x="908" y="1"/>
                </a:moveTo>
                <a:lnTo>
                  <a:pt x="727" y="21"/>
                </a:lnTo>
                <a:lnTo>
                  <a:pt x="545" y="82"/>
                </a:lnTo>
                <a:lnTo>
                  <a:pt x="404" y="162"/>
                </a:lnTo>
                <a:lnTo>
                  <a:pt x="262" y="263"/>
                </a:lnTo>
                <a:lnTo>
                  <a:pt x="162" y="405"/>
                </a:lnTo>
                <a:lnTo>
                  <a:pt x="61" y="566"/>
                </a:lnTo>
                <a:lnTo>
                  <a:pt x="20" y="727"/>
                </a:lnTo>
                <a:lnTo>
                  <a:pt x="0" y="909"/>
                </a:lnTo>
                <a:lnTo>
                  <a:pt x="20" y="1091"/>
                </a:lnTo>
                <a:lnTo>
                  <a:pt x="61" y="1252"/>
                </a:lnTo>
                <a:lnTo>
                  <a:pt x="162" y="1414"/>
                </a:lnTo>
                <a:lnTo>
                  <a:pt x="262" y="1535"/>
                </a:lnTo>
                <a:lnTo>
                  <a:pt x="404" y="1656"/>
                </a:lnTo>
                <a:lnTo>
                  <a:pt x="545" y="1736"/>
                </a:lnTo>
                <a:lnTo>
                  <a:pt x="727" y="1797"/>
                </a:lnTo>
                <a:lnTo>
                  <a:pt x="908" y="1817"/>
                </a:lnTo>
                <a:lnTo>
                  <a:pt x="1090" y="1797"/>
                </a:lnTo>
                <a:lnTo>
                  <a:pt x="1251" y="1736"/>
                </a:lnTo>
                <a:lnTo>
                  <a:pt x="1413" y="1656"/>
                </a:lnTo>
                <a:lnTo>
                  <a:pt x="1534" y="1535"/>
                </a:lnTo>
                <a:lnTo>
                  <a:pt x="1655" y="1414"/>
                </a:lnTo>
                <a:lnTo>
                  <a:pt x="1736" y="1252"/>
                </a:lnTo>
                <a:lnTo>
                  <a:pt x="1776" y="1091"/>
                </a:lnTo>
                <a:lnTo>
                  <a:pt x="1796" y="909"/>
                </a:lnTo>
                <a:lnTo>
                  <a:pt x="1776" y="727"/>
                </a:lnTo>
                <a:lnTo>
                  <a:pt x="1736" y="566"/>
                </a:lnTo>
                <a:lnTo>
                  <a:pt x="1655" y="405"/>
                </a:lnTo>
                <a:lnTo>
                  <a:pt x="1534" y="263"/>
                </a:lnTo>
                <a:lnTo>
                  <a:pt x="1413" y="162"/>
                </a:lnTo>
                <a:lnTo>
                  <a:pt x="1251" y="82"/>
                </a:lnTo>
                <a:lnTo>
                  <a:pt x="1090" y="21"/>
                </a:lnTo>
                <a:lnTo>
                  <a:pt x="908" y="1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97" name="Google Shape;697;p8"/>
          <p:cNvSpPr/>
          <p:nvPr/>
        </p:nvSpPr>
        <p:spPr>
          <a:xfrm flipH="1">
            <a:off x="2058760" y="4964902"/>
            <a:ext cx="100466" cy="101640"/>
          </a:xfrm>
          <a:custGeom>
            <a:rect b="b" l="l" r="r" t="t"/>
            <a:pathLst>
              <a:path extrusionOk="0" h="1818" w="1797">
                <a:moveTo>
                  <a:pt x="908" y="1"/>
                </a:moveTo>
                <a:lnTo>
                  <a:pt x="727" y="21"/>
                </a:lnTo>
                <a:lnTo>
                  <a:pt x="545" y="82"/>
                </a:lnTo>
                <a:lnTo>
                  <a:pt x="404" y="162"/>
                </a:lnTo>
                <a:lnTo>
                  <a:pt x="262" y="263"/>
                </a:lnTo>
                <a:lnTo>
                  <a:pt x="162" y="405"/>
                </a:lnTo>
                <a:lnTo>
                  <a:pt x="61" y="566"/>
                </a:lnTo>
                <a:lnTo>
                  <a:pt x="20" y="727"/>
                </a:lnTo>
                <a:lnTo>
                  <a:pt x="0" y="909"/>
                </a:lnTo>
                <a:lnTo>
                  <a:pt x="20" y="1091"/>
                </a:lnTo>
                <a:lnTo>
                  <a:pt x="61" y="1252"/>
                </a:lnTo>
                <a:lnTo>
                  <a:pt x="162" y="1414"/>
                </a:lnTo>
                <a:lnTo>
                  <a:pt x="262" y="1535"/>
                </a:lnTo>
                <a:lnTo>
                  <a:pt x="404" y="1656"/>
                </a:lnTo>
                <a:lnTo>
                  <a:pt x="545" y="1736"/>
                </a:lnTo>
                <a:lnTo>
                  <a:pt x="727" y="1797"/>
                </a:lnTo>
                <a:lnTo>
                  <a:pt x="908" y="1817"/>
                </a:lnTo>
                <a:lnTo>
                  <a:pt x="1090" y="1797"/>
                </a:lnTo>
                <a:lnTo>
                  <a:pt x="1251" y="1736"/>
                </a:lnTo>
                <a:lnTo>
                  <a:pt x="1413" y="1656"/>
                </a:lnTo>
                <a:lnTo>
                  <a:pt x="1534" y="1535"/>
                </a:lnTo>
                <a:lnTo>
                  <a:pt x="1655" y="1414"/>
                </a:lnTo>
                <a:lnTo>
                  <a:pt x="1736" y="1252"/>
                </a:lnTo>
                <a:lnTo>
                  <a:pt x="1776" y="1091"/>
                </a:lnTo>
                <a:lnTo>
                  <a:pt x="1796" y="909"/>
                </a:lnTo>
                <a:lnTo>
                  <a:pt x="1776" y="727"/>
                </a:lnTo>
                <a:lnTo>
                  <a:pt x="1736" y="566"/>
                </a:lnTo>
                <a:lnTo>
                  <a:pt x="1655" y="405"/>
                </a:lnTo>
                <a:lnTo>
                  <a:pt x="1534" y="263"/>
                </a:lnTo>
                <a:lnTo>
                  <a:pt x="1413" y="162"/>
                </a:lnTo>
                <a:lnTo>
                  <a:pt x="1251" y="82"/>
                </a:lnTo>
                <a:lnTo>
                  <a:pt x="1090" y="21"/>
                </a:lnTo>
                <a:lnTo>
                  <a:pt x="908" y="1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698" name="Shape 6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9" name="Google Shape;699;p9"/>
          <p:cNvSpPr txBox="1"/>
          <p:nvPr>
            <p:ph type="title"/>
          </p:nvPr>
        </p:nvSpPr>
        <p:spPr>
          <a:xfrm>
            <a:off x="2148900" y="2510023"/>
            <a:ext cx="4846200" cy="411600"/>
          </a:xfrm>
          <a:prstGeom prst="rect">
            <a:avLst/>
          </a:prstGeom>
          <a:effectLst>
            <a:outerShdw rotWithShape="0" algn="bl" dir="5400000" dist="19050">
              <a:schemeClr val="lt1"/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None/>
              <a:defRPr sz="45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700" name="Google Shape;700;p9"/>
          <p:cNvSpPr txBox="1"/>
          <p:nvPr>
            <p:ph idx="1" type="subTitle"/>
          </p:nvPr>
        </p:nvSpPr>
        <p:spPr>
          <a:xfrm>
            <a:off x="2148900" y="3077090"/>
            <a:ext cx="4846200" cy="731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1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701" name="Google Shape;701;p9"/>
          <p:cNvSpPr/>
          <p:nvPr/>
        </p:nvSpPr>
        <p:spPr>
          <a:xfrm flipH="1">
            <a:off x="8430775" y="0"/>
            <a:ext cx="7131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02" name="Google Shape;702;p9"/>
          <p:cNvSpPr/>
          <p:nvPr/>
        </p:nvSpPr>
        <p:spPr>
          <a:xfrm flipH="1">
            <a:off x="125" y="0"/>
            <a:ext cx="7131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03" name="Google Shape;703;p9"/>
          <p:cNvSpPr/>
          <p:nvPr/>
        </p:nvSpPr>
        <p:spPr>
          <a:xfrm>
            <a:off x="440572" y="562503"/>
            <a:ext cx="429300" cy="4293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04" name="Google Shape;704;p9"/>
          <p:cNvSpPr/>
          <p:nvPr/>
        </p:nvSpPr>
        <p:spPr>
          <a:xfrm flipH="1">
            <a:off x="-1430458" y="228606"/>
            <a:ext cx="2383952" cy="1642730"/>
          </a:xfrm>
          <a:custGeom>
            <a:rect b="b" l="l" r="r" t="t"/>
            <a:pathLst>
              <a:path extrusionOk="0" h="29383" w="42641">
                <a:moveTo>
                  <a:pt x="9364" y="81"/>
                </a:moveTo>
                <a:lnTo>
                  <a:pt x="10796" y="141"/>
                </a:lnTo>
                <a:lnTo>
                  <a:pt x="12209" y="222"/>
                </a:lnTo>
                <a:lnTo>
                  <a:pt x="13642" y="363"/>
                </a:lnTo>
                <a:lnTo>
                  <a:pt x="15054" y="505"/>
                </a:lnTo>
                <a:lnTo>
                  <a:pt x="16467" y="706"/>
                </a:lnTo>
                <a:lnTo>
                  <a:pt x="17880" y="928"/>
                </a:lnTo>
                <a:lnTo>
                  <a:pt x="19292" y="1191"/>
                </a:lnTo>
                <a:lnTo>
                  <a:pt x="20685" y="1494"/>
                </a:lnTo>
                <a:lnTo>
                  <a:pt x="22077" y="1816"/>
                </a:lnTo>
                <a:lnTo>
                  <a:pt x="23469" y="2180"/>
                </a:lnTo>
                <a:lnTo>
                  <a:pt x="24842" y="2563"/>
                </a:lnTo>
                <a:lnTo>
                  <a:pt x="26194" y="2987"/>
                </a:lnTo>
                <a:lnTo>
                  <a:pt x="27546" y="3451"/>
                </a:lnTo>
                <a:lnTo>
                  <a:pt x="28878" y="3935"/>
                </a:lnTo>
                <a:lnTo>
                  <a:pt x="30210" y="4460"/>
                </a:lnTo>
                <a:lnTo>
                  <a:pt x="31340" y="4944"/>
                </a:lnTo>
                <a:lnTo>
                  <a:pt x="32409" y="5429"/>
                </a:lnTo>
                <a:lnTo>
                  <a:pt x="33418" y="5933"/>
                </a:lnTo>
                <a:lnTo>
                  <a:pt x="34346" y="6438"/>
                </a:lnTo>
                <a:lnTo>
                  <a:pt x="35234" y="6962"/>
                </a:lnTo>
                <a:lnTo>
                  <a:pt x="36062" y="7487"/>
                </a:lnTo>
                <a:lnTo>
                  <a:pt x="36829" y="8032"/>
                </a:lnTo>
                <a:lnTo>
                  <a:pt x="37555" y="8597"/>
                </a:lnTo>
                <a:lnTo>
                  <a:pt x="37979" y="8960"/>
                </a:lnTo>
                <a:lnTo>
                  <a:pt x="38403" y="9344"/>
                </a:lnTo>
                <a:lnTo>
                  <a:pt x="38806" y="9727"/>
                </a:lnTo>
                <a:lnTo>
                  <a:pt x="39190" y="10131"/>
                </a:lnTo>
                <a:lnTo>
                  <a:pt x="39573" y="10534"/>
                </a:lnTo>
                <a:lnTo>
                  <a:pt x="39916" y="10938"/>
                </a:lnTo>
                <a:lnTo>
                  <a:pt x="40239" y="11362"/>
                </a:lnTo>
                <a:lnTo>
                  <a:pt x="40562" y="11785"/>
                </a:lnTo>
                <a:lnTo>
                  <a:pt x="40844" y="12209"/>
                </a:lnTo>
                <a:lnTo>
                  <a:pt x="41127" y="12653"/>
                </a:lnTo>
                <a:lnTo>
                  <a:pt x="41369" y="13097"/>
                </a:lnTo>
                <a:lnTo>
                  <a:pt x="41611" y="13541"/>
                </a:lnTo>
                <a:lnTo>
                  <a:pt x="41813" y="14005"/>
                </a:lnTo>
                <a:lnTo>
                  <a:pt x="42015" y="14469"/>
                </a:lnTo>
                <a:lnTo>
                  <a:pt x="42176" y="14913"/>
                </a:lnTo>
                <a:lnTo>
                  <a:pt x="42338" y="15398"/>
                </a:lnTo>
                <a:lnTo>
                  <a:pt x="42459" y="15862"/>
                </a:lnTo>
                <a:lnTo>
                  <a:pt x="42499" y="16104"/>
                </a:lnTo>
                <a:lnTo>
                  <a:pt x="42540" y="16366"/>
                </a:lnTo>
                <a:lnTo>
                  <a:pt x="42560" y="16608"/>
                </a:lnTo>
                <a:lnTo>
                  <a:pt x="42560" y="16851"/>
                </a:lnTo>
                <a:lnTo>
                  <a:pt x="42540" y="17113"/>
                </a:lnTo>
                <a:lnTo>
                  <a:pt x="42519" y="17355"/>
                </a:lnTo>
                <a:lnTo>
                  <a:pt x="42479" y="17577"/>
                </a:lnTo>
                <a:lnTo>
                  <a:pt x="42418" y="17799"/>
                </a:lnTo>
                <a:lnTo>
                  <a:pt x="42338" y="18021"/>
                </a:lnTo>
                <a:lnTo>
                  <a:pt x="42217" y="18223"/>
                </a:lnTo>
                <a:lnTo>
                  <a:pt x="42096" y="18404"/>
                </a:lnTo>
                <a:lnTo>
                  <a:pt x="41954" y="18566"/>
                </a:lnTo>
                <a:lnTo>
                  <a:pt x="41773" y="18707"/>
                </a:lnTo>
                <a:lnTo>
                  <a:pt x="41571" y="18848"/>
                </a:lnTo>
                <a:lnTo>
                  <a:pt x="41409" y="18909"/>
                </a:lnTo>
                <a:lnTo>
                  <a:pt x="41228" y="18969"/>
                </a:lnTo>
                <a:lnTo>
                  <a:pt x="41046" y="19010"/>
                </a:lnTo>
                <a:lnTo>
                  <a:pt x="40865" y="19050"/>
                </a:lnTo>
                <a:lnTo>
                  <a:pt x="40461" y="19070"/>
                </a:lnTo>
                <a:lnTo>
                  <a:pt x="40057" y="19070"/>
                </a:lnTo>
                <a:lnTo>
                  <a:pt x="38948" y="19050"/>
                </a:lnTo>
                <a:lnTo>
                  <a:pt x="37838" y="19010"/>
                </a:lnTo>
                <a:lnTo>
                  <a:pt x="35618" y="18909"/>
                </a:lnTo>
                <a:lnTo>
                  <a:pt x="33398" y="18788"/>
                </a:lnTo>
                <a:lnTo>
                  <a:pt x="31198" y="18626"/>
                </a:lnTo>
                <a:lnTo>
                  <a:pt x="28918" y="18485"/>
                </a:lnTo>
                <a:lnTo>
                  <a:pt x="26597" y="18344"/>
                </a:lnTo>
                <a:lnTo>
                  <a:pt x="24277" y="18243"/>
                </a:lnTo>
                <a:lnTo>
                  <a:pt x="23126" y="18223"/>
                </a:lnTo>
                <a:lnTo>
                  <a:pt x="21956" y="18203"/>
                </a:lnTo>
                <a:lnTo>
                  <a:pt x="20806" y="18182"/>
                </a:lnTo>
                <a:lnTo>
                  <a:pt x="19635" y="18203"/>
                </a:lnTo>
                <a:lnTo>
                  <a:pt x="18465" y="18243"/>
                </a:lnTo>
                <a:lnTo>
                  <a:pt x="17315" y="18304"/>
                </a:lnTo>
                <a:lnTo>
                  <a:pt x="16164" y="18384"/>
                </a:lnTo>
                <a:lnTo>
                  <a:pt x="14994" y="18485"/>
                </a:lnTo>
                <a:lnTo>
                  <a:pt x="13844" y="18626"/>
                </a:lnTo>
                <a:lnTo>
                  <a:pt x="12693" y="18788"/>
                </a:lnTo>
                <a:lnTo>
                  <a:pt x="12007" y="18909"/>
                </a:lnTo>
                <a:lnTo>
                  <a:pt x="11321" y="19050"/>
                </a:lnTo>
                <a:lnTo>
                  <a:pt x="10615" y="19232"/>
                </a:lnTo>
                <a:lnTo>
                  <a:pt x="10272" y="19333"/>
                </a:lnTo>
                <a:lnTo>
                  <a:pt x="9929" y="19454"/>
                </a:lnTo>
                <a:lnTo>
                  <a:pt x="9586" y="19595"/>
                </a:lnTo>
                <a:lnTo>
                  <a:pt x="9263" y="19736"/>
                </a:lnTo>
                <a:lnTo>
                  <a:pt x="8940" y="19898"/>
                </a:lnTo>
                <a:lnTo>
                  <a:pt x="8617" y="20059"/>
                </a:lnTo>
                <a:lnTo>
                  <a:pt x="8314" y="20261"/>
                </a:lnTo>
                <a:lnTo>
                  <a:pt x="8032" y="20463"/>
                </a:lnTo>
                <a:lnTo>
                  <a:pt x="7749" y="20705"/>
                </a:lnTo>
                <a:lnTo>
                  <a:pt x="7487" y="20947"/>
                </a:lnTo>
                <a:lnTo>
                  <a:pt x="7245" y="21230"/>
                </a:lnTo>
                <a:lnTo>
                  <a:pt x="7003" y="21512"/>
                </a:lnTo>
                <a:lnTo>
                  <a:pt x="6801" y="21815"/>
                </a:lnTo>
                <a:lnTo>
                  <a:pt x="6619" y="22118"/>
                </a:lnTo>
                <a:lnTo>
                  <a:pt x="6458" y="22440"/>
                </a:lnTo>
                <a:lnTo>
                  <a:pt x="6316" y="22763"/>
                </a:lnTo>
                <a:lnTo>
                  <a:pt x="6195" y="23086"/>
                </a:lnTo>
                <a:lnTo>
                  <a:pt x="6094" y="23429"/>
                </a:lnTo>
                <a:lnTo>
                  <a:pt x="5994" y="23752"/>
                </a:lnTo>
                <a:lnTo>
                  <a:pt x="5913" y="24075"/>
                </a:lnTo>
                <a:lnTo>
                  <a:pt x="5792" y="24701"/>
                </a:lnTo>
                <a:lnTo>
                  <a:pt x="5711" y="25306"/>
                </a:lnTo>
                <a:lnTo>
                  <a:pt x="5650" y="25871"/>
                </a:lnTo>
                <a:lnTo>
                  <a:pt x="5650" y="26154"/>
                </a:lnTo>
                <a:lnTo>
                  <a:pt x="5650" y="26497"/>
                </a:lnTo>
                <a:lnTo>
                  <a:pt x="5650" y="27243"/>
                </a:lnTo>
                <a:lnTo>
                  <a:pt x="5630" y="27627"/>
                </a:lnTo>
                <a:lnTo>
                  <a:pt x="5610" y="28010"/>
                </a:lnTo>
                <a:lnTo>
                  <a:pt x="5529" y="28373"/>
                </a:lnTo>
                <a:lnTo>
                  <a:pt x="5489" y="28555"/>
                </a:lnTo>
                <a:lnTo>
                  <a:pt x="5428" y="28696"/>
                </a:lnTo>
                <a:lnTo>
                  <a:pt x="5368" y="28838"/>
                </a:lnTo>
                <a:lnTo>
                  <a:pt x="5287" y="28979"/>
                </a:lnTo>
                <a:lnTo>
                  <a:pt x="5206" y="29080"/>
                </a:lnTo>
                <a:lnTo>
                  <a:pt x="5106" y="29181"/>
                </a:lnTo>
                <a:lnTo>
                  <a:pt x="5005" y="29221"/>
                </a:lnTo>
                <a:lnTo>
                  <a:pt x="4904" y="29261"/>
                </a:lnTo>
                <a:lnTo>
                  <a:pt x="4803" y="29281"/>
                </a:lnTo>
                <a:lnTo>
                  <a:pt x="4702" y="29302"/>
                </a:lnTo>
                <a:lnTo>
                  <a:pt x="4581" y="29302"/>
                </a:lnTo>
                <a:lnTo>
                  <a:pt x="4440" y="29281"/>
                </a:lnTo>
                <a:lnTo>
                  <a:pt x="4177" y="29201"/>
                </a:lnTo>
                <a:lnTo>
                  <a:pt x="3955" y="29100"/>
                </a:lnTo>
                <a:lnTo>
                  <a:pt x="3774" y="28959"/>
                </a:lnTo>
                <a:lnTo>
                  <a:pt x="3592" y="28797"/>
                </a:lnTo>
                <a:lnTo>
                  <a:pt x="3451" y="28616"/>
                </a:lnTo>
                <a:lnTo>
                  <a:pt x="3310" y="28414"/>
                </a:lnTo>
                <a:lnTo>
                  <a:pt x="3188" y="28192"/>
                </a:lnTo>
                <a:lnTo>
                  <a:pt x="2946" y="27728"/>
                </a:lnTo>
                <a:lnTo>
                  <a:pt x="2523" y="26678"/>
                </a:lnTo>
                <a:lnTo>
                  <a:pt x="2119" y="25629"/>
                </a:lnTo>
                <a:lnTo>
                  <a:pt x="1756" y="24539"/>
                </a:lnTo>
                <a:lnTo>
                  <a:pt x="1433" y="23429"/>
                </a:lnTo>
                <a:lnTo>
                  <a:pt x="1130" y="22279"/>
                </a:lnTo>
                <a:lnTo>
                  <a:pt x="868" y="21129"/>
                </a:lnTo>
                <a:lnTo>
                  <a:pt x="646" y="19938"/>
                </a:lnTo>
                <a:lnTo>
                  <a:pt x="464" y="18707"/>
                </a:lnTo>
                <a:lnTo>
                  <a:pt x="323" y="17476"/>
                </a:lnTo>
                <a:lnTo>
                  <a:pt x="202" y="16205"/>
                </a:lnTo>
                <a:lnTo>
                  <a:pt x="141" y="14913"/>
                </a:lnTo>
                <a:lnTo>
                  <a:pt x="101" y="13602"/>
                </a:lnTo>
                <a:lnTo>
                  <a:pt x="81" y="12250"/>
                </a:lnTo>
                <a:lnTo>
                  <a:pt x="121" y="10897"/>
                </a:lnTo>
                <a:lnTo>
                  <a:pt x="202" y="9505"/>
                </a:lnTo>
                <a:lnTo>
                  <a:pt x="303" y="8092"/>
                </a:lnTo>
                <a:lnTo>
                  <a:pt x="404" y="7144"/>
                </a:lnTo>
                <a:lnTo>
                  <a:pt x="464" y="6639"/>
                </a:lnTo>
                <a:lnTo>
                  <a:pt x="545" y="6135"/>
                </a:lnTo>
                <a:lnTo>
                  <a:pt x="646" y="5630"/>
                </a:lnTo>
                <a:lnTo>
                  <a:pt x="767" y="5106"/>
                </a:lnTo>
                <a:lnTo>
                  <a:pt x="928" y="4601"/>
                </a:lnTo>
                <a:lnTo>
                  <a:pt x="1090" y="4097"/>
                </a:lnTo>
                <a:lnTo>
                  <a:pt x="1292" y="3612"/>
                </a:lnTo>
                <a:lnTo>
                  <a:pt x="1514" y="3128"/>
                </a:lnTo>
                <a:lnTo>
                  <a:pt x="1776" y="2684"/>
                </a:lnTo>
                <a:lnTo>
                  <a:pt x="2058" y="2240"/>
                </a:lnTo>
                <a:lnTo>
                  <a:pt x="2220" y="2038"/>
                </a:lnTo>
                <a:lnTo>
                  <a:pt x="2381" y="1837"/>
                </a:lnTo>
                <a:lnTo>
                  <a:pt x="2563" y="1655"/>
                </a:lnTo>
                <a:lnTo>
                  <a:pt x="2765" y="1473"/>
                </a:lnTo>
                <a:lnTo>
                  <a:pt x="2967" y="1312"/>
                </a:lnTo>
                <a:lnTo>
                  <a:pt x="3168" y="1150"/>
                </a:lnTo>
                <a:lnTo>
                  <a:pt x="3390" y="989"/>
                </a:lnTo>
                <a:lnTo>
                  <a:pt x="3612" y="848"/>
                </a:lnTo>
                <a:lnTo>
                  <a:pt x="3854" y="727"/>
                </a:lnTo>
                <a:lnTo>
                  <a:pt x="4117" y="626"/>
                </a:lnTo>
                <a:lnTo>
                  <a:pt x="4359" y="525"/>
                </a:lnTo>
                <a:lnTo>
                  <a:pt x="4621" y="424"/>
                </a:lnTo>
                <a:lnTo>
                  <a:pt x="5146" y="303"/>
                </a:lnTo>
                <a:lnTo>
                  <a:pt x="5691" y="202"/>
                </a:lnTo>
                <a:lnTo>
                  <a:pt x="6236" y="141"/>
                </a:lnTo>
                <a:lnTo>
                  <a:pt x="6760" y="101"/>
                </a:lnTo>
                <a:lnTo>
                  <a:pt x="7305" y="81"/>
                </a:lnTo>
                <a:close/>
                <a:moveTo>
                  <a:pt x="7305" y="0"/>
                </a:moveTo>
                <a:lnTo>
                  <a:pt x="6760" y="20"/>
                </a:lnTo>
                <a:lnTo>
                  <a:pt x="6215" y="61"/>
                </a:lnTo>
                <a:lnTo>
                  <a:pt x="5671" y="121"/>
                </a:lnTo>
                <a:lnTo>
                  <a:pt x="5126" y="222"/>
                </a:lnTo>
                <a:lnTo>
                  <a:pt x="4601" y="363"/>
                </a:lnTo>
                <a:lnTo>
                  <a:pt x="4339" y="444"/>
                </a:lnTo>
                <a:lnTo>
                  <a:pt x="4076" y="545"/>
                </a:lnTo>
                <a:lnTo>
                  <a:pt x="3834" y="666"/>
                </a:lnTo>
                <a:lnTo>
                  <a:pt x="3572" y="787"/>
                </a:lnTo>
                <a:lnTo>
                  <a:pt x="3350" y="928"/>
                </a:lnTo>
                <a:lnTo>
                  <a:pt x="3128" y="1070"/>
                </a:lnTo>
                <a:lnTo>
                  <a:pt x="2906" y="1231"/>
                </a:lnTo>
                <a:lnTo>
                  <a:pt x="2704" y="1413"/>
                </a:lnTo>
                <a:lnTo>
                  <a:pt x="2523" y="1594"/>
                </a:lnTo>
                <a:lnTo>
                  <a:pt x="2341" y="1776"/>
                </a:lnTo>
                <a:lnTo>
                  <a:pt x="2159" y="1978"/>
                </a:lnTo>
                <a:lnTo>
                  <a:pt x="1998" y="2200"/>
                </a:lnTo>
                <a:lnTo>
                  <a:pt x="1695" y="2624"/>
                </a:lnTo>
                <a:lnTo>
                  <a:pt x="1453" y="3088"/>
                </a:lnTo>
                <a:lnTo>
                  <a:pt x="1211" y="3572"/>
                </a:lnTo>
                <a:lnTo>
                  <a:pt x="1009" y="4056"/>
                </a:lnTo>
                <a:lnTo>
                  <a:pt x="848" y="4561"/>
                </a:lnTo>
                <a:lnTo>
                  <a:pt x="706" y="5086"/>
                </a:lnTo>
                <a:lnTo>
                  <a:pt x="585" y="5590"/>
                </a:lnTo>
                <a:lnTo>
                  <a:pt x="464" y="6115"/>
                </a:lnTo>
                <a:lnTo>
                  <a:pt x="383" y="6619"/>
                </a:lnTo>
                <a:lnTo>
                  <a:pt x="323" y="7124"/>
                </a:lnTo>
                <a:lnTo>
                  <a:pt x="222" y="8092"/>
                </a:lnTo>
                <a:lnTo>
                  <a:pt x="121" y="9505"/>
                </a:lnTo>
                <a:lnTo>
                  <a:pt x="40" y="10897"/>
                </a:lnTo>
                <a:lnTo>
                  <a:pt x="0" y="12250"/>
                </a:lnTo>
                <a:lnTo>
                  <a:pt x="20" y="13602"/>
                </a:lnTo>
                <a:lnTo>
                  <a:pt x="61" y="14913"/>
                </a:lnTo>
                <a:lnTo>
                  <a:pt x="121" y="16205"/>
                </a:lnTo>
                <a:lnTo>
                  <a:pt x="242" y="17476"/>
                </a:lnTo>
                <a:lnTo>
                  <a:pt x="383" y="18727"/>
                </a:lnTo>
                <a:lnTo>
                  <a:pt x="565" y="19938"/>
                </a:lnTo>
                <a:lnTo>
                  <a:pt x="787" y="21149"/>
                </a:lnTo>
                <a:lnTo>
                  <a:pt x="1049" y="22319"/>
                </a:lnTo>
                <a:lnTo>
                  <a:pt x="1352" y="23449"/>
                </a:lnTo>
                <a:lnTo>
                  <a:pt x="1675" y="24559"/>
                </a:lnTo>
                <a:lnTo>
                  <a:pt x="2038" y="25649"/>
                </a:lnTo>
                <a:lnTo>
                  <a:pt x="2442" y="26719"/>
                </a:lnTo>
                <a:lnTo>
                  <a:pt x="2886" y="27748"/>
                </a:lnTo>
                <a:lnTo>
                  <a:pt x="3108" y="28232"/>
                </a:lnTo>
                <a:lnTo>
                  <a:pt x="3249" y="28454"/>
                </a:lnTo>
                <a:lnTo>
                  <a:pt x="3390" y="28676"/>
                </a:lnTo>
                <a:lnTo>
                  <a:pt x="3552" y="28858"/>
                </a:lnTo>
                <a:lnTo>
                  <a:pt x="3733" y="29019"/>
                </a:lnTo>
                <a:lnTo>
                  <a:pt x="3915" y="29160"/>
                </a:lnTo>
                <a:lnTo>
                  <a:pt x="4137" y="29261"/>
                </a:lnTo>
                <a:lnTo>
                  <a:pt x="4419" y="29362"/>
                </a:lnTo>
                <a:lnTo>
                  <a:pt x="4541" y="29382"/>
                </a:lnTo>
                <a:lnTo>
                  <a:pt x="4662" y="29382"/>
                </a:lnTo>
                <a:lnTo>
                  <a:pt x="4803" y="29362"/>
                </a:lnTo>
                <a:lnTo>
                  <a:pt x="4924" y="29342"/>
                </a:lnTo>
                <a:lnTo>
                  <a:pt x="5045" y="29302"/>
                </a:lnTo>
                <a:lnTo>
                  <a:pt x="5146" y="29241"/>
                </a:lnTo>
                <a:lnTo>
                  <a:pt x="5247" y="29140"/>
                </a:lnTo>
                <a:lnTo>
                  <a:pt x="5348" y="29039"/>
                </a:lnTo>
                <a:lnTo>
                  <a:pt x="5428" y="28898"/>
                </a:lnTo>
                <a:lnTo>
                  <a:pt x="5509" y="28757"/>
                </a:lnTo>
                <a:lnTo>
                  <a:pt x="5570" y="28595"/>
                </a:lnTo>
                <a:lnTo>
                  <a:pt x="5610" y="28414"/>
                </a:lnTo>
                <a:lnTo>
                  <a:pt x="5671" y="28051"/>
                </a:lnTo>
                <a:lnTo>
                  <a:pt x="5711" y="27647"/>
                </a:lnTo>
                <a:lnTo>
                  <a:pt x="5731" y="27243"/>
                </a:lnTo>
                <a:lnTo>
                  <a:pt x="5731" y="26497"/>
                </a:lnTo>
                <a:lnTo>
                  <a:pt x="5731" y="26154"/>
                </a:lnTo>
                <a:lnTo>
                  <a:pt x="5731" y="25891"/>
                </a:lnTo>
                <a:lnTo>
                  <a:pt x="5792" y="25326"/>
                </a:lnTo>
                <a:lnTo>
                  <a:pt x="5872" y="24721"/>
                </a:lnTo>
                <a:lnTo>
                  <a:pt x="5994" y="24095"/>
                </a:lnTo>
                <a:lnTo>
                  <a:pt x="6074" y="23772"/>
                </a:lnTo>
                <a:lnTo>
                  <a:pt x="6155" y="23449"/>
                </a:lnTo>
                <a:lnTo>
                  <a:pt x="6276" y="23127"/>
                </a:lnTo>
                <a:lnTo>
                  <a:pt x="6397" y="22804"/>
                </a:lnTo>
                <a:lnTo>
                  <a:pt x="6538" y="22481"/>
                </a:lnTo>
                <a:lnTo>
                  <a:pt x="6700" y="22178"/>
                </a:lnTo>
                <a:lnTo>
                  <a:pt x="6881" y="21855"/>
                </a:lnTo>
                <a:lnTo>
                  <a:pt x="7083" y="21573"/>
                </a:lnTo>
                <a:lnTo>
                  <a:pt x="7305" y="21270"/>
                </a:lnTo>
                <a:lnTo>
                  <a:pt x="7547" y="21008"/>
                </a:lnTo>
                <a:lnTo>
                  <a:pt x="7810" y="20765"/>
                </a:lnTo>
                <a:lnTo>
                  <a:pt x="8092" y="20523"/>
                </a:lnTo>
                <a:lnTo>
                  <a:pt x="8375" y="20322"/>
                </a:lnTo>
                <a:lnTo>
                  <a:pt x="8677" y="20140"/>
                </a:lnTo>
                <a:lnTo>
                  <a:pt x="8980" y="19958"/>
                </a:lnTo>
                <a:lnTo>
                  <a:pt x="9303" y="19797"/>
                </a:lnTo>
                <a:lnTo>
                  <a:pt x="9626" y="19656"/>
                </a:lnTo>
                <a:lnTo>
                  <a:pt x="9969" y="19535"/>
                </a:lnTo>
                <a:lnTo>
                  <a:pt x="10292" y="19413"/>
                </a:lnTo>
                <a:lnTo>
                  <a:pt x="10635" y="19313"/>
                </a:lnTo>
                <a:lnTo>
                  <a:pt x="11341" y="19131"/>
                </a:lnTo>
                <a:lnTo>
                  <a:pt x="12027" y="18990"/>
                </a:lnTo>
                <a:lnTo>
                  <a:pt x="12713" y="18869"/>
                </a:lnTo>
                <a:lnTo>
                  <a:pt x="13864" y="18707"/>
                </a:lnTo>
                <a:lnTo>
                  <a:pt x="15014" y="18566"/>
                </a:lnTo>
                <a:lnTo>
                  <a:pt x="16164" y="18465"/>
                </a:lnTo>
                <a:lnTo>
                  <a:pt x="17315" y="18384"/>
                </a:lnTo>
                <a:lnTo>
                  <a:pt x="18485" y="18324"/>
                </a:lnTo>
                <a:lnTo>
                  <a:pt x="19635" y="18283"/>
                </a:lnTo>
                <a:lnTo>
                  <a:pt x="20806" y="18263"/>
                </a:lnTo>
                <a:lnTo>
                  <a:pt x="21956" y="18283"/>
                </a:lnTo>
                <a:lnTo>
                  <a:pt x="23126" y="18304"/>
                </a:lnTo>
                <a:lnTo>
                  <a:pt x="24277" y="18324"/>
                </a:lnTo>
                <a:lnTo>
                  <a:pt x="26597" y="18425"/>
                </a:lnTo>
                <a:lnTo>
                  <a:pt x="28918" y="18566"/>
                </a:lnTo>
                <a:lnTo>
                  <a:pt x="31198" y="18707"/>
                </a:lnTo>
                <a:lnTo>
                  <a:pt x="33398" y="18869"/>
                </a:lnTo>
                <a:lnTo>
                  <a:pt x="35618" y="18990"/>
                </a:lnTo>
                <a:lnTo>
                  <a:pt x="37838" y="19091"/>
                </a:lnTo>
                <a:lnTo>
                  <a:pt x="38948" y="19131"/>
                </a:lnTo>
                <a:lnTo>
                  <a:pt x="40057" y="19151"/>
                </a:lnTo>
                <a:lnTo>
                  <a:pt x="40481" y="19151"/>
                </a:lnTo>
                <a:lnTo>
                  <a:pt x="40885" y="19131"/>
                </a:lnTo>
                <a:lnTo>
                  <a:pt x="41066" y="19091"/>
                </a:lnTo>
                <a:lnTo>
                  <a:pt x="41248" y="19050"/>
                </a:lnTo>
                <a:lnTo>
                  <a:pt x="41430" y="18990"/>
                </a:lnTo>
                <a:lnTo>
                  <a:pt x="41611" y="18909"/>
                </a:lnTo>
                <a:lnTo>
                  <a:pt x="41813" y="18788"/>
                </a:lnTo>
                <a:lnTo>
                  <a:pt x="41995" y="18626"/>
                </a:lnTo>
                <a:lnTo>
                  <a:pt x="42156" y="18465"/>
                </a:lnTo>
                <a:lnTo>
                  <a:pt x="42297" y="18263"/>
                </a:lnTo>
                <a:lnTo>
                  <a:pt x="42398" y="18061"/>
                </a:lnTo>
                <a:lnTo>
                  <a:pt x="42479" y="17839"/>
                </a:lnTo>
                <a:lnTo>
                  <a:pt x="42560" y="17617"/>
                </a:lnTo>
                <a:lnTo>
                  <a:pt x="42600" y="17375"/>
                </a:lnTo>
                <a:lnTo>
                  <a:pt x="42620" y="17133"/>
                </a:lnTo>
                <a:lnTo>
                  <a:pt x="42640" y="16871"/>
                </a:lnTo>
                <a:lnTo>
                  <a:pt x="42640" y="16608"/>
                </a:lnTo>
                <a:lnTo>
                  <a:pt x="42620" y="16366"/>
                </a:lnTo>
                <a:lnTo>
                  <a:pt x="42580" y="16104"/>
                </a:lnTo>
                <a:lnTo>
                  <a:pt x="42540" y="15862"/>
                </a:lnTo>
                <a:lnTo>
                  <a:pt x="42418" y="15357"/>
                </a:lnTo>
                <a:lnTo>
                  <a:pt x="42257" y="14893"/>
                </a:lnTo>
                <a:lnTo>
                  <a:pt x="42096" y="14429"/>
                </a:lnTo>
                <a:lnTo>
                  <a:pt x="41894" y="13965"/>
                </a:lnTo>
                <a:lnTo>
                  <a:pt x="41672" y="13521"/>
                </a:lnTo>
                <a:lnTo>
                  <a:pt x="41450" y="13057"/>
                </a:lnTo>
                <a:lnTo>
                  <a:pt x="41187" y="12613"/>
                </a:lnTo>
                <a:lnTo>
                  <a:pt x="40925" y="12169"/>
                </a:lnTo>
                <a:lnTo>
                  <a:pt x="40622" y="11745"/>
                </a:lnTo>
                <a:lnTo>
                  <a:pt x="40320" y="11301"/>
                </a:lnTo>
                <a:lnTo>
                  <a:pt x="39977" y="10897"/>
                </a:lnTo>
                <a:lnTo>
                  <a:pt x="39634" y="10474"/>
                </a:lnTo>
                <a:lnTo>
                  <a:pt x="39250" y="10070"/>
                </a:lnTo>
                <a:lnTo>
                  <a:pt x="38867" y="9666"/>
                </a:lnTo>
                <a:lnTo>
                  <a:pt x="38463" y="9283"/>
                </a:lnTo>
                <a:lnTo>
                  <a:pt x="38039" y="8900"/>
                </a:lnTo>
                <a:lnTo>
                  <a:pt x="37595" y="8536"/>
                </a:lnTo>
                <a:lnTo>
                  <a:pt x="36869" y="7971"/>
                </a:lnTo>
                <a:lnTo>
                  <a:pt x="36102" y="7426"/>
                </a:lnTo>
                <a:lnTo>
                  <a:pt x="35275" y="6882"/>
                </a:lnTo>
                <a:lnTo>
                  <a:pt x="34387" y="6377"/>
                </a:lnTo>
                <a:lnTo>
                  <a:pt x="33459" y="5873"/>
                </a:lnTo>
                <a:lnTo>
                  <a:pt x="32450" y="5368"/>
                </a:lnTo>
                <a:lnTo>
                  <a:pt x="31380" y="4884"/>
                </a:lnTo>
                <a:lnTo>
                  <a:pt x="30230" y="4379"/>
                </a:lnTo>
                <a:lnTo>
                  <a:pt x="28918" y="3875"/>
                </a:lnTo>
                <a:lnTo>
                  <a:pt x="27586" y="3370"/>
                </a:lnTo>
                <a:lnTo>
                  <a:pt x="26234" y="2906"/>
                </a:lnTo>
                <a:lnTo>
                  <a:pt x="24862" y="2482"/>
                </a:lnTo>
                <a:lnTo>
                  <a:pt x="23490" y="2099"/>
                </a:lnTo>
                <a:lnTo>
                  <a:pt x="22097" y="1736"/>
                </a:lnTo>
                <a:lnTo>
                  <a:pt x="20705" y="1413"/>
                </a:lnTo>
                <a:lnTo>
                  <a:pt x="19312" y="1110"/>
                </a:lnTo>
                <a:lnTo>
                  <a:pt x="17900" y="848"/>
                </a:lnTo>
                <a:lnTo>
                  <a:pt x="16487" y="626"/>
                </a:lnTo>
                <a:lnTo>
                  <a:pt x="15075" y="424"/>
                </a:lnTo>
                <a:lnTo>
                  <a:pt x="13642" y="283"/>
                </a:lnTo>
                <a:lnTo>
                  <a:pt x="12229" y="141"/>
                </a:lnTo>
                <a:lnTo>
                  <a:pt x="10796" y="61"/>
                </a:lnTo>
                <a:lnTo>
                  <a:pt x="9364" y="0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05" name="Google Shape;705;p9"/>
          <p:cNvSpPr/>
          <p:nvPr/>
        </p:nvSpPr>
        <p:spPr>
          <a:xfrm flipH="1">
            <a:off x="-231175" y="1430090"/>
            <a:ext cx="631867" cy="441222"/>
          </a:xfrm>
          <a:custGeom>
            <a:rect b="b" l="l" r="r" t="t"/>
            <a:pathLst>
              <a:path extrusionOk="0" h="7892" w="11302">
                <a:moveTo>
                  <a:pt x="10030" y="82"/>
                </a:moveTo>
                <a:lnTo>
                  <a:pt x="10252" y="102"/>
                </a:lnTo>
                <a:lnTo>
                  <a:pt x="10494" y="142"/>
                </a:lnTo>
                <a:lnTo>
                  <a:pt x="10696" y="203"/>
                </a:lnTo>
                <a:lnTo>
                  <a:pt x="10797" y="243"/>
                </a:lnTo>
                <a:lnTo>
                  <a:pt x="10897" y="304"/>
                </a:lnTo>
                <a:lnTo>
                  <a:pt x="10978" y="364"/>
                </a:lnTo>
                <a:lnTo>
                  <a:pt x="11059" y="445"/>
                </a:lnTo>
                <a:lnTo>
                  <a:pt x="11119" y="526"/>
                </a:lnTo>
                <a:lnTo>
                  <a:pt x="11180" y="627"/>
                </a:lnTo>
                <a:lnTo>
                  <a:pt x="11220" y="727"/>
                </a:lnTo>
                <a:lnTo>
                  <a:pt x="11220" y="828"/>
                </a:lnTo>
                <a:lnTo>
                  <a:pt x="11220" y="949"/>
                </a:lnTo>
                <a:lnTo>
                  <a:pt x="11180" y="1050"/>
                </a:lnTo>
                <a:lnTo>
                  <a:pt x="11140" y="1131"/>
                </a:lnTo>
                <a:lnTo>
                  <a:pt x="11079" y="1192"/>
                </a:lnTo>
                <a:lnTo>
                  <a:pt x="11019" y="1252"/>
                </a:lnTo>
                <a:lnTo>
                  <a:pt x="10938" y="1313"/>
                </a:lnTo>
                <a:lnTo>
                  <a:pt x="10756" y="1393"/>
                </a:lnTo>
                <a:lnTo>
                  <a:pt x="10554" y="1474"/>
                </a:lnTo>
                <a:lnTo>
                  <a:pt x="10433" y="1535"/>
                </a:lnTo>
                <a:lnTo>
                  <a:pt x="10131" y="1676"/>
                </a:lnTo>
                <a:lnTo>
                  <a:pt x="9888" y="1858"/>
                </a:lnTo>
                <a:lnTo>
                  <a:pt x="9666" y="2039"/>
                </a:lnTo>
                <a:lnTo>
                  <a:pt x="9505" y="2261"/>
                </a:lnTo>
                <a:lnTo>
                  <a:pt x="9364" y="2503"/>
                </a:lnTo>
                <a:lnTo>
                  <a:pt x="9243" y="2745"/>
                </a:lnTo>
                <a:lnTo>
                  <a:pt x="9021" y="3290"/>
                </a:lnTo>
                <a:lnTo>
                  <a:pt x="8819" y="3795"/>
                </a:lnTo>
                <a:lnTo>
                  <a:pt x="8617" y="4239"/>
                </a:lnTo>
                <a:lnTo>
                  <a:pt x="8415" y="4663"/>
                </a:lnTo>
                <a:lnTo>
                  <a:pt x="8193" y="5046"/>
                </a:lnTo>
                <a:lnTo>
                  <a:pt x="7992" y="5389"/>
                </a:lnTo>
                <a:lnTo>
                  <a:pt x="7749" y="5712"/>
                </a:lnTo>
                <a:lnTo>
                  <a:pt x="7527" y="6015"/>
                </a:lnTo>
                <a:lnTo>
                  <a:pt x="7285" y="6277"/>
                </a:lnTo>
                <a:lnTo>
                  <a:pt x="7023" y="6519"/>
                </a:lnTo>
                <a:lnTo>
                  <a:pt x="6821" y="6701"/>
                </a:lnTo>
                <a:lnTo>
                  <a:pt x="6599" y="6862"/>
                </a:lnTo>
                <a:lnTo>
                  <a:pt x="6357" y="7024"/>
                </a:lnTo>
                <a:lnTo>
                  <a:pt x="6115" y="7165"/>
                </a:lnTo>
                <a:lnTo>
                  <a:pt x="5873" y="7286"/>
                </a:lnTo>
                <a:lnTo>
                  <a:pt x="5630" y="7407"/>
                </a:lnTo>
                <a:lnTo>
                  <a:pt x="5368" y="7508"/>
                </a:lnTo>
                <a:lnTo>
                  <a:pt x="5086" y="7589"/>
                </a:lnTo>
                <a:lnTo>
                  <a:pt x="4823" y="7669"/>
                </a:lnTo>
                <a:lnTo>
                  <a:pt x="4541" y="7730"/>
                </a:lnTo>
                <a:lnTo>
                  <a:pt x="4278" y="7770"/>
                </a:lnTo>
                <a:lnTo>
                  <a:pt x="3996" y="7790"/>
                </a:lnTo>
                <a:lnTo>
                  <a:pt x="3713" y="7811"/>
                </a:lnTo>
                <a:lnTo>
                  <a:pt x="3431" y="7811"/>
                </a:lnTo>
                <a:lnTo>
                  <a:pt x="3169" y="7790"/>
                </a:lnTo>
                <a:lnTo>
                  <a:pt x="2886" y="7750"/>
                </a:lnTo>
                <a:lnTo>
                  <a:pt x="2603" y="7690"/>
                </a:lnTo>
                <a:lnTo>
                  <a:pt x="2321" y="7629"/>
                </a:lnTo>
                <a:lnTo>
                  <a:pt x="2059" y="7528"/>
                </a:lnTo>
                <a:lnTo>
                  <a:pt x="1796" y="7427"/>
                </a:lnTo>
                <a:lnTo>
                  <a:pt x="1554" y="7306"/>
                </a:lnTo>
                <a:lnTo>
                  <a:pt x="1332" y="7165"/>
                </a:lnTo>
                <a:lnTo>
                  <a:pt x="1110" y="7024"/>
                </a:lnTo>
                <a:lnTo>
                  <a:pt x="908" y="6842"/>
                </a:lnTo>
                <a:lnTo>
                  <a:pt x="707" y="6640"/>
                </a:lnTo>
                <a:lnTo>
                  <a:pt x="545" y="6418"/>
                </a:lnTo>
                <a:lnTo>
                  <a:pt x="384" y="6176"/>
                </a:lnTo>
                <a:lnTo>
                  <a:pt x="263" y="5934"/>
                </a:lnTo>
                <a:lnTo>
                  <a:pt x="182" y="5692"/>
                </a:lnTo>
                <a:lnTo>
                  <a:pt x="101" y="5429"/>
                </a:lnTo>
                <a:lnTo>
                  <a:pt x="81" y="5167"/>
                </a:lnTo>
                <a:lnTo>
                  <a:pt x="81" y="4905"/>
                </a:lnTo>
                <a:lnTo>
                  <a:pt x="101" y="4663"/>
                </a:lnTo>
                <a:lnTo>
                  <a:pt x="142" y="4441"/>
                </a:lnTo>
                <a:lnTo>
                  <a:pt x="222" y="4239"/>
                </a:lnTo>
                <a:lnTo>
                  <a:pt x="303" y="4037"/>
                </a:lnTo>
                <a:lnTo>
                  <a:pt x="404" y="3835"/>
                </a:lnTo>
                <a:lnTo>
                  <a:pt x="525" y="3654"/>
                </a:lnTo>
                <a:lnTo>
                  <a:pt x="646" y="3472"/>
                </a:lnTo>
                <a:lnTo>
                  <a:pt x="787" y="3311"/>
                </a:lnTo>
                <a:lnTo>
                  <a:pt x="1090" y="3008"/>
                </a:lnTo>
                <a:lnTo>
                  <a:pt x="1393" y="2745"/>
                </a:lnTo>
                <a:lnTo>
                  <a:pt x="1695" y="2523"/>
                </a:lnTo>
                <a:lnTo>
                  <a:pt x="1978" y="2342"/>
                </a:lnTo>
                <a:lnTo>
                  <a:pt x="2361" y="2120"/>
                </a:lnTo>
                <a:lnTo>
                  <a:pt x="2745" y="1918"/>
                </a:lnTo>
                <a:lnTo>
                  <a:pt x="3128" y="1736"/>
                </a:lnTo>
                <a:lnTo>
                  <a:pt x="3532" y="1555"/>
                </a:lnTo>
                <a:lnTo>
                  <a:pt x="4319" y="1252"/>
                </a:lnTo>
                <a:lnTo>
                  <a:pt x="5106" y="990"/>
                </a:lnTo>
                <a:lnTo>
                  <a:pt x="6175" y="647"/>
                </a:lnTo>
                <a:lnTo>
                  <a:pt x="6740" y="505"/>
                </a:lnTo>
                <a:lnTo>
                  <a:pt x="7326" y="364"/>
                </a:lnTo>
                <a:lnTo>
                  <a:pt x="7911" y="243"/>
                </a:lnTo>
                <a:lnTo>
                  <a:pt x="8496" y="162"/>
                </a:lnTo>
                <a:lnTo>
                  <a:pt x="9101" y="102"/>
                </a:lnTo>
                <a:lnTo>
                  <a:pt x="9727" y="82"/>
                </a:lnTo>
                <a:close/>
                <a:moveTo>
                  <a:pt x="9384" y="1"/>
                </a:moveTo>
                <a:lnTo>
                  <a:pt x="8718" y="62"/>
                </a:lnTo>
                <a:lnTo>
                  <a:pt x="8092" y="142"/>
                </a:lnTo>
                <a:lnTo>
                  <a:pt x="7447" y="243"/>
                </a:lnTo>
                <a:lnTo>
                  <a:pt x="6841" y="384"/>
                </a:lnTo>
                <a:lnTo>
                  <a:pt x="6236" y="546"/>
                </a:lnTo>
                <a:lnTo>
                  <a:pt x="5651" y="727"/>
                </a:lnTo>
                <a:lnTo>
                  <a:pt x="5086" y="909"/>
                </a:lnTo>
                <a:lnTo>
                  <a:pt x="4299" y="1171"/>
                </a:lnTo>
                <a:lnTo>
                  <a:pt x="3491" y="1474"/>
                </a:lnTo>
                <a:lnTo>
                  <a:pt x="3108" y="1656"/>
                </a:lnTo>
                <a:lnTo>
                  <a:pt x="2704" y="1837"/>
                </a:lnTo>
                <a:lnTo>
                  <a:pt x="2321" y="2039"/>
                </a:lnTo>
                <a:lnTo>
                  <a:pt x="1938" y="2261"/>
                </a:lnTo>
                <a:lnTo>
                  <a:pt x="1655" y="2443"/>
                </a:lnTo>
                <a:lnTo>
                  <a:pt x="1352" y="2685"/>
                </a:lnTo>
                <a:lnTo>
                  <a:pt x="1029" y="2947"/>
                </a:lnTo>
                <a:lnTo>
                  <a:pt x="727" y="3250"/>
                </a:lnTo>
                <a:lnTo>
                  <a:pt x="585" y="3432"/>
                </a:lnTo>
                <a:lnTo>
                  <a:pt x="464" y="3613"/>
                </a:lnTo>
                <a:lnTo>
                  <a:pt x="343" y="3795"/>
                </a:lnTo>
                <a:lnTo>
                  <a:pt x="222" y="3997"/>
                </a:lnTo>
                <a:lnTo>
                  <a:pt x="142" y="4219"/>
                </a:lnTo>
                <a:lnTo>
                  <a:pt x="61" y="4441"/>
                </a:lnTo>
                <a:lnTo>
                  <a:pt x="20" y="4663"/>
                </a:lnTo>
                <a:lnTo>
                  <a:pt x="0" y="4905"/>
                </a:lnTo>
                <a:lnTo>
                  <a:pt x="0" y="5167"/>
                </a:lnTo>
                <a:lnTo>
                  <a:pt x="20" y="5429"/>
                </a:lnTo>
                <a:lnTo>
                  <a:pt x="101" y="5712"/>
                </a:lnTo>
                <a:lnTo>
                  <a:pt x="202" y="5974"/>
                </a:lnTo>
                <a:lnTo>
                  <a:pt x="323" y="6216"/>
                </a:lnTo>
                <a:lnTo>
                  <a:pt x="485" y="6459"/>
                </a:lnTo>
                <a:lnTo>
                  <a:pt x="646" y="6701"/>
                </a:lnTo>
                <a:lnTo>
                  <a:pt x="868" y="6903"/>
                </a:lnTo>
                <a:lnTo>
                  <a:pt x="1070" y="7084"/>
                </a:lnTo>
                <a:lnTo>
                  <a:pt x="1272" y="7225"/>
                </a:lnTo>
                <a:lnTo>
                  <a:pt x="1514" y="7367"/>
                </a:lnTo>
                <a:lnTo>
                  <a:pt x="1756" y="7488"/>
                </a:lnTo>
                <a:lnTo>
                  <a:pt x="2018" y="7609"/>
                </a:lnTo>
                <a:lnTo>
                  <a:pt x="2301" y="7690"/>
                </a:lnTo>
                <a:lnTo>
                  <a:pt x="2583" y="7770"/>
                </a:lnTo>
                <a:lnTo>
                  <a:pt x="2886" y="7831"/>
                </a:lnTo>
                <a:lnTo>
                  <a:pt x="3269" y="7871"/>
                </a:lnTo>
                <a:lnTo>
                  <a:pt x="3673" y="7891"/>
                </a:lnTo>
                <a:lnTo>
                  <a:pt x="4137" y="7871"/>
                </a:lnTo>
                <a:lnTo>
                  <a:pt x="4601" y="7811"/>
                </a:lnTo>
                <a:lnTo>
                  <a:pt x="5045" y="7710"/>
                </a:lnTo>
                <a:lnTo>
                  <a:pt x="5489" y="7548"/>
                </a:lnTo>
                <a:lnTo>
                  <a:pt x="5913" y="7367"/>
                </a:lnTo>
                <a:lnTo>
                  <a:pt x="6337" y="7145"/>
                </a:lnTo>
                <a:lnTo>
                  <a:pt x="6720" y="6882"/>
                </a:lnTo>
                <a:lnTo>
                  <a:pt x="7083" y="6580"/>
                </a:lnTo>
                <a:lnTo>
                  <a:pt x="7346" y="6338"/>
                </a:lnTo>
                <a:lnTo>
                  <a:pt x="7588" y="6055"/>
                </a:lnTo>
                <a:lnTo>
                  <a:pt x="7830" y="5752"/>
                </a:lnTo>
                <a:lnTo>
                  <a:pt x="8052" y="5429"/>
                </a:lnTo>
                <a:lnTo>
                  <a:pt x="8274" y="5086"/>
                </a:lnTo>
                <a:lnTo>
                  <a:pt x="8476" y="4703"/>
                </a:lnTo>
                <a:lnTo>
                  <a:pt x="8698" y="4279"/>
                </a:lnTo>
                <a:lnTo>
                  <a:pt x="8900" y="3815"/>
                </a:lnTo>
                <a:lnTo>
                  <a:pt x="9101" y="3311"/>
                </a:lnTo>
                <a:lnTo>
                  <a:pt x="9303" y="2786"/>
                </a:lnTo>
                <a:lnTo>
                  <a:pt x="9424" y="2544"/>
                </a:lnTo>
                <a:lnTo>
                  <a:pt x="9566" y="2322"/>
                </a:lnTo>
                <a:lnTo>
                  <a:pt x="9727" y="2100"/>
                </a:lnTo>
                <a:lnTo>
                  <a:pt x="9929" y="1918"/>
                </a:lnTo>
                <a:lnTo>
                  <a:pt x="10171" y="1757"/>
                </a:lnTo>
                <a:lnTo>
                  <a:pt x="10454" y="1615"/>
                </a:lnTo>
                <a:lnTo>
                  <a:pt x="10595" y="1555"/>
                </a:lnTo>
                <a:lnTo>
                  <a:pt x="10797" y="1474"/>
                </a:lnTo>
                <a:lnTo>
                  <a:pt x="10978" y="1373"/>
                </a:lnTo>
                <a:lnTo>
                  <a:pt x="11059" y="1313"/>
                </a:lnTo>
                <a:lnTo>
                  <a:pt x="11140" y="1252"/>
                </a:lnTo>
                <a:lnTo>
                  <a:pt x="11200" y="1171"/>
                </a:lnTo>
                <a:lnTo>
                  <a:pt x="11261" y="1071"/>
                </a:lnTo>
                <a:lnTo>
                  <a:pt x="11301" y="970"/>
                </a:lnTo>
                <a:lnTo>
                  <a:pt x="11301" y="849"/>
                </a:lnTo>
                <a:lnTo>
                  <a:pt x="11301" y="727"/>
                </a:lnTo>
                <a:lnTo>
                  <a:pt x="11261" y="606"/>
                </a:lnTo>
                <a:lnTo>
                  <a:pt x="11200" y="485"/>
                </a:lnTo>
                <a:lnTo>
                  <a:pt x="11119" y="384"/>
                </a:lnTo>
                <a:lnTo>
                  <a:pt x="11039" y="304"/>
                </a:lnTo>
                <a:lnTo>
                  <a:pt x="10938" y="223"/>
                </a:lnTo>
                <a:lnTo>
                  <a:pt x="10837" y="162"/>
                </a:lnTo>
                <a:lnTo>
                  <a:pt x="10736" y="122"/>
                </a:lnTo>
                <a:lnTo>
                  <a:pt x="10514" y="62"/>
                </a:lnTo>
                <a:lnTo>
                  <a:pt x="10272" y="21"/>
                </a:lnTo>
                <a:lnTo>
                  <a:pt x="10030" y="1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06" name="Google Shape;706;p9"/>
          <p:cNvSpPr/>
          <p:nvPr/>
        </p:nvSpPr>
        <p:spPr>
          <a:xfrm flipH="1">
            <a:off x="-1302986" y="373012"/>
            <a:ext cx="2123367" cy="1193681"/>
          </a:xfrm>
          <a:custGeom>
            <a:rect b="b" l="l" r="r" t="t"/>
            <a:pathLst>
              <a:path extrusionOk="0" h="21351" w="37980">
                <a:moveTo>
                  <a:pt x="10776" y="81"/>
                </a:moveTo>
                <a:lnTo>
                  <a:pt x="11341" y="101"/>
                </a:lnTo>
                <a:lnTo>
                  <a:pt x="11927" y="121"/>
                </a:lnTo>
                <a:lnTo>
                  <a:pt x="12532" y="182"/>
                </a:lnTo>
                <a:lnTo>
                  <a:pt x="13178" y="222"/>
                </a:lnTo>
                <a:lnTo>
                  <a:pt x="13824" y="303"/>
                </a:lnTo>
                <a:lnTo>
                  <a:pt x="14510" y="404"/>
                </a:lnTo>
                <a:lnTo>
                  <a:pt x="15216" y="505"/>
                </a:lnTo>
                <a:lnTo>
                  <a:pt x="15943" y="626"/>
                </a:lnTo>
                <a:lnTo>
                  <a:pt x="16709" y="767"/>
                </a:lnTo>
                <a:lnTo>
                  <a:pt x="17496" y="949"/>
                </a:lnTo>
                <a:lnTo>
                  <a:pt x="18324" y="1130"/>
                </a:lnTo>
                <a:lnTo>
                  <a:pt x="19171" y="1332"/>
                </a:lnTo>
                <a:lnTo>
                  <a:pt x="20039" y="1554"/>
                </a:lnTo>
                <a:lnTo>
                  <a:pt x="20947" y="1796"/>
                </a:lnTo>
                <a:lnTo>
                  <a:pt x="21875" y="2059"/>
                </a:lnTo>
                <a:lnTo>
                  <a:pt x="23571" y="2583"/>
                </a:lnTo>
                <a:lnTo>
                  <a:pt x="24418" y="2866"/>
                </a:lnTo>
                <a:lnTo>
                  <a:pt x="25286" y="3148"/>
                </a:lnTo>
                <a:lnTo>
                  <a:pt x="26154" y="3471"/>
                </a:lnTo>
                <a:lnTo>
                  <a:pt x="27021" y="3794"/>
                </a:lnTo>
                <a:lnTo>
                  <a:pt x="27889" y="4157"/>
                </a:lnTo>
                <a:lnTo>
                  <a:pt x="28757" y="4541"/>
                </a:lnTo>
                <a:lnTo>
                  <a:pt x="29625" y="4944"/>
                </a:lnTo>
                <a:lnTo>
                  <a:pt x="30472" y="5368"/>
                </a:lnTo>
                <a:lnTo>
                  <a:pt x="31300" y="5832"/>
                </a:lnTo>
                <a:lnTo>
                  <a:pt x="32127" y="6317"/>
                </a:lnTo>
                <a:lnTo>
                  <a:pt x="32954" y="6841"/>
                </a:lnTo>
                <a:lnTo>
                  <a:pt x="33741" y="7406"/>
                </a:lnTo>
                <a:lnTo>
                  <a:pt x="34508" y="7992"/>
                </a:lnTo>
                <a:lnTo>
                  <a:pt x="35255" y="8637"/>
                </a:lnTo>
                <a:lnTo>
                  <a:pt x="35638" y="8980"/>
                </a:lnTo>
                <a:lnTo>
                  <a:pt x="36001" y="9344"/>
                </a:lnTo>
                <a:lnTo>
                  <a:pt x="36345" y="9687"/>
                </a:lnTo>
                <a:lnTo>
                  <a:pt x="36627" y="10030"/>
                </a:lnTo>
                <a:lnTo>
                  <a:pt x="36910" y="10373"/>
                </a:lnTo>
                <a:lnTo>
                  <a:pt x="37132" y="10696"/>
                </a:lnTo>
                <a:lnTo>
                  <a:pt x="37354" y="11039"/>
                </a:lnTo>
                <a:lnTo>
                  <a:pt x="37535" y="11382"/>
                </a:lnTo>
                <a:lnTo>
                  <a:pt x="37656" y="11624"/>
                </a:lnTo>
                <a:lnTo>
                  <a:pt x="37737" y="11846"/>
                </a:lnTo>
                <a:lnTo>
                  <a:pt x="37818" y="12068"/>
                </a:lnTo>
                <a:lnTo>
                  <a:pt x="37858" y="12290"/>
                </a:lnTo>
                <a:lnTo>
                  <a:pt x="37898" y="12492"/>
                </a:lnTo>
                <a:lnTo>
                  <a:pt x="37898" y="12694"/>
                </a:lnTo>
                <a:lnTo>
                  <a:pt x="37878" y="12875"/>
                </a:lnTo>
                <a:lnTo>
                  <a:pt x="37838" y="13057"/>
                </a:lnTo>
                <a:lnTo>
                  <a:pt x="37757" y="13259"/>
                </a:lnTo>
                <a:lnTo>
                  <a:pt x="37636" y="13460"/>
                </a:lnTo>
                <a:lnTo>
                  <a:pt x="37495" y="13662"/>
                </a:lnTo>
                <a:lnTo>
                  <a:pt x="37313" y="13824"/>
                </a:lnTo>
                <a:lnTo>
                  <a:pt x="37111" y="13985"/>
                </a:lnTo>
                <a:lnTo>
                  <a:pt x="36869" y="14106"/>
                </a:lnTo>
                <a:lnTo>
                  <a:pt x="36627" y="14207"/>
                </a:lnTo>
                <a:lnTo>
                  <a:pt x="36365" y="14288"/>
                </a:lnTo>
                <a:lnTo>
                  <a:pt x="36102" y="14328"/>
                </a:lnTo>
                <a:lnTo>
                  <a:pt x="35860" y="14368"/>
                </a:lnTo>
                <a:lnTo>
                  <a:pt x="35336" y="14368"/>
                </a:lnTo>
                <a:lnTo>
                  <a:pt x="34831" y="14328"/>
                </a:lnTo>
                <a:lnTo>
                  <a:pt x="34327" y="14268"/>
                </a:lnTo>
                <a:lnTo>
                  <a:pt x="34306" y="14268"/>
                </a:lnTo>
                <a:lnTo>
                  <a:pt x="32934" y="14106"/>
                </a:lnTo>
                <a:lnTo>
                  <a:pt x="31501" y="13945"/>
                </a:lnTo>
                <a:lnTo>
                  <a:pt x="30028" y="13803"/>
                </a:lnTo>
                <a:lnTo>
                  <a:pt x="28535" y="13682"/>
                </a:lnTo>
                <a:lnTo>
                  <a:pt x="26981" y="13561"/>
                </a:lnTo>
                <a:lnTo>
                  <a:pt x="25387" y="13481"/>
                </a:lnTo>
                <a:lnTo>
                  <a:pt x="23772" y="13420"/>
                </a:lnTo>
                <a:lnTo>
                  <a:pt x="22138" y="13400"/>
                </a:lnTo>
                <a:lnTo>
                  <a:pt x="20483" y="13420"/>
                </a:lnTo>
                <a:lnTo>
                  <a:pt x="18788" y="13460"/>
                </a:lnTo>
                <a:lnTo>
                  <a:pt x="17093" y="13561"/>
                </a:lnTo>
                <a:lnTo>
                  <a:pt x="16245" y="13622"/>
                </a:lnTo>
                <a:lnTo>
                  <a:pt x="15398" y="13703"/>
                </a:lnTo>
                <a:lnTo>
                  <a:pt x="14530" y="13803"/>
                </a:lnTo>
                <a:lnTo>
                  <a:pt x="13682" y="13904"/>
                </a:lnTo>
                <a:lnTo>
                  <a:pt x="12815" y="14025"/>
                </a:lnTo>
                <a:lnTo>
                  <a:pt x="11967" y="14146"/>
                </a:lnTo>
                <a:lnTo>
                  <a:pt x="11099" y="14308"/>
                </a:lnTo>
                <a:lnTo>
                  <a:pt x="10252" y="14469"/>
                </a:lnTo>
                <a:lnTo>
                  <a:pt x="9384" y="14651"/>
                </a:lnTo>
                <a:lnTo>
                  <a:pt x="8536" y="14833"/>
                </a:lnTo>
                <a:lnTo>
                  <a:pt x="7992" y="14974"/>
                </a:lnTo>
                <a:lnTo>
                  <a:pt x="7467" y="15115"/>
                </a:lnTo>
                <a:lnTo>
                  <a:pt x="6922" y="15277"/>
                </a:lnTo>
                <a:lnTo>
                  <a:pt x="6397" y="15458"/>
                </a:lnTo>
                <a:lnTo>
                  <a:pt x="5873" y="15660"/>
                </a:lnTo>
                <a:lnTo>
                  <a:pt x="5368" y="15902"/>
                </a:lnTo>
                <a:lnTo>
                  <a:pt x="4864" y="16164"/>
                </a:lnTo>
                <a:lnTo>
                  <a:pt x="4379" y="16467"/>
                </a:lnTo>
                <a:lnTo>
                  <a:pt x="4137" y="16649"/>
                </a:lnTo>
                <a:lnTo>
                  <a:pt x="3875" y="16851"/>
                </a:lnTo>
                <a:lnTo>
                  <a:pt x="3613" y="17073"/>
                </a:lnTo>
                <a:lnTo>
                  <a:pt x="3350" y="17335"/>
                </a:lnTo>
                <a:lnTo>
                  <a:pt x="3108" y="17617"/>
                </a:lnTo>
                <a:lnTo>
                  <a:pt x="2866" y="17940"/>
                </a:lnTo>
                <a:lnTo>
                  <a:pt x="2644" y="18283"/>
                </a:lnTo>
                <a:lnTo>
                  <a:pt x="2462" y="18667"/>
                </a:lnTo>
                <a:lnTo>
                  <a:pt x="2382" y="18889"/>
                </a:lnTo>
                <a:lnTo>
                  <a:pt x="2341" y="19131"/>
                </a:lnTo>
                <a:lnTo>
                  <a:pt x="2260" y="19635"/>
                </a:lnTo>
                <a:lnTo>
                  <a:pt x="2220" y="19918"/>
                </a:lnTo>
                <a:lnTo>
                  <a:pt x="2180" y="20201"/>
                </a:lnTo>
                <a:lnTo>
                  <a:pt x="2099" y="20463"/>
                </a:lnTo>
                <a:lnTo>
                  <a:pt x="2059" y="20584"/>
                </a:lnTo>
                <a:lnTo>
                  <a:pt x="1998" y="20705"/>
                </a:lnTo>
                <a:lnTo>
                  <a:pt x="1897" y="20846"/>
                </a:lnTo>
                <a:lnTo>
                  <a:pt x="1816" y="20988"/>
                </a:lnTo>
                <a:lnTo>
                  <a:pt x="1716" y="21088"/>
                </a:lnTo>
                <a:lnTo>
                  <a:pt x="1615" y="21169"/>
                </a:lnTo>
                <a:lnTo>
                  <a:pt x="1514" y="21210"/>
                </a:lnTo>
                <a:lnTo>
                  <a:pt x="1413" y="21250"/>
                </a:lnTo>
                <a:lnTo>
                  <a:pt x="1312" y="21270"/>
                </a:lnTo>
                <a:lnTo>
                  <a:pt x="1211" y="21250"/>
                </a:lnTo>
                <a:lnTo>
                  <a:pt x="1110" y="21210"/>
                </a:lnTo>
                <a:lnTo>
                  <a:pt x="1009" y="21149"/>
                </a:lnTo>
                <a:lnTo>
                  <a:pt x="908" y="21068"/>
                </a:lnTo>
                <a:lnTo>
                  <a:pt x="807" y="20967"/>
                </a:lnTo>
                <a:lnTo>
                  <a:pt x="707" y="20846"/>
                </a:lnTo>
                <a:lnTo>
                  <a:pt x="626" y="20725"/>
                </a:lnTo>
                <a:lnTo>
                  <a:pt x="464" y="20422"/>
                </a:lnTo>
                <a:lnTo>
                  <a:pt x="323" y="20100"/>
                </a:lnTo>
                <a:lnTo>
                  <a:pt x="222" y="19777"/>
                </a:lnTo>
                <a:lnTo>
                  <a:pt x="162" y="19454"/>
                </a:lnTo>
                <a:lnTo>
                  <a:pt x="121" y="19151"/>
                </a:lnTo>
                <a:lnTo>
                  <a:pt x="101" y="18223"/>
                </a:lnTo>
                <a:lnTo>
                  <a:pt x="81" y="17274"/>
                </a:lnTo>
                <a:lnTo>
                  <a:pt x="81" y="16326"/>
                </a:lnTo>
                <a:lnTo>
                  <a:pt x="101" y="15377"/>
                </a:lnTo>
                <a:lnTo>
                  <a:pt x="142" y="14449"/>
                </a:lnTo>
                <a:lnTo>
                  <a:pt x="182" y="13501"/>
                </a:lnTo>
                <a:lnTo>
                  <a:pt x="263" y="12572"/>
                </a:lnTo>
                <a:lnTo>
                  <a:pt x="343" y="11624"/>
                </a:lnTo>
                <a:lnTo>
                  <a:pt x="444" y="10696"/>
                </a:lnTo>
                <a:lnTo>
                  <a:pt x="545" y="9747"/>
                </a:lnTo>
                <a:lnTo>
                  <a:pt x="686" y="8819"/>
                </a:lnTo>
                <a:lnTo>
                  <a:pt x="828" y="7891"/>
                </a:lnTo>
                <a:lnTo>
                  <a:pt x="989" y="6962"/>
                </a:lnTo>
                <a:lnTo>
                  <a:pt x="1171" y="6034"/>
                </a:lnTo>
                <a:lnTo>
                  <a:pt x="1373" y="5126"/>
                </a:lnTo>
                <a:lnTo>
                  <a:pt x="1574" y="4198"/>
                </a:lnTo>
                <a:lnTo>
                  <a:pt x="1736" y="3572"/>
                </a:lnTo>
                <a:lnTo>
                  <a:pt x="1837" y="3269"/>
                </a:lnTo>
                <a:lnTo>
                  <a:pt x="1958" y="2967"/>
                </a:lnTo>
                <a:lnTo>
                  <a:pt x="2079" y="2664"/>
                </a:lnTo>
                <a:lnTo>
                  <a:pt x="2220" y="2402"/>
                </a:lnTo>
                <a:lnTo>
                  <a:pt x="2402" y="2139"/>
                </a:lnTo>
                <a:lnTo>
                  <a:pt x="2604" y="1897"/>
                </a:lnTo>
                <a:lnTo>
                  <a:pt x="2825" y="1695"/>
                </a:lnTo>
                <a:lnTo>
                  <a:pt x="3068" y="1514"/>
                </a:lnTo>
                <a:lnTo>
                  <a:pt x="3330" y="1352"/>
                </a:lnTo>
                <a:lnTo>
                  <a:pt x="3592" y="1211"/>
                </a:lnTo>
                <a:lnTo>
                  <a:pt x="3875" y="1090"/>
                </a:lnTo>
                <a:lnTo>
                  <a:pt x="4157" y="989"/>
                </a:lnTo>
                <a:lnTo>
                  <a:pt x="4702" y="807"/>
                </a:lnTo>
                <a:lnTo>
                  <a:pt x="5247" y="666"/>
                </a:lnTo>
                <a:lnTo>
                  <a:pt x="5832" y="525"/>
                </a:lnTo>
                <a:lnTo>
                  <a:pt x="6458" y="404"/>
                </a:lnTo>
                <a:lnTo>
                  <a:pt x="7104" y="303"/>
                </a:lnTo>
                <a:lnTo>
                  <a:pt x="7810" y="202"/>
                </a:lnTo>
                <a:lnTo>
                  <a:pt x="8577" y="142"/>
                </a:lnTo>
                <a:lnTo>
                  <a:pt x="9384" y="81"/>
                </a:lnTo>
                <a:close/>
                <a:moveTo>
                  <a:pt x="9848" y="0"/>
                </a:moveTo>
                <a:lnTo>
                  <a:pt x="9303" y="20"/>
                </a:lnTo>
                <a:lnTo>
                  <a:pt x="8758" y="41"/>
                </a:lnTo>
                <a:lnTo>
                  <a:pt x="8234" y="81"/>
                </a:lnTo>
                <a:lnTo>
                  <a:pt x="7709" y="142"/>
                </a:lnTo>
                <a:lnTo>
                  <a:pt x="7184" y="202"/>
                </a:lnTo>
                <a:lnTo>
                  <a:pt x="6680" y="283"/>
                </a:lnTo>
                <a:lnTo>
                  <a:pt x="6175" y="384"/>
                </a:lnTo>
                <a:lnTo>
                  <a:pt x="5671" y="485"/>
                </a:lnTo>
                <a:lnTo>
                  <a:pt x="5166" y="606"/>
                </a:lnTo>
                <a:lnTo>
                  <a:pt x="4682" y="727"/>
                </a:lnTo>
                <a:lnTo>
                  <a:pt x="4117" y="908"/>
                </a:lnTo>
                <a:lnTo>
                  <a:pt x="3834" y="1009"/>
                </a:lnTo>
                <a:lnTo>
                  <a:pt x="3552" y="1130"/>
                </a:lnTo>
                <a:lnTo>
                  <a:pt x="3269" y="1272"/>
                </a:lnTo>
                <a:lnTo>
                  <a:pt x="3007" y="1433"/>
                </a:lnTo>
                <a:lnTo>
                  <a:pt x="2765" y="1635"/>
                </a:lnTo>
                <a:lnTo>
                  <a:pt x="2543" y="1837"/>
                </a:lnTo>
                <a:lnTo>
                  <a:pt x="2341" y="2079"/>
                </a:lnTo>
                <a:lnTo>
                  <a:pt x="2160" y="2341"/>
                </a:lnTo>
                <a:lnTo>
                  <a:pt x="1998" y="2624"/>
                </a:lnTo>
                <a:lnTo>
                  <a:pt x="1877" y="2926"/>
                </a:lnTo>
                <a:lnTo>
                  <a:pt x="1776" y="3229"/>
                </a:lnTo>
                <a:lnTo>
                  <a:pt x="1675" y="3552"/>
                </a:lnTo>
                <a:lnTo>
                  <a:pt x="1514" y="4178"/>
                </a:lnTo>
                <a:lnTo>
                  <a:pt x="1292" y="5106"/>
                </a:lnTo>
                <a:lnTo>
                  <a:pt x="1090" y="6014"/>
                </a:lnTo>
                <a:lnTo>
                  <a:pt x="908" y="6942"/>
                </a:lnTo>
                <a:lnTo>
                  <a:pt x="747" y="7870"/>
                </a:lnTo>
                <a:lnTo>
                  <a:pt x="606" y="8819"/>
                </a:lnTo>
                <a:lnTo>
                  <a:pt x="485" y="9747"/>
                </a:lnTo>
                <a:lnTo>
                  <a:pt x="364" y="10676"/>
                </a:lnTo>
                <a:lnTo>
                  <a:pt x="263" y="11624"/>
                </a:lnTo>
                <a:lnTo>
                  <a:pt x="182" y="12552"/>
                </a:lnTo>
                <a:lnTo>
                  <a:pt x="101" y="13501"/>
                </a:lnTo>
                <a:lnTo>
                  <a:pt x="61" y="14449"/>
                </a:lnTo>
                <a:lnTo>
                  <a:pt x="20" y="15377"/>
                </a:lnTo>
                <a:lnTo>
                  <a:pt x="0" y="16326"/>
                </a:lnTo>
                <a:lnTo>
                  <a:pt x="0" y="17274"/>
                </a:lnTo>
                <a:lnTo>
                  <a:pt x="20" y="18223"/>
                </a:lnTo>
                <a:lnTo>
                  <a:pt x="41" y="19171"/>
                </a:lnTo>
                <a:lnTo>
                  <a:pt x="81" y="19474"/>
                </a:lnTo>
                <a:lnTo>
                  <a:pt x="162" y="19797"/>
                </a:lnTo>
                <a:lnTo>
                  <a:pt x="263" y="20140"/>
                </a:lnTo>
                <a:lnTo>
                  <a:pt x="404" y="20483"/>
                </a:lnTo>
                <a:lnTo>
                  <a:pt x="565" y="20766"/>
                </a:lnTo>
                <a:lnTo>
                  <a:pt x="666" y="20907"/>
                </a:lnTo>
                <a:lnTo>
                  <a:pt x="767" y="21028"/>
                </a:lnTo>
                <a:lnTo>
                  <a:pt x="868" y="21129"/>
                </a:lnTo>
                <a:lnTo>
                  <a:pt x="969" y="21210"/>
                </a:lnTo>
                <a:lnTo>
                  <a:pt x="1070" y="21290"/>
                </a:lnTo>
                <a:lnTo>
                  <a:pt x="1191" y="21331"/>
                </a:lnTo>
                <a:lnTo>
                  <a:pt x="1332" y="21351"/>
                </a:lnTo>
                <a:lnTo>
                  <a:pt x="1433" y="21331"/>
                </a:lnTo>
                <a:lnTo>
                  <a:pt x="1514" y="21310"/>
                </a:lnTo>
                <a:lnTo>
                  <a:pt x="1615" y="21250"/>
                </a:lnTo>
                <a:lnTo>
                  <a:pt x="1716" y="21189"/>
                </a:lnTo>
                <a:lnTo>
                  <a:pt x="1796" y="21109"/>
                </a:lnTo>
                <a:lnTo>
                  <a:pt x="1897" y="21008"/>
                </a:lnTo>
                <a:lnTo>
                  <a:pt x="2059" y="20745"/>
                </a:lnTo>
                <a:lnTo>
                  <a:pt x="2119" y="20624"/>
                </a:lnTo>
                <a:lnTo>
                  <a:pt x="2180" y="20503"/>
                </a:lnTo>
                <a:lnTo>
                  <a:pt x="2260" y="20221"/>
                </a:lnTo>
                <a:lnTo>
                  <a:pt x="2301" y="19938"/>
                </a:lnTo>
                <a:lnTo>
                  <a:pt x="2341" y="19635"/>
                </a:lnTo>
                <a:lnTo>
                  <a:pt x="2422" y="19151"/>
                </a:lnTo>
                <a:lnTo>
                  <a:pt x="2462" y="18909"/>
                </a:lnTo>
                <a:lnTo>
                  <a:pt x="2543" y="18687"/>
                </a:lnTo>
                <a:lnTo>
                  <a:pt x="2725" y="18324"/>
                </a:lnTo>
                <a:lnTo>
                  <a:pt x="2926" y="17981"/>
                </a:lnTo>
                <a:lnTo>
                  <a:pt x="3169" y="17678"/>
                </a:lnTo>
                <a:lnTo>
                  <a:pt x="3411" y="17395"/>
                </a:lnTo>
                <a:lnTo>
                  <a:pt x="3673" y="17133"/>
                </a:lnTo>
                <a:lnTo>
                  <a:pt x="3935" y="16911"/>
                </a:lnTo>
                <a:lnTo>
                  <a:pt x="4198" y="16709"/>
                </a:lnTo>
                <a:lnTo>
                  <a:pt x="4440" y="16528"/>
                </a:lnTo>
                <a:lnTo>
                  <a:pt x="4904" y="16245"/>
                </a:lnTo>
                <a:lnTo>
                  <a:pt x="5388" y="15983"/>
                </a:lnTo>
                <a:lnTo>
                  <a:pt x="5913" y="15741"/>
                </a:lnTo>
                <a:lnTo>
                  <a:pt x="6418" y="15539"/>
                </a:lnTo>
                <a:lnTo>
                  <a:pt x="6962" y="15357"/>
                </a:lnTo>
                <a:lnTo>
                  <a:pt x="7487" y="15196"/>
                </a:lnTo>
                <a:lnTo>
                  <a:pt x="8032" y="15055"/>
                </a:lnTo>
                <a:lnTo>
                  <a:pt x="8557" y="14913"/>
                </a:lnTo>
                <a:lnTo>
                  <a:pt x="9404" y="14732"/>
                </a:lnTo>
                <a:lnTo>
                  <a:pt x="10272" y="14550"/>
                </a:lnTo>
                <a:lnTo>
                  <a:pt x="11119" y="14389"/>
                </a:lnTo>
                <a:lnTo>
                  <a:pt x="11987" y="14227"/>
                </a:lnTo>
                <a:lnTo>
                  <a:pt x="12835" y="14106"/>
                </a:lnTo>
                <a:lnTo>
                  <a:pt x="13703" y="13985"/>
                </a:lnTo>
                <a:lnTo>
                  <a:pt x="14550" y="13884"/>
                </a:lnTo>
                <a:lnTo>
                  <a:pt x="15398" y="13783"/>
                </a:lnTo>
                <a:lnTo>
                  <a:pt x="16265" y="13703"/>
                </a:lnTo>
                <a:lnTo>
                  <a:pt x="17113" y="13642"/>
                </a:lnTo>
                <a:lnTo>
                  <a:pt x="18808" y="13541"/>
                </a:lnTo>
                <a:lnTo>
                  <a:pt x="20483" y="13501"/>
                </a:lnTo>
                <a:lnTo>
                  <a:pt x="22138" y="13481"/>
                </a:lnTo>
                <a:lnTo>
                  <a:pt x="23772" y="13501"/>
                </a:lnTo>
                <a:lnTo>
                  <a:pt x="25387" y="13561"/>
                </a:lnTo>
                <a:lnTo>
                  <a:pt x="26981" y="13642"/>
                </a:lnTo>
                <a:lnTo>
                  <a:pt x="28515" y="13763"/>
                </a:lnTo>
                <a:lnTo>
                  <a:pt x="30028" y="13884"/>
                </a:lnTo>
                <a:lnTo>
                  <a:pt x="31501" y="14025"/>
                </a:lnTo>
                <a:lnTo>
                  <a:pt x="32934" y="14187"/>
                </a:lnTo>
                <a:lnTo>
                  <a:pt x="34306" y="14348"/>
                </a:lnTo>
                <a:lnTo>
                  <a:pt x="34831" y="14409"/>
                </a:lnTo>
                <a:lnTo>
                  <a:pt x="35356" y="14449"/>
                </a:lnTo>
                <a:lnTo>
                  <a:pt x="35860" y="14449"/>
                </a:lnTo>
                <a:lnTo>
                  <a:pt x="36123" y="14409"/>
                </a:lnTo>
                <a:lnTo>
                  <a:pt x="36385" y="14368"/>
                </a:lnTo>
                <a:lnTo>
                  <a:pt x="36647" y="14288"/>
                </a:lnTo>
                <a:lnTo>
                  <a:pt x="36910" y="14187"/>
                </a:lnTo>
                <a:lnTo>
                  <a:pt x="37152" y="14046"/>
                </a:lnTo>
                <a:lnTo>
                  <a:pt x="37374" y="13884"/>
                </a:lnTo>
                <a:lnTo>
                  <a:pt x="37555" y="13703"/>
                </a:lnTo>
                <a:lnTo>
                  <a:pt x="37717" y="13501"/>
                </a:lnTo>
                <a:lnTo>
                  <a:pt x="37838" y="13299"/>
                </a:lnTo>
                <a:lnTo>
                  <a:pt x="37919" y="13077"/>
                </a:lnTo>
                <a:lnTo>
                  <a:pt x="37959" y="12895"/>
                </a:lnTo>
                <a:lnTo>
                  <a:pt x="37979" y="12694"/>
                </a:lnTo>
                <a:lnTo>
                  <a:pt x="37979" y="12492"/>
                </a:lnTo>
                <a:lnTo>
                  <a:pt x="37939" y="12290"/>
                </a:lnTo>
                <a:lnTo>
                  <a:pt x="37898" y="12068"/>
                </a:lnTo>
                <a:lnTo>
                  <a:pt x="37818" y="11826"/>
                </a:lnTo>
                <a:lnTo>
                  <a:pt x="37737" y="11604"/>
                </a:lnTo>
                <a:lnTo>
                  <a:pt x="37616" y="11341"/>
                </a:lnTo>
                <a:lnTo>
                  <a:pt x="37414" y="10998"/>
                </a:lnTo>
                <a:lnTo>
                  <a:pt x="37212" y="10655"/>
                </a:lnTo>
                <a:lnTo>
                  <a:pt x="36970" y="10312"/>
                </a:lnTo>
                <a:lnTo>
                  <a:pt x="36708" y="9969"/>
                </a:lnTo>
                <a:lnTo>
                  <a:pt x="36405" y="9626"/>
                </a:lnTo>
                <a:lnTo>
                  <a:pt x="36062" y="9283"/>
                </a:lnTo>
                <a:lnTo>
                  <a:pt x="35699" y="8920"/>
                </a:lnTo>
                <a:lnTo>
                  <a:pt x="35315" y="8577"/>
                </a:lnTo>
                <a:lnTo>
                  <a:pt x="34569" y="7931"/>
                </a:lnTo>
                <a:lnTo>
                  <a:pt x="33782" y="7346"/>
                </a:lnTo>
                <a:lnTo>
                  <a:pt x="32995" y="6781"/>
                </a:lnTo>
                <a:lnTo>
                  <a:pt x="32187" y="6256"/>
                </a:lnTo>
                <a:lnTo>
                  <a:pt x="31360" y="5772"/>
                </a:lnTo>
                <a:lnTo>
                  <a:pt x="30512" y="5308"/>
                </a:lnTo>
                <a:lnTo>
                  <a:pt x="29665" y="4864"/>
                </a:lnTo>
                <a:lnTo>
                  <a:pt x="28797" y="4460"/>
                </a:lnTo>
                <a:lnTo>
                  <a:pt x="27929" y="4077"/>
                </a:lnTo>
                <a:lnTo>
                  <a:pt x="27062" y="3734"/>
                </a:lnTo>
                <a:lnTo>
                  <a:pt x="26194" y="3390"/>
                </a:lnTo>
                <a:lnTo>
                  <a:pt x="25306" y="3088"/>
                </a:lnTo>
                <a:lnTo>
                  <a:pt x="24458" y="2785"/>
                </a:lnTo>
                <a:lnTo>
                  <a:pt x="23591" y="2503"/>
                </a:lnTo>
                <a:lnTo>
                  <a:pt x="21896" y="1998"/>
                </a:lnTo>
                <a:lnTo>
                  <a:pt x="20685" y="1635"/>
                </a:lnTo>
                <a:lnTo>
                  <a:pt x="19494" y="1332"/>
                </a:lnTo>
                <a:lnTo>
                  <a:pt x="18364" y="1050"/>
                </a:lnTo>
                <a:lnTo>
                  <a:pt x="17295" y="807"/>
                </a:lnTo>
                <a:lnTo>
                  <a:pt x="16245" y="585"/>
                </a:lnTo>
                <a:lnTo>
                  <a:pt x="15236" y="404"/>
                </a:lnTo>
                <a:lnTo>
                  <a:pt x="14268" y="263"/>
                </a:lnTo>
                <a:lnTo>
                  <a:pt x="13299" y="162"/>
                </a:lnTo>
                <a:lnTo>
                  <a:pt x="12128" y="61"/>
                </a:lnTo>
                <a:lnTo>
                  <a:pt x="10978" y="0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07" name="Google Shape;707;p9"/>
          <p:cNvSpPr/>
          <p:nvPr/>
        </p:nvSpPr>
        <p:spPr>
          <a:xfrm flipH="1">
            <a:off x="-86765" y="1498911"/>
            <a:ext cx="415281" cy="285520"/>
          </a:xfrm>
          <a:custGeom>
            <a:rect b="b" l="l" r="r" t="t"/>
            <a:pathLst>
              <a:path extrusionOk="0" h="5107" w="7428">
                <a:moveTo>
                  <a:pt x="7124" y="82"/>
                </a:moveTo>
                <a:lnTo>
                  <a:pt x="7205" y="102"/>
                </a:lnTo>
                <a:lnTo>
                  <a:pt x="7286" y="142"/>
                </a:lnTo>
                <a:lnTo>
                  <a:pt x="7326" y="223"/>
                </a:lnTo>
                <a:lnTo>
                  <a:pt x="7346" y="344"/>
                </a:lnTo>
                <a:lnTo>
                  <a:pt x="7346" y="485"/>
                </a:lnTo>
                <a:lnTo>
                  <a:pt x="7306" y="647"/>
                </a:lnTo>
                <a:lnTo>
                  <a:pt x="7225" y="808"/>
                </a:lnTo>
                <a:lnTo>
                  <a:pt x="7064" y="1212"/>
                </a:lnTo>
                <a:lnTo>
                  <a:pt x="6842" y="1615"/>
                </a:lnTo>
                <a:lnTo>
                  <a:pt x="6600" y="1999"/>
                </a:lnTo>
                <a:lnTo>
                  <a:pt x="6357" y="2362"/>
                </a:lnTo>
                <a:lnTo>
                  <a:pt x="6055" y="2786"/>
                </a:lnTo>
                <a:lnTo>
                  <a:pt x="5732" y="3149"/>
                </a:lnTo>
                <a:lnTo>
                  <a:pt x="5389" y="3472"/>
                </a:lnTo>
                <a:lnTo>
                  <a:pt x="5026" y="3775"/>
                </a:lnTo>
                <a:lnTo>
                  <a:pt x="4642" y="4037"/>
                </a:lnTo>
                <a:lnTo>
                  <a:pt x="4259" y="4279"/>
                </a:lnTo>
                <a:lnTo>
                  <a:pt x="3835" y="4501"/>
                </a:lnTo>
                <a:lnTo>
                  <a:pt x="3411" y="4683"/>
                </a:lnTo>
                <a:lnTo>
                  <a:pt x="2987" y="4824"/>
                </a:lnTo>
                <a:lnTo>
                  <a:pt x="2745" y="4905"/>
                </a:lnTo>
                <a:lnTo>
                  <a:pt x="2463" y="4965"/>
                </a:lnTo>
                <a:lnTo>
                  <a:pt x="2160" y="5006"/>
                </a:lnTo>
                <a:lnTo>
                  <a:pt x="1837" y="5026"/>
                </a:lnTo>
                <a:lnTo>
                  <a:pt x="1514" y="5006"/>
                </a:lnTo>
                <a:lnTo>
                  <a:pt x="1353" y="4965"/>
                </a:lnTo>
                <a:lnTo>
                  <a:pt x="1171" y="4945"/>
                </a:lnTo>
                <a:lnTo>
                  <a:pt x="1010" y="4885"/>
                </a:lnTo>
                <a:lnTo>
                  <a:pt x="848" y="4824"/>
                </a:lnTo>
                <a:lnTo>
                  <a:pt x="707" y="4743"/>
                </a:lnTo>
                <a:lnTo>
                  <a:pt x="546" y="4642"/>
                </a:lnTo>
                <a:lnTo>
                  <a:pt x="445" y="4562"/>
                </a:lnTo>
                <a:lnTo>
                  <a:pt x="364" y="4461"/>
                </a:lnTo>
                <a:lnTo>
                  <a:pt x="283" y="4380"/>
                </a:lnTo>
                <a:lnTo>
                  <a:pt x="203" y="4279"/>
                </a:lnTo>
                <a:lnTo>
                  <a:pt x="162" y="4178"/>
                </a:lnTo>
                <a:lnTo>
                  <a:pt x="122" y="4057"/>
                </a:lnTo>
                <a:lnTo>
                  <a:pt x="81" y="3956"/>
                </a:lnTo>
                <a:lnTo>
                  <a:pt x="81" y="3855"/>
                </a:lnTo>
                <a:lnTo>
                  <a:pt x="81" y="3654"/>
                </a:lnTo>
                <a:lnTo>
                  <a:pt x="142" y="3492"/>
                </a:lnTo>
                <a:lnTo>
                  <a:pt x="243" y="3331"/>
                </a:lnTo>
                <a:lnTo>
                  <a:pt x="364" y="3169"/>
                </a:lnTo>
                <a:lnTo>
                  <a:pt x="505" y="3028"/>
                </a:lnTo>
                <a:lnTo>
                  <a:pt x="647" y="2907"/>
                </a:lnTo>
                <a:lnTo>
                  <a:pt x="949" y="2685"/>
                </a:lnTo>
                <a:lnTo>
                  <a:pt x="1656" y="2261"/>
                </a:lnTo>
                <a:lnTo>
                  <a:pt x="2362" y="1858"/>
                </a:lnTo>
                <a:lnTo>
                  <a:pt x="3088" y="1474"/>
                </a:lnTo>
                <a:lnTo>
                  <a:pt x="3835" y="1131"/>
                </a:lnTo>
                <a:lnTo>
                  <a:pt x="4602" y="828"/>
                </a:lnTo>
                <a:lnTo>
                  <a:pt x="5369" y="566"/>
                </a:lnTo>
                <a:lnTo>
                  <a:pt x="6156" y="324"/>
                </a:lnTo>
                <a:lnTo>
                  <a:pt x="6943" y="122"/>
                </a:lnTo>
                <a:lnTo>
                  <a:pt x="7044" y="102"/>
                </a:lnTo>
                <a:lnTo>
                  <a:pt x="7124" y="82"/>
                </a:lnTo>
                <a:close/>
                <a:moveTo>
                  <a:pt x="7145" y="1"/>
                </a:moveTo>
                <a:lnTo>
                  <a:pt x="7084" y="21"/>
                </a:lnTo>
                <a:lnTo>
                  <a:pt x="6923" y="41"/>
                </a:lnTo>
                <a:lnTo>
                  <a:pt x="6136" y="243"/>
                </a:lnTo>
                <a:lnTo>
                  <a:pt x="5348" y="485"/>
                </a:lnTo>
                <a:lnTo>
                  <a:pt x="4561" y="768"/>
                </a:lnTo>
                <a:lnTo>
                  <a:pt x="3795" y="1071"/>
                </a:lnTo>
                <a:lnTo>
                  <a:pt x="3048" y="1414"/>
                </a:lnTo>
                <a:lnTo>
                  <a:pt x="2321" y="1777"/>
                </a:lnTo>
                <a:lnTo>
                  <a:pt x="1595" y="2180"/>
                </a:lnTo>
                <a:lnTo>
                  <a:pt x="909" y="2624"/>
                </a:lnTo>
                <a:lnTo>
                  <a:pt x="586" y="2846"/>
                </a:lnTo>
                <a:lnTo>
                  <a:pt x="445" y="2988"/>
                </a:lnTo>
                <a:lnTo>
                  <a:pt x="283" y="3129"/>
                </a:lnTo>
                <a:lnTo>
                  <a:pt x="162" y="3290"/>
                </a:lnTo>
                <a:lnTo>
                  <a:pt x="81" y="3472"/>
                </a:lnTo>
                <a:lnTo>
                  <a:pt x="21" y="3654"/>
                </a:lnTo>
                <a:lnTo>
                  <a:pt x="1" y="3754"/>
                </a:lnTo>
                <a:lnTo>
                  <a:pt x="1" y="3855"/>
                </a:lnTo>
                <a:lnTo>
                  <a:pt x="1" y="3976"/>
                </a:lnTo>
                <a:lnTo>
                  <a:pt x="41" y="4077"/>
                </a:lnTo>
                <a:lnTo>
                  <a:pt x="81" y="4198"/>
                </a:lnTo>
                <a:lnTo>
                  <a:pt x="142" y="4320"/>
                </a:lnTo>
                <a:lnTo>
                  <a:pt x="203" y="4420"/>
                </a:lnTo>
                <a:lnTo>
                  <a:pt x="303" y="4521"/>
                </a:lnTo>
                <a:lnTo>
                  <a:pt x="384" y="4622"/>
                </a:lnTo>
                <a:lnTo>
                  <a:pt x="505" y="4703"/>
                </a:lnTo>
                <a:lnTo>
                  <a:pt x="667" y="4804"/>
                </a:lnTo>
                <a:lnTo>
                  <a:pt x="808" y="4885"/>
                </a:lnTo>
                <a:lnTo>
                  <a:pt x="990" y="4965"/>
                </a:lnTo>
                <a:lnTo>
                  <a:pt x="1151" y="5006"/>
                </a:lnTo>
                <a:lnTo>
                  <a:pt x="1312" y="5046"/>
                </a:lnTo>
                <a:lnTo>
                  <a:pt x="1494" y="5086"/>
                </a:lnTo>
                <a:lnTo>
                  <a:pt x="1837" y="5107"/>
                </a:lnTo>
                <a:lnTo>
                  <a:pt x="2160" y="5086"/>
                </a:lnTo>
                <a:lnTo>
                  <a:pt x="2483" y="5046"/>
                </a:lnTo>
                <a:lnTo>
                  <a:pt x="2765" y="4985"/>
                </a:lnTo>
                <a:lnTo>
                  <a:pt x="3008" y="4905"/>
                </a:lnTo>
                <a:lnTo>
                  <a:pt x="3452" y="4763"/>
                </a:lnTo>
                <a:lnTo>
                  <a:pt x="3875" y="4582"/>
                </a:lnTo>
                <a:lnTo>
                  <a:pt x="4299" y="4360"/>
                </a:lnTo>
                <a:lnTo>
                  <a:pt x="4703" y="4118"/>
                </a:lnTo>
                <a:lnTo>
                  <a:pt x="5086" y="3835"/>
                </a:lnTo>
                <a:lnTo>
                  <a:pt x="5449" y="3532"/>
                </a:lnTo>
                <a:lnTo>
                  <a:pt x="5792" y="3189"/>
                </a:lnTo>
                <a:lnTo>
                  <a:pt x="6115" y="2846"/>
                </a:lnTo>
                <a:lnTo>
                  <a:pt x="6398" y="2443"/>
                </a:lnTo>
                <a:lnTo>
                  <a:pt x="6640" y="2080"/>
                </a:lnTo>
                <a:lnTo>
                  <a:pt x="6882" y="1676"/>
                </a:lnTo>
                <a:lnTo>
                  <a:pt x="7124" y="1252"/>
                </a:lnTo>
                <a:lnTo>
                  <a:pt x="7306" y="849"/>
                </a:lnTo>
                <a:lnTo>
                  <a:pt x="7366" y="667"/>
                </a:lnTo>
                <a:lnTo>
                  <a:pt x="7407" y="485"/>
                </a:lnTo>
                <a:lnTo>
                  <a:pt x="7427" y="324"/>
                </a:lnTo>
                <a:lnTo>
                  <a:pt x="7407" y="203"/>
                </a:lnTo>
                <a:lnTo>
                  <a:pt x="7387" y="142"/>
                </a:lnTo>
                <a:lnTo>
                  <a:pt x="7346" y="82"/>
                </a:lnTo>
                <a:lnTo>
                  <a:pt x="7286" y="41"/>
                </a:lnTo>
                <a:lnTo>
                  <a:pt x="7225" y="21"/>
                </a:lnTo>
                <a:lnTo>
                  <a:pt x="7145" y="1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08" name="Google Shape;708;p9"/>
          <p:cNvSpPr/>
          <p:nvPr/>
        </p:nvSpPr>
        <p:spPr>
          <a:xfrm flipH="1">
            <a:off x="-1177751" y="433894"/>
            <a:ext cx="1884195" cy="733450"/>
          </a:xfrm>
          <a:custGeom>
            <a:rect b="b" l="l" r="r" t="t"/>
            <a:pathLst>
              <a:path extrusionOk="0" h="13119" w="33702">
                <a:moveTo>
                  <a:pt x="8436" y="82"/>
                </a:moveTo>
                <a:lnTo>
                  <a:pt x="9041" y="102"/>
                </a:lnTo>
                <a:lnTo>
                  <a:pt x="9667" y="142"/>
                </a:lnTo>
                <a:lnTo>
                  <a:pt x="10312" y="183"/>
                </a:lnTo>
                <a:lnTo>
                  <a:pt x="10978" y="263"/>
                </a:lnTo>
                <a:lnTo>
                  <a:pt x="12532" y="465"/>
                </a:lnTo>
                <a:lnTo>
                  <a:pt x="14005" y="707"/>
                </a:lnTo>
                <a:lnTo>
                  <a:pt x="15398" y="949"/>
                </a:lnTo>
                <a:lnTo>
                  <a:pt x="16689" y="1192"/>
                </a:lnTo>
                <a:lnTo>
                  <a:pt x="17900" y="1454"/>
                </a:lnTo>
                <a:lnTo>
                  <a:pt x="19030" y="1716"/>
                </a:lnTo>
                <a:lnTo>
                  <a:pt x="20080" y="1979"/>
                </a:lnTo>
                <a:lnTo>
                  <a:pt x="21048" y="2241"/>
                </a:lnTo>
                <a:lnTo>
                  <a:pt x="21956" y="2523"/>
                </a:lnTo>
                <a:lnTo>
                  <a:pt x="22804" y="2786"/>
                </a:lnTo>
                <a:lnTo>
                  <a:pt x="23571" y="3068"/>
                </a:lnTo>
                <a:lnTo>
                  <a:pt x="24277" y="3331"/>
                </a:lnTo>
                <a:lnTo>
                  <a:pt x="24943" y="3593"/>
                </a:lnTo>
                <a:lnTo>
                  <a:pt x="25548" y="3835"/>
                </a:lnTo>
                <a:lnTo>
                  <a:pt x="26598" y="4320"/>
                </a:lnTo>
                <a:lnTo>
                  <a:pt x="27607" y="4824"/>
                </a:lnTo>
                <a:lnTo>
                  <a:pt x="28071" y="5066"/>
                </a:lnTo>
                <a:lnTo>
                  <a:pt x="28535" y="5329"/>
                </a:lnTo>
                <a:lnTo>
                  <a:pt x="28999" y="5611"/>
                </a:lnTo>
                <a:lnTo>
                  <a:pt x="29423" y="5894"/>
                </a:lnTo>
                <a:lnTo>
                  <a:pt x="29847" y="6176"/>
                </a:lnTo>
                <a:lnTo>
                  <a:pt x="30271" y="6459"/>
                </a:lnTo>
                <a:lnTo>
                  <a:pt x="30654" y="6761"/>
                </a:lnTo>
                <a:lnTo>
                  <a:pt x="31058" y="7064"/>
                </a:lnTo>
                <a:lnTo>
                  <a:pt x="31421" y="7367"/>
                </a:lnTo>
                <a:lnTo>
                  <a:pt x="31784" y="7690"/>
                </a:lnTo>
                <a:lnTo>
                  <a:pt x="32127" y="8012"/>
                </a:lnTo>
                <a:lnTo>
                  <a:pt x="32450" y="8335"/>
                </a:lnTo>
                <a:lnTo>
                  <a:pt x="32773" y="8678"/>
                </a:lnTo>
                <a:lnTo>
                  <a:pt x="33076" y="9021"/>
                </a:lnTo>
                <a:lnTo>
                  <a:pt x="33237" y="9223"/>
                </a:lnTo>
                <a:lnTo>
                  <a:pt x="33378" y="9425"/>
                </a:lnTo>
                <a:lnTo>
                  <a:pt x="33520" y="9667"/>
                </a:lnTo>
                <a:lnTo>
                  <a:pt x="33560" y="9788"/>
                </a:lnTo>
                <a:lnTo>
                  <a:pt x="33600" y="9909"/>
                </a:lnTo>
                <a:lnTo>
                  <a:pt x="33620" y="10030"/>
                </a:lnTo>
                <a:lnTo>
                  <a:pt x="33620" y="10172"/>
                </a:lnTo>
                <a:lnTo>
                  <a:pt x="33600" y="10293"/>
                </a:lnTo>
                <a:lnTo>
                  <a:pt x="33580" y="10414"/>
                </a:lnTo>
                <a:lnTo>
                  <a:pt x="33520" y="10535"/>
                </a:lnTo>
                <a:lnTo>
                  <a:pt x="33459" y="10636"/>
                </a:lnTo>
                <a:lnTo>
                  <a:pt x="33378" y="10737"/>
                </a:lnTo>
                <a:lnTo>
                  <a:pt x="33257" y="10797"/>
                </a:lnTo>
                <a:lnTo>
                  <a:pt x="33176" y="10838"/>
                </a:lnTo>
                <a:lnTo>
                  <a:pt x="33096" y="10858"/>
                </a:lnTo>
                <a:lnTo>
                  <a:pt x="32894" y="10878"/>
                </a:lnTo>
                <a:lnTo>
                  <a:pt x="32692" y="10858"/>
                </a:lnTo>
                <a:lnTo>
                  <a:pt x="32470" y="10817"/>
                </a:lnTo>
                <a:lnTo>
                  <a:pt x="29019" y="10152"/>
                </a:lnTo>
                <a:lnTo>
                  <a:pt x="26840" y="9748"/>
                </a:lnTo>
                <a:lnTo>
                  <a:pt x="25750" y="9566"/>
                </a:lnTo>
                <a:lnTo>
                  <a:pt x="24640" y="9385"/>
                </a:lnTo>
                <a:lnTo>
                  <a:pt x="23551" y="9223"/>
                </a:lnTo>
                <a:lnTo>
                  <a:pt x="22420" y="9102"/>
                </a:lnTo>
                <a:lnTo>
                  <a:pt x="21311" y="9021"/>
                </a:lnTo>
                <a:lnTo>
                  <a:pt x="20201" y="8981"/>
                </a:lnTo>
                <a:lnTo>
                  <a:pt x="19071" y="8961"/>
                </a:lnTo>
                <a:lnTo>
                  <a:pt x="17941" y="9021"/>
                </a:lnTo>
                <a:lnTo>
                  <a:pt x="16831" y="9102"/>
                </a:lnTo>
                <a:lnTo>
                  <a:pt x="15721" y="9223"/>
                </a:lnTo>
                <a:lnTo>
                  <a:pt x="14591" y="9385"/>
                </a:lnTo>
                <a:lnTo>
                  <a:pt x="13501" y="9566"/>
                </a:lnTo>
                <a:lnTo>
                  <a:pt x="12391" y="9788"/>
                </a:lnTo>
                <a:lnTo>
                  <a:pt x="11281" y="10051"/>
                </a:lnTo>
                <a:lnTo>
                  <a:pt x="10191" y="10313"/>
                </a:lnTo>
                <a:lnTo>
                  <a:pt x="9081" y="10596"/>
                </a:lnTo>
                <a:lnTo>
                  <a:pt x="7992" y="10918"/>
                </a:lnTo>
                <a:lnTo>
                  <a:pt x="6922" y="11241"/>
                </a:lnTo>
                <a:lnTo>
                  <a:pt x="4763" y="11907"/>
                </a:lnTo>
                <a:lnTo>
                  <a:pt x="2604" y="12593"/>
                </a:lnTo>
                <a:lnTo>
                  <a:pt x="1595" y="12936"/>
                </a:lnTo>
                <a:lnTo>
                  <a:pt x="1433" y="12977"/>
                </a:lnTo>
                <a:lnTo>
                  <a:pt x="1231" y="13017"/>
                </a:lnTo>
                <a:lnTo>
                  <a:pt x="1050" y="13037"/>
                </a:lnTo>
                <a:lnTo>
                  <a:pt x="949" y="13037"/>
                </a:lnTo>
                <a:lnTo>
                  <a:pt x="868" y="13017"/>
                </a:lnTo>
                <a:lnTo>
                  <a:pt x="767" y="12997"/>
                </a:lnTo>
                <a:lnTo>
                  <a:pt x="687" y="12957"/>
                </a:lnTo>
                <a:lnTo>
                  <a:pt x="606" y="12896"/>
                </a:lnTo>
                <a:lnTo>
                  <a:pt x="525" y="12835"/>
                </a:lnTo>
                <a:lnTo>
                  <a:pt x="404" y="12674"/>
                </a:lnTo>
                <a:lnTo>
                  <a:pt x="323" y="12492"/>
                </a:lnTo>
                <a:lnTo>
                  <a:pt x="243" y="12291"/>
                </a:lnTo>
                <a:lnTo>
                  <a:pt x="202" y="12089"/>
                </a:lnTo>
                <a:lnTo>
                  <a:pt x="162" y="11867"/>
                </a:lnTo>
                <a:lnTo>
                  <a:pt x="142" y="11665"/>
                </a:lnTo>
                <a:lnTo>
                  <a:pt x="101" y="10838"/>
                </a:lnTo>
                <a:lnTo>
                  <a:pt x="81" y="9990"/>
                </a:lnTo>
                <a:lnTo>
                  <a:pt x="101" y="9163"/>
                </a:lnTo>
                <a:lnTo>
                  <a:pt x="142" y="8315"/>
                </a:lnTo>
                <a:lnTo>
                  <a:pt x="202" y="7488"/>
                </a:lnTo>
                <a:lnTo>
                  <a:pt x="283" y="6660"/>
                </a:lnTo>
                <a:lnTo>
                  <a:pt x="404" y="5833"/>
                </a:lnTo>
                <a:lnTo>
                  <a:pt x="545" y="5006"/>
                </a:lnTo>
                <a:lnTo>
                  <a:pt x="666" y="4441"/>
                </a:lnTo>
                <a:lnTo>
                  <a:pt x="808" y="3896"/>
                </a:lnTo>
                <a:lnTo>
                  <a:pt x="909" y="3654"/>
                </a:lnTo>
                <a:lnTo>
                  <a:pt x="989" y="3411"/>
                </a:lnTo>
                <a:lnTo>
                  <a:pt x="1110" y="3189"/>
                </a:lnTo>
                <a:lnTo>
                  <a:pt x="1231" y="2967"/>
                </a:lnTo>
                <a:lnTo>
                  <a:pt x="1413" y="2685"/>
                </a:lnTo>
                <a:lnTo>
                  <a:pt x="1635" y="2402"/>
                </a:lnTo>
                <a:lnTo>
                  <a:pt x="1877" y="2140"/>
                </a:lnTo>
                <a:lnTo>
                  <a:pt x="2160" y="1898"/>
                </a:lnTo>
                <a:lnTo>
                  <a:pt x="2462" y="1656"/>
                </a:lnTo>
                <a:lnTo>
                  <a:pt x="2805" y="1434"/>
                </a:lnTo>
                <a:lnTo>
                  <a:pt x="3189" y="1232"/>
                </a:lnTo>
                <a:lnTo>
                  <a:pt x="3572" y="1030"/>
                </a:lnTo>
                <a:lnTo>
                  <a:pt x="4117" y="808"/>
                </a:lnTo>
                <a:lnTo>
                  <a:pt x="4662" y="627"/>
                </a:lnTo>
                <a:lnTo>
                  <a:pt x="5227" y="465"/>
                </a:lnTo>
                <a:lnTo>
                  <a:pt x="5832" y="324"/>
                </a:lnTo>
                <a:lnTo>
                  <a:pt x="6438" y="223"/>
                </a:lnTo>
                <a:lnTo>
                  <a:pt x="7084" y="142"/>
                </a:lnTo>
                <a:lnTo>
                  <a:pt x="7750" y="102"/>
                </a:lnTo>
                <a:lnTo>
                  <a:pt x="8436" y="82"/>
                </a:lnTo>
                <a:close/>
                <a:moveTo>
                  <a:pt x="8335" y="1"/>
                </a:moveTo>
                <a:lnTo>
                  <a:pt x="7830" y="21"/>
                </a:lnTo>
                <a:lnTo>
                  <a:pt x="7346" y="41"/>
                </a:lnTo>
                <a:lnTo>
                  <a:pt x="6882" y="82"/>
                </a:lnTo>
                <a:lnTo>
                  <a:pt x="6438" y="142"/>
                </a:lnTo>
                <a:lnTo>
                  <a:pt x="5974" y="223"/>
                </a:lnTo>
                <a:lnTo>
                  <a:pt x="5550" y="304"/>
                </a:lnTo>
                <a:lnTo>
                  <a:pt x="5126" y="405"/>
                </a:lnTo>
                <a:lnTo>
                  <a:pt x="4723" y="526"/>
                </a:lnTo>
                <a:lnTo>
                  <a:pt x="4319" y="647"/>
                </a:lnTo>
                <a:lnTo>
                  <a:pt x="3915" y="808"/>
                </a:lnTo>
                <a:lnTo>
                  <a:pt x="3552" y="970"/>
                </a:lnTo>
                <a:lnTo>
                  <a:pt x="3149" y="1151"/>
                </a:lnTo>
                <a:lnTo>
                  <a:pt x="2765" y="1373"/>
                </a:lnTo>
                <a:lnTo>
                  <a:pt x="2422" y="1595"/>
                </a:lnTo>
                <a:lnTo>
                  <a:pt x="2099" y="1837"/>
                </a:lnTo>
                <a:lnTo>
                  <a:pt x="1817" y="2080"/>
                </a:lnTo>
                <a:lnTo>
                  <a:pt x="1575" y="2362"/>
                </a:lnTo>
                <a:lnTo>
                  <a:pt x="1353" y="2624"/>
                </a:lnTo>
                <a:lnTo>
                  <a:pt x="1151" y="2927"/>
                </a:lnTo>
                <a:lnTo>
                  <a:pt x="1030" y="3169"/>
                </a:lnTo>
                <a:lnTo>
                  <a:pt x="909" y="3432"/>
                </a:lnTo>
                <a:lnTo>
                  <a:pt x="808" y="3694"/>
                </a:lnTo>
                <a:lnTo>
                  <a:pt x="707" y="3956"/>
                </a:lnTo>
                <a:lnTo>
                  <a:pt x="586" y="4481"/>
                </a:lnTo>
                <a:lnTo>
                  <a:pt x="465" y="4985"/>
                </a:lnTo>
                <a:lnTo>
                  <a:pt x="323" y="5813"/>
                </a:lnTo>
                <a:lnTo>
                  <a:pt x="222" y="6660"/>
                </a:lnTo>
                <a:lnTo>
                  <a:pt x="122" y="7488"/>
                </a:lnTo>
                <a:lnTo>
                  <a:pt x="61" y="8315"/>
                </a:lnTo>
                <a:lnTo>
                  <a:pt x="21" y="9163"/>
                </a:lnTo>
                <a:lnTo>
                  <a:pt x="0" y="9990"/>
                </a:lnTo>
                <a:lnTo>
                  <a:pt x="21" y="10838"/>
                </a:lnTo>
                <a:lnTo>
                  <a:pt x="61" y="11665"/>
                </a:lnTo>
                <a:lnTo>
                  <a:pt x="101" y="11968"/>
                </a:lnTo>
                <a:lnTo>
                  <a:pt x="142" y="12230"/>
                </a:lnTo>
                <a:lnTo>
                  <a:pt x="222" y="12452"/>
                </a:lnTo>
                <a:lnTo>
                  <a:pt x="303" y="12654"/>
                </a:lnTo>
                <a:lnTo>
                  <a:pt x="404" y="12815"/>
                </a:lnTo>
                <a:lnTo>
                  <a:pt x="545" y="12936"/>
                </a:lnTo>
                <a:lnTo>
                  <a:pt x="687" y="13037"/>
                </a:lnTo>
                <a:lnTo>
                  <a:pt x="848" y="13098"/>
                </a:lnTo>
                <a:lnTo>
                  <a:pt x="949" y="13118"/>
                </a:lnTo>
                <a:lnTo>
                  <a:pt x="1191" y="13118"/>
                </a:lnTo>
                <a:lnTo>
                  <a:pt x="1353" y="13078"/>
                </a:lnTo>
                <a:lnTo>
                  <a:pt x="1615" y="12997"/>
                </a:lnTo>
                <a:lnTo>
                  <a:pt x="2644" y="12674"/>
                </a:lnTo>
                <a:lnTo>
                  <a:pt x="4783" y="11988"/>
                </a:lnTo>
                <a:lnTo>
                  <a:pt x="6942" y="11302"/>
                </a:lnTo>
                <a:lnTo>
                  <a:pt x="8012" y="10999"/>
                </a:lnTo>
                <a:lnTo>
                  <a:pt x="9102" y="10676"/>
                </a:lnTo>
                <a:lnTo>
                  <a:pt x="10191" y="10394"/>
                </a:lnTo>
                <a:lnTo>
                  <a:pt x="11301" y="10131"/>
                </a:lnTo>
                <a:lnTo>
                  <a:pt x="12391" y="9869"/>
                </a:lnTo>
                <a:lnTo>
                  <a:pt x="13501" y="9647"/>
                </a:lnTo>
                <a:lnTo>
                  <a:pt x="14611" y="9465"/>
                </a:lnTo>
                <a:lnTo>
                  <a:pt x="15721" y="9304"/>
                </a:lnTo>
                <a:lnTo>
                  <a:pt x="16831" y="9183"/>
                </a:lnTo>
                <a:lnTo>
                  <a:pt x="17961" y="9102"/>
                </a:lnTo>
                <a:lnTo>
                  <a:pt x="19071" y="9042"/>
                </a:lnTo>
                <a:lnTo>
                  <a:pt x="20201" y="9062"/>
                </a:lnTo>
                <a:lnTo>
                  <a:pt x="21311" y="9102"/>
                </a:lnTo>
                <a:lnTo>
                  <a:pt x="22420" y="9183"/>
                </a:lnTo>
                <a:lnTo>
                  <a:pt x="23530" y="9304"/>
                </a:lnTo>
                <a:lnTo>
                  <a:pt x="24640" y="9465"/>
                </a:lnTo>
                <a:lnTo>
                  <a:pt x="25750" y="9647"/>
                </a:lnTo>
                <a:lnTo>
                  <a:pt x="26840" y="9829"/>
                </a:lnTo>
                <a:lnTo>
                  <a:pt x="28999" y="10232"/>
                </a:lnTo>
                <a:lnTo>
                  <a:pt x="32470" y="10898"/>
                </a:lnTo>
                <a:lnTo>
                  <a:pt x="32692" y="10939"/>
                </a:lnTo>
                <a:lnTo>
                  <a:pt x="32894" y="10959"/>
                </a:lnTo>
                <a:lnTo>
                  <a:pt x="33116" y="10939"/>
                </a:lnTo>
                <a:lnTo>
                  <a:pt x="33197" y="10918"/>
                </a:lnTo>
                <a:lnTo>
                  <a:pt x="33298" y="10878"/>
                </a:lnTo>
                <a:lnTo>
                  <a:pt x="33419" y="10797"/>
                </a:lnTo>
                <a:lnTo>
                  <a:pt x="33520" y="10696"/>
                </a:lnTo>
                <a:lnTo>
                  <a:pt x="33600" y="10575"/>
                </a:lnTo>
                <a:lnTo>
                  <a:pt x="33661" y="10454"/>
                </a:lnTo>
                <a:lnTo>
                  <a:pt x="33681" y="10313"/>
                </a:lnTo>
                <a:lnTo>
                  <a:pt x="33701" y="10172"/>
                </a:lnTo>
                <a:lnTo>
                  <a:pt x="33701" y="10030"/>
                </a:lnTo>
                <a:lnTo>
                  <a:pt x="33681" y="9889"/>
                </a:lnTo>
                <a:lnTo>
                  <a:pt x="33641" y="9768"/>
                </a:lnTo>
                <a:lnTo>
                  <a:pt x="33600" y="9627"/>
                </a:lnTo>
                <a:lnTo>
                  <a:pt x="33459" y="9385"/>
                </a:lnTo>
                <a:lnTo>
                  <a:pt x="33298" y="9163"/>
                </a:lnTo>
                <a:lnTo>
                  <a:pt x="33136" y="8961"/>
                </a:lnTo>
                <a:lnTo>
                  <a:pt x="32833" y="8618"/>
                </a:lnTo>
                <a:lnTo>
                  <a:pt x="32511" y="8275"/>
                </a:lnTo>
                <a:lnTo>
                  <a:pt x="32188" y="7952"/>
                </a:lnTo>
                <a:lnTo>
                  <a:pt x="31824" y="7629"/>
                </a:lnTo>
                <a:lnTo>
                  <a:pt x="31481" y="7306"/>
                </a:lnTo>
                <a:lnTo>
                  <a:pt x="31098" y="7003"/>
                </a:lnTo>
                <a:lnTo>
                  <a:pt x="30714" y="6701"/>
                </a:lnTo>
                <a:lnTo>
                  <a:pt x="30311" y="6398"/>
                </a:lnTo>
                <a:lnTo>
                  <a:pt x="29907" y="6095"/>
                </a:lnTo>
                <a:lnTo>
                  <a:pt x="29483" y="5813"/>
                </a:lnTo>
                <a:lnTo>
                  <a:pt x="29040" y="5530"/>
                </a:lnTo>
                <a:lnTo>
                  <a:pt x="28575" y="5268"/>
                </a:lnTo>
                <a:lnTo>
                  <a:pt x="28111" y="5006"/>
                </a:lnTo>
                <a:lnTo>
                  <a:pt x="27627" y="4743"/>
                </a:lnTo>
                <a:lnTo>
                  <a:pt x="26638" y="4259"/>
                </a:lnTo>
                <a:lnTo>
                  <a:pt x="25569" y="3775"/>
                </a:lnTo>
                <a:lnTo>
                  <a:pt x="24963" y="3512"/>
                </a:lnTo>
                <a:lnTo>
                  <a:pt x="24317" y="3250"/>
                </a:lnTo>
                <a:lnTo>
                  <a:pt x="23591" y="2988"/>
                </a:lnTo>
                <a:lnTo>
                  <a:pt x="22824" y="2725"/>
                </a:lnTo>
                <a:lnTo>
                  <a:pt x="21977" y="2443"/>
                </a:lnTo>
                <a:lnTo>
                  <a:pt x="21068" y="2180"/>
                </a:lnTo>
                <a:lnTo>
                  <a:pt x="20100" y="1898"/>
                </a:lnTo>
                <a:lnTo>
                  <a:pt x="19050" y="1636"/>
                </a:lnTo>
                <a:lnTo>
                  <a:pt x="17920" y="1373"/>
                </a:lnTo>
                <a:lnTo>
                  <a:pt x="16710" y="1111"/>
                </a:lnTo>
                <a:lnTo>
                  <a:pt x="15398" y="869"/>
                </a:lnTo>
                <a:lnTo>
                  <a:pt x="14026" y="627"/>
                </a:lnTo>
                <a:lnTo>
                  <a:pt x="12552" y="405"/>
                </a:lnTo>
                <a:lnTo>
                  <a:pt x="10978" y="183"/>
                </a:lnTo>
                <a:lnTo>
                  <a:pt x="10413" y="122"/>
                </a:lnTo>
                <a:lnTo>
                  <a:pt x="9889" y="62"/>
                </a:lnTo>
                <a:lnTo>
                  <a:pt x="9344" y="41"/>
                </a:lnTo>
                <a:lnTo>
                  <a:pt x="8839" y="21"/>
                </a:lnTo>
                <a:lnTo>
                  <a:pt x="8335" y="1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09" name="Google Shape;709;p9"/>
          <p:cNvSpPr/>
          <p:nvPr/>
        </p:nvSpPr>
        <p:spPr>
          <a:xfrm flipH="1">
            <a:off x="57702" y="1608375"/>
            <a:ext cx="166996" cy="99348"/>
          </a:xfrm>
          <a:custGeom>
            <a:rect b="b" l="l" r="r" t="t"/>
            <a:pathLst>
              <a:path extrusionOk="0" h="1777" w="2987">
                <a:moveTo>
                  <a:pt x="2240" y="81"/>
                </a:moveTo>
                <a:lnTo>
                  <a:pt x="2442" y="101"/>
                </a:lnTo>
                <a:lnTo>
                  <a:pt x="2644" y="122"/>
                </a:lnTo>
                <a:lnTo>
                  <a:pt x="2745" y="162"/>
                </a:lnTo>
                <a:lnTo>
                  <a:pt x="2805" y="182"/>
                </a:lnTo>
                <a:lnTo>
                  <a:pt x="2866" y="243"/>
                </a:lnTo>
                <a:lnTo>
                  <a:pt x="2906" y="283"/>
                </a:lnTo>
                <a:lnTo>
                  <a:pt x="2906" y="364"/>
                </a:lnTo>
                <a:lnTo>
                  <a:pt x="2906" y="444"/>
                </a:lnTo>
                <a:lnTo>
                  <a:pt x="2846" y="525"/>
                </a:lnTo>
                <a:lnTo>
                  <a:pt x="2765" y="626"/>
                </a:lnTo>
                <a:lnTo>
                  <a:pt x="2543" y="868"/>
                </a:lnTo>
                <a:lnTo>
                  <a:pt x="2281" y="1070"/>
                </a:lnTo>
                <a:lnTo>
                  <a:pt x="1998" y="1252"/>
                </a:lnTo>
                <a:lnTo>
                  <a:pt x="1716" y="1413"/>
                </a:lnTo>
                <a:lnTo>
                  <a:pt x="1393" y="1534"/>
                </a:lnTo>
                <a:lnTo>
                  <a:pt x="1090" y="1615"/>
                </a:lnTo>
                <a:lnTo>
                  <a:pt x="747" y="1675"/>
                </a:lnTo>
                <a:lnTo>
                  <a:pt x="424" y="1696"/>
                </a:lnTo>
                <a:lnTo>
                  <a:pt x="263" y="1696"/>
                </a:lnTo>
                <a:lnTo>
                  <a:pt x="182" y="1655"/>
                </a:lnTo>
                <a:lnTo>
                  <a:pt x="121" y="1615"/>
                </a:lnTo>
                <a:lnTo>
                  <a:pt x="81" y="1554"/>
                </a:lnTo>
                <a:lnTo>
                  <a:pt x="81" y="1494"/>
                </a:lnTo>
                <a:lnTo>
                  <a:pt x="81" y="1433"/>
                </a:lnTo>
                <a:lnTo>
                  <a:pt x="101" y="1373"/>
                </a:lnTo>
                <a:lnTo>
                  <a:pt x="182" y="1252"/>
                </a:lnTo>
                <a:lnTo>
                  <a:pt x="263" y="1151"/>
                </a:lnTo>
                <a:lnTo>
                  <a:pt x="485" y="949"/>
                </a:lnTo>
                <a:lnTo>
                  <a:pt x="686" y="747"/>
                </a:lnTo>
                <a:lnTo>
                  <a:pt x="929" y="586"/>
                </a:lnTo>
                <a:lnTo>
                  <a:pt x="1171" y="424"/>
                </a:lnTo>
                <a:lnTo>
                  <a:pt x="1413" y="283"/>
                </a:lnTo>
                <a:lnTo>
                  <a:pt x="1675" y="182"/>
                </a:lnTo>
                <a:lnTo>
                  <a:pt x="1958" y="101"/>
                </a:lnTo>
                <a:lnTo>
                  <a:pt x="2240" y="81"/>
                </a:lnTo>
                <a:close/>
                <a:moveTo>
                  <a:pt x="2119" y="0"/>
                </a:moveTo>
                <a:lnTo>
                  <a:pt x="1938" y="21"/>
                </a:lnTo>
                <a:lnTo>
                  <a:pt x="1776" y="61"/>
                </a:lnTo>
                <a:lnTo>
                  <a:pt x="1615" y="122"/>
                </a:lnTo>
                <a:lnTo>
                  <a:pt x="1453" y="182"/>
                </a:lnTo>
                <a:lnTo>
                  <a:pt x="1292" y="243"/>
                </a:lnTo>
                <a:lnTo>
                  <a:pt x="1009" y="424"/>
                </a:lnTo>
                <a:lnTo>
                  <a:pt x="727" y="626"/>
                </a:lnTo>
                <a:lnTo>
                  <a:pt x="464" y="848"/>
                </a:lnTo>
                <a:lnTo>
                  <a:pt x="222" y="1090"/>
                </a:lnTo>
                <a:lnTo>
                  <a:pt x="101" y="1211"/>
                </a:lnTo>
                <a:lnTo>
                  <a:pt x="21" y="1332"/>
                </a:lnTo>
                <a:lnTo>
                  <a:pt x="0" y="1433"/>
                </a:lnTo>
                <a:lnTo>
                  <a:pt x="0" y="1514"/>
                </a:lnTo>
                <a:lnTo>
                  <a:pt x="21" y="1595"/>
                </a:lnTo>
                <a:lnTo>
                  <a:pt x="61" y="1655"/>
                </a:lnTo>
                <a:lnTo>
                  <a:pt x="121" y="1716"/>
                </a:lnTo>
                <a:lnTo>
                  <a:pt x="222" y="1756"/>
                </a:lnTo>
                <a:lnTo>
                  <a:pt x="303" y="1776"/>
                </a:lnTo>
                <a:lnTo>
                  <a:pt x="424" y="1776"/>
                </a:lnTo>
                <a:lnTo>
                  <a:pt x="767" y="1756"/>
                </a:lnTo>
                <a:lnTo>
                  <a:pt x="1110" y="1696"/>
                </a:lnTo>
                <a:lnTo>
                  <a:pt x="1433" y="1615"/>
                </a:lnTo>
                <a:lnTo>
                  <a:pt x="1736" y="1474"/>
                </a:lnTo>
                <a:lnTo>
                  <a:pt x="2039" y="1332"/>
                </a:lnTo>
                <a:lnTo>
                  <a:pt x="2321" y="1131"/>
                </a:lnTo>
                <a:lnTo>
                  <a:pt x="2604" y="929"/>
                </a:lnTo>
                <a:lnTo>
                  <a:pt x="2826" y="687"/>
                </a:lnTo>
                <a:lnTo>
                  <a:pt x="2926" y="565"/>
                </a:lnTo>
                <a:lnTo>
                  <a:pt x="2987" y="465"/>
                </a:lnTo>
                <a:lnTo>
                  <a:pt x="2987" y="343"/>
                </a:lnTo>
                <a:lnTo>
                  <a:pt x="2967" y="263"/>
                </a:lnTo>
                <a:lnTo>
                  <a:pt x="2926" y="182"/>
                </a:lnTo>
                <a:lnTo>
                  <a:pt x="2866" y="122"/>
                </a:lnTo>
                <a:lnTo>
                  <a:pt x="2765" y="81"/>
                </a:lnTo>
                <a:lnTo>
                  <a:pt x="2664" y="41"/>
                </a:lnTo>
                <a:lnTo>
                  <a:pt x="2462" y="21"/>
                </a:lnTo>
                <a:lnTo>
                  <a:pt x="2281" y="0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10" name="Google Shape;710;p9"/>
          <p:cNvSpPr/>
          <p:nvPr/>
        </p:nvSpPr>
        <p:spPr>
          <a:xfrm flipH="1">
            <a:off x="8481959" y="3053879"/>
            <a:ext cx="1596439" cy="1802961"/>
          </a:xfrm>
          <a:custGeom>
            <a:rect b="b" l="l" r="r" t="t"/>
            <a:pathLst>
              <a:path extrusionOk="0" h="32249" w="28555">
                <a:moveTo>
                  <a:pt x="20483" y="82"/>
                </a:moveTo>
                <a:lnTo>
                  <a:pt x="20947" y="102"/>
                </a:lnTo>
                <a:lnTo>
                  <a:pt x="21411" y="122"/>
                </a:lnTo>
                <a:lnTo>
                  <a:pt x="21875" y="203"/>
                </a:lnTo>
                <a:lnTo>
                  <a:pt x="22319" y="283"/>
                </a:lnTo>
                <a:lnTo>
                  <a:pt x="22763" y="404"/>
                </a:lnTo>
                <a:lnTo>
                  <a:pt x="23187" y="566"/>
                </a:lnTo>
                <a:lnTo>
                  <a:pt x="23611" y="748"/>
                </a:lnTo>
                <a:lnTo>
                  <a:pt x="23994" y="949"/>
                </a:lnTo>
                <a:lnTo>
                  <a:pt x="24378" y="1191"/>
                </a:lnTo>
                <a:lnTo>
                  <a:pt x="24741" y="1454"/>
                </a:lnTo>
                <a:lnTo>
                  <a:pt x="25124" y="1777"/>
                </a:lnTo>
                <a:lnTo>
                  <a:pt x="25487" y="2140"/>
                </a:lnTo>
                <a:lnTo>
                  <a:pt x="25851" y="2564"/>
                </a:lnTo>
                <a:lnTo>
                  <a:pt x="26174" y="3008"/>
                </a:lnTo>
                <a:lnTo>
                  <a:pt x="26496" y="3492"/>
                </a:lnTo>
                <a:lnTo>
                  <a:pt x="26779" y="4017"/>
                </a:lnTo>
                <a:lnTo>
                  <a:pt x="27062" y="4582"/>
                </a:lnTo>
                <a:lnTo>
                  <a:pt x="27324" y="5187"/>
                </a:lnTo>
                <a:lnTo>
                  <a:pt x="27546" y="5772"/>
                </a:lnTo>
                <a:lnTo>
                  <a:pt x="27748" y="6358"/>
                </a:lnTo>
                <a:lnTo>
                  <a:pt x="27909" y="6943"/>
                </a:lnTo>
                <a:lnTo>
                  <a:pt x="28071" y="7548"/>
                </a:lnTo>
                <a:lnTo>
                  <a:pt x="28192" y="8154"/>
                </a:lnTo>
                <a:lnTo>
                  <a:pt x="28293" y="8739"/>
                </a:lnTo>
                <a:lnTo>
                  <a:pt x="28373" y="9344"/>
                </a:lnTo>
                <a:lnTo>
                  <a:pt x="28434" y="9950"/>
                </a:lnTo>
                <a:lnTo>
                  <a:pt x="28474" y="10555"/>
                </a:lnTo>
                <a:lnTo>
                  <a:pt x="28474" y="11160"/>
                </a:lnTo>
                <a:lnTo>
                  <a:pt x="28474" y="11766"/>
                </a:lnTo>
                <a:lnTo>
                  <a:pt x="28434" y="12371"/>
                </a:lnTo>
                <a:lnTo>
                  <a:pt x="28373" y="12977"/>
                </a:lnTo>
                <a:lnTo>
                  <a:pt x="28272" y="13562"/>
                </a:lnTo>
                <a:lnTo>
                  <a:pt x="28171" y="14167"/>
                </a:lnTo>
                <a:lnTo>
                  <a:pt x="28030" y="14732"/>
                </a:lnTo>
                <a:lnTo>
                  <a:pt x="27869" y="15338"/>
                </a:lnTo>
                <a:lnTo>
                  <a:pt x="27667" y="15923"/>
                </a:lnTo>
                <a:lnTo>
                  <a:pt x="27465" y="16488"/>
                </a:lnTo>
                <a:lnTo>
                  <a:pt x="27223" y="17053"/>
                </a:lnTo>
                <a:lnTo>
                  <a:pt x="26961" y="17618"/>
                </a:lnTo>
                <a:lnTo>
                  <a:pt x="26678" y="18143"/>
                </a:lnTo>
                <a:lnTo>
                  <a:pt x="26355" y="18667"/>
                </a:lnTo>
                <a:lnTo>
                  <a:pt x="26032" y="19192"/>
                </a:lnTo>
                <a:lnTo>
                  <a:pt x="25669" y="19676"/>
                </a:lnTo>
                <a:lnTo>
                  <a:pt x="25306" y="20161"/>
                </a:lnTo>
                <a:lnTo>
                  <a:pt x="24922" y="20625"/>
                </a:lnTo>
                <a:lnTo>
                  <a:pt x="24499" y="21069"/>
                </a:lnTo>
                <a:lnTo>
                  <a:pt x="24075" y="21493"/>
                </a:lnTo>
                <a:lnTo>
                  <a:pt x="23631" y="21896"/>
                </a:lnTo>
                <a:lnTo>
                  <a:pt x="23167" y="22280"/>
                </a:lnTo>
                <a:lnTo>
                  <a:pt x="22703" y="22643"/>
                </a:lnTo>
                <a:lnTo>
                  <a:pt x="22238" y="22946"/>
                </a:lnTo>
                <a:lnTo>
                  <a:pt x="21795" y="23228"/>
                </a:lnTo>
                <a:lnTo>
                  <a:pt x="21310" y="23511"/>
                </a:lnTo>
                <a:lnTo>
                  <a:pt x="20846" y="23773"/>
                </a:lnTo>
                <a:lnTo>
                  <a:pt x="19877" y="24277"/>
                </a:lnTo>
                <a:lnTo>
                  <a:pt x="18909" y="24742"/>
                </a:lnTo>
                <a:lnTo>
                  <a:pt x="17940" y="25226"/>
                </a:lnTo>
                <a:lnTo>
                  <a:pt x="16951" y="25751"/>
                </a:lnTo>
                <a:lnTo>
                  <a:pt x="16467" y="26013"/>
                </a:lnTo>
                <a:lnTo>
                  <a:pt x="15983" y="26296"/>
                </a:lnTo>
                <a:lnTo>
                  <a:pt x="15519" y="26598"/>
                </a:lnTo>
                <a:lnTo>
                  <a:pt x="15075" y="26901"/>
                </a:lnTo>
                <a:lnTo>
                  <a:pt x="14510" y="27325"/>
                </a:lnTo>
                <a:lnTo>
                  <a:pt x="13965" y="27789"/>
                </a:lnTo>
                <a:lnTo>
                  <a:pt x="13420" y="28253"/>
                </a:lnTo>
                <a:lnTo>
                  <a:pt x="12895" y="28717"/>
                </a:lnTo>
                <a:lnTo>
                  <a:pt x="12148" y="29383"/>
                </a:lnTo>
                <a:lnTo>
                  <a:pt x="11402" y="30029"/>
                </a:lnTo>
                <a:lnTo>
                  <a:pt x="10998" y="30332"/>
                </a:lnTo>
                <a:lnTo>
                  <a:pt x="10595" y="30614"/>
                </a:lnTo>
                <a:lnTo>
                  <a:pt x="10171" y="30897"/>
                </a:lnTo>
                <a:lnTo>
                  <a:pt x="9747" y="31159"/>
                </a:lnTo>
                <a:lnTo>
                  <a:pt x="9303" y="31381"/>
                </a:lnTo>
                <a:lnTo>
                  <a:pt x="8839" y="31583"/>
                </a:lnTo>
                <a:lnTo>
                  <a:pt x="8375" y="31764"/>
                </a:lnTo>
                <a:lnTo>
                  <a:pt x="7890" y="31906"/>
                </a:lnTo>
                <a:lnTo>
                  <a:pt x="7406" y="32027"/>
                </a:lnTo>
                <a:lnTo>
                  <a:pt x="6922" y="32107"/>
                </a:lnTo>
                <a:lnTo>
                  <a:pt x="6417" y="32148"/>
                </a:lnTo>
                <a:lnTo>
                  <a:pt x="5933" y="32168"/>
                </a:lnTo>
                <a:lnTo>
                  <a:pt x="5893" y="32168"/>
                </a:lnTo>
                <a:lnTo>
                  <a:pt x="5368" y="32148"/>
                </a:lnTo>
                <a:lnTo>
                  <a:pt x="4843" y="32087"/>
                </a:lnTo>
                <a:lnTo>
                  <a:pt x="4359" y="31986"/>
                </a:lnTo>
                <a:lnTo>
                  <a:pt x="3875" y="31845"/>
                </a:lnTo>
                <a:lnTo>
                  <a:pt x="3431" y="31684"/>
                </a:lnTo>
                <a:lnTo>
                  <a:pt x="2987" y="31462"/>
                </a:lnTo>
                <a:lnTo>
                  <a:pt x="2583" y="31219"/>
                </a:lnTo>
                <a:lnTo>
                  <a:pt x="2200" y="30957"/>
                </a:lnTo>
                <a:lnTo>
                  <a:pt x="1998" y="30775"/>
                </a:lnTo>
                <a:lnTo>
                  <a:pt x="1816" y="30614"/>
                </a:lnTo>
                <a:lnTo>
                  <a:pt x="1635" y="30412"/>
                </a:lnTo>
                <a:lnTo>
                  <a:pt x="1453" y="30231"/>
                </a:lnTo>
                <a:lnTo>
                  <a:pt x="1292" y="30029"/>
                </a:lnTo>
                <a:lnTo>
                  <a:pt x="1150" y="29807"/>
                </a:lnTo>
                <a:lnTo>
                  <a:pt x="1009" y="29585"/>
                </a:lnTo>
                <a:lnTo>
                  <a:pt x="868" y="29363"/>
                </a:lnTo>
                <a:lnTo>
                  <a:pt x="747" y="29121"/>
                </a:lnTo>
                <a:lnTo>
                  <a:pt x="626" y="28879"/>
                </a:lnTo>
                <a:lnTo>
                  <a:pt x="525" y="28616"/>
                </a:lnTo>
                <a:lnTo>
                  <a:pt x="424" y="28354"/>
                </a:lnTo>
                <a:lnTo>
                  <a:pt x="343" y="28092"/>
                </a:lnTo>
                <a:lnTo>
                  <a:pt x="283" y="27829"/>
                </a:lnTo>
                <a:lnTo>
                  <a:pt x="222" y="27547"/>
                </a:lnTo>
                <a:lnTo>
                  <a:pt x="162" y="27264"/>
                </a:lnTo>
                <a:lnTo>
                  <a:pt x="101" y="26719"/>
                </a:lnTo>
                <a:lnTo>
                  <a:pt x="81" y="26154"/>
                </a:lnTo>
                <a:lnTo>
                  <a:pt x="121" y="25609"/>
                </a:lnTo>
                <a:lnTo>
                  <a:pt x="182" y="25065"/>
                </a:lnTo>
                <a:lnTo>
                  <a:pt x="283" y="24520"/>
                </a:lnTo>
                <a:lnTo>
                  <a:pt x="444" y="23995"/>
                </a:lnTo>
                <a:lnTo>
                  <a:pt x="626" y="23490"/>
                </a:lnTo>
                <a:lnTo>
                  <a:pt x="868" y="23006"/>
                </a:lnTo>
                <a:lnTo>
                  <a:pt x="1029" y="22724"/>
                </a:lnTo>
                <a:lnTo>
                  <a:pt x="1191" y="22441"/>
                </a:lnTo>
                <a:lnTo>
                  <a:pt x="1372" y="22179"/>
                </a:lnTo>
                <a:lnTo>
                  <a:pt x="1574" y="21916"/>
                </a:lnTo>
                <a:lnTo>
                  <a:pt x="1776" y="21654"/>
                </a:lnTo>
                <a:lnTo>
                  <a:pt x="1998" y="21392"/>
                </a:lnTo>
                <a:lnTo>
                  <a:pt x="2240" y="21129"/>
                </a:lnTo>
                <a:lnTo>
                  <a:pt x="2482" y="20867"/>
                </a:lnTo>
                <a:lnTo>
                  <a:pt x="3027" y="20383"/>
                </a:lnTo>
                <a:lnTo>
                  <a:pt x="3612" y="19898"/>
                </a:lnTo>
                <a:lnTo>
                  <a:pt x="4258" y="19414"/>
                </a:lnTo>
                <a:lnTo>
                  <a:pt x="4964" y="18970"/>
                </a:lnTo>
                <a:lnTo>
                  <a:pt x="5691" y="18526"/>
                </a:lnTo>
                <a:lnTo>
                  <a:pt x="6438" y="18102"/>
                </a:lnTo>
                <a:lnTo>
                  <a:pt x="7951" y="17336"/>
                </a:lnTo>
                <a:lnTo>
                  <a:pt x="9021" y="16771"/>
                </a:lnTo>
                <a:lnTo>
                  <a:pt x="10110" y="16185"/>
                </a:lnTo>
                <a:lnTo>
                  <a:pt x="10433" y="15983"/>
                </a:lnTo>
                <a:lnTo>
                  <a:pt x="10716" y="15802"/>
                </a:lnTo>
                <a:lnTo>
                  <a:pt x="10978" y="15600"/>
                </a:lnTo>
                <a:lnTo>
                  <a:pt x="11220" y="15398"/>
                </a:lnTo>
                <a:lnTo>
                  <a:pt x="11442" y="15196"/>
                </a:lnTo>
                <a:lnTo>
                  <a:pt x="11644" y="14974"/>
                </a:lnTo>
                <a:lnTo>
                  <a:pt x="11805" y="14752"/>
                </a:lnTo>
                <a:lnTo>
                  <a:pt x="11967" y="14510"/>
                </a:lnTo>
                <a:lnTo>
                  <a:pt x="12088" y="14268"/>
                </a:lnTo>
                <a:lnTo>
                  <a:pt x="12189" y="13986"/>
                </a:lnTo>
                <a:lnTo>
                  <a:pt x="12290" y="13723"/>
                </a:lnTo>
                <a:lnTo>
                  <a:pt x="12350" y="13421"/>
                </a:lnTo>
                <a:lnTo>
                  <a:pt x="12411" y="13098"/>
                </a:lnTo>
                <a:lnTo>
                  <a:pt x="12451" y="12755"/>
                </a:lnTo>
                <a:lnTo>
                  <a:pt x="12471" y="12391"/>
                </a:lnTo>
                <a:lnTo>
                  <a:pt x="12471" y="12008"/>
                </a:lnTo>
                <a:lnTo>
                  <a:pt x="12492" y="11302"/>
                </a:lnTo>
                <a:lnTo>
                  <a:pt x="12512" y="10616"/>
                </a:lnTo>
                <a:lnTo>
                  <a:pt x="12532" y="9950"/>
                </a:lnTo>
                <a:lnTo>
                  <a:pt x="12592" y="9324"/>
                </a:lnTo>
                <a:lnTo>
                  <a:pt x="12653" y="8698"/>
                </a:lnTo>
                <a:lnTo>
                  <a:pt x="12714" y="8113"/>
                </a:lnTo>
                <a:lnTo>
                  <a:pt x="12814" y="7548"/>
                </a:lnTo>
                <a:lnTo>
                  <a:pt x="12915" y="7003"/>
                </a:lnTo>
                <a:lnTo>
                  <a:pt x="13036" y="6479"/>
                </a:lnTo>
                <a:lnTo>
                  <a:pt x="13157" y="5974"/>
                </a:lnTo>
                <a:lnTo>
                  <a:pt x="13299" y="5510"/>
                </a:lnTo>
                <a:lnTo>
                  <a:pt x="13460" y="5046"/>
                </a:lnTo>
                <a:lnTo>
                  <a:pt x="13642" y="4622"/>
                </a:lnTo>
                <a:lnTo>
                  <a:pt x="13823" y="4218"/>
                </a:lnTo>
                <a:lnTo>
                  <a:pt x="14025" y="3835"/>
                </a:lnTo>
                <a:lnTo>
                  <a:pt x="14247" y="3472"/>
                </a:lnTo>
                <a:lnTo>
                  <a:pt x="14429" y="3169"/>
                </a:lnTo>
                <a:lnTo>
                  <a:pt x="14631" y="2887"/>
                </a:lnTo>
                <a:lnTo>
                  <a:pt x="14853" y="2644"/>
                </a:lnTo>
                <a:lnTo>
                  <a:pt x="15054" y="2402"/>
                </a:lnTo>
                <a:lnTo>
                  <a:pt x="15276" y="2180"/>
                </a:lnTo>
                <a:lnTo>
                  <a:pt x="15498" y="1979"/>
                </a:lnTo>
                <a:lnTo>
                  <a:pt x="15700" y="1797"/>
                </a:lnTo>
                <a:lnTo>
                  <a:pt x="15942" y="1635"/>
                </a:lnTo>
                <a:lnTo>
                  <a:pt x="16386" y="1333"/>
                </a:lnTo>
                <a:lnTo>
                  <a:pt x="16830" y="1091"/>
                </a:lnTo>
                <a:lnTo>
                  <a:pt x="17274" y="869"/>
                </a:lnTo>
                <a:lnTo>
                  <a:pt x="17698" y="667"/>
                </a:lnTo>
                <a:lnTo>
                  <a:pt x="18142" y="505"/>
                </a:lnTo>
                <a:lnTo>
                  <a:pt x="18606" y="364"/>
                </a:lnTo>
                <a:lnTo>
                  <a:pt x="19070" y="243"/>
                </a:lnTo>
                <a:lnTo>
                  <a:pt x="19534" y="162"/>
                </a:lnTo>
                <a:lnTo>
                  <a:pt x="19999" y="102"/>
                </a:lnTo>
                <a:lnTo>
                  <a:pt x="20483" y="82"/>
                </a:lnTo>
                <a:close/>
                <a:moveTo>
                  <a:pt x="20483" y="1"/>
                </a:moveTo>
                <a:lnTo>
                  <a:pt x="19999" y="21"/>
                </a:lnTo>
                <a:lnTo>
                  <a:pt x="19534" y="82"/>
                </a:lnTo>
                <a:lnTo>
                  <a:pt x="19050" y="162"/>
                </a:lnTo>
                <a:lnTo>
                  <a:pt x="18586" y="283"/>
                </a:lnTo>
                <a:lnTo>
                  <a:pt x="18122" y="425"/>
                </a:lnTo>
                <a:lnTo>
                  <a:pt x="17678" y="606"/>
                </a:lnTo>
                <a:lnTo>
                  <a:pt x="17214" y="808"/>
                </a:lnTo>
                <a:lnTo>
                  <a:pt x="16750" y="1050"/>
                </a:lnTo>
                <a:lnTo>
                  <a:pt x="16285" y="1313"/>
                </a:lnTo>
                <a:lnTo>
                  <a:pt x="15841" y="1615"/>
                </a:lnTo>
                <a:lnTo>
                  <a:pt x="15619" y="1777"/>
                </a:lnTo>
                <a:lnTo>
                  <a:pt x="15397" y="1979"/>
                </a:lnTo>
                <a:lnTo>
                  <a:pt x="15175" y="2180"/>
                </a:lnTo>
                <a:lnTo>
                  <a:pt x="14974" y="2382"/>
                </a:lnTo>
                <a:lnTo>
                  <a:pt x="14752" y="2624"/>
                </a:lnTo>
                <a:lnTo>
                  <a:pt x="14550" y="2866"/>
                </a:lnTo>
                <a:lnTo>
                  <a:pt x="14368" y="3129"/>
                </a:lnTo>
                <a:lnTo>
                  <a:pt x="14166" y="3411"/>
                </a:lnTo>
                <a:lnTo>
                  <a:pt x="13944" y="3795"/>
                </a:lnTo>
                <a:lnTo>
                  <a:pt x="13743" y="4178"/>
                </a:lnTo>
                <a:lnTo>
                  <a:pt x="13561" y="4582"/>
                </a:lnTo>
                <a:lnTo>
                  <a:pt x="13400" y="5026"/>
                </a:lnTo>
                <a:lnTo>
                  <a:pt x="13238" y="5470"/>
                </a:lnTo>
                <a:lnTo>
                  <a:pt x="13077" y="5954"/>
                </a:lnTo>
                <a:lnTo>
                  <a:pt x="12956" y="6458"/>
                </a:lnTo>
                <a:lnTo>
                  <a:pt x="12835" y="6983"/>
                </a:lnTo>
                <a:lnTo>
                  <a:pt x="12734" y="7528"/>
                </a:lnTo>
                <a:lnTo>
                  <a:pt x="12653" y="8093"/>
                </a:lnTo>
                <a:lnTo>
                  <a:pt x="12572" y="8678"/>
                </a:lnTo>
                <a:lnTo>
                  <a:pt x="12512" y="9304"/>
                </a:lnTo>
                <a:lnTo>
                  <a:pt x="12451" y="9950"/>
                </a:lnTo>
                <a:lnTo>
                  <a:pt x="12431" y="10616"/>
                </a:lnTo>
                <a:lnTo>
                  <a:pt x="12411" y="11302"/>
                </a:lnTo>
                <a:lnTo>
                  <a:pt x="12391" y="12008"/>
                </a:lnTo>
                <a:lnTo>
                  <a:pt x="12391" y="12391"/>
                </a:lnTo>
                <a:lnTo>
                  <a:pt x="12370" y="12755"/>
                </a:lnTo>
                <a:lnTo>
                  <a:pt x="12330" y="13078"/>
                </a:lnTo>
                <a:lnTo>
                  <a:pt x="12270" y="13400"/>
                </a:lnTo>
                <a:lnTo>
                  <a:pt x="12209" y="13683"/>
                </a:lnTo>
                <a:lnTo>
                  <a:pt x="12128" y="13965"/>
                </a:lnTo>
                <a:lnTo>
                  <a:pt x="12007" y="14228"/>
                </a:lnTo>
                <a:lnTo>
                  <a:pt x="11886" y="14470"/>
                </a:lnTo>
                <a:lnTo>
                  <a:pt x="11745" y="14712"/>
                </a:lnTo>
                <a:lnTo>
                  <a:pt x="11563" y="14934"/>
                </a:lnTo>
                <a:lnTo>
                  <a:pt x="11382" y="15136"/>
                </a:lnTo>
                <a:lnTo>
                  <a:pt x="11160" y="15338"/>
                </a:lnTo>
                <a:lnTo>
                  <a:pt x="10938" y="15540"/>
                </a:lnTo>
                <a:lnTo>
                  <a:pt x="10675" y="15741"/>
                </a:lnTo>
                <a:lnTo>
                  <a:pt x="10373" y="15923"/>
                </a:lnTo>
                <a:lnTo>
                  <a:pt x="10070" y="16105"/>
                </a:lnTo>
                <a:lnTo>
                  <a:pt x="8980" y="16690"/>
                </a:lnTo>
                <a:lnTo>
                  <a:pt x="7911" y="17255"/>
                </a:lnTo>
                <a:lnTo>
                  <a:pt x="6397" y="18042"/>
                </a:lnTo>
                <a:lnTo>
                  <a:pt x="5651" y="18466"/>
                </a:lnTo>
                <a:lnTo>
                  <a:pt x="4924" y="18889"/>
                </a:lnTo>
                <a:lnTo>
                  <a:pt x="4218" y="19354"/>
                </a:lnTo>
                <a:lnTo>
                  <a:pt x="3552" y="19838"/>
                </a:lnTo>
                <a:lnTo>
                  <a:pt x="2967" y="20322"/>
                </a:lnTo>
                <a:lnTo>
                  <a:pt x="2422" y="20827"/>
                </a:lnTo>
                <a:lnTo>
                  <a:pt x="2180" y="21069"/>
                </a:lnTo>
                <a:lnTo>
                  <a:pt x="1937" y="21331"/>
                </a:lnTo>
                <a:lnTo>
                  <a:pt x="1715" y="21594"/>
                </a:lnTo>
                <a:lnTo>
                  <a:pt x="1514" y="21856"/>
                </a:lnTo>
                <a:lnTo>
                  <a:pt x="1312" y="22138"/>
                </a:lnTo>
                <a:lnTo>
                  <a:pt x="1130" y="22401"/>
                </a:lnTo>
                <a:lnTo>
                  <a:pt x="949" y="22683"/>
                </a:lnTo>
                <a:lnTo>
                  <a:pt x="807" y="22966"/>
                </a:lnTo>
                <a:lnTo>
                  <a:pt x="565" y="23450"/>
                </a:lnTo>
                <a:lnTo>
                  <a:pt x="363" y="23975"/>
                </a:lnTo>
                <a:lnTo>
                  <a:pt x="222" y="24499"/>
                </a:lnTo>
                <a:lnTo>
                  <a:pt x="101" y="25044"/>
                </a:lnTo>
                <a:lnTo>
                  <a:pt x="40" y="25589"/>
                </a:lnTo>
                <a:lnTo>
                  <a:pt x="0" y="26154"/>
                </a:lnTo>
                <a:lnTo>
                  <a:pt x="20" y="26719"/>
                </a:lnTo>
                <a:lnTo>
                  <a:pt x="81" y="27284"/>
                </a:lnTo>
                <a:lnTo>
                  <a:pt x="141" y="27567"/>
                </a:lnTo>
                <a:lnTo>
                  <a:pt x="202" y="27849"/>
                </a:lnTo>
                <a:lnTo>
                  <a:pt x="262" y="28112"/>
                </a:lnTo>
                <a:lnTo>
                  <a:pt x="363" y="28394"/>
                </a:lnTo>
                <a:lnTo>
                  <a:pt x="444" y="28657"/>
                </a:lnTo>
                <a:lnTo>
                  <a:pt x="545" y="28899"/>
                </a:lnTo>
                <a:lnTo>
                  <a:pt x="666" y="29161"/>
                </a:lnTo>
                <a:lnTo>
                  <a:pt x="787" y="29403"/>
                </a:lnTo>
                <a:lnTo>
                  <a:pt x="928" y="29625"/>
                </a:lnTo>
                <a:lnTo>
                  <a:pt x="1070" y="29847"/>
                </a:lnTo>
                <a:lnTo>
                  <a:pt x="1231" y="30069"/>
                </a:lnTo>
                <a:lnTo>
                  <a:pt x="1393" y="30271"/>
                </a:lnTo>
                <a:lnTo>
                  <a:pt x="1574" y="30473"/>
                </a:lnTo>
                <a:lnTo>
                  <a:pt x="1756" y="30654"/>
                </a:lnTo>
                <a:lnTo>
                  <a:pt x="1958" y="30836"/>
                </a:lnTo>
                <a:lnTo>
                  <a:pt x="2159" y="31018"/>
                </a:lnTo>
                <a:lnTo>
                  <a:pt x="2543" y="31300"/>
                </a:lnTo>
                <a:lnTo>
                  <a:pt x="2967" y="31542"/>
                </a:lnTo>
                <a:lnTo>
                  <a:pt x="3390" y="31744"/>
                </a:lnTo>
                <a:lnTo>
                  <a:pt x="3854" y="31926"/>
                </a:lnTo>
                <a:lnTo>
                  <a:pt x="4339" y="32067"/>
                </a:lnTo>
                <a:lnTo>
                  <a:pt x="4843" y="32168"/>
                </a:lnTo>
                <a:lnTo>
                  <a:pt x="5348" y="32228"/>
                </a:lnTo>
                <a:lnTo>
                  <a:pt x="5893" y="32249"/>
                </a:lnTo>
                <a:lnTo>
                  <a:pt x="5933" y="32249"/>
                </a:lnTo>
                <a:lnTo>
                  <a:pt x="6438" y="32228"/>
                </a:lnTo>
                <a:lnTo>
                  <a:pt x="6922" y="32188"/>
                </a:lnTo>
                <a:lnTo>
                  <a:pt x="7426" y="32107"/>
                </a:lnTo>
                <a:lnTo>
                  <a:pt x="7911" y="31986"/>
                </a:lnTo>
                <a:lnTo>
                  <a:pt x="8395" y="31845"/>
                </a:lnTo>
                <a:lnTo>
                  <a:pt x="8879" y="31663"/>
                </a:lnTo>
                <a:lnTo>
                  <a:pt x="9343" y="31462"/>
                </a:lnTo>
                <a:lnTo>
                  <a:pt x="9787" y="31219"/>
                </a:lnTo>
                <a:lnTo>
                  <a:pt x="10211" y="30977"/>
                </a:lnTo>
                <a:lnTo>
                  <a:pt x="10635" y="30695"/>
                </a:lnTo>
                <a:lnTo>
                  <a:pt x="11039" y="30392"/>
                </a:lnTo>
                <a:lnTo>
                  <a:pt x="11442" y="30089"/>
                </a:lnTo>
                <a:lnTo>
                  <a:pt x="12209" y="29444"/>
                </a:lnTo>
                <a:lnTo>
                  <a:pt x="12956" y="28778"/>
                </a:lnTo>
                <a:lnTo>
                  <a:pt x="13480" y="28314"/>
                </a:lnTo>
                <a:lnTo>
                  <a:pt x="14005" y="27849"/>
                </a:lnTo>
                <a:lnTo>
                  <a:pt x="14550" y="27405"/>
                </a:lnTo>
                <a:lnTo>
                  <a:pt x="15115" y="26961"/>
                </a:lnTo>
                <a:lnTo>
                  <a:pt x="15559" y="26659"/>
                </a:lnTo>
                <a:lnTo>
                  <a:pt x="16023" y="26356"/>
                </a:lnTo>
                <a:lnTo>
                  <a:pt x="16507" y="26074"/>
                </a:lnTo>
                <a:lnTo>
                  <a:pt x="16992" y="25811"/>
                </a:lnTo>
                <a:lnTo>
                  <a:pt x="17960" y="25307"/>
                </a:lnTo>
                <a:lnTo>
                  <a:pt x="18949" y="24822"/>
                </a:lnTo>
                <a:lnTo>
                  <a:pt x="19918" y="24338"/>
                </a:lnTo>
                <a:lnTo>
                  <a:pt x="20886" y="23834"/>
                </a:lnTo>
                <a:lnTo>
                  <a:pt x="21351" y="23571"/>
                </a:lnTo>
                <a:lnTo>
                  <a:pt x="21835" y="23309"/>
                </a:lnTo>
                <a:lnTo>
                  <a:pt x="22299" y="23006"/>
                </a:lnTo>
                <a:lnTo>
                  <a:pt x="22743" y="22703"/>
                </a:lnTo>
                <a:lnTo>
                  <a:pt x="23227" y="22340"/>
                </a:lnTo>
                <a:lnTo>
                  <a:pt x="23691" y="21957"/>
                </a:lnTo>
                <a:lnTo>
                  <a:pt x="24135" y="21553"/>
                </a:lnTo>
                <a:lnTo>
                  <a:pt x="24559" y="21129"/>
                </a:lnTo>
                <a:lnTo>
                  <a:pt x="24983" y="20685"/>
                </a:lnTo>
                <a:lnTo>
                  <a:pt x="25366" y="20221"/>
                </a:lnTo>
                <a:lnTo>
                  <a:pt x="25750" y="19737"/>
                </a:lnTo>
                <a:lnTo>
                  <a:pt x="26093" y="19232"/>
                </a:lnTo>
                <a:lnTo>
                  <a:pt x="26436" y="18728"/>
                </a:lnTo>
                <a:lnTo>
                  <a:pt x="26739" y="18183"/>
                </a:lnTo>
                <a:lnTo>
                  <a:pt x="27021" y="17638"/>
                </a:lnTo>
                <a:lnTo>
                  <a:pt x="27304" y="17093"/>
                </a:lnTo>
                <a:lnTo>
                  <a:pt x="27546" y="16528"/>
                </a:lnTo>
                <a:lnTo>
                  <a:pt x="27748" y="15943"/>
                </a:lnTo>
                <a:lnTo>
                  <a:pt x="27949" y="15358"/>
                </a:lnTo>
                <a:lnTo>
                  <a:pt x="28111" y="14752"/>
                </a:lnTo>
                <a:lnTo>
                  <a:pt x="28252" y="14167"/>
                </a:lnTo>
                <a:lnTo>
                  <a:pt x="28353" y="13582"/>
                </a:lnTo>
                <a:lnTo>
                  <a:pt x="28454" y="12977"/>
                </a:lnTo>
                <a:lnTo>
                  <a:pt x="28514" y="12391"/>
                </a:lnTo>
                <a:lnTo>
                  <a:pt x="28555" y="11786"/>
                </a:lnTo>
                <a:lnTo>
                  <a:pt x="28555" y="11181"/>
                </a:lnTo>
                <a:lnTo>
                  <a:pt x="28555" y="10555"/>
                </a:lnTo>
                <a:lnTo>
                  <a:pt x="28514" y="9950"/>
                </a:lnTo>
                <a:lnTo>
                  <a:pt x="28454" y="9344"/>
                </a:lnTo>
                <a:lnTo>
                  <a:pt x="28373" y="8739"/>
                </a:lnTo>
                <a:lnTo>
                  <a:pt x="28272" y="8133"/>
                </a:lnTo>
                <a:lnTo>
                  <a:pt x="28151" y="7528"/>
                </a:lnTo>
                <a:lnTo>
                  <a:pt x="27990" y="6923"/>
                </a:lnTo>
                <a:lnTo>
                  <a:pt x="27828" y="6337"/>
                </a:lnTo>
                <a:lnTo>
                  <a:pt x="27627" y="5752"/>
                </a:lnTo>
                <a:lnTo>
                  <a:pt x="27405" y="5167"/>
                </a:lnTo>
                <a:lnTo>
                  <a:pt x="27142" y="4541"/>
                </a:lnTo>
                <a:lnTo>
                  <a:pt x="26860" y="3976"/>
                </a:lnTo>
                <a:lnTo>
                  <a:pt x="26557" y="3452"/>
                </a:lnTo>
                <a:lnTo>
                  <a:pt x="26234" y="2947"/>
                </a:lnTo>
                <a:lnTo>
                  <a:pt x="25911" y="2503"/>
                </a:lnTo>
                <a:lnTo>
                  <a:pt x="25548" y="2100"/>
                </a:lnTo>
                <a:lnTo>
                  <a:pt x="25185" y="1716"/>
                </a:lnTo>
                <a:lnTo>
                  <a:pt x="24801" y="1393"/>
                </a:lnTo>
                <a:lnTo>
                  <a:pt x="24438" y="1111"/>
                </a:lnTo>
                <a:lnTo>
                  <a:pt x="24055" y="889"/>
                </a:lnTo>
                <a:lnTo>
                  <a:pt x="23651" y="667"/>
                </a:lnTo>
                <a:lnTo>
                  <a:pt x="23227" y="485"/>
                </a:lnTo>
                <a:lnTo>
                  <a:pt x="22783" y="344"/>
                </a:lnTo>
                <a:lnTo>
                  <a:pt x="22339" y="223"/>
                </a:lnTo>
                <a:lnTo>
                  <a:pt x="21895" y="122"/>
                </a:lnTo>
                <a:lnTo>
                  <a:pt x="21411" y="61"/>
                </a:lnTo>
                <a:lnTo>
                  <a:pt x="20947" y="21"/>
                </a:lnTo>
                <a:lnTo>
                  <a:pt x="20483" y="1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11" name="Google Shape;711;p9"/>
          <p:cNvSpPr/>
          <p:nvPr/>
        </p:nvSpPr>
        <p:spPr>
          <a:xfrm flipH="1">
            <a:off x="8140105" y="4230597"/>
            <a:ext cx="935332" cy="741278"/>
          </a:xfrm>
          <a:custGeom>
            <a:rect b="b" l="l" r="r" t="t"/>
            <a:pathLst>
              <a:path extrusionOk="0" h="13259" w="16730">
                <a:moveTo>
                  <a:pt x="14550" y="81"/>
                </a:moveTo>
                <a:lnTo>
                  <a:pt x="14772" y="122"/>
                </a:lnTo>
                <a:lnTo>
                  <a:pt x="15014" y="202"/>
                </a:lnTo>
                <a:lnTo>
                  <a:pt x="15216" y="324"/>
                </a:lnTo>
                <a:lnTo>
                  <a:pt x="15438" y="465"/>
                </a:lnTo>
                <a:lnTo>
                  <a:pt x="15640" y="667"/>
                </a:lnTo>
                <a:lnTo>
                  <a:pt x="15821" y="889"/>
                </a:lnTo>
                <a:lnTo>
                  <a:pt x="15983" y="1131"/>
                </a:lnTo>
                <a:lnTo>
                  <a:pt x="16144" y="1413"/>
                </a:lnTo>
                <a:lnTo>
                  <a:pt x="16245" y="1655"/>
                </a:lnTo>
                <a:lnTo>
                  <a:pt x="16346" y="1898"/>
                </a:lnTo>
                <a:lnTo>
                  <a:pt x="16427" y="2140"/>
                </a:lnTo>
                <a:lnTo>
                  <a:pt x="16487" y="2422"/>
                </a:lnTo>
                <a:lnTo>
                  <a:pt x="16548" y="2685"/>
                </a:lnTo>
                <a:lnTo>
                  <a:pt x="16588" y="2967"/>
                </a:lnTo>
                <a:lnTo>
                  <a:pt x="16628" y="3250"/>
                </a:lnTo>
                <a:lnTo>
                  <a:pt x="16649" y="3552"/>
                </a:lnTo>
                <a:lnTo>
                  <a:pt x="16649" y="3855"/>
                </a:lnTo>
                <a:lnTo>
                  <a:pt x="16649" y="4178"/>
                </a:lnTo>
                <a:lnTo>
                  <a:pt x="16588" y="4844"/>
                </a:lnTo>
                <a:lnTo>
                  <a:pt x="16487" y="5550"/>
                </a:lnTo>
                <a:lnTo>
                  <a:pt x="16326" y="6317"/>
                </a:lnTo>
                <a:lnTo>
                  <a:pt x="16144" y="7044"/>
                </a:lnTo>
                <a:lnTo>
                  <a:pt x="15942" y="7709"/>
                </a:lnTo>
                <a:lnTo>
                  <a:pt x="15720" y="8315"/>
                </a:lnTo>
                <a:lnTo>
                  <a:pt x="15458" y="8860"/>
                </a:lnTo>
                <a:lnTo>
                  <a:pt x="15317" y="9122"/>
                </a:lnTo>
                <a:lnTo>
                  <a:pt x="15176" y="9364"/>
                </a:lnTo>
                <a:lnTo>
                  <a:pt x="15014" y="9586"/>
                </a:lnTo>
                <a:lnTo>
                  <a:pt x="14873" y="9808"/>
                </a:lnTo>
                <a:lnTo>
                  <a:pt x="14691" y="10010"/>
                </a:lnTo>
                <a:lnTo>
                  <a:pt x="14530" y="10212"/>
                </a:lnTo>
                <a:lnTo>
                  <a:pt x="14348" y="10393"/>
                </a:lnTo>
                <a:lnTo>
                  <a:pt x="14146" y="10555"/>
                </a:lnTo>
                <a:lnTo>
                  <a:pt x="13803" y="10837"/>
                </a:lnTo>
                <a:lnTo>
                  <a:pt x="13440" y="11080"/>
                </a:lnTo>
                <a:lnTo>
                  <a:pt x="13036" y="11302"/>
                </a:lnTo>
                <a:lnTo>
                  <a:pt x="12633" y="11483"/>
                </a:lnTo>
                <a:lnTo>
                  <a:pt x="12229" y="11665"/>
                </a:lnTo>
                <a:lnTo>
                  <a:pt x="11805" y="11806"/>
                </a:lnTo>
                <a:lnTo>
                  <a:pt x="11402" y="11947"/>
                </a:lnTo>
                <a:lnTo>
                  <a:pt x="10978" y="12068"/>
                </a:lnTo>
                <a:lnTo>
                  <a:pt x="10373" y="12230"/>
                </a:lnTo>
                <a:lnTo>
                  <a:pt x="9787" y="12371"/>
                </a:lnTo>
                <a:lnTo>
                  <a:pt x="9202" y="12512"/>
                </a:lnTo>
                <a:lnTo>
                  <a:pt x="8597" y="12633"/>
                </a:lnTo>
                <a:lnTo>
                  <a:pt x="7991" y="12734"/>
                </a:lnTo>
                <a:lnTo>
                  <a:pt x="7386" y="12835"/>
                </a:lnTo>
                <a:lnTo>
                  <a:pt x="6801" y="12936"/>
                </a:lnTo>
                <a:lnTo>
                  <a:pt x="6195" y="12997"/>
                </a:lnTo>
                <a:lnTo>
                  <a:pt x="5590" y="13057"/>
                </a:lnTo>
                <a:lnTo>
                  <a:pt x="4964" y="13118"/>
                </a:lnTo>
                <a:lnTo>
                  <a:pt x="4359" y="13158"/>
                </a:lnTo>
                <a:lnTo>
                  <a:pt x="3754" y="13178"/>
                </a:lnTo>
                <a:lnTo>
                  <a:pt x="1917" y="13178"/>
                </a:lnTo>
                <a:lnTo>
                  <a:pt x="1312" y="13138"/>
                </a:lnTo>
                <a:lnTo>
                  <a:pt x="1070" y="13118"/>
                </a:lnTo>
                <a:lnTo>
                  <a:pt x="848" y="13077"/>
                </a:lnTo>
                <a:lnTo>
                  <a:pt x="646" y="13017"/>
                </a:lnTo>
                <a:lnTo>
                  <a:pt x="484" y="12956"/>
                </a:lnTo>
                <a:lnTo>
                  <a:pt x="343" y="12855"/>
                </a:lnTo>
                <a:lnTo>
                  <a:pt x="242" y="12754"/>
                </a:lnTo>
                <a:lnTo>
                  <a:pt x="162" y="12613"/>
                </a:lnTo>
                <a:lnTo>
                  <a:pt x="101" y="12472"/>
                </a:lnTo>
                <a:lnTo>
                  <a:pt x="81" y="12351"/>
                </a:lnTo>
                <a:lnTo>
                  <a:pt x="81" y="12210"/>
                </a:lnTo>
                <a:lnTo>
                  <a:pt x="101" y="12068"/>
                </a:lnTo>
                <a:lnTo>
                  <a:pt x="121" y="11907"/>
                </a:lnTo>
                <a:lnTo>
                  <a:pt x="182" y="11745"/>
                </a:lnTo>
                <a:lnTo>
                  <a:pt x="242" y="11584"/>
                </a:lnTo>
                <a:lnTo>
                  <a:pt x="384" y="11241"/>
                </a:lnTo>
                <a:lnTo>
                  <a:pt x="606" y="10878"/>
                </a:lnTo>
                <a:lnTo>
                  <a:pt x="848" y="10515"/>
                </a:lnTo>
                <a:lnTo>
                  <a:pt x="1110" y="10131"/>
                </a:lnTo>
                <a:lnTo>
                  <a:pt x="1413" y="9768"/>
                </a:lnTo>
                <a:lnTo>
                  <a:pt x="1715" y="9405"/>
                </a:lnTo>
                <a:lnTo>
                  <a:pt x="2038" y="9062"/>
                </a:lnTo>
                <a:lnTo>
                  <a:pt x="2341" y="8739"/>
                </a:lnTo>
                <a:lnTo>
                  <a:pt x="2644" y="8456"/>
                </a:lnTo>
                <a:lnTo>
                  <a:pt x="2926" y="8194"/>
                </a:lnTo>
                <a:lnTo>
                  <a:pt x="3189" y="7972"/>
                </a:lnTo>
                <a:lnTo>
                  <a:pt x="3411" y="7790"/>
                </a:lnTo>
                <a:lnTo>
                  <a:pt x="3592" y="7669"/>
                </a:lnTo>
                <a:lnTo>
                  <a:pt x="4198" y="7306"/>
                </a:lnTo>
                <a:lnTo>
                  <a:pt x="4823" y="6983"/>
                </a:lnTo>
                <a:lnTo>
                  <a:pt x="6095" y="6357"/>
                </a:lnTo>
                <a:lnTo>
                  <a:pt x="6720" y="6055"/>
                </a:lnTo>
                <a:lnTo>
                  <a:pt x="7346" y="5752"/>
                </a:lnTo>
                <a:lnTo>
                  <a:pt x="7971" y="5409"/>
                </a:lnTo>
                <a:lnTo>
                  <a:pt x="8597" y="5066"/>
                </a:lnTo>
                <a:lnTo>
                  <a:pt x="9101" y="4723"/>
                </a:lnTo>
                <a:lnTo>
                  <a:pt x="9606" y="4360"/>
                </a:lnTo>
                <a:lnTo>
                  <a:pt x="10110" y="3976"/>
                </a:lnTo>
                <a:lnTo>
                  <a:pt x="10574" y="3573"/>
                </a:lnTo>
                <a:lnTo>
                  <a:pt x="11018" y="3149"/>
                </a:lnTo>
                <a:lnTo>
                  <a:pt x="11442" y="2705"/>
                </a:lnTo>
                <a:lnTo>
                  <a:pt x="11866" y="2241"/>
                </a:lnTo>
                <a:lnTo>
                  <a:pt x="12249" y="1756"/>
                </a:lnTo>
                <a:lnTo>
                  <a:pt x="12290" y="1716"/>
                </a:lnTo>
                <a:lnTo>
                  <a:pt x="12754" y="1131"/>
                </a:lnTo>
                <a:lnTo>
                  <a:pt x="12996" y="868"/>
                </a:lnTo>
                <a:lnTo>
                  <a:pt x="13238" y="606"/>
                </a:lnTo>
                <a:lnTo>
                  <a:pt x="13521" y="404"/>
                </a:lnTo>
                <a:lnTo>
                  <a:pt x="13662" y="303"/>
                </a:lnTo>
                <a:lnTo>
                  <a:pt x="13803" y="223"/>
                </a:lnTo>
                <a:lnTo>
                  <a:pt x="13965" y="162"/>
                </a:lnTo>
                <a:lnTo>
                  <a:pt x="14126" y="122"/>
                </a:lnTo>
                <a:lnTo>
                  <a:pt x="14288" y="102"/>
                </a:lnTo>
                <a:lnTo>
                  <a:pt x="14449" y="81"/>
                </a:lnTo>
                <a:close/>
                <a:moveTo>
                  <a:pt x="14368" y="1"/>
                </a:moveTo>
                <a:lnTo>
                  <a:pt x="14187" y="21"/>
                </a:lnTo>
                <a:lnTo>
                  <a:pt x="14025" y="61"/>
                </a:lnTo>
                <a:lnTo>
                  <a:pt x="13864" y="122"/>
                </a:lnTo>
                <a:lnTo>
                  <a:pt x="13702" y="202"/>
                </a:lnTo>
                <a:lnTo>
                  <a:pt x="13541" y="283"/>
                </a:lnTo>
                <a:lnTo>
                  <a:pt x="13400" y="384"/>
                </a:lnTo>
                <a:lnTo>
                  <a:pt x="13238" y="505"/>
                </a:lnTo>
                <a:lnTo>
                  <a:pt x="12976" y="768"/>
                </a:lnTo>
                <a:lnTo>
                  <a:pt x="12714" y="1050"/>
                </a:lnTo>
                <a:lnTo>
                  <a:pt x="12451" y="1353"/>
                </a:lnTo>
                <a:lnTo>
                  <a:pt x="12229" y="1655"/>
                </a:lnTo>
                <a:lnTo>
                  <a:pt x="12189" y="1716"/>
                </a:lnTo>
                <a:lnTo>
                  <a:pt x="11805" y="2200"/>
                </a:lnTo>
                <a:lnTo>
                  <a:pt x="11382" y="2664"/>
                </a:lnTo>
                <a:lnTo>
                  <a:pt x="10958" y="3088"/>
                </a:lnTo>
                <a:lnTo>
                  <a:pt x="10514" y="3512"/>
                </a:lnTo>
                <a:lnTo>
                  <a:pt x="10050" y="3916"/>
                </a:lnTo>
                <a:lnTo>
                  <a:pt x="9565" y="4299"/>
                </a:lnTo>
                <a:lnTo>
                  <a:pt x="9061" y="4662"/>
                </a:lnTo>
                <a:lnTo>
                  <a:pt x="8556" y="4985"/>
                </a:lnTo>
                <a:lnTo>
                  <a:pt x="7931" y="5348"/>
                </a:lnTo>
                <a:lnTo>
                  <a:pt x="7305" y="5671"/>
                </a:lnTo>
                <a:lnTo>
                  <a:pt x="6680" y="5994"/>
                </a:lnTo>
                <a:lnTo>
                  <a:pt x="6054" y="6297"/>
                </a:lnTo>
                <a:lnTo>
                  <a:pt x="4783" y="6902"/>
                </a:lnTo>
                <a:lnTo>
                  <a:pt x="4157" y="7245"/>
                </a:lnTo>
                <a:lnTo>
                  <a:pt x="3552" y="7588"/>
                </a:lnTo>
                <a:lnTo>
                  <a:pt x="3370" y="7709"/>
                </a:lnTo>
                <a:lnTo>
                  <a:pt x="3168" y="7891"/>
                </a:lnTo>
                <a:lnTo>
                  <a:pt x="2624" y="8375"/>
                </a:lnTo>
                <a:lnTo>
                  <a:pt x="2321" y="8658"/>
                </a:lnTo>
                <a:lnTo>
                  <a:pt x="1998" y="8981"/>
                </a:lnTo>
                <a:lnTo>
                  <a:pt x="1675" y="9344"/>
                </a:lnTo>
                <a:lnTo>
                  <a:pt x="1352" y="9707"/>
                </a:lnTo>
                <a:lnTo>
                  <a:pt x="1050" y="10071"/>
                </a:lnTo>
                <a:lnTo>
                  <a:pt x="787" y="10454"/>
                </a:lnTo>
                <a:lnTo>
                  <a:pt x="525" y="10837"/>
                </a:lnTo>
                <a:lnTo>
                  <a:pt x="323" y="11201"/>
                </a:lnTo>
                <a:lnTo>
                  <a:pt x="162" y="11564"/>
                </a:lnTo>
                <a:lnTo>
                  <a:pt x="101" y="11725"/>
                </a:lnTo>
                <a:lnTo>
                  <a:pt x="41" y="11907"/>
                </a:lnTo>
                <a:lnTo>
                  <a:pt x="20" y="12068"/>
                </a:lnTo>
                <a:lnTo>
                  <a:pt x="0" y="12210"/>
                </a:lnTo>
                <a:lnTo>
                  <a:pt x="0" y="12371"/>
                </a:lnTo>
                <a:lnTo>
                  <a:pt x="41" y="12492"/>
                </a:lnTo>
                <a:lnTo>
                  <a:pt x="81" y="12654"/>
                </a:lnTo>
                <a:lnTo>
                  <a:pt x="182" y="12795"/>
                </a:lnTo>
                <a:lnTo>
                  <a:pt x="283" y="12916"/>
                </a:lnTo>
                <a:lnTo>
                  <a:pt x="444" y="13017"/>
                </a:lnTo>
                <a:lnTo>
                  <a:pt x="606" y="13098"/>
                </a:lnTo>
                <a:lnTo>
                  <a:pt x="807" y="13158"/>
                </a:lnTo>
                <a:lnTo>
                  <a:pt x="1050" y="13198"/>
                </a:lnTo>
                <a:lnTo>
                  <a:pt x="1312" y="13219"/>
                </a:lnTo>
                <a:lnTo>
                  <a:pt x="2099" y="13259"/>
                </a:lnTo>
                <a:lnTo>
                  <a:pt x="2886" y="13259"/>
                </a:lnTo>
                <a:lnTo>
                  <a:pt x="3915" y="13239"/>
                </a:lnTo>
                <a:lnTo>
                  <a:pt x="4944" y="13198"/>
                </a:lnTo>
                <a:lnTo>
                  <a:pt x="5973" y="13098"/>
                </a:lnTo>
                <a:lnTo>
                  <a:pt x="6982" y="12976"/>
                </a:lnTo>
                <a:lnTo>
                  <a:pt x="7991" y="12835"/>
                </a:lnTo>
                <a:lnTo>
                  <a:pt x="9000" y="12633"/>
                </a:lnTo>
                <a:lnTo>
                  <a:pt x="10009" y="12411"/>
                </a:lnTo>
                <a:lnTo>
                  <a:pt x="10998" y="12149"/>
                </a:lnTo>
                <a:lnTo>
                  <a:pt x="11422" y="12028"/>
                </a:lnTo>
                <a:lnTo>
                  <a:pt x="11846" y="11887"/>
                </a:lnTo>
                <a:lnTo>
                  <a:pt x="12270" y="11725"/>
                </a:lnTo>
                <a:lnTo>
                  <a:pt x="12673" y="11564"/>
                </a:lnTo>
                <a:lnTo>
                  <a:pt x="13077" y="11362"/>
                </a:lnTo>
                <a:lnTo>
                  <a:pt x="13480" y="11160"/>
                </a:lnTo>
                <a:lnTo>
                  <a:pt x="13844" y="10898"/>
                </a:lnTo>
                <a:lnTo>
                  <a:pt x="14207" y="10615"/>
                </a:lnTo>
                <a:lnTo>
                  <a:pt x="14409" y="10454"/>
                </a:lnTo>
                <a:lnTo>
                  <a:pt x="14590" y="10272"/>
                </a:lnTo>
                <a:lnTo>
                  <a:pt x="14752" y="10071"/>
                </a:lnTo>
                <a:lnTo>
                  <a:pt x="14933" y="9869"/>
                </a:lnTo>
                <a:lnTo>
                  <a:pt x="15095" y="9647"/>
                </a:lnTo>
                <a:lnTo>
                  <a:pt x="15236" y="9405"/>
                </a:lnTo>
                <a:lnTo>
                  <a:pt x="15398" y="9162"/>
                </a:lnTo>
                <a:lnTo>
                  <a:pt x="15519" y="8900"/>
                </a:lnTo>
                <a:lnTo>
                  <a:pt x="15781" y="8355"/>
                </a:lnTo>
                <a:lnTo>
                  <a:pt x="16023" y="7730"/>
                </a:lnTo>
                <a:lnTo>
                  <a:pt x="16225" y="7064"/>
                </a:lnTo>
                <a:lnTo>
                  <a:pt x="16407" y="6337"/>
                </a:lnTo>
                <a:lnTo>
                  <a:pt x="16568" y="5570"/>
                </a:lnTo>
                <a:lnTo>
                  <a:pt x="16669" y="4844"/>
                </a:lnTo>
                <a:lnTo>
                  <a:pt x="16729" y="4178"/>
                </a:lnTo>
                <a:lnTo>
                  <a:pt x="16729" y="3855"/>
                </a:lnTo>
                <a:lnTo>
                  <a:pt x="16729" y="3532"/>
                </a:lnTo>
                <a:lnTo>
                  <a:pt x="16709" y="3250"/>
                </a:lnTo>
                <a:lnTo>
                  <a:pt x="16669" y="2947"/>
                </a:lnTo>
                <a:lnTo>
                  <a:pt x="16628" y="2664"/>
                </a:lnTo>
                <a:lnTo>
                  <a:pt x="16568" y="2382"/>
                </a:lnTo>
                <a:lnTo>
                  <a:pt x="16507" y="2120"/>
                </a:lnTo>
                <a:lnTo>
                  <a:pt x="16427" y="1857"/>
                </a:lnTo>
                <a:lnTo>
                  <a:pt x="16326" y="1615"/>
                </a:lnTo>
                <a:lnTo>
                  <a:pt x="16205" y="1373"/>
                </a:lnTo>
                <a:lnTo>
                  <a:pt x="16063" y="1090"/>
                </a:lnTo>
                <a:lnTo>
                  <a:pt x="15882" y="828"/>
                </a:lnTo>
                <a:lnTo>
                  <a:pt x="15680" y="606"/>
                </a:lnTo>
                <a:lnTo>
                  <a:pt x="15478" y="404"/>
                </a:lnTo>
                <a:lnTo>
                  <a:pt x="15256" y="243"/>
                </a:lnTo>
                <a:lnTo>
                  <a:pt x="15034" y="122"/>
                </a:lnTo>
                <a:lnTo>
                  <a:pt x="14792" y="41"/>
                </a:lnTo>
                <a:lnTo>
                  <a:pt x="14550" y="1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12" name="Google Shape;712;p9"/>
          <p:cNvSpPr/>
          <p:nvPr/>
        </p:nvSpPr>
        <p:spPr>
          <a:xfrm flipH="1">
            <a:off x="8601547" y="3140758"/>
            <a:ext cx="1395619" cy="1650669"/>
          </a:xfrm>
          <a:custGeom>
            <a:rect b="b" l="l" r="r" t="t"/>
            <a:pathLst>
              <a:path extrusionOk="0" h="29525" w="24963">
                <a:moveTo>
                  <a:pt x="18727" y="81"/>
                </a:moveTo>
                <a:lnTo>
                  <a:pt x="19211" y="102"/>
                </a:lnTo>
                <a:lnTo>
                  <a:pt x="19514" y="142"/>
                </a:lnTo>
                <a:lnTo>
                  <a:pt x="19837" y="223"/>
                </a:lnTo>
                <a:lnTo>
                  <a:pt x="20140" y="303"/>
                </a:lnTo>
                <a:lnTo>
                  <a:pt x="20442" y="404"/>
                </a:lnTo>
                <a:lnTo>
                  <a:pt x="20745" y="525"/>
                </a:lnTo>
                <a:lnTo>
                  <a:pt x="21048" y="667"/>
                </a:lnTo>
                <a:lnTo>
                  <a:pt x="21330" y="828"/>
                </a:lnTo>
                <a:lnTo>
                  <a:pt x="21613" y="1010"/>
                </a:lnTo>
                <a:lnTo>
                  <a:pt x="21895" y="1212"/>
                </a:lnTo>
                <a:lnTo>
                  <a:pt x="22158" y="1413"/>
                </a:lnTo>
                <a:lnTo>
                  <a:pt x="22420" y="1655"/>
                </a:lnTo>
                <a:lnTo>
                  <a:pt x="22662" y="1898"/>
                </a:lnTo>
                <a:lnTo>
                  <a:pt x="22904" y="2160"/>
                </a:lnTo>
                <a:lnTo>
                  <a:pt x="23126" y="2443"/>
                </a:lnTo>
                <a:lnTo>
                  <a:pt x="23328" y="2725"/>
                </a:lnTo>
                <a:lnTo>
                  <a:pt x="23530" y="3028"/>
                </a:lnTo>
                <a:lnTo>
                  <a:pt x="23691" y="3290"/>
                </a:lnTo>
                <a:lnTo>
                  <a:pt x="23833" y="3573"/>
                </a:lnTo>
                <a:lnTo>
                  <a:pt x="24095" y="4138"/>
                </a:lnTo>
                <a:lnTo>
                  <a:pt x="24317" y="4723"/>
                </a:lnTo>
                <a:lnTo>
                  <a:pt x="24499" y="5369"/>
                </a:lnTo>
                <a:lnTo>
                  <a:pt x="24660" y="6035"/>
                </a:lnTo>
                <a:lnTo>
                  <a:pt x="24761" y="6721"/>
                </a:lnTo>
                <a:lnTo>
                  <a:pt x="24842" y="7467"/>
                </a:lnTo>
                <a:lnTo>
                  <a:pt x="24882" y="8214"/>
                </a:lnTo>
                <a:lnTo>
                  <a:pt x="24882" y="8880"/>
                </a:lnTo>
                <a:lnTo>
                  <a:pt x="24862" y="9546"/>
                </a:lnTo>
                <a:lnTo>
                  <a:pt x="24822" y="10232"/>
                </a:lnTo>
                <a:lnTo>
                  <a:pt x="24761" y="10938"/>
                </a:lnTo>
                <a:lnTo>
                  <a:pt x="24660" y="11665"/>
                </a:lnTo>
                <a:lnTo>
                  <a:pt x="24539" y="12411"/>
                </a:lnTo>
                <a:lnTo>
                  <a:pt x="24398" y="13178"/>
                </a:lnTo>
                <a:lnTo>
                  <a:pt x="24216" y="13986"/>
                </a:lnTo>
                <a:lnTo>
                  <a:pt x="23994" y="14853"/>
                </a:lnTo>
                <a:lnTo>
                  <a:pt x="23873" y="15297"/>
                </a:lnTo>
                <a:lnTo>
                  <a:pt x="23732" y="15721"/>
                </a:lnTo>
                <a:lnTo>
                  <a:pt x="23570" y="16145"/>
                </a:lnTo>
                <a:lnTo>
                  <a:pt x="23369" y="16569"/>
                </a:lnTo>
                <a:lnTo>
                  <a:pt x="23167" y="16972"/>
                </a:lnTo>
                <a:lnTo>
                  <a:pt x="22925" y="17356"/>
                </a:lnTo>
                <a:lnTo>
                  <a:pt x="22682" y="17658"/>
                </a:lnTo>
                <a:lnTo>
                  <a:pt x="22440" y="17961"/>
                </a:lnTo>
                <a:lnTo>
                  <a:pt x="22158" y="18244"/>
                </a:lnTo>
                <a:lnTo>
                  <a:pt x="21875" y="18506"/>
                </a:lnTo>
                <a:lnTo>
                  <a:pt x="21573" y="18748"/>
                </a:lnTo>
                <a:lnTo>
                  <a:pt x="21270" y="18990"/>
                </a:lnTo>
                <a:lnTo>
                  <a:pt x="20947" y="19212"/>
                </a:lnTo>
                <a:lnTo>
                  <a:pt x="20604" y="19414"/>
                </a:lnTo>
                <a:lnTo>
                  <a:pt x="20261" y="19616"/>
                </a:lnTo>
                <a:lnTo>
                  <a:pt x="19918" y="19818"/>
                </a:lnTo>
                <a:lnTo>
                  <a:pt x="19211" y="20181"/>
                </a:lnTo>
                <a:lnTo>
                  <a:pt x="18465" y="20524"/>
                </a:lnTo>
                <a:lnTo>
                  <a:pt x="17738" y="20847"/>
                </a:lnTo>
                <a:lnTo>
                  <a:pt x="17133" y="21109"/>
                </a:lnTo>
                <a:lnTo>
                  <a:pt x="16245" y="21513"/>
                </a:lnTo>
                <a:lnTo>
                  <a:pt x="15418" y="21916"/>
                </a:lnTo>
                <a:lnTo>
                  <a:pt x="14651" y="22340"/>
                </a:lnTo>
                <a:lnTo>
                  <a:pt x="13924" y="22744"/>
                </a:lnTo>
                <a:lnTo>
                  <a:pt x="13258" y="23167"/>
                </a:lnTo>
                <a:lnTo>
                  <a:pt x="12633" y="23611"/>
                </a:lnTo>
                <a:lnTo>
                  <a:pt x="12048" y="24055"/>
                </a:lnTo>
                <a:lnTo>
                  <a:pt x="11503" y="24520"/>
                </a:lnTo>
                <a:lnTo>
                  <a:pt x="11099" y="24883"/>
                </a:lnTo>
                <a:lnTo>
                  <a:pt x="10695" y="25246"/>
                </a:lnTo>
                <a:lnTo>
                  <a:pt x="9949" y="26013"/>
                </a:lnTo>
                <a:lnTo>
                  <a:pt x="9323" y="26638"/>
                </a:lnTo>
                <a:lnTo>
                  <a:pt x="8698" y="27244"/>
                </a:lnTo>
                <a:lnTo>
                  <a:pt x="8355" y="27526"/>
                </a:lnTo>
                <a:lnTo>
                  <a:pt x="8032" y="27809"/>
                </a:lnTo>
                <a:lnTo>
                  <a:pt x="7668" y="28091"/>
                </a:lnTo>
                <a:lnTo>
                  <a:pt x="7325" y="28334"/>
                </a:lnTo>
                <a:lnTo>
                  <a:pt x="6902" y="28596"/>
                </a:lnTo>
                <a:lnTo>
                  <a:pt x="6498" y="28818"/>
                </a:lnTo>
                <a:lnTo>
                  <a:pt x="6094" y="29000"/>
                </a:lnTo>
                <a:lnTo>
                  <a:pt x="5711" y="29141"/>
                </a:lnTo>
                <a:lnTo>
                  <a:pt x="5328" y="29262"/>
                </a:lnTo>
                <a:lnTo>
                  <a:pt x="4964" y="29343"/>
                </a:lnTo>
                <a:lnTo>
                  <a:pt x="4601" y="29403"/>
                </a:lnTo>
                <a:lnTo>
                  <a:pt x="4238" y="29423"/>
                </a:lnTo>
                <a:lnTo>
                  <a:pt x="3915" y="29423"/>
                </a:lnTo>
                <a:lnTo>
                  <a:pt x="3592" y="29403"/>
                </a:lnTo>
                <a:lnTo>
                  <a:pt x="3289" y="29363"/>
                </a:lnTo>
                <a:lnTo>
                  <a:pt x="2987" y="29302"/>
                </a:lnTo>
                <a:lnTo>
                  <a:pt x="2724" y="29221"/>
                </a:lnTo>
                <a:lnTo>
                  <a:pt x="2462" y="29121"/>
                </a:lnTo>
                <a:lnTo>
                  <a:pt x="2240" y="29020"/>
                </a:lnTo>
                <a:lnTo>
                  <a:pt x="2018" y="28899"/>
                </a:lnTo>
                <a:lnTo>
                  <a:pt x="1715" y="28677"/>
                </a:lnTo>
                <a:lnTo>
                  <a:pt x="1433" y="28414"/>
                </a:lnTo>
                <a:lnTo>
                  <a:pt x="1170" y="28132"/>
                </a:lnTo>
                <a:lnTo>
                  <a:pt x="928" y="27809"/>
                </a:lnTo>
                <a:lnTo>
                  <a:pt x="706" y="27446"/>
                </a:lnTo>
                <a:lnTo>
                  <a:pt x="525" y="27062"/>
                </a:lnTo>
                <a:lnTo>
                  <a:pt x="363" y="26659"/>
                </a:lnTo>
                <a:lnTo>
                  <a:pt x="242" y="26235"/>
                </a:lnTo>
                <a:lnTo>
                  <a:pt x="182" y="25952"/>
                </a:lnTo>
                <a:lnTo>
                  <a:pt x="121" y="25670"/>
                </a:lnTo>
                <a:lnTo>
                  <a:pt x="101" y="25387"/>
                </a:lnTo>
                <a:lnTo>
                  <a:pt x="81" y="25105"/>
                </a:lnTo>
                <a:lnTo>
                  <a:pt x="81" y="24802"/>
                </a:lnTo>
                <a:lnTo>
                  <a:pt x="81" y="24520"/>
                </a:lnTo>
                <a:lnTo>
                  <a:pt x="101" y="24237"/>
                </a:lnTo>
                <a:lnTo>
                  <a:pt x="141" y="23954"/>
                </a:lnTo>
                <a:lnTo>
                  <a:pt x="202" y="23672"/>
                </a:lnTo>
                <a:lnTo>
                  <a:pt x="262" y="23389"/>
                </a:lnTo>
                <a:lnTo>
                  <a:pt x="343" y="23107"/>
                </a:lnTo>
                <a:lnTo>
                  <a:pt x="424" y="22824"/>
                </a:lnTo>
                <a:lnTo>
                  <a:pt x="545" y="22562"/>
                </a:lnTo>
                <a:lnTo>
                  <a:pt x="666" y="22300"/>
                </a:lnTo>
                <a:lnTo>
                  <a:pt x="787" y="22037"/>
                </a:lnTo>
                <a:lnTo>
                  <a:pt x="928" y="21795"/>
                </a:lnTo>
                <a:lnTo>
                  <a:pt x="1211" y="21392"/>
                </a:lnTo>
                <a:lnTo>
                  <a:pt x="1514" y="21008"/>
                </a:lnTo>
                <a:lnTo>
                  <a:pt x="1836" y="20645"/>
                </a:lnTo>
                <a:lnTo>
                  <a:pt x="2200" y="20302"/>
                </a:lnTo>
                <a:lnTo>
                  <a:pt x="2563" y="19959"/>
                </a:lnTo>
                <a:lnTo>
                  <a:pt x="2926" y="19656"/>
                </a:lnTo>
                <a:lnTo>
                  <a:pt x="3693" y="19071"/>
                </a:lnTo>
                <a:lnTo>
                  <a:pt x="4238" y="18687"/>
                </a:lnTo>
                <a:lnTo>
                  <a:pt x="4803" y="18304"/>
                </a:lnTo>
                <a:lnTo>
                  <a:pt x="5368" y="17921"/>
                </a:lnTo>
                <a:lnTo>
                  <a:pt x="5953" y="17557"/>
                </a:lnTo>
                <a:lnTo>
                  <a:pt x="6518" y="17194"/>
                </a:lnTo>
                <a:lnTo>
                  <a:pt x="7124" y="16851"/>
                </a:lnTo>
                <a:lnTo>
                  <a:pt x="7709" y="16528"/>
                </a:lnTo>
                <a:lnTo>
                  <a:pt x="8314" y="16205"/>
                </a:lnTo>
                <a:lnTo>
                  <a:pt x="8556" y="16084"/>
                </a:lnTo>
                <a:lnTo>
                  <a:pt x="9162" y="15761"/>
                </a:lnTo>
                <a:lnTo>
                  <a:pt x="9464" y="15580"/>
                </a:lnTo>
                <a:lnTo>
                  <a:pt x="9767" y="15398"/>
                </a:lnTo>
                <a:lnTo>
                  <a:pt x="10050" y="15196"/>
                </a:lnTo>
                <a:lnTo>
                  <a:pt x="10312" y="14995"/>
                </a:lnTo>
                <a:lnTo>
                  <a:pt x="10574" y="14752"/>
                </a:lnTo>
                <a:lnTo>
                  <a:pt x="10796" y="14490"/>
                </a:lnTo>
                <a:lnTo>
                  <a:pt x="10938" y="14308"/>
                </a:lnTo>
                <a:lnTo>
                  <a:pt x="11059" y="14107"/>
                </a:lnTo>
                <a:lnTo>
                  <a:pt x="11180" y="13905"/>
                </a:lnTo>
                <a:lnTo>
                  <a:pt x="11281" y="13683"/>
                </a:lnTo>
                <a:lnTo>
                  <a:pt x="11482" y="13219"/>
                </a:lnTo>
                <a:lnTo>
                  <a:pt x="11624" y="12755"/>
                </a:lnTo>
                <a:lnTo>
                  <a:pt x="11745" y="12270"/>
                </a:lnTo>
                <a:lnTo>
                  <a:pt x="11846" y="11766"/>
                </a:lnTo>
                <a:lnTo>
                  <a:pt x="11926" y="11261"/>
                </a:lnTo>
                <a:lnTo>
                  <a:pt x="11987" y="10777"/>
                </a:lnTo>
                <a:lnTo>
                  <a:pt x="12088" y="9889"/>
                </a:lnTo>
                <a:lnTo>
                  <a:pt x="12169" y="9001"/>
                </a:lnTo>
                <a:lnTo>
                  <a:pt x="12229" y="8153"/>
                </a:lnTo>
                <a:lnTo>
                  <a:pt x="12330" y="7286"/>
                </a:lnTo>
                <a:lnTo>
                  <a:pt x="12451" y="6438"/>
                </a:lnTo>
                <a:lnTo>
                  <a:pt x="12532" y="6014"/>
                </a:lnTo>
                <a:lnTo>
                  <a:pt x="12633" y="5591"/>
                </a:lnTo>
                <a:lnTo>
                  <a:pt x="12814" y="5005"/>
                </a:lnTo>
                <a:lnTo>
                  <a:pt x="13016" y="4420"/>
                </a:lnTo>
                <a:lnTo>
                  <a:pt x="13258" y="3875"/>
                </a:lnTo>
                <a:lnTo>
                  <a:pt x="13541" y="3351"/>
                </a:lnTo>
                <a:lnTo>
                  <a:pt x="13844" y="2866"/>
                </a:lnTo>
                <a:lnTo>
                  <a:pt x="14187" y="2422"/>
                </a:lnTo>
                <a:lnTo>
                  <a:pt x="14550" y="1999"/>
                </a:lnTo>
                <a:lnTo>
                  <a:pt x="14933" y="1615"/>
                </a:lnTo>
                <a:lnTo>
                  <a:pt x="15135" y="1434"/>
                </a:lnTo>
                <a:lnTo>
                  <a:pt x="15357" y="1272"/>
                </a:lnTo>
                <a:lnTo>
                  <a:pt x="15801" y="949"/>
                </a:lnTo>
                <a:lnTo>
                  <a:pt x="16265" y="707"/>
                </a:lnTo>
                <a:lnTo>
                  <a:pt x="16729" y="485"/>
                </a:lnTo>
                <a:lnTo>
                  <a:pt x="17234" y="303"/>
                </a:lnTo>
                <a:lnTo>
                  <a:pt x="17738" y="182"/>
                </a:lnTo>
                <a:lnTo>
                  <a:pt x="17980" y="142"/>
                </a:lnTo>
                <a:lnTo>
                  <a:pt x="18223" y="102"/>
                </a:lnTo>
                <a:lnTo>
                  <a:pt x="18485" y="81"/>
                </a:lnTo>
                <a:close/>
                <a:moveTo>
                  <a:pt x="18646" y="1"/>
                </a:moveTo>
                <a:lnTo>
                  <a:pt x="18364" y="21"/>
                </a:lnTo>
                <a:lnTo>
                  <a:pt x="18081" y="41"/>
                </a:lnTo>
                <a:lnTo>
                  <a:pt x="17799" y="81"/>
                </a:lnTo>
                <a:lnTo>
                  <a:pt x="17516" y="142"/>
                </a:lnTo>
                <a:lnTo>
                  <a:pt x="17234" y="223"/>
                </a:lnTo>
                <a:lnTo>
                  <a:pt x="16951" y="324"/>
                </a:lnTo>
                <a:lnTo>
                  <a:pt x="16669" y="425"/>
                </a:lnTo>
                <a:lnTo>
                  <a:pt x="16406" y="546"/>
                </a:lnTo>
                <a:lnTo>
                  <a:pt x="16124" y="667"/>
                </a:lnTo>
                <a:lnTo>
                  <a:pt x="15862" y="828"/>
                </a:lnTo>
                <a:lnTo>
                  <a:pt x="15599" y="990"/>
                </a:lnTo>
                <a:lnTo>
                  <a:pt x="15357" y="1151"/>
                </a:lnTo>
                <a:lnTo>
                  <a:pt x="15115" y="1353"/>
                </a:lnTo>
                <a:lnTo>
                  <a:pt x="14873" y="1555"/>
                </a:lnTo>
                <a:lnTo>
                  <a:pt x="14489" y="1938"/>
                </a:lnTo>
                <a:lnTo>
                  <a:pt x="14126" y="2362"/>
                </a:lnTo>
                <a:lnTo>
                  <a:pt x="13783" y="2826"/>
                </a:lnTo>
                <a:lnTo>
                  <a:pt x="13460" y="3310"/>
                </a:lnTo>
                <a:lnTo>
                  <a:pt x="13198" y="3835"/>
                </a:lnTo>
                <a:lnTo>
                  <a:pt x="12956" y="4400"/>
                </a:lnTo>
                <a:lnTo>
                  <a:pt x="12734" y="4965"/>
                </a:lnTo>
                <a:lnTo>
                  <a:pt x="12552" y="5570"/>
                </a:lnTo>
                <a:lnTo>
                  <a:pt x="12471" y="5994"/>
                </a:lnTo>
                <a:lnTo>
                  <a:pt x="12370" y="6418"/>
                </a:lnTo>
                <a:lnTo>
                  <a:pt x="12310" y="6842"/>
                </a:lnTo>
                <a:lnTo>
                  <a:pt x="12249" y="7286"/>
                </a:lnTo>
                <a:lnTo>
                  <a:pt x="12148" y="8133"/>
                </a:lnTo>
                <a:lnTo>
                  <a:pt x="12088" y="9001"/>
                </a:lnTo>
                <a:lnTo>
                  <a:pt x="12007" y="9889"/>
                </a:lnTo>
                <a:lnTo>
                  <a:pt x="11906" y="10777"/>
                </a:lnTo>
                <a:lnTo>
                  <a:pt x="11846" y="11261"/>
                </a:lnTo>
                <a:lnTo>
                  <a:pt x="11765" y="11746"/>
                </a:lnTo>
                <a:lnTo>
                  <a:pt x="11664" y="12230"/>
                </a:lnTo>
                <a:lnTo>
                  <a:pt x="11543" y="12714"/>
                </a:lnTo>
                <a:lnTo>
                  <a:pt x="11402" y="13198"/>
                </a:lnTo>
                <a:lnTo>
                  <a:pt x="11220" y="13642"/>
                </a:lnTo>
                <a:lnTo>
                  <a:pt x="11119" y="13844"/>
                </a:lnTo>
                <a:lnTo>
                  <a:pt x="10998" y="14066"/>
                </a:lnTo>
                <a:lnTo>
                  <a:pt x="10877" y="14248"/>
                </a:lnTo>
                <a:lnTo>
                  <a:pt x="10736" y="14450"/>
                </a:lnTo>
                <a:lnTo>
                  <a:pt x="10514" y="14692"/>
                </a:lnTo>
                <a:lnTo>
                  <a:pt x="10272" y="14934"/>
                </a:lnTo>
                <a:lnTo>
                  <a:pt x="9989" y="15136"/>
                </a:lnTo>
                <a:lnTo>
                  <a:pt x="9707" y="15338"/>
                </a:lnTo>
                <a:lnTo>
                  <a:pt x="9424" y="15519"/>
                </a:lnTo>
                <a:lnTo>
                  <a:pt x="9121" y="15681"/>
                </a:lnTo>
                <a:lnTo>
                  <a:pt x="8516" y="16004"/>
                </a:lnTo>
                <a:lnTo>
                  <a:pt x="8274" y="16145"/>
                </a:lnTo>
                <a:lnTo>
                  <a:pt x="7668" y="16447"/>
                </a:lnTo>
                <a:lnTo>
                  <a:pt x="7083" y="16791"/>
                </a:lnTo>
                <a:lnTo>
                  <a:pt x="6478" y="17134"/>
                </a:lnTo>
                <a:lnTo>
                  <a:pt x="5913" y="17497"/>
                </a:lnTo>
                <a:lnTo>
                  <a:pt x="5328" y="17860"/>
                </a:lnTo>
                <a:lnTo>
                  <a:pt x="4763" y="18223"/>
                </a:lnTo>
                <a:lnTo>
                  <a:pt x="4198" y="18607"/>
                </a:lnTo>
                <a:lnTo>
                  <a:pt x="3653" y="19010"/>
                </a:lnTo>
                <a:lnTo>
                  <a:pt x="2866" y="19596"/>
                </a:lnTo>
                <a:lnTo>
                  <a:pt x="2502" y="19918"/>
                </a:lnTo>
                <a:lnTo>
                  <a:pt x="2139" y="20241"/>
                </a:lnTo>
                <a:lnTo>
                  <a:pt x="1776" y="20584"/>
                </a:lnTo>
                <a:lnTo>
                  <a:pt x="1453" y="20948"/>
                </a:lnTo>
                <a:lnTo>
                  <a:pt x="1150" y="21331"/>
                </a:lnTo>
                <a:lnTo>
                  <a:pt x="868" y="21755"/>
                </a:lnTo>
                <a:lnTo>
                  <a:pt x="727" y="21997"/>
                </a:lnTo>
                <a:lnTo>
                  <a:pt x="585" y="22259"/>
                </a:lnTo>
                <a:lnTo>
                  <a:pt x="464" y="22542"/>
                </a:lnTo>
                <a:lnTo>
                  <a:pt x="363" y="22804"/>
                </a:lnTo>
                <a:lnTo>
                  <a:pt x="262" y="23087"/>
                </a:lnTo>
                <a:lnTo>
                  <a:pt x="182" y="23369"/>
                </a:lnTo>
                <a:lnTo>
                  <a:pt x="121" y="23652"/>
                </a:lnTo>
                <a:lnTo>
                  <a:pt x="61" y="23934"/>
                </a:lnTo>
                <a:lnTo>
                  <a:pt x="20" y="24217"/>
                </a:lnTo>
                <a:lnTo>
                  <a:pt x="0" y="24520"/>
                </a:lnTo>
                <a:lnTo>
                  <a:pt x="0" y="24802"/>
                </a:lnTo>
                <a:lnTo>
                  <a:pt x="0" y="25105"/>
                </a:lnTo>
                <a:lnTo>
                  <a:pt x="20" y="25387"/>
                </a:lnTo>
                <a:lnTo>
                  <a:pt x="61" y="25690"/>
                </a:lnTo>
                <a:lnTo>
                  <a:pt x="101" y="25972"/>
                </a:lnTo>
                <a:lnTo>
                  <a:pt x="161" y="26255"/>
                </a:lnTo>
                <a:lnTo>
                  <a:pt x="283" y="26699"/>
                </a:lnTo>
                <a:lnTo>
                  <a:pt x="444" y="27103"/>
                </a:lnTo>
                <a:lnTo>
                  <a:pt x="646" y="27486"/>
                </a:lnTo>
                <a:lnTo>
                  <a:pt x="848" y="27849"/>
                </a:lnTo>
                <a:lnTo>
                  <a:pt x="1110" y="28172"/>
                </a:lnTo>
                <a:lnTo>
                  <a:pt x="1372" y="28475"/>
                </a:lnTo>
                <a:lnTo>
                  <a:pt x="1675" y="28737"/>
                </a:lnTo>
                <a:lnTo>
                  <a:pt x="1978" y="28959"/>
                </a:lnTo>
                <a:lnTo>
                  <a:pt x="2220" y="29100"/>
                </a:lnTo>
                <a:lnTo>
                  <a:pt x="2462" y="29221"/>
                </a:lnTo>
                <a:lnTo>
                  <a:pt x="2704" y="29302"/>
                </a:lnTo>
                <a:lnTo>
                  <a:pt x="2967" y="29383"/>
                </a:lnTo>
                <a:lnTo>
                  <a:pt x="3209" y="29443"/>
                </a:lnTo>
                <a:lnTo>
                  <a:pt x="3471" y="29484"/>
                </a:lnTo>
                <a:lnTo>
                  <a:pt x="3733" y="29504"/>
                </a:lnTo>
                <a:lnTo>
                  <a:pt x="3996" y="29524"/>
                </a:lnTo>
                <a:lnTo>
                  <a:pt x="4460" y="29484"/>
                </a:lnTo>
                <a:lnTo>
                  <a:pt x="4904" y="29423"/>
                </a:lnTo>
                <a:lnTo>
                  <a:pt x="5368" y="29322"/>
                </a:lnTo>
                <a:lnTo>
                  <a:pt x="5812" y="29181"/>
                </a:lnTo>
                <a:lnTo>
                  <a:pt x="6236" y="29020"/>
                </a:lnTo>
                <a:lnTo>
                  <a:pt x="6639" y="28838"/>
                </a:lnTo>
                <a:lnTo>
                  <a:pt x="7003" y="28636"/>
                </a:lnTo>
                <a:lnTo>
                  <a:pt x="7366" y="28414"/>
                </a:lnTo>
                <a:lnTo>
                  <a:pt x="7729" y="28152"/>
                </a:lnTo>
                <a:lnTo>
                  <a:pt x="8072" y="27890"/>
                </a:lnTo>
                <a:lnTo>
                  <a:pt x="8415" y="27587"/>
                </a:lnTo>
                <a:lnTo>
                  <a:pt x="8738" y="27304"/>
                </a:lnTo>
                <a:lnTo>
                  <a:pt x="9384" y="26699"/>
                </a:lnTo>
                <a:lnTo>
                  <a:pt x="9989" y="26073"/>
                </a:lnTo>
                <a:lnTo>
                  <a:pt x="10756" y="25307"/>
                </a:lnTo>
                <a:lnTo>
                  <a:pt x="11139" y="24943"/>
                </a:lnTo>
                <a:lnTo>
                  <a:pt x="11543" y="24580"/>
                </a:lnTo>
                <a:lnTo>
                  <a:pt x="12108" y="24116"/>
                </a:lnTo>
                <a:lnTo>
                  <a:pt x="12693" y="23672"/>
                </a:lnTo>
                <a:lnTo>
                  <a:pt x="13299" y="23248"/>
                </a:lnTo>
                <a:lnTo>
                  <a:pt x="13985" y="22824"/>
                </a:lnTo>
                <a:lnTo>
                  <a:pt x="14691" y="22401"/>
                </a:lnTo>
                <a:lnTo>
                  <a:pt x="15458" y="21997"/>
                </a:lnTo>
                <a:lnTo>
                  <a:pt x="16285" y="21593"/>
                </a:lnTo>
                <a:lnTo>
                  <a:pt x="17173" y="21170"/>
                </a:lnTo>
                <a:lnTo>
                  <a:pt x="17758" y="20907"/>
                </a:lnTo>
                <a:lnTo>
                  <a:pt x="18505" y="20584"/>
                </a:lnTo>
                <a:lnTo>
                  <a:pt x="19252" y="20241"/>
                </a:lnTo>
                <a:lnTo>
                  <a:pt x="19958" y="19878"/>
                </a:lnTo>
                <a:lnTo>
                  <a:pt x="20321" y="19696"/>
                </a:lnTo>
                <a:lnTo>
                  <a:pt x="20664" y="19495"/>
                </a:lnTo>
                <a:lnTo>
                  <a:pt x="20987" y="19273"/>
                </a:lnTo>
                <a:lnTo>
                  <a:pt x="21330" y="19051"/>
                </a:lnTo>
                <a:lnTo>
                  <a:pt x="21633" y="18809"/>
                </a:lnTo>
                <a:lnTo>
                  <a:pt x="21936" y="18566"/>
                </a:lnTo>
                <a:lnTo>
                  <a:pt x="22218" y="18304"/>
                </a:lnTo>
                <a:lnTo>
                  <a:pt x="22501" y="18022"/>
                </a:lnTo>
                <a:lnTo>
                  <a:pt x="22743" y="17719"/>
                </a:lnTo>
                <a:lnTo>
                  <a:pt x="22985" y="17396"/>
                </a:lnTo>
                <a:lnTo>
                  <a:pt x="23227" y="17013"/>
                </a:lnTo>
                <a:lnTo>
                  <a:pt x="23449" y="16589"/>
                </a:lnTo>
                <a:lnTo>
                  <a:pt x="23631" y="16185"/>
                </a:lnTo>
                <a:lnTo>
                  <a:pt x="23792" y="15761"/>
                </a:lnTo>
                <a:lnTo>
                  <a:pt x="23954" y="15317"/>
                </a:lnTo>
                <a:lnTo>
                  <a:pt x="24075" y="14873"/>
                </a:lnTo>
                <a:lnTo>
                  <a:pt x="24297" y="14006"/>
                </a:lnTo>
                <a:lnTo>
                  <a:pt x="24478" y="13198"/>
                </a:lnTo>
                <a:lnTo>
                  <a:pt x="24620" y="12432"/>
                </a:lnTo>
                <a:lnTo>
                  <a:pt x="24741" y="11685"/>
                </a:lnTo>
                <a:lnTo>
                  <a:pt x="24842" y="10938"/>
                </a:lnTo>
                <a:lnTo>
                  <a:pt x="24902" y="10232"/>
                </a:lnTo>
                <a:lnTo>
                  <a:pt x="24943" y="9546"/>
                </a:lnTo>
                <a:lnTo>
                  <a:pt x="24963" y="8880"/>
                </a:lnTo>
                <a:lnTo>
                  <a:pt x="24963" y="8214"/>
                </a:lnTo>
                <a:lnTo>
                  <a:pt x="24922" y="7447"/>
                </a:lnTo>
                <a:lnTo>
                  <a:pt x="24842" y="6721"/>
                </a:lnTo>
                <a:lnTo>
                  <a:pt x="24741" y="6014"/>
                </a:lnTo>
                <a:lnTo>
                  <a:pt x="24579" y="5348"/>
                </a:lnTo>
                <a:lnTo>
                  <a:pt x="24398" y="4703"/>
                </a:lnTo>
                <a:lnTo>
                  <a:pt x="24156" y="4097"/>
                </a:lnTo>
                <a:lnTo>
                  <a:pt x="23893" y="3532"/>
                </a:lnTo>
                <a:lnTo>
                  <a:pt x="23752" y="3250"/>
                </a:lnTo>
                <a:lnTo>
                  <a:pt x="23591" y="2987"/>
                </a:lnTo>
                <a:lnTo>
                  <a:pt x="23389" y="2685"/>
                </a:lnTo>
                <a:lnTo>
                  <a:pt x="23187" y="2382"/>
                </a:lnTo>
                <a:lnTo>
                  <a:pt x="22965" y="2099"/>
                </a:lnTo>
                <a:lnTo>
                  <a:pt x="22723" y="1837"/>
                </a:lnTo>
                <a:lnTo>
                  <a:pt x="22460" y="1595"/>
                </a:lnTo>
                <a:lnTo>
                  <a:pt x="22218" y="1353"/>
                </a:lnTo>
                <a:lnTo>
                  <a:pt x="21936" y="1151"/>
                </a:lnTo>
                <a:lnTo>
                  <a:pt x="21653" y="949"/>
                </a:lnTo>
                <a:lnTo>
                  <a:pt x="21371" y="768"/>
                </a:lnTo>
                <a:lnTo>
                  <a:pt x="21088" y="606"/>
                </a:lnTo>
                <a:lnTo>
                  <a:pt x="20785" y="445"/>
                </a:lnTo>
                <a:lnTo>
                  <a:pt x="20483" y="324"/>
                </a:lnTo>
                <a:lnTo>
                  <a:pt x="20160" y="223"/>
                </a:lnTo>
                <a:lnTo>
                  <a:pt x="19857" y="142"/>
                </a:lnTo>
                <a:lnTo>
                  <a:pt x="19534" y="61"/>
                </a:lnTo>
                <a:lnTo>
                  <a:pt x="19211" y="21"/>
                </a:lnTo>
                <a:lnTo>
                  <a:pt x="18929" y="1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13" name="Google Shape;713;p9"/>
          <p:cNvSpPr/>
          <p:nvPr/>
        </p:nvSpPr>
        <p:spPr>
          <a:xfrm flipH="1">
            <a:off x="8241637" y="4337770"/>
            <a:ext cx="653335" cy="572101"/>
          </a:xfrm>
          <a:custGeom>
            <a:rect b="b" l="l" r="r" t="t"/>
            <a:pathLst>
              <a:path extrusionOk="0" h="10233" w="11686">
                <a:moveTo>
                  <a:pt x="10817" y="82"/>
                </a:moveTo>
                <a:lnTo>
                  <a:pt x="10918" y="102"/>
                </a:lnTo>
                <a:lnTo>
                  <a:pt x="10979" y="142"/>
                </a:lnTo>
                <a:lnTo>
                  <a:pt x="11039" y="182"/>
                </a:lnTo>
                <a:lnTo>
                  <a:pt x="11120" y="303"/>
                </a:lnTo>
                <a:lnTo>
                  <a:pt x="11201" y="445"/>
                </a:lnTo>
                <a:lnTo>
                  <a:pt x="11241" y="586"/>
                </a:lnTo>
                <a:lnTo>
                  <a:pt x="11382" y="1191"/>
                </a:lnTo>
                <a:lnTo>
                  <a:pt x="11504" y="1797"/>
                </a:lnTo>
                <a:lnTo>
                  <a:pt x="11564" y="2422"/>
                </a:lnTo>
                <a:lnTo>
                  <a:pt x="11604" y="3028"/>
                </a:lnTo>
                <a:lnTo>
                  <a:pt x="11584" y="3653"/>
                </a:lnTo>
                <a:lnTo>
                  <a:pt x="11544" y="4259"/>
                </a:lnTo>
                <a:lnTo>
                  <a:pt x="11463" y="4884"/>
                </a:lnTo>
                <a:lnTo>
                  <a:pt x="11342" y="5490"/>
                </a:lnTo>
                <a:lnTo>
                  <a:pt x="11241" y="5853"/>
                </a:lnTo>
                <a:lnTo>
                  <a:pt x="11140" y="6176"/>
                </a:lnTo>
                <a:lnTo>
                  <a:pt x="11019" y="6499"/>
                </a:lnTo>
                <a:lnTo>
                  <a:pt x="10878" y="6781"/>
                </a:lnTo>
                <a:lnTo>
                  <a:pt x="10737" y="7044"/>
                </a:lnTo>
                <a:lnTo>
                  <a:pt x="10575" y="7286"/>
                </a:lnTo>
                <a:lnTo>
                  <a:pt x="10414" y="7488"/>
                </a:lnTo>
                <a:lnTo>
                  <a:pt x="10212" y="7669"/>
                </a:lnTo>
                <a:lnTo>
                  <a:pt x="10030" y="7831"/>
                </a:lnTo>
                <a:lnTo>
                  <a:pt x="9849" y="7972"/>
                </a:lnTo>
                <a:lnTo>
                  <a:pt x="9647" y="8093"/>
                </a:lnTo>
                <a:lnTo>
                  <a:pt x="9425" y="8194"/>
                </a:lnTo>
                <a:lnTo>
                  <a:pt x="9001" y="8396"/>
                </a:lnTo>
                <a:lnTo>
                  <a:pt x="8557" y="8557"/>
                </a:lnTo>
                <a:lnTo>
                  <a:pt x="7730" y="8840"/>
                </a:lnTo>
                <a:lnTo>
                  <a:pt x="6862" y="9142"/>
                </a:lnTo>
                <a:lnTo>
                  <a:pt x="5974" y="9405"/>
                </a:lnTo>
                <a:lnTo>
                  <a:pt x="5066" y="9647"/>
                </a:lnTo>
                <a:lnTo>
                  <a:pt x="4158" y="9849"/>
                </a:lnTo>
                <a:lnTo>
                  <a:pt x="3714" y="9950"/>
                </a:lnTo>
                <a:lnTo>
                  <a:pt x="3270" y="10010"/>
                </a:lnTo>
                <a:lnTo>
                  <a:pt x="2806" y="10071"/>
                </a:lnTo>
                <a:lnTo>
                  <a:pt x="2362" y="10111"/>
                </a:lnTo>
                <a:lnTo>
                  <a:pt x="1918" y="10151"/>
                </a:lnTo>
                <a:lnTo>
                  <a:pt x="1252" y="10151"/>
                </a:lnTo>
                <a:lnTo>
                  <a:pt x="1070" y="10131"/>
                </a:lnTo>
                <a:lnTo>
                  <a:pt x="889" y="10071"/>
                </a:lnTo>
                <a:lnTo>
                  <a:pt x="707" y="10010"/>
                </a:lnTo>
                <a:lnTo>
                  <a:pt x="566" y="9950"/>
                </a:lnTo>
                <a:lnTo>
                  <a:pt x="425" y="9849"/>
                </a:lnTo>
                <a:lnTo>
                  <a:pt x="324" y="9748"/>
                </a:lnTo>
                <a:lnTo>
                  <a:pt x="223" y="9627"/>
                </a:lnTo>
                <a:lnTo>
                  <a:pt x="162" y="9526"/>
                </a:lnTo>
                <a:lnTo>
                  <a:pt x="122" y="9405"/>
                </a:lnTo>
                <a:lnTo>
                  <a:pt x="102" y="9284"/>
                </a:lnTo>
                <a:lnTo>
                  <a:pt x="82" y="9163"/>
                </a:lnTo>
                <a:lnTo>
                  <a:pt x="102" y="9021"/>
                </a:lnTo>
                <a:lnTo>
                  <a:pt x="122" y="8880"/>
                </a:lnTo>
                <a:lnTo>
                  <a:pt x="162" y="8739"/>
                </a:lnTo>
                <a:lnTo>
                  <a:pt x="223" y="8577"/>
                </a:lnTo>
                <a:lnTo>
                  <a:pt x="324" y="8416"/>
                </a:lnTo>
                <a:lnTo>
                  <a:pt x="425" y="8234"/>
                </a:lnTo>
                <a:lnTo>
                  <a:pt x="546" y="8073"/>
                </a:lnTo>
                <a:lnTo>
                  <a:pt x="667" y="7911"/>
                </a:lnTo>
                <a:lnTo>
                  <a:pt x="970" y="7589"/>
                </a:lnTo>
                <a:lnTo>
                  <a:pt x="1292" y="7306"/>
                </a:lnTo>
                <a:lnTo>
                  <a:pt x="1615" y="7064"/>
                </a:lnTo>
                <a:lnTo>
                  <a:pt x="1979" y="6822"/>
                </a:lnTo>
                <a:lnTo>
                  <a:pt x="2322" y="6620"/>
                </a:lnTo>
                <a:lnTo>
                  <a:pt x="2645" y="6438"/>
                </a:lnTo>
                <a:lnTo>
                  <a:pt x="3008" y="6257"/>
                </a:lnTo>
                <a:lnTo>
                  <a:pt x="3391" y="6075"/>
                </a:lnTo>
                <a:lnTo>
                  <a:pt x="4138" y="5752"/>
                </a:lnTo>
                <a:lnTo>
                  <a:pt x="5107" y="5328"/>
                </a:lnTo>
                <a:lnTo>
                  <a:pt x="5591" y="5086"/>
                </a:lnTo>
                <a:lnTo>
                  <a:pt x="6055" y="4824"/>
                </a:lnTo>
                <a:lnTo>
                  <a:pt x="6459" y="4582"/>
                </a:lnTo>
                <a:lnTo>
                  <a:pt x="6822" y="4319"/>
                </a:lnTo>
                <a:lnTo>
                  <a:pt x="7185" y="4017"/>
                </a:lnTo>
                <a:lnTo>
                  <a:pt x="7528" y="3714"/>
                </a:lnTo>
                <a:lnTo>
                  <a:pt x="7851" y="3391"/>
                </a:lnTo>
                <a:lnTo>
                  <a:pt x="8174" y="3048"/>
                </a:lnTo>
                <a:lnTo>
                  <a:pt x="8456" y="2685"/>
                </a:lnTo>
                <a:lnTo>
                  <a:pt x="8719" y="2301"/>
                </a:lnTo>
                <a:lnTo>
                  <a:pt x="9021" y="1817"/>
                </a:lnTo>
                <a:lnTo>
                  <a:pt x="9324" y="1353"/>
                </a:lnTo>
                <a:lnTo>
                  <a:pt x="9465" y="1131"/>
                </a:lnTo>
                <a:lnTo>
                  <a:pt x="9647" y="909"/>
                </a:lnTo>
                <a:lnTo>
                  <a:pt x="9808" y="707"/>
                </a:lnTo>
                <a:lnTo>
                  <a:pt x="10010" y="525"/>
                </a:lnTo>
                <a:lnTo>
                  <a:pt x="10212" y="344"/>
                </a:lnTo>
                <a:lnTo>
                  <a:pt x="10434" y="203"/>
                </a:lnTo>
                <a:lnTo>
                  <a:pt x="10575" y="122"/>
                </a:lnTo>
                <a:lnTo>
                  <a:pt x="10696" y="102"/>
                </a:lnTo>
                <a:lnTo>
                  <a:pt x="10817" y="82"/>
                </a:lnTo>
                <a:close/>
                <a:moveTo>
                  <a:pt x="10838" y="1"/>
                </a:moveTo>
                <a:lnTo>
                  <a:pt x="10696" y="21"/>
                </a:lnTo>
                <a:lnTo>
                  <a:pt x="10555" y="61"/>
                </a:lnTo>
                <a:lnTo>
                  <a:pt x="10394" y="122"/>
                </a:lnTo>
                <a:lnTo>
                  <a:pt x="10152" y="283"/>
                </a:lnTo>
                <a:lnTo>
                  <a:pt x="9950" y="445"/>
                </a:lnTo>
                <a:lnTo>
                  <a:pt x="9748" y="647"/>
                </a:lnTo>
                <a:lnTo>
                  <a:pt x="9586" y="848"/>
                </a:lnTo>
                <a:lnTo>
                  <a:pt x="9405" y="1070"/>
                </a:lnTo>
                <a:lnTo>
                  <a:pt x="9264" y="1312"/>
                </a:lnTo>
                <a:lnTo>
                  <a:pt x="8961" y="1777"/>
                </a:lnTo>
                <a:lnTo>
                  <a:pt x="8658" y="2261"/>
                </a:lnTo>
                <a:lnTo>
                  <a:pt x="8396" y="2624"/>
                </a:lnTo>
                <a:lnTo>
                  <a:pt x="8113" y="2987"/>
                </a:lnTo>
                <a:lnTo>
                  <a:pt x="7790" y="3331"/>
                </a:lnTo>
                <a:lnTo>
                  <a:pt x="7468" y="3653"/>
                </a:lnTo>
                <a:lnTo>
                  <a:pt x="7145" y="3956"/>
                </a:lnTo>
                <a:lnTo>
                  <a:pt x="6781" y="4239"/>
                </a:lnTo>
                <a:lnTo>
                  <a:pt x="6398" y="4521"/>
                </a:lnTo>
                <a:lnTo>
                  <a:pt x="6015" y="4763"/>
                </a:lnTo>
                <a:lnTo>
                  <a:pt x="5550" y="5026"/>
                </a:lnTo>
                <a:lnTo>
                  <a:pt x="5066" y="5248"/>
                </a:lnTo>
                <a:lnTo>
                  <a:pt x="4097" y="5692"/>
                </a:lnTo>
                <a:lnTo>
                  <a:pt x="3351" y="6014"/>
                </a:lnTo>
                <a:lnTo>
                  <a:pt x="2988" y="6176"/>
                </a:lnTo>
                <a:lnTo>
                  <a:pt x="2604" y="6358"/>
                </a:lnTo>
                <a:lnTo>
                  <a:pt x="2281" y="6539"/>
                </a:lnTo>
                <a:lnTo>
                  <a:pt x="1918" y="6761"/>
                </a:lnTo>
                <a:lnTo>
                  <a:pt x="1575" y="7003"/>
                </a:lnTo>
                <a:lnTo>
                  <a:pt x="1232" y="7266"/>
                </a:lnTo>
                <a:lnTo>
                  <a:pt x="909" y="7548"/>
                </a:lnTo>
                <a:lnTo>
                  <a:pt x="606" y="7851"/>
                </a:lnTo>
                <a:lnTo>
                  <a:pt x="485" y="8012"/>
                </a:lnTo>
                <a:lnTo>
                  <a:pt x="364" y="8194"/>
                </a:lnTo>
                <a:lnTo>
                  <a:pt x="243" y="8376"/>
                </a:lnTo>
                <a:lnTo>
                  <a:pt x="162" y="8557"/>
                </a:lnTo>
                <a:lnTo>
                  <a:pt x="102" y="8719"/>
                </a:lnTo>
                <a:lnTo>
                  <a:pt x="41" y="8860"/>
                </a:lnTo>
                <a:lnTo>
                  <a:pt x="21" y="9021"/>
                </a:lnTo>
                <a:lnTo>
                  <a:pt x="1" y="9163"/>
                </a:lnTo>
                <a:lnTo>
                  <a:pt x="21" y="9304"/>
                </a:lnTo>
                <a:lnTo>
                  <a:pt x="41" y="9425"/>
                </a:lnTo>
                <a:lnTo>
                  <a:pt x="102" y="9546"/>
                </a:lnTo>
                <a:lnTo>
                  <a:pt x="162" y="9667"/>
                </a:lnTo>
                <a:lnTo>
                  <a:pt x="263" y="9808"/>
                </a:lnTo>
                <a:lnTo>
                  <a:pt x="384" y="9909"/>
                </a:lnTo>
                <a:lnTo>
                  <a:pt x="526" y="10010"/>
                </a:lnTo>
                <a:lnTo>
                  <a:pt x="687" y="10091"/>
                </a:lnTo>
                <a:lnTo>
                  <a:pt x="849" y="10151"/>
                </a:lnTo>
                <a:lnTo>
                  <a:pt x="1050" y="10192"/>
                </a:lnTo>
                <a:lnTo>
                  <a:pt x="1252" y="10232"/>
                </a:lnTo>
                <a:lnTo>
                  <a:pt x="1918" y="10232"/>
                </a:lnTo>
                <a:lnTo>
                  <a:pt x="2362" y="10192"/>
                </a:lnTo>
                <a:lnTo>
                  <a:pt x="2826" y="10151"/>
                </a:lnTo>
                <a:lnTo>
                  <a:pt x="3270" y="10091"/>
                </a:lnTo>
                <a:lnTo>
                  <a:pt x="3734" y="10030"/>
                </a:lnTo>
                <a:lnTo>
                  <a:pt x="4178" y="9929"/>
                </a:lnTo>
                <a:lnTo>
                  <a:pt x="5086" y="9728"/>
                </a:lnTo>
                <a:lnTo>
                  <a:pt x="5994" y="9485"/>
                </a:lnTo>
                <a:lnTo>
                  <a:pt x="6882" y="9223"/>
                </a:lnTo>
                <a:lnTo>
                  <a:pt x="7750" y="8920"/>
                </a:lnTo>
                <a:lnTo>
                  <a:pt x="8577" y="8638"/>
                </a:lnTo>
                <a:lnTo>
                  <a:pt x="9021" y="8456"/>
                </a:lnTo>
                <a:lnTo>
                  <a:pt x="9465" y="8275"/>
                </a:lnTo>
                <a:lnTo>
                  <a:pt x="9687" y="8154"/>
                </a:lnTo>
                <a:lnTo>
                  <a:pt x="9889" y="8032"/>
                </a:lnTo>
                <a:lnTo>
                  <a:pt x="10091" y="7891"/>
                </a:lnTo>
                <a:lnTo>
                  <a:pt x="10273" y="7730"/>
                </a:lnTo>
                <a:lnTo>
                  <a:pt x="10474" y="7548"/>
                </a:lnTo>
                <a:lnTo>
                  <a:pt x="10636" y="7326"/>
                </a:lnTo>
                <a:lnTo>
                  <a:pt x="10817" y="7084"/>
                </a:lnTo>
                <a:lnTo>
                  <a:pt x="10959" y="6822"/>
                </a:lnTo>
                <a:lnTo>
                  <a:pt x="11100" y="6539"/>
                </a:lnTo>
                <a:lnTo>
                  <a:pt x="11221" y="6216"/>
                </a:lnTo>
                <a:lnTo>
                  <a:pt x="11322" y="5873"/>
                </a:lnTo>
                <a:lnTo>
                  <a:pt x="11423" y="5510"/>
                </a:lnTo>
                <a:lnTo>
                  <a:pt x="11544" y="4884"/>
                </a:lnTo>
                <a:lnTo>
                  <a:pt x="11625" y="4279"/>
                </a:lnTo>
                <a:lnTo>
                  <a:pt x="11665" y="3653"/>
                </a:lnTo>
                <a:lnTo>
                  <a:pt x="11685" y="3028"/>
                </a:lnTo>
                <a:lnTo>
                  <a:pt x="11645" y="2402"/>
                </a:lnTo>
                <a:lnTo>
                  <a:pt x="11584" y="1797"/>
                </a:lnTo>
                <a:lnTo>
                  <a:pt x="11463" y="1171"/>
                </a:lnTo>
                <a:lnTo>
                  <a:pt x="11322" y="566"/>
                </a:lnTo>
                <a:lnTo>
                  <a:pt x="11261" y="404"/>
                </a:lnTo>
                <a:lnTo>
                  <a:pt x="11201" y="263"/>
                </a:lnTo>
                <a:lnTo>
                  <a:pt x="11140" y="182"/>
                </a:lnTo>
                <a:lnTo>
                  <a:pt x="11100" y="122"/>
                </a:lnTo>
                <a:lnTo>
                  <a:pt x="11019" y="82"/>
                </a:lnTo>
                <a:lnTo>
                  <a:pt x="10959" y="41"/>
                </a:lnTo>
                <a:lnTo>
                  <a:pt x="10838" y="1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14" name="Google Shape;714;p9"/>
          <p:cNvSpPr/>
          <p:nvPr/>
        </p:nvSpPr>
        <p:spPr>
          <a:xfrm flipH="1">
            <a:off x="8701959" y="3252459"/>
            <a:ext cx="1193681" cy="1427263"/>
          </a:xfrm>
          <a:custGeom>
            <a:rect b="b" l="l" r="r" t="t"/>
            <a:pathLst>
              <a:path extrusionOk="0" h="25529" w="21351">
                <a:moveTo>
                  <a:pt x="16709" y="81"/>
                </a:moveTo>
                <a:lnTo>
                  <a:pt x="17052" y="122"/>
                </a:lnTo>
                <a:lnTo>
                  <a:pt x="17416" y="202"/>
                </a:lnTo>
                <a:lnTo>
                  <a:pt x="17759" y="303"/>
                </a:lnTo>
                <a:lnTo>
                  <a:pt x="18102" y="424"/>
                </a:lnTo>
                <a:lnTo>
                  <a:pt x="18445" y="586"/>
                </a:lnTo>
                <a:lnTo>
                  <a:pt x="18788" y="788"/>
                </a:lnTo>
                <a:lnTo>
                  <a:pt x="19111" y="1010"/>
                </a:lnTo>
                <a:lnTo>
                  <a:pt x="19434" y="1272"/>
                </a:lnTo>
                <a:lnTo>
                  <a:pt x="19736" y="1575"/>
                </a:lnTo>
                <a:lnTo>
                  <a:pt x="19999" y="1897"/>
                </a:lnTo>
                <a:lnTo>
                  <a:pt x="20261" y="2261"/>
                </a:lnTo>
                <a:lnTo>
                  <a:pt x="20483" y="2644"/>
                </a:lnTo>
                <a:lnTo>
                  <a:pt x="20644" y="2947"/>
                </a:lnTo>
                <a:lnTo>
                  <a:pt x="20766" y="3250"/>
                </a:lnTo>
                <a:lnTo>
                  <a:pt x="20887" y="3572"/>
                </a:lnTo>
                <a:lnTo>
                  <a:pt x="20987" y="3895"/>
                </a:lnTo>
                <a:lnTo>
                  <a:pt x="21068" y="4238"/>
                </a:lnTo>
                <a:lnTo>
                  <a:pt x="21149" y="4581"/>
                </a:lnTo>
                <a:lnTo>
                  <a:pt x="21209" y="4945"/>
                </a:lnTo>
                <a:lnTo>
                  <a:pt x="21250" y="5308"/>
                </a:lnTo>
                <a:lnTo>
                  <a:pt x="21270" y="5691"/>
                </a:lnTo>
                <a:lnTo>
                  <a:pt x="21270" y="6075"/>
                </a:lnTo>
                <a:lnTo>
                  <a:pt x="21270" y="6478"/>
                </a:lnTo>
                <a:lnTo>
                  <a:pt x="21250" y="6882"/>
                </a:lnTo>
                <a:lnTo>
                  <a:pt x="21230" y="7306"/>
                </a:lnTo>
                <a:lnTo>
                  <a:pt x="21169" y="7750"/>
                </a:lnTo>
                <a:lnTo>
                  <a:pt x="21109" y="8194"/>
                </a:lnTo>
                <a:lnTo>
                  <a:pt x="21028" y="8658"/>
                </a:lnTo>
                <a:lnTo>
                  <a:pt x="20947" y="9122"/>
                </a:lnTo>
                <a:lnTo>
                  <a:pt x="20846" y="9586"/>
                </a:lnTo>
                <a:lnTo>
                  <a:pt x="20725" y="10010"/>
                </a:lnTo>
                <a:lnTo>
                  <a:pt x="20604" y="10434"/>
                </a:lnTo>
                <a:lnTo>
                  <a:pt x="20483" y="10857"/>
                </a:lnTo>
                <a:lnTo>
                  <a:pt x="20342" y="11261"/>
                </a:lnTo>
                <a:lnTo>
                  <a:pt x="20180" y="11644"/>
                </a:lnTo>
                <a:lnTo>
                  <a:pt x="20019" y="12008"/>
                </a:lnTo>
                <a:lnTo>
                  <a:pt x="19857" y="12371"/>
                </a:lnTo>
                <a:lnTo>
                  <a:pt x="19676" y="12714"/>
                </a:lnTo>
                <a:lnTo>
                  <a:pt x="19474" y="13037"/>
                </a:lnTo>
                <a:lnTo>
                  <a:pt x="19272" y="13340"/>
                </a:lnTo>
                <a:lnTo>
                  <a:pt x="19070" y="13642"/>
                </a:lnTo>
                <a:lnTo>
                  <a:pt x="18848" y="13945"/>
                </a:lnTo>
                <a:lnTo>
                  <a:pt x="18606" y="14207"/>
                </a:lnTo>
                <a:lnTo>
                  <a:pt x="18364" y="14470"/>
                </a:lnTo>
                <a:lnTo>
                  <a:pt x="18142" y="14692"/>
                </a:lnTo>
                <a:lnTo>
                  <a:pt x="17920" y="14893"/>
                </a:lnTo>
                <a:lnTo>
                  <a:pt x="17436" y="15297"/>
                </a:lnTo>
                <a:lnTo>
                  <a:pt x="16931" y="15640"/>
                </a:lnTo>
                <a:lnTo>
                  <a:pt x="16386" y="15983"/>
                </a:lnTo>
                <a:lnTo>
                  <a:pt x="15842" y="16306"/>
                </a:lnTo>
                <a:lnTo>
                  <a:pt x="15297" y="16589"/>
                </a:lnTo>
                <a:lnTo>
                  <a:pt x="14187" y="17154"/>
                </a:lnTo>
                <a:lnTo>
                  <a:pt x="13481" y="17497"/>
                </a:lnTo>
                <a:lnTo>
                  <a:pt x="12774" y="17860"/>
                </a:lnTo>
                <a:lnTo>
                  <a:pt x="12088" y="18264"/>
                </a:lnTo>
                <a:lnTo>
                  <a:pt x="11422" y="18667"/>
                </a:lnTo>
                <a:lnTo>
                  <a:pt x="10958" y="18990"/>
                </a:lnTo>
                <a:lnTo>
                  <a:pt x="10494" y="19333"/>
                </a:lnTo>
                <a:lnTo>
                  <a:pt x="10070" y="19696"/>
                </a:lnTo>
                <a:lnTo>
                  <a:pt x="9646" y="20060"/>
                </a:lnTo>
                <a:lnTo>
                  <a:pt x="8799" y="20847"/>
                </a:lnTo>
                <a:lnTo>
                  <a:pt x="7992" y="21613"/>
                </a:lnTo>
                <a:lnTo>
                  <a:pt x="7205" y="22400"/>
                </a:lnTo>
                <a:lnTo>
                  <a:pt x="6377" y="23167"/>
                </a:lnTo>
                <a:lnTo>
                  <a:pt x="5953" y="23531"/>
                </a:lnTo>
                <a:lnTo>
                  <a:pt x="5509" y="23894"/>
                </a:lnTo>
                <a:lnTo>
                  <a:pt x="5065" y="24237"/>
                </a:lnTo>
                <a:lnTo>
                  <a:pt x="4601" y="24560"/>
                </a:lnTo>
                <a:lnTo>
                  <a:pt x="4178" y="24822"/>
                </a:lnTo>
                <a:lnTo>
                  <a:pt x="3935" y="24963"/>
                </a:lnTo>
                <a:lnTo>
                  <a:pt x="3673" y="25084"/>
                </a:lnTo>
                <a:lnTo>
                  <a:pt x="3411" y="25205"/>
                </a:lnTo>
                <a:lnTo>
                  <a:pt x="3148" y="25306"/>
                </a:lnTo>
                <a:lnTo>
                  <a:pt x="2866" y="25367"/>
                </a:lnTo>
                <a:lnTo>
                  <a:pt x="2563" y="25427"/>
                </a:lnTo>
                <a:lnTo>
                  <a:pt x="2260" y="25448"/>
                </a:lnTo>
                <a:lnTo>
                  <a:pt x="1978" y="25427"/>
                </a:lnTo>
                <a:lnTo>
                  <a:pt x="1695" y="25367"/>
                </a:lnTo>
                <a:lnTo>
                  <a:pt x="1433" y="25286"/>
                </a:lnTo>
                <a:lnTo>
                  <a:pt x="1171" y="25185"/>
                </a:lnTo>
                <a:lnTo>
                  <a:pt x="949" y="25044"/>
                </a:lnTo>
                <a:lnTo>
                  <a:pt x="747" y="24883"/>
                </a:lnTo>
                <a:lnTo>
                  <a:pt x="585" y="24701"/>
                </a:lnTo>
                <a:lnTo>
                  <a:pt x="424" y="24459"/>
                </a:lnTo>
                <a:lnTo>
                  <a:pt x="303" y="24196"/>
                </a:lnTo>
                <a:lnTo>
                  <a:pt x="222" y="23894"/>
                </a:lnTo>
                <a:lnTo>
                  <a:pt x="142" y="23551"/>
                </a:lnTo>
                <a:lnTo>
                  <a:pt x="101" y="23167"/>
                </a:lnTo>
                <a:lnTo>
                  <a:pt x="81" y="22784"/>
                </a:lnTo>
                <a:lnTo>
                  <a:pt x="101" y="22421"/>
                </a:lnTo>
                <a:lnTo>
                  <a:pt x="142" y="22037"/>
                </a:lnTo>
                <a:lnTo>
                  <a:pt x="202" y="21654"/>
                </a:lnTo>
                <a:lnTo>
                  <a:pt x="303" y="21291"/>
                </a:lnTo>
                <a:lnTo>
                  <a:pt x="424" y="20947"/>
                </a:lnTo>
                <a:lnTo>
                  <a:pt x="585" y="20584"/>
                </a:lnTo>
                <a:lnTo>
                  <a:pt x="727" y="20342"/>
                </a:lnTo>
                <a:lnTo>
                  <a:pt x="868" y="20080"/>
                </a:lnTo>
                <a:lnTo>
                  <a:pt x="1029" y="19838"/>
                </a:lnTo>
                <a:lnTo>
                  <a:pt x="1211" y="19616"/>
                </a:lnTo>
                <a:lnTo>
                  <a:pt x="1393" y="19373"/>
                </a:lnTo>
                <a:lnTo>
                  <a:pt x="1574" y="19172"/>
                </a:lnTo>
                <a:lnTo>
                  <a:pt x="1978" y="18768"/>
                </a:lnTo>
                <a:lnTo>
                  <a:pt x="2402" y="18385"/>
                </a:lnTo>
                <a:lnTo>
                  <a:pt x="2825" y="18042"/>
                </a:lnTo>
                <a:lnTo>
                  <a:pt x="3249" y="17739"/>
                </a:lnTo>
                <a:lnTo>
                  <a:pt x="3673" y="17456"/>
                </a:lnTo>
                <a:lnTo>
                  <a:pt x="4561" y="16871"/>
                </a:lnTo>
                <a:lnTo>
                  <a:pt x="5489" y="16306"/>
                </a:lnTo>
                <a:lnTo>
                  <a:pt x="6438" y="15761"/>
                </a:lnTo>
                <a:lnTo>
                  <a:pt x="7366" y="15257"/>
                </a:lnTo>
                <a:lnTo>
                  <a:pt x="7568" y="15136"/>
                </a:lnTo>
                <a:lnTo>
                  <a:pt x="8153" y="14793"/>
                </a:lnTo>
                <a:lnTo>
                  <a:pt x="8758" y="14429"/>
                </a:lnTo>
                <a:lnTo>
                  <a:pt x="9041" y="14228"/>
                </a:lnTo>
                <a:lnTo>
                  <a:pt x="9323" y="14026"/>
                </a:lnTo>
                <a:lnTo>
                  <a:pt x="9606" y="13804"/>
                </a:lnTo>
                <a:lnTo>
                  <a:pt x="9868" y="13541"/>
                </a:lnTo>
                <a:lnTo>
                  <a:pt x="10070" y="13340"/>
                </a:lnTo>
                <a:lnTo>
                  <a:pt x="10232" y="13138"/>
                </a:lnTo>
                <a:lnTo>
                  <a:pt x="10393" y="12916"/>
                </a:lnTo>
                <a:lnTo>
                  <a:pt x="10534" y="12694"/>
                </a:lnTo>
                <a:lnTo>
                  <a:pt x="10675" y="12452"/>
                </a:lnTo>
                <a:lnTo>
                  <a:pt x="10797" y="12210"/>
                </a:lnTo>
                <a:lnTo>
                  <a:pt x="10897" y="11967"/>
                </a:lnTo>
                <a:lnTo>
                  <a:pt x="10978" y="11725"/>
                </a:lnTo>
                <a:lnTo>
                  <a:pt x="11140" y="11221"/>
                </a:lnTo>
                <a:lnTo>
                  <a:pt x="11261" y="10716"/>
                </a:lnTo>
                <a:lnTo>
                  <a:pt x="11362" y="10191"/>
                </a:lnTo>
                <a:lnTo>
                  <a:pt x="11463" y="9647"/>
                </a:lnTo>
                <a:lnTo>
                  <a:pt x="11563" y="8839"/>
                </a:lnTo>
                <a:lnTo>
                  <a:pt x="11664" y="8012"/>
                </a:lnTo>
                <a:lnTo>
                  <a:pt x="11846" y="6599"/>
                </a:lnTo>
                <a:lnTo>
                  <a:pt x="11947" y="5893"/>
                </a:lnTo>
                <a:lnTo>
                  <a:pt x="12088" y="5187"/>
                </a:lnTo>
                <a:lnTo>
                  <a:pt x="12209" y="4682"/>
                </a:lnTo>
                <a:lnTo>
                  <a:pt x="12330" y="4218"/>
                </a:lnTo>
                <a:lnTo>
                  <a:pt x="12472" y="3754"/>
                </a:lnTo>
                <a:lnTo>
                  <a:pt x="12633" y="3330"/>
                </a:lnTo>
                <a:lnTo>
                  <a:pt x="12794" y="2947"/>
                </a:lnTo>
                <a:lnTo>
                  <a:pt x="12976" y="2563"/>
                </a:lnTo>
                <a:lnTo>
                  <a:pt x="13158" y="2220"/>
                </a:lnTo>
                <a:lnTo>
                  <a:pt x="13359" y="1897"/>
                </a:lnTo>
                <a:lnTo>
                  <a:pt x="13561" y="1615"/>
                </a:lnTo>
                <a:lnTo>
                  <a:pt x="13803" y="1332"/>
                </a:lnTo>
                <a:lnTo>
                  <a:pt x="14025" y="1090"/>
                </a:lnTo>
                <a:lnTo>
                  <a:pt x="14288" y="868"/>
                </a:lnTo>
                <a:lnTo>
                  <a:pt x="14550" y="687"/>
                </a:lnTo>
                <a:lnTo>
                  <a:pt x="14812" y="525"/>
                </a:lnTo>
                <a:lnTo>
                  <a:pt x="15115" y="364"/>
                </a:lnTo>
                <a:lnTo>
                  <a:pt x="15418" y="263"/>
                </a:lnTo>
                <a:lnTo>
                  <a:pt x="15721" y="162"/>
                </a:lnTo>
                <a:lnTo>
                  <a:pt x="16043" y="101"/>
                </a:lnTo>
                <a:lnTo>
                  <a:pt x="16366" y="81"/>
                </a:lnTo>
                <a:close/>
                <a:moveTo>
                  <a:pt x="16467" y="1"/>
                </a:moveTo>
                <a:lnTo>
                  <a:pt x="16104" y="21"/>
                </a:lnTo>
                <a:lnTo>
                  <a:pt x="15741" y="81"/>
                </a:lnTo>
                <a:lnTo>
                  <a:pt x="15377" y="182"/>
                </a:lnTo>
                <a:lnTo>
                  <a:pt x="15075" y="303"/>
                </a:lnTo>
                <a:lnTo>
                  <a:pt x="14792" y="445"/>
                </a:lnTo>
                <a:lnTo>
                  <a:pt x="14510" y="606"/>
                </a:lnTo>
                <a:lnTo>
                  <a:pt x="14227" y="808"/>
                </a:lnTo>
                <a:lnTo>
                  <a:pt x="13985" y="1030"/>
                </a:lnTo>
                <a:lnTo>
                  <a:pt x="13743" y="1272"/>
                </a:lnTo>
                <a:lnTo>
                  <a:pt x="13501" y="1554"/>
                </a:lnTo>
                <a:lnTo>
                  <a:pt x="13299" y="1857"/>
                </a:lnTo>
                <a:lnTo>
                  <a:pt x="13097" y="2180"/>
                </a:lnTo>
                <a:lnTo>
                  <a:pt x="12895" y="2523"/>
                </a:lnTo>
                <a:lnTo>
                  <a:pt x="12714" y="2906"/>
                </a:lnTo>
                <a:lnTo>
                  <a:pt x="12552" y="3310"/>
                </a:lnTo>
                <a:lnTo>
                  <a:pt x="12391" y="3734"/>
                </a:lnTo>
                <a:lnTo>
                  <a:pt x="12250" y="4178"/>
                </a:lnTo>
                <a:lnTo>
                  <a:pt x="12128" y="4662"/>
                </a:lnTo>
                <a:lnTo>
                  <a:pt x="12007" y="5187"/>
                </a:lnTo>
                <a:lnTo>
                  <a:pt x="11886" y="5873"/>
                </a:lnTo>
                <a:lnTo>
                  <a:pt x="11765" y="6599"/>
                </a:lnTo>
                <a:lnTo>
                  <a:pt x="11584" y="7992"/>
                </a:lnTo>
                <a:lnTo>
                  <a:pt x="11483" y="8819"/>
                </a:lnTo>
                <a:lnTo>
                  <a:pt x="11382" y="9647"/>
                </a:lnTo>
                <a:lnTo>
                  <a:pt x="11281" y="10171"/>
                </a:lnTo>
                <a:lnTo>
                  <a:pt x="11180" y="10696"/>
                </a:lnTo>
                <a:lnTo>
                  <a:pt x="11059" y="11200"/>
                </a:lnTo>
                <a:lnTo>
                  <a:pt x="10918" y="11705"/>
                </a:lnTo>
                <a:lnTo>
                  <a:pt x="10817" y="11947"/>
                </a:lnTo>
                <a:lnTo>
                  <a:pt x="10716" y="12169"/>
                </a:lnTo>
                <a:lnTo>
                  <a:pt x="10595" y="12411"/>
                </a:lnTo>
                <a:lnTo>
                  <a:pt x="10474" y="12633"/>
                </a:lnTo>
                <a:lnTo>
                  <a:pt x="10332" y="12855"/>
                </a:lnTo>
                <a:lnTo>
                  <a:pt x="10171" y="13077"/>
                </a:lnTo>
                <a:lnTo>
                  <a:pt x="10010" y="13279"/>
                </a:lnTo>
                <a:lnTo>
                  <a:pt x="9808" y="13501"/>
                </a:lnTo>
                <a:lnTo>
                  <a:pt x="9545" y="13743"/>
                </a:lnTo>
                <a:lnTo>
                  <a:pt x="9283" y="13965"/>
                </a:lnTo>
                <a:lnTo>
                  <a:pt x="9001" y="14167"/>
                </a:lnTo>
                <a:lnTo>
                  <a:pt x="8718" y="14369"/>
                </a:lnTo>
                <a:lnTo>
                  <a:pt x="8113" y="14732"/>
                </a:lnTo>
                <a:lnTo>
                  <a:pt x="7527" y="15055"/>
                </a:lnTo>
                <a:lnTo>
                  <a:pt x="7326" y="15176"/>
                </a:lnTo>
                <a:lnTo>
                  <a:pt x="6397" y="15701"/>
                </a:lnTo>
                <a:lnTo>
                  <a:pt x="5449" y="16246"/>
                </a:lnTo>
                <a:lnTo>
                  <a:pt x="4521" y="16790"/>
                </a:lnTo>
                <a:lnTo>
                  <a:pt x="3612" y="17376"/>
                </a:lnTo>
                <a:lnTo>
                  <a:pt x="3209" y="17658"/>
                </a:lnTo>
                <a:lnTo>
                  <a:pt x="2765" y="17981"/>
                </a:lnTo>
                <a:lnTo>
                  <a:pt x="2341" y="18324"/>
                </a:lnTo>
                <a:lnTo>
                  <a:pt x="1917" y="18707"/>
                </a:lnTo>
                <a:lnTo>
                  <a:pt x="1514" y="19111"/>
                </a:lnTo>
                <a:lnTo>
                  <a:pt x="1312" y="19333"/>
                </a:lnTo>
                <a:lnTo>
                  <a:pt x="1130" y="19555"/>
                </a:lnTo>
                <a:lnTo>
                  <a:pt x="969" y="19797"/>
                </a:lnTo>
                <a:lnTo>
                  <a:pt x="807" y="20039"/>
                </a:lnTo>
                <a:lnTo>
                  <a:pt x="646" y="20302"/>
                </a:lnTo>
                <a:lnTo>
                  <a:pt x="505" y="20564"/>
                </a:lnTo>
                <a:lnTo>
                  <a:pt x="364" y="20907"/>
                </a:lnTo>
                <a:lnTo>
                  <a:pt x="222" y="21270"/>
                </a:lnTo>
                <a:lnTo>
                  <a:pt x="142" y="21654"/>
                </a:lnTo>
                <a:lnTo>
                  <a:pt x="61" y="22017"/>
                </a:lnTo>
                <a:lnTo>
                  <a:pt x="20" y="22400"/>
                </a:lnTo>
                <a:lnTo>
                  <a:pt x="0" y="22784"/>
                </a:lnTo>
                <a:lnTo>
                  <a:pt x="20" y="23167"/>
                </a:lnTo>
                <a:lnTo>
                  <a:pt x="61" y="23551"/>
                </a:lnTo>
                <a:lnTo>
                  <a:pt x="142" y="23914"/>
                </a:lnTo>
                <a:lnTo>
                  <a:pt x="242" y="24237"/>
                </a:lnTo>
                <a:lnTo>
                  <a:pt x="364" y="24499"/>
                </a:lnTo>
                <a:lnTo>
                  <a:pt x="505" y="24741"/>
                </a:lnTo>
                <a:lnTo>
                  <a:pt x="666" y="24923"/>
                </a:lnTo>
                <a:lnTo>
                  <a:pt x="848" y="25064"/>
                </a:lnTo>
                <a:lnTo>
                  <a:pt x="1050" y="25205"/>
                </a:lnTo>
                <a:lnTo>
                  <a:pt x="1251" y="25327"/>
                </a:lnTo>
                <a:lnTo>
                  <a:pt x="1494" y="25407"/>
                </a:lnTo>
                <a:lnTo>
                  <a:pt x="1736" y="25468"/>
                </a:lnTo>
                <a:lnTo>
                  <a:pt x="1978" y="25508"/>
                </a:lnTo>
                <a:lnTo>
                  <a:pt x="2260" y="25528"/>
                </a:lnTo>
                <a:lnTo>
                  <a:pt x="2563" y="25508"/>
                </a:lnTo>
                <a:lnTo>
                  <a:pt x="2866" y="25448"/>
                </a:lnTo>
                <a:lnTo>
                  <a:pt x="3169" y="25367"/>
                </a:lnTo>
                <a:lnTo>
                  <a:pt x="3451" y="25286"/>
                </a:lnTo>
                <a:lnTo>
                  <a:pt x="3713" y="25165"/>
                </a:lnTo>
                <a:lnTo>
                  <a:pt x="3976" y="25044"/>
                </a:lnTo>
                <a:lnTo>
                  <a:pt x="4218" y="24903"/>
                </a:lnTo>
                <a:lnTo>
                  <a:pt x="4642" y="24620"/>
                </a:lnTo>
                <a:lnTo>
                  <a:pt x="5106" y="24297"/>
                </a:lnTo>
                <a:lnTo>
                  <a:pt x="5550" y="23954"/>
                </a:lnTo>
                <a:lnTo>
                  <a:pt x="5994" y="23611"/>
                </a:lnTo>
                <a:lnTo>
                  <a:pt x="6418" y="23228"/>
                </a:lnTo>
                <a:lnTo>
                  <a:pt x="7245" y="22461"/>
                </a:lnTo>
                <a:lnTo>
                  <a:pt x="8052" y="21674"/>
                </a:lnTo>
                <a:lnTo>
                  <a:pt x="8859" y="20907"/>
                </a:lnTo>
                <a:lnTo>
                  <a:pt x="9687" y="20140"/>
                </a:lnTo>
                <a:lnTo>
                  <a:pt x="10110" y="19757"/>
                </a:lnTo>
                <a:lnTo>
                  <a:pt x="10554" y="19394"/>
                </a:lnTo>
                <a:lnTo>
                  <a:pt x="10998" y="19051"/>
                </a:lnTo>
                <a:lnTo>
                  <a:pt x="11463" y="18728"/>
                </a:lnTo>
                <a:lnTo>
                  <a:pt x="12128" y="18324"/>
                </a:lnTo>
                <a:lnTo>
                  <a:pt x="12815" y="17941"/>
                </a:lnTo>
                <a:lnTo>
                  <a:pt x="13521" y="17577"/>
                </a:lnTo>
                <a:lnTo>
                  <a:pt x="14207" y="17234"/>
                </a:lnTo>
                <a:lnTo>
                  <a:pt x="15337" y="16669"/>
                </a:lnTo>
                <a:lnTo>
                  <a:pt x="15902" y="16367"/>
                </a:lnTo>
                <a:lnTo>
                  <a:pt x="16447" y="16044"/>
                </a:lnTo>
                <a:lnTo>
                  <a:pt x="16972" y="15721"/>
                </a:lnTo>
                <a:lnTo>
                  <a:pt x="17476" y="15358"/>
                </a:lnTo>
                <a:lnTo>
                  <a:pt x="17981" y="14954"/>
                </a:lnTo>
                <a:lnTo>
                  <a:pt x="18203" y="14752"/>
                </a:lnTo>
                <a:lnTo>
                  <a:pt x="18425" y="14530"/>
                </a:lnTo>
                <a:lnTo>
                  <a:pt x="18667" y="14268"/>
                </a:lnTo>
                <a:lnTo>
                  <a:pt x="18909" y="13985"/>
                </a:lnTo>
                <a:lnTo>
                  <a:pt x="19131" y="13703"/>
                </a:lnTo>
                <a:lnTo>
                  <a:pt x="19333" y="13400"/>
                </a:lnTo>
                <a:lnTo>
                  <a:pt x="19535" y="13077"/>
                </a:lnTo>
                <a:lnTo>
                  <a:pt x="19736" y="12754"/>
                </a:lnTo>
                <a:lnTo>
                  <a:pt x="19918" y="12411"/>
                </a:lnTo>
                <a:lnTo>
                  <a:pt x="20100" y="12048"/>
                </a:lnTo>
                <a:lnTo>
                  <a:pt x="20261" y="11665"/>
                </a:lnTo>
                <a:lnTo>
                  <a:pt x="20402" y="11281"/>
                </a:lnTo>
                <a:lnTo>
                  <a:pt x="20544" y="10878"/>
                </a:lnTo>
                <a:lnTo>
                  <a:pt x="20685" y="10474"/>
                </a:lnTo>
                <a:lnTo>
                  <a:pt x="20806" y="10050"/>
                </a:lnTo>
                <a:lnTo>
                  <a:pt x="20927" y="9606"/>
                </a:lnTo>
                <a:lnTo>
                  <a:pt x="21028" y="9142"/>
                </a:lnTo>
                <a:lnTo>
                  <a:pt x="21109" y="8678"/>
                </a:lnTo>
                <a:lnTo>
                  <a:pt x="21189" y="8214"/>
                </a:lnTo>
                <a:lnTo>
                  <a:pt x="21250" y="7750"/>
                </a:lnTo>
                <a:lnTo>
                  <a:pt x="21310" y="7326"/>
                </a:lnTo>
                <a:lnTo>
                  <a:pt x="21331" y="6882"/>
                </a:lnTo>
                <a:lnTo>
                  <a:pt x="21351" y="6478"/>
                </a:lnTo>
                <a:lnTo>
                  <a:pt x="21351" y="6075"/>
                </a:lnTo>
                <a:lnTo>
                  <a:pt x="21351" y="5671"/>
                </a:lnTo>
                <a:lnTo>
                  <a:pt x="21331" y="5288"/>
                </a:lnTo>
                <a:lnTo>
                  <a:pt x="21270" y="4924"/>
                </a:lnTo>
                <a:lnTo>
                  <a:pt x="21230" y="4561"/>
                </a:lnTo>
                <a:lnTo>
                  <a:pt x="21149" y="4218"/>
                </a:lnTo>
                <a:lnTo>
                  <a:pt x="21068" y="3875"/>
                </a:lnTo>
                <a:lnTo>
                  <a:pt x="20967" y="3532"/>
                </a:lnTo>
                <a:lnTo>
                  <a:pt x="20846" y="3229"/>
                </a:lnTo>
                <a:lnTo>
                  <a:pt x="20705" y="2906"/>
                </a:lnTo>
                <a:lnTo>
                  <a:pt x="20564" y="2624"/>
                </a:lnTo>
                <a:lnTo>
                  <a:pt x="20362" y="2281"/>
                </a:lnTo>
                <a:lnTo>
                  <a:pt x="20140" y="1958"/>
                </a:lnTo>
                <a:lnTo>
                  <a:pt x="19898" y="1655"/>
                </a:lnTo>
                <a:lnTo>
                  <a:pt x="19615" y="1373"/>
                </a:lnTo>
                <a:lnTo>
                  <a:pt x="19333" y="1110"/>
                </a:lnTo>
                <a:lnTo>
                  <a:pt x="19010" y="868"/>
                </a:lnTo>
                <a:lnTo>
                  <a:pt x="18687" y="646"/>
                </a:lnTo>
                <a:lnTo>
                  <a:pt x="18344" y="465"/>
                </a:lnTo>
                <a:lnTo>
                  <a:pt x="17981" y="283"/>
                </a:lnTo>
                <a:lnTo>
                  <a:pt x="17597" y="162"/>
                </a:lnTo>
                <a:lnTo>
                  <a:pt x="17214" y="61"/>
                </a:lnTo>
                <a:lnTo>
                  <a:pt x="16851" y="21"/>
                </a:lnTo>
                <a:lnTo>
                  <a:pt x="16467" y="1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15" name="Google Shape;715;p9"/>
          <p:cNvSpPr/>
          <p:nvPr/>
        </p:nvSpPr>
        <p:spPr>
          <a:xfrm flipH="1">
            <a:off x="8861019" y="3394629"/>
            <a:ext cx="901508" cy="1104564"/>
          </a:xfrm>
          <a:custGeom>
            <a:rect b="b" l="l" r="r" t="t"/>
            <a:pathLst>
              <a:path extrusionOk="0" h="19757" w="16125">
                <a:moveTo>
                  <a:pt x="13945" y="81"/>
                </a:moveTo>
                <a:lnTo>
                  <a:pt x="14187" y="142"/>
                </a:lnTo>
                <a:lnTo>
                  <a:pt x="14449" y="222"/>
                </a:lnTo>
                <a:lnTo>
                  <a:pt x="14671" y="323"/>
                </a:lnTo>
                <a:lnTo>
                  <a:pt x="14893" y="464"/>
                </a:lnTo>
                <a:lnTo>
                  <a:pt x="15095" y="626"/>
                </a:lnTo>
                <a:lnTo>
                  <a:pt x="15277" y="807"/>
                </a:lnTo>
                <a:lnTo>
                  <a:pt x="15438" y="1009"/>
                </a:lnTo>
                <a:lnTo>
                  <a:pt x="15620" y="1332"/>
                </a:lnTo>
                <a:lnTo>
                  <a:pt x="15761" y="1655"/>
                </a:lnTo>
                <a:lnTo>
                  <a:pt x="15862" y="1998"/>
                </a:lnTo>
                <a:lnTo>
                  <a:pt x="15943" y="2341"/>
                </a:lnTo>
                <a:lnTo>
                  <a:pt x="16003" y="2704"/>
                </a:lnTo>
                <a:lnTo>
                  <a:pt x="16023" y="3068"/>
                </a:lnTo>
                <a:lnTo>
                  <a:pt x="16044" y="3431"/>
                </a:lnTo>
                <a:lnTo>
                  <a:pt x="16044" y="3814"/>
                </a:lnTo>
                <a:lnTo>
                  <a:pt x="16023" y="4319"/>
                </a:lnTo>
                <a:lnTo>
                  <a:pt x="16003" y="4803"/>
                </a:lnTo>
                <a:lnTo>
                  <a:pt x="15963" y="5287"/>
                </a:lnTo>
                <a:lnTo>
                  <a:pt x="15923" y="5731"/>
                </a:lnTo>
                <a:lnTo>
                  <a:pt x="15862" y="6175"/>
                </a:lnTo>
                <a:lnTo>
                  <a:pt x="15781" y="6599"/>
                </a:lnTo>
                <a:lnTo>
                  <a:pt x="15701" y="7003"/>
                </a:lnTo>
                <a:lnTo>
                  <a:pt x="15600" y="7386"/>
                </a:lnTo>
                <a:lnTo>
                  <a:pt x="15479" y="7749"/>
                </a:lnTo>
                <a:lnTo>
                  <a:pt x="15337" y="8113"/>
                </a:lnTo>
                <a:lnTo>
                  <a:pt x="15196" y="8436"/>
                </a:lnTo>
                <a:lnTo>
                  <a:pt x="15055" y="8758"/>
                </a:lnTo>
                <a:lnTo>
                  <a:pt x="14873" y="9081"/>
                </a:lnTo>
                <a:lnTo>
                  <a:pt x="14692" y="9364"/>
                </a:lnTo>
                <a:lnTo>
                  <a:pt x="14490" y="9646"/>
                </a:lnTo>
                <a:lnTo>
                  <a:pt x="14268" y="9909"/>
                </a:lnTo>
                <a:lnTo>
                  <a:pt x="14086" y="10131"/>
                </a:lnTo>
                <a:lnTo>
                  <a:pt x="13884" y="10332"/>
                </a:lnTo>
                <a:lnTo>
                  <a:pt x="13683" y="10514"/>
                </a:lnTo>
                <a:lnTo>
                  <a:pt x="13461" y="10716"/>
                </a:lnTo>
                <a:lnTo>
                  <a:pt x="13017" y="11059"/>
                </a:lnTo>
                <a:lnTo>
                  <a:pt x="12532" y="11362"/>
                </a:lnTo>
                <a:lnTo>
                  <a:pt x="12048" y="11664"/>
                </a:lnTo>
                <a:lnTo>
                  <a:pt x="11543" y="11947"/>
                </a:lnTo>
                <a:lnTo>
                  <a:pt x="10514" y="12451"/>
                </a:lnTo>
                <a:lnTo>
                  <a:pt x="9586" y="12915"/>
                </a:lnTo>
                <a:lnTo>
                  <a:pt x="9122" y="13178"/>
                </a:lnTo>
                <a:lnTo>
                  <a:pt x="8678" y="13420"/>
                </a:lnTo>
                <a:lnTo>
                  <a:pt x="8032" y="13844"/>
                </a:lnTo>
                <a:lnTo>
                  <a:pt x="7427" y="14288"/>
                </a:lnTo>
                <a:lnTo>
                  <a:pt x="6821" y="14752"/>
                </a:lnTo>
                <a:lnTo>
                  <a:pt x="6236" y="15236"/>
                </a:lnTo>
                <a:lnTo>
                  <a:pt x="5671" y="15761"/>
                </a:lnTo>
                <a:lnTo>
                  <a:pt x="5106" y="16265"/>
                </a:lnTo>
                <a:lnTo>
                  <a:pt x="4037" y="17335"/>
                </a:lnTo>
                <a:lnTo>
                  <a:pt x="3350" y="18001"/>
                </a:lnTo>
                <a:lnTo>
                  <a:pt x="2644" y="18667"/>
                </a:lnTo>
                <a:lnTo>
                  <a:pt x="2281" y="18990"/>
                </a:lnTo>
                <a:lnTo>
                  <a:pt x="2099" y="19151"/>
                </a:lnTo>
                <a:lnTo>
                  <a:pt x="1897" y="19292"/>
                </a:lnTo>
                <a:lnTo>
                  <a:pt x="1696" y="19413"/>
                </a:lnTo>
                <a:lnTo>
                  <a:pt x="1474" y="19514"/>
                </a:lnTo>
                <a:lnTo>
                  <a:pt x="1272" y="19595"/>
                </a:lnTo>
                <a:lnTo>
                  <a:pt x="1030" y="19656"/>
                </a:lnTo>
                <a:lnTo>
                  <a:pt x="808" y="19676"/>
                </a:lnTo>
                <a:lnTo>
                  <a:pt x="687" y="19656"/>
                </a:lnTo>
                <a:lnTo>
                  <a:pt x="566" y="19635"/>
                </a:lnTo>
                <a:lnTo>
                  <a:pt x="444" y="19595"/>
                </a:lnTo>
                <a:lnTo>
                  <a:pt x="344" y="19555"/>
                </a:lnTo>
                <a:lnTo>
                  <a:pt x="243" y="19474"/>
                </a:lnTo>
                <a:lnTo>
                  <a:pt x="162" y="19373"/>
                </a:lnTo>
                <a:lnTo>
                  <a:pt x="101" y="19232"/>
                </a:lnTo>
                <a:lnTo>
                  <a:pt x="81" y="19091"/>
                </a:lnTo>
                <a:lnTo>
                  <a:pt x="81" y="18929"/>
                </a:lnTo>
                <a:lnTo>
                  <a:pt x="122" y="18788"/>
                </a:lnTo>
                <a:lnTo>
                  <a:pt x="162" y="18667"/>
                </a:lnTo>
                <a:lnTo>
                  <a:pt x="222" y="18546"/>
                </a:lnTo>
                <a:lnTo>
                  <a:pt x="323" y="18364"/>
                </a:lnTo>
                <a:lnTo>
                  <a:pt x="444" y="18203"/>
                </a:lnTo>
                <a:lnTo>
                  <a:pt x="566" y="18021"/>
                </a:lnTo>
                <a:lnTo>
                  <a:pt x="868" y="17718"/>
                </a:lnTo>
                <a:lnTo>
                  <a:pt x="1171" y="17436"/>
                </a:lnTo>
                <a:lnTo>
                  <a:pt x="1494" y="17173"/>
                </a:lnTo>
                <a:lnTo>
                  <a:pt x="2220" y="16588"/>
                </a:lnTo>
                <a:lnTo>
                  <a:pt x="2987" y="16043"/>
                </a:lnTo>
                <a:lnTo>
                  <a:pt x="3754" y="15499"/>
                </a:lnTo>
                <a:lnTo>
                  <a:pt x="4521" y="14974"/>
                </a:lnTo>
                <a:lnTo>
                  <a:pt x="5308" y="14429"/>
                </a:lnTo>
                <a:lnTo>
                  <a:pt x="6075" y="13884"/>
                </a:lnTo>
                <a:lnTo>
                  <a:pt x="6862" y="13319"/>
                </a:lnTo>
                <a:lnTo>
                  <a:pt x="7608" y="12734"/>
                </a:lnTo>
                <a:lnTo>
                  <a:pt x="8153" y="12270"/>
                </a:lnTo>
                <a:lnTo>
                  <a:pt x="8436" y="12007"/>
                </a:lnTo>
                <a:lnTo>
                  <a:pt x="8718" y="11725"/>
                </a:lnTo>
                <a:lnTo>
                  <a:pt x="9001" y="11422"/>
                </a:lnTo>
                <a:lnTo>
                  <a:pt x="9283" y="11119"/>
                </a:lnTo>
                <a:lnTo>
                  <a:pt x="9546" y="10776"/>
                </a:lnTo>
                <a:lnTo>
                  <a:pt x="9788" y="10413"/>
                </a:lnTo>
                <a:lnTo>
                  <a:pt x="9949" y="10131"/>
                </a:lnTo>
                <a:lnTo>
                  <a:pt x="10111" y="9828"/>
                </a:lnTo>
                <a:lnTo>
                  <a:pt x="10252" y="9525"/>
                </a:lnTo>
                <a:lnTo>
                  <a:pt x="10393" y="9202"/>
                </a:lnTo>
                <a:lnTo>
                  <a:pt x="10494" y="8879"/>
                </a:lnTo>
                <a:lnTo>
                  <a:pt x="10615" y="8557"/>
                </a:lnTo>
                <a:lnTo>
                  <a:pt x="10777" y="7911"/>
                </a:lnTo>
                <a:lnTo>
                  <a:pt x="10938" y="7245"/>
                </a:lnTo>
                <a:lnTo>
                  <a:pt x="11039" y="6559"/>
                </a:lnTo>
                <a:lnTo>
                  <a:pt x="11241" y="5207"/>
                </a:lnTo>
                <a:lnTo>
                  <a:pt x="11342" y="4399"/>
                </a:lnTo>
                <a:lnTo>
                  <a:pt x="11463" y="3612"/>
                </a:lnTo>
                <a:lnTo>
                  <a:pt x="11604" y="2825"/>
                </a:lnTo>
                <a:lnTo>
                  <a:pt x="11685" y="2422"/>
                </a:lnTo>
                <a:lnTo>
                  <a:pt x="11786" y="2038"/>
                </a:lnTo>
                <a:lnTo>
                  <a:pt x="11866" y="1756"/>
                </a:lnTo>
                <a:lnTo>
                  <a:pt x="11987" y="1473"/>
                </a:lnTo>
                <a:lnTo>
                  <a:pt x="12109" y="1171"/>
                </a:lnTo>
                <a:lnTo>
                  <a:pt x="12250" y="888"/>
                </a:lnTo>
                <a:lnTo>
                  <a:pt x="12452" y="626"/>
                </a:lnTo>
                <a:lnTo>
                  <a:pt x="12552" y="525"/>
                </a:lnTo>
                <a:lnTo>
                  <a:pt x="12674" y="404"/>
                </a:lnTo>
                <a:lnTo>
                  <a:pt x="12795" y="323"/>
                </a:lnTo>
                <a:lnTo>
                  <a:pt x="12916" y="242"/>
                </a:lnTo>
                <a:lnTo>
                  <a:pt x="13077" y="182"/>
                </a:lnTo>
                <a:lnTo>
                  <a:pt x="13218" y="121"/>
                </a:lnTo>
                <a:lnTo>
                  <a:pt x="13461" y="81"/>
                </a:lnTo>
                <a:close/>
                <a:moveTo>
                  <a:pt x="13541" y="0"/>
                </a:moveTo>
                <a:lnTo>
                  <a:pt x="13380" y="20"/>
                </a:lnTo>
                <a:lnTo>
                  <a:pt x="13218" y="41"/>
                </a:lnTo>
                <a:lnTo>
                  <a:pt x="13037" y="101"/>
                </a:lnTo>
                <a:lnTo>
                  <a:pt x="12896" y="162"/>
                </a:lnTo>
                <a:lnTo>
                  <a:pt x="12754" y="242"/>
                </a:lnTo>
                <a:lnTo>
                  <a:pt x="12613" y="343"/>
                </a:lnTo>
                <a:lnTo>
                  <a:pt x="12492" y="464"/>
                </a:lnTo>
                <a:lnTo>
                  <a:pt x="12391" y="565"/>
                </a:lnTo>
                <a:lnTo>
                  <a:pt x="12189" y="848"/>
                </a:lnTo>
                <a:lnTo>
                  <a:pt x="12028" y="1130"/>
                </a:lnTo>
                <a:lnTo>
                  <a:pt x="11907" y="1433"/>
                </a:lnTo>
                <a:lnTo>
                  <a:pt x="11806" y="1736"/>
                </a:lnTo>
                <a:lnTo>
                  <a:pt x="11705" y="2018"/>
                </a:lnTo>
                <a:lnTo>
                  <a:pt x="11604" y="2402"/>
                </a:lnTo>
                <a:lnTo>
                  <a:pt x="11523" y="2805"/>
                </a:lnTo>
                <a:lnTo>
                  <a:pt x="11382" y="3592"/>
                </a:lnTo>
                <a:lnTo>
                  <a:pt x="11261" y="4399"/>
                </a:lnTo>
                <a:lnTo>
                  <a:pt x="11160" y="5187"/>
                </a:lnTo>
                <a:lnTo>
                  <a:pt x="10958" y="6539"/>
                </a:lnTo>
                <a:lnTo>
                  <a:pt x="10857" y="7225"/>
                </a:lnTo>
                <a:lnTo>
                  <a:pt x="10716" y="7870"/>
                </a:lnTo>
                <a:lnTo>
                  <a:pt x="10534" y="8536"/>
                </a:lnTo>
                <a:lnTo>
                  <a:pt x="10434" y="8859"/>
                </a:lnTo>
                <a:lnTo>
                  <a:pt x="10313" y="9162"/>
                </a:lnTo>
                <a:lnTo>
                  <a:pt x="10191" y="9485"/>
                </a:lnTo>
                <a:lnTo>
                  <a:pt x="10050" y="9788"/>
                </a:lnTo>
                <a:lnTo>
                  <a:pt x="9889" y="10090"/>
                </a:lnTo>
                <a:lnTo>
                  <a:pt x="9707" y="10373"/>
                </a:lnTo>
                <a:lnTo>
                  <a:pt x="9465" y="10736"/>
                </a:lnTo>
                <a:lnTo>
                  <a:pt x="9223" y="11059"/>
                </a:lnTo>
                <a:lnTo>
                  <a:pt x="8940" y="11382"/>
                </a:lnTo>
                <a:lnTo>
                  <a:pt x="8658" y="11664"/>
                </a:lnTo>
                <a:lnTo>
                  <a:pt x="8375" y="11947"/>
                </a:lnTo>
                <a:lnTo>
                  <a:pt x="8093" y="12209"/>
                </a:lnTo>
                <a:lnTo>
                  <a:pt x="7568" y="12653"/>
                </a:lnTo>
                <a:lnTo>
                  <a:pt x="6801" y="13259"/>
                </a:lnTo>
                <a:lnTo>
                  <a:pt x="6034" y="13824"/>
                </a:lnTo>
                <a:lnTo>
                  <a:pt x="5247" y="14368"/>
                </a:lnTo>
                <a:lnTo>
                  <a:pt x="4480" y="14913"/>
                </a:lnTo>
                <a:lnTo>
                  <a:pt x="3714" y="15438"/>
                </a:lnTo>
                <a:lnTo>
                  <a:pt x="2927" y="15983"/>
                </a:lnTo>
                <a:lnTo>
                  <a:pt x="2180" y="16528"/>
                </a:lnTo>
                <a:lnTo>
                  <a:pt x="1433" y="17113"/>
                </a:lnTo>
                <a:lnTo>
                  <a:pt x="1131" y="17375"/>
                </a:lnTo>
                <a:lnTo>
                  <a:pt x="808" y="17658"/>
                </a:lnTo>
                <a:lnTo>
                  <a:pt x="505" y="17981"/>
                </a:lnTo>
                <a:lnTo>
                  <a:pt x="384" y="18142"/>
                </a:lnTo>
                <a:lnTo>
                  <a:pt x="243" y="18324"/>
                </a:lnTo>
                <a:lnTo>
                  <a:pt x="142" y="18526"/>
                </a:lnTo>
                <a:lnTo>
                  <a:pt x="81" y="18667"/>
                </a:lnTo>
                <a:lnTo>
                  <a:pt x="21" y="18808"/>
                </a:lnTo>
                <a:lnTo>
                  <a:pt x="1" y="18949"/>
                </a:lnTo>
                <a:lnTo>
                  <a:pt x="1" y="19111"/>
                </a:lnTo>
                <a:lnTo>
                  <a:pt x="21" y="19272"/>
                </a:lnTo>
                <a:lnTo>
                  <a:pt x="101" y="19434"/>
                </a:lnTo>
                <a:lnTo>
                  <a:pt x="162" y="19514"/>
                </a:lnTo>
                <a:lnTo>
                  <a:pt x="243" y="19575"/>
                </a:lnTo>
                <a:lnTo>
                  <a:pt x="323" y="19635"/>
                </a:lnTo>
                <a:lnTo>
                  <a:pt x="424" y="19676"/>
                </a:lnTo>
                <a:lnTo>
                  <a:pt x="626" y="19736"/>
                </a:lnTo>
                <a:lnTo>
                  <a:pt x="828" y="19757"/>
                </a:lnTo>
                <a:lnTo>
                  <a:pt x="1050" y="19736"/>
                </a:lnTo>
                <a:lnTo>
                  <a:pt x="1292" y="19676"/>
                </a:lnTo>
                <a:lnTo>
                  <a:pt x="1514" y="19595"/>
                </a:lnTo>
                <a:lnTo>
                  <a:pt x="1736" y="19494"/>
                </a:lnTo>
                <a:lnTo>
                  <a:pt x="1938" y="19353"/>
                </a:lnTo>
                <a:lnTo>
                  <a:pt x="2140" y="19212"/>
                </a:lnTo>
                <a:lnTo>
                  <a:pt x="2341" y="19050"/>
                </a:lnTo>
                <a:lnTo>
                  <a:pt x="2705" y="18727"/>
                </a:lnTo>
                <a:lnTo>
                  <a:pt x="3411" y="18061"/>
                </a:lnTo>
                <a:lnTo>
                  <a:pt x="4077" y="17395"/>
                </a:lnTo>
                <a:lnTo>
                  <a:pt x="5167" y="16326"/>
                </a:lnTo>
                <a:lnTo>
                  <a:pt x="5732" y="15821"/>
                </a:lnTo>
                <a:lnTo>
                  <a:pt x="6297" y="15297"/>
                </a:lnTo>
                <a:lnTo>
                  <a:pt x="6862" y="14812"/>
                </a:lnTo>
                <a:lnTo>
                  <a:pt x="7467" y="14348"/>
                </a:lnTo>
                <a:lnTo>
                  <a:pt x="8093" y="13904"/>
                </a:lnTo>
                <a:lnTo>
                  <a:pt x="8718" y="13501"/>
                </a:lnTo>
                <a:lnTo>
                  <a:pt x="9162" y="13238"/>
                </a:lnTo>
                <a:lnTo>
                  <a:pt x="9626" y="12996"/>
                </a:lnTo>
                <a:lnTo>
                  <a:pt x="10555" y="12532"/>
                </a:lnTo>
                <a:lnTo>
                  <a:pt x="11584" y="12007"/>
                </a:lnTo>
                <a:lnTo>
                  <a:pt x="12088" y="11725"/>
                </a:lnTo>
                <a:lnTo>
                  <a:pt x="12573" y="11442"/>
                </a:lnTo>
                <a:lnTo>
                  <a:pt x="13057" y="11119"/>
                </a:lnTo>
                <a:lnTo>
                  <a:pt x="13521" y="10776"/>
                </a:lnTo>
                <a:lnTo>
                  <a:pt x="13743" y="10575"/>
                </a:lnTo>
                <a:lnTo>
                  <a:pt x="13945" y="10393"/>
                </a:lnTo>
                <a:lnTo>
                  <a:pt x="14147" y="10171"/>
                </a:lnTo>
                <a:lnTo>
                  <a:pt x="14328" y="9969"/>
                </a:lnTo>
                <a:lnTo>
                  <a:pt x="14550" y="9687"/>
                </a:lnTo>
                <a:lnTo>
                  <a:pt x="14752" y="9404"/>
                </a:lnTo>
                <a:lnTo>
                  <a:pt x="14934" y="9122"/>
                </a:lnTo>
                <a:lnTo>
                  <a:pt x="15115" y="8799"/>
                </a:lnTo>
                <a:lnTo>
                  <a:pt x="15277" y="8476"/>
                </a:lnTo>
                <a:lnTo>
                  <a:pt x="15418" y="8133"/>
                </a:lnTo>
                <a:lnTo>
                  <a:pt x="15559" y="7790"/>
                </a:lnTo>
                <a:lnTo>
                  <a:pt x="15660" y="7406"/>
                </a:lnTo>
                <a:lnTo>
                  <a:pt x="15761" y="7023"/>
                </a:lnTo>
                <a:lnTo>
                  <a:pt x="15862" y="6619"/>
                </a:lnTo>
                <a:lnTo>
                  <a:pt x="15943" y="6196"/>
                </a:lnTo>
                <a:lnTo>
                  <a:pt x="16003" y="5752"/>
                </a:lnTo>
                <a:lnTo>
                  <a:pt x="16044" y="5287"/>
                </a:lnTo>
                <a:lnTo>
                  <a:pt x="16084" y="4823"/>
                </a:lnTo>
                <a:lnTo>
                  <a:pt x="16104" y="4319"/>
                </a:lnTo>
                <a:lnTo>
                  <a:pt x="16124" y="3814"/>
                </a:lnTo>
                <a:lnTo>
                  <a:pt x="16124" y="3431"/>
                </a:lnTo>
                <a:lnTo>
                  <a:pt x="16104" y="3068"/>
                </a:lnTo>
                <a:lnTo>
                  <a:pt x="16084" y="2684"/>
                </a:lnTo>
                <a:lnTo>
                  <a:pt x="16023" y="2321"/>
                </a:lnTo>
                <a:lnTo>
                  <a:pt x="15943" y="1958"/>
                </a:lnTo>
                <a:lnTo>
                  <a:pt x="15842" y="1615"/>
                </a:lnTo>
                <a:lnTo>
                  <a:pt x="15701" y="1292"/>
                </a:lnTo>
                <a:lnTo>
                  <a:pt x="15519" y="969"/>
                </a:lnTo>
                <a:lnTo>
                  <a:pt x="15418" y="828"/>
                </a:lnTo>
                <a:lnTo>
                  <a:pt x="15297" y="707"/>
                </a:lnTo>
                <a:lnTo>
                  <a:pt x="15196" y="585"/>
                </a:lnTo>
                <a:lnTo>
                  <a:pt x="15055" y="485"/>
                </a:lnTo>
                <a:lnTo>
                  <a:pt x="14934" y="384"/>
                </a:lnTo>
                <a:lnTo>
                  <a:pt x="14792" y="303"/>
                </a:lnTo>
                <a:lnTo>
                  <a:pt x="14490" y="142"/>
                </a:lnTo>
                <a:lnTo>
                  <a:pt x="14187" y="61"/>
                </a:lnTo>
                <a:lnTo>
                  <a:pt x="14026" y="20"/>
                </a:lnTo>
                <a:lnTo>
                  <a:pt x="13864" y="0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16" name="Google Shape;716;p9"/>
          <p:cNvSpPr/>
          <p:nvPr/>
        </p:nvSpPr>
        <p:spPr>
          <a:xfrm flipH="1">
            <a:off x="8942266" y="3505156"/>
            <a:ext cx="130935" cy="390458"/>
          </a:xfrm>
          <a:custGeom>
            <a:rect b="b" l="l" r="r" t="t"/>
            <a:pathLst>
              <a:path extrusionOk="0" h="6984" w="2342">
                <a:moveTo>
                  <a:pt x="1494" y="82"/>
                </a:moveTo>
                <a:lnTo>
                  <a:pt x="1615" y="122"/>
                </a:lnTo>
                <a:lnTo>
                  <a:pt x="1716" y="162"/>
                </a:lnTo>
                <a:lnTo>
                  <a:pt x="1817" y="223"/>
                </a:lnTo>
                <a:lnTo>
                  <a:pt x="1897" y="304"/>
                </a:lnTo>
                <a:lnTo>
                  <a:pt x="1978" y="404"/>
                </a:lnTo>
                <a:lnTo>
                  <a:pt x="2039" y="485"/>
                </a:lnTo>
                <a:lnTo>
                  <a:pt x="2099" y="586"/>
                </a:lnTo>
                <a:lnTo>
                  <a:pt x="2160" y="707"/>
                </a:lnTo>
                <a:lnTo>
                  <a:pt x="2200" y="828"/>
                </a:lnTo>
                <a:lnTo>
                  <a:pt x="2240" y="1070"/>
                </a:lnTo>
                <a:lnTo>
                  <a:pt x="2261" y="1333"/>
                </a:lnTo>
                <a:lnTo>
                  <a:pt x="2261" y="1595"/>
                </a:lnTo>
                <a:lnTo>
                  <a:pt x="2240" y="2281"/>
                </a:lnTo>
                <a:lnTo>
                  <a:pt x="2180" y="2967"/>
                </a:lnTo>
                <a:lnTo>
                  <a:pt x="2059" y="3694"/>
                </a:lnTo>
                <a:lnTo>
                  <a:pt x="1897" y="4521"/>
                </a:lnTo>
                <a:lnTo>
                  <a:pt x="1837" y="4763"/>
                </a:lnTo>
                <a:lnTo>
                  <a:pt x="1776" y="5026"/>
                </a:lnTo>
                <a:lnTo>
                  <a:pt x="1675" y="5308"/>
                </a:lnTo>
                <a:lnTo>
                  <a:pt x="1554" y="5591"/>
                </a:lnTo>
                <a:lnTo>
                  <a:pt x="1413" y="5893"/>
                </a:lnTo>
                <a:lnTo>
                  <a:pt x="1231" y="6176"/>
                </a:lnTo>
                <a:lnTo>
                  <a:pt x="1030" y="6459"/>
                </a:lnTo>
                <a:lnTo>
                  <a:pt x="808" y="6741"/>
                </a:lnTo>
                <a:lnTo>
                  <a:pt x="707" y="6822"/>
                </a:lnTo>
                <a:lnTo>
                  <a:pt x="626" y="6862"/>
                </a:lnTo>
                <a:lnTo>
                  <a:pt x="566" y="6902"/>
                </a:lnTo>
                <a:lnTo>
                  <a:pt x="485" y="6882"/>
                </a:lnTo>
                <a:lnTo>
                  <a:pt x="444" y="6862"/>
                </a:lnTo>
                <a:lnTo>
                  <a:pt x="384" y="6822"/>
                </a:lnTo>
                <a:lnTo>
                  <a:pt x="303" y="6701"/>
                </a:lnTo>
                <a:lnTo>
                  <a:pt x="243" y="6539"/>
                </a:lnTo>
                <a:lnTo>
                  <a:pt x="182" y="6317"/>
                </a:lnTo>
                <a:lnTo>
                  <a:pt x="142" y="6055"/>
                </a:lnTo>
                <a:lnTo>
                  <a:pt x="101" y="5752"/>
                </a:lnTo>
                <a:lnTo>
                  <a:pt x="81" y="5086"/>
                </a:lnTo>
                <a:lnTo>
                  <a:pt x="81" y="4602"/>
                </a:lnTo>
                <a:lnTo>
                  <a:pt x="81" y="4097"/>
                </a:lnTo>
                <a:lnTo>
                  <a:pt x="101" y="3976"/>
                </a:lnTo>
                <a:lnTo>
                  <a:pt x="122" y="3310"/>
                </a:lnTo>
                <a:lnTo>
                  <a:pt x="162" y="2685"/>
                </a:lnTo>
                <a:lnTo>
                  <a:pt x="222" y="2100"/>
                </a:lnTo>
                <a:lnTo>
                  <a:pt x="283" y="1535"/>
                </a:lnTo>
                <a:lnTo>
                  <a:pt x="323" y="1353"/>
                </a:lnTo>
                <a:lnTo>
                  <a:pt x="384" y="1131"/>
                </a:lnTo>
                <a:lnTo>
                  <a:pt x="444" y="909"/>
                </a:lnTo>
                <a:lnTo>
                  <a:pt x="545" y="667"/>
                </a:lnTo>
                <a:lnTo>
                  <a:pt x="687" y="465"/>
                </a:lnTo>
                <a:lnTo>
                  <a:pt x="767" y="364"/>
                </a:lnTo>
                <a:lnTo>
                  <a:pt x="848" y="263"/>
                </a:lnTo>
                <a:lnTo>
                  <a:pt x="949" y="203"/>
                </a:lnTo>
                <a:lnTo>
                  <a:pt x="1070" y="142"/>
                </a:lnTo>
                <a:lnTo>
                  <a:pt x="1191" y="102"/>
                </a:lnTo>
                <a:lnTo>
                  <a:pt x="1312" y="82"/>
                </a:lnTo>
                <a:close/>
                <a:moveTo>
                  <a:pt x="1312" y="1"/>
                </a:moveTo>
                <a:lnTo>
                  <a:pt x="1171" y="21"/>
                </a:lnTo>
                <a:lnTo>
                  <a:pt x="1030" y="61"/>
                </a:lnTo>
                <a:lnTo>
                  <a:pt x="868" y="162"/>
                </a:lnTo>
                <a:lnTo>
                  <a:pt x="707" y="304"/>
                </a:lnTo>
                <a:lnTo>
                  <a:pt x="566" y="485"/>
                </a:lnTo>
                <a:lnTo>
                  <a:pt x="485" y="606"/>
                </a:lnTo>
                <a:lnTo>
                  <a:pt x="424" y="748"/>
                </a:lnTo>
                <a:lnTo>
                  <a:pt x="364" y="909"/>
                </a:lnTo>
                <a:lnTo>
                  <a:pt x="303" y="1091"/>
                </a:lnTo>
                <a:lnTo>
                  <a:pt x="263" y="1292"/>
                </a:lnTo>
                <a:lnTo>
                  <a:pt x="222" y="1514"/>
                </a:lnTo>
                <a:lnTo>
                  <a:pt x="142" y="2079"/>
                </a:lnTo>
                <a:lnTo>
                  <a:pt x="81" y="2685"/>
                </a:lnTo>
                <a:lnTo>
                  <a:pt x="41" y="3310"/>
                </a:lnTo>
                <a:lnTo>
                  <a:pt x="21" y="3976"/>
                </a:lnTo>
                <a:lnTo>
                  <a:pt x="1" y="4097"/>
                </a:lnTo>
                <a:lnTo>
                  <a:pt x="1" y="4602"/>
                </a:lnTo>
                <a:lnTo>
                  <a:pt x="1" y="5106"/>
                </a:lnTo>
                <a:lnTo>
                  <a:pt x="21" y="5752"/>
                </a:lnTo>
                <a:lnTo>
                  <a:pt x="61" y="6055"/>
                </a:lnTo>
                <a:lnTo>
                  <a:pt x="101" y="6337"/>
                </a:lnTo>
                <a:lnTo>
                  <a:pt x="142" y="6499"/>
                </a:lnTo>
                <a:lnTo>
                  <a:pt x="202" y="6680"/>
                </a:lnTo>
                <a:lnTo>
                  <a:pt x="263" y="6781"/>
                </a:lnTo>
                <a:lnTo>
                  <a:pt x="303" y="6862"/>
                </a:lnTo>
                <a:lnTo>
                  <a:pt x="384" y="6923"/>
                </a:lnTo>
                <a:lnTo>
                  <a:pt x="465" y="6963"/>
                </a:lnTo>
                <a:lnTo>
                  <a:pt x="525" y="6983"/>
                </a:lnTo>
                <a:lnTo>
                  <a:pt x="606" y="6963"/>
                </a:lnTo>
                <a:lnTo>
                  <a:pt x="687" y="6923"/>
                </a:lnTo>
                <a:lnTo>
                  <a:pt x="767" y="6882"/>
                </a:lnTo>
                <a:lnTo>
                  <a:pt x="868" y="6802"/>
                </a:lnTo>
                <a:lnTo>
                  <a:pt x="1090" y="6519"/>
                </a:lnTo>
                <a:lnTo>
                  <a:pt x="1292" y="6237"/>
                </a:lnTo>
                <a:lnTo>
                  <a:pt x="1474" y="5934"/>
                </a:lnTo>
                <a:lnTo>
                  <a:pt x="1615" y="5631"/>
                </a:lnTo>
                <a:lnTo>
                  <a:pt x="1736" y="5349"/>
                </a:lnTo>
                <a:lnTo>
                  <a:pt x="1837" y="5046"/>
                </a:lnTo>
                <a:lnTo>
                  <a:pt x="1918" y="4784"/>
                </a:lnTo>
                <a:lnTo>
                  <a:pt x="1978" y="4521"/>
                </a:lnTo>
                <a:lnTo>
                  <a:pt x="2140" y="3714"/>
                </a:lnTo>
                <a:lnTo>
                  <a:pt x="2261" y="2967"/>
                </a:lnTo>
                <a:lnTo>
                  <a:pt x="2321" y="2281"/>
                </a:lnTo>
                <a:lnTo>
                  <a:pt x="2341" y="1595"/>
                </a:lnTo>
                <a:lnTo>
                  <a:pt x="2341" y="1333"/>
                </a:lnTo>
                <a:lnTo>
                  <a:pt x="2321" y="1050"/>
                </a:lnTo>
                <a:lnTo>
                  <a:pt x="2261" y="788"/>
                </a:lnTo>
                <a:lnTo>
                  <a:pt x="2220" y="667"/>
                </a:lnTo>
                <a:lnTo>
                  <a:pt x="2180" y="546"/>
                </a:lnTo>
                <a:lnTo>
                  <a:pt x="2119" y="445"/>
                </a:lnTo>
                <a:lnTo>
                  <a:pt x="2039" y="324"/>
                </a:lnTo>
                <a:lnTo>
                  <a:pt x="1938" y="243"/>
                </a:lnTo>
                <a:lnTo>
                  <a:pt x="1837" y="142"/>
                </a:lnTo>
                <a:lnTo>
                  <a:pt x="1716" y="82"/>
                </a:lnTo>
                <a:lnTo>
                  <a:pt x="1595" y="21"/>
                </a:lnTo>
                <a:lnTo>
                  <a:pt x="1453" y="1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17" name="Google Shape;717;p9"/>
          <p:cNvSpPr/>
          <p:nvPr/>
        </p:nvSpPr>
        <p:spPr>
          <a:xfrm flipH="1">
            <a:off x="9011089" y="3646208"/>
            <a:ext cx="4584" cy="55348"/>
          </a:xfrm>
          <a:custGeom>
            <a:rect b="b" l="l" r="r" t="t"/>
            <a:pathLst>
              <a:path extrusionOk="0" h="990" w="82">
                <a:moveTo>
                  <a:pt x="1" y="0"/>
                </a:moveTo>
                <a:lnTo>
                  <a:pt x="1" y="989"/>
                </a:lnTo>
                <a:lnTo>
                  <a:pt x="81" y="989"/>
                </a:lnTo>
                <a:lnTo>
                  <a:pt x="81" y="0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18" name="Google Shape;718;p9"/>
          <p:cNvSpPr/>
          <p:nvPr/>
        </p:nvSpPr>
        <p:spPr>
          <a:xfrm flipH="1">
            <a:off x="8985147" y="3671030"/>
            <a:ext cx="55348" cy="4584"/>
          </a:xfrm>
          <a:custGeom>
            <a:rect b="b" l="l" r="r" t="t"/>
            <a:pathLst>
              <a:path extrusionOk="0" h="82" w="990">
                <a:moveTo>
                  <a:pt x="1" y="0"/>
                </a:moveTo>
                <a:lnTo>
                  <a:pt x="1" y="81"/>
                </a:lnTo>
                <a:lnTo>
                  <a:pt x="990" y="81"/>
                </a:lnTo>
                <a:lnTo>
                  <a:pt x="990" y="0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19" name="Google Shape;719;p9"/>
          <p:cNvSpPr/>
          <p:nvPr/>
        </p:nvSpPr>
        <p:spPr>
          <a:xfrm>
            <a:off x="8489408" y="117791"/>
            <a:ext cx="597600" cy="5976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20" name="Google Shape;720;p9"/>
          <p:cNvSpPr/>
          <p:nvPr/>
        </p:nvSpPr>
        <p:spPr>
          <a:xfrm rot="5400000">
            <a:off x="8489408" y="722893"/>
            <a:ext cx="597600" cy="597600"/>
          </a:xfrm>
          <a:prstGeom prst="rtTriangle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721" name="Google Shape;721;p9"/>
          <p:cNvGrpSpPr/>
          <p:nvPr/>
        </p:nvGrpSpPr>
        <p:grpSpPr>
          <a:xfrm>
            <a:off x="111415" y="4314125"/>
            <a:ext cx="754524" cy="750237"/>
            <a:chOff x="8523754" y="10"/>
            <a:chExt cx="516408" cy="513439"/>
          </a:xfrm>
        </p:grpSpPr>
        <p:sp>
          <p:nvSpPr>
            <p:cNvPr id="722" name="Google Shape;722;p9"/>
            <p:cNvSpPr/>
            <p:nvPr/>
          </p:nvSpPr>
          <p:spPr>
            <a:xfrm>
              <a:off x="8523754" y="255242"/>
              <a:ext cx="516408" cy="258207"/>
            </a:xfrm>
            <a:custGeom>
              <a:rect b="b" l="l" r="r" t="t"/>
              <a:pathLst>
                <a:path extrusionOk="0" h="41798" w="83595">
                  <a:moveTo>
                    <a:pt x="41797" y="0"/>
                  </a:moveTo>
                  <a:lnTo>
                    <a:pt x="40710" y="28"/>
                  </a:lnTo>
                  <a:lnTo>
                    <a:pt x="39650" y="56"/>
                  </a:lnTo>
                  <a:lnTo>
                    <a:pt x="38591" y="112"/>
                  </a:lnTo>
                  <a:lnTo>
                    <a:pt x="37531" y="223"/>
                  </a:lnTo>
                  <a:lnTo>
                    <a:pt x="36472" y="335"/>
                  </a:lnTo>
                  <a:lnTo>
                    <a:pt x="35440" y="474"/>
                  </a:lnTo>
                  <a:lnTo>
                    <a:pt x="34408" y="669"/>
                  </a:lnTo>
                  <a:lnTo>
                    <a:pt x="33377" y="864"/>
                  </a:lnTo>
                  <a:lnTo>
                    <a:pt x="32373" y="1060"/>
                  </a:lnTo>
                  <a:lnTo>
                    <a:pt x="31369" y="1311"/>
                  </a:lnTo>
                  <a:lnTo>
                    <a:pt x="30365" y="1589"/>
                  </a:lnTo>
                  <a:lnTo>
                    <a:pt x="29361" y="1868"/>
                  </a:lnTo>
                  <a:lnTo>
                    <a:pt x="28385" y="2203"/>
                  </a:lnTo>
                  <a:lnTo>
                    <a:pt x="27437" y="2537"/>
                  </a:lnTo>
                  <a:lnTo>
                    <a:pt x="26489" y="2900"/>
                  </a:lnTo>
                  <a:lnTo>
                    <a:pt x="25541" y="3290"/>
                  </a:lnTo>
                  <a:lnTo>
                    <a:pt x="24593" y="3708"/>
                  </a:lnTo>
                  <a:lnTo>
                    <a:pt x="23673" y="4127"/>
                  </a:lnTo>
                  <a:lnTo>
                    <a:pt x="22781" y="4573"/>
                  </a:lnTo>
                  <a:lnTo>
                    <a:pt x="21889" y="5047"/>
                  </a:lnTo>
                  <a:lnTo>
                    <a:pt x="20996" y="5549"/>
                  </a:lnTo>
                  <a:lnTo>
                    <a:pt x="20132" y="6051"/>
                  </a:lnTo>
                  <a:lnTo>
                    <a:pt x="19267" y="6580"/>
                  </a:lnTo>
                  <a:lnTo>
                    <a:pt x="18431" y="7138"/>
                  </a:lnTo>
                  <a:lnTo>
                    <a:pt x="17594" y="7724"/>
                  </a:lnTo>
                  <a:lnTo>
                    <a:pt x="16786" y="8309"/>
                  </a:lnTo>
                  <a:lnTo>
                    <a:pt x="16005" y="8923"/>
                  </a:lnTo>
                  <a:lnTo>
                    <a:pt x="15224" y="9536"/>
                  </a:lnTo>
                  <a:lnTo>
                    <a:pt x="14444" y="10205"/>
                  </a:lnTo>
                  <a:lnTo>
                    <a:pt x="13691" y="10847"/>
                  </a:lnTo>
                  <a:lnTo>
                    <a:pt x="12966" y="11544"/>
                  </a:lnTo>
                  <a:lnTo>
                    <a:pt x="12241" y="12241"/>
                  </a:lnTo>
                  <a:lnTo>
                    <a:pt x="11544" y="12966"/>
                  </a:lnTo>
                  <a:lnTo>
                    <a:pt x="10875" y="13691"/>
                  </a:lnTo>
                  <a:lnTo>
                    <a:pt x="10205" y="14444"/>
                  </a:lnTo>
                  <a:lnTo>
                    <a:pt x="9564" y="15224"/>
                  </a:lnTo>
                  <a:lnTo>
                    <a:pt x="8923" y="16005"/>
                  </a:lnTo>
                  <a:lnTo>
                    <a:pt x="8309" y="16786"/>
                  </a:lnTo>
                  <a:lnTo>
                    <a:pt x="7724" y="17594"/>
                  </a:lnTo>
                  <a:lnTo>
                    <a:pt x="7138" y="18431"/>
                  </a:lnTo>
                  <a:lnTo>
                    <a:pt x="6581" y="19267"/>
                  </a:lnTo>
                  <a:lnTo>
                    <a:pt x="6051" y="20132"/>
                  </a:lnTo>
                  <a:lnTo>
                    <a:pt x="5549" y="20996"/>
                  </a:lnTo>
                  <a:lnTo>
                    <a:pt x="5047" y="21888"/>
                  </a:lnTo>
                  <a:lnTo>
                    <a:pt x="4573" y="22781"/>
                  </a:lnTo>
                  <a:lnTo>
                    <a:pt x="4127" y="23673"/>
                  </a:lnTo>
                  <a:lnTo>
                    <a:pt x="3709" y="24593"/>
                  </a:lnTo>
                  <a:lnTo>
                    <a:pt x="3290" y="25541"/>
                  </a:lnTo>
                  <a:lnTo>
                    <a:pt x="2900" y="26461"/>
                  </a:lnTo>
                  <a:lnTo>
                    <a:pt x="2537" y="27437"/>
                  </a:lnTo>
                  <a:lnTo>
                    <a:pt x="2203" y="28385"/>
                  </a:lnTo>
                  <a:lnTo>
                    <a:pt x="1896" y="29361"/>
                  </a:lnTo>
                  <a:lnTo>
                    <a:pt x="1589" y="30365"/>
                  </a:lnTo>
                  <a:lnTo>
                    <a:pt x="1311" y="31341"/>
                  </a:lnTo>
                  <a:lnTo>
                    <a:pt x="1087" y="32345"/>
                  </a:lnTo>
                  <a:lnTo>
                    <a:pt x="864" y="33376"/>
                  </a:lnTo>
                  <a:lnTo>
                    <a:pt x="669" y="34408"/>
                  </a:lnTo>
                  <a:lnTo>
                    <a:pt x="502" y="35440"/>
                  </a:lnTo>
                  <a:lnTo>
                    <a:pt x="335" y="36471"/>
                  </a:lnTo>
                  <a:lnTo>
                    <a:pt x="223" y="37531"/>
                  </a:lnTo>
                  <a:lnTo>
                    <a:pt x="139" y="38591"/>
                  </a:lnTo>
                  <a:lnTo>
                    <a:pt x="56" y="39650"/>
                  </a:lnTo>
                  <a:lnTo>
                    <a:pt x="28" y="40710"/>
                  </a:lnTo>
                  <a:lnTo>
                    <a:pt x="0" y="41797"/>
                  </a:lnTo>
                  <a:lnTo>
                    <a:pt x="83595" y="41797"/>
                  </a:lnTo>
                  <a:lnTo>
                    <a:pt x="83595" y="40710"/>
                  </a:lnTo>
                  <a:lnTo>
                    <a:pt x="83539" y="39650"/>
                  </a:lnTo>
                  <a:lnTo>
                    <a:pt x="83483" y="38591"/>
                  </a:lnTo>
                  <a:lnTo>
                    <a:pt x="83372" y="37531"/>
                  </a:lnTo>
                  <a:lnTo>
                    <a:pt x="83260" y="36471"/>
                  </a:lnTo>
                  <a:lnTo>
                    <a:pt x="83121" y="35440"/>
                  </a:lnTo>
                  <a:lnTo>
                    <a:pt x="82953" y="34408"/>
                  </a:lnTo>
                  <a:lnTo>
                    <a:pt x="82758" y="33376"/>
                  </a:lnTo>
                  <a:lnTo>
                    <a:pt x="82535" y="32345"/>
                  </a:lnTo>
                  <a:lnTo>
                    <a:pt x="82284" y="31341"/>
                  </a:lnTo>
                  <a:lnTo>
                    <a:pt x="82005" y="30365"/>
                  </a:lnTo>
                  <a:lnTo>
                    <a:pt x="81727" y="29361"/>
                  </a:lnTo>
                  <a:lnTo>
                    <a:pt x="81392" y="28385"/>
                  </a:lnTo>
                  <a:lnTo>
                    <a:pt x="81057" y="27437"/>
                  </a:lnTo>
                  <a:lnTo>
                    <a:pt x="80695" y="26461"/>
                  </a:lnTo>
                  <a:lnTo>
                    <a:pt x="80304" y="25541"/>
                  </a:lnTo>
                  <a:lnTo>
                    <a:pt x="79914" y="24593"/>
                  </a:lnTo>
                  <a:lnTo>
                    <a:pt x="79468" y="23673"/>
                  </a:lnTo>
                  <a:lnTo>
                    <a:pt x="79022" y="22781"/>
                  </a:lnTo>
                  <a:lnTo>
                    <a:pt x="78548" y="21888"/>
                  </a:lnTo>
                  <a:lnTo>
                    <a:pt x="78046" y="20996"/>
                  </a:lnTo>
                  <a:lnTo>
                    <a:pt x="77544" y="20132"/>
                  </a:lnTo>
                  <a:lnTo>
                    <a:pt x="77014" y="19267"/>
                  </a:lnTo>
                  <a:lnTo>
                    <a:pt x="76457" y="18431"/>
                  </a:lnTo>
                  <a:lnTo>
                    <a:pt x="75899" y="17594"/>
                  </a:lnTo>
                  <a:lnTo>
                    <a:pt x="75285" y="16786"/>
                  </a:lnTo>
                  <a:lnTo>
                    <a:pt x="74672" y="16005"/>
                  </a:lnTo>
                  <a:lnTo>
                    <a:pt x="74059" y="15224"/>
                  </a:lnTo>
                  <a:lnTo>
                    <a:pt x="73417" y="14444"/>
                  </a:lnTo>
                  <a:lnTo>
                    <a:pt x="72748" y="13691"/>
                  </a:lnTo>
                  <a:lnTo>
                    <a:pt x="72051" y="12966"/>
                  </a:lnTo>
                  <a:lnTo>
                    <a:pt x="71354" y="12241"/>
                  </a:lnTo>
                  <a:lnTo>
                    <a:pt x="70629" y="11544"/>
                  </a:lnTo>
                  <a:lnTo>
                    <a:pt x="69904" y="10847"/>
                  </a:lnTo>
                  <a:lnTo>
                    <a:pt x="69151" y="10205"/>
                  </a:lnTo>
                  <a:lnTo>
                    <a:pt x="68398" y="9536"/>
                  </a:lnTo>
                  <a:lnTo>
                    <a:pt x="67617" y="8923"/>
                  </a:lnTo>
                  <a:lnTo>
                    <a:pt x="66809" y="8309"/>
                  </a:lnTo>
                  <a:lnTo>
                    <a:pt x="66000" y="7724"/>
                  </a:lnTo>
                  <a:lnTo>
                    <a:pt x="65164" y="7138"/>
                  </a:lnTo>
                  <a:lnTo>
                    <a:pt x="64327" y="6580"/>
                  </a:lnTo>
                  <a:lnTo>
                    <a:pt x="63463" y="6051"/>
                  </a:lnTo>
                  <a:lnTo>
                    <a:pt x="62598" y="5549"/>
                  </a:lnTo>
                  <a:lnTo>
                    <a:pt x="61734" y="5047"/>
                  </a:lnTo>
                  <a:lnTo>
                    <a:pt x="60842" y="4573"/>
                  </a:lnTo>
                  <a:lnTo>
                    <a:pt x="59922" y="4127"/>
                  </a:lnTo>
                  <a:lnTo>
                    <a:pt x="59001" y="3708"/>
                  </a:lnTo>
                  <a:lnTo>
                    <a:pt x="58081" y="3290"/>
                  </a:lnTo>
                  <a:lnTo>
                    <a:pt x="57133" y="2900"/>
                  </a:lnTo>
                  <a:lnTo>
                    <a:pt x="56185" y="2537"/>
                  </a:lnTo>
                  <a:lnTo>
                    <a:pt x="55209" y="2203"/>
                  </a:lnTo>
                  <a:lnTo>
                    <a:pt x="54233" y="1868"/>
                  </a:lnTo>
                  <a:lnTo>
                    <a:pt x="53257" y="1589"/>
                  </a:lnTo>
                  <a:lnTo>
                    <a:pt x="52254" y="1311"/>
                  </a:lnTo>
                  <a:lnTo>
                    <a:pt x="51250" y="1060"/>
                  </a:lnTo>
                  <a:lnTo>
                    <a:pt x="50218" y="864"/>
                  </a:lnTo>
                  <a:lnTo>
                    <a:pt x="49214" y="669"/>
                  </a:lnTo>
                  <a:lnTo>
                    <a:pt x="48155" y="474"/>
                  </a:lnTo>
                  <a:lnTo>
                    <a:pt x="47123" y="335"/>
                  </a:lnTo>
                  <a:lnTo>
                    <a:pt x="46064" y="223"/>
                  </a:lnTo>
                  <a:lnTo>
                    <a:pt x="45032" y="112"/>
                  </a:lnTo>
                  <a:lnTo>
                    <a:pt x="43944" y="56"/>
                  </a:lnTo>
                  <a:lnTo>
                    <a:pt x="42885" y="28"/>
                  </a:lnTo>
                  <a:lnTo>
                    <a:pt x="41797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23" name="Google Shape;723;p9"/>
            <p:cNvSpPr/>
            <p:nvPr/>
          </p:nvSpPr>
          <p:spPr>
            <a:xfrm>
              <a:off x="8523754" y="10"/>
              <a:ext cx="516408" cy="258207"/>
            </a:xfrm>
            <a:custGeom>
              <a:rect b="b" l="l" r="r" t="t"/>
              <a:pathLst>
                <a:path extrusionOk="0" h="41798" w="83595">
                  <a:moveTo>
                    <a:pt x="41797" y="0"/>
                  </a:moveTo>
                  <a:lnTo>
                    <a:pt x="40710" y="28"/>
                  </a:lnTo>
                  <a:lnTo>
                    <a:pt x="39650" y="56"/>
                  </a:lnTo>
                  <a:lnTo>
                    <a:pt x="38591" y="112"/>
                  </a:lnTo>
                  <a:lnTo>
                    <a:pt x="37531" y="223"/>
                  </a:lnTo>
                  <a:lnTo>
                    <a:pt x="36472" y="335"/>
                  </a:lnTo>
                  <a:lnTo>
                    <a:pt x="35440" y="474"/>
                  </a:lnTo>
                  <a:lnTo>
                    <a:pt x="34408" y="669"/>
                  </a:lnTo>
                  <a:lnTo>
                    <a:pt x="33377" y="864"/>
                  </a:lnTo>
                  <a:lnTo>
                    <a:pt x="32373" y="1060"/>
                  </a:lnTo>
                  <a:lnTo>
                    <a:pt x="31369" y="1311"/>
                  </a:lnTo>
                  <a:lnTo>
                    <a:pt x="30365" y="1589"/>
                  </a:lnTo>
                  <a:lnTo>
                    <a:pt x="29361" y="1868"/>
                  </a:lnTo>
                  <a:lnTo>
                    <a:pt x="28385" y="2203"/>
                  </a:lnTo>
                  <a:lnTo>
                    <a:pt x="27437" y="2537"/>
                  </a:lnTo>
                  <a:lnTo>
                    <a:pt x="26489" y="2900"/>
                  </a:lnTo>
                  <a:lnTo>
                    <a:pt x="25541" y="3290"/>
                  </a:lnTo>
                  <a:lnTo>
                    <a:pt x="24593" y="3708"/>
                  </a:lnTo>
                  <a:lnTo>
                    <a:pt x="23673" y="4127"/>
                  </a:lnTo>
                  <a:lnTo>
                    <a:pt x="22781" y="4573"/>
                  </a:lnTo>
                  <a:lnTo>
                    <a:pt x="21889" y="5047"/>
                  </a:lnTo>
                  <a:lnTo>
                    <a:pt x="20996" y="5549"/>
                  </a:lnTo>
                  <a:lnTo>
                    <a:pt x="20132" y="6051"/>
                  </a:lnTo>
                  <a:lnTo>
                    <a:pt x="19267" y="6580"/>
                  </a:lnTo>
                  <a:lnTo>
                    <a:pt x="18431" y="7138"/>
                  </a:lnTo>
                  <a:lnTo>
                    <a:pt x="17594" y="7724"/>
                  </a:lnTo>
                  <a:lnTo>
                    <a:pt x="16786" y="8309"/>
                  </a:lnTo>
                  <a:lnTo>
                    <a:pt x="16005" y="8923"/>
                  </a:lnTo>
                  <a:lnTo>
                    <a:pt x="15224" y="9536"/>
                  </a:lnTo>
                  <a:lnTo>
                    <a:pt x="14444" y="10205"/>
                  </a:lnTo>
                  <a:lnTo>
                    <a:pt x="13691" y="10847"/>
                  </a:lnTo>
                  <a:lnTo>
                    <a:pt x="12966" y="11544"/>
                  </a:lnTo>
                  <a:lnTo>
                    <a:pt x="12241" y="12241"/>
                  </a:lnTo>
                  <a:lnTo>
                    <a:pt x="11544" y="12966"/>
                  </a:lnTo>
                  <a:lnTo>
                    <a:pt x="10875" y="13691"/>
                  </a:lnTo>
                  <a:lnTo>
                    <a:pt x="10205" y="14444"/>
                  </a:lnTo>
                  <a:lnTo>
                    <a:pt x="9564" y="15224"/>
                  </a:lnTo>
                  <a:lnTo>
                    <a:pt x="8923" y="16005"/>
                  </a:lnTo>
                  <a:lnTo>
                    <a:pt x="8309" y="16786"/>
                  </a:lnTo>
                  <a:lnTo>
                    <a:pt x="7724" y="17594"/>
                  </a:lnTo>
                  <a:lnTo>
                    <a:pt x="7138" y="18431"/>
                  </a:lnTo>
                  <a:lnTo>
                    <a:pt x="6581" y="19267"/>
                  </a:lnTo>
                  <a:lnTo>
                    <a:pt x="6051" y="20132"/>
                  </a:lnTo>
                  <a:lnTo>
                    <a:pt x="5549" y="20996"/>
                  </a:lnTo>
                  <a:lnTo>
                    <a:pt x="5047" y="21888"/>
                  </a:lnTo>
                  <a:lnTo>
                    <a:pt x="4573" y="22781"/>
                  </a:lnTo>
                  <a:lnTo>
                    <a:pt x="4127" y="23673"/>
                  </a:lnTo>
                  <a:lnTo>
                    <a:pt x="3709" y="24593"/>
                  </a:lnTo>
                  <a:lnTo>
                    <a:pt x="3290" y="25541"/>
                  </a:lnTo>
                  <a:lnTo>
                    <a:pt x="2900" y="26461"/>
                  </a:lnTo>
                  <a:lnTo>
                    <a:pt x="2537" y="27437"/>
                  </a:lnTo>
                  <a:lnTo>
                    <a:pt x="2203" y="28385"/>
                  </a:lnTo>
                  <a:lnTo>
                    <a:pt x="1896" y="29361"/>
                  </a:lnTo>
                  <a:lnTo>
                    <a:pt x="1589" y="30365"/>
                  </a:lnTo>
                  <a:lnTo>
                    <a:pt x="1311" y="31341"/>
                  </a:lnTo>
                  <a:lnTo>
                    <a:pt x="1087" y="32345"/>
                  </a:lnTo>
                  <a:lnTo>
                    <a:pt x="864" y="33376"/>
                  </a:lnTo>
                  <a:lnTo>
                    <a:pt x="669" y="34408"/>
                  </a:lnTo>
                  <a:lnTo>
                    <a:pt x="502" y="35440"/>
                  </a:lnTo>
                  <a:lnTo>
                    <a:pt x="335" y="36471"/>
                  </a:lnTo>
                  <a:lnTo>
                    <a:pt x="223" y="37531"/>
                  </a:lnTo>
                  <a:lnTo>
                    <a:pt x="139" y="38591"/>
                  </a:lnTo>
                  <a:lnTo>
                    <a:pt x="56" y="39650"/>
                  </a:lnTo>
                  <a:lnTo>
                    <a:pt x="28" y="40710"/>
                  </a:lnTo>
                  <a:lnTo>
                    <a:pt x="0" y="41797"/>
                  </a:lnTo>
                  <a:lnTo>
                    <a:pt x="83595" y="41797"/>
                  </a:lnTo>
                  <a:lnTo>
                    <a:pt x="83595" y="40710"/>
                  </a:lnTo>
                  <a:lnTo>
                    <a:pt x="83539" y="39650"/>
                  </a:lnTo>
                  <a:lnTo>
                    <a:pt x="83483" y="38591"/>
                  </a:lnTo>
                  <a:lnTo>
                    <a:pt x="83372" y="37531"/>
                  </a:lnTo>
                  <a:lnTo>
                    <a:pt x="83260" y="36471"/>
                  </a:lnTo>
                  <a:lnTo>
                    <a:pt x="83121" y="35440"/>
                  </a:lnTo>
                  <a:lnTo>
                    <a:pt x="82953" y="34408"/>
                  </a:lnTo>
                  <a:lnTo>
                    <a:pt x="82758" y="33376"/>
                  </a:lnTo>
                  <a:lnTo>
                    <a:pt x="82535" y="32345"/>
                  </a:lnTo>
                  <a:lnTo>
                    <a:pt x="82284" y="31341"/>
                  </a:lnTo>
                  <a:lnTo>
                    <a:pt x="82005" y="30365"/>
                  </a:lnTo>
                  <a:lnTo>
                    <a:pt x="81727" y="29361"/>
                  </a:lnTo>
                  <a:lnTo>
                    <a:pt x="81392" y="28385"/>
                  </a:lnTo>
                  <a:lnTo>
                    <a:pt x="81057" y="27437"/>
                  </a:lnTo>
                  <a:lnTo>
                    <a:pt x="80695" y="26461"/>
                  </a:lnTo>
                  <a:lnTo>
                    <a:pt x="80304" y="25541"/>
                  </a:lnTo>
                  <a:lnTo>
                    <a:pt x="79914" y="24593"/>
                  </a:lnTo>
                  <a:lnTo>
                    <a:pt x="79468" y="23673"/>
                  </a:lnTo>
                  <a:lnTo>
                    <a:pt x="79022" y="22781"/>
                  </a:lnTo>
                  <a:lnTo>
                    <a:pt x="78548" y="21888"/>
                  </a:lnTo>
                  <a:lnTo>
                    <a:pt x="78046" y="20996"/>
                  </a:lnTo>
                  <a:lnTo>
                    <a:pt x="77544" y="20132"/>
                  </a:lnTo>
                  <a:lnTo>
                    <a:pt x="77014" y="19267"/>
                  </a:lnTo>
                  <a:lnTo>
                    <a:pt x="76457" y="18431"/>
                  </a:lnTo>
                  <a:lnTo>
                    <a:pt x="75899" y="17594"/>
                  </a:lnTo>
                  <a:lnTo>
                    <a:pt x="75285" y="16786"/>
                  </a:lnTo>
                  <a:lnTo>
                    <a:pt x="74672" y="16005"/>
                  </a:lnTo>
                  <a:lnTo>
                    <a:pt x="74059" y="15224"/>
                  </a:lnTo>
                  <a:lnTo>
                    <a:pt x="73417" y="14444"/>
                  </a:lnTo>
                  <a:lnTo>
                    <a:pt x="72748" y="13691"/>
                  </a:lnTo>
                  <a:lnTo>
                    <a:pt x="72051" y="12966"/>
                  </a:lnTo>
                  <a:lnTo>
                    <a:pt x="71354" y="12241"/>
                  </a:lnTo>
                  <a:lnTo>
                    <a:pt x="70629" y="11544"/>
                  </a:lnTo>
                  <a:lnTo>
                    <a:pt x="69904" y="10847"/>
                  </a:lnTo>
                  <a:lnTo>
                    <a:pt x="69151" y="10205"/>
                  </a:lnTo>
                  <a:lnTo>
                    <a:pt x="68398" y="9536"/>
                  </a:lnTo>
                  <a:lnTo>
                    <a:pt x="67617" y="8923"/>
                  </a:lnTo>
                  <a:lnTo>
                    <a:pt x="66809" y="8309"/>
                  </a:lnTo>
                  <a:lnTo>
                    <a:pt x="66000" y="7724"/>
                  </a:lnTo>
                  <a:lnTo>
                    <a:pt x="65164" y="7138"/>
                  </a:lnTo>
                  <a:lnTo>
                    <a:pt x="64327" y="6580"/>
                  </a:lnTo>
                  <a:lnTo>
                    <a:pt x="63463" y="6051"/>
                  </a:lnTo>
                  <a:lnTo>
                    <a:pt x="62598" y="5549"/>
                  </a:lnTo>
                  <a:lnTo>
                    <a:pt x="61734" y="5047"/>
                  </a:lnTo>
                  <a:lnTo>
                    <a:pt x="60842" y="4573"/>
                  </a:lnTo>
                  <a:lnTo>
                    <a:pt x="59922" y="4127"/>
                  </a:lnTo>
                  <a:lnTo>
                    <a:pt x="59001" y="3708"/>
                  </a:lnTo>
                  <a:lnTo>
                    <a:pt x="58081" y="3290"/>
                  </a:lnTo>
                  <a:lnTo>
                    <a:pt x="57133" y="2900"/>
                  </a:lnTo>
                  <a:lnTo>
                    <a:pt x="56185" y="2537"/>
                  </a:lnTo>
                  <a:lnTo>
                    <a:pt x="55209" y="2203"/>
                  </a:lnTo>
                  <a:lnTo>
                    <a:pt x="54233" y="1868"/>
                  </a:lnTo>
                  <a:lnTo>
                    <a:pt x="53257" y="1589"/>
                  </a:lnTo>
                  <a:lnTo>
                    <a:pt x="52254" y="1311"/>
                  </a:lnTo>
                  <a:lnTo>
                    <a:pt x="51250" y="1060"/>
                  </a:lnTo>
                  <a:lnTo>
                    <a:pt x="50218" y="864"/>
                  </a:lnTo>
                  <a:lnTo>
                    <a:pt x="49214" y="669"/>
                  </a:lnTo>
                  <a:lnTo>
                    <a:pt x="48155" y="474"/>
                  </a:lnTo>
                  <a:lnTo>
                    <a:pt x="47123" y="335"/>
                  </a:lnTo>
                  <a:lnTo>
                    <a:pt x="46064" y="223"/>
                  </a:lnTo>
                  <a:lnTo>
                    <a:pt x="45032" y="112"/>
                  </a:lnTo>
                  <a:lnTo>
                    <a:pt x="43944" y="56"/>
                  </a:lnTo>
                  <a:lnTo>
                    <a:pt x="42885" y="28"/>
                  </a:lnTo>
                  <a:lnTo>
                    <a:pt x="41797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724" name="Google Shape;724;p9"/>
          <p:cNvGrpSpPr/>
          <p:nvPr/>
        </p:nvGrpSpPr>
        <p:grpSpPr>
          <a:xfrm>
            <a:off x="3960075" y="4692585"/>
            <a:ext cx="1202833" cy="365416"/>
            <a:chOff x="3973270" y="4603191"/>
            <a:chExt cx="1202833" cy="365416"/>
          </a:xfrm>
        </p:grpSpPr>
        <p:sp>
          <p:nvSpPr>
            <p:cNvPr id="725" name="Google Shape;725;p9"/>
            <p:cNvSpPr/>
            <p:nvPr/>
          </p:nvSpPr>
          <p:spPr>
            <a:xfrm>
              <a:off x="4465214" y="4603191"/>
              <a:ext cx="54205" cy="50406"/>
            </a:xfrm>
            <a:custGeom>
              <a:rect b="b" l="l" r="r" t="t"/>
              <a:pathLst>
                <a:path extrusionOk="0" h="1327" w="1427">
                  <a:moveTo>
                    <a:pt x="723" y="1"/>
                  </a:moveTo>
                  <a:lnTo>
                    <a:pt x="1" y="684"/>
                  </a:lnTo>
                  <a:lnTo>
                    <a:pt x="221" y="784"/>
                  </a:lnTo>
                  <a:lnTo>
                    <a:pt x="322" y="824"/>
                  </a:lnTo>
                  <a:lnTo>
                    <a:pt x="422" y="884"/>
                  </a:lnTo>
                  <a:lnTo>
                    <a:pt x="502" y="1005"/>
                  </a:lnTo>
                  <a:lnTo>
                    <a:pt x="583" y="1105"/>
                  </a:lnTo>
                  <a:lnTo>
                    <a:pt x="723" y="1326"/>
                  </a:lnTo>
                  <a:lnTo>
                    <a:pt x="1426" y="643"/>
                  </a:lnTo>
                  <a:lnTo>
                    <a:pt x="723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26" name="Google Shape;726;p9"/>
            <p:cNvSpPr/>
            <p:nvPr/>
          </p:nvSpPr>
          <p:spPr>
            <a:xfrm>
              <a:off x="4632234" y="4603191"/>
              <a:ext cx="50406" cy="48887"/>
            </a:xfrm>
            <a:custGeom>
              <a:rect b="b" l="l" r="r" t="t"/>
              <a:pathLst>
                <a:path extrusionOk="0" h="1287" w="1327">
                  <a:moveTo>
                    <a:pt x="664" y="1"/>
                  </a:moveTo>
                  <a:lnTo>
                    <a:pt x="1" y="664"/>
                  </a:lnTo>
                  <a:lnTo>
                    <a:pt x="664" y="1286"/>
                  </a:lnTo>
                  <a:lnTo>
                    <a:pt x="1326" y="623"/>
                  </a:lnTo>
                  <a:lnTo>
                    <a:pt x="664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27" name="Google Shape;727;p9"/>
            <p:cNvSpPr/>
            <p:nvPr/>
          </p:nvSpPr>
          <p:spPr>
            <a:xfrm>
              <a:off x="4466733" y="4758815"/>
              <a:ext cx="54205" cy="51888"/>
            </a:xfrm>
            <a:custGeom>
              <a:rect b="b" l="l" r="r" t="t"/>
              <a:pathLst>
                <a:path extrusionOk="0" h="1366" w="1427">
                  <a:moveTo>
                    <a:pt x="703" y="0"/>
                  </a:moveTo>
                  <a:lnTo>
                    <a:pt x="1" y="643"/>
                  </a:lnTo>
                  <a:lnTo>
                    <a:pt x="744" y="1366"/>
                  </a:lnTo>
                  <a:lnTo>
                    <a:pt x="784" y="1225"/>
                  </a:lnTo>
                  <a:lnTo>
                    <a:pt x="844" y="1125"/>
                  </a:lnTo>
                  <a:lnTo>
                    <a:pt x="924" y="1024"/>
                  </a:lnTo>
                  <a:lnTo>
                    <a:pt x="1005" y="944"/>
                  </a:lnTo>
                  <a:lnTo>
                    <a:pt x="1105" y="864"/>
                  </a:lnTo>
                  <a:lnTo>
                    <a:pt x="1205" y="803"/>
                  </a:lnTo>
                  <a:lnTo>
                    <a:pt x="1426" y="683"/>
                  </a:lnTo>
                  <a:lnTo>
                    <a:pt x="1346" y="582"/>
                  </a:lnTo>
                  <a:lnTo>
                    <a:pt x="1266" y="522"/>
                  </a:lnTo>
                  <a:lnTo>
                    <a:pt x="1045" y="402"/>
                  </a:lnTo>
                  <a:lnTo>
                    <a:pt x="964" y="342"/>
                  </a:lnTo>
                  <a:lnTo>
                    <a:pt x="884" y="281"/>
                  </a:lnTo>
                  <a:lnTo>
                    <a:pt x="824" y="181"/>
                  </a:lnTo>
                  <a:lnTo>
                    <a:pt x="804" y="40"/>
                  </a:lnTo>
                  <a:lnTo>
                    <a:pt x="784" y="20"/>
                  </a:lnTo>
                  <a:lnTo>
                    <a:pt x="744" y="20"/>
                  </a:lnTo>
                  <a:lnTo>
                    <a:pt x="70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28" name="Google Shape;728;p9"/>
            <p:cNvSpPr/>
            <p:nvPr/>
          </p:nvSpPr>
          <p:spPr>
            <a:xfrm>
              <a:off x="4629955" y="4758055"/>
              <a:ext cx="54205" cy="54167"/>
            </a:xfrm>
            <a:custGeom>
              <a:rect b="b" l="l" r="r" t="t"/>
              <a:pathLst>
                <a:path extrusionOk="0" h="1426" w="1427">
                  <a:moveTo>
                    <a:pt x="724" y="0"/>
                  </a:moveTo>
                  <a:lnTo>
                    <a:pt x="1" y="703"/>
                  </a:lnTo>
                  <a:lnTo>
                    <a:pt x="121" y="743"/>
                  </a:lnTo>
                  <a:lnTo>
                    <a:pt x="242" y="823"/>
                  </a:lnTo>
                  <a:lnTo>
                    <a:pt x="342" y="884"/>
                  </a:lnTo>
                  <a:lnTo>
                    <a:pt x="422" y="984"/>
                  </a:lnTo>
                  <a:lnTo>
                    <a:pt x="603" y="1185"/>
                  </a:lnTo>
                  <a:lnTo>
                    <a:pt x="744" y="1426"/>
                  </a:lnTo>
                  <a:lnTo>
                    <a:pt x="844" y="1165"/>
                  </a:lnTo>
                  <a:lnTo>
                    <a:pt x="904" y="1064"/>
                  </a:lnTo>
                  <a:lnTo>
                    <a:pt x="964" y="984"/>
                  </a:lnTo>
                  <a:lnTo>
                    <a:pt x="1065" y="904"/>
                  </a:lnTo>
                  <a:lnTo>
                    <a:pt x="1185" y="823"/>
                  </a:lnTo>
                  <a:lnTo>
                    <a:pt x="1426" y="683"/>
                  </a:lnTo>
                  <a:lnTo>
                    <a:pt x="724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29" name="Google Shape;729;p9"/>
            <p:cNvSpPr/>
            <p:nvPr/>
          </p:nvSpPr>
          <p:spPr>
            <a:xfrm>
              <a:off x="4796215" y="4758815"/>
              <a:ext cx="51166" cy="47329"/>
            </a:xfrm>
            <a:custGeom>
              <a:rect b="b" l="l" r="r" t="t"/>
              <a:pathLst>
                <a:path extrusionOk="0" h="1246" w="1347">
                  <a:moveTo>
                    <a:pt x="664" y="0"/>
                  </a:moveTo>
                  <a:lnTo>
                    <a:pt x="1" y="663"/>
                  </a:lnTo>
                  <a:lnTo>
                    <a:pt x="664" y="1245"/>
                  </a:lnTo>
                  <a:lnTo>
                    <a:pt x="1346" y="663"/>
                  </a:lnTo>
                  <a:lnTo>
                    <a:pt x="664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30" name="Google Shape;730;p9"/>
            <p:cNvSpPr/>
            <p:nvPr/>
          </p:nvSpPr>
          <p:spPr>
            <a:xfrm>
              <a:off x="4459098" y="4909806"/>
              <a:ext cx="64119" cy="55724"/>
            </a:xfrm>
            <a:custGeom>
              <a:rect b="b" l="l" r="r" t="t"/>
              <a:pathLst>
                <a:path extrusionOk="0" h="1467" w="1688">
                  <a:moveTo>
                    <a:pt x="864" y="1"/>
                  </a:moveTo>
                  <a:lnTo>
                    <a:pt x="764" y="262"/>
                  </a:lnTo>
                  <a:lnTo>
                    <a:pt x="704" y="362"/>
                  </a:lnTo>
                  <a:lnTo>
                    <a:pt x="643" y="463"/>
                  </a:lnTo>
                  <a:lnTo>
                    <a:pt x="523" y="543"/>
                  </a:lnTo>
                  <a:lnTo>
                    <a:pt x="382" y="623"/>
                  </a:lnTo>
                  <a:lnTo>
                    <a:pt x="1" y="844"/>
                  </a:lnTo>
                  <a:lnTo>
                    <a:pt x="162" y="864"/>
                  </a:lnTo>
                  <a:lnTo>
                    <a:pt x="302" y="904"/>
                  </a:lnTo>
                  <a:lnTo>
                    <a:pt x="423" y="965"/>
                  </a:lnTo>
                  <a:lnTo>
                    <a:pt x="543" y="1025"/>
                  </a:lnTo>
                  <a:lnTo>
                    <a:pt x="623" y="1085"/>
                  </a:lnTo>
                  <a:lnTo>
                    <a:pt x="704" y="1186"/>
                  </a:lnTo>
                  <a:lnTo>
                    <a:pt x="744" y="1286"/>
                  </a:lnTo>
                  <a:lnTo>
                    <a:pt x="784" y="1406"/>
                  </a:lnTo>
                  <a:lnTo>
                    <a:pt x="804" y="1427"/>
                  </a:lnTo>
                  <a:lnTo>
                    <a:pt x="864" y="1447"/>
                  </a:lnTo>
                  <a:lnTo>
                    <a:pt x="985" y="1467"/>
                  </a:lnTo>
                  <a:lnTo>
                    <a:pt x="1045" y="1286"/>
                  </a:lnTo>
                  <a:lnTo>
                    <a:pt x="1065" y="1206"/>
                  </a:lnTo>
                  <a:lnTo>
                    <a:pt x="1105" y="1145"/>
                  </a:lnTo>
                  <a:lnTo>
                    <a:pt x="1246" y="1045"/>
                  </a:lnTo>
                  <a:lnTo>
                    <a:pt x="1386" y="945"/>
                  </a:lnTo>
                  <a:lnTo>
                    <a:pt x="1688" y="744"/>
                  </a:lnTo>
                  <a:lnTo>
                    <a:pt x="1547" y="684"/>
                  </a:lnTo>
                  <a:lnTo>
                    <a:pt x="1427" y="623"/>
                  </a:lnTo>
                  <a:lnTo>
                    <a:pt x="1306" y="543"/>
                  </a:lnTo>
                  <a:lnTo>
                    <a:pt x="1206" y="463"/>
                  </a:lnTo>
                  <a:lnTo>
                    <a:pt x="1105" y="362"/>
                  </a:lnTo>
                  <a:lnTo>
                    <a:pt x="1025" y="262"/>
                  </a:lnTo>
                  <a:lnTo>
                    <a:pt x="864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31" name="Google Shape;731;p9"/>
            <p:cNvSpPr/>
            <p:nvPr/>
          </p:nvSpPr>
          <p:spPr>
            <a:xfrm>
              <a:off x="4631474" y="4914402"/>
              <a:ext cx="53445" cy="50368"/>
            </a:xfrm>
            <a:custGeom>
              <a:rect b="b" l="l" r="r" t="t"/>
              <a:pathLst>
                <a:path extrusionOk="0" h="1326" w="1407">
                  <a:moveTo>
                    <a:pt x="684" y="0"/>
                  </a:moveTo>
                  <a:lnTo>
                    <a:pt x="1" y="663"/>
                  </a:lnTo>
                  <a:lnTo>
                    <a:pt x="724" y="1326"/>
                  </a:lnTo>
                  <a:lnTo>
                    <a:pt x="764" y="1225"/>
                  </a:lnTo>
                  <a:lnTo>
                    <a:pt x="824" y="1105"/>
                  </a:lnTo>
                  <a:lnTo>
                    <a:pt x="904" y="1024"/>
                  </a:lnTo>
                  <a:lnTo>
                    <a:pt x="985" y="944"/>
                  </a:lnTo>
                  <a:lnTo>
                    <a:pt x="1186" y="804"/>
                  </a:lnTo>
                  <a:lnTo>
                    <a:pt x="1406" y="683"/>
                  </a:lnTo>
                  <a:lnTo>
                    <a:pt x="1326" y="583"/>
                  </a:lnTo>
                  <a:lnTo>
                    <a:pt x="1246" y="522"/>
                  </a:lnTo>
                  <a:lnTo>
                    <a:pt x="1045" y="402"/>
                  </a:lnTo>
                  <a:lnTo>
                    <a:pt x="945" y="342"/>
                  </a:lnTo>
                  <a:lnTo>
                    <a:pt x="864" y="261"/>
                  </a:lnTo>
                  <a:lnTo>
                    <a:pt x="804" y="161"/>
                  </a:lnTo>
                  <a:lnTo>
                    <a:pt x="784" y="41"/>
                  </a:lnTo>
                  <a:lnTo>
                    <a:pt x="764" y="20"/>
                  </a:lnTo>
                  <a:lnTo>
                    <a:pt x="724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32" name="Google Shape;732;p9"/>
            <p:cNvSpPr/>
            <p:nvPr/>
          </p:nvSpPr>
          <p:spPr>
            <a:xfrm>
              <a:off x="4796215" y="4915161"/>
              <a:ext cx="51166" cy="48089"/>
            </a:xfrm>
            <a:custGeom>
              <a:rect b="b" l="l" r="r" t="t"/>
              <a:pathLst>
                <a:path extrusionOk="0" h="1266" w="1347">
                  <a:moveTo>
                    <a:pt x="664" y="0"/>
                  </a:moveTo>
                  <a:lnTo>
                    <a:pt x="1" y="623"/>
                  </a:lnTo>
                  <a:lnTo>
                    <a:pt x="684" y="1265"/>
                  </a:lnTo>
                  <a:lnTo>
                    <a:pt x="1346" y="603"/>
                  </a:lnTo>
                  <a:lnTo>
                    <a:pt x="664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33" name="Google Shape;733;p9"/>
            <p:cNvSpPr/>
            <p:nvPr/>
          </p:nvSpPr>
          <p:spPr>
            <a:xfrm>
              <a:off x="4797013" y="4603988"/>
              <a:ext cx="50368" cy="46532"/>
            </a:xfrm>
            <a:custGeom>
              <a:rect b="b" l="l" r="r" t="t"/>
              <a:pathLst>
                <a:path extrusionOk="0" h="1225" w="1326">
                  <a:moveTo>
                    <a:pt x="643" y="0"/>
                  </a:moveTo>
                  <a:lnTo>
                    <a:pt x="0" y="622"/>
                  </a:lnTo>
                  <a:lnTo>
                    <a:pt x="643" y="1225"/>
                  </a:lnTo>
                  <a:lnTo>
                    <a:pt x="1325" y="643"/>
                  </a:lnTo>
                  <a:lnTo>
                    <a:pt x="64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34" name="Google Shape;734;p9"/>
            <p:cNvSpPr/>
            <p:nvPr/>
          </p:nvSpPr>
          <p:spPr>
            <a:xfrm>
              <a:off x="4960994" y="4606267"/>
              <a:ext cx="49608" cy="44253"/>
            </a:xfrm>
            <a:custGeom>
              <a:rect b="b" l="l" r="r" t="t"/>
              <a:pathLst>
                <a:path extrusionOk="0" h="1165" w="1306">
                  <a:moveTo>
                    <a:pt x="663" y="0"/>
                  </a:moveTo>
                  <a:lnTo>
                    <a:pt x="0" y="562"/>
                  </a:lnTo>
                  <a:lnTo>
                    <a:pt x="643" y="1165"/>
                  </a:lnTo>
                  <a:lnTo>
                    <a:pt x="1305" y="583"/>
                  </a:lnTo>
                  <a:lnTo>
                    <a:pt x="66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35" name="Google Shape;735;p9"/>
            <p:cNvSpPr/>
            <p:nvPr/>
          </p:nvSpPr>
          <p:spPr>
            <a:xfrm>
              <a:off x="4303512" y="4603988"/>
              <a:ext cx="53445" cy="54167"/>
            </a:xfrm>
            <a:custGeom>
              <a:rect b="b" l="l" r="r" t="t"/>
              <a:pathLst>
                <a:path extrusionOk="0" h="1426" w="1407">
                  <a:moveTo>
                    <a:pt x="683" y="0"/>
                  </a:moveTo>
                  <a:lnTo>
                    <a:pt x="1" y="622"/>
                  </a:lnTo>
                  <a:lnTo>
                    <a:pt x="804" y="1426"/>
                  </a:lnTo>
                  <a:lnTo>
                    <a:pt x="804" y="1265"/>
                  </a:lnTo>
                  <a:lnTo>
                    <a:pt x="824" y="1145"/>
                  </a:lnTo>
                  <a:lnTo>
                    <a:pt x="864" y="1024"/>
                  </a:lnTo>
                  <a:lnTo>
                    <a:pt x="904" y="944"/>
                  </a:lnTo>
                  <a:lnTo>
                    <a:pt x="985" y="884"/>
                  </a:lnTo>
                  <a:lnTo>
                    <a:pt x="1065" y="823"/>
                  </a:lnTo>
                  <a:lnTo>
                    <a:pt x="1165" y="783"/>
                  </a:lnTo>
                  <a:lnTo>
                    <a:pt x="1286" y="763"/>
                  </a:lnTo>
                  <a:lnTo>
                    <a:pt x="1326" y="743"/>
                  </a:lnTo>
                  <a:lnTo>
                    <a:pt x="1366" y="703"/>
                  </a:lnTo>
                  <a:lnTo>
                    <a:pt x="1386" y="683"/>
                  </a:lnTo>
                  <a:lnTo>
                    <a:pt x="1406" y="643"/>
                  </a:lnTo>
                  <a:lnTo>
                    <a:pt x="1386" y="602"/>
                  </a:lnTo>
                  <a:lnTo>
                    <a:pt x="1366" y="562"/>
                  </a:lnTo>
                  <a:lnTo>
                    <a:pt x="1306" y="502"/>
                  </a:lnTo>
                  <a:lnTo>
                    <a:pt x="1145" y="442"/>
                  </a:lnTo>
                  <a:lnTo>
                    <a:pt x="985" y="361"/>
                  </a:lnTo>
                  <a:lnTo>
                    <a:pt x="924" y="321"/>
                  </a:lnTo>
                  <a:lnTo>
                    <a:pt x="864" y="261"/>
                  </a:lnTo>
                  <a:lnTo>
                    <a:pt x="824" y="181"/>
                  </a:lnTo>
                  <a:lnTo>
                    <a:pt x="804" y="80"/>
                  </a:lnTo>
                  <a:lnTo>
                    <a:pt x="784" y="40"/>
                  </a:lnTo>
                  <a:lnTo>
                    <a:pt x="744" y="20"/>
                  </a:lnTo>
                  <a:lnTo>
                    <a:pt x="68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36" name="Google Shape;736;p9"/>
            <p:cNvSpPr/>
            <p:nvPr/>
          </p:nvSpPr>
          <p:spPr>
            <a:xfrm>
              <a:off x="4303512" y="4758815"/>
              <a:ext cx="52685" cy="49608"/>
            </a:xfrm>
            <a:custGeom>
              <a:rect b="b" l="l" r="r" t="t"/>
              <a:pathLst>
                <a:path extrusionOk="0" h="1306" w="1387">
                  <a:moveTo>
                    <a:pt x="663" y="0"/>
                  </a:moveTo>
                  <a:lnTo>
                    <a:pt x="583" y="60"/>
                  </a:lnTo>
                  <a:lnTo>
                    <a:pt x="523" y="141"/>
                  </a:lnTo>
                  <a:lnTo>
                    <a:pt x="422" y="301"/>
                  </a:lnTo>
                  <a:lnTo>
                    <a:pt x="342" y="382"/>
                  </a:lnTo>
                  <a:lnTo>
                    <a:pt x="262" y="462"/>
                  </a:lnTo>
                  <a:lnTo>
                    <a:pt x="161" y="522"/>
                  </a:lnTo>
                  <a:lnTo>
                    <a:pt x="41" y="542"/>
                  </a:lnTo>
                  <a:lnTo>
                    <a:pt x="21" y="562"/>
                  </a:lnTo>
                  <a:lnTo>
                    <a:pt x="21" y="603"/>
                  </a:lnTo>
                  <a:lnTo>
                    <a:pt x="1" y="643"/>
                  </a:lnTo>
                  <a:lnTo>
                    <a:pt x="663" y="1305"/>
                  </a:lnTo>
                  <a:lnTo>
                    <a:pt x="1386" y="663"/>
                  </a:lnTo>
                  <a:lnTo>
                    <a:pt x="66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37" name="Google Shape;737;p9"/>
            <p:cNvSpPr/>
            <p:nvPr/>
          </p:nvSpPr>
          <p:spPr>
            <a:xfrm>
              <a:off x="4960234" y="4761094"/>
              <a:ext cx="51128" cy="45050"/>
            </a:xfrm>
            <a:custGeom>
              <a:rect b="b" l="l" r="r" t="t"/>
              <a:pathLst>
                <a:path extrusionOk="0" h="1186" w="1346">
                  <a:moveTo>
                    <a:pt x="663" y="0"/>
                  </a:moveTo>
                  <a:lnTo>
                    <a:pt x="0" y="583"/>
                  </a:lnTo>
                  <a:lnTo>
                    <a:pt x="663" y="1185"/>
                  </a:lnTo>
                  <a:lnTo>
                    <a:pt x="1345" y="603"/>
                  </a:lnTo>
                  <a:lnTo>
                    <a:pt x="66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38" name="Google Shape;738;p9"/>
            <p:cNvSpPr/>
            <p:nvPr/>
          </p:nvSpPr>
          <p:spPr>
            <a:xfrm>
              <a:off x="4959437" y="4916681"/>
              <a:ext cx="51925" cy="46570"/>
            </a:xfrm>
            <a:custGeom>
              <a:rect b="b" l="l" r="r" t="t"/>
              <a:pathLst>
                <a:path extrusionOk="0" h="1226" w="1367">
                  <a:moveTo>
                    <a:pt x="704" y="1"/>
                  </a:moveTo>
                  <a:lnTo>
                    <a:pt x="1" y="583"/>
                  </a:lnTo>
                  <a:lnTo>
                    <a:pt x="704" y="1225"/>
                  </a:lnTo>
                  <a:lnTo>
                    <a:pt x="1366" y="583"/>
                  </a:lnTo>
                  <a:lnTo>
                    <a:pt x="704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39" name="Google Shape;739;p9"/>
            <p:cNvSpPr/>
            <p:nvPr/>
          </p:nvSpPr>
          <p:spPr>
            <a:xfrm>
              <a:off x="4302752" y="4913642"/>
              <a:ext cx="53445" cy="54964"/>
            </a:xfrm>
            <a:custGeom>
              <a:rect b="b" l="l" r="r" t="t"/>
              <a:pathLst>
                <a:path extrusionOk="0" h="1447" w="1407">
                  <a:moveTo>
                    <a:pt x="683" y="0"/>
                  </a:moveTo>
                  <a:lnTo>
                    <a:pt x="603" y="81"/>
                  </a:lnTo>
                  <a:lnTo>
                    <a:pt x="543" y="161"/>
                  </a:lnTo>
                  <a:lnTo>
                    <a:pt x="422" y="342"/>
                  </a:lnTo>
                  <a:lnTo>
                    <a:pt x="362" y="422"/>
                  </a:lnTo>
                  <a:lnTo>
                    <a:pt x="262" y="482"/>
                  </a:lnTo>
                  <a:lnTo>
                    <a:pt x="161" y="542"/>
                  </a:lnTo>
                  <a:lnTo>
                    <a:pt x="41" y="563"/>
                  </a:lnTo>
                  <a:lnTo>
                    <a:pt x="21" y="583"/>
                  </a:lnTo>
                  <a:lnTo>
                    <a:pt x="21" y="643"/>
                  </a:lnTo>
                  <a:lnTo>
                    <a:pt x="1" y="763"/>
                  </a:lnTo>
                  <a:lnTo>
                    <a:pt x="221" y="864"/>
                  </a:lnTo>
                  <a:lnTo>
                    <a:pt x="322" y="904"/>
                  </a:lnTo>
                  <a:lnTo>
                    <a:pt x="422" y="964"/>
                  </a:lnTo>
                  <a:lnTo>
                    <a:pt x="503" y="1085"/>
                  </a:lnTo>
                  <a:lnTo>
                    <a:pt x="563" y="1185"/>
                  </a:lnTo>
                  <a:lnTo>
                    <a:pt x="703" y="1446"/>
                  </a:lnTo>
                  <a:lnTo>
                    <a:pt x="1406" y="683"/>
                  </a:lnTo>
                  <a:lnTo>
                    <a:pt x="68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40" name="Google Shape;740;p9"/>
            <p:cNvSpPr/>
            <p:nvPr/>
          </p:nvSpPr>
          <p:spPr>
            <a:xfrm>
              <a:off x="4138771" y="4905247"/>
              <a:ext cx="57243" cy="60282"/>
            </a:xfrm>
            <a:custGeom>
              <a:rect b="b" l="l" r="r" t="t"/>
              <a:pathLst>
                <a:path extrusionOk="0" h="1587" w="1507">
                  <a:moveTo>
                    <a:pt x="683" y="0"/>
                  </a:moveTo>
                  <a:lnTo>
                    <a:pt x="563" y="302"/>
                  </a:lnTo>
                  <a:lnTo>
                    <a:pt x="502" y="422"/>
                  </a:lnTo>
                  <a:lnTo>
                    <a:pt x="422" y="522"/>
                  </a:lnTo>
                  <a:lnTo>
                    <a:pt x="342" y="623"/>
                  </a:lnTo>
                  <a:lnTo>
                    <a:pt x="262" y="683"/>
                  </a:lnTo>
                  <a:lnTo>
                    <a:pt x="161" y="743"/>
                  </a:lnTo>
                  <a:lnTo>
                    <a:pt x="41" y="784"/>
                  </a:lnTo>
                  <a:lnTo>
                    <a:pt x="21" y="804"/>
                  </a:lnTo>
                  <a:lnTo>
                    <a:pt x="0" y="844"/>
                  </a:lnTo>
                  <a:lnTo>
                    <a:pt x="0" y="904"/>
                  </a:lnTo>
                  <a:lnTo>
                    <a:pt x="764" y="1587"/>
                  </a:lnTo>
                  <a:lnTo>
                    <a:pt x="824" y="1406"/>
                  </a:lnTo>
                  <a:lnTo>
                    <a:pt x="864" y="1306"/>
                  </a:lnTo>
                  <a:lnTo>
                    <a:pt x="904" y="1245"/>
                  </a:lnTo>
                  <a:lnTo>
                    <a:pt x="1045" y="1165"/>
                  </a:lnTo>
                  <a:lnTo>
                    <a:pt x="1185" y="1065"/>
                  </a:lnTo>
                  <a:lnTo>
                    <a:pt x="1506" y="884"/>
                  </a:lnTo>
                  <a:lnTo>
                    <a:pt x="1225" y="743"/>
                  </a:lnTo>
                  <a:lnTo>
                    <a:pt x="1105" y="663"/>
                  </a:lnTo>
                  <a:lnTo>
                    <a:pt x="1004" y="583"/>
                  </a:lnTo>
                  <a:lnTo>
                    <a:pt x="904" y="482"/>
                  </a:lnTo>
                  <a:lnTo>
                    <a:pt x="824" y="342"/>
                  </a:lnTo>
                  <a:lnTo>
                    <a:pt x="743" y="201"/>
                  </a:lnTo>
                  <a:lnTo>
                    <a:pt x="68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41" name="Google Shape;741;p9"/>
            <p:cNvSpPr/>
            <p:nvPr/>
          </p:nvSpPr>
          <p:spPr>
            <a:xfrm>
              <a:off x="3973270" y="4914402"/>
              <a:ext cx="54926" cy="50368"/>
            </a:xfrm>
            <a:custGeom>
              <a:rect b="b" l="l" r="r" t="t"/>
              <a:pathLst>
                <a:path extrusionOk="0" h="1326" w="1446">
                  <a:moveTo>
                    <a:pt x="703" y="0"/>
                  </a:moveTo>
                  <a:lnTo>
                    <a:pt x="0" y="663"/>
                  </a:lnTo>
                  <a:lnTo>
                    <a:pt x="723" y="1326"/>
                  </a:lnTo>
                  <a:lnTo>
                    <a:pt x="1446" y="663"/>
                  </a:lnTo>
                  <a:lnTo>
                    <a:pt x="70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42" name="Google Shape;742;p9"/>
            <p:cNvSpPr/>
            <p:nvPr/>
          </p:nvSpPr>
          <p:spPr>
            <a:xfrm>
              <a:off x="4137251" y="4760335"/>
              <a:ext cx="56484" cy="48849"/>
            </a:xfrm>
            <a:custGeom>
              <a:rect b="b" l="l" r="r" t="t"/>
              <a:pathLst>
                <a:path extrusionOk="0" h="1286" w="1487">
                  <a:moveTo>
                    <a:pt x="743" y="0"/>
                  </a:moveTo>
                  <a:lnTo>
                    <a:pt x="0" y="623"/>
                  </a:lnTo>
                  <a:lnTo>
                    <a:pt x="783" y="1285"/>
                  </a:lnTo>
                  <a:lnTo>
                    <a:pt x="884" y="1085"/>
                  </a:lnTo>
                  <a:lnTo>
                    <a:pt x="944" y="984"/>
                  </a:lnTo>
                  <a:lnTo>
                    <a:pt x="1004" y="884"/>
                  </a:lnTo>
                  <a:lnTo>
                    <a:pt x="1125" y="824"/>
                  </a:lnTo>
                  <a:lnTo>
                    <a:pt x="1245" y="763"/>
                  </a:lnTo>
                  <a:lnTo>
                    <a:pt x="1486" y="643"/>
                  </a:lnTo>
                  <a:lnTo>
                    <a:pt x="74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43" name="Google Shape;743;p9"/>
            <p:cNvSpPr/>
            <p:nvPr/>
          </p:nvSpPr>
          <p:spPr>
            <a:xfrm>
              <a:off x="4134972" y="4604748"/>
              <a:ext cx="55686" cy="46532"/>
            </a:xfrm>
            <a:custGeom>
              <a:rect b="b" l="l" r="r" t="t"/>
              <a:pathLst>
                <a:path extrusionOk="0" h="1225" w="1466">
                  <a:moveTo>
                    <a:pt x="783" y="0"/>
                  </a:moveTo>
                  <a:lnTo>
                    <a:pt x="0" y="663"/>
                  </a:lnTo>
                  <a:lnTo>
                    <a:pt x="221" y="743"/>
                  </a:lnTo>
                  <a:lnTo>
                    <a:pt x="341" y="783"/>
                  </a:lnTo>
                  <a:lnTo>
                    <a:pt x="422" y="843"/>
                  </a:lnTo>
                  <a:lnTo>
                    <a:pt x="522" y="924"/>
                  </a:lnTo>
                  <a:lnTo>
                    <a:pt x="582" y="1004"/>
                  </a:lnTo>
                  <a:lnTo>
                    <a:pt x="643" y="1084"/>
                  </a:lnTo>
                  <a:lnTo>
                    <a:pt x="703" y="1205"/>
                  </a:lnTo>
                  <a:lnTo>
                    <a:pt x="723" y="1225"/>
                  </a:lnTo>
                  <a:lnTo>
                    <a:pt x="783" y="1225"/>
                  </a:lnTo>
                  <a:lnTo>
                    <a:pt x="1466" y="602"/>
                  </a:lnTo>
                  <a:lnTo>
                    <a:pt x="78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44" name="Google Shape;744;p9"/>
            <p:cNvSpPr/>
            <p:nvPr/>
          </p:nvSpPr>
          <p:spPr>
            <a:xfrm>
              <a:off x="5121899" y="4918200"/>
              <a:ext cx="54205" cy="44291"/>
            </a:xfrm>
            <a:custGeom>
              <a:rect b="b" l="l" r="r" t="t"/>
              <a:pathLst>
                <a:path extrusionOk="0" h="1166" w="1427">
                  <a:moveTo>
                    <a:pt x="724" y="1"/>
                  </a:moveTo>
                  <a:lnTo>
                    <a:pt x="1" y="603"/>
                  </a:lnTo>
                  <a:lnTo>
                    <a:pt x="242" y="683"/>
                  </a:lnTo>
                  <a:lnTo>
                    <a:pt x="342" y="724"/>
                  </a:lnTo>
                  <a:lnTo>
                    <a:pt x="423" y="784"/>
                  </a:lnTo>
                  <a:lnTo>
                    <a:pt x="503" y="864"/>
                  </a:lnTo>
                  <a:lnTo>
                    <a:pt x="563" y="965"/>
                  </a:lnTo>
                  <a:lnTo>
                    <a:pt x="684" y="1165"/>
                  </a:lnTo>
                  <a:lnTo>
                    <a:pt x="1427" y="543"/>
                  </a:lnTo>
                  <a:lnTo>
                    <a:pt x="724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45" name="Google Shape;745;p9"/>
            <p:cNvSpPr/>
            <p:nvPr/>
          </p:nvSpPr>
          <p:spPr>
            <a:xfrm>
              <a:off x="5124216" y="4762614"/>
              <a:ext cx="45772" cy="42733"/>
            </a:xfrm>
            <a:custGeom>
              <a:rect b="b" l="l" r="r" t="t"/>
              <a:pathLst>
                <a:path extrusionOk="0" h="1125" w="1205">
                  <a:moveTo>
                    <a:pt x="663" y="1"/>
                  </a:moveTo>
                  <a:lnTo>
                    <a:pt x="0" y="543"/>
                  </a:lnTo>
                  <a:lnTo>
                    <a:pt x="703" y="1125"/>
                  </a:lnTo>
                  <a:lnTo>
                    <a:pt x="1205" y="663"/>
                  </a:lnTo>
                  <a:lnTo>
                    <a:pt x="663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46" name="Google Shape;746;p9"/>
            <p:cNvSpPr/>
            <p:nvPr/>
          </p:nvSpPr>
          <p:spPr>
            <a:xfrm>
              <a:off x="3974790" y="4758055"/>
              <a:ext cx="53407" cy="49608"/>
            </a:xfrm>
            <a:custGeom>
              <a:rect b="b" l="l" r="r" t="t"/>
              <a:pathLst>
                <a:path extrusionOk="0" h="1306" w="1406">
                  <a:moveTo>
                    <a:pt x="663" y="0"/>
                  </a:moveTo>
                  <a:lnTo>
                    <a:pt x="563" y="161"/>
                  </a:lnTo>
                  <a:lnTo>
                    <a:pt x="502" y="261"/>
                  </a:lnTo>
                  <a:lnTo>
                    <a:pt x="422" y="341"/>
                  </a:lnTo>
                  <a:lnTo>
                    <a:pt x="322" y="422"/>
                  </a:lnTo>
                  <a:lnTo>
                    <a:pt x="221" y="502"/>
                  </a:lnTo>
                  <a:lnTo>
                    <a:pt x="0" y="663"/>
                  </a:lnTo>
                  <a:lnTo>
                    <a:pt x="683" y="1305"/>
                  </a:lnTo>
                  <a:lnTo>
                    <a:pt x="1406" y="663"/>
                  </a:lnTo>
                  <a:lnTo>
                    <a:pt x="66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47" name="Google Shape;747;p9"/>
            <p:cNvSpPr/>
            <p:nvPr/>
          </p:nvSpPr>
          <p:spPr>
            <a:xfrm>
              <a:off x="3975549" y="4603191"/>
              <a:ext cx="54964" cy="48089"/>
            </a:xfrm>
            <a:custGeom>
              <a:rect b="b" l="l" r="r" t="t"/>
              <a:pathLst>
                <a:path extrusionOk="0" h="1266" w="1447">
                  <a:moveTo>
                    <a:pt x="683" y="1"/>
                  </a:moveTo>
                  <a:lnTo>
                    <a:pt x="0" y="664"/>
                  </a:lnTo>
                  <a:lnTo>
                    <a:pt x="663" y="1266"/>
                  </a:lnTo>
                  <a:lnTo>
                    <a:pt x="1446" y="603"/>
                  </a:lnTo>
                  <a:lnTo>
                    <a:pt x="1165" y="503"/>
                  </a:lnTo>
                  <a:lnTo>
                    <a:pt x="1065" y="443"/>
                  </a:lnTo>
                  <a:lnTo>
                    <a:pt x="964" y="382"/>
                  </a:lnTo>
                  <a:lnTo>
                    <a:pt x="884" y="282"/>
                  </a:lnTo>
                  <a:lnTo>
                    <a:pt x="804" y="182"/>
                  </a:lnTo>
                  <a:lnTo>
                    <a:pt x="683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48" name="Google Shape;748;p9"/>
            <p:cNvSpPr/>
            <p:nvPr/>
          </p:nvSpPr>
          <p:spPr>
            <a:xfrm>
              <a:off x="5124975" y="4607027"/>
              <a:ext cx="44253" cy="41214"/>
            </a:xfrm>
            <a:custGeom>
              <a:rect b="b" l="l" r="r" t="t"/>
              <a:pathLst>
                <a:path extrusionOk="0" h="1085" w="1165">
                  <a:moveTo>
                    <a:pt x="643" y="0"/>
                  </a:moveTo>
                  <a:lnTo>
                    <a:pt x="0" y="563"/>
                  </a:lnTo>
                  <a:lnTo>
                    <a:pt x="443" y="911"/>
                  </a:lnTo>
                  <a:lnTo>
                    <a:pt x="443" y="911"/>
                  </a:lnTo>
                  <a:lnTo>
                    <a:pt x="1165" y="462"/>
                  </a:lnTo>
                  <a:lnTo>
                    <a:pt x="643" y="0"/>
                  </a:lnTo>
                  <a:close/>
                  <a:moveTo>
                    <a:pt x="443" y="911"/>
                  </a:moveTo>
                  <a:lnTo>
                    <a:pt x="422" y="924"/>
                  </a:lnTo>
                  <a:lnTo>
                    <a:pt x="663" y="1085"/>
                  </a:lnTo>
                  <a:lnTo>
                    <a:pt x="443" y="91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749" name="Google Shape;749;p9"/>
          <p:cNvSpPr/>
          <p:nvPr/>
        </p:nvSpPr>
        <p:spPr>
          <a:xfrm flipH="1">
            <a:off x="8638349" y="3086292"/>
            <a:ext cx="100466" cy="101640"/>
          </a:xfrm>
          <a:custGeom>
            <a:rect b="b" l="l" r="r" t="t"/>
            <a:pathLst>
              <a:path extrusionOk="0" h="1818" w="1797">
                <a:moveTo>
                  <a:pt x="908" y="1"/>
                </a:moveTo>
                <a:lnTo>
                  <a:pt x="727" y="21"/>
                </a:lnTo>
                <a:lnTo>
                  <a:pt x="545" y="82"/>
                </a:lnTo>
                <a:lnTo>
                  <a:pt x="404" y="162"/>
                </a:lnTo>
                <a:lnTo>
                  <a:pt x="262" y="263"/>
                </a:lnTo>
                <a:lnTo>
                  <a:pt x="162" y="405"/>
                </a:lnTo>
                <a:lnTo>
                  <a:pt x="61" y="566"/>
                </a:lnTo>
                <a:lnTo>
                  <a:pt x="20" y="727"/>
                </a:lnTo>
                <a:lnTo>
                  <a:pt x="0" y="909"/>
                </a:lnTo>
                <a:lnTo>
                  <a:pt x="20" y="1091"/>
                </a:lnTo>
                <a:lnTo>
                  <a:pt x="61" y="1252"/>
                </a:lnTo>
                <a:lnTo>
                  <a:pt x="162" y="1414"/>
                </a:lnTo>
                <a:lnTo>
                  <a:pt x="262" y="1535"/>
                </a:lnTo>
                <a:lnTo>
                  <a:pt x="404" y="1656"/>
                </a:lnTo>
                <a:lnTo>
                  <a:pt x="545" y="1736"/>
                </a:lnTo>
                <a:lnTo>
                  <a:pt x="727" y="1797"/>
                </a:lnTo>
                <a:lnTo>
                  <a:pt x="908" y="1817"/>
                </a:lnTo>
                <a:lnTo>
                  <a:pt x="1090" y="1797"/>
                </a:lnTo>
                <a:lnTo>
                  <a:pt x="1251" y="1736"/>
                </a:lnTo>
                <a:lnTo>
                  <a:pt x="1413" y="1656"/>
                </a:lnTo>
                <a:lnTo>
                  <a:pt x="1534" y="1535"/>
                </a:lnTo>
                <a:lnTo>
                  <a:pt x="1655" y="1414"/>
                </a:lnTo>
                <a:lnTo>
                  <a:pt x="1736" y="1252"/>
                </a:lnTo>
                <a:lnTo>
                  <a:pt x="1776" y="1091"/>
                </a:lnTo>
                <a:lnTo>
                  <a:pt x="1796" y="909"/>
                </a:lnTo>
                <a:lnTo>
                  <a:pt x="1776" y="727"/>
                </a:lnTo>
                <a:lnTo>
                  <a:pt x="1736" y="566"/>
                </a:lnTo>
                <a:lnTo>
                  <a:pt x="1655" y="405"/>
                </a:lnTo>
                <a:lnTo>
                  <a:pt x="1534" y="263"/>
                </a:lnTo>
                <a:lnTo>
                  <a:pt x="1413" y="162"/>
                </a:lnTo>
                <a:lnTo>
                  <a:pt x="1251" y="82"/>
                </a:lnTo>
                <a:lnTo>
                  <a:pt x="1090" y="21"/>
                </a:lnTo>
                <a:lnTo>
                  <a:pt x="908" y="1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50" name="Google Shape;750;p9"/>
          <p:cNvSpPr/>
          <p:nvPr/>
        </p:nvSpPr>
        <p:spPr>
          <a:xfrm flipH="1">
            <a:off x="8790749" y="3619692"/>
            <a:ext cx="100466" cy="101640"/>
          </a:xfrm>
          <a:custGeom>
            <a:rect b="b" l="l" r="r" t="t"/>
            <a:pathLst>
              <a:path extrusionOk="0" h="1818" w="1797">
                <a:moveTo>
                  <a:pt x="908" y="1"/>
                </a:moveTo>
                <a:lnTo>
                  <a:pt x="727" y="21"/>
                </a:lnTo>
                <a:lnTo>
                  <a:pt x="545" y="82"/>
                </a:lnTo>
                <a:lnTo>
                  <a:pt x="404" y="162"/>
                </a:lnTo>
                <a:lnTo>
                  <a:pt x="262" y="263"/>
                </a:lnTo>
                <a:lnTo>
                  <a:pt x="162" y="405"/>
                </a:lnTo>
                <a:lnTo>
                  <a:pt x="61" y="566"/>
                </a:lnTo>
                <a:lnTo>
                  <a:pt x="20" y="727"/>
                </a:lnTo>
                <a:lnTo>
                  <a:pt x="0" y="909"/>
                </a:lnTo>
                <a:lnTo>
                  <a:pt x="20" y="1091"/>
                </a:lnTo>
                <a:lnTo>
                  <a:pt x="61" y="1252"/>
                </a:lnTo>
                <a:lnTo>
                  <a:pt x="162" y="1414"/>
                </a:lnTo>
                <a:lnTo>
                  <a:pt x="262" y="1535"/>
                </a:lnTo>
                <a:lnTo>
                  <a:pt x="404" y="1656"/>
                </a:lnTo>
                <a:lnTo>
                  <a:pt x="545" y="1736"/>
                </a:lnTo>
                <a:lnTo>
                  <a:pt x="727" y="1797"/>
                </a:lnTo>
                <a:lnTo>
                  <a:pt x="908" y="1817"/>
                </a:lnTo>
                <a:lnTo>
                  <a:pt x="1090" y="1797"/>
                </a:lnTo>
                <a:lnTo>
                  <a:pt x="1251" y="1736"/>
                </a:lnTo>
                <a:lnTo>
                  <a:pt x="1413" y="1656"/>
                </a:lnTo>
                <a:lnTo>
                  <a:pt x="1534" y="1535"/>
                </a:lnTo>
                <a:lnTo>
                  <a:pt x="1655" y="1414"/>
                </a:lnTo>
                <a:lnTo>
                  <a:pt x="1736" y="1252"/>
                </a:lnTo>
                <a:lnTo>
                  <a:pt x="1776" y="1091"/>
                </a:lnTo>
                <a:lnTo>
                  <a:pt x="1796" y="909"/>
                </a:lnTo>
                <a:lnTo>
                  <a:pt x="1776" y="727"/>
                </a:lnTo>
                <a:lnTo>
                  <a:pt x="1736" y="566"/>
                </a:lnTo>
                <a:lnTo>
                  <a:pt x="1655" y="405"/>
                </a:lnTo>
                <a:lnTo>
                  <a:pt x="1534" y="263"/>
                </a:lnTo>
                <a:lnTo>
                  <a:pt x="1413" y="162"/>
                </a:lnTo>
                <a:lnTo>
                  <a:pt x="1251" y="82"/>
                </a:lnTo>
                <a:lnTo>
                  <a:pt x="1090" y="21"/>
                </a:lnTo>
                <a:lnTo>
                  <a:pt x="908" y="1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51" name="Google Shape;751;p9"/>
          <p:cNvSpPr/>
          <p:nvPr/>
        </p:nvSpPr>
        <p:spPr>
          <a:xfrm flipH="1">
            <a:off x="8638349" y="4507702"/>
            <a:ext cx="100466" cy="101640"/>
          </a:xfrm>
          <a:custGeom>
            <a:rect b="b" l="l" r="r" t="t"/>
            <a:pathLst>
              <a:path extrusionOk="0" h="1818" w="1797">
                <a:moveTo>
                  <a:pt x="908" y="1"/>
                </a:moveTo>
                <a:lnTo>
                  <a:pt x="727" y="21"/>
                </a:lnTo>
                <a:lnTo>
                  <a:pt x="545" y="82"/>
                </a:lnTo>
                <a:lnTo>
                  <a:pt x="404" y="162"/>
                </a:lnTo>
                <a:lnTo>
                  <a:pt x="262" y="263"/>
                </a:lnTo>
                <a:lnTo>
                  <a:pt x="162" y="405"/>
                </a:lnTo>
                <a:lnTo>
                  <a:pt x="61" y="566"/>
                </a:lnTo>
                <a:lnTo>
                  <a:pt x="20" y="727"/>
                </a:lnTo>
                <a:lnTo>
                  <a:pt x="0" y="909"/>
                </a:lnTo>
                <a:lnTo>
                  <a:pt x="20" y="1091"/>
                </a:lnTo>
                <a:lnTo>
                  <a:pt x="61" y="1252"/>
                </a:lnTo>
                <a:lnTo>
                  <a:pt x="162" y="1414"/>
                </a:lnTo>
                <a:lnTo>
                  <a:pt x="262" y="1535"/>
                </a:lnTo>
                <a:lnTo>
                  <a:pt x="404" y="1656"/>
                </a:lnTo>
                <a:lnTo>
                  <a:pt x="545" y="1736"/>
                </a:lnTo>
                <a:lnTo>
                  <a:pt x="727" y="1797"/>
                </a:lnTo>
                <a:lnTo>
                  <a:pt x="908" y="1817"/>
                </a:lnTo>
                <a:lnTo>
                  <a:pt x="1090" y="1797"/>
                </a:lnTo>
                <a:lnTo>
                  <a:pt x="1251" y="1736"/>
                </a:lnTo>
                <a:lnTo>
                  <a:pt x="1413" y="1656"/>
                </a:lnTo>
                <a:lnTo>
                  <a:pt x="1534" y="1535"/>
                </a:lnTo>
                <a:lnTo>
                  <a:pt x="1655" y="1414"/>
                </a:lnTo>
                <a:lnTo>
                  <a:pt x="1736" y="1252"/>
                </a:lnTo>
                <a:lnTo>
                  <a:pt x="1776" y="1091"/>
                </a:lnTo>
                <a:lnTo>
                  <a:pt x="1796" y="909"/>
                </a:lnTo>
                <a:lnTo>
                  <a:pt x="1776" y="727"/>
                </a:lnTo>
                <a:lnTo>
                  <a:pt x="1736" y="566"/>
                </a:lnTo>
                <a:lnTo>
                  <a:pt x="1655" y="405"/>
                </a:lnTo>
                <a:lnTo>
                  <a:pt x="1534" y="263"/>
                </a:lnTo>
                <a:lnTo>
                  <a:pt x="1413" y="162"/>
                </a:lnTo>
                <a:lnTo>
                  <a:pt x="1251" y="82"/>
                </a:lnTo>
                <a:lnTo>
                  <a:pt x="1090" y="21"/>
                </a:lnTo>
                <a:lnTo>
                  <a:pt x="908" y="1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52" name="Google Shape;752;p9"/>
          <p:cNvSpPr/>
          <p:nvPr/>
        </p:nvSpPr>
        <p:spPr>
          <a:xfrm flipH="1">
            <a:off x="865949" y="1320497"/>
            <a:ext cx="100466" cy="101640"/>
          </a:xfrm>
          <a:custGeom>
            <a:rect b="b" l="l" r="r" t="t"/>
            <a:pathLst>
              <a:path extrusionOk="0" h="1818" w="1797">
                <a:moveTo>
                  <a:pt x="908" y="1"/>
                </a:moveTo>
                <a:lnTo>
                  <a:pt x="727" y="21"/>
                </a:lnTo>
                <a:lnTo>
                  <a:pt x="545" y="82"/>
                </a:lnTo>
                <a:lnTo>
                  <a:pt x="404" y="162"/>
                </a:lnTo>
                <a:lnTo>
                  <a:pt x="262" y="263"/>
                </a:lnTo>
                <a:lnTo>
                  <a:pt x="162" y="405"/>
                </a:lnTo>
                <a:lnTo>
                  <a:pt x="61" y="566"/>
                </a:lnTo>
                <a:lnTo>
                  <a:pt x="20" y="727"/>
                </a:lnTo>
                <a:lnTo>
                  <a:pt x="0" y="909"/>
                </a:lnTo>
                <a:lnTo>
                  <a:pt x="20" y="1091"/>
                </a:lnTo>
                <a:lnTo>
                  <a:pt x="61" y="1252"/>
                </a:lnTo>
                <a:lnTo>
                  <a:pt x="162" y="1414"/>
                </a:lnTo>
                <a:lnTo>
                  <a:pt x="262" y="1535"/>
                </a:lnTo>
                <a:lnTo>
                  <a:pt x="404" y="1656"/>
                </a:lnTo>
                <a:lnTo>
                  <a:pt x="545" y="1736"/>
                </a:lnTo>
                <a:lnTo>
                  <a:pt x="727" y="1797"/>
                </a:lnTo>
                <a:lnTo>
                  <a:pt x="908" y="1817"/>
                </a:lnTo>
                <a:lnTo>
                  <a:pt x="1090" y="1797"/>
                </a:lnTo>
                <a:lnTo>
                  <a:pt x="1251" y="1736"/>
                </a:lnTo>
                <a:lnTo>
                  <a:pt x="1413" y="1656"/>
                </a:lnTo>
                <a:lnTo>
                  <a:pt x="1534" y="1535"/>
                </a:lnTo>
                <a:lnTo>
                  <a:pt x="1655" y="1414"/>
                </a:lnTo>
                <a:lnTo>
                  <a:pt x="1736" y="1252"/>
                </a:lnTo>
                <a:lnTo>
                  <a:pt x="1776" y="1091"/>
                </a:lnTo>
                <a:lnTo>
                  <a:pt x="1796" y="909"/>
                </a:lnTo>
                <a:lnTo>
                  <a:pt x="1776" y="727"/>
                </a:lnTo>
                <a:lnTo>
                  <a:pt x="1736" y="566"/>
                </a:lnTo>
                <a:lnTo>
                  <a:pt x="1655" y="405"/>
                </a:lnTo>
                <a:lnTo>
                  <a:pt x="1534" y="263"/>
                </a:lnTo>
                <a:lnTo>
                  <a:pt x="1413" y="162"/>
                </a:lnTo>
                <a:lnTo>
                  <a:pt x="1251" y="82"/>
                </a:lnTo>
                <a:lnTo>
                  <a:pt x="1090" y="21"/>
                </a:lnTo>
                <a:lnTo>
                  <a:pt x="908" y="1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53" name="Google Shape;753;p9"/>
          <p:cNvSpPr/>
          <p:nvPr/>
        </p:nvSpPr>
        <p:spPr>
          <a:xfrm flipH="1">
            <a:off x="256349" y="1257492"/>
            <a:ext cx="100466" cy="101640"/>
          </a:xfrm>
          <a:custGeom>
            <a:rect b="b" l="l" r="r" t="t"/>
            <a:pathLst>
              <a:path extrusionOk="0" h="1818" w="1797">
                <a:moveTo>
                  <a:pt x="908" y="1"/>
                </a:moveTo>
                <a:lnTo>
                  <a:pt x="727" y="21"/>
                </a:lnTo>
                <a:lnTo>
                  <a:pt x="545" y="82"/>
                </a:lnTo>
                <a:lnTo>
                  <a:pt x="404" y="162"/>
                </a:lnTo>
                <a:lnTo>
                  <a:pt x="262" y="263"/>
                </a:lnTo>
                <a:lnTo>
                  <a:pt x="162" y="405"/>
                </a:lnTo>
                <a:lnTo>
                  <a:pt x="61" y="566"/>
                </a:lnTo>
                <a:lnTo>
                  <a:pt x="20" y="727"/>
                </a:lnTo>
                <a:lnTo>
                  <a:pt x="0" y="909"/>
                </a:lnTo>
                <a:lnTo>
                  <a:pt x="20" y="1091"/>
                </a:lnTo>
                <a:lnTo>
                  <a:pt x="61" y="1252"/>
                </a:lnTo>
                <a:lnTo>
                  <a:pt x="162" y="1414"/>
                </a:lnTo>
                <a:lnTo>
                  <a:pt x="262" y="1535"/>
                </a:lnTo>
                <a:lnTo>
                  <a:pt x="404" y="1656"/>
                </a:lnTo>
                <a:lnTo>
                  <a:pt x="545" y="1736"/>
                </a:lnTo>
                <a:lnTo>
                  <a:pt x="727" y="1797"/>
                </a:lnTo>
                <a:lnTo>
                  <a:pt x="908" y="1817"/>
                </a:lnTo>
                <a:lnTo>
                  <a:pt x="1090" y="1797"/>
                </a:lnTo>
                <a:lnTo>
                  <a:pt x="1251" y="1736"/>
                </a:lnTo>
                <a:lnTo>
                  <a:pt x="1413" y="1656"/>
                </a:lnTo>
                <a:lnTo>
                  <a:pt x="1534" y="1535"/>
                </a:lnTo>
                <a:lnTo>
                  <a:pt x="1655" y="1414"/>
                </a:lnTo>
                <a:lnTo>
                  <a:pt x="1736" y="1252"/>
                </a:lnTo>
                <a:lnTo>
                  <a:pt x="1776" y="1091"/>
                </a:lnTo>
                <a:lnTo>
                  <a:pt x="1796" y="909"/>
                </a:lnTo>
                <a:lnTo>
                  <a:pt x="1776" y="727"/>
                </a:lnTo>
                <a:lnTo>
                  <a:pt x="1736" y="566"/>
                </a:lnTo>
                <a:lnTo>
                  <a:pt x="1655" y="405"/>
                </a:lnTo>
                <a:lnTo>
                  <a:pt x="1534" y="263"/>
                </a:lnTo>
                <a:lnTo>
                  <a:pt x="1413" y="162"/>
                </a:lnTo>
                <a:lnTo>
                  <a:pt x="1251" y="82"/>
                </a:lnTo>
                <a:lnTo>
                  <a:pt x="1090" y="21"/>
                </a:lnTo>
                <a:lnTo>
                  <a:pt x="908" y="1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754" name="Shape 7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5" name="Google Shape;755;p10"/>
          <p:cNvSpPr/>
          <p:nvPr/>
        </p:nvSpPr>
        <p:spPr>
          <a:xfrm>
            <a:off x="0" y="1450"/>
            <a:ext cx="4572000" cy="19356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56" name="Google Shape;756;p10"/>
          <p:cNvSpPr/>
          <p:nvPr/>
        </p:nvSpPr>
        <p:spPr>
          <a:xfrm>
            <a:off x="8561250" y="192922"/>
            <a:ext cx="457237" cy="429412"/>
          </a:xfrm>
          <a:custGeom>
            <a:rect b="b" l="l" r="r" t="t"/>
            <a:pathLst>
              <a:path extrusionOk="0" h="92099" w="98067">
                <a:moveTo>
                  <a:pt x="49019" y="0"/>
                </a:moveTo>
                <a:lnTo>
                  <a:pt x="48824" y="1171"/>
                </a:lnTo>
                <a:lnTo>
                  <a:pt x="48629" y="2064"/>
                </a:lnTo>
                <a:lnTo>
                  <a:pt x="48378" y="3151"/>
                </a:lnTo>
                <a:lnTo>
                  <a:pt x="48071" y="4434"/>
                </a:lnTo>
                <a:lnTo>
                  <a:pt x="47709" y="5884"/>
                </a:lnTo>
                <a:lnTo>
                  <a:pt x="47263" y="7501"/>
                </a:lnTo>
                <a:lnTo>
                  <a:pt x="46733" y="9230"/>
                </a:lnTo>
                <a:lnTo>
                  <a:pt x="46119" y="11070"/>
                </a:lnTo>
                <a:lnTo>
                  <a:pt x="45422" y="13050"/>
                </a:lnTo>
                <a:lnTo>
                  <a:pt x="44641" y="15085"/>
                </a:lnTo>
                <a:lnTo>
                  <a:pt x="43777" y="17177"/>
                </a:lnTo>
                <a:lnTo>
                  <a:pt x="43303" y="18264"/>
                </a:lnTo>
                <a:lnTo>
                  <a:pt x="42801" y="19351"/>
                </a:lnTo>
                <a:lnTo>
                  <a:pt x="42271" y="20439"/>
                </a:lnTo>
                <a:lnTo>
                  <a:pt x="41742" y="21554"/>
                </a:lnTo>
                <a:lnTo>
                  <a:pt x="41156" y="22670"/>
                </a:lnTo>
                <a:lnTo>
                  <a:pt x="40543" y="23785"/>
                </a:lnTo>
                <a:lnTo>
                  <a:pt x="39929" y="24900"/>
                </a:lnTo>
                <a:lnTo>
                  <a:pt x="39260" y="25988"/>
                </a:lnTo>
                <a:lnTo>
                  <a:pt x="38563" y="27103"/>
                </a:lnTo>
                <a:lnTo>
                  <a:pt x="37838" y="28218"/>
                </a:lnTo>
                <a:lnTo>
                  <a:pt x="37113" y="29306"/>
                </a:lnTo>
                <a:lnTo>
                  <a:pt x="36332" y="30421"/>
                </a:lnTo>
                <a:lnTo>
                  <a:pt x="35524" y="31481"/>
                </a:lnTo>
                <a:lnTo>
                  <a:pt x="34687" y="32568"/>
                </a:lnTo>
                <a:lnTo>
                  <a:pt x="33795" y="33600"/>
                </a:lnTo>
                <a:lnTo>
                  <a:pt x="32903" y="34659"/>
                </a:lnTo>
                <a:lnTo>
                  <a:pt x="31954" y="35663"/>
                </a:lnTo>
                <a:lnTo>
                  <a:pt x="30979" y="36667"/>
                </a:lnTo>
                <a:lnTo>
                  <a:pt x="29975" y="37643"/>
                </a:lnTo>
                <a:lnTo>
                  <a:pt x="28943" y="38591"/>
                </a:lnTo>
                <a:lnTo>
                  <a:pt x="27856" y="39511"/>
                </a:lnTo>
                <a:lnTo>
                  <a:pt x="26740" y="40403"/>
                </a:lnTo>
                <a:lnTo>
                  <a:pt x="25597" y="41268"/>
                </a:lnTo>
                <a:lnTo>
                  <a:pt x="24426" y="42104"/>
                </a:lnTo>
                <a:lnTo>
                  <a:pt x="23199" y="42885"/>
                </a:lnTo>
                <a:lnTo>
                  <a:pt x="21944" y="43638"/>
                </a:lnTo>
                <a:lnTo>
                  <a:pt x="20634" y="44363"/>
                </a:lnTo>
                <a:lnTo>
                  <a:pt x="19295" y="45060"/>
                </a:lnTo>
                <a:lnTo>
                  <a:pt x="17929" y="45673"/>
                </a:lnTo>
                <a:lnTo>
                  <a:pt x="16507" y="46287"/>
                </a:lnTo>
                <a:lnTo>
                  <a:pt x="15057" y="46816"/>
                </a:lnTo>
                <a:lnTo>
                  <a:pt x="13551" y="47318"/>
                </a:lnTo>
                <a:lnTo>
                  <a:pt x="12018" y="47765"/>
                </a:lnTo>
                <a:lnTo>
                  <a:pt x="10428" y="48155"/>
                </a:lnTo>
                <a:lnTo>
                  <a:pt x="8811" y="48489"/>
                </a:lnTo>
                <a:lnTo>
                  <a:pt x="7138" y="48768"/>
                </a:lnTo>
                <a:lnTo>
                  <a:pt x="5409" y="48991"/>
                </a:lnTo>
                <a:lnTo>
                  <a:pt x="3653" y="49159"/>
                </a:lnTo>
                <a:lnTo>
                  <a:pt x="1868" y="49242"/>
                </a:lnTo>
                <a:lnTo>
                  <a:pt x="948" y="49270"/>
                </a:lnTo>
                <a:lnTo>
                  <a:pt x="0" y="49298"/>
                </a:lnTo>
                <a:lnTo>
                  <a:pt x="474" y="49438"/>
                </a:lnTo>
                <a:lnTo>
                  <a:pt x="1840" y="49856"/>
                </a:lnTo>
                <a:lnTo>
                  <a:pt x="3959" y="50581"/>
                </a:lnTo>
                <a:lnTo>
                  <a:pt x="5270" y="51055"/>
                </a:lnTo>
                <a:lnTo>
                  <a:pt x="6720" y="51585"/>
                </a:lnTo>
                <a:lnTo>
                  <a:pt x="8309" y="52226"/>
                </a:lnTo>
                <a:lnTo>
                  <a:pt x="10010" y="52951"/>
                </a:lnTo>
                <a:lnTo>
                  <a:pt x="11823" y="53732"/>
                </a:lnTo>
                <a:lnTo>
                  <a:pt x="13719" y="54624"/>
                </a:lnTo>
                <a:lnTo>
                  <a:pt x="15698" y="55600"/>
                </a:lnTo>
                <a:lnTo>
                  <a:pt x="17762" y="56631"/>
                </a:lnTo>
                <a:lnTo>
                  <a:pt x="19853" y="57775"/>
                </a:lnTo>
                <a:lnTo>
                  <a:pt x="21972" y="59001"/>
                </a:lnTo>
                <a:lnTo>
                  <a:pt x="23032" y="59671"/>
                </a:lnTo>
                <a:lnTo>
                  <a:pt x="24119" y="60340"/>
                </a:lnTo>
                <a:lnTo>
                  <a:pt x="25179" y="61037"/>
                </a:lnTo>
                <a:lnTo>
                  <a:pt x="26266" y="61762"/>
                </a:lnTo>
                <a:lnTo>
                  <a:pt x="27354" y="62487"/>
                </a:lnTo>
                <a:lnTo>
                  <a:pt x="28413" y="63268"/>
                </a:lnTo>
                <a:lnTo>
                  <a:pt x="29473" y="64048"/>
                </a:lnTo>
                <a:lnTo>
                  <a:pt x="30532" y="64857"/>
                </a:lnTo>
                <a:lnTo>
                  <a:pt x="31592" y="65693"/>
                </a:lnTo>
                <a:lnTo>
                  <a:pt x="32624" y="66558"/>
                </a:lnTo>
                <a:lnTo>
                  <a:pt x="33627" y="67450"/>
                </a:lnTo>
                <a:lnTo>
                  <a:pt x="34659" y="68370"/>
                </a:lnTo>
                <a:lnTo>
                  <a:pt x="35635" y="69290"/>
                </a:lnTo>
                <a:lnTo>
                  <a:pt x="36611" y="70266"/>
                </a:lnTo>
                <a:lnTo>
                  <a:pt x="37559" y="71242"/>
                </a:lnTo>
                <a:lnTo>
                  <a:pt x="38507" y="72274"/>
                </a:lnTo>
                <a:lnTo>
                  <a:pt x="39399" y="73306"/>
                </a:lnTo>
                <a:lnTo>
                  <a:pt x="40292" y="74365"/>
                </a:lnTo>
                <a:lnTo>
                  <a:pt x="41156" y="75453"/>
                </a:lnTo>
                <a:lnTo>
                  <a:pt x="41993" y="76568"/>
                </a:lnTo>
                <a:lnTo>
                  <a:pt x="42773" y="77711"/>
                </a:lnTo>
                <a:lnTo>
                  <a:pt x="43554" y="78882"/>
                </a:lnTo>
                <a:lnTo>
                  <a:pt x="44279" y="80081"/>
                </a:lnTo>
                <a:lnTo>
                  <a:pt x="44976" y="81308"/>
                </a:lnTo>
                <a:lnTo>
                  <a:pt x="45617" y="82563"/>
                </a:lnTo>
                <a:lnTo>
                  <a:pt x="46259" y="83846"/>
                </a:lnTo>
                <a:lnTo>
                  <a:pt x="46816" y="85156"/>
                </a:lnTo>
                <a:lnTo>
                  <a:pt x="47374" y="86494"/>
                </a:lnTo>
                <a:lnTo>
                  <a:pt x="47848" y="87833"/>
                </a:lnTo>
                <a:lnTo>
                  <a:pt x="48294" y="89227"/>
                </a:lnTo>
                <a:lnTo>
                  <a:pt x="48685" y="90649"/>
                </a:lnTo>
                <a:lnTo>
                  <a:pt x="49019" y="92099"/>
                </a:lnTo>
                <a:lnTo>
                  <a:pt x="49382" y="90649"/>
                </a:lnTo>
                <a:lnTo>
                  <a:pt x="49772" y="89227"/>
                </a:lnTo>
                <a:lnTo>
                  <a:pt x="50218" y="87833"/>
                </a:lnTo>
                <a:lnTo>
                  <a:pt x="50692" y="86494"/>
                </a:lnTo>
                <a:lnTo>
                  <a:pt x="51250" y="85156"/>
                </a:lnTo>
                <a:lnTo>
                  <a:pt x="51808" y="83846"/>
                </a:lnTo>
                <a:lnTo>
                  <a:pt x="52421" y="82563"/>
                </a:lnTo>
                <a:lnTo>
                  <a:pt x="53090" y="81308"/>
                </a:lnTo>
                <a:lnTo>
                  <a:pt x="53787" y="80081"/>
                </a:lnTo>
                <a:lnTo>
                  <a:pt x="54512" y="78882"/>
                </a:lnTo>
                <a:lnTo>
                  <a:pt x="55293" y="77711"/>
                </a:lnTo>
                <a:lnTo>
                  <a:pt x="56074" y="76568"/>
                </a:lnTo>
                <a:lnTo>
                  <a:pt x="56910" y="75453"/>
                </a:lnTo>
                <a:lnTo>
                  <a:pt x="57775" y="74365"/>
                </a:lnTo>
                <a:lnTo>
                  <a:pt x="58639" y="73306"/>
                </a:lnTo>
                <a:lnTo>
                  <a:pt x="59559" y="72274"/>
                </a:lnTo>
                <a:lnTo>
                  <a:pt x="60479" y="71242"/>
                </a:lnTo>
                <a:lnTo>
                  <a:pt x="61455" y="70266"/>
                </a:lnTo>
                <a:lnTo>
                  <a:pt x="62431" y="69290"/>
                </a:lnTo>
                <a:lnTo>
                  <a:pt x="63407" y="68370"/>
                </a:lnTo>
                <a:lnTo>
                  <a:pt x="64411" y="67450"/>
                </a:lnTo>
                <a:lnTo>
                  <a:pt x="65443" y="66558"/>
                </a:lnTo>
                <a:lnTo>
                  <a:pt x="66474" y="65693"/>
                </a:lnTo>
                <a:lnTo>
                  <a:pt x="67534" y="64857"/>
                </a:lnTo>
                <a:lnTo>
                  <a:pt x="68593" y="64048"/>
                </a:lnTo>
                <a:lnTo>
                  <a:pt x="69653" y="63268"/>
                </a:lnTo>
                <a:lnTo>
                  <a:pt x="70713" y="62487"/>
                </a:lnTo>
                <a:lnTo>
                  <a:pt x="71800" y="61762"/>
                </a:lnTo>
                <a:lnTo>
                  <a:pt x="72860" y="61037"/>
                </a:lnTo>
                <a:lnTo>
                  <a:pt x="73947" y="60340"/>
                </a:lnTo>
                <a:lnTo>
                  <a:pt x="75034" y="59671"/>
                </a:lnTo>
                <a:lnTo>
                  <a:pt x="76094" y="59001"/>
                </a:lnTo>
                <a:lnTo>
                  <a:pt x="78213" y="57775"/>
                </a:lnTo>
                <a:lnTo>
                  <a:pt x="80304" y="56631"/>
                </a:lnTo>
                <a:lnTo>
                  <a:pt x="82368" y="55600"/>
                </a:lnTo>
                <a:lnTo>
                  <a:pt x="84348" y="54624"/>
                </a:lnTo>
                <a:lnTo>
                  <a:pt x="86244" y="53732"/>
                </a:lnTo>
                <a:lnTo>
                  <a:pt x="88056" y="52951"/>
                </a:lnTo>
                <a:lnTo>
                  <a:pt x="89757" y="52226"/>
                </a:lnTo>
                <a:lnTo>
                  <a:pt x="91346" y="51585"/>
                </a:lnTo>
                <a:lnTo>
                  <a:pt x="92796" y="51055"/>
                </a:lnTo>
                <a:lnTo>
                  <a:pt x="94107" y="50581"/>
                </a:lnTo>
                <a:lnTo>
                  <a:pt x="96226" y="49856"/>
                </a:lnTo>
                <a:lnTo>
                  <a:pt x="97592" y="49438"/>
                </a:lnTo>
                <a:lnTo>
                  <a:pt x="98066" y="49298"/>
                </a:lnTo>
                <a:lnTo>
                  <a:pt x="97118" y="49270"/>
                </a:lnTo>
                <a:lnTo>
                  <a:pt x="96198" y="49242"/>
                </a:lnTo>
                <a:lnTo>
                  <a:pt x="94413" y="49159"/>
                </a:lnTo>
                <a:lnTo>
                  <a:pt x="92657" y="48991"/>
                </a:lnTo>
                <a:lnTo>
                  <a:pt x="90928" y="48768"/>
                </a:lnTo>
                <a:lnTo>
                  <a:pt x="89255" y="48489"/>
                </a:lnTo>
                <a:lnTo>
                  <a:pt x="87638" y="48155"/>
                </a:lnTo>
                <a:lnTo>
                  <a:pt x="86048" y="47765"/>
                </a:lnTo>
                <a:lnTo>
                  <a:pt x="84515" y="47318"/>
                </a:lnTo>
                <a:lnTo>
                  <a:pt x="83009" y="46816"/>
                </a:lnTo>
                <a:lnTo>
                  <a:pt x="81559" y="46287"/>
                </a:lnTo>
                <a:lnTo>
                  <a:pt x="80137" y="45673"/>
                </a:lnTo>
                <a:lnTo>
                  <a:pt x="78771" y="45060"/>
                </a:lnTo>
                <a:lnTo>
                  <a:pt x="77432" y="44363"/>
                </a:lnTo>
                <a:lnTo>
                  <a:pt x="76122" y="43638"/>
                </a:lnTo>
                <a:lnTo>
                  <a:pt x="74867" y="42885"/>
                </a:lnTo>
                <a:lnTo>
                  <a:pt x="73640" y="42104"/>
                </a:lnTo>
                <a:lnTo>
                  <a:pt x="72469" y="41268"/>
                </a:lnTo>
                <a:lnTo>
                  <a:pt x="71298" y="40403"/>
                </a:lnTo>
                <a:lnTo>
                  <a:pt x="70211" y="39511"/>
                </a:lnTo>
                <a:lnTo>
                  <a:pt x="69123" y="38591"/>
                </a:lnTo>
                <a:lnTo>
                  <a:pt x="68091" y="37643"/>
                </a:lnTo>
                <a:lnTo>
                  <a:pt x="67088" y="36667"/>
                </a:lnTo>
                <a:lnTo>
                  <a:pt x="66112" y="35663"/>
                </a:lnTo>
                <a:lnTo>
                  <a:pt x="65164" y="34659"/>
                </a:lnTo>
                <a:lnTo>
                  <a:pt x="64271" y="33600"/>
                </a:lnTo>
                <a:lnTo>
                  <a:pt x="63379" y="32568"/>
                </a:lnTo>
                <a:lnTo>
                  <a:pt x="62543" y="31481"/>
                </a:lnTo>
                <a:lnTo>
                  <a:pt x="61734" y="30421"/>
                </a:lnTo>
                <a:lnTo>
                  <a:pt x="60953" y="29306"/>
                </a:lnTo>
                <a:lnTo>
                  <a:pt x="60200" y="28218"/>
                </a:lnTo>
                <a:lnTo>
                  <a:pt x="59503" y="27103"/>
                </a:lnTo>
                <a:lnTo>
                  <a:pt x="58806" y="25988"/>
                </a:lnTo>
                <a:lnTo>
                  <a:pt x="58137" y="24900"/>
                </a:lnTo>
                <a:lnTo>
                  <a:pt x="57524" y="23785"/>
                </a:lnTo>
                <a:lnTo>
                  <a:pt x="56910" y="22670"/>
                </a:lnTo>
                <a:lnTo>
                  <a:pt x="56325" y="21554"/>
                </a:lnTo>
                <a:lnTo>
                  <a:pt x="55795" y="20439"/>
                </a:lnTo>
                <a:lnTo>
                  <a:pt x="55265" y="19351"/>
                </a:lnTo>
                <a:lnTo>
                  <a:pt x="54763" y="18264"/>
                </a:lnTo>
                <a:lnTo>
                  <a:pt x="54289" y="17177"/>
                </a:lnTo>
                <a:lnTo>
                  <a:pt x="53425" y="15085"/>
                </a:lnTo>
                <a:lnTo>
                  <a:pt x="52644" y="13050"/>
                </a:lnTo>
                <a:lnTo>
                  <a:pt x="51947" y="11070"/>
                </a:lnTo>
                <a:lnTo>
                  <a:pt x="51334" y="9230"/>
                </a:lnTo>
                <a:lnTo>
                  <a:pt x="50804" y="7501"/>
                </a:lnTo>
                <a:lnTo>
                  <a:pt x="50358" y="5884"/>
                </a:lnTo>
                <a:lnTo>
                  <a:pt x="49995" y="4434"/>
                </a:lnTo>
                <a:lnTo>
                  <a:pt x="49688" y="3151"/>
                </a:lnTo>
                <a:lnTo>
                  <a:pt x="49437" y="2064"/>
                </a:lnTo>
                <a:lnTo>
                  <a:pt x="49242" y="1171"/>
                </a:lnTo>
                <a:lnTo>
                  <a:pt x="49019" y="0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57" name="Google Shape;757;p10"/>
          <p:cNvSpPr/>
          <p:nvPr/>
        </p:nvSpPr>
        <p:spPr>
          <a:xfrm>
            <a:off x="8561263" y="724647"/>
            <a:ext cx="457237" cy="429412"/>
          </a:xfrm>
          <a:custGeom>
            <a:rect b="b" l="l" r="r" t="t"/>
            <a:pathLst>
              <a:path extrusionOk="0" h="92099" w="98067">
                <a:moveTo>
                  <a:pt x="49019" y="0"/>
                </a:moveTo>
                <a:lnTo>
                  <a:pt x="48824" y="1171"/>
                </a:lnTo>
                <a:lnTo>
                  <a:pt x="48629" y="2064"/>
                </a:lnTo>
                <a:lnTo>
                  <a:pt x="48378" y="3151"/>
                </a:lnTo>
                <a:lnTo>
                  <a:pt x="48071" y="4434"/>
                </a:lnTo>
                <a:lnTo>
                  <a:pt x="47709" y="5884"/>
                </a:lnTo>
                <a:lnTo>
                  <a:pt x="47263" y="7501"/>
                </a:lnTo>
                <a:lnTo>
                  <a:pt x="46733" y="9230"/>
                </a:lnTo>
                <a:lnTo>
                  <a:pt x="46119" y="11070"/>
                </a:lnTo>
                <a:lnTo>
                  <a:pt x="45422" y="13050"/>
                </a:lnTo>
                <a:lnTo>
                  <a:pt x="44641" y="15085"/>
                </a:lnTo>
                <a:lnTo>
                  <a:pt x="43777" y="17177"/>
                </a:lnTo>
                <a:lnTo>
                  <a:pt x="43303" y="18264"/>
                </a:lnTo>
                <a:lnTo>
                  <a:pt x="42801" y="19351"/>
                </a:lnTo>
                <a:lnTo>
                  <a:pt x="42271" y="20439"/>
                </a:lnTo>
                <a:lnTo>
                  <a:pt x="41742" y="21554"/>
                </a:lnTo>
                <a:lnTo>
                  <a:pt x="41156" y="22670"/>
                </a:lnTo>
                <a:lnTo>
                  <a:pt x="40543" y="23785"/>
                </a:lnTo>
                <a:lnTo>
                  <a:pt x="39929" y="24900"/>
                </a:lnTo>
                <a:lnTo>
                  <a:pt x="39260" y="25988"/>
                </a:lnTo>
                <a:lnTo>
                  <a:pt x="38563" y="27103"/>
                </a:lnTo>
                <a:lnTo>
                  <a:pt x="37838" y="28218"/>
                </a:lnTo>
                <a:lnTo>
                  <a:pt x="37113" y="29306"/>
                </a:lnTo>
                <a:lnTo>
                  <a:pt x="36332" y="30421"/>
                </a:lnTo>
                <a:lnTo>
                  <a:pt x="35524" y="31481"/>
                </a:lnTo>
                <a:lnTo>
                  <a:pt x="34687" y="32568"/>
                </a:lnTo>
                <a:lnTo>
                  <a:pt x="33795" y="33600"/>
                </a:lnTo>
                <a:lnTo>
                  <a:pt x="32903" y="34659"/>
                </a:lnTo>
                <a:lnTo>
                  <a:pt x="31954" y="35663"/>
                </a:lnTo>
                <a:lnTo>
                  <a:pt x="30979" y="36667"/>
                </a:lnTo>
                <a:lnTo>
                  <a:pt x="29975" y="37643"/>
                </a:lnTo>
                <a:lnTo>
                  <a:pt x="28943" y="38591"/>
                </a:lnTo>
                <a:lnTo>
                  <a:pt x="27856" y="39511"/>
                </a:lnTo>
                <a:lnTo>
                  <a:pt x="26740" y="40403"/>
                </a:lnTo>
                <a:lnTo>
                  <a:pt x="25597" y="41268"/>
                </a:lnTo>
                <a:lnTo>
                  <a:pt x="24426" y="42104"/>
                </a:lnTo>
                <a:lnTo>
                  <a:pt x="23199" y="42885"/>
                </a:lnTo>
                <a:lnTo>
                  <a:pt x="21944" y="43638"/>
                </a:lnTo>
                <a:lnTo>
                  <a:pt x="20634" y="44363"/>
                </a:lnTo>
                <a:lnTo>
                  <a:pt x="19295" y="45060"/>
                </a:lnTo>
                <a:lnTo>
                  <a:pt x="17929" y="45673"/>
                </a:lnTo>
                <a:lnTo>
                  <a:pt x="16507" y="46287"/>
                </a:lnTo>
                <a:lnTo>
                  <a:pt x="15057" y="46816"/>
                </a:lnTo>
                <a:lnTo>
                  <a:pt x="13551" y="47318"/>
                </a:lnTo>
                <a:lnTo>
                  <a:pt x="12018" y="47765"/>
                </a:lnTo>
                <a:lnTo>
                  <a:pt x="10428" y="48155"/>
                </a:lnTo>
                <a:lnTo>
                  <a:pt x="8811" y="48489"/>
                </a:lnTo>
                <a:lnTo>
                  <a:pt x="7138" y="48768"/>
                </a:lnTo>
                <a:lnTo>
                  <a:pt x="5409" y="48991"/>
                </a:lnTo>
                <a:lnTo>
                  <a:pt x="3653" y="49159"/>
                </a:lnTo>
                <a:lnTo>
                  <a:pt x="1868" y="49242"/>
                </a:lnTo>
                <a:lnTo>
                  <a:pt x="948" y="49270"/>
                </a:lnTo>
                <a:lnTo>
                  <a:pt x="0" y="49298"/>
                </a:lnTo>
                <a:lnTo>
                  <a:pt x="474" y="49438"/>
                </a:lnTo>
                <a:lnTo>
                  <a:pt x="1840" y="49856"/>
                </a:lnTo>
                <a:lnTo>
                  <a:pt x="3959" y="50581"/>
                </a:lnTo>
                <a:lnTo>
                  <a:pt x="5270" y="51055"/>
                </a:lnTo>
                <a:lnTo>
                  <a:pt x="6720" y="51585"/>
                </a:lnTo>
                <a:lnTo>
                  <a:pt x="8309" y="52226"/>
                </a:lnTo>
                <a:lnTo>
                  <a:pt x="10010" y="52951"/>
                </a:lnTo>
                <a:lnTo>
                  <a:pt x="11823" y="53732"/>
                </a:lnTo>
                <a:lnTo>
                  <a:pt x="13719" y="54624"/>
                </a:lnTo>
                <a:lnTo>
                  <a:pt x="15698" y="55600"/>
                </a:lnTo>
                <a:lnTo>
                  <a:pt x="17762" y="56631"/>
                </a:lnTo>
                <a:lnTo>
                  <a:pt x="19853" y="57775"/>
                </a:lnTo>
                <a:lnTo>
                  <a:pt x="21972" y="59001"/>
                </a:lnTo>
                <a:lnTo>
                  <a:pt x="23032" y="59671"/>
                </a:lnTo>
                <a:lnTo>
                  <a:pt x="24119" y="60340"/>
                </a:lnTo>
                <a:lnTo>
                  <a:pt x="25179" y="61037"/>
                </a:lnTo>
                <a:lnTo>
                  <a:pt x="26266" y="61762"/>
                </a:lnTo>
                <a:lnTo>
                  <a:pt x="27354" y="62487"/>
                </a:lnTo>
                <a:lnTo>
                  <a:pt x="28413" y="63268"/>
                </a:lnTo>
                <a:lnTo>
                  <a:pt x="29473" y="64048"/>
                </a:lnTo>
                <a:lnTo>
                  <a:pt x="30532" y="64857"/>
                </a:lnTo>
                <a:lnTo>
                  <a:pt x="31592" y="65693"/>
                </a:lnTo>
                <a:lnTo>
                  <a:pt x="32624" y="66558"/>
                </a:lnTo>
                <a:lnTo>
                  <a:pt x="33627" y="67450"/>
                </a:lnTo>
                <a:lnTo>
                  <a:pt x="34659" y="68370"/>
                </a:lnTo>
                <a:lnTo>
                  <a:pt x="35635" y="69290"/>
                </a:lnTo>
                <a:lnTo>
                  <a:pt x="36611" y="70266"/>
                </a:lnTo>
                <a:lnTo>
                  <a:pt x="37559" y="71242"/>
                </a:lnTo>
                <a:lnTo>
                  <a:pt x="38507" y="72274"/>
                </a:lnTo>
                <a:lnTo>
                  <a:pt x="39399" y="73306"/>
                </a:lnTo>
                <a:lnTo>
                  <a:pt x="40292" y="74365"/>
                </a:lnTo>
                <a:lnTo>
                  <a:pt x="41156" y="75453"/>
                </a:lnTo>
                <a:lnTo>
                  <a:pt x="41993" y="76568"/>
                </a:lnTo>
                <a:lnTo>
                  <a:pt x="42773" y="77711"/>
                </a:lnTo>
                <a:lnTo>
                  <a:pt x="43554" y="78882"/>
                </a:lnTo>
                <a:lnTo>
                  <a:pt x="44279" y="80081"/>
                </a:lnTo>
                <a:lnTo>
                  <a:pt x="44976" y="81308"/>
                </a:lnTo>
                <a:lnTo>
                  <a:pt x="45617" y="82563"/>
                </a:lnTo>
                <a:lnTo>
                  <a:pt x="46259" y="83846"/>
                </a:lnTo>
                <a:lnTo>
                  <a:pt x="46816" y="85156"/>
                </a:lnTo>
                <a:lnTo>
                  <a:pt x="47374" y="86494"/>
                </a:lnTo>
                <a:lnTo>
                  <a:pt x="47848" y="87833"/>
                </a:lnTo>
                <a:lnTo>
                  <a:pt x="48294" y="89227"/>
                </a:lnTo>
                <a:lnTo>
                  <a:pt x="48685" y="90649"/>
                </a:lnTo>
                <a:lnTo>
                  <a:pt x="49019" y="92099"/>
                </a:lnTo>
                <a:lnTo>
                  <a:pt x="49382" y="90649"/>
                </a:lnTo>
                <a:lnTo>
                  <a:pt x="49772" y="89227"/>
                </a:lnTo>
                <a:lnTo>
                  <a:pt x="50218" y="87833"/>
                </a:lnTo>
                <a:lnTo>
                  <a:pt x="50692" y="86494"/>
                </a:lnTo>
                <a:lnTo>
                  <a:pt x="51250" y="85156"/>
                </a:lnTo>
                <a:lnTo>
                  <a:pt x="51808" y="83846"/>
                </a:lnTo>
                <a:lnTo>
                  <a:pt x="52421" y="82563"/>
                </a:lnTo>
                <a:lnTo>
                  <a:pt x="53090" y="81308"/>
                </a:lnTo>
                <a:lnTo>
                  <a:pt x="53787" y="80081"/>
                </a:lnTo>
                <a:lnTo>
                  <a:pt x="54512" y="78882"/>
                </a:lnTo>
                <a:lnTo>
                  <a:pt x="55293" y="77711"/>
                </a:lnTo>
                <a:lnTo>
                  <a:pt x="56074" y="76568"/>
                </a:lnTo>
                <a:lnTo>
                  <a:pt x="56910" y="75453"/>
                </a:lnTo>
                <a:lnTo>
                  <a:pt x="57775" y="74365"/>
                </a:lnTo>
                <a:lnTo>
                  <a:pt x="58639" y="73306"/>
                </a:lnTo>
                <a:lnTo>
                  <a:pt x="59559" y="72274"/>
                </a:lnTo>
                <a:lnTo>
                  <a:pt x="60479" y="71242"/>
                </a:lnTo>
                <a:lnTo>
                  <a:pt x="61455" y="70266"/>
                </a:lnTo>
                <a:lnTo>
                  <a:pt x="62431" y="69290"/>
                </a:lnTo>
                <a:lnTo>
                  <a:pt x="63407" y="68370"/>
                </a:lnTo>
                <a:lnTo>
                  <a:pt x="64411" y="67450"/>
                </a:lnTo>
                <a:lnTo>
                  <a:pt x="65443" y="66558"/>
                </a:lnTo>
                <a:lnTo>
                  <a:pt x="66474" y="65693"/>
                </a:lnTo>
                <a:lnTo>
                  <a:pt x="67534" y="64857"/>
                </a:lnTo>
                <a:lnTo>
                  <a:pt x="68593" y="64048"/>
                </a:lnTo>
                <a:lnTo>
                  <a:pt x="69653" y="63268"/>
                </a:lnTo>
                <a:lnTo>
                  <a:pt x="70713" y="62487"/>
                </a:lnTo>
                <a:lnTo>
                  <a:pt x="71800" y="61762"/>
                </a:lnTo>
                <a:lnTo>
                  <a:pt x="72860" y="61037"/>
                </a:lnTo>
                <a:lnTo>
                  <a:pt x="73947" y="60340"/>
                </a:lnTo>
                <a:lnTo>
                  <a:pt x="75034" y="59671"/>
                </a:lnTo>
                <a:lnTo>
                  <a:pt x="76094" y="59001"/>
                </a:lnTo>
                <a:lnTo>
                  <a:pt x="78213" y="57775"/>
                </a:lnTo>
                <a:lnTo>
                  <a:pt x="80304" y="56631"/>
                </a:lnTo>
                <a:lnTo>
                  <a:pt x="82368" y="55600"/>
                </a:lnTo>
                <a:lnTo>
                  <a:pt x="84348" y="54624"/>
                </a:lnTo>
                <a:lnTo>
                  <a:pt x="86244" y="53732"/>
                </a:lnTo>
                <a:lnTo>
                  <a:pt x="88056" y="52951"/>
                </a:lnTo>
                <a:lnTo>
                  <a:pt x="89757" y="52226"/>
                </a:lnTo>
                <a:lnTo>
                  <a:pt x="91346" y="51585"/>
                </a:lnTo>
                <a:lnTo>
                  <a:pt x="92796" y="51055"/>
                </a:lnTo>
                <a:lnTo>
                  <a:pt x="94107" y="50581"/>
                </a:lnTo>
                <a:lnTo>
                  <a:pt x="96226" y="49856"/>
                </a:lnTo>
                <a:lnTo>
                  <a:pt x="97592" y="49438"/>
                </a:lnTo>
                <a:lnTo>
                  <a:pt x="98066" y="49298"/>
                </a:lnTo>
                <a:lnTo>
                  <a:pt x="97118" y="49270"/>
                </a:lnTo>
                <a:lnTo>
                  <a:pt x="96198" y="49242"/>
                </a:lnTo>
                <a:lnTo>
                  <a:pt x="94413" y="49159"/>
                </a:lnTo>
                <a:lnTo>
                  <a:pt x="92657" y="48991"/>
                </a:lnTo>
                <a:lnTo>
                  <a:pt x="90928" y="48768"/>
                </a:lnTo>
                <a:lnTo>
                  <a:pt x="89255" y="48489"/>
                </a:lnTo>
                <a:lnTo>
                  <a:pt x="87638" y="48155"/>
                </a:lnTo>
                <a:lnTo>
                  <a:pt x="86048" y="47765"/>
                </a:lnTo>
                <a:lnTo>
                  <a:pt x="84515" y="47318"/>
                </a:lnTo>
                <a:lnTo>
                  <a:pt x="83009" y="46816"/>
                </a:lnTo>
                <a:lnTo>
                  <a:pt x="81559" y="46287"/>
                </a:lnTo>
                <a:lnTo>
                  <a:pt x="80137" y="45673"/>
                </a:lnTo>
                <a:lnTo>
                  <a:pt x="78771" y="45060"/>
                </a:lnTo>
                <a:lnTo>
                  <a:pt x="77432" y="44363"/>
                </a:lnTo>
                <a:lnTo>
                  <a:pt x="76122" y="43638"/>
                </a:lnTo>
                <a:lnTo>
                  <a:pt x="74867" y="42885"/>
                </a:lnTo>
                <a:lnTo>
                  <a:pt x="73640" y="42104"/>
                </a:lnTo>
                <a:lnTo>
                  <a:pt x="72469" y="41268"/>
                </a:lnTo>
                <a:lnTo>
                  <a:pt x="71298" y="40403"/>
                </a:lnTo>
                <a:lnTo>
                  <a:pt x="70211" y="39511"/>
                </a:lnTo>
                <a:lnTo>
                  <a:pt x="69123" y="38591"/>
                </a:lnTo>
                <a:lnTo>
                  <a:pt x="68091" y="37643"/>
                </a:lnTo>
                <a:lnTo>
                  <a:pt x="67088" y="36667"/>
                </a:lnTo>
                <a:lnTo>
                  <a:pt x="66112" y="35663"/>
                </a:lnTo>
                <a:lnTo>
                  <a:pt x="65164" y="34659"/>
                </a:lnTo>
                <a:lnTo>
                  <a:pt x="64271" y="33600"/>
                </a:lnTo>
                <a:lnTo>
                  <a:pt x="63379" y="32568"/>
                </a:lnTo>
                <a:lnTo>
                  <a:pt x="62543" y="31481"/>
                </a:lnTo>
                <a:lnTo>
                  <a:pt x="61734" y="30421"/>
                </a:lnTo>
                <a:lnTo>
                  <a:pt x="60953" y="29306"/>
                </a:lnTo>
                <a:lnTo>
                  <a:pt x="60200" y="28218"/>
                </a:lnTo>
                <a:lnTo>
                  <a:pt x="59503" y="27103"/>
                </a:lnTo>
                <a:lnTo>
                  <a:pt x="58806" y="25988"/>
                </a:lnTo>
                <a:lnTo>
                  <a:pt x="58137" y="24900"/>
                </a:lnTo>
                <a:lnTo>
                  <a:pt x="57524" y="23785"/>
                </a:lnTo>
                <a:lnTo>
                  <a:pt x="56910" y="22670"/>
                </a:lnTo>
                <a:lnTo>
                  <a:pt x="56325" y="21554"/>
                </a:lnTo>
                <a:lnTo>
                  <a:pt x="55795" y="20439"/>
                </a:lnTo>
                <a:lnTo>
                  <a:pt x="55265" y="19351"/>
                </a:lnTo>
                <a:lnTo>
                  <a:pt x="54763" y="18264"/>
                </a:lnTo>
                <a:lnTo>
                  <a:pt x="54289" y="17177"/>
                </a:lnTo>
                <a:lnTo>
                  <a:pt x="53425" y="15085"/>
                </a:lnTo>
                <a:lnTo>
                  <a:pt x="52644" y="13050"/>
                </a:lnTo>
                <a:lnTo>
                  <a:pt x="51947" y="11070"/>
                </a:lnTo>
                <a:lnTo>
                  <a:pt x="51334" y="9230"/>
                </a:lnTo>
                <a:lnTo>
                  <a:pt x="50804" y="7501"/>
                </a:lnTo>
                <a:lnTo>
                  <a:pt x="50358" y="5884"/>
                </a:lnTo>
                <a:lnTo>
                  <a:pt x="49995" y="4434"/>
                </a:lnTo>
                <a:lnTo>
                  <a:pt x="49688" y="3151"/>
                </a:lnTo>
                <a:lnTo>
                  <a:pt x="49437" y="2064"/>
                </a:lnTo>
                <a:lnTo>
                  <a:pt x="49242" y="1171"/>
                </a:lnTo>
                <a:lnTo>
                  <a:pt x="49019" y="0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758" name="Google Shape;758;p10"/>
          <p:cNvGrpSpPr/>
          <p:nvPr/>
        </p:nvGrpSpPr>
        <p:grpSpPr>
          <a:xfrm rot="-5400000">
            <a:off x="2692007" y="-1167429"/>
            <a:ext cx="1730784" cy="1441910"/>
            <a:chOff x="-979618" y="-5128741"/>
            <a:chExt cx="1730784" cy="1441910"/>
          </a:xfrm>
        </p:grpSpPr>
        <p:sp>
          <p:nvSpPr>
            <p:cNvPr id="759" name="Google Shape;759;p10"/>
            <p:cNvSpPr/>
            <p:nvPr/>
          </p:nvSpPr>
          <p:spPr>
            <a:xfrm flipH="1">
              <a:off x="-979618" y="-5128741"/>
              <a:ext cx="1730784" cy="1441910"/>
            </a:xfrm>
            <a:custGeom>
              <a:rect b="b" l="l" r="r" t="t"/>
              <a:pathLst>
                <a:path extrusionOk="0" h="25791" w="30958">
                  <a:moveTo>
                    <a:pt x="13179" y="81"/>
                  </a:moveTo>
                  <a:lnTo>
                    <a:pt x="14551" y="101"/>
                  </a:lnTo>
                  <a:lnTo>
                    <a:pt x="15257" y="121"/>
                  </a:lnTo>
                  <a:lnTo>
                    <a:pt x="15963" y="162"/>
                  </a:lnTo>
                  <a:lnTo>
                    <a:pt x="16690" y="242"/>
                  </a:lnTo>
                  <a:lnTo>
                    <a:pt x="17416" y="323"/>
                  </a:lnTo>
                  <a:lnTo>
                    <a:pt x="18143" y="444"/>
                  </a:lnTo>
                  <a:lnTo>
                    <a:pt x="18869" y="586"/>
                  </a:lnTo>
                  <a:lnTo>
                    <a:pt x="19576" y="767"/>
                  </a:lnTo>
                  <a:lnTo>
                    <a:pt x="20282" y="969"/>
                  </a:lnTo>
                  <a:lnTo>
                    <a:pt x="20988" y="1211"/>
                  </a:lnTo>
                  <a:lnTo>
                    <a:pt x="21654" y="1494"/>
                  </a:lnTo>
                  <a:lnTo>
                    <a:pt x="21997" y="1655"/>
                  </a:lnTo>
                  <a:lnTo>
                    <a:pt x="22320" y="1837"/>
                  </a:lnTo>
                  <a:lnTo>
                    <a:pt x="22643" y="2018"/>
                  </a:lnTo>
                  <a:lnTo>
                    <a:pt x="22946" y="2200"/>
                  </a:lnTo>
                  <a:lnTo>
                    <a:pt x="23269" y="2402"/>
                  </a:lnTo>
                  <a:lnTo>
                    <a:pt x="23551" y="2624"/>
                  </a:lnTo>
                  <a:lnTo>
                    <a:pt x="23854" y="2866"/>
                  </a:lnTo>
                  <a:lnTo>
                    <a:pt x="24136" y="3108"/>
                  </a:lnTo>
                  <a:lnTo>
                    <a:pt x="24540" y="3491"/>
                  </a:lnTo>
                  <a:lnTo>
                    <a:pt x="24923" y="3895"/>
                  </a:lnTo>
                  <a:lnTo>
                    <a:pt x="25287" y="4339"/>
                  </a:lnTo>
                  <a:lnTo>
                    <a:pt x="25670" y="4823"/>
                  </a:lnTo>
                  <a:lnTo>
                    <a:pt x="26013" y="5348"/>
                  </a:lnTo>
                  <a:lnTo>
                    <a:pt x="26356" y="5913"/>
                  </a:lnTo>
                  <a:lnTo>
                    <a:pt x="26719" y="6518"/>
                  </a:lnTo>
                  <a:lnTo>
                    <a:pt x="27042" y="7164"/>
                  </a:lnTo>
                  <a:lnTo>
                    <a:pt x="27345" y="7749"/>
                  </a:lnTo>
                  <a:lnTo>
                    <a:pt x="27607" y="8335"/>
                  </a:lnTo>
                  <a:lnTo>
                    <a:pt x="27870" y="8940"/>
                  </a:lnTo>
                  <a:lnTo>
                    <a:pt x="28112" y="9546"/>
                  </a:lnTo>
                  <a:lnTo>
                    <a:pt x="28556" y="10756"/>
                  </a:lnTo>
                  <a:lnTo>
                    <a:pt x="28959" y="11947"/>
                  </a:lnTo>
                  <a:lnTo>
                    <a:pt x="29343" y="13138"/>
                  </a:lnTo>
                  <a:lnTo>
                    <a:pt x="29666" y="14328"/>
                  </a:lnTo>
                  <a:lnTo>
                    <a:pt x="29948" y="15478"/>
                  </a:lnTo>
                  <a:lnTo>
                    <a:pt x="30231" y="16588"/>
                  </a:lnTo>
                  <a:lnTo>
                    <a:pt x="30453" y="17577"/>
                  </a:lnTo>
                  <a:lnTo>
                    <a:pt x="30654" y="18606"/>
                  </a:lnTo>
                  <a:lnTo>
                    <a:pt x="30735" y="19111"/>
                  </a:lnTo>
                  <a:lnTo>
                    <a:pt x="30816" y="19636"/>
                  </a:lnTo>
                  <a:lnTo>
                    <a:pt x="30856" y="20160"/>
                  </a:lnTo>
                  <a:lnTo>
                    <a:pt x="30876" y="20685"/>
                  </a:lnTo>
                  <a:lnTo>
                    <a:pt x="30876" y="21169"/>
                  </a:lnTo>
                  <a:lnTo>
                    <a:pt x="30856" y="21674"/>
                  </a:lnTo>
                  <a:lnTo>
                    <a:pt x="30796" y="22219"/>
                  </a:lnTo>
                  <a:lnTo>
                    <a:pt x="30695" y="22784"/>
                  </a:lnTo>
                  <a:lnTo>
                    <a:pt x="30614" y="23046"/>
                  </a:lnTo>
                  <a:lnTo>
                    <a:pt x="30533" y="23329"/>
                  </a:lnTo>
                  <a:lnTo>
                    <a:pt x="30412" y="23611"/>
                  </a:lnTo>
                  <a:lnTo>
                    <a:pt x="30311" y="23873"/>
                  </a:lnTo>
                  <a:lnTo>
                    <a:pt x="30170" y="24136"/>
                  </a:lnTo>
                  <a:lnTo>
                    <a:pt x="30009" y="24398"/>
                  </a:lnTo>
                  <a:lnTo>
                    <a:pt x="29847" y="24640"/>
                  </a:lnTo>
                  <a:lnTo>
                    <a:pt x="29645" y="24882"/>
                  </a:lnTo>
                  <a:lnTo>
                    <a:pt x="29383" y="25145"/>
                  </a:lnTo>
                  <a:lnTo>
                    <a:pt x="29242" y="25266"/>
                  </a:lnTo>
                  <a:lnTo>
                    <a:pt x="29101" y="25387"/>
                  </a:lnTo>
                  <a:lnTo>
                    <a:pt x="28939" y="25468"/>
                  </a:lnTo>
                  <a:lnTo>
                    <a:pt x="28798" y="25548"/>
                  </a:lnTo>
                  <a:lnTo>
                    <a:pt x="28657" y="25609"/>
                  </a:lnTo>
                  <a:lnTo>
                    <a:pt x="28515" y="25649"/>
                  </a:lnTo>
                  <a:lnTo>
                    <a:pt x="28334" y="25690"/>
                  </a:lnTo>
                  <a:lnTo>
                    <a:pt x="28152" y="25710"/>
                  </a:lnTo>
                  <a:lnTo>
                    <a:pt x="27991" y="25710"/>
                  </a:lnTo>
                  <a:lnTo>
                    <a:pt x="27809" y="25690"/>
                  </a:lnTo>
                  <a:lnTo>
                    <a:pt x="27648" y="25669"/>
                  </a:lnTo>
                  <a:lnTo>
                    <a:pt x="27466" y="25629"/>
                  </a:lnTo>
                  <a:lnTo>
                    <a:pt x="27143" y="25508"/>
                  </a:lnTo>
                  <a:lnTo>
                    <a:pt x="26800" y="25347"/>
                  </a:lnTo>
                  <a:lnTo>
                    <a:pt x="26477" y="25165"/>
                  </a:lnTo>
                  <a:lnTo>
                    <a:pt x="26154" y="24963"/>
                  </a:lnTo>
                  <a:lnTo>
                    <a:pt x="25852" y="24741"/>
                  </a:lnTo>
                  <a:lnTo>
                    <a:pt x="25145" y="24196"/>
                  </a:lnTo>
                  <a:lnTo>
                    <a:pt x="24419" y="23631"/>
                  </a:lnTo>
                  <a:lnTo>
                    <a:pt x="23692" y="23046"/>
                  </a:lnTo>
                  <a:lnTo>
                    <a:pt x="22946" y="22420"/>
                  </a:lnTo>
                  <a:lnTo>
                    <a:pt x="22199" y="21775"/>
                  </a:lnTo>
                  <a:lnTo>
                    <a:pt x="21412" y="21109"/>
                  </a:lnTo>
                  <a:lnTo>
                    <a:pt x="20625" y="20382"/>
                  </a:lnTo>
                  <a:lnTo>
                    <a:pt x="19798" y="19636"/>
                  </a:lnTo>
                  <a:lnTo>
                    <a:pt x="18506" y="18405"/>
                  </a:lnTo>
                  <a:lnTo>
                    <a:pt x="17215" y="17153"/>
                  </a:lnTo>
                  <a:lnTo>
                    <a:pt x="14692" y="14671"/>
                  </a:lnTo>
                  <a:lnTo>
                    <a:pt x="12270" y="12290"/>
                  </a:lnTo>
                  <a:lnTo>
                    <a:pt x="11039" y="11079"/>
                  </a:lnTo>
                  <a:lnTo>
                    <a:pt x="9808" y="9909"/>
                  </a:lnTo>
                  <a:lnTo>
                    <a:pt x="8376" y="8597"/>
                  </a:lnTo>
                  <a:lnTo>
                    <a:pt x="7024" y="7406"/>
                  </a:lnTo>
                  <a:lnTo>
                    <a:pt x="5732" y="6317"/>
                  </a:lnTo>
                  <a:lnTo>
                    <a:pt x="4461" y="5308"/>
                  </a:lnTo>
                  <a:lnTo>
                    <a:pt x="4118" y="5086"/>
                  </a:lnTo>
                  <a:lnTo>
                    <a:pt x="3593" y="4743"/>
                  </a:lnTo>
                  <a:lnTo>
                    <a:pt x="2523" y="4057"/>
                  </a:lnTo>
                  <a:lnTo>
                    <a:pt x="1958" y="3673"/>
                  </a:lnTo>
                  <a:lnTo>
                    <a:pt x="1414" y="3290"/>
                  </a:lnTo>
                  <a:lnTo>
                    <a:pt x="929" y="2886"/>
                  </a:lnTo>
                  <a:lnTo>
                    <a:pt x="707" y="2704"/>
                  </a:lnTo>
                  <a:lnTo>
                    <a:pt x="526" y="2503"/>
                  </a:lnTo>
                  <a:lnTo>
                    <a:pt x="364" y="2341"/>
                  </a:lnTo>
                  <a:lnTo>
                    <a:pt x="223" y="2160"/>
                  </a:lnTo>
                  <a:lnTo>
                    <a:pt x="142" y="1998"/>
                  </a:lnTo>
                  <a:lnTo>
                    <a:pt x="82" y="1857"/>
                  </a:lnTo>
                  <a:lnTo>
                    <a:pt x="82" y="1776"/>
                  </a:lnTo>
                  <a:lnTo>
                    <a:pt x="82" y="1716"/>
                  </a:lnTo>
                  <a:lnTo>
                    <a:pt x="102" y="1655"/>
                  </a:lnTo>
                  <a:lnTo>
                    <a:pt x="142" y="1595"/>
                  </a:lnTo>
                  <a:lnTo>
                    <a:pt x="243" y="1473"/>
                  </a:lnTo>
                  <a:lnTo>
                    <a:pt x="364" y="1373"/>
                  </a:lnTo>
                  <a:lnTo>
                    <a:pt x="485" y="1292"/>
                  </a:lnTo>
                  <a:lnTo>
                    <a:pt x="647" y="1231"/>
                  </a:lnTo>
                  <a:lnTo>
                    <a:pt x="788" y="1171"/>
                  </a:lnTo>
                  <a:lnTo>
                    <a:pt x="949" y="1130"/>
                  </a:lnTo>
                  <a:lnTo>
                    <a:pt x="1292" y="1070"/>
                  </a:lnTo>
                  <a:lnTo>
                    <a:pt x="2745" y="848"/>
                  </a:lnTo>
                  <a:lnTo>
                    <a:pt x="4219" y="646"/>
                  </a:lnTo>
                  <a:lnTo>
                    <a:pt x="5712" y="464"/>
                  </a:lnTo>
                  <a:lnTo>
                    <a:pt x="7185" y="323"/>
                  </a:lnTo>
                  <a:lnTo>
                    <a:pt x="8658" y="222"/>
                  </a:lnTo>
                  <a:lnTo>
                    <a:pt x="10152" y="142"/>
                  </a:lnTo>
                  <a:lnTo>
                    <a:pt x="11645" y="81"/>
                  </a:lnTo>
                  <a:close/>
                  <a:moveTo>
                    <a:pt x="11645" y="0"/>
                  </a:moveTo>
                  <a:lnTo>
                    <a:pt x="10152" y="61"/>
                  </a:lnTo>
                  <a:lnTo>
                    <a:pt x="8658" y="142"/>
                  </a:lnTo>
                  <a:lnTo>
                    <a:pt x="7185" y="242"/>
                  </a:lnTo>
                  <a:lnTo>
                    <a:pt x="5692" y="384"/>
                  </a:lnTo>
                  <a:lnTo>
                    <a:pt x="4219" y="565"/>
                  </a:lnTo>
                  <a:lnTo>
                    <a:pt x="2745" y="767"/>
                  </a:lnTo>
                  <a:lnTo>
                    <a:pt x="1272" y="989"/>
                  </a:lnTo>
                  <a:lnTo>
                    <a:pt x="929" y="1070"/>
                  </a:lnTo>
                  <a:lnTo>
                    <a:pt x="768" y="1110"/>
                  </a:lnTo>
                  <a:lnTo>
                    <a:pt x="606" y="1151"/>
                  </a:lnTo>
                  <a:lnTo>
                    <a:pt x="445" y="1231"/>
                  </a:lnTo>
                  <a:lnTo>
                    <a:pt x="304" y="1312"/>
                  </a:lnTo>
                  <a:lnTo>
                    <a:pt x="183" y="1413"/>
                  </a:lnTo>
                  <a:lnTo>
                    <a:pt x="82" y="1554"/>
                  </a:lnTo>
                  <a:lnTo>
                    <a:pt x="41" y="1615"/>
                  </a:lnTo>
                  <a:lnTo>
                    <a:pt x="1" y="1695"/>
                  </a:lnTo>
                  <a:lnTo>
                    <a:pt x="1" y="1776"/>
                  </a:lnTo>
                  <a:lnTo>
                    <a:pt x="1" y="1857"/>
                  </a:lnTo>
                  <a:lnTo>
                    <a:pt x="61" y="2018"/>
                  </a:lnTo>
                  <a:lnTo>
                    <a:pt x="142" y="2180"/>
                  </a:lnTo>
                  <a:lnTo>
                    <a:pt x="283" y="2361"/>
                  </a:lnTo>
                  <a:lnTo>
                    <a:pt x="445" y="2543"/>
                  </a:lnTo>
                  <a:lnTo>
                    <a:pt x="627" y="2725"/>
                  </a:lnTo>
                  <a:lnTo>
                    <a:pt x="849" y="2926"/>
                  </a:lnTo>
                  <a:lnTo>
                    <a:pt x="1333" y="3310"/>
                  </a:lnTo>
                  <a:lnTo>
                    <a:pt x="1878" y="3713"/>
                  </a:lnTo>
                  <a:lnTo>
                    <a:pt x="2443" y="4097"/>
                  </a:lnTo>
                  <a:lnTo>
                    <a:pt x="3532" y="4803"/>
                  </a:lnTo>
                  <a:lnTo>
                    <a:pt x="4077" y="5146"/>
                  </a:lnTo>
                  <a:lnTo>
                    <a:pt x="4420" y="5388"/>
                  </a:lnTo>
                  <a:lnTo>
                    <a:pt x="5672" y="6377"/>
                  </a:lnTo>
                  <a:lnTo>
                    <a:pt x="6963" y="7467"/>
                  </a:lnTo>
                  <a:lnTo>
                    <a:pt x="8315" y="8658"/>
                  </a:lnTo>
                  <a:lnTo>
                    <a:pt x="9748" y="9969"/>
                  </a:lnTo>
                  <a:lnTo>
                    <a:pt x="10999" y="11140"/>
                  </a:lnTo>
                  <a:lnTo>
                    <a:pt x="12230" y="12351"/>
                  </a:lnTo>
                  <a:lnTo>
                    <a:pt x="14631" y="14732"/>
                  </a:lnTo>
                  <a:lnTo>
                    <a:pt x="17154" y="17214"/>
                  </a:lnTo>
                  <a:lnTo>
                    <a:pt x="18445" y="18465"/>
                  </a:lnTo>
                  <a:lnTo>
                    <a:pt x="19737" y="19696"/>
                  </a:lnTo>
                  <a:lnTo>
                    <a:pt x="20564" y="20443"/>
                  </a:lnTo>
                  <a:lnTo>
                    <a:pt x="21372" y="21169"/>
                  </a:lnTo>
                  <a:lnTo>
                    <a:pt x="22138" y="21835"/>
                  </a:lnTo>
                  <a:lnTo>
                    <a:pt x="22885" y="22501"/>
                  </a:lnTo>
                  <a:lnTo>
                    <a:pt x="23632" y="23107"/>
                  </a:lnTo>
                  <a:lnTo>
                    <a:pt x="24358" y="23692"/>
                  </a:lnTo>
                  <a:lnTo>
                    <a:pt x="25085" y="24257"/>
                  </a:lnTo>
                  <a:lnTo>
                    <a:pt x="25811" y="24802"/>
                  </a:lnTo>
                  <a:lnTo>
                    <a:pt x="26336" y="25165"/>
                  </a:lnTo>
                  <a:lnTo>
                    <a:pt x="26598" y="25326"/>
                  </a:lnTo>
                  <a:lnTo>
                    <a:pt x="26881" y="25488"/>
                  </a:lnTo>
                  <a:lnTo>
                    <a:pt x="27183" y="25609"/>
                  </a:lnTo>
                  <a:lnTo>
                    <a:pt x="27466" y="25710"/>
                  </a:lnTo>
                  <a:lnTo>
                    <a:pt x="27769" y="25770"/>
                  </a:lnTo>
                  <a:lnTo>
                    <a:pt x="28051" y="25790"/>
                  </a:lnTo>
                  <a:lnTo>
                    <a:pt x="28293" y="25770"/>
                  </a:lnTo>
                  <a:lnTo>
                    <a:pt x="28536" y="25730"/>
                  </a:lnTo>
                  <a:lnTo>
                    <a:pt x="28677" y="25690"/>
                  </a:lnTo>
                  <a:lnTo>
                    <a:pt x="28838" y="25609"/>
                  </a:lnTo>
                  <a:lnTo>
                    <a:pt x="28979" y="25548"/>
                  </a:lnTo>
                  <a:lnTo>
                    <a:pt x="29141" y="25447"/>
                  </a:lnTo>
                  <a:lnTo>
                    <a:pt x="29282" y="25347"/>
                  </a:lnTo>
                  <a:lnTo>
                    <a:pt x="29423" y="25225"/>
                  </a:lnTo>
                  <a:lnTo>
                    <a:pt x="29706" y="24923"/>
                  </a:lnTo>
                  <a:lnTo>
                    <a:pt x="29908" y="24681"/>
                  </a:lnTo>
                  <a:lnTo>
                    <a:pt x="30089" y="24438"/>
                  </a:lnTo>
                  <a:lnTo>
                    <a:pt x="30231" y="24176"/>
                  </a:lnTo>
                  <a:lnTo>
                    <a:pt x="30372" y="23914"/>
                  </a:lnTo>
                  <a:lnTo>
                    <a:pt x="30493" y="23631"/>
                  </a:lnTo>
                  <a:lnTo>
                    <a:pt x="30594" y="23369"/>
                  </a:lnTo>
                  <a:lnTo>
                    <a:pt x="30695" y="23086"/>
                  </a:lnTo>
                  <a:lnTo>
                    <a:pt x="30755" y="22804"/>
                  </a:lnTo>
                  <a:lnTo>
                    <a:pt x="30816" y="22521"/>
                  </a:lnTo>
                  <a:lnTo>
                    <a:pt x="30876" y="22239"/>
                  </a:lnTo>
                  <a:lnTo>
                    <a:pt x="30937" y="21694"/>
                  </a:lnTo>
                  <a:lnTo>
                    <a:pt x="30957" y="21169"/>
                  </a:lnTo>
                  <a:lnTo>
                    <a:pt x="30957" y="20685"/>
                  </a:lnTo>
                  <a:lnTo>
                    <a:pt x="30937" y="20160"/>
                  </a:lnTo>
                  <a:lnTo>
                    <a:pt x="30897" y="19636"/>
                  </a:lnTo>
                  <a:lnTo>
                    <a:pt x="30816" y="19111"/>
                  </a:lnTo>
                  <a:lnTo>
                    <a:pt x="30735" y="18586"/>
                  </a:lnTo>
                  <a:lnTo>
                    <a:pt x="30533" y="17557"/>
                  </a:lnTo>
                  <a:lnTo>
                    <a:pt x="30311" y="16568"/>
                  </a:lnTo>
                  <a:lnTo>
                    <a:pt x="30029" y="15458"/>
                  </a:lnTo>
                  <a:lnTo>
                    <a:pt x="29746" y="14308"/>
                  </a:lnTo>
                  <a:lnTo>
                    <a:pt x="29403" y="13117"/>
                  </a:lnTo>
                  <a:lnTo>
                    <a:pt x="29040" y="11927"/>
                  </a:lnTo>
                  <a:lnTo>
                    <a:pt x="28636" y="10716"/>
                  </a:lnTo>
                  <a:lnTo>
                    <a:pt x="28192" y="9505"/>
                  </a:lnTo>
                  <a:lnTo>
                    <a:pt x="27950" y="8900"/>
                  </a:lnTo>
                  <a:lnTo>
                    <a:pt x="27688" y="8315"/>
                  </a:lnTo>
                  <a:lnTo>
                    <a:pt x="27405" y="7709"/>
                  </a:lnTo>
                  <a:lnTo>
                    <a:pt x="27123" y="7124"/>
                  </a:lnTo>
                  <a:lnTo>
                    <a:pt x="26780" y="6478"/>
                  </a:lnTo>
                  <a:lnTo>
                    <a:pt x="26437" y="5853"/>
                  </a:lnTo>
                  <a:lnTo>
                    <a:pt x="26074" y="5288"/>
                  </a:lnTo>
                  <a:lnTo>
                    <a:pt x="25730" y="4783"/>
                  </a:lnTo>
                  <a:lnTo>
                    <a:pt x="25367" y="4279"/>
                  </a:lnTo>
                  <a:lnTo>
                    <a:pt x="24984" y="3835"/>
                  </a:lnTo>
                  <a:lnTo>
                    <a:pt x="24600" y="3431"/>
                  </a:lnTo>
                  <a:lnTo>
                    <a:pt x="24197" y="3048"/>
                  </a:lnTo>
                  <a:lnTo>
                    <a:pt x="23672" y="2604"/>
                  </a:lnTo>
                  <a:lnTo>
                    <a:pt x="23127" y="2220"/>
                  </a:lnTo>
                  <a:lnTo>
                    <a:pt x="22522" y="1857"/>
                  </a:lnTo>
                  <a:lnTo>
                    <a:pt x="21896" y="1514"/>
                  </a:lnTo>
                  <a:lnTo>
                    <a:pt x="21251" y="1231"/>
                  </a:lnTo>
                  <a:lnTo>
                    <a:pt x="20544" y="969"/>
                  </a:lnTo>
                  <a:lnTo>
                    <a:pt x="19798" y="727"/>
                  </a:lnTo>
                  <a:lnTo>
                    <a:pt x="19031" y="525"/>
                  </a:lnTo>
                  <a:lnTo>
                    <a:pt x="18405" y="404"/>
                  </a:lnTo>
                  <a:lnTo>
                    <a:pt x="17759" y="303"/>
                  </a:lnTo>
                  <a:lnTo>
                    <a:pt x="17093" y="202"/>
                  </a:lnTo>
                  <a:lnTo>
                    <a:pt x="16387" y="121"/>
                  </a:lnTo>
                  <a:lnTo>
                    <a:pt x="15640" y="61"/>
                  </a:lnTo>
                  <a:lnTo>
                    <a:pt x="14853" y="21"/>
                  </a:lnTo>
                  <a:lnTo>
                    <a:pt x="14046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60" name="Google Shape;760;p10"/>
            <p:cNvSpPr/>
            <p:nvPr/>
          </p:nvSpPr>
          <p:spPr>
            <a:xfrm flipH="1">
              <a:off x="-756203" y="-5057684"/>
              <a:ext cx="1058329" cy="998564"/>
            </a:xfrm>
            <a:custGeom>
              <a:rect b="b" l="l" r="r" t="t"/>
              <a:pathLst>
                <a:path extrusionOk="0" h="17861" w="18930">
                  <a:moveTo>
                    <a:pt x="3431" y="81"/>
                  </a:moveTo>
                  <a:lnTo>
                    <a:pt x="4117" y="102"/>
                  </a:lnTo>
                  <a:lnTo>
                    <a:pt x="4824" y="162"/>
                  </a:lnTo>
                  <a:lnTo>
                    <a:pt x="5510" y="263"/>
                  </a:lnTo>
                  <a:lnTo>
                    <a:pt x="6216" y="404"/>
                  </a:lnTo>
                  <a:lnTo>
                    <a:pt x="6882" y="566"/>
                  </a:lnTo>
                  <a:lnTo>
                    <a:pt x="7568" y="768"/>
                  </a:lnTo>
                  <a:lnTo>
                    <a:pt x="8234" y="1010"/>
                  </a:lnTo>
                  <a:lnTo>
                    <a:pt x="8880" y="1272"/>
                  </a:lnTo>
                  <a:lnTo>
                    <a:pt x="9505" y="1575"/>
                  </a:lnTo>
                  <a:lnTo>
                    <a:pt x="10131" y="1918"/>
                  </a:lnTo>
                  <a:lnTo>
                    <a:pt x="10736" y="2281"/>
                  </a:lnTo>
                  <a:lnTo>
                    <a:pt x="11301" y="2664"/>
                  </a:lnTo>
                  <a:lnTo>
                    <a:pt x="11866" y="3088"/>
                  </a:lnTo>
                  <a:lnTo>
                    <a:pt x="12391" y="3552"/>
                  </a:lnTo>
                  <a:lnTo>
                    <a:pt x="12896" y="4017"/>
                  </a:lnTo>
                  <a:lnTo>
                    <a:pt x="13380" y="4521"/>
                  </a:lnTo>
                  <a:lnTo>
                    <a:pt x="13824" y="5026"/>
                  </a:lnTo>
                  <a:lnTo>
                    <a:pt x="14248" y="5570"/>
                  </a:lnTo>
                  <a:lnTo>
                    <a:pt x="14651" y="6115"/>
                  </a:lnTo>
                  <a:lnTo>
                    <a:pt x="15035" y="6680"/>
                  </a:lnTo>
                  <a:lnTo>
                    <a:pt x="15418" y="7245"/>
                  </a:lnTo>
                  <a:lnTo>
                    <a:pt x="15761" y="7831"/>
                  </a:lnTo>
                  <a:lnTo>
                    <a:pt x="16084" y="8416"/>
                  </a:lnTo>
                  <a:lnTo>
                    <a:pt x="16387" y="9021"/>
                  </a:lnTo>
                  <a:lnTo>
                    <a:pt x="16689" y="9627"/>
                  </a:lnTo>
                  <a:lnTo>
                    <a:pt x="16972" y="10232"/>
                  </a:lnTo>
                  <a:lnTo>
                    <a:pt x="17497" y="11423"/>
                  </a:lnTo>
                  <a:lnTo>
                    <a:pt x="17981" y="12593"/>
                  </a:lnTo>
                  <a:lnTo>
                    <a:pt x="18183" y="13158"/>
                  </a:lnTo>
                  <a:lnTo>
                    <a:pt x="18385" y="13723"/>
                  </a:lnTo>
                  <a:lnTo>
                    <a:pt x="18566" y="14288"/>
                  </a:lnTo>
                  <a:lnTo>
                    <a:pt x="18707" y="14853"/>
                  </a:lnTo>
                  <a:lnTo>
                    <a:pt x="18768" y="15136"/>
                  </a:lnTo>
                  <a:lnTo>
                    <a:pt x="18808" y="15438"/>
                  </a:lnTo>
                  <a:lnTo>
                    <a:pt x="18829" y="15721"/>
                  </a:lnTo>
                  <a:lnTo>
                    <a:pt x="18849" y="16003"/>
                  </a:lnTo>
                  <a:lnTo>
                    <a:pt x="18849" y="16286"/>
                  </a:lnTo>
                  <a:lnTo>
                    <a:pt x="18829" y="16589"/>
                  </a:lnTo>
                  <a:lnTo>
                    <a:pt x="18788" y="16871"/>
                  </a:lnTo>
                  <a:lnTo>
                    <a:pt x="18728" y="17154"/>
                  </a:lnTo>
                  <a:lnTo>
                    <a:pt x="18687" y="17295"/>
                  </a:lnTo>
                  <a:lnTo>
                    <a:pt x="18647" y="17416"/>
                  </a:lnTo>
                  <a:lnTo>
                    <a:pt x="18586" y="17537"/>
                  </a:lnTo>
                  <a:lnTo>
                    <a:pt x="18486" y="17658"/>
                  </a:lnTo>
                  <a:lnTo>
                    <a:pt x="18405" y="17699"/>
                  </a:lnTo>
                  <a:lnTo>
                    <a:pt x="18324" y="17739"/>
                  </a:lnTo>
                  <a:lnTo>
                    <a:pt x="18243" y="17759"/>
                  </a:lnTo>
                  <a:lnTo>
                    <a:pt x="18163" y="17779"/>
                  </a:lnTo>
                  <a:lnTo>
                    <a:pt x="17981" y="17759"/>
                  </a:lnTo>
                  <a:lnTo>
                    <a:pt x="17799" y="17699"/>
                  </a:lnTo>
                  <a:lnTo>
                    <a:pt x="17638" y="17618"/>
                  </a:lnTo>
                  <a:lnTo>
                    <a:pt x="17477" y="17517"/>
                  </a:lnTo>
                  <a:lnTo>
                    <a:pt x="17234" y="17315"/>
                  </a:lnTo>
                  <a:lnTo>
                    <a:pt x="16346" y="16548"/>
                  </a:lnTo>
                  <a:lnTo>
                    <a:pt x="15418" y="15701"/>
                  </a:lnTo>
                  <a:lnTo>
                    <a:pt x="14429" y="14793"/>
                  </a:lnTo>
                  <a:lnTo>
                    <a:pt x="13319" y="13743"/>
                  </a:lnTo>
                  <a:lnTo>
                    <a:pt x="11140" y="11645"/>
                  </a:lnTo>
                  <a:lnTo>
                    <a:pt x="8860" y="9465"/>
                  </a:lnTo>
                  <a:lnTo>
                    <a:pt x="7709" y="8375"/>
                  </a:lnTo>
                  <a:lnTo>
                    <a:pt x="6539" y="7306"/>
                  </a:lnTo>
                  <a:lnTo>
                    <a:pt x="5611" y="6478"/>
                  </a:lnTo>
                  <a:lnTo>
                    <a:pt x="4703" y="5691"/>
                  </a:lnTo>
                  <a:lnTo>
                    <a:pt x="3835" y="4965"/>
                  </a:lnTo>
                  <a:lnTo>
                    <a:pt x="3007" y="4279"/>
                  </a:lnTo>
                  <a:lnTo>
                    <a:pt x="2644" y="4017"/>
                  </a:lnTo>
                  <a:lnTo>
                    <a:pt x="2220" y="3734"/>
                  </a:lnTo>
                  <a:lnTo>
                    <a:pt x="1575" y="3290"/>
                  </a:lnTo>
                  <a:lnTo>
                    <a:pt x="1252" y="3048"/>
                  </a:lnTo>
                  <a:lnTo>
                    <a:pt x="929" y="2806"/>
                  </a:lnTo>
                  <a:lnTo>
                    <a:pt x="667" y="2564"/>
                  </a:lnTo>
                  <a:lnTo>
                    <a:pt x="424" y="2301"/>
                  </a:lnTo>
                  <a:lnTo>
                    <a:pt x="323" y="2160"/>
                  </a:lnTo>
                  <a:lnTo>
                    <a:pt x="243" y="2019"/>
                  </a:lnTo>
                  <a:lnTo>
                    <a:pt x="182" y="1898"/>
                  </a:lnTo>
                  <a:lnTo>
                    <a:pt x="122" y="1756"/>
                  </a:lnTo>
                  <a:lnTo>
                    <a:pt x="81" y="1575"/>
                  </a:lnTo>
                  <a:lnTo>
                    <a:pt x="102" y="1413"/>
                  </a:lnTo>
                  <a:lnTo>
                    <a:pt x="122" y="1232"/>
                  </a:lnTo>
                  <a:lnTo>
                    <a:pt x="202" y="1070"/>
                  </a:lnTo>
                  <a:lnTo>
                    <a:pt x="283" y="909"/>
                  </a:lnTo>
                  <a:lnTo>
                    <a:pt x="384" y="768"/>
                  </a:lnTo>
                  <a:lnTo>
                    <a:pt x="505" y="646"/>
                  </a:lnTo>
                  <a:lnTo>
                    <a:pt x="646" y="546"/>
                  </a:lnTo>
                  <a:lnTo>
                    <a:pt x="808" y="445"/>
                  </a:lnTo>
                  <a:lnTo>
                    <a:pt x="969" y="384"/>
                  </a:lnTo>
                  <a:lnTo>
                    <a:pt x="1131" y="324"/>
                  </a:lnTo>
                  <a:lnTo>
                    <a:pt x="1312" y="263"/>
                  </a:lnTo>
                  <a:lnTo>
                    <a:pt x="1655" y="202"/>
                  </a:lnTo>
                  <a:lnTo>
                    <a:pt x="2019" y="142"/>
                  </a:lnTo>
                  <a:lnTo>
                    <a:pt x="2725" y="102"/>
                  </a:lnTo>
                  <a:lnTo>
                    <a:pt x="3431" y="81"/>
                  </a:lnTo>
                  <a:close/>
                  <a:moveTo>
                    <a:pt x="3431" y="1"/>
                  </a:moveTo>
                  <a:lnTo>
                    <a:pt x="2725" y="21"/>
                  </a:lnTo>
                  <a:lnTo>
                    <a:pt x="2019" y="61"/>
                  </a:lnTo>
                  <a:lnTo>
                    <a:pt x="1655" y="122"/>
                  </a:lnTo>
                  <a:lnTo>
                    <a:pt x="1272" y="182"/>
                  </a:lnTo>
                  <a:lnTo>
                    <a:pt x="1111" y="243"/>
                  </a:lnTo>
                  <a:lnTo>
                    <a:pt x="929" y="303"/>
                  </a:lnTo>
                  <a:lnTo>
                    <a:pt x="767" y="384"/>
                  </a:lnTo>
                  <a:lnTo>
                    <a:pt x="606" y="485"/>
                  </a:lnTo>
                  <a:lnTo>
                    <a:pt x="465" y="586"/>
                  </a:lnTo>
                  <a:lnTo>
                    <a:pt x="323" y="727"/>
                  </a:lnTo>
                  <a:lnTo>
                    <a:pt x="223" y="868"/>
                  </a:lnTo>
                  <a:lnTo>
                    <a:pt x="122" y="1050"/>
                  </a:lnTo>
                  <a:lnTo>
                    <a:pt x="41" y="1211"/>
                  </a:lnTo>
                  <a:lnTo>
                    <a:pt x="21" y="1393"/>
                  </a:lnTo>
                  <a:lnTo>
                    <a:pt x="1" y="1595"/>
                  </a:lnTo>
                  <a:lnTo>
                    <a:pt x="41" y="1777"/>
                  </a:lnTo>
                  <a:lnTo>
                    <a:pt x="102" y="1918"/>
                  </a:lnTo>
                  <a:lnTo>
                    <a:pt x="162" y="2059"/>
                  </a:lnTo>
                  <a:lnTo>
                    <a:pt x="263" y="2200"/>
                  </a:lnTo>
                  <a:lnTo>
                    <a:pt x="364" y="2342"/>
                  </a:lnTo>
                  <a:lnTo>
                    <a:pt x="586" y="2604"/>
                  </a:lnTo>
                  <a:lnTo>
                    <a:pt x="868" y="2866"/>
                  </a:lnTo>
                  <a:lnTo>
                    <a:pt x="1191" y="3108"/>
                  </a:lnTo>
                  <a:lnTo>
                    <a:pt x="1514" y="3351"/>
                  </a:lnTo>
                  <a:lnTo>
                    <a:pt x="2180" y="3795"/>
                  </a:lnTo>
                  <a:lnTo>
                    <a:pt x="2604" y="4077"/>
                  </a:lnTo>
                  <a:lnTo>
                    <a:pt x="2947" y="4339"/>
                  </a:lnTo>
                  <a:lnTo>
                    <a:pt x="3794" y="5026"/>
                  </a:lnTo>
                  <a:lnTo>
                    <a:pt x="4662" y="5752"/>
                  </a:lnTo>
                  <a:lnTo>
                    <a:pt x="5550" y="6539"/>
                  </a:lnTo>
                  <a:lnTo>
                    <a:pt x="6499" y="7366"/>
                  </a:lnTo>
                  <a:lnTo>
                    <a:pt x="7649" y="8436"/>
                  </a:lnTo>
                  <a:lnTo>
                    <a:pt x="8799" y="9526"/>
                  </a:lnTo>
                  <a:lnTo>
                    <a:pt x="11079" y="11705"/>
                  </a:lnTo>
                  <a:lnTo>
                    <a:pt x="13279" y="13804"/>
                  </a:lnTo>
                  <a:lnTo>
                    <a:pt x="14369" y="14853"/>
                  </a:lnTo>
                  <a:lnTo>
                    <a:pt x="15358" y="15761"/>
                  </a:lnTo>
                  <a:lnTo>
                    <a:pt x="16286" y="16609"/>
                  </a:lnTo>
                  <a:lnTo>
                    <a:pt x="17174" y="17376"/>
                  </a:lnTo>
                  <a:lnTo>
                    <a:pt x="17355" y="17537"/>
                  </a:lnTo>
                  <a:lnTo>
                    <a:pt x="17598" y="17678"/>
                  </a:lnTo>
                  <a:lnTo>
                    <a:pt x="17719" y="17739"/>
                  </a:lnTo>
                  <a:lnTo>
                    <a:pt x="17860" y="17800"/>
                  </a:lnTo>
                  <a:lnTo>
                    <a:pt x="18001" y="17840"/>
                  </a:lnTo>
                  <a:lnTo>
                    <a:pt x="18142" y="17860"/>
                  </a:lnTo>
                  <a:lnTo>
                    <a:pt x="18243" y="17840"/>
                  </a:lnTo>
                  <a:lnTo>
                    <a:pt x="18344" y="17820"/>
                  </a:lnTo>
                  <a:lnTo>
                    <a:pt x="18445" y="17779"/>
                  </a:lnTo>
                  <a:lnTo>
                    <a:pt x="18526" y="17719"/>
                  </a:lnTo>
                  <a:lnTo>
                    <a:pt x="18647" y="17598"/>
                  </a:lnTo>
                  <a:lnTo>
                    <a:pt x="18707" y="17456"/>
                  </a:lnTo>
                  <a:lnTo>
                    <a:pt x="18768" y="17315"/>
                  </a:lnTo>
                  <a:lnTo>
                    <a:pt x="18808" y="17174"/>
                  </a:lnTo>
                  <a:lnTo>
                    <a:pt x="18869" y="16891"/>
                  </a:lnTo>
                  <a:lnTo>
                    <a:pt x="18909" y="16589"/>
                  </a:lnTo>
                  <a:lnTo>
                    <a:pt x="18929" y="16306"/>
                  </a:lnTo>
                  <a:lnTo>
                    <a:pt x="18929" y="16003"/>
                  </a:lnTo>
                  <a:lnTo>
                    <a:pt x="18909" y="15721"/>
                  </a:lnTo>
                  <a:lnTo>
                    <a:pt x="18889" y="15418"/>
                  </a:lnTo>
                  <a:lnTo>
                    <a:pt x="18849" y="15136"/>
                  </a:lnTo>
                  <a:lnTo>
                    <a:pt x="18788" y="14853"/>
                  </a:lnTo>
                  <a:lnTo>
                    <a:pt x="18647" y="14268"/>
                  </a:lnTo>
                  <a:lnTo>
                    <a:pt x="18465" y="13703"/>
                  </a:lnTo>
                  <a:lnTo>
                    <a:pt x="18264" y="13138"/>
                  </a:lnTo>
                  <a:lnTo>
                    <a:pt x="18042" y="12573"/>
                  </a:lnTo>
                  <a:lnTo>
                    <a:pt x="17577" y="11382"/>
                  </a:lnTo>
                  <a:lnTo>
                    <a:pt x="17053" y="10192"/>
                  </a:lnTo>
                  <a:lnTo>
                    <a:pt x="16770" y="9586"/>
                  </a:lnTo>
                  <a:lnTo>
                    <a:pt x="16468" y="8981"/>
                  </a:lnTo>
                  <a:lnTo>
                    <a:pt x="16145" y="8375"/>
                  </a:lnTo>
                  <a:lnTo>
                    <a:pt x="15822" y="7790"/>
                  </a:lnTo>
                  <a:lnTo>
                    <a:pt x="15479" y="7205"/>
                  </a:lnTo>
                  <a:lnTo>
                    <a:pt x="15115" y="6620"/>
                  </a:lnTo>
                  <a:lnTo>
                    <a:pt x="14732" y="6055"/>
                  </a:lnTo>
                  <a:lnTo>
                    <a:pt x="14308" y="5510"/>
                  </a:lnTo>
                  <a:lnTo>
                    <a:pt x="13884" y="4965"/>
                  </a:lnTo>
                  <a:lnTo>
                    <a:pt x="13441" y="4460"/>
                  </a:lnTo>
                  <a:lnTo>
                    <a:pt x="12956" y="3956"/>
                  </a:lnTo>
                  <a:lnTo>
                    <a:pt x="12452" y="3492"/>
                  </a:lnTo>
                  <a:lnTo>
                    <a:pt x="11927" y="3028"/>
                  </a:lnTo>
                  <a:lnTo>
                    <a:pt x="11362" y="2604"/>
                  </a:lnTo>
                  <a:lnTo>
                    <a:pt x="10777" y="2200"/>
                  </a:lnTo>
                  <a:lnTo>
                    <a:pt x="10171" y="1837"/>
                  </a:lnTo>
                  <a:lnTo>
                    <a:pt x="9546" y="1494"/>
                  </a:lnTo>
                  <a:lnTo>
                    <a:pt x="8900" y="1191"/>
                  </a:lnTo>
                  <a:lnTo>
                    <a:pt x="8254" y="929"/>
                  </a:lnTo>
                  <a:lnTo>
                    <a:pt x="7588" y="687"/>
                  </a:lnTo>
                  <a:lnTo>
                    <a:pt x="6902" y="485"/>
                  </a:lnTo>
                  <a:lnTo>
                    <a:pt x="6216" y="324"/>
                  </a:lnTo>
                  <a:lnTo>
                    <a:pt x="5530" y="182"/>
                  </a:lnTo>
                  <a:lnTo>
                    <a:pt x="4824" y="81"/>
                  </a:lnTo>
                  <a:lnTo>
                    <a:pt x="4138" y="21"/>
                  </a:lnTo>
                  <a:lnTo>
                    <a:pt x="3431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61" name="Google Shape;761;p10"/>
            <p:cNvSpPr/>
            <p:nvPr/>
          </p:nvSpPr>
          <p:spPr>
            <a:xfrm flipH="1">
              <a:off x="-459496" y="-4947101"/>
              <a:ext cx="453633" cy="455870"/>
            </a:xfrm>
            <a:custGeom>
              <a:rect b="b" l="l" r="r" t="t"/>
              <a:pathLst>
                <a:path extrusionOk="0" h="8154" w="8114">
                  <a:moveTo>
                    <a:pt x="1010" y="81"/>
                  </a:moveTo>
                  <a:lnTo>
                    <a:pt x="1151" y="101"/>
                  </a:lnTo>
                  <a:lnTo>
                    <a:pt x="1413" y="162"/>
                  </a:lnTo>
                  <a:lnTo>
                    <a:pt x="1696" y="263"/>
                  </a:lnTo>
                  <a:lnTo>
                    <a:pt x="1938" y="384"/>
                  </a:lnTo>
                  <a:lnTo>
                    <a:pt x="2200" y="545"/>
                  </a:lnTo>
                  <a:lnTo>
                    <a:pt x="2422" y="707"/>
                  </a:lnTo>
                  <a:lnTo>
                    <a:pt x="2644" y="888"/>
                  </a:lnTo>
                  <a:lnTo>
                    <a:pt x="3108" y="1251"/>
                  </a:lnTo>
                  <a:lnTo>
                    <a:pt x="3552" y="1635"/>
                  </a:lnTo>
                  <a:lnTo>
                    <a:pt x="3976" y="2039"/>
                  </a:lnTo>
                  <a:lnTo>
                    <a:pt x="4400" y="2422"/>
                  </a:lnTo>
                  <a:lnTo>
                    <a:pt x="4783" y="2826"/>
                  </a:lnTo>
                  <a:lnTo>
                    <a:pt x="5167" y="3229"/>
                  </a:lnTo>
                  <a:lnTo>
                    <a:pt x="5530" y="3653"/>
                  </a:lnTo>
                  <a:lnTo>
                    <a:pt x="5873" y="4077"/>
                  </a:lnTo>
                  <a:lnTo>
                    <a:pt x="6196" y="4500"/>
                  </a:lnTo>
                  <a:lnTo>
                    <a:pt x="6499" y="4924"/>
                  </a:lnTo>
                  <a:lnTo>
                    <a:pt x="6781" y="5348"/>
                  </a:lnTo>
                  <a:lnTo>
                    <a:pt x="7064" y="5792"/>
                  </a:lnTo>
                  <a:lnTo>
                    <a:pt x="7306" y="6236"/>
                  </a:lnTo>
                  <a:lnTo>
                    <a:pt x="7548" y="6680"/>
                  </a:lnTo>
                  <a:lnTo>
                    <a:pt x="7770" y="7144"/>
                  </a:lnTo>
                  <a:lnTo>
                    <a:pt x="7972" y="7588"/>
                  </a:lnTo>
                  <a:lnTo>
                    <a:pt x="8012" y="7729"/>
                  </a:lnTo>
                  <a:lnTo>
                    <a:pt x="8032" y="7871"/>
                  </a:lnTo>
                  <a:lnTo>
                    <a:pt x="8032" y="7931"/>
                  </a:lnTo>
                  <a:lnTo>
                    <a:pt x="8012" y="7992"/>
                  </a:lnTo>
                  <a:lnTo>
                    <a:pt x="7972" y="8032"/>
                  </a:lnTo>
                  <a:lnTo>
                    <a:pt x="7932" y="8052"/>
                  </a:lnTo>
                  <a:lnTo>
                    <a:pt x="7851" y="8072"/>
                  </a:lnTo>
                  <a:lnTo>
                    <a:pt x="7790" y="8072"/>
                  </a:lnTo>
                  <a:lnTo>
                    <a:pt x="7649" y="8012"/>
                  </a:lnTo>
                  <a:lnTo>
                    <a:pt x="7346" y="7830"/>
                  </a:lnTo>
                  <a:lnTo>
                    <a:pt x="7084" y="7628"/>
                  </a:lnTo>
                  <a:lnTo>
                    <a:pt x="6822" y="7386"/>
                  </a:lnTo>
                  <a:lnTo>
                    <a:pt x="6559" y="7164"/>
                  </a:lnTo>
                  <a:lnTo>
                    <a:pt x="2523" y="3310"/>
                  </a:lnTo>
                  <a:lnTo>
                    <a:pt x="2180" y="3007"/>
                  </a:lnTo>
                  <a:lnTo>
                    <a:pt x="1514" y="2462"/>
                  </a:lnTo>
                  <a:lnTo>
                    <a:pt x="1151" y="2119"/>
                  </a:lnTo>
                  <a:lnTo>
                    <a:pt x="808" y="1776"/>
                  </a:lnTo>
                  <a:lnTo>
                    <a:pt x="485" y="1413"/>
                  </a:lnTo>
                  <a:lnTo>
                    <a:pt x="364" y="1251"/>
                  </a:lnTo>
                  <a:lnTo>
                    <a:pt x="243" y="1070"/>
                  </a:lnTo>
                  <a:lnTo>
                    <a:pt x="162" y="908"/>
                  </a:lnTo>
                  <a:lnTo>
                    <a:pt x="102" y="767"/>
                  </a:lnTo>
                  <a:lnTo>
                    <a:pt x="81" y="626"/>
                  </a:lnTo>
                  <a:lnTo>
                    <a:pt x="81" y="485"/>
                  </a:lnTo>
                  <a:lnTo>
                    <a:pt x="122" y="424"/>
                  </a:lnTo>
                  <a:lnTo>
                    <a:pt x="142" y="364"/>
                  </a:lnTo>
                  <a:lnTo>
                    <a:pt x="243" y="263"/>
                  </a:lnTo>
                  <a:lnTo>
                    <a:pt x="404" y="182"/>
                  </a:lnTo>
                  <a:lnTo>
                    <a:pt x="606" y="101"/>
                  </a:lnTo>
                  <a:lnTo>
                    <a:pt x="747" y="81"/>
                  </a:lnTo>
                  <a:close/>
                  <a:moveTo>
                    <a:pt x="727" y="0"/>
                  </a:moveTo>
                  <a:lnTo>
                    <a:pt x="586" y="41"/>
                  </a:lnTo>
                  <a:lnTo>
                    <a:pt x="364" y="101"/>
                  </a:lnTo>
                  <a:lnTo>
                    <a:pt x="203" y="202"/>
                  </a:lnTo>
                  <a:lnTo>
                    <a:pt x="122" y="263"/>
                  </a:lnTo>
                  <a:lnTo>
                    <a:pt x="81" y="323"/>
                  </a:lnTo>
                  <a:lnTo>
                    <a:pt x="41" y="384"/>
                  </a:lnTo>
                  <a:lnTo>
                    <a:pt x="21" y="464"/>
                  </a:lnTo>
                  <a:lnTo>
                    <a:pt x="1" y="606"/>
                  </a:lnTo>
                  <a:lnTo>
                    <a:pt x="21" y="767"/>
                  </a:lnTo>
                  <a:lnTo>
                    <a:pt x="81" y="908"/>
                  </a:lnTo>
                  <a:lnTo>
                    <a:pt x="162" y="1090"/>
                  </a:lnTo>
                  <a:lnTo>
                    <a:pt x="263" y="1251"/>
                  </a:lnTo>
                  <a:lnTo>
                    <a:pt x="404" y="1433"/>
                  </a:lnTo>
                  <a:lnTo>
                    <a:pt x="707" y="1796"/>
                  </a:lnTo>
                  <a:lnTo>
                    <a:pt x="1070" y="2139"/>
                  </a:lnTo>
                  <a:lnTo>
                    <a:pt x="1434" y="2482"/>
                  </a:lnTo>
                  <a:lnTo>
                    <a:pt x="2120" y="3088"/>
                  </a:lnTo>
                  <a:lnTo>
                    <a:pt x="2463" y="3370"/>
                  </a:lnTo>
                  <a:lnTo>
                    <a:pt x="6499" y="7225"/>
                  </a:lnTo>
                  <a:lnTo>
                    <a:pt x="6761" y="7467"/>
                  </a:lnTo>
                  <a:lnTo>
                    <a:pt x="7023" y="7689"/>
                  </a:lnTo>
                  <a:lnTo>
                    <a:pt x="7306" y="7911"/>
                  </a:lnTo>
                  <a:lnTo>
                    <a:pt x="7609" y="8093"/>
                  </a:lnTo>
                  <a:lnTo>
                    <a:pt x="7730" y="8133"/>
                  </a:lnTo>
                  <a:lnTo>
                    <a:pt x="7851" y="8153"/>
                  </a:lnTo>
                  <a:lnTo>
                    <a:pt x="7911" y="8153"/>
                  </a:lnTo>
                  <a:lnTo>
                    <a:pt x="7972" y="8133"/>
                  </a:lnTo>
                  <a:lnTo>
                    <a:pt x="8032" y="8093"/>
                  </a:lnTo>
                  <a:lnTo>
                    <a:pt x="8073" y="8032"/>
                  </a:lnTo>
                  <a:lnTo>
                    <a:pt x="8093" y="7971"/>
                  </a:lnTo>
                  <a:lnTo>
                    <a:pt x="8113" y="7891"/>
                  </a:lnTo>
                  <a:lnTo>
                    <a:pt x="8093" y="7729"/>
                  </a:lnTo>
                  <a:lnTo>
                    <a:pt x="8032" y="7568"/>
                  </a:lnTo>
                  <a:lnTo>
                    <a:pt x="7831" y="7104"/>
                  </a:lnTo>
                  <a:lnTo>
                    <a:pt x="7629" y="6640"/>
                  </a:lnTo>
                  <a:lnTo>
                    <a:pt x="7387" y="6196"/>
                  </a:lnTo>
                  <a:lnTo>
                    <a:pt x="7124" y="5752"/>
                  </a:lnTo>
                  <a:lnTo>
                    <a:pt x="6862" y="5308"/>
                  </a:lnTo>
                  <a:lnTo>
                    <a:pt x="6559" y="4884"/>
                  </a:lnTo>
                  <a:lnTo>
                    <a:pt x="6257" y="4440"/>
                  </a:lnTo>
                  <a:lnTo>
                    <a:pt x="5934" y="4016"/>
                  </a:lnTo>
                  <a:lnTo>
                    <a:pt x="5591" y="3592"/>
                  </a:lnTo>
                  <a:lnTo>
                    <a:pt x="5227" y="3189"/>
                  </a:lnTo>
                  <a:lnTo>
                    <a:pt x="4844" y="2785"/>
                  </a:lnTo>
                  <a:lnTo>
                    <a:pt x="4461" y="2382"/>
                  </a:lnTo>
                  <a:lnTo>
                    <a:pt x="4037" y="1978"/>
                  </a:lnTo>
                  <a:lnTo>
                    <a:pt x="3613" y="1574"/>
                  </a:lnTo>
                  <a:lnTo>
                    <a:pt x="3169" y="1191"/>
                  </a:lnTo>
                  <a:lnTo>
                    <a:pt x="2705" y="808"/>
                  </a:lnTo>
                  <a:lnTo>
                    <a:pt x="2463" y="646"/>
                  </a:lnTo>
                  <a:lnTo>
                    <a:pt x="2221" y="464"/>
                  </a:lnTo>
                  <a:lnTo>
                    <a:pt x="1978" y="323"/>
                  </a:lnTo>
                  <a:lnTo>
                    <a:pt x="1716" y="182"/>
                  </a:lnTo>
                  <a:lnTo>
                    <a:pt x="1434" y="81"/>
                  </a:lnTo>
                  <a:lnTo>
                    <a:pt x="1151" y="21"/>
                  </a:lnTo>
                  <a:lnTo>
                    <a:pt x="1010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762" name="Google Shape;762;p10"/>
          <p:cNvGrpSpPr/>
          <p:nvPr/>
        </p:nvGrpSpPr>
        <p:grpSpPr>
          <a:xfrm>
            <a:off x="-1975258" y="34168"/>
            <a:ext cx="2383952" cy="1642730"/>
            <a:chOff x="497192" y="-5154682"/>
            <a:chExt cx="2383952" cy="1642730"/>
          </a:xfrm>
        </p:grpSpPr>
        <p:sp>
          <p:nvSpPr>
            <p:cNvPr id="763" name="Google Shape;763;p10"/>
            <p:cNvSpPr/>
            <p:nvPr/>
          </p:nvSpPr>
          <p:spPr>
            <a:xfrm flipH="1">
              <a:off x="497192" y="-5154682"/>
              <a:ext cx="2383952" cy="1642730"/>
            </a:xfrm>
            <a:custGeom>
              <a:rect b="b" l="l" r="r" t="t"/>
              <a:pathLst>
                <a:path extrusionOk="0" h="29383" w="42641">
                  <a:moveTo>
                    <a:pt x="9364" y="81"/>
                  </a:moveTo>
                  <a:lnTo>
                    <a:pt x="10796" y="141"/>
                  </a:lnTo>
                  <a:lnTo>
                    <a:pt x="12209" y="222"/>
                  </a:lnTo>
                  <a:lnTo>
                    <a:pt x="13642" y="363"/>
                  </a:lnTo>
                  <a:lnTo>
                    <a:pt x="15054" y="505"/>
                  </a:lnTo>
                  <a:lnTo>
                    <a:pt x="16467" y="706"/>
                  </a:lnTo>
                  <a:lnTo>
                    <a:pt x="17880" y="928"/>
                  </a:lnTo>
                  <a:lnTo>
                    <a:pt x="19292" y="1191"/>
                  </a:lnTo>
                  <a:lnTo>
                    <a:pt x="20685" y="1494"/>
                  </a:lnTo>
                  <a:lnTo>
                    <a:pt x="22077" y="1816"/>
                  </a:lnTo>
                  <a:lnTo>
                    <a:pt x="23469" y="2180"/>
                  </a:lnTo>
                  <a:lnTo>
                    <a:pt x="24842" y="2563"/>
                  </a:lnTo>
                  <a:lnTo>
                    <a:pt x="26194" y="2987"/>
                  </a:lnTo>
                  <a:lnTo>
                    <a:pt x="27546" y="3451"/>
                  </a:lnTo>
                  <a:lnTo>
                    <a:pt x="28878" y="3935"/>
                  </a:lnTo>
                  <a:lnTo>
                    <a:pt x="30210" y="4460"/>
                  </a:lnTo>
                  <a:lnTo>
                    <a:pt x="31340" y="4944"/>
                  </a:lnTo>
                  <a:lnTo>
                    <a:pt x="32409" y="5429"/>
                  </a:lnTo>
                  <a:lnTo>
                    <a:pt x="33418" y="5933"/>
                  </a:lnTo>
                  <a:lnTo>
                    <a:pt x="34346" y="6438"/>
                  </a:lnTo>
                  <a:lnTo>
                    <a:pt x="35234" y="6962"/>
                  </a:lnTo>
                  <a:lnTo>
                    <a:pt x="36062" y="7487"/>
                  </a:lnTo>
                  <a:lnTo>
                    <a:pt x="36829" y="8032"/>
                  </a:lnTo>
                  <a:lnTo>
                    <a:pt x="37555" y="8597"/>
                  </a:lnTo>
                  <a:lnTo>
                    <a:pt x="37979" y="8960"/>
                  </a:lnTo>
                  <a:lnTo>
                    <a:pt x="38403" y="9344"/>
                  </a:lnTo>
                  <a:lnTo>
                    <a:pt x="38806" y="9727"/>
                  </a:lnTo>
                  <a:lnTo>
                    <a:pt x="39190" y="10131"/>
                  </a:lnTo>
                  <a:lnTo>
                    <a:pt x="39573" y="10534"/>
                  </a:lnTo>
                  <a:lnTo>
                    <a:pt x="39916" y="10938"/>
                  </a:lnTo>
                  <a:lnTo>
                    <a:pt x="40239" y="11362"/>
                  </a:lnTo>
                  <a:lnTo>
                    <a:pt x="40562" y="11785"/>
                  </a:lnTo>
                  <a:lnTo>
                    <a:pt x="40844" y="12209"/>
                  </a:lnTo>
                  <a:lnTo>
                    <a:pt x="41127" y="12653"/>
                  </a:lnTo>
                  <a:lnTo>
                    <a:pt x="41369" y="13097"/>
                  </a:lnTo>
                  <a:lnTo>
                    <a:pt x="41611" y="13541"/>
                  </a:lnTo>
                  <a:lnTo>
                    <a:pt x="41813" y="14005"/>
                  </a:lnTo>
                  <a:lnTo>
                    <a:pt x="42015" y="14469"/>
                  </a:lnTo>
                  <a:lnTo>
                    <a:pt x="42176" y="14913"/>
                  </a:lnTo>
                  <a:lnTo>
                    <a:pt x="42338" y="15398"/>
                  </a:lnTo>
                  <a:lnTo>
                    <a:pt x="42459" y="15862"/>
                  </a:lnTo>
                  <a:lnTo>
                    <a:pt x="42499" y="16104"/>
                  </a:lnTo>
                  <a:lnTo>
                    <a:pt x="42540" y="16366"/>
                  </a:lnTo>
                  <a:lnTo>
                    <a:pt x="42560" y="16608"/>
                  </a:lnTo>
                  <a:lnTo>
                    <a:pt x="42560" y="16851"/>
                  </a:lnTo>
                  <a:lnTo>
                    <a:pt x="42540" y="17113"/>
                  </a:lnTo>
                  <a:lnTo>
                    <a:pt x="42519" y="17355"/>
                  </a:lnTo>
                  <a:lnTo>
                    <a:pt x="42479" y="17577"/>
                  </a:lnTo>
                  <a:lnTo>
                    <a:pt x="42418" y="17799"/>
                  </a:lnTo>
                  <a:lnTo>
                    <a:pt x="42338" y="18021"/>
                  </a:lnTo>
                  <a:lnTo>
                    <a:pt x="42217" y="18223"/>
                  </a:lnTo>
                  <a:lnTo>
                    <a:pt x="42096" y="18404"/>
                  </a:lnTo>
                  <a:lnTo>
                    <a:pt x="41954" y="18566"/>
                  </a:lnTo>
                  <a:lnTo>
                    <a:pt x="41773" y="18707"/>
                  </a:lnTo>
                  <a:lnTo>
                    <a:pt x="41571" y="18848"/>
                  </a:lnTo>
                  <a:lnTo>
                    <a:pt x="41409" y="18909"/>
                  </a:lnTo>
                  <a:lnTo>
                    <a:pt x="41228" y="18969"/>
                  </a:lnTo>
                  <a:lnTo>
                    <a:pt x="41046" y="19010"/>
                  </a:lnTo>
                  <a:lnTo>
                    <a:pt x="40865" y="19050"/>
                  </a:lnTo>
                  <a:lnTo>
                    <a:pt x="40461" y="19070"/>
                  </a:lnTo>
                  <a:lnTo>
                    <a:pt x="40057" y="19070"/>
                  </a:lnTo>
                  <a:lnTo>
                    <a:pt x="38948" y="19050"/>
                  </a:lnTo>
                  <a:lnTo>
                    <a:pt x="37838" y="19010"/>
                  </a:lnTo>
                  <a:lnTo>
                    <a:pt x="35618" y="18909"/>
                  </a:lnTo>
                  <a:lnTo>
                    <a:pt x="33398" y="18788"/>
                  </a:lnTo>
                  <a:lnTo>
                    <a:pt x="31198" y="18626"/>
                  </a:lnTo>
                  <a:lnTo>
                    <a:pt x="28918" y="18485"/>
                  </a:lnTo>
                  <a:lnTo>
                    <a:pt x="26597" y="18344"/>
                  </a:lnTo>
                  <a:lnTo>
                    <a:pt x="24277" y="18243"/>
                  </a:lnTo>
                  <a:lnTo>
                    <a:pt x="23126" y="18223"/>
                  </a:lnTo>
                  <a:lnTo>
                    <a:pt x="21956" y="18203"/>
                  </a:lnTo>
                  <a:lnTo>
                    <a:pt x="20806" y="18182"/>
                  </a:lnTo>
                  <a:lnTo>
                    <a:pt x="19635" y="18203"/>
                  </a:lnTo>
                  <a:lnTo>
                    <a:pt x="18465" y="18243"/>
                  </a:lnTo>
                  <a:lnTo>
                    <a:pt x="17315" y="18304"/>
                  </a:lnTo>
                  <a:lnTo>
                    <a:pt x="16164" y="18384"/>
                  </a:lnTo>
                  <a:lnTo>
                    <a:pt x="14994" y="18485"/>
                  </a:lnTo>
                  <a:lnTo>
                    <a:pt x="13844" y="18626"/>
                  </a:lnTo>
                  <a:lnTo>
                    <a:pt x="12693" y="18788"/>
                  </a:lnTo>
                  <a:lnTo>
                    <a:pt x="12007" y="18909"/>
                  </a:lnTo>
                  <a:lnTo>
                    <a:pt x="11321" y="19050"/>
                  </a:lnTo>
                  <a:lnTo>
                    <a:pt x="10615" y="19232"/>
                  </a:lnTo>
                  <a:lnTo>
                    <a:pt x="10272" y="19333"/>
                  </a:lnTo>
                  <a:lnTo>
                    <a:pt x="9929" y="19454"/>
                  </a:lnTo>
                  <a:lnTo>
                    <a:pt x="9586" y="19595"/>
                  </a:lnTo>
                  <a:lnTo>
                    <a:pt x="9263" y="19736"/>
                  </a:lnTo>
                  <a:lnTo>
                    <a:pt x="8940" y="19898"/>
                  </a:lnTo>
                  <a:lnTo>
                    <a:pt x="8617" y="20059"/>
                  </a:lnTo>
                  <a:lnTo>
                    <a:pt x="8314" y="20261"/>
                  </a:lnTo>
                  <a:lnTo>
                    <a:pt x="8032" y="20463"/>
                  </a:lnTo>
                  <a:lnTo>
                    <a:pt x="7749" y="20705"/>
                  </a:lnTo>
                  <a:lnTo>
                    <a:pt x="7487" y="20947"/>
                  </a:lnTo>
                  <a:lnTo>
                    <a:pt x="7245" y="21230"/>
                  </a:lnTo>
                  <a:lnTo>
                    <a:pt x="7003" y="21512"/>
                  </a:lnTo>
                  <a:lnTo>
                    <a:pt x="6801" y="21815"/>
                  </a:lnTo>
                  <a:lnTo>
                    <a:pt x="6619" y="22118"/>
                  </a:lnTo>
                  <a:lnTo>
                    <a:pt x="6458" y="22440"/>
                  </a:lnTo>
                  <a:lnTo>
                    <a:pt x="6316" y="22763"/>
                  </a:lnTo>
                  <a:lnTo>
                    <a:pt x="6195" y="23086"/>
                  </a:lnTo>
                  <a:lnTo>
                    <a:pt x="6094" y="23429"/>
                  </a:lnTo>
                  <a:lnTo>
                    <a:pt x="5994" y="23752"/>
                  </a:lnTo>
                  <a:lnTo>
                    <a:pt x="5913" y="24075"/>
                  </a:lnTo>
                  <a:lnTo>
                    <a:pt x="5792" y="24701"/>
                  </a:lnTo>
                  <a:lnTo>
                    <a:pt x="5711" y="25306"/>
                  </a:lnTo>
                  <a:lnTo>
                    <a:pt x="5650" y="25871"/>
                  </a:lnTo>
                  <a:lnTo>
                    <a:pt x="5650" y="26154"/>
                  </a:lnTo>
                  <a:lnTo>
                    <a:pt x="5650" y="26497"/>
                  </a:lnTo>
                  <a:lnTo>
                    <a:pt x="5650" y="27243"/>
                  </a:lnTo>
                  <a:lnTo>
                    <a:pt x="5630" y="27627"/>
                  </a:lnTo>
                  <a:lnTo>
                    <a:pt x="5610" y="28010"/>
                  </a:lnTo>
                  <a:lnTo>
                    <a:pt x="5529" y="28373"/>
                  </a:lnTo>
                  <a:lnTo>
                    <a:pt x="5489" y="28555"/>
                  </a:lnTo>
                  <a:lnTo>
                    <a:pt x="5428" y="28696"/>
                  </a:lnTo>
                  <a:lnTo>
                    <a:pt x="5368" y="28838"/>
                  </a:lnTo>
                  <a:lnTo>
                    <a:pt x="5287" y="28979"/>
                  </a:lnTo>
                  <a:lnTo>
                    <a:pt x="5206" y="29080"/>
                  </a:lnTo>
                  <a:lnTo>
                    <a:pt x="5106" y="29181"/>
                  </a:lnTo>
                  <a:lnTo>
                    <a:pt x="5005" y="29221"/>
                  </a:lnTo>
                  <a:lnTo>
                    <a:pt x="4904" y="29261"/>
                  </a:lnTo>
                  <a:lnTo>
                    <a:pt x="4803" y="29281"/>
                  </a:lnTo>
                  <a:lnTo>
                    <a:pt x="4702" y="29302"/>
                  </a:lnTo>
                  <a:lnTo>
                    <a:pt x="4581" y="29302"/>
                  </a:lnTo>
                  <a:lnTo>
                    <a:pt x="4440" y="29281"/>
                  </a:lnTo>
                  <a:lnTo>
                    <a:pt x="4177" y="29201"/>
                  </a:lnTo>
                  <a:lnTo>
                    <a:pt x="3955" y="29100"/>
                  </a:lnTo>
                  <a:lnTo>
                    <a:pt x="3774" y="28959"/>
                  </a:lnTo>
                  <a:lnTo>
                    <a:pt x="3592" y="28797"/>
                  </a:lnTo>
                  <a:lnTo>
                    <a:pt x="3451" y="28616"/>
                  </a:lnTo>
                  <a:lnTo>
                    <a:pt x="3310" y="28414"/>
                  </a:lnTo>
                  <a:lnTo>
                    <a:pt x="3188" y="28192"/>
                  </a:lnTo>
                  <a:lnTo>
                    <a:pt x="2946" y="27728"/>
                  </a:lnTo>
                  <a:lnTo>
                    <a:pt x="2523" y="26678"/>
                  </a:lnTo>
                  <a:lnTo>
                    <a:pt x="2119" y="25629"/>
                  </a:lnTo>
                  <a:lnTo>
                    <a:pt x="1756" y="24539"/>
                  </a:lnTo>
                  <a:lnTo>
                    <a:pt x="1433" y="23429"/>
                  </a:lnTo>
                  <a:lnTo>
                    <a:pt x="1130" y="22279"/>
                  </a:lnTo>
                  <a:lnTo>
                    <a:pt x="868" y="21129"/>
                  </a:lnTo>
                  <a:lnTo>
                    <a:pt x="646" y="19938"/>
                  </a:lnTo>
                  <a:lnTo>
                    <a:pt x="464" y="18707"/>
                  </a:lnTo>
                  <a:lnTo>
                    <a:pt x="323" y="17476"/>
                  </a:lnTo>
                  <a:lnTo>
                    <a:pt x="202" y="16205"/>
                  </a:lnTo>
                  <a:lnTo>
                    <a:pt x="141" y="14913"/>
                  </a:lnTo>
                  <a:lnTo>
                    <a:pt x="101" y="13602"/>
                  </a:lnTo>
                  <a:lnTo>
                    <a:pt x="81" y="12250"/>
                  </a:lnTo>
                  <a:lnTo>
                    <a:pt x="121" y="10897"/>
                  </a:lnTo>
                  <a:lnTo>
                    <a:pt x="202" y="9505"/>
                  </a:lnTo>
                  <a:lnTo>
                    <a:pt x="303" y="8092"/>
                  </a:lnTo>
                  <a:lnTo>
                    <a:pt x="404" y="7144"/>
                  </a:lnTo>
                  <a:lnTo>
                    <a:pt x="464" y="6639"/>
                  </a:lnTo>
                  <a:lnTo>
                    <a:pt x="545" y="6135"/>
                  </a:lnTo>
                  <a:lnTo>
                    <a:pt x="646" y="5630"/>
                  </a:lnTo>
                  <a:lnTo>
                    <a:pt x="767" y="5106"/>
                  </a:lnTo>
                  <a:lnTo>
                    <a:pt x="928" y="4601"/>
                  </a:lnTo>
                  <a:lnTo>
                    <a:pt x="1090" y="4097"/>
                  </a:lnTo>
                  <a:lnTo>
                    <a:pt x="1292" y="3612"/>
                  </a:lnTo>
                  <a:lnTo>
                    <a:pt x="1514" y="3128"/>
                  </a:lnTo>
                  <a:lnTo>
                    <a:pt x="1776" y="2684"/>
                  </a:lnTo>
                  <a:lnTo>
                    <a:pt x="2058" y="2240"/>
                  </a:lnTo>
                  <a:lnTo>
                    <a:pt x="2220" y="2038"/>
                  </a:lnTo>
                  <a:lnTo>
                    <a:pt x="2381" y="1837"/>
                  </a:lnTo>
                  <a:lnTo>
                    <a:pt x="2563" y="1655"/>
                  </a:lnTo>
                  <a:lnTo>
                    <a:pt x="2765" y="1473"/>
                  </a:lnTo>
                  <a:lnTo>
                    <a:pt x="2967" y="1312"/>
                  </a:lnTo>
                  <a:lnTo>
                    <a:pt x="3168" y="1150"/>
                  </a:lnTo>
                  <a:lnTo>
                    <a:pt x="3390" y="989"/>
                  </a:lnTo>
                  <a:lnTo>
                    <a:pt x="3612" y="848"/>
                  </a:lnTo>
                  <a:lnTo>
                    <a:pt x="3854" y="727"/>
                  </a:lnTo>
                  <a:lnTo>
                    <a:pt x="4117" y="626"/>
                  </a:lnTo>
                  <a:lnTo>
                    <a:pt x="4359" y="525"/>
                  </a:lnTo>
                  <a:lnTo>
                    <a:pt x="4621" y="424"/>
                  </a:lnTo>
                  <a:lnTo>
                    <a:pt x="5146" y="303"/>
                  </a:lnTo>
                  <a:lnTo>
                    <a:pt x="5691" y="202"/>
                  </a:lnTo>
                  <a:lnTo>
                    <a:pt x="6236" y="141"/>
                  </a:lnTo>
                  <a:lnTo>
                    <a:pt x="6760" y="101"/>
                  </a:lnTo>
                  <a:lnTo>
                    <a:pt x="7305" y="81"/>
                  </a:lnTo>
                  <a:close/>
                  <a:moveTo>
                    <a:pt x="7305" y="0"/>
                  </a:moveTo>
                  <a:lnTo>
                    <a:pt x="6760" y="20"/>
                  </a:lnTo>
                  <a:lnTo>
                    <a:pt x="6215" y="61"/>
                  </a:lnTo>
                  <a:lnTo>
                    <a:pt x="5671" y="121"/>
                  </a:lnTo>
                  <a:lnTo>
                    <a:pt x="5126" y="222"/>
                  </a:lnTo>
                  <a:lnTo>
                    <a:pt x="4601" y="363"/>
                  </a:lnTo>
                  <a:lnTo>
                    <a:pt x="4339" y="444"/>
                  </a:lnTo>
                  <a:lnTo>
                    <a:pt x="4076" y="545"/>
                  </a:lnTo>
                  <a:lnTo>
                    <a:pt x="3834" y="666"/>
                  </a:lnTo>
                  <a:lnTo>
                    <a:pt x="3572" y="787"/>
                  </a:lnTo>
                  <a:lnTo>
                    <a:pt x="3350" y="928"/>
                  </a:lnTo>
                  <a:lnTo>
                    <a:pt x="3128" y="1070"/>
                  </a:lnTo>
                  <a:lnTo>
                    <a:pt x="2906" y="1231"/>
                  </a:lnTo>
                  <a:lnTo>
                    <a:pt x="2704" y="1413"/>
                  </a:lnTo>
                  <a:lnTo>
                    <a:pt x="2523" y="1594"/>
                  </a:lnTo>
                  <a:lnTo>
                    <a:pt x="2341" y="1776"/>
                  </a:lnTo>
                  <a:lnTo>
                    <a:pt x="2159" y="1978"/>
                  </a:lnTo>
                  <a:lnTo>
                    <a:pt x="1998" y="2200"/>
                  </a:lnTo>
                  <a:lnTo>
                    <a:pt x="1695" y="2624"/>
                  </a:lnTo>
                  <a:lnTo>
                    <a:pt x="1453" y="3088"/>
                  </a:lnTo>
                  <a:lnTo>
                    <a:pt x="1211" y="3572"/>
                  </a:lnTo>
                  <a:lnTo>
                    <a:pt x="1009" y="4056"/>
                  </a:lnTo>
                  <a:lnTo>
                    <a:pt x="848" y="4561"/>
                  </a:lnTo>
                  <a:lnTo>
                    <a:pt x="706" y="5086"/>
                  </a:lnTo>
                  <a:lnTo>
                    <a:pt x="585" y="5590"/>
                  </a:lnTo>
                  <a:lnTo>
                    <a:pt x="464" y="6115"/>
                  </a:lnTo>
                  <a:lnTo>
                    <a:pt x="383" y="6619"/>
                  </a:lnTo>
                  <a:lnTo>
                    <a:pt x="323" y="7124"/>
                  </a:lnTo>
                  <a:lnTo>
                    <a:pt x="222" y="8092"/>
                  </a:lnTo>
                  <a:lnTo>
                    <a:pt x="121" y="9505"/>
                  </a:lnTo>
                  <a:lnTo>
                    <a:pt x="40" y="10897"/>
                  </a:lnTo>
                  <a:lnTo>
                    <a:pt x="0" y="12250"/>
                  </a:lnTo>
                  <a:lnTo>
                    <a:pt x="20" y="13602"/>
                  </a:lnTo>
                  <a:lnTo>
                    <a:pt x="61" y="14913"/>
                  </a:lnTo>
                  <a:lnTo>
                    <a:pt x="121" y="16205"/>
                  </a:lnTo>
                  <a:lnTo>
                    <a:pt x="242" y="17476"/>
                  </a:lnTo>
                  <a:lnTo>
                    <a:pt x="383" y="18727"/>
                  </a:lnTo>
                  <a:lnTo>
                    <a:pt x="565" y="19938"/>
                  </a:lnTo>
                  <a:lnTo>
                    <a:pt x="787" y="21149"/>
                  </a:lnTo>
                  <a:lnTo>
                    <a:pt x="1049" y="22319"/>
                  </a:lnTo>
                  <a:lnTo>
                    <a:pt x="1352" y="23449"/>
                  </a:lnTo>
                  <a:lnTo>
                    <a:pt x="1675" y="24559"/>
                  </a:lnTo>
                  <a:lnTo>
                    <a:pt x="2038" y="25649"/>
                  </a:lnTo>
                  <a:lnTo>
                    <a:pt x="2442" y="26719"/>
                  </a:lnTo>
                  <a:lnTo>
                    <a:pt x="2886" y="27748"/>
                  </a:lnTo>
                  <a:lnTo>
                    <a:pt x="3108" y="28232"/>
                  </a:lnTo>
                  <a:lnTo>
                    <a:pt x="3249" y="28454"/>
                  </a:lnTo>
                  <a:lnTo>
                    <a:pt x="3390" y="28676"/>
                  </a:lnTo>
                  <a:lnTo>
                    <a:pt x="3552" y="28858"/>
                  </a:lnTo>
                  <a:lnTo>
                    <a:pt x="3733" y="29019"/>
                  </a:lnTo>
                  <a:lnTo>
                    <a:pt x="3915" y="29160"/>
                  </a:lnTo>
                  <a:lnTo>
                    <a:pt x="4137" y="29261"/>
                  </a:lnTo>
                  <a:lnTo>
                    <a:pt x="4419" y="29362"/>
                  </a:lnTo>
                  <a:lnTo>
                    <a:pt x="4541" y="29382"/>
                  </a:lnTo>
                  <a:lnTo>
                    <a:pt x="4662" y="29382"/>
                  </a:lnTo>
                  <a:lnTo>
                    <a:pt x="4803" y="29362"/>
                  </a:lnTo>
                  <a:lnTo>
                    <a:pt x="4924" y="29342"/>
                  </a:lnTo>
                  <a:lnTo>
                    <a:pt x="5045" y="29302"/>
                  </a:lnTo>
                  <a:lnTo>
                    <a:pt x="5146" y="29241"/>
                  </a:lnTo>
                  <a:lnTo>
                    <a:pt x="5247" y="29140"/>
                  </a:lnTo>
                  <a:lnTo>
                    <a:pt x="5348" y="29039"/>
                  </a:lnTo>
                  <a:lnTo>
                    <a:pt x="5428" y="28898"/>
                  </a:lnTo>
                  <a:lnTo>
                    <a:pt x="5509" y="28757"/>
                  </a:lnTo>
                  <a:lnTo>
                    <a:pt x="5570" y="28595"/>
                  </a:lnTo>
                  <a:lnTo>
                    <a:pt x="5610" y="28414"/>
                  </a:lnTo>
                  <a:lnTo>
                    <a:pt x="5671" y="28051"/>
                  </a:lnTo>
                  <a:lnTo>
                    <a:pt x="5711" y="27647"/>
                  </a:lnTo>
                  <a:lnTo>
                    <a:pt x="5731" y="27243"/>
                  </a:lnTo>
                  <a:lnTo>
                    <a:pt x="5731" y="26497"/>
                  </a:lnTo>
                  <a:lnTo>
                    <a:pt x="5731" y="26154"/>
                  </a:lnTo>
                  <a:lnTo>
                    <a:pt x="5731" y="25891"/>
                  </a:lnTo>
                  <a:lnTo>
                    <a:pt x="5792" y="25326"/>
                  </a:lnTo>
                  <a:lnTo>
                    <a:pt x="5872" y="24721"/>
                  </a:lnTo>
                  <a:lnTo>
                    <a:pt x="5994" y="24095"/>
                  </a:lnTo>
                  <a:lnTo>
                    <a:pt x="6074" y="23772"/>
                  </a:lnTo>
                  <a:lnTo>
                    <a:pt x="6155" y="23449"/>
                  </a:lnTo>
                  <a:lnTo>
                    <a:pt x="6276" y="23127"/>
                  </a:lnTo>
                  <a:lnTo>
                    <a:pt x="6397" y="22804"/>
                  </a:lnTo>
                  <a:lnTo>
                    <a:pt x="6538" y="22481"/>
                  </a:lnTo>
                  <a:lnTo>
                    <a:pt x="6700" y="22178"/>
                  </a:lnTo>
                  <a:lnTo>
                    <a:pt x="6881" y="21855"/>
                  </a:lnTo>
                  <a:lnTo>
                    <a:pt x="7083" y="21573"/>
                  </a:lnTo>
                  <a:lnTo>
                    <a:pt x="7305" y="21270"/>
                  </a:lnTo>
                  <a:lnTo>
                    <a:pt x="7547" y="21008"/>
                  </a:lnTo>
                  <a:lnTo>
                    <a:pt x="7810" y="20765"/>
                  </a:lnTo>
                  <a:lnTo>
                    <a:pt x="8092" y="20523"/>
                  </a:lnTo>
                  <a:lnTo>
                    <a:pt x="8375" y="20322"/>
                  </a:lnTo>
                  <a:lnTo>
                    <a:pt x="8677" y="20140"/>
                  </a:lnTo>
                  <a:lnTo>
                    <a:pt x="8980" y="19958"/>
                  </a:lnTo>
                  <a:lnTo>
                    <a:pt x="9303" y="19797"/>
                  </a:lnTo>
                  <a:lnTo>
                    <a:pt x="9626" y="19656"/>
                  </a:lnTo>
                  <a:lnTo>
                    <a:pt x="9969" y="19535"/>
                  </a:lnTo>
                  <a:lnTo>
                    <a:pt x="10292" y="19413"/>
                  </a:lnTo>
                  <a:lnTo>
                    <a:pt x="10635" y="19313"/>
                  </a:lnTo>
                  <a:lnTo>
                    <a:pt x="11341" y="19131"/>
                  </a:lnTo>
                  <a:lnTo>
                    <a:pt x="12027" y="18990"/>
                  </a:lnTo>
                  <a:lnTo>
                    <a:pt x="12713" y="18869"/>
                  </a:lnTo>
                  <a:lnTo>
                    <a:pt x="13864" y="18707"/>
                  </a:lnTo>
                  <a:lnTo>
                    <a:pt x="15014" y="18566"/>
                  </a:lnTo>
                  <a:lnTo>
                    <a:pt x="16164" y="18465"/>
                  </a:lnTo>
                  <a:lnTo>
                    <a:pt x="17315" y="18384"/>
                  </a:lnTo>
                  <a:lnTo>
                    <a:pt x="18485" y="18324"/>
                  </a:lnTo>
                  <a:lnTo>
                    <a:pt x="19635" y="18283"/>
                  </a:lnTo>
                  <a:lnTo>
                    <a:pt x="20806" y="18263"/>
                  </a:lnTo>
                  <a:lnTo>
                    <a:pt x="21956" y="18283"/>
                  </a:lnTo>
                  <a:lnTo>
                    <a:pt x="23126" y="18304"/>
                  </a:lnTo>
                  <a:lnTo>
                    <a:pt x="24277" y="18324"/>
                  </a:lnTo>
                  <a:lnTo>
                    <a:pt x="26597" y="18425"/>
                  </a:lnTo>
                  <a:lnTo>
                    <a:pt x="28918" y="18566"/>
                  </a:lnTo>
                  <a:lnTo>
                    <a:pt x="31198" y="18707"/>
                  </a:lnTo>
                  <a:lnTo>
                    <a:pt x="33398" y="18869"/>
                  </a:lnTo>
                  <a:lnTo>
                    <a:pt x="35618" y="18990"/>
                  </a:lnTo>
                  <a:lnTo>
                    <a:pt x="37838" y="19091"/>
                  </a:lnTo>
                  <a:lnTo>
                    <a:pt x="38948" y="19131"/>
                  </a:lnTo>
                  <a:lnTo>
                    <a:pt x="40057" y="19151"/>
                  </a:lnTo>
                  <a:lnTo>
                    <a:pt x="40481" y="19151"/>
                  </a:lnTo>
                  <a:lnTo>
                    <a:pt x="40885" y="19131"/>
                  </a:lnTo>
                  <a:lnTo>
                    <a:pt x="41066" y="19091"/>
                  </a:lnTo>
                  <a:lnTo>
                    <a:pt x="41248" y="19050"/>
                  </a:lnTo>
                  <a:lnTo>
                    <a:pt x="41430" y="18990"/>
                  </a:lnTo>
                  <a:lnTo>
                    <a:pt x="41611" y="18909"/>
                  </a:lnTo>
                  <a:lnTo>
                    <a:pt x="41813" y="18788"/>
                  </a:lnTo>
                  <a:lnTo>
                    <a:pt x="41995" y="18626"/>
                  </a:lnTo>
                  <a:lnTo>
                    <a:pt x="42156" y="18465"/>
                  </a:lnTo>
                  <a:lnTo>
                    <a:pt x="42297" y="18263"/>
                  </a:lnTo>
                  <a:lnTo>
                    <a:pt x="42398" y="18061"/>
                  </a:lnTo>
                  <a:lnTo>
                    <a:pt x="42479" y="17839"/>
                  </a:lnTo>
                  <a:lnTo>
                    <a:pt x="42560" y="17617"/>
                  </a:lnTo>
                  <a:lnTo>
                    <a:pt x="42600" y="17375"/>
                  </a:lnTo>
                  <a:lnTo>
                    <a:pt x="42620" y="17133"/>
                  </a:lnTo>
                  <a:lnTo>
                    <a:pt x="42640" y="16871"/>
                  </a:lnTo>
                  <a:lnTo>
                    <a:pt x="42640" y="16608"/>
                  </a:lnTo>
                  <a:lnTo>
                    <a:pt x="42620" y="16366"/>
                  </a:lnTo>
                  <a:lnTo>
                    <a:pt x="42580" y="16104"/>
                  </a:lnTo>
                  <a:lnTo>
                    <a:pt x="42540" y="15862"/>
                  </a:lnTo>
                  <a:lnTo>
                    <a:pt x="42418" y="15357"/>
                  </a:lnTo>
                  <a:lnTo>
                    <a:pt x="42257" y="14893"/>
                  </a:lnTo>
                  <a:lnTo>
                    <a:pt x="42096" y="14429"/>
                  </a:lnTo>
                  <a:lnTo>
                    <a:pt x="41894" y="13965"/>
                  </a:lnTo>
                  <a:lnTo>
                    <a:pt x="41672" y="13521"/>
                  </a:lnTo>
                  <a:lnTo>
                    <a:pt x="41450" y="13057"/>
                  </a:lnTo>
                  <a:lnTo>
                    <a:pt x="41187" y="12613"/>
                  </a:lnTo>
                  <a:lnTo>
                    <a:pt x="40925" y="12169"/>
                  </a:lnTo>
                  <a:lnTo>
                    <a:pt x="40622" y="11745"/>
                  </a:lnTo>
                  <a:lnTo>
                    <a:pt x="40320" y="11301"/>
                  </a:lnTo>
                  <a:lnTo>
                    <a:pt x="39977" y="10897"/>
                  </a:lnTo>
                  <a:lnTo>
                    <a:pt x="39634" y="10474"/>
                  </a:lnTo>
                  <a:lnTo>
                    <a:pt x="39250" y="10070"/>
                  </a:lnTo>
                  <a:lnTo>
                    <a:pt x="38867" y="9666"/>
                  </a:lnTo>
                  <a:lnTo>
                    <a:pt x="38463" y="9283"/>
                  </a:lnTo>
                  <a:lnTo>
                    <a:pt x="38039" y="8900"/>
                  </a:lnTo>
                  <a:lnTo>
                    <a:pt x="37595" y="8536"/>
                  </a:lnTo>
                  <a:lnTo>
                    <a:pt x="36869" y="7971"/>
                  </a:lnTo>
                  <a:lnTo>
                    <a:pt x="36102" y="7426"/>
                  </a:lnTo>
                  <a:lnTo>
                    <a:pt x="35275" y="6882"/>
                  </a:lnTo>
                  <a:lnTo>
                    <a:pt x="34387" y="6377"/>
                  </a:lnTo>
                  <a:lnTo>
                    <a:pt x="33459" y="5873"/>
                  </a:lnTo>
                  <a:lnTo>
                    <a:pt x="32450" y="5368"/>
                  </a:lnTo>
                  <a:lnTo>
                    <a:pt x="31380" y="4884"/>
                  </a:lnTo>
                  <a:lnTo>
                    <a:pt x="30230" y="4379"/>
                  </a:lnTo>
                  <a:lnTo>
                    <a:pt x="28918" y="3875"/>
                  </a:lnTo>
                  <a:lnTo>
                    <a:pt x="27586" y="3370"/>
                  </a:lnTo>
                  <a:lnTo>
                    <a:pt x="26234" y="2906"/>
                  </a:lnTo>
                  <a:lnTo>
                    <a:pt x="24862" y="2482"/>
                  </a:lnTo>
                  <a:lnTo>
                    <a:pt x="23490" y="2099"/>
                  </a:lnTo>
                  <a:lnTo>
                    <a:pt x="22097" y="1736"/>
                  </a:lnTo>
                  <a:lnTo>
                    <a:pt x="20705" y="1413"/>
                  </a:lnTo>
                  <a:lnTo>
                    <a:pt x="19312" y="1110"/>
                  </a:lnTo>
                  <a:lnTo>
                    <a:pt x="17900" y="848"/>
                  </a:lnTo>
                  <a:lnTo>
                    <a:pt x="16487" y="626"/>
                  </a:lnTo>
                  <a:lnTo>
                    <a:pt x="15075" y="424"/>
                  </a:lnTo>
                  <a:lnTo>
                    <a:pt x="13642" y="283"/>
                  </a:lnTo>
                  <a:lnTo>
                    <a:pt x="12229" y="141"/>
                  </a:lnTo>
                  <a:lnTo>
                    <a:pt x="10796" y="61"/>
                  </a:lnTo>
                  <a:lnTo>
                    <a:pt x="9364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64" name="Google Shape;764;p10"/>
            <p:cNvSpPr/>
            <p:nvPr/>
          </p:nvSpPr>
          <p:spPr>
            <a:xfrm flipH="1">
              <a:off x="624664" y="-5010276"/>
              <a:ext cx="2123367" cy="1193681"/>
            </a:xfrm>
            <a:custGeom>
              <a:rect b="b" l="l" r="r" t="t"/>
              <a:pathLst>
                <a:path extrusionOk="0" h="21351" w="37980">
                  <a:moveTo>
                    <a:pt x="10776" y="81"/>
                  </a:moveTo>
                  <a:lnTo>
                    <a:pt x="11341" y="101"/>
                  </a:lnTo>
                  <a:lnTo>
                    <a:pt x="11927" y="121"/>
                  </a:lnTo>
                  <a:lnTo>
                    <a:pt x="12532" y="182"/>
                  </a:lnTo>
                  <a:lnTo>
                    <a:pt x="13178" y="222"/>
                  </a:lnTo>
                  <a:lnTo>
                    <a:pt x="13824" y="303"/>
                  </a:lnTo>
                  <a:lnTo>
                    <a:pt x="14510" y="404"/>
                  </a:lnTo>
                  <a:lnTo>
                    <a:pt x="15216" y="505"/>
                  </a:lnTo>
                  <a:lnTo>
                    <a:pt x="15943" y="626"/>
                  </a:lnTo>
                  <a:lnTo>
                    <a:pt x="16709" y="767"/>
                  </a:lnTo>
                  <a:lnTo>
                    <a:pt x="17496" y="949"/>
                  </a:lnTo>
                  <a:lnTo>
                    <a:pt x="18324" y="1130"/>
                  </a:lnTo>
                  <a:lnTo>
                    <a:pt x="19171" y="1332"/>
                  </a:lnTo>
                  <a:lnTo>
                    <a:pt x="20039" y="1554"/>
                  </a:lnTo>
                  <a:lnTo>
                    <a:pt x="20947" y="1796"/>
                  </a:lnTo>
                  <a:lnTo>
                    <a:pt x="21875" y="2059"/>
                  </a:lnTo>
                  <a:lnTo>
                    <a:pt x="23571" y="2583"/>
                  </a:lnTo>
                  <a:lnTo>
                    <a:pt x="24418" y="2866"/>
                  </a:lnTo>
                  <a:lnTo>
                    <a:pt x="25286" y="3148"/>
                  </a:lnTo>
                  <a:lnTo>
                    <a:pt x="26154" y="3471"/>
                  </a:lnTo>
                  <a:lnTo>
                    <a:pt x="27021" y="3794"/>
                  </a:lnTo>
                  <a:lnTo>
                    <a:pt x="27889" y="4157"/>
                  </a:lnTo>
                  <a:lnTo>
                    <a:pt x="28757" y="4541"/>
                  </a:lnTo>
                  <a:lnTo>
                    <a:pt x="29625" y="4944"/>
                  </a:lnTo>
                  <a:lnTo>
                    <a:pt x="30472" y="5368"/>
                  </a:lnTo>
                  <a:lnTo>
                    <a:pt x="31300" y="5832"/>
                  </a:lnTo>
                  <a:lnTo>
                    <a:pt x="32127" y="6317"/>
                  </a:lnTo>
                  <a:lnTo>
                    <a:pt x="32954" y="6841"/>
                  </a:lnTo>
                  <a:lnTo>
                    <a:pt x="33741" y="7406"/>
                  </a:lnTo>
                  <a:lnTo>
                    <a:pt x="34508" y="7992"/>
                  </a:lnTo>
                  <a:lnTo>
                    <a:pt x="35255" y="8637"/>
                  </a:lnTo>
                  <a:lnTo>
                    <a:pt x="35638" y="8980"/>
                  </a:lnTo>
                  <a:lnTo>
                    <a:pt x="36001" y="9344"/>
                  </a:lnTo>
                  <a:lnTo>
                    <a:pt x="36345" y="9687"/>
                  </a:lnTo>
                  <a:lnTo>
                    <a:pt x="36627" y="10030"/>
                  </a:lnTo>
                  <a:lnTo>
                    <a:pt x="36910" y="10373"/>
                  </a:lnTo>
                  <a:lnTo>
                    <a:pt x="37132" y="10696"/>
                  </a:lnTo>
                  <a:lnTo>
                    <a:pt x="37354" y="11039"/>
                  </a:lnTo>
                  <a:lnTo>
                    <a:pt x="37535" y="11382"/>
                  </a:lnTo>
                  <a:lnTo>
                    <a:pt x="37656" y="11624"/>
                  </a:lnTo>
                  <a:lnTo>
                    <a:pt x="37737" y="11846"/>
                  </a:lnTo>
                  <a:lnTo>
                    <a:pt x="37818" y="12068"/>
                  </a:lnTo>
                  <a:lnTo>
                    <a:pt x="37858" y="12290"/>
                  </a:lnTo>
                  <a:lnTo>
                    <a:pt x="37898" y="12492"/>
                  </a:lnTo>
                  <a:lnTo>
                    <a:pt x="37898" y="12694"/>
                  </a:lnTo>
                  <a:lnTo>
                    <a:pt x="37878" y="12875"/>
                  </a:lnTo>
                  <a:lnTo>
                    <a:pt x="37838" y="13057"/>
                  </a:lnTo>
                  <a:lnTo>
                    <a:pt x="37757" y="13259"/>
                  </a:lnTo>
                  <a:lnTo>
                    <a:pt x="37636" y="13460"/>
                  </a:lnTo>
                  <a:lnTo>
                    <a:pt x="37495" y="13662"/>
                  </a:lnTo>
                  <a:lnTo>
                    <a:pt x="37313" y="13824"/>
                  </a:lnTo>
                  <a:lnTo>
                    <a:pt x="37111" y="13985"/>
                  </a:lnTo>
                  <a:lnTo>
                    <a:pt x="36869" y="14106"/>
                  </a:lnTo>
                  <a:lnTo>
                    <a:pt x="36627" y="14207"/>
                  </a:lnTo>
                  <a:lnTo>
                    <a:pt x="36365" y="14288"/>
                  </a:lnTo>
                  <a:lnTo>
                    <a:pt x="36102" y="14328"/>
                  </a:lnTo>
                  <a:lnTo>
                    <a:pt x="35860" y="14368"/>
                  </a:lnTo>
                  <a:lnTo>
                    <a:pt x="35336" y="14368"/>
                  </a:lnTo>
                  <a:lnTo>
                    <a:pt x="34831" y="14328"/>
                  </a:lnTo>
                  <a:lnTo>
                    <a:pt x="34327" y="14268"/>
                  </a:lnTo>
                  <a:lnTo>
                    <a:pt x="34306" y="14268"/>
                  </a:lnTo>
                  <a:lnTo>
                    <a:pt x="32934" y="14106"/>
                  </a:lnTo>
                  <a:lnTo>
                    <a:pt x="31501" y="13945"/>
                  </a:lnTo>
                  <a:lnTo>
                    <a:pt x="30028" y="13803"/>
                  </a:lnTo>
                  <a:lnTo>
                    <a:pt x="28535" y="13682"/>
                  </a:lnTo>
                  <a:lnTo>
                    <a:pt x="26981" y="13561"/>
                  </a:lnTo>
                  <a:lnTo>
                    <a:pt x="25387" y="13481"/>
                  </a:lnTo>
                  <a:lnTo>
                    <a:pt x="23772" y="13420"/>
                  </a:lnTo>
                  <a:lnTo>
                    <a:pt x="22138" y="13400"/>
                  </a:lnTo>
                  <a:lnTo>
                    <a:pt x="20483" y="13420"/>
                  </a:lnTo>
                  <a:lnTo>
                    <a:pt x="18788" y="13460"/>
                  </a:lnTo>
                  <a:lnTo>
                    <a:pt x="17093" y="13561"/>
                  </a:lnTo>
                  <a:lnTo>
                    <a:pt x="16245" y="13622"/>
                  </a:lnTo>
                  <a:lnTo>
                    <a:pt x="15398" y="13703"/>
                  </a:lnTo>
                  <a:lnTo>
                    <a:pt x="14530" y="13803"/>
                  </a:lnTo>
                  <a:lnTo>
                    <a:pt x="13682" y="13904"/>
                  </a:lnTo>
                  <a:lnTo>
                    <a:pt x="12815" y="14025"/>
                  </a:lnTo>
                  <a:lnTo>
                    <a:pt x="11967" y="14146"/>
                  </a:lnTo>
                  <a:lnTo>
                    <a:pt x="11099" y="14308"/>
                  </a:lnTo>
                  <a:lnTo>
                    <a:pt x="10252" y="14469"/>
                  </a:lnTo>
                  <a:lnTo>
                    <a:pt x="9384" y="14651"/>
                  </a:lnTo>
                  <a:lnTo>
                    <a:pt x="8536" y="14833"/>
                  </a:lnTo>
                  <a:lnTo>
                    <a:pt x="7992" y="14974"/>
                  </a:lnTo>
                  <a:lnTo>
                    <a:pt x="7467" y="15115"/>
                  </a:lnTo>
                  <a:lnTo>
                    <a:pt x="6922" y="15277"/>
                  </a:lnTo>
                  <a:lnTo>
                    <a:pt x="6397" y="15458"/>
                  </a:lnTo>
                  <a:lnTo>
                    <a:pt x="5873" y="15660"/>
                  </a:lnTo>
                  <a:lnTo>
                    <a:pt x="5368" y="15902"/>
                  </a:lnTo>
                  <a:lnTo>
                    <a:pt x="4864" y="16164"/>
                  </a:lnTo>
                  <a:lnTo>
                    <a:pt x="4379" y="16467"/>
                  </a:lnTo>
                  <a:lnTo>
                    <a:pt x="4137" y="16649"/>
                  </a:lnTo>
                  <a:lnTo>
                    <a:pt x="3875" y="16851"/>
                  </a:lnTo>
                  <a:lnTo>
                    <a:pt x="3613" y="17073"/>
                  </a:lnTo>
                  <a:lnTo>
                    <a:pt x="3350" y="17335"/>
                  </a:lnTo>
                  <a:lnTo>
                    <a:pt x="3108" y="17617"/>
                  </a:lnTo>
                  <a:lnTo>
                    <a:pt x="2866" y="17940"/>
                  </a:lnTo>
                  <a:lnTo>
                    <a:pt x="2644" y="18283"/>
                  </a:lnTo>
                  <a:lnTo>
                    <a:pt x="2462" y="18667"/>
                  </a:lnTo>
                  <a:lnTo>
                    <a:pt x="2382" y="18889"/>
                  </a:lnTo>
                  <a:lnTo>
                    <a:pt x="2341" y="19131"/>
                  </a:lnTo>
                  <a:lnTo>
                    <a:pt x="2260" y="19635"/>
                  </a:lnTo>
                  <a:lnTo>
                    <a:pt x="2220" y="19918"/>
                  </a:lnTo>
                  <a:lnTo>
                    <a:pt x="2180" y="20201"/>
                  </a:lnTo>
                  <a:lnTo>
                    <a:pt x="2099" y="20463"/>
                  </a:lnTo>
                  <a:lnTo>
                    <a:pt x="2059" y="20584"/>
                  </a:lnTo>
                  <a:lnTo>
                    <a:pt x="1998" y="20705"/>
                  </a:lnTo>
                  <a:lnTo>
                    <a:pt x="1897" y="20846"/>
                  </a:lnTo>
                  <a:lnTo>
                    <a:pt x="1816" y="20988"/>
                  </a:lnTo>
                  <a:lnTo>
                    <a:pt x="1716" y="21088"/>
                  </a:lnTo>
                  <a:lnTo>
                    <a:pt x="1615" y="21169"/>
                  </a:lnTo>
                  <a:lnTo>
                    <a:pt x="1514" y="21210"/>
                  </a:lnTo>
                  <a:lnTo>
                    <a:pt x="1413" y="21250"/>
                  </a:lnTo>
                  <a:lnTo>
                    <a:pt x="1312" y="21270"/>
                  </a:lnTo>
                  <a:lnTo>
                    <a:pt x="1211" y="21250"/>
                  </a:lnTo>
                  <a:lnTo>
                    <a:pt x="1110" y="21210"/>
                  </a:lnTo>
                  <a:lnTo>
                    <a:pt x="1009" y="21149"/>
                  </a:lnTo>
                  <a:lnTo>
                    <a:pt x="908" y="21068"/>
                  </a:lnTo>
                  <a:lnTo>
                    <a:pt x="807" y="20967"/>
                  </a:lnTo>
                  <a:lnTo>
                    <a:pt x="707" y="20846"/>
                  </a:lnTo>
                  <a:lnTo>
                    <a:pt x="626" y="20725"/>
                  </a:lnTo>
                  <a:lnTo>
                    <a:pt x="464" y="20422"/>
                  </a:lnTo>
                  <a:lnTo>
                    <a:pt x="323" y="20100"/>
                  </a:lnTo>
                  <a:lnTo>
                    <a:pt x="222" y="19777"/>
                  </a:lnTo>
                  <a:lnTo>
                    <a:pt x="162" y="19454"/>
                  </a:lnTo>
                  <a:lnTo>
                    <a:pt x="121" y="19151"/>
                  </a:lnTo>
                  <a:lnTo>
                    <a:pt x="101" y="18223"/>
                  </a:lnTo>
                  <a:lnTo>
                    <a:pt x="81" y="17274"/>
                  </a:lnTo>
                  <a:lnTo>
                    <a:pt x="81" y="16326"/>
                  </a:lnTo>
                  <a:lnTo>
                    <a:pt x="101" y="15377"/>
                  </a:lnTo>
                  <a:lnTo>
                    <a:pt x="142" y="14449"/>
                  </a:lnTo>
                  <a:lnTo>
                    <a:pt x="182" y="13501"/>
                  </a:lnTo>
                  <a:lnTo>
                    <a:pt x="263" y="12572"/>
                  </a:lnTo>
                  <a:lnTo>
                    <a:pt x="343" y="11624"/>
                  </a:lnTo>
                  <a:lnTo>
                    <a:pt x="444" y="10696"/>
                  </a:lnTo>
                  <a:lnTo>
                    <a:pt x="545" y="9747"/>
                  </a:lnTo>
                  <a:lnTo>
                    <a:pt x="686" y="8819"/>
                  </a:lnTo>
                  <a:lnTo>
                    <a:pt x="828" y="7891"/>
                  </a:lnTo>
                  <a:lnTo>
                    <a:pt x="989" y="6962"/>
                  </a:lnTo>
                  <a:lnTo>
                    <a:pt x="1171" y="6034"/>
                  </a:lnTo>
                  <a:lnTo>
                    <a:pt x="1373" y="5126"/>
                  </a:lnTo>
                  <a:lnTo>
                    <a:pt x="1574" y="4198"/>
                  </a:lnTo>
                  <a:lnTo>
                    <a:pt x="1736" y="3572"/>
                  </a:lnTo>
                  <a:lnTo>
                    <a:pt x="1837" y="3269"/>
                  </a:lnTo>
                  <a:lnTo>
                    <a:pt x="1958" y="2967"/>
                  </a:lnTo>
                  <a:lnTo>
                    <a:pt x="2079" y="2664"/>
                  </a:lnTo>
                  <a:lnTo>
                    <a:pt x="2220" y="2402"/>
                  </a:lnTo>
                  <a:lnTo>
                    <a:pt x="2402" y="2139"/>
                  </a:lnTo>
                  <a:lnTo>
                    <a:pt x="2604" y="1897"/>
                  </a:lnTo>
                  <a:lnTo>
                    <a:pt x="2825" y="1695"/>
                  </a:lnTo>
                  <a:lnTo>
                    <a:pt x="3068" y="1514"/>
                  </a:lnTo>
                  <a:lnTo>
                    <a:pt x="3330" y="1352"/>
                  </a:lnTo>
                  <a:lnTo>
                    <a:pt x="3592" y="1211"/>
                  </a:lnTo>
                  <a:lnTo>
                    <a:pt x="3875" y="1090"/>
                  </a:lnTo>
                  <a:lnTo>
                    <a:pt x="4157" y="989"/>
                  </a:lnTo>
                  <a:lnTo>
                    <a:pt x="4702" y="807"/>
                  </a:lnTo>
                  <a:lnTo>
                    <a:pt x="5247" y="666"/>
                  </a:lnTo>
                  <a:lnTo>
                    <a:pt x="5832" y="525"/>
                  </a:lnTo>
                  <a:lnTo>
                    <a:pt x="6458" y="404"/>
                  </a:lnTo>
                  <a:lnTo>
                    <a:pt x="7104" y="303"/>
                  </a:lnTo>
                  <a:lnTo>
                    <a:pt x="7810" y="202"/>
                  </a:lnTo>
                  <a:lnTo>
                    <a:pt x="8577" y="142"/>
                  </a:lnTo>
                  <a:lnTo>
                    <a:pt x="9384" y="81"/>
                  </a:lnTo>
                  <a:close/>
                  <a:moveTo>
                    <a:pt x="9848" y="0"/>
                  </a:moveTo>
                  <a:lnTo>
                    <a:pt x="9303" y="20"/>
                  </a:lnTo>
                  <a:lnTo>
                    <a:pt x="8758" y="41"/>
                  </a:lnTo>
                  <a:lnTo>
                    <a:pt x="8234" y="81"/>
                  </a:lnTo>
                  <a:lnTo>
                    <a:pt x="7709" y="142"/>
                  </a:lnTo>
                  <a:lnTo>
                    <a:pt x="7184" y="202"/>
                  </a:lnTo>
                  <a:lnTo>
                    <a:pt x="6680" y="283"/>
                  </a:lnTo>
                  <a:lnTo>
                    <a:pt x="6175" y="384"/>
                  </a:lnTo>
                  <a:lnTo>
                    <a:pt x="5671" y="485"/>
                  </a:lnTo>
                  <a:lnTo>
                    <a:pt x="5166" y="606"/>
                  </a:lnTo>
                  <a:lnTo>
                    <a:pt x="4682" y="727"/>
                  </a:lnTo>
                  <a:lnTo>
                    <a:pt x="4117" y="908"/>
                  </a:lnTo>
                  <a:lnTo>
                    <a:pt x="3834" y="1009"/>
                  </a:lnTo>
                  <a:lnTo>
                    <a:pt x="3552" y="1130"/>
                  </a:lnTo>
                  <a:lnTo>
                    <a:pt x="3269" y="1272"/>
                  </a:lnTo>
                  <a:lnTo>
                    <a:pt x="3007" y="1433"/>
                  </a:lnTo>
                  <a:lnTo>
                    <a:pt x="2765" y="1635"/>
                  </a:lnTo>
                  <a:lnTo>
                    <a:pt x="2543" y="1837"/>
                  </a:lnTo>
                  <a:lnTo>
                    <a:pt x="2341" y="2079"/>
                  </a:lnTo>
                  <a:lnTo>
                    <a:pt x="2160" y="2341"/>
                  </a:lnTo>
                  <a:lnTo>
                    <a:pt x="1998" y="2624"/>
                  </a:lnTo>
                  <a:lnTo>
                    <a:pt x="1877" y="2926"/>
                  </a:lnTo>
                  <a:lnTo>
                    <a:pt x="1776" y="3229"/>
                  </a:lnTo>
                  <a:lnTo>
                    <a:pt x="1675" y="3552"/>
                  </a:lnTo>
                  <a:lnTo>
                    <a:pt x="1514" y="4178"/>
                  </a:lnTo>
                  <a:lnTo>
                    <a:pt x="1292" y="5106"/>
                  </a:lnTo>
                  <a:lnTo>
                    <a:pt x="1090" y="6014"/>
                  </a:lnTo>
                  <a:lnTo>
                    <a:pt x="908" y="6942"/>
                  </a:lnTo>
                  <a:lnTo>
                    <a:pt x="747" y="7870"/>
                  </a:lnTo>
                  <a:lnTo>
                    <a:pt x="606" y="8819"/>
                  </a:lnTo>
                  <a:lnTo>
                    <a:pt x="485" y="9747"/>
                  </a:lnTo>
                  <a:lnTo>
                    <a:pt x="364" y="10676"/>
                  </a:lnTo>
                  <a:lnTo>
                    <a:pt x="263" y="11624"/>
                  </a:lnTo>
                  <a:lnTo>
                    <a:pt x="182" y="12552"/>
                  </a:lnTo>
                  <a:lnTo>
                    <a:pt x="101" y="13501"/>
                  </a:lnTo>
                  <a:lnTo>
                    <a:pt x="61" y="14449"/>
                  </a:lnTo>
                  <a:lnTo>
                    <a:pt x="20" y="15377"/>
                  </a:lnTo>
                  <a:lnTo>
                    <a:pt x="0" y="16326"/>
                  </a:lnTo>
                  <a:lnTo>
                    <a:pt x="0" y="17274"/>
                  </a:lnTo>
                  <a:lnTo>
                    <a:pt x="20" y="18223"/>
                  </a:lnTo>
                  <a:lnTo>
                    <a:pt x="41" y="19171"/>
                  </a:lnTo>
                  <a:lnTo>
                    <a:pt x="81" y="19474"/>
                  </a:lnTo>
                  <a:lnTo>
                    <a:pt x="162" y="19797"/>
                  </a:lnTo>
                  <a:lnTo>
                    <a:pt x="263" y="20140"/>
                  </a:lnTo>
                  <a:lnTo>
                    <a:pt x="404" y="20483"/>
                  </a:lnTo>
                  <a:lnTo>
                    <a:pt x="565" y="20766"/>
                  </a:lnTo>
                  <a:lnTo>
                    <a:pt x="666" y="20907"/>
                  </a:lnTo>
                  <a:lnTo>
                    <a:pt x="767" y="21028"/>
                  </a:lnTo>
                  <a:lnTo>
                    <a:pt x="868" y="21129"/>
                  </a:lnTo>
                  <a:lnTo>
                    <a:pt x="969" y="21210"/>
                  </a:lnTo>
                  <a:lnTo>
                    <a:pt x="1070" y="21290"/>
                  </a:lnTo>
                  <a:lnTo>
                    <a:pt x="1191" y="21331"/>
                  </a:lnTo>
                  <a:lnTo>
                    <a:pt x="1332" y="21351"/>
                  </a:lnTo>
                  <a:lnTo>
                    <a:pt x="1433" y="21331"/>
                  </a:lnTo>
                  <a:lnTo>
                    <a:pt x="1514" y="21310"/>
                  </a:lnTo>
                  <a:lnTo>
                    <a:pt x="1615" y="21250"/>
                  </a:lnTo>
                  <a:lnTo>
                    <a:pt x="1716" y="21189"/>
                  </a:lnTo>
                  <a:lnTo>
                    <a:pt x="1796" y="21109"/>
                  </a:lnTo>
                  <a:lnTo>
                    <a:pt x="1897" y="21008"/>
                  </a:lnTo>
                  <a:lnTo>
                    <a:pt x="2059" y="20745"/>
                  </a:lnTo>
                  <a:lnTo>
                    <a:pt x="2119" y="20624"/>
                  </a:lnTo>
                  <a:lnTo>
                    <a:pt x="2180" y="20503"/>
                  </a:lnTo>
                  <a:lnTo>
                    <a:pt x="2260" y="20221"/>
                  </a:lnTo>
                  <a:lnTo>
                    <a:pt x="2301" y="19938"/>
                  </a:lnTo>
                  <a:lnTo>
                    <a:pt x="2341" y="19635"/>
                  </a:lnTo>
                  <a:lnTo>
                    <a:pt x="2422" y="19151"/>
                  </a:lnTo>
                  <a:lnTo>
                    <a:pt x="2462" y="18909"/>
                  </a:lnTo>
                  <a:lnTo>
                    <a:pt x="2543" y="18687"/>
                  </a:lnTo>
                  <a:lnTo>
                    <a:pt x="2725" y="18324"/>
                  </a:lnTo>
                  <a:lnTo>
                    <a:pt x="2926" y="17981"/>
                  </a:lnTo>
                  <a:lnTo>
                    <a:pt x="3169" y="17678"/>
                  </a:lnTo>
                  <a:lnTo>
                    <a:pt x="3411" y="17395"/>
                  </a:lnTo>
                  <a:lnTo>
                    <a:pt x="3673" y="17133"/>
                  </a:lnTo>
                  <a:lnTo>
                    <a:pt x="3935" y="16911"/>
                  </a:lnTo>
                  <a:lnTo>
                    <a:pt x="4198" y="16709"/>
                  </a:lnTo>
                  <a:lnTo>
                    <a:pt x="4440" y="16528"/>
                  </a:lnTo>
                  <a:lnTo>
                    <a:pt x="4904" y="16245"/>
                  </a:lnTo>
                  <a:lnTo>
                    <a:pt x="5388" y="15983"/>
                  </a:lnTo>
                  <a:lnTo>
                    <a:pt x="5913" y="15741"/>
                  </a:lnTo>
                  <a:lnTo>
                    <a:pt x="6418" y="15539"/>
                  </a:lnTo>
                  <a:lnTo>
                    <a:pt x="6962" y="15357"/>
                  </a:lnTo>
                  <a:lnTo>
                    <a:pt x="7487" y="15196"/>
                  </a:lnTo>
                  <a:lnTo>
                    <a:pt x="8032" y="15055"/>
                  </a:lnTo>
                  <a:lnTo>
                    <a:pt x="8557" y="14913"/>
                  </a:lnTo>
                  <a:lnTo>
                    <a:pt x="9404" y="14732"/>
                  </a:lnTo>
                  <a:lnTo>
                    <a:pt x="10272" y="14550"/>
                  </a:lnTo>
                  <a:lnTo>
                    <a:pt x="11119" y="14389"/>
                  </a:lnTo>
                  <a:lnTo>
                    <a:pt x="11987" y="14227"/>
                  </a:lnTo>
                  <a:lnTo>
                    <a:pt x="12835" y="14106"/>
                  </a:lnTo>
                  <a:lnTo>
                    <a:pt x="13703" y="13985"/>
                  </a:lnTo>
                  <a:lnTo>
                    <a:pt x="14550" y="13884"/>
                  </a:lnTo>
                  <a:lnTo>
                    <a:pt x="15398" y="13783"/>
                  </a:lnTo>
                  <a:lnTo>
                    <a:pt x="16265" y="13703"/>
                  </a:lnTo>
                  <a:lnTo>
                    <a:pt x="17113" y="13642"/>
                  </a:lnTo>
                  <a:lnTo>
                    <a:pt x="18808" y="13541"/>
                  </a:lnTo>
                  <a:lnTo>
                    <a:pt x="20483" y="13501"/>
                  </a:lnTo>
                  <a:lnTo>
                    <a:pt x="22138" y="13481"/>
                  </a:lnTo>
                  <a:lnTo>
                    <a:pt x="23772" y="13501"/>
                  </a:lnTo>
                  <a:lnTo>
                    <a:pt x="25387" y="13561"/>
                  </a:lnTo>
                  <a:lnTo>
                    <a:pt x="26981" y="13642"/>
                  </a:lnTo>
                  <a:lnTo>
                    <a:pt x="28515" y="13763"/>
                  </a:lnTo>
                  <a:lnTo>
                    <a:pt x="30028" y="13884"/>
                  </a:lnTo>
                  <a:lnTo>
                    <a:pt x="31501" y="14025"/>
                  </a:lnTo>
                  <a:lnTo>
                    <a:pt x="32934" y="14187"/>
                  </a:lnTo>
                  <a:lnTo>
                    <a:pt x="34306" y="14348"/>
                  </a:lnTo>
                  <a:lnTo>
                    <a:pt x="34831" y="14409"/>
                  </a:lnTo>
                  <a:lnTo>
                    <a:pt x="35356" y="14449"/>
                  </a:lnTo>
                  <a:lnTo>
                    <a:pt x="35860" y="14449"/>
                  </a:lnTo>
                  <a:lnTo>
                    <a:pt x="36123" y="14409"/>
                  </a:lnTo>
                  <a:lnTo>
                    <a:pt x="36385" y="14368"/>
                  </a:lnTo>
                  <a:lnTo>
                    <a:pt x="36647" y="14288"/>
                  </a:lnTo>
                  <a:lnTo>
                    <a:pt x="36910" y="14187"/>
                  </a:lnTo>
                  <a:lnTo>
                    <a:pt x="37152" y="14046"/>
                  </a:lnTo>
                  <a:lnTo>
                    <a:pt x="37374" y="13884"/>
                  </a:lnTo>
                  <a:lnTo>
                    <a:pt x="37555" y="13703"/>
                  </a:lnTo>
                  <a:lnTo>
                    <a:pt x="37717" y="13501"/>
                  </a:lnTo>
                  <a:lnTo>
                    <a:pt x="37838" y="13299"/>
                  </a:lnTo>
                  <a:lnTo>
                    <a:pt x="37919" y="13077"/>
                  </a:lnTo>
                  <a:lnTo>
                    <a:pt x="37959" y="12895"/>
                  </a:lnTo>
                  <a:lnTo>
                    <a:pt x="37979" y="12694"/>
                  </a:lnTo>
                  <a:lnTo>
                    <a:pt x="37979" y="12492"/>
                  </a:lnTo>
                  <a:lnTo>
                    <a:pt x="37939" y="12290"/>
                  </a:lnTo>
                  <a:lnTo>
                    <a:pt x="37898" y="12068"/>
                  </a:lnTo>
                  <a:lnTo>
                    <a:pt x="37818" y="11826"/>
                  </a:lnTo>
                  <a:lnTo>
                    <a:pt x="37737" y="11604"/>
                  </a:lnTo>
                  <a:lnTo>
                    <a:pt x="37616" y="11341"/>
                  </a:lnTo>
                  <a:lnTo>
                    <a:pt x="37414" y="10998"/>
                  </a:lnTo>
                  <a:lnTo>
                    <a:pt x="37212" y="10655"/>
                  </a:lnTo>
                  <a:lnTo>
                    <a:pt x="36970" y="10312"/>
                  </a:lnTo>
                  <a:lnTo>
                    <a:pt x="36708" y="9969"/>
                  </a:lnTo>
                  <a:lnTo>
                    <a:pt x="36405" y="9626"/>
                  </a:lnTo>
                  <a:lnTo>
                    <a:pt x="36062" y="9283"/>
                  </a:lnTo>
                  <a:lnTo>
                    <a:pt x="35699" y="8920"/>
                  </a:lnTo>
                  <a:lnTo>
                    <a:pt x="35315" y="8577"/>
                  </a:lnTo>
                  <a:lnTo>
                    <a:pt x="34569" y="7931"/>
                  </a:lnTo>
                  <a:lnTo>
                    <a:pt x="33782" y="7346"/>
                  </a:lnTo>
                  <a:lnTo>
                    <a:pt x="32995" y="6781"/>
                  </a:lnTo>
                  <a:lnTo>
                    <a:pt x="32187" y="6256"/>
                  </a:lnTo>
                  <a:lnTo>
                    <a:pt x="31360" y="5772"/>
                  </a:lnTo>
                  <a:lnTo>
                    <a:pt x="30512" y="5308"/>
                  </a:lnTo>
                  <a:lnTo>
                    <a:pt x="29665" y="4864"/>
                  </a:lnTo>
                  <a:lnTo>
                    <a:pt x="28797" y="4460"/>
                  </a:lnTo>
                  <a:lnTo>
                    <a:pt x="27929" y="4077"/>
                  </a:lnTo>
                  <a:lnTo>
                    <a:pt x="27062" y="3734"/>
                  </a:lnTo>
                  <a:lnTo>
                    <a:pt x="26194" y="3390"/>
                  </a:lnTo>
                  <a:lnTo>
                    <a:pt x="25306" y="3088"/>
                  </a:lnTo>
                  <a:lnTo>
                    <a:pt x="24458" y="2785"/>
                  </a:lnTo>
                  <a:lnTo>
                    <a:pt x="23591" y="2503"/>
                  </a:lnTo>
                  <a:lnTo>
                    <a:pt x="21896" y="1998"/>
                  </a:lnTo>
                  <a:lnTo>
                    <a:pt x="20685" y="1635"/>
                  </a:lnTo>
                  <a:lnTo>
                    <a:pt x="19494" y="1332"/>
                  </a:lnTo>
                  <a:lnTo>
                    <a:pt x="18364" y="1050"/>
                  </a:lnTo>
                  <a:lnTo>
                    <a:pt x="17295" y="807"/>
                  </a:lnTo>
                  <a:lnTo>
                    <a:pt x="16245" y="585"/>
                  </a:lnTo>
                  <a:lnTo>
                    <a:pt x="15236" y="404"/>
                  </a:lnTo>
                  <a:lnTo>
                    <a:pt x="14268" y="263"/>
                  </a:lnTo>
                  <a:lnTo>
                    <a:pt x="13299" y="162"/>
                  </a:lnTo>
                  <a:lnTo>
                    <a:pt x="12128" y="61"/>
                  </a:lnTo>
                  <a:lnTo>
                    <a:pt x="10978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65" name="Google Shape;765;p10"/>
            <p:cNvSpPr/>
            <p:nvPr/>
          </p:nvSpPr>
          <p:spPr>
            <a:xfrm flipH="1">
              <a:off x="749899" y="-4949394"/>
              <a:ext cx="1884195" cy="733450"/>
            </a:xfrm>
            <a:custGeom>
              <a:rect b="b" l="l" r="r" t="t"/>
              <a:pathLst>
                <a:path extrusionOk="0" h="13119" w="33702">
                  <a:moveTo>
                    <a:pt x="8436" y="82"/>
                  </a:moveTo>
                  <a:lnTo>
                    <a:pt x="9041" y="102"/>
                  </a:lnTo>
                  <a:lnTo>
                    <a:pt x="9667" y="142"/>
                  </a:lnTo>
                  <a:lnTo>
                    <a:pt x="10312" y="183"/>
                  </a:lnTo>
                  <a:lnTo>
                    <a:pt x="10978" y="263"/>
                  </a:lnTo>
                  <a:lnTo>
                    <a:pt x="12532" y="465"/>
                  </a:lnTo>
                  <a:lnTo>
                    <a:pt x="14005" y="707"/>
                  </a:lnTo>
                  <a:lnTo>
                    <a:pt x="15398" y="949"/>
                  </a:lnTo>
                  <a:lnTo>
                    <a:pt x="16689" y="1192"/>
                  </a:lnTo>
                  <a:lnTo>
                    <a:pt x="17900" y="1454"/>
                  </a:lnTo>
                  <a:lnTo>
                    <a:pt x="19030" y="1716"/>
                  </a:lnTo>
                  <a:lnTo>
                    <a:pt x="20080" y="1979"/>
                  </a:lnTo>
                  <a:lnTo>
                    <a:pt x="21048" y="2241"/>
                  </a:lnTo>
                  <a:lnTo>
                    <a:pt x="21956" y="2523"/>
                  </a:lnTo>
                  <a:lnTo>
                    <a:pt x="22804" y="2786"/>
                  </a:lnTo>
                  <a:lnTo>
                    <a:pt x="23571" y="3068"/>
                  </a:lnTo>
                  <a:lnTo>
                    <a:pt x="24277" y="3331"/>
                  </a:lnTo>
                  <a:lnTo>
                    <a:pt x="24943" y="3593"/>
                  </a:lnTo>
                  <a:lnTo>
                    <a:pt x="25548" y="3835"/>
                  </a:lnTo>
                  <a:lnTo>
                    <a:pt x="26598" y="4320"/>
                  </a:lnTo>
                  <a:lnTo>
                    <a:pt x="27607" y="4824"/>
                  </a:lnTo>
                  <a:lnTo>
                    <a:pt x="28071" y="5066"/>
                  </a:lnTo>
                  <a:lnTo>
                    <a:pt x="28535" y="5329"/>
                  </a:lnTo>
                  <a:lnTo>
                    <a:pt x="28999" y="5611"/>
                  </a:lnTo>
                  <a:lnTo>
                    <a:pt x="29423" y="5894"/>
                  </a:lnTo>
                  <a:lnTo>
                    <a:pt x="29847" y="6176"/>
                  </a:lnTo>
                  <a:lnTo>
                    <a:pt x="30271" y="6459"/>
                  </a:lnTo>
                  <a:lnTo>
                    <a:pt x="30654" y="6761"/>
                  </a:lnTo>
                  <a:lnTo>
                    <a:pt x="31058" y="7064"/>
                  </a:lnTo>
                  <a:lnTo>
                    <a:pt x="31421" y="7367"/>
                  </a:lnTo>
                  <a:lnTo>
                    <a:pt x="31784" y="7690"/>
                  </a:lnTo>
                  <a:lnTo>
                    <a:pt x="32127" y="8012"/>
                  </a:lnTo>
                  <a:lnTo>
                    <a:pt x="32450" y="8335"/>
                  </a:lnTo>
                  <a:lnTo>
                    <a:pt x="32773" y="8678"/>
                  </a:lnTo>
                  <a:lnTo>
                    <a:pt x="33076" y="9021"/>
                  </a:lnTo>
                  <a:lnTo>
                    <a:pt x="33237" y="9223"/>
                  </a:lnTo>
                  <a:lnTo>
                    <a:pt x="33378" y="9425"/>
                  </a:lnTo>
                  <a:lnTo>
                    <a:pt x="33520" y="9667"/>
                  </a:lnTo>
                  <a:lnTo>
                    <a:pt x="33560" y="9788"/>
                  </a:lnTo>
                  <a:lnTo>
                    <a:pt x="33600" y="9909"/>
                  </a:lnTo>
                  <a:lnTo>
                    <a:pt x="33620" y="10030"/>
                  </a:lnTo>
                  <a:lnTo>
                    <a:pt x="33620" y="10172"/>
                  </a:lnTo>
                  <a:lnTo>
                    <a:pt x="33600" y="10293"/>
                  </a:lnTo>
                  <a:lnTo>
                    <a:pt x="33580" y="10414"/>
                  </a:lnTo>
                  <a:lnTo>
                    <a:pt x="33520" y="10535"/>
                  </a:lnTo>
                  <a:lnTo>
                    <a:pt x="33459" y="10636"/>
                  </a:lnTo>
                  <a:lnTo>
                    <a:pt x="33378" y="10737"/>
                  </a:lnTo>
                  <a:lnTo>
                    <a:pt x="33257" y="10797"/>
                  </a:lnTo>
                  <a:lnTo>
                    <a:pt x="33176" y="10838"/>
                  </a:lnTo>
                  <a:lnTo>
                    <a:pt x="33096" y="10858"/>
                  </a:lnTo>
                  <a:lnTo>
                    <a:pt x="32894" y="10878"/>
                  </a:lnTo>
                  <a:lnTo>
                    <a:pt x="32692" y="10858"/>
                  </a:lnTo>
                  <a:lnTo>
                    <a:pt x="32470" y="10817"/>
                  </a:lnTo>
                  <a:lnTo>
                    <a:pt x="29019" y="10152"/>
                  </a:lnTo>
                  <a:lnTo>
                    <a:pt x="26840" y="9748"/>
                  </a:lnTo>
                  <a:lnTo>
                    <a:pt x="25750" y="9566"/>
                  </a:lnTo>
                  <a:lnTo>
                    <a:pt x="24640" y="9385"/>
                  </a:lnTo>
                  <a:lnTo>
                    <a:pt x="23551" y="9223"/>
                  </a:lnTo>
                  <a:lnTo>
                    <a:pt x="22420" y="9102"/>
                  </a:lnTo>
                  <a:lnTo>
                    <a:pt x="21311" y="9021"/>
                  </a:lnTo>
                  <a:lnTo>
                    <a:pt x="20201" y="8981"/>
                  </a:lnTo>
                  <a:lnTo>
                    <a:pt x="19071" y="8961"/>
                  </a:lnTo>
                  <a:lnTo>
                    <a:pt x="17941" y="9021"/>
                  </a:lnTo>
                  <a:lnTo>
                    <a:pt x="16831" y="9102"/>
                  </a:lnTo>
                  <a:lnTo>
                    <a:pt x="15721" y="9223"/>
                  </a:lnTo>
                  <a:lnTo>
                    <a:pt x="14591" y="9385"/>
                  </a:lnTo>
                  <a:lnTo>
                    <a:pt x="13501" y="9566"/>
                  </a:lnTo>
                  <a:lnTo>
                    <a:pt x="12391" y="9788"/>
                  </a:lnTo>
                  <a:lnTo>
                    <a:pt x="11281" y="10051"/>
                  </a:lnTo>
                  <a:lnTo>
                    <a:pt x="10191" y="10313"/>
                  </a:lnTo>
                  <a:lnTo>
                    <a:pt x="9081" y="10596"/>
                  </a:lnTo>
                  <a:lnTo>
                    <a:pt x="7992" y="10918"/>
                  </a:lnTo>
                  <a:lnTo>
                    <a:pt x="6922" y="11241"/>
                  </a:lnTo>
                  <a:lnTo>
                    <a:pt x="4763" y="11907"/>
                  </a:lnTo>
                  <a:lnTo>
                    <a:pt x="2604" y="12593"/>
                  </a:lnTo>
                  <a:lnTo>
                    <a:pt x="1595" y="12936"/>
                  </a:lnTo>
                  <a:lnTo>
                    <a:pt x="1433" y="12977"/>
                  </a:lnTo>
                  <a:lnTo>
                    <a:pt x="1231" y="13017"/>
                  </a:lnTo>
                  <a:lnTo>
                    <a:pt x="1050" y="13037"/>
                  </a:lnTo>
                  <a:lnTo>
                    <a:pt x="949" y="13037"/>
                  </a:lnTo>
                  <a:lnTo>
                    <a:pt x="868" y="13017"/>
                  </a:lnTo>
                  <a:lnTo>
                    <a:pt x="767" y="12997"/>
                  </a:lnTo>
                  <a:lnTo>
                    <a:pt x="687" y="12957"/>
                  </a:lnTo>
                  <a:lnTo>
                    <a:pt x="606" y="12896"/>
                  </a:lnTo>
                  <a:lnTo>
                    <a:pt x="525" y="12835"/>
                  </a:lnTo>
                  <a:lnTo>
                    <a:pt x="404" y="12674"/>
                  </a:lnTo>
                  <a:lnTo>
                    <a:pt x="323" y="12492"/>
                  </a:lnTo>
                  <a:lnTo>
                    <a:pt x="243" y="12291"/>
                  </a:lnTo>
                  <a:lnTo>
                    <a:pt x="202" y="12089"/>
                  </a:lnTo>
                  <a:lnTo>
                    <a:pt x="162" y="11867"/>
                  </a:lnTo>
                  <a:lnTo>
                    <a:pt x="142" y="11665"/>
                  </a:lnTo>
                  <a:lnTo>
                    <a:pt x="101" y="10838"/>
                  </a:lnTo>
                  <a:lnTo>
                    <a:pt x="81" y="9990"/>
                  </a:lnTo>
                  <a:lnTo>
                    <a:pt x="101" y="9163"/>
                  </a:lnTo>
                  <a:lnTo>
                    <a:pt x="142" y="8315"/>
                  </a:lnTo>
                  <a:lnTo>
                    <a:pt x="202" y="7488"/>
                  </a:lnTo>
                  <a:lnTo>
                    <a:pt x="283" y="6660"/>
                  </a:lnTo>
                  <a:lnTo>
                    <a:pt x="404" y="5833"/>
                  </a:lnTo>
                  <a:lnTo>
                    <a:pt x="545" y="5006"/>
                  </a:lnTo>
                  <a:lnTo>
                    <a:pt x="666" y="4441"/>
                  </a:lnTo>
                  <a:lnTo>
                    <a:pt x="808" y="3896"/>
                  </a:lnTo>
                  <a:lnTo>
                    <a:pt x="909" y="3654"/>
                  </a:lnTo>
                  <a:lnTo>
                    <a:pt x="989" y="3411"/>
                  </a:lnTo>
                  <a:lnTo>
                    <a:pt x="1110" y="3189"/>
                  </a:lnTo>
                  <a:lnTo>
                    <a:pt x="1231" y="2967"/>
                  </a:lnTo>
                  <a:lnTo>
                    <a:pt x="1413" y="2685"/>
                  </a:lnTo>
                  <a:lnTo>
                    <a:pt x="1635" y="2402"/>
                  </a:lnTo>
                  <a:lnTo>
                    <a:pt x="1877" y="2140"/>
                  </a:lnTo>
                  <a:lnTo>
                    <a:pt x="2160" y="1898"/>
                  </a:lnTo>
                  <a:lnTo>
                    <a:pt x="2462" y="1656"/>
                  </a:lnTo>
                  <a:lnTo>
                    <a:pt x="2805" y="1434"/>
                  </a:lnTo>
                  <a:lnTo>
                    <a:pt x="3189" y="1232"/>
                  </a:lnTo>
                  <a:lnTo>
                    <a:pt x="3572" y="1030"/>
                  </a:lnTo>
                  <a:lnTo>
                    <a:pt x="4117" y="808"/>
                  </a:lnTo>
                  <a:lnTo>
                    <a:pt x="4662" y="627"/>
                  </a:lnTo>
                  <a:lnTo>
                    <a:pt x="5227" y="465"/>
                  </a:lnTo>
                  <a:lnTo>
                    <a:pt x="5832" y="324"/>
                  </a:lnTo>
                  <a:lnTo>
                    <a:pt x="6438" y="223"/>
                  </a:lnTo>
                  <a:lnTo>
                    <a:pt x="7084" y="142"/>
                  </a:lnTo>
                  <a:lnTo>
                    <a:pt x="7750" y="102"/>
                  </a:lnTo>
                  <a:lnTo>
                    <a:pt x="8436" y="82"/>
                  </a:lnTo>
                  <a:close/>
                  <a:moveTo>
                    <a:pt x="8335" y="1"/>
                  </a:moveTo>
                  <a:lnTo>
                    <a:pt x="7830" y="21"/>
                  </a:lnTo>
                  <a:lnTo>
                    <a:pt x="7346" y="41"/>
                  </a:lnTo>
                  <a:lnTo>
                    <a:pt x="6882" y="82"/>
                  </a:lnTo>
                  <a:lnTo>
                    <a:pt x="6438" y="142"/>
                  </a:lnTo>
                  <a:lnTo>
                    <a:pt x="5974" y="223"/>
                  </a:lnTo>
                  <a:lnTo>
                    <a:pt x="5550" y="304"/>
                  </a:lnTo>
                  <a:lnTo>
                    <a:pt x="5126" y="405"/>
                  </a:lnTo>
                  <a:lnTo>
                    <a:pt x="4723" y="526"/>
                  </a:lnTo>
                  <a:lnTo>
                    <a:pt x="4319" y="647"/>
                  </a:lnTo>
                  <a:lnTo>
                    <a:pt x="3915" y="808"/>
                  </a:lnTo>
                  <a:lnTo>
                    <a:pt x="3552" y="970"/>
                  </a:lnTo>
                  <a:lnTo>
                    <a:pt x="3149" y="1151"/>
                  </a:lnTo>
                  <a:lnTo>
                    <a:pt x="2765" y="1373"/>
                  </a:lnTo>
                  <a:lnTo>
                    <a:pt x="2422" y="1595"/>
                  </a:lnTo>
                  <a:lnTo>
                    <a:pt x="2099" y="1837"/>
                  </a:lnTo>
                  <a:lnTo>
                    <a:pt x="1817" y="2080"/>
                  </a:lnTo>
                  <a:lnTo>
                    <a:pt x="1575" y="2362"/>
                  </a:lnTo>
                  <a:lnTo>
                    <a:pt x="1353" y="2624"/>
                  </a:lnTo>
                  <a:lnTo>
                    <a:pt x="1151" y="2927"/>
                  </a:lnTo>
                  <a:lnTo>
                    <a:pt x="1030" y="3169"/>
                  </a:lnTo>
                  <a:lnTo>
                    <a:pt x="909" y="3432"/>
                  </a:lnTo>
                  <a:lnTo>
                    <a:pt x="808" y="3694"/>
                  </a:lnTo>
                  <a:lnTo>
                    <a:pt x="707" y="3956"/>
                  </a:lnTo>
                  <a:lnTo>
                    <a:pt x="586" y="4481"/>
                  </a:lnTo>
                  <a:lnTo>
                    <a:pt x="465" y="4985"/>
                  </a:lnTo>
                  <a:lnTo>
                    <a:pt x="323" y="5813"/>
                  </a:lnTo>
                  <a:lnTo>
                    <a:pt x="222" y="6660"/>
                  </a:lnTo>
                  <a:lnTo>
                    <a:pt x="122" y="7488"/>
                  </a:lnTo>
                  <a:lnTo>
                    <a:pt x="61" y="8315"/>
                  </a:lnTo>
                  <a:lnTo>
                    <a:pt x="21" y="9163"/>
                  </a:lnTo>
                  <a:lnTo>
                    <a:pt x="0" y="9990"/>
                  </a:lnTo>
                  <a:lnTo>
                    <a:pt x="21" y="10838"/>
                  </a:lnTo>
                  <a:lnTo>
                    <a:pt x="61" y="11665"/>
                  </a:lnTo>
                  <a:lnTo>
                    <a:pt x="101" y="11968"/>
                  </a:lnTo>
                  <a:lnTo>
                    <a:pt x="142" y="12230"/>
                  </a:lnTo>
                  <a:lnTo>
                    <a:pt x="222" y="12452"/>
                  </a:lnTo>
                  <a:lnTo>
                    <a:pt x="303" y="12654"/>
                  </a:lnTo>
                  <a:lnTo>
                    <a:pt x="404" y="12815"/>
                  </a:lnTo>
                  <a:lnTo>
                    <a:pt x="545" y="12936"/>
                  </a:lnTo>
                  <a:lnTo>
                    <a:pt x="687" y="13037"/>
                  </a:lnTo>
                  <a:lnTo>
                    <a:pt x="848" y="13098"/>
                  </a:lnTo>
                  <a:lnTo>
                    <a:pt x="949" y="13118"/>
                  </a:lnTo>
                  <a:lnTo>
                    <a:pt x="1191" y="13118"/>
                  </a:lnTo>
                  <a:lnTo>
                    <a:pt x="1353" y="13078"/>
                  </a:lnTo>
                  <a:lnTo>
                    <a:pt x="1615" y="12997"/>
                  </a:lnTo>
                  <a:lnTo>
                    <a:pt x="2644" y="12674"/>
                  </a:lnTo>
                  <a:lnTo>
                    <a:pt x="4783" y="11988"/>
                  </a:lnTo>
                  <a:lnTo>
                    <a:pt x="6942" y="11302"/>
                  </a:lnTo>
                  <a:lnTo>
                    <a:pt x="8012" y="10999"/>
                  </a:lnTo>
                  <a:lnTo>
                    <a:pt x="9102" y="10676"/>
                  </a:lnTo>
                  <a:lnTo>
                    <a:pt x="10191" y="10394"/>
                  </a:lnTo>
                  <a:lnTo>
                    <a:pt x="11301" y="10131"/>
                  </a:lnTo>
                  <a:lnTo>
                    <a:pt x="12391" y="9869"/>
                  </a:lnTo>
                  <a:lnTo>
                    <a:pt x="13501" y="9647"/>
                  </a:lnTo>
                  <a:lnTo>
                    <a:pt x="14611" y="9465"/>
                  </a:lnTo>
                  <a:lnTo>
                    <a:pt x="15721" y="9304"/>
                  </a:lnTo>
                  <a:lnTo>
                    <a:pt x="16831" y="9183"/>
                  </a:lnTo>
                  <a:lnTo>
                    <a:pt x="17961" y="9102"/>
                  </a:lnTo>
                  <a:lnTo>
                    <a:pt x="19071" y="9042"/>
                  </a:lnTo>
                  <a:lnTo>
                    <a:pt x="20201" y="9062"/>
                  </a:lnTo>
                  <a:lnTo>
                    <a:pt x="21311" y="9102"/>
                  </a:lnTo>
                  <a:lnTo>
                    <a:pt x="22420" y="9183"/>
                  </a:lnTo>
                  <a:lnTo>
                    <a:pt x="23530" y="9304"/>
                  </a:lnTo>
                  <a:lnTo>
                    <a:pt x="24640" y="9465"/>
                  </a:lnTo>
                  <a:lnTo>
                    <a:pt x="25750" y="9647"/>
                  </a:lnTo>
                  <a:lnTo>
                    <a:pt x="26840" y="9829"/>
                  </a:lnTo>
                  <a:lnTo>
                    <a:pt x="28999" y="10232"/>
                  </a:lnTo>
                  <a:lnTo>
                    <a:pt x="32470" y="10898"/>
                  </a:lnTo>
                  <a:lnTo>
                    <a:pt x="32692" y="10939"/>
                  </a:lnTo>
                  <a:lnTo>
                    <a:pt x="32894" y="10959"/>
                  </a:lnTo>
                  <a:lnTo>
                    <a:pt x="33116" y="10939"/>
                  </a:lnTo>
                  <a:lnTo>
                    <a:pt x="33197" y="10918"/>
                  </a:lnTo>
                  <a:lnTo>
                    <a:pt x="33298" y="10878"/>
                  </a:lnTo>
                  <a:lnTo>
                    <a:pt x="33419" y="10797"/>
                  </a:lnTo>
                  <a:lnTo>
                    <a:pt x="33520" y="10696"/>
                  </a:lnTo>
                  <a:lnTo>
                    <a:pt x="33600" y="10575"/>
                  </a:lnTo>
                  <a:lnTo>
                    <a:pt x="33661" y="10454"/>
                  </a:lnTo>
                  <a:lnTo>
                    <a:pt x="33681" y="10313"/>
                  </a:lnTo>
                  <a:lnTo>
                    <a:pt x="33701" y="10172"/>
                  </a:lnTo>
                  <a:lnTo>
                    <a:pt x="33701" y="10030"/>
                  </a:lnTo>
                  <a:lnTo>
                    <a:pt x="33681" y="9889"/>
                  </a:lnTo>
                  <a:lnTo>
                    <a:pt x="33641" y="9768"/>
                  </a:lnTo>
                  <a:lnTo>
                    <a:pt x="33600" y="9627"/>
                  </a:lnTo>
                  <a:lnTo>
                    <a:pt x="33459" y="9385"/>
                  </a:lnTo>
                  <a:lnTo>
                    <a:pt x="33298" y="9163"/>
                  </a:lnTo>
                  <a:lnTo>
                    <a:pt x="33136" y="8961"/>
                  </a:lnTo>
                  <a:lnTo>
                    <a:pt x="32833" y="8618"/>
                  </a:lnTo>
                  <a:lnTo>
                    <a:pt x="32511" y="8275"/>
                  </a:lnTo>
                  <a:lnTo>
                    <a:pt x="32188" y="7952"/>
                  </a:lnTo>
                  <a:lnTo>
                    <a:pt x="31824" y="7629"/>
                  </a:lnTo>
                  <a:lnTo>
                    <a:pt x="31481" y="7306"/>
                  </a:lnTo>
                  <a:lnTo>
                    <a:pt x="31098" y="7003"/>
                  </a:lnTo>
                  <a:lnTo>
                    <a:pt x="30714" y="6701"/>
                  </a:lnTo>
                  <a:lnTo>
                    <a:pt x="30311" y="6398"/>
                  </a:lnTo>
                  <a:lnTo>
                    <a:pt x="29907" y="6095"/>
                  </a:lnTo>
                  <a:lnTo>
                    <a:pt x="29483" y="5813"/>
                  </a:lnTo>
                  <a:lnTo>
                    <a:pt x="29040" y="5530"/>
                  </a:lnTo>
                  <a:lnTo>
                    <a:pt x="28575" y="5268"/>
                  </a:lnTo>
                  <a:lnTo>
                    <a:pt x="28111" y="5006"/>
                  </a:lnTo>
                  <a:lnTo>
                    <a:pt x="27627" y="4743"/>
                  </a:lnTo>
                  <a:lnTo>
                    <a:pt x="26638" y="4259"/>
                  </a:lnTo>
                  <a:lnTo>
                    <a:pt x="25569" y="3775"/>
                  </a:lnTo>
                  <a:lnTo>
                    <a:pt x="24963" y="3512"/>
                  </a:lnTo>
                  <a:lnTo>
                    <a:pt x="24317" y="3250"/>
                  </a:lnTo>
                  <a:lnTo>
                    <a:pt x="23591" y="2988"/>
                  </a:lnTo>
                  <a:lnTo>
                    <a:pt x="22824" y="2725"/>
                  </a:lnTo>
                  <a:lnTo>
                    <a:pt x="21977" y="2443"/>
                  </a:lnTo>
                  <a:lnTo>
                    <a:pt x="21068" y="2180"/>
                  </a:lnTo>
                  <a:lnTo>
                    <a:pt x="20100" y="1898"/>
                  </a:lnTo>
                  <a:lnTo>
                    <a:pt x="19050" y="1636"/>
                  </a:lnTo>
                  <a:lnTo>
                    <a:pt x="17920" y="1373"/>
                  </a:lnTo>
                  <a:lnTo>
                    <a:pt x="16710" y="1111"/>
                  </a:lnTo>
                  <a:lnTo>
                    <a:pt x="15398" y="869"/>
                  </a:lnTo>
                  <a:lnTo>
                    <a:pt x="14026" y="627"/>
                  </a:lnTo>
                  <a:lnTo>
                    <a:pt x="12552" y="405"/>
                  </a:lnTo>
                  <a:lnTo>
                    <a:pt x="10978" y="183"/>
                  </a:lnTo>
                  <a:lnTo>
                    <a:pt x="10413" y="122"/>
                  </a:lnTo>
                  <a:lnTo>
                    <a:pt x="9889" y="62"/>
                  </a:lnTo>
                  <a:lnTo>
                    <a:pt x="9344" y="41"/>
                  </a:lnTo>
                  <a:lnTo>
                    <a:pt x="8839" y="21"/>
                  </a:lnTo>
                  <a:lnTo>
                    <a:pt x="8335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766" name="Google Shape;766;p10"/>
          <p:cNvSpPr/>
          <p:nvPr/>
        </p:nvSpPr>
        <p:spPr>
          <a:xfrm>
            <a:off x="131905" y="3777016"/>
            <a:ext cx="597600" cy="5976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67" name="Google Shape;767;p10"/>
          <p:cNvSpPr/>
          <p:nvPr/>
        </p:nvSpPr>
        <p:spPr>
          <a:xfrm rot="5400000">
            <a:off x="739740" y="4382123"/>
            <a:ext cx="597600" cy="597600"/>
          </a:xfrm>
          <a:prstGeom prst="rtTriangle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68" name="Google Shape;768;p10"/>
          <p:cNvSpPr/>
          <p:nvPr/>
        </p:nvSpPr>
        <p:spPr>
          <a:xfrm rot="5400000">
            <a:off x="131905" y="4382118"/>
            <a:ext cx="597600" cy="597600"/>
          </a:xfrm>
          <a:prstGeom prst="rtTriangle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769" name="Google Shape;769;p10"/>
          <p:cNvGrpSpPr/>
          <p:nvPr/>
        </p:nvGrpSpPr>
        <p:grpSpPr>
          <a:xfrm>
            <a:off x="7934296" y="4599416"/>
            <a:ext cx="1209708" cy="1147945"/>
            <a:chOff x="5235125" y="2636100"/>
            <a:chExt cx="796175" cy="755525"/>
          </a:xfrm>
        </p:grpSpPr>
        <p:sp>
          <p:nvSpPr>
            <p:cNvPr id="770" name="Google Shape;770;p10"/>
            <p:cNvSpPr/>
            <p:nvPr/>
          </p:nvSpPr>
          <p:spPr>
            <a:xfrm>
              <a:off x="5779275" y="2943825"/>
              <a:ext cx="35175" cy="33150"/>
            </a:xfrm>
            <a:custGeom>
              <a:rect b="b" l="l" r="r" t="t"/>
              <a:pathLst>
                <a:path extrusionOk="0" h="1326" w="1407">
                  <a:moveTo>
                    <a:pt x="724" y="1"/>
                  </a:moveTo>
                  <a:lnTo>
                    <a:pt x="1" y="683"/>
                  </a:lnTo>
                  <a:lnTo>
                    <a:pt x="21" y="724"/>
                  </a:lnTo>
                  <a:lnTo>
                    <a:pt x="61" y="744"/>
                  </a:lnTo>
                  <a:lnTo>
                    <a:pt x="181" y="784"/>
                  </a:lnTo>
                  <a:lnTo>
                    <a:pt x="322" y="824"/>
                  </a:lnTo>
                  <a:lnTo>
                    <a:pt x="382" y="864"/>
                  </a:lnTo>
                  <a:lnTo>
                    <a:pt x="422" y="884"/>
                  </a:lnTo>
                  <a:lnTo>
                    <a:pt x="503" y="1005"/>
                  </a:lnTo>
                  <a:lnTo>
                    <a:pt x="583" y="1105"/>
                  </a:lnTo>
                  <a:lnTo>
                    <a:pt x="704" y="1326"/>
                  </a:lnTo>
                  <a:lnTo>
                    <a:pt x="1406" y="623"/>
                  </a:lnTo>
                  <a:lnTo>
                    <a:pt x="724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71" name="Google Shape;771;p10"/>
            <p:cNvSpPr/>
            <p:nvPr/>
          </p:nvSpPr>
          <p:spPr>
            <a:xfrm>
              <a:off x="5885700" y="3044725"/>
              <a:ext cx="37175" cy="34675"/>
            </a:xfrm>
            <a:custGeom>
              <a:rect b="b" l="l" r="r" t="t"/>
              <a:pathLst>
                <a:path extrusionOk="0" h="1387" w="1487">
                  <a:moveTo>
                    <a:pt x="764" y="1"/>
                  </a:moveTo>
                  <a:lnTo>
                    <a:pt x="663" y="222"/>
                  </a:lnTo>
                  <a:lnTo>
                    <a:pt x="603" y="322"/>
                  </a:lnTo>
                  <a:lnTo>
                    <a:pt x="543" y="402"/>
                  </a:lnTo>
                  <a:lnTo>
                    <a:pt x="422" y="483"/>
                  </a:lnTo>
                  <a:lnTo>
                    <a:pt x="302" y="543"/>
                  </a:lnTo>
                  <a:lnTo>
                    <a:pt x="1" y="703"/>
                  </a:lnTo>
                  <a:lnTo>
                    <a:pt x="262" y="824"/>
                  </a:lnTo>
                  <a:lnTo>
                    <a:pt x="483" y="985"/>
                  </a:lnTo>
                  <a:lnTo>
                    <a:pt x="583" y="1065"/>
                  </a:lnTo>
                  <a:lnTo>
                    <a:pt x="643" y="1165"/>
                  </a:lnTo>
                  <a:lnTo>
                    <a:pt x="723" y="1266"/>
                  </a:lnTo>
                  <a:lnTo>
                    <a:pt x="764" y="1386"/>
                  </a:lnTo>
                  <a:lnTo>
                    <a:pt x="1486" y="703"/>
                  </a:lnTo>
                  <a:lnTo>
                    <a:pt x="764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72" name="Google Shape;772;p10"/>
            <p:cNvSpPr/>
            <p:nvPr/>
          </p:nvSpPr>
          <p:spPr>
            <a:xfrm>
              <a:off x="5562925" y="2636100"/>
              <a:ext cx="35675" cy="33175"/>
            </a:xfrm>
            <a:custGeom>
              <a:rect b="b" l="l" r="r" t="t"/>
              <a:pathLst>
                <a:path extrusionOk="0" h="1327" w="1427">
                  <a:moveTo>
                    <a:pt x="723" y="1"/>
                  </a:moveTo>
                  <a:lnTo>
                    <a:pt x="1" y="684"/>
                  </a:lnTo>
                  <a:lnTo>
                    <a:pt x="221" y="784"/>
                  </a:lnTo>
                  <a:lnTo>
                    <a:pt x="322" y="824"/>
                  </a:lnTo>
                  <a:lnTo>
                    <a:pt x="422" y="884"/>
                  </a:lnTo>
                  <a:lnTo>
                    <a:pt x="502" y="1005"/>
                  </a:lnTo>
                  <a:lnTo>
                    <a:pt x="583" y="1105"/>
                  </a:lnTo>
                  <a:lnTo>
                    <a:pt x="723" y="1326"/>
                  </a:lnTo>
                  <a:lnTo>
                    <a:pt x="1426" y="643"/>
                  </a:lnTo>
                  <a:lnTo>
                    <a:pt x="723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73" name="Google Shape;773;p10"/>
            <p:cNvSpPr/>
            <p:nvPr/>
          </p:nvSpPr>
          <p:spPr>
            <a:xfrm>
              <a:off x="5672850" y="2636100"/>
              <a:ext cx="33175" cy="32175"/>
            </a:xfrm>
            <a:custGeom>
              <a:rect b="b" l="l" r="r" t="t"/>
              <a:pathLst>
                <a:path extrusionOk="0" h="1287" w="1327">
                  <a:moveTo>
                    <a:pt x="664" y="1"/>
                  </a:moveTo>
                  <a:lnTo>
                    <a:pt x="1" y="664"/>
                  </a:lnTo>
                  <a:lnTo>
                    <a:pt x="664" y="1286"/>
                  </a:lnTo>
                  <a:lnTo>
                    <a:pt x="1326" y="623"/>
                  </a:lnTo>
                  <a:lnTo>
                    <a:pt x="664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74" name="Google Shape;774;p10"/>
            <p:cNvSpPr/>
            <p:nvPr/>
          </p:nvSpPr>
          <p:spPr>
            <a:xfrm>
              <a:off x="5886700" y="3351450"/>
              <a:ext cx="37675" cy="36675"/>
            </a:xfrm>
            <a:custGeom>
              <a:rect b="b" l="l" r="r" t="t"/>
              <a:pathLst>
                <a:path extrusionOk="0" h="1467" w="1507">
                  <a:moveTo>
                    <a:pt x="683" y="0"/>
                  </a:moveTo>
                  <a:lnTo>
                    <a:pt x="663" y="161"/>
                  </a:lnTo>
                  <a:lnTo>
                    <a:pt x="603" y="281"/>
                  </a:lnTo>
                  <a:lnTo>
                    <a:pt x="523" y="362"/>
                  </a:lnTo>
                  <a:lnTo>
                    <a:pt x="422" y="442"/>
                  </a:lnTo>
                  <a:lnTo>
                    <a:pt x="202" y="583"/>
                  </a:lnTo>
                  <a:lnTo>
                    <a:pt x="81" y="663"/>
                  </a:lnTo>
                  <a:lnTo>
                    <a:pt x="1" y="743"/>
                  </a:lnTo>
                  <a:lnTo>
                    <a:pt x="222" y="884"/>
                  </a:lnTo>
                  <a:lnTo>
                    <a:pt x="443" y="1004"/>
                  </a:lnTo>
                  <a:lnTo>
                    <a:pt x="523" y="1105"/>
                  </a:lnTo>
                  <a:lnTo>
                    <a:pt x="603" y="1205"/>
                  </a:lnTo>
                  <a:lnTo>
                    <a:pt x="663" y="1326"/>
                  </a:lnTo>
                  <a:lnTo>
                    <a:pt x="683" y="1466"/>
                  </a:lnTo>
                  <a:lnTo>
                    <a:pt x="764" y="1446"/>
                  </a:lnTo>
                  <a:lnTo>
                    <a:pt x="824" y="1406"/>
                  </a:lnTo>
                  <a:lnTo>
                    <a:pt x="864" y="1346"/>
                  </a:lnTo>
                  <a:lnTo>
                    <a:pt x="904" y="1285"/>
                  </a:lnTo>
                  <a:lnTo>
                    <a:pt x="965" y="1145"/>
                  </a:lnTo>
                  <a:lnTo>
                    <a:pt x="985" y="1085"/>
                  </a:lnTo>
                  <a:lnTo>
                    <a:pt x="1025" y="1044"/>
                  </a:lnTo>
                  <a:lnTo>
                    <a:pt x="1145" y="964"/>
                  </a:lnTo>
                  <a:lnTo>
                    <a:pt x="1266" y="884"/>
                  </a:lnTo>
                  <a:lnTo>
                    <a:pt x="1507" y="743"/>
                  </a:lnTo>
                  <a:lnTo>
                    <a:pt x="68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75" name="Google Shape;775;p10"/>
            <p:cNvSpPr/>
            <p:nvPr/>
          </p:nvSpPr>
          <p:spPr>
            <a:xfrm>
              <a:off x="5563925" y="2738525"/>
              <a:ext cx="35675" cy="34150"/>
            </a:xfrm>
            <a:custGeom>
              <a:rect b="b" l="l" r="r" t="t"/>
              <a:pathLst>
                <a:path extrusionOk="0" h="1366" w="1427">
                  <a:moveTo>
                    <a:pt x="703" y="0"/>
                  </a:moveTo>
                  <a:lnTo>
                    <a:pt x="1" y="643"/>
                  </a:lnTo>
                  <a:lnTo>
                    <a:pt x="744" y="1366"/>
                  </a:lnTo>
                  <a:lnTo>
                    <a:pt x="784" y="1225"/>
                  </a:lnTo>
                  <a:lnTo>
                    <a:pt x="844" y="1125"/>
                  </a:lnTo>
                  <a:lnTo>
                    <a:pt x="924" y="1024"/>
                  </a:lnTo>
                  <a:lnTo>
                    <a:pt x="1005" y="944"/>
                  </a:lnTo>
                  <a:lnTo>
                    <a:pt x="1105" y="864"/>
                  </a:lnTo>
                  <a:lnTo>
                    <a:pt x="1205" y="803"/>
                  </a:lnTo>
                  <a:lnTo>
                    <a:pt x="1426" y="683"/>
                  </a:lnTo>
                  <a:lnTo>
                    <a:pt x="1346" y="582"/>
                  </a:lnTo>
                  <a:lnTo>
                    <a:pt x="1266" y="522"/>
                  </a:lnTo>
                  <a:lnTo>
                    <a:pt x="1045" y="402"/>
                  </a:lnTo>
                  <a:lnTo>
                    <a:pt x="964" y="342"/>
                  </a:lnTo>
                  <a:lnTo>
                    <a:pt x="884" y="281"/>
                  </a:lnTo>
                  <a:lnTo>
                    <a:pt x="824" y="181"/>
                  </a:lnTo>
                  <a:lnTo>
                    <a:pt x="804" y="40"/>
                  </a:lnTo>
                  <a:lnTo>
                    <a:pt x="784" y="20"/>
                  </a:lnTo>
                  <a:lnTo>
                    <a:pt x="744" y="20"/>
                  </a:lnTo>
                  <a:lnTo>
                    <a:pt x="70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76" name="Google Shape;776;p10"/>
            <p:cNvSpPr/>
            <p:nvPr/>
          </p:nvSpPr>
          <p:spPr>
            <a:xfrm>
              <a:off x="5671350" y="2738025"/>
              <a:ext cx="35675" cy="35650"/>
            </a:xfrm>
            <a:custGeom>
              <a:rect b="b" l="l" r="r" t="t"/>
              <a:pathLst>
                <a:path extrusionOk="0" h="1426" w="1427">
                  <a:moveTo>
                    <a:pt x="724" y="0"/>
                  </a:moveTo>
                  <a:lnTo>
                    <a:pt x="1" y="703"/>
                  </a:lnTo>
                  <a:lnTo>
                    <a:pt x="121" y="743"/>
                  </a:lnTo>
                  <a:lnTo>
                    <a:pt x="242" y="823"/>
                  </a:lnTo>
                  <a:lnTo>
                    <a:pt x="342" y="884"/>
                  </a:lnTo>
                  <a:lnTo>
                    <a:pt x="422" y="984"/>
                  </a:lnTo>
                  <a:lnTo>
                    <a:pt x="603" y="1185"/>
                  </a:lnTo>
                  <a:lnTo>
                    <a:pt x="744" y="1426"/>
                  </a:lnTo>
                  <a:lnTo>
                    <a:pt x="844" y="1165"/>
                  </a:lnTo>
                  <a:lnTo>
                    <a:pt x="904" y="1064"/>
                  </a:lnTo>
                  <a:lnTo>
                    <a:pt x="964" y="984"/>
                  </a:lnTo>
                  <a:lnTo>
                    <a:pt x="1065" y="904"/>
                  </a:lnTo>
                  <a:lnTo>
                    <a:pt x="1185" y="823"/>
                  </a:lnTo>
                  <a:lnTo>
                    <a:pt x="1426" y="683"/>
                  </a:lnTo>
                  <a:lnTo>
                    <a:pt x="724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77" name="Google Shape;777;p10"/>
            <p:cNvSpPr/>
            <p:nvPr/>
          </p:nvSpPr>
          <p:spPr>
            <a:xfrm>
              <a:off x="5780775" y="2738525"/>
              <a:ext cx="33675" cy="31150"/>
            </a:xfrm>
            <a:custGeom>
              <a:rect b="b" l="l" r="r" t="t"/>
              <a:pathLst>
                <a:path extrusionOk="0" h="1246" w="1347">
                  <a:moveTo>
                    <a:pt x="664" y="0"/>
                  </a:moveTo>
                  <a:lnTo>
                    <a:pt x="1" y="663"/>
                  </a:lnTo>
                  <a:lnTo>
                    <a:pt x="664" y="1245"/>
                  </a:lnTo>
                  <a:lnTo>
                    <a:pt x="1346" y="663"/>
                  </a:lnTo>
                  <a:lnTo>
                    <a:pt x="664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78" name="Google Shape;778;p10"/>
            <p:cNvSpPr/>
            <p:nvPr/>
          </p:nvSpPr>
          <p:spPr>
            <a:xfrm>
              <a:off x="5777775" y="3352450"/>
              <a:ext cx="38175" cy="34150"/>
            </a:xfrm>
            <a:custGeom>
              <a:rect b="b" l="l" r="r" t="t"/>
              <a:pathLst>
                <a:path extrusionOk="0" h="1366" w="1527">
                  <a:moveTo>
                    <a:pt x="703" y="0"/>
                  </a:moveTo>
                  <a:lnTo>
                    <a:pt x="663" y="121"/>
                  </a:lnTo>
                  <a:lnTo>
                    <a:pt x="623" y="221"/>
                  </a:lnTo>
                  <a:lnTo>
                    <a:pt x="563" y="322"/>
                  </a:lnTo>
                  <a:lnTo>
                    <a:pt x="462" y="402"/>
                  </a:lnTo>
                  <a:lnTo>
                    <a:pt x="382" y="462"/>
                  </a:lnTo>
                  <a:lnTo>
                    <a:pt x="262" y="522"/>
                  </a:lnTo>
                  <a:lnTo>
                    <a:pt x="1" y="623"/>
                  </a:lnTo>
                  <a:lnTo>
                    <a:pt x="41" y="683"/>
                  </a:lnTo>
                  <a:lnTo>
                    <a:pt x="61" y="723"/>
                  </a:lnTo>
                  <a:lnTo>
                    <a:pt x="161" y="804"/>
                  </a:lnTo>
                  <a:lnTo>
                    <a:pt x="282" y="884"/>
                  </a:lnTo>
                  <a:lnTo>
                    <a:pt x="402" y="924"/>
                  </a:lnTo>
                  <a:lnTo>
                    <a:pt x="523" y="1004"/>
                  </a:lnTo>
                  <a:lnTo>
                    <a:pt x="623" y="1085"/>
                  </a:lnTo>
                  <a:lnTo>
                    <a:pt x="643" y="1125"/>
                  </a:lnTo>
                  <a:lnTo>
                    <a:pt x="683" y="1185"/>
                  </a:lnTo>
                  <a:lnTo>
                    <a:pt x="683" y="1265"/>
                  </a:lnTo>
                  <a:lnTo>
                    <a:pt x="683" y="1346"/>
                  </a:lnTo>
                  <a:lnTo>
                    <a:pt x="743" y="1366"/>
                  </a:lnTo>
                  <a:lnTo>
                    <a:pt x="784" y="1366"/>
                  </a:lnTo>
                  <a:lnTo>
                    <a:pt x="1527" y="663"/>
                  </a:lnTo>
                  <a:lnTo>
                    <a:pt x="1426" y="583"/>
                  </a:lnTo>
                  <a:lnTo>
                    <a:pt x="1326" y="543"/>
                  </a:lnTo>
                  <a:lnTo>
                    <a:pt x="1145" y="422"/>
                  </a:lnTo>
                  <a:lnTo>
                    <a:pt x="1045" y="362"/>
                  </a:lnTo>
                  <a:lnTo>
                    <a:pt x="984" y="261"/>
                  </a:lnTo>
                  <a:lnTo>
                    <a:pt x="924" y="161"/>
                  </a:lnTo>
                  <a:lnTo>
                    <a:pt x="904" y="41"/>
                  </a:lnTo>
                  <a:lnTo>
                    <a:pt x="864" y="21"/>
                  </a:lnTo>
                  <a:lnTo>
                    <a:pt x="824" y="21"/>
                  </a:lnTo>
                  <a:lnTo>
                    <a:pt x="70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79" name="Google Shape;779;p10"/>
            <p:cNvSpPr/>
            <p:nvPr/>
          </p:nvSpPr>
          <p:spPr>
            <a:xfrm>
              <a:off x="5669350" y="3350450"/>
              <a:ext cx="40175" cy="39175"/>
            </a:xfrm>
            <a:custGeom>
              <a:rect b="b" l="l" r="r" t="t"/>
              <a:pathLst>
                <a:path extrusionOk="0" h="1567" w="1607">
                  <a:moveTo>
                    <a:pt x="864" y="0"/>
                  </a:moveTo>
                  <a:lnTo>
                    <a:pt x="783" y="20"/>
                  </a:lnTo>
                  <a:lnTo>
                    <a:pt x="723" y="60"/>
                  </a:lnTo>
                  <a:lnTo>
                    <a:pt x="683" y="121"/>
                  </a:lnTo>
                  <a:lnTo>
                    <a:pt x="663" y="181"/>
                  </a:lnTo>
                  <a:lnTo>
                    <a:pt x="623" y="321"/>
                  </a:lnTo>
                  <a:lnTo>
                    <a:pt x="583" y="382"/>
                  </a:lnTo>
                  <a:lnTo>
                    <a:pt x="542" y="422"/>
                  </a:lnTo>
                  <a:lnTo>
                    <a:pt x="422" y="522"/>
                  </a:lnTo>
                  <a:lnTo>
                    <a:pt x="281" y="602"/>
                  </a:lnTo>
                  <a:lnTo>
                    <a:pt x="0" y="763"/>
                  </a:lnTo>
                  <a:lnTo>
                    <a:pt x="201" y="763"/>
                  </a:lnTo>
                  <a:lnTo>
                    <a:pt x="281" y="803"/>
                  </a:lnTo>
                  <a:lnTo>
                    <a:pt x="362" y="823"/>
                  </a:lnTo>
                  <a:lnTo>
                    <a:pt x="402" y="884"/>
                  </a:lnTo>
                  <a:lnTo>
                    <a:pt x="462" y="944"/>
                  </a:lnTo>
                  <a:lnTo>
                    <a:pt x="542" y="1064"/>
                  </a:lnTo>
                  <a:lnTo>
                    <a:pt x="603" y="1225"/>
                  </a:lnTo>
                  <a:lnTo>
                    <a:pt x="703" y="1366"/>
                  </a:lnTo>
                  <a:lnTo>
                    <a:pt x="743" y="1426"/>
                  </a:lnTo>
                  <a:lnTo>
                    <a:pt x="804" y="1486"/>
                  </a:lnTo>
                  <a:lnTo>
                    <a:pt x="884" y="1526"/>
                  </a:lnTo>
                  <a:lnTo>
                    <a:pt x="964" y="1566"/>
                  </a:lnTo>
                  <a:lnTo>
                    <a:pt x="924" y="1466"/>
                  </a:lnTo>
                  <a:lnTo>
                    <a:pt x="924" y="1366"/>
                  </a:lnTo>
                  <a:lnTo>
                    <a:pt x="924" y="1285"/>
                  </a:lnTo>
                  <a:lnTo>
                    <a:pt x="944" y="1225"/>
                  </a:lnTo>
                  <a:lnTo>
                    <a:pt x="964" y="1165"/>
                  </a:lnTo>
                  <a:lnTo>
                    <a:pt x="1024" y="1104"/>
                  </a:lnTo>
                  <a:lnTo>
                    <a:pt x="1125" y="1024"/>
                  </a:lnTo>
                  <a:lnTo>
                    <a:pt x="1265" y="964"/>
                  </a:lnTo>
                  <a:lnTo>
                    <a:pt x="1406" y="884"/>
                  </a:lnTo>
                  <a:lnTo>
                    <a:pt x="1526" y="783"/>
                  </a:lnTo>
                  <a:lnTo>
                    <a:pt x="1567" y="723"/>
                  </a:lnTo>
                  <a:lnTo>
                    <a:pt x="1607" y="643"/>
                  </a:lnTo>
                  <a:lnTo>
                    <a:pt x="1446" y="643"/>
                  </a:lnTo>
                  <a:lnTo>
                    <a:pt x="1306" y="623"/>
                  </a:lnTo>
                  <a:lnTo>
                    <a:pt x="1205" y="562"/>
                  </a:lnTo>
                  <a:lnTo>
                    <a:pt x="1105" y="482"/>
                  </a:lnTo>
                  <a:lnTo>
                    <a:pt x="1024" y="382"/>
                  </a:lnTo>
                  <a:lnTo>
                    <a:pt x="964" y="261"/>
                  </a:lnTo>
                  <a:lnTo>
                    <a:pt x="864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80" name="Google Shape;780;p10"/>
            <p:cNvSpPr/>
            <p:nvPr/>
          </p:nvSpPr>
          <p:spPr>
            <a:xfrm>
              <a:off x="5562425" y="3350950"/>
              <a:ext cx="41700" cy="38175"/>
            </a:xfrm>
            <a:custGeom>
              <a:rect b="b" l="l" r="r" t="t"/>
              <a:pathLst>
                <a:path extrusionOk="0" h="1527" w="1668">
                  <a:moveTo>
                    <a:pt x="683" y="0"/>
                  </a:moveTo>
                  <a:lnTo>
                    <a:pt x="543" y="281"/>
                  </a:lnTo>
                  <a:lnTo>
                    <a:pt x="462" y="402"/>
                  </a:lnTo>
                  <a:lnTo>
                    <a:pt x="382" y="502"/>
                  </a:lnTo>
                  <a:lnTo>
                    <a:pt x="322" y="542"/>
                  </a:lnTo>
                  <a:lnTo>
                    <a:pt x="261" y="562"/>
                  </a:lnTo>
                  <a:lnTo>
                    <a:pt x="141" y="582"/>
                  </a:lnTo>
                  <a:lnTo>
                    <a:pt x="81" y="603"/>
                  </a:lnTo>
                  <a:lnTo>
                    <a:pt x="21" y="623"/>
                  </a:lnTo>
                  <a:lnTo>
                    <a:pt x="0" y="663"/>
                  </a:lnTo>
                  <a:lnTo>
                    <a:pt x="0" y="703"/>
                  </a:lnTo>
                  <a:lnTo>
                    <a:pt x="844" y="1526"/>
                  </a:lnTo>
                  <a:lnTo>
                    <a:pt x="884" y="1366"/>
                  </a:lnTo>
                  <a:lnTo>
                    <a:pt x="924" y="1245"/>
                  </a:lnTo>
                  <a:lnTo>
                    <a:pt x="1004" y="1145"/>
                  </a:lnTo>
                  <a:lnTo>
                    <a:pt x="1105" y="1044"/>
                  </a:lnTo>
                  <a:lnTo>
                    <a:pt x="1225" y="964"/>
                  </a:lnTo>
                  <a:lnTo>
                    <a:pt x="1346" y="884"/>
                  </a:lnTo>
                  <a:lnTo>
                    <a:pt x="1667" y="743"/>
                  </a:lnTo>
                  <a:lnTo>
                    <a:pt x="1265" y="562"/>
                  </a:lnTo>
                  <a:lnTo>
                    <a:pt x="1125" y="482"/>
                  </a:lnTo>
                  <a:lnTo>
                    <a:pt x="1004" y="402"/>
                  </a:lnTo>
                  <a:lnTo>
                    <a:pt x="964" y="362"/>
                  </a:lnTo>
                  <a:lnTo>
                    <a:pt x="944" y="301"/>
                  </a:lnTo>
                  <a:lnTo>
                    <a:pt x="904" y="161"/>
                  </a:lnTo>
                  <a:lnTo>
                    <a:pt x="884" y="101"/>
                  </a:lnTo>
                  <a:lnTo>
                    <a:pt x="844" y="40"/>
                  </a:lnTo>
                  <a:lnTo>
                    <a:pt x="784" y="20"/>
                  </a:lnTo>
                  <a:lnTo>
                    <a:pt x="68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81" name="Google Shape;781;p10"/>
            <p:cNvSpPr/>
            <p:nvPr/>
          </p:nvSpPr>
          <p:spPr>
            <a:xfrm>
              <a:off x="5455500" y="3351450"/>
              <a:ext cx="41700" cy="38175"/>
            </a:xfrm>
            <a:custGeom>
              <a:rect b="b" l="l" r="r" t="t"/>
              <a:pathLst>
                <a:path extrusionOk="0" h="1527" w="1668">
                  <a:moveTo>
                    <a:pt x="743" y="0"/>
                  </a:moveTo>
                  <a:lnTo>
                    <a:pt x="0" y="723"/>
                  </a:lnTo>
                  <a:lnTo>
                    <a:pt x="784" y="1526"/>
                  </a:lnTo>
                  <a:lnTo>
                    <a:pt x="824" y="1386"/>
                  </a:lnTo>
                  <a:lnTo>
                    <a:pt x="884" y="1245"/>
                  </a:lnTo>
                  <a:lnTo>
                    <a:pt x="964" y="1125"/>
                  </a:lnTo>
                  <a:lnTo>
                    <a:pt x="1065" y="1044"/>
                  </a:lnTo>
                  <a:lnTo>
                    <a:pt x="1185" y="964"/>
                  </a:lnTo>
                  <a:lnTo>
                    <a:pt x="1326" y="884"/>
                  </a:lnTo>
                  <a:lnTo>
                    <a:pt x="1667" y="743"/>
                  </a:lnTo>
                  <a:lnTo>
                    <a:pt x="1266" y="583"/>
                  </a:lnTo>
                  <a:lnTo>
                    <a:pt x="1125" y="502"/>
                  </a:lnTo>
                  <a:lnTo>
                    <a:pt x="1025" y="442"/>
                  </a:lnTo>
                  <a:lnTo>
                    <a:pt x="944" y="342"/>
                  </a:lnTo>
                  <a:lnTo>
                    <a:pt x="864" y="221"/>
                  </a:lnTo>
                  <a:lnTo>
                    <a:pt x="74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82" name="Google Shape;782;p10"/>
            <p:cNvSpPr/>
            <p:nvPr/>
          </p:nvSpPr>
          <p:spPr>
            <a:xfrm>
              <a:off x="5887700" y="3250550"/>
              <a:ext cx="36675" cy="34150"/>
            </a:xfrm>
            <a:custGeom>
              <a:rect b="b" l="l" r="r" t="t"/>
              <a:pathLst>
                <a:path extrusionOk="0" h="1366" w="1467">
                  <a:moveTo>
                    <a:pt x="724" y="0"/>
                  </a:moveTo>
                  <a:lnTo>
                    <a:pt x="1" y="663"/>
                  </a:lnTo>
                  <a:lnTo>
                    <a:pt x="744" y="1366"/>
                  </a:lnTo>
                  <a:lnTo>
                    <a:pt x="864" y="1145"/>
                  </a:lnTo>
                  <a:lnTo>
                    <a:pt x="1025" y="964"/>
                  </a:lnTo>
                  <a:lnTo>
                    <a:pt x="1125" y="884"/>
                  </a:lnTo>
                  <a:lnTo>
                    <a:pt x="1226" y="803"/>
                  </a:lnTo>
                  <a:lnTo>
                    <a:pt x="1346" y="743"/>
                  </a:lnTo>
                  <a:lnTo>
                    <a:pt x="1467" y="703"/>
                  </a:lnTo>
                  <a:lnTo>
                    <a:pt x="1386" y="603"/>
                  </a:lnTo>
                  <a:lnTo>
                    <a:pt x="1286" y="542"/>
                  </a:lnTo>
                  <a:lnTo>
                    <a:pt x="1085" y="422"/>
                  </a:lnTo>
                  <a:lnTo>
                    <a:pt x="985" y="342"/>
                  </a:lnTo>
                  <a:lnTo>
                    <a:pt x="904" y="261"/>
                  </a:lnTo>
                  <a:lnTo>
                    <a:pt x="864" y="161"/>
                  </a:lnTo>
                  <a:lnTo>
                    <a:pt x="824" y="40"/>
                  </a:lnTo>
                  <a:lnTo>
                    <a:pt x="804" y="20"/>
                  </a:lnTo>
                  <a:lnTo>
                    <a:pt x="764" y="20"/>
                  </a:lnTo>
                  <a:lnTo>
                    <a:pt x="724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83" name="Google Shape;783;p10"/>
            <p:cNvSpPr/>
            <p:nvPr/>
          </p:nvSpPr>
          <p:spPr>
            <a:xfrm>
              <a:off x="5558900" y="2837900"/>
              <a:ext cx="42200" cy="36675"/>
            </a:xfrm>
            <a:custGeom>
              <a:rect b="b" l="l" r="r" t="t"/>
              <a:pathLst>
                <a:path extrusionOk="0" h="1467" w="1688">
                  <a:moveTo>
                    <a:pt x="864" y="1"/>
                  </a:moveTo>
                  <a:lnTo>
                    <a:pt x="764" y="262"/>
                  </a:lnTo>
                  <a:lnTo>
                    <a:pt x="704" y="362"/>
                  </a:lnTo>
                  <a:lnTo>
                    <a:pt x="643" y="463"/>
                  </a:lnTo>
                  <a:lnTo>
                    <a:pt x="523" y="543"/>
                  </a:lnTo>
                  <a:lnTo>
                    <a:pt x="382" y="623"/>
                  </a:lnTo>
                  <a:lnTo>
                    <a:pt x="1" y="844"/>
                  </a:lnTo>
                  <a:lnTo>
                    <a:pt x="162" y="864"/>
                  </a:lnTo>
                  <a:lnTo>
                    <a:pt x="302" y="904"/>
                  </a:lnTo>
                  <a:lnTo>
                    <a:pt x="423" y="965"/>
                  </a:lnTo>
                  <a:lnTo>
                    <a:pt x="543" y="1025"/>
                  </a:lnTo>
                  <a:lnTo>
                    <a:pt x="623" y="1085"/>
                  </a:lnTo>
                  <a:lnTo>
                    <a:pt x="704" y="1186"/>
                  </a:lnTo>
                  <a:lnTo>
                    <a:pt x="744" y="1286"/>
                  </a:lnTo>
                  <a:lnTo>
                    <a:pt x="784" y="1406"/>
                  </a:lnTo>
                  <a:lnTo>
                    <a:pt x="804" y="1427"/>
                  </a:lnTo>
                  <a:lnTo>
                    <a:pt x="864" y="1447"/>
                  </a:lnTo>
                  <a:lnTo>
                    <a:pt x="985" y="1467"/>
                  </a:lnTo>
                  <a:lnTo>
                    <a:pt x="1045" y="1286"/>
                  </a:lnTo>
                  <a:lnTo>
                    <a:pt x="1065" y="1206"/>
                  </a:lnTo>
                  <a:lnTo>
                    <a:pt x="1105" y="1145"/>
                  </a:lnTo>
                  <a:lnTo>
                    <a:pt x="1246" y="1045"/>
                  </a:lnTo>
                  <a:lnTo>
                    <a:pt x="1386" y="945"/>
                  </a:lnTo>
                  <a:lnTo>
                    <a:pt x="1688" y="744"/>
                  </a:lnTo>
                  <a:lnTo>
                    <a:pt x="1547" y="684"/>
                  </a:lnTo>
                  <a:lnTo>
                    <a:pt x="1427" y="623"/>
                  </a:lnTo>
                  <a:lnTo>
                    <a:pt x="1306" y="543"/>
                  </a:lnTo>
                  <a:lnTo>
                    <a:pt x="1206" y="463"/>
                  </a:lnTo>
                  <a:lnTo>
                    <a:pt x="1105" y="362"/>
                  </a:lnTo>
                  <a:lnTo>
                    <a:pt x="1025" y="262"/>
                  </a:lnTo>
                  <a:lnTo>
                    <a:pt x="864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84" name="Google Shape;784;p10"/>
            <p:cNvSpPr/>
            <p:nvPr/>
          </p:nvSpPr>
          <p:spPr>
            <a:xfrm>
              <a:off x="5672350" y="2840925"/>
              <a:ext cx="35175" cy="33150"/>
            </a:xfrm>
            <a:custGeom>
              <a:rect b="b" l="l" r="r" t="t"/>
              <a:pathLst>
                <a:path extrusionOk="0" h="1326" w="1407">
                  <a:moveTo>
                    <a:pt x="684" y="0"/>
                  </a:moveTo>
                  <a:lnTo>
                    <a:pt x="1" y="663"/>
                  </a:lnTo>
                  <a:lnTo>
                    <a:pt x="724" y="1326"/>
                  </a:lnTo>
                  <a:lnTo>
                    <a:pt x="764" y="1225"/>
                  </a:lnTo>
                  <a:lnTo>
                    <a:pt x="824" y="1105"/>
                  </a:lnTo>
                  <a:lnTo>
                    <a:pt x="904" y="1024"/>
                  </a:lnTo>
                  <a:lnTo>
                    <a:pt x="985" y="944"/>
                  </a:lnTo>
                  <a:lnTo>
                    <a:pt x="1186" y="804"/>
                  </a:lnTo>
                  <a:lnTo>
                    <a:pt x="1406" y="683"/>
                  </a:lnTo>
                  <a:lnTo>
                    <a:pt x="1326" y="583"/>
                  </a:lnTo>
                  <a:lnTo>
                    <a:pt x="1246" y="522"/>
                  </a:lnTo>
                  <a:lnTo>
                    <a:pt x="1045" y="402"/>
                  </a:lnTo>
                  <a:lnTo>
                    <a:pt x="945" y="342"/>
                  </a:lnTo>
                  <a:lnTo>
                    <a:pt x="864" y="261"/>
                  </a:lnTo>
                  <a:lnTo>
                    <a:pt x="804" y="161"/>
                  </a:lnTo>
                  <a:lnTo>
                    <a:pt x="784" y="41"/>
                  </a:lnTo>
                  <a:lnTo>
                    <a:pt x="764" y="20"/>
                  </a:lnTo>
                  <a:lnTo>
                    <a:pt x="724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85" name="Google Shape;785;p10"/>
            <p:cNvSpPr/>
            <p:nvPr/>
          </p:nvSpPr>
          <p:spPr>
            <a:xfrm>
              <a:off x="5780775" y="2841425"/>
              <a:ext cx="33675" cy="31650"/>
            </a:xfrm>
            <a:custGeom>
              <a:rect b="b" l="l" r="r" t="t"/>
              <a:pathLst>
                <a:path extrusionOk="0" h="1266" w="1347">
                  <a:moveTo>
                    <a:pt x="664" y="0"/>
                  </a:moveTo>
                  <a:lnTo>
                    <a:pt x="1" y="623"/>
                  </a:lnTo>
                  <a:lnTo>
                    <a:pt x="684" y="1265"/>
                  </a:lnTo>
                  <a:lnTo>
                    <a:pt x="1346" y="603"/>
                  </a:lnTo>
                  <a:lnTo>
                    <a:pt x="664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86" name="Google Shape;786;p10"/>
            <p:cNvSpPr/>
            <p:nvPr/>
          </p:nvSpPr>
          <p:spPr>
            <a:xfrm>
              <a:off x="5779275" y="3246525"/>
              <a:ext cx="36175" cy="39675"/>
            </a:xfrm>
            <a:custGeom>
              <a:rect b="b" l="l" r="r" t="t"/>
              <a:pathLst>
                <a:path extrusionOk="0" h="1587" w="1447">
                  <a:moveTo>
                    <a:pt x="704" y="1"/>
                  </a:moveTo>
                  <a:lnTo>
                    <a:pt x="663" y="161"/>
                  </a:lnTo>
                  <a:lnTo>
                    <a:pt x="583" y="302"/>
                  </a:lnTo>
                  <a:lnTo>
                    <a:pt x="503" y="422"/>
                  </a:lnTo>
                  <a:lnTo>
                    <a:pt x="422" y="523"/>
                  </a:lnTo>
                  <a:lnTo>
                    <a:pt x="322" y="583"/>
                  </a:lnTo>
                  <a:lnTo>
                    <a:pt x="202" y="663"/>
                  </a:lnTo>
                  <a:lnTo>
                    <a:pt x="1" y="784"/>
                  </a:lnTo>
                  <a:lnTo>
                    <a:pt x="824" y="1587"/>
                  </a:lnTo>
                  <a:lnTo>
                    <a:pt x="844" y="1466"/>
                  </a:lnTo>
                  <a:lnTo>
                    <a:pt x="884" y="1346"/>
                  </a:lnTo>
                  <a:lnTo>
                    <a:pt x="924" y="1246"/>
                  </a:lnTo>
                  <a:lnTo>
                    <a:pt x="1005" y="1165"/>
                  </a:lnTo>
                  <a:lnTo>
                    <a:pt x="1065" y="1085"/>
                  </a:lnTo>
                  <a:lnTo>
                    <a:pt x="1165" y="1025"/>
                  </a:lnTo>
                  <a:lnTo>
                    <a:pt x="1266" y="964"/>
                  </a:lnTo>
                  <a:lnTo>
                    <a:pt x="1386" y="944"/>
                  </a:lnTo>
                  <a:lnTo>
                    <a:pt x="1406" y="904"/>
                  </a:lnTo>
                  <a:lnTo>
                    <a:pt x="1426" y="864"/>
                  </a:lnTo>
                  <a:lnTo>
                    <a:pt x="1446" y="744"/>
                  </a:lnTo>
                  <a:lnTo>
                    <a:pt x="1226" y="643"/>
                  </a:lnTo>
                  <a:lnTo>
                    <a:pt x="1125" y="603"/>
                  </a:lnTo>
                  <a:lnTo>
                    <a:pt x="1025" y="543"/>
                  </a:lnTo>
                  <a:lnTo>
                    <a:pt x="944" y="442"/>
                  </a:lnTo>
                  <a:lnTo>
                    <a:pt x="864" y="322"/>
                  </a:lnTo>
                  <a:lnTo>
                    <a:pt x="704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87" name="Google Shape;787;p10"/>
            <p:cNvSpPr/>
            <p:nvPr/>
          </p:nvSpPr>
          <p:spPr>
            <a:xfrm>
              <a:off x="5670350" y="3249550"/>
              <a:ext cx="37675" cy="37675"/>
            </a:xfrm>
            <a:custGeom>
              <a:rect b="b" l="l" r="r" t="t"/>
              <a:pathLst>
                <a:path extrusionOk="0" h="1507" w="1507">
                  <a:moveTo>
                    <a:pt x="824" y="0"/>
                  </a:moveTo>
                  <a:lnTo>
                    <a:pt x="1" y="743"/>
                  </a:lnTo>
                  <a:lnTo>
                    <a:pt x="262" y="864"/>
                  </a:lnTo>
                  <a:lnTo>
                    <a:pt x="382" y="944"/>
                  </a:lnTo>
                  <a:lnTo>
                    <a:pt x="482" y="1024"/>
                  </a:lnTo>
                  <a:lnTo>
                    <a:pt x="563" y="1125"/>
                  </a:lnTo>
                  <a:lnTo>
                    <a:pt x="623" y="1245"/>
                  </a:lnTo>
                  <a:lnTo>
                    <a:pt x="764" y="1506"/>
                  </a:lnTo>
                  <a:lnTo>
                    <a:pt x="944" y="1205"/>
                  </a:lnTo>
                  <a:lnTo>
                    <a:pt x="1105" y="964"/>
                  </a:lnTo>
                  <a:lnTo>
                    <a:pt x="1145" y="924"/>
                  </a:lnTo>
                  <a:lnTo>
                    <a:pt x="1205" y="904"/>
                  </a:lnTo>
                  <a:lnTo>
                    <a:pt x="1346" y="864"/>
                  </a:lnTo>
                  <a:lnTo>
                    <a:pt x="1406" y="843"/>
                  </a:lnTo>
                  <a:lnTo>
                    <a:pt x="1466" y="803"/>
                  </a:lnTo>
                  <a:lnTo>
                    <a:pt x="1506" y="743"/>
                  </a:lnTo>
                  <a:lnTo>
                    <a:pt x="1506" y="643"/>
                  </a:lnTo>
                  <a:lnTo>
                    <a:pt x="1386" y="603"/>
                  </a:lnTo>
                  <a:lnTo>
                    <a:pt x="1266" y="542"/>
                  </a:lnTo>
                  <a:lnTo>
                    <a:pt x="1165" y="462"/>
                  </a:lnTo>
                  <a:lnTo>
                    <a:pt x="1085" y="402"/>
                  </a:lnTo>
                  <a:lnTo>
                    <a:pt x="984" y="301"/>
                  </a:lnTo>
                  <a:lnTo>
                    <a:pt x="924" y="221"/>
                  </a:lnTo>
                  <a:lnTo>
                    <a:pt x="864" y="101"/>
                  </a:lnTo>
                  <a:lnTo>
                    <a:pt x="824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88" name="Google Shape;788;p10"/>
            <p:cNvSpPr/>
            <p:nvPr/>
          </p:nvSpPr>
          <p:spPr>
            <a:xfrm>
              <a:off x="5562425" y="3247025"/>
              <a:ext cx="37675" cy="38175"/>
            </a:xfrm>
            <a:custGeom>
              <a:rect b="b" l="l" r="r" t="t"/>
              <a:pathLst>
                <a:path extrusionOk="0" h="1527" w="1507">
                  <a:moveTo>
                    <a:pt x="743" y="1"/>
                  </a:moveTo>
                  <a:lnTo>
                    <a:pt x="563" y="322"/>
                  </a:lnTo>
                  <a:lnTo>
                    <a:pt x="482" y="442"/>
                  </a:lnTo>
                  <a:lnTo>
                    <a:pt x="402" y="563"/>
                  </a:lnTo>
                  <a:lnTo>
                    <a:pt x="342" y="603"/>
                  </a:lnTo>
                  <a:lnTo>
                    <a:pt x="282" y="623"/>
                  </a:lnTo>
                  <a:lnTo>
                    <a:pt x="141" y="643"/>
                  </a:lnTo>
                  <a:lnTo>
                    <a:pt x="41" y="663"/>
                  </a:lnTo>
                  <a:lnTo>
                    <a:pt x="0" y="683"/>
                  </a:lnTo>
                  <a:lnTo>
                    <a:pt x="0" y="744"/>
                  </a:lnTo>
                  <a:lnTo>
                    <a:pt x="763" y="1527"/>
                  </a:lnTo>
                  <a:lnTo>
                    <a:pt x="1506" y="744"/>
                  </a:lnTo>
                  <a:lnTo>
                    <a:pt x="1265" y="643"/>
                  </a:lnTo>
                  <a:lnTo>
                    <a:pt x="1145" y="563"/>
                  </a:lnTo>
                  <a:lnTo>
                    <a:pt x="1024" y="483"/>
                  </a:lnTo>
                  <a:lnTo>
                    <a:pt x="944" y="382"/>
                  </a:lnTo>
                  <a:lnTo>
                    <a:pt x="884" y="282"/>
                  </a:lnTo>
                  <a:lnTo>
                    <a:pt x="743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89" name="Google Shape;789;p10"/>
            <p:cNvSpPr/>
            <p:nvPr/>
          </p:nvSpPr>
          <p:spPr>
            <a:xfrm>
              <a:off x="5454500" y="3247025"/>
              <a:ext cx="43200" cy="40700"/>
            </a:xfrm>
            <a:custGeom>
              <a:rect b="b" l="l" r="r" t="t"/>
              <a:pathLst>
                <a:path extrusionOk="0" h="1628" w="1728">
                  <a:moveTo>
                    <a:pt x="763" y="1"/>
                  </a:moveTo>
                  <a:lnTo>
                    <a:pt x="583" y="302"/>
                  </a:lnTo>
                  <a:lnTo>
                    <a:pt x="502" y="422"/>
                  </a:lnTo>
                  <a:lnTo>
                    <a:pt x="422" y="543"/>
                  </a:lnTo>
                  <a:lnTo>
                    <a:pt x="362" y="583"/>
                  </a:lnTo>
                  <a:lnTo>
                    <a:pt x="302" y="603"/>
                  </a:lnTo>
                  <a:lnTo>
                    <a:pt x="161" y="643"/>
                  </a:lnTo>
                  <a:lnTo>
                    <a:pt x="101" y="683"/>
                  </a:lnTo>
                  <a:lnTo>
                    <a:pt x="40" y="724"/>
                  </a:lnTo>
                  <a:lnTo>
                    <a:pt x="20" y="784"/>
                  </a:lnTo>
                  <a:lnTo>
                    <a:pt x="0" y="884"/>
                  </a:lnTo>
                  <a:lnTo>
                    <a:pt x="141" y="924"/>
                  </a:lnTo>
                  <a:lnTo>
                    <a:pt x="261" y="985"/>
                  </a:lnTo>
                  <a:lnTo>
                    <a:pt x="362" y="1065"/>
                  </a:lnTo>
                  <a:lnTo>
                    <a:pt x="462" y="1165"/>
                  </a:lnTo>
                  <a:lnTo>
                    <a:pt x="623" y="1406"/>
                  </a:lnTo>
                  <a:lnTo>
                    <a:pt x="703" y="1527"/>
                  </a:lnTo>
                  <a:lnTo>
                    <a:pt x="824" y="1627"/>
                  </a:lnTo>
                  <a:lnTo>
                    <a:pt x="864" y="1467"/>
                  </a:lnTo>
                  <a:lnTo>
                    <a:pt x="924" y="1326"/>
                  </a:lnTo>
                  <a:lnTo>
                    <a:pt x="984" y="1226"/>
                  </a:lnTo>
                  <a:lnTo>
                    <a:pt x="1085" y="1125"/>
                  </a:lnTo>
                  <a:lnTo>
                    <a:pt x="1205" y="1025"/>
                  </a:lnTo>
                  <a:lnTo>
                    <a:pt x="1366" y="965"/>
                  </a:lnTo>
                  <a:lnTo>
                    <a:pt x="1526" y="904"/>
                  </a:lnTo>
                  <a:lnTo>
                    <a:pt x="1727" y="844"/>
                  </a:lnTo>
                  <a:lnTo>
                    <a:pt x="1306" y="643"/>
                  </a:lnTo>
                  <a:lnTo>
                    <a:pt x="1145" y="583"/>
                  </a:lnTo>
                  <a:lnTo>
                    <a:pt x="1044" y="503"/>
                  </a:lnTo>
                  <a:lnTo>
                    <a:pt x="964" y="402"/>
                  </a:lnTo>
                  <a:lnTo>
                    <a:pt x="904" y="282"/>
                  </a:lnTo>
                  <a:lnTo>
                    <a:pt x="763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90" name="Google Shape;790;p10"/>
            <p:cNvSpPr/>
            <p:nvPr/>
          </p:nvSpPr>
          <p:spPr>
            <a:xfrm>
              <a:off x="5887200" y="3147125"/>
              <a:ext cx="35675" cy="33675"/>
            </a:xfrm>
            <a:custGeom>
              <a:rect b="b" l="l" r="r" t="t"/>
              <a:pathLst>
                <a:path extrusionOk="0" h="1347" w="1427">
                  <a:moveTo>
                    <a:pt x="684" y="1"/>
                  </a:moveTo>
                  <a:lnTo>
                    <a:pt x="603" y="222"/>
                  </a:lnTo>
                  <a:lnTo>
                    <a:pt x="543" y="322"/>
                  </a:lnTo>
                  <a:lnTo>
                    <a:pt x="483" y="402"/>
                  </a:lnTo>
                  <a:lnTo>
                    <a:pt x="362" y="483"/>
                  </a:lnTo>
                  <a:lnTo>
                    <a:pt x="242" y="543"/>
                  </a:lnTo>
                  <a:lnTo>
                    <a:pt x="1" y="664"/>
                  </a:lnTo>
                  <a:lnTo>
                    <a:pt x="744" y="1346"/>
                  </a:lnTo>
                  <a:lnTo>
                    <a:pt x="1426" y="684"/>
                  </a:lnTo>
                  <a:lnTo>
                    <a:pt x="684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91" name="Google Shape;791;p10"/>
            <p:cNvSpPr/>
            <p:nvPr/>
          </p:nvSpPr>
          <p:spPr>
            <a:xfrm>
              <a:off x="5560925" y="2942825"/>
              <a:ext cx="38175" cy="35175"/>
            </a:xfrm>
            <a:custGeom>
              <a:rect b="b" l="l" r="r" t="t"/>
              <a:pathLst>
                <a:path extrusionOk="0" h="1407" w="1527">
                  <a:moveTo>
                    <a:pt x="783" y="1"/>
                  </a:moveTo>
                  <a:lnTo>
                    <a:pt x="683" y="161"/>
                  </a:lnTo>
                  <a:lnTo>
                    <a:pt x="623" y="282"/>
                  </a:lnTo>
                  <a:lnTo>
                    <a:pt x="542" y="362"/>
                  </a:lnTo>
                  <a:lnTo>
                    <a:pt x="422" y="442"/>
                  </a:lnTo>
                  <a:lnTo>
                    <a:pt x="301" y="523"/>
                  </a:lnTo>
                  <a:lnTo>
                    <a:pt x="0" y="663"/>
                  </a:lnTo>
                  <a:lnTo>
                    <a:pt x="301" y="844"/>
                  </a:lnTo>
                  <a:lnTo>
                    <a:pt x="422" y="904"/>
                  </a:lnTo>
                  <a:lnTo>
                    <a:pt x="542" y="984"/>
                  </a:lnTo>
                  <a:lnTo>
                    <a:pt x="582" y="1045"/>
                  </a:lnTo>
                  <a:lnTo>
                    <a:pt x="603" y="1105"/>
                  </a:lnTo>
                  <a:lnTo>
                    <a:pt x="643" y="1225"/>
                  </a:lnTo>
                  <a:lnTo>
                    <a:pt x="683" y="1346"/>
                  </a:lnTo>
                  <a:lnTo>
                    <a:pt x="703" y="1386"/>
                  </a:lnTo>
                  <a:lnTo>
                    <a:pt x="763" y="1406"/>
                  </a:lnTo>
                  <a:lnTo>
                    <a:pt x="1526" y="683"/>
                  </a:lnTo>
                  <a:lnTo>
                    <a:pt x="783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92" name="Google Shape;792;p10"/>
            <p:cNvSpPr/>
            <p:nvPr/>
          </p:nvSpPr>
          <p:spPr>
            <a:xfrm>
              <a:off x="5671850" y="2943325"/>
              <a:ext cx="35175" cy="33150"/>
            </a:xfrm>
            <a:custGeom>
              <a:rect b="b" l="l" r="r" t="t"/>
              <a:pathLst>
                <a:path extrusionOk="0" h="1326" w="1407">
                  <a:moveTo>
                    <a:pt x="704" y="1"/>
                  </a:moveTo>
                  <a:lnTo>
                    <a:pt x="1" y="663"/>
                  </a:lnTo>
                  <a:lnTo>
                    <a:pt x="704" y="1326"/>
                  </a:lnTo>
                  <a:lnTo>
                    <a:pt x="1406" y="663"/>
                  </a:lnTo>
                  <a:lnTo>
                    <a:pt x="704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93" name="Google Shape;793;p10"/>
            <p:cNvSpPr/>
            <p:nvPr/>
          </p:nvSpPr>
          <p:spPr>
            <a:xfrm>
              <a:off x="5781300" y="2636625"/>
              <a:ext cx="33150" cy="30625"/>
            </a:xfrm>
            <a:custGeom>
              <a:rect b="b" l="l" r="r" t="t"/>
              <a:pathLst>
                <a:path extrusionOk="0" h="1225" w="1326">
                  <a:moveTo>
                    <a:pt x="643" y="0"/>
                  </a:moveTo>
                  <a:lnTo>
                    <a:pt x="0" y="622"/>
                  </a:lnTo>
                  <a:lnTo>
                    <a:pt x="643" y="1225"/>
                  </a:lnTo>
                  <a:lnTo>
                    <a:pt x="1325" y="643"/>
                  </a:lnTo>
                  <a:lnTo>
                    <a:pt x="64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94" name="Google Shape;794;p10"/>
            <p:cNvSpPr/>
            <p:nvPr/>
          </p:nvSpPr>
          <p:spPr>
            <a:xfrm>
              <a:off x="5779275" y="3148150"/>
              <a:ext cx="35675" cy="33150"/>
            </a:xfrm>
            <a:custGeom>
              <a:rect b="b" l="l" r="r" t="t"/>
              <a:pathLst>
                <a:path extrusionOk="0" h="1326" w="1427">
                  <a:moveTo>
                    <a:pt x="724" y="0"/>
                  </a:moveTo>
                  <a:lnTo>
                    <a:pt x="1" y="683"/>
                  </a:lnTo>
                  <a:lnTo>
                    <a:pt x="81" y="743"/>
                  </a:lnTo>
                  <a:lnTo>
                    <a:pt x="181" y="803"/>
                  </a:lnTo>
                  <a:lnTo>
                    <a:pt x="382" y="904"/>
                  </a:lnTo>
                  <a:lnTo>
                    <a:pt x="463" y="964"/>
                  </a:lnTo>
                  <a:lnTo>
                    <a:pt x="543" y="1044"/>
                  </a:lnTo>
                  <a:lnTo>
                    <a:pt x="583" y="1165"/>
                  </a:lnTo>
                  <a:lnTo>
                    <a:pt x="623" y="1285"/>
                  </a:lnTo>
                  <a:lnTo>
                    <a:pt x="643" y="1305"/>
                  </a:lnTo>
                  <a:lnTo>
                    <a:pt x="683" y="1325"/>
                  </a:lnTo>
                  <a:lnTo>
                    <a:pt x="724" y="1325"/>
                  </a:lnTo>
                  <a:lnTo>
                    <a:pt x="1426" y="643"/>
                  </a:lnTo>
                  <a:lnTo>
                    <a:pt x="724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95" name="Google Shape;795;p10"/>
            <p:cNvSpPr/>
            <p:nvPr/>
          </p:nvSpPr>
          <p:spPr>
            <a:xfrm>
              <a:off x="5668850" y="3145125"/>
              <a:ext cx="46200" cy="38175"/>
            </a:xfrm>
            <a:custGeom>
              <a:rect b="b" l="l" r="r" t="t"/>
              <a:pathLst>
                <a:path extrusionOk="0" h="1527" w="1848">
                  <a:moveTo>
                    <a:pt x="824" y="1"/>
                  </a:moveTo>
                  <a:lnTo>
                    <a:pt x="663" y="282"/>
                  </a:lnTo>
                  <a:lnTo>
                    <a:pt x="603" y="402"/>
                  </a:lnTo>
                  <a:lnTo>
                    <a:pt x="522" y="503"/>
                  </a:lnTo>
                  <a:lnTo>
                    <a:pt x="402" y="583"/>
                  </a:lnTo>
                  <a:lnTo>
                    <a:pt x="281" y="643"/>
                  </a:lnTo>
                  <a:lnTo>
                    <a:pt x="0" y="784"/>
                  </a:lnTo>
                  <a:lnTo>
                    <a:pt x="322" y="944"/>
                  </a:lnTo>
                  <a:lnTo>
                    <a:pt x="442" y="1025"/>
                  </a:lnTo>
                  <a:lnTo>
                    <a:pt x="562" y="1105"/>
                  </a:lnTo>
                  <a:lnTo>
                    <a:pt x="603" y="1145"/>
                  </a:lnTo>
                  <a:lnTo>
                    <a:pt x="623" y="1205"/>
                  </a:lnTo>
                  <a:lnTo>
                    <a:pt x="663" y="1346"/>
                  </a:lnTo>
                  <a:lnTo>
                    <a:pt x="683" y="1406"/>
                  </a:lnTo>
                  <a:lnTo>
                    <a:pt x="723" y="1466"/>
                  </a:lnTo>
                  <a:lnTo>
                    <a:pt x="803" y="1507"/>
                  </a:lnTo>
                  <a:lnTo>
                    <a:pt x="884" y="1527"/>
                  </a:lnTo>
                  <a:lnTo>
                    <a:pt x="924" y="1386"/>
                  </a:lnTo>
                  <a:lnTo>
                    <a:pt x="984" y="1266"/>
                  </a:lnTo>
                  <a:lnTo>
                    <a:pt x="1064" y="1165"/>
                  </a:lnTo>
                  <a:lnTo>
                    <a:pt x="1165" y="1065"/>
                  </a:lnTo>
                  <a:lnTo>
                    <a:pt x="1305" y="984"/>
                  </a:lnTo>
                  <a:lnTo>
                    <a:pt x="1446" y="904"/>
                  </a:lnTo>
                  <a:lnTo>
                    <a:pt x="1627" y="824"/>
                  </a:lnTo>
                  <a:lnTo>
                    <a:pt x="1848" y="744"/>
                  </a:lnTo>
                  <a:lnTo>
                    <a:pt x="1607" y="703"/>
                  </a:lnTo>
                  <a:lnTo>
                    <a:pt x="1426" y="643"/>
                  </a:lnTo>
                  <a:lnTo>
                    <a:pt x="1285" y="563"/>
                  </a:lnTo>
                  <a:lnTo>
                    <a:pt x="1145" y="462"/>
                  </a:lnTo>
                  <a:lnTo>
                    <a:pt x="1044" y="362"/>
                  </a:lnTo>
                  <a:lnTo>
                    <a:pt x="964" y="242"/>
                  </a:lnTo>
                  <a:lnTo>
                    <a:pt x="824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96" name="Google Shape;796;p10"/>
            <p:cNvSpPr/>
            <p:nvPr/>
          </p:nvSpPr>
          <p:spPr>
            <a:xfrm>
              <a:off x="5562425" y="3146625"/>
              <a:ext cx="38675" cy="36675"/>
            </a:xfrm>
            <a:custGeom>
              <a:rect b="b" l="l" r="r" t="t"/>
              <a:pathLst>
                <a:path extrusionOk="0" h="1467" w="1547">
                  <a:moveTo>
                    <a:pt x="643" y="1"/>
                  </a:moveTo>
                  <a:lnTo>
                    <a:pt x="603" y="41"/>
                  </a:lnTo>
                  <a:lnTo>
                    <a:pt x="563" y="141"/>
                  </a:lnTo>
                  <a:lnTo>
                    <a:pt x="543" y="282"/>
                  </a:lnTo>
                  <a:lnTo>
                    <a:pt x="522" y="342"/>
                  </a:lnTo>
                  <a:lnTo>
                    <a:pt x="502" y="402"/>
                  </a:lnTo>
                  <a:lnTo>
                    <a:pt x="442" y="463"/>
                  </a:lnTo>
                  <a:lnTo>
                    <a:pt x="362" y="503"/>
                  </a:lnTo>
                  <a:lnTo>
                    <a:pt x="201" y="523"/>
                  </a:lnTo>
                  <a:lnTo>
                    <a:pt x="121" y="543"/>
                  </a:lnTo>
                  <a:lnTo>
                    <a:pt x="61" y="563"/>
                  </a:lnTo>
                  <a:lnTo>
                    <a:pt x="21" y="603"/>
                  </a:lnTo>
                  <a:lnTo>
                    <a:pt x="0" y="663"/>
                  </a:lnTo>
                  <a:lnTo>
                    <a:pt x="784" y="1467"/>
                  </a:lnTo>
                  <a:lnTo>
                    <a:pt x="924" y="1226"/>
                  </a:lnTo>
                  <a:lnTo>
                    <a:pt x="984" y="1105"/>
                  </a:lnTo>
                  <a:lnTo>
                    <a:pt x="1065" y="1005"/>
                  </a:lnTo>
                  <a:lnTo>
                    <a:pt x="1165" y="924"/>
                  </a:lnTo>
                  <a:lnTo>
                    <a:pt x="1286" y="864"/>
                  </a:lnTo>
                  <a:lnTo>
                    <a:pt x="1547" y="764"/>
                  </a:lnTo>
                  <a:lnTo>
                    <a:pt x="683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97" name="Google Shape;797;p10"/>
            <p:cNvSpPr/>
            <p:nvPr/>
          </p:nvSpPr>
          <p:spPr>
            <a:xfrm>
              <a:off x="5454000" y="3143625"/>
              <a:ext cx="38175" cy="42200"/>
            </a:xfrm>
            <a:custGeom>
              <a:rect b="b" l="l" r="r" t="t"/>
              <a:pathLst>
                <a:path extrusionOk="0" h="1688" w="1527">
                  <a:moveTo>
                    <a:pt x="783" y="0"/>
                  </a:moveTo>
                  <a:lnTo>
                    <a:pt x="623" y="322"/>
                  </a:lnTo>
                  <a:lnTo>
                    <a:pt x="542" y="442"/>
                  </a:lnTo>
                  <a:lnTo>
                    <a:pt x="462" y="542"/>
                  </a:lnTo>
                  <a:lnTo>
                    <a:pt x="362" y="623"/>
                  </a:lnTo>
                  <a:lnTo>
                    <a:pt x="241" y="703"/>
                  </a:lnTo>
                  <a:lnTo>
                    <a:pt x="0" y="804"/>
                  </a:lnTo>
                  <a:lnTo>
                    <a:pt x="141" y="864"/>
                  </a:lnTo>
                  <a:lnTo>
                    <a:pt x="281" y="944"/>
                  </a:lnTo>
                  <a:lnTo>
                    <a:pt x="382" y="1024"/>
                  </a:lnTo>
                  <a:lnTo>
                    <a:pt x="462" y="1125"/>
                  </a:lnTo>
                  <a:lnTo>
                    <a:pt x="542" y="1245"/>
                  </a:lnTo>
                  <a:lnTo>
                    <a:pt x="623" y="1386"/>
                  </a:lnTo>
                  <a:lnTo>
                    <a:pt x="783" y="1687"/>
                  </a:lnTo>
                  <a:lnTo>
                    <a:pt x="964" y="1346"/>
                  </a:lnTo>
                  <a:lnTo>
                    <a:pt x="1044" y="1205"/>
                  </a:lnTo>
                  <a:lnTo>
                    <a:pt x="1125" y="1085"/>
                  </a:lnTo>
                  <a:lnTo>
                    <a:pt x="1185" y="1044"/>
                  </a:lnTo>
                  <a:lnTo>
                    <a:pt x="1245" y="1024"/>
                  </a:lnTo>
                  <a:lnTo>
                    <a:pt x="1366" y="1004"/>
                  </a:lnTo>
                  <a:lnTo>
                    <a:pt x="1446" y="984"/>
                  </a:lnTo>
                  <a:lnTo>
                    <a:pt x="1486" y="924"/>
                  </a:lnTo>
                  <a:lnTo>
                    <a:pt x="1526" y="864"/>
                  </a:lnTo>
                  <a:lnTo>
                    <a:pt x="1526" y="763"/>
                  </a:lnTo>
                  <a:lnTo>
                    <a:pt x="1406" y="723"/>
                  </a:lnTo>
                  <a:lnTo>
                    <a:pt x="1285" y="683"/>
                  </a:lnTo>
                  <a:lnTo>
                    <a:pt x="1165" y="603"/>
                  </a:lnTo>
                  <a:lnTo>
                    <a:pt x="1085" y="522"/>
                  </a:lnTo>
                  <a:lnTo>
                    <a:pt x="984" y="422"/>
                  </a:lnTo>
                  <a:lnTo>
                    <a:pt x="904" y="302"/>
                  </a:lnTo>
                  <a:lnTo>
                    <a:pt x="844" y="161"/>
                  </a:lnTo>
                  <a:lnTo>
                    <a:pt x="78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98" name="Google Shape;798;p10"/>
            <p:cNvSpPr/>
            <p:nvPr/>
          </p:nvSpPr>
          <p:spPr>
            <a:xfrm>
              <a:off x="5776775" y="3046225"/>
              <a:ext cx="37675" cy="35675"/>
            </a:xfrm>
            <a:custGeom>
              <a:rect b="b" l="l" r="r" t="t"/>
              <a:pathLst>
                <a:path extrusionOk="0" h="1427" w="1507">
                  <a:moveTo>
                    <a:pt x="824" y="1"/>
                  </a:moveTo>
                  <a:lnTo>
                    <a:pt x="0" y="764"/>
                  </a:lnTo>
                  <a:lnTo>
                    <a:pt x="181" y="764"/>
                  </a:lnTo>
                  <a:lnTo>
                    <a:pt x="322" y="784"/>
                  </a:lnTo>
                  <a:lnTo>
                    <a:pt x="442" y="844"/>
                  </a:lnTo>
                  <a:lnTo>
                    <a:pt x="543" y="945"/>
                  </a:lnTo>
                  <a:lnTo>
                    <a:pt x="623" y="1045"/>
                  </a:lnTo>
                  <a:lnTo>
                    <a:pt x="703" y="1166"/>
                  </a:lnTo>
                  <a:lnTo>
                    <a:pt x="884" y="1427"/>
                  </a:lnTo>
                  <a:lnTo>
                    <a:pt x="964" y="1186"/>
                  </a:lnTo>
                  <a:lnTo>
                    <a:pt x="1024" y="1085"/>
                  </a:lnTo>
                  <a:lnTo>
                    <a:pt x="1085" y="985"/>
                  </a:lnTo>
                  <a:lnTo>
                    <a:pt x="1165" y="904"/>
                  </a:lnTo>
                  <a:lnTo>
                    <a:pt x="1245" y="844"/>
                  </a:lnTo>
                  <a:lnTo>
                    <a:pt x="1346" y="784"/>
                  </a:lnTo>
                  <a:lnTo>
                    <a:pt x="1466" y="744"/>
                  </a:lnTo>
                  <a:lnTo>
                    <a:pt x="1486" y="724"/>
                  </a:lnTo>
                  <a:lnTo>
                    <a:pt x="1506" y="684"/>
                  </a:lnTo>
                  <a:lnTo>
                    <a:pt x="1506" y="623"/>
                  </a:lnTo>
                  <a:lnTo>
                    <a:pt x="824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99" name="Google Shape;799;p10"/>
            <p:cNvSpPr/>
            <p:nvPr/>
          </p:nvSpPr>
          <p:spPr>
            <a:xfrm>
              <a:off x="5562425" y="3045225"/>
              <a:ext cx="37675" cy="35175"/>
            </a:xfrm>
            <a:custGeom>
              <a:rect b="b" l="l" r="r" t="t"/>
              <a:pathLst>
                <a:path extrusionOk="0" h="1407" w="1507">
                  <a:moveTo>
                    <a:pt x="763" y="1"/>
                  </a:moveTo>
                  <a:lnTo>
                    <a:pt x="0" y="724"/>
                  </a:lnTo>
                  <a:lnTo>
                    <a:pt x="261" y="864"/>
                  </a:lnTo>
                  <a:lnTo>
                    <a:pt x="382" y="924"/>
                  </a:lnTo>
                  <a:lnTo>
                    <a:pt x="502" y="1005"/>
                  </a:lnTo>
                  <a:lnTo>
                    <a:pt x="543" y="1065"/>
                  </a:lnTo>
                  <a:lnTo>
                    <a:pt x="563" y="1125"/>
                  </a:lnTo>
                  <a:lnTo>
                    <a:pt x="603" y="1246"/>
                  </a:lnTo>
                  <a:lnTo>
                    <a:pt x="623" y="1306"/>
                  </a:lnTo>
                  <a:lnTo>
                    <a:pt x="683" y="1366"/>
                  </a:lnTo>
                  <a:lnTo>
                    <a:pt x="743" y="1386"/>
                  </a:lnTo>
                  <a:lnTo>
                    <a:pt x="844" y="1406"/>
                  </a:lnTo>
                  <a:lnTo>
                    <a:pt x="864" y="1266"/>
                  </a:lnTo>
                  <a:lnTo>
                    <a:pt x="924" y="1145"/>
                  </a:lnTo>
                  <a:lnTo>
                    <a:pt x="984" y="1045"/>
                  </a:lnTo>
                  <a:lnTo>
                    <a:pt x="1085" y="965"/>
                  </a:lnTo>
                  <a:lnTo>
                    <a:pt x="1306" y="844"/>
                  </a:lnTo>
                  <a:lnTo>
                    <a:pt x="1506" y="704"/>
                  </a:lnTo>
                  <a:lnTo>
                    <a:pt x="763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00" name="Google Shape;800;p10"/>
            <p:cNvSpPr/>
            <p:nvPr/>
          </p:nvSpPr>
          <p:spPr>
            <a:xfrm>
              <a:off x="5671850" y="3044225"/>
              <a:ext cx="38175" cy="36175"/>
            </a:xfrm>
            <a:custGeom>
              <a:rect b="b" l="l" r="r" t="t"/>
              <a:pathLst>
                <a:path extrusionOk="0" h="1447" w="1527">
                  <a:moveTo>
                    <a:pt x="724" y="1"/>
                  </a:moveTo>
                  <a:lnTo>
                    <a:pt x="1" y="723"/>
                  </a:lnTo>
                  <a:lnTo>
                    <a:pt x="724" y="1446"/>
                  </a:lnTo>
                  <a:lnTo>
                    <a:pt x="864" y="1205"/>
                  </a:lnTo>
                  <a:lnTo>
                    <a:pt x="924" y="1105"/>
                  </a:lnTo>
                  <a:lnTo>
                    <a:pt x="1005" y="1005"/>
                  </a:lnTo>
                  <a:lnTo>
                    <a:pt x="1105" y="924"/>
                  </a:lnTo>
                  <a:lnTo>
                    <a:pt x="1226" y="844"/>
                  </a:lnTo>
                  <a:lnTo>
                    <a:pt x="1527" y="703"/>
                  </a:lnTo>
                  <a:lnTo>
                    <a:pt x="1386" y="643"/>
                  </a:lnTo>
                  <a:lnTo>
                    <a:pt x="1246" y="583"/>
                  </a:lnTo>
                  <a:lnTo>
                    <a:pt x="1125" y="503"/>
                  </a:lnTo>
                  <a:lnTo>
                    <a:pt x="1025" y="422"/>
                  </a:lnTo>
                  <a:lnTo>
                    <a:pt x="924" y="322"/>
                  </a:lnTo>
                  <a:lnTo>
                    <a:pt x="844" y="221"/>
                  </a:lnTo>
                  <a:lnTo>
                    <a:pt x="784" y="121"/>
                  </a:lnTo>
                  <a:lnTo>
                    <a:pt x="724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01" name="Google Shape;801;p10"/>
            <p:cNvSpPr/>
            <p:nvPr/>
          </p:nvSpPr>
          <p:spPr>
            <a:xfrm>
              <a:off x="5889225" y="2638125"/>
              <a:ext cx="32650" cy="29125"/>
            </a:xfrm>
            <a:custGeom>
              <a:rect b="b" l="l" r="r" t="t"/>
              <a:pathLst>
                <a:path extrusionOk="0" h="1165" w="1306">
                  <a:moveTo>
                    <a:pt x="663" y="0"/>
                  </a:moveTo>
                  <a:lnTo>
                    <a:pt x="0" y="562"/>
                  </a:lnTo>
                  <a:lnTo>
                    <a:pt x="643" y="1165"/>
                  </a:lnTo>
                  <a:lnTo>
                    <a:pt x="1305" y="583"/>
                  </a:lnTo>
                  <a:lnTo>
                    <a:pt x="66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02" name="Google Shape;802;p10"/>
            <p:cNvSpPr/>
            <p:nvPr/>
          </p:nvSpPr>
          <p:spPr>
            <a:xfrm>
              <a:off x="5455000" y="3043225"/>
              <a:ext cx="39675" cy="36675"/>
            </a:xfrm>
            <a:custGeom>
              <a:rect b="b" l="l" r="r" t="t"/>
              <a:pathLst>
                <a:path extrusionOk="0" h="1467" w="1587">
                  <a:moveTo>
                    <a:pt x="723" y="0"/>
                  </a:moveTo>
                  <a:lnTo>
                    <a:pt x="583" y="261"/>
                  </a:lnTo>
                  <a:lnTo>
                    <a:pt x="502" y="382"/>
                  </a:lnTo>
                  <a:lnTo>
                    <a:pt x="422" y="482"/>
                  </a:lnTo>
                  <a:lnTo>
                    <a:pt x="362" y="522"/>
                  </a:lnTo>
                  <a:lnTo>
                    <a:pt x="302" y="563"/>
                  </a:lnTo>
                  <a:lnTo>
                    <a:pt x="161" y="583"/>
                  </a:lnTo>
                  <a:lnTo>
                    <a:pt x="101" y="603"/>
                  </a:lnTo>
                  <a:lnTo>
                    <a:pt x="41" y="623"/>
                  </a:lnTo>
                  <a:lnTo>
                    <a:pt x="0" y="663"/>
                  </a:lnTo>
                  <a:lnTo>
                    <a:pt x="0" y="723"/>
                  </a:lnTo>
                  <a:lnTo>
                    <a:pt x="743" y="1466"/>
                  </a:lnTo>
                  <a:lnTo>
                    <a:pt x="1587" y="623"/>
                  </a:lnTo>
                  <a:lnTo>
                    <a:pt x="1587" y="623"/>
                  </a:lnTo>
                  <a:lnTo>
                    <a:pt x="1386" y="643"/>
                  </a:lnTo>
                  <a:lnTo>
                    <a:pt x="1245" y="623"/>
                  </a:lnTo>
                  <a:lnTo>
                    <a:pt x="1125" y="563"/>
                  </a:lnTo>
                  <a:lnTo>
                    <a:pt x="1024" y="482"/>
                  </a:lnTo>
                  <a:lnTo>
                    <a:pt x="944" y="362"/>
                  </a:lnTo>
                  <a:lnTo>
                    <a:pt x="884" y="261"/>
                  </a:lnTo>
                  <a:lnTo>
                    <a:pt x="72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03" name="Google Shape;803;p10"/>
            <p:cNvSpPr/>
            <p:nvPr/>
          </p:nvSpPr>
          <p:spPr>
            <a:xfrm>
              <a:off x="5996150" y="3046725"/>
              <a:ext cx="34150" cy="31650"/>
            </a:xfrm>
            <a:custGeom>
              <a:rect b="b" l="l" r="r" t="t"/>
              <a:pathLst>
                <a:path extrusionOk="0" h="1266" w="1366">
                  <a:moveTo>
                    <a:pt x="703" y="1"/>
                  </a:moveTo>
                  <a:lnTo>
                    <a:pt x="0" y="603"/>
                  </a:lnTo>
                  <a:lnTo>
                    <a:pt x="723" y="1266"/>
                  </a:lnTo>
                  <a:lnTo>
                    <a:pt x="1365" y="603"/>
                  </a:lnTo>
                  <a:lnTo>
                    <a:pt x="703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04" name="Google Shape;804;p10"/>
            <p:cNvSpPr/>
            <p:nvPr/>
          </p:nvSpPr>
          <p:spPr>
            <a:xfrm>
              <a:off x="5456500" y="2636625"/>
              <a:ext cx="35175" cy="35650"/>
            </a:xfrm>
            <a:custGeom>
              <a:rect b="b" l="l" r="r" t="t"/>
              <a:pathLst>
                <a:path extrusionOk="0" h="1426" w="1407">
                  <a:moveTo>
                    <a:pt x="683" y="0"/>
                  </a:moveTo>
                  <a:lnTo>
                    <a:pt x="1" y="622"/>
                  </a:lnTo>
                  <a:lnTo>
                    <a:pt x="804" y="1426"/>
                  </a:lnTo>
                  <a:lnTo>
                    <a:pt x="804" y="1265"/>
                  </a:lnTo>
                  <a:lnTo>
                    <a:pt x="824" y="1145"/>
                  </a:lnTo>
                  <a:lnTo>
                    <a:pt x="864" y="1024"/>
                  </a:lnTo>
                  <a:lnTo>
                    <a:pt x="904" y="944"/>
                  </a:lnTo>
                  <a:lnTo>
                    <a:pt x="985" y="884"/>
                  </a:lnTo>
                  <a:lnTo>
                    <a:pt x="1065" y="823"/>
                  </a:lnTo>
                  <a:lnTo>
                    <a:pt x="1165" y="783"/>
                  </a:lnTo>
                  <a:lnTo>
                    <a:pt x="1286" y="763"/>
                  </a:lnTo>
                  <a:lnTo>
                    <a:pt x="1326" y="743"/>
                  </a:lnTo>
                  <a:lnTo>
                    <a:pt x="1366" y="703"/>
                  </a:lnTo>
                  <a:lnTo>
                    <a:pt x="1386" y="683"/>
                  </a:lnTo>
                  <a:lnTo>
                    <a:pt x="1406" y="643"/>
                  </a:lnTo>
                  <a:lnTo>
                    <a:pt x="1386" y="602"/>
                  </a:lnTo>
                  <a:lnTo>
                    <a:pt x="1366" y="562"/>
                  </a:lnTo>
                  <a:lnTo>
                    <a:pt x="1306" y="502"/>
                  </a:lnTo>
                  <a:lnTo>
                    <a:pt x="1145" y="442"/>
                  </a:lnTo>
                  <a:lnTo>
                    <a:pt x="985" y="361"/>
                  </a:lnTo>
                  <a:lnTo>
                    <a:pt x="924" y="321"/>
                  </a:lnTo>
                  <a:lnTo>
                    <a:pt x="864" y="261"/>
                  </a:lnTo>
                  <a:lnTo>
                    <a:pt x="824" y="181"/>
                  </a:lnTo>
                  <a:lnTo>
                    <a:pt x="804" y="80"/>
                  </a:lnTo>
                  <a:lnTo>
                    <a:pt x="784" y="40"/>
                  </a:lnTo>
                  <a:lnTo>
                    <a:pt x="744" y="20"/>
                  </a:lnTo>
                  <a:lnTo>
                    <a:pt x="68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05" name="Google Shape;805;p10"/>
            <p:cNvSpPr/>
            <p:nvPr/>
          </p:nvSpPr>
          <p:spPr>
            <a:xfrm>
              <a:off x="5347075" y="3146125"/>
              <a:ext cx="40675" cy="37675"/>
            </a:xfrm>
            <a:custGeom>
              <a:rect b="b" l="l" r="r" t="t"/>
              <a:pathLst>
                <a:path extrusionOk="0" h="1507" w="1627">
                  <a:moveTo>
                    <a:pt x="743" y="1"/>
                  </a:moveTo>
                  <a:lnTo>
                    <a:pt x="703" y="161"/>
                  </a:lnTo>
                  <a:lnTo>
                    <a:pt x="643" y="282"/>
                  </a:lnTo>
                  <a:lnTo>
                    <a:pt x="542" y="382"/>
                  </a:lnTo>
                  <a:lnTo>
                    <a:pt x="422" y="463"/>
                  </a:lnTo>
                  <a:lnTo>
                    <a:pt x="201" y="563"/>
                  </a:lnTo>
                  <a:lnTo>
                    <a:pt x="81" y="623"/>
                  </a:lnTo>
                  <a:lnTo>
                    <a:pt x="0" y="704"/>
                  </a:lnTo>
                  <a:lnTo>
                    <a:pt x="763" y="1507"/>
                  </a:lnTo>
                  <a:lnTo>
                    <a:pt x="884" y="1266"/>
                  </a:lnTo>
                  <a:lnTo>
                    <a:pt x="964" y="1145"/>
                  </a:lnTo>
                  <a:lnTo>
                    <a:pt x="1044" y="1045"/>
                  </a:lnTo>
                  <a:lnTo>
                    <a:pt x="1145" y="965"/>
                  </a:lnTo>
                  <a:lnTo>
                    <a:pt x="1285" y="904"/>
                  </a:lnTo>
                  <a:lnTo>
                    <a:pt x="1627" y="744"/>
                  </a:lnTo>
                  <a:lnTo>
                    <a:pt x="1265" y="583"/>
                  </a:lnTo>
                  <a:lnTo>
                    <a:pt x="1125" y="523"/>
                  </a:lnTo>
                  <a:lnTo>
                    <a:pt x="1024" y="442"/>
                  </a:lnTo>
                  <a:lnTo>
                    <a:pt x="944" y="342"/>
                  </a:lnTo>
                  <a:lnTo>
                    <a:pt x="864" y="242"/>
                  </a:lnTo>
                  <a:lnTo>
                    <a:pt x="743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06" name="Google Shape;806;p10"/>
            <p:cNvSpPr/>
            <p:nvPr/>
          </p:nvSpPr>
          <p:spPr>
            <a:xfrm>
              <a:off x="5346575" y="3042225"/>
              <a:ext cx="40675" cy="38675"/>
            </a:xfrm>
            <a:custGeom>
              <a:rect b="b" l="l" r="r" t="t"/>
              <a:pathLst>
                <a:path extrusionOk="0" h="1547" w="1627">
                  <a:moveTo>
                    <a:pt x="723" y="0"/>
                  </a:moveTo>
                  <a:lnTo>
                    <a:pt x="603" y="281"/>
                  </a:lnTo>
                  <a:lnTo>
                    <a:pt x="542" y="382"/>
                  </a:lnTo>
                  <a:lnTo>
                    <a:pt x="482" y="462"/>
                  </a:lnTo>
                  <a:lnTo>
                    <a:pt x="362" y="562"/>
                  </a:lnTo>
                  <a:lnTo>
                    <a:pt x="241" y="623"/>
                  </a:lnTo>
                  <a:lnTo>
                    <a:pt x="0" y="763"/>
                  </a:lnTo>
                  <a:lnTo>
                    <a:pt x="783" y="1546"/>
                  </a:lnTo>
                  <a:lnTo>
                    <a:pt x="904" y="1305"/>
                  </a:lnTo>
                  <a:lnTo>
                    <a:pt x="964" y="1185"/>
                  </a:lnTo>
                  <a:lnTo>
                    <a:pt x="1064" y="1085"/>
                  </a:lnTo>
                  <a:lnTo>
                    <a:pt x="1165" y="1024"/>
                  </a:lnTo>
                  <a:lnTo>
                    <a:pt x="1285" y="944"/>
                  </a:lnTo>
                  <a:lnTo>
                    <a:pt x="1627" y="803"/>
                  </a:lnTo>
                  <a:lnTo>
                    <a:pt x="1285" y="643"/>
                  </a:lnTo>
                  <a:lnTo>
                    <a:pt x="1145" y="583"/>
                  </a:lnTo>
                  <a:lnTo>
                    <a:pt x="1044" y="502"/>
                  </a:lnTo>
                  <a:lnTo>
                    <a:pt x="944" y="402"/>
                  </a:lnTo>
                  <a:lnTo>
                    <a:pt x="884" y="281"/>
                  </a:lnTo>
                  <a:lnTo>
                    <a:pt x="72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07" name="Google Shape;807;p10"/>
            <p:cNvSpPr/>
            <p:nvPr/>
          </p:nvSpPr>
          <p:spPr>
            <a:xfrm>
              <a:off x="5989100" y="3351950"/>
              <a:ext cx="41700" cy="36175"/>
            </a:xfrm>
            <a:custGeom>
              <a:rect b="b" l="l" r="r" t="t"/>
              <a:pathLst>
                <a:path extrusionOk="0" h="1447" w="1668">
                  <a:moveTo>
                    <a:pt x="945" y="0"/>
                  </a:moveTo>
                  <a:lnTo>
                    <a:pt x="905" y="121"/>
                  </a:lnTo>
                  <a:lnTo>
                    <a:pt x="824" y="221"/>
                  </a:lnTo>
                  <a:lnTo>
                    <a:pt x="744" y="322"/>
                  </a:lnTo>
                  <a:lnTo>
                    <a:pt x="644" y="422"/>
                  </a:lnTo>
                  <a:lnTo>
                    <a:pt x="523" y="502"/>
                  </a:lnTo>
                  <a:lnTo>
                    <a:pt x="382" y="583"/>
                  </a:lnTo>
                  <a:lnTo>
                    <a:pt x="1" y="743"/>
                  </a:lnTo>
                  <a:lnTo>
                    <a:pt x="222" y="783"/>
                  </a:lnTo>
                  <a:lnTo>
                    <a:pt x="382" y="844"/>
                  </a:lnTo>
                  <a:lnTo>
                    <a:pt x="543" y="924"/>
                  </a:lnTo>
                  <a:lnTo>
                    <a:pt x="664" y="1004"/>
                  </a:lnTo>
                  <a:lnTo>
                    <a:pt x="744" y="1105"/>
                  </a:lnTo>
                  <a:lnTo>
                    <a:pt x="824" y="1205"/>
                  </a:lnTo>
                  <a:lnTo>
                    <a:pt x="884" y="1326"/>
                  </a:lnTo>
                  <a:lnTo>
                    <a:pt x="945" y="1446"/>
                  </a:lnTo>
                  <a:lnTo>
                    <a:pt x="1668" y="683"/>
                  </a:lnTo>
                  <a:lnTo>
                    <a:pt x="945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08" name="Google Shape;808;p10"/>
            <p:cNvSpPr/>
            <p:nvPr/>
          </p:nvSpPr>
          <p:spPr>
            <a:xfrm>
              <a:off x="5456500" y="2738525"/>
              <a:ext cx="34675" cy="32650"/>
            </a:xfrm>
            <a:custGeom>
              <a:rect b="b" l="l" r="r" t="t"/>
              <a:pathLst>
                <a:path extrusionOk="0" h="1306" w="1387">
                  <a:moveTo>
                    <a:pt x="663" y="0"/>
                  </a:moveTo>
                  <a:lnTo>
                    <a:pt x="583" y="60"/>
                  </a:lnTo>
                  <a:lnTo>
                    <a:pt x="523" y="141"/>
                  </a:lnTo>
                  <a:lnTo>
                    <a:pt x="422" y="301"/>
                  </a:lnTo>
                  <a:lnTo>
                    <a:pt x="342" y="382"/>
                  </a:lnTo>
                  <a:lnTo>
                    <a:pt x="262" y="462"/>
                  </a:lnTo>
                  <a:lnTo>
                    <a:pt x="161" y="522"/>
                  </a:lnTo>
                  <a:lnTo>
                    <a:pt x="41" y="542"/>
                  </a:lnTo>
                  <a:lnTo>
                    <a:pt x="21" y="562"/>
                  </a:lnTo>
                  <a:lnTo>
                    <a:pt x="21" y="603"/>
                  </a:lnTo>
                  <a:lnTo>
                    <a:pt x="1" y="643"/>
                  </a:lnTo>
                  <a:lnTo>
                    <a:pt x="663" y="1305"/>
                  </a:lnTo>
                  <a:lnTo>
                    <a:pt x="1386" y="663"/>
                  </a:lnTo>
                  <a:lnTo>
                    <a:pt x="66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09" name="Google Shape;809;p10"/>
            <p:cNvSpPr/>
            <p:nvPr/>
          </p:nvSpPr>
          <p:spPr>
            <a:xfrm>
              <a:off x="5888200" y="2943825"/>
              <a:ext cx="34175" cy="31650"/>
            </a:xfrm>
            <a:custGeom>
              <a:rect b="b" l="l" r="r" t="t"/>
              <a:pathLst>
                <a:path extrusionOk="0" h="1266" w="1367">
                  <a:moveTo>
                    <a:pt x="704" y="1"/>
                  </a:moveTo>
                  <a:lnTo>
                    <a:pt x="1" y="623"/>
                  </a:lnTo>
                  <a:lnTo>
                    <a:pt x="704" y="1266"/>
                  </a:lnTo>
                  <a:lnTo>
                    <a:pt x="1366" y="643"/>
                  </a:lnTo>
                  <a:lnTo>
                    <a:pt x="704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10" name="Google Shape;810;p10"/>
            <p:cNvSpPr/>
            <p:nvPr/>
          </p:nvSpPr>
          <p:spPr>
            <a:xfrm>
              <a:off x="5455500" y="2943325"/>
              <a:ext cx="36675" cy="35175"/>
            </a:xfrm>
            <a:custGeom>
              <a:rect b="b" l="l" r="r" t="t"/>
              <a:pathLst>
                <a:path extrusionOk="0" h="1407" w="1467">
                  <a:moveTo>
                    <a:pt x="703" y="1"/>
                  </a:moveTo>
                  <a:lnTo>
                    <a:pt x="0" y="663"/>
                  </a:lnTo>
                  <a:lnTo>
                    <a:pt x="804" y="1406"/>
                  </a:lnTo>
                  <a:lnTo>
                    <a:pt x="824" y="1246"/>
                  </a:lnTo>
                  <a:lnTo>
                    <a:pt x="864" y="1125"/>
                  </a:lnTo>
                  <a:lnTo>
                    <a:pt x="944" y="1025"/>
                  </a:lnTo>
                  <a:lnTo>
                    <a:pt x="1045" y="944"/>
                  </a:lnTo>
                  <a:lnTo>
                    <a:pt x="1145" y="884"/>
                  </a:lnTo>
                  <a:lnTo>
                    <a:pt x="1245" y="824"/>
                  </a:lnTo>
                  <a:lnTo>
                    <a:pt x="1466" y="683"/>
                  </a:lnTo>
                  <a:lnTo>
                    <a:pt x="703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11" name="Google Shape;811;p10"/>
            <p:cNvSpPr/>
            <p:nvPr/>
          </p:nvSpPr>
          <p:spPr>
            <a:xfrm>
              <a:off x="5995650" y="3148650"/>
              <a:ext cx="35150" cy="33650"/>
            </a:xfrm>
            <a:custGeom>
              <a:rect b="b" l="l" r="r" t="t"/>
              <a:pathLst>
                <a:path extrusionOk="0" h="1346" w="1406">
                  <a:moveTo>
                    <a:pt x="723" y="0"/>
                  </a:moveTo>
                  <a:lnTo>
                    <a:pt x="0" y="663"/>
                  </a:lnTo>
                  <a:lnTo>
                    <a:pt x="20" y="723"/>
                  </a:lnTo>
                  <a:lnTo>
                    <a:pt x="40" y="763"/>
                  </a:lnTo>
                  <a:lnTo>
                    <a:pt x="100" y="783"/>
                  </a:lnTo>
                  <a:lnTo>
                    <a:pt x="161" y="803"/>
                  </a:lnTo>
                  <a:lnTo>
                    <a:pt x="301" y="843"/>
                  </a:lnTo>
                  <a:lnTo>
                    <a:pt x="361" y="864"/>
                  </a:lnTo>
                  <a:lnTo>
                    <a:pt x="422" y="904"/>
                  </a:lnTo>
                  <a:lnTo>
                    <a:pt x="562" y="1125"/>
                  </a:lnTo>
                  <a:lnTo>
                    <a:pt x="703" y="1345"/>
                  </a:lnTo>
                  <a:lnTo>
                    <a:pt x="1406" y="623"/>
                  </a:lnTo>
                  <a:lnTo>
                    <a:pt x="72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12" name="Google Shape;812;p10"/>
            <p:cNvSpPr/>
            <p:nvPr/>
          </p:nvSpPr>
          <p:spPr>
            <a:xfrm>
              <a:off x="5888725" y="2740025"/>
              <a:ext cx="33650" cy="29650"/>
            </a:xfrm>
            <a:custGeom>
              <a:rect b="b" l="l" r="r" t="t"/>
              <a:pathLst>
                <a:path extrusionOk="0" h="1186" w="1346">
                  <a:moveTo>
                    <a:pt x="663" y="0"/>
                  </a:moveTo>
                  <a:lnTo>
                    <a:pt x="0" y="583"/>
                  </a:lnTo>
                  <a:lnTo>
                    <a:pt x="663" y="1185"/>
                  </a:lnTo>
                  <a:lnTo>
                    <a:pt x="1345" y="603"/>
                  </a:lnTo>
                  <a:lnTo>
                    <a:pt x="66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13" name="Google Shape;813;p10"/>
            <p:cNvSpPr/>
            <p:nvPr/>
          </p:nvSpPr>
          <p:spPr>
            <a:xfrm>
              <a:off x="5347075" y="3249050"/>
              <a:ext cx="37675" cy="37650"/>
            </a:xfrm>
            <a:custGeom>
              <a:rect b="b" l="l" r="r" t="t"/>
              <a:pathLst>
                <a:path extrusionOk="0" h="1506" w="1507">
                  <a:moveTo>
                    <a:pt x="723" y="0"/>
                  </a:moveTo>
                  <a:lnTo>
                    <a:pt x="0" y="743"/>
                  </a:lnTo>
                  <a:lnTo>
                    <a:pt x="804" y="1506"/>
                  </a:lnTo>
                  <a:lnTo>
                    <a:pt x="844" y="1365"/>
                  </a:lnTo>
                  <a:lnTo>
                    <a:pt x="884" y="1225"/>
                  </a:lnTo>
                  <a:lnTo>
                    <a:pt x="964" y="1124"/>
                  </a:lnTo>
                  <a:lnTo>
                    <a:pt x="1044" y="1044"/>
                  </a:lnTo>
                  <a:lnTo>
                    <a:pt x="1145" y="964"/>
                  </a:lnTo>
                  <a:lnTo>
                    <a:pt x="1245" y="904"/>
                  </a:lnTo>
                  <a:lnTo>
                    <a:pt x="1366" y="843"/>
                  </a:lnTo>
                  <a:lnTo>
                    <a:pt x="1506" y="823"/>
                  </a:lnTo>
                  <a:lnTo>
                    <a:pt x="1486" y="723"/>
                  </a:lnTo>
                  <a:lnTo>
                    <a:pt x="1466" y="663"/>
                  </a:lnTo>
                  <a:lnTo>
                    <a:pt x="1406" y="602"/>
                  </a:lnTo>
                  <a:lnTo>
                    <a:pt x="1346" y="582"/>
                  </a:lnTo>
                  <a:lnTo>
                    <a:pt x="1225" y="542"/>
                  </a:lnTo>
                  <a:lnTo>
                    <a:pt x="1165" y="502"/>
                  </a:lnTo>
                  <a:lnTo>
                    <a:pt x="1105" y="482"/>
                  </a:lnTo>
                  <a:lnTo>
                    <a:pt x="1004" y="361"/>
                  </a:lnTo>
                  <a:lnTo>
                    <a:pt x="904" y="241"/>
                  </a:lnTo>
                  <a:lnTo>
                    <a:pt x="72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14" name="Google Shape;814;p10"/>
            <p:cNvSpPr/>
            <p:nvPr/>
          </p:nvSpPr>
          <p:spPr>
            <a:xfrm>
              <a:off x="5347075" y="2942325"/>
              <a:ext cx="38675" cy="36175"/>
            </a:xfrm>
            <a:custGeom>
              <a:rect b="b" l="l" r="r" t="t"/>
              <a:pathLst>
                <a:path extrusionOk="0" h="1447" w="1547">
                  <a:moveTo>
                    <a:pt x="763" y="0"/>
                  </a:moveTo>
                  <a:lnTo>
                    <a:pt x="0" y="703"/>
                  </a:lnTo>
                  <a:lnTo>
                    <a:pt x="804" y="1446"/>
                  </a:lnTo>
                  <a:lnTo>
                    <a:pt x="824" y="1306"/>
                  </a:lnTo>
                  <a:lnTo>
                    <a:pt x="884" y="1165"/>
                  </a:lnTo>
                  <a:lnTo>
                    <a:pt x="964" y="1065"/>
                  </a:lnTo>
                  <a:lnTo>
                    <a:pt x="1065" y="984"/>
                  </a:lnTo>
                  <a:lnTo>
                    <a:pt x="1165" y="904"/>
                  </a:lnTo>
                  <a:lnTo>
                    <a:pt x="1285" y="844"/>
                  </a:lnTo>
                  <a:lnTo>
                    <a:pt x="1546" y="683"/>
                  </a:lnTo>
                  <a:lnTo>
                    <a:pt x="1245" y="543"/>
                  </a:lnTo>
                  <a:lnTo>
                    <a:pt x="1125" y="482"/>
                  </a:lnTo>
                  <a:lnTo>
                    <a:pt x="1024" y="402"/>
                  </a:lnTo>
                  <a:lnTo>
                    <a:pt x="944" y="322"/>
                  </a:lnTo>
                  <a:lnTo>
                    <a:pt x="864" y="201"/>
                  </a:lnTo>
                  <a:lnTo>
                    <a:pt x="76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15" name="Google Shape;815;p10"/>
            <p:cNvSpPr/>
            <p:nvPr/>
          </p:nvSpPr>
          <p:spPr>
            <a:xfrm>
              <a:off x="5346075" y="3350950"/>
              <a:ext cx="41675" cy="39675"/>
            </a:xfrm>
            <a:custGeom>
              <a:rect b="b" l="l" r="r" t="t"/>
              <a:pathLst>
                <a:path extrusionOk="0" h="1587" w="1667">
                  <a:moveTo>
                    <a:pt x="803" y="0"/>
                  </a:moveTo>
                  <a:lnTo>
                    <a:pt x="0" y="783"/>
                  </a:lnTo>
                  <a:lnTo>
                    <a:pt x="20" y="823"/>
                  </a:lnTo>
                  <a:lnTo>
                    <a:pt x="40" y="864"/>
                  </a:lnTo>
                  <a:lnTo>
                    <a:pt x="161" y="904"/>
                  </a:lnTo>
                  <a:lnTo>
                    <a:pt x="281" y="944"/>
                  </a:lnTo>
                  <a:lnTo>
                    <a:pt x="342" y="964"/>
                  </a:lnTo>
                  <a:lnTo>
                    <a:pt x="402" y="1004"/>
                  </a:lnTo>
                  <a:lnTo>
                    <a:pt x="502" y="1145"/>
                  </a:lnTo>
                  <a:lnTo>
                    <a:pt x="603" y="1285"/>
                  </a:lnTo>
                  <a:lnTo>
                    <a:pt x="783" y="1586"/>
                  </a:lnTo>
                  <a:lnTo>
                    <a:pt x="944" y="1285"/>
                  </a:lnTo>
                  <a:lnTo>
                    <a:pt x="1024" y="1145"/>
                  </a:lnTo>
                  <a:lnTo>
                    <a:pt x="1105" y="1044"/>
                  </a:lnTo>
                  <a:lnTo>
                    <a:pt x="1205" y="964"/>
                  </a:lnTo>
                  <a:lnTo>
                    <a:pt x="1325" y="884"/>
                  </a:lnTo>
                  <a:lnTo>
                    <a:pt x="1667" y="743"/>
                  </a:lnTo>
                  <a:lnTo>
                    <a:pt x="1325" y="582"/>
                  </a:lnTo>
                  <a:lnTo>
                    <a:pt x="1185" y="522"/>
                  </a:lnTo>
                  <a:lnTo>
                    <a:pt x="1064" y="442"/>
                  </a:lnTo>
                  <a:lnTo>
                    <a:pt x="984" y="342"/>
                  </a:lnTo>
                  <a:lnTo>
                    <a:pt x="924" y="241"/>
                  </a:lnTo>
                  <a:lnTo>
                    <a:pt x="80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16" name="Google Shape;816;p10"/>
            <p:cNvSpPr/>
            <p:nvPr/>
          </p:nvSpPr>
          <p:spPr>
            <a:xfrm>
              <a:off x="5235125" y="3348925"/>
              <a:ext cx="40700" cy="42700"/>
            </a:xfrm>
            <a:custGeom>
              <a:rect b="b" l="l" r="r" t="t"/>
              <a:pathLst>
                <a:path extrusionOk="0" h="1708" w="1628">
                  <a:moveTo>
                    <a:pt x="884" y="1"/>
                  </a:moveTo>
                  <a:lnTo>
                    <a:pt x="744" y="282"/>
                  </a:lnTo>
                  <a:lnTo>
                    <a:pt x="663" y="402"/>
                  </a:lnTo>
                  <a:lnTo>
                    <a:pt x="583" y="503"/>
                  </a:lnTo>
                  <a:lnTo>
                    <a:pt x="462" y="603"/>
                  </a:lnTo>
                  <a:lnTo>
                    <a:pt x="342" y="663"/>
                  </a:lnTo>
                  <a:lnTo>
                    <a:pt x="1" y="824"/>
                  </a:lnTo>
                  <a:lnTo>
                    <a:pt x="322" y="985"/>
                  </a:lnTo>
                  <a:lnTo>
                    <a:pt x="462" y="1065"/>
                  </a:lnTo>
                  <a:lnTo>
                    <a:pt x="563" y="1145"/>
                  </a:lnTo>
                  <a:lnTo>
                    <a:pt x="643" y="1246"/>
                  </a:lnTo>
                  <a:lnTo>
                    <a:pt x="723" y="1386"/>
                  </a:lnTo>
                  <a:lnTo>
                    <a:pt x="884" y="1708"/>
                  </a:lnTo>
                  <a:lnTo>
                    <a:pt x="1045" y="1406"/>
                  </a:lnTo>
                  <a:lnTo>
                    <a:pt x="1185" y="1165"/>
                  </a:lnTo>
                  <a:lnTo>
                    <a:pt x="1225" y="1105"/>
                  </a:lnTo>
                  <a:lnTo>
                    <a:pt x="1306" y="1065"/>
                  </a:lnTo>
                  <a:lnTo>
                    <a:pt x="1466" y="1005"/>
                  </a:lnTo>
                  <a:lnTo>
                    <a:pt x="1547" y="965"/>
                  </a:lnTo>
                  <a:lnTo>
                    <a:pt x="1607" y="904"/>
                  </a:lnTo>
                  <a:lnTo>
                    <a:pt x="1627" y="804"/>
                  </a:lnTo>
                  <a:lnTo>
                    <a:pt x="1627" y="663"/>
                  </a:lnTo>
                  <a:lnTo>
                    <a:pt x="1466" y="684"/>
                  </a:lnTo>
                  <a:lnTo>
                    <a:pt x="1346" y="663"/>
                  </a:lnTo>
                  <a:lnTo>
                    <a:pt x="1246" y="603"/>
                  </a:lnTo>
                  <a:lnTo>
                    <a:pt x="1165" y="503"/>
                  </a:lnTo>
                  <a:lnTo>
                    <a:pt x="1085" y="402"/>
                  </a:lnTo>
                  <a:lnTo>
                    <a:pt x="1025" y="262"/>
                  </a:lnTo>
                  <a:lnTo>
                    <a:pt x="884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17" name="Google Shape;817;p10"/>
            <p:cNvSpPr/>
            <p:nvPr/>
          </p:nvSpPr>
          <p:spPr>
            <a:xfrm>
              <a:off x="5888200" y="2842425"/>
              <a:ext cx="34175" cy="30650"/>
            </a:xfrm>
            <a:custGeom>
              <a:rect b="b" l="l" r="r" t="t"/>
              <a:pathLst>
                <a:path extrusionOk="0" h="1226" w="1367">
                  <a:moveTo>
                    <a:pt x="704" y="1"/>
                  </a:moveTo>
                  <a:lnTo>
                    <a:pt x="1" y="583"/>
                  </a:lnTo>
                  <a:lnTo>
                    <a:pt x="704" y="1225"/>
                  </a:lnTo>
                  <a:lnTo>
                    <a:pt x="1366" y="583"/>
                  </a:lnTo>
                  <a:lnTo>
                    <a:pt x="704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18" name="Google Shape;818;p10"/>
            <p:cNvSpPr/>
            <p:nvPr/>
          </p:nvSpPr>
          <p:spPr>
            <a:xfrm>
              <a:off x="5456000" y="2840425"/>
              <a:ext cx="35175" cy="36175"/>
            </a:xfrm>
            <a:custGeom>
              <a:rect b="b" l="l" r="r" t="t"/>
              <a:pathLst>
                <a:path extrusionOk="0" h="1447" w="1407">
                  <a:moveTo>
                    <a:pt x="683" y="0"/>
                  </a:moveTo>
                  <a:lnTo>
                    <a:pt x="603" y="81"/>
                  </a:lnTo>
                  <a:lnTo>
                    <a:pt x="543" y="161"/>
                  </a:lnTo>
                  <a:lnTo>
                    <a:pt x="422" y="342"/>
                  </a:lnTo>
                  <a:lnTo>
                    <a:pt x="362" y="422"/>
                  </a:lnTo>
                  <a:lnTo>
                    <a:pt x="262" y="482"/>
                  </a:lnTo>
                  <a:lnTo>
                    <a:pt x="161" y="542"/>
                  </a:lnTo>
                  <a:lnTo>
                    <a:pt x="41" y="563"/>
                  </a:lnTo>
                  <a:lnTo>
                    <a:pt x="21" y="583"/>
                  </a:lnTo>
                  <a:lnTo>
                    <a:pt x="21" y="643"/>
                  </a:lnTo>
                  <a:lnTo>
                    <a:pt x="1" y="763"/>
                  </a:lnTo>
                  <a:lnTo>
                    <a:pt x="221" y="864"/>
                  </a:lnTo>
                  <a:lnTo>
                    <a:pt x="322" y="904"/>
                  </a:lnTo>
                  <a:lnTo>
                    <a:pt x="422" y="964"/>
                  </a:lnTo>
                  <a:lnTo>
                    <a:pt x="503" y="1085"/>
                  </a:lnTo>
                  <a:lnTo>
                    <a:pt x="563" y="1185"/>
                  </a:lnTo>
                  <a:lnTo>
                    <a:pt x="703" y="1446"/>
                  </a:lnTo>
                  <a:lnTo>
                    <a:pt x="1406" y="683"/>
                  </a:lnTo>
                  <a:lnTo>
                    <a:pt x="68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19" name="Google Shape;819;p10"/>
            <p:cNvSpPr/>
            <p:nvPr/>
          </p:nvSpPr>
          <p:spPr>
            <a:xfrm>
              <a:off x="5995125" y="3250550"/>
              <a:ext cx="36175" cy="33650"/>
            </a:xfrm>
            <a:custGeom>
              <a:rect b="b" l="l" r="r" t="t"/>
              <a:pathLst>
                <a:path extrusionOk="0" h="1346" w="1447">
                  <a:moveTo>
                    <a:pt x="643" y="0"/>
                  </a:moveTo>
                  <a:lnTo>
                    <a:pt x="623" y="141"/>
                  </a:lnTo>
                  <a:lnTo>
                    <a:pt x="583" y="241"/>
                  </a:lnTo>
                  <a:lnTo>
                    <a:pt x="503" y="322"/>
                  </a:lnTo>
                  <a:lnTo>
                    <a:pt x="423" y="402"/>
                  </a:lnTo>
                  <a:lnTo>
                    <a:pt x="222" y="502"/>
                  </a:lnTo>
                  <a:lnTo>
                    <a:pt x="1" y="623"/>
                  </a:lnTo>
                  <a:lnTo>
                    <a:pt x="744" y="1346"/>
                  </a:lnTo>
                  <a:lnTo>
                    <a:pt x="1447" y="663"/>
                  </a:lnTo>
                  <a:lnTo>
                    <a:pt x="1366" y="583"/>
                  </a:lnTo>
                  <a:lnTo>
                    <a:pt x="1286" y="522"/>
                  </a:lnTo>
                  <a:lnTo>
                    <a:pt x="1085" y="402"/>
                  </a:lnTo>
                  <a:lnTo>
                    <a:pt x="1005" y="342"/>
                  </a:lnTo>
                  <a:lnTo>
                    <a:pt x="925" y="261"/>
                  </a:lnTo>
                  <a:lnTo>
                    <a:pt x="864" y="161"/>
                  </a:lnTo>
                  <a:lnTo>
                    <a:pt x="844" y="40"/>
                  </a:lnTo>
                  <a:lnTo>
                    <a:pt x="804" y="20"/>
                  </a:lnTo>
                  <a:lnTo>
                    <a:pt x="764" y="20"/>
                  </a:lnTo>
                  <a:lnTo>
                    <a:pt x="64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20" name="Google Shape;820;p10"/>
            <p:cNvSpPr/>
            <p:nvPr/>
          </p:nvSpPr>
          <p:spPr>
            <a:xfrm>
              <a:off x="5348075" y="2834900"/>
              <a:ext cx="37675" cy="39675"/>
            </a:xfrm>
            <a:custGeom>
              <a:rect b="b" l="l" r="r" t="t"/>
              <a:pathLst>
                <a:path extrusionOk="0" h="1587" w="1507">
                  <a:moveTo>
                    <a:pt x="683" y="0"/>
                  </a:moveTo>
                  <a:lnTo>
                    <a:pt x="563" y="302"/>
                  </a:lnTo>
                  <a:lnTo>
                    <a:pt x="502" y="422"/>
                  </a:lnTo>
                  <a:lnTo>
                    <a:pt x="422" y="522"/>
                  </a:lnTo>
                  <a:lnTo>
                    <a:pt x="342" y="623"/>
                  </a:lnTo>
                  <a:lnTo>
                    <a:pt x="262" y="683"/>
                  </a:lnTo>
                  <a:lnTo>
                    <a:pt x="161" y="743"/>
                  </a:lnTo>
                  <a:lnTo>
                    <a:pt x="41" y="784"/>
                  </a:lnTo>
                  <a:lnTo>
                    <a:pt x="21" y="804"/>
                  </a:lnTo>
                  <a:lnTo>
                    <a:pt x="0" y="844"/>
                  </a:lnTo>
                  <a:lnTo>
                    <a:pt x="0" y="904"/>
                  </a:lnTo>
                  <a:lnTo>
                    <a:pt x="764" y="1587"/>
                  </a:lnTo>
                  <a:lnTo>
                    <a:pt x="824" y="1406"/>
                  </a:lnTo>
                  <a:lnTo>
                    <a:pt x="864" y="1306"/>
                  </a:lnTo>
                  <a:lnTo>
                    <a:pt x="904" y="1245"/>
                  </a:lnTo>
                  <a:lnTo>
                    <a:pt x="1045" y="1165"/>
                  </a:lnTo>
                  <a:lnTo>
                    <a:pt x="1185" y="1065"/>
                  </a:lnTo>
                  <a:lnTo>
                    <a:pt x="1506" y="884"/>
                  </a:lnTo>
                  <a:lnTo>
                    <a:pt x="1225" y="743"/>
                  </a:lnTo>
                  <a:lnTo>
                    <a:pt x="1105" y="663"/>
                  </a:lnTo>
                  <a:lnTo>
                    <a:pt x="1004" y="583"/>
                  </a:lnTo>
                  <a:lnTo>
                    <a:pt x="904" y="482"/>
                  </a:lnTo>
                  <a:lnTo>
                    <a:pt x="824" y="342"/>
                  </a:lnTo>
                  <a:lnTo>
                    <a:pt x="743" y="201"/>
                  </a:lnTo>
                  <a:lnTo>
                    <a:pt x="68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21" name="Google Shape;821;p10"/>
            <p:cNvSpPr/>
            <p:nvPr/>
          </p:nvSpPr>
          <p:spPr>
            <a:xfrm>
              <a:off x="5237650" y="2942825"/>
              <a:ext cx="38175" cy="33650"/>
            </a:xfrm>
            <a:custGeom>
              <a:rect b="b" l="l" r="r" t="t"/>
              <a:pathLst>
                <a:path extrusionOk="0" h="1346" w="1527">
                  <a:moveTo>
                    <a:pt x="783" y="1"/>
                  </a:moveTo>
                  <a:lnTo>
                    <a:pt x="0" y="723"/>
                  </a:lnTo>
                  <a:lnTo>
                    <a:pt x="221" y="824"/>
                  </a:lnTo>
                  <a:lnTo>
                    <a:pt x="422" y="944"/>
                  </a:lnTo>
                  <a:lnTo>
                    <a:pt x="522" y="1025"/>
                  </a:lnTo>
                  <a:lnTo>
                    <a:pt x="582" y="1105"/>
                  </a:lnTo>
                  <a:lnTo>
                    <a:pt x="643" y="1205"/>
                  </a:lnTo>
                  <a:lnTo>
                    <a:pt x="703" y="1326"/>
                  </a:lnTo>
                  <a:lnTo>
                    <a:pt x="723" y="1346"/>
                  </a:lnTo>
                  <a:lnTo>
                    <a:pt x="783" y="1346"/>
                  </a:lnTo>
                  <a:lnTo>
                    <a:pt x="1526" y="663"/>
                  </a:lnTo>
                  <a:lnTo>
                    <a:pt x="783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22" name="Google Shape;822;p10"/>
            <p:cNvSpPr/>
            <p:nvPr/>
          </p:nvSpPr>
          <p:spPr>
            <a:xfrm>
              <a:off x="5239150" y="2840925"/>
              <a:ext cx="36150" cy="33150"/>
            </a:xfrm>
            <a:custGeom>
              <a:rect b="b" l="l" r="r" t="t"/>
              <a:pathLst>
                <a:path extrusionOk="0" h="1326" w="1446">
                  <a:moveTo>
                    <a:pt x="703" y="0"/>
                  </a:moveTo>
                  <a:lnTo>
                    <a:pt x="0" y="663"/>
                  </a:lnTo>
                  <a:lnTo>
                    <a:pt x="723" y="1326"/>
                  </a:lnTo>
                  <a:lnTo>
                    <a:pt x="1446" y="663"/>
                  </a:lnTo>
                  <a:lnTo>
                    <a:pt x="70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23" name="Google Shape;823;p10"/>
            <p:cNvSpPr/>
            <p:nvPr/>
          </p:nvSpPr>
          <p:spPr>
            <a:xfrm>
              <a:off x="5238650" y="3248525"/>
              <a:ext cx="37675" cy="37675"/>
            </a:xfrm>
            <a:custGeom>
              <a:rect b="b" l="l" r="r" t="t"/>
              <a:pathLst>
                <a:path extrusionOk="0" h="1507" w="1507">
                  <a:moveTo>
                    <a:pt x="783" y="1"/>
                  </a:moveTo>
                  <a:lnTo>
                    <a:pt x="0" y="744"/>
                  </a:lnTo>
                  <a:lnTo>
                    <a:pt x="803" y="1507"/>
                  </a:lnTo>
                  <a:lnTo>
                    <a:pt x="944" y="1246"/>
                  </a:lnTo>
                  <a:lnTo>
                    <a:pt x="1024" y="1125"/>
                  </a:lnTo>
                  <a:lnTo>
                    <a:pt x="1105" y="1005"/>
                  </a:lnTo>
                  <a:lnTo>
                    <a:pt x="1145" y="965"/>
                  </a:lnTo>
                  <a:lnTo>
                    <a:pt x="1225" y="945"/>
                  </a:lnTo>
                  <a:lnTo>
                    <a:pt x="1345" y="905"/>
                  </a:lnTo>
                  <a:lnTo>
                    <a:pt x="1406" y="884"/>
                  </a:lnTo>
                  <a:lnTo>
                    <a:pt x="1466" y="844"/>
                  </a:lnTo>
                  <a:lnTo>
                    <a:pt x="1506" y="764"/>
                  </a:lnTo>
                  <a:lnTo>
                    <a:pt x="1506" y="684"/>
                  </a:lnTo>
                  <a:lnTo>
                    <a:pt x="1265" y="563"/>
                  </a:lnTo>
                  <a:lnTo>
                    <a:pt x="1165" y="503"/>
                  </a:lnTo>
                  <a:lnTo>
                    <a:pt x="1064" y="423"/>
                  </a:lnTo>
                  <a:lnTo>
                    <a:pt x="964" y="342"/>
                  </a:lnTo>
                  <a:lnTo>
                    <a:pt x="904" y="242"/>
                  </a:lnTo>
                  <a:lnTo>
                    <a:pt x="823" y="121"/>
                  </a:lnTo>
                  <a:lnTo>
                    <a:pt x="783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24" name="Google Shape;824;p10"/>
            <p:cNvSpPr/>
            <p:nvPr/>
          </p:nvSpPr>
          <p:spPr>
            <a:xfrm>
              <a:off x="5996150" y="2945325"/>
              <a:ext cx="34650" cy="29150"/>
            </a:xfrm>
            <a:custGeom>
              <a:rect b="b" l="l" r="r" t="t"/>
              <a:pathLst>
                <a:path extrusionOk="0" h="1166" w="1386">
                  <a:moveTo>
                    <a:pt x="683" y="1"/>
                  </a:moveTo>
                  <a:lnTo>
                    <a:pt x="0" y="563"/>
                  </a:lnTo>
                  <a:lnTo>
                    <a:pt x="723" y="1166"/>
                  </a:lnTo>
                  <a:lnTo>
                    <a:pt x="1386" y="543"/>
                  </a:lnTo>
                  <a:lnTo>
                    <a:pt x="683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25" name="Google Shape;825;p10"/>
            <p:cNvSpPr/>
            <p:nvPr/>
          </p:nvSpPr>
          <p:spPr>
            <a:xfrm>
              <a:off x="5237650" y="3044725"/>
              <a:ext cx="38175" cy="34675"/>
            </a:xfrm>
            <a:custGeom>
              <a:rect b="b" l="l" r="r" t="t"/>
              <a:pathLst>
                <a:path extrusionOk="0" h="1387" w="1527">
                  <a:moveTo>
                    <a:pt x="743" y="1"/>
                  </a:moveTo>
                  <a:lnTo>
                    <a:pt x="622" y="201"/>
                  </a:lnTo>
                  <a:lnTo>
                    <a:pt x="562" y="302"/>
                  </a:lnTo>
                  <a:lnTo>
                    <a:pt x="462" y="422"/>
                  </a:lnTo>
                  <a:lnTo>
                    <a:pt x="361" y="503"/>
                  </a:lnTo>
                  <a:lnTo>
                    <a:pt x="241" y="563"/>
                  </a:lnTo>
                  <a:lnTo>
                    <a:pt x="0" y="683"/>
                  </a:lnTo>
                  <a:lnTo>
                    <a:pt x="763" y="1386"/>
                  </a:lnTo>
                  <a:lnTo>
                    <a:pt x="1526" y="703"/>
                  </a:lnTo>
                  <a:lnTo>
                    <a:pt x="743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26" name="Google Shape;826;p10"/>
            <p:cNvSpPr/>
            <p:nvPr/>
          </p:nvSpPr>
          <p:spPr>
            <a:xfrm>
              <a:off x="5347075" y="2739525"/>
              <a:ext cx="37175" cy="32150"/>
            </a:xfrm>
            <a:custGeom>
              <a:rect b="b" l="l" r="r" t="t"/>
              <a:pathLst>
                <a:path extrusionOk="0" h="1286" w="1487">
                  <a:moveTo>
                    <a:pt x="743" y="0"/>
                  </a:moveTo>
                  <a:lnTo>
                    <a:pt x="0" y="623"/>
                  </a:lnTo>
                  <a:lnTo>
                    <a:pt x="783" y="1285"/>
                  </a:lnTo>
                  <a:lnTo>
                    <a:pt x="884" y="1085"/>
                  </a:lnTo>
                  <a:lnTo>
                    <a:pt x="944" y="984"/>
                  </a:lnTo>
                  <a:lnTo>
                    <a:pt x="1004" y="884"/>
                  </a:lnTo>
                  <a:lnTo>
                    <a:pt x="1125" y="824"/>
                  </a:lnTo>
                  <a:lnTo>
                    <a:pt x="1245" y="763"/>
                  </a:lnTo>
                  <a:lnTo>
                    <a:pt x="1486" y="643"/>
                  </a:lnTo>
                  <a:lnTo>
                    <a:pt x="74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27" name="Google Shape;827;p10"/>
            <p:cNvSpPr/>
            <p:nvPr/>
          </p:nvSpPr>
          <p:spPr>
            <a:xfrm>
              <a:off x="5238650" y="3147125"/>
              <a:ext cx="37675" cy="36175"/>
            </a:xfrm>
            <a:custGeom>
              <a:rect b="b" l="l" r="r" t="t"/>
              <a:pathLst>
                <a:path extrusionOk="0" h="1447" w="1507">
                  <a:moveTo>
                    <a:pt x="763" y="1"/>
                  </a:moveTo>
                  <a:lnTo>
                    <a:pt x="0" y="704"/>
                  </a:lnTo>
                  <a:lnTo>
                    <a:pt x="803" y="1447"/>
                  </a:lnTo>
                  <a:lnTo>
                    <a:pt x="944" y="1186"/>
                  </a:lnTo>
                  <a:lnTo>
                    <a:pt x="1024" y="1065"/>
                  </a:lnTo>
                  <a:lnTo>
                    <a:pt x="1125" y="965"/>
                  </a:lnTo>
                  <a:lnTo>
                    <a:pt x="1165" y="925"/>
                  </a:lnTo>
                  <a:lnTo>
                    <a:pt x="1225" y="904"/>
                  </a:lnTo>
                  <a:lnTo>
                    <a:pt x="1366" y="864"/>
                  </a:lnTo>
                  <a:lnTo>
                    <a:pt x="1426" y="824"/>
                  </a:lnTo>
                  <a:lnTo>
                    <a:pt x="1466" y="784"/>
                  </a:lnTo>
                  <a:lnTo>
                    <a:pt x="1506" y="724"/>
                  </a:lnTo>
                  <a:lnTo>
                    <a:pt x="1506" y="623"/>
                  </a:lnTo>
                  <a:lnTo>
                    <a:pt x="1125" y="302"/>
                  </a:lnTo>
                  <a:lnTo>
                    <a:pt x="763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28" name="Google Shape;828;p10"/>
            <p:cNvSpPr/>
            <p:nvPr/>
          </p:nvSpPr>
          <p:spPr>
            <a:xfrm>
              <a:off x="5345575" y="2637125"/>
              <a:ext cx="36650" cy="30625"/>
            </a:xfrm>
            <a:custGeom>
              <a:rect b="b" l="l" r="r" t="t"/>
              <a:pathLst>
                <a:path extrusionOk="0" h="1225" w="1466">
                  <a:moveTo>
                    <a:pt x="783" y="0"/>
                  </a:moveTo>
                  <a:lnTo>
                    <a:pt x="0" y="663"/>
                  </a:lnTo>
                  <a:lnTo>
                    <a:pt x="221" y="743"/>
                  </a:lnTo>
                  <a:lnTo>
                    <a:pt x="341" y="783"/>
                  </a:lnTo>
                  <a:lnTo>
                    <a:pt x="422" y="843"/>
                  </a:lnTo>
                  <a:lnTo>
                    <a:pt x="522" y="924"/>
                  </a:lnTo>
                  <a:lnTo>
                    <a:pt x="582" y="1004"/>
                  </a:lnTo>
                  <a:lnTo>
                    <a:pt x="643" y="1084"/>
                  </a:lnTo>
                  <a:lnTo>
                    <a:pt x="703" y="1205"/>
                  </a:lnTo>
                  <a:lnTo>
                    <a:pt x="723" y="1225"/>
                  </a:lnTo>
                  <a:lnTo>
                    <a:pt x="783" y="1225"/>
                  </a:lnTo>
                  <a:lnTo>
                    <a:pt x="1466" y="602"/>
                  </a:lnTo>
                  <a:lnTo>
                    <a:pt x="78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29" name="Google Shape;829;p10"/>
            <p:cNvSpPr/>
            <p:nvPr/>
          </p:nvSpPr>
          <p:spPr>
            <a:xfrm>
              <a:off x="5995125" y="2843425"/>
              <a:ext cx="35675" cy="29150"/>
            </a:xfrm>
            <a:custGeom>
              <a:rect b="b" l="l" r="r" t="t"/>
              <a:pathLst>
                <a:path extrusionOk="0" h="1166" w="1427">
                  <a:moveTo>
                    <a:pt x="724" y="1"/>
                  </a:moveTo>
                  <a:lnTo>
                    <a:pt x="1" y="603"/>
                  </a:lnTo>
                  <a:lnTo>
                    <a:pt x="242" y="683"/>
                  </a:lnTo>
                  <a:lnTo>
                    <a:pt x="342" y="724"/>
                  </a:lnTo>
                  <a:lnTo>
                    <a:pt x="423" y="784"/>
                  </a:lnTo>
                  <a:lnTo>
                    <a:pt x="503" y="864"/>
                  </a:lnTo>
                  <a:lnTo>
                    <a:pt x="563" y="965"/>
                  </a:lnTo>
                  <a:lnTo>
                    <a:pt x="684" y="1165"/>
                  </a:lnTo>
                  <a:lnTo>
                    <a:pt x="1427" y="543"/>
                  </a:lnTo>
                  <a:lnTo>
                    <a:pt x="724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30" name="Google Shape;830;p10"/>
            <p:cNvSpPr/>
            <p:nvPr/>
          </p:nvSpPr>
          <p:spPr>
            <a:xfrm>
              <a:off x="5996650" y="2741025"/>
              <a:ext cx="30125" cy="28125"/>
            </a:xfrm>
            <a:custGeom>
              <a:rect b="b" l="l" r="r" t="t"/>
              <a:pathLst>
                <a:path extrusionOk="0" h="1125" w="1205">
                  <a:moveTo>
                    <a:pt x="663" y="1"/>
                  </a:moveTo>
                  <a:lnTo>
                    <a:pt x="0" y="543"/>
                  </a:lnTo>
                  <a:lnTo>
                    <a:pt x="703" y="1125"/>
                  </a:lnTo>
                  <a:lnTo>
                    <a:pt x="1205" y="663"/>
                  </a:lnTo>
                  <a:lnTo>
                    <a:pt x="663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31" name="Google Shape;831;p10"/>
            <p:cNvSpPr/>
            <p:nvPr/>
          </p:nvSpPr>
          <p:spPr>
            <a:xfrm>
              <a:off x="5240150" y="2738025"/>
              <a:ext cx="35150" cy="32650"/>
            </a:xfrm>
            <a:custGeom>
              <a:rect b="b" l="l" r="r" t="t"/>
              <a:pathLst>
                <a:path extrusionOk="0" h="1306" w="1406">
                  <a:moveTo>
                    <a:pt x="663" y="0"/>
                  </a:moveTo>
                  <a:lnTo>
                    <a:pt x="563" y="161"/>
                  </a:lnTo>
                  <a:lnTo>
                    <a:pt x="502" y="261"/>
                  </a:lnTo>
                  <a:lnTo>
                    <a:pt x="422" y="341"/>
                  </a:lnTo>
                  <a:lnTo>
                    <a:pt x="322" y="422"/>
                  </a:lnTo>
                  <a:lnTo>
                    <a:pt x="221" y="502"/>
                  </a:lnTo>
                  <a:lnTo>
                    <a:pt x="0" y="663"/>
                  </a:lnTo>
                  <a:lnTo>
                    <a:pt x="683" y="1305"/>
                  </a:lnTo>
                  <a:lnTo>
                    <a:pt x="1406" y="663"/>
                  </a:lnTo>
                  <a:lnTo>
                    <a:pt x="66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32" name="Google Shape;832;p10"/>
            <p:cNvSpPr/>
            <p:nvPr/>
          </p:nvSpPr>
          <p:spPr>
            <a:xfrm>
              <a:off x="5240650" y="2636100"/>
              <a:ext cx="36175" cy="31650"/>
            </a:xfrm>
            <a:custGeom>
              <a:rect b="b" l="l" r="r" t="t"/>
              <a:pathLst>
                <a:path extrusionOk="0" h="1266" w="1447">
                  <a:moveTo>
                    <a:pt x="683" y="1"/>
                  </a:moveTo>
                  <a:lnTo>
                    <a:pt x="0" y="664"/>
                  </a:lnTo>
                  <a:lnTo>
                    <a:pt x="663" y="1266"/>
                  </a:lnTo>
                  <a:lnTo>
                    <a:pt x="1446" y="603"/>
                  </a:lnTo>
                  <a:lnTo>
                    <a:pt x="1165" y="503"/>
                  </a:lnTo>
                  <a:lnTo>
                    <a:pt x="1065" y="443"/>
                  </a:lnTo>
                  <a:lnTo>
                    <a:pt x="964" y="382"/>
                  </a:lnTo>
                  <a:lnTo>
                    <a:pt x="884" y="282"/>
                  </a:lnTo>
                  <a:lnTo>
                    <a:pt x="804" y="182"/>
                  </a:lnTo>
                  <a:lnTo>
                    <a:pt x="683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33" name="Google Shape;833;p10"/>
            <p:cNvSpPr/>
            <p:nvPr/>
          </p:nvSpPr>
          <p:spPr>
            <a:xfrm>
              <a:off x="5997150" y="2638625"/>
              <a:ext cx="29125" cy="27125"/>
            </a:xfrm>
            <a:custGeom>
              <a:rect b="b" l="l" r="r" t="t"/>
              <a:pathLst>
                <a:path extrusionOk="0" h="1085" w="1165">
                  <a:moveTo>
                    <a:pt x="643" y="0"/>
                  </a:moveTo>
                  <a:lnTo>
                    <a:pt x="0" y="563"/>
                  </a:lnTo>
                  <a:lnTo>
                    <a:pt x="443" y="911"/>
                  </a:lnTo>
                  <a:lnTo>
                    <a:pt x="443" y="911"/>
                  </a:lnTo>
                  <a:lnTo>
                    <a:pt x="1165" y="462"/>
                  </a:lnTo>
                  <a:lnTo>
                    <a:pt x="643" y="0"/>
                  </a:lnTo>
                  <a:close/>
                  <a:moveTo>
                    <a:pt x="443" y="911"/>
                  </a:moveTo>
                  <a:lnTo>
                    <a:pt x="422" y="924"/>
                  </a:lnTo>
                  <a:lnTo>
                    <a:pt x="663" y="1085"/>
                  </a:lnTo>
                  <a:lnTo>
                    <a:pt x="443" y="91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834" name="Google Shape;834;p10"/>
          <p:cNvSpPr txBox="1"/>
          <p:nvPr>
            <p:ph idx="1" type="body"/>
          </p:nvPr>
        </p:nvSpPr>
        <p:spPr>
          <a:xfrm>
            <a:off x="713225" y="844300"/>
            <a:ext cx="3402900" cy="720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b="1" sz="2800">
                <a:latin typeface="Lexend Deca"/>
                <a:ea typeface="Lexend Deca"/>
                <a:cs typeface="Lexend Deca"/>
                <a:sym typeface="Lexend Deca"/>
              </a:defRPr>
            </a:lvl1pPr>
          </a:lstStyle>
          <a:p/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835" name="Shape 8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6" name="Google Shape;836;p11"/>
          <p:cNvSpPr txBox="1"/>
          <p:nvPr>
            <p:ph hasCustomPrompt="1" type="title"/>
          </p:nvPr>
        </p:nvSpPr>
        <p:spPr>
          <a:xfrm>
            <a:off x="1517400" y="1704150"/>
            <a:ext cx="6109200" cy="1371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0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837" name="Google Shape;837;p11"/>
          <p:cNvSpPr txBox="1"/>
          <p:nvPr>
            <p:ph idx="1" type="body"/>
          </p:nvPr>
        </p:nvSpPr>
        <p:spPr>
          <a:xfrm>
            <a:off x="1576800" y="3241200"/>
            <a:ext cx="5990400" cy="183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330200" lvl="0" marL="457200" algn="ctr"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1pPr>
            <a:lvl2pPr indent="-330200" lvl="1" marL="914400" algn="ctr">
              <a:spcBef>
                <a:spcPts val="0"/>
              </a:spcBef>
              <a:spcAft>
                <a:spcPts val="0"/>
              </a:spcAft>
              <a:buSzPts val="1600"/>
              <a:buChar char="○"/>
              <a:defRPr/>
            </a:lvl2pPr>
            <a:lvl3pPr indent="-330200" lvl="2" marL="1371600" algn="ctr">
              <a:spcBef>
                <a:spcPts val="0"/>
              </a:spcBef>
              <a:spcAft>
                <a:spcPts val="0"/>
              </a:spcAft>
              <a:buSzPts val="1600"/>
              <a:buChar char="■"/>
              <a:defRPr/>
            </a:lvl3pPr>
            <a:lvl4pPr indent="-330200" lvl="3" marL="1828800" algn="ctr">
              <a:spcBef>
                <a:spcPts val="0"/>
              </a:spcBef>
              <a:spcAft>
                <a:spcPts val="0"/>
              </a:spcAft>
              <a:buSzPts val="1600"/>
              <a:buChar char="●"/>
              <a:defRPr/>
            </a:lvl4pPr>
            <a:lvl5pPr indent="-330200" lvl="4" marL="2286000" algn="ctr">
              <a:spcBef>
                <a:spcPts val="0"/>
              </a:spcBef>
              <a:spcAft>
                <a:spcPts val="0"/>
              </a:spcAft>
              <a:buSzPts val="1600"/>
              <a:buChar char="○"/>
              <a:defRPr/>
            </a:lvl5pPr>
            <a:lvl6pPr indent="-330200" lvl="5" marL="2743200" algn="ctr">
              <a:spcBef>
                <a:spcPts val="0"/>
              </a:spcBef>
              <a:spcAft>
                <a:spcPts val="0"/>
              </a:spcAft>
              <a:buSzPts val="1600"/>
              <a:buChar char="■"/>
              <a:defRPr/>
            </a:lvl6pPr>
            <a:lvl7pPr indent="-330200" lvl="6" marL="3200400" algn="ctr">
              <a:spcBef>
                <a:spcPts val="0"/>
              </a:spcBef>
              <a:spcAft>
                <a:spcPts val="0"/>
              </a:spcAft>
              <a:buSzPts val="1600"/>
              <a:buChar char="●"/>
              <a:defRPr/>
            </a:lvl7pPr>
            <a:lvl8pPr indent="-330200" lvl="7" marL="3657600" algn="ctr">
              <a:spcBef>
                <a:spcPts val="0"/>
              </a:spcBef>
              <a:spcAft>
                <a:spcPts val="0"/>
              </a:spcAft>
              <a:buSzPts val="1600"/>
              <a:buChar char="○"/>
              <a:defRPr/>
            </a:lvl8pPr>
            <a:lvl9pPr indent="-330200" lvl="8" marL="4114800" algn="ctr">
              <a:spcBef>
                <a:spcPts val="0"/>
              </a:spcBef>
              <a:spcAft>
                <a:spcPts val="0"/>
              </a:spcAft>
              <a:buSzPts val="1600"/>
              <a:buChar char="■"/>
              <a:defRPr/>
            </a:lvl9pPr>
          </a:lstStyle>
          <a:p/>
        </p:txBody>
      </p:sp>
      <p:sp>
        <p:nvSpPr>
          <p:cNvPr id="838" name="Google Shape;838;p11"/>
          <p:cNvSpPr/>
          <p:nvPr/>
        </p:nvSpPr>
        <p:spPr>
          <a:xfrm flipH="1">
            <a:off x="7635600" y="-11400"/>
            <a:ext cx="1521600" cy="51663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39" name="Google Shape;839;p11"/>
          <p:cNvSpPr/>
          <p:nvPr/>
        </p:nvSpPr>
        <p:spPr>
          <a:xfrm flipH="1">
            <a:off x="-99" y="-11400"/>
            <a:ext cx="1521600" cy="51663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40" name="Google Shape;840;p11"/>
          <p:cNvSpPr/>
          <p:nvPr/>
        </p:nvSpPr>
        <p:spPr>
          <a:xfrm flipH="1" rot="10800000">
            <a:off x="-5" y="10453"/>
            <a:ext cx="1058100" cy="1058100"/>
          </a:xfrm>
          <a:prstGeom prst="rtTriangle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41" name="Google Shape;841;p11"/>
          <p:cNvSpPr/>
          <p:nvPr/>
        </p:nvSpPr>
        <p:spPr>
          <a:xfrm rot="10800000">
            <a:off x="333238" y="144117"/>
            <a:ext cx="790800" cy="790800"/>
          </a:xfrm>
          <a:prstGeom prst="ellipse">
            <a:avLst/>
          </a:prstGeom>
          <a:solidFill>
            <a:schemeClr val="dk2"/>
          </a:solidFill>
          <a:ln cap="flat" cmpd="sng" w="11430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42" name="Google Shape;842;p11"/>
          <p:cNvSpPr/>
          <p:nvPr/>
        </p:nvSpPr>
        <p:spPr>
          <a:xfrm>
            <a:off x="8457005" y="3773706"/>
            <a:ext cx="597600" cy="597600"/>
          </a:xfrm>
          <a:prstGeom prst="ellipse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43" name="Google Shape;843;p11"/>
          <p:cNvSpPr/>
          <p:nvPr/>
        </p:nvSpPr>
        <p:spPr>
          <a:xfrm rot="5400000">
            <a:off x="8457005" y="4378808"/>
            <a:ext cx="597600" cy="597600"/>
          </a:xfrm>
          <a:prstGeom prst="rtTriangle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844" name="Google Shape;844;p11"/>
          <p:cNvGrpSpPr/>
          <p:nvPr/>
        </p:nvGrpSpPr>
        <p:grpSpPr>
          <a:xfrm>
            <a:off x="3970508" y="100006"/>
            <a:ext cx="1202833" cy="365416"/>
            <a:chOff x="3973358" y="4599416"/>
            <a:chExt cx="1202833" cy="365416"/>
          </a:xfrm>
        </p:grpSpPr>
        <p:sp>
          <p:nvSpPr>
            <p:cNvPr id="845" name="Google Shape;845;p11"/>
            <p:cNvSpPr/>
            <p:nvPr/>
          </p:nvSpPr>
          <p:spPr>
            <a:xfrm>
              <a:off x="4465301" y="4599416"/>
              <a:ext cx="54205" cy="50406"/>
            </a:xfrm>
            <a:custGeom>
              <a:rect b="b" l="l" r="r" t="t"/>
              <a:pathLst>
                <a:path extrusionOk="0" h="1327" w="1427">
                  <a:moveTo>
                    <a:pt x="723" y="1"/>
                  </a:moveTo>
                  <a:lnTo>
                    <a:pt x="1" y="684"/>
                  </a:lnTo>
                  <a:lnTo>
                    <a:pt x="221" y="784"/>
                  </a:lnTo>
                  <a:lnTo>
                    <a:pt x="322" y="824"/>
                  </a:lnTo>
                  <a:lnTo>
                    <a:pt x="422" y="884"/>
                  </a:lnTo>
                  <a:lnTo>
                    <a:pt x="502" y="1005"/>
                  </a:lnTo>
                  <a:lnTo>
                    <a:pt x="583" y="1105"/>
                  </a:lnTo>
                  <a:lnTo>
                    <a:pt x="723" y="1326"/>
                  </a:lnTo>
                  <a:lnTo>
                    <a:pt x="1426" y="643"/>
                  </a:lnTo>
                  <a:lnTo>
                    <a:pt x="723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46" name="Google Shape;846;p11"/>
            <p:cNvSpPr/>
            <p:nvPr/>
          </p:nvSpPr>
          <p:spPr>
            <a:xfrm>
              <a:off x="4632321" y="4599416"/>
              <a:ext cx="50406" cy="48887"/>
            </a:xfrm>
            <a:custGeom>
              <a:rect b="b" l="l" r="r" t="t"/>
              <a:pathLst>
                <a:path extrusionOk="0" h="1287" w="1327">
                  <a:moveTo>
                    <a:pt x="664" y="1"/>
                  </a:moveTo>
                  <a:lnTo>
                    <a:pt x="1" y="664"/>
                  </a:lnTo>
                  <a:lnTo>
                    <a:pt x="664" y="1286"/>
                  </a:lnTo>
                  <a:lnTo>
                    <a:pt x="1326" y="623"/>
                  </a:lnTo>
                  <a:lnTo>
                    <a:pt x="664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47" name="Google Shape;847;p11"/>
            <p:cNvSpPr/>
            <p:nvPr/>
          </p:nvSpPr>
          <p:spPr>
            <a:xfrm>
              <a:off x="4466821" y="4755040"/>
              <a:ext cx="54205" cy="51888"/>
            </a:xfrm>
            <a:custGeom>
              <a:rect b="b" l="l" r="r" t="t"/>
              <a:pathLst>
                <a:path extrusionOk="0" h="1366" w="1427">
                  <a:moveTo>
                    <a:pt x="703" y="0"/>
                  </a:moveTo>
                  <a:lnTo>
                    <a:pt x="1" y="643"/>
                  </a:lnTo>
                  <a:lnTo>
                    <a:pt x="744" y="1366"/>
                  </a:lnTo>
                  <a:lnTo>
                    <a:pt x="784" y="1225"/>
                  </a:lnTo>
                  <a:lnTo>
                    <a:pt x="844" y="1125"/>
                  </a:lnTo>
                  <a:lnTo>
                    <a:pt x="924" y="1024"/>
                  </a:lnTo>
                  <a:lnTo>
                    <a:pt x="1005" y="944"/>
                  </a:lnTo>
                  <a:lnTo>
                    <a:pt x="1105" y="864"/>
                  </a:lnTo>
                  <a:lnTo>
                    <a:pt x="1205" y="803"/>
                  </a:lnTo>
                  <a:lnTo>
                    <a:pt x="1426" y="683"/>
                  </a:lnTo>
                  <a:lnTo>
                    <a:pt x="1346" y="582"/>
                  </a:lnTo>
                  <a:lnTo>
                    <a:pt x="1266" y="522"/>
                  </a:lnTo>
                  <a:lnTo>
                    <a:pt x="1045" y="402"/>
                  </a:lnTo>
                  <a:lnTo>
                    <a:pt x="964" y="342"/>
                  </a:lnTo>
                  <a:lnTo>
                    <a:pt x="884" y="281"/>
                  </a:lnTo>
                  <a:lnTo>
                    <a:pt x="824" y="181"/>
                  </a:lnTo>
                  <a:lnTo>
                    <a:pt x="804" y="40"/>
                  </a:lnTo>
                  <a:lnTo>
                    <a:pt x="784" y="20"/>
                  </a:lnTo>
                  <a:lnTo>
                    <a:pt x="744" y="20"/>
                  </a:lnTo>
                  <a:lnTo>
                    <a:pt x="70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48" name="Google Shape;848;p11"/>
            <p:cNvSpPr/>
            <p:nvPr/>
          </p:nvSpPr>
          <p:spPr>
            <a:xfrm>
              <a:off x="4630042" y="4754280"/>
              <a:ext cx="54205" cy="54167"/>
            </a:xfrm>
            <a:custGeom>
              <a:rect b="b" l="l" r="r" t="t"/>
              <a:pathLst>
                <a:path extrusionOk="0" h="1426" w="1427">
                  <a:moveTo>
                    <a:pt x="724" y="0"/>
                  </a:moveTo>
                  <a:lnTo>
                    <a:pt x="1" y="703"/>
                  </a:lnTo>
                  <a:lnTo>
                    <a:pt x="121" y="743"/>
                  </a:lnTo>
                  <a:lnTo>
                    <a:pt x="242" y="823"/>
                  </a:lnTo>
                  <a:lnTo>
                    <a:pt x="342" y="884"/>
                  </a:lnTo>
                  <a:lnTo>
                    <a:pt x="422" y="984"/>
                  </a:lnTo>
                  <a:lnTo>
                    <a:pt x="603" y="1185"/>
                  </a:lnTo>
                  <a:lnTo>
                    <a:pt x="744" y="1426"/>
                  </a:lnTo>
                  <a:lnTo>
                    <a:pt x="844" y="1165"/>
                  </a:lnTo>
                  <a:lnTo>
                    <a:pt x="904" y="1064"/>
                  </a:lnTo>
                  <a:lnTo>
                    <a:pt x="964" y="984"/>
                  </a:lnTo>
                  <a:lnTo>
                    <a:pt x="1065" y="904"/>
                  </a:lnTo>
                  <a:lnTo>
                    <a:pt x="1185" y="823"/>
                  </a:lnTo>
                  <a:lnTo>
                    <a:pt x="1426" y="683"/>
                  </a:lnTo>
                  <a:lnTo>
                    <a:pt x="724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49" name="Google Shape;849;p11"/>
            <p:cNvSpPr/>
            <p:nvPr/>
          </p:nvSpPr>
          <p:spPr>
            <a:xfrm>
              <a:off x="4796303" y="4755040"/>
              <a:ext cx="51166" cy="47329"/>
            </a:xfrm>
            <a:custGeom>
              <a:rect b="b" l="l" r="r" t="t"/>
              <a:pathLst>
                <a:path extrusionOk="0" h="1246" w="1347">
                  <a:moveTo>
                    <a:pt x="664" y="0"/>
                  </a:moveTo>
                  <a:lnTo>
                    <a:pt x="1" y="663"/>
                  </a:lnTo>
                  <a:lnTo>
                    <a:pt x="664" y="1245"/>
                  </a:lnTo>
                  <a:lnTo>
                    <a:pt x="1346" y="663"/>
                  </a:lnTo>
                  <a:lnTo>
                    <a:pt x="664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50" name="Google Shape;850;p11"/>
            <p:cNvSpPr/>
            <p:nvPr/>
          </p:nvSpPr>
          <p:spPr>
            <a:xfrm>
              <a:off x="4459186" y="4906031"/>
              <a:ext cx="64119" cy="55724"/>
            </a:xfrm>
            <a:custGeom>
              <a:rect b="b" l="l" r="r" t="t"/>
              <a:pathLst>
                <a:path extrusionOk="0" h="1467" w="1688">
                  <a:moveTo>
                    <a:pt x="864" y="1"/>
                  </a:moveTo>
                  <a:lnTo>
                    <a:pt x="764" y="262"/>
                  </a:lnTo>
                  <a:lnTo>
                    <a:pt x="704" y="362"/>
                  </a:lnTo>
                  <a:lnTo>
                    <a:pt x="643" y="463"/>
                  </a:lnTo>
                  <a:lnTo>
                    <a:pt x="523" y="543"/>
                  </a:lnTo>
                  <a:lnTo>
                    <a:pt x="382" y="623"/>
                  </a:lnTo>
                  <a:lnTo>
                    <a:pt x="1" y="844"/>
                  </a:lnTo>
                  <a:lnTo>
                    <a:pt x="162" y="864"/>
                  </a:lnTo>
                  <a:lnTo>
                    <a:pt x="302" y="904"/>
                  </a:lnTo>
                  <a:lnTo>
                    <a:pt x="423" y="965"/>
                  </a:lnTo>
                  <a:lnTo>
                    <a:pt x="543" y="1025"/>
                  </a:lnTo>
                  <a:lnTo>
                    <a:pt x="623" y="1085"/>
                  </a:lnTo>
                  <a:lnTo>
                    <a:pt x="704" y="1186"/>
                  </a:lnTo>
                  <a:lnTo>
                    <a:pt x="744" y="1286"/>
                  </a:lnTo>
                  <a:lnTo>
                    <a:pt x="784" y="1406"/>
                  </a:lnTo>
                  <a:lnTo>
                    <a:pt x="804" y="1427"/>
                  </a:lnTo>
                  <a:lnTo>
                    <a:pt x="864" y="1447"/>
                  </a:lnTo>
                  <a:lnTo>
                    <a:pt x="985" y="1467"/>
                  </a:lnTo>
                  <a:lnTo>
                    <a:pt x="1045" y="1286"/>
                  </a:lnTo>
                  <a:lnTo>
                    <a:pt x="1065" y="1206"/>
                  </a:lnTo>
                  <a:lnTo>
                    <a:pt x="1105" y="1145"/>
                  </a:lnTo>
                  <a:lnTo>
                    <a:pt x="1246" y="1045"/>
                  </a:lnTo>
                  <a:lnTo>
                    <a:pt x="1386" y="945"/>
                  </a:lnTo>
                  <a:lnTo>
                    <a:pt x="1688" y="744"/>
                  </a:lnTo>
                  <a:lnTo>
                    <a:pt x="1547" y="684"/>
                  </a:lnTo>
                  <a:lnTo>
                    <a:pt x="1427" y="623"/>
                  </a:lnTo>
                  <a:lnTo>
                    <a:pt x="1306" y="543"/>
                  </a:lnTo>
                  <a:lnTo>
                    <a:pt x="1206" y="463"/>
                  </a:lnTo>
                  <a:lnTo>
                    <a:pt x="1105" y="362"/>
                  </a:lnTo>
                  <a:lnTo>
                    <a:pt x="1025" y="262"/>
                  </a:lnTo>
                  <a:lnTo>
                    <a:pt x="864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51" name="Google Shape;851;p11"/>
            <p:cNvSpPr/>
            <p:nvPr/>
          </p:nvSpPr>
          <p:spPr>
            <a:xfrm>
              <a:off x="4631562" y="4910627"/>
              <a:ext cx="53445" cy="50368"/>
            </a:xfrm>
            <a:custGeom>
              <a:rect b="b" l="l" r="r" t="t"/>
              <a:pathLst>
                <a:path extrusionOk="0" h="1326" w="1407">
                  <a:moveTo>
                    <a:pt x="684" y="0"/>
                  </a:moveTo>
                  <a:lnTo>
                    <a:pt x="1" y="663"/>
                  </a:lnTo>
                  <a:lnTo>
                    <a:pt x="724" y="1326"/>
                  </a:lnTo>
                  <a:lnTo>
                    <a:pt x="764" y="1225"/>
                  </a:lnTo>
                  <a:lnTo>
                    <a:pt x="824" y="1105"/>
                  </a:lnTo>
                  <a:lnTo>
                    <a:pt x="904" y="1024"/>
                  </a:lnTo>
                  <a:lnTo>
                    <a:pt x="985" y="944"/>
                  </a:lnTo>
                  <a:lnTo>
                    <a:pt x="1186" y="804"/>
                  </a:lnTo>
                  <a:lnTo>
                    <a:pt x="1406" y="683"/>
                  </a:lnTo>
                  <a:lnTo>
                    <a:pt x="1326" y="583"/>
                  </a:lnTo>
                  <a:lnTo>
                    <a:pt x="1246" y="522"/>
                  </a:lnTo>
                  <a:lnTo>
                    <a:pt x="1045" y="402"/>
                  </a:lnTo>
                  <a:lnTo>
                    <a:pt x="945" y="342"/>
                  </a:lnTo>
                  <a:lnTo>
                    <a:pt x="864" y="261"/>
                  </a:lnTo>
                  <a:lnTo>
                    <a:pt x="804" y="161"/>
                  </a:lnTo>
                  <a:lnTo>
                    <a:pt x="784" y="41"/>
                  </a:lnTo>
                  <a:lnTo>
                    <a:pt x="764" y="20"/>
                  </a:lnTo>
                  <a:lnTo>
                    <a:pt x="724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52" name="Google Shape;852;p11"/>
            <p:cNvSpPr/>
            <p:nvPr/>
          </p:nvSpPr>
          <p:spPr>
            <a:xfrm>
              <a:off x="4796303" y="4911386"/>
              <a:ext cx="51166" cy="48089"/>
            </a:xfrm>
            <a:custGeom>
              <a:rect b="b" l="l" r="r" t="t"/>
              <a:pathLst>
                <a:path extrusionOk="0" h="1266" w="1347">
                  <a:moveTo>
                    <a:pt x="664" y="0"/>
                  </a:moveTo>
                  <a:lnTo>
                    <a:pt x="1" y="623"/>
                  </a:lnTo>
                  <a:lnTo>
                    <a:pt x="684" y="1265"/>
                  </a:lnTo>
                  <a:lnTo>
                    <a:pt x="1346" y="603"/>
                  </a:lnTo>
                  <a:lnTo>
                    <a:pt x="664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53" name="Google Shape;853;p11"/>
            <p:cNvSpPr/>
            <p:nvPr/>
          </p:nvSpPr>
          <p:spPr>
            <a:xfrm>
              <a:off x="4797100" y="4600213"/>
              <a:ext cx="50368" cy="46532"/>
            </a:xfrm>
            <a:custGeom>
              <a:rect b="b" l="l" r="r" t="t"/>
              <a:pathLst>
                <a:path extrusionOk="0" h="1225" w="1326">
                  <a:moveTo>
                    <a:pt x="643" y="0"/>
                  </a:moveTo>
                  <a:lnTo>
                    <a:pt x="0" y="622"/>
                  </a:lnTo>
                  <a:lnTo>
                    <a:pt x="643" y="1225"/>
                  </a:lnTo>
                  <a:lnTo>
                    <a:pt x="1325" y="643"/>
                  </a:lnTo>
                  <a:lnTo>
                    <a:pt x="64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54" name="Google Shape;854;p11"/>
            <p:cNvSpPr/>
            <p:nvPr/>
          </p:nvSpPr>
          <p:spPr>
            <a:xfrm>
              <a:off x="4961082" y="4602492"/>
              <a:ext cx="49608" cy="44253"/>
            </a:xfrm>
            <a:custGeom>
              <a:rect b="b" l="l" r="r" t="t"/>
              <a:pathLst>
                <a:path extrusionOk="0" h="1165" w="1306">
                  <a:moveTo>
                    <a:pt x="663" y="0"/>
                  </a:moveTo>
                  <a:lnTo>
                    <a:pt x="0" y="562"/>
                  </a:lnTo>
                  <a:lnTo>
                    <a:pt x="643" y="1165"/>
                  </a:lnTo>
                  <a:lnTo>
                    <a:pt x="1305" y="583"/>
                  </a:lnTo>
                  <a:lnTo>
                    <a:pt x="66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55" name="Google Shape;855;p11"/>
            <p:cNvSpPr/>
            <p:nvPr/>
          </p:nvSpPr>
          <p:spPr>
            <a:xfrm>
              <a:off x="4303599" y="4600213"/>
              <a:ext cx="53445" cy="54167"/>
            </a:xfrm>
            <a:custGeom>
              <a:rect b="b" l="l" r="r" t="t"/>
              <a:pathLst>
                <a:path extrusionOk="0" h="1426" w="1407">
                  <a:moveTo>
                    <a:pt x="683" y="0"/>
                  </a:moveTo>
                  <a:lnTo>
                    <a:pt x="1" y="622"/>
                  </a:lnTo>
                  <a:lnTo>
                    <a:pt x="804" y="1426"/>
                  </a:lnTo>
                  <a:lnTo>
                    <a:pt x="804" y="1265"/>
                  </a:lnTo>
                  <a:lnTo>
                    <a:pt x="824" y="1145"/>
                  </a:lnTo>
                  <a:lnTo>
                    <a:pt x="864" y="1024"/>
                  </a:lnTo>
                  <a:lnTo>
                    <a:pt x="904" y="944"/>
                  </a:lnTo>
                  <a:lnTo>
                    <a:pt x="985" y="884"/>
                  </a:lnTo>
                  <a:lnTo>
                    <a:pt x="1065" y="823"/>
                  </a:lnTo>
                  <a:lnTo>
                    <a:pt x="1165" y="783"/>
                  </a:lnTo>
                  <a:lnTo>
                    <a:pt x="1286" y="763"/>
                  </a:lnTo>
                  <a:lnTo>
                    <a:pt x="1326" y="743"/>
                  </a:lnTo>
                  <a:lnTo>
                    <a:pt x="1366" y="703"/>
                  </a:lnTo>
                  <a:lnTo>
                    <a:pt x="1386" y="683"/>
                  </a:lnTo>
                  <a:lnTo>
                    <a:pt x="1406" y="643"/>
                  </a:lnTo>
                  <a:lnTo>
                    <a:pt x="1386" y="602"/>
                  </a:lnTo>
                  <a:lnTo>
                    <a:pt x="1366" y="562"/>
                  </a:lnTo>
                  <a:lnTo>
                    <a:pt x="1306" y="502"/>
                  </a:lnTo>
                  <a:lnTo>
                    <a:pt x="1145" y="442"/>
                  </a:lnTo>
                  <a:lnTo>
                    <a:pt x="985" y="361"/>
                  </a:lnTo>
                  <a:lnTo>
                    <a:pt x="924" y="321"/>
                  </a:lnTo>
                  <a:lnTo>
                    <a:pt x="864" y="261"/>
                  </a:lnTo>
                  <a:lnTo>
                    <a:pt x="824" y="181"/>
                  </a:lnTo>
                  <a:lnTo>
                    <a:pt x="804" y="80"/>
                  </a:lnTo>
                  <a:lnTo>
                    <a:pt x="784" y="40"/>
                  </a:lnTo>
                  <a:lnTo>
                    <a:pt x="744" y="20"/>
                  </a:lnTo>
                  <a:lnTo>
                    <a:pt x="68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56" name="Google Shape;856;p11"/>
            <p:cNvSpPr/>
            <p:nvPr/>
          </p:nvSpPr>
          <p:spPr>
            <a:xfrm>
              <a:off x="4303599" y="4755040"/>
              <a:ext cx="52685" cy="49608"/>
            </a:xfrm>
            <a:custGeom>
              <a:rect b="b" l="l" r="r" t="t"/>
              <a:pathLst>
                <a:path extrusionOk="0" h="1306" w="1387">
                  <a:moveTo>
                    <a:pt x="663" y="0"/>
                  </a:moveTo>
                  <a:lnTo>
                    <a:pt x="583" y="60"/>
                  </a:lnTo>
                  <a:lnTo>
                    <a:pt x="523" y="141"/>
                  </a:lnTo>
                  <a:lnTo>
                    <a:pt x="422" y="301"/>
                  </a:lnTo>
                  <a:lnTo>
                    <a:pt x="342" y="382"/>
                  </a:lnTo>
                  <a:lnTo>
                    <a:pt x="262" y="462"/>
                  </a:lnTo>
                  <a:lnTo>
                    <a:pt x="161" y="522"/>
                  </a:lnTo>
                  <a:lnTo>
                    <a:pt x="41" y="542"/>
                  </a:lnTo>
                  <a:lnTo>
                    <a:pt x="21" y="562"/>
                  </a:lnTo>
                  <a:lnTo>
                    <a:pt x="21" y="603"/>
                  </a:lnTo>
                  <a:lnTo>
                    <a:pt x="1" y="643"/>
                  </a:lnTo>
                  <a:lnTo>
                    <a:pt x="663" y="1305"/>
                  </a:lnTo>
                  <a:lnTo>
                    <a:pt x="1386" y="663"/>
                  </a:lnTo>
                  <a:lnTo>
                    <a:pt x="66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57" name="Google Shape;857;p11"/>
            <p:cNvSpPr/>
            <p:nvPr/>
          </p:nvSpPr>
          <p:spPr>
            <a:xfrm>
              <a:off x="4960322" y="4757319"/>
              <a:ext cx="51128" cy="45050"/>
            </a:xfrm>
            <a:custGeom>
              <a:rect b="b" l="l" r="r" t="t"/>
              <a:pathLst>
                <a:path extrusionOk="0" h="1186" w="1346">
                  <a:moveTo>
                    <a:pt x="663" y="0"/>
                  </a:moveTo>
                  <a:lnTo>
                    <a:pt x="0" y="583"/>
                  </a:lnTo>
                  <a:lnTo>
                    <a:pt x="663" y="1185"/>
                  </a:lnTo>
                  <a:lnTo>
                    <a:pt x="1345" y="603"/>
                  </a:lnTo>
                  <a:lnTo>
                    <a:pt x="66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58" name="Google Shape;858;p11"/>
            <p:cNvSpPr/>
            <p:nvPr/>
          </p:nvSpPr>
          <p:spPr>
            <a:xfrm>
              <a:off x="4959524" y="4912906"/>
              <a:ext cx="51925" cy="46570"/>
            </a:xfrm>
            <a:custGeom>
              <a:rect b="b" l="l" r="r" t="t"/>
              <a:pathLst>
                <a:path extrusionOk="0" h="1226" w="1367">
                  <a:moveTo>
                    <a:pt x="704" y="1"/>
                  </a:moveTo>
                  <a:lnTo>
                    <a:pt x="1" y="583"/>
                  </a:lnTo>
                  <a:lnTo>
                    <a:pt x="704" y="1225"/>
                  </a:lnTo>
                  <a:lnTo>
                    <a:pt x="1366" y="583"/>
                  </a:lnTo>
                  <a:lnTo>
                    <a:pt x="704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59" name="Google Shape;859;p11"/>
            <p:cNvSpPr/>
            <p:nvPr/>
          </p:nvSpPr>
          <p:spPr>
            <a:xfrm>
              <a:off x="4302840" y="4909867"/>
              <a:ext cx="53445" cy="54964"/>
            </a:xfrm>
            <a:custGeom>
              <a:rect b="b" l="l" r="r" t="t"/>
              <a:pathLst>
                <a:path extrusionOk="0" h="1447" w="1407">
                  <a:moveTo>
                    <a:pt x="683" y="0"/>
                  </a:moveTo>
                  <a:lnTo>
                    <a:pt x="603" y="81"/>
                  </a:lnTo>
                  <a:lnTo>
                    <a:pt x="543" y="161"/>
                  </a:lnTo>
                  <a:lnTo>
                    <a:pt x="422" y="342"/>
                  </a:lnTo>
                  <a:lnTo>
                    <a:pt x="362" y="422"/>
                  </a:lnTo>
                  <a:lnTo>
                    <a:pt x="262" y="482"/>
                  </a:lnTo>
                  <a:lnTo>
                    <a:pt x="161" y="542"/>
                  </a:lnTo>
                  <a:lnTo>
                    <a:pt x="41" y="563"/>
                  </a:lnTo>
                  <a:lnTo>
                    <a:pt x="21" y="583"/>
                  </a:lnTo>
                  <a:lnTo>
                    <a:pt x="21" y="643"/>
                  </a:lnTo>
                  <a:lnTo>
                    <a:pt x="1" y="763"/>
                  </a:lnTo>
                  <a:lnTo>
                    <a:pt x="221" y="864"/>
                  </a:lnTo>
                  <a:lnTo>
                    <a:pt x="322" y="904"/>
                  </a:lnTo>
                  <a:lnTo>
                    <a:pt x="422" y="964"/>
                  </a:lnTo>
                  <a:lnTo>
                    <a:pt x="503" y="1085"/>
                  </a:lnTo>
                  <a:lnTo>
                    <a:pt x="563" y="1185"/>
                  </a:lnTo>
                  <a:lnTo>
                    <a:pt x="703" y="1446"/>
                  </a:lnTo>
                  <a:lnTo>
                    <a:pt x="1406" y="683"/>
                  </a:lnTo>
                  <a:lnTo>
                    <a:pt x="68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60" name="Google Shape;860;p11"/>
            <p:cNvSpPr/>
            <p:nvPr/>
          </p:nvSpPr>
          <p:spPr>
            <a:xfrm>
              <a:off x="4138858" y="4901472"/>
              <a:ext cx="57243" cy="60282"/>
            </a:xfrm>
            <a:custGeom>
              <a:rect b="b" l="l" r="r" t="t"/>
              <a:pathLst>
                <a:path extrusionOk="0" h="1587" w="1507">
                  <a:moveTo>
                    <a:pt x="683" y="0"/>
                  </a:moveTo>
                  <a:lnTo>
                    <a:pt x="563" y="302"/>
                  </a:lnTo>
                  <a:lnTo>
                    <a:pt x="502" y="422"/>
                  </a:lnTo>
                  <a:lnTo>
                    <a:pt x="422" y="522"/>
                  </a:lnTo>
                  <a:lnTo>
                    <a:pt x="342" y="623"/>
                  </a:lnTo>
                  <a:lnTo>
                    <a:pt x="262" y="683"/>
                  </a:lnTo>
                  <a:lnTo>
                    <a:pt x="161" y="743"/>
                  </a:lnTo>
                  <a:lnTo>
                    <a:pt x="41" y="784"/>
                  </a:lnTo>
                  <a:lnTo>
                    <a:pt x="21" y="804"/>
                  </a:lnTo>
                  <a:lnTo>
                    <a:pt x="0" y="844"/>
                  </a:lnTo>
                  <a:lnTo>
                    <a:pt x="0" y="904"/>
                  </a:lnTo>
                  <a:lnTo>
                    <a:pt x="764" y="1587"/>
                  </a:lnTo>
                  <a:lnTo>
                    <a:pt x="824" y="1406"/>
                  </a:lnTo>
                  <a:lnTo>
                    <a:pt x="864" y="1306"/>
                  </a:lnTo>
                  <a:lnTo>
                    <a:pt x="904" y="1245"/>
                  </a:lnTo>
                  <a:lnTo>
                    <a:pt x="1045" y="1165"/>
                  </a:lnTo>
                  <a:lnTo>
                    <a:pt x="1185" y="1065"/>
                  </a:lnTo>
                  <a:lnTo>
                    <a:pt x="1506" y="884"/>
                  </a:lnTo>
                  <a:lnTo>
                    <a:pt x="1225" y="743"/>
                  </a:lnTo>
                  <a:lnTo>
                    <a:pt x="1105" y="663"/>
                  </a:lnTo>
                  <a:lnTo>
                    <a:pt x="1004" y="583"/>
                  </a:lnTo>
                  <a:lnTo>
                    <a:pt x="904" y="482"/>
                  </a:lnTo>
                  <a:lnTo>
                    <a:pt x="824" y="342"/>
                  </a:lnTo>
                  <a:lnTo>
                    <a:pt x="743" y="201"/>
                  </a:lnTo>
                  <a:lnTo>
                    <a:pt x="68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61" name="Google Shape;861;p11"/>
            <p:cNvSpPr/>
            <p:nvPr/>
          </p:nvSpPr>
          <p:spPr>
            <a:xfrm>
              <a:off x="3973358" y="4910627"/>
              <a:ext cx="54926" cy="50368"/>
            </a:xfrm>
            <a:custGeom>
              <a:rect b="b" l="l" r="r" t="t"/>
              <a:pathLst>
                <a:path extrusionOk="0" h="1326" w="1446">
                  <a:moveTo>
                    <a:pt x="703" y="0"/>
                  </a:moveTo>
                  <a:lnTo>
                    <a:pt x="0" y="663"/>
                  </a:lnTo>
                  <a:lnTo>
                    <a:pt x="723" y="1326"/>
                  </a:lnTo>
                  <a:lnTo>
                    <a:pt x="1446" y="663"/>
                  </a:lnTo>
                  <a:lnTo>
                    <a:pt x="70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62" name="Google Shape;862;p11"/>
            <p:cNvSpPr/>
            <p:nvPr/>
          </p:nvSpPr>
          <p:spPr>
            <a:xfrm>
              <a:off x="4137339" y="4756560"/>
              <a:ext cx="56484" cy="48849"/>
            </a:xfrm>
            <a:custGeom>
              <a:rect b="b" l="l" r="r" t="t"/>
              <a:pathLst>
                <a:path extrusionOk="0" h="1286" w="1487">
                  <a:moveTo>
                    <a:pt x="743" y="0"/>
                  </a:moveTo>
                  <a:lnTo>
                    <a:pt x="0" y="623"/>
                  </a:lnTo>
                  <a:lnTo>
                    <a:pt x="783" y="1285"/>
                  </a:lnTo>
                  <a:lnTo>
                    <a:pt x="884" y="1085"/>
                  </a:lnTo>
                  <a:lnTo>
                    <a:pt x="944" y="984"/>
                  </a:lnTo>
                  <a:lnTo>
                    <a:pt x="1004" y="884"/>
                  </a:lnTo>
                  <a:lnTo>
                    <a:pt x="1125" y="824"/>
                  </a:lnTo>
                  <a:lnTo>
                    <a:pt x="1245" y="763"/>
                  </a:lnTo>
                  <a:lnTo>
                    <a:pt x="1486" y="643"/>
                  </a:lnTo>
                  <a:lnTo>
                    <a:pt x="74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63" name="Google Shape;863;p11"/>
            <p:cNvSpPr/>
            <p:nvPr/>
          </p:nvSpPr>
          <p:spPr>
            <a:xfrm>
              <a:off x="4135060" y="4600973"/>
              <a:ext cx="55686" cy="46532"/>
            </a:xfrm>
            <a:custGeom>
              <a:rect b="b" l="l" r="r" t="t"/>
              <a:pathLst>
                <a:path extrusionOk="0" h="1225" w="1466">
                  <a:moveTo>
                    <a:pt x="783" y="0"/>
                  </a:moveTo>
                  <a:lnTo>
                    <a:pt x="0" y="663"/>
                  </a:lnTo>
                  <a:lnTo>
                    <a:pt x="221" y="743"/>
                  </a:lnTo>
                  <a:lnTo>
                    <a:pt x="341" y="783"/>
                  </a:lnTo>
                  <a:lnTo>
                    <a:pt x="422" y="843"/>
                  </a:lnTo>
                  <a:lnTo>
                    <a:pt x="522" y="924"/>
                  </a:lnTo>
                  <a:lnTo>
                    <a:pt x="582" y="1004"/>
                  </a:lnTo>
                  <a:lnTo>
                    <a:pt x="643" y="1084"/>
                  </a:lnTo>
                  <a:lnTo>
                    <a:pt x="703" y="1205"/>
                  </a:lnTo>
                  <a:lnTo>
                    <a:pt x="723" y="1225"/>
                  </a:lnTo>
                  <a:lnTo>
                    <a:pt x="783" y="1225"/>
                  </a:lnTo>
                  <a:lnTo>
                    <a:pt x="1466" y="602"/>
                  </a:lnTo>
                  <a:lnTo>
                    <a:pt x="78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64" name="Google Shape;864;p11"/>
            <p:cNvSpPr/>
            <p:nvPr/>
          </p:nvSpPr>
          <p:spPr>
            <a:xfrm>
              <a:off x="5121986" y="4914425"/>
              <a:ext cx="54205" cy="44291"/>
            </a:xfrm>
            <a:custGeom>
              <a:rect b="b" l="l" r="r" t="t"/>
              <a:pathLst>
                <a:path extrusionOk="0" h="1166" w="1427">
                  <a:moveTo>
                    <a:pt x="724" y="1"/>
                  </a:moveTo>
                  <a:lnTo>
                    <a:pt x="1" y="603"/>
                  </a:lnTo>
                  <a:lnTo>
                    <a:pt x="242" y="683"/>
                  </a:lnTo>
                  <a:lnTo>
                    <a:pt x="342" y="724"/>
                  </a:lnTo>
                  <a:lnTo>
                    <a:pt x="423" y="784"/>
                  </a:lnTo>
                  <a:lnTo>
                    <a:pt x="503" y="864"/>
                  </a:lnTo>
                  <a:lnTo>
                    <a:pt x="563" y="965"/>
                  </a:lnTo>
                  <a:lnTo>
                    <a:pt x="684" y="1165"/>
                  </a:lnTo>
                  <a:lnTo>
                    <a:pt x="1427" y="543"/>
                  </a:lnTo>
                  <a:lnTo>
                    <a:pt x="724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65" name="Google Shape;865;p11"/>
            <p:cNvSpPr/>
            <p:nvPr/>
          </p:nvSpPr>
          <p:spPr>
            <a:xfrm>
              <a:off x="5124303" y="4758839"/>
              <a:ext cx="45772" cy="42733"/>
            </a:xfrm>
            <a:custGeom>
              <a:rect b="b" l="l" r="r" t="t"/>
              <a:pathLst>
                <a:path extrusionOk="0" h="1125" w="1205">
                  <a:moveTo>
                    <a:pt x="663" y="1"/>
                  </a:moveTo>
                  <a:lnTo>
                    <a:pt x="0" y="543"/>
                  </a:lnTo>
                  <a:lnTo>
                    <a:pt x="703" y="1125"/>
                  </a:lnTo>
                  <a:lnTo>
                    <a:pt x="1205" y="663"/>
                  </a:lnTo>
                  <a:lnTo>
                    <a:pt x="663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66" name="Google Shape;866;p11"/>
            <p:cNvSpPr/>
            <p:nvPr/>
          </p:nvSpPr>
          <p:spPr>
            <a:xfrm>
              <a:off x="3974877" y="4754280"/>
              <a:ext cx="53407" cy="49608"/>
            </a:xfrm>
            <a:custGeom>
              <a:rect b="b" l="l" r="r" t="t"/>
              <a:pathLst>
                <a:path extrusionOk="0" h="1306" w="1406">
                  <a:moveTo>
                    <a:pt x="663" y="0"/>
                  </a:moveTo>
                  <a:lnTo>
                    <a:pt x="563" y="161"/>
                  </a:lnTo>
                  <a:lnTo>
                    <a:pt x="502" y="261"/>
                  </a:lnTo>
                  <a:lnTo>
                    <a:pt x="422" y="341"/>
                  </a:lnTo>
                  <a:lnTo>
                    <a:pt x="322" y="422"/>
                  </a:lnTo>
                  <a:lnTo>
                    <a:pt x="221" y="502"/>
                  </a:lnTo>
                  <a:lnTo>
                    <a:pt x="0" y="663"/>
                  </a:lnTo>
                  <a:lnTo>
                    <a:pt x="683" y="1305"/>
                  </a:lnTo>
                  <a:lnTo>
                    <a:pt x="1406" y="663"/>
                  </a:lnTo>
                  <a:lnTo>
                    <a:pt x="66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67" name="Google Shape;867;p11"/>
            <p:cNvSpPr/>
            <p:nvPr/>
          </p:nvSpPr>
          <p:spPr>
            <a:xfrm>
              <a:off x="3975637" y="4599416"/>
              <a:ext cx="54964" cy="48089"/>
            </a:xfrm>
            <a:custGeom>
              <a:rect b="b" l="l" r="r" t="t"/>
              <a:pathLst>
                <a:path extrusionOk="0" h="1266" w="1447">
                  <a:moveTo>
                    <a:pt x="683" y="1"/>
                  </a:moveTo>
                  <a:lnTo>
                    <a:pt x="0" y="664"/>
                  </a:lnTo>
                  <a:lnTo>
                    <a:pt x="663" y="1266"/>
                  </a:lnTo>
                  <a:lnTo>
                    <a:pt x="1446" y="603"/>
                  </a:lnTo>
                  <a:lnTo>
                    <a:pt x="1165" y="503"/>
                  </a:lnTo>
                  <a:lnTo>
                    <a:pt x="1065" y="443"/>
                  </a:lnTo>
                  <a:lnTo>
                    <a:pt x="964" y="382"/>
                  </a:lnTo>
                  <a:lnTo>
                    <a:pt x="884" y="282"/>
                  </a:lnTo>
                  <a:lnTo>
                    <a:pt x="804" y="182"/>
                  </a:lnTo>
                  <a:lnTo>
                    <a:pt x="683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68" name="Google Shape;868;p11"/>
            <p:cNvSpPr/>
            <p:nvPr/>
          </p:nvSpPr>
          <p:spPr>
            <a:xfrm>
              <a:off x="5125063" y="4603252"/>
              <a:ext cx="44253" cy="41214"/>
            </a:xfrm>
            <a:custGeom>
              <a:rect b="b" l="l" r="r" t="t"/>
              <a:pathLst>
                <a:path extrusionOk="0" h="1085" w="1165">
                  <a:moveTo>
                    <a:pt x="643" y="0"/>
                  </a:moveTo>
                  <a:lnTo>
                    <a:pt x="0" y="563"/>
                  </a:lnTo>
                  <a:lnTo>
                    <a:pt x="443" y="911"/>
                  </a:lnTo>
                  <a:lnTo>
                    <a:pt x="443" y="911"/>
                  </a:lnTo>
                  <a:lnTo>
                    <a:pt x="1165" y="462"/>
                  </a:lnTo>
                  <a:lnTo>
                    <a:pt x="643" y="0"/>
                  </a:lnTo>
                  <a:close/>
                  <a:moveTo>
                    <a:pt x="443" y="911"/>
                  </a:moveTo>
                  <a:lnTo>
                    <a:pt x="422" y="924"/>
                  </a:lnTo>
                  <a:lnTo>
                    <a:pt x="663" y="1085"/>
                  </a:lnTo>
                  <a:lnTo>
                    <a:pt x="443" y="91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869" name="Google Shape;869;p11"/>
          <p:cNvGrpSpPr/>
          <p:nvPr/>
        </p:nvGrpSpPr>
        <p:grpSpPr>
          <a:xfrm>
            <a:off x="3973358" y="4712231"/>
            <a:ext cx="1202833" cy="365416"/>
            <a:chOff x="3973358" y="4599416"/>
            <a:chExt cx="1202833" cy="365416"/>
          </a:xfrm>
        </p:grpSpPr>
        <p:sp>
          <p:nvSpPr>
            <p:cNvPr id="870" name="Google Shape;870;p11"/>
            <p:cNvSpPr/>
            <p:nvPr/>
          </p:nvSpPr>
          <p:spPr>
            <a:xfrm>
              <a:off x="4465301" y="4599416"/>
              <a:ext cx="54205" cy="50406"/>
            </a:xfrm>
            <a:custGeom>
              <a:rect b="b" l="l" r="r" t="t"/>
              <a:pathLst>
                <a:path extrusionOk="0" h="1327" w="1427">
                  <a:moveTo>
                    <a:pt x="723" y="1"/>
                  </a:moveTo>
                  <a:lnTo>
                    <a:pt x="1" y="684"/>
                  </a:lnTo>
                  <a:lnTo>
                    <a:pt x="221" y="784"/>
                  </a:lnTo>
                  <a:lnTo>
                    <a:pt x="322" y="824"/>
                  </a:lnTo>
                  <a:lnTo>
                    <a:pt x="422" y="884"/>
                  </a:lnTo>
                  <a:lnTo>
                    <a:pt x="502" y="1005"/>
                  </a:lnTo>
                  <a:lnTo>
                    <a:pt x="583" y="1105"/>
                  </a:lnTo>
                  <a:lnTo>
                    <a:pt x="723" y="1326"/>
                  </a:lnTo>
                  <a:lnTo>
                    <a:pt x="1426" y="643"/>
                  </a:lnTo>
                  <a:lnTo>
                    <a:pt x="723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71" name="Google Shape;871;p11"/>
            <p:cNvSpPr/>
            <p:nvPr/>
          </p:nvSpPr>
          <p:spPr>
            <a:xfrm>
              <a:off x="4632321" y="4599416"/>
              <a:ext cx="50406" cy="48887"/>
            </a:xfrm>
            <a:custGeom>
              <a:rect b="b" l="l" r="r" t="t"/>
              <a:pathLst>
                <a:path extrusionOk="0" h="1287" w="1327">
                  <a:moveTo>
                    <a:pt x="664" y="1"/>
                  </a:moveTo>
                  <a:lnTo>
                    <a:pt x="1" y="664"/>
                  </a:lnTo>
                  <a:lnTo>
                    <a:pt x="664" y="1286"/>
                  </a:lnTo>
                  <a:lnTo>
                    <a:pt x="1326" y="623"/>
                  </a:lnTo>
                  <a:lnTo>
                    <a:pt x="664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72" name="Google Shape;872;p11"/>
            <p:cNvSpPr/>
            <p:nvPr/>
          </p:nvSpPr>
          <p:spPr>
            <a:xfrm>
              <a:off x="4466821" y="4755040"/>
              <a:ext cx="54205" cy="51888"/>
            </a:xfrm>
            <a:custGeom>
              <a:rect b="b" l="l" r="r" t="t"/>
              <a:pathLst>
                <a:path extrusionOk="0" h="1366" w="1427">
                  <a:moveTo>
                    <a:pt x="703" y="0"/>
                  </a:moveTo>
                  <a:lnTo>
                    <a:pt x="1" y="643"/>
                  </a:lnTo>
                  <a:lnTo>
                    <a:pt x="744" y="1366"/>
                  </a:lnTo>
                  <a:lnTo>
                    <a:pt x="784" y="1225"/>
                  </a:lnTo>
                  <a:lnTo>
                    <a:pt x="844" y="1125"/>
                  </a:lnTo>
                  <a:lnTo>
                    <a:pt x="924" y="1024"/>
                  </a:lnTo>
                  <a:lnTo>
                    <a:pt x="1005" y="944"/>
                  </a:lnTo>
                  <a:lnTo>
                    <a:pt x="1105" y="864"/>
                  </a:lnTo>
                  <a:lnTo>
                    <a:pt x="1205" y="803"/>
                  </a:lnTo>
                  <a:lnTo>
                    <a:pt x="1426" y="683"/>
                  </a:lnTo>
                  <a:lnTo>
                    <a:pt x="1346" y="582"/>
                  </a:lnTo>
                  <a:lnTo>
                    <a:pt x="1266" y="522"/>
                  </a:lnTo>
                  <a:lnTo>
                    <a:pt x="1045" y="402"/>
                  </a:lnTo>
                  <a:lnTo>
                    <a:pt x="964" y="342"/>
                  </a:lnTo>
                  <a:lnTo>
                    <a:pt x="884" y="281"/>
                  </a:lnTo>
                  <a:lnTo>
                    <a:pt x="824" y="181"/>
                  </a:lnTo>
                  <a:lnTo>
                    <a:pt x="804" y="40"/>
                  </a:lnTo>
                  <a:lnTo>
                    <a:pt x="784" y="20"/>
                  </a:lnTo>
                  <a:lnTo>
                    <a:pt x="744" y="20"/>
                  </a:lnTo>
                  <a:lnTo>
                    <a:pt x="70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73" name="Google Shape;873;p11"/>
            <p:cNvSpPr/>
            <p:nvPr/>
          </p:nvSpPr>
          <p:spPr>
            <a:xfrm>
              <a:off x="4630042" y="4754280"/>
              <a:ext cx="54205" cy="54167"/>
            </a:xfrm>
            <a:custGeom>
              <a:rect b="b" l="l" r="r" t="t"/>
              <a:pathLst>
                <a:path extrusionOk="0" h="1426" w="1427">
                  <a:moveTo>
                    <a:pt x="724" y="0"/>
                  </a:moveTo>
                  <a:lnTo>
                    <a:pt x="1" y="703"/>
                  </a:lnTo>
                  <a:lnTo>
                    <a:pt x="121" y="743"/>
                  </a:lnTo>
                  <a:lnTo>
                    <a:pt x="242" y="823"/>
                  </a:lnTo>
                  <a:lnTo>
                    <a:pt x="342" y="884"/>
                  </a:lnTo>
                  <a:lnTo>
                    <a:pt x="422" y="984"/>
                  </a:lnTo>
                  <a:lnTo>
                    <a:pt x="603" y="1185"/>
                  </a:lnTo>
                  <a:lnTo>
                    <a:pt x="744" y="1426"/>
                  </a:lnTo>
                  <a:lnTo>
                    <a:pt x="844" y="1165"/>
                  </a:lnTo>
                  <a:lnTo>
                    <a:pt x="904" y="1064"/>
                  </a:lnTo>
                  <a:lnTo>
                    <a:pt x="964" y="984"/>
                  </a:lnTo>
                  <a:lnTo>
                    <a:pt x="1065" y="904"/>
                  </a:lnTo>
                  <a:lnTo>
                    <a:pt x="1185" y="823"/>
                  </a:lnTo>
                  <a:lnTo>
                    <a:pt x="1426" y="683"/>
                  </a:lnTo>
                  <a:lnTo>
                    <a:pt x="724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74" name="Google Shape;874;p11"/>
            <p:cNvSpPr/>
            <p:nvPr/>
          </p:nvSpPr>
          <p:spPr>
            <a:xfrm>
              <a:off x="4796303" y="4755040"/>
              <a:ext cx="51166" cy="47329"/>
            </a:xfrm>
            <a:custGeom>
              <a:rect b="b" l="l" r="r" t="t"/>
              <a:pathLst>
                <a:path extrusionOk="0" h="1246" w="1347">
                  <a:moveTo>
                    <a:pt x="664" y="0"/>
                  </a:moveTo>
                  <a:lnTo>
                    <a:pt x="1" y="663"/>
                  </a:lnTo>
                  <a:lnTo>
                    <a:pt x="664" y="1245"/>
                  </a:lnTo>
                  <a:lnTo>
                    <a:pt x="1346" y="663"/>
                  </a:lnTo>
                  <a:lnTo>
                    <a:pt x="664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75" name="Google Shape;875;p11"/>
            <p:cNvSpPr/>
            <p:nvPr/>
          </p:nvSpPr>
          <p:spPr>
            <a:xfrm>
              <a:off x="4459186" y="4906031"/>
              <a:ext cx="64119" cy="55724"/>
            </a:xfrm>
            <a:custGeom>
              <a:rect b="b" l="l" r="r" t="t"/>
              <a:pathLst>
                <a:path extrusionOk="0" h="1467" w="1688">
                  <a:moveTo>
                    <a:pt x="864" y="1"/>
                  </a:moveTo>
                  <a:lnTo>
                    <a:pt x="764" y="262"/>
                  </a:lnTo>
                  <a:lnTo>
                    <a:pt x="704" y="362"/>
                  </a:lnTo>
                  <a:lnTo>
                    <a:pt x="643" y="463"/>
                  </a:lnTo>
                  <a:lnTo>
                    <a:pt x="523" y="543"/>
                  </a:lnTo>
                  <a:lnTo>
                    <a:pt x="382" y="623"/>
                  </a:lnTo>
                  <a:lnTo>
                    <a:pt x="1" y="844"/>
                  </a:lnTo>
                  <a:lnTo>
                    <a:pt x="162" y="864"/>
                  </a:lnTo>
                  <a:lnTo>
                    <a:pt x="302" y="904"/>
                  </a:lnTo>
                  <a:lnTo>
                    <a:pt x="423" y="965"/>
                  </a:lnTo>
                  <a:lnTo>
                    <a:pt x="543" y="1025"/>
                  </a:lnTo>
                  <a:lnTo>
                    <a:pt x="623" y="1085"/>
                  </a:lnTo>
                  <a:lnTo>
                    <a:pt x="704" y="1186"/>
                  </a:lnTo>
                  <a:lnTo>
                    <a:pt x="744" y="1286"/>
                  </a:lnTo>
                  <a:lnTo>
                    <a:pt x="784" y="1406"/>
                  </a:lnTo>
                  <a:lnTo>
                    <a:pt x="804" y="1427"/>
                  </a:lnTo>
                  <a:lnTo>
                    <a:pt x="864" y="1447"/>
                  </a:lnTo>
                  <a:lnTo>
                    <a:pt x="985" y="1467"/>
                  </a:lnTo>
                  <a:lnTo>
                    <a:pt x="1045" y="1286"/>
                  </a:lnTo>
                  <a:lnTo>
                    <a:pt x="1065" y="1206"/>
                  </a:lnTo>
                  <a:lnTo>
                    <a:pt x="1105" y="1145"/>
                  </a:lnTo>
                  <a:lnTo>
                    <a:pt x="1246" y="1045"/>
                  </a:lnTo>
                  <a:lnTo>
                    <a:pt x="1386" y="945"/>
                  </a:lnTo>
                  <a:lnTo>
                    <a:pt x="1688" y="744"/>
                  </a:lnTo>
                  <a:lnTo>
                    <a:pt x="1547" y="684"/>
                  </a:lnTo>
                  <a:lnTo>
                    <a:pt x="1427" y="623"/>
                  </a:lnTo>
                  <a:lnTo>
                    <a:pt x="1306" y="543"/>
                  </a:lnTo>
                  <a:lnTo>
                    <a:pt x="1206" y="463"/>
                  </a:lnTo>
                  <a:lnTo>
                    <a:pt x="1105" y="362"/>
                  </a:lnTo>
                  <a:lnTo>
                    <a:pt x="1025" y="262"/>
                  </a:lnTo>
                  <a:lnTo>
                    <a:pt x="864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76" name="Google Shape;876;p11"/>
            <p:cNvSpPr/>
            <p:nvPr/>
          </p:nvSpPr>
          <p:spPr>
            <a:xfrm>
              <a:off x="4631562" y="4910627"/>
              <a:ext cx="53445" cy="50368"/>
            </a:xfrm>
            <a:custGeom>
              <a:rect b="b" l="l" r="r" t="t"/>
              <a:pathLst>
                <a:path extrusionOk="0" h="1326" w="1407">
                  <a:moveTo>
                    <a:pt x="684" y="0"/>
                  </a:moveTo>
                  <a:lnTo>
                    <a:pt x="1" y="663"/>
                  </a:lnTo>
                  <a:lnTo>
                    <a:pt x="724" y="1326"/>
                  </a:lnTo>
                  <a:lnTo>
                    <a:pt x="764" y="1225"/>
                  </a:lnTo>
                  <a:lnTo>
                    <a:pt x="824" y="1105"/>
                  </a:lnTo>
                  <a:lnTo>
                    <a:pt x="904" y="1024"/>
                  </a:lnTo>
                  <a:lnTo>
                    <a:pt x="985" y="944"/>
                  </a:lnTo>
                  <a:lnTo>
                    <a:pt x="1186" y="804"/>
                  </a:lnTo>
                  <a:lnTo>
                    <a:pt x="1406" y="683"/>
                  </a:lnTo>
                  <a:lnTo>
                    <a:pt x="1326" y="583"/>
                  </a:lnTo>
                  <a:lnTo>
                    <a:pt x="1246" y="522"/>
                  </a:lnTo>
                  <a:lnTo>
                    <a:pt x="1045" y="402"/>
                  </a:lnTo>
                  <a:lnTo>
                    <a:pt x="945" y="342"/>
                  </a:lnTo>
                  <a:lnTo>
                    <a:pt x="864" y="261"/>
                  </a:lnTo>
                  <a:lnTo>
                    <a:pt x="804" y="161"/>
                  </a:lnTo>
                  <a:lnTo>
                    <a:pt x="784" y="41"/>
                  </a:lnTo>
                  <a:lnTo>
                    <a:pt x="764" y="20"/>
                  </a:lnTo>
                  <a:lnTo>
                    <a:pt x="724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77" name="Google Shape;877;p11"/>
            <p:cNvSpPr/>
            <p:nvPr/>
          </p:nvSpPr>
          <p:spPr>
            <a:xfrm>
              <a:off x="4796303" y="4911386"/>
              <a:ext cx="51166" cy="48089"/>
            </a:xfrm>
            <a:custGeom>
              <a:rect b="b" l="l" r="r" t="t"/>
              <a:pathLst>
                <a:path extrusionOk="0" h="1266" w="1347">
                  <a:moveTo>
                    <a:pt x="664" y="0"/>
                  </a:moveTo>
                  <a:lnTo>
                    <a:pt x="1" y="623"/>
                  </a:lnTo>
                  <a:lnTo>
                    <a:pt x="684" y="1265"/>
                  </a:lnTo>
                  <a:lnTo>
                    <a:pt x="1346" y="603"/>
                  </a:lnTo>
                  <a:lnTo>
                    <a:pt x="664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78" name="Google Shape;878;p11"/>
            <p:cNvSpPr/>
            <p:nvPr/>
          </p:nvSpPr>
          <p:spPr>
            <a:xfrm>
              <a:off x="4797100" y="4600213"/>
              <a:ext cx="50368" cy="46532"/>
            </a:xfrm>
            <a:custGeom>
              <a:rect b="b" l="l" r="r" t="t"/>
              <a:pathLst>
                <a:path extrusionOk="0" h="1225" w="1326">
                  <a:moveTo>
                    <a:pt x="643" y="0"/>
                  </a:moveTo>
                  <a:lnTo>
                    <a:pt x="0" y="622"/>
                  </a:lnTo>
                  <a:lnTo>
                    <a:pt x="643" y="1225"/>
                  </a:lnTo>
                  <a:lnTo>
                    <a:pt x="1325" y="643"/>
                  </a:lnTo>
                  <a:lnTo>
                    <a:pt x="64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79" name="Google Shape;879;p11"/>
            <p:cNvSpPr/>
            <p:nvPr/>
          </p:nvSpPr>
          <p:spPr>
            <a:xfrm>
              <a:off x="4961082" y="4602492"/>
              <a:ext cx="49608" cy="44253"/>
            </a:xfrm>
            <a:custGeom>
              <a:rect b="b" l="l" r="r" t="t"/>
              <a:pathLst>
                <a:path extrusionOk="0" h="1165" w="1306">
                  <a:moveTo>
                    <a:pt x="663" y="0"/>
                  </a:moveTo>
                  <a:lnTo>
                    <a:pt x="0" y="562"/>
                  </a:lnTo>
                  <a:lnTo>
                    <a:pt x="643" y="1165"/>
                  </a:lnTo>
                  <a:lnTo>
                    <a:pt x="1305" y="583"/>
                  </a:lnTo>
                  <a:lnTo>
                    <a:pt x="66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80" name="Google Shape;880;p11"/>
            <p:cNvSpPr/>
            <p:nvPr/>
          </p:nvSpPr>
          <p:spPr>
            <a:xfrm>
              <a:off x="4303599" y="4600213"/>
              <a:ext cx="53445" cy="54167"/>
            </a:xfrm>
            <a:custGeom>
              <a:rect b="b" l="l" r="r" t="t"/>
              <a:pathLst>
                <a:path extrusionOk="0" h="1426" w="1407">
                  <a:moveTo>
                    <a:pt x="683" y="0"/>
                  </a:moveTo>
                  <a:lnTo>
                    <a:pt x="1" y="622"/>
                  </a:lnTo>
                  <a:lnTo>
                    <a:pt x="804" y="1426"/>
                  </a:lnTo>
                  <a:lnTo>
                    <a:pt x="804" y="1265"/>
                  </a:lnTo>
                  <a:lnTo>
                    <a:pt x="824" y="1145"/>
                  </a:lnTo>
                  <a:lnTo>
                    <a:pt x="864" y="1024"/>
                  </a:lnTo>
                  <a:lnTo>
                    <a:pt x="904" y="944"/>
                  </a:lnTo>
                  <a:lnTo>
                    <a:pt x="985" y="884"/>
                  </a:lnTo>
                  <a:lnTo>
                    <a:pt x="1065" y="823"/>
                  </a:lnTo>
                  <a:lnTo>
                    <a:pt x="1165" y="783"/>
                  </a:lnTo>
                  <a:lnTo>
                    <a:pt x="1286" y="763"/>
                  </a:lnTo>
                  <a:lnTo>
                    <a:pt x="1326" y="743"/>
                  </a:lnTo>
                  <a:lnTo>
                    <a:pt x="1366" y="703"/>
                  </a:lnTo>
                  <a:lnTo>
                    <a:pt x="1386" y="683"/>
                  </a:lnTo>
                  <a:lnTo>
                    <a:pt x="1406" y="643"/>
                  </a:lnTo>
                  <a:lnTo>
                    <a:pt x="1386" y="602"/>
                  </a:lnTo>
                  <a:lnTo>
                    <a:pt x="1366" y="562"/>
                  </a:lnTo>
                  <a:lnTo>
                    <a:pt x="1306" y="502"/>
                  </a:lnTo>
                  <a:lnTo>
                    <a:pt x="1145" y="442"/>
                  </a:lnTo>
                  <a:lnTo>
                    <a:pt x="985" y="361"/>
                  </a:lnTo>
                  <a:lnTo>
                    <a:pt x="924" y="321"/>
                  </a:lnTo>
                  <a:lnTo>
                    <a:pt x="864" y="261"/>
                  </a:lnTo>
                  <a:lnTo>
                    <a:pt x="824" y="181"/>
                  </a:lnTo>
                  <a:lnTo>
                    <a:pt x="804" y="80"/>
                  </a:lnTo>
                  <a:lnTo>
                    <a:pt x="784" y="40"/>
                  </a:lnTo>
                  <a:lnTo>
                    <a:pt x="744" y="20"/>
                  </a:lnTo>
                  <a:lnTo>
                    <a:pt x="68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81" name="Google Shape;881;p11"/>
            <p:cNvSpPr/>
            <p:nvPr/>
          </p:nvSpPr>
          <p:spPr>
            <a:xfrm>
              <a:off x="4303599" y="4755040"/>
              <a:ext cx="52685" cy="49608"/>
            </a:xfrm>
            <a:custGeom>
              <a:rect b="b" l="l" r="r" t="t"/>
              <a:pathLst>
                <a:path extrusionOk="0" h="1306" w="1387">
                  <a:moveTo>
                    <a:pt x="663" y="0"/>
                  </a:moveTo>
                  <a:lnTo>
                    <a:pt x="583" y="60"/>
                  </a:lnTo>
                  <a:lnTo>
                    <a:pt x="523" y="141"/>
                  </a:lnTo>
                  <a:lnTo>
                    <a:pt x="422" y="301"/>
                  </a:lnTo>
                  <a:lnTo>
                    <a:pt x="342" y="382"/>
                  </a:lnTo>
                  <a:lnTo>
                    <a:pt x="262" y="462"/>
                  </a:lnTo>
                  <a:lnTo>
                    <a:pt x="161" y="522"/>
                  </a:lnTo>
                  <a:lnTo>
                    <a:pt x="41" y="542"/>
                  </a:lnTo>
                  <a:lnTo>
                    <a:pt x="21" y="562"/>
                  </a:lnTo>
                  <a:lnTo>
                    <a:pt x="21" y="603"/>
                  </a:lnTo>
                  <a:lnTo>
                    <a:pt x="1" y="643"/>
                  </a:lnTo>
                  <a:lnTo>
                    <a:pt x="663" y="1305"/>
                  </a:lnTo>
                  <a:lnTo>
                    <a:pt x="1386" y="663"/>
                  </a:lnTo>
                  <a:lnTo>
                    <a:pt x="66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82" name="Google Shape;882;p11"/>
            <p:cNvSpPr/>
            <p:nvPr/>
          </p:nvSpPr>
          <p:spPr>
            <a:xfrm>
              <a:off x="4960322" y="4757319"/>
              <a:ext cx="51128" cy="45050"/>
            </a:xfrm>
            <a:custGeom>
              <a:rect b="b" l="l" r="r" t="t"/>
              <a:pathLst>
                <a:path extrusionOk="0" h="1186" w="1346">
                  <a:moveTo>
                    <a:pt x="663" y="0"/>
                  </a:moveTo>
                  <a:lnTo>
                    <a:pt x="0" y="583"/>
                  </a:lnTo>
                  <a:lnTo>
                    <a:pt x="663" y="1185"/>
                  </a:lnTo>
                  <a:lnTo>
                    <a:pt x="1345" y="603"/>
                  </a:lnTo>
                  <a:lnTo>
                    <a:pt x="66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83" name="Google Shape;883;p11"/>
            <p:cNvSpPr/>
            <p:nvPr/>
          </p:nvSpPr>
          <p:spPr>
            <a:xfrm>
              <a:off x="4959524" y="4912906"/>
              <a:ext cx="51925" cy="46570"/>
            </a:xfrm>
            <a:custGeom>
              <a:rect b="b" l="l" r="r" t="t"/>
              <a:pathLst>
                <a:path extrusionOk="0" h="1226" w="1367">
                  <a:moveTo>
                    <a:pt x="704" y="1"/>
                  </a:moveTo>
                  <a:lnTo>
                    <a:pt x="1" y="583"/>
                  </a:lnTo>
                  <a:lnTo>
                    <a:pt x="704" y="1225"/>
                  </a:lnTo>
                  <a:lnTo>
                    <a:pt x="1366" y="583"/>
                  </a:lnTo>
                  <a:lnTo>
                    <a:pt x="704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84" name="Google Shape;884;p11"/>
            <p:cNvSpPr/>
            <p:nvPr/>
          </p:nvSpPr>
          <p:spPr>
            <a:xfrm>
              <a:off x="4302840" y="4909867"/>
              <a:ext cx="53445" cy="54964"/>
            </a:xfrm>
            <a:custGeom>
              <a:rect b="b" l="l" r="r" t="t"/>
              <a:pathLst>
                <a:path extrusionOk="0" h="1447" w="1407">
                  <a:moveTo>
                    <a:pt x="683" y="0"/>
                  </a:moveTo>
                  <a:lnTo>
                    <a:pt x="603" y="81"/>
                  </a:lnTo>
                  <a:lnTo>
                    <a:pt x="543" y="161"/>
                  </a:lnTo>
                  <a:lnTo>
                    <a:pt x="422" y="342"/>
                  </a:lnTo>
                  <a:lnTo>
                    <a:pt x="362" y="422"/>
                  </a:lnTo>
                  <a:lnTo>
                    <a:pt x="262" y="482"/>
                  </a:lnTo>
                  <a:lnTo>
                    <a:pt x="161" y="542"/>
                  </a:lnTo>
                  <a:lnTo>
                    <a:pt x="41" y="563"/>
                  </a:lnTo>
                  <a:lnTo>
                    <a:pt x="21" y="583"/>
                  </a:lnTo>
                  <a:lnTo>
                    <a:pt x="21" y="643"/>
                  </a:lnTo>
                  <a:lnTo>
                    <a:pt x="1" y="763"/>
                  </a:lnTo>
                  <a:lnTo>
                    <a:pt x="221" y="864"/>
                  </a:lnTo>
                  <a:lnTo>
                    <a:pt x="322" y="904"/>
                  </a:lnTo>
                  <a:lnTo>
                    <a:pt x="422" y="964"/>
                  </a:lnTo>
                  <a:lnTo>
                    <a:pt x="503" y="1085"/>
                  </a:lnTo>
                  <a:lnTo>
                    <a:pt x="563" y="1185"/>
                  </a:lnTo>
                  <a:lnTo>
                    <a:pt x="703" y="1446"/>
                  </a:lnTo>
                  <a:lnTo>
                    <a:pt x="1406" y="683"/>
                  </a:lnTo>
                  <a:lnTo>
                    <a:pt x="68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85" name="Google Shape;885;p11"/>
            <p:cNvSpPr/>
            <p:nvPr/>
          </p:nvSpPr>
          <p:spPr>
            <a:xfrm>
              <a:off x="4138858" y="4901472"/>
              <a:ext cx="57243" cy="60282"/>
            </a:xfrm>
            <a:custGeom>
              <a:rect b="b" l="l" r="r" t="t"/>
              <a:pathLst>
                <a:path extrusionOk="0" h="1587" w="1507">
                  <a:moveTo>
                    <a:pt x="683" y="0"/>
                  </a:moveTo>
                  <a:lnTo>
                    <a:pt x="563" y="302"/>
                  </a:lnTo>
                  <a:lnTo>
                    <a:pt x="502" y="422"/>
                  </a:lnTo>
                  <a:lnTo>
                    <a:pt x="422" y="522"/>
                  </a:lnTo>
                  <a:lnTo>
                    <a:pt x="342" y="623"/>
                  </a:lnTo>
                  <a:lnTo>
                    <a:pt x="262" y="683"/>
                  </a:lnTo>
                  <a:lnTo>
                    <a:pt x="161" y="743"/>
                  </a:lnTo>
                  <a:lnTo>
                    <a:pt x="41" y="784"/>
                  </a:lnTo>
                  <a:lnTo>
                    <a:pt x="21" y="804"/>
                  </a:lnTo>
                  <a:lnTo>
                    <a:pt x="0" y="844"/>
                  </a:lnTo>
                  <a:lnTo>
                    <a:pt x="0" y="904"/>
                  </a:lnTo>
                  <a:lnTo>
                    <a:pt x="764" y="1587"/>
                  </a:lnTo>
                  <a:lnTo>
                    <a:pt x="824" y="1406"/>
                  </a:lnTo>
                  <a:lnTo>
                    <a:pt x="864" y="1306"/>
                  </a:lnTo>
                  <a:lnTo>
                    <a:pt x="904" y="1245"/>
                  </a:lnTo>
                  <a:lnTo>
                    <a:pt x="1045" y="1165"/>
                  </a:lnTo>
                  <a:lnTo>
                    <a:pt x="1185" y="1065"/>
                  </a:lnTo>
                  <a:lnTo>
                    <a:pt x="1506" y="884"/>
                  </a:lnTo>
                  <a:lnTo>
                    <a:pt x="1225" y="743"/>
                  </a:lnTo>
                  <a:lnTo>
                    <a:pt x="1105" y="663"/>
                  </a:lnTo>
                  <a:lnTo>
                    <a:pt x="1004" y="583"/>
                  </a:lnTo>
                  <a:lnTo>
                    <a:pt x="904" y="482"/>
                  </a:lnTo>
                  <a:lnTo>
                    <a:pt x="824" y="342"/>
                  </a:lnTo>
                  <a:lnTo>
                    <a:pt x="743" y="201"/>
                  </a:lnTo>
                  <a:lnTo>
                    <a:pt x="68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86" name="Google Shape;886;p11"/>
            <p:cNvSpPr/>
            <p:nvPr/>
          </p:nvSpPr>
          <p:spPr>
            <a:xfrm>
              <a:off x="3973358" y="4910627"/>
              <a:ext cx="54926" cy="50368"/>
            </a:xfrm>
            <a:custGeom>
              <a:rect b="b" l="l" r="r" t="t"/>
              <a:pathLst>
                <a:path extrusionOk="0" h="1326" w="1446">
                  <a:moveTo>
                    <a:pt x="703" y="0"/>
                  </a:moveTo>
                  <a:lnTo>
                    <a:pt x="0" y="663"/>
                  </a:lnTo>
                  <a:lnTo>
                    <a:pt x="723" y="1326"/>
                  </a:lnTo>
                  <a:lnTo>
                    <a:pt x="1446" y="663"/>
                  </a:lnTo>
                  <a:lnTo>
                    <a:pt x="70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87" name="Google Shape;887;p11"/>
            <p:cNvSpPr/>
            <p:nvPr/>
          </p:nvSpPr>
          <p:spPr>
            <a:xfrm>
              <a:off x="4137339" y="4756560"/>
              <a:ext cx="56484" cy="48849"/>
            </a:xfrm>
            <a:custGeom>
              <a:rect b="b" l="l" r="r" t="t"/>
              <a:pathLst>
                <a:path extrusionOk="0" h="1286" w="1487">
                  <a:moveTo>
                    <a:pt x="743" y="0"/>
                  </a:moveTo>
                  <a:lnTo>
                    <a:pt x="0" y="623"/>
                  </a:lnTo>
                  <a:lnTo>
                    <a:pt x="783" y="1285"/>
                  </a:lnTo>
                  <a:lnTo>
                    <a:pt x="884" y="1085"/>
                  </a:lnTo>
                  <a:lnTo>
                    <a:pt x="944" y="984"/>
                  </a:lnTo>
                  <a:lnTo>
                    <a:pt x="1004" y="884"/>
                  </a:lnTo>
                  <a:lnTo>
                    <a:pt x="1125" y="824"/>
                  </a:lnTo>
                  <a:lnTo>
                    <a:pt x="1245" y="763"/>
                  </a:lnTo>
                  <a:lnTo>
                    <a:pt x="1486" y="643"/>
                  </a:lnTo>
                  <a:lnTo>
                    <a:pt x="74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88" name="Google Shape;888;p11"/>
            <p:cNvSpPr/>
            <p:nvPr/>
          </p:nvSpPr>
          <p:spPr>
            <a:xfrm>
              <a:off x="4135060" y="4600973"/>
              <a:ext cx="55686" cy="46532"/>
            </a:xfrm>
            <a:custGeom>
              <a:rect b="b" l="l" r="r" t="t"/>
              <a:pathLst>
                <a:path extrusionOk="0" h="1225" w="1466">
                  <a:moveTo>
                    <a:pt x="783" y="0"/>
                  </a:moveTo>
                  <a:lnTo>
                    <a:pt x="0" y="663"/>
                  </a:lnTo>
                  <a:lnTo>
                    <a:pt x="221" y="743"/>
                  </a:lnTo>
                  <a:lnTo>
                    <a:pt x="341" y="783"/>
                  </a:lnTo>
                  <a:lnTo>
                    <a:pt x="422" y="843"/>
                  </a:lnTo>
                  <a:lnTo>
                    <a:pt x="522" y="924"/>
                  </a:lnTo>
                  <a:lnTo>
                    <a:pt x="582" y="1004"/>
                  </a:lnTo>
                  <a:lnTo>
                    <a:pt x="643" y="1084"/>
                  </a:lnTo>
                  <a:lnTo>
                    <a:pt x="703" y="1205"/>
                  </a:lnTo>
                  <a:lnTo>
                    <a:pt x="723" y="1225"/>
                  </a:lnTo>
                  <a:lnTo>
                    <a:pt x="783" y="1225"/>
                  </a:lnTo>
                  <a:lnTo>
                    <a:pt x="1466" y="602"/>
                  </a:lnTo>
                  <a:lnTo>
                    <a:pt x="78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89" name="Google Shape;889;p11"/>
            <p:cNvSpPr/>
            <p:nvPr/>
          </p:nvSpPr>
          <p:spPr>
            <a:xfrm>
              <a:off x="5121986" y="4914425"/>
              <a:ext cx="54205" cy="44291"/>
            </a:xfrm>
            <a:custGeom>
              <a:rect b="b" l="l" r="r" t="t"/>
              <a:pathLst>
                <a:path extrusionOk="0" h="1166" w="1427">
                  <a:moveTo>
                    <a:pt x="724" y="1"/>
                  </a:moveTo>
                  <a:lnTo>
                    <a:pt x="1" y="603"/>
                  </a:lnTo>
                  <a:lnTo>
                    <a:pt x="242" y="683"/>
                  </a:lnTo>
                  <a:lnTo>
                    <a:pt x="342" y="724"/>
                  </a:lnTo>
                  <a:lnTo>
                    <a:pt x="423" y="784"/>
                  </a:lnTo>
                  <a:lnTo>
                    <a:pt x="503" y="864"/>
                  </a:lnTo>
                  <a:lnTo>
                    <a:pt x="563" y="965"/>
                  </a:lnTo>
                  <a:lnTo>
                    <a:pt x="684" y="1165"/>
                  </a:lnTo>
                  <a:lnTo>
                    <a:pt x="1427" y="543"/>
                  </a:lnTo>
                  <a:lnTo>
                    <a:pt x="724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90" name="Google Shape;890;p11"/>
            <p:cNvSpPr/>
            <p:nvPr/>
          </p:nvSpPr>
          <p:spPr>
            <a:xfrm>
              <a:off x="5124303" y="4758839"/>
              <a:ext cx="45772" cy="42733"/>
            </a:xfrm>
            <a:custGeom>
              <a:rect b="b" l="l" r="r" t="t"/>
              <a:pathLst>
                <a:path extrusionOk="0" h="1125" w="1205">
                  <a:moveTo>
                    <a:pt x="663" y="1"/>
                  </a:moveTo>
                  <a:lnTo>
                    <a:pt x="0" y="543"/>
                  </a:lnTo>
                  <a:lnTo>
                    <a:pt x="703" y="1125"/>
                  </a:lnTo>
                  <a:lnTo>
                    <a:pt x="1205" y="663"/>
                  </a:lnTo>
                  <a:lnTo>
                    <a:pt x="663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91" name="Google Shape;891;p11"/>
            <p:cNvSpPr/>
            <p:nvPr/>
          </p:nvSpPr>
          <p:spPr>
            <a:xfrm>
              <a:off x="3974877" y="4754280"/>
              <a:ext cx="53407" cy="49608"/>
            </a:xfrm>
            <a:custGeom>
              <a:rect b="b" l="l" r="r" t="t"/>
              <a:pathLst>
                <a:path extrusionOk="0" h="1306" w="1406">
                  <a:moveTo>
                    <a:pt x="663" y="0"/>
                  </a:moveTo>
                  <a:lnTo>
                    <a:pt x="563" y="161"/>
                  </a:lnTo>
                  <a:lnTo>
                    <a:pt x="502" y="261"/>
                  </a:lnTo>
                  <a:lnTo>
                    <a:pt x="422" y="341"/>
                  </a:lnTo>
                  <a:lnTo>
                    <a:pt x="322" y="422"/>
                  </a:lnTo>
                  <a:lnTo>
                    <a:pt x="221" y="502"/>
                  </a:lnTo>
                  <a:lnTo>
                    <a:pt x="0" y="663"/>
                  </a:lnTo>
                  <a:lnTo>
                    <a:pt x="683" y="1305"/>
                  </a:lnTo>
                  <a:lnTo>
                    <a:pt x="1406" y="663"/>
                  </a:lnTo>
                  <a:lnTo>
                    <a:pt x="66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92" name="Google Shape;892;p11"/>
            <p:cNvSpPr/>
            <p:nvPr/>
          </p:nvSpPr>
          <p:spPr>
            <a:xfrm>
              <a:off x="3975637" y="4599416"/>
              <a:ext cx="54964" cy="48089"/>
            </a:xfrm>
            <a:custGeom>
              <a:rect b="b" l="l" r="r" t="t"/>
              <a:pathLst>
                <a:path extrusionOk="0" h="1266" w="1447">
                  <a:moveTo>
                    <a:pt x="683" y="1"/>
                  </a:moveTo>
                  <a:lnTo>
                    <a:pt x="0" y="664"/>
                  </a:lnTo>
                  <a:lnTo>
                    <a:pt x="663" y="1266"/>
                  </a:lnTo>
                  <a:lnTo>
                    <a:pt x="1446" y="603"/>
                  </a:lnTo>
                  <a:lnTo>
                    <a:pt x="1165" y="503"/>
                  </a:lnTo>
                  <a:lnTo>
                    <a:pt x="1065" y="443"/>
                  </a:lnTo>
                  <a:lnTo>
                    <a:pt x="964" y="382"/>
                  </a:lnTo>
                  <a:lnTo>
                    <a:pt x="884" y="282"/>
                  </a:lnTo>
                  <a:lnTo>
                    <a:pt x="804" y="182"/>
                  </a:lnTo>
                  <a:lnTo>
                    <a:pt x="683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93" name="Google Shape;893;p11"/>
            <p:cNvSpPr/>
            <p:nvPr/>
          </p:nvSpPr>
          <p:spPr>
            <a:xfrm>
              <a:off x="5125063" y="4603252"/>
              <a:ext cx="44253" cy="41214"/>
            </a:xfrm>
            <a:custGeom>
              <a:rect b="b" l="l" r="r" t="t"/>
              <a:pathLst>
                <a:path extrusionOk="0" h="1085" w="1165">
                  <a:moveTo>
                    <a:pt x="643" y="0"/>
                  </a:moveTo>
                  <a:lnTo>
                    <a:pt x="0" y="563"/>
                  </a:lnTo>
                  <a:lnTo>
                    <a:pt x="443" y="911"/>
                  </a:lnTo>
                  <a:lnTo>
                    <a:pt x="443" y="911"/>
                  </a:lnTo>
                  <a:lnTo>
                    <a:pt x="1165" y="462"/>
                  </a:lnTo>
                  <a:lnTo>
                    <a:pt x="643" y="0"/>
                  </a:lnTo>
                  <a:close/>
                  <a:moveTo>
                    <a:pt x="443" y="911"/>
                  </a:moveTo>
                  <a:lnTo>
                    <a:pt x="422" y="924"/>
                  </a:lnTo>
                  <a:lnTo>
                    <a:pt x="663" y="1085"/>
                  </a:lnTo>
                  <a:lnTo>
                    <a:pt x="443" y="91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894" name="Google Shape;894;p11"/>
          <p:cNvSpPr/>
          <p:nvPr/>
        </p:nvSpPr>
        <p:spPr>
          <a:xfrm flipH="1">
            <a:off x="307771" y="1300619"/>
            <a:ext cx="1001862" cy="1525380"/>
          </a:xfrm>
          <a:custGeom>
            <a:rect b="b" l="l" r="r" t="t"/>
            <a:pathLst>
              <a:path extrusionOk="0" h="27284" w="17920">
                <a:moveTo>
                  <a:pt x="9041" y="81"/>
                </a:moveTo>
                <a:lnTo>
                  <a:pt x="9464" y="101"/>
                </a:lnTo>
                <a:lnTo>
                  <a:pt x="9888" y="141"/>
                </a:lnTo>
                <a:lnTo>
                  <a:pt x="10312" y="222"/>
                </a:lnTo>
                <a:lnTo>
                  <a:pt x="10716" y="323"/>
                </a:lnTo>
                <a:lnTo>
                  <a:pt x="11139" y="444"/>
                </a:lnTo>
                <a:lnTo>
                  <a:pt x="11543" y="605"/>
                </a:lnTo>
                <a:lnTo>
                  <a:pt x="11947" y="767"/>
                </a:lnTo>
                <a:lnTo>
                  <a:pt x="12350" y="969"/>
                </a:lnTo>
                <a:lnTo>
                  <a:pt x="12734" y="1191"/>
                </a:lnTo>
                <a:lnTo>
                  <a:pt x="13117" y="1433"/>
                </a:lnTo>
                <a:lnTo>
                  <a:pt x="13480" y="1715"/>
                </a:lnTo>
                <a:lnTo>
                  <a:pt x="13844" y="1998"/>
                </a:lnTo>
                <a:lnTo>
                  <a:pt x="14187" y="2301"/>
                </a:lnTo>
                <a:lnTo>
                  <a:pt x="14530" y="2644"/>
                </a:lnTo>
                <a:lnTo>
                  <a:pt x="14832" y="2987"/>
                </a:lnTo>
                <a:lnTo>
                  <a:pt x="15155" y="3350"/>
                </a:lnTo>
                <a:lnTo>
                  <a:pt x="15397" y="3673"/>
                </a:lnTo>
                <a:lnTo>
                  <a:pt x="15619" y="4016"/>
                </a:lnTo>
                <a:lnTo>
                  <a:pt x="15841" y="4359"/>
                </a:lnTo>
                <a:lnTo>
                  <a:pt x="16063" y="4722"/>
                </a:lnTo>
                <a:lnTo>
                  <a:pt x="16265" y="5106"/>
                </a:lnTo>
                <a:lnTo>
                  <a:pt x="16447" y="5489"/>
                </a:lnTo>
                <a:lnTo>
                  <a:pt x="16628" y="5893"/>
                </a:lnTo>
                <a:lnTo>
                  <a:pt x="16790" y="6296"/>
                </a:lnTo>
                <a:lnTo>
                  <a:pt x="16931" y="6720"/>
                </a:lnTo>
                <a:lnTo>
                  <a:pt x="17072" y="7144"/>
                </a:lnTo>
                <a:lnTo>
                  <a:pt x="17214" y="7588"/>
                </a:lnTo>
                <a:lnTo>
                  <a:pt x="17315" y="8052"/>
                </a:lnTo>
                <a:lnTo>
                  <a:pt x="17436" y="8516"/>
                </a:lnTo>
                <a:lnTo>
                  <a:pt x="17516" y="8980"/>
                </a:lnTo>
                <a:lnTo>
                  <a:pt x="17597" y="9485"/>
                </a:lnTo>
                <a:lnTo>
                  <a:pt x="17678" y="9969"/>
                </a:lnTo>
                <a:lnTo>
                  <a:pt x="17738" y="10514"/>
                </a:lnTo>
                <a:lnTo>
                  <a:pt x="17779" y="11079"/>
                </a:lnTo>
                <a:lnTo>
                  <a:pt x="17819" y="11624"/>
                </a:lnTo>
                <a:lnTo>
                  <a:pt x="17839" y="12189"/>
                </a:lnTo>
                <a:lnTo>
                  <a:pt x="17839" y="12774"/>
                </a:lnTo>
                <a:lnTo>
                  <a:pt x="17819" y="13339"/>
                </a:lnTo>
                <a:lnTo>
                  <a:pt x="17799" y="13924"/>
                </a:lnTo>
                <a:lnTo>
                  <a:pt x="17758" y="14510"/>
                </a:lnTo>
                <a:lnTo>
                  <a:pt x="17718" y="15115"/>
                </a:lnTo>
                <a:lnTo>
                  <a:pt x="17637" y="15720"/>
                </a:lnTo>
                <a:lnTo>
                  <a:pt x="17557" y="16326"/>
                </a:lnTo>
                <a:lnTo>
                  <a:pt x="17456" y="16951"/>
                </a:lnTo>
                <a:lnTo>
                  <a:pt x="17355" y="17577"/>
                </a:lnTo>
                <a:lnTo>
                  <a:pt x="17234" y="18202"/>
                </a:lnTo>
                <a:lnTo>
                  <a:pt x="17093" y="18848"/>
                </a:lnTo>
                <a:lnTo>
                  <a:pt x="16931" y="19514"/>
                </a:lnTo>
                <a:lnTo>
                  <a:pt x="16709" y="20362"/>
                </a:lnTo>
                <a:lnTo>
                  <a:pt x="16447" y="21230"/>
                </a:lnTo>
                <a:lnTo>
                  <a:pt x="16285" y="21673"/>
                </a:lnTo>
                <a:lnTo>
                  <a:pt x="16124" y="22117"/>
                </a:lnTo>
                <a:lnTo>
                  <a:pt x="15942" y="22561"/>
                </a:lnTo>
                <a:lnTo>
                  <a:pt x="15740" y="23005"/>
                </a:lnTo>
                <a:lnTo>
                  <a:pt x="15518" y="23429"/>
                </a:lnTo>
                <a:lnTo>
                  <a:pt x="15276" y="23873"/>
                </a:lnTo>
                <a:lnTo>
                  <a:pt x="15014" y="24277"/>
                </a:lnTo>
                <a:lnTo>
                  <a:pt x="14731" y="24680"/>
                </a:lnTo>
                <a:lnTo>
                  <a:pt x="14429" y="25064"/>
                </a:lnTo>
                <a:lnTo>
                  <a:pt x="14106" y="25427"/>
                </a:lnTo>
                <a:lnTo>
                  <a:pt x="13743" y="25770"/>
                </a:lnTo>
                <a:lnTo>
                  <a:pt x="13359" y="26093"/>
                </a:lnTo>
                <a:lnTo>
                  <a:pt x="13077" y="26295"/>
                </a:lnTo>
                <a:lnTo>
                  <a:pt x="12774" y="26476"/>
                </a:lnTo>
                <a:lnTo>
                  <a:pt x="12491" y="26658"/>
                </a:lnTo>
                <a:lnTo>
                  <a:pt x="12209" y="26799"/>
                </a:lnTo>
                <a:lnTo>
                  <a:pt x="11906" y="26920"/>
                </a:lnTo>
                <a:lnTo>
                  <a:pt x="11624" y="27021"/>
                </a:lnTo>
                <a:lnTo>
                  <a:pt x="11321" y="27102"/>
                </a:lnTo>
                <a:lnTo>
                  <a:pt x="11018" y="27162"/>
                </a:lnTo>
                <a:lnTo>
                  <a:pt x="10716" y="27203"/>
                </a:lnTo>
                <a:lnTo>
                  <a:pt x="10110" y="27203"/>
                </a:lnTo>
                <a:lnTo>
                  <a:pt x="9808" y="27183"/>
                </a:lnTo>
                <a:lnTo>
                  <a:pt x="9485" y="27142"/>
                </a:lnTo>
                <a:lnTo>
                  <a:pt x="9182" y="27062"/>
                </a:lnTo>
                <a:lnTo>
                  <a:pt x="8859" y="26981"/>
                </a:lnTo>
                <a:lnTo>
                  <a:pt x="8556" y="26860"/>
                </a:lnTo>
                <a:lnTo>
                  <a:pt x="8234" y="26739"/>
                </a:lnTo>
                <a:lnTo>
                  <a:pt x="7931" y="26577"/>
                </a:lnTo>
                <a:lnTo>
                  <a:pt x="7628" y="26416"/>
                </a:lnTo>
                <a:lnTo>
                  <a:pt x="7346" y="26234"/>
                </a:lnTo>
                <a:lnTo>
                  <a:pt x="7063" y="26053"/>
                </a:lnTo>
                <a:lnTo>
                  <a:pt x="6781" y="25851"/>
                </a:lnTo>
                <a:lnTo>
                  <a:pt x="6256" y="25427"/>
                </a:lnTo>
                <a:lnTo>
                  <a:pt x="5772" y="24983"/>
                </a:lnTo>
                <a:lnTo>
                  <a:pt x="5328" y="24539"/>
                </a:lnTo>
                <a:lnTo>
                  <a:pt x="4944" y="24095"/>
                </a:lnTo>
                <a:lnTo>
                  <a:pt x="4581" y="23671"/>
                </a:lnTo>
                <a:lnTo>
                  <a:pt x="4238" y="23227"/>
                </a:lnTo>
                <a:lnTo>
                  <a:pt x="3895" y="22763"/>
                </a:lnTo>
                <a:lnTo>
                  <a:pt x="3572" y="22279"/>
                </a:lnTo>
                <a:lnTo>
                  <a:pt x="3249" y="21815"/>
                </a:lnTo>
                <a:lnTo>
                  <a:pt x="2967" y="21330"/>
                </a:lnTo>
                <a:lnTo>
                  <a:pt x="2664" y="20826"/>
                </a:lnTo>
                <a:lnTo>
                  <a:pt x="2401" y="20342"/>
                </a:lnTo>
                <a:lnTo>
                  <a:pt x="2139" y="19837"/>
                </a:lnTo>
                <a:lnTo>
                  <a:pt x="1897" y="19333"/>
                </a:lnTo>
                <a:lnTo>
                  <a:pt x="1675" y="18808"/>
                </a:lnTo>
                <a:lnTo>
                  <a:pt x="1453" y="18303"/>
                </a:lnTo>
                <a:lnTo>
                  <a:pt x="1251" y="17779"/>
                </a:lnTo>
                <a:lnTo>
                  <a:pt x="1070" y="17254"/>
                </a:lnTo>
                <a:lnTo>
                  <a:pt x="888" y="16729"/>
                </a:lnTo>
                <a:lnTo>
                  <a:pt x="727" y="16205"/>
                </a:lnTo>
                <a:lnTo>
                  <a:pt x="585" y="15680"/>
                </a:lnTo>
                <a:lnTo>
                  <a:pt x="464" y="15095"/>
                </a:lnTo>
                <a:lnTo>
                  <a:pt x="343" y="14530"/>
                </a:lnTo>
                <a:lnTo>
                  <a:pt x="262" y="13965"/>
                </a:lnTo>
                <a:lnTo>
                  <a:pt x="182" y="13400"/>
                </a:lnTo>
                <a:lnTo>
                  <a:pt x="121" y="12835"/>
                </a:lnTo>
                <a:lnTo>
                  <a:pt x="101" y="12270"/>
                </a:lnTo>
                <a:lnTo>
                  <a:pt x="81" y="11725"/>
                </a:lnTo>
                <a:lnTo>
                  <a:pt x="81" y="11160"/>
                </a:lnTo>
                <a:lnTo>
                  <a:pt x="101" y="10615"/>
                </a:lnTo>
                <a:lnTo>
                  <a:pt x="141" y="10070"/>
                </a:lnTo>
                <a:lnTo>
                  <a:pt x="202" y="9525"/>
                </a:lnTo>
                <a:lnTo>
                  <a:pt x="283" y="9000"/>
                </a:lnTo>
                <a:lnTo>
                  <a:pt x="383" y="8476"/>
                </a:lnTo>
                <a:lnTo>
                  <a:pt x="505" y="7951"/>
                </a:lnTo>
                <a:lnTo>
                  <a:pt x="646" y="7447"/>
                </a:lnTo>
                <a:lnTo>
                  <a:pt x="787" y="6942"/>
                </a:lnTo>
                <a:lnTo>
                  <a:pt x="1049" y="6236"/>
                </a:lnTo>
                <a:lnTo>
                  <a:pt x="1352" y="5570"/>
                </a:lnTo>
                <a:lnTo>
                  <a:pt x="1695" y="4924"/>
                </a:lnTo>
                <a:lnTo>
                  <a:pt x="2079" y="4298"/>
                </a:lnTo>
                <a:lnTo>
                  <a:pt x="2482" y="3693"/>
                </a:lnTo>
                <a:lnTo>
                  <a:pt x="2946" y="3128"/>
                </a:lnTo>
                <a:lnTo>
                  <a:pt x="3188" y="2866"/>
                </a:lnTo>
                <a:lnTo>
                  <a:pt x="3431" y="2603"/>
                </a:lnTo>
                <a:lnTo>
                  <a:pt x="3673" y="2361"/>
                </a:lnTo>
                <a:lnTo>
                  <a:pt x="3935" y="2119"/>
                </a:lnTo>
                <a:lnTo>
                  <a:pt x="4218" y="1877"/>
                </a:lnTo>
                <a:lnTo>
                  <a:pt x="4520" y="1655"/>
                </a:lnTo>
                <a:lnTo>
                  <a:pt x="4803" y="1433"/>
                </a:lnTo>
                <a:lnTo>
                  <a:pt x="5106" y="1231"/>
                </a:lnTo>
                <a:lnTo>
                  <a:pt x="5408" y="1049"/>
                </a:lnTo>
                <a:lnTo>
                  <a:pt x="5731" y="888"/>
                </a:lnTo>
                <a:lnTo>
                  <a:pt x="6034" y="727"/>
                </a:lnTo>
                <a:lnTo>
                  <a:pt x="6337" y="605"/>
                </a:lnTo>
                <a:lnTo>
                  <a:pt x="6659" y="484"/>
                </a:lnTo>
                <a:lnTo>
                  <a:pt x="6982" y="363"/>
                </a:lnTo>
                <a:lnTo>
                  <a:pt x="7305" y="283"/>
                </a:lnTo>
                <a:lnTo>
                  <a:pt x="7628" y="202"/>
                </a:lnTo>
                <a:lnTo>
                  <a:pt x="7951" y="162"/>
                </a:lnTo>
                <a:lnTo>
                  <a:pt x="8274" y="121"/>
                </a:lnTo>
                <a:lnTo>
                  <a:pt x="8597" y="81"/>
                </a:lnTo>
                <a:close/>
                <a:moveTo>
                  <a:pt x="8698" y="0"/>
                </a:moveTo>
                <a:lnTo>
                  <a:pt x="8355" y="20"/>
                </a:lnTo>
                <a:lnTo>
                  <a:pt x="8032" y="61"/>
                </a:lnTo>
                <a:lnTo>
                  <a:pt x="7689" y="121"/>
                </a:lnTo>
                <a:lnTo>
                  <a:pt x="7366" y="182"/>
                </a:lnTo>
                <a:lnTo>
                  <a:pt x="7023" y="283"/>
                </a:lnTo>
                <a:lnTo>
                  <a:pt x="6700" y="383"/>
                </a:lnTo>
                <a:lnTo>
                  <a:pt x="6377" y="505"/>
                </a:lnTo>
                <a:lnTo>
                  <a:pt x="6054" y="646"/>
                </a:lnTo>
                <a:lnTo>
                  <a:pt x="5731" y="787"/>
                </a:lnTo>
                <a:lnTo>
                  <a:pt x="5408" y="969"/>
                </a:lnTo>
                <a:lnTo>
                  <a:pt x="5085" y="1150"/>
                </a:lnTo>
                <a:lnTo>
                  <a:pt x="4783" y="1352"/>
                </a:lnTo>
                <a:lnTo>
                  <a:pt x="4480" y="1574"/>
                </a:lnTo>
                <a:lnTo>
                  <a:pt x="4177" y="1816"/>
                </a:lnTo>
                <a:lnTo>
                  <a:pt x="3895" y="2058"/>
                </a:lnTo>
                <a:lnTo>
                  <a:pt x="3632" y="2301"/>
                </a:lnTo>
                <a:lnTo>
                  <a:pt x="3370" y="2543"/>
                </a:lnTo>
                <a:lnTo>
                  <a:pt x="3128" y="2805"/>
                </a:lnTo>
                <a:lnTo>
                  <a:pt x="2886" y="3088"/>
                </a:lnTo>
                <a:lnTo>
                  <a:pt x="2422" y="3653"/>
                </a:lnTo>
                <a:lnTo>
                  <a:pt x="1998" y="4258"/>
                </a:lnTo>
                <a:lnTo>
                  <a:pt x="1614" y="4884"/>
                </a:lnTo>
                <a:lnTo>
                  <a:pt x="1271" y="5529"/>
                </a:lnTo>
                <a:lnTo>
                  <a:pt x="969" y="6216"/>
                </a:lnTo>
                <a:lnTo>
                  <a:pt x="848" y="6559"/>
                </a:lnTo>
                <a:lnTo>
                  <a:pt x="727" y="6902"/>
                </a:lnTo>
                <a:lnTo>
                  <a:pt x="565" y="7406"/>
                </a:lnTo>
                <a:lnTo>
                  <a:pt x="424" y="7931"/>
                </a:lnTo>
                <a:lnTo>
                  <a:pt x="303" y="8456"/>
                </a:lnTo>
                <a:lnTo>
                  <a:pt x="202" y="8980"/>
                </a:lnTo>
                <a:lnTo>
                  <a:pt x="121" y="9525"/>
                </a:lnTo>
                <a:lnTo>
                  <a:pt x="61" y="10070"/>
                </a:lnTo>
                <a:lnTo>
                  <a:pt x="20" y="10615"/>
                </a:lnTo>
                <a:lnTo>
                  <a:pt x="0" y="11160"/>
                </a:lnTo>
                <a:lnTo>
                  <a:pt x="0" y="11725"/>
                </a:lnTo>
                <a:lnTo>
                  <a:pt x="20" y="12270"/>
                </a:lnTo>
                <a:lnTo>
                  <a:pt x="40" y="12835"/>
                </a:lnTo>
                <a:lnTo>
                  <a:pt x="101" y="13400"/>
                </a:lnTo>
                <a:lnTo>
                  <a:pt x="182" y="13965"/>
                </a:lnTo>
                <a:lnTo>
                  <a:pt x="262" y="14550"/>
                </a:lnTo>
                <a:lnTo>
                  <a:pt x="383" y="15115"/>
                </a:lnTo>
                <a:lnTo>
                  <a:pt x="525" y="15700"/>
                </a:lnTo>
                <a:lnTo>
                  <a:pt x="666" y="16225"/>
                </a:lnTo>
                <a:lnTo>
                  <a:pt x="807" y="16750"/>
                </a:lnTo>
                <a:lnTo>
                  <a:pt x="989" y="17274"/>
                </a:lnTo>
                <a:lnTo>
                  <a:pt x="1170" y="17799"/>
                </a:lnTo>
                <a:lnTo>
                  <a:pt x="1372" y="18324"/>
                </a:lnTo>
                <a:lnTo>
                  <a:pt x="1594" y="18848"/>
                </a:lnTo>
                <a:lnTo>
                  <a:pt x="1816" y="19353"/>
                </a:lnTo>
                <a:lnTo>
                  <a:pt x="2058" y="19877"/>
                </a:lnTo>
                <a:lnTo>
                  <a:pt x="2321" y="20382"/>
                </a:lnTo>
                <a:lnTo>
                  <a:pt x="2603" y="20866"/>
                </a:lnTo>
                <a:lnTo>
                  <a:pt x="2886" y="21371"/>
                </a:lnTo>
                <a:lnTo>
                  <a:pt x="3188" y="21855"/>
                </a:lnTo>
                <a:lnTo>
                  <a:pt x="3511" y="22339"/>
                </a:lnTo>
                <a:lnTo>
                  <a:pt x="3834" y="22804"/>
                </a:lnTo>
                <a:lnTo>
                  <a:pt x="4177" y="23268"/>
                </a:lnTo>
                <a:lnTo>
                  <a:pt x="4520" y="23732"/>
                </a:lnTo>
                <a:lnTo>
                  <a:pt x="4964" y="24236"/>
                </a:lnTo>
                <a:lnTo>
                  <a:pt x="5206" y="24519"/>
                </a:lnTo>
                <a:lnTo>
                  <a:pt x="5489" y="24822"/>
                </a:lnTo>
                <a:lnTo>
                  <a:pt x="5792" y="25104"/>
                </a:lnTo>
                <a:lnTo>
                  <a:pt x="6115" y="25407"/>
                </a:lnTo>
                <a:lnTo>
                  <a:pt x="6458" y="25689"/>
                </a:lnTo>
                <a:lnTo>
                  <a:pt x="6821" y="25972"/>
                </a:lnTo>
                <a:lnTo>
                  <a:pt x="7204" y="26254"/>
                </a:lnTo>
                <a:lnTo>
                  <a:pt x="7608" y="26497"/>
                </a:lnTo>
                <a:lnTo>
                  <a:pt x="8032" y="26718"/>
                </a:lnTo>
                <a:lnTo>
                  <a:pt x="8455" y="26900"/>
                </a:lnTo>
                <a:lnTo>
                  <a:pt x="8920" y="27062"/>
                </a:lnTo>
                <a:lnTo>
                  <a:pt x="9364" y="27183"/>
                </a:lnTo>
                <a:lnTo>
                  <a:pt x="9606" y="27223"/>
                </a:lnTo>
                <a:lnTo>
                  <a:pt x="9848" y="27263"/>
                </a:lnTo>
                <a:lnTo>
                  <a:pt x="10090" y="27284"/>
                </a:lnTo>
                <a:lnTo>
                  <a:pt x="10695" y="27284"/>
                </a:lnTo>
                <a:lnTo>
                  <a:pt x="11079" y="27223"/>
                </a:lnTo>
                <a:lnTo>
                  <a:pt x="11462" y="27142"/>
                </a:lnTo>
                <a:lnTo>
                  <a:pt x="11846" y="27021"/>
                </a:lnTo>
                <a:lnTo>
                  <a:pt x="12229" y="26880"/>
                </a:lnTo>
                <a:lnTo>
                  <a:pt x="12613" y="26678"/>
                </a:lnTo>
                <a:lnTo>
                  <a:pt x="12996" y="26436"/>
                </a:lnTo>
                <a:lnTo>
                  <a:pt x="13400" y="26153"/>
                </a:lnTo>
                <a:lnTo>
                  <a:pt x="13783" y="25831"/>
                </a:lnTo>
                <a:lnTo>
                  <a:pt x="14146" y="25488"/>
                </a:lnTo>
                <a:lnTo>
                  <a:pt x="14489" y="25124"/>
                </a:lnTo>
                <a:lnTo>
                  <a:pt x="14792" y="24721"/>
                </a:lnTo>
                <a:lnTo>
                  <a:pt x="15095" y="24317"/>
                </a:lnTo>
                <a:lnTo>
                  <a:pt x="15357" y="23913"/>
                </a:lnTo>
                <a:lnTo>
                  <a:pt x="15599" y="23490"/>
                </a:lnTo>
                <a:lnTo>
                  <a:pt x="15821" y="23046"/>
                </a:lnTo>
                <a:lnTo>
                  <a:pt x="16023" y="22602"/>
                </a:lnTo>
                <a:lnTo>
                  <a:pt x="16205" y="22158"/>
                </a:lnTo>
                <a:lnTo>
                  <a:pt x="16366" y="21714"/>
                </a:lnTo>
                <a:lnTo>
                  <a:pt x="16527" y="21270"/>
                </a:lnTo>
                <a:lnTo>
                  <a:pt x="16790" y="20382"/>
                </a:lnTo>
                <a:lnTo>
                  <a:pt x="17012" y="19534"/>
                </a:lnTo>
                <a:lnTo>
                  <a:pt x="17173" y="18868"/>
                </a:lnTo>
                <a:lnTo>
                  <a:pt x="17315" y="18223"/>
                </a:lnTo>
                <a:lnTo>
                  <a:pt x="17436" y="17597"/>
                </a:lnTo>
                <a:lnTo>
                  <a:pt x="17537" y="16951"/>
                </a:lnTo>
                <a:lnTo>
                  <a:pt x="17637" y="16346"/>
                </a:lnTo>
                <a:lnTo>
                  <a:pt x="17718" y="15720"/>
                </a:lnTo>
                <a:lnTo>
                  <a:pt x="17799" y="15115"/>
                </a:lnTo>
                <a:lnTo>
                  <a:pt x="17839" y="14530"/>
                </a:lnTo>
                <a:lnTo>
                  <a:pt x="17880" y="13924"/>
                </a:lnTo>
                <a:lnTo>
                  <a:pt x="17900" y="13339"/>
                </a:lnTo>
                <a:lnTo>
                  <a:pt x="17920" y="12774"/>
                </a:lnTo>
                <a:lnTo>
                  <a:pt x="17920" y="12189"/>
                </a:lnTo>
                <a:lnTo>
                  <a:pt x="17900" y="11624"/>
                </a:lnTo>
                <a:lnTo>
                  <a:pt x="17859" y="11059"/>
                </a:lnTo>
                <a:lnTo>
                  <a:pt x="17819" y="10514"/>
                </a:lnTo>
                <a:lnTo>
                  <a:pt x="17758" y="9969"/>
                </a:lnTo>
                <a:lnTo>
                  <a:pt x="17678" y="9465"/>
                </a:lnTo>
                <a:lnTo>
                  <a:pt x="17597" y="8980"/>
                </a:lnTo>
                <a:lnTo>
                  <a:pt x="17516" y="8496"/>
                </a:lnTo>
                <a:lnTo>
                  <a:pt x="17395" y="8032"/>
                </a:lnTo>
                <a:lnTo>
                  <a:pt x="17294" y="7568"/>
                </a:lnTo>
                <a:lnTo>
                  <a:pt x="17153" y="7124"/>
                </a:lnTo>
                <a:lnTo>
                  <a:pt x="17012" y="6700"/>
                </a:lnTo>
                <a:lnTo>
                  <a:pt x="16850" y="6276"/>
                </a:lnTo>
                <a:lnTo>
                  <a:pt x="16689" y="5852"/>
                </a:lnTo>
                <a:lnTo>
                  <a:pt x="16507" y="5449"/>
                </a:lnTo>
                <a:lnTo>
                  <a:pt x="16326" y="5065"/>
                </a:lnTo>
                <a:lnTo>
                  <a:pt x="16124" y="4682"/>
                </a:lnTo>
                <a:lnTo>
                  <a:pt x="15922" y="4319"/>
                </a:lnTo>
                <a:lnTo>
                  <a:pt x="15700" y="3976"/>
                </a:lnTo>
                <a:lnTo>
                  <a:pt x="15458" y="3632"/>
                </a:lnTo>
                <a:lnTo>
                  <a:pt x="15216" y="3310"/>
                </a:lnTo>
                <a:lnTo>
                  <a:pt x="14913" y="2926"/>
                </a:lnTo>
                <a:lnTo>
                  <a:pt x="14590" y="2583"/>
                </a:lnTo>
                <a:lnTo>
                  <a:pt x="14247" y="2240"/>
                </a:lnTo>
                <a:lnTo>
                  <a:pt x="13904" y="1937"/>
                </a:lnTo>
                <a:lnTo>
                  <a:pt x="13541" y="1635"/>
                </a:lnTo>
                <a:lnTo>
                  <a:pt x="13157" y="1372"/>
                </a:lnTo>
                <a:lnTo>
                  <a:pt x="12774" y="1130"/>
                </a:lnTo>
                <a:lnTo>
                  <a:pt x="12391" y="908"/>
                </a:lnTo>
                <a:lnTo>
                  <a:pt x="11987" y="706"/>
                </a:lnTo>
                <a:lnTo>
                  <a:pt x="11583" y="525"/>
                </a:lnTo>
                <a:lnTo>
                  <a:pt x="11160" y="363"/>
                </a:lnTo>
                <a:lnTo>
                  <a:pt x="10736" y="242"/>
                </a:lnTo>
                <a:lnTo>
                  <a:pt x="10312" y="141"/>
                </a:lnTo>
                <a:lnTo>
                  <a:pt x="9888" y="61"/>
                </a:lnTo>
                <a:lnTo>
                  <a:pt x="9464" y="20"/>
                </a:lnTo>
                <a:lnTo>
                  <a:pt x="9041" y="0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95" name="Google Shape;895;p11"/>
          <p:cNvSpPr/>
          <p:nvPr/>
        </p:nvSpPr>
        <p:spPr>
          <a:xfrm flipH="1">
            <a:off x="456659" y="1423557"/>
            <a:ext cx="560808" cy="1296383"/>
          </a:xfrm>
          <a:custGeom>
            <a:rect b="b" l="l" r="r" t="t"/>
            <a:pathLst>
              <a:path extrusionOk="0" h="23188" w="10031">
                <a:moveTo>
                  <a:pt x="4703" y="61"/>
                </a:moveTo>
                <a:lnTo>
                  <a:pt x="4985" y="81"/>
                </a:lnTo>
                <a:lnTo>
                  <a:pt x="5268" y="122"/>
                </a:lnTo>
                <a:lnTo>
                  <a:pt x="5550" y="202"/>
                </a:lnTo>
                <a:lnTo>
                  <a:pt x="5833" y="303"/>
                </a:lnTo>
                <a:lnTo>
                  <a:pt x="6075" y="424"/>
                </a:lnTo>
                <a:lnTo>
                  <a:pt x="6297" y="566"/>
                </a:lnTo>
                <a:lnTo>
                  <a:pt x="6519" y="707"/>
                </a:lnTo>
                <a:lnTo>
                  <a:pt x="6741" y="868"/>
                </a:lnTo>
                <a:lnTo>
                  <a:pt x="6963" y="1070"/>
                </a:lnTo>
                <a:lnTo>
                  <a:pt x="7165" y="1272"/>
                </a:lnTo>
                <a:lnTo>
                  <a:pt x="7366" y="1494"/>
                </a:lnTo>
                <a:lnTo>
                  <a:pt x="7548" y="1736"/>
                </a:lnTo>
                <a:lnTo>
                  <a:pt x="7730" y="1999"/>
                </a:lnTo>
                <a:lnTo>
                  <a:pt x="7911" y="2281"/>
                </a:lnTo>
                <a:lnTo>
                  <a:pt x="8073" y="2584"/>
                </a:lnTo>
                <a:lnTo>
                  <a:pt x="8234" y="2907"/>
                </a:lnTo>
                <a:lnTo>
                  <a:pt x="8396" y="3230"/>
                </a:lnTo>
                <a:lnTo>
                  <a:pt x="8537" y="3593"/>
                </a:lnTo>
                <a:lnTo>
                  <a:pt x="8678" y="3976"/>
                </a:lnTo>
                <a:lnTo>
                  <a:pt x="8819" y="4380"/>
                </a:lnTo>
                <a:lnTo>
                  <a:pt x="9082" y="5207"/>
                </a:lnTo>
                <a:lnTo>
                  <a:pt x="9304" y="6075"/>
                </a:lnTo>
                <a:lnTo>
                  <a:pt x="9505" y="6922"/>
                </a:lnTo>
                <a:lnTo>
                  <a:pt x="9647" y="7790"/>
                </a:lnTo>
                <a:lnTo>
                  <a:pt x="9788" y="8678"/>
                </a:lnTo>
                <a:lnTo>
                  <a:pt x="9869" y="9546"/>
                </a:lnTo>
                <a:lnTo>
                  <a:pt x="9929" y="10434"/>
                </a:lnTo>
                <a:lnTo>
                  <a:pt x="9949" y="11302"/>
                </a:lnTo>
                <a:lnTo>
                  <a:pt x="9949" y="12189"/>
                </a:lnTo>
                <a:lnTo>
                  <a:pt x="9909" y="13077"/>
                </a:lnTo>
                <a:lnTo>
                  <a:pt x="9828" y="13945"/>
                </a:lnTo>
                <a:lnTo>
                  <a:pt x="9727" y="14833"/>
                </a:lnTo>
                <a:lnTo>
                  <a:pt x="9586" y="15701"/>
                </a:lnTo>
                <a:lnTo>
                  <a:pt x="9405" y="16569"/>
                </a:lnTo>
                <a:lnTo>
                  <a:pt x="9203" y="17416"/>
                </a:lnTo>
                <a:lnTo>
                  <a:pt x="8961" y="18264"/>
                </a:lnTo>
                <a:lnTo>
                  <a:pt x="8799" y="18768"/>
                </a:lnTo>
                <a:lnTo>
                  <a:pt x="8618" y="19293"/>
                </a:lnTo>
                <a:lnTo>
                  <a:pt x="8396" y="19838"/>
                </a:lnTo>
                <a:lnTo>
                  <a:pt x="8133" y="20362"/>
                </a:lnTo>
                <a:lnTo>
                  <a:pt x="7992" y="20625"/>
                </a:lnTo>
                <a:lnTo>
                  <a:pt x="7831" y="20867"/>
                </a:lnTo>
                <a:lnTo>
                  <a:pt x="7669" y="21129"/>
                </a:lnTo>
                <a:lnTo>
                  <a:pt x="7487" y="21371"/>
                </a:lnTo>
                <a:lnTo>
                  <a:pt x="7286" y="21593"/>
                </a:lnTo>
                <a:lnTo>
                  <a:pt x="7084" y="21815"/>
                </a:lnTo>
                <a:lnTo>
                  <a:pt x="6862" y="22037"/>
                </a:lnTo>
                <a:lnTo>
                  <a:pt x="6620" y="22239"/>
                </a:lnTo>
                <a:lnTo>
                  <a:pt x="6398" y="22401"/>
                </a:lnTo>
                <a:lnTo>
                  <a:pt x="6196" y="22542"/>
                </a:lnTo>
                <a:lnTo>
                  <a:pt x="5974" y="22663"/>
                </a:lnTo>
                <a:lnTo>
                  <a:pt x="5772" y="22764"/>
                </a:lnTo>
                <a:lnTo>
                  <a:pt x="5550" y="22865"/>
                </a:lnTo>
                <a:lnTo>
                  <a:pt x="5348" y="22945"/>
                </a:lnTo>
                <a:lnTo>
                  <a:pt x="5147" y="23006"/>
                </a:lnTo>
                <a:lnTo>
                  <a:pt x="4945" y="23046"/>
                </a:lnTo>
                <a:lnTo>
                  <a:pt x="4743" y="23087"/>
                </a:lnTo>
                <a:lnTo>
                  <a:pt x="4541" y="23107"/>
                </a:lnTo>
                <a:lnTo>
                  <a:pt x="4339" y="23107"/>
                </a:lnTo>
                <a:lnTo>
                  <a:pt x="4138" y="23087"/>
                </a:lnTo>
                <a:lnTo>
                  <a:pt x="3936" y="23046"/>
                </a:lnTo>
                <a:lnTo>
                  <a:pt x="3754" y="23006"/>
                </a:lnTo>
                <a:lnTo>
                  <a:pt x="3552" y="22925"/>
                </a:lnTo>
                <a:lnTo>
                  <a:pt x="3351" y="22845"/>
                </a:lnTo>
                <a:lnTo>
                  <a:pt x="3169" y="22764"/>
                </a:lnTo>
                <a:lnTo>
                  <a:pt x="2987" y="22643"/>
                </a:lnTo>
                <a:lnTo>
                  <a:pt x="2806" y="22522"/>
                </a:lnTo>
                <a:lnTo>
                  <a:pt x="2644" y="22380"/>
                </a:lnTo>
                <a:lnTo>
                  <a:pt x="2321" y="22078"/>
                </a:lnTo>
                <a:lnTo>
                  <a:pt x="1999" y="21714"/>
                </a:lnTo>
                <a:lnTo>
                  <a:pt x="1716" y="21331"/>
                </a:lnTo>
                <a:lnTo>
                  <a:pt x="1454" y="20927"/>
                </a:lnTo>
                <a:lnTo>
                  <a:pt x="1211" y="20483"/>
                </a:lnTo>
                <a:lnTo>
                  <a:pt x="990" y="20019"/>
                </a:lnTo>
                <a:lnTo>
                  <a:pt x="788" y="19535"/>
                </a:lnTo>
                <a:lnTo>
                  <a:pt x="626" y="19051"/>
                </a:lnTo>
                <a:lnTo>
                  <a:pt x="465" y="18566"/>
                </a:lnTo>
                <a:lnTo>
                  <a:pt x="344" y="18082"/>
                </a:lnTo>
                <a:lnTo>
                  <a:pt x="243" y="17598"/>
                </a:lnTo>
                <a:lnTo>
                  <a:pt x="162" y="17134"/>
                </a:lnTo>
                <a:lnTo>
                  <a:pt x="122" y="16690"/>
                </a:lnTo>
                <a:lnTo>
                  <a:pt x="102" y="16286"/>
                </a:lnTo>
                <a:lnTo>
                  <a:pt x="81" y="15600"/>
                </a:lnTo>
                <a:lnTo>
                  <a:pt x="81" y="14934"/>
                </a:lnTo>
                <a:lnTo>
                  <a:pt x="102" y="14268"/>
                </a:lnTo>
                <a:lnTo>
                  <a:pt x="142" y="13582"/>
                </a:lnTo>
                <a:lnTo>
                  <a:pt x="182" y="12916"/>
                </a:lnTo>
                <a:lnTo>
                  <a:pt x="243" y="12250"/>
                </a:lnTo>
                <a:lnTo>
                  <a:pt x="404" y="10918"/>
                </a:lnTo>
                <a:lnTo>
                  <a:pt x="586" y="9586"/>
                </a:lnTo>
                <a:lnTo>
                  <a:pt x="788" y="8254"/>
                </a:lnTo>
                <a:lnTo>
                  <a:pt x="1252" y="5631"/>
                </a:lnTo>
                <a:lnTo>
                  <a:pt x="1454" y="4622"/>
                </a:lnTo>
                <a:lnTo>
                  <a:pt x="1555" y="4117"/>
                </a:lnTo>
                <a:lnTo>
                  <a:pt x="1676" y="3613"/>
                </a:lnTo>
                <a:lnTo>
                  <a:pt x="1837" y="3108"/>
                </a:lnTo>
                <a:lnTo>
                  <a:pt x="1999" y="2604"/>
                </a:lnTo>
                <a:lnTo>
                  <a:pt x="2200" y="2140"/>
                </a:lnTo>
                <a:lnTo>
                  <a:pt x="2442" y="1655"/>
                </a:lnTo>
                <a:lnTo>
                  <a:pt x="2584" y="1393"/>
                </a:lnTo>
                <a:lnTo>
                  <a:pt x="2745" y="1151"/>
                </a:lnTo>
                <a:lnTo>
                  <a:pt x="2927" y="949"/>
                </a:lnTo>
                <a:lnTo>
                  <a:pt x="3108" y="747"/>
                </a:lnTo>
                <a:lnTo>
                  <a:pt x="3290" y="586"/>
                </a:lnTo>
                <a:lnTo>
                  <a:pt x="3472" y="445"/>
                </a:lnTo>
                <a:lnTo>
                  <a:pt x="3673" y="324"/>
                </a:lnTo>
                <a:lnTo>
                  <a:pt x="3875" y="223"/>
                </a:lnTo>
                <a:lnTo>
                  <a:pt x="4077" y="162"/>
                </a:lnTo>
                <a:lnTo>
                  <a:pt x="4279" y="102"/>
                </a:lnTo>
                <a:lnTo>
                  <a:pt x="4481" y="81"/>
                </a:lnTo>
                <a:lnTo>
                  <a:pt x="4703" y="61"/>
                </a:lnTo>
                <a:close/>
                <a:moveTo>
                  <a:pt x="4561" y="1"/>
                </a:moveTo>
                <a:lnTo>
                  <a:pt x="4319" y="21"/>
                </a:lnTo>
                <a:lnTo>
                  <a:pt x="4077" y="61"/>
                </a:lnTo>
                <a:lnTo>
                  <a:pt x="3855" y="142"/>
                </a:lnTo>
                <a:lnTo>
                  <a:pt x="3633" y="243"/>
                </a:lnTo>
                <a:lnTo>
                  <a:pt x="3431" y="364"/>
                </a:lnTo>
                <a:lnTo>
                  <a:pt x="3229" y="525"/>
                </a:lnTo>
                <a:lnTo>
                  <a:pt x="3048" y="687"/>
                </a:lnTo>
                <a:lnTo>
                  <a:pt x="2866" y="889"/>
                </a:lnTo>
                <a:lnTo>
                  <a:pt x="2685" y="1111"/>
                </a:lnTo>
                <a:lnTo>
                  <a:pt x="2523" y="1353"/>
                </a:lnTo>
                <a:lnTo>
                  <a:pt x="2362" y="1615"/>
                </a:lnTo>
                <a:lnTo>
                  <a:pt x="2120" y="2099"/>
                </a:lnTo>
                <a:lnTo>
                  <a:pt x="1918" y="2584"/>
                </a:lnTo>
                <a:lnTo>
                  <a:pt x="1756" y="3068"/>
                </a:lnTo>
                <a:lnTo>
                  <a:pt x="1615" y="3573"/>
                </a:lnTo>
                <a:lnTo>
                  <a:pt x="1474" y="4097"/>
                </a:lnTo>
                <a:lnTo>
                  <a:pt x="1373" y="4602"/>
                </a:lnTo>
                <a:lnTo>
                  <a:pt x="1171" y="5631"/>
                </a:lnTo>
                <a:lnTo>
                  <a:pt x="707" y="8254"/>
                </a:lnTo>
                <a:lnTo>
                  <a:pt x="505" y="9566"/>
                </a:lnTo>
                <a:lnTo>
                  <a:pt x="324" y="10898"/>
                </a:lnTo>
                <a:lnTo>
                  <a:pt x="162" y="12250"/>
                </a:lnTo>
                <a:lnTo>
                  <a:pt x="102" y="12916"/>
                </a:lnTo>
                <a:lnTo>
                  <a:pt x="61" y="13582"/>
                </a:lnTo>
                <a:lnTo>
                  <a:pt x="21" y="14268"/>
                </a:lnTo>
                <a:lnTo>
                  <a:pt x="1" y="14934"/>
                </a:lnTo>
                <a:lnTo>
                  <a:pt x="1" y="15600"/>
                </a:lnTo>
                <a:lnTo>
                  <a:pt x="21" y="16286"/>
                </a:lnTo>
                <a:lnTo>
                  <a:pt x="41" y="16710"/>
                </a:lnTo>
                <a:lnTo>
                  <a:pt x="81" y="17154"/>
                </a:lnTo>
                <a:lnTo>
                  <a:pt x="162" y="17618"/>
                </a:lnTo>
                <a:lnTo>
                  <a:pt x="263" y="18102"/>
                </a:lnTo>
                <a:lnTo>
                  <a:pt x="404" y="18587"/>
                </a:lnTo>
                <a:lnTo>
                  <a:pt x="546" y="19071"/>
                </a:lnTo>
                <a:lnTo>
                  <a:pt x="727" y="19575"/>
                </a:lnTo>
                <a:lnTo>
                  <a:pt x="929" y="20060"/>
                </a:lnTo>
                <a:lnTo>
                  <a:pt x="1151" y="20524"/>
                </a:lnTo>
                <a:lnTo>
                  <a:pt x="1393" y="20968"/>
                </a:lnTo>
                <a:lnTo>
                  <a:pt x="1655" y="21392"/>
                </a:lnTo>
                <a:lnTo>
                  <a:pt x="1958" y="21775"/>
                </a:lnTo>
                <a:lnTo>
                  <a:pt x="2261" y="22138"/>
                </a:lnTo>
                <a:lnTo>
                  <a:pt x="2604" y="22461"/>
                </a:lnTo>
                <a:lnTo>
                  <a:pt x="2765" y="22582"/>
                </a:lnTo>
                <a:lnTo>
                  <a:pt x="2947" y="22723"/>
                </a:lnTo>
                <a:lnTo>
                  <a:pt x="3129" y="22824"/>
                </a:lnTo>
                <a:lnTo>
                  <a:pt x="3330" y="22925"/>
                </a:lnTo>
                <a:lnTo>
                  <a:pt x="3593" y="23046"/>
                </a:lnTo>
                <a:lnTo>
                  <a:pt x="3875" y="23127"/>
                </a:lnTo>
                <a:lnTo>
                  <a:pt x="4158" y="23167"/>
                </a:lnTo>
                <a:lnTo>
                  <a:pt x="4460" y="23188"/>
                </a:lnTo>
                <a:lnTo>
                  <a:pt x="4723" y="23167"/>
                </a:lnTo>
                <a:lnTo>
                  <a:pt x="4985" y="23127"/>
                </a:lnTo>
                <a:lnTo>
                  <a:pt x="5268" y="23067"/>
                </a:lnTo>
                <a:lnTo>
                  <a:pt x="5550" y="22966"/>
                </a:lnTo>
                <a:lnTo>
                  <a:pt x="5813" y="22845"/>
                </a:lnTo>
                <a:lnTo>
                  <a:pt x="6095" y="22683"/>
                </a:lnTo>
                <a:lnTo>
                  <a:pt x="6378" y="22501"/>
                </a:lnTo>
                <a:lnTo>
                  <a:pt x="6680" y="22300"/>
                </a:lnTo>
                <a:lnTo>
                  <a:pt x="6922" y="22098"/>
                </a:lnTo>
                <a:lnTo>
                  <a:pt x="7144" y="21876"/>
                </a:lnTo>
                <a:lnTo>
                  <a:pt x="7346" y="21654"/>
                </a:lnTo>
                <a:lnTo>
                  <a:pt x="7548" y="21412"/>
                </a:lnTo>
                <a:lnTo>
                  <a:pt x="7730" y="21170"/>
                </a:lnTo>
                <a:lnTo>
                  <a:pt x="7911" y="20927"/>
                </a:lnTo>
                <a:lnTo>
                  <a:pt x="8053" y="20665"/>
                </a:lnTo>
                <a:lnTo>
                  <a:pt x="8214" y="20403"/>
                </a:lnTo>
                <a:lnTo>
                  <a:pt x="8476" y="19878"/>
                </a:lnTo>
                <a:lnTo>
                  <a:pt x="8698" y="19333"/>
                </a:lnTo>
                <a:lnTo>
                  <a:pt x="8880" y="18809"/>
                </a:lnTo>
                <a:lnTo>
                  <a:pt x="9041" y="18284"/>
                </a:lnTo>
                <a:lnTo>
                  <a:pt x="9283" y="17436"/>
                </a:lnTo>
                <a:lnTo>
                  <a:pt x="9485" y="16589"/>
                </a:lnTo>
                <a:lnTo>
                  <a:pt x="9667" y="15721"/>
                </a:lnTo>
                <a:lnTo>
                  <a:pt x="9808" y="14833"/>
                </a:lnTo>
                <a:lnTo>
                  <a:pt x="9909" y="13965"/>
                </a:lnTo>
                <a:lnTo>
                  <a:pt x="9990" y="13077"/>
                </a:lnTo>
                <a:lnTo>
                  <a:pt x="10030" y="12189"/>
                </a:lnTo>
                <a:lnTo>
                  <a:pt x="10030" y="11302"/>
                </a:lnTo>
                <a:lnTo>
                  <a:pt x="10010" y="10434"/>
                </a:lnTo>
                <a:lnTo>
                  <a:pt x="9949" y="9546"/>
                </a:lnTo>
                <a:lnTo>
                  <a:pt x="9869" y="8658"/>
                </a:lnTo>
                <a:lnTo>
                  <a:pt x="9727" y="7790"/>
                </a:lnTo>
                <a:lnTo>
                  <a:pt x="9566" y="6902"/>
                </a:lnTo>
                <a:lnTo>
                  <a:pt x="9384" y="6055"/>
                </a:lnTo>
                <a:lnTo>
                  <a:pt x="9162" y="5187"/>
                </a:lnTo>
                <a:lnTo>
                  <a:pt x="8900" y="4339"/>
                </a:lnTo>
                <a:lnTo>
                  <a:pt x="8759" y="3936"/>
                </a:lnTo>
                <a:lnTo>
                  <a:pt x="8618" y="3552"/>
                </a:lnTo>
                <a:lnTo>
                  <a:pt x="8476" y="3209"/>
                </a:lnTo>
                <a:lnTo>
                  <a:pt x="8315" y="2866"/>
                </a:lnTo>
                <a:lnTo>
                  <a:pt x="8153" y="2523"/>
                </a:lnTo>
                <a:lnTo>
                  <a:pt x="7972" y="2220"/>
                </a:lnTo>
                <a:lnTo>
                  <a:pt x="7790" y="1938"/>
                </a:lnTo>
                <a:lnTo>
                  <a:pt x="7609" y="1676"/>
                </a:lnTo>
                <a:lnTo>
                  <a:pt x="7407" y="1433"/>
                </a:lnTo>
                <a:lnTo>
                  <a:pt x="7225" y="1211"/>
                </a:lnTo>
                <a:lnTo>
                  <a:pt x="7003" y="990"/>
                </a:lnTo>
                <a:lnTo>
                  <a:pt x="6801" y="808"/>
                </a:lnTo>
                <a:lnTo>
                  <a:pt x="6579" y="646"/>
                </a:lnTo>
                <a:lnTo>
                  <a:pt x="6337" y="485"/>
                </a:lnTo>
                <a:lnTo>
                  <a:pt x="6095" y="344"/>
                </a:lnTo>
                <a:lnTo>
                  <a:pt x="5853" y="243"/>
                </a:lnTo>
                <a:lnTo>
                  <a:pt x="5591" y="142"/>
                </a:lnTo>
                <a:lnTo>
                  <a:pt x="5328" y="61"/>
                </a:lnTo>
                <a:lnTo>
                  <a:pt x="5066" y="21"/>
                </a:lnTo>
                <a:lnTo>
                  <a:pt x="4824" y="1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96" name="Google Shape;896;p11"/>
          <p:cNvSpPr/>
          <p:nvPr/>
        </p:nvSpPr>
        <p:spPr>
          <a:xfrm flipH="1">
            <a:off x="8159359" y="241729"/>
            <a:ext cx="1596439" cy="1802961"/>
          </a:xfrm>
          <a:custGeom>
            <a:rect b="b" l="l" r="r" t="t"/>
            <a:pathLst>
              <a:path extrusionOk="0" h="32249" w="28555">
                <a:moveTo>
                  <a:pt x="20483" y="82"/>
                </a:moveTo>
                <a:lnTo>
                  <a:pt x="20947" y="102"/>
                </a:lnTo>
                <a:lnTo>
                  <a:pt x="21411" y="122"/>
                </a:lnTo>
                <a:lnTo>
                  <a:pt x="21875" y="203"/>
                </a:lnTo>
                <a:lnTo>
                  <a:pt x="22319" y="283"/>
                </a:lnTo>
                <a:lnTo>
                  <a:pt x="22763" y="404"/>
                </a:lnTo>
                <a:lnTo>
                  <a:pt x="23187" y="566"/>
                </a:lnTo>
                <a:lnTo>
                  <a:pt x="23611" y="748"/>
                </a:lnTo>
                <a:lnTo>
                  <a:pt x="23994" y="949"/>
                </a:lnTo>
                <a:lnTo>
                  <a:pt x="24378" y="1191"/>
                </a:lnTo>
                <a:lnTo>
                  <a:pt x="24741" y="1454"/>
                </a:lnTo>
                <a:lnTo>
                  <a:pt x="25124" y="1777"/>
                </a:lnTo>
                <a:lnTo>
                  <a:pt x="25487" y="2140"/>
                </a:lnTo>
                <a:lnTo>
                  <a:pt x="25851" y="2564"/>
                </a:lnTo>
                <a:lnTo>
                  <a:pt x="26174" y="3008"/>
                </a:lnTo>
                <a:lnTo>
                  <a:pt x="26496" y="3492"/>
                </a:lnTo>
                <a:lnTo>
                  <a:pt x="26779" y="4017"/>
                </a:lnTo>
                <a:lnTo>
                  <a:pt x="27062" y="4582"/>
                </a:lnTo>
                <a:lnTo>
                  <a:pt x="27324" y="5187"/>
                </a:lnTo>
                <a:lnTo>
                  <a:pt x="27546" y="5772"/>
                </a:lnTo>
                <a:lnTo>
                  <a:pt x="27748" y="6358"/>
                </a:lnTo>
                <a:lnTo>
                  <a:pt x="27909" y="6943"/>
                </a:lnTo>
                <a:lnTo>
                  <a:pt x="28071" y="7548"/>
                </a:lnTo>
                <a:lnTo>
                  <a:pt x="28192" y="8154"/>
                </a:lnTo>
                <a:lnTo>
                  <a:pt x="28293" y="8739"/>
                </a:lnTo>
                <a:lnTo>
                  <a:pt x="28373" y="9344"/>
                </a:lnTo>
                <a:lnTo>
                  <a:pt x="28434" y="9950"/>
                </a:lnTo>
                <a:lnTo>
                  <a:pt x="28474" y="10555"/>
                </a:lnTo>
                <a:lnTo>
                  <a:pt x="28474" y="11160"/>
                </a:lnTo>
                <a:lnTo>
                  <a:pt x="28474" y="11766"/>
                </a:lnTo>
                <a:lnTo>
                  <a:pt x="28434" y="12371"/>
                </a:lnTo>
                <a:lnTo>
                  <a:pt x="28373" y="12977"/>
                </a:lnTo>
                <a:lnTo>
                  <a:pt x="28272" y="13562"/>
                </a:lnTo>
                <a:lnTo>
                  <a:pt x="28171" y="14167"/>
                </a:lnTo>
                <a:lnTo>
                  <a:pt x="28030" y="14732"/>
                </a:lnTo>
                <a:lnTo>
                  <a:pt x="27869" y="15338"/>
                </a:lnTo>
                <a:lnTo>
                  <a:pt x="27667" y="15923"/>
                </a:lnTo>
                <a:lnTo>
                  <a:pt x="27465" y="16488"/>
                </a:lnTo>
                <a:lnTo>
                  <a:pt x="27223" y="17053"/>
                </a:lnTo>
                <a:lnTo>
                  <a:pt x="26961" y="17618"/>
                </a:lnTo>
                <a:lnTo>
                  <a:pt x="26678" y="18143"/>
                </a:lnTo>
                <a:lnTo>
                  <a:pt x="26355" y="18667"/>
                </a:lnTo>
                <a:lnTo>
                  <a:pt x="26032" y="19192"/>
                </a:lnTo>
                <a:lnTo>
                  <a:pt x="25669" y="19676"/>
                </a:lnTo>
                <a:lnTo>
                  <a:pt x="25306" y="20161"/>
                </a:lnTo>
                <a:lnTo>
                  <a:pt x="24922" y="20625"/>
                </a:lnTo>
                <a:lnTo>
                  <a:pt x="24499" y="21069"/>
                </a:lnTo>
                <a:lnTo>
                  <a:pt x="24075" y="21493"/>
                </a:lnTo>
                <a:lnTo>
                  <a:pt x="23631" y="21896"/>
                </a:lnTo>
                <a:lnTo>
                  <a:pt x="23167" y="22280"/>
                </a:lnTo>
                <a:lnTo>
                  <a:pt x="22703" y="22643"/>
                </a:lnTo>
                <a:lnTo>
                  <a:pt x="22238" y="22946"/>
                </a:lnTo>
                <a:lnTo>
                  <a:pt x="21795" y="23228"/>
                </a:lnTo>
                <a:lnTo>
                  <a:pt x="21310" y="23511"/>
                </a:lnTo>
                <a:lnTo>
                  <a:pt x="20846" y="23773"/>
                </a:lnTo>
                <a:lnTo>
                  <a:pt x="19877" y="24277"/>
                </a:lnTo>
                <a:lnTo>
                  <a:pt x="18909" y="24742"/>
                </a:lnTo>
                <a:lnTo>
                  <a:pt x="17940" y="25226"/>
                </a:lnTo>
                <a:lnTo>
                  <a:pt x="16951" y="25751"/>
                </a:lnTo>
                <a:lnTo>
                  <a:pt x="16467" y="26013"/>
                </a:lnTo>
                <a:lnTo>
                  <a:pt x="15983" y="26296"/>
                </a:lnTo>
                <a:lnTo>
                  <a:pt x="15519" y="26598"/>
                </a:lnTo>
                <a:lnTo>
                  <a:pt x="15075" y="26901"/>
                </a:lnTo>
                <a:lnTo>
                  <a:pt x="14510" y="27325"/>
                </a:lnTo>
                <a:lnTo>
                  <a:pt x="13965" y="27789"/>
                </a:lnTo>
                <a:lnTo>
                  <a:pt x="13420" y="28253"/>
                </a:lnTo>
                <a:lnTo>
                  <a:pt x="12895" y="28717"/>
                </a:lnTo>
                <a:lnTo>
                  <a:pt x="12148" y="29383"/>
                </a:lnTo>
                <a:lnTo>
                  <a:pt x="11402" y="30029"/>
                </a:lnTo>
                <a:lnTo>
                  <a:pt x="10998" y="30332"/>
                </a:lnTo>
                <a:lnTo>
                  <a:pt x="10595" y="30614"/>
                </a:lnTo>
                <a:lnTo>
                  <a:pt x="10171" y="30897"/>
                </a:lnTo>
                <a:lnTo>
                  <a:pt x="9747" y="31159"/>
                </a:lnTo>
                <a:lnTo>
                  <a:pt x="9303" y="31381"/>
                </a:lnTo>
                <a:lnTo>
                  <a:pt x="8839" y="31583"/>
                </a:lnTo>
                <a:lnTo>
                  <a:pt x="8375" y="31764"/>
                </a:lnTo>
                <a:lnTo>
                  <a:pt x="7890" y="31906"/>
                </a:lnTo>
                <a:lnTo>
                  <a:pt x="7406" y="32027"/>
                </a:lnTo>
                <a:lnTo>
                  <a:pt x="6922" y="32107"/>
                </a:lnTo>
                <a:lnTo>
                  <a:pt x="6417" y="32148"/>
                </a:lnTo>
                <a:lnTo>
                  <a:pt x="5933" y="32168"/>
                </a:lnTo>
                <a:lnTo>
                  <a:pt x="5893" y="32168"/>
                </a:lnTo>
                <a:lnTo>
                  <a:pt x="5368" y="32148"/>
                </a:lnTo>
                <a:lnTo>
                  <a:pt x="4843" y="32087"/>
                </a:lnTo>
                <a:lnTo>
                  <a:pt x="4359" y="31986"/>
                </a:lnTo>
                <a:lnTo>
                  <a:pt x="3875" y="31845"/>
                </a:lnTo>
                <a:lnTo>
                  <a:pt x="3431" y="31684"/>
                </a:lnTo>
                <a:lnTo>
                  <a:pt x="2987" y="31462"/>
                </a:lnTo>
                <a:lnTo>
                  <a:pt x="2583" y="31219"/>
                </a:lnTo>
                <a:lnTo>
                  <a:pt x="2200" y="30957"/>
                </a:lnTo>
                <a:lnTo>
                  <a:pt x="1998" y="30775"/>
                </a:lnTo>
                <a:lnTo>
                  <a:pt x="1816" y="30614"/>
                </a:lnTo>
                <a:lnTo>
                  <a:pt x="1635" y="30412"/>
                </a:lnTo>
                <a:lnTo>
                  <a:pt x="1453" y="30231"/>
                </a:lnTo>
                <a:lnTo>
                  <a:pt x="1292" y="30029"/>
                </a:lnTo>
                <a:lnTo>
                  <a:pt x="1150" y="29807"/>
                </a:lnTo>
                <a:lnTo>
                  <a:pt x="1009" y="29585"/>
                </a:lnTo>
                <a:lnTo>
                  <a:pt x="868" y="29363"/>
                </a:lnTo>
                <a:lnTo>
                  <a:pt x="747" y="29121"/>
                </a:lnTo>
                <a:lnTo>
                  <a:pt x="626" y="28879"/>
                </a:lnTo>
                <a:lnTo>
                  <a:pt x="525" y="28616"/>
                </a:lnTo>
                <a:lnTo>
                  <a:pt x="424" y="28354"/>
                </a:lnTo>
                <a:lnTo>
                  <a:pt x="343" y="28092"/>
                </a:lnTo>
                <a:lnTo>
                  <a:pt x="283" y="27829"/>
                </a:lnTo>
                <a:lnTo>
                  <a:pt x="222" y="27547"/>
                </a:lnTo>
                <a:lnTo>
                  <a:pt x="162" y="27264"/>
                </a:lnTo>
                <a:lnTo>
                  <a:pt x="101" y="26719"/>
                </a:lnTo>
                <a:lnTo>
                  <a:pt x="81" y="26154"/>
                </a:lnTo>
                <a:lnTo>
                  <a:pt x="121" y="25609"/>
                </a:lnTo>
                <a:lnTo>
                  <a:pt x="182" y="25065"/>
                </a:lnTo>
                <a:lnTo>
                  <a:pt x="283" y="24520"/>
                </a:lnTo>
                <a:lnTo>
                  <a:pt x="444" y="23995"/>
                </a:lnTo>
                <a:lnTo>
                  <a:pt x="626" y="23490"/>
                </a:lnTo>
                <a:lnTo>
                  <a:pt x="868" y="23006"/>
                </a:lnTo>
                <a:lnTo>
                  <a:pt x="1029" y="22724"/>
                </a:lnTo>
                <a:lnTo>
                  <a:pt x="1191" y="22441"/>
                </a:lnTo>
                <a:lnTo>
                  <a:pt x="1372" y="22179"/>
                </a:lnTo>
                <a:lnTo>
                  <a:pt x="1574" y="21916"/>
                </a:lnTo>
                <a:lnTo>
                  <a:pt x="1776" y="21654"/>
                </a:lnTo>
                <a:lnTo>
                  <a:pt x="1998" y="21392"/>
                </a:lnTo>
                <a:lnTo>
                  <a:pt x="2240" y="21129"/>
                </a:lnTo>
                <a:lnTo>
                  <a:pt x="2482" y="20867"/>
                </a:lnTo>
                <a:lnTo>
                  <a:pt x="3027" y="20383"/>
                </a:lnTo>
                <a:lnTo>
                  <a:pt x="3612" y="19898"/>
                </a:lnTo>
                <a:lnTo>
                  <a:pt x="4258" y="19414"/>
                </a:lnTo>
                <a:lnTo>
                  <a:pt x="4964" y="18970"/>
                </a:lnTo>
                <a:lnTo>
                  <a:pt x="5691" y="18526"/>
                </a:lnTo>
                <a:lnTo>
                  <a:pt x="6438" y="18102"/>
                </a:lnTo>
                <a:lnTo>
                  <a:pt x="7951" y="17336"/>
                </a:lnTo>
                <a:lnTo>
                  <a:pt x="9021" y="16771"/>
                </a:lnTo>
                <a:lnTo>
                  <a:pt x="10110" y="16185"/>
                </a:lnTo>
                <a:lnTo>
                  <a:pt x="10433" y="15983"/>
                </a:lnTo>
                <a:lnTo>
                  <a:pt x="10716" y="15802"/>
                </a:lnTo>
                <a:lnTo>
                  <a:pt x="10978" y="15600"/>
                </a:lnTo>
                <a:lnTo>
                  <a:pt x="11220" y="15398"/>
                </a:lnTo>
                <a:lnTo>
                  <a:pt x="11442" y="15196"/>
                </a:lnTo>
                <a:lnTo>
                  <a:pt x="11644" y="14974"/>
                </a:lnTo>
                <a:lnTo>
                  <a:pt x="11805" y="14752"/>
                </a:lnTo>
                <a:lnTo>
                  <a:pt x="11967" y="14510"/>
                </a:lnTo>
                <a:lnTo>
                  <a:pt x="12088" y="14268"/>
                </a:lnTo>
                <a:lnTo>
                  <a:pt x="12189" y="13986"/>
                </a:lnTo>
                <a:lnTo>
                  <a:pt x="12290" y="13723"/>
                </a:lnTo>
                <a:lnTo>
                  <a:pt x="12350" y="13421"/>
                </a:lnTo>
                <a:lnTo>
                  <a:pt x="12411" y="13098"/>
                </a:lnTo>
                <a:lnTo>
                  <a:pt x="12451" y="12755"/>
                </a:lnTo>
                <a:lnTo>
                  <a:pt x="12471" y="12391"/>
                </a:lnTo>
                <a:lnTo>
                  <a:pt x="12471" y="12008"/>
                </a:lnTo>
                <a:lnTo>
                  <a:pt x="12492" y="11302"/>
                </a:lnTo>
                <a:lnTo>
                  <a:pt x="12512" y="10616"/>
                </a:lnTo>
                <a:lnTo>
                  <a:pt x="12532" y="9950"/>
                </a:lnTo>
                <a:lnTo>
                  <a:pt x="12592" y="9324"/>
                </a:lnTo>
                <a:lnTo>
                  <a:pt x="12653" y="8698"/>
                </a:lnTo>
                <a:lnTo>
                  <a:pt x="12714" y="8113"/>
                </a:lnTo>
                <a:lnTo>
                  <a:pt x="12814" y="7548"/>
                </a:lnTo>
                <a:lnTo>
                  <a:pt x="12915" y="7003"/>
                </a:lnTo>
                <a:lnTo>
                  <a:pt x="13036" y="6479"/>
                </a:lnTo>
                <a:lnTo>
                  <a:pt x="13157" y="5974"/>
                </a:lnTo>
                <a:lnTo>
                  <a:pt x="13299" y="5510"/>
                </a:lnTo>
                <a:lnTo>
                  <a:pt x="13460" y="5046"/>
                </a:lnTo>
                <a:lnTo>
                  <a:pt x="13642" y="4622"/>
                </a:lnTo>
                <a:lnTo>
                  <a:pt x="13823" y="4218"/>
                </a:lnTo>
                <a:lnTo>
                  <a:pt x="14025" y="3835"/>
                </a:lnTo>
                <a:lnTo>
                  <a:pt x="14247" y="3472"/>
                </a:lnTo>
                <a:lnTo>
                  <a:pt x="14429" y="3169"/>
                </a:lnTo>
                <a:lnTo>
                  <a:pt x="14631" y="2887"/>
                </a:lnTo>
                <a:lnTo>
                  <a:pt x="14853" y="2644"/>
                </a:lnTo>
                <a:lnTo>
                  <a:pt x="15054" y="2402"/>
                </a:lnTo>
                <a:lnTo>
                  <a:pt x="15276" y="2180"/>
                </a:lnTo>
                <a:lnTo>
                  <a:pt x="15498" y="1979"/>
                </a:lnTo>
                <a:lnTo>
                  <a:pt x="15700" y="1797"/>
                </a:lnTo>
                <a:lnTo>
                  <a:pt x="15942" y="1635"/>
                </a:lnTo>
                <a:lnTo>
                  <a:pt x="16386" y="1333"/>
                </a:lnTo>
                <a:lnTo>
                  <a:pt x="16830" y="1091"/>
                </a:lnTo>
                <a:lnTo>
                  <a:pt x="17274" y="869"/>
                </a:lnTo>
                <a:lnTo>
                  <a:pt x="17698" y="667"/>
                </a:lnTo>
                <a:lnTo>
                  <a:pt x="18142" y="505"/>
                </a:lnTo>
                <a:lnTo>
                  <a:pt x="18606" y="364"/>
                </a:lnTo>
                <a:lnTo>
                  <a:pt x="19070" y="243"/>
                </a:lnTo>
                <a:lnTo>
                  <a:pt x="19534" y="162"/>
                </a:lnTo>
                <a:lnTo>
                  <a:pt x="19999" y="102"/>
                </a:lnTo>
                <a:lnTo>
                  <a:pt x="20483" y="82"/>
                </a:lnTo>
                <a:close/>
                <a:moveTo>
                  <a:pt x="20483" y="1"/>
                </a:moveTo>
                <a:lnTo>
                  <a:pt x="19999" y="21"/>
                </a:lnTo>
                <a:lnTo>
                  <a:pt x="19534" y="82"/>
                </a:lnTo>
                <a:lnTo>
                  <a:pt x="19050" y="162"/>
                </a:lnTo>
                <a:lnTo>
                  <a:pt x="18586" y="283"/>
                </a:lnTo>
                <a:lnTo>
                  <a:pt x="18122" y="425"/>
                </a:lnTo>
                <a:lnTo>
                  <a:pt x="17678" y="606"/>
                </a:lnTo>
                <a:lnTo>
                  <a:pt x="17214" y="808"/>
                </a:lnTo>
                <a:lnTo>
                  <a:pt x="16750" y="1050"/>
                </a:lnTo>
                <a:lnTo>
                  <a:pt x="16285" y="1313"/>
                </a:lnTo>
                <a:lnTo>
                  <a:pt x="15841" y="1615"/>
                </a:lnTo>
                <a:lnTo>
                  <a:pt x="15619" y="1777"/>
                </a:lnTo>
                <a:lnTo>
                  <a:pt x="15397" y="1979"/>
                </a:lnTo>
                <a:lnTo>
                  <a:pt x="15175" y="2180"/>
                </a:lnTo>
                <a:lnTo>
                  <a:pt x="14974" y="2382"/>
                </a:lnTo>
                <a:lnTo>
                  <a:pt x="14752" y="2624"/>
                </a:lnTo>
                <a:lnTo>
                  <a:pt x="14550" y="2866"/>
                </a:lnTo>
                <a:lnTo>
                  <a:pt x="14368" y="3129"/>
                </a:lnTo>
                <a:lnTo>
                  <a:pt x="14166" y="3411"/>
                </a:lnTo>
                <a:lnTo>
                  <a:pt x="13944" y="3795"/>
                </a:lnTo>
                <a:lnTo>
                  <a:pt x="13743" y="4178"/>
                </a:lnTo>
                <a:lnTo>
                  <a:pt x="13561" y="4582"/>
                </a:lnTo>
                <a:lnTo>
                  <a:pt x="13400" y="5026"/>
                </a:lnTo>
                <a:lnTo>
                  <a:pt x="13238" y="5470"/>
                </a:lnTo>
                <a:lnTo>
                  <a:pt x="13077" y="5954"/>
                </a:lnTo>
                <a:lnTo>
                  <a:pt x="12956" y="6458"/>
                </a:lnTo>
                <a:lnTo>
                  <a:pt x="12835" y="6983"/>
                </a:lnTo>
                <a:lnTo>
                  <a:pt x="12734" y="7528"/>
                </a:lnTo>
                <a:lnTo>
                  <a:pt x="12653" y="8093"/>
                </a:lnTo>
                <a:lnTo>
                  <a:pt x="12572" y="8678"/>
                </a:lnTo>
                <a:lnTo>
                  <a:pt x="12512" y="9304"/>
                </a:lnTo>
                <a:lnTo>
                  <a:pt x="12451" y="9950"/>
                </a:lnTo>
                <a:lnTo>
                  <a:pt x="12431" y="10616"/>
                </a:lnTo>
                <a:lnTo>
                  <a:pt x="12411" y="11302"/>
                </a:lnTo>
                <a:lnTo>
                  <a:pt x="12391" y="12008"/>
                </a:lnTo>
                <a:lnTo>
                  <a:pt x="12391" y="12391"/>
                </a:lnTo>
                <a:lnTo>
                  <a:pt x="12370" y="12755"/>
                </a:lnTo>
                <a:lnTo>
                  <a:pt x="12330" y="13078"/>
                </a:lnTo>
                <a:lnTo>
                  <a:pt x="12270" y="13400"/>
                </a:lnTo>
                <a:lnTo>
                  <a:pt x="12209" y="13683"/>
                </a:lnTo>
                <a:lnTo>
                  <a:pt x="12128" y="13965"/>
                </a:lnTo>
                <a:lnTo>
                  <a:pt x="12007" y="14228"/>
                </a:lnTo>
                <a:lnTo>
                  <a:pt x="11886" y="14470"/>
                </a:lnTo>
                <a:lnTo>
                  <a:pt x="11745" y="14712"/>
                </a:lnTo>
                <a:lnTo>
                  <a:pt x="11563" y="14934"/>
                </a:lnTo>
                <a:lnTo>
                  <a:pt x="11382" y="15136"/>
                </a:lnTo>
                <a:lnTo>
                  <a:pt x="11160" y="15338"/>
                </a:lnTo>
                <a:lnTo>
                  <a:pt x="10938" y="15540"/>
                </a:lnTo>
                <a:lnTo>
                  <a:pt x="10675" y="15741"/>
                </a:lnTo>
                <a:lnTo>
                  <a:pt x="10373" y="15923"/>
                </a:lnTo>
                <a:lnTo>
                  <a:pt x="10070" y="16105"/>
                </a:lnTo>
                <a:lnTo>
                  <a:pt x="8980" y="16690"/>
                </a:lnTo>
                <a:lnTo>
                  <a:pt x="7911" y="17255"/>
                </a:lnTo>
                <a:lnTo>
                  <a:pt x="6397" y="18042"/>
                </a:lnTo>
                <a:lnTo>
                  <a:pt x="5651" y="18466"/>
                </a:lnTo>
                <a:lnTo>
                  <a:pt x="4924" y="18889"/>
                </a:lnTo>
                <a:lnTo>
                  <a:pt x="4218" y="19354"/>
                </a:lnTo>
                <a:lnTo>
                  <a:pt x="3552" y="19838"/>
                </a:lnTo>
                <a:lnTo>
                  <a:pt x="2967" y="20322"/>
                </a:lnTo>
                <a:lnTo>
                  <a:pt x="2422" y="20827"/>
                </a:lnTo>
                <a:lnTo>
                  <a:pt x="2180" y="21069"/>
                </a:lnTo>
                <a:lnTo>
                  <a:pt x="1937" y="21331"/>
                </a:lnTo>
                <a:lnTo>
                  <a:pt x="1715" y="21594"/>
                </a:lnTo>
                <a:lnTo>
                  <a:pt x="1514" y="21856"/>
                </a:lnTo>
                <a:lnTo>
                  <a:pt x="1312" y="22138"/>
                </a:lnTo>
                <a:lnTo>
                  <a:pt x="1130" y="22401"/>
                </a:lnTo>
                <a:lnTo>
                  <a:pt x="949" y="22683"/>
                </a:lnTo>
                <a:lnTo>
                  <a:pt x="807" y="22966"/>
                </a:lnTo>
                <a:lnTo>
                  <a:pt x="565" y="23450"/>
                </a:lnTo>
                <a:lnTo>
                  <a:pt x="363" y="23975"/>
                </a:lnTo>
                <a:lnTo>
                  <a:pt x="222" y="24499"/>
                </a:lnTo>
                <a:lnTo>
                  <a:pt x="101" y="25044"/>
                </a:lnTo>
                <a:lnTo>
                  <a:pt x="40" y="25589"/>
                </a:lnTo>
                <a:lnTo>
                  <a:pt x="0" y="26154"/>
                </a:lnTo>
                <a:lnTo>
                  <a:pt x="20" y="26719"/>
                </a:lnTo>
                <a:lnTo>
                  <a:pt x="81" y="27284"/>
                </a:lnTo>
                <a:lnTo>
                  <a:pt x="141" y="27567"/>
                </a:lnTo>
                <a:lnTo>
                  <a:pt x="202" y="27849"/>
                </a:lnTo>
                <a:lnTo>
                  <a:pt x="262" y="28112"/>
                </a:lnTo>
                <a:lnTo>
                  <a:pt x="363" y="28394"/>
                </a:lnTo>
                <a:lnTo>
                  <a:pt x="444" y="28657"/>
                </a:lnTo>
                <a:lnTo>
                  <a:pt x="545" y="28899"/>
                </a:lnTo>
                <a:lnTo>
                  <a:pt x="666" y="29161"/>
                </a:lnTo>
                <a:lnTo>
                  <a:pt x="787" y="29403"/>
                </a:lnTo>
                <a:lnTo>
                  <a:pt x="928" y="29625"/>
                </a:lnTo>
                <a:lnTo>
                  <a:pt x="1070" y="29847"/>
                </a:lnTo>
                <a:lnTo>
                  <a:pt x="1231" y="30069"/>
                </a:lnTo>
                <a:lnTo>
                  <a:pt x="1393" y="30271"/>
                </a:lnTo>
                <a:lnTo>
                  <a:pt x="1574" y="30473"/>
                </a:lnTo>
                <a:lnTo>
                  <a:pt x="1756" y="30654"/>
                </a:lnTo>
                <a:lnTo>
                  <a:pt x="1958" y="30836"/>
                </a:lnTo>
                <a:lnTo>
                  <a:pt x="2159" y="31018"/>
                </a:lnTo>
                <a:lnTo>
                  <a:pt x="2543" y="31300"/>
                </a:lnTo>
                <a:lnTo>
                  <a:pt x="2967" y="31542"/>
                </a:lnTo>
                <a:lnTo>
                  <a:pt x="3390" y="31744"/>
                </a:lnTo>
                <a:lnTo>
                  <a:pt x="3854" y="31926"/>
                </a:lnTo>
                <a:lnTo>
                  <a:pt x="4339" y="32067"/>
                </a:lnTo>
                <a:lnTo>
                  <a:pt x="4843" y="32168"/>
                </a:lnTo>
                <a:lnTo>
                  <a:pt x="5348" y="32228"/>
                </a:lnTo>
                <a:lnTo>
                  <a:pt x="5893" y="32249"/>
                </a:lnTo>
                <a:lnTo>
                  <a:pt x="5933" y="32249"/>
                </a:lnTo>
                <a:lnTo>
                  <a:pt x="6438" y="32228"/>
                </a:lnTo>
                <a:lnTo>
                  <a:pt x="6922" y="32188"/>
                </a:lnTo>
                <a:lnTo>
                  <a:pt x="7426" y="32107"/>
                </a:lnTo>
                <a:lnTo>
                  <a:pt x="7911" y="31986"/>
                </a:lnTo>
                <a:lnTo>
                  <a:pt x="8395" y="31845"/>
                </a:lnTo>
                <a:lnTo>
                  <a:pt x="8879" y="31663"/>
                </a:lnTo>
                <a:lnTo>
                  <a:pt x="9343" y="31462"/>
                </a:lnTo>
                <a:lnTo>
                  <a:pt x="9787" y="31219"/>
                </a:lnTo>
                <a:lnTo>
                  <a:pt x="10211" y="30977"/>
                </a:lnTo>
                <a:lnTo>
                  <a:pt x="10635" y="30695"/>
                </a:lnTo>
                <a:lnTo>
                  <a:pt x="11039" y="30392"/>
                </a:lnTo>
                <a:lnTo>
                  <a:pt x="11442" y="30089"/>
                </a:lnTo>
                <a:lnTo>
                  <a:pt x="12209" y="29444"/>
                </a:lnTo>
                <a:lnTo>
                  <a:pt x="12956" y="28778"/>
                </a:lnTo>
                <a:lnTo>
                  <a:pt x="13480" y="28314"/>
                </a:lnTo>
                <a:lnTo>
                  <a:pt x="14005" y="27849"/>
                </a:lnTo>
                <a:lnTo>
                  <a:pt x="14550" y="27405"/>
                </a:lnTo>
                <a:lnTo>
                  <a:pt x="15115" y="26961"/>
                </a:lnTo>
                <a:lnTo>
                  <a:pt x="15559" y="26659"/>
                </a:lnTo>
                <a:lnTo>
                  <a:pt x="16023" y="26356"/>
                </a:lnTo>
                <a:lnTo>
                  <a:pt x="16507" y="26074"/>
                </a:lnTo>
                <a:lnTo>
                  <a:pt x="16992" y="25811"/>
                </a:lnTo>
                <a:lnTo>
                  <a:pt x="17960" y="25307"/>
                </a:lnTo>
                <a:lnTo>
                  <a:pt x="18949" y="24822"/>
                </a:lnTo>
                <a:lnTo>
                  <a:pt x="19918" y="24338"/>
                </a:lnTo>
                <a:lnTo>
                  <a:pt x="20886" y="23834"/>
                </a:lnTo>
                <a:lnTo>
                  <a:pt x="21351" y="23571"/>
                </a:lnTo>
                <a:lnTo>
                  <a:pt x="21835" y="23309"/>
                </a:lnTo>
                <a:lnTo>
                  <a:pt x="22299" y="23006"/>
                </a:lnTo>
                <a:lnTo>
                  <a:pt x="22743" y="22703"/>
                </a:lnTo>
                <a:lnTo>
                  <a:pt x="23227" y="22340"/>
                </a:lnTo>
                <a:lnTo>
                  <a:pt x="23691" y="21957"/>
                </a:lnTo>
                <a:lnTo>
                  <a:pt x="24135" y="21553"/>
                </a:lnTo>
                <a:lnTo>
                  <a:pt x="24559" y="21129"/>
                </a:lnTo>
                <a:lnTo>
                  <a:pt x="24983" y="20685"/>
                </a:lnTo>
                <a:lnTo>
                  <a:pt x="25366" y="20221"/>
                </a:lnTo>
                <a:lnTo>
                  <a:pt x="25750" y="19737"/>
                </a:lnTo>
                <a:lnTo>
                  <a:pt x="26093" y="19232"/>
                </a:lnTo>
                <a:lnTo>
                  <a:pt x="26436" y="18728"/>
                </a:lnTo>
                <a:lnTo>
                  <a:pt x="26739" y="18183"/>
                </a:lnTo>
                <a:lnTo>
                  <a:pt x="27021" y="17638"/>
                </a:lnTo>
                <a:lnTo>
                  <a:pt x="27304" y="17093"/>
                </a:lnTo>
                <a:lnTo>
                  <a:pt x="27546" y="16528"/>
                </a:lnTo>
                <a:lnTo>
                  <a:pt x="27748" y="15943"/>
                </a:lnTo>
                <a:lnTo>
                  <a:pt x="27949" y="15358"/>
                </a:lnTo>
                <a:lnTo>
                  <a:pt x="28111" y="14752"/>
                </a:lnTo>
                <a:lnTo>
                  <a:pt x="28252" y="14167"/>
                </a:lnTo>
                <a:lnTo>
                  <a:pt x="28353" y="13582"/>
                </a:lnTo>
                <a:lnTo>
                  <a:pt x="28454" y="12977"/>
                </a:lnTo>
                <a:lnTo>
                  <a:pt x="28514" y="12391"/>
                </a:lnTo>
                <a:lnTo>
                  <a:pt x="28555" y="11786"/>
                </a:lnTo>
                <a:lnTo>
                  <a:pt x="28555" y="11181"/>
                </a:lnTo>
                <a:lnTo>
                  <a:pt x="28555" y="10555"/>
                </a:lnTo>
                <a:lnTo>
                  <a:pt x="28514" y="9950"/>
                </a:lnTo>
                <a:lnTo>
                  <a:pt x="28454" y="9344"/>
                </a:lnTo>
                <a:lnTo>
                  <a:pt x="28373" y="8739"/>
                </a:lnTo>
                <a:lnTo>
                  <a:pt x="28272" y="8133"/>
                </a:lnTo>
                <a:lnTo>
                  <a:pt x="28151" y="7528"/>
                </a:lnTo>
                <a:lnTo>
                  <a:pt x="27990" y="6923"/>
                </a:lnTo>
                <a:lnTo>
                  <a:pt x="27828" y="6337"/>
                </a:lnTo>
                <a:lnTo>
                  <a:pt x="27627" y="5752"/>
                </a:lnTo>
                <a:lnTo>
                  <a:pt x="27405" y="5167"/>
                </a:lnTo>
                <a:lnTo>
                  <a:pt x="27142" y="4541"/>
                </a:lnTo>
                <a:lnTo>
                  <a:pt x="26860" y="3976"/>
                </a:lnTo>
                <a:lnTo>
                  <a:pt x="26557" y="3452"/>
                </a:lnTo>
                <a:lnTo>
                  <a:pt x="26234" y="2947"/>
                </a:lnTo>
                <a:lnTo>
                  <a:pt x="25911" y="2503"/>
                </a:lnTo>
                <a:lnTo>
                  <a:pt x="25548" y="2100"/>
                </a:lnTo>
                <a:lnTo>
                  <a:pt x="25185" y="1716"/>
                </a:lnTo>
                <a:lnTo>
                  <a:pt x="24801" y="1393"/>
                </a:lnTo>
                <a:lnTo>
                  <a:pt x="24438" y="1111"/>
                </a:lnTo>
                <a:lnTo>
                  <a:pt x="24055" y="889"/>
                </a:lnTo>
                <a:lnTo>
                  <a:pt x="23651" y="667"/>
                </a:lnTo>
                <a:lnTo>
                  <a:pt x="23227" y="485"/>
                </a:lnTo>
                <a:lnTo>
                  <a:pt x="22783" y="344"/>
                </a:lnTo>
                <a:lnTo>
                  <a:pt x="22339" y="223"/>
                </a:lnTo>
                <a:lnTo>
                  <a:pt x="21895" y="122"/>
                </a:lnTo>
                <a:lnTo>
                  <a:pt x="21411" y="61"/>
                </a:lnTo>
                <a:lnTo>
                  <a:pt x="20947" y="21"/>
                </a:lnTo>
                <a:lnTo>
                  <a:pt x="20483" y="1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97" name="Google Shape;897;p11"/>
          <p:cNvSpPr/>
          <p:nvPr/>
        </p:nvSpPr>
        <p:spPr>
          <a:xfrm flipH="1">
            <a:off x="7817505" y="1418447"/>
            <a:ext cx="935332" cy="741278"/>
          </a:xfrm>
          <a:custGeom>
            <a:rect b="b" l="l" r="r" t="t"/>
            <a:pathLst>
              <a:path extrusionOk="0" h="13259" w="16730">
                <a:moveTo>
                  <a:pt x="14550" y="81"/>
                </a:moveTo>
                <a:lnTo>
                  <a:pt x="14772" y="122"/>
                </a:lnTo>
                <a:lnTo>
                  <a:pt x="15014" y="202"/>
                </a:lnTo>
                <a:lnTo>
                  <a:pt x="15216" y="324"/>
                </a:lnTo>
                <a:lnTo>
                  <a:pt x="15438" y="465"/>
                </a:lnTo>
                <a:lnTo>
                  <a:pt x="15640" y="667"/>
                </a:lnTo>
                <a:lnTo>
                  <a:pt x="15821" y="889"/>
                </a:lnTo>
                <a:lnTo>
                  <a:pt x="15983" y="1131"/>
                </a:lnTo>
                <a:lnTo>
                  <a:pt x="16144" y="1413"/>
                </a:lnTo>
                <a:lnTo>
                  <a:pt x="16245" y="1655"/>
                </a:lnTo>
                <a:lnTo>
                  <a:pt x="16346" y="1898"/>
                </a:lnTo>
                <a:lnTo>
                  <a:pt x="16427" y="2140"/>
                </a:lnTo>
                <a:lnTo>
                  <a:pt x="16487" y="2422"/>
                </a:lnTo>
                <a:lnTo>
                  <a:pt x="16548" y="2685"/>
                </a:lnTo>
                <a:lnTo>
                  <a:pt x="16588" y="2967"/>
                </a:lnTo>
                <a:lnTo>
                  <a:pt x="16628" y="3250"/>
                </a:lnTo>
                <a:lnTo>
                  <a:pt x="16649" y="3552"/>
                </a:lnTo>
                <a:lnTo>
                  <a:pt x="16649" y="3855"/>
                </a:lnTo>
                <a:lnTo>
                  <a:pt x="16649" y="4178"/>
                </a:lnTo>
                <a:lnTo>
                  <a:pt x="16588" y="4844"/>
                </a:lnTo>
                <a:lnTo>
                  <a:pt x="16487" y="5550"/>
                </a:lnTo>
                <a:lnTo>
                  <a:pt x="16326" y="6317"/>
                </a:lnTo>
                <a:lnTo>
                  <a:pt x="16144" y="7044"/>
                </a:lnTo>
                <a:lnTo>
                  <a:pt x="15942" y="7709"/>
                </a:lnTo>
                <a:lnTo>
                  <a:pt x="15720" y="8315"/>
                </a:lnTo>
                <a:lnTo>
                  <a:pt x="15458" y="8860"/>
                </a:lnTo>
                <a:lnTo>
                  <a:pt x="15317" y="9122"/>
                </a:lnTo>
                <a:lnTo>
                  <a:pt x="15176" y="9364"/>
                </a:lnTo>
                <a:lnTo>
                  <a:pt x="15014" y="9586"/>
                </a:lnTo>
                <a:lnTo>
                  <a:pt x="14873" y="9808"/>
                </a:lnTo>
                <a:lnTo>
                  <a:pt x="14691" y="10010"/>
                </a:lnTo>
                <a:lnTo>
                  <a:pt x="14530" y="10212"/>
                </a:lnTo>
                <a:lnTo>
                  <a:pt x="14348" y="10393"/>
                </a:lnTo>
                <a:lnTo>
                  <a:pt x="14146" y="10555"/>
                </a:lnTo>
                <a:lnTo>
                  <a:pt x="13803" y="10837"/>
                </a:lnTo>
                <a:lnTo>
                  <a:pt x="13440" y="11080"/>
                </a:lnTo>
                <a:lnTo>
                  <a:pt x="13036" y="11302"/>
                </a:lnTo>
                <a:lnTo>
                  <a:pt x="12633" y="11483"/>
                </a:lnTo>
                <a:lnTo>
                  <a:pt x="12229" y="11665"/>
                </a:lnTo>
                <a:lnTo>
                  <a:pt x="11805" y="11806"/>
                </a:lnTo>
                <a:lnTo>
                  <a:pt x="11402" y="11947"/>
                </a:lnTo>
                <a:lnTo>
                  <a:pt x="10978" y="12068"/>
                </a:lnTo>
                <a:lnTo>
                  <a:pt x="10373" y="12230"/>
                </a:lnTo>
                <a:lnTo>
                  <a:pt x="9787" y="12371"/>
                </a:lnTo>
                <a:lnTo>
                  <a:pt x="9202" y="12512"/>
                </a:lnTo>
                <a:lnTo>
                  <a:pt x="8597" y="12633"/>
                </a:lnTo>
                <a:lnTo>
                  <a:pt x="7991" y="12734"/>
                </a:lnTo>
                <a:lnTo>
                  <a:pt x="7386" y="12835"/>
                </a:lnTo>
                <a:lnTo>
                  <a:pt x="6801" y="12936"/>
                </a:lnTo>
                <a:lnTo>
                  <a:pt x="6195" y="12997"/>
                </a:lnTo>
                <a:lnTo>
                  <a:pt x="5590" y="13057"/>
                </a:lnTo>
                <a:lnTo>
                  <a:pt x="4964" y="13118"/>
                </a:lnTo>
                <a:lnTo>
                  <a:pt x="4359" y="13158"/>
                </a:lnTo>
                <a:lnTo>
                  <a:pt x="3754" y="13178"/>
                </a:lnTo>
                <a:lnTo>
                  <a:pt x="1917" y="13178"/>
                </a:lnTo>
                <a:lnTo>
                  <a:pt x="1312" y="13138"/>
                </a:lnTo>
                <a:lnTo>
                  <a:pt x="1070" y="13118"/>
                </a:lnTo>
                <a:lnTo>
                  <a:pt x="848" y="13077"/>
                </a:lnTo>
                <a:lnTo>
                  <a:pt x="646" y="13017"/>
                </a:lnTo>
                <a:lnTo>
                  <a:pt x="484" y="12956"/>
                </a:lnTo>
                <a:lnTo>
                  <a:pt x="343" y="12855"/>
                </a:lnTo>
                <a:lnTo>
                  <a:pt x="242" y="12754"/>
                </a:lnTo>
                <a:lnTo>
                  <a:pt x="162" y="12613"/>
                </a:lnTo>
                <a:lnTo>
                  <a:pt x="101" y="12472"/>
                </a:lnTo>
                <a:lnTo>
                  <a:pt x="81" y="12351"/>
                </a:lnTo>
                <a:lnTo>
                  <a:pt x="81" y="12210"/>
                </a:lnTo>
                <a:lnTo>
                  <a:pt x="101" y="12068"/>
                </a:lnTo>
                <a:lnTo>
                  <a:pt x="121" y="11907"/>
                </a:lnTo>
                <a:lnTo>
                  <a:pt x="182" y="11745"/>
                </a:lnTo>
                <a:lnTo>
                  <a:pt x="242" y="11584"/>
                </a:lnTo>
                <a:lnTo>
                  <a:pt x="384" y="11241"/>
                </a:lnTo>
                <a:lnTo>
                  <a:pt x="606" y="10878"/>
                </a:lnTo>
                <a:lnTo>
                  <a:pt x="848" y="10515"/>
                </a:lnTo>
                <a:lnTo>
                  <a:pt x="1110" y="10131"/>
                </a:lnTo>
                <a:lnTo>
                  <a:pt x="1413" y="9768"/>
                </a:lnTo>
                <a:lnTo>
                  <a:pt x="1715" y="9405"/>
                </a:lnTo>
                <a:lnTo>
                  <a:pt x="2038" y="9062"/>
                </a:lnTo>
                <a:lnTo>
                  <a:pt x="2341" y="8739"/>
                </a:lnTo>
                <a:lnTo>
                  <a:pt x="2644" y="8456"/>
                </a:lnTo>
                <a:lnTo>
                  <a:pt x="2926" y="8194"/>
                </a:lnTo>
                <a:lnTo>
                  <a:pt x="3189" y="7972"/>
                </a:lnTo>
                <a:lnTo>
                  <a:pt x="3411" y="7790"/>
                </a:lnTo>
                <a:lnTo>
                  <a:pt x="3592" y="7669"/>
                </a:lnTo>
                <a:lnTo>
                  <a:pt x="4198" y="7306"/>
                </a:lnTo>
                <a:lnTo>
                  <a:pt x="4823" y="6983"/>
                </a:lnTo>
                <a:lnTo>
                  <a:pt x="6095" y="6357"/>
                </a:lnTo>
                <a:lnTo>
                  <a:pt x="6720" y="6055"/>
                </a:lnTo>
                <a:lnTo>
                  <a:pt x="7346" y="5752"/>
                </a:lnTo>
                <a:lnTo>
                  <a:pt x="7971" y="5409"/>
                </a:lnTo>
                <a:lnTo>
                  <a:pt x="8597" y="5066"/>
                </a:lnTo>
                <a:lnTo>
                  <a:pt x="9101" y="4723"/>
                </a:lnTo>
                <a:lnTo>
                  <a:pt x="9606" y="4360"/>
                </a:lnTo>
                <a:lnTo>
                  <a:pt x="10110" y="3976"/>
                </a:lnTo>
                <a:lnTo>
                  <a:pt x="10574" y="3573"/>
                </a:lnTo>
                <a:lnTo>
                  <a:pt x="11018" y="3149"/>
                </a:lnTo>
                <a:lnTo>
                  <a:pt x="11442" y="2705"/>
                </a:lnTo>
                <a:lnTo>
                  <a:pt x="11866" y="2241"/>
                </a:lnTo>
                <a:lnTo>
                  <a:pt x="12249" y="1756"/>
                </a:lnTo>
                <a:lnTo>
                  <a:pt x="12290" y="1716"/>
                </a:lnTo>
                <a:lnTo>
                  <a:pt x="12754" y="1131"/>
                </a:lnTo>
                <a:lnTo>
                  <a:pt x="12996" y="868"/>
                </a:lnTo>
                <a:lnTo>
                  <a:pt x="13238" y="606"/>
                </a:lnTo>
                <a:lnTo>
                  <a:pt x="13521" y="404"/>
                </a:lnTo>
                <a:lnTo>
                  <a:pt x="13662" y="303"/>
                </a:lnTo>
                <a:lnTo>
                  <a:pt x="13803" y="223"/>
                </a:lnTo>
                <a:lnTo>
                  <a:pt x="13965" y="162"/>
                </a:lnTo>
                <a:lnTo>
                  <a:pt x="14126" y="122"/>
                </a:lnTo>
                <a:lnTo>
                  <a:pt x="14288" y="102"/>
                </a:lnTo>
                <a:lnTo>
                  <a:pt x="14449" y="81"/>
                </a:lnTo>
                <a:close/>
                <a:moveTo>
                  <a:pt x="14368" y="1"/>
                </a:moveTo>
                <a:lnTo>
                  <a:pt x="14187" y="21"/>
                </a:lnTo>
                <a:lnTo>
                  <a:pt x="14025" y="61"/>
                </a:lnTo>
                <a:lnTo>
                  <a:pt x="13864" y="122"/>
                </a:lnTo>
                <a:lnTo>
                  <a:pt x="13702" y="202"/>
                </a:lnTo>
                <a:lnTo>
                  <a:pt x="13541" y="283"/>
                </a:lnTo>
                <a:lnTo>
                  <a:pt x="13400" y="384"/>
                </a:lnTo>
                <a:lnTo>
                  <a:pt x="13238" y="505"/>
                </a:lnTo>
                <a:lnTo>
                  <a:pt x="12976" y="768"/>
                </a:lnTo>
                <a:lnTo>
                  <a:pt x="12714" y="1050"/>
                </a:lnTo>
                <a:lnTo>
                  <a:pt x="12451" y="1353"/>
                </a:lnTo>
                <a:lnTo>
                  <a:pt x="12229" y="1655"/>
                </a:lnTo>
                <a:lnTo>
                  <a:pt x="12189" y="1716"/>
                </a:lnTo>
                <a:lnTo>
                  <a:pt x="11805" y="2200"/>
                </a:lnTo>
                <a:lnTo>
                  <a:pt x="11382" y="2664"/>
                </a:lnTo>
                <a:lnTo>
                  <a:pt x="10958" y="3088"/>
                </a:lnTo>
                <a:lnTo>
                  <a:pt x="10514" y="3512"/>
                </a:lnTo>
                <a:lnTo>
                  <a:pt x="10050" y="3916"/>
                </a:lnTo>
                <a:lnTo>
                  <a:pt x="9565" y="4299"/>
                </a:lnTo>
                <a:lnTo>
                  <a:pt x="9061" y="4662"/>
                </a:lnTo>
                <a:lnTo>
                  <a:pt x="8556" y="4985"/>
                </a:lnTo>
                <a:lnTo>
                  <a:pt x="7931" y="5348"/>
                </a:lnTo>
                <a:lnTo>
                  <a:pt x="7305" y="5671"/>
                </a:lnTo>
                <a:lnTo>
                  <a:pt x="6680" y="5994"/>
                </a:lnTo>
                <a:lnTo>
                  <a:pt x="6054" y="6297"/>
                </a:lnTo>
                <a:lnTo>
                  <a:pt x="4783" y="6902"/>
                </a:lnTo>
                <a:lnTo>
                  <a:pt x="4157" y="7245"/>
                </a:lnTo>
                <a:lnTo>
                  <a:pt x="3552" y="7588"/>
                </a:lnTo>
                <a:lnTo>
                  <a:pt x="3370" y="7709"/>
                </a:lnTo>
                <a:lnTo>
                  <a:pt x="3168" y="7891"/>
                </a:lnTo>
                <a:lnTo>
                  <a:pt x="2624" y="8375"/>
                </a:lnTo>
                <a:lnTo>
                  <a:pt x="2321" y="8658"/>
                </a:lnTo>
                <a:lnTo>
                  <a:pt x="1998" y="8981"/>
                </a:lnTo>
                <a:lnTo>
                  <a:pt x="1675" y="9344"/>
                </a:lnTo>
                <a:lnTo>
                  <a:pt x="1352" y="9707"/>
                </a:lnTo>
                <a:lnTo>
                  <a:pt x="1050" y="10071"/>
                </a:lnTo>
                <a:lnTo>
                  <a:pt x="787" y="10454"/>
                </a:lnTo>
                <a:lnTo>
                  <a:pt x="525" y="10837"/>
                </a:lnTo>
                <a:lnTo>
                  <a:pt x="323" y="11201"/>
                </a:lnTo>
                <a:lnTo>
                  <a:pt x="162" y="11564"/>
                </a:lnTo>
                <a:lnTo>
                  <a:pt x="101" y="11725"/>
                </a:lnTo>
                <a:lnTo>
                  <a:pt x="41" y="11907"/>
                </a:lnTo>
                <a:lnTo>
                  <a:pt x="20" y="12068"/>
                </a:lnTo>
                <a:lnTo>
                  <a:pt x="0" y="12210"/>
                </a:lnTo>
                <a:lnTo>
                  <a:pt x="0" y="12371"/>
                </a:lnTo>
                <a:lnTo>
                  <a:pt x="41" y="12492"/>
                </a:lnTo>
                <a:lnTo>
                  <a:pt x="81" y="12654"/>
                </a:lnTo>
                <a:lnTo>
                  <a:pt x="182" y="12795"/>
                </a:lnTo>
                <a:lnTo>
                  <a:pt x="283" y="12916"/>
                </a:lnTo>
                <a:lnTo>
                  <a:pt x="444" y="13017"/>
                </a:lnTo>
                <a:lnTo>
                  <a:pt x="606" y="13098"/>
                </a:lnTo>
                <a:lnTo>
                  <a:pt x="807" y="13158"/>
                </a:lnTo>
                <a:lnTo>
                  <a:pt x="1050" y="13198"/>
                </a:lnTo>
                <a:lnTo>
                  <a:pt x="1312" y="13219"/>
                </a:lnTo>
                <a:lnTo>
                  <a:pt x="2099" y="13259"/>
                </a:lnTo>
                <a:lnTo>
                  <a:pt x="2886" y="13259"/>
                </a:lnTo>
                <a:lnTo>
                  <a:pt x="3915" y="13239"/>
                </a:lnTo>
                <a:lnTo>
                  <a:pt x="4944" y="13198"/>
                </a:lnTo>
                <a:lnTo>
                  <a:pt x="5973" y="13098"/>
                </a:lnTo>
                <a:lnTo>
                  <a:pt x="6982" y="12976"/>
                </a:lnTo>
                <a:lnTo>
                  <a:pt x="7991" y="12835"/>
                </a:lnTo>
                <a:lnTo>
                  <a:pt x="9000" y="12633"/>
                </a:lnTo>
                <a:lnTo>
                  <a:pt x="10009" y="12411"/>
                </a:lnTo>
                <a:lnTo>
                  <a:pt x="10998" y="12149"/>
                </a:lnTo>
                <a:lnTo>
                  <a:pt x="11422" y="12028"/>
                </a:lnTo>
                <a:lnTo>
                  <a:pt x="11846" y="11887"/>
                </a:lnTo>
                <a:lnTo>
                  <a:pt x="12270" y="11725"/>
                </a:lnTo>
                <a:lnTo>
                  <a:pt x="12673" y="11564"/>
                </a:lnTo>
                <a:lnTo>
                  <a:pt x="13077" y="11362"/>
                </a:lnTo>
                <a:lnTo>
                  <a:pt x="13480" y="11160"/>
                </a:lnTo>
                <a:lnTo>
                  <a:pt x="13844" y="10898"/>
                </a:lnTo>
                <a:lnTo>
                  <a:pt x="14207" y="10615"/>
                </a:lnTo>
                <a:lnTo>
                  <a:pt x="14409" y="10454"/>
                </a:lnTo>
                <a:lnTo>
                  <a:pt x="14590" y="10272"/>
                </a:lnTo>
                <a:lnTo>
                  <a:pt x="14752" y="10071"/>
                </a:lnTo>
                <a:lnTo>
                  <a:pt x="14933" y="9869"/>
                </a:lnTo>
                <a:lnTo>
                  <a:pt x="15095" y="9647"/>
                </a:lnTo>
                <a:lnTo>
                  <a:pt x="15236" y="9405"/>
                </a:lnTo>
                <a:lnTo>
                  <a:pt x="15398" y="9162"/>
                </a:lnTo>
                <a:lnTo>
                  <a:pt x="15519" y="8900"/>
                </a:lnTo>
                <a:lnTo>
                  <a:pt x="15781" y="8355"/>
                </a:lnTo>
                <a:lnTo>
                  <a:pt x="16023" y="7730"/>
                </a:lnTo>
                <a:lnTo>
                  <a:pt x="16225" y="7064"/>
                </a:lnTo>
                <a:lnTo>
                  <a:pt x="16407" y="6337"/>
                </a:lnTo>
                <a:lnTo>
                  <a:pt x="16568" y="5570"/>
                </a:lnTo>
                <a:lnTo>
                  <a:pt x="16669" y="4844"/>
                </a:lnTo>
                <a:lnTo>
                  <a:pt x="16729" y="4178"/>
                </a:lnTo>
                <a:lnTo>
                  <a:pt x="16729" y="3855"/>
                </a:lnTo>
                <a:lnTo>
                  <a:pt x="16729" y="3532"/>
                </a:lnTo>
                <a:lnTo>
                  <a:pt x="16709" y="3250"/>
                </a:lnTo>
                <a:lnTo>
                  <a:pt x="16669" y="2947"/>
                </a:lnTo>
                <a:lnTo>
                  <a:pt x="16628" y="2664"/>
                </a:lnTo>
                <a:lnTo>
                  <a:pt x="16568" y="2382"/>
                </a:lnTo>
                <a:lnTo>
                  <a:pt x="16507" y="2120"/>
                </a:lnTo>
                <a:lnTo>
                  <a:pt x="16427" y="1857"/>
                </a:lnTo>
                <a:lnTo>
                  <a:pt x="16326" y="1615"/>
                </a:lnTo>
                <a:lnTo>
                  <a:pt x="16205" y="1373"/>
                </a:lnTo>
                <a:lnTo>
                  <a:pt x="16063" y="1090"/>
                </a:lnTo>
                <a:lnTo>
                  <a:pt x="15882" y="828"/>
                </a:lnTo>
                <a:lnTo>
                  <a:pt x="15680" y="606"/>
                </a:lnTo>
                <a:lnTo>
                  <a:pt x="15478" y="404"/>
                </a:lnTo>
                <a:lnTo>
                  <a:pt x="15256" y="243"/>
                </a:lnTo>
                <a:lnTo>
                  <a:pt x="15034" y="122"/>
                </a:lnTo>
                <a:lnTo>
                  <a:pt x="14792" y="41"/>
                </a:lnTo>
                <a:lnTo>
                  <a:pt x="14550" y="1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98" name="Google Shape;898;p11"/>
          <p:cNvSpPr/>
          <p:nvPr/>
        </p:nvSpPr>
        <p:spPr>
          <a:xfrm flipH="1">
            <a:off x="8278947" y="328608"/>
            <a:ext cx="1395619" cy="1650669"/>
          </a:xfrm>
          <a:custGeom>
            <a:rect b="b" l="l" r="r" t="t"/>
            <a:pathLst>
              <a:path extrusionOk="0" h="29525" w="24963">
                <a:moveTo>
                  <a:pt x="18727" y="81"/>
                </a:moveTo>
                <a:lnTo>
                  <a:pt x="19211" y="102"/>
                </a:lnTo>
                <a:lnTo>
                  <a:pt x="19514" y="142"/>
                </a:lnTo>
                <a:lnTo>
                  <a:pt x="19837" y="223"/>
                </a:lnTo>
                <a:lnTo>
                  <a:pt x="20140" y="303"/>
                </a:lnTo>
                <a:lnTo>
                  <a:pt x="20442" y="404"/>
                </a:lnTo>
                <a:lnTo>
                  <a:pt x="20745" y="525"/>
                </a:lnTo>
                <a:lnTo>
                  <a:pt x="21048" y="667"/>
                </a:lnTo>
                <a:lnTo>
                  <a:pt x="21330" y="828"/>
                </a:lnTo>
                <a:lnTo>
                  <a:pt x="21613" y="1010"/>
                </a:lnTo>
                <a:lnTo>
                  <a:pt x="21895" y="1212"/>
                </a:lnTo>
                <a:lnTo>
                  <a:pt x="22158" y="1413"/>
                </a:lnTo>
                <a:lnTo>
                  <a:pt x="22420" y="1655"/>
                </a:lnTo>
                <a:lnTo>
                  <a:pt x="22662" y="1898"/>
                </a:lnTo>
                <a:lnTo>
                  <a:pt x="22904" y="2160"/>
                </a:lnTo>
                <a:lnTo>
                  <a:pt x="23126" y="2443"/>
                </a:lnTo>
                <a:lnTo>
                  <a:pt x="23328" y="2725"/>
                </a:lnTo>
                <a:lnTo>
                  <a:pt x="23530" y="3028"/>
                </a:lnTo>
                <a:lnTo>
                  <a:pt x="23691" y="3290"/>
                </a:lnTo>
                <a:lnTo>
                  <a:pt x="23833" y="3573"/>
                </a:lnTo>
                <a:lnTo>
                  <a:pt x="24095" y="4138"/>
                </a:lnTo>
                <a:lnTo>
                  <a:pt x="24317" y="4723"/>
                </a:lnTo>
                <a:lnTo>
                  <a:pt x="24499" y="5369"/>
                </a:lnTo>
                <a:lnTo>
                  <a:pt x="24660" y="6035"/>
                </a:lnTo>
                <a:lnTo>
                  <a:pt x="24761" y="6721"/>
                </a:lnTo>
                <a:lnTo>
                  <a:pt x="24842" y="7467"/>
                </a:lnTo>
                <a:lnTo>
                  <a:pt x="24882" y="8214"/>
                </a:lnTo>
                <a:lnTo>
                  <a:pt x="24882" y="8880"/>
                </a:lnTo>
                <a:lnTo>
                  <a:pt x="24862" y="9546"/>
                </a:lnTo>
                <a:lnTo>
                  <a:pt x="24822" y="10232"/>
                </a:lnTo>
                <a:lnTo>
                  <a:pt x="24761" y="10938"/>
                </a:lnTo>
                <a:lnTo>
                  <a:pt x="24660" y="11665"/>
                </a:lnTo>
                <a:lnTo>
                  <a:pt x="24539" y="12411"/>
                </a:lnTo>
                <a:lnTo>
                  <a:pt x="24398" y="13178"/>
                </a:lnTo>
                <a:lnTo>
                  <a:pt x="24216" y="13986"/>
                </a:lnTo>
                <a:lnTo>
                  <a:pt x="23994" y="14853"/>
                </a:lnTo>
                <a:lnTo>
                  <a:pt x="23873" y="15297"/>
                </a:lnTo>
                <a:lnTo>
                  <a:pt x="23732" y="15721"/>
                </a:lnTo>
                <a:lnTo>
                  <a:pt x="23570" y="16145"/>
                </a:lnTo>
                <a:lnTo>
                  <a:pt x="23369" y="16569"/>
                </a:lnTo>
                <a:lnTo>
                  <a:pt x="23167" y="16972"/>
                </a:lnTo>
                <a:lnTo>
                  <a:pt x="22925" y="17356"/>
                </a:lnTo>
                <a:lnTo>
                  <a:pt x="22682" y="17658"/>
                </a:lnTo>
                <a:lnTo>
                  <a:pt x="22440" y="17961"/>
                </a:lnTo>
                <a:lnTo>
                  <a:pt x="22158" y="18244"/>
                </a:lnTo>
                <a:lnTo>
                  <a:pt x="21875" y="18506"/>
                </a:lnTo>
                <a:lnTo>
                  <a:pt x="21573" y="18748"/>
                </a:lnTo>
                <a:lnTo>
                  <a:pt x="21270" y="18990"/>
                </a:lnTo>
                <a:lnTo>
                  <a:pt x="20947" y="19212"/>
                </a:lnTo>
                <a:lnTo>
                  <a:pt x="20604" y="19414"/>
                </a:lnTo>
                <a:lnTo>
                  <a:pt x="20261" y="19616"/>
                </a:lnTo>
                <a:lnTo>
                  <a:pt x="19918" y="19818"/>
                </a:lnTo>
                <a:lnTo>
                  <a:pt x="19211" y="20181"/>
                </a:lnTo>
                <a:lnTo>
                  <a:pt x="18465" y="20524"/>
                </a:lnTo>
                <a:lnTo>
                  <a:pt x="17738" y="20847"/>
                </a:lnTo>
                <a:lnTo>
                  <a:pt x="17133" y="21109"/>
                </a:lnTo>
                <a:lnTo>
                  <a:pt x="16245" y="21513"/>
                </a:lnTo>
                <a:lnTo>
                  <a:pt x="15418" y="21916"/>
                </a:lnTo>
                <a:lnTo>
                  <a:pt x="14651" y="22340"/>
                </a:lnTo>
                <a:lnTo>
                  <a:pt x="13924" y="22744"/>
                </a:lnTo>
                <a:lnTo>
                  <a:pt x="13258" y="23167"/>
                </a:lnTo>
                <a:lnTo>
                  <a:pt x="12633" y="23611"/>
                </a:lnTo>
                <a:lnTo>
                  <a:pt x="12048" y="24055"/>
                </a:lnTo>
                <a:lnTo>
                  <a:pt x="11503" y="24520"/>
                </a:lnTo>
                <a:lnTo>
                  <a:pt x="11099" y="24883"/>
                </a:lnTo>
                <a:lnTo>
                  <a:pt x="10695" y="25246"/>
                </a:lnTo>
                <a:lnTo>
                  <a:pt x="9949" y="26013"/>
                </a:lnTo>
                <a:lnTo>
                  <a:pt x="9323" y="26638"/>
                </a:lnTo>
                <a:lnTo>
                  <a:pt x="8698" y="27244"/>
                </a:lnTo>
                <a:lnTo>
                  <a:pt x="8355" y="27526"/>
                </a:lnTo>
                <a:lnTo>
                  <a:pt x="8032" y="27809"/>
                </a:lnTo>
                <a:lnTo>
                  <a:pt x="7668" y="28091"/>
                </a:lnTo>
                <a:lnTo>
                  <a:pt x="7325" y="28334"/>
                </a:lnTo>
                <a:lnTo>
                  <a:pt x="6902" y="28596"/>
                </a:lnTo>
                <a:lnTo>
                  <a:pt x="6498" y="28818"/>
                </a:lnTo>
                <a:lnTo>
                  <a:pt x="6094" y="29000"/>
                </a:lnTo>
                <a:lnTo>
                  <a:pt x="5711" y="29141"/>
                </a:lnTo>
                <a:lnTo>
                  <a:pt x="5328" y="29262"/>
                </a:lnTo>
                <a:lnTo>
                  <a:pt x="4964" y="29343"/>
                </a:lnTo>
                <a:lnTo>
                  <a:pt x="4601" y="29403"/>
                </a:lnTo>
                <a:lnTo>
                  <a:pt x="4238" y="29423"/>
                </a:lnTo>
                <a:lnTo>
                  <a:pt x="3915" y="29423"/>
                </a:lnTo>
                <a:lnTo>
                  <a:pt x="3592" y="29403"/>
                </a:lnTo>
                <a:lnTo>
                  <a:pt x="3289" y="29363"/>
                </a:lnTo>
                <a:lnTo>
                  <a:pt x="2987" y="29302"/>
                </a:lnTo>
                <a:lnTo>
                  <a:pt x="2724" y="29221"/>
                </a:lnTo>
                <a:lnTo>
                  <a:pt x="2462" y="29121"/>
                </a:lnTo>
                <a:lnTo>
                  <a:pt x="2240" y="29020"/>
                </a:lnTo>
                <a:lnTo>
                  <a:pt x="2018" y="28899"/>
                </a:lnTo>
                <a:lnTo>
                  <a:pt x="1715" y="28677"/>
                </a:lnTo>
                <a:lnTo>
                  <a:pt x="1433" y="28414"/>
                </a:lnTo>
                <a:lnTo>
                  <a:pt x="1170" y="28132"/>
                </a:lnTo>
                <a:lnTo>
                  <a:pt x="928" y="27809"/>
                </a:lnTo>
                <a:lnTo>
                  <a:pt x="706" y="27446"/>
                </a:lnTo>
                <a:lnTo>
                  <a:pt x="525" y="27062"/>
                </a:lnTo>
                <a:lnTo>
                  <a:pt x="363" y="26659"/>
                </a:lnTo>
                <a:lnTo>
                  <a:pt x="242" y="26235"/>
                </a:lnTo>
                <a:lnTo>
                  <a:pt x="182" y="25952"/>
                </a:lnTo>
                <a:lnTo>
                  <a:pt x="121" y="25670"/>
                </a:lnTo>
                <a:lnTo>
                  <a:pt x="101" y="25387"/>
                </a:lnTo>
                <a:lnTo>
                  <a:pt x="81" y="25105"/>
                </a:lnTo>
                <a:lnTo>
                  <a:pt x="81" y="24802"/>
                </a:lnTo>
                <a:lnTo>
                  <a:pt x="81" y="24520"/>
                </a:lnTo>
                <a:lnTo>
                  <a:pt x="101" y="24237"/>
                </a:lnTo>
                <a:lnTo>
                  <a:pt x="141" y="23954"/>
                </a:lnTo>
                <a:lnTo>
                  <a:pt x="202" y="23672"/>
                </a:lnTo>
                <a:lnTo>
                  <a:pt x="262" y="23389"/>
                </a:lnTo>
                <a:lnTo>
                  <a:pt x="343" y="23107"/>
                </a:lnTo>
                <a:lnTo>
                  <a:pt x="424" y="22824"/>
                </a:lnTo>
                <a:lnTo>
                  <a:pt x="545" y="22562"/>
                </a:lnTo>
                <a:lnTo>
                  <a:pt x="666" y="22300"/>
                </a:lnTo>
                <a:lnTo>
                  <a:pt x="787" y="22037"/>
                </a:lnTo>
                <a:lnTo>
                  <a:pt x="928" y="21795"/>
                </a:lnTo>
                <a:lnTo>
                  <a:pt x="1211" y="21392"/>
                </a:lnTo>
                <a:lnTo>
                  <a:pt x="1514" y="21008"/>
                </a:lnTo>
                <a:lnTo>
                  <a:pt x="1836" y="20645"/>
                </a:lnTo>
                <a:lnTo>
                  <a:pt x="2200" y="20302"/>
                </a:lnTo>
                <a:lnTo>
                  <a:pt x="2563" y="19959"/>
                </a:lnTo>
                <a:lnTo>
                  <a:pt x="2926" y="19656"/>
                </a:lnTo>
                <a:lnTo>
                  <a:pt x="3693" y="19071"/>
                </a:lnTo>
                <a:lnTo>
                  <a:pt x="4238" y="18687"/>
                </a:lnTo>
                <a:lnTo>
                  <a:pt x="4803" y="18304"/>
                </a:lnTo>
                <a:lnTo>
                  <a:pt x="5368" y="17921"/>
                </a:lnTo>
                <a:lnTo>
                  <a:pt x="5953" y="17557"/>
                </a:lnTo>
                <a:lnTo>
                  <a:pt x="6518" y="17194"/>
                </a:lnTo>
                <a:lnTo>
                  <a:pt x="7124" y="16851"/>
                </a:lnTo>
                <a:lnTo>
                  <a:pt x="7709" y="16528"/>
                </a:lnTo>
                <a:lnTo>
                  <a:pt x="8314" y="16205"/>
                </a:lnTo>
                <a:lnTo>
                  <a:pt x="8556" y="16084"/>
                </a:lnTo>
                <a:lnTo>
                  <a:pt x="9162" y="15761"/>
                </a:lnTo>
                <a:lnTo>
                  <a:pt x="9464" y="15580"/>
                </a:lnTo>
                <a:lnTo>
                  <a:pt x="9767" y="15398"/>
                </a:lnTo>
                <a:lnTo>
                  <a:pt x="10050" y="15196"/>
                </a:lnTo>
                <a:lnTo>
                  <a:pt x="10312" y="14995"/>
                </a:lnTo>
                <a:lnTo>
                  <a:pt x="10574" y="14752"/>
                </a:lnTo>
                <a:lnTo>
                  <a:pt x="10796" y="14490"/>
                </a:lnTo>
                <a:lnTo>
                  <a:pt x="10938" y="14308"/>
                </a:lnTo>
                <a:lnTo>
                  <a:pt x="11059" y="14107"/>
                </a:lnTo>
                <a:lnTo>
                  <a:pt x="11180" y="13905"/>
                </a:lnTo>
                <a:lnTo>
                  <a:pt x="11281" y="13683"/>
                </a:lnTo>
                <a:lnTo>
                  <a:pt x="11482" y="13219"/>
                </a:lnTo>
                <a:lnTo>
                  <a:pt x="11624" y="12755"/>
                </a:lnTo>
                <a:lnTo>
                  <a:pt x="11745" y="12270"/>
                </a:lnTo>
                <a:lnTo>
                  <a:pt x="11846" y="11766"/>
                </a:lnTo>
                <a:lnTo>
                  <a:pt x="11926" y="11261"/>
                </a:lnTo>
                <a:lnTo>
                  <a:pt x="11987" y="10777"/>
                </a:lnTo>
                <a:lnTo>
                  <a:pt x="12088" y="9889"/>
                </a:lnTo>
                <a:lnTo>
                  <a:pt x="12169" y="9001"/>
                </a:lnTo>
                <a:lnTo>
                  <a:pt x="12229" y="8153"/>
                </a:lnTo>
                <a:lnTo>
                  <a:pt x="12330" y="7286"/>
                </a:lnTo>
                <a:lnTo>
                  <a:pt x="12451" y="6438"/>
                </a:lnTo>
                <a:lnTo>
                  <a:pt x="12532" y="6014"/>
                </a:lnTo>
                <a:lnTo>
                  <a:pt x="12633" y="5591"/>
                </a:lnTo>
                <a:lnTo>
                  <a:pt x="12814" y="5005"/>
                </a:lnTo>
                <a:lnTo>
                  <a:pt x="13016" y="4420"/>
                </a:lnTo>
                <a:lnTo>
                  <a:pt x="13258" y="3875"/>
                </a:lnTo>
                <a:lnTo>
                  <a:pt x="13541" y="3351"/>
                </a:lnTo>
                <a:lnTo>
                  <a:pt x="13844" y="2866"/>
                </a:lnTo>
                <a:lnTo>
                  <a:pt x="14187" y="2422"/>
                </a:lnTo>
                <a:lnTo>
                  <a:pt x="14550" y="1999"/>
                </a:lnTo>
                <a:lnTo>
                  <a:pt x="14933" y="1615"/>
                </a:lnTo>
                <a:lnTo>
                  <a:pt x="15135" y="1434"/>
                </a:lnTo>
                <a:lnTo>
                  <a:pt x="15357" y="1272"/>
                </a:lnTo>
                <a:lnTo>
                  <a:pt x="15801" y="949"/>
                </a:lnTo>
                <a:lnTo>
                  <a:pt x="16265" y="707"/>
                </a:lnTo>
                <a:lnTo>
                  <a:pt x="16729" y="485"/>
                </a:lnTo>
                <a:lnTo>
                  <a:pt x="17234" y="303"/>
                </a:lnTo>
                <a:lnTo>
                  <a:pt x="17738" y="182"/>
                </a:lnTo>
                <a:lnTo>
                  <a:pt x="17980" y="142"/>
                </a:lnTo>
                <a:lnTo>
                  <a:pt x="18223" y="102"/>
                </a:lnTo>
                <a:lnTo>
                  <a:pt x="18485" y="81"/>
                </a:lnTo>
                <a:close/>
                <a:moveTo>
                  <a:pt x="18646" y="1"/>
                </a:moveTo>
                <a:lnTo>
                  <a:pt x="18364" y="21"/>
                </a:lnTo>
                <a:lnTo>
                  <a:pt x="18081" y="41"/>
                </a:lnTo>
                <a:lnTo>
                  <a:pt x="17799" y="81"/>
                </a:lnTo>
                <a:lnTo>
                  <a:pt x="17516" y="142"/>
                </a:lnTo>
                <a:lnTo>
                  <a:pt x="17234" y="223"/>
                </a:lnTo>
                <a:lnTo>
                  <a:pt x="16951" y="324"/>
                </a:lnTo>
                <a:lnTo>
                  <a:pt x="16669" y="425"/>
                </a:lnTo>
                <a:lnTo>
                  <a:pt x="16406" y="546"/>
                </a:lnTo>
                <a:lnTo>
                  <a:pt x="16124" y="667"/>
                </a:lnTo>
                <a:lnTo>
                  <a:pt x="15862" y="828"/>
                </a:lnTo>
                <a:lnTo>
                  <a:pt x="15599" y="990"/>
                </a:lnTo>
                <a:lnTo>
                  <a:pt x="15357" y="1151"/>
                </a:lnTo>
                <a:lnTo>
                  <a:pt x="15115" y="1353"/>
                </a:lnTo>
                <a:lnTo>
                  <a:pt x="14873" y="1555"/>
                </a:lnTo>
                <a:lnTo>
                  <a:pt x="14489" y="1938"/>
                </a:lnTo>
                <a:lnTo>
                  <a:pt x="14126" y="2362"/>
                </a:lnTo>
                <a:lnTo>
                  <a:pt x="13783" y="2826"/>
                </a:lnTo>
                <a:lnTo>
                  <a:pt x="13460" y="3310"/>
                </a:lnTo>
                <a:lnTo>
                  <a:pt x="13198" y="3835"/>
                </a:lnTo>
                <a:lnTo>
                  <a:pt x="12956" y="4400"/>
                </a:lnTo>
                <a:lnTo>
                  <a:pt x="12734" y="4965"/>
                </a:lnTo>
                <a:lnTo>
                  <a:pt x="12552" y="5570"/>
                </a:lnTo>
                <a:lnTo>
                  <a:pt x="12471" y="5994"/>
                </a:lnTo>
                <a:lnTo>
                  <a:pt x="12370" y="6418"/>
                </a:lnTo>
                <a:lnTo>
                  <a:pt x="12310" y="6842"/>
                </a:lnTo>
                <a:lnTo>
                  <a:pt x="12249" y="7286"/>
                </a:lnTo>
                <a:lnTo>
                  <a:pt x="12148" y="8133"/>
                </a:lnTo>
                <a:lnTo>
                  <a:pt x="12088" y="9001"/>
                </a:lnTo>
                <a:lnTo>
                  <a:pt x="12007" y="9889"/>
                </a:lnTo>
                <a:lnTo>
                  <a:pt x="11906" y="10777"/>
                </a:lnTo>
                <a:lnTo>
                  <a:pt x="11846" y="11261"/>
                </a:lnTo>
                <a:lnTo>
                  <a:pt x="11765" y="11746"/>
                </a:lnTo>
                <a:lnTo>
                  <a:pt x="11664" y="12230"/>
                </a:lnTo>
                <a:lnTo>
                  <a:pt x="11543" y="12714"/>
                </a:lnTo>
                <a:lnTo>
                  <a:pt x="11402" y="13198"/>
                </a:lnTo>
                <a:lnTo>
                  <a:pt x="11220" y="13642"/>
                </a:lnTo>
                <a:lnTo>
                  <a:pt x="11119" y="13844"/>
                </a:lnTo>
                <a:lnTo>
                  <a:pt x="10998" y="14066"/>
                </a:lnTo>
                <a:lnTo>
                  <a:pt x="10877" y="14248"/>
                </a:lnTo>
                <a:lnTo>
                  <a:pt x="10736" y="14450"/>
                </a:lnTo>
                <a:lnTo>
                  <a:pt x="10514" y="14692"/>
                </a:lnTo>
                <a:lnTo>
                  <a:pt x="10272" y="14934"/>
                </a:lnTo>
                <a:lnTo>
                  <a:pt x="9989" y="15136"/>
                </a:lnTo>
                <a:lnTo>
                  <a:pt x="9707" y="15338"/>
                </a:lnTo>
                <a:lnTo>
                  <a:pt x="9424" y="15519"/>
                </a:lnTo>
                <a:lnTo>
                  <a:pt x="9121" y="15681"/>
                </a:lnTo>
                <a:lnTo>
                  <a:pt x="8516" y="16004"/>
                </a:lnTo>
                <a:lnTo>
                  <a:pt x="8274" y="16145"/>
                </a:lnTo>
                <a:lnTo>
                  <a:pt x="7668" y="16447"/>
                </a:lnTo>
                <a:lnTo>
                  <a:pt x="7083" y="16791"/>
                </a:lnTo>
                <a:lnTo>
                  <a:pt x="6478" y="17134"/>
                </a:lnTo>
                <a:lnTo>
                  <a:pt x="5913" y="17497"/>
                </a:lnTo>
                <a:lnTo>
                  <a:pt x="5328" y="17860"/>
                </a:lnTo>
                <a:lnTo>
                  <a:pt x="4763" y="18223"/>
                </a:lnTo>
                <a:lnTo>
                  <a:pt x="4198" y="18607"/>
                </a:lnTo>
                <a:lnTo>
                  <a:pt x="3653" y="19010"/>
                </a:lnTo>
                <a:lnTo>
                  <a:pt x="2866" y="19596"/>
                </a:lnTo>
                <a:lnTo>
                  <a:pt x="2502" y="19918"/>
                </a:lnTo>
                <a:lnTo>
                  <a:pt x="2139" y="20241"/>
                </a:lnTo>
                <a:lnTo>
                  <a:pt x="1776" y="20584"/>
                </a:lnTo>
                <a:lnTo>
                  <a:pt x="1453" y="20948"/>
                </a:lnTo>
                <a:lnTo>
                  <a:pt x="1150" y="21331"/>
                </a:lnTo>
                <a:lnTo>
                  <a:pt x="868" y="21755"/>
                </a:lnTo>
                <a:lnTo>
                  <a:pt x="727" y="21997"/>
                </a:lnTo>
                <a:lnTo>
                  <a:pt x="585" y="22259"/>
                </a:lnTo>
                <a:lnTo>
                  <a:pt x="464" y="22542"/>
                </a:lnTo>
                <a:lnTo>
                  <a:pt x="363" y="22804"/>
                </a:lnTo>
                <a:lnTo>
                  <a:pt x="262" y="23087"/>
                </a:lnTo>
                <a:lnTo>
                  <a:pt x="182" y="23369"/>
                </a:lnTo>
                <a:lnTo>
                  <a:pt x="121" y="23652"/>
                </a:lnTo>
                <a:lnTo>
                  <a:pt x="61" y="23934"/>
                </a:lnTo>
                <a:lnTo>
                  <a:pt x="20" y="24217"/>
                </a:lnTo>
                <a:lnTo>
                  <a:pt x="0" y="24520"/>
                </a:lnTo>
                <a:lnTo>
                  <a:pt x="0" y="24802"/>
                </a:lnTo>
                <a:lnTo>
                  <a:pt x="0" y="25105"/>
                </a:lnTo>
                <a:lnTo>
                  <a:pt x="20" y="25387"/>
                </a:lnTo>
                <a:lnTo>
                  <a:pt x="61" y="25690"/>
                </a:lnTo>
                <a:lnTo>
                  <a:pt x="101" y="25972"/>
                </a:lnTo>
                <a:lnTo>
                  <a:pt x="161" y="26255"/>
                </a:lnTo>
                <a:lnTo>
                  <a:pt x="283" y="26699"/>
                </a:lnTo>
                <a:lnTo>
                  <a:pt x="444" y="27103"/>
                </a:lnTo>
                <a:lnTo>
                  <a:pt x="646" y="27486"/>
                </a:lnTo>
                <a:lnTo>
                  <a:pt x="848" y="27849"/>
                </a:lnTo>
                <a:lnTo>
                  <a:pt x="1110" y="28172"/>
                </a:lnTo>
                <a:lnTo>
                  <a:pt x="1372" y="28475"/>
                </a:lnTo>
                <a:lnTo>
                  <a:pt x="1675" y="28737"/>
                </a:lnTo>
                <a:lnTo>
                  <a:pt x="1978" y="28959"/>
                </a:lnTo>
                <a:lnTo>
                  <a:pt x="2220" y="29100"/>
                </a:lnTo>
                <a:lnTo>
                  <a:pt x="2462" y="29221"/>
                </a:lnTo>
                <a:lnTo>
                  <a:pt x="2704" y="29302"/>
                </a:lnTo>
                <a:lnTo>
                  <a:pt x="2967" y="29383"/>
                </a:lnTo>
                <a:lnTo>
                  <a:pt x="3209" y="29443"/>
                </a:lnTo>
                <a:lnTo>
                  <a:pt x="3471" y="29484"/>
                </a:lnTo>
                <a:lnTo>
                  <a:pt x="3733" y="29504"/>
                </a:lnTo>
                <a:lnTo>
                  <a:pt x="3996" y="29524"/>
                </a:lnTo>
                <a:lnTo>
                  <a:pt x="4460" y="29484"/>
                </a:lnTo>
                <a:lnTo>
                  <a:pt x="4904" y="29423"/>
                </a:lnTo>
                <a:lnTo>
                  <a:pt x="5368" y="29322"/>
                </a:lnTo>
                <a:lnTo>
                  <a:pt x="5812" y="29181"/>
                </a:lnTo>
                <a:lnTo>
                  <a:pt x="6236" y="29020"/>
                </a:lnTo>
                <a:lnTo>
                  <a:pt x="6639" y="28838"/>
                </a:lnTo>
                <a:lnTo>
                  <a:pt x="7003" y="28636"/>
                </a:lnTo>
                <a:lnTo>
                  <a:pt x="7366" y="28414"/>
                </a:lnTo>
                <a:lnTo>
                  <a:pt x="7729" y="28152"/>
                </a:lnTo>
                <a:lnTo>
                  <a:pt x="8072" y="27890"/>
                </a:lnTo>
                <a:lnTo>
                  <a:pt x="8415" y="27587"/>
                </a:lnTo>
                <a:lnTo>
                  <a:pt x="8738" y="27304"/>
                </a:lnTo>
                <a:lnTo>
                  <a:pt x="9384" y="26699"/>
                </a:lnTo>
                <a:lnTo>
                  <a:pt x="9989" y="26073"/>
                </a:lnTo>
                <a:lnTo>
                  <a:pt x="10756" y="25307"/>
                </a:lnTo>
                <a:lnTo>
                  <a:pt x="11139" y="24943"/>
                </a:lnTo>
                <a:lnTo>
                  <a:pt x="11543" y="24580"/>
                </a:lnTo>
                <a:lnTo>
                  <a:pt x="12108" y="24116"/>
                </a:lnTo>
                <a:lnTo>
                  <a:pt x="12693" y="23672"/>
                </a:lnTo>
                <a:lnTo>
                  <a:pt x="13299" y="23248"/>
                </a:lnTo>
                <a:lnTo>
                  <a:pt x="13985" y="22824"/>
                </a:lnTo>
                <a:lnTo>
                  <a:pt x="14691" y="22401"/>
                </a:lnTo>
                <a:lnTo>
                  <a:pt x="15458" y="21997"/>
                </a:lnTo>
                <a:lnTo>
                  <a:pt x="16285" y="21593"/>
                </a:lnTo>
                <a:lnTo>
                  <a:pt x="17173" y="21170"/>
                </a:lnTo>
                <a:lnTo>
                  <a:pt x="17758" y="20907"/>
                </a:lnTo>
                <a:lnTo>
                  <a:pt x="18505" y="20584"/>
                </a:lnTo>
                <a:lnTo>
                  <a:pt x="19252" y="20241"/>
                </a:lnTo>
                <a:lnTo>
                  <a:pt x="19958" y="19878"/>
                </a:lnTo>
                <a:lnTo>
                  <a:pt x="20321" y="19696"/>
                </a:lnTo>
                <a:lnTo>
                  <a:pt x="20664" y="19495"/>
                </a:lnTo>
                <a:lnTo>
                  <a:pt x="20987" y="19273"/>
                </a:lnTo>
                <a:lnTo>
                  <a:pt x="21330" y="19051"/>
                </a:lnTo>
                <a:lnTo>
                  <a:pt x="21633" y="18809"/>
                </a:lnTo>
                <a:lnTo>
                  <a:pt x="21936" y="18566"/>
                </a:lnTo>
                <a:lnTo>
                  <a:pt x="22218" y="18304"/>
                </a:lnTo>
                <a:lnTo>
                  <a:pt x="22501" y="18022"/>
                </a:lnTo>
                <a:lnTo>
                  <a:pt x="22743" y="17719"/>
                </a:lnTo>
                <a:lnTo>
                  <a:pt x="22985" y="17396"/>
                </a:lnTo>
                <a:lnTo>
                  <a:pt x="23227" y="17013"/>
                </a:lnTo>
                <a:lnTo>
                  <a:pt x="23449" y="16589"/>
                </a:lnTo>
                <a:lnTo>
                  <a:pt x="23631" y="16185"/>
                </a:lnTo>
                <a:lnTo>
                  <a:pt x="23792" y="15761"/>
                </a:lnTo>
                <a:lnTo>
                  <a:pt x="23954" y="15317"/>
                </a:lnTo>
                <a:lnTo>
                  <a:pt x="24075" y="14873"/>
                </a:lnTo>
                <a:lnTo>
                  <a:pt x="24297" y="14006"/>
                </a:lnTo>
                <a:lnTo>
                  <a:pt x="24478" y="13198"/>
                </a:lnTo>
                <a:lnTo>
                  <a:pt x="24620" y="12432"/>
                </a:lnTo>
                <a:lnTo>
                  <a:pt x="24741" y="11685"/>
                </a:lnTo>
                <a:lnTo>
                  <a:pt x="24842" y="10938"/>
                </a:lnTo>
                <a:lnTo>
                  <a:pt x="24902" y="10232"/>
                </a:lnTo>
                <a:lnTo>
                  <a:pt x="24943" y="9546"/>
                </a:lnTo>
                <a:lnTo>
                  <a:pt x="24963" y="8880"/>
                </a:lnTo>
                <a:lnTo>
                  <a:pt x="24963" y="8214"/>
                </a:lnTo>
                <a:lnTo>
                  <a:pt x="24922" y="7447"/>
                </a:lnTo>
                <a:lnTo>
                  <a:pt x="24842" y="6721"/>
                </a:lnTo>
                <a:lnTo>
                  <a:pt x="24741" y="6014"/>
                </a:lnTo>
                <a:lnTo>
                  <a:pt x="24579" y="5348"/>
                </a:lnTo>
                <a:lnTo>
                  <a:pt x="24398" y="4703"/>
                </a:lnTo>
                <a:lnTo>
                  <a:pt x="24156" y="4097"/>
                </a:lnTo>
                <a:lnTo>
                  <a:pt x="23893" y="3532"/>
                </a:lnTo>
                <a:lnTo>
                  <a:pt x="23752" y="3250"/>
                </a:lnTo>
                <a:lnTo>
                  <a:pt x="23591" y="2987"/>
                </a:lnTo>
                <a:lnTo>
                  <a:pt x="23389" y="2685"/>
                </a:lnTo>
                <a:lnTo>
                  <a:pt x="23187" y="2382"/>
                </a:lnTo>
                <a:lnTo>
                  <a:pt x="22965" y="2099"/>
                </a:lnTo>
                <a:lnTo>
                  <a:pt x="22723" y="1837"/>
                </a:lnTo>
                <a:lnTo>
                  <a:pt x="22460" y="1595"/>
                </a:lnTo>
                <a:lnTo>
                  <a:pt x="22218" y="1353"/>
                </a:lnTo>
                <a:lnTo>
                  <a:pt x="21936" y="1151"/>
                </a:lnTo>
                <a:lnTo>
                  <a:pt x="21653" y="949"/>
                </a:lnTo>
                <a:lnTo>
                  <a:pt x="21371" y="768"/>
                </a:lnTo>
                <a:lnTo>
                  <a:pt x="21088" y="606"/>
                </a:lnTo>
                <a:lnTo>
                  <a:pt x="20785" y="445"/>
                </a:lnTo>
                <a:lnTo>
                  <a:pt x="20483" y="324"/>
                </a:lnTo>
                <a:lnTo>
                  <a:pt x="20160" y="223"/>
                </a:lnTo>
                <a:lnTo>
                  <a:pt x="19857" y="142"/>
                </a:lnTo>
                <a:lnTo>
                  <a:pt x="19534" y="61"/>
                </a:lnTo>
                <a:lnTo>
                  <a:pt x="19211" y="21"/>
                </a:lnTo>
                <a:lnTo>
                  <a:pt x="18929" y="1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99" name="Google Shape;899;p11"/>
          <p:cNvSpPr/>
          <p:nvPr/>
        </p:nvSpPr>
        <p:spPr>
          <a:xfrm flipH="1">
            <a:off x="7919037" y="1525620"/>
            <a:ext cx="653335" cy="572101"/>
          </a:xfrm>
          <a:custGeom>
            <a:rect b="b" l="l" r="r" t="t"/>
            <a:pathLst>
              <a:path extrusionOk="0" h="10233" w="11686">
                <a:moveTo>
                  <a:pt x="10817" y="82"/>
                </a:moveTo>
                <a:lnTo>
                  <a:pt x="10918" y="102"/>
                </a:lnTo>
                <a:lnTo>
                  <a:pt x="10979" y="142"/>
                </a:lnTo>
                <a:lnTo>
                  <a:pt x="11039" y="182"/>
                </a:lnTo>
                <a:lnTo>
                  <a:pt x="11120" y="303"/>
                </a:lnTo>
                <a:lnTo>
                  <a:pt x="11201" y="445"/>
                </a:lnTo>
                <a:lnTo>
                  <a:pt x="11241" y="586"/>
                </a:lnTo>
                <a:lnTo>
                  <a:pt x="11382" y="1191"/>
                </a:lnTo>
                <a:lnTo>
                  <a:pt x="11504" y="1797"/>
                </a:lnTo>
                <a:lnTo>
                  <a:pt x="11564" y="2422"/>
                </a:lnTo>
                <a:lnTo>
                  <a:pt x="11604" y="3028"/>
                </a:lnTo>
                <a:lnTo>
                  <a:pt x="11584" y="3653"/>
                </a:lnTo>
                <a:lnTo>
                  <a:pt x="11544" y="4259"/>
                </a:lnTo>
                <a:lnTo>
                  <a:pt x="11463" y="4884"/>
                </a:lnTo>
                <a:lnTo>
                  <a:pt x="11342" y="5490"/>
                </a:lnTo>
                <a:lnTo>
                  <a:pt x="11241" y="5853"/>
                </a:lnTo>
                <a:lnTo>
                  <a:pt x="11140" y="6176"/>
                </a:lnTo>
                <a:lnTo>
                  <a:pt x="11019" y="6499"/>
                </a:lnTo>
                <a:lnTo>
                  <a:pt x="10878" y="6781"/>
                </a:lnTo>
                <a:lnTo>
                  <a:pt x="10737" y="7044"/>
                </a:lnTo>
                <a:lnTo>
                  <a:pt x="10575" y="7286"/>
                </a:lnTo>
                <a:lnTo>
                  <a:pt x="10414" y="7488"/>
                </a:lnTo>
                <a:lnTo>
                  <a:pt x="10212" y="7669"/>
                </a:lnTo>
                <a:lnTo>
                  <a:pt x="10030" y="7831"/>
                </a:lnTo>
                <a:lnTo>
                  <a:pt x="9849" y="7972"/>
                </a:lnTo>
                <a:lnTo>
                  <a:pt x="9647" y="8093"/>
                </a:lnTo>
                <a:lnTo>
                  <a:pt x="9425" y="8194"/>
                </a:lnTo>
                <a:lnTo>
                  <a:pt x="9001" y="8396"/>
                </a:lnTo>
                <a:lnTo>
                  <a:pt x="8557" y="8557"/>
                </a:lnTo>
                <a:lnTo>
                  <a:pt x="7730" y="8840"/>
                </a:lnTo>
                <a:lnTo>
                  <a:pt x="6862" y="9142"/>
                </a:lnTo>
                <a:lnTo>
                  <a:pt x="5974" y="9405"/>
                </a:lnTo>
                <a:lnTo>
                  <a:pt x="5066" y="9647"/>
                </a:lnTo>
                <a:lnTo>
                  <a:pt x="4158" y="9849"/>
                </a:lnTo>
                <a:lnTo>
                  <a:pt x="3714" y="9950"/>
                </a:lnTo>
                <a:lnTo>
                  <a:pt x="3270" y="10010"/>
                </a:lnTo>
                <a:lnTo>
                  <a:pt x="2806" y="10071"/>
                </a:lnTo>
                <a:lnTo>
                  <a:pt x="2362" y="10111"/>
                </a:lnTo>
                <a:lnTo>
                  <a:pt x="1918" y="10151"/>
                </a:lnTo>
                <a:lnTo>
                  <a:pt x="1252" y="10151"/>
                </a:lnTo>
                <a:lnTo>
                  <a:pt x="1070" y="10131"/>
                </a:lnTo>
                <a:lnTo>
                  <a:pt x="889" y="10071"/>
                </a:lnTo>
                <a:lnTo>
                  <a:pt x="707" y="10010"/>
                </a:lnTo>
                <a:lnTo>
                  <a:pt x="566" y="9950"/>
                </a:lnTo>
                <a:lnTo>
                  <a:pt x="425" y="9849"/>
                </a:lnTo>
                <a:lnTo>
                  <a:pt x="324" y="9748"/>
                </a:lnTo>
                <a:lnTo>
                  <a:pt x="223" y="9627"/>
                </a:lnTo>
                <a:lnTo>
                  <a:pt x="162" y="9526"/>
                </a:lnTo>
                <a:lnTo>
                  <a:pt x="122" y="9405"/>
                </a:lnTo>
                <a:lnTo>
                  <a:pt x="102" y="9284"/>
                </a:lnTo>
                <a:lnTo>
                  <a:pt x="82" y="9163"/>
                </a:lnTo>
                <a:lnTo>
                  <a:pt x="102" y="9021"/>
                </a:lnTo>
                <a:lnTo>
                  <a:pt x="122" y="8880"/>
                </a:lnTo>
                <a:lnTo>
                  <a:pt x="162" y="8739"/>
                </a:lnTo>
                <a:lnTo>
                  <a:pt x="223" y="8577"/>
                </a:lnTo>
                <a:lnTo>
                  <a:pt x="324" y="8416"/>
                </a:lnTo>
                <a:lnTo>
                  <a:pt x="425" y="8234"/>
                </a:lnTo>
                <a:lnTo>
                  <a:pt x="546" y="8073"/>
                </a:lnTo>
                <a:lnTo>
                  <a:pt x="667" y="7911"/>
                </a:lnTo>
                <a:lnTo>
                  <a:pt x="970" y="7589"/>
                </a:lnTo>
                <a:lnTo>
                  <a:pt x="1292" y="7306"/>
                </a:lnTo>
                <a:lnTo>
                  <a:pt x="1615" y="7064"/>
                </a:lnTo>
                <a:lnTo>
                  <a:pt x="1979" y="6822"/>
                </a:lnTo>
                <a:lnTo>
                  <a:pt x="2322" y="6620"/>
                </a:lnTo>
                <a:lnTo>
                  <a:pt x="2645" y="6438"/>
                </a:lnTo>
                <a:lnTo>
                  <a:pt x="3008" y="6257"/>
                </a:lnTo>
                <a:lnTo>
                  <a:pt x="3391" y="6075"/>
                </a:lnTo>
                <a:lnTo>
                  <a:pt x="4138" y="5752"/>
                </a:lnTo>
                <a:lnTo>
                  <a:pt x="5107" y="5328"/>
                </a:lnTo>
                <a:lnTo>
                  <a:pt x="5591" y="5086"/>
                </a:lnTo>
                <a:lnTo>
                  <a:pt x="6055" y="4824"/>
                </a:lnTo>
                <a:lnTo>
                  <a:pt x="6459" y="4582"/>
                </a:lnTo>
                <a:lnTo>
                  <a:pt x="6822" y="4319"/>
                </a:lnTo>
                <a:lnTo>
                  <a:pt x="7185" y="4017"/>
                </a:lnTo>
                <a:lnTo>
                  <a:pt x="7528" y="3714"/>
                </a:lnTo>
                <a:lnTo>
                  <a:pt x="7851" y="3391"/>
                </a:lnTo>
                <a:lnTo>
                  <a:pt x="8174" y="3048"/>
                </a:lnTo>
                <a:lnTo>
                  <a:pt x="8456" y="2685"/>
                </a:lnTo>
                <a:lnTo>
                  <a:pt x="8719" y="2301"/>
                </a:lnTo>
                <a:lnTo>
                  <a:pt x="9021" y="1817"/>
                </a:lnTo>
                <a:lnTo>
                  <a:pt x="9324" y="1353"/>
                </a:lnTo>
                <a:lnTo>
                  <a:pt x="9465" y="1131"/>
                </a:lnTo>
                <a:lnTo>
                  <a:pt x="9647" y="909"/>
                </a:lnTo>
                <a:lnTo>
                  <a:pt x="9808" y="707"/>
                </a:lnTo>
                <a:lnTo>
                  <a:pt x="10010" y="525"/>
                </a:lnTo>
                <a:lnTo>
                  <a:pt x="10212" y="344"/>
                </a:lnTo>
                <a:lnTo>
                  <a:pt x="10434" y="203"/>
                </a:lnTo>
                <a:lnTo>
                  <a:pt x="10575" y="122"/>
                </a:lnTo>
                <a:lnTo>
                  <a:pt x="10696" y="102"/>
                </a:lnTo>
                <a:lnTo>
                  <a:pt x="10817" y="82"/>
                </a:lnTo>
                <a:close/>
                <a:moveTo>
                  <a:pt x="10838" y="1"/>
                </a:moveTo>
                <a:lnTo>
                  <a:pt x="10696" y="21"/>
                </a:lnTo>
                <a:lnTo>
                  <a:pt x="10555" y="61"/>
                </a:lnTo>
                <a:lnTo>
                  <a:pt x="10394" y="122"/>
                </a:lnTo>
                <a:lnTo>
                  <a:pt x="10152" y="283"/>
                </a:lnTo>
                <a:lnTo>
                  <a:pt x="9950" y="445"/>
                </a:lnTo>
                <a:lnTo>
                  <a:pt x="9748" y="647"/>
                </a:lnTo>
                <a:lnTo>
                  <a:pt x="9586" y="848"/>
                </a:lnTo>
                <a:lnTo>
                  <a:pt x="9405" y="1070"/>
                </a:lnTo>
                <a:lnTo>
                  <a:pt x="9264" y="1312"/>
                </a:lnTo>
                <a:lnTo>
                  <a:pt x="8961" y="1777"/>
                </a:lnTo>
                <a:lnTo>
                  <a:pt x="8658" y="2261"/>
                </a:lnTo>
                <a:lnTo>
                  <a:pt x="8396" y="2624"/>
                </a:lnTo>
                <a:lnTo>
                  <a:pt x="8113" y="2987"/>
                </a:lnTo>
                <a:lnTo>
                  <a:pt x="7790" y="3331"/>
                </a:lnTo>
                <a:lnTo>
                  <a:pt x="7468" y="3653"/>
                </a:lnTo>
                <a:lnTo>
                  <a:pt x="7145" y="3956"/>
                </a:lnTo>
                <a:lnTo>
                  <a:pt x="6781" y="4239"/>
                </a:lnTo>
                <a:lnTo>
                  <a:pt x="6398" y="4521"/>
                </a:lnTo>
                <a:lnTo>
                  <a:pt x="6015" y="4763"/>
                </a:lnTo>
                <a:lnTo>
                  <a:pt x="5550" y="5026"/>
                </a:lnTo>
                <a:lnTo>
                  <a:pt x="5066" y="5248"/>
                </a:lnTo>
                <a:lnTo>
                  <a:pt x="4097" y="5692"/>
                </a:lnTo>
                <a:lnTo>
                  <a:pt x="3351" y="6014"/>
                </a:lnTo>
                <a:lnTo>
                  <a:pt x="2988" y="6176"/>
                </a:lnTo>
                <a:lnTo>
                  <a:pt x="2604" y="6358"/>
                </a:lnTo>
                <a:lnTo>
                  <a:pt x="2281" y="6539"/>
                </a:lnTo>
                <a:lnTo>
                  <a:pt x="1918" y="6761"/>
                </a:lnTo>
                <a:lnTo>
                  <a:pt x="1575" y="7003"/>
                </a:lnTo>
                <a:lnTo>
                  <a:pt x="1232" y="7266"/>
                </a:lnTo>
                <a:lnTo>
                  <a:pt x="909" y="7548"/>
                </a:lnTo>
                <a:lnTo>
                  <a:pt x="606" y="7851"/>
                </a:lnTo>
                <a:lnTo>
                  <a:pt x="485" y="8012"/>
                </a:lnTo>
                <a:lnTo>
                  <a:pt x="364" y="8194"/>
                </a:lnTo>
                <a:lnTo>
                  <a:pt x="243" y="8376"/>
                </a:lnTo>
                <a:lnTo>
                  <a:pt x="162" y="8557"/>
                </a:lnTo>
                <a:lnTo>
                  <a:pt x="102" y="8719"/>
                </a:lnTo>
                <a:lnTo>
                  <a:pt x="41" y="8860"/>
                </a:lnTo>
                <a:lnTo>
                  <a:pt x="21" y="9021"/>
                </a:lnTo>
                <a:lnTo>
                  <a:pt x="1" y="9163"/>
                </a:lnTo>
                <a:lnTo>
                  <a:pt x="21" y="9304"/>
                </a:lnTo>
                <a:lnTo>
                  <a:pt x="41" y="9425"/>
                </a:lnTo>
                <a:lnTo>
                  <a:pt x="102" y="9546"/>
                </a:lnTo>
                <a:lnTo>
                  <a:pt x="162" y="9667"/>
                </a:lnTo>
                <a:lnTo>
                  <a:pt x="263" y="9808"/>
                </a:lnTo>
                <a:lnTo>
                  <a:pt x="384" y="9909"/>
                </a:lnTo>
                <a:lnTo>
                  <a:pt x="526" y="10010"/>
                </a:lnTo>
                <a:lnTo>
                  <a:pt x="687" y="10091"/>
                </a:lnTo>
                <a:lnTo>
                  <a:pt x="849" y="10151"/>
                </a:lnTo>
                <a:lnTo>
                  <a:pt x="1050" y="10192"/>
                </a:lnTo>
                <a:lnTo>
                  <a:pt x="1252" y="10232"/>
                </a:lnTo>
                <a:lnTo>
                  <a:pt x="1918" y="10232"/>
                </a:lnTo>
                <a:lnTo>
                  <a:pt x="2362" y="10192"/>
                </a:lnTo>
                <a:lnTo>
                  <a:pt x="2826" y="10151"/>
                </a:lnTo>
                <a:lnTo>
                  <a:pt x="3270" y="10091"/>
                </a:lnTo>
                <a:lnTo>
                  <a:pt x="3734" y="10030"/>
                </a:lnTo>
                <a:lnTo>
                  <a:pt x="4178" y="9929"/>
                </a:lnTo>
                <a:lnTo>
                  <a:pt x="5086" y="9728"/>
                </a:lnTo>
                <a:lnTo>
                  <a:pt x="5994" y="9485"/>
                </a:lnTo>
                <a:lnTo>
                  <a:pt x="6882" y="9223"/>
                </a:lnTo>
                <a:lnTo>
                  <a:pt x="7750" y="8920"/>
                </a:lnTo>
                <a:lnTo>
                  <a:pt x="8577" y="8638"/>
                </a:lnTo>
                <a:lnTo>
                  <a:pt x="9021" y="8456"/>
                </a:lnTo>
                <a:lnTo>
                  <a:pt x="9465" y="8275"/>
                </a:lnTo>
                <a:lnTo>
                  <a:pt x="9687" y="8154"/>
                </a:lnTo>
                <a:lnTo>
                  <a:pt x="9889" y="8032"/>
                </a:lnTo>
                <a:lnTo>
                  <a:pt x="10091" y="7891"/>
                </a:lnTo>
                <a:lnTo>
                  <a:pt x="10273" y="7730"/>
                </a:lnTo>
                <a:lnTo>
                  <a:pt x="10474" y="7548"/>
                </a:lnTo>
                <a:lnTo>
                  <a:pt x="10636" y="7326"/>
                </a:lnTo>
                <a:lnTo>
                  <a:pt x="10817" y="7084"/>
                </a:lnTo>
                <a:lnTo>
                  <a:pt x="10959" y="6822"/>
                </a:lnTo>
                <a:lnTo>
                  <a:pt x="11100" y="6539"/>
                </a:lnTo>
                <a:lnTo>
                  <a:pt x="11221" y="6216"/>
                </a:lnTo>
                <a:lnTo>
                  <a:pt x="11322" y="5873"/>
                </a:lnTo>
                <a:lnTo>
                  <a:pt x="11423" y="5510"/>
                </a:lnTo>
                <a:lnTo>
                  <a:pt x="11544" y="4884"/>
                </a:lnTo>
                <a:lnTo>
                  <a:pt x="11625" y="4279"/>
                </a:lnTo>
                <a:lnTo>
                  <a:pt x="11665" y="3653"/>
                </a:lnTo>
                <a:lnTo>
                  <a:pt x="11685" y="3028"/>
                </a:lnTo>
                <a:lnTo>
                  <a:pt x="11645" y="2402"/>
                </a:lnTo>
                <a:lnTo>
                  <a:pt x="11584" y="1797"/>
                </a:lnTo>
                <a:lnTo>
                  <a:pt x="11463" y="1171"/>
                </a:lnTo>
                <a:lnTo>
                  <a:pt x="11322" y="566"/>
                </a:lnTo>
                <a:lnTo>
                  <a:pt x="11261" y="404"/>
                </a:lnTo>
                <a:lnTo>
                  <a:pt x="11201" y="263"/>
                </a:lnTo>
                <a:lnTo>
                  <a:pt x="11140" y="182"/>
                </a:lnTo>
                <a:lnTo>
                  <a:pt x="11100" y="122"/>
                </a:lnTo>
                <a:lnTo>
                  <a:pt x="11019" y="82"/>
                </a:lnTo>
                <a:lnTo>
                  <a:pt x="10959" y="41"/>
                </a:lnTo>
                <a:lnTo>
                  <a:pt x="10838" y="1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00" name="Google Shape;900;p11"/>
          <p:cNvSpPr/>
          <p:nvPr/>
        </p:nvSpPr>
        <p:spPr>
          <a:xfrm flipH="1">
            <a:off x="8379359" y="440309"/>
            <a:ext cx="1193681" cy="1427263"/>
          </a:xfrm>
          <a:custGeom>
            <a:rect b="b" l="l" r="r" t="t"/>
            <a:pathLst>
              <a:path extrusionOk="0" h="25529" w="21351">
                <a:moveTo>
                  <a:pt x="16709" y="81"/>
                </a:moveTo>
                <a:lnTo>
                  <a:pt x="17052" y="122"/>
                </a:lnTo>
                <a:lnTo>
                  <a:pt x="17416" y="202"/>
                </a:lnTo>
                <a:lnTo>
                  <a:pt x="17759" y="303"/>
                </a:lnTo>
                <a:lnTo>
                  <a:pt x="18102" y="424"/>
                </a:lnTo>
                <a:lnTo>
                  <a:pt x="18445" y="586"/>
                </a:lnTo>
                <a:lnTo>
                  <a:pt x="18788" y="788"/>
                </a:lnTo>
                <a:lnTo>
                  <a:pt x="19111" y="1010"/>
                </a:lnTo>
                <a:lnTo>
                  <a:pt x="19434" y="1272"/>
                </a:lnTo>
                <a:lnTo>
                  <a:pt x="19736" y="1575"/>
                </a:lnTo>
                <a:lnTo>
                  <a:pt x="19999" y="1897"/>
                </a:lnTo>
                <a:lnTo>
                  <a:pt x="20261" y="2261"/>
                </a:lnTo>
                <a:lnTo>
                  <a:pt x="20483" y="2644"/>
                </a:lnTo>
                <a:lnTo>
                  <a:pt x="20644" y="2947"/>
                </a:lnTo>
                <a:lnTo>
                  <a:pt x="20766" y="3250"/>
                </a:lnTo>
                <a:lnTo>
                  <a:pt x="20887" y="3572"/>
                </a:lnTo>
                <a:lnTo>
                  <a:pt x="20987" y="3895"/>
                </a:lnTo>
                <a:lnTo>
                  <a:pt x="21068" y="4238"/>
                </a:lnTo>
                <a:lnTo>
                  <a:pt x="21149" y="4581"/>
                </a:lnTo>
                <a:lnTo>
                  <a:pt x="21209" y="4945"/>
                </a:lnTo>
                <a:lnTo>
                  <a:pt x="21250" y="5308"/>
                </a:lnTo>
                <a:lnTo>
                  <a:pt x="21270" y="5691"/>
                </a:lnTo>
                <a:lnTo>
                  <a:pt x="21270" y="6075"/>
                </a:lnTo>
                <a:lnTo>
                  <a:pt x="21270" y="6478"/>
                </a:lnTo>
                <a:lnTo>
                  <a:pt x="21250" y="6882"/>
                </a:lnTo>
                <a:lnTo>
                  <a:pt x="21230" y="7306"/>
                </a:lnTo>
                <a:lnTo>
                  <a:pt x="21169" y="7750"/>
                </a:lnTo>
                <a:lnTo>
                  <a:pt x="21109" y="8194"/>
                </a:lnTo>
                <a:lnTo>
                  <a:pt x="21028" y="8658"/>
                </a:lnTo>
                <a:lnTo>
                  <a:pt x="20947" y="9122"/>
                </a:lnTo>
                <a:lnTo>
                  <a:pt x="20846" y="9586"/>
                </a:lnTo>
                <a:lnTo>
                  <a:pt x="20725" y="10010"/>
                </a:lnTo>
                <a:lnTo>
                  <a:pt x="20604" y="10434"/>
                </a:lnTo>
                <a:lnTo>
                  <a:pt x="20483" y="10857"/>
                </a:lnTo>
                <a:lnTo>
                  <a:pt x="20342" y="11261"/>
                </a:lnTo>
                <a:lnTo>
                  <a:pt x="20180" y="11644"/>
                </a:lnTo>
                <a:lnTo>
                  <a:pt x="20019" y="12008"/>
                </a:lnTo>
                <a:lnTo>
                  <a:pt x="19857" y="12371"/>
                </a:lnTo>
                <a:lnTo>
                  <a:pt x="19676" y="12714"/>
                </a:lnTo>
                <a:lnTo>
                  <a:pt x="19474" y="13037"/>
                </a:lnTo>
                <a:lnTo>
                  <a:pt x="19272" y="13340"/>
                </a:lnTo>
                <a:lnTo>
                  <a:pt x="19070" y="13642"/>
                </a:lnTo>
                <a:lnTo>
                  <a:pt x="18848" y="13945"/>
                </a:lnTo>
                <a:lnTo>
                  <a:pt x="18606" y="14207"/>
                </a:lnTo>
                <a:lnTo>
                  <a:pt x="18364" y="14470"/>
                </a:lnTo>
                <a:lnTo>
                  <a:pt x="18142" y="14692"/>
                </a:lnTo>
                <a:lnTo>
                  <a:pt x="17920" y="14893"/>
                </a:lnTo>
                <a:lnTo>
                  <a:pt x="17436" y="15297"/>
                </a:lnTo>
                <a:lnTo>
                  <a:pt x="16931" y="15640"/>
                </a:lnTo>
                <a:lnTo>
                  <a:pt x="16386" y="15983"/>
                </a:lnTo>
                <a:lnTo>
                  <a:pt x="15842" y="16306"/>
                </a:lnTo>
                <a:lnTo>
                  <a:pt x="15297" y="16589"/>
                </a:lnTo>
                <a:lnTo>
                  <a:pt x="14187" y="17154"/>
                </a:lnTo>
                <a:lnTo>
                  <a:pt x="13481" y="17497"/>
                </a:lnTo>
                <a:lnTo>
                  <a:pt x="12774" y="17860"/>
                </a:lnTo>
                <a:lnTo>
                  <a:pt x="12088" y="18264"/>
                </a:lnTo>
                <a:lnTo>
                  <a:pt x="11422" y="18667"/>
                </a:lnTo>
                <a:lnTo>
                  <a:pt x="10958" y="18990"/>
                </a:lnTo>
                <a:lnTo>
                  <a:pt x="10494" y="19333"/>
                </a:lnTo>
                <a:lnTo>
                  <a:pt x="10070" y="19696"/>
                </a:lnTo>
                <a:lnTo>
                  <a:pt x="9646" y="20060"/>
                </a:lnTo>
                <a:lnTo>
                  <a:pt x="8799" y="20847"/>
                </a:lnTo>
                <a:lnTo>
                  <a:pt x="7992" y="21613"/>
                </a:lnTo>
                <a:lnTo>
                  <a:pt x="7205" y="22400"/>
                </a:lnTo>
                <a:lnTo>
                  <a:pt x="6377" y="23167"/>
                </a:lnTo>
                <a:lnTo>
                  <a:pt x="5953" y="23531"/>
                </a:lnTo>
                <a:lnTo>
                  <a:pt x="5509" y="23894"/>
                </a:lnTo>
                <a:lnTo>
                  <a:pt x="5065" y="24237"/>
                </a:lnTo>
                <a:lnTo>
                  <a:pt x="4601" y="24560"/>
                </a:lnTo>
                <a:lnTo>
                  <a:pt x="4178" y="24822"/>
                </a:lnTo>
                <a:lnTo>
                  <a:pt x="3935" y="24963"/>
                </a:lnTo>
                <a:lnTo>
                  <a:pt x="3673" y="25084"/>
                </a:lnTo>
                <a:lnTo>
                  <a:pt x="3411" y="25205"/>
                </a:lnTo>
                <a:lnTo>
                  <a:pt x="3148" y="25306"/>
                </a:lnTo>
                <a:lnTo>
                  <a:pt x="2866" y="25367"/>
                </a:lnTo>
                <a:lnTo>
                  <a:pt x="2563" y="25427"/>
                </a:lnTo>
                <a:lnTo>
                  <a:pt x="2260" y="25448"/>
                </a:lnTo>
                <a:lnTo>
                  <a:pt x="1978" y="25427"/>
                </a:lnTo>
                <a:lnTo>
                  <a:pt x="1695" y="25367"/>
                </a:lnTo>
                <a:lnTo>
                  <a:pt x="1433" y="25286"/>
                </a:lnTo>
                <a:lnTo>
                  <a:pt x="1171" y="25185"/>
                </a:lnTo>
                <a:lnTo>
                  <a:pt x="949" y="25044"/>
                </a:lnTo>
                <a:lnTo>
                  <a:pt x="747" y="24883"/>
                </a:lnTo>
                <a:lnTo>
                  <a:pt x="585" y="24701"/>
                </a:lnTo>
                <a:lnTo>
                  <a:pt x="424" y="24459"/>
                </a:lnTo>
                <a:lnTo>
                  <a:pt x="303" y="24196"/>
                </a:lnTo>
                <a:lnTo>
                  <a:pt x="222" y="23894"/>
                </a:lnTo>
                <a:lnTo>
                  <a:pt x="142" y="23551"/>
                </a:lnTo>
                <a:lnTo>
                  <a:pt x="101" y="23167"/>
                </a:lnTo>
                <a:lnTo>
                  <a:pt x="81" y="22784"/>
                </a:lnTo>
                <a:lnTo>
                  <a:pt x="101" y="22421"/>
                </a:lnTo>
                <a:lnTo>
                  <a:pt x="142" y="22037"/>
                </a:lnTo>
                <a:lnTo>
                  <a:pt x="202" y="21654"/>
                </a:lnTo>
                <a:lnTo>
                  <a:pt x="303" y="21291"/>
                </a:lnTo>
                <a:lnTo>
                  <a:pt x="424" y="20947"/>
                </a:lnTo>
                <a:lnTo>
                  <a:pt x="585" y="20584"/>
                </a:lnTo>
                <a:lnTo>
                  <a:pt x="727" y="20342"/>
                </a:lnTo>
                <a:lnTo>
                  <a:pt x="868" y="20080"/>
                </a:lnTo>
                <a:lnTo>
                  <a:pt x="1029" y="19838"/>
                </a:lnTo>
                <a:lnTo>
                  <a:pt x="1211" y="19616"/>
                </a:lnTo>
                <a:lnTo>
                  <a:pt x="1393" y="19373"/>
                </a:lnTo>
                <a:lnTo>
                  <a:pt x="1574" y="19172"/>
                </a:lnTo>
                <a:lnTo>
                  <a:pt x="1978" y="18768"/>
                </a:lnTo>
                <a:lnTo>
                  <a:pt x="2402" y="18385"/>
                </a:lnTo>
                <a:lnTo>
                  <a:pt x="2825" y="18042"/>
                </a:lnTo>
                <a:lnTo>
                  <a:pt x="3249" y="17739"/>
                </a:lnTo>
                <a:lnTo>
                  <a:pt x="3673" y="17456"/>
                </a:lnTo>
                <a:lnTo>
                  <a:pt x="4561" y="16871"/>
                </a:lnTo>
                <a:lnTo>
                  <a:pt x="5489" y="16306"/>
                </a:lnTo>
                <a:lnTo>
                  <a:pt x="6438" y="15761"/>
                </a:lnTo>
                <a:lnTo>
                  <a:pt x="7366" y="15257"/>
                </a:lnTo>
                <a:lnTo>
                  <a:pt x="7568" y="15136"/>
                </a:lnTo>
                <a:lnTo>
                  <a:pt x="8153" y="14793"/>
                </a:lnTo>
                <a:lnTo>
                  <a:pt x="8758" y="14429"/>
                </a:lnTo>
                <a:lnTo>
                  <a:pt x="9041" y="14228"/>
                </a:lnTo>
                <a:lnTo>
                  <a:pt x="9323" y="14026"/>
                </a:lnTo>
                <a:lnTo>
                  <a:pt x="9606" y="13804"/>
                </a:lnTo>
                <a:lnTo>
                  <a:pt x="9868" y="13541"/>
                </a:lnTo>
                <a:lnTo>
                  <a:pt x="10070" y="13340"/>
                </a:lnTo>
                <a:lnTo>
                  <a:pt x="10232" y="13138"/>
                </a:lnTo>
                <a:lnTo>
                  <a:pt x="10393" y="12916"/>
                </a:lnTo>
                <a:lnTo>
                  <a:pt x="10534" y="12694"/>
                </a:lnTo>
                <a:lnTo>
                  <a:pt x="10675" y="12452"/>
                </a:lnTo>
                <a:lnTo>
                  <a:pt x="10797" y="12210"/>
                </a:lnTo>
                <a:lnTo>
                  <a:pt x="10897" y="11967"/>
                </a:lnTo>
                <a:lnTo>
                  <a:pt x="10978" y="11725"/>
                </a:lnTo>
                <a:lnTo>
                  <a:pt x="11140" y="11221"/>
                </a:lnTo>
                <a:lnTo>
                  <a:pt x="11261" y="10716"/>
                </a:lnTo>
                <a:lnTo>
                  <a:pt x="11362" y="10191"/>
                </a:lnTo>
                <a:lnTo>
                  <a:pt x="11463" y="9647"/>
                </a:lnTo>
                <a:lnTo>
                  <a:pt x="11563" y="8839"/>
                </a:lnTo>
                <a:lnTo>
                  <a:pt x="11664" y="8012"/>
                </a:lnTo>
                <a:lnTo>
                  <a:pt x="11846" y="6599"/>
                </a:lnTo>
                <a:lnTo>
                  <a:pt x="11947" y="5893"/>
                </a:lnTo>
                <a:lnTo>
                  <a:pt x="12088" y="5187"/>
                </a:lnTo>
                <a:lnTo>
                  <a:pt x="12209" y="4682"/>
                </a:lnTo>
                <a:lnTo>
                  <a:pt x="12330" y="4218"/>
                </a:lnTo>
                <a:lnTo>
                  <a:pt x="12472" y="3754"/>
                </a:lnTo>
                <a:lnTo>
                  <a:pt x="12633" y="3330"/>
                </a:lnTo>
                <a:lnTo>
                  <a:pt x="12794" y="2947"/>
                </a:lnTo>
                <a:lnTo>
                  <a:pt x="12976" y="2563"/>
                </a:lnTo>
                <a:lnTo>
                  <a:pt x="13158" y="2220"/>
                </a:lnTo>
                <a:lnTo>
                  <a:pt x="13359" y="1897"/>
                </a:lnTo>
                <a:lnTo>
                  <a:pt x="13561" y="1615"/>
                </a:lnTo>
                <a:lnTo>
                  <a:pt x="13803" y="1332"/>
                </a:lnTo>
                <a:lnTo>
                  <a:pt x="14025" y="1090"/>
                </a:lnTo>
                <a:lnTo>
                  <a:pt x="14288" y="868"/>
                </a:lnTo>
                <a:lnTo>
                  <a:pt x="14550" y="687"/>
                </a:lnTo>
                <a:lnTo>
                  <a:pt x="14812" y="525"/>
                </a:lnTo>
                <a:lnTo>
                  <a:pt x="15115" y="364"/>
                </a:lnTo>
                <a:lnTo>
                  <a:pt x="15418" y="263"/>
                </a:lnTo>
                <a:lnTo>
                  <a:pt x="15721" y="162"/>
                </a:lnTo>
                <a:lnTo>
                  <a:pt x="16043" y="101"/>
                </a:lnTo>
                <a:lnTo>
                  <a:pt x="16366" y="81"/>
                </a:lnTo>
                <a:close/>
                <a:moveTo>
                  <a:pt x="16467" y="1"/>
                </a:moveTo>
                <a:lnTo>
                  <a:pt x="16104" y="21"/>
                </a:lnTo>
                <a:lnTo>
                  <a:pt x="15741" y="81"/>
                </a:lnTo>
                <a:lnTo>
                  <a:pt x="15377" y="182"/>
                </a:lnTo>
                <a:lnTo>
                  <a:pt x="15075" y="303"/>
                </a:lnTo>
                <a:lnTo>
                  <a:pt x="14792" y="445"/>
                </a:lnTo>
                <a:lnTo>
                  <a:pt x="14510" y="606"/>
                </a:lnTo>
                <a:lnTo>
                  <a:pt x="14227" y="808"/>
                </a:lnTo>
                <a:lnTo>
                  <a:pt x="13985" y="1030"/>
                </a:lnTo>
                <a:lnTo>
                  <a:pt x="13743" y="1272"/>
                </a:lnTo>
                <a:lnTo>
                  <a:pt x="13501" y="1554"/>
                </a:lnTo>
                <a:lnTo>
                  <a:pt x="13299" y="1857"/>
                </a:lnTo>
                <a:lnTo>
                  <a:pt x="13097" y="2180"/>
                </a:lnTo>
                <a:lnTo>
                  <a:pt x="12895" y="2523"/>
                </a:lnTo>
                <a:lnTo>
                  <a:pt x="12714" y="2906"/>
                </a:lnTo>
                <a:lnTo>
                  <a:pt x="12552" y="3310"/>
                </a:lnTo>
                <a:lnTo>
                  <a:pt x="12391" y="3734"/>
                </a:lnTo>
                <a:lnTo>
                  <a:pt x="12250" y="4178"/>
                </a:lnTo>
                <a:lnTo>
                  <a:pt x="12128" y="4662"/>
                </a:lnTo>
                <a:lnTo>
                  <a:pt x="12007" y="5187"/>
                </a:lnTo>
                <a:lnTo>
                  <a:pt x="11886" y="5873"/>
                </a:lnTo>
                <a:lnTo>
                  <a:pt x="11765" y="6599"/>
                </a:lnTo>
                <a:lnTo>
                  <a:pt x="11584" y="7992"/>
                </a:lnTo>
                <a:lnTo>
                  <a:pt x="11483" y="8819"/>
                </a:lnTo>
                <a:lnTo>
                  <a:pt x="11382" y="9647"/>
                </a:lnTo>
                <a:lnTo>
                  <a:pt x="11281" y="10171"/>
                </a:lnTo>
                <a:lnTo>
                  <a:pt x="11180" y="10696"/>
                </a:lnTo>
                <a:lnTo>
                  <a:pt x="11059" y="11200"/>
                </a:lnTo>
                <a:lnTo>
                  <a:pt x="10918" y="11705"/>
                </a:lnTo>
                <a:lnTo>
                  <a:pt x="10817" y="11947"/>
                </a:lnTo>
                <a:lnTo>
                  <a:pt x="10716" y="12169"/>
                </a:lnTo>
                <a:lnTo>
                  <a:pt x="10595" y="12411"/>
                </a:lnTo>
                <a:lnTo>
                  <a:pt x="10474" y="12633"/>
                </a:lnTo>
                <a:lnTo>
                  <a:pt x="10332" y="12855"/>
                </a:lnTo>
                <a:lnTo>
                  <a:pt x="10171" y="13077"/>
                </a:lnTo>
                <a:lnTo>
                  <a:pt x="10010" y="13279"/>
                </a:lnTo>
                <a:lnTo>
                  <a:pt x="9808" y="13501"/>
                </a:lnTo>
                <a:lnTo>
                  <a:pt x="9545" y="13743"/>
                </a:lnTo>
                <a:lnTo>
                  <a:pt x="9283" y="13965"/>
                </a:lnTo>
                <a:lnTo>
                  <a:pt x="9001" y="14167"/>
                </a:lnTo>
                <a:lnTo>
                  <a:pt x="8718" y="14369"/>
                </a:lnTo>
                <a:lnTo>
                  <a:pt x="8113" y="14732"/>
                </a:lnTo>
                <a:lnTo>
                  <a:pt x="7527" y="15055"/>
                </a:lnTo>
                <a:lnTo>
                  <a:pt x="7326" y="15176"/>
                </a:lnTo>
                <a:lnTo>
                  <a:pt x="6397" y="15701"/>
                </a:lnTo>
                <a:lnTo>
                  <a:pt x="5449" y="16246"/>
                </a:lnTo>
                <a:lnTo>
                  <a:pt x="4521" y="16790"/>
                </a:lnTo>
                <a:lnTo>
                  <a:pt x="3612" y="17376"/>
                </a:lnTo>
                <a:lnTo>
                  <a:pt x="3209" y="17658"/>
                </a:lnTo>
                <a:lnTo>
                  <a:pt x="2765" y="17981"/>
                </a:lnTo>
                <a:lnTo>
                  <a:pt x="2341" y="18324"/>
                </a:lnTo>
                <a:lnTo>
                  <a:pt x="1917" y="18707"/>
                </a:lnTo>
                <a:lnTo>
                  <a:pt x="1514" y="19111"/>
                </a:lnTo>
                <a:lnTo>
                  <a:pt x="1312" y="19333"/>
                </a:lnTo>
                <a:lnTo>
                  <a:pt x="1130" y="19555"/>
                </a:lnTo>
                <a:lnTo>
                  <a:pt x="969" y="19797"/>
                </a:lnTo>
                <a:lnTo>
                  <a:pt x="807" y="20039"/>
                </a:lnTo>
                <a:lnTo>
                  <a:pt x="646" y="20302"/>
                </a:lnTo>
                <a:lnTo>
                  <a:pt x="505" y="20564"/>
                </a:lnTo>
                <a:lnTo>
                  <a:pt x="364" y="20907"/>
                </a:lnTo>
                <a:lnTo>
                  <a:pt x="222" y="21270"/>
                </a:lnTo>
                <a:lnTo>
                  <a:pt x="142" y="21654"/>
                </a:lnTo>
                <a:lnTo>
                  <a:pt x="61" y="22017"/>
                </a:lnTo>
                <a:lnTo>
                  <a:pt x="20" y="22400"/>
                </a:lnTo>
                <a:lnTo>
                  <a:pt x="0" y="22784"/>
                </a:lnTo>
                <a:lnTo>
                  <a:pt x="20" y="23167"/>
                </a:lnTo>
                <a:lnTo>
                  <a:pt x="61" y="23551"/>
                </a:lnTo>
                <a:lnTo>
                  <a:pt x="142" y="23914"/>
                </a:lnTo>
                <a:lnTo>
                  <a:pt x="242" y="24237"/>
                </a:lnTo>
                <a:lnTo>
                  <a:pt x="364" y="24499"/>
                </a:lnTo>
                <a:lnTo>
                  <a:pt x="505" y="24741"/>
                </a:lnTo>
                <a:lnTo>
                  <a:pt x="666" y="24923"/>
                </a:lnTo>
                <a:lnTo>
                  <a:pt x="848" y="25064"/>
                </a:lnTo>
                <a:lnTo>
                  <a:pt x="1050" y="25205"/>
                </a:lnTo>
                <a:lnTo>
                  <a:pt x="1251" y="25327"/>
                </a:lnTo>
                <a:lnTo>
                  <a:pt x="1494" y="25407"/>
                </a:lnTo>
                <a:lnTo>
                  <a:pt x="1736" y="25468"/>
                </a:lnTo>
                <a:lnTo>
                  <a:pt x="1978" y="25508"/>
                </a:lnTo>
                <a:lnTo>
                  <a:pt x="2260" y="25528"/>
                </a:lnTo>
                <a:lnTo>
                  <a:pt x="2563" y="25508"/>
                </a:lnTo>
                <a:lnTo>
                  <a:pt x="2866" y="25448"/>
                </a:lnTo>
                <a:lnTo>
                  <a:pt x="3169" y="25367"/>
                </a:lnTo>
                <a:lnTo>
                  <a:pt x="3451" y="25286"/>
                </a:lnTo>
                <a:lnTo>
                  <a:pt x="3713" y="25165"/>
                </a:lnTo>
                <a:lnTo>
                  <a:pt x="3976" y="25044"/>
                </a:lnTo>
                <a:lnTo>
                  <a:pt x="4218" y="24903"/>
                </a:lnTo>
                <a:lnTo>
                  <a:pt x="4642" y="24620"/>
                </a:lnTo>
                <a:lnTo>
                  <a:pt x="5106" y="24297"/>
                </a:lnTo>
                <a:lnTo>
                  <a:pt x="5550" y="23954"/>
                </a:lnTo>
                <a:lnTo>
                  <a:pt x="5994" y="23611"/>
                </a:lnTo>
                <a:lnTo>
                  <a:pt x="6418" y="23228"/>
                </a:lnTo>
                <a:lnTo>
                  <a:pt x="7245" y="22461"/>
                </a:lnTo>
                <a:lnTo>
                  <a:pt x="8052" y="21674"/>
                </a:lnTo>
                <a:lnTo>
                  <a:pt x="8859" y="20907"/>
                </a:lnTo>
                <a:lnTo>
                  <a:pt x="9687" y="20140"/>
                </a:lnTo>
                <a:lnTo>
                  <a:pt x="10110" y="19757"/>
                </a:lnTo>
                <a:lnTo>
                  <a:pt x="10554" y="19394"/>
                </a:lnTo>
                <a:lnTo>
                  <a:pt x="10998" y="19051"/>
                </a:lnTo>
                <a:lnTo>
                  <a:pt x="11463" y="18728"/>
                </a:lnTo>
                <a:lnTo>
                  <a:pt x="12128" y="18324"/>
                </a:lnTo>
                <a:lnTo>
                  <a:pt x="12815" y="17941"/>
                </a:lnTo>
                <a:lnTo>
                  <a:pt x="13521" y="17577"/>
                </a:lnTo>
                <a:lnTo>
                  <a:pt x="14207" y="17234"/>
                </a:lnTo>
                <a:lnTo>
                  <a:pt x="15337" y="16669"/>
                </a:lnTo>
                <a:lnTo>
                  <a:pt x="15902" y="16367"/>
                </a:lnTo>
                <a:lnTo>
                  <a:pt x="16447" y="16044"/>
                </a:lnTo>
                <a:lnTo>
                  <a:pt x="16972" y="15721"/>
                </a:lnTo>
                <a:lnTo>
                  <a:pt x="17476" y="15358"/>
                </a:lnTo>
                <a:lnTo>
                  <a:pt x="17981" y="14954"/>
                </a:lnTo>
                <a:lnTo>
                  <a:pt x="18203" y="14752"/>
                </a:lnTo>
                <a:lnTo>
                  <a:pt x="18425" y="14530"/>
                </a:lnTo>
                <a:lnTo>
                  <a:pt x="18667" y="14268"/>
                </a:lnTo>
                <a:lnTo>
                  <a:pt x="18909" y="13985"/>
                </a:lnTo>
                <a:lnTo>
                  <a:pt x="19131" y="13703"/>
                </a:lnTo>
                <a:lnTo>
                  <a:pt x="19333" y="13400"/>
                </a:lnTo>
                <a:lnTo>
                  <a:pt x="19535" y="13077"/>
                </a:lnTo>
                <a:lnTo>
                  <a:pt x="19736" y="12754"/>
                </a:lnTo>
                <a:lnTo>
                  <a:pt x="19918" y="12411"/>
                </a:lnTo>
                <a:lnTo>
                  <a:pt x="20100" y="12048"/>
                </a:lnTo>
                <a:lnTo>
                  <a:pt x="20261" y="11665"/>
                </a:lnTo>
                <a:lnTo>
                  <a:pt x="20402" y="11281"/>
                </a:lnTo>
                <a:lnTo>
                  <a:pt x="20544" y="10878"/>
                </a:lnTo>
                <a:lnTo>
                  <a:pt x="20685" y="10474"/>
                </a:lnTo>
                <a:lnTo>
                  <a:pt x="20806" y="10050"/>
                </a:lnTo>
                <a:lnTo>
                  <a:pt x="20927" y="9606"/>
                </a:lnTo>
                <a:lnTo>
                  <a:pt x="21028" y="9142"/>
                </a:lnTo>
                <a:lnTo>
                  <a:pt x="21109" y="8678"/>
                </a:lnTo>
                <a:lnTo>
                  <a:pt x="21189" y="8214"/>
                </a:lnTo>
                <a:lnTo>
                  <a:pt x="21250" y="7750"/>
                </a:lnTo>
                <a:lnTo>
                  <a:pt x="21310" y="7326"/>
                </a:lnTo>
                <a:lnTo>
                  <a:pt x="21331" y="6882"/>
                </a:lnTo>
                <a:lnTo>
                  <a:pt x="21351" y="6478"/>
                </a:lnTo>
                <a:lnTo>
                  <a:pt x="21351" y="6075"/>
                </a:lnTo>
                <a:lnTo>
                  <a:pt x="21351" y="5671"/>
                </a:lnTo>
                <a:lnTo>
                  <a:pt x="21331" y="5288"/>
                </a:lnTo>
                <a:lnTo>
                  <a:pt x="21270" y="4924"/>
                </a:lnTo>
                <a:lnTo>
                  <a:pt x="21230" y="4561"/>
                </a:lnTo>
                <a:lnTo>
                  <a:pt x="21149" y="4218"/>
                </a:lnTo>
                <a:lnTo>
                  <a:pt x="21068" y="3875"/>
                </a:lnTo>
                <a:lnTo>
                  <a:pt x="20967" y="3532"/>
                </a:lnTo>
                <a:lnTo>
                  <a:pt x="20846" y="3229"/>
                </a:lnTo>
                <a:lnTo>
                  <a:pt x="20705" y="2906"/>
                </a:lnTo>
                <a:lnTo>
                  <a:pt x="20564" y="2624"/>
                </a:lnTo>
                <a:lnTo>
                  <a:pt x="20362" y="2281"/>
                </a:lnTo>
                <a:lnTo>
                  <a:pt x="20140" y="1958"/>
                </a:lnTo>
                <a:lnTo>
                  <a:pt x="19898" y="1655"/>
                </a:lnTo>
                <a:lnTo>
                  <a:pt x="19615" y="1373"/>
                </a:lnTo>
                <a:lnTo>
                  <a:pt x="19333" y="1110"/>
                </a:lnTo>
                <a:lnTo>
                  <a:pt x="19010" y="868"/>
                </a:lnTo>
                <a:lnTo>
                  <a:pt x="18687" y="646"/>
                </a:lnTo>
                <a:lnTo>
                  <a:pt x="18344" y="465"/>
                </a:lnTo>
                <a:lnTo>
                  <a:pt x="17981" y="283"/>
                </a:lnTo>
                <a:lnTo>
                  <a:pt x="17597" y="162"/>
                </a:lnTo>
                <a:lnTo>
                  <a:pt x="17214" y="61"/>
                </a:lnTo>
                <a:lnTo>
                  <a:pt x="16851" y="21"/>
                </a:lnTo>
                <a:lnTo>
                  <a:pt x="16467" y="1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01" name="Google Shape;901;p11"/>
          <p:cNvSpPr/>
          <p:nvPr/>
        </p:nvSpPr>
        <p:spPr>
          <a:xfrm flipH="1">
            <a:off x="8538419" y="582479"/>
            <a:ext cx="901508" cy="1104564"/>
          </a:xfrm>
          <a:custGeom>
            <a:rect b="b" l="l" r="r" t="t"/>
            <a:pathLst>
              <a:path extrusionOk="0" h="19757" w="16125">
                <a:moveTo>
                  <a:pt x="13945" y="81"/>
                </a:moveTo>
                <a:lnTo>
                  <a:pt x="14187" y="142"/>
                </a:lnTo>
                <a:lnTo>
                  <a:pt x="14449" y="222"/>
                </a:lnTo>
                <a:lnTo>
                  <a:pt x="14671" y="323"/>
                </a:lnTo>
                <a:lnTo>
                  <a:pt x="14893" y="464"/>
                </a:lnTo>
                <a:lnTo>
                  <a:pt x="15095" y="626"/>
                </a:lnTo>
                <a:lnTo>
                  <a:pt x="15277" y="807"/>
                </a:lnTo>
                <a:lnTo>
                  <a:pt x="15438" y="1009"/>
                </a:lnTo>
                <a:lnTo>
                  <a:pt x="15620" y="1332"/>
                </a:lnTo>
                <a:lnTo>
                  <a:pt x="15761" y="1655"/>
                </a:lnTo>
                <a:lnTo>
                  <a:pt x="15862" y="1998"/>
                </a:lnTo>
                <a:lnTo>
                  <a:pt x="15943" y="2341"/>
                </a:lnTo>
                <a:lnTo>
                  <a:pt x="16003" y="2704"/>
                </a:lnTo>
                <a:lnTo>
                  <a:pt x="16023" y="3068"/>
                </a:lnTo>
                <a:lnTo>
                  <a:pt x="16044" y="3431"/>
                </a:lnTo>
                <a:lnTo>
                  <a:pt x="16044" y="3814"/>
                </a:lnTo>
                <a:lnTo>
                  <a:pt x="16023" y="4319"/>
                </a:lnTo>
                <a:lnTo>
                  <a:pt x="16003" y="4803"/>
                </a:lnTo>
                <a:lnTo>
                  <a:pt x="15963" y="5287"/>
                </a:lnTo>
                <a:lnTo>
                  <a:pt x="15923" y="5731"/>
                </a:lnTo>
                <a:lnTo>
                  <a:pt x="15862" y="6175"/>
                </a:lnTo>
                <a:lnTo>
                  <a:pt x="15781" y="6599"/>
                </a:lnTo>
                <a:lnTo>
                  <a:pt x="15701" y="7003"/>
                </a:lnTo>
                <a:lnTo>
                  <a:pt x="15600" y="7386"/>
                </a:lnTo>
                <a:lnTo>
                  <a:pt x="15479" y="7749"/>
                </a:lnTo>
                <a:lnTo>
                  <a:pt x="15337" y="8113"/>
                </a:lnTo>
                <a:lnTo>
                  <a:pt x="15196" y="8436"/>
                </a:lnTo>
                <a:lnTo>
                  <a:pt x="15055" y="8758"/>
                </a:lnTo>
                <a:lnTo>
                  <a:pt x="14873" y="9081"/>
                </a:lnTo>
                <a:lnTo>
                  <a:pt x="14692" y="9364"/>
                </a:lnTo>
                <a:lnTo>
                  <a:pt x="14490" y="9646"/>
                </a:lnTo>
                <a:lnTo>
                  <a:pt x="14268" y="9909"/>
                </a:lnTo>
                <a:lnTo>
                  <a:pt x="14086" y="10131"/>
                </a:lnTo>
                <a:lnTo>
                  <a:pt x="13884" y="10332"/>
                </a:lnTo>
                <a:lnTo>
                  <a:pt x="13683" y="10514"/>
                </a:lnTo>
                <a:lnTo>
                  <a:pt x="13461" y="10716"/>
                </a:lnTo>
                <a:lnTo>
                  <a:pt x="13017" y="11059"/>
                </a:lnTo>
                <a:lnTo>
                  <a:pt x="12532" y="11362"/>
                </a:lnTo>
                <a:lnTo>
                  <a:pt x="12048" y="11664"/>
                </a:lnTo>
                <a:lnTo>
                  <a:pt x="11543" y="11947"/>
                </a:lnTo>
                <a:lnTo>
                  <a:pt x="10514" y="12451"/>
                </a:lnTo>
                <a:lnTo>
                  <a:pt x="9586" y="12915"/>
                </a:lnTo>
                <a:lnTo>
                  <a:pt x="9122" y="13178"/>
                </a:lnTo>
                <a:lnTo>
                  <a:pt x="8678" y="13420"/>
                </a:lnTo>
                <a:lnTo>
                  <a:pt x="8032" y="13844"/>
                </a:lnTo>
                <a:lnTo>
                  <a:pt x="7427" y="14288"/>
                </a:lnTo>
                <a:lnTo>
                  <a:pt x="6821" y="14752"/>
                </a:lnTo>
                <a:lnTo>
                  <a:pt x="6236" y="15236"/>
                </a:lnTo>
                <a:lnTo>
                  <a:pt x="5671" y="15761"/>
                </a:lnTo>
                <a:lnTo>
                  <a:pt x="5106" y="16265"/>
                </a:lnTo>
                <a:lnTo>
                  <a:pt x="4037" y="17335"/>
                </a:lnTo>
                <a:lnTo>
                  <a:pt x="3350" y="18001"/>
                </a:lnTo>
                <a:lnTo>
                  <a:pt x="2644" y="18667"/>
                </a:lnTo>
                <a:lnTo>
                  <a:pt x="2281" y="18990"/>
                </a:lnTo>
                <a:lnTo>
                  <a:pt x="2099" y="19151"/>
                </a:lnTo>
                <a:lnTo>
                  <a:pt x="1897" y="19292"/>
                </a:lnTo>
                <a:lnTo>
                  <a:pt x="1696" y="19413"/>
                </a:lnTo>
                <a:lnTo>
                  <a:pt x="1474" y="19514"/>
                </a:lnTo>
                <a:lnTo>
                  <a:pt x="1272" y="19595"/>
                </a:lnTo>
                <a:lnTo>
                  <a:pt x="1030" y="19656"/>
                </a:lnTo>
                <a:lnTo>
                  <a:pt x="808" y="19676"/>
                </a:lnTo>
                <a:lnTo>
                  <a:pt x="687" y="19656"/>
                </a:lnTo>
                <a:lnTo>
                  <a:pt x="566" y="19635"/>
                </a:lnTo>
                <a:lnTo>
                  <a:pt x="444" y="19595"/>
                </a:lnTo>
                <a:lnTo>
                  <a:pt x="344" y="19555"/>
                </a:lnTo>
                <a:lnTo>
                  <a:pt x="243" y="19474"/>
                </a:lnTo>
                <a:lnTo>
                  <a:pt x="162" y="19373"/>
                </a:lnTo>
                <a:lnTo>
                  <a:pt x="101" y="19232"/>
                </a:lnTo>
                <a:lnTo>
                  <a:pt x="81" y="19091"/>
                </a:lnTo>
                <a:lnTo>
                  <a:pt x="81" y="18929"/>
                </a:lnTo>
                <a:lnTo>
                  <a:pt x="122" y="18788"/>
                </a:lnTo>
                <a:lnTo>
                  <a:pt x="162" y="18667"/>
                </a:lnTo>
                <a:lnTo>
                  <a:pt x="222" y="18546"/>
                </a:lnTo>
                <a:lnTo>
                  <a:pt x="323" y="18364"/>
                </a:lnTo>
                <a:lnTo>
                  <a:pt x="444" y="18203"/>
                </a:lnTo>
                <a:lnTo>
                  <a:pt x="566" y="18021"/>
                </a:lnTo>
                <a:lnTo>
                  <a:pt x="868" y="17718"/>
                </a:lnTo>
                <a:lnTo>
                  <a:pt x="1171" y="17436"/>
                </a:lnTo>
                <a:lnTo>
                  <a:pt x="1494" y="17173"/>
                </a:lnTo>
                <a:lnTo>
                  <a:pt x="2220" y="16588"/>
                </a:lnTo>
                <a:lnTo>
                  <a:pt x="2987" y="16043"/>
                </a:lnTo>
                <a:lnTo>
                  <a:pt x="3754" y="15499"/>
                </a:lnTo>
                <a:lnTo>
                  <a:pt x="4521" y="14974"/>
                </a:lnTo>
                <a:lnTo>
                  <a:pt x="5308" y="14429"/>
                </a:lnTo>
                <a:lnTo>
                  <a:pt x="6075" y="13884"/>
                </a:lnTo>
                <a:lnTo>
                  <a:pt x="6862" y="13319"/>
                </a:lnTo>
                <a:lnTo>
                  <a:pt x="7608" y="12734"/>
                </a:lnTo>
                <a:lnTo>
                  <a:pt x="8153" y="12270"/>
                </a:lnTo>
                <a:lnTo>
                  <a:pt x="8436" y="12007"/>
                </a:lnTo>
                <a:lnTo>
                  <a:pt x="8718" y="11725"/>
                </a:lnTo>
                <a:lnTo>
                  <a:pt x="9001" y="11422"/>
                </a:lnTo>
                <a:lnTo>
                  <a:pt x="9283" y="11119"/>
                </a:lnTo>
                <a:lnTo>
                  <a:pt x="9546" y="10776"/>
                </a:lnTo>
                <a:lnTo>
                  <a:pt x="9788" y="10413"/>
                </a:lnTo>
                <a:lnTo>
                  <a:pt x="9949" y="10131"/>
                </a:lnTo>
                <a:lnTo>
                  <a:pt x="10111" y="9828"/>
                </a:lnTo>
                <a:lnTo>
                  <a:pt x="10252" y="9525"/>
                </a:lnTo>
                <a:lnTo>
                  <a:pt x="10393" y="9202"/>
                </a:lnTo>
                <a:lnTo>
                  <a:pt x="10494" y="8879"/>
                </a:lnTo>
                <a:lnTo>
                  <a:pt x="10615" y="8557"/>
                </a:lnTo>
                <a:lnTo>
                  <a:pt x="10777" y="7911"/>
                </a:lnTo>
                <a:lnTo>
                  <a:pt x="10938" y="7245"/>
                </a:lnTo>
                <a:lnTo>
                  <a:pt x="11039" y="6559"/>
                </a:lnTo>
                <a:lnTo>
                  <a:pt x="11241" y="5207"/>
                </a:lnTo>
                <a:lnTo>
                  <a:pt x="11342" y="4399"/>
                </a:lnTo>
                <a:lnTo>
                  <a:pt x="11463" y="3612"/>
                </a:lnTo>
                <a:lnTo>
                  <a:pt x="11604" y="2825"/>
                </a:lnTo>
                <a:lnTo>
                  <a:pt x="11685" y="2422"/>
                </a:lnTo>
                <a:lnTo>
                  <a:pt x="11786" y="2038"/>
                </a:lnTo>
                <a:lnTo>
                  <a:pt x="11866" y="1756"/>
                </a:lnTo>
                <a:lnTo>
                  <a:pt x="11987" y="1473"/>
                </a:lnTo>
                <a:lnTo>
                  <a:pt x="12109" y="1171"/>
                </a:lnTo>
                <a:lnTo>
                  <a:pt x="12250" y="888"/>
                </a:lnTo>
                <a:lnTo>
                  <a:pt x="12452" y="626"/>
                </a:lnTo>
                <a:lnTo>
                  <a:pt x="12552" y="525"/>
                </a:lnTo>
                <a:lnTo>
                  <a:pt x="12674" y="404"/>
                </a:lnTo>
                <a:lnTo>
                  <a:pt x="12795" y="323"/>
                </a:lnTo>
                <a:lnTo>
                  <a:pt x="12916" y="242"/>
                </a:lnTo>
                <a:lnTo>
                  <a:pt x="13077" y="182"/>
                </a:lnTo>
                <a:lnTo>
                  <a:pt x="13218" y="121"/>
                </a:lnTo>
                <a:lnTo>
                  <a:pt x="13461" y="81"/>
                </a:lnTo>
                <a:close/>
                <a:moveTo>
                  <a:pt x="13541" y="0"/>
                </a:moveTo>
                <a:lnTo>
                  <a:pt x="13380" y="20"/>
                </a:lnTo>
                <a:lnTo>
                  <a:pt x="13218" y="41"/>
                </a:lnTo>
                <a:lnTo>
                  <a:pt x="13037" y="101"/>
                </a:lnTo>
                <a:lnTo>
                  <a:pt x="12896" y="162"/>
                </a:lnTo>
                <a:lnTo>
                  <a:pt x="12754" y="242"/>
                </a:lnTo>
                <a:lnTo>
                  <a:pt x="12613" y="343"/>
                </a:lnTo>
                <a:lnTo>
                  <a:pt x="12492" y="464"/>
                </a:lnTo>
                <a:lnTo>
                  <a:pt x="12391" y="565"/>
                </a:lnTo>
                <a:lnTo>
                  <a:pt x="12189" y="848"/>
                </a:lnTo>
                <a:lnTo>
                  <a:pt x="12028" y="1130"/>
                </a:lnTo>
                <a:lnTo>
                  <a:pt x="11907" y="1433"/>
                </a:lnTo>
                <a:lnTo>
                  <a:pt x="11806" y="1736"/>
                </a:lnTo>
                <a:lnTo>
                  <a:pt x="11705" y="2018"/>
                </a:lnTo>
                <a:lnTo>
                  <a:pt x="11604" y="2402"/>
                </a:lnTo>
                <a:lnTo>
                  <a:pt x="11523" y="2805"/>
                </a:lnTo>
                <a:lnTo>
                  <a:pt x="11382" y="3592"/>
                </a:lnTo>
                <a:lnTo>
                  <a:pt x="11261" y="4399"/>
                </a:lnTo>
                <a:lnTo>
                  <a:pt x="11160" y="5187"/>
                </a:lnTo>
                <a:lnTo>
                  <a:pt x="10958" y="6539"/>
                </a:lnTo>
                <a:lnTo>
                  <a:pt x="10857" y="7225"/>
                </a:lnTo>
                <a:lnTo>
                  <a:pt x="10716" y="7870"/>
                </a:lnTo>
                <a:lnTo>
                  <a:pt x="10534" y="8536"/>
                </a:lnTo>
                <a:lnTo>
                  <a:pt x="10434" y="8859"/>
                </a:lnTo>
                <a:lnTo>
                  <a:pt x="10313" y="9162"/>
                </a:lnTo>
                <a:lnTo>
                  <a:pt x="10191" y="9485"/>
                </a:lnTo>
                <a:lnTo>
                  <a:pt x="10050" y="9788"/>
                </a:lnTo>
                <a:lnTo>
                  <a:pt x="9889" y="10090"/>
                </a:lnTo>
                <a:lnTo>
                  <a:pt x="9707" y="10373"/>
                </a:lnTo>
                <a:lnTo>
                  <a:pt x="9465" y="10736"/>
                </a:lnTo>
                <a:lnTo>
                  <a:pt x="9223" y="11059"/>
                </a:lnTo>
                <a:lnTo>
                  <a:pt x="8940" y="11382"/>
                </a:lnTo>
                <a:lnTo>
                  <a:pt x="8658" y="11664"/>
                </a:lnTo>
                <a:lnTo>
                  <a:pt x="8375" y="11947"/>
                </a:lnTo>
                <a:lnTo>
                  <a:pt x="8093" y="12209"/>
                </a:lnTo>
                <a:lnTo>
                  <a:pt x="7568" y="12653"/>
                </a:lnTo>
                <a:lnTo>
                  <a:pt x="6801" y="13259"/>
                </a:lnTo>
                <a:lnTo>
                  <a:pt x="6034" y="13824"/>
                </a:lnTo>
                <a:lnTo>
                  <a:pt x="5247" y="14368"/>
                </a:lnTo>
                <a:lnTo>
                  <a:pt x="4480" y="14913"/>
                </a:lnTo>
                <a:lnTo>
                  <a:pt x="3714" y="15438"/>
                </a:lnTo>
                <a:lnTo>
                  <a:pt x="2927" y="15983"/>
                </a:lnTo>
                <a:lnTo>
                  <a:pt x="2180" y="16528"/>
                </a:lnTo>
                <a:lnTo>
                  <a:pt x="1433" y="17113"/>
                </a:lnTo>
                <a:lnTo>
                  <a:pt x="1131" y="17375"/>
                </a:lnTo>
                <a:lnTo>
                  <a:pt x="808" y="17658"/>
                </a:lnTo>
                <a:lnTo>
                  <a:pt x="505" y="17981"/>
                </a:lnTo>
                <a:lnTo>
                  <a:pt x="384" y="18142"/>
                </a:lnTo>
                <a:lnTo>
                  <a:pt x="243" y="18324"/>
                </a:lnTo>
                <a:lnTo>
                  <a:pt x="142" y="18526"/>
                </a:lnTo>
                <a:lnTo>
                  <a:pt x="81" y="18667"/>
                </a:lnTo>
                <a:lnTo>
                  <a:pt x="21" y="18808"/>
                </a:lnTo>
                <a:lnTo>
                  <a:pt x="1" y="18949"/>
                </a:lnTo>
                <a:lnTo>
                  <a:pt x="1" y="19111"/>
                </a:lnTo>
                <a:lnTo>
                  <a:pt x="21" y="19272"/>
                </a:lnTo>
                <a:lnTo>
                  <a:pt x="101" y="19434"/>
                </a:lnTo>
                <a:lnTo>
                  <a:pt x="162" y="19514"/>
                </a:lnTo>
                <a:lnTo>
                  <a:pt x="243" y="19575"/>
                </a:lnTo>
                <a:lnTo>
                  <a:pt x="323" y="19635"/>
                </a:lnTo>
                <a:lnTo>
                  <a:pt x="424" y="19676"/>
                </a:lnTo>
                <a:lnTo>
                  <a:pt x="626" y="19736"/>
                </a:lnTo>
                <a:lnTo>
                  <a:pt x="828" y="19757"/>
                </a:lnTo>
                <a:lnTo>
                  <a:pt x="1050" y="19736"/>
                </a:lnTo>
                <a:lnTo>
                  <a:pt x="1292" y="19676"/>
                </a:lnTo>
                <a:lnTo>
                  <a:pt x="1514" y="19595"/>
                </a:lnTo>
                <a:lnTo>
                  <a:pt x="1736" y="19494"/>
                </a:lnTo>
                <a:lnTo>
                  <a:pt x="1938" y="19353"/>
                </a:lnTo>
                <a:lnTo>
                  <a:pt x="2140" y="19212"/>
                </a:lnTo>
                <a:lnTo>
                  <a:pt x="2341" y="19050"/>
                </a:lnTo>
                <a:lnTo>
                  <a:pt x="2705" y="18727"/>
                </a:lnTo>
                <a:lnTo>
                  <a:pt x="3411" y="18061"/>
                </a:lnTo>
                <a:lnTo>
                  <a:pt x="4077" y="17395"/>
                </a:lnTo>
                <a:lnTo>
                  <a:pt x="5167" y="16326"/>
                </a:lnTo>
                <a:lnTo>
                  <a:pt x="5732" y="15821"/>
                </a:lnTo>
                <a:lnTo>
                  <a:pt x="6297" y="15297"/>
                </a:lnTo>
                <a:lnTo>
                  <a:pt x="6862" y="14812"/>
                </a:lnTo>
                <a:lnTo>
                  <a:pt x="7467" y="14348"/>
                </a:lnTo>
                <a:lnTo>
                  <a:pt x="8093" y="13904"/>
                </a:lnTo>
                <a:lnTo>
                  <a:pt x="8718" y="13501"/>
                </a:lnTo>
                <a:lnTo>
                  <a:pt x="9162" y="13238"/>
                </a:lnTo>
                <a:lnTo>
                  <a:pt x="9626" y="12996"/>
                </a:lnTo>
                <a:lnTo>
                  <a:pt x="10555" y="12532"/>
                </a:lnTo>
                <a:lnTo>
                  <a:pt x="11584" y="12007"/>
                </a:lnTo>
                <a:lnTo>
                  <a:pt x="12088" y="11725"/>
                </a:lnTo>
                <a:lnTo>
                  <a:pt x="12573" y="11442"/>
                </a:lnTo>
                <a:lnTo>
                  <a:pt x="13057" y="11119"/>
                </a:lnTo>
                <a:lnTo>
                  <a:pt x="13521" y="10776"/>
                </a:lnTo>
                <a:lnTo>
                  <a:pt x="13743" y="10575"/>
                </a:lnTo>
                <a:lnTo>
                  <a:pt x="13945" y="10393"/>
                </a:lnTo>
                <a:lnTo>
                  <a:pt x="14147" y="10171"/>
                </a:lnTo>
                <a:lnTo>
                  <a:pt x="14328" y="9969"/>
                </a:lnTo>
                <a:lnTo>
                  <a:pt x="14550" y="9687"/>
                </a:lnTo>
                <a:lnTo>
                  <a:pt x="14752" y="9404"/>
                </a:lnTo>
                <a:lnTo>
                  <a:pt x="14934" y="9122"/>
                </a:lnTo>
                <a:lnTo>
                  <a:pt x="15115" y="8799"/>
                </a:lnTo>
                <a:lnTo>
                  <a:pt x="15277" y="8476"/>
                </a:lnTo>
                <a:lnTo>
                  <a:pt x="15418" y="8133"/>
                </a:lnTo>
                <a:lnTo>
                  <a:pt x="15559" y="7790"/>
                </a:lnTo>
                <a:lnTo>
                  <a:pt x="15660" y="7406"/>
                </a:lnTo>
                <a:lnTo>
                  <a:pt x="15761" y="7023"/>
                </a:lnTo>
                <a:lnTo>
                  <a:pt x="15862" y="6619"/>
                </a:lnTo>
                <a:lnTo>
                  <a:pt x="15943" y="6196"/>
                </a:lnTo>
                <a:lnTo>
                  <a:pt x="16003" y="5752"/>
                </a:lnTo>
                <a:lnTo>
                  <a:pt x="16044" y="5287"/>
                </a:lnTo>
                <a:lnTo>
                  <a:pt x="16084" y="4823"/>
                </a:lnTo>
                <a:lnTo>
                  <a:pt x="16104" y="4319"/>
                </a:lnTo>
                <a:lnTo>
                  <a:pt x="16124" y="3814"/>
                </a:lnTo>
                <a:lnTo>
                  <a:pt x="16124" y="3431"/>
                </a:lnTo>
                <a:lnTo>
                  <a:pt x="16104" y="3068"/>
                </a:lnTo>
                <a:lnTo>
                  <a:pt x="16084" y="2684"/>
                </a:lnTo>
                <a:lnTo>
                  <a:pt x="16023" y="2321"/>
                </a:lnTo>
                <a:lnTo>
                  <a:pt x="15943" y="1958"/>
                </a:lnTo>
                <a:lnTo>
                  <a:pt x="15842" y="1615"/>
                </a:lnTo>
                <a:lnTo>
                  <a:pt x="15701" y="1292"/>
                </a:lnTo>
                <a:lnTo>
                  <a:pt x="15519" y="969"/>
                </a:lnTo>
                <a:lnTo>
                  <a:pt x="15418" y="828"/>
                </a:lnTo>
                <a:lnTo>
                  <a:pt x="15297" y="707"/>
                </a:lnTo>
                <a:lnTo>
                  <a:pt x="15196" y="585"/>
                </a:lnTo>
                <a:lnTo>
                  <a:pt x="15055" y="485"/>
                </a:lnTo>
                <a:lnTo>
                  <a:pt x="14934" y="384"/>
                </a:lnTo>
                <a:lnTo>
                  <a:pt x="14792" y="303"/>
                </a:lnTo>
                <a:lnTo>
                  <a:pt x="14490" y="142"/>
                </a:lnTo>
                <a:lnTo>
                  <a:pt x="14187" y="61"/>
                </a:lnTo>
                <a:lnTo>
                  <a:pt x="14026" y="20"/>
                </a:lnTo>
                <a:lnTo>
                  <a:pt x="13864" y="0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02" name="Google Shape;902;p11"/>
          <p:cNvSpPr/>
          <p:nvPr/>
        </p:nvSpPr>
        <p:spPr>
          <a:xfrm flipH="1">
            <a:off x="8619666" y="693006"/>
            <a:ext cx="130935" cy="390458"/>
          </a:xfrm>
          <a:custGeom>
            <a:rect b="b" l="l" r="r" t="t"/>
            <a:pathLst>
              <a:path extrusionOk="0" h="6984" w="2342">
                <a:moveTo>
                  <a:pt x="1494" y="82"/>
                </a:moveTo>
                <a:lnTo>
                  <a:pt x="1615" y="122"/>
                </a:lnTo>
                <a:lnTo>
                  <a:pt x="1716" y="162"/>
                </a:lnTo>
                <a:lnTo>
                  <a:pt x="1817" y="223"/>
                </a:lnTo>
                <a:lnTo>
                  <a:pt x="1897" y="304"/>
                </a:lnTo>
                <a:lnTo>
                  <a:pt x="1978" y="404"/>
                </a:lnTo>
                <a:lnTo>
                  <a:pt x="2039" y="485"/>
                </a:lnTo>
                <a:lnTo>
                  <a:pt x="2099" y="586"/>
                </a:lnTo>
                <a:lnTo>
                  <a:pt x="2160" y="707"/>
                </a:lnTo>
                <a:lnTo>
                  <a:pt x="2200" y="828"/>
                </a:lnTo>
                <a:lnTo>
                  <a:pt x="2240" y="1070"/>
                </a:lnTo>
                <a:lnTo>
                  <a:pt x="2261" y="1333"/>
                </a:lnTo>
                <a:lnTo>
                  <a:pt x="2261" y="1595"/>
                </a:lnTo>
                <a:lnTo>
                  <a:pt x="2240" y="2281"/>
                </a:lnTo>
                <a:lnTo>
                  <a:pt x="2180" y="2967"/>
                </a:lnTo>
                <a:lnTo>
                  <a:pt x="2059" y="3694"/>
                </a:lnTo>
                <a:lnTo>
                  <a:pt x="1897" y="4521"/>
                </a:lnTo>
                <a:lnTo>
                  <a:pt x="1837" y="4763"/>
                </a:lnTo>
                <a:lnTo>
                  <a:pt x="1776" y="5026"/>
                </a:lnTo>
                <a:lnTo>
                  <a:pt x="1675" y="5308"/>
                </a:lnTo>
                <a:lnTo>
                  <a:pt x="1554" y="5591"/>
                </a:lnTo>
                <a:lnTo>
                  <a:pt x="1413" y="5893"/>
                </a:lnTo>
                <a:lnTo>
                  <a:pt x="1231" y="6176"/>
                </a:lnTo>
                <a:lnTo>
                  <a:pt x="1030" y="6459"/>
                </a:lnTo>
                <a:lnTo>
                  <a:pt x="808" y="6741"/>
                </a:lnTo>
                <a:lnTo>
                  <a:pt x="707" y="6822"/>
                </a:lnTo>
                <a:lnTo>
                  <a:pt x="626" y="6862"/>
                </a:lnTo>
                <a:lnTo>
                  <a:pt x="566" y="6902"/>
                </a:lnTo>
                <a:lnTo>
                  <a:pt x="485" y="6882"/>
                </a:lnTo>
                <a:lnTo>
                  <a:pt x="444" y="6862"/>
                </a:lnTo>
                <a:lnTo>
                  <a:pt x="384" y="6822"/>
                </a:lnTo>
                <a:lnTo>
                  <a:pt x="303" y="6701"/>
                </a:lnTo>
                <a:lnTo>
                  <a:pt x="243" y="6539"/>
                </a:lnTo>
                <a:lnTo>
                  <a:pt x="182" y="6317"/>
                </a:lnTo>
                <a:lnTo>
                  <a:pt x="142" y="6055"/>
                </a:lnTo>
                <a:lnTo>
                  <a:pt x="101" y="5752"/>
                </a:lnTo>
                <a:lnTo>
                  <a:pt x="81" y="5086"/>
                </a:lnTo>
                <a:lnTo>
                  <a:pt x="81" y="4602"/>
                </a:lnTo>
                <a:lnTo>
                  <a:pt x="81" y="4097"/>
                </a:lnTo>
                <a:lnTo>
                  <a:pt x="101" y="3976"/>
                </a:lnTo>
                <a:lnTo>
                  <a:pt x="122" y="3310"/>
                </a:lnTo>
                <a:lnTo>
                  <a:pt x="162" y="2685"/>
                </a:lnTo>
                <a:lnTo>
                  <a:pt x="222" y="2100"/>
                </a:lnTo>
                <a:lnTo>
                  <a:pt x="283" y="1535"/>
                </a:lnTo>
                <a:lnTo>
                  <a:pt x="323" y="1353"/>
                </a:lnTo>
                <a:lnTo>
                  <a:pt x="384" y="1131"/>
                </a:lnTo>
                <a:lnTo>
                  <a:pt x="444" y="909"/>
                </a:lnTo>
                <a:lnTo>
                  <a:pt x="545" y="667"/>
                </a:lnTo>
                <a:lnTo>
                  <a:pt x="687" y="465"/>
                </a:lnTo>
                <a:lnTo>
                  <a:pt x="767" y="364"/>
                </a:lnTo>
                <a:lnTo>
                  <a:pt x="848" y="263"/>
                </a:lnTo>
                <a:lnTo>
                  <a:pt x="949" y="203"/>
                </a:lnTo>
                <a:lnTo>
                  <a:pt x="1070" y="142"/>
                </a:lnTo>
                <a:lnTo>
                  <a:pt x="1191" y="102"/>
                </a:lnTo>
                <a:lnTo>
                  <a:pt x="1312" y="82"/>
                </a:lnTo>
                <a:close/>
                <a:moveTo>
                  <a:pt x="1312" y="1"/>
                </a:moveTo>
                <a:lnTo>
                  <a:pt x="1171" y="21"/>
                </a:lnTo>
                <a:lnTo>
                  <a:pt x="1030" y="61"/>
                </a:lnTo>
                <a:lnTo>
                  <a:pt x="868" y="162"/>
                </a:lnTo>
                <a:lnTo>
                  <a:pt x="707" y="304"/>
                </a:lnTo>
                <a:lnTo>
                  <a:pt x="566" y="485"/>
                </a:lnTo>
                <a:lnTo>
                  <a:pt x="485" y="606"/>
                </a:lnTo>
                <a:lnTo>
                  <a:pt x="424" y="748"/>
                </a:lnTo>
                <a:lnTo>
                  <a:pt x="364" y="909"/>
                </a:lnTo>
                <a:lnTo>
                  <a:pt x="303" y="1091"/>
                </a:lnTo>
                <a:lnTo>
                  <a:pt x="263" y="1292"/>
                </a:lnTo>
                <a:lnTo>
                  <a:pt x="222" y="1514"/>
                </a:lnTo>
                <a:lnTo>
                  <a:pt x="142" y="2079"/>
                </a:lnTo>
                <a:lnTo>
                  <a:pt x="81" y="2685"/>
                </a:lnTo>
                <a:lnTo>
                  <a:pt x="41" y="3310"/>
                </a:lnTo>
                <a:lnTo>
                  <a:pt x="21" y="3976"/>
                </a:lnTo>
                <a:lnTo>
                  <a:pt x="1" y="4097"/>
                </a:lnTo>
                <a:lnTo>
                  <a:pt x="1" y="4602"/>
                </a:lnTo>
                <a:lnTo>
                  <a:pt x="1" y="5106"/>
                </a:lnTo>
                <a:lnTo>
                  <a:pt x="21" y="5752"/>
                </a:lnTo>
                <a:lnTo>
                  <a:pt x="61" y="6055"/>
                </a:lnTo>
                <a:lnTo>
                  <a:pt x="101" y="6337"/>
                </a:lnTo>
                <a:lnTo>
                  <a:pt x="142" y="6499"/>
                </a:lnTo>
                <a:lnTo>
                  <a:pt x="202" y="6680"/>
                </a:lnTo>
                <a:lnTo>
                  <a:pt x="263" y="6781"/>
                </a:lnTo>
                <a:lnTo>
                  <a:pt x="303" y="6862"/>
                </a:lnTo>
                <a:lnTo>
                  <a:pt x="384" y="6923"/>
                </a:lnTo>
                <a:lnTo>
                  <a:pt x="465" y="6963"/>
                </a:lnTo>
                <a:lnTo>
                  <a:pt x="525" y="6983"/>
                </a:lnTo>
                <a:lnTo>
                  <a:pt x="606" y="6963"/>
                </a:lnTo>
                <a:lnTo>
                  <a:pt x="687" y="6923"/>
                </a:lnTo>
                <a:lnTo>
                  <a:pt x="767" y="6882"/>
                </a:lnTo>
                <a:lnTo>
                  <a:pt x="868" y="6802"/>
                </a:lnTo>
                <a:lnTo>
                  <a:pt x="1090" y="6519"/>
                </a:lnTo>
                <a:lnTo>
                  <a:pt x="1292" y="6237"/>
                </a:lnTo>
                <a:lnTo>
                  <a:pt x="1474" y="5934"/>
                </a:lnTo>
                <a:lnTo>
                  <a:pt x="1615" y="5631"/>
                </a:lnTo>
                <a:lnTo>
                  <a:pt x="1736" y="5349"/>
                </a:lnTo>
                <a:lnTo>
                  <a:pt x="1837" y="5046"/>
                </a:lnTo>
                <a:lnTo>
                  <a:pt x="1918" y="4784"/>
                </a:lnTo>
                <a:lnTo>
                  <a:pt x="1978" y="4521"/>
                </a:lnTo>
                <a:lnTo>
                  <a:pt x="2140" y="3714"/>
                </a:lnTo>
                <a:lnTo>
                  <a:pt x="2261" y="2967"/>
                </a:lnTo>
                <a:lnTo>
                  <a:pt x="2321" y="2281"/>
                </a:lnTo>
                <a:lnTo>
                  <a:pt x="2341" y="1595"/>
                </a:lnTo>
                <a:lnTo>
                  <a:pt x="2341" y="1333"/>
                </a:lnTo>
                <a:lnTo>
                  <a:pt x="2321" y="1050"/>
                </a:lnTo>
                <a:lnTo>
                  <a:pt x="2261" y="788"/>
                </a:lnTo>
                <a:lnTo>
                  <a:pt x="2220" y="667"/>
                </a:lnTo>
                <a:lnTo>
                  <a:pt x="2180" y="546"/>
                </a:lnTo>
                <a:lnTo>
                  <a:pt x="2119" y="445"/>
                </a:lnTo>
                <a:lnTo>
                  <a:pt x="2039" y="324"/>
                </a:lnTo>
                <a:lnTo>
                  <a:pt x="1938" y="243"/>
                </a:lnTo>
                <a:lnTo>
                  <a:pt x="1837" y="142"/>
                </a:lnTo>
                <a:lnTo>
                  <a:pt x="1716" y="82"/>
                </a:lnTo>
                <a:lnTo>
                  <a:pt x="1595" y="21"/>
                </a:lnTo>
                <a:lnTo>
                  <a:pt x="1453" y="1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03" name="Google Shape;903;p11"/>
          <p:cNvSpPr/>
          <p:nvPr/>
        </p:nvSpPr>
        <p:spPr>
          <a:xfrm flipH="1">
            <a:off x="8688489" y="834058"/>
            <a:ext cx="4584" cy="55348"/>
          </a:xfrm>
          <a:custGeom>
            <a:rect b="b" l="l" r="r" t="t"/>
            <a:pathLst>
              <a:path extrusionOk="0" h="990" w="82">
                <a:moveTo>
                  <a:pt x="1" y="0"/>
                </a:moveTo>
                <a:lnTo>
                  <a:pt x="1" y="989"/>
                </a:lnTo>
                <a:lnTo>
                  <a:pt x="81" y="989"/>
                </a:lnTo>
                <a:lnTo>
                  <a:pt x="81" y="0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04" name="Google Shape;904;p11"/>
          <p:cNvSpPr/>
          <p:nvPr/>
        </p:nvSpPr>
        <p:spPr>
          <a:xfrm flipH="1">
            <a:off x="8662547" y="858880"/>
            <a:ext cx="55348" cy="4584"/>
          </a:xfrm>
          <a:custGeom>
            <a:rect b="b" l="l" r="r" t="t"/>
            <a:pathLst>
              <a:path extrusionOk="0" h="82" w="990">
                <a:moveTo>
                  <a:pt x="1" y="0"/>
                </a:moveTo>
                <a:lnTo>
                  <a:pt x="1" y="81"/>
                </a:lnTo>
                <a:lnTo>
                  <a:pt x="990" y="81"/>
                </a:lnTo>
                <a:lnTo>
                  <a:pt x="990" y="0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05" name="Google Shape;905;p11"/>
          <p:cNvSpPr/>
          <p:nvPr/>
        </p:nvSpPr>
        <p:spPr>
          <a:xfrm flipH="1">
            <a:off x="-1651941" y="3249282"/>
            <a:ext cx="2960526" cy="1551321"/>
          </a:xfrm>
          <a:custGeom>
            <a:rect b="b" l="l" r="r" t="t"/>
            <a:pathLst>
              <a:path extrusionOk="0" h="27748" w="52954">
                <a:moveTo>
                  <a:pt x="8698" y="81"/>
                </a:moveTo>
                <a:lnTo>
                  <a:pt x="9162" y="121"/>
                </a:lnTo>
                <a:lnTo>
                  <a:pt x="9647" y="162"/>
                </a:lnTo>
                <a:lnTo>
                  <a:pt x="10111" y="243"/>
                </a:lnTo>
                <a:lnTo>
                  <a:pt x="10555" y="343"/>
                </a:lnTo>
                <a:lnTo>
                  <a:pt x="10999" y="444"/>
                </a:lnTo>
                <a:lnTo>
                  <a:pt x="11443" y="565"/>
                </a:lnTo>
                <a:lnTo>
                  <a:pt x="11887" y="707"/>
                </a:lnTo>
                <a:lnTo>
                  <a:pt x="12311" y="848"/>
                </a:lnTo>
                <a:lnTo>
                  <a:pt x="12734" y="1009"/>
                </a:lnTo>
                <a:lnTo>
                  <a:pt x="13582" y="1373"/>
                </a:lnTo>
                <a:lnTo>
                  <a:pt x="14389" y="1756"/>
                </a:lnTo>
                <a:lnTo>
                  <a:pt x="15176" y="2160"/>
                </a:lnTo>
                <a:lnTo>
                  <a:pt x="15943" y="2563"/>
                </a:lnTo>
                <a:lnTo>
                  <a:pt x="16669" y="2987"/>
                </a:lnTo>
                <a:lnTo>
                  <a:pt x="18021" y="3754"/>
                </a:lnTo>
                <a:lnTo>
                  <a:pt x="19353" y="4561"/>
                </a:lnTo>
                <a:lnTo>
                  <a:pt x="22017" y="6176"/>
                </a:lnTo>
                <a:lnTo>
                  <a:pt x="24439" y="7649"/>
                </a:lnTo>
                <a:lnTo>
                  <a:pt x="25670" y="8395"/>
                </a:lnTo>
                <a:lnTo>
                  <a:pt x="26901" y="9102"/>
                </a:lnTo>
                <a:lnTo>
                  <a:pt x="28152" y="9808"/>
                </a:lnTo>
                <a:lnTo>
                  <a:pt x="29403" y="10494"/>
                </a:lnTo>
                <a:lnTo>
                  <a:pt x="30654" y="11160"/>
                </a:lnTo>
                <a:lnTo>
                  <a:pt x="31925" y="11806"/>
                </a:lnTo>
                <a:lnTo>
                  <a:pt x="33217" y="12391"/>
                </a:lnTo>
                <a:lnTo>
                  <a:pt x="34509" y="12956"/>
                </a:lnTo>
                <a:lnTo>
                  <a:pt x="35820" y="13481"/>
                </a:lnTo>
                <a:lnTo>
                  <a:pt x="36486" y="13743"/>
                </a:lnTo>
                <a:lnTo>
                  <a:pt x="37152" y="13965"/>
                </a:lnTo>
                <a:lnTo>
                  <a:pt x="37818" y="14187"/>
                </a:lnTo>
                <a:lnTo>
                  <a:pt x="38484" y="14389"/>
                </a:lnTo>
                <a:lnTo>
                  <a:pt x="39170" y="14591"/>
                </a:lnTo>
                <a:lnTo>
                  <a:pt x="39856" y="14772"/>
                </a:lnTo>
                <a:lnTo>
                  <a:pt x="40542" y="14934"/>
                </a:lnTo>
                <a:lnTo>
                  <a:pt x="41228" y="15075"/>
                </a:lnTo>
                <a:lnTo>
                  <a:pt x="41935" y="15216"/>
                </a:lnTo>
                <a:lnTo>
                  <a:pt x="42621" y="15317"/>
                </a:lnTo>
                <a:lnTo>
                  <a:pt x="43246" y="15418"/>
                </a:lnTo>
                <a:lnTo>
                  <a:pt x="43852" y="15479"/>
                </a:lnTo>
                <a:lnTo>
                  <a:pt x="44437" y="15519"/>
                </a:lnTo>
                <a:lnTo>
                  <a:pt x="45002" y="15539"/>
                </a:lnTo>
                <a:lnTo>
                  <a:pt x="45567" y="15539"/>
                </a:lnTo>
                <a:lnTo>
                  <a:pt x="46092" y="15519"/>
                </a:lnTo>
                <a:lnTo>
                  <a:pt x="46596" y="15479"/>
                </a:lnTo>
                <a:lnTo>
                  <a:pt x="47081" y="15398"/>
                </a:lnTo>
                <a:lnTo>
                  <a:pt x="47565" y="15317"/>
                </a:lnTo>
                <a:lnTo>
                  <a:pt x="48009" y="15216"/>
                </a:lnTo>
                <a:lnTo>
                  <a:pt x="48453" y="15075"/>
                </a:lnTo>
                <a:lnTo>
                  <a:pt x="48877" y="14934"/>
                </a:lnTo>
                <a:lnTo>
                  <a:pt x="49280" y="14752"/>
                </a:lnTo>
                <a:lnTo>
                  <a:pt x="49664" y="14550"/>
                </a:lnTo>
                <a:lnTo>
                  <a:pt x="50027" y="14348"/>
                </a:lnTo>
                <a:lnTo>
                  <a:pt x="50390" y="14106"/>
                </a:lnTo>
                <a:lnTo>
                  <a:pt x="50612" y="13925"/>
                </a:lnTo>
                <a:lnTo>
                  <a:pt x="50814" y="13763"/>
                </a:lnTo>
                <a:lnTo>
                  <a:pt x="51036" y="13622"/>
                </a:lnTo>
                <a:lnTo>
                  <a:pt x="51258" y="13481"/>
                </a:lnTo>
                <a:lnTo>
                  <a:pt x="51500" y="13380"/>
                </a:lnTo>
                <a:lnTo>
                  <a:pt x="51662" y="13339"/>
                </a:lnTo>
                <a:lnTo>
                  <a:pt x="51823" y="13299"/>
                </a:lnTo>
                <a:lnTo>
                  <a:pt x="51984" y="13299"/>
                </a:lnTo>
                <a:lnTo>
                  <a:pt x="52146" y="13319"/>
                </a:lnTo>
                <a:lnTo>
                  <a:pt x="52307" y="13360"/>
                </a:lnTo>
                <a:lnTo>
                  <a:pt x="52449" y="13420"/>
                </a:lnTo>
                <a:lnTo>
                  <a:pt x="52570" y="13521"/>
                </a:lnTo>
                <a:lnTo>
                  <a:pt x="52691" y="13642"/>
                </a:lnTo>
                <a:lnTo>
                  <a:pt x="52771" y="13804"/>
                </a:lnTo>
                <a:lnTo>
                  <a:pt x="52832" y="13985"/>
                </a:lnTo>
                <a:lnTo>
                  <a:pt x="52852" y="14167"/>
                </a:lnTo>
                <a:lnTo>
                  <a:pt x="52872" y="14348"/>
                </a:lnTo>
                <a:lnTo>
                  <a:pt x="52872" y="14893"/>
                </a:lnTo>
                <a:lnTo>
                  <a:pt x="52832" y="15398"/>
                </a:lnTo>
                <a:lnTo>
                  <a:pt x="52751" y="15902"/>
                </a:lnTo>
                <a:lnTo>
                  <a:pt x="52630" y="16366"/>
                </a:lnTo>
                <a:lnTo>
                  <a:pt x="52489" y="16831"/>
                </a:lnTo>
                <a:lnTo>
                  <a:pt x="52307" y="17254"/>
                </a:lnTo>
                <a:lnTo>
                  <a:pt x="52085" y="17658"/>
                </a:lnTo>
                <a:lnTo>
                  <a:pt x="51823" y="18041"/>
                </a:lnTo>
                <a:lnTo>
                  <a:pt x="51540" y="18405"/>
                </a:lnTo>
                <a:lnTo>
                  <a:pt x="51238" y="18728"/>
                </a:lnTo>
                <a:lnTo>
                  <a:pt x="50895" y="19030"/>
                </a:lnTo>
                <a:lnTo>
                  <a:pt x="50511" y="19293"/>
                </a:lnTo>
                <a:lnTo>
                  <a:pt x="50128" y="19535"/>
                </a:lnTo>
                <a:lnTo>
                  <a:pt x="49684" y="19737"/>
                </a:lnTo>
                <a:lnTo>
                  <a:pt x="49240" y="19898"/>
                </a:lnTo>
                <a:lnTo>
                  <a:pt x="48756" y="20039"/>
                </a:lnTo>
                <a:lnTo>
                  <a:pt x="48211" y="20140"/>
                </a:lnTo>
                <a:lnTo>
                  <a:pt x="47666" y="20221"/>
                </a:lnTo>
                <a:lnTo>
                  <a:pt x="47121" y="20261"/>
                </a:lnTo>
                <a:lnTo>
                  <a:pt x="46031" y="20261"/>
                </a:lnTo>
                <a:lnTo>
                  <a:pt x="45507" y="20241"/>
                </a:lnTo>
                <a:lnTo>
                  <a:pt x="44437" y="20160"/>
                </a:lnTo>
                <a:lnTo>
                  <a:pt x="42924" y="20019"/>
                </a:lnTo>
                <a:lnTo>
                  <a:pt x="41410" y="19858"/>
                </a:lnTo>
                <a:lnTo>
                  <a:pt x="38403" y="19494"/>
                </a:lnTo>
                <a:lnTo>
                  <a:pt x="36183" y="19212"/>
                </a:lnTo>
                <a:lnTo>
                  <a:pt x="33964" y="18970"/>
                </a:lnTo>
                <a:lnTo>
                  <a:pt x="32834" y="18849"/>
                </a:lnTo>
                <a:lnTo>
                  <a:pt x="31724" y="18768"/>
                </a:lnTo>
                <a:lnTo>
                  <a:pt x="30614" y="18687"/>
                </a:lnTo>
                <a:lnTo>
                  <a:pt x="29484" y="18627"/>
                </a:lnTo>
                <a:lnTo>
                  <a:pt x="28374" y="18606"/>
                </a:lnTo>
                <a:lnTo>
                  <a:pt x="27264" y="18606"/>
                </a:lnTo>
                <a:lnTo>
                  <a:pt x="26134" y="18627"/>
                </a:lnTo>
                <a:lnTo>
                  <a:pt x="25024" y="18687"/>
                </a:lnTo>
                <a:lnTo>
                  <a:pt x="23914" y="18788"/>
                </a:lnTo>
                <a:lnTo>
                  <a:pt x="22824" y="18909"/>
                </a:lnTo>
                <a:lnTo>
                  <a:pt x="21714" y="19091"/>
                </a:lnTo>
                <a:lnTo>
                  <a:pt x="20625" y="19313"/>
                </a:lnTo>
                <a:lnTo>
                  <a:pt x="19555" y="19595"/>
                </a:lnTo>
                <a:lnTo>
                  <a:pt x="18486" y="19898"/>
                </a:lnTo>
                <a:lnTo>
                  <a:pt x="17456" y="20241"/>
                </a:lnTo>
                <a:lnTo>
                  <a:pt x="16407" y="20645"/>
                </a:lnTo>
                <a:lnTo>
                  <a:pt x="15398" y="21048"/>
                </a:lnTo>
                <a:lnTo>
                  <a:pt x="14389" y="21512"/>
                </a:lnTo>
                <a:lnTo>
                  <a:pt x="13400" y="21977"/>
                </a:lnTo>
                <a:lnTo>
                  <a:pt x="12411" y="22481"/>
                </a:lnTo>
                <a:lnTo>
                  <a:pt x="11423" y="23006"/>
                </a:lnTo>
                <a:lnTo>
                  <a:pt x="10454" y="23551"/>
                </a:lnTo>
                <a:lnTo>
                  <a:pt x="9505" y="24116"/>
                </a:lnTo>
                <a:lnTo>
                  <a:pt x="8537" y="24681"/>
                </a:lnTo>
                <a:lnTo>
                  <a:pt x="6660" y="25851"/>
                </a:lnTo>
                <a:lnTo>
                  <a:pt x="4783" y="27022"/>
                </a:lnTo>
                <a:lnTo>
                  <a:pt x="4703" y="27082"/>
                </a:lnTo>
                <a:lnTo>
                  <a:pt x="4339" y="27304"/>
                </a:lnTo>
                <a:lnTo>
                  <a:pt x="4017" y="27465"/>
                </a:lnTo>
                <a:lnTo>
                  <a:pt x="3694" y="27587"/>
                </a:lnTo>
                <a:lnTo>
                  <a:pt x="3411" y="27647"/>
                </a:lnTo>
                <a:lnTo>
                  <a:pt x="3149" y="27667"/>
                </a:lnTo>
                <a:lnTo>
                  <a:pt x="3028" y="27667"/>
                </a:lnTo>
                <a:lnTo>
                  <a:pt x="2907" y="27647"/>
                </a:lnTo>
                <a:lnTo>
                  <a:pt x="2806" y="27607"/>
                </a:lnTo>
                <a:lnTo>
                  <a:pt x="2685" y="27566"/>
                </a:lnTo>
                <a:lnTo>
                  <a:pt x="2584" y="27506"/>
                </a:lnTo>
                <a:lnTo>
                  <a:pt x="2503" y="27445"/>
                </a:lnTo>
                <a:lnTo>
                  <a:pt x="2382" y="27344"/>
                </a:lnTo>
                <a:lnTo>
                  <a:pt x="2301" y="27223"/>
                </a:lnTo>
                <a:lnTo>
                  <a:pt x="2220" y="27082"/>
                </a:lnTo>
                <a:lnTo>
                  <a:pt x="2140" y="26941"/>
                </a:lnTo>
                <a:lnTo>
                  <a:pt x="2039" y="26638"/>
                </a:lnTo>
                <a:lnTo>
                  <a:pt x="1958" y="26295"/>
                </a:lnTo>
                <a:lnTo>
                  <a:pt x="1716" y="25064"/>
                </a:lnTo>
                <a:lnTo>
                  <a:pt x="1474" y="23813"/>
                </a:lnTo>
                <a:lnTo>
                  <a:pt x="1232" y="22562"/>
                </a:lnTo>
                <a:lnTo>
                  <a:pt x="1030" y="21311"/>
                </a:lnTo>
                <a:lnTo>
                  <a:pt x="828" y="20059"/>
                </a:lnTo>
                <a:lnTo>
                  <a:pt x="667" y="18808"/>
                </a:lnTo>
                <a:lnTo>
                  <a:pt x="505" y="17537"/>
                </a:lnTo>
                <a:lnTo>
                  <a:pt x="364" y="16286"/>
                </a:lnTo>
                <a:lnTo>
                  <a:pt x="283" y="15378"/>
                </a:lnTo>
                <a:lnTo>
                  <a:pt x="202" y="14550"/>
                </a:lnTo>
                <a:lnTo>
                  <a:pt x="162" y="13743"/>
                </a:lnTo>
                <a:lnTo>
                  <a:pt x="122" y="13017"/>
                </a:lnTo>
                <a:lnTo>
                  <a:pt x="102" y="12310"/>
                </a:lnTo>
                <a:lnTo>
                  <a:pt x="81" y="11664"/>
                </a:lnTo>
                <a:lnTo>
                  <a:pt x="102" y="11059"/>
                </a:lnTo>
                <a:lnTo>
                  <a:pt x="102" y="10494"/>
                </a:lnTo>
                <a:lnTo>
                  <a:pt x="162" y="9485"/>
                </a:lnTo>
                <a:lnTo>
                  <a:pt x="263" y="8597"/>
                </a:lnTo>
                <a:lnTo>
                  <a:pt x="364" y="7810"/>
                </a:lnTo>
                <a:lnTo>
                  <a:pt x="505" y="7124"/>
                </a:lnTo>
                <a:lnTo>
                  <a:pt x="606" y="6680"/>
                </a:lnTo>
                <a:lnTo>
                  <a:pt x="707" y="6236"/>
                </a:lnTo>
                <a:lnTo>
                  <a:pt x="828" y="5812"/>
                </a:lnTo>
                <a:lnTo>
                  <a:pt x="969" y="5409"/>
                </a:lnTo>
                <a:lnTo>
                  <a:pt x="1111" y="5005"/>
                </a:lnTo>
                <a:lnTo>
                  <a:pt x="1252" y="4642"/>
                </a:lnTo>
                <a:lnTo>
                  <a:pt x="1413" y="4279"/>
                </a:lnTo>
                <a:lnTo>
                  <a:pt x="1595" y="3915"/>
                </a:lnTo>
                <a:lnTo>
                  <a:pt x="1777" y="3592"/>
                </a:lnTo>
                <a:lnTo>
                  <a:pt x="1978" y="3270"/>
                </a:lnTo>
                <a:lnTo>
                  <a:pt x="2180" y="2967"/>
                </a:lnTo>
                <a:lnTo>
                  <a:pt x="2402" y="2684"/>
                </a:lnTo>
                <a:lnTo>
                  <a:pt x="2624" y="2402"/>
                </a:lnTo>
                <a:lnTo>
                  <a:pt x="2866" y="2160"/>
                </a:lnTo>
                <a:lnTo>
                  <a:pt x="3108" y="1918"/>
                </a:lnTo>
                <a:lnTo>
                  <a:pt x="3371" y="1675"/>
                </a:lnTo>
                <a:lnTo>
                  <a:pt x="3613" y="1494"/>
                </a:lnTo>
                <a:lnTo>
                  <a:pt x="3855" y="1312"/>
                </a:lnTo>
                <a:lnTo>
                  <a:pt x="4117" y="1151"/>
                </a:lnTo>
                <a:lnTo>
                  <a:pt x="4400" y="989"/>
                </a:lnTo>
                <a:lnTo>
                  <a:pt x="4682" y="848"/>
                </a:lnTo>
                <a:lnTo>
                  <a:pt x="4965" y="707"/>
                </a:lnTo>
                <a:lnTo>
                  <a:pt x="5268" y="586"/>
                </a:lnTo>
                <a:lnTo>
                  <a:pt x="5570" y="485"/>
                </a:lnTo>
                <a:lnTo>
                  <a:pt x="5893" y="384"/>
                </a:lnTo>
                <a:lnTo>
                  <a:pt x="6196" y="303"/>
                </a:lnTo>
                <a:lnTo>
                  <a:pt x="6539" y="243"/>
                </a:lnTo>
                <a:lnTo>
                  <a:pt x="6862" y="182"/>
                </a:lnTo>
                <a:lnTo>
                  <a:pt x="7205" y="121"/>
                </a:lnTo>
                <a:lnTo>
                  <a:pt x="7548" y="101"/>
                </a:lnTo>
                <a:lnTo>
                  <a:pt x="7891" y="81"/>
                </a:lnTo>
                <a:close/>
                <a:moveTo>
                  <a:pt x="7730" y="0"/>
                </a:moveTo>
                <a:lnTo>
                  <a:pt x="7265" y="41"/>
                </a:lnTo>
                <a:lnTo>
                  <a:pt x="6801" y="101"/>
                </a:lnTo>
                <a:lnTo>
                  <a:pt x="6378" y="182"/>
                </a:lnTo>
                <a:lnTo>
                  <a:pt x="5934" y="283"/>
                </a:lnTo>
                <a:lnTo>
                  <a:pt x="5530" y="424"/>
                </a:lnTo>
                <a:lnTo>
                  <a:pt x="5106" y="565"/>
                </a:lnTo>
                <a:lnTo>
                  <a:pt x="4723" y="727"/>
                </a:lnTo>
                <a:lnTo>
                  <a:pt x="4339" y="929"/>
                </a:lnTo>
                <a:lnTo>
                  <a:pt x="3976" y="1130"/>
                </a:lnTo>
                <a:lnTo>
                  <a:pt x="3633" y="1373"/>
                </a:lnTo>
                <a:lnTo>
                  <a:pt x="3310" y="1615"/>
                </a:lnTo>
                <a:lnTo>
                  <a:pt x="3048" y="1857"/>
                </a:lnTo>
                <a:lnTo>
                  <a:pt x="2806" y="2099"/>
                </a:lnTo>
                <a:lnTo>
                  <a:pt x="2564" y="2361"/>
                </a:lnTo>
                <a:lnTo>
                  <a:pt x="2342" y="2624"/>
                </a:lnTo>
                <a:lnTo>
                  <a:pt x="2120" y="2927"/>
                </a:lnTo>
                <a:lnTo>
                  <a:pt x="1918" y="3229"/>
                </a:lnTo>
                <a:lnTo>
                  <a:pt x="1716" y="3552"/>
                </a:lnTo>
                <a:lnTo>
                  <a:pt x="1534" y="3875"/>
                </a:lnTo>
                <a:lnTo>
                  <a:pt x="1353" y="4238"/>
                </a:lnTo>
                <a:lnTo>
                  <a:pt x="1191" y="4601"/>
                </a:lnTo>
                <a:lnTo>
                  <a:pt x="1030" y="4985"/>
                </a:lnTo>
                <a:lnTo>
                  <a:pt x="889" y="5388"/>
                </a:lnTo>
                <a:lnTo>
                  <a:pt x="747" y="5792"/>
                </a:lnTo>
                <a:lnTo>
                  <a:pt x="626" y="6216"/>
                </a:lnTo>
                <a:lnTo>
                  <a:pt x="525" y="6660"/>
                </a:lnTo>
                <a:lnTo>
                  <a:pt x="424" y="7104"/>
                </a:lnTo>
                <a:lnTo>
                  <a:pt x="283" y="7810"/>
                </a:lnTo>
                <a:lnTo>
                  <a:pt x="182" y="8577"/>
                </a:lnTo>
                <a:lnTo>
                  <a:pt x="81" y="9485"/>
                </a:lnTo>
                <a:lnTo>
                  <a:pt x="21" y="10494"/>
                </a:lnTo>
                <a:lnTo>
                  <a:pt x="21" y="11059"/>
                </a:lnTo>
                <a:lnTo>
                  <a:pt x="1" y="11664"/>
                </a:lnTo>
                <a:lnTo>
                  <a:pt x="21" y="12310"/>
                </a:lnTo>
                <a:lnTo>
                  <a:pt x="41" y="13017"/>
                </a:lnTo>
                <a:lnTo>
                  <a:pt x="81" y="13743"/>
                </a:lnTo>
                <a:lnTo>
                  <a:pt x="122" y="14550"/>
                </a:lnTo>
                <a:lnTo>
                  <a:pt x="202" y="15398"/>
                </a:lnTo>
                <a:lnTo>
                  <a:pt x="283" y="16306"/>
                </a:lnTo>
                <a:lnTo>
                  <a:pt x="424" y="17557"/>
                </a:lnTo>
                <a:lnTo>
                  <a:pt x="586" y="18808"/>
                </a:lnTo>
                <a:lnTo>
                  <a:pt x="768" y="20080"/>
                </a:lnTo>
                <a:lnTo>
                  <a:pt x="949" y="21331"/>
                </a:lnTo>
                <a:lnTo>
                  <a:pt x="1151" y="22582"/>
                </a:lnTo>
                <a:lnTo>
                  <a:pt x="1393" y="23833"/>
                </a:lnTo>
                <a:lnTo>
                  <a:pt x="1635" y="25084"/>
                </a:lnTo>
                <a:lnTo>
                  <a:pt x="1877" y="26315"/>
                </a:lnTo>
                <a:lnTo>
                  <a:pt x="1978" y="26658"/>
                </a:lnTo>
                <a:lnTo>
                  <a:pt x="2079" y="26981"/>
                </a:lnTo>
                <a:lnTo>
                  <a:pt x="2140" y="27143"/>
                </a:lnTo>
                <a:lnTo>
                  <a:pt x="2241" y="27264"/>
                </a:lnTo>
                <a:lnTo>
                  <a:pt x="2342" y="27405"/>
                </a:lnTo>
                <a:lnTo>
                  <a:pt x="2442" y="27506"/>
                </a:lnTo>
                <a:lnTo>
                  <a:pt x="2604" y="27607"/>
                </a:lnTo>
                <a:lnTo>
                  <a:pt x="2786" y="27687"/>
                </a:lnTo>
                <a:lnTo>
                  <a:pt x="2967" y="27728"/>
                </a:lnTo>
                <a:lnTo>
                  <a:pt x="3169" y="27748"/>
                </a:lnTo>
                <a:lnTo>
                  <a:pt x="3330" y="27748"/>
                </a:lnTo>
                <a:lnTo>
                  <a:pt x="3512" y="27708"/>
                </a:lnTo>
                <a:lnTo>
                  <a:pt x="3694" y="27667"/>
                </a:lnTo>
                <a:lnTo>
                  <a:pt x="3875" y="27607"/>
                </a:lnTo>
                <a:lnTo>
                  <a:pt x="4077" y="27526"/>
                </a:lnTo>
                <a:lnTo>
                  <a:pt x="4299" y="27425"/>
                </a:lnTo>
                <a:lnTo>
                  <a:pt x="4743" y="27163"/>
                </a:lnTo>
                <a:lnTo>
                  <a:pt x="4844" y="27102"/>
                </a:lnTo>
                <a:lnTo>
                  <a:pt x="6700" y="25912"/>
                </a:lnTo>
                <a:lnTo>
                  <a:pt x="8577" y="24761"/>
                </a:lnTo>
                <a:lnTo>
                  <a:pt x="9546" y="24176"/>
                </a:lnTo>
                <a:lnTo>
                  <a:pt x="10494" y="23631"/>
                </a:lnTo>
                <a:lnTo>
                  <a:pt x="11463" y="23086"/>
                </a:lnTo>
                <a:lnTo>
                  <a:pt x="12432" y="22562"/>
                </a:lnTo>
                <a:lnTo>
                  <a:pt x="13420" y="22057"/>
                </a:lnTo>
                <a:lnTo>
                  <a:pt x="14429" y="21573"/>
                </a:lnTo>
                <a:lnTo>
                  <a:pt x="15418" y="21129"/>
                </a:lnTo>
                <a:lnTo>
                  <a:pt x="16447" y="20705"/>
                </a:lnTo>
                <a:lnTo>
                  <a:pt x="17477" y="20322"/>
                </a:lnTo>
                <a:lnTo>
                  <a:pt x="18506" y="19979"/>
                </a:lnTo>
                <a:lnTo>
                  <a:pt x="19575" y="19676"/>
                </a:lnTo>
                <a:lnTo>
                  <a:pt x="20645" y="19393"/>
                </a:lnTo>
                <a:lnTo>
                  <a:pt x="21735" y="19171"/>
                </a:lnTo>
                <a:lnTo>
                  <a:pt x="22824" y="18990"/>
                </a:lnTo>
                <a:lnTo>
                  <a:pt x="23934" y="18869"/>
                </a:lnTo>
                <a:lnTo>
                  <a:pt x="25044" y="18768"/>
                </a:lnTo>
                <a:lnTo>
                  <a:pt x="26154" y="18707"/>
                </a:lnTo>
                <a:lnTo>
                  <a:pt x="27264" y="18687"/>
                </a:lnTo>
                <a:lnTo>
                  <a:pt x="28374" y="18687"/>
                </a:lnTo>
                <a:lnTo>
                  <a:pt x="29484" y="18707"/>
                </a:lnTo>
                <a:lnTo>
                  <a:pt x="30614" y="18768"/>
                </a:lnTo>
                <a:lnTo>
                  <a:pt x="31724" y="18849"/>
                </a:lnTo>
                <a:lnTo>
                  <a:pt x="32834" y="18929"/>
                </a:lnTo>
                <a:lnTo>
                  <a:pt x="33944" y="19050"/>
                </a:lnTo>
                <a:lnTo>
                  <a:pt x="36183" y="19293"/>
                </a:lnTo>
                <a:lnTo>
                  <a:pt x="38383" y="19575"/>
                </a:lnTo>
                <a:lnTo>
                  <a:pt x="41390" y="19938"/>
                </a:lnTo>
                <a:lnTo>
                  <a:pt x="42924" y="20100"/>
                </a:lnTo>
                <a:lnTo>
                  <a:pt x="44437" y="20241"/>
                </a:lnTo>
                <a:lnTo>
                  <a:pt x="45507" y="20322"/>
                </a:lnTo>
                <a:lnTo>
                  <a:pt x="46031" y="20342"/>
                </a:lnTo>
                <a:lnTo>
                  <a:pt x="47141" y="20342"/>
                </a:lnTo>
                <a:lnTo>
                  <a:pt x="47686" y="20302"/>
                </a:lnTo>
                <a:lnTo>
                  <a:pt x="48231" y="20221"/>
                </a:lnTo>
                <a:lnTo>
                  <a:pt x="48776" y="20120"/>
                </a:lnTo>
                <a:lnTo>
                  <a:pt x="49260" y="19979"/>
                </a:lnTo>
                <a:lnTo>
                  <a:pt x="49724" y="19797"/>
                </a:lnTo>
                <a:lnTo>
                  <a:pt x="50168" y="19595"/>
                </a:lnTo>
                <a:lnTo>
                  <a:pt x="50572" y="19353"/>
                </a:lnTo>
                <a:lnTo>
                  <a:pt x="50955" y="19071"/>
                </a:lnTo>
                <a:lnTo>
                  <a:pt x="51319" y="18748"/>
                </a:lnTo>
                <a:lnTo>
                  <a:pt x="51641" y="18405"/>
                </a:lnTo>
                <a:lnTo>
                  <a:pt x="51924" y="18041"/>
                </a:lnTo>
                <a:lnTo>
                  <a:pt x="52186" y="17638"/>
                </a:lnTo>
                <a:lnTo>
                  <a:pt x="52388" y="17234"/>
                </a:lnTo>
                <a:lnTo>
                  <a:pt x="52570" y="16790"/>
                </a:lnTo>
                <a:lnTo>
                  <a:pt x="52731" y="16346"/>
                </a:lnTo>
                <a:lnTo>
                  <a:pt x="52832" y="15862"/>
                </a:lnTo>
                <a:lnTo>
                  <a:pt x="52913" y="15378"/>
                </a:lnTo>
                <a:lnTo>
                  <a:pt x="52953" y="14873"/>
                </a:lnTo>
                <a:lnTo>
                  <a:pt x="52953" y="14348"/>
                </a:lnTo>
                <a:lnTo>
                  <a:pt x="52933" y="14147"/>
                </a:lnTo>
                <a:lnTo>
                  <a:pt x="52913" y="13965"/>
                </a:lnTo>
                <a:lnTo>
                  <a:pt x="52852" y="13763"/>
                </a:lnTo>
                <a:lnTo>
                  <a:pt x="52812" y="13662"/>
                </a:lnTo>
                <a:lnTo>
                  <a:pt x="52751" y="13582"/>
                </a:lnTo>
                <a:lnTo>
                  <a:pt x="52630" y="13461"/>
                </a:lnTo>
                <a:lnTo>
                  <a:pt x="52489" y="13360"/>
                </a:lnTo>
                <a:lnTo>
                  <a:pt x="52348" y="13279"/>
                </a:lnTo>
                <a:lnTo>
                  <a:pt x="52166" y="13239"/>
                </a:lnTo>
                <a:lnTo>
                  <a:pt x="51984" y="13218"/>
                </a:lnTo>
                <a:lnTo>
                  <a:pt x="51823" y="13218"/>
                </a:lnTo>
                <a:lnTo>
                  <a:pt x="51641" y="13259"/>
                </a:lnTo>
                <a:lnTo>
                  <a:pt x="51480" y="13299"/>
                </a:lnTo>
                <a:lnTo>
                  <a:pt x="51238" y="13400"/>
                </a:lnTo>
                <a:lnTo>
                  <a:pt x="50996" y="13541"/>
                </a:lnTo>
                <a:lnTo>
                  <a:pt x="50774" y="13703"/>
                </a:lnTo>
                <a:lnTo>
                  <a:pt x="50572" y="13864"/>
                </a:lnTo>
                <a:lnTo>
                  <a:pt x="50330" y="14026"/>
                </a:lnTo>
                <a:lnTo>
                  <a:pt x="49987" y="14268"/>
                </a:lnTo>
                <a:lnTo>
                  <a:pt x="49623" y="14490"/>
                </a:lnTo>
                <a:lnTo>
                  <a:pt x="49240" y="14691"/>
                </a:lnTo>
                <a:lnTo>
                  <a:pt x="48836" y="14853"/>
                </a:lnTo>
                <a:lnTo>
                  <a:pt x="48433" y="15014"/>
                </a:lnTo>
                <a:lnTo>
                  <a:pt x="47989" y="15135"/>
                </a:lnTo>
                <a:lnTo>
                  <a:pt x="47545" y="15236"/>
                </a:lnTo>
                <a:lnTo>
                  <a:pt x="47061" y="15337"/>
                </a:lnTo>
                <a:lnTo>
                  <a:pt x="46576" y="15398"/>
                </a:lnTo>
                <a:lnTo>
                  <a:pt x="46072" y="15438"/>
                </a:lnTo>
                <a:lnTo>
                  <a:pt x="45547" y="15458"/>
                </a:lnTo>
                <a:lnTo>
                  <a:pt x="45002" y="15458"/>
                </a:lnTo>
                <a:lnTo>
                  <a:pt x="44437" y="15438"/>
                </a:lnTo>
                <a:lnTo>
                  <a:pt x="43872" y="15398"/>
                </a:lnTo>
                <a:lnTo>
                  <a:pt x="43267" y="15337"/>
                </a:lnTo>
                <a:lnTo>
                  <a:pt x="42641" y="15236"/>
                </a:lnTo>
                <a:lnTo>
                  <a:pt x="41935" y="15135"/>
                </a:lnTo>
                <a:lnTo>
                  <a:pt x="41249" y="14994"/>
                </a:lnTo>
                <a:lnTo>
                  <a:pt x="40563" y="14853"/>
                </a:lnTo>
                <a:lnTo>
                  <a:pt x="39876" y="14691"/>
                </a:lnTo>
                <a:lnTo>
                  <a:pt x="39190" y="14510"/>
                </a:lnTo>
                <a:lnTo>
                  <a:pt x="38504" y="14308"/>
                </a:lnTo>
                <a:lnTo>
                  <a:pt x="37838" y="14106"/>
                </a:lnTo>
                <a:lnTo>
                  <a:pt x="37172" y="13884"/>
                </a:lnTo>
                <a:lnTo>
                  <a:pt x="36506" y="13662"/>
                </a:lnTo>
                <a:lnTo>
                  <a:pt x="35840" y="13420"/>
                </a:lnTo>
                <a:lnTo>
                  <a:pt x="34529" y="12895"/>
                </a:lnTo>
                <a:lnTo>
                  <a:pt x="33237" y="12330"/>
                </a:lnTo>
                <a:lnTo>
                  <a:pt x="31966" y="11725"/>
                </a:lnTo>
                <a:lnTo>
                  <a:pt x="30695" y="11079"/>
                </a:lnTo>
                <a:lnTo>
                  <a:pt x="29423" y="10434"/>
                </a:lnTo>
                <a:lnTo>
                  <a:pt x="28172" y="9747"/>
                </a:lnTo>
                <a:lnTo>
                  <a:pt x="26941" y="9041"/>
                </a:lnTo>
                <a:lnTo>
                  <a:pt x="25710" y="8315"/>
                </a:lnTo>
                <a:lnTo>
                  <a:pt x="24479" y="7588"/>
                </a:lnTo>
                <a:lnTo>
                  <a:pt x="22057" y="6115"/>
                </a:lnTo>
                <a:lnTo>
                  <a:pt x="19394" y="4501"/>
                </a:lnTo>
                <a:lnTo>
                  <a:pt x="18062" y="3693"/>
                </a:lnTo>
                <a:lnTo>
                  <a:pt x="16710" y="2906"/>
                </a:lnTo>
                <a:lnTo>
                  <a:pt x="15983" y="2503"/>
                </a:lnTo>
                <a:lnTo>
                  <a:pt x="15216" y="2079"/>
                </a:lnTo>
                <a:lnTo>
                  <a:pt x="14429" y="1675"/>
                </a:lnTo>
                <a:lnTo>
                  <a:pt x="13602" y="1292"/>
                </a:lnTo>
                <a:lnTo>
                  <a:pt x="12775" y="949"/>
                </a:lnTo>
                <a:lnTo>
                  <a:pt x="12331" y="787"/>
                </a:lnTo>
                <a:lnTo>
                  <a:pt x="11907" y="626"/>
                </a:lnTo>
                <a:lnTo>
                  <a:pt x="11463" y="485"/>
                </a:lnTo>
                <a:lnTo>
                  <a:pt x="11019" y="364"/>
                </a:lnTo>
                <a:lnTo>
                  <a:pt x="10575" y="263"/>
                </a:lnTo>
                <a:lnTo>
                  <a:pt x="10131" y="162"/>
                </a:lnTo>
                <a:lnTo>
                  <a:pt x="9627" y="81"/>
                </a:lnTo>
                <a:lnTo>
                  <a:pt x="9142" y="41"/>
                </a:lnTo>
                <a:lnTo>
                  <a:pt x="8658" y="0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06" name="Google Shape;906;p11"/>
          <p:cNvSpPr/>
          <p:nvPr/>
        </p:nvSpPr>
        <p:spPr>
          <a:xfrm flipH="1">
            <a:off x="-682782" y="3372276"/>
            <a:ext cx="1826666" cy="1093271"/>
          </a:xfrm>
          <a:custGeom>
            <a:rect b="b" l="l" r="r" t="t"/>
            <a:pathLst>
              <a:path extrusionOk="0" h="19555" w="32673">
                <a:moveTo>
                  <a:pt x="4340" y="81"/>
                </a:moveTo>
                <a:lnTo>
                  <a:pt x="4622" y="101"/>
                </a:lnTo>
                <a:lnTo>
                  <a:pt x="4885" y="121"/>
                </a:lnTo>
                <a:lnTo>
                  <a:pt x="5167" y="161"/>
                </a:lnTo>
                <a:lnTo>
                  <a:pt x="5450" y="222"/>
                </a:lnTo>
                <a:lnTo>
                  <a:pt x="5712" y="283"/>
                </a:lnTo>
                <a:lnTo>
                  <a:pt x="6216" y="444"/>
                </a:lnTo>
                <a:lnTo>
                  <a:pt x="6640" y="626"/>
                </a:lnTo>
                <a:lnTo>
                  <a:pt x="7003" y="787"/>
                </a:lnTo>
                <a:lnTo>
                  <a:pt x="7266" y="928"/>
                </a:lnTo>
                <a:lnTo>
                  <a:pt x="7629" y="1130"/>
                </a:lnTo>
                <a:lnTo>
                  <a:pt x="7972" y="1352"/>
                </a:lnTo>
                <a:lnTo>
                  <a:pt x="8315" y="1594"/>
                </a:lnTo>
                <a:lnTo>
                  <a:pt x="8658" y="1836"/>
                </a:lnTo>
                <a:lnTo>
                  <a:pt x="9324" y="2341"/>
                </a:lnTo>
                <a:lnTo>
                  <a:pt x="9950" y="2866"/>
                </a:lnTo>
                <a:lnTo>
                  <a:pt x="10918" y="3632"/>
                </a:lnTo>
                <a:lnTo>
                  <a:pt x="11746" y="4258"/>
                </a:lnTo>
                <a:lnTo>
                  <a:pt x="12613" y="4843"/>
                </a:lnTo>
                <a:lnTo>
                  <a:pt x="13481" y="5388"/>
                </a:lnTo>
                <a:lnTo>
                  <a:pt x="14369" y="5913"/>
                </a:lnTo>
                <a:lnTo>
                  <a:pt x="15297" y="6397"/>
                </a:lnTo>
                <a:lnTo>
                  <a:pt x="16226" y="6861"/>
                </a:lnTo>
                <a:lnTo>
                  <a:pt x="17174" y="7285"/>
                </a:lnTo>
                <a:lnTo>
                  <a:pt x="18143" y="7709"/>
                </a:lnTo>
                <a:lnTo>
                  <a:pt x="19132" y="8092"/>
                </a:lnTo>
                <a:lnTo>
                  <a:pt x="20120" y="8476"/>
                </a:lnTo>
                <a:lnTo>
                  <a:pt x="21129" y="8839"/>
                </a:lnTo>
                <a:lnTo>
                  <a:pt x="22138" y="9182"/>
                </a:lnTo>
                <a:lnTo>
                  <a:pt x="23168" y="9505"/>
                </a:lnTo>
                <a:lnTo>
                  <a:pt x="24217" y="9848"/>
                </a:lnTo>
                <a:lnTo>
                  <a:pt x="26316" y="10473"/>
                </a:lnTo>
                <a:lnTo>
                  <a:pt x="26376" y="10494"/>
                </a:lnTo>
                <a:lnTo>
                  <a:pt x="27627" y="10877"/>
                </a:lnTo>
                <a:lnTo>
                  <a:pt x="28253" y="11079"/>
                </a:lnTo>
                <a:lnTo>
                  <a:pt x="28879" y="11301"/>
                </a:lnTo>
                <a:lnTo>
                  <a:pt x="29484" y="11523"/>
                </a:lnTo>
                <a:lnTo>
                  <a:pt x="30089" y="11805"/>
                </a:lnTo>
                <a:lnTo>
                  <a:pt x="30675" y="12088"/>
                </a:lnTo>
                <a:lnTo>
                  <a:pt x="31240" y="12411"/>
                </a:lnTo>
                <a:lnTo>
                  <a:pt x="31583" y="12633"/>
                </a:lnTo>
                <a:lnTo>
                  <a:pt x="31744" y="12754"/>
                </a:lnTo>
                <a:lnTo>
                  <a:pt x="31906" y="12895"/>
                </a:lnTo>
                <a:lnTo>
                  <a:pt x="32067" y="13036"/>
                </a:lnTo>
                <a:lnTo>
                  <a:pt x="32208" y="13198"/>
                </a:lnTo>
                <a:lnTo>
                  <a:pt x="32329" y="13379"/>
                </a:lnTo>
                <a:lnTo>
                  <a:pt x="32450" y="13581"/>
                </a:lnTo>
                <a:lnTo>
                  <a:pt x="32511" y="13763"/>
                </a:lnTo>
                <a:lnTo>
                  <a:pt x="32572" y="13965"/>
                </a:lnTo>
                <a:lnTo>
                  <a:pt x="32592" y="14166"/>
                </a:lnTo>
                <a:lnTo>
                  <a:pt x="32592" y="14368"/>
                </a:lnTo>
                <a:lnTo>
                  <a:pt x="32551" y="14570"/>
                </a:lnTo>
                <a:lnTo>
                  <a:pt x="32471" y="14772"/>
                </a:lnTo>
                <a:lnTo>
                  <a:pt x="32370" y="14953"/>
                </a:lnTo>
                <a:lnTo>
                  <a:pt x="32289" y="15034"/>
                </a:lnTo>
                <a:lnTo>
                  <a:pt x="32208" y="15095"/>
                </a:lnTo>
                <a:lnTo>
                  <a:pt x="32067" y="15196"/>
                </a:lnTo>
                <a:lnTo>
                  <a:pt x="31926" y="15256"/>
                </a:lnTo>
                <a:lnTo>
                  <a:pt x="31764" y="15317"/>
                </a:lnTo>
                <a:lnTo>
                  <a:pt x="31603" y="15337"/>
                </a:lnTo>
                <a:lnTo>
                  <a:pt x="31421" y="15357"/>
                </a:lnTo>
                <a:lnTo>
                  <a:pt x="31240" y="15377"/>
                </a:lnTo>
                <a:lnTo>
                  <a:pt x="30876" y="15357"/>
                </a:lnTo>
                <a:lnTo>
                  <a:pt x="29625" y="15276"/>
                </a:lnTo>
                <a:lnTo>
                  <a:pt x="28354" y="15196"/>
                </a:lnTo>
                <a:lnTo>
                  <a:pt x="25872" y="14974"/>
                </a:lnTo>
                <a:lnTo>
                  <a:pt x="24116" y="14832"/>
                </a:lnTo>
                <a:lnTo>
                  <a:pt x="22360" y="14691"/>
                </a:lnTo>
                <a:lnTo>
                  <a:pt x="20585" y="14590"/>
                </a:lnTo>
                <a:lnTo>
                  <a:pt x="19697" y="14550"/>
                </a:lnTo>
                <a:lnTo>
                  <a:pt x="18809" y="14530"/>
                </a:lnTo>
                <a:lnTo>
                  <a:pt x="17073" y="14530"/>
                </a:lnTo>
                <a:lnTo>
                  <a:pt x="16226" y="14570"/>
                </a:lnTo>
                <a:lnTo>
                  <a:pt x="15398" y="14631"/>
                </a:lnTo>
                <a:lnTo>
                  <a:pt x="14591" y="14691"/>
                </a:lnTo>
                <a:lnTo>
                  <a:pt x="13824" y="14792"/>
                </a:lnTo>
                <a:lnTo>
                  <a:pt x="13057" y="14893"/>
                </a:lnTo>
                <a:lnTo>
                  <a:pt x="12311" y="15034"/>
                </a:lnTo>
                <a:lnTo>
                  <a:pt x="11584" y="15175"/>
                </a:lnTo>
                <a:lnTo>
                  <a:pt x="10878" y="15337"/>
                </a:lnTo>
                <a:lnTo>
                  <a:pt x="10192" y="15539"/>
                </a:lnTo>
                <a:lnTo>
                  <a:pt x="9526" y="15740"/>
                </a:lnTo>
                <a:lnTo>
                  <a:pt x="8880" y="15962"/>
                </a:lnTo>
                <a:lnTo>
                  <a:pt x="8255" y="16205"/>
                </a:lnTo>
                <a:lnTo>
                  <a:pt x="7629" y="16487"/>
                </a:lnTo>
                <a:lnTo>
                  <a:pt x="7024" y="16770"/>
                </a:lnTo>
                <a:lnTo>
                  <a:pt x="6539" y="17012"/>
                </a:lnTo>
                <a:lnTo>
                  <a:pt x="6055" y="17294"/>
                </a:lnTo>
                <a:lnTo>
                  <a:pt x="5086" y="17839"/>
                </a:lnTo>
                <a:lnTo>
                  <a:pt x="4441" y="18202"/>
                </a:lnTo>
                <a:lnTo>
                  <a:pt x="3775" y="18586"/>
                </a:lnTo>
                <a:lnTo>
                  <a:pt x="3089" y="18929"/>
                </a:lnTo>
                <a:lnTo>
                  <a:pt x="2382" y="19252"/>
                </a:lnTo>
                <a:lnTo>
                  <a:pt x="2160" y="19353"/>
                </a:lnTo>
                <a:lnTo>
                  <a:pt x="1918" y="19413"/>
                </a:lnTo>
                <a:lnTo>
                  <a:pt x="1676" y="19454"/>
                </a:lnTo>
                <a:lnTo>
                  <a:pt x="1434" y="19454"/>
                </a:lnTo>
                <a:lnTo>
                  <a:pt x="1333" y="19413"/>
                </a:lnTo>
                <a:lnTo>
                  <a:pt x="1212" y="19373"/>
                </a:lnTo>
                <a:lnTo>
                  <a:pt x="1030" y="19272"/>
                </a:lnTo>
                <a:lnTo>
                  <a:pt x="869" y="19111"/>
                </a:lnTo>
                <a:lnTo>
                  <a:pt x="748" y="18949"/>
                </a:lnTo>
                <a:lnTo>
                  <a:pt x="627" y="18788"/>
                </a:lnTo>
                <a:lnTo>
                  <a:pt x="546" y="18606"/>
                </a:lnTo>
                <a:lnTo>
                  <a:pt x="425" y="18324"/>
                </a:lnTo>
                <a:lnTo>
                  <a:pt x="324" y="18001"/>
                </a:lnTo>
                <a:lnTo>
                  <a:pt x="263" y="17678"/>
                </a:lnTo>
                <a:lnTo>
                  <a:pt x="203" y="17335"/>
                </a:lnTo>
                <a:lnTo>
                  <a:pt x="162" y="16992"/>
                </a:lnTo>
                <a:lnTo>
                  <a:pt x="122" y="16326"/>
                </a:lnTo>
                <a:lnTo>
                  <a:pt x="102" y="15660"/>
                </a:lnTo>
                <a:lnTo>
                  <a:pt x="102" y="14368"/>
                </a:lnTo>
                <a:lnTo>
                  <a:pt x="82" y="13137"/>
                </a:lnTo>
                <a:lnTo>
                  <a:pt x="102" y="11947"/>
                </a:lnTo>
                <a:lnTo>
                  <a:pt x="122" y="10756"/>
                </a:lnTo>
                <a:lnTo>
                  <a:pt x="203" y="9485"/>
                </a:lnTo>
                <a:lnTo>
                  <a:pt x="324" y="8274"/>
                </a:lnTo>
                <a:lnTo>
                  <a:pt x="405" y="7689"/>
                </a:lnTo>
                <a:lnTo>
                  <a:pt x="485" y="7124"/>
                </a:lnTo>
                <a:lnTo>
                  <a:pt x="586" y="6579"/>
                </a:lnTo>
                <a:lnTo>
                  <a:pt x="687" y="6054"/>
                </a:lnTo>
                <a:lnTo>
                  <a:pt x="808" y="5529"/>
                </a:lnTo>
                <a:lnTo>
                  <a:pt x="929" y="5025"/>
                </a:lnTo>
                <a:lnTo>
                  <a:pt x="1071" y="4541"/>
                </a:lnTo>
                <a:lnTo>
                  <a:pt x="1232" y="4056"/>
                </a:lnTo>
                <a:lnTo>
                  <a:pt x="1393" y="3592"/>
                </a:lnTo>
                <a:lnTo>
                  <a:pt x="1555" y="3128"/>
                </a:lnTo>
                <a:lnTo>
                  <a:pt x="1736" y="2684"/>
                </a:lnTo>
                <a:lnTo>
                  <a:pt x="1938" y="2260"/>
                </a:lnTo>
                <a:lnTo>
                  <a:pt x="2039" y="2038"/>
                </a:lnTo>
                <a:lnTo>
                  <a:pt x="2301" y="1493"/>
                </a:lnTo>
                <a:lnTo>
                  <a:pt x="2463" y="1231"/>
                </a:lnTo>
                <a:lnTo>
                  <a:pt x="2624" y="969"/>
                </a:lnTo>
                <a:lnTo>
                  <a:pt x="2806" y="727"/>
                </a:lnTo>
                <a:lnTo>
                  <a:pt x="3008" y="525"/>
                </a:lnTo>
                <a:lnTo>
                  <a:pt x="3129" y="444"/>
                </a:lnTo>
                <a:lnTo>
                  <a:pt x="3250" y="363"/>
                </a:lnTo>
                <a:lnTo>
                  <a:pt x="3391" y="283"/>
                </a:lnTo>
                <a:lnTo>
                  <a:pt x="3532" y="222"/>
                </a:lnTo>
                <a:lnTo>
                  <a:pt x="3795" y="161"/>
                </a:lnTo>
                <a:lnTo>
                  <a:pt x="4057" y="101"/>
                </a:lnTo>
                <a:lnTo>
                  <a:pt x="4340" y="81"/>
                </a:lnTo>
                <a:close/>
                <a:moveTo>
                  <a:pt x="4360" y="0"/>
                </a:moveTo>
                <a:lnTo>
                  <a:pt x="3997" y="40"/>
                </a:lnTo>
                <a:lnTo>
                  <a:pt x="3714" y="81"/>
                </a:lnTo>
                <a:lnTo>
                  <a:pt x="3492" y="161"/>
                </a:lnTo>
                <a:lnTo>
                  <a:pt x="3351" y="222"/>
                </a:lnTo>
                <a:lnTo>
                  <a:pt x="3210" y="283"/>
                </a:lnTo>
                <a:lnTo>
                  <a:pt x="3089" y="363"/>
                </a:lnTo>
                <a:lnTo>
                  <a:pt x="2967" y="464"/>
                </a:lnTo>
                <a:lnTo>
                  <a:pt x="2745" y="666"/>
                </a:lnTo>
                <a:lnTo>
                  <a:pt x="2564" y="908"/>
                </a:lnTo>
                <a:lnTo>
                  <a:pt x="2382" y="1170"/>
                </a:lnTo>
                <a:lnTo>
                  <a:pt x="2241" y="1453"/>
                </a:lnTo>
                <a:lnTo>
                  <a:pt x="1958" y="2018"/>
                </a:lnTo>
                <a:lnTo>
                  <a:pt x="1878" y="2220"/>
                </a:lnTo>
                <a:lnTo>
                  <a:pt x="1676" y="2664"/>
                </a:lnTo>
                <a:lnTo>
                  <a:pt x="1494" y="3108"/>
                </a:lnTo>
                <a:lnTo>
                  <a:pt x="1313" y="3552"/>
                </a:lnTo>
                <a:lnTo>
                  <a:pt x="1151" y="4036"/>
                </a:lnTo>
                <a:lnTo>
                  <a:pt x="990" y="4500"/>
                </a:lnTo>
                <a:lnTo>
                  <a:pt x="849" y="5005"/>
                </a:lnTo>
                <a:lnTo>
                  <a:pt x="727" y="5509"/>
                </a:lnTo>
                <a:lnTo>
                  <a:pt x="606" y="6034"/>
                </a:lnTo>
                <a:lnTo>
                  <a:pt x="505" y="6559"/>
                </a:lnTo>
                <a:lnTo>
                  <a:pt x="405" y="7103"/>
                </a:lnTo>
                <a:lnTo>
                  <a:pt x="324" y="7668"/>
                </a:lnTo>
                <a:lnTo>
                  <a:pt x="243" y="8254"/>
                </a:lnTo>
                <a:lnTo>
                  <a:pt x="122" y="9464"/>
                </a:lnTo>
                <a:lnTo>
                  <a:pt x="41" y="10756"/>
                </a:lnTo>
                <a:lnTo>
                  <a:pt x="21" y="11947"/>
                </a:lnTo>
                <a:lnTo>
                  <a:pt x="1" y="13137"/>
                </a:lnTo>
                <a:lnTo>
                  <a:pt x="21" y="14368"/>
                </a:lnTo>
                <a:lnTo>
                  <a:pt x="21" y="15660"/>
                </a:lnTo>
                <a:lnTo>
                  <a:pt x="41" y="16326"/>
                </a:lnTo>
                <a:lnTo>
                  <a:pt x="82" y="17012"/>
                </a:lnTo>
                <a:lnTo>
                  <a:pt x="122" y="17355"/>
                </a:lnTo>
                <a:lnTo>
                  <a:pt x="183" y="17678"/>
                </a:lnTo>
                <a:lnTo>
                  <a:pt x="263" y="18021"/>
                </a:lnTo>
                <a:lnTo>
                  <a:pt x="344" y="18344"/>
                </a:lnTo>
                <a:lnTo>
                  <a:pt x="405" y="18505"/>
                </a:lnTo>
                <a:lnTo>
                  <a:pt x="485" y="18687"/>
                </a:lnTo>
                <a:lnTo>
                  <a:pt x="586" y="18868"/>
                </a:lnTo>
                <a:lnTo>
                  <a:pt x="707" y="19030"/>
                </a:lnTo>
                <a:lnTo>
                  <a:pt x="849" y="19211"/>
                </a:lnTo>
                <a:lnTo>
                  <a:pt x="1010" y="19353"/>
                </a:lnTo>
                <a:lnTo>
                  <a:pt x="1192" y="19454"/>
                </a:lnTo>
                <a:lnTo>
                  <a:pt x="1313" y="19494"/>
                </a:lnTo>
                <a:lnTo>
                  <a:pt x="1414" y="19534"/>
                </a:lnTo>
                <a:lnTo>
                  <a:pt x="1615" y="19555"/>
                </a:lnTo>
                <a:lnTo>
                  <a:pt x="1817" y="19534"/>
                </a:lnTo>
                <a:lnTo>
                  <a:pt x="2039" y="19474"/>
                </a:lnTo>
                <a:lnTo>
                  <a:pt x="2241" y="19413"/>
                </a:lnTo>
                <a:lnTo>
                  <a:pt x="2423" y="19333"/>
                </a:lnTo>
                <a:lnTo>
                  <a:pt x="3129" y="19010"/>
                </a:lnTo>
                <a:lnTo>
                  <a:pt x="3795" y="18646"/>
                </a:lnTo>
                <a:lnTo>
                  <a:pt x="4481" y="18283"/>
                </a:lnTo>
                <a:lnTo>
                  <a:pt x="5127" y="17900"/>
                </a:lnTo>
                <a:lnTo>
                  <a:pt x="6095" y="17355"/>
                </a:lnTo>
                <a:lnTo>
                  <a:pt x="6580" y="17093"/>
                </a:lnTo>
                <a:lnTo>
                  <a:pt x="7064" y="16830"/>
                </a:lnTo>
                <a:lnTo>
                  <a:pt x="7669" y="16548"/>
                </a:lnTo>
                <a:lnTo>
                  <a:pt x="8275" y="16285"/>
                </a:lnTo>
                <a:lnTo>
                  <a:pt x="8900" y="16043"/>
                </a:lnTo>
                <a:lnTo>
                  <a:pt x="9566" y="15821"/>
                </a:lnTo>
                <a:lnTo>
                  <a:pt x="10232" y="15619"/>
                </a:lnTo>
                <a:lnTo>
                  <a:pt x="10898" y="15418"/>
                </a:lnTo>
                <a:lnTo>
                  <a:pt x="11604" y="15256"/>
                </a:lnTo>
                <a:lnTo>
                  <a:pt x="12331" y="15115"/>
                </a:lnTo>
                <a:lnTo>
                  <a:pt x="13078" y="14974"/>
                </a:lnTo>
                <a:lnTo>
                  <a:pt x="13824" y="14873"/>
                </a:lnTo>
                <a:lnTo>
                  <a:pt x="14611" y="14772"/>
                </a:lnTo>
                <a:lnTo>
                  <a:pt x="15419" y="14711"/>
                </a:lnTo>
                <a:lnTo>
                  <a:pt x="16226" y="14651"/>
                </a:lnTo>
                <a:lnTo>
                  <a:pt x="17073" y="14610"/>
                </a:lnTo>
                <a:lnTo>
                  <a:pt x="18809" y="14610"/>
                </a:lnTo>
                <a:lnTo>
                  <a:pt x="19697" y="14631"/>
                </a:lnTo>
                <a:lnTo>
                  <a:pt x="20585" y="14671"/>
                </a:lnTo>
                <a:lnTo>
                  <a:pt x="22360" y="14772"/>
                </a:lnTo>
                <a:lnTo>
                  <a:pt x="24116" y="14913"/>
                </a:lnTo>
                <a:lnTo>
                  <a:pt x="25852" y="15054"/>
                </a:lnTo>
                <a:lnTo>
                  <a:pt x="28354" y="15276"/>
                </a:lnTo>
                <a:lnTo>
                  <a:pt x="29605" y="15357"/>
                </a:lnTo>
                <a:lnTo>
                  <a:pt x="30876" y="15438"/>
                </a:lnTo>
                <a:lnTo>
                  <a:pt x="31240" y="15458"/>
                </a:lnTo>
                <a:lnTo>
                  <a:pt x="31441" y="15438"/>
                </a:lnTo>
                <a:lnTo>
                  <a:pt x="31623" y="15418"/>
                </a:lnTo>
                <a:lnTo>
                  <a:pt x="31785" y="15397"/>
                </a:lnTo>
                <a:lnTo>
                  <a:pt x="31966" y="15337"/>
                </a:lnTo>
                <a:lnTo>
                  <a:pt x="32128" y="15256"/>
                </a:lnTo>
                <a:lnTo>
                  <a:pt x="32269" y="15155"/>
                </a:lnTo>
                <a:lnTo>
                  <a:pt x="32350" y="15075"/>
                </a:lnTo>
                <a:lnTo>
                  <a:pt x="32430" y="14994"/>
                </a:lnTo>
                <a:lnTo>
                  <a:pt x="32551" y="14812"/>
                </a:lnTo>
                <a:lnTo>
                  <a:pt x="32612" y="14610"/>
                </a:lnTo>
                <a:lnTo>
                  <a:pt x="32672" y="14388"/>
                </a:lnTo>
                <a:lnTo>
                  <a:pt x="32672" y="14166"/>
                </a:lnTo>
                <a:lnTo>
                  <a:pt x="32652" y="13944"/>
                </a:lnTo>
                <a:lnTo>
                  <a:pt x="32592" y="13743"/>
                </a:lnTo>
                <a:lnTo>
                  <a:pt x="32511" y="13541"/>
                </a:lnTo>
                <a:lnTo>
                  <a:pt x="32410" y="13339"/>
                </a:lnTo>
                <a:lnTo>
                  <a:pt x="32269" y="13157"/>
                </a:lnTo>
                <a:lnTo>
                  <a:pt x="32128" y="12996"/>
                </a:lnTo>
                <a:lnTo>
                  <a:pt x="31966" y="12835"/>
                </a:lnTo>
                <a:lnTo>
                  <a:pt x="31805" y="12693"/>
                </a:lnTo>
                <a:lnTo>
                  <a:pt x="31623" y="12572"/>
                </a:lnTo>
                <a:lnTo>
                  <a:pt x="31280" y="12350"/>
                </a:lnTo>
                <a:lnTo>
                  <a:pt x="30715" y="12027"/>
                </a:lnTo>
                <a:lnTo>
                  <a:pt x="30130" y="11725"/>
                </a:lnTo>
                <a:lnTo>
                  <a:pt x="29524" y="11462"/>
                </a:lnTo>
                <a:lnTo>
                  <a:pt x="28919" y="11220"/>
                </a:lnTo>
                <a:lnTo>
                  <a:pt x="28293" y="10998"/>
                </a:lnTo>
                <a:lnTo>
                  <a:pt x="27648" y="10796"/>
                </a:lnTo>
                <a:lnTo>
                  <a:pt x="26396" y="10413"/>
                </a:lnTo>
                <a:lnTo>
                  <a:pt x="26336" y="10393"/>
                </a:lnTo>
                <a:lnTo>
                  <a:pt x="24237" y="9767"/>
                </a:lnTo>
                <a:lnTo>
                  <a:pt x="23208" y="9444"/>
                </a:lnTo>
                <a:lnTo>
                  <a:pt x="22179" y="9101"/>
                </a:lnTo>
                <a:lnTo>
                  <a:pt x="21170" y="8758"/>
                </a:lnTo>
                <a:lnTo>
                  <a:pt x="20161" y="8395"/>
                </a:lnTo>
                <a:lnTo>
                  <a:pt x="19152" y="8032"/>
                </a:lnTo>
                <a:lnTo>
                  <a:pt x="18183" y="7628"/>
                </a:lnTo>
                <a:lnTo>
                  <a:pt x="17215" y="7224"/>
                </a:lnTo>
                <a:lnTo>
                  <a:pt x="16266" y="6781"/>
                </a:lnTo>
                <a:lnTo>
                  <a:pt x="15338" y="6316"/>
                </a:lnTo>
                <a:lnTo>
                  <a:pt x="14410" y="5832"/>
                </a:lnTo>
                <a:lnTo>
                  <a:pt x="13522" y="5328"/>
                </a:lnTo>
                <a:lnTo>
                  <a:pt x="12654" y="4783"/>
                </a:lnTo>
                <a:lnTo>
                  <a:pt x="11806" y="4197"/>
                </a:lnTo>
                <a:lnTo>
                  <a:pt x="10979" y="3572"/>
                </a:lnTo>
                <a:lnTo>
                  <a:pt x="10010" y="2805"/>
                </a:lnTo>
                <a:lnTo>
                  <a:pt x="9365" y="2280"/>
                </a:lnTo>
                <a:lnTo>
                  <a:pt x="8699" y="1776"/>
                </a:lnTo>
                <a:lnTo>
                  <a:pt x="8356" y="1514"/>
                </a:lnTo>
                <a:lnTo>
                  <a:pt x="8012" y="1292"/>
                </a:lnTo>
                <a:lnTo>
                  <a:pt x="7669" y="1070"/>
                </a:lnTo>
                <a:lnTo>
                  <a:pt x="7306" y="848"/>
                </a:lnTo>
                <a:lnTo>
                  <a:pt x="6923" y="666"/>
                </a:lnTo>
                <a:lnTo>
                  <a:pt x="6559" y="505"/>
                </a:lnTo>
                <a:lnTo>
                  <a:pt x="6216" y="363"/>
                </a:lnTo>
                <a:lnTo>
                  <a:pt x="5894" y="242"/>
                </a:lnTo>
                <a:lnTo>
                  <a:pt x="5591" y="161"/>
                </a:lnTo>
                <a:lnTo>
                  <a:pt x="5308" y="101"/>
                </a:lnTo>
                <a:lnTo>
                  <a:pt x="5046" y="61"/>
                </a:lnTo>
                <a:lnTo>
                  <a:pt x="4804" y="20"/>
                </a:lnTo>
                <a:lnTo>
                  <a:pt x="4562" y="0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07" name="Google Shape;907;p11"/>
          <p:cNvSpPr/>
          <p:nvPr/>
        </p:nvSpPr>
        <p:spPr>
          <a:xfrm flipH="1">
            <a:off x="200616" y="3627209"/>
            <a:ext cx="794334" cy="541632"/>
          </a:xfrm>
          <a:custGeom>
            <a:rect b="b" l="l" r="r" t="t"/>
            <a:pathLst>
              <a:path extrusionOk="0" h="9688" w="14208">
                <a:moveTo>
                  <a:pt x="2765" y="81"/>
                </a:moveTo>
                <a:lnTo>
                  <a:pt x="2967" y="142"/>
                </a:lnTo>
                <a:lnTo>
                  <a:pt x="3189" y="223"/>
                </a:lnTo>
                <a:lnTo>
                  <a:pt x="3431" y="324"/>
                </a:lnTo>
                <a:lnTo>
                  <a:pt x="3694" y="465"/>
                </a:lnTo>
                <a:lnTo>
                  <a:pt x="3956" y="626"/>
                </a:lnTo>
                <a:lnTo>
                  <a:pt x="4218" y="828"/>
                </a:lnTo>
                <a:lnTo>
                  <a:pt x="4501" y="1070"/>
                </a:lnTo>
                <a:lnTo>
                  <a:pt x="5005" y="1474"/>
                </a:lnTo>
                <a:lnTo>
                  <a:pt x="5510" y="1837"/>
                </a:lnTo>
                <a:lnTo>
                  <a:pt x="6055" y="2200"/>
                </a:lnTo>
                <a:lnTo>
                  <a:pt x="6600" y="2523"/>
                </a:lnTo>
                <a:lnTo>
                  <a:pt x="7165" y="2826"/>
                </a:lnTo>
                <a:lnTo>
                  <a:pt x="7750" y="3088"/>
                </a:lnTo>
                <a:lnTo>
                  <a:pt x="8335" y="3330"/>
                </a:lnTo>
                <a:lnTo>
                  <a:pt x="8940" y="3532"/>
                </a:lnTo>
                <a:lnTo>
                  <a:pt x="9566" y="3714"/>
                </a:lnTo>
                <a:lnTo>
                  <a:pt x="10171" y="3895"/>
                </a:lnTo>
                <a:lnTo>
                  <a:pt x="11140" y="4158"/>
                </a:lnTo>
                <a:lnTo>
                  <a:pt x="11624" y="4319"/>
                </a:lnTo>
                <a:lnTo>
                  <a:pt x="12089" y="4481"/>
                </a:lnTo>
                <a:lnTo>
                  <a:pt x="12533" y="4683"/>
                </a:lnTo>
                <a:lnTo>
                  <a:pt x="12956" y="4904"/>
                </a:lnTo>
                <a:lnTo>
                  <a:pt x="13178" y="5046"/>
                </a:lnTo>
                <a:lnTo>
                  <a:pt x="13380" y="5167"/>
                </a:lnTo>
                <a:lnTo>
                  <a:pt x="13562" y="5328"/>
                </a:lnTo>
                <a:lnTo>
                  <a:pt x="13764" y="5490"/>
                </a:lnTo>
                <a:lnTo>
                  <a:pt x="13945" y="5671"/>
                </a:lnTo>
                <a:lnTo>
                  <a:pt x="14066" y="5853"/>
                </a:lnTo>
                <a:lnTo>
                  <a:pt x="14086" y="5934"/>
                </a:lnTo>
                <a:lnTo>
                  <a:pt x="14127" y="6014"/>
                </a:lnTo>
                <a:lnTo>
                  <a:pt x="14127" y="6095"/>
                </a:lnTo>
                <a:lnTo>
                  <a:pt x="14127" y="6176"/>
                </a:lnTo>
                <a:lnTo>
                  <a:pt x="14086" y="6317"/>
                </a:lnTo>
                <a:lnTo>
                  <a:pt x="14006" y="6458"/>
                </a:lnTo>
                <a:lnTo>
                  <a:pt x="13864" y="6579"/>
                </a:lnTo>
                <a:lnTo>
                  <a:pt x="13683" y="6721"/>
                </a:lnTo>
                <a:lnTo>
                  <a:pt x="13461" y="6842"/>
                </a:lnTo>
                <a:lnTo>
                  <a:pt x="13239" y="6963"/>
                </a:lnTo>
                <a:lnTo>
                  <a:pt x="12997" y="7064"/>
                </a:lnTo>
                <a:lnTo>
                  <a:pt x="12755" y="7165"/>
                </a:lnTo>
                <a:lnTo>
                  <a:pt x="12512" y="7225"/>
                </a:lnTo>
                <a:lnTo>
                  <a:pt x="12270" y="7286"/>
                </a:lnTo>
                <a:lnTo>
                  <a:pt x="11766" y="7387"/>
                </a:lnTo>
                <a:lnTo>
                  <a:pt x="11261" y="7447"/>
                </a:lnTo>
                <a:lnTo>
                  <a:pt x="10716" y="7467"/>
                </a:lnTo>
                <a:lnTo>
                  <a:pt x="9647" y="7488"/>
                </a:lnTo>
                <a:lnTo>
                  <a:pt x="8940" y="7508"/>
                </a:lnTo>
                <a:lnTo>
                  <a:pt x="8234" y="7528"/>
                </a:lnTo>
                <a:lnTo>
                  <a:pt x="7891" y="7548"/>
                </a:lnTo>
                <a:lnTo>
                  <a:pt x="7548" y="7588"/>
                </a:lnTo>
                <a:lnTo>
                  <a:pt x="7205" y="7649"/>
                </a:lnTo>
                <a:lnTo>
                  <a:pt x="6862" y="7710"/>
                </a:lnTo>
                <a:lnTo>
                  <a:pt x="6559" y="7790"/>
                </a:lnTo>
                <a:lnTo>
                  <a:pt x="6236" y="7891"/>
                </a:lnTo>
                <a:lnTo>
                  <a:pt x="5651" y="8113"/>
                </a:lnTo>
                <a:lnTo>
                  <a:pt x="5066" y="8375"/>
                </a:lnTo>
                <a:lnTo>
                  <a:pt x="4501" y="8658"/>
                </a:lnTo>
                <a:lnTo>
                  <a:pt x="3653" y="9041"/>
                </a:lnTo>
                <a:lnTo>
                  <a:pt x="3209" y="9223"/>
                </a:lnTo>
                <a:lnTo>
                  <a:pt x="2786" y="9384"/>
                </a:lnTo>
                <a:lnTo>
                  <a:pt x="2483" y="9485"/>
                </a:lnTo>
                <a:lnTo>
                  <a:pt x="2221" y="9546"/>
                </a:lnTo>
                <a:lnTo>
                  <a:pt x="1978" y="9586"/>
                </a:lnTo>
                <a:lnTo>
                  <a:pt x="1756" y="9606"/>
                </a:lnTo>
                <a:lnTo>
                  <a:pt x="1555" y="9606"/>
                </a:lnTo>
                <a:lnTo>
                  <a:pt x="1373" y="9586"/>
                </a:lnTo>
                <a:lnTo>
                  <a:pt x="1212" y="9566"/>
                </a:lnTo>
                <a:lnTo>
                  <a:pt x="1070" y="9526"/>
                </a:lnTo>
                <a:lnTo>
                  <a:pt x="929" y="9465"/>
                </a:lnTo>
                <a:lnTo>
                  <a:pt x="808" y="9405"/>
                </a:lnTo>
                <a:lnTo>
                  <a:pt x="626" y="9284"/>
                </a:lnTo>
                <a:lnTo>
                  <a:pt x="485" y="9162"/>
                </a:lnTo>
                <a:lnTo>
                  <a:pt x="404" y="9082"/>
                </a:lnTo>
                <a:lnTo>
                  <a:pt x="303" y="8920"/>
                </a:lnTo>
                <a:lnTo>
                  <a:pt x="243" y="8759"/>
                </a:lnTo>
                <a:lnTo>
                  <a:pt x="182" y="8597"/>
                </a:lnTo>
                <a:lnTo>
                  <a:pt x="142" y="8436"/>
                </a:lnTo>
                <a:lnTo>
                  <a:pt x="102" y="8073"/>
                </a:lnTo>
                <a:lnTo>
                  <a:pt x="81" y="7730"/>
                </a:lnTo>
                <a:lnTo>
                  <a:pt x="102" y="6983"/>
                </a:lnTo>
                <a:lnTo>
                  <a:pt x="142" y="6236"/>
                </a:lnTo>
                <a:lnTo>
                  <a:pt x="243" y="5470"/>
                </a:lnTo>
                <a:lnTo>
                  <a:pt x="364" y="4703"/>
                </a:lnTo>
                <a:lnTo>
                  <a:pt x="525" y="3895"/>
                </a:lnTo>
                <a:lnTo>
                  <a:pt x="727" y="3068"/>
                </a:lnTo>
                <a:lnTo>
                  <a:pt x="990" y="2200"/>
                </a:lnTo>
                <a:lnTo>
                  <a:pt x="1272" y="1292"/>
                </a:lnTo>
                <a:lnTo>
                  <a:pt x="1373" y="1050"/>
                </a:lnTo>
                <a:lnTo>
                  <a:pt x="1454" y="848"/>
                </a:lnTo>
                <a:lnTo>
                  <a:pt x="1575" y="667"/>
                </a:lnTo>
                <a:lnTo>
                  <a:pt x="1696" y="505"/>
                </a:lnTo>
                <a:lnTo>
                  <a:pt x="1817" y="364"/>
                </a:lnTo>
                <a:lnTo>
                  <a:pt x="1958" y="263"/>
                </a:lnTo>
                <a:lnTo>
                  <a:pt x="2099" y="162"/>
                </a:lnTo>
                <a:lnTo>
                  <a:pt x="2261" y="122"/>
                </a:lnTo>
                <a:lnTo>
                  <a:pt x="2402" y="81"/>
                </a:lnTo>
                <a:close/>
                <a:moveTo>
                  <a:pt x="2463" y="1"/>
                </a:moveTo>
                <a:lnTo>
                  <a:pt x="2241" y="41"/>
                </a:lnTo>
                <a:lnTo>
                  <a:pt x="2079" y="102"/>
                </a:lnTo>
                <a:lnTo>
                  <a:pt x="1918" y="182"/>
                </a:lnTo>
                <a:lnTo>
                  <a:pt x="1777" y="303"/>
                </a:lnTo>
                <a:lnTo>
                  <a:pt x="1635" y="445"/>
                </a:lnTo>
                <a:lnTo>
                  <a:pt x="1514" y="606"/>
                </a:lnTo>
                <a:lnTo>
                  <a:pt x="1393" y="808"/>
                </a:lnTo>
                <a:lnTo>
                  <a:pt x="1292" y="1030"/>
                </a:lnTo>
                <a:lnTo>
                  <a:pt x="1191" y="1272"/>
                </a:lnTo>
                <a:lnTo>
                  <a:pt x="909" y="2180"/>
                </a:lnTo>
                <a:lnTo>
                  <a:pt x="646" y="3048"/>
                </a:lnTo>
                <a:lnTo>
                  <a:pt x="445" y="3875"/>
                </a:lnTo>
                <a:lnTo>
                  <a:pt x="283" y="4683"/>
                </a:lnTo>
                <a:lnTo>
                  <a:pt x="162" y="5470"/>
                </a:lnTo>
                <a:lnTo>
                  <a:pt x="61" y="6236"/>
                </a:lnTo>
                <a:lnTo>
                  <a:pt x="21" y="6983"/>
                </a:lnTo>
                <a:lnTo>
                  <a:pt x="1" y="7730"/>
                </a:lnTo>
                <a:lnTo>
                  <a:pt x="21" y="8093"/>
                </a:lnTo>
                <a:lnTo>
                  <a:pt x="41" y="8275"/>
                </a:lnTo>
                <a:lnTo>
                  <a:pt x="61" y="8456"/>
                </a:lnTo>
                <a:lnTo>
                  <a:pt x="102" y="8638"/>
                </a:lnTo>
                <a:lnTo>
                  <a:pt x="162" y="8799"/>
                </a:lnTo>
                <a:lnTo>
                  <a:pt x="243" y="8961"/>
                </a:lnTo>
                <a:lnTo>
                  <a:pt x="344" y="9122"/>
                </a:lnTo>
                <a:lnTo>
                  <a:pt x="465" y="9263"/>
                </a:lnTo>
                <a:lnTo>
                  <a:pt x="606" y="9384"/>
                </a:lnTo>
                <a:lnTo>
                  <a:pt x="768" y="9485"/>
                </a:lnTo>
                <a:lnTo>
                  <a:pt x="929" y="9566"/>
                </a:lnTo>
                <a:lnTo>
                  <a:pt x="1111" y="9627"/>
                </a:lnTo>
                <a:lnTo>
                  <a:pt x="1272" y="9647"/>
                </a:lnTo>
                <a:lnTo>
                  <a:pt x="1454" y="9667"/>
                </a:lnTo>
                <a:lnTo>
                  <a:pt x="1635" y="9687"/>
                </a:lnTo>
                <a:lnTo>
                  <a:pt x="1999" y="9667"/>
                </a:lnTo>
                <a:lnTo>
                  <a:pt x="2321" y="9606"/>
                </a:lnTo>
                <a:lnTo>
                  <a:pt x="2604" y="9526"/>
                </a:lnTo>
                <a:lnTo>
                  <a:pt x="2806" y="9465"/>
                </a:lnTo>
                <a:lnTo>
                  <a:pt x="3250" y="9304"/>
                </a:lnTo>
                <a:lnTo>
                  <a:pt x="3673" y="9122"/>
                </a:lnTo>
                <a:lnTo>
                  <a:pt x="4521" y="8719"/>
                </a:lnTo>
                <a:lnTo>
                  <a:pt x="5106" y="8456"/>
                </a:lnTo>
                <a:lnTo>
                  <a:pt x="5671" y="8194"/>
                </a:lnTo>
                <a:lnTo>
                  <a:pt x="6277" y="7972"/>
                </a:lnTo>
                <a:lnTo>
                  <a:pt x="6579" y="7871"/>
                </a:lnTo>
                <a:lnTo>
                  <a:pt x="6882" y="7790"/>
                </a:lnTo>
                <a:lnTo>
                  <a:pt x="7205" y="7730"/>
                </a:lnTo>
                <a:lnTo>
                  <a:pt x="7548" y="7669"/>
                </a:lnTo>
                <a:lnTo>
                  <a:pt x="7891" y="7629"/>
                </a:lnTo>
                <a:lnTo>
                  <a:pt x="8254" y="7609"/>
                </a:lnTo>
                <a:lnTo>
                  <a:pt x="8940" y="7588"/>
                </a:lnTo>
                <a:lnTo>
                  <a:pt x="9647" y="7568"/>
                </a:lnTo>
                <a:lnTo>
                  <a:pt x="10716" y="7548"/>
                </a:lnTo>
                <a:lnTo>
                  <a:pt x="11241" y="7528"/>
                </a:lnTo>
                <a:lnTo>
                  <a:pt x="11766" y="7467"/>
                </a:lnTo>
                <a:lnTo>
                  <a:pt x="12290" y="7366"/>
                </a:lnTo>
                <a:lnTo>
                  <a:pt x="12533" y="7306"/>
                </a:lnTo>
                <a:lnTo>
                  <a:pt x="12775" y="7225"/>
                </a:lnTo>
                <a:lnTo>
                  <a:pt x="13037" y="7144"/>
                </a:lnTo>
                <a:lnTo>
                  <a:pt x="13259" y="7044"/>
                </a:lnTo>
                <a:lnTo>
                  <a:pt x="13501" y="6922"/>
                </a:lnTo>
                <a:lnTo>
                  <a:pt x="13723" y="6781"/>
                </a:lnTo>
                <a:lnTo>
                  <a:pt x="13885" y="6680"/>
                </a:lnTo>
                <a:lnTo>
                  <a:pt x="14026" y="6559"/>
                </a:lnTo>
                <a:lnTo>
                  <a:pt x="14086" y="6479"/>
                </a:lnTo>
                <a:lnTo>
                  <a:pt x="14147" y="6398"/>
                </a:lnTo>
                <a:lnTo>
                  <a:pt x="14187" y="6297"/>
                </a:lnTo>
                <a:lnTo>
                  <a:pt x="14207" y="6196"/>
                </a:lnTo>
                <a:lnTo>
                  <a:pt x="14207" y="6095"/>
                </a:lnTo>
                <a:lnTo>
                  <a:pt x="14207" y="6014"/>
                </a:lnTo>
                <a:lnTo>
                  <a:pt x="14167" y="5913"/>
                </a:lnTo>
                <a:lnTo>
                  <a:pt x="14127" y="5813"/>
                </a:lnTo>
                <a:lnTo>
                  <a:pt x="14086" y="5712"/>
                </a:lnTo>
                <a:lnTo>
                  <a:pt x="14006" y="5631"/>
                </a:lnTo>
                <a:lnTo>
                  <a:pt x="13804" y="5429"/>
                </a:lnTo>
                <a:lnTo>
                  <a:pt x="13622" y="5268"/>
                </a:lnTo>
                <a:lnTo>
                  <a:pt x="13420" y="5106"/>
                </a:lnTo>
                <a:lnTo>
                  <a:pt x="13219" y="4965"/>
                </a:lnTo>
                <a:lnTo>
                  <a:pt x="13017" y="4844"/>
                </a:lnTo>
                <a:lnTo>
                  <a:pt x="12573" y="4602"/>
                </a:lnTo>
                <a:lnTo>
                  <a:pt x="12109" y="4420"/>
                </a:lnTo>
                <a:lnTo>
                  <a:pt x="11645" y="4239"/>
                </a:lnTo>
                <a:lnTo>
                  <a:pt x="11160" y="4077"/>
                </a:lnTo>
                <a:lnTo>
                  <a:pt x="10192" y="3815"/>
                </a:lnTo>
                <a:lnTo>
                  <a:pt x="9586" y="3653"/>
                </a:lnTo>
                <a:lnTo>
                  <a:pt x="8961" y="3452"/>
                </a:lnTo>
                <a:lnTo>
                  <a:pt x="8375" y="3250"/>
                </a:lnTo>
                <a:lnTo>
                  <a:pt x="7770" y="3008"/>
                </a:lnTo>
                <a:lnTo>
                  <a:pt x="7205" y="2745"/>
                </a:lnTo>
                <a:lnTo>
                  <a:pt x="6640" y="2443"/>
                </a:lnTo>
                <a:lnTo>
                  <a:pt x="6095" y="2120"/>
                </a:lnTo>
                <a:lnTo>
                  <a:pt x="5570" y="1777"/>
                </a:lnTo>
                <a:lnTo>
                  <a:pt x="5046" y="1413"/>
                </a:lnTo>
                <a:lnTo>
                  <a:pt x="4561" y="1010"/>
                </a:lnTo>
                <a:lnTo>
                  <a:pt x="4218" y="727"/>
                </a:lnTo>
                <a:lnTo>
                  <a:pt x="3875" y="485"/>
                </a:lnTo>
                <a:lnTo>
                  <a:pt x="3573" y="303"/>
                </a:lnTo>
                <a:lnTo>
                  <a:pt x="3270" y="162"/>
                </a:lnTo>
                <a:lnTo>
                  <a:pt x="2987" y="61"/>
                </a:lnTo>
                <a:lnTo>
                  <a:pt x="2725" y="1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08" name="Google Shape;908;p11"/>
          <p:cNvSpPr/>
          <p:nvPr/>
        </p:nvSpPr>
        <p:spPr>
          <a:xfrm flipH="1">
            <a:off x="719610" y="3878788"/>
            <a:ext cx="4584" cy="51994"/>
          </a:xfrm>
          <a:custGeom>
            <a:rect b="b" l="l" r="r" t="t"/>
            <a:pathLst>
              <a:path extrusionOk="0" h="930" w="82">
                <a:moveTo>
                  <a:pt x="1" y="1"/>
                </a:moveTo>
                <a:lnTo>
                  <a:pt x="1" y="929"/>
                </a:lnTo>
                <a:lnTo>
                  <a:pt x="82" y="929"/>
                </a:lnTo>
                <a:lnTo>
                  <a:pt x="82" y="1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09" name="Google Shape;909;p11"/>
          <p:cNvSpPr/>
          <p:nvPr/>
        </p:nvSpPr>
        <p:spPr>
          <a:xfrm flipH="1">
            <a:off x="695905" y="3902492"/>
            <a:ext cx="51938" cy="4584"/>
          </a:xfrm>
          <a:custGeom>
            <a:rect b="b" l="l" r="r" t="t"/>
            <a:pathLst>
              <a:path extrusionOk="0" h="82" w="929">
                <a:moveTo>
                  <a:pt x="0" y="1"/>
                </a:moveTo>
                <a:lnTo>
                  <a:pt x="0" y="81"/>
                </a:lnTo>
                <a:lnTo>
                  <a:pt x="928" y="81"/>
                </a:lnTo>
                <a:lnTo>
                  <a:pt x="928" y="1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10" name="Google Shape;910;p11"/>
          <p:cNvSpPr/>
          <p:nvPr/>
        </p:nvSpPr>
        <p:spPr>
          <a:xfrm flipH="1">
            <a:off x="8234036" y="2005310"/>
            <a:ext cx="100466" cy="101584"/>
          </a:xfrm>
          <a:custGeom>
            <a:rect b="b" l="l" r="r" t="t"/>
            <a:pathLst>
              <a:path extrusionOk="0" h="1817" w="1797">
                <a:moveTo>
                  <a:pt x="889" y="0"/>
                </a:moveTo>
                <a:lnTo>
                  <a:pt x="707" y="21"/>
                </a:lnTo>
                <a:lnTo>
                  <a:pt x="546" y="81"/>
                </a:lnTo>
                <a:lnTo>
                  <a:pt x="384" y="162"/>
                </a:lnTo>
                <a:lnTo>
                  <a:pt x="263" y="263"/>
                </a:lnTo>
                <a:lnTo>
                  <a:pt x="142" y="404"/>
                </a:lnTo>
                <a:lnTo>
                  <a:pt x="61" y="565"/>
                </a:lnTo>
                <a:lnTo>
                  <a:pt x="21" y="727"/>
                </a:lnTo>
                <a:lnTo>
                  <a:pt x="1" y="908"/>
                </a:lnTo>
                <a:lnTo>
                  <a:pt x="21" y="1090"/>
                </a:lnTo>
                <a:lnTo>
                  <a:pt x="61" y="1252"/>
                </a:lnTo>
                <a:lnTo>
                  <a:pt x="142" y="1413"/>
                </a:lnTo>
                <a:lnTo>
                  <a:pt x="263" y="1554"/>
                </a:lnTo>
                <a:lnTo>
                  <a:pt x="384" y="1655"/>
                </a:lnTo>
                <a:lnTo>
                  <a:pt x="546" y="1736"/>
                </a:lnTo>
                <a:lnTo>
                  <a:pt x="707" y="1796"/>
                </a:lnTo>
                <a:lnTo>
                  <a:pt x="889" y="1817"/>
                </a:lnTo>
                <a:lnTo>
                  <a:pt x="1070" y="1796"/>
                </a:lnTo>
                <a:lnTo>
                  <a:pt x="1252" y="1736"/>
                </a:lnTo>
                <a:lnTo>
                  <a:pt x="1393" y="1655"/>
                </a:lnTo>
                <a:lnTo>
                  <a:pt x="1534" y="1554"/>
                </a:lnTo>
                <a:lnTo>
                  <a:pt x="1635" y="1413"/>
                </a:lnTo>
                <a:lnTo>
                  <a:pt x="1736" y="1252"/>
                </a:lnTo>
                <a:lnTo>
                  <a:pt x="1777" y="1090"/>
                </a:lnTo>
                <a:lnTo>
                  <a:pt x="1797" y="908"/>
                </a:lnTo>
                <a:lnTo>
                  <a:pt x="1777" y="727"/>
                </a:lnTo>
                <a:lnTo>
                  <a:pt x="1736" y="565"/>
                </a:lnTo>
                <a:lnTo>
                  <a:pt x="1635" y="404"/>
                </a:lnTo>
                <a:lnTo>
                  <a:pt x="1534" y="263"/>
                </a:lnTo>
                <a:lnTo>
                  <a:pt x="1393" y="162"/>
                </a:lnTo>
                <a:lnTo>
                  <a:pt x="1252" y="81"/>
                </a:lnTo>
                <a:lnTo>
                  <a:pt x="1070" y="21"/>
                </a:lnTo>
                <a:lnTo>
                  <a:pt x="889" y="0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11" name="Google Shape;911;p11"/>
          <p:cNvSpPr/>
          <p:nvPr/>
        </p:nvSpPr>
        <p:spPr>
          <a:xfrm flipH="1">
            <a:off x="8761836" y="369160"/>
            <a:ext cx="100466" cy="101584"/>
          </a:xfrm>
          <a:custGeom>
            <a:rect b="b" l="l" r="r" t="t"/>
            <a:pathLst>
              <a:path extrusionOk="0" h="1817" w="1797">
                <a:moveTo>
                  <a:pt x="889" y="0"/>
                </a:moveTo>
                <a:lnTo>
                  <a:pt x="707" y="21"/>
                </a:lnTo>
                <a:lnTo>
                  <a:pt x="546" y="81"/>
                </a:lnTo>
                <a:lnTo>
                  <a:pt x="384" y="162"/>
                </a:lnTo>
                <a:lnTo>
                  <a:pt x="263" y="263"/>
                </a:lnTo>
                <a:lnTo>
                  <a:pt x="142" y="404"/>
                </a:lnTo>
                <a:lnTo>
                  <a:pt x="61" y="565"/>
                </a:lnTo>
                <a:lnTo>
                  <a:pt x="21" y="727"/>
                </a:lnTo>
                <a:lnTo>
                  <a:pt x="1" y="908"/>
                </a:lnTo>
                <a:lnTo>
                  <a:pt x="21" y="1090"/>
                </a:lnTo>
                <a:lnTo>
                  <a:pt x="61" y="1252"/>
                </a:lnTo>
                <a:lnTo>
                  <a:pt x="142" y="1413"/>
                </a:lnTo>
                <a:lnTo>
                  <a:pt x="263" y="1554"/>
                </a:lnTo>
                <a:lnTo>
                  <a:pt x="384" y="1655"/>
                </a:lnTo>
                <a:lnTo>
                  <a:pt x="546" y="1736"/>
                </a:lnTo>
                <a:lnTo>
                  <a:pt x="707" y="1796"/>
                </a:lnTo>
                <a:lnTo>
                  <a:pt x="889" y="1817"/>
                </a:lnTo>
                <a:lnTo>
                  <a:pt x="1070" y="1796"/>
                </a:lnTo>
                <a:lnTo>
                  <a:pt x="1252" y="1736"/>
                </a:lnTo>
                <a:lnTo>
                  <a:pt x="1393" y="1655"/>
                </a:lnTo>
                <a:lnTo>
                  <a:pt x="1534" y="1554"/>
                </a:lnTo>
                <a:lnTo>
                  <a:pt x="1635" y="1413"/>
                </a:lnTo>
                <a:lnTo>
                  <a:pt x="1736" y="1252"/>
                </a:lnTo>
                <a:lnTo>
                  <a:pt x="1777" y="1090"/>
                </a:lnTo>
                <a:lnTo>
                  <a:pt x="1797" y="908"/>
                </a:lnTo>
                <a:lnTo>
                  <a:pt x="1777" y="727"/>
                </a:lnTo>
                <a:lnTo>
                  <a:pt x="1736" y="565"/>
                </a:lnTo>
                <a:lnTo>
                  <a:pt x="1635" y="404"/>
                </a:lnTo>
                <a:lnTo>
                  <a:pt x="1534" y="263"/>
                </a:lnTo>
                <a:lnTo>
                  <a:pt x="1393" y="162"/>
                </a:lnTo>
                <a:lnTo>
                  <a:pt x="1252" y="81"/>
                </a:lnTo>
                <a:lnTo>
                  <a:pt x="1070" y="21"/>
                </a:lnTo>
                <a:lnTo>
                  <a:pt x="889" y="0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12" name="Google Shape;912;p11"/>
          <p:cNvSpPr/>
          <p:nvPr/>
        </p:nvSpPr>
        <p:spPr>
          <a:xfrm flipH="1">
            <a:off x="8862311" y="1431335"/>
            <a:ext cx="100466" cy="101584"/>
          </a:xfrm>
          <a:custGeom>
            <a:rect b="b" l="l" r="r" t="t"/>
            <a:pathLst>
              <a:path extrusionOk="0" h="1817" w="1797">
                <a:moveTo>
                  <a:pt x="889" y="0"/>
                </a:moveTo>
                <a:lnTo>
                  <a:pt x="707" y="21"/>
                </a:lnTo>
                <a:lnTo>
                  <a:pt x="546" y="81"/>
                </a:lnTo>
                <a:lnTo>
                  <a:pt x="384" y="162"/>
                </a:lnTo>
                <a:lnTo>
                  <a:pt x="263" y="263"/>
                </a:lnTo>
                <a:lnTo>
                  <a:pt x="142" y="404"/>
                </a:lnTo>
                <a:lnTo>
                  <a:pt x="61" y="565"/>
                </a:lnTo>
                <a:lnTo>
                  <a:pt x="21" y="727"/>
                </a:lnTo>
                <a:lnTo>
                  <a:pt x="1" y="908"/>
                </a:lnTo>
                <a:lnTo>
                  <a:pt x="21" y="1090"/>
                </a:lnTo>
                <a:lnTo>
                  <a:pt x="61" y="1252"/>
                </a:lnTo>
                <a:lnTo>
                  <a:pt x="142" y="1413"/>
                </a:lnTo>
                <a:lnTo>
                  <a:pt x="263" y="1554"/>
                </a:lnTo>
                <a:lnTo>
                  <a:pt x="384" y="1655"/>
                </a:lnTo>
                <a:lnTo>
                  <a:pt x="546" y="1736"/>
                </a:lnTo>
                <a:lnTo>
                  <a:pt x="707" y="1796"/>
                </a:lnTo>
                <a:lnTo>
                  <a:pt x="889" y="1817"/>
                </a:lnTo>
                <a:lnTo>
                  <a:pt x="1070" y="1796"/>
                </a:lnTo>
                <a:lnTo>
                  <a:pt x="1252" y="1736"/>
                </a:lnTo>
                <a:lnTo>
                  <a:pt x="1393" y="1655"/>
                </a:lnTo>
                <a:lnTo>
                  <a:pt x="1534" y="1554"/>
                </a:lnTo>
                <a:lnTo>
                  <a:pt x="1635" y="1413"/>
                </a:lnTo>
                <a:lnTo>
                  <a:pt x="1736" y="1252"/>
                </a:lnTo>
                <a:lnTo>
                  <a:pt x="1777" y="1090"/>
                </a:lnTo>
                <a:lnTo>
                  <a:pt x="1797" y="908"/>
                </a:lnTo>
                <a:lnTo>
                  <a:pt x="1777" y="727"/>
                </a:lnTo>
                <a:lnTo>
                  <a:pt x="1736" y="565"/>
                </a:lnTo>
                <a:lnTo>
                  <a:pt x="1635" y="404"/>
                </a:lnTo>
                <a:lnTo>
                  <a:pt x="1534" y="263"/>
                </a:lnTo>
                <a:lnTo>
                  <a:pt x="1393" y="162"/>
                </a:lnTo>
                <a:lnTo>
                  <a:pt x="1252" y="81"/>
                </a:lnTo>
                <a:lnTo>
                  <a:pt x="1070" y="21"/>
                </a:lnTo>
                <a:lnTo>
                  <a:pt x="889" y="0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13" name="Google Shape;913;p11"/>
          <p:cNvSpPr/>
          <p:nvPr/>
        </p:nvSpPr>
        <p:spPr>
          <a:xfrm flipH="1">
            <a:off x="1261229" y="1903710"/>
            <a:ext cx="100466" cy="101584"/>
          </a:xfrm>
          <a:custGeom>
            <a:rect b="b" l="l" r="r" t="t"/>
            <a:pathLst>
              <a:path extrusionOk="0" h="1817" w="1797">
                <a:moveTo>
                  <a:pt x="889" y="0"/>
                </a:moveTo>
                <a:lnTo>
                  <a:pt x="707" y="21"/>
                </a:lnTo>
                <a:lnTo>
                  <a:pt x="546" y="81"/>
                </a:lnTo>
                <a:lnTo>
                  <a:pt x="384" y="162"/>
                </a:lnTo>
                <a:lnTo>
                  <a:pt x="263" y="263"/>
                </a:lnTo>
                <a:lnTo>
                  <a:pt x="142" y="404"/>
                </a:lnTo>
                <a:lnTo>
                  <a:pt x="61" y="565"/>
                </a:lnTo>
                <a:lnTo>
                  <a:pt x="21" y="727"/>
                </a:lnTo>
                <a:lnTo>
                  <a:pt x="1" y="908"/>
                </a:lnTo>
                <a:lnTo>
                  <a:pt x="21" y="1090"/>
                </a:lnTo>
                <a:lnTo>
                  <a:pt x="61" y="1252"/>
                </a:lnTo>
                <a:lnTo>
                  <a:pt x="142" y="1413"/>
                </a:lnTo>
                <a:lnTo>
                  <a:pt x="263" y="1554"/>
                </a:lnTo>
                <a:lnTo>
                  <a:pt x="384" y="1655"/>
                </a:lnTo>
                <a:lnTo>
                  <a:pt x="546" y="1736"/>
                </a:lnTo>
                <a:lnTo>
                  <a:pt x="707" y="1796"/>
                </a:lnTo>
                <a:lnTo>
                  <a:pt x="889" y="1817"/>
                </a:lnTo>
                <a:lnTo>
                  <a:pt x="1070" y="1796"/>
                </a:lnTo>
                <a:lnTo>
                  <a:pt x="1252" y="1736"/>
                </a:lnTo>
                <a:lnTo>
                  <a:pt x="1393" y="1655"/>
                </a:lnTo>
                <a:lnTo>
                  <a:pt x="1534" y="1554"/>
                </a:lnTo>
                <a:lnTo>
                  <a:pt x="1635" y="1413"/>
                </a:lnTo>
                <a:lnTo>
                  <a:pt x="1736" y="1252"/>
                </a:lnTo>
                <a:lnTo>
                  <a:pt x="1777" y="1090"/>
                </a:lnTo>
                <a:lnTo>
                  <a:pt x="1797" y="908"/>
                </a:lnTo>
                <a:lnTo>
                  <a:pt x="1777" y="727"/>
                </a:lnTo>
                <a:lnTo>
                  <a:pt x="1736" y="565"/>
                </a:lnTo>
                <a:lnTo>
                  <a:pt x="1635" y="404"/>
                </a:lnTo>
                <a:lnTo>
                  <a:pt x="1534" y="263"/>
                </a:lnTo>
                <a:lnTo>
                  <a:pt x="1393" y="162"/>
                </a:lnTo>
                <a:lnTo>
                  <a:pt x="1252" y="81"/>
                </a:lnTo>
                <a:lnTo>
                  <a:pt x="1070" y="21"/>
                </a:lnTo>
                <a:lnTo>
                  <a:pt x="889" y="0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14" name="Google Shape;914;p11"/>
          <p:cNvSpPr/>
          <p:nvPr/>
        </p:nvSpPr>
        <p:spPr>
          <a:xfrm flipH="1">
            <a:off x="403236" y="2056110"/>
            <a:ext cx="100466" cy="101584"/>
          </a:xfrm>
          <a:custGeom>
            <a:rect b="b" l="l" r="r" t="t"/>
            <a:pathLst>
              <a:path extrusionOk="0" h="1817" w="1797">
                <a:moveTo>
                  <a:pt x="889" y="0"/>
                </a:moveTo>
                <a:lnTo>
                  <a:pt x="707" y="21"/>
                </a:lnTo>
                <a:lnTo>
                  <a:pt x="546" y="81"/>
                </a:lnTo>
                <a:lnTo>
                  <a:pt x="384" y="162"/>
                </a:lnTo>
                <a:lnTo>
                  <a:pt x="263" y="263"/>
                </a:lnTo>
                <a:lnTo>
                  <a:pt x="142" y="404"/>
                </a:lnTo>
                <a:lnTo>
                  <a:pt x="61" y="565"/>
                </a:lnTo>
                <a:lnTo>
                  <a:pt x="21" y="727"/>
                </a:lnTo>
                <a:lnTo>
                  <a:pt x="1" y="908"/>
                </a:lnTo>
                <a:lnTo>
                  <a:pt x="21" y="1090"/>
                </a:lnTo>
                <a:lnTo>
                  <a:pt x="61" y="1252"/>
                </a:lnTo>
                <a:lnTo>
                  <a:pt x="142" y="1413"/>
                </a:lnTo>
                <a:lnTo>
                  <a:pt x="263" y="1554"/>
                </a:lnTo>
                <a:lnTo>
                  <a:pt x="384" y="1655"/>
                </a:lnTo>
                <a:lnTo>
                  <a:pt x="546" y="1736"/>
                </a:lnTo>
                <a:lnTo>
                  <a:pt x="707" y="1796"/>
                </a:lnTo>
                <a:lnTo>
                  <a:pt x="889" y="1817"/>
                </a:lnTo>
                <a:lnTo>
                  <a:pt x="1070" y="1796"/>
                </a:lnTo>
                <a:lnTo>
                  <a:pt x="1252" y="1736"/>
                </a:lnTo>
                <a:lnTo>
                  <a:pt x="1393" y="1655"/>
                </a:lnTo>
                <a:lnTo>
                  <a:pt x="1534" y="1554"/>
                </a:lnTo>
                <a:lnTo>
                  <a:pt x="1635" y="1413"/>
                </a:lnTo>
                <a:lnTo>
                  <a:pt x="1736" y="1252"/>
                </a:lnTo>
                <a:lnTo>
                  <a:pt x="1777" y="1090"/>
                </a:lnTo>
                <a:lnTo>
                  <a:pt x="1797" y="908"/>
                </a:lnTo>
                <a:lnTo>
                  <a:pt x="1777" y="727"/>
                </a:lnTo>
                <a:lnTo>
                  <a:pt x="1736" y="565"/>
                </a:lnTo>
                <a:lnTo>
                  <a:pt x="1635" y="404"/>
                </a:lnTo>
                <a:lnTo>
                  <a:pt x="1534" y="263"/>
                </a:lnTo>
                <a:lnTo>
                  <a:pt x="1393" y="162"/>
                </a:lnTo>
                <a:lnTo>
                  <a:pt x="1252" y="81"/>
                </a:lnTo>
                <a:lnTo>
                  <a:pt x="1070" y="21"/>
                </a:lnTo>
                <a:lnTo>
                  <a:pt x="889" y="0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15" name="Google Shape;915;p11"/>
          <p:cNvSpPr/>
          <p:nvPr/>
        </p:nvSpPr>
        <p:spPr>
          <a:xfrm flipH="1">
            <a:off x="555636" y="3732510"/>
            <a:ext cx="100466" cy="101584"/>
          </a:xfrm>
          <a:custGeom>
            <a:rect b="b" l="l" r="r" t="t"/>
            <a:pathLst>
              <a:path extrusionOk="0" h="1817" w="1797">
                <a:moveTo>
                  <a:pt x="889" y="0"/>
                </a:moveTo>
                <a:lnTo>
                  <a:pt x="707" y="21"/>
                </a:lnTo>
                <a:lnTo>
                  <a:pt x="546" y="81"/>
                </a:lnTo>
                <a:lnTo>
                  <a:pt x="384" y="162"/>
                </a:lnTo>
                <a:lnTo>
                  <a:pt x="263" y="263"/>
                </a:lnTo>
                <a:lnTo>
                  <a:pt x="142" y="404"/>
                </a:lnTo>
                <a:lnTo>
                  <a:pt x="61" y="565"/>
                </a:lnTo>
                <a:lnTo>
                  <a:pt x="21" y="727"/>
                </a:lnTo>
                <a:lnTo>
                  <a:pt x="1" y="908"/>
                </a:lnTo>
                <a:lnTo>
                  <a:pt x="21" y="1090"/>
                </a:lnTo>
                <a:lnTo>
                  <a:pt x="61" y="1252"/>
                </a:lnTo>
                <a:lnTo>
                  <a:pt x="142" y="1413"/>
                </a:lnTo>
                <a:lnTo>
                  <a:pt x="263" y="1554"/>
                </a:lnTo>
                <a:lnTo>
                  <a:pt x="384" y="1655"/>
                </a:lnTo>
                <a:lnTo>
                  <a:pt x="546" y="1736"/>
                </a:lnTo>
                <a:lnTo>
                  <a:pt x="707" y="1796"/>
                </a:lnTo>
                <a:lnTo>
                  <a:pt x="889" y="1817"/>
                </a:lnTo>
                <a:lnTo>
                  <a:pt x="1070" y="1796"/>
                </a:lnTo>
                <a:lnTo>
                  <a:pt x="1252" y="1736"/>
                </a:lnTo>
                <a:lnTo>
                  <a:pt x="1393" y="1655"/>
                </a:lnTo>
                <a:lnTo>
                  <a:pt x="1534" y="1554"/>
                </a:lnTo>
                <a:lnTo>
                  <a:pt x="1635" y="1413"/>
                </a:lnTo>
                <a:lnTo>
                  <a:pt x="1736" y="1252"/>
                </a:lnTo>
                <a:lnTo>
                  <a:pt x="1777" y="1090"/>
                </a:lnTo>
                <a:lnTo>
                  <a:pt x="1797" y="908"/>
                </a:lnTo>
                <a:lnTo>
                  <a:pt x="1777" y="727"/>
                </a:lnTo>
                <a:lnTo>
                  <a:pt x="1736" y="565"/>
                </a:lnTo>
                <a:lnTo>
                  <a:pt x="1635" y="404"/>
                </a:lnTo>
                <a:lnTo>
                  <a:pt x="1534" y="263"/>
                </a:lnTo>
                <a:lnTo>
                  <a:pt x="1393" y="162"/>
                </a:lnTo>
                <a:lnTo>
                  <a:pt x="1252" y="81"/>
                </a:lnTo>
                <a:lnTo>
                  <a:pt x="1070" y="21"/>
                </a:lnTo>
                <a:lnTo>
                  <a:pt x="889" y="0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16" name="Google Shape;916;p11"/>
          <p:cNvSpPr/>
          <p:nvPr/>
        </p:nvSpPr>
        <p:spPr>
          <a:xfrm flipH="1">
            <a:off x="1089036" y="4189710"/>
            <a:ext cx="100466" cy="101584"/>
          </a:xfrm>
          <a:custGeom>
            <a:rect b="b" l="l" r="r" t="t"/>
            <a:pathLst>
              <a:path extrusionOk="0" h="1817" w="1797">
                <a:moveTo>
                  <a:pt x="889" y="0"/>
                </a:moveTo>
                <a:lnTo>
                  <a:pt x="707" y="21"/>
                </a:lnTo>
                <a:lnTo>
                  <a:pt x="546" y="81"/>
                </a:lnTo>
                <a:lnTo>
                  <a:pt x="384" y="162"/>
                </a:lnTo>
                <a:lnTo>
                  <a:pt x="263" y="263"/>
                </a:lnTo>
                <a:lnTo>
                  <a:pt x="142" y="404"/>
                </a:lnTo>
                <a:lnTo>
                  <a:pt x="61" y="565"/>
                </a:lnTo>
                <a:lnTo>
                  <a:pt x="21" y="727"/>
                </a:lnTo>
                <a:lnTo>
                  <a:pt x="1" y="908"/>
                </a:lnTo>
                <a:lnTo>
                  <a:pt x="21" y="1090"/>
                </a:lnTo>
                <a:lnTo>
                  <a:pt x="61" y="1252"/>
                </a:lnTo>
                <a:lnTo>
                  <a:pt x="142" y="1413"/>
                </a:lnTo>
                <a:lnTo>
                  <a:pt x="263" y="1554"/>
                </a:lnTo>
                <a:lnTo>
                  <a:pt x="384" y="1655"/>
                </a:lnTo>
                <a:lnTo>
                  <a:pt x="546" y="1736"/>
                </a:lnTo>
                <a:lnTo>
                  <a:pt x="707" y="1796"/>
                </a:lnTo>
                <a:lnTo>
                  <a:pt x="889" y="1817"/>
                </a:lnTo>
                <a:lnTo>
                  <a:pt x="1070" y="1796"/>
                </a:lnTo>
                <a:lnTo>
                  <a:pt x="1252" y="1736"/>
                </a:lnTo>
                <a:lnTo>
                  <a:pt x="1393" y="1655"/>
                </a:lnTo>
                <a:lnTo>
                  <a:pt x="1534" y="1554"/>
                </a:lnTo>
                <a:lnTo>
                  <a:pt x="1635" y="1413"/>
                </a:lnTo>
                <a:lnTo>
                  <a:pt x="1736" y="1252"/>
                </a:lnTo>
                <a:lnTo>
                  <a:pt x="1777" y="1090"/>
                </a:lnTo>
                <a:lnTo>
                  <a:pt x="1797" y="908"/>
                </a:lnTo>
                <a:lnTo>
                  <a:pt x="1777" y="727"/>
                </a:lnTo>
                <a:lnTo>
                  <a:pt x="1736" y="565"/>
                </a:lnTo>
                <a:lnTo>
                  <a:pt x="1635" y="404"/>
                </a:lnTo>
                <a:lnTo>
                  <a:pt x="1534" y="263"/>
                </a:lnTo>
                <a:lnTo>
                  <a:pt x="1393" y="162"/>
                </a:lnTo>
                <a:lnTo>
                  <a:pt x="1252" y="81"/>
                </a:lnTo>
                <a:lnTo>
                  <a:pt x="1070" y="21"/>
                </a:lnTo>
                <a:lnTo>
                  <a:pt x="889" y="0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bg>
      <p:bgPr>
        <a:solidFill>
          <a:srgbClr val="FFFFFF"/>
        </a:solidFill>
      </p:bgPr>
    </p:bg>
    <p:spTree>
      <p:nvGrpSpPr>
        <p:cNvPr id="917" name="Shape 917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able of contents">
  <p:cSld name="BLANK_1">
    <p:spTree>
      <p:nvGrpSpPr>
        <p:cNvPr id="918" name="Shape 9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9" name="Google Shape;919;p13"/>
          <p:cNvSpPr txBox="1"/>
          <p:nvPr>
            <p:ph idx="1" type="subTitle"/>
          </p:nvPr>
        </p:nvSpPr>
        <p:spPr>
          <a:xfrm>
            <a:off x="714799" y="1926081"/>
            <a:ext cx="2569500" cy="228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sz="20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9pPr>
          </a:lstStyle>
          <a:p/>
        </p:txBody>
      </p:sp>
      <p:sp>
        <p:nvSpPr>
          <p:cNvPr id="920" name="Google Shape;920;p13"/>
          <p:cNvSpPr txBox="1"/>
          <p:nvPr>
            <p:ph idx="2" type="subTitle"/>
          </p:nvPr>
        </p:nvSpPr>
        <p:spPr>
          <a:xfrm>
            <a:off x="871699" y="2293986"/>
            <a:ext cx="2255700" cy="398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9pPr>
          </a:lstStyle>
          <a:p/>
        </p:txBody>
      </p:sp>
      <p:sp>
        <p:nvSpPr>
          <p:cNvPr id="921" name="Google Shape;921;p13"/>
          <p:cNvSpPr txBox="1"/>
          <p:nvPr>
            <p:ph idx="3" type="subTitle"/>
          </p:nvPr>
        </p:nvSpPr>
        <p:spPr>
          <a:xfrm>
            <a:off x="714799" y="3813768"/>
            <a:ext cx="2569500" cy="228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sz="20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9pPr>
          </a:lstStyle>
          <a:p/>
        </p:txBody>
      </p:sp>
      <p:sp>
        <p:nvSpPr>
          <p:cNvPr id="922" name="Google Shape;922;p13"/>
          <p:cNvSpPr txBox="1"/>
          <p:nvPr>
            <p:ph idx="4" type="subTitle"/>
          </p:nvPr>
        </p:nvSpPr>
        <p:spPr>
          <a:xfrm>
            <a:off x="871699" y="4178202"/>
            <a:ext cx="2255700" cy="402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9pPr>
          </a:lstStyle>
          <a:p/>
        </p:txBody>
      </p:sp>
      <p:sp>
        <p:nvSpPr>
          <p:cNvPr id="923" name="Google Shape;923;p13"/>
          <p:cNvSpPr txBox="1"/>
          <p:nvPr>
            <p:ph hasCustomPrompt="1" type="title"/>
          </p:nvPr>
        </p:nvSpPr>
        <p:spPr>
          <a:xfrm>
            <a:off x="1600099" y="1282367"/>
            <a:ext cx="798900" cy="292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Font typeface="Arial"/>
              <a:buNone/>
              <a:defRPr sz="2300">
                <a:solidFill>
                  <a:schemeClr val="lt1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9pPr>
          </a:lstStyle>
          <a:p>
            <a:r>
              <a:t>xx%</a:t>
            </a:r>
          </a:p>
        </p:txBody>
      </p:sp>
      <p:sp>
        <p:nvSpPr>
          <p:cNvPr id="924" name="Google Shape;924;p13"/>
          <p:cNvSpPr txBox="1"/>
          <p:nvPr>
            <p:ph hasCustomPrompt="1" idx="5" type="title"/>
          </p:nvPr>
        </p:nvSpPr>
        <p:spPr>
          <a:xfrm>
            <a:off x="4174200" y="1282367"/>
            <a:ext cx="795600" cy="292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Font typeface="Arial"/>
              <a:buNone/>
              <a:defRPr sz="2300">
                <a:solidFill>
                  <a:schemeClr val="lt1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9pPr>
          </a:lstStyle>
          <a:p>
            <a:r>
              <a:t>xx%</a:t>
            </a:r>
          </a:p>
        </p:txBody>
      </p:sp>
      <p:sp>
        <p:nvSpPr>
          <p:cNvPr id="925" name="Google Shape;925;p13"/>
          <p:cNvSpPr txBox="1"/>
          <p:nvPr>
            <p:ph idx="6" type="title"/>
          </p:nvPr>
        </p:nvSpPr>
        <p:spPr>
          <a:xfrm>
            <a:off x="713225" y="530352"/>
            <a:ext cx="7717500" cy="292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Dosis"/>
              <a:buNone/>
              <a:defRPr/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926" name="Google Shape;926;p13"/>
          <p:cNvSpPr/>
          <p:nvPr/>
        </p:nvSpPr>
        <p:spPr>
          <a:xfrm flipH="1">
            <a:off x="8540" y="15950"/>
            <a:ext cx="7314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27" name="Google Shape;927;p13"/>
          <p:cNvSpPr txBox="1"/>
          <p:nvPr>
            <p:ph idx="7" type="subTitle"/>
          </p:nvPr>
        </p:nvSpPr>
        <p:spPr>
          <a:xfrm>
            <a:off x="3287250" y="1926081"/>
            <a:ext cx="2569500" cy="228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sz="20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9pPr>
          </a:lstStyle>
          <a:p/>
        </p:txBody>
      </p:sp>
      <p:sp>
        <p:nvSpPr>
          <p:cNvPr id="928" name="Google Shape;928;p13"/>
          <p:cNvSpPr txBox="1"/>
          <p:nvPr>
            <p:ph idx="8" type="subTitle"/>
          </p:nvPr>
        </p:nvSpPr>
        <p:spPr>
          <a:xfrm>
            <a:off x="3444150" y="2293986"/>
            <a:ext cx="2255700" cy="398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9pPr>
          </a:lstStyle>
          <a:p/>
        </p:txBody>
      </p:sp>
      <p:sp>
        <p:nvSpPr>
          <p:cNvPr id="929" name="Google Shape;929;p13"/>
          <p:cNvSpPr txBox="1"/>
          <p:nvPr>
            <p:ph idx="9" type="subTitle"/>
          </p:nvPr>
        </p:nvSpPr>
        <p:spPr>
          <a:xfrm>
            <a:off x="3287250" y="3813768"/>
            <a:ext cx="2569500" cy="228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sz="20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9pPr>
          </a:lstStyle>
          <a:p/>
        </p:txBody>
      </p:sp>
      <p:sp>
        <p:nvSpPr>
          <p:cNvPr id="930" name="Google Shape;930;p13"/>
          <p:cNvSpPr txBox="1"/>
          <p:nvPr>
            <p:ph idx="13" type="subTitle"/>
          </p:nvPr>
        </p:nvSpPr>
        <p:spPr>
          <a:xfrm>
            <a:off x="3444150" y="4178202"/>
            <a:ext cx="2255700" cy="402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9pPr>
          </a:lstStyle>
          <a:p/>
        </p:txBody>
      </p:sp>
      <p:sp>
        <p:nvSpPr>
          <p:cNvPr id="931" name="Google Shape;931;p13"/>
          <p:cNvSpPr txBox="1"/>
          <p:nvPr>
            <p:ph hasCustomPrompt="1" idx="14" type="title"/>
          </p:nvPr>
        </p:nvSpPr>
        <p:spPr>
          <a:xfrm>
            <a:off x="1600999" y="3175731"/>
            <a:ext cx="797100" cy="292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Font typeface="Arial"/>
              <a:buNone/>
              <a:defRPr sz="2300">
                <a:solidFill>
                  <a:schemeClr val="lt1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9pPr>
          </a:lstStyle>
          <a:p>
            <a:r>
              <a:t>xx%</a:t>
            </a:r>
          </a:p>
        </p:txBody>
      </p:sp>
      <p:sp>
        <p:nvSpPr>
          <p:cNvPr id="932" name="Google Shape;932;p13"/>
          <p:cNvSpPr txBox="1"/>
          <p:nvPr>
            <p:ph hasCustomPrompt="1" idx="15" type="title"/>
          </p:nvPr>
        </p:nvSpPr>
        <p:spPr>
          <a:xfrm>
            <a:off x="4172550" y="3175731"/>
            <a:ext cx="798900" cy="292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Font typeface="Arial"/>
              <a:buNone/>
              <a:defRPr sz="2300">
                <a:solidFill>
                  <a:schemeClr val="lt1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9pPr>
          </a:lstStyle>
          <a:p>
            <a:r>
              <a:t>xx%</a:t>
            </a:r>
          </a:p>
        </p:txBody>
      </p:sp>
      <p:grpSp>
        <p:nvGrpSpPr>
          <p:cNvPr id="933" name="Google Shape;933;p13"/>
          <p:cNvGrpSpPr/>
          <p:nvPr/>
        </p:nvGrpSpPr>
        <p:grpSpPr>
          <a:xfrm rot="2456699">
            <a:off x="-1168525" y="4122558"/>
            <a:ext cx="2289126" cy="1739695"/>
            <a:chOff x="-1055215" y="-5268675"/>
            <a:chExt cx="2289244" cy="1739785"/>
          </a:xfrm>
        </p:grpSpPr>
        <p:sp>
          <p:nvSpPr>
            <p:cNvPr id="934" name="Google Shape;934;p13"/>
            <p:cNvSpPr/>
            <p:nvPr/>
          </p:nvSpPr>
          <p:spPr>
            <a:xfrm flipH="1">
              <a:off x="-1055215" y="-5268675"/>
              <a:ext cx="2289244" cy="1739785"/>
            </a:xfrm>
            <a:custGeom>
              <a:rect b="b" l="l" r="r" t="t"/>
              <a:pathLst>
                <a:path extrusionOk="0" h="31119" w="40947">
                  <a:moveTo>
                    <a:pt x="32571" y="82"/>
                  </a:moveTo>
                  <a:lnTo>
                    <a:pt x="33116" y="102"/>
                  </a:lnTo>
                  <a:lnTo>
                    <a:pt x="33601" y="162"/>
                  </a:lnTo>
                  <a:lnTo>
                    <a:pt x="33823" y="203"/>
                  </a:lnTo>
                  <a:lnTo>
                    <a:pt x="34024" y="243"/>
                  </a:lnTo>
                  <a:lnTo>
                    <a:pt x="34206" y="304"/>
                  </a:lnTo>
                  <a:lnTo>
                    <a:pt x="34388" y="384"/>
                  </a:lnTo>
                  <a:lnTo>
                    <a:pt x="34549" y="465"/>
                  </a:lnTo>
                  <a:lnTo>
                    <a:pt x="34690" y="546"/>
                  </a:lnTo>
                  <a:lnTo>
                    <a:pt x="34832" y="647"/>
                  </a:lnTo>
                  <a:lnTo>
                    <a:pt x="34933" y="748"/>
                  </a:lnTo>
                  <a:lnTo>
                    <a:pt x="35033" y="869"/>
                  </a:lnTo>
                  <a:lnTo>
                    <a:pt x="35134" y="990"/>
                  </a:lnTo>
                  <a:lnTo>
                    <a:pt x="35195" y="1131"/>
                  </a:lnTo>
                  <a:lnTo>
                    <a:pt x="35255" y="1272"/>
                  </a:lnTo>
                  <a:lnTo>
                    <a:pt x="35296" y="1454"/>
                  </a:lnTo>
                  <a:lnTo>
                    <a:pt x="35316" y="1656"/>
                  </a:lnTo>
                  <a:lnTo>
                    <a:pt x="35336" y="1858"/>
                  </a:lnTo>
                  <a:lnTo>
                    <a:pt x="35316" y="2059"/>
                  </a:lnTo>
                  <a:lnTo>
                    <a:pt x="35235" y="2443"/>
                  </a:lnTo>
                  <a:lnTo>
                    <a:pt x="35155" y="2826"/>
                  </a:lnTo>
                  <a:lnTo>
                    <a:pt x="35074" y="3169"/>
                  </a:lnTo>
                  <a:lnTo>
                    <a:pt x="34993" y="3492"/>
                  </a:lnTo>
                  <a:lnTo>
                    <a:pt x="34973" y="3835"/>
                  </a:lnTo>
                  <a:lnTo>
                    <a:pt x="34973" y="3997"/>
                  </a:lnTo>
                  <a:lnTo>
                    <a:pt x="34973" y="4158"/>
                  </a:lnTo>
                  <a:lnTo>
                    <a:pt x="35033" y="4400"/>
                  </a:lnTo>
                  <a:lnTo>
                    <a:pt x="35094" y="4642"/>
                  </a:lnTo>
                  <a:lnTo>
                    <a:pt x="35175" y="4864"/>
                  </a:lnTo>
                  <a:lnTo>
                    <a:pt x="35276" y="5086"/>
                  </a:lnTo>
                  <a:lnTo>
                    <a:pt x="35498" y="5510"/>
                  </a:lnTo>
                  <a:lnTo>
                    <a:pt x="35760" y="5914"/>
                  </a:lnTo>
                  <a:lnTo>
                    <a:pt x="36083" y="6438"/>
                  </a:lnTo>
                  <a:lnTo>
                    <a:pt x="36486" y="7165"/>
                  </a:lnTo>
                  <a:lnTo>
                    <a:pt x="36890" y="7912"/>
                  </a:lnTo>
                  <a:lnTo>
                    <a:pt x="37273" y="8658"/>
                  </a:lnTo>
                  <a:lnTo>
                    <a:pt x="37637" y="9425"/>
                  </a:lnTo>
                  <a:lnTo>
                    <a:pt x="37980" y="10212"/>
                  </a:lnTo>
                  <a:lnTo>
                    <a:pt x="38303" y="10999"/>
                  </a:lnTo>
                  <a:lnTo>
                    <a:pt x="38625" y="11786"/>
                  </a:lnTo>
                  <a:lnTo>
                    <a:pt x="38908" y="12573"/>
                  </a:lnTo>
                  <a:lnTo>
                    <a:pt x="39170" y="13380"/>
                  </a:lnTo>
                  <a:lnTo>
                    <a:pt x="39412" y="14188"/>
                  </a:lnTo>
                  <a:lnTo>
                    <a:pt x="39655" y="14995"/>
                  </a:lnTo>
                  <a:lnTo>
                    <a:pt x="39856" y="15802"/>
                  </a:lnTo>
                  <a:lnTo>
                    <a:pt x="40038" y="16629"/>
                  </a:lnTo>
                  <a:lnTo>
                    <a:pt x="40220" y="17457"/>
                  </a:lnTo>
                  <a:lnTo>
                    <a:pt x="40361" y="18284"/>
                  </a:lnTo>
                  <a:lnTo>
                    <a:pt x="40502" y="19112"/>
                  </a:lnTo>
                  <a:lnTo>
                    <a:pt x="40603" y="19939"/>
                  </a:lnTo>
                  <a:lnTo>
                    <a:pt x="40704" y="20766"/>
                  </a:lnTo>
                  <a:lnTo>
                    <a:pt x="40765" y="21614"/>
                  </a:lnTo>
                  <a:lnTo>
                    <a:pt x="40825" y="22441"/>
                  </a:lnTo>
                  <a:lnTo>
                    <a:pt x="40845" y="23269"/>
                  </a:lnTo>
                  <a:lnTo>
                    <a:pt x="40865" y="24116"/>
                  </a:lnTo>
                  <a:lnTo>
                    <a:pt x="40865" y="24944"/>
                  </a:lnTo>
                  <a:lnTo>
                    <a:pt x="40825" y="25771"/>
                  </a:lnTo>
                  <a:lnTo>
                    <a:pt x="40785" y="26437"/>
                  </a:lnTo>
                  <a:lnTo>
                    <a:pt x="40744" y="26800"/>
                  </a:lnTo>
                  <a:lnTo>
                    <a:pt x="40684" y="27163"/>
                  </a:lnTo>
                  <a:lnTo>
                    <a:pt x="40603" y="27547"/>
                  </a:lnTo>
                  <a:lnTo>
                    <a:pt x="40502" y="27950"/>
                  </a:lnTo>
                  <a:lnTo>
                    <a:pt x="40401" y="28334"/>
                  </a:lnTo>
                  <a:lnTo>
                    <a:pt x="40260" y="28717"/>
                  </a:lnTo>
                  <a:lnTo>
                    <a:pt x="40099" y="29081"/>
                  </a:lnTo>
                  <a:lnTo>
                    <a:pt x="39917" y="29424"/>
                  </a:lnTo>
                  <a:lnTo>
                    <a:pt x="39695" y="29767"/>
                  </a:lnTo>
                  <a:lnTo>
                    <a:pt x="39453" y="30069"/>
                  </a:lnTo>
                  <a:lnTo>
                    <a:pt x="39191" y="30332"/>
                  </a:lnTo>
                  <a:lnTo>
                    <a:pt x="39029" y="30453"/>
                  </a:lnTo>
                  <a:lnTo>
                    <a:pt x="38868" y="30574"/>
                  </a:lnTo>
                  <a:lnTo>
                    <a:pt x="38706" y="30675"/>
                  </a:lnTo>
                  <a:lnTo>
                    <a:pt x="38525" y="30776"/>
                  </a:lnTo>
                  <a:lnTo>
                    <a:pt x="38343" y="30856"/>
                  </a:lnTo>
                  <a:lnTo>
                    <a:pt x="38141" y="30917"/>
                  </a:lnTo>
                  <a:lnTo>
                    <a:pt x="37960" y="30977"/>
                  </a:lnTo>
                  <a:lnTo>
                    <a:pt x="37758" y="30998"/>
                  </a:lnTo>
                  <a:lnTo>
                    <a:pt x="37394" y="31038"/>
                  </a:lnTo>
                  <a:lnTo>
                    <a:pt x="37011" y="31038"/>
                  </a:lnTo>
                  <a:lnTo>
                    <a:pt x="36628" y="30998"/>
                  </a:lnTo>
                  <a:lnTo>
                    <a:pt x="36244" y="30937"/>
                  </a:lnTo>
                  <a:lnTo>
                    <a:pt x="35881" y="30836"/>
                  </a:lnTo>
                  <a:lnTo>
                    <a:pt x="35538" y="30735"/>
                  </a:lnTo>
                  <a:lnTo>
                    <a:pt x="35215" y="30634"/>
                  </a:lnTo>
                  <a:lnTo>
                    <a:pt x="34690" y="30433"/>
                  </a:lnTo>
                  <a:lnTo>
                    <a:pt x="34186" y="30231"/>
                  </a:lnTo>
                  <a:lnTo>
                    <a:pt x="33681" y="30009"/>
                  </a:lnTo>
                  <a:lnTo>
                    <a:pt x="33177" y="29767"/>
                  </a:lnTo>
                  <a:lnTo>
                    <a:pt x="32693" y="29524"/>
                  </a:lnTo>
                  <a:lnTo>
                    <a:pt x="32208" y="29262"/>
                  </a:lnTo>
                  <a:lnTo>
                    <a:pt x="31724" y="28980"/>
                  </a:lnTo>
                  <a:lnTo>
                    <a:pt x="31260" y="28697"/>
                  </a:lnTo>
                  <a:lnTo>
                    <a:pt x="30796" y="28394"/>
                  </a:lnTo>
                  <a:lnTo>
                    <a:pt x="30331" y="28071"/>
                  </a:lnTo>
                  <a:lnTo>
                    <a:pt x="29888" y="27749"/>
                  </a:lnTo>
                  <a:lnTo>
                    <a:pt x="29444" y="27406"/>
                  </a:lnTo>
                  <a:lnTo>
                    <a:pt x="28576" y="26719"/>
                  </a:lnTo>
                  <a:lnTo>
                    <a:pt x="27728" y="25993"/>
                  </a:lnTo>
                  <a:lnTo>
                    <a:pt x="26901" y="25226"/>
                  </a:lnTo>
                  <a:lnTo>
                    <a:pt x="26094" y="24419"/>
                  </a:lnTo>
                  <a:lnTo>
                    <a:pt x="25307" y="23612"/>
                  </a:lnTo>
                  <a:lnTo>
                    <a:pt x="24540" y="22784"/>
                  </a:lnTo>
                  <a:lnTo>
                    <a:pt x="23773" y="21937"/>
                  </a:lnTo>
                  <a:lnTo>
                    <a:pt x="23026" y="21069"/>
                  </a:lnTo>
                  <a:lnTo>
                    <a:pt x="21573" y="19334"/>
                  </a:lnTo>
                  <a:lnTo>
                    <a:pt x="21150" y="18809"/>
                  </a:lnTo>
                  <a:lnTo>
                    <a:pt x="19757" y="17134"/>
                  </a:lnTo>
                  <a:lnTo>
                    <a:pt x="18345" y="15479"/>
                  </a:lnTo>
                  <a:lnTo>
                    <a:pt x="17638" y="14652"/>
                  </a:lnTo>
                  <a:lnTo>
                    <a:pt x="16892" y="13845"/>
                  </a:lnTo>
                  <a:lnTo>
                    <a:pt x="16145" y="13058"/>
                  </a:lnTo>
                  <a:lnTo>
                    <a:pt x="15378" y="12291"/>
                  </a:lnTo>
                  <a:lnTo>
                    <a:pt x="14591" y="11544"/>
                  </a:lnTo>
                  <a:lnTo>
                    <a:pt x="13804" y="10838"/>
                  </a:lnTo>
                  <a:lnTo>
                    <a:pt x="12977" y="10131"/>
                  </a:lnTo>
                  <a:lnTo>
                    <a:pt x="12129" y="9486"/>
                  </a:lnTo>
                  <a:lnTo>
                    <a:pt x="11261" y="8880"/>
                  </a:lnTo>
                  <a:lnTo>
                    <a:pt x="10797" y="8578"/>
                  </a:lnTo>
                  <a:lnTo>
                    <a:pt x="10353" y="8295"/>
                  </a:lnTo>
                  <a:lnTo>
                    <a:pt x="9889" y="8012"/>
                  </a:lnTo>
                  <a:lnTo>
                    <a:pt x="9425" y="7770"/>
                  </a:lnTo>
                  <a:lnTo>
                    <a:pt x="8941" y="7508"/>
                  </a:lnTo>
                  <a:lnTo>
                    <a:pt x="8456" y="7266"/>
                  </a:lnTo>
                  <a:lnTo>
                    <a:pt x="7911" y="7024"/>
                  </a:lnTo>
                  <a:lnTo>
                    <a:pt x="7346" y="6782"/>
                  </a:lnTo>
                  <a:lnTo>
                    <a:pt x="6781" y="6560"/>
                  </a:lnTo>
                  <a:lnTo>
                    <a:pt x="6196" y="6358"/>
                  </a:lnTo>
                  <a:lnTo>
                    <a:pt x="5066" y="5954"/>
                  </a:lnTo>
                  <a:lnTo>
                    <a:pt x="3916" y="5591"/>
                  </a:lnTo>
                  <a:lnTo>
                    <a:pt x="2342" y="5066"/>
                  </a:lnTo>
                  <a:lnTo>
                    <a:pt x="2079" y="4965"/>
                  </a:lnTo>
                  <a:lnTo>
                    <a:pt x="1716" y="4804"/>
                  </a:lnTo>
                  <a:lnTo>
                    <a:pt x="1313" y="4602"/>
                  </a:lnTo>
                  <a:lnTo>
                    <a:pt x="1111" y="4461"/>
                  </a:lnTo>
                  <a:lnTo>
                    <a:pt x="909" y="4340"/>
                  </a:lnTo>
                  <a:lnTo>
                    <a:pt x="727" y="4178"/>
                  </a:lnTo>
                  <a:lnTo>
                    <a:pt x="546" y="4017"/>
                  </a:lnTo>
                  <a:lnTo>
                    <a:pt x="384" y="3835"/>
                  </a:lnTo>
                  <a:lnTo>
                    <a:pt x="263" y="3633"/>
                  </a:lnTo>
                  <a:lnTo>
                    <a:pt x="162" y="3432"/>
                  </a:lnTo>
                  <a:lnTo>
                    <a:pt x="102" y="3210"/>
                  </a:lnTo>
                  <a:lnTo>
                    <a:pt x="82" y="2967"/>
                  </a:lnTo>
                  <a:lnTo>
                    <a:pt x="102" y="2725"/>
                  </a:lnTo>
                  <a:lnTo>
                    <a:pt x="162" y="2544"/>
                  </a:lnTo>
                  <a:lnTo>
                    <a:pt x="223" y="2382"/>
                  </a:lnTo>
                  <a:lnTo>
                    <a:pt x="324" y="2221"/>
                  </a:lnTo>
                  <a:lnTo>
                    <a:pt x="425" y="2080"/>
                  </a:lnTo>
                  <a:lnTo>
                    <a:pt x="526" y="1938"/>
                  </a:lnTo>
                  <a:lnTo>
                    <a:pt x="647" y="1837"/>
                  </a:lnTo>
                  <a:lnTo>
                    <a:pt x="889" y="1636"/>
                  </a:lnTo>
                  <a:lnTo>
                    <a:pt x="1070" y="1494"/>
                  </a:lnTo>
                  <a:lnTo>
                    <a:pt x="1272" y="1393"/>
                  </a:lnTo>
                  <a:lnTo>
                    <a:pt x="1474" y="1293"/>
                  </a:lnTo>
                  <a:lnTo>
                    <a:pt x="1676" y="1192"/>
                  </a:lnTo>
                  <a:lnTo>
                    <a:pt x="2100" y="1030"/>
                  </a:lnTo>
                  <a:lnTo>
                    <a:pt x="2523" y="909"/>
                  </a:lnTo>
                  <a:lnTo>
                    <a:pt x="2967" y="808"/>
                  </a:lnTo>
                  <a:lnTo>
                    <a:pt x="3411" y="727"/>
                  </a:lnTo>
                  <a:lnTo>
                    <a:pt x="3855" y="667"/>
                  </a:lnTo>
                  <a:lnTo>
                    <a:pt x="4279" y="627"/>
                  </a:lnTo>
                  <a:lnTo>
                    <a:pt x="5349" y="526"/>
                  </a:lnTo>
                  <a:lnTo>
                    <a:pt x="6438" y="465"/>
                  </a:lnTo>
                  <a:lnTo>
                    <a:pt x="7528" y="405"/>
                  </a:lnTo>
                  <a:lnTo>
                    <a:pt x="8598" y="364"/>
                  </a:lnTo>
                  <a:lnTo>
                    <a:pt x="10757" y="304"/>
                  </a:lnTo>
                  <a:lnTo>
                    <a:pt x="12896" y="284"/>
                  </a:lnTo>
                  <a:lnTo>
                    <a:pt x="32471" y="82"/>
                  </a:lnTo>
                  <a:close/>
                  <a:moveTo>
                    <a:pt x="32471" y="1"/>
                  </a:moveTo>
                  <a:lnTo>
                    <a:pt x="12896" y="203"/>
                  </a:lnTo>
                  <a:lnTo>
                    <a:pt x="10757" y="223"/>
                  </a:lnTo>
                  <a:lnTo>
                    <a:pt x="8598" y="284"/>
                  </a:lnTo>
                  <a:lnTo>
                    <a:pt x="7508" y="324"/>
                  </a:lnTo>
                  <a:lnTo>
                    <a:pt x="6438" y="384"/>
                  </a:lnTo>
                  <a:lnTo>
                    <a:pt x="5349" y="445"/>
                  </a:lnTo>
                  <a:lnTo>
                    <a:pt x="4279" y="546"/>
                  </a:lnTo>
                  <a:lnTo>
                    <a:pt x="3835" y="586"/>
                  </a:lnTo>
                  <a:lnTo>
                    <a:pt x="3391" y="647"/>
                  </a:lnTo>
                  <a:lnTo>
                    <a:pt x="2947" y="727"/>
                  </a:lnTo>
                  <a:lnTo>
                    <a:pt x="2503" y="828"/>
                  </a:lnTo>
                  <a:lnTo>
                    <a:pt x="2059" y="949"/>
                  </a:lnTo>
                  <a:lnTo>
                    <a:pt x="1635" y="1111"/>
                  </a:lnTo>
                  <a:lnTo>
                    <a:pt x="1434" y="1212"/>
                  </a:lnTo>
                  <a:lnTo>
                    <a:pt x="1232" y="1313"/>
                  </a:lnTo>
                  <a:lnTo>
                    <a:pt x="1030" y="1434"/>
                  </a:lnTo>
                  <a:lnTo>
                    <a:pt x="848" y="1575"/>
                  </a:lnTo>
                  <a:lnTo>
                    <a:pt x="586" y="1777"/>
                  </a:lnTo>
                  <a:lnTo>
                    <a:pt x="465" y="1898"/>
                  </a:lnTo>
                  <a:lnTo>
                    <a:pt x="344" y="2039"/>
                  </a:lnTo>
                  <a:lnTo>
                    <a:pt x="243" y="2180"/>
                  </a:lnTo>
                  <a:lnTo>
                    <a:pt x="142" y="2342"/>
                  </a:lnTo>
                  <a:lnTo>
                    <a:pt x="82" y="2524"/>
                  </a:lnTo>
                  <a:lnTo>
                    <a:pt x="21" y="2705"/>
                  </a:lnTo>
                  <a:lnTo>
                    <a:pt x="1" y="2846"/>
                  </a:lnTo>
                  <a:lnTo>
                    <a:pt x="1" y="2967"/>
                  </a:lnTo>
                  <a:lnTo>
                    <a:pt x="21" y="3210"/>
                  </a:lnTo>
                  <a:lnTo>
                    <a:pt x="82" y="3452"/>
                  </a:lnTo>
                  <a:lnTo>
                    <a:pt x="183" y="3674"/>
                  </a:lnTo>
                  <a:lnTo>
                    <a:pt x="324" y="3876"/>
                  </a:lnTo>
                  <a:lnTo>
                    <a:pt x="465" y="4057"/>
                  </a:lnTo>
                  <a:lnTo>
                    <a:pt x="647" y="4219"/>
                  </a:lnTo>
                  <a:lnTo>
                    <a:pt x="848" y="4380"/>
                  </a:lnTo>
                  <a:lnTo>
                    <a:pt x="1050" y="4521"/>
                  </a:lnTo>
                  <a:lnTo>
                    <a:pt x="1252" y="4663"/>
                  </a:lnTo>
                  <a:lnTo>
                    <a:pt x="1676" y="4864"/>
                  </a:lnTo>
                  <a:lnTo>
                    <a:pt x="2039" y="5026"/>
                  </a:lnTo>
                  <a:lnTo>
                    <a:pt x="2322" y="5147"/>
                  </a:lnTo>
                  <a:lnTo>
                    <a:pt x="3896" y="5651"/>
                  </a:lnTo>
                  <a:lnTo>
                    <a:pt x="5026" y="6035"/>
                  </a:lnTo>
                  <a:lnTo>
                    <a:pt x="6176" y="6438"/>
                  </a:lnTo>
                  <a:lnTo>
                    <a:pt x="6741" y="6640"/>
                  </a:lnTo>
                  <a:lnTo>
                    <a:pt x="7306" y="6862"/>
                  </a:lnTo>
                  <a:lnTo>
                    <a:pt x="7871" y="7104"/>
                  </a:lnTo>
                  <a:lnTo>
                    <a:pt x="8416" y="7347"/>
                  </a:lnTo>
                  <a:lnTo>
                    <a:pt x="8900" y="7589"/>
                  </a:lnTo>
                  <a:lnTo>
                    <a:pt x="9385" y="7831"/>
                  </a:lnTo>
                  <a:lnTo>
                    <a:pt x="9849" y="8093"/>
                  </a:lnTo>
                  <a:lnTo>
                    <a:pt x="10313" y="8356"/>
                  </a:lnTo>
                  <a:lnTo>
                    <a:pt x="10757" y="8638"/>
                  </a:lnTo>
                  <a:lnTo>
                    <a:pt x="11201" y="8941"/>
                  </a:lnTo>
                  <a:lnTo>
                    <a:pt x="12089" y="9546"/>
                  </a:lnTo>
                  <a:lnTo>
                    <a:pt x="12936" y="10212"/>
                  </a:lnTo>
                  <a:lnTo>
                    <a:pt x="13743" y="10898"/>
                  </a:lnTo>
                  <a:lnTo>
                    <a:pt x="14551" y="11605"/>
                  </a:lnTo>
                  <a:lnTo>
                    <a:pt x="15338" y="12351"/>
                  </a:lnTo>
                  <a:lnTo>
                    <a:pt x="16084" y="13118"/>
                  </a:lnTo>
                  <a:lnTo>
                    <a:pt x="16831" y="13905"/>
                  </a:lnTo>
                  <a:lnTo>
                    <a:pt x="17578" y="14712"/>
                  </a:lnTo>
                  <a:lnTo>
                    <a:pt x="18284" y="15519"/>
                  </a:lnTo>
                  <a:lnTo>
                    <a:pt x="19697" y="17194"/>
                  </a:lnTo>
                  <a:lnTo>
                    <a:pt x="21089" y="18869"/>
                  </a:lnTo>
                  <a:lnTo>
                    <a:pt x="21513" y="19394"/>
                  </a:lnTo>
                  <a:lnTo>
                    <a:pt x="22986" y="21130"/>
                  </a:lnTo>
                  <a:lnTo>
                    <a:pt x="23712" y="21977"/>
                  </a:lnTo>
                  <a:lnTo>
                    <a:pt x="24479" y="22845"/>
                  </a:lnTo>
                  <a:lnTo>
                    <a:pt x="25246" y="23672"/>
                  </a:lnTo>
                  <a:lnTo>
                    <a:pt x="26053" y="24500"/>
                  </a:lnTo>
                  <a:lnTo>
                    <a:pt x="26861" y="25287"/>
                  </a:lnTo>
                  <a:lnTo>
                    <a:pt x="27688" y="26053"/>
                  </a:lnTo>
                  <a:lnTo>
                    <a:pt x="28535" y="26780"/>
                  </a:lnTo>
                  <a:lnTo>
                    <a:pt x="29403" y="27486"/>
                  </a:lnTo>
                  <a:lnTo>
                    <a:pt x="29847" y="27809"/>
                  </a:lnTo>
                  <a:lnTo>
                    <a:pt x="30291" y="28152"/>
                  </a:lnTo>
                  <a:lnTo>
                    <a:pt x="30755" y="28455"/>
                  </a:lnTo>
                  <a:lnTo>
                    <a:pt x="31219" y="28758"/>
                  </a:lnTo>
                  <a:lnTo>
                    <a:pt x="31684" y="29040"/>
                  </a:lnTo>
                  <a:lnTo>
                    <a:pt x="32168" y="29323"/>
                  </a:lnTo>
                  <a:lnTo>
                    <a:pt x="32652" y="29585"/>
                  </a:lnTo>
                  <a:lnTo>
                    <a:pt x="33137" y="29847"/>
                  </a:lnTo>
                  <a:lnTo>
                    <a:pt x="33641" y="30090"/>
                  </a:lnTo>
                  <a:lnTo>
                    <a:pt x="34146" y="30311"/>
                  </a:lnTo>
                  <a:lnTo>
                    <a:pt x="34670" y="30513"/>
                  </a:lnTo>
                  <a:lnTo>
                    <a:pt x="35195" y="30715"/>
                  </a:lnTo>
                  <a:lnTo>
                    <a:pt x="35659" y="30856"/>
                  </a:lnTo>
                  <a:lnTo>
                    <a:pt x="36164" y="30998"/>
                  </a:lnTo>
                  <a:lnTo>
                    <a:pt x="36426" y="31058"/>
                  </a:lnTo>
                  <a:lnTo>
                    <a:pt x="36688" y="31099"/>
                  </a:lnTo>
                  <a:lnTo>
                    <a:pt x="36971" y="31119"/>
                  </a:lnTo>
                  <a:lnTo>
                    <a:pt x="37475" y="31119"/>
                  </a:lnTo>
                  <a:lnTo>
                    <a:pt x="37697" y="31099"/>
                  </a:lnTo>
                  <a:lnTo>
                    <a:pt x="37939" y="31058"/>
                  </a:lnTo>
                  <a:lnTo>
                    <a:pt x="38161" y="30998"/>
                  </a:lnTo>
                  <a:lnTo>
                    <a:pt x="38363" y="30917"/>
                  </a:lnTo>
                  <a:lnTo>
                    <a:pt x="38565" y="30836"/>
                  </a:lnTo>
                  <a:lnTo>
                    <a:pt x="38747" y="30755"/>
                  </a:lnTo>
                  <a:lnTo>
                    <a:pt x="38908" y="30655"/>
                  </a:lnTo>
                  <a:lnTo>
                    <a:pt x="39069" y="30533"/>
                  </a:lnTo>
                  <a:lnTo>
                    <a:pt x="39231" y="30412"/>
                  </a:lnTo>
                  <a:lnTo>
                    <a:pt x="39372" y="30271"/>
                  </a:lnTo>
                  <a:lnTo>
                    <a:pt x="39513" y="30130"/>
                  </a:lnTo>
                  <a:lnTo>
                    <a:pt x="39756" y="29827"/>
                  </a:lnTo>
                  <a:lnTo>
                    <a:pt x="39978" y="29484"/>
                  </a:lnTo>
                  <a:lnTo>
                    <a:pt x="40179" y="29121"/>
                  </a:lnTo>
                  <a:lnTo>
                    <a:pt x="40341" y="28758"/>
                  </a:lnTo>
                  <a:lnTo>
                    <a:pt x="40462" y="28374"/>
                  </a:lnTo>
                  <a:lnTo>
                    <a:pt x="40583" y="27971"/>
                  </a:lnTo>
                  <a:lnTo>
                    <a:pt x="40684" y="27587"/>
                  </a:lnTo>
                  <a:lnTo>
                    <a:pt x="40765" y="27184"/>
                  </a:lnTo>
                  <a:lnTo>
                    <a:pt x="40805" y="26820"/>
                  </a:lnTo>
                  <a:lnTo>
                    <a:pt x="40865" y="26437"/>
                  </a:lnTo>
                  <a:lnTo>
                    <a:pt x="40906" y="25771"/>
                  </a:lnTo>
                  <a:lnTo>
                    <a:pt x="40946" y="24944"/>
                  </a:lnTo>
                  <a:lnTo>
                    <a:pt x="40946" y="24116"/>
                  </a:lnTo>
                  <a:lnTo>
                    <a:pt x="40926" y="23269"/>
                  </a:lnTo>
                  <a:lnTo>
                    <a:pt x="40906" y="22441"/>
                  </a:lnTo>
                  <a:lnTo>
                    <a:pt x="40845" y="21594"/>
                  </a:lnTo>
                  <a:lnTo>
                    <a:pt x="40785" y="20766"/>
                  </a:lnTo>
                  <a:lnTo>
                    <a:pt x="40684" y="19939"/>
                  </a:lnTo>
                  <a:lnTo>
                    <a:pt x="40583" y="19091"/>
                  </a:lnTo>
                  <a:lnTo>
                    <a:pt x="40442" y="18264"/>
                  </a:lnTo>
                  <a:lnTo>
                    <a:pt x="40300" y="17437"/>
                  </a:lnTo>
                  <a:lnTo>
                    <a:pt x="40119" y="16609"/>
                  </a:lnTo>
                  <a:lnTo>
                    <a:pt x="39937" y="15782"/>
                  </a:lnTo>
                  <a:lnTo>
                    <a:pt x="39715" y="14975"/>
                  </a:lnTo>
                  <a:lnTo>
                    <a:pt x="39493" y="14147"/>
                  </a:lnTo>
                  <a:lnTo>
                    <a:pt x="39251" y="13360"/>
                  </a:lnTo>
                  <a:lnTo>
                    <a:pt x="38989" y="12553"/>
                  </a:lnTo>
                  <a:lnTo>
                    <a:pt x="38686" y="11746"/>
                  </a:lnTo>
                  <a:lnTo>
                    <a:pt x="38383" y="10959"/>
                  </a:lnTo>
                  <a:lnTo>
                    <a:pt x="38060" y="10172"/>
                  </a:lnTo>
                  <a:lnTo>
                    <a:pt x="37717" y="9405"/>
                  </a:lnTo>
                  <a:lnTo>
                    <a:pt x="37354" y="8638"/>
                  </a:lnTo>
                  <a:lnTo>
                    <a:pt x="36971" y="7871"/>
                  </a:lnTo>
                  <a:lnTo>
                    <a:pt x="36567" y="7125"/>
                  </a:lnTo>
                  <a:lnTo>
                    <a:pt x="36143" y="6398"/>
                  </a:lnTo>
                  <a:lnTo>
                    <a:pt x="35841" y="5873"/>
                  </a:lnTo>
                  <a:lnTo>
                    <a:pt x="35578" y="5470"/>
                  </a:lnTo>
                  <a:lnTo>
                    <a:pt x="35336" y="5046"/>
                  </a:lnTo>
                  <a:lnTo>
                    <a:pt x="35255" y="4844"/>
                  </a:lnTo>
                  <a:lnTo>
                    <a:pt x="35175" y="4622"/>
                  </a:lnTo>
                  <a:lnTo>
                    <a:pt x="35094" y="4380"/>
                  </a:lnTo>
                  <a:lnTo>
                    <a:pt x="35054" y="4158"/>
                  </a:lnTo>
                  <a:lnTo>
                    <a:pt x="35054" y="3997"/>
                  </a:lnTo>
                  <a:lnTo>
                    <a:pt x="35054" y="3835"/>
                  </a:lnTo>
                  <a:lnTo>
                    <a:pt x="35074" y="3492"/>
                  </a:lnTo>
                  <a:lnTo>
                    <a:pt x="35155" y="3169"/>
                  </a:lnTo>
                  <a:lnTo>
                    <a:pt x="35235" y="2846"/>
                  </a:lnTo>
                  <a:lnTo>
                    <a:pt x="35316" y="2463"/>
                  </a:lnTo>
                  <a:lnTo>
                    <a:pt x="35397" y="2059"/>
                  </a:lnTo>
                  <a:lnTo>
                    <a:pt x="35417" y="1858"/>
                  </a:lnTo>
                  <a:lnTo>
                    <a:pt x="35397" y="1656"/>
                  </a:lnTo>
                  <a:lnTo>
                    <a:pt x="35376" y="1454"/>
                  </a:lnTo>
                  <a:lnTo>
                    <a:pt x="35336" y="1252"/>
                  </a:lnTo>
                  <a:lnTo>
                    <a:pt x="35276" y="1091"/>
                  </a:lnTo>
                  <a:lnTo>
                    <a:pt x="35195" y="949"/>
                  </a:lnTo>
                  <a:lnTo>
                    <a:pt x="35094" y="808"/>
                  </a:lnTo>
                  <a:lnTo>
                    <a:pt x="34993" y="687"/>
                  </a:lnTo>
                  <a:lnTo>
                    <a:pt x="34872" y="586"/>
                  </a:lnTo>
                  <a:lnTo>
                    <a:pt x="34731" y="485"/>
                  </a:lnTo>
                  <a:lnTo>
                    <a:pt x="34569" y="384"/>
                  </a:lnTo>
                  <a:lnTo>
                    <a:pt x="34408" y="304"/>
                  </a:lnTo>
                  <a:lnTo>
                    <a:pt x="34226" y="223"/>
                  </a:lnTo>
                  <a:lnTo>
                    <a:pt x="34024" y="162"/>
                  </a:lnTo>
                  <a:lnTo>
                    <a:pt x="33802" y="122"/>
                  </a:lnTo>
                  <a:lnTo>
                    <a:pt x="33560" y="82"/>
                  </a:lnTo>
                  <a:lnTo>
                    <a:pt x="33056" y="21"/>
                  </a:lnTo>
                  <a:lnTo>
                    <a:pt x="32471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35" name="Google Shape;935;p13"/>
            <p:cNvSpPr/>
            <p:nvPr/>
          </p:nvSpPr>
          <p:spPr>
            <a:xfrm flipH="1">
              <a:off x="-979618" y="-5128741"/>
              <a:ext cx="1730784" cy="1441910"/>
            </a:xfrm>
            <a:custGeom>
              <a:rect b="b" l="l" r="r" t="t"/>
              <a:pathLst>
                <a:path extrusionOk="0" h="25791" w="30958">
                  <a:moveTo>
                    <a:pt x="13179" y="81"/>
                  </a:moveTo>
                  <a:lnTo>
                    <a:pt x="14551" y="101"/>
                  </a:lnTo>
                  <a:lnTo>
                    <a:pt x="15257" y="121"/>
                  </a:lnTo>
                  <a:lnTo>
                    <a:pt x="15963" y="162"/>
                  </a:lnTo>
                  <a:lnTo>
                    <a:pt x="16690" y="242"/>
                  </a:lnTo>
                  <a:lnTo>
                    <a:pt x="17416" y="323"/>
                  </a:lnTo>
                  <a:lnTo>
                    <a:pt x="18143" y="444"/>
                  </a:lnTo>
                  <a:lnTo>
                    <a:pt x="18869" y="586"/>
                  </a:lnTo>
                  <a:lnTo>
                    <a:pt x="19576" y="767"/>
                  </a:lnTo>
                  <a:lnTo>
                    <a:pt x="20282" y="969"/>
                  </a:lnTo>
                  <a:lnTo>
                    <a:pt x="20988" y="1211"/>
                  </a:lnTo>
                  <a:lnTo>
                    <a:pt x="21654" y="1494"/>
                  </a:lnTo>
                  <a:lnTo>
                    <a:pt x="21997" y="1655"/>
                  </a:lnTo>
                  <a:lnTo>
                    <a:pt x="22320" y="1837"/>
                  </a:lnTo>
                  <a:lnTo>
                    <a:pt x="22643" y="2018"/>
                  </a:lnTo>
                  <a:lnTo>
                    <a:pt x="22946" y="2200"/>
                  </a:lnTo>
                  <a:lnTo>
                    <a:pt x="23269" y="2402"/>
                  </a:lnTo>
                  <a:lnTo>
                    <a:pt x="23551" y="2624"/>
                  </a:lnTo>
                  <a:lnTo>
                    <a:pt x="23854" y="2866"/>
                  </a:lnTo>
                  <a:lnTo>
                    <a:pt x="24136" y="3108"/>
                  </a:lnTo>
                  <a:lnTo>
                    <a:pt x="24540" y="3491"/>
                  </a:lnTo>
                  <a:lnTo>
                    <a:pt x="24923" y="3895"/>
                  </a:lnTo>
                  <a:lnTo>
                    <a:pt x="25287" y="4339"/>
                  </a:lnTo>
                  <a:lnTo>
                    <a:pt x="25670" y="4823"/>
                  </a:lnTo>
                  <a:lnTo>
                    <a:pt x="26013" y="5348"/>
                  </a:lnTo>
                  <a:lnTo>
                    <a:pt x="26356" y="5913"/>
                  </a:lnTo>
                  <a:lnTo>
                    <a:pt x="26719" y="6518"/>
                  </a:lnTo>
                  <a:lnTo>
                    <a:pt x="27042" y="7164"/>
                  </a:lnTo>
                  <a:lnTo>
                    <a:pt x="27345" y="7749"/>
                  </a:lnTo>
                  <a:lnTo>
                    <a:pt x="27607" y="8335"/>
                  </a:lnTo>
                  <a:lnTo>
                    <a:pt x="27870" y="8940"/>
                  </a:lnTo>
                  <a:lnTo>
                    <a:pt x="28112" y="9546"/>
                  </a:lnTo>
                  <a:lnTo>
                    <a:pt x="28556" y="10756"/>
                  </a:lnTo>
                  <a:lnTo>
                    <a:pt x="28959" y="11947"/>
                  </a:lnTo>
                  <a:lnTo>
                    <a:pt x="29343" y="13138"/>
                  </a:lnTo>
                  <a:lnTo>
                    <a:pt x="29666" y="14328"/>
                  </a:lnTo>
                  <a:lnTo>
                    <a:pt x="29948" y="15478"/>
                  </a:lnTo>
                  <a:lnTo>
                    <a:pt x="30231" y="16588"/>
                  </a:lnTo>
                  <a:lnTo>
                    <a:pt x="30453" y="17577"/>
                  </a:lnTo>
                  <a:lnTo>
                    <a:pt x="30654" y="18606"/>
                  </a:lnTo>
                  <a:lnTo>
                    <a:pt x="30735" y="19111"/>
                  </a:lnTo>
                  <a:lnTo>
                    <a:pt x="30816" y="19636"/>
                  </a:lnTo>
                  <a:lnTo>
                    <a:pt x="30856" y="20160"/>
                  </a:lnTo>
                  <a:lnTo>
                    <a:pt x="30876" y="20685"/>
                  </a:lnTo>
                  <a:lnTo>
                    <a:pt x="30876" y="21169"/>
                  </a:lnTo>
                  <a:lnTo>
                    <a:pt x="30856" y="21674"/>
                  </a:lnTo>
                  <a:lnTo>
                    <a:pt x="30796" y="22219"/>
                  </a:lnTo>
                  <a:lnTo>
                    <a:pt x="30695" y="22784"/>
                  </a:lnTo>
                  <a:lnTo>
                    <a:pt x="30614" y="23046"/>
                  </a:lnTo>
                  <a:lnTo>
                    <a:pt x="30533" y="23329"/>
                  </a:lnTo>
                  <a:lnTo>
                    <a:pt x="30412" y="23611"/>
                  </a:lnTo>
                  <a:lnTo>
                    <a:pt x="30311" y="23873"/>
                  </a:lnTo>
                  <a:lnTo>
                    <a:pt x="30170" y="24136"/>
                  </a:lnTo>
                  <a:lnTo>
                    <a:pt x="30009" y="24398"/>
                  </a:lnTo>
                  <a:lnTo>
                    <a:pt x="29847" y="24640"/>
                  </a:lnTo>
                  <a:lnTo>
                    <a:pt x="29645" y="24882"/>
                  </a:lnTo>
                  <a:lnTo>
                    <a:pt x="29383" y="25145"/>
                  </a:lnTo>
                  <a:lnTo>
                    <a:pt x="29242" y="25266"/>
                  </a:lnTo>
                  <a:lnTo>
                    <a:pt x="29101" y="25387"/>
                  </a:lnTo>
                  <a:lnTo>
                    <a:pt x="28939" y="25468"/>
                  </a:lnTo>
                  <a:lnTo>
                    <a:pt x="28798" y="25548"/>
                  </a:lnTo>
                  <a:lnTo>
                    <a:pt x="28657" y="25609"/>
                  </a:lnTo>
                  <a:lnTo>
                    <a:pt x="28515" y="25649"/>
                  </a:lnTo>
                  <a:lnTo>
                    <a:pt x="28334" y="25690"/>
                  </a:lnTo>
                  <a:lnTo>
                    <a:pt x="28152" y="25710"/>
                  </a:lnTo>
                  <a:lnTo>
                    <a:pt x="27991" y="25710"/>
                  </a:lnTo>
                  <a:lnTo>
                    <a:pt x="27809" y="25690"/>
                  </a:lnTo>
                  <a:lnTo>
                    <a:pt x="27648" y="25669"/>
                  </a:lnTo>
                  <a:lnTo>
                    <a:pt x="27466" y="25629"/>
                  </a:lnTo>
                  <a:lnTo>
                    <a:pt x="27143" y="25508"/>
                  </a:lnTo>
                  <a:lnTo>
                    <a:pt x="26800" y="25347"/>
                  </a:lnTo>
                  <a:lnTo>
                    <a:pt x="26477" y="25165"/>
                  </a:lnTo>
                  <a:lnTo>
                    <a:pt x="26154" y="24963"/>
                  </a:lnTo>
                  <a:lnTo>
                    <a:pt x="25852" y="24741"/>
                  </a:lnTo>
                  <a:lnTo>
                    <a:pt x="25145" y="24196"/>
                  </a:lnTo>
                  <a:lnTo>
                    <a:pt x="24419" y="23631"/>
                  </a:lnTo>
                  <a:lnTo>
                    <a:pt x="23692" y="23046"/>
                  </a:lnTo>
                  <a:lnTo>
                    <a:pt x="22946" y="22420"/>
                  </a:lnTo>
                  <a:lnTo>
                    <a:pt x="22199" y="21775"/>
                  </a:lnTo>
                  <a:lnTo>
                    <a:pt x="21412" y="21109"/>
                  </a:lnTo>
                  <a:lnTo>
                    <a:pt x="20625" y="20382"/>
                  </a:lnTo>
                  <a:lnTo>
                    <a:pt x="19798" y="19636"/>
                  </a:lnTo>
                  <a:lnTo>
                    <a:pt x="18506" y="18405"/>
                  </a:lnTo>
                  <a:lnTo>
                    <a:pt x="17215" y="17153"/>
                  </a:lnTo>
                  <a:lnTo>
                    <a:pt x="14692" y="14671"/>
                  </a:lnTo>
                  <a:lnTo>
                    <a:pt x="12270" y="12290"/>
                  </a:lnTo>
                  <a:lnTo>
                    <a:pt x="11039" y="11079"/>
                  </a:lnTo>
                  <a:lnTo>
                    <a:pt x="9808" y="9909"/>
                  </a:lnTo>
                  <a:lnTo>
                    <a:pt x="8376" y="8597"/>
                  </a:lnTo>
                  <a:lnTo>
                    <a:pt x="7024" y="7406"/>
                  </a:lnTo>
                  <a:lnTo>
                    <a:pt x="5732" y="6317"/>
                  </a:lnTo>
                  <a:lnTo>
                    <a:pt x="4461" y="5308"/>
                  </a:lnTo>
                  <a:lnTo>
                    <a:pt x="4118" y="5086"/>
                  </a:lnTo>
                  <a:lnTo>
                    <a:pt x="3593" y="4743"/>
                  </a:lnTo>
                  <a:lnTo>
                    <a:pt x="2523" y="4057"/>
                  </a:lnTo>
                  <a:lnTo>
                    <a:pt x="1958" y="3673"/>
                  </a:lnTo>
                  <a:lnTo>
                    <a:pt x="1414" y="3290"/>
                  </a:lnTo>
                  <a:lnTo>
                    <a:pt x="929" y="2886"/>
                  </a:lnTo>
                  <a:lnTo>
                    <a:pt x="707" y="2704"/>
                  </a:lnTo>
                  <a:lnTo>
                    <a:pt x="526" y="2503"/>
                  </a:lnTo>
                  <a:lnTo>
                    <a:pt x="364" y="2341"/>
                  </a:lnTo>
                  <a:lnTo>
                    <a:pt x="223" y="2160"/>
                  </a:lnTo>
                  <a:lnTo>
                    <a:pt x="142" y="1998"/>
                  </a:lnTo>
                  <a:lnTo>
                    <a:pt x="82" y="1857"/>
                  </a:lnTo>
                  <a:lnTo>
                    <a:pt x="82" y="1776"/>
                  </a:lnTo>
                  <a:lnTo>
                    <a:pt x="82" y="1716"/>
                  </a:lnTo>
                  <a:lnTo>
                    <a:pt x="102" y="1655"/>
                  </a:lnTo>
                  <a:lnTo>
                    <a:pt x="142" y="1595"/>
                  </a:lnTo>
                  <a:lnTo>
                    <a:pt x="243" y="1473"/>
                  </a:lnTo>
                  <a:lnTo>
                    <a:pt x="364" y="1373"/>
                  </a:lnTo>
                  <a:lnTo>
                    <a:pt x="485" y="1292"/>
                  </a:lnTo>
                  <a:lnTo>
                    <a:pt x="647" y="1231"/>
                  </a:lnTo>
                  <a:lnTo>
                    <a:pt x="788" y="1171"/>
                  </a:lnTo>
                  <a:lnTo>
                    <a:pt x="949" y="1130"/>
                  </a:lnTo>
                  <a:lnTo>
                    <a:pt x="1292" y="1070"/>
                  </a:lnTo>
                  <a:lnTo>
                    <a:pt x="2745" y="848"/>
                  </a:lnTo>
                  <a:lnTo>
                    <a:pt x="4219" y="646"/>
                  </a:lnTo>
                  <a:lnTo>
                    <a:pt x="5712" y="464"/>
                  </a:lnTo>
                  <a:lnTo>
                    <a:pt x="7185" y="323"/>
                  </a:lnTo>
                  <a:lnTo>
                    <a:pt x="8658" y="222"/>
                  </a:lnTo>
                  <a:lnTo>
                    <a:pt x="10152" y="142"/>
                  </a:lnTo>
                  <a:lnTo>
                    <a:pt x="11645" y="81"/>
                  </a:lnTo>
                  <a:close/>
                  <a:moveTo>
                    <a:pt x="11645" y="0"/>
                  </a:moveTo>
                  <a:lnTo>
                    <a:pt x="10152" y="61"/>
                  </a:lnTo>
                  <a:lnTo>
                    <a:pt x="8658" y="142"/>
                  </a:lnTo>
                  <a:lnTo>
                    <a:pt x="7185" y="242"/>
                  </a:lnTo>
                  <a:lnTo>
                    <a:pt x="5692" y="384"/>
                  </a:lnTo>
                  <a:lnTo>
                    <a:pt x="4219" y="565"/>
                  </a:lnTo>
                  <a:lnTo>
                    <a:pt x="2745" y="767"/>
                  </a:lnTo>
                  <a:lnTo>
                    <a:pt x="1272" y="989"/>
                  </a:lnTo>
                  <a:lnTo>
                    <a:pt x="929" y="1070"/>
                  </a:lnTo>
                  <a:lnTo>
                    <a:pt x="768" y="1110"/>
                  </a:lnTo>
                  <a:lnTo>
                    <a:pt x="606" y="1151"/>
                  </a:lnTo>
                  <a:lnTo>
                    <a:pt x="445" y="1231"/>
                  </a:lnTo>
                  <a:lnTo>
                    <a:pt x="304" y="1312"/>
                  </a:lnTo>
                  <a:lnTo>
                    <a:pt x="183" y="1413"/>
                  </a:lnTo>
                  <a:lnTo>
                    <a:pt x="82" y="1554"/>
                  </a:lnTo>
                  <a:lnTo>
                    <a:pt x="41" y="1615"/>
                  </a:lnTo>
                  <a:lnTo>
                    <a:pt x="1" y="1695"/>
                  </a:lnTo>
                  <a:lnTo>
                    <a:pt x="1" y="1776"/>
                  </a:lnTo>
                  <a:lnTo>
                    <a:pt x="1" y="1857"/>
                  </a:lnTo>
                  <a:lnTo>
                    <a:pt x="61" y="2018"/>
                  </a:lnTo>
                  <a:lnTo>
                    <a:pt x="142" y="2180"/>
                  </a:lnTo>
                  <a:lnTo>
                    <a:pt x="283" y="2361"/>
                  </a:lnTo>
                  <a:lnTo>
                    <a:pt x="445" y="2543"/>
                  </a:lnTo>
                  <a:lnTo>
                    <a:pt x="627" y="2725"/>
                  </a:lnTo>
                  <a:lnTo>
                    <a:pt x="849" y="2926"/>
                  </a:lnTo>
                  <a:lnTo>
                    <a:pt x="1333" y="3310"/>
                  </a:lnTo>
                  <a:lnTo>
                    <a:pt x="1878" y="3713"/>
                  </a:lnTo>
                  <a:lnTo>
                    <a:pt x="2443" y="4097"/>
                  </a:lnTo>
                  <a:lnTo>
                    <a:pt x="3532" y="4803"/>
                  </a:lnTo>
                  <a:lnTo>
                    <a:pt x="4077" y="5146"/>
                  </a:lnTo>
                  <a:lnTo>
                    <a:pt x="4420" y="5388"/>
                  </a:lnTo>
                  <a:lnTo>
                    <a:pt x="5672" y="6377"/>
                  </a:lnTo>
                  <a:lnTo>
                    <a:pt x="6963" y="7467"/>
                  </a:lnTo>
                  <a:lnTo>
                    <a:pt x="8315" y="8658"/>
                  </a:lnTo>
                  <a:lnTo>
                    <a:pt x="9748" y="9969"/>
                  </a:lnTo>
                  <a:lnTo>
                    <a:pt x="10999" y="11140"/>
                  </a:lnTo>
                  <a:lnTo>
                    <a:pt x="12230" y="12351"/>
                  </a:lnTo>
                  <a:lnTo>
                    <a:pt x="14631" y="14732"/>
                  </a:lnTo>
                  <a:lnTo>
                    <a:pt x="17154" y="17214"/>
                  </a:lnTo>
                  <a:lnTo>
                    <a:pt x="18445" y="18465"/>
                  </a:lnTo>
                  <a:lnTo>
                    <a:pt x="19737" y="19696"/>
                  </a:lnTo>
                  <a:lnTo>
                    <a:pt x="20564" y="20443"/>
                  </a:lnTo>
                  <a:lnTo>
                    <a:pt x="21372" y="21169"/>
                  </a:lnTo>
                  <a:lnTo>
                    <a:pt x="22138" y="21835"/>
                  </a:lnTo>
                  <a:lnTo>
                    <a:pt x="22885" y="22501"/>
                  </a:lnTo>
                  <a:lnTo>
                    <a:pt x="23632" y="23107"/>
                  </a:lnTo>
                  <a:lnTo>
                    <a:pt x="24358" y="23692"/>
                  </a:lnTo>
                  <a:lnTo>
                    <a:pt x="25085" y="24257"/>
                  </a:lnTo>
                  <a:lnTo>
                    <a:pt x="25811" y="24802"/>
                  </a:lnTo>
                  <a:lnTo>
                    <a:pt x="26336" y="25165"/>
                  </a:lnTo>
                  <a:lnTo>
                    <a:pt x="26598" y="25326"/>
                  </a:lnTo>
                  <a:lnTo>
                    <a:pt x="26881" y="25488"/>
                  </a:lnTo>
                  <a:lnTo>
                    <a:pt x="27183" y="25609"/>
                  </a:lnTo>
                  <a:lnTo>
                    <a:pt x="27466" y="25710"/>
                  </a:lnTo>
                  <a:lnTo>
                    <a:pt x="27769" y="25770"/>
                  </a:lnTo>
                  <a:lnTo>
                    <a:pt x="28051" y="25790"/>
                  </a:lnTo>
                  <a:lnTo>
                    <a:pt x="28293" y="25770"/>
                  </a:lnTo>
                  <a:lnTo>
                    <a:pt x="28536" y="25730"/>
                  </a:lnTo>
                  <a:lnTo>
                    <a:pt x="28677" y="25690"/>
                  </a:lnTo>
                  <a:lnTo>
                    <a:pt x="28838" y="25609"/>
                  </a:lnTo>
                  <a:lnTo>
                    <a:pt x="28979" y="25548"/>
                  </a:lnTo>
                  <a:lnTo>
                    <a:pt x="29141" y="25447"/>
                  </a:lnTo>
                  <a:lnTo>
                    <a:pt x="29282" y="25347"/>
                  </a:lnTo>
                  <a:lnTo>
                    <a:pt x="29423" y="25225"/>
                  </a:lnTo>
                  <a:lnTo>
                    <a:pt x="29706" y="24923"/>
                  </a:lnTo>
                  <a:lnTo>
                    <a:pt x="29908" y="24681"/>
                  </a:lnTo>
                  <a:lnTo>
                    <a:pt x="30089" y="24438"/>
                  </a:lnTo>
                  <a:lnTo>
                    <a:pt x="30231" y="24176"/>
                  </a:lnTo>
                  <a:lnTo>
                    <a:pt x="30372" y="23914"/>
                  </a:lnTo>
                  <a:lnTo>
                    <a:pt x="30493" y="23631"/>
                  </a:lnTo>
                  <a:lnTo>
                    <a:pt x="30594" y="23369"/>
                  </a:lnTo>
                  <a:lnTo>
                    <a:pt x="30695" y="23086"/>
                  </a:lnTo>
                  <a:lnTo>
                    <a:pt x="30755" y="22804"/>
                  </a:lnTo>
                  <a:lnTo>
                    <a:pt x="30816" y="22521"/>
                  </a:lnTo>
                  <a:lnTo>
                    <a:pt x="30876" y="22239"/>
                  </a:lnTo>
                  <a:lnTo>
                    <a:pt x="30937" y="21694"/>
                  </a:lnTo>
                  <a:lnTo>
                    <a:pt x="30957" y="21169"/>
                  </a:lnTo>
                  <a:lnTo>
                    <a:pt x="30957" y="20685"/>
                  </a:lnTo>
                  <a:lnTo>
                    <a:pt x="30937" y="20160"/>
                  </a:lnTo>
                  <a:lnTo>
                    <a:pt x="30897" y="19636"/>
                  </a:lnTo>
                  <a:lnTo>
                    <a:pt x="30816" y="19111"/>
                  </a:lnTo>
                  <a:lnTo>
                    <a:pt x="30735" y="18586"/>
                  </a:lnTo>
                  <a:lnTo>
                    <a:pt x="30533" y="17557"/>
                  </a:lnTo>
                  <a:lnTo>
                    <a:pt x="30311" y="16568"/>
                  </a:lnTo>
                  <a:lnTo>
                    <a:pt x="30029" y="15458"/>
                  </a:lnTo>
                  <a:lnTo>
                    <a:pt x="29746" y="14308"/>
                  </a:lnTo>
                  <a:lnTo>
                    <a:pt x="29403" y="13117"/>
                  </a:lnTo>
                  <a:lnTo>
                    <a:pt x="29040" y="11927"/>
                  </a:lnTo>
                  <a:lnTo>
                    <a:pt x="28636" y="10716"/>
                  </a:lnTo>
                  <a:lnTo>
                    <a:pt x="28192" y="9505"/>
                  </a:lnTo>
                  <a:lnTo>
                    <a:pt x="27950" y="8900"/>
                  </a:lnTo>
                  <a:lnTo>
                    <a:pt x="27688" y="8315"/>
                  </a:lnTo>
                  <a:lnTo>
                    <a:pt x="27405" y="7709"/>
                  </a:lnTo>
                  <a:lnTo>
                    <a:pt x="27123" y="7124"/>
                  </a:lnTo>
                  <a:lnTo>
                    <a:pt x="26780" y="6478"/>
                  </a:lnTo>
                  <a:lnTo>
                    <a:pt x="26437" y="5853"/>
                  </a:lnTo>
                  <a:lnTo>
                    <a:pt x="26074" y="5288"/>
                  </a:lnTo>
                  <a:lnTo>
                    <a:pt x="25730" y="4783"/>
                  </a:lnTo>
                  <a:lnTo>
                    <a:pt x="25367" y="4279"/>
                  </a:lnTo>
                  <a:lnTo>
                    <a:pt x="24984" y="3835"/>
                  </a:lnTo>
                  <a:lnTo>
                    <a:pt x="24600" y="3431"/>
                  </a:lnTo>
                  <a:lnTo>
                    <a:pt x="24197" y="3048"/>
                  </a:lnTo>
                  <a:lnTo>
                    <a:pt x="23672" y="2604"/>
                  </a:lnTo>
                  <a:lnTo>
                    <a:pt x="23127" y="2220"/>
                  </a:lnTo>
                  <a:lnTo>
                    <a:pt x="22522" y="1857"/>
                  </a:lnTo>
                  <a:lnTo>
                    <a:pt x="21896" y="1514"/>
                  </a:lnTo>
                  <a:lnTo>
                    <a:pt x="21251" y="1231"/>
                  </a:lnTo>
                  <a:lnTo>
                    <a:pt x="20544" y="969"/>
                  </a:lnTo>
                  <a:lnTo>
                    <a:pt x="19798" y="727"/>
                  </a:lnTo>
                  <a:lnTo>
                    <a:pt x="19031" y="525"/>
                  </a:lnTo>
                  <a:lnTo>
                    <a:pt x="18405" y="404"/>
                  </a:lnTo>
                  <a:lnTo>
                    <a:pt x="17759" y="303"/>
                  </a:lnTo>
                  <a:lnTo>
                    <a:pt x="17093" y="202"/>
                  </a:lnTo>
                  <a:lnTo>
                    <a:pt x="16387" y="121"/>
                  </a:lnTo>
                  <a:lnTo>
                    <a:pt x="15640" y="61"/>
                  </a:lnTo>
                  <a:lnTo>
                    <a:pt x="14853" y="21"/>
                  </a:lnTo>
                  <a:lnTo>
                    <a:pt x="14046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36" name="Google Shape;936;p13"/>
            <p:cNvSpPr/>
            <p:nvPr/>
          </p:nvSpPr>
          <p:spPr>
            <a:xfrm flipH="1">
              <a:off x="-756203" y="-5057684"/>
              <a:ext cx="1058329" cy="998564"/>
            </a:xfrm>
            <a:custGeom>
              <a:rect b="b" l="l" r="r" t="t"/>
              <a:pathLst>
                <a:path extrusionOk="0" h="17861" w="18930">
                  <a:moveTo>
                    <a:pt x="3431" y="81"/>
                  </a:moveTo>
                  <a:lnTo>
                    <a:pt x="4117" y="102"/>
                  </a:lnTo>
                  <a:lnTo>
                    <a:pt x="4824" y="162"/>
                  </a:lnTo>
                  <a:lnTo>
                    <a:pt x="5510" y="263"/>
                  </a:lnTo>
                  <a:lnTo>
                    <a:pt x="6216" y="404"/>
                  </a:lnTo>
                  <a:lnTo>
                    <a:pt x="6882" y="566"/>
                  </a:lnTo>
                  <a:lnTo>
                    <a:pt x="7568" y="768"/>
                  </a:lnTo>
                  <a:lnTo>
                    <a:pt x="8234" y="1010"/>
                  </a:lnTo>
                  <a:lnTo>
                    <a:pt x="8880" y="1272"/>
                  </a:lnTo>
                  <a:lnTo>
                    <a:pt x="9505" y="1575"/>
                  </a:lnTo>
                  <a:lnTo>
                    <a:pt x="10131" y="1918"/>
                  </a:lnTo>
                  <a:lnTo>
                    <a:pt x="10736" y="2281"/>
                  </a:lnTo>
                  <a:lnTo>
                    <a:pt x="11301" y="2664"/>
                  </a:lnTo>
                  <a:lnTo>
                    <a:pt x="11866" y="3088"/>
                  </a:lnTo>
                  <a:lnTo>
                    <a:pt x="12391" y="3552"/>
                  </a:lnTo>
                  <a:lnTo>
                    <a:pt x="12896" y="4017"/>
                  </a:lnTo>
                  <a:lnTo>
                    <a:pt x="13380" y="4521"/>
                  </a:lnTo>
                  <a:lnTo>
                    <a:pt x="13824" y="5026"/>
                  </a:lnTo>
                  <a:lnTo>
                    <a:pt x="14248" y="5570"/>
                  </a:lnTo>
                  <a:lnTo>
                    <a:pt x="14651" y="6115"/>
                  </a:lnTo>
                  <a:lnTo>
                    <a:pt x="15035" y="6680"/>
                  </a:lnTo>
                  <a:lnTo>
                    <a:pt x="15418" y="7245"/>
                  </a:lnTo>
                  <a:lnTo>
                    <a:pt x="15761" y="7831"/>
                  </a:lnTo>
                  <a:lnTo>
                    <a:pt x="16084" y="8416"/>
                  </a:lnTo>
                  <a:lnTo>
                    <a:pt x="16387" y="9021"/>
                  </a:lnTo>
                  <a:lnTo>
                    <a:pt x="16689" y="9627"/>
                  </a:lnTo>
                  <a:lnTo>
                    <a:pt x="16972" y="10232"/>
                  </a:lnTo>
                  <a:lnTo>
                    <a:pt x="17497" y="11423"/>
                  </a:lnTo>
                  <a:lnTo>
                    <a:pt x="17981" y="12593"/>
                  </a:lnTo>
                  <a:lnTo>
                    <a:pt x="18183" y="13158"/>
                  </a:lnTo>
                  <a:lnTo>
                    <a:pt x="18385" y="13723"/>
                  </a:lnTo>
                  <a:lnTo>
                    <a:pt x="18566" y="14288"/>
                  </a:lnTo>
                  <a:lnTo>
                    <a:pt x="18707" y="14853"/>
                  </a:lnTo>
                  <a:lnTo>
                    <a:pt x="18768" y="15136"/>
                  </a:lnTo>
                  <a:lnTo>
                    <a:pt x="18808" y="15438"/>
                  </a:lnTo>
                  <a:lnTo>
                    <a:pt x="18829" y="15721"/>
                  </a:lnTo>
                  <a:lnTo>
                    <a:pt x="18849" y="16003"/>
                  </a:lnTo>
                  <a:lnTo>
                    <a:pt x="18849" y="16286"/>
                  </a:lnTo>
                  <a:lnTo>
                    <a:pt x="18829" y="16589"/>
                  </a:lnTo>
                  <a:lnTo>
                    <a:pt x="18788" y="16871"/>
                  </a:lnTo>
                  <a:lnTo>
                    <a:pt x="18728" y="17154"/>
                  </a:lnTo>
                  <a:lnTo>
                    <a:pt x="18687" y="17295"/>
                  </a:lnTo>
                  <a:lnTo>
                    <a:pt x="18647" y="17416"/>
                  </a:lnTo>
                  <a:lnTo>
                    <a:pt x="18586" y="17537"/>
                  </a:lnTo>
                  <a:lnTo>
                    <a:pt x="18486" y="17658"/>
                  </a:lnTo>
                  <a:lnTo>
                    <a:pt x="18405" y="17699"/>
                  </a:lnTo>
                  <a:lnTo>
                    <a:pt x="18324" y="17739"/>
                  </a:lnTo>
                  <a:lnTo>
                    <a:pt x="18243" y="17759"/>
                  </a:lnTo>
                  <a:lnTo>
                    <a:pt x="18163" y="17779"/>
                  </a:lnTo>
                  <a:lnTo>
                    <a:pt x="17981" y="17759"/>
                  </a:lnTo>
                  <a:lnTo>
                    <a:pt x="17799" y="17699"/>
                  </a:lnTo>
                  <a:lnTo>
                    <a:pt x="17638" y="17618"/>
                  </a:lnTo>
                  <a:lnTo>
                    <a:pt x="17477" y="17517"/>
                  </a:lnTo>
                  <a:lnTo>
                    <a:pt x="17234" y="17315"/>
                  </a:lnTo>
                  <a:lnTo>
                    <a:pt x="16346" y="16548"/>
                  </a:lnTo>
                  <a:lnTo>
                    <a:pt x="15418" y="15701"/>
                  </a:lnTo>
                  <a:lnTo>
                    <a:pt x="14429" y="14793"/>
                  </a:lnTo>
                  <a:lnTo>
                    <a:pt x="13319" y="13743"/>
                  </a:lnTo>
                  <a:lnTo>
                    <a:pt x="11140" y="11645"/>
                  </a:lnTo>
                  <a:lnTo>
                    <a:pt x="8860" y="9465"/>
                  </a:lnTo>
                  <a:lnTo>
                    <a:pt x="7709" y="8375"/>
                  </a:lnTo>
                  <a:lnTo>
                    <a:pt x="6539" y="7306"/>
                  </a:lnTo>
                  <a:lnTo>
                    <a:pt x="5611" y="6478"/>
                  </a:lnTo>
                  <a:lnTo>
                    <a:pt x="4703" y="5691"/>
                  </a:lnTo>
                  <a:lnTo>
                    <a:pt x="3835" y="4965"/>
                  </a:lnTo>
                  <a:lnTo>
                    <a:pt x="3007" y="4279"/>
                  </a:lnTo>
                  <a:lnTo>
                    <a:pt x="2644" y="4017"/>
                  </a:lnTo>
                  <a:lnTo>
                    <a:pt x="2220" y="3734"/>
                  </a:lnTo>
                  <a:lnTo>
                    <a:pt x="1575" y="3290"/>
                  </a:lnTo>
                  <a:lnTo>
                    <a:pt x="1252" y="3048"/>
                  </a:lnTo>
                  <a:lnTo>
                    <a:pt x="929" y="2806"/>
                  </a:lnTo>
                  <a:lnTo>
                    <a:pt x="667" y="2564"/>
                  </a:lnTo>
                  <a:lnTo>
                    <a:pt x="424" y="2301"/>
                  </a:lnTo>
                  <a:lnTo>
                    <a:pt x="323" y="2160"/>
                  </a:lnTo>
                  <a:lnTo>
                    <a:pt x="243" y="2019"/>
                  </a:lnTo>
                  <a:lnTo>
                    <a:pt x="182" y="1898"/>
                  </a:lnTo>
                  <a:lnTo>
                    <a:pt x="122" y="1756"/>
                  </a:lnTo>
                  <a:lnTo>
                    <a:pt x="81" y="1575"/>
                  </a:lnTo>
                  <a:lnTo>
                    <a:pt x="102" y="1413"/>
                  </a:lnTo>
                  <a:lnTo>
                    <a:pt x="122" y="1232"/>
                  </a:lnTo>
                  <a:lnTo>
                    <a:pt x="202" y="1070"/>
                  </a:lnTo>
                  <a:lnTo>
                    <a:pt x="283" y="909"/>
                  </a:lnTo>
                  <a:lnTo>
                    <a:pt x="384" y="768"/>
                  </a:lnTo>
                  <a:lnTo>
                    <a:pt x="505" y="646"/>
                  </a:lnTo>
                  <a:lnTo>
                    <a:pt x="646" y="546"/>
                  </a:lnTo>
                  <a:lnTo>
                    <a:pt x="808" y="445"/>
                  </a:lnTo>
                  <a:lnTo>
                    <a:pt x="969" y="384"/>
                  </a:lnTo>
                  <a:lnTo>
                    <a:pt x="1131" y="324"/>
                  </a:lnTo>
                  <a:lnTo>
                    <a:pt x="1312" y="263"/>
                  </a:lnTo>
                  <a:lnTo>
                    <a:pt x="1655" y="202"/>
                  </a:lnTo>
                  <a:lnTo>
                    <a:pt x="2019" y="142"/>
                  </a:lnTo>
                  <a:lnTo>
                    <a:pt x="2725" y="102"/>
                  </a:lnTo>
                  <a:lnTo>
                    <a:pt x="3431" y="81"/>
                  </a:lnTo>
                  <a:close/>
                  <a:moveTo>
                    <a:pt x="3431" y="1"/>
                  </a:moveTo>
                  <a:lnTo>
                    <a:pt x="2725" y="21"/>
                  </a:lnTo>
                  <a:lnTo>
                    <a:pt x="2019" y="61"/>
                  </a:lnTo>
                  <a:lnTo>
                    <a:pt x="1655" y="122"/>
                  </a:lnTo>
                  <a:lnTo>
                    <a:pt x="1272" y="182"/>
                  </a:lnTo>
                  <a:lnTo>
                    <a:pt x="1111" y="243"/>
                  </a:lnTo>
                  <a:lnTo>
                    <a:pt x="929" y="303"/>
                  </a:lnTo>
                  <a:lnTo>
                    <a:pt x="767" y="384"/>
                  </a:lnTo>
                  <a:lnTo>
                    <a:pt x="606" y="485"/>
                  </a:lnTo>
                  <a:lnTo>
                    <a:pt x="465" y="586"/>
                  </a:lnTo>
                  <a:lnTo>
                    <a:pt x="323" y="727"/>
                  </a:lnTo>
                  <a:lnTo>
                    <a:pt x="223" y="868"/>
                  </a:lnTo>
                  <a:lnTo>
                    <a:pt x="122" y="1050"/>
                  </a:lnTo>
                  <a:lnTo>
                    <a:pt x="41" y="1211"/>
                  </a:lnTo>
                  <a:lnTo>
                    <a:pt x="21" y="1393"/>
                  </a:lnTo>
                  <a:lnTo>
                    <a:pt x="1" y="1595"/>
                  </a:lnTo>
                  <a:lnTo>
                    <a:pt x="41" y="1777"/>
                  </a:lnTo>
                  <a:lnTo>
                    <a:pt x="102" y="1918"/>
                  </a:lnTo>
                  <a:lnTo>
                    <a:pt x="162" y="2059"/>
                  </a:lnTo>
                  <a:lnTo>
                    <a:pt x="263" y="2200"/>
                  </a:lnTo>
                  <a:lnTo>
                    <a:pt x="364" y="2342"/>
                  </a:lnTo>
                  <a:lnTo>
                    <a:pt x="586" y="2604"/>
                  </a:lnTo>
                  <a:lnTo>
                    <a:pt x="868" y="2866"/>
                  </a:lnTo>
                  <a:lnTo>
                    <a:pt x="1191" y="3108"/>
                  </a:lnTo>
                  <a:lnTo>
                    <a:pt x="1514" y="3351"/>
                  </a:lnTo>
                  <a:lnTo>
                    <a:pt x="2180" y="3795"/>
                  </a:lnTo>
                  <a:lnTo>
                    <a:pt x="2604" y="4077"/>
                  </a:lnTo>
                  <a:lnTo>
                    <a:pt x="2947" y="4339"/>
                  </a:lnTo>
                  <a:lnTo>
                    <a:pt x="3794" y="5026"/>
                  </a:lnTo>
                  <a:lnTo>
                    <a:pt x="4662" y="5752"/>
                  </a:lnTo>
                  <a:lnTo>
                    <a:pt x="5550" y="6539"/>
                  </a:lnTo>
                  <a:lnTo>
                    <a:pt x="6499" y="7366"/>
                  </a:lnTo>
                  <a:lnTo>
                    <a:pt x="7649" y="8436"/>
                  </a:lnTo>
                  <a:lnTo>
                    <a:pt x="8799" y="9526"/>
                  </a:lnTo>
                  <a:lnTo>
                    <a:pt x="11079" y="11705"/>
                  </a:lnTo>
                  <a:lnTo>
                    <a:pt x="13279" y="13804"/>
                  </a:lnTo>
                  <a:lnTo>
                    <a:pt x="14369" y="14853"/>
                  </a:lnTo>
                  <a:lnTo>
                    <a:pt x="15358" y="15761"/>
                  </a:lnTo>
                  <a:lnTo>
                    <a:pt x="16286" y="16609"/>
                  </a:lnTo>
                  <a:lnTo>
                    <a:pt x="17174" y="17376"/>
                  </a:lnTo>
                  <a:lnTo>
                    <a:pt x="17355" y="17537"/>
                  </a:lnTo>
                  <a:lnTo>
                    <a:pt x="17598" y="17678"/>
                  </a:lnTo>
                  <a:lnTo>
                    <a:pt x="17719" y="17739"/>
                  </a:lnTo>
                  <a:lnTo>
                    <a:pt x="17860" y="17800"/>
                  </a:lnTo>
                  <a:lnTo>
                    <a:pt x="18001" y="17840"/>
                  </a:lnTo>
                  <a:lnTo>
                    <a:pt x="18142" y="17860"/>
                  </a:lnTo>
                  <a:lnTo>
                    <a:pt x="18243" y="17840"/>
                  </a:lnTo>
                  <a:lnTo>
                    <a:pt x="18344" y="17820"/>
                  </a:lnTo>
                  <a:lnTo>
                    <a:pt x="18445" y="17779"/>
                  </a:lnTo>
                  <a:lnTo>
                    <a:pt x="18526" y="17719"/>
                  </a:lnTo>
                  <a:lnTo>
                    <a:pt x="18647" y="17598"/>
                  </a:lnTo>
                  <a:lnTo>
                    <a:pt x="18707" y="17456"/>
                  </a:lnTo>
                  <a:lnTo>
                    <a:pt x="18768" y="17315"/>
                  </a:lnTo>
                  <a:lnTo>
                    <a:pt x="18808" y="17174"/>
                  </a:lnTo>
                  <a:lnTo>
                    <a:pt x="18869" y="16891"/>
                  </a:lnTo>
                  <a:lnTo>
                    <a:pt x="18909" y="16589"/>
                  </a:lnTo>
                  <a:lnTo>
                    <a:pt x="18929" y="16306"/>
                  </a:lnTo>
                  <a:lnTo>
                    <a:pt x="18929" y="16003"/>
                  </a:lnTo>
                  <a:lnTo>
                    <a:pt x="18909" y="15721"/>
                  </a:lnTo>
                  <a:lnTo>
                    <a:pt x="18889" y="15418"/>
                  </a:lnTo>
                  <a:lnTo>
                    <a:pt x="18849" y="15136"/>
                  </a:lnTo>
                  <a:lnTo>
                    <a:pt x="18788" y="14853"/>
                  </a:lnTo>
                  <a:lnTo>
                    <a:pt x="18647" y="14268"/>
                  </a:lnTo>
                  <a:lnTo>
                    <a:pt x="18465" y="13703"/>
                  </a:lnTo>
                  <a:lnTo>
                    <a:pt x="18264" y="13138"/>
                  </a:lnTo>
                  <a:lnTo>
                    <a:pt x="18042" y="12573"/>
                  </a:lnTo>
                  <a:lnTo>
                    <a:pt x="17577" y="11382"/>
                  </a:lnTo>
                  <a:lnTo>
                    <a:pt x="17053" y="10192"/>
                  </a:lnTo>
                  <a:lnTo>
                    <a:pt x="16770" y="9586"/>
                  </a:lnTo>
                  <a:lnTo>
                    <a:pt x="16468" y="8981"/>
                  </a:lnTo>
                  <a:lnTo>
                    <a:pt x="16145" y="8375"/>
                  </a:lnTo>
                  <a:lnTo>
                    <a:pt x="15822" y="7790"/>
                  </a:lnTo>
                  <a:lnTo>
                    <a:pt x="15479" y="7205"/>
                  </a:lnTo>
                  <a:lnTo>
                    <a:pt x="15115" y="6620"/>
                  </a:lnTo>
                  <a:lnTo>
                    <a:pt x="14732" y="6055"/>
                  </a:lnTo>
                  <a:lnTo>
                    <a:pt x="14308" y="5510"/>
                  </a:lnTo>
                  <a:lnTo>
                    <a:pt x="13884" y="4965"/>
                  </a:lnTo>
                  <a:lnTo>
                    <a:pt x="13441" y="4460"/>
                  </a:lnTo>
                  <a:lnTo>
                    <a:pt x="12956" y="3956"/>
                  </a:lnTo>
                  <a:lnTo>
                    <a:pt x="12452" y="3492"/>
                  </a:lnTo>
                  <a:lnTo>
                    <a:pt x="11927" y="3028"/>
                  </a:lnTo>
                  <a:lnTo>
                    <a:pt x="11362" y="2604"/>
                  </a:lnTo>
                  <a:lnTo>
                    <a:pt x="10777" y="2200"/>
                  </a:lnTo>
                  <a:lnTo>
                    <a:pt x="10171" y="1837"/>
                  </a:lnTo>
                  <a:lnTo>
                    <a:pt x="9546" y="1494"/>
                  </a:lnTo>
                  <a:lnTo>
                    <a:pt x="8900" y="1191"/>
                  </a:lnTo>
                  <a:lnTo>
                    <a:pt x="8254" y="929"/>
                  </a:lnTo>
                  <a:lnTo>
                    <a:pt x="7588" y="687"/>
                  </a:lnTo>
                  <a:lnTo>
                    <a:pt x="6902" y="485"/>
                  </a:lnTo>
                  <a:lnTo>
                    <a:pt x="6216" y="324"/>
                  </a:lnTo>
                  <a:lnTo>
                    <a:pt x="5530" y="182"/>
                  </a:lnTo>
                  <a:lnTo>
                    <a:pt x="4824" y="81"/>
                  </a:lnTo>
                  <a:lnTo>
                    <a:pt x="4138" y="21"/>
                  </a:lnTo>
                  <a:lnTo>
                    <a:pt x="3431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937" name="Google Shape;937;p13"/>
          <p:cNvGrpSpPr/>
          <p:nvPr/>
        </p:nvGrpSpPr>
        <p:grpSpPr>
          <a:xfrm rot="-5400000">
            <a:off x="-245893" y="2684791"/>
            <a:ext cx="1205112" cy="520243"/>
            <a:chOff x="3970982" y="4604466"/>
            <a:chExt cx="1205112" cy="520243"/>
          </a:xfrm>
        </p:grpSpPr>
        <p:sp>
          <p:nvSpPr>
            <p:cNvPr id="938" name="Google Shape;938;p13"/>
            <p:cNvSpPr/>
            <p:nvPr/>
          </p:nvSpPr>
          <p:spPr>
            <a:xfrm>
              <a:off x="4793927" y="5072023"/>
              <a:ext cx="53445" cy="50368"/>
            </a:xfrm>
            <a:custGeom>
              <a:rect b="b" l="l" r="r" t="t"/>
              <a:pathLst>
                <a:path extrusionOk="0" h="1326" w="1407">
                  <a:moveTo>
                    <a:pt x="724" y="1"/>
                  </a:moveTo>
                  <a:lnTo>
                    <a:pt x="1" y="683"/>
                  </a:lnTo>
                  <a:lnTo>
                    <a:pt x="21" y="724"/>
                  </a:lnTo>
                  <a:lnTo>
                    <a:pt x="61" y="744"/>
                  </a:lnTo>
                  <a:lnTo>
                    <a:pt x="181" y="784"/>
                  </a:lnTo>
                  <a:lnTo>
                    <a:pt x="322" y="824"/>
                  </a:lnTo>
                  <a:lnTo>
                    <a:pt x="382" y="864"/>
                  </a:lnTo>
                  <a:lnTo>
                    <a:pt x="422" y="884"/>
                  </a:lnTo>
                  <a:lnTo>
                    <a:pt x="503" y="1005"/>
                  </a:lnTo>
                  <a:lnTo>
                    <a:pt x="583" y="1105"/>
                  </a:lnTo>
                  <a:lnTo>
                    <a:pt x="704" y="1326"/>
                  </a:lnTo>
                  <a:lnTo>
                    <a:pt x="1406" y="623"/>
                  </a:lnTo>
                  <a:lnTo>
                    <a:pt x="724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39" name="Google Shape;939;p13"/>
            <p:cNvSpPr/>
            <p:nvPr/>
          </p:nvSpPr>
          <p:spPr>
            <a:xfrm>
              <a:off x="4465205" y="4604466"/>
              <a:ext cx="54205" cy="50406"/>
            </a:xfrm>
            <a:custGeom>
              <a:rect b="b" l="l" r="r" t="t"/>
              <a:pathLst>
                <a:path extrusionOk="0" h="1327" w="1427">
                  <a:moveTo>
                    <a:pt x="723" y="1"/>
                  </a:moveTo>
                  <a:lnTo>
                    <a:pt x="1" y="684"/>
                  </a:lnTo>
                  <a:lnTo>
                    <a:pt x="221" y="784"/>
                  </a:lnTo>
                  <a:lnTo>
                    <a:pt x="322" y="824"/>
                  </a:lnTo>
                  <a:lnTo>
                    <a:pt x="422" y="884"/>
                  </a:lnTo>
                  <a:lnTo>
                    <a:pt x="502" y="1005"/>
                  </a:lnTo>
                  <a:lnTo>
                    <a:pt x="583" y="1105"/>
                  </a:lnTo>
                  <a:lnTo>
                    <a:pt x="723" y="1326"/>
                  </a:lnTo>
                  <a:lnTo>
                    <a:pt x="1426" y="643"/>
                  </a:lnTo>
                  <a:lnTo>
                    <a:pt x="723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40" name="Google Shape;940;p13"/>
            <p:cNvSpPr/>
            <p:nvPr/>
          </p:nvSpPr>
          <p:spPr>
            <a:xfrm>
              <a:off x="4632225" y="4604466"/>
              <a:ext cx="50406" cy="48887"/>
            </a:xfrm>
            <a:custGeom>
              <a:rect b="b" l="l" r="r" t="t"/>
              <a:pathLst>
                <a:path extrusionOk="0" h="1287" w="1327">
                  <a:moveTo>
                    <a:pt x="664" y="1"/>
                  </a:moveTo>
                  <a:lnTo>
                    <a:pt x="1" y="664"/>
                  </a:lnTo>
                  <a:lnTo>
                    <a:pt x="664" y="1286"/>
                  </a:lnTo>
                  <a:lnTo>
                    <a:pt x="1326" y="623"/>
                  </a:lnTo>
                  <a:lnTo>
                    <a:pt x="664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41" name="Google Shape;941;p13"/>
            <p:cNvSpPr/>
            <p:nvPr/>
          </p:nvSpPr>
          <p:spPr>
            <a:xfrm>
              <a:off x="4466725" y="4760090"/>
              <a:ext cx="54205" cy="51888"/>
            </a:xfrm>
            <a:custGeom>
              <a:rect b="b" l="l" r="r" t="t"/>
              <a:pathLst>
                <a:path extrusionOk="0" h="1366" w="1427">
                  <a:moveTo>
                    <a:pt x="703" y="0"/>
                  </a:moveTo>
                  <a:lnTo>
                    <a:pt x="1" y="643"/>
                  </a:lnTo>
                  <a:lnTo>
                    <a:pt x="744" y="1366"/>
                  </a:lnTo>
                  <a:lnTo>
                    <a:pt x="784" y="1225"/>
                  </a:lnTo>
                  <a:lnTo>
                    <a:pt x="844" y="1125"/>
                  </a:lnTo>
                  <a:lnTo>
                    <a:pt x="924" y="1024"/>
                  </a:lnTo>
                  <a:lnTo>
                    <a:pt x="1005" y="944"/>
                  </a:lnTo>
                  <a:lnTo>
                    <a:pt x="1105" y="864"/>
                  </a:lnTo>
                  <a:lnTo>
                    <a:pt x="1205" y="803"/>
                  </a:lnTo>
                  <a:lnTo>
                    <a:pt x="1426" y="683"/>
                  </a:lnTo>
                  <a:lnTo>
                    <a:pt x="1346" y="582"/>
                  </a:lnTo>
                  <a:lnTo>
                    <a:pt x="1266" y="522"/>
                  </a:lnTo>
                  <a:lnTo>
                    <a:pt x="1045" y="402"/>
                  </a:lnTo>
                  <a:lnTo>
                    <a:pt x="964" y="342"/>
                  </a:lnTo>
                  <a:lnTo>
                    <a:pt x="884" y="281"/>
                  </a:lnTo>
                  <a:lnTo>
                    <a:pt x="824" y="181"/>
                  </a:lnTo>
                  <a:lnTo>
                    <a:pt x="804" y="40"/>
                  </a:lnTo>
                  <a:lnTo>
                    <a:pt x="784" y="20"/>
                  </a:lnTo>
                  <a:lnTo>
                    <a:pt x="744" y="20"/>
                  </a:lnTo>
                  <a:lnTo>
                    <a:pt x="70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42" name="Google Shape;942;p13"/>
            <p:cNvSpPr/>
            <p:nvPr/>
          </p:nvSpPr>
          <p:spPr>
            <a:xfrm>
              <a:off x="4629946" y="4759330"/>
              <a:ext cx="54205" cy="54167"/>
            </a:xfrm>
            <a:custGeom>
              <a:rect b="b" l="l" r="r" t="t"/>
              <a:pathLst>
                <a:path extrusionOk="0" h="1426" w="1427">
                  <a:moveTo>
                    <a:pt x="724" y="0"/>
                  </a:moveTo>
                  <a:lnTo>
                    <a:pt x="1" y="703"/>
                  </a:lnTo>
                  <a:lnTo>
                    <a:pt x="121" y="743"/>
                  </a:lnTo>
                  <a:lnTo>
                    <a:pt x="242" y="823"/>
                  </a:lnTo>
                  <a:lnTo>
                    <a:pt x="342" y="884"/>
                  </a:lnTo>
                  <a:lnTo>
                    <a:pt x="422" y="984"/>
                  </a:lnTo>
                  <a:lnTo>
                    <a:pt x="603" y="1185"/>
                  </a:lnTo>
                  <a:lnTo>
                    <a:pt x="744" y="1426"/>
                  </a:lnTo>
                  <a:lnTo>
                    <a:pt x="844" y="1165"/>
                  </a:lnTo>
                  <a:lnTo>
                    <a:pt x="904" y="1064"/>
                  </a:lnTo>
                  <a:lnTo>
                    <a:pt x="964" y="984"/>
                  </a:lnTo>
                  <a:lnTo>
                    <a:pt x="1065" y="904"/>
                  </a:lnTo>
                  <a:lnTo>
                    <a:pt x="1185" y="823"/>
                  </a:lnTo>
                  <a:lnTo>
                    <a:pt x="1426" y="683"/>
                  </a:lnTo>
                  <a:lnTo>
                    <a:pt x="724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43" name="Google Shape;943;p13"/>
            <p:cNvSpPr/>
            <p:nvPr/>
          </p:nvSpPr>
          <p:spPr>
            <a:xfrm>
              <a:off x="4796206" y="4760090"/>
              <a:ext cx="51166" cy="47329"/>
            </a:xfrm>
            <a:custGeom>
              <a:rect b="b" l="l" r="r" t="t"/>
              <a:pathLst>
                <a:path extrusionOk="0" h="1246" w="1347">
                  <a:moveTo>
                    <a:pt x="664" y="0"/>
                  </a:moveTo>
                  <a:lnTo>
                    <a:pt x="1" y="663"/>
                  </a:lnTo>
                  <a:lnTo>
                    <a:pt x="664" y="1245"/>
                  </a:lnTo>
                  <a:lnTo>
                    <a:pt x="1346" y="663"/>
                  </a:lnTo>
                  <a:lnTo>
                    <a:pt x="664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44" name="Google Shape;944;p13"/>
            <p:cNvSpPr/>
            <p:nvPr/>
          </p:nvSpPr>
          <p:spPr>
            <a:xfrm>
              <a:off x="4459090" y="4911081"/>
              <a:ext cx="64119" cy="55724"/>
            </a:xfrm>
            <a:custGeom>
              <a:rect b="b" l="l" r="r" t="t"/>
              <a:pathLst>
                <a:path extrusionOk="0" h="1467" w="1688">
                  <a:moveTo>
                    <a:pt x="864" y="1"/>
                  </a:moveTo>
                  <a:lnTo>
                    <a:pt x="764" y="262"/>
                  </a:lnTo>
                  <a:lnTo>
                    <a:pt x="704" y="362"/>
                  </a:lnTo>
                  <a:lnTo>
                    <a:pt x="643" y="463"/>
                  </a:lnTo>
                  <a:lnTo>
                    <a:pt x="523" y="543"/>
                  </a:lnTo>
                  <a:lnTo>
                    <a:pt x="382" y="623"/>
                  </a:lnTo>
                  <a:lnTo>
                    <a:pt x="1" y="844"/>
                  </a:lnTo>
                  <a:lnTo>
                    <a:pt x="162" y="864"/>
                  </a:lnTo>
                  <a:lnTo>
                    <a:pt x="302" y="904"/>
                  </a:lnTo>
                  <a:lnTo>
                    <a:pt x="423" y="965"/>
                  </a:lnTo>
                  <a:lnTo>
                    <a:pt x="543" y="1025"/>
                  </a:lnTo>
                  <a:lnTo>
                    <a:pt x="623" y="1085"/>
                  </a:lnTo>
                  <a:lnTo>
                    <a:pt x="704" y="1186"/>
                  </a:lnTo>
                  <a:lnTo>
                    <a:pt x="744" y="1286"/>
                  </a:lnTo>
                  <a:lnTo>
                    <a:pt x="784" y="1406"/>
                  </a:lnTo>
                  <a:lnTo>
                    <a:pt x="804" y="1427"/>
                  </a:lnTo>
                  <a:lnTo>
                    <a:pt x="864" y="1447"/>
                  </a:lnTo>
                  <a:lnTo>
                    <a:pt x="985" y="1467"/>
                  </a:lnTo>
                  <a:lnTo>
                    <a:pt x="1045" y="1286"/>
                  </a:lnTo>
                  <a:lnTo>
                    <a:pt x="1065" y="1206"/>
                  </a:lnTo>
                  <a:lnTo>
                    <a:pt x="1105" y="1145"/>
                  </a:lnTo>
                  <a:lnTo>
                    <a:pt x="1246" y="1045"/>
                  </a:lnTo>
                  <a:lnTo>
                    <a:pt x="1386" y="945"/>
                  </a:lnTo>
                  <a:lnTo>
                    <a:pt x="1688" y="744"/>
                  </a:lnTo>
                  <a:lnTo>
                    <a:pt x="1547" y="684"/>
                  </a:lnTo>
                  <a:lnTo>
                    <a:pt x="1427" y="623"/>
                  </a:lnTo>
                  <a:lnTo>
                    <a:pt x="1306" y="543"/>
                  </a:lnTo>
                  <a:lnTo>
                    <a:pt x="1206" y="463"/>
                  </a:lnTo>
                  <a:lnTo>
                    <a:pt x="1105" y="362"/>
                  </a:lnTo>
                  <a:lnTo>
                    <a:pt x="1025" y="262"/>
                  </a:lnTo>
                  <a:lnTo>
                    <a:pt x="864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45" name="Google Shape;945;p13"/>
            <p:cNvSpPr/>
            <p:nvPr/>
          </p:nvSpPr>
          <p:spPr>
            <a:xfrm>
              <a:off x="4631466" y="4915677"/>
              <a:ext cx="53445" cy="50368"/>
            </a:xfrm>
            <a:custGeom>
              <a:rect b="b" l="l" r="r" t="t"/>
              <a:pathLst>
                <a:path extrusionOk="0" h="1326" w="1407">
                  <a:moveTo>
                    <a:pt x="684" y="0"/>
                  </a:moveTo>
                  <a:lnTo>
                    <a:pt x="1" y="663"/>
                  </a:lnTo>
                  <a:lnTo>
                    <a:pt x="724" y="1326"/>
                  </a:lnTo>
                  <a:lnTo>
                    <a:pt x="764" y="1225"/>
                  </a:lnTo>
                  <a:lnTo>
                    <a:pt x="824" y="1105"/>
                  </a:lnTo>
                  <a:lnTo>
                    <a:pt x="904" y="1024"/>
                  </a:lnTo>
                  <a:lnTo>
                    <a:pt x="985" y="944"/>
                  </a:lnTo>
                  <a:lnTo>
                    <a:pt x="1186" y="804"/>
                  </a:lnTo>
                  <a:lnTo>
                    <a:pt x="1406" y="683"/>
                  </a:lnTo>
                  <a:lnTo>
                    <a:pt x="1326" y="583"/>
                  </a:lnTo>
                  <a:lnTo>
                    <a:pt x="1246" y="522"/>
                  </a:lnTo>
                  <a:lnTo>
                    <a:pt x="1045" y="402"/>
                  </a:lnTo>
                  <a:lnTo>
                    <a:pt x="945" y="342"/>
                  </a:lnTo>
                  <a:lnTo>
                    <a:pt x="864" y="261"/>
                  </a:lnTo>
                  <a:lnTo>
                    <a:pt x="804" y="161"/>
                  </a:lnTo>
                  <a:lnTo>
                    <a:pt x="784" y="41"/>
                  </a:lnTo>
                  <a:lnTo>
                    <a:pt x="764" y="20"/>
                  </a:lnTo>
                  <a:lnTo>
                    <a:pt x="724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46" name="Google Shape;946;p13"/>
            <p:cNvSpPr/>
            <p:nvPr/>
          </p:nvSpPr>
          <p:spPr>
            <a:xfrm>
              <a:off x="4796206" y="4916436"/>
              <a:ext cx="51166" cy="48089"/>
            </a:xfrm>
            <a:custGeom>
              <a:rect b="b" l="l" r="r" t="t"/>
              <a:pathLst>
                <a:path extrusionOk="0" h="1266" w="1347">
                  <a:moveTo>
                    <a:pt x="664" y="0"/>
                  </a:moveTo>
                  <a:lnTo>
                    <a:pt x="1" y="623"/>
                  </a:lnTo>
                  <a:lnTo>
                    <a:pt x="684" y="1265"/>
                  </a:lnTo>
                  <a:lnTo>
                    <a:pt x="1346" y="603"/>
                  </a:lnTo>
                  <a:lnTo>
                    <a:pt x="664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47" name="Google Shape;947;p13"/>
            <p:cNvSpPr/>
            <p:nvPr/>
          </p:nvSpPr>
          <p:spPr>
            <a:xfrm>
              <a:off x="4462166" y="5070504"/>
              <a:ext cx="58003" cy="53445"/>
            </a:xfrm>
            <a:custGeom>
              <a:rect b="b" l="l" r="r" t="t"/>
              <a:pathLst>
                <a:path extrusionOk="0" h="1407" w="1527">
                  <a:moveTo>
                    <a:pt x="783" y="1"/>
                  </a:moveTo>
                  <a:lnTo>
                    <a:pt x="683" y="161"/>
                  </a:lnTo>
                  <a:lnTo>
                    <a:pt x="623" y="282"/>
                  </a:lnTo>
                  <a:lnTo>
                    <a:pt x="542" y="362"/>
                  </a:lnTo>
                  <a:lnTo>
                    <a:pt x="422" y="442"/>
                  </a:lnTo>
                  <a:lnTo>
                    <a:pt x="301" y="523"/>
                  </a:lnTo>
                  <a:lnTo>
                    <a:pt x="0" y="663"/>
                  </a:lnTo>
                  <a:lnTo>
                    <a:pt x="301" y="844"/>
                  </a:lnTo>
                  <a:lnTo>
                    <a:pt x="422" y="904"/>
                  </a:lnTo>
                  <a:lnTo>
                    <a:pt x="542" y="984"/>
                  </a:lnTo>
                  <a:lnTo>
                    <a:pt x="582" y="1045"/>
                  </a:lnTo>
                  <a:lnTo>
                    <a:pt x="603" y="1105"/>
                  </a:lnTo>
                  <a:lnTo>
                    <a:pt x="643" y="1225"/>
                  </a:lnTo>
                  <a:lnTo>
                    <a:pt x="683" y="1346"/>
                  </a:lnTo>
                  <a:lnTo>
                    <a:pt x="703" y="1386"/>
                  </a:lnTo>
                  <a:lnTo>
                    <a:pt x="763" y="1406"/>
                  </a:lnTo>
                  <a:lnTo>
                    <a:pt x="1526" y="683"/>
                  </a:lnTo>
                  <a:lnTo>
                    <a:pt x="783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48" name="Google Shape;948;p13"/>
            <p:cNvSpPr/>
            <p:nvPr/>
          </p:nvSpPr>
          <p:spPr>
            <a:xfrm>
              <a:off x="4630706" y="5071263"/>
              <a:ext cx="53445" cy="50368"/>
            </a:xfrm>
            <a:custGeom>
              <a:rect b="b" l="l" r="r" t="t"/>
              <a:pathLst>
                <a:path extrusionOk="0" h="1326" w="1407">
                  <a:moveTo>
                    <a:pt x="704" y="1"/>
                  </a:moveTo>
                  <a:lnTo>
                    <a:pt x="1" y="663"/>
                  </a:lnTo>
                  <a:lnTo>
                    <a:pt x="704" y="1326"/>
                  </a:lnTo>
                  <a:lnTo>
                    <a:pt x="1406" y="663"/>
                  </a:lnTo>
                  <a:lnTo>
                    <a:pt x="704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49" name="Google Shape;949;p13"/>
            <p:cNvSpPr/>
            <p:nvPr/>
          </p:nvSpPr>
          <p:spPr>
            <a:xfrm>
              <a:off x="4797004" y="4605263"/>
              <a:ext cx="50368" cy="46532"/>
            </a:xfrm>
            <a:custGeom>
              <a:rect b="b" l="l" r="r" t="t"/>
              <a:pathLst>
                <a:path extrusionOk="0" h="1225" w="1326">
                  <a:moveTo>
                    <a:pt x="643" y="0"/>
                  </a:moveTo>
                  <a:lnTo>
                    <a:pt x="0" y="622"/>
                  </a:lnTo>
                  <a:lnTo>
                    <a:pt x="643" y="1225"/>
                  </a:lnTo>
                  <a:lnTo>
                    <a:pt x="1325" y="643"/>
                  </a:lnTo>
                  <a:lnTo>
                    <a:pt x="64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50" name="Google Shape;950;p13"/>
            <p:cNvSpPr/>
            <p:nvPr/>
          </p:nvSpPr>
          <p:spPr>
            <a:xfrm>
              <a:off x="4960985" y="4607542"/>
              <a:ext cx="49608" cy="44253"/>
            </a:xfrm>
            <a:custGeom>
              <a:rect b="b" l="l" r="r" t="t"/>
              <a:pathLst>
                <a:path extrusionOk="0" h="1165" w="1306">
                  <a:moveTo>
                    <a:pt x="663" y="0"/>
                  </a:moveTo>
                  <a:lnTo>
                    <a:pt x="0" y="562"/>
                  </a:lnTo>
                  <a:lnTo>
                    <a:pt x="643" y="1165"/>
                  </a:lnTo>
                  <a:lnTo>
                    <a:pt x="1305" y="583"/>
                  </a:lnTo>
                  <a:lnTo>
                    <a:pt x="66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51" name="Google Shape;951;p13"/>
            <p:cNvSpPr/>
            <p:nvPr/>
          </p:nvSpPr>
          <p:spPr>
            <a:xfrm>
              <a:off x="4303503" y="4605263"/>
              <a:ext cx="53445" cy="54167"/>
            </a:xfrm>
            <a:custGeom>
              <a:rect b="b" l="l" r="r" t="t"/>
              <a:pathLst>
                <a:path extrusionOk="0" h="1426" w="1407">
                  <a:moveTo>
                    <a:pt x="683" y="0"/>
                  </a:moveTo>
                  <a:lnTo>
                    <a:pt x="1" y="622"/>
                  </a:lnTo>
                  <a:lnTo>
                    <a:pt x="804" y="1426"/>
                  </a:lnTo>
                  <a:lnTo>
                    <a:pt x="804" y="1265"/>
                  </a:lnTo>
                  <a:lnTo>
                    <a:pt x="824" y="1145"/>
                  </a:lnTo>
                  <a:lnTo>
                    <a:pt x="864" y="1024"/>
                  </a:lnTo>
                  <a:lnTo>
                    <a:pt x="904" y="944"/>
                  </a:lnTo>
                  <a:lnTo>
                    <a:pt x="985" y="884"/>
                  </a:lnTo>
                  <a:lnTo>
                    <a:pt x="1065" y="823"/>
                  </a:lnTo>
                  <a:lnTo>
                    <a:pt x="1165" y="783"/>
                  </a:lnTo>
                  <a:lnTo>
                    <a:pt x="1286" y="763"/>
                  </a:lnTo>
                  <a:lnTo>
                    <a:pt x="1326" y="743"/>
                  </a:lnTo>
                  <a:lnTo>
                    <a:pt x="1366" y="703"/>
                  </a:lnTo>
                  <a:lnTo>
                    <a:pt x="1386" y="683"/>
                  </a:lnTo>
                  <a:lnTo>
                    <a:pt x="1406" y="643"/>
                  </a:lnTo>
                  <a:lnTo>
                    <a:pt x="1386" y="602"/>
                  </a:lnTo>
                  <a:lnTo>
                    <a:pt x="1366" y="562"/>
                  </a:lnTo>
                  <a:lnTo>
                    <a:pt x="1306" y="502"/>
                  </a:lnTo>
                  <a:lnTo>
                    <a:pt x="1145" y="442"/>
                  </a:lnTo>
                  <a:lnTo>
                    <a:pt x="985" y="361"/>
                  </a:lnTo>
                  <a:lnTo>
                    <a:pt x="924" y="321"/>
                  </a:lnTo>
                  <a:lnTo>
                    <a:pt x="864" y="261"/>
                  </a:lnTo>
                  <a:lnTo>
                    <a:pt x="824" y="181"/>
                  </a:lnTo>
                  <a:lnTo>
                    <a:pt x="804" y="80"/>
                  </a:lnTo>
                  <a:lnTo>
                    <a:pt x="784" y="40"/>
                  </a:lnTo>
                  <a:lnTo>
                    <a:pt x="744" y="20"/>
                  </a:lnTo>
                  <a:lnTo>
                    <a:pt x="68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52" name="Google Shape;952;p13"/>
            <p:cNvSpPr/>
            <p:nvPr/>
          </p:nvSpPr>
          <p:spPr>
            <a:xfrm>
              <a:off x="4303503" y="4760090"/>
              <a:ext cx="52685" cy="49608"/>
            </a:xfrm>
            <a:custGeom>
              <a:rect b="b" l="l" r="r" t="t"/>
              <a:pathLst>
                <a:path extrusionOk="0" h="1306" w="1387">
                  <a:moveTo>
                    <a:pt x="663" y="0"/>
                  </a:moveTo>
                  <a:lnTo>
                    <a:pt x="583" y="60"/>
                  </a:lnTo>
                  <a:lnTo>
                    <a:pt x="523" y="141"/>
                  </a:lnTo>
                  <a:lnTo>
                    <a:pt x="422" y="301"/>
                  </a:lnTo>
                  <a:lnTo>
                    <a:pt x="342" y="382"/>
                  </a:lnTo>
                  <a:lnTo>
                    <a:pt x="262" y="462"/>
                  </a:lnTo>
                  <a:lnTo>
                    <a:pt x="161" y="522"/>
                  </a:lnTo>
                  <a:lnTo>
                    <a:pt x="41" y="542"/>
                  </a:lnTo>
                  <a:lnTo>
                    <a:pt x="21" y="562"/>
                  </a:lnTo>
                  <a:lnTo>
                    <a:pt x="21" y="603"/>
                  </a:lnTo>
                  <a:lnTo>
                    <a:pt x="1" y="643"/>
                  </a:lnTo>
                  <a:lnTo>
                    <a:pt x="663" y="1305"/>
                  </a:lnTo>
                  <a:lnTo>
                    <a:pt x="1386" y="663"/>
                  </a:lnTo>
                  <a:lnTo>
                    <a:pt x="66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53" name="Google Shape;953;p13"/>
            <p:cNvSpPr/>
            <p:nvPr/>
          </p:nvSpPr>
          <p:spPr>
            <a:xfrm>
              <a:off x="4959428" y="5072023"/>
              <a:ext cx="51925" cy="48089"/>
            </a:xfrm>
            <a:custGeom>
              <a:rect b="b" l="l" r="r" t="t"/>
              <a:pathLst>
                <a:path extrusionOk="0" h="1266" w="1367">
                  <a:moveTo>
                    <a:pt x="704" y="1"/>
                  </a:moveTo>
                  <a:lnTo>
                    <a:pt x="1" y="623"/>
                  </a:lnTo>
                  <a:lnTo>
                    <a:pt x="704" y="1266"/>
                  </a:lnTo>
                  <a:lnTo>
                    <a:pt x="1366" y="643"/>
                  </a:lnTo>
                  <a:lnTo>
                    <a:pt x="704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54" name="Google Shape;954;p13"/>
            <p:cNvSpPr/>
            <p:nvPr/>
          </p:nvSpPr>
          <p:spPr>
            <a:xfrm>
              <a:off x="4301984" y="5071263"/>
              <a:ext cx="55724" cy="53445"/>
            </a:xfrm>
            <a:custGeom>
              <a:rect b="b" l="l" r="r" t="t"/>
              <a:pathLst>
                <a:path extrusionOk="0" h="1407" w="1467">
                  <a:moveTo>
                    <a:pt x="703" y="1"/>
                  </a:moveTo>
                  <a:lnTo>
                    <a:pt x="0" y="663"/>
                  </a:lnTo>
                  <a:lnTo>
                    <a:pt x="804" y="1406"/>
                  </a:lnTo>
                  <a:lnTo>
                    <a:pt x="824" y="1246"/>
                  </a:lnTo>
                  <a:lnTo>
                    <a:pt x="864" y="1125"/>
                  </a:lnTo>
                  <a:lnTo>
                    <a:pt x="944" y="1025"/>
                  </a:lnTo>
                  <a:lnTo>
                    <a:pt x="1045" y="944"/>
                  </a:lnTo>
                  <a:lnTo>
                    <a:pt x="1145" y="884"/>
                  </a:lnTo>
                  <a:lnTo>
                    <a:pt x="1245" y="824"/>
                  </a:lnTo>
                  <a:lnTo>
                    <a:pt x="1466" y="683"/>
                  </a:lnTo>
                  <a:lnTo>
                    <a:pt x="703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55" name="Google Shape;955;p13"/>
            <p:cNvSpPr/>
            <p:nvPr/>
          </p:nvSpPr>
          <p:spPr>
            <a:xfrm>
              <a:off x="4960226" y="4762369"/>
              <a:ext cx="51128" cy="45050"/>
            </a:xfrm>
            <a:custGeom>
              <a:rect b="b" l="l" r="r" t="t"/>
              <a:pathLst>
                <a:path extrusionOk="0" h="1186" w="1346">
                  <a:moveTo>
                    <a:pt x="663" y="0"/>
                  </a:moveTo>
                  <a:lnTo>
                    <a:pt x="0" y="583"/>
                  </a:lnTo>
                  <a:lnTo>
                    <a:pt x="663" y="1185"/>
                  </a:lnTo>
                  <a:lnTo>
                    <a:pt x="1345" y="603"/>
                  </a:lnTo>
                  <a:lnTo>
                    <a:pt x="66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56" name="Google Shape;956;p13"/>
            <p:cNvSpPr/>
            <p:nvPr/>
          </p:nvSpPr>
          <p:spPr>
            <a:xfrm>
              <a:off x="4137243" y="5069744"/>
              <a:ext cx="58763" cy="54964"/>
            </a:xfrm>
            <a:custGeom>
              <a:rect b="b" l="l" r="r" t="t"/>
              <a:pathLst>
                <a:path extrusionOk="0" h="1447" w="1547">
                  <a:moveTo>
                    <a:pt x="763" y="0"/>
                  </a:moveTo>
                  <a:lnTo>
                    <a:pt x="0" y="703"/>
                  </a:lnTo>
                  <a:lnTo>
                    <a:pt x="804" y="1446"/>
                  </a:lnTo>
                  <a:lnTo>
                    <a:pt x="824" y="1306"/>
                  </a:lnTo>
                  <a:lnTo>
                    <a:pt x="884" y="1165"/>
                  </a:lnTo>
                  <a:lnTo>
                    <a:pt x="964" y="1065"/>
                  </a:lnTo>
                  <a:lnTo>
                    <a:pt x="1065" y="984"/>
                  </a:lnTo>
                  <a:lnTo>
                    <a:pt x="1165" y="904"/>
                  </a:lnTo>
                  <a:lnTo>
                    <a:pt x="1285" y="844"/>
                  </a:lnTo>
                  <a:lnTo>
                    <a:pt x="1546" y="683"/>
                  </a:lnTo>
                  <a:lnTo>
                    <a:pt x="1245" y="543"/>
                  </a:lnTo>
                  <a:lnTo>
                    <a:pt x="1125" y="482"/>
                  </a:lnTo>
                  <a:lnTo>
                    <a:pt x="1024" y="402"/>
                  </a:lnTo>
                  <a:lnTo>
                    <a:pt x="944" y="322"/>
                  </a:lnTo>
                  <a:lnTo>
                    <a:pt x="864" y="201"/>
                  </a:lnTo>
                  <a:lnTo>
                    <a:pt x="76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57" name="Google Shape;957;p13"/>
            <p:cNvSpPr/>
            <p:nvPr/>
          </p:nvSpPr>
          <p:spPr>
            <a:xfrm>
              <a:off x="4959428" y="4917956"/>
              <a:ext cx="51925" cy="46570"/>
            </a:xfrm>
            <a:custGeom>
              <a:rect b="b" l="l" r="r" t="t"/>
              <a:pathLst>
                <a:path extrusionOk="0" h="1226" w="1367">
                  <a:moveTo>
                    <a:pt x="704" y="1"/>
                  </a:moveTo>
                  <a:lnTo>
                    <a:pt x="1" y="583"/>
                  </a:lnTo>
                  <a:lnTo>
                    <a:pt x="704" y="1225"/>
                  </a:lnTo>
                  <a:lnTo>
                    <a:pt x="1366" y="583"/>
                  </a:lnTo>
                  <a:lnTo>
                    <a:pt x="704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58" name="Google Shape;958;p13"/>
            <p:cNvSpPr/>
            <p:nvPr/>
          </p:nvSpPr>
          <p:spPr>
            <a:xfrm>
              <a:off x="4302743" y="4914917"/>
              <a:ext cx="53445" cy="54964"/>
            </a:xfrm>
            <a:custGeom>
              <a:rect b="b" l="l" r="r" t="t"/>
              <a:pathLst>
                <a:path extrusionOk="0" h="1447" w="1407">
                  <a:moveTo>
                    <a:pt x="683" y="0"/>
                  </a:moveTo>
                  <a:lnTo>
                    <a:pt x="603" y="81"/>
                  </a:lnTo>
                  <a:lnTo>
                    <a:pt x="543" y="161"/>
                  </a:lnTo>
                  <a:lnTo>
                    <a:pt x="422" y="342"/>
                  </a:lnTo>
                  <a:lnTo>
                    <a:pt x="362" y="422"/>
                  </a:lnTo>
                  <a:lnTo>
                    <a:pt x="262" y="482"/>
                  </a:lnTo>
                  <a:lnTo>
                    <a:pt x="161" y="542"/>
                  </a:lnTo>
                  <a:lnTo>
                    <a:pt x="41" y="563"/>
                  </a:lnTo>
                  <a:lnTo>
                    <a:pt x="21" y="583"/>
                  </a:lnTo>
                  <a:lnTo>
                    <a:pt x="21" y="643"/>
                  </a:lnTo>
                  <a:lnTo>
                    <a:pt x="1" y="763"/>
                  </a:lnTo>
                  <a:lnTo>
                    <a:pt x="221" y="864"/>
                  </a:lnTo>
                  <a:lnTo>
                    <a:pt x="322" y="904"/>
                  </a:lnTo>
                  <a:lnTo>
                    <a:pt x="422" y="964"/>
                  </a:lnTo>
                  <a:lnTo>
                    <a:pt x="503" y="1085"/>
                  </a:lnTo>
                  <a:lnTo>
                    <a:pt x="563" y="1185"/>
                  </a:lnTo>
                  <a:lnTo>
                    <a:pt x="703" y="1446"/>
                  </a:lnTo>
                  <a:lnTo>
                    <a:pt x="1406" y="683"/>
                  </a:lnTo>
                  <a:lnTo>
                    <a:pt x="68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59" name="Google Shape;959;p13"/>
            <p:cNvSpPr/>
            <p:nvPr/>
          </p:nvSpPr>
          <p:spPr>
            <a:xfrm>
              <a:off x="4138762" y="4906522"/>
              <a:ext cx="57243" cy="60282"/>
            </a:xfrm>
            <a:custGeom>
              <a:rect b="b" l="l" r="r" t="t"/>
              <a:pathLst>
                <a:path extrusionOk="0" h="1587" w="1507">
                  <a:moveTo>
                    <a:pt x="683" y="0"/>
                  </a:moveTo>
                  <a:lnTo>
                    <a:pt x="563" y="302"/>
                  </a:lnTo>
                  <a:lnTo>
                    <a:pt x="502" y="422"/>
                  </a:lnTo>
                  <a:lnTo>
                    <a:pt x="422" y="522"/>
                  </a:lnTo>
                  <a:lnTo>
                    <a:pt x="342" y="623"/>
                  </a:lnTo>
                  <a:lnTo>
                    <a:pt x="262" y="683"/>
                  </a:lnTo>
                  <a:lnTo>
                    <a:pt x="161" y="743"/>
                  </a:lnTo>
                  <a:lnTo>
                    <a:pt x="41" y="784"/>
                  </a:lnTo>
                  <a:lnTo>
                    <a:pt x="21" y="804"/>
                  </a:lnTo>
                  <a:lnTo>
                    <a:pt x="0" y="844"/>
                  </a:lnTo>
                  <a:lnTo>
                    <a:pt x="0" y="904"/>
                  </a:lnTo>
                  <a:lnTo>
                    <a:pt x="764" y="1587"/>
                  </a:lnTo>
                  <a:lnTo>
                    <a:pt x="824" y="1406"/>
                  </a:lnTo>
                  <a:lnTo>
                    <a:pt x="864" y="1306"/>
                  </a:lnTo>
                  <a:lnTo>
                    <a:pt x="904" y="1245"/>
                  </a:lnTo>
                  <a:lnTo>
                    <a:pt x="1045" y="1165"/>
                  </a:lnTo>
                  <a:lnTo>
                    <a:pt x="1185" y="1065"/>
                  </a:lnTo>
                  <a:lnTo>
                    <a:pt x="1506" y="884"/>
                  </a:lnTo>
                  <a:lnTo>
                    <a:pt x="1225" y="743"/>
                  </a:lnTo>
                  <a:lnTo>
                    <a:pt x="1105" y="663"/>
                  </a:lnTo>
                  <a:lnTo>
                    <a:pt x="1004" y="583"/>
                  </a:lnTo>
                  <a:lnTo>
                    <a:pt x="904" y="482"/>
                  </a:lnTo>
                  <a:lnTo>
                    <a:pt x="824" y="342"/>
                  </a:lnTo>
                  <a:lnTo>
                    <a:pt x="743" y="201"/>
                  </a:lnTo>
                  <a:lnTo>
                    <a:pt x="68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60" name="Google Shape;960;p13"/>
            <p:cNvSpPr/>
            <p:nvPr/>
          </p:nvSpPr>
          <p:spPr>
            <a:xfrm>
              <a:off x="3970982" y="5070504"/>
              <a:ext cx="58003" cy="51128"/>
            </a:xfrm>
            <a:custGeom>
              <a:rect b="b" l="l" r="r" t="t"/>
              <a:pathLst>
                <a:path extrusionOk="0" h="1346" w="1527">
                  <a:moveTo>
                    <a:pt x="783" y="1"/>
                  </a:moveTo>
                  <a:lnTo>
                    <a:pt x="0" y="723"/>
                  </a:lnTo>
                  <a:lnTo>
                    <a:pt x="221" y="824"/>
                  </a:lnTo>
                  <a:lnTo>
                    <a:pt x="422" y="944"/>
                  </a:lnTo>
                  <a:lnTo>
                    <a:pt x="522" y="1025"/>
                  </a:lnTo>
                  <a:lnTo>
                    <a:pt x="582" y="1105"/>
                  </a:lnTo>
                  <a:lnTo>
                    <a:pt x="643" y="1205"/>
                  </a:lnTo>
                  <a:lnTo>
                    <a:pt x="703" y="1326"/>
                  </a:lnTo>
                  <a:lnTo>
                    <a:pt x="723" y="1346"/>
                  </a:lnTo>
                  <a:lnTo>
                    <a:pt x="783" y="1346"/>
                  </a:lnTo>
                  <a:lnTo>
                    <a:pt x="1526" y="663"/>
                  </a:lnTo>
                  <a:lnTo>
                    <a:pt x="783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61" name="Google Shape;961;p13"/>
            <p:cNvSpPr/>
            <p:nvPr/>
          </p:nvSpPr>
          <p:spPr>
            <a:xfrm>
              <a:off x="3973261" y="4915677"/>
              <a:ext cx="54926" cy="50368"/>
            </a:xfrm>
            <a:custGeom>
              <a:rect b="b" l="l" r="r" t="t"/>
              <a:pathLst>
                <a:path extrusionOk="0" h="1326" w="1446">
                  <a:moveTo>
                    <a:pt x="703" y="0"/>
                  </a:moveTo>
                  <a:lnTo>
                    <a:pt x="0" y="663"/>
                  </a:lnTo>
                  <a:lnTo>
                    <a:pt x="723" y="1326"/>
                  </a:lnTo>
                  <a:lnTo>
                    <a:pt x="1446" y="663"/>
                  </a:lnTo>
                  <a:lnTo>
                    <a:pt x="70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62" name="Google Shape;962;p13"/>
            <p:cNvSpPr/>
            <p:nvPr/>
          </p:nvSpPr>
          <p:spPr>
            <a:xfrm>
              <a:off x="5123447" y="5074302"/>
              <a:ext cx="52647" cy="44291"/>
            </a:xfrm>
            <a:custGeom>
              <a:rect b="b" l="l" r="r" t="t"/>
              <a:pathLst>
                <a:path extrusionOk="0" h="1166" w="1386">
                  <a:moveTo>
                    <a:pt x="683" y="1"/>
                  </a:moveTo>
                  <a:lnTo>
                    <a:pt x="0" y="563"/>
                  </a:lnTo>
                  <a:lnTo>
                    <a:pt x="723" y="1166"/>
                  </a:lnTo>
                  <a:lnTo>
                    <a:pt x="1386" y="543"/>
                  </a:lnTo>
                  <a:lnTo>
                    <a:pt x="683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63" name="Google Shape;963;p13"/>
            <p:cNvSpPr/>
            <p:nvPr/>
          </p:nvSpPr>
          <p:spPr>
            <a:xfrm>
              <a:off x="4137243" y="4761610"/>
              <a:ext cx="56484" cy="48849"/>
            </a:xfrm>
            <a:custGeom>
              <a:rect b="b" l="l" r="r" t="t"/>
              <a:pathLst>
                <a:path extrusionOk="0" h="1286" w="1487">
                  <a:moveTo>
                    <a:pt x="743" y="0"/>
                  </a:moveTo>
                  <a:lnTo>
                    <a:pt x="0" y="623"/>
                  </a:lnTo>
                  <a:lnTo>
                    <a:pt x="783" y="1285"/>
                  </a:lnTo>
                  <a:lnTo>
                    <a:pt x="884" y="1085"/>
                  </a:lnTo>
                  <a:lnTo>
                    <a:pt x="944" y="984"/>
                  </a:lnTo>
                  <a:lnTo>
                    <a:pt x="1004" y="884"/>
                  </a:lnTo>
                  <a:lnTo>
                    <a:pt x="1125" y="824"/>
                  </a:lnTo>
                  <a:lnTo>
                    <a:pt x="1245" y="763"/>
                  </a:lnTo>
                  <a:lnTo>
                    <a:pt x="1486" y="643"/>
                  </a:lnTo>
                  <a:lnTo>
                    <a:pt x="74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64" name="Google Shape;964;p13"/>
            <p:cNvSpPr/>
            <p:nvPr/>
          </p:nvSpPr>
          <p:spPr>
            <a:xfrm>
              <a:off x="4134964" y="4606023"/>
              <a:ext cx="55686" cy="46532"/>
            </a:xfrm>
            <a:custGeom>
              <a:rect b="b" l="l" r="r" t="t"/>
              <a:pathLst>
                <a:path extrusionOk="0" h="1225" w="1466">
                  <a:moveTo>
                    <a:pt x="783" y="0"/>
                  </a:moveTo>
                  <a:lnTo>
                    <a:pt x="0" y="663"/>
                  </a:lnTo>
                  <a:lnTo>
                    <a:pt x="221" y="743"/>
                  </a:lnTo>
                  <a:lnTo>
                    <a:pt x="341" y="783"/>
                  </a:lnTo>
                  <a:lnTo>
                    <a:pt x="422" y="843"/>
                  </a:lnTo>
                  <a:lnTo>
                    <a:pt x="522" y="924"/>
                  </a:lnTo>
                  <a:lnTo>
                    <a:pt x="582" y="1004"/>
                  </a:lnTo>
                  <a:lnTo>
                    <a:pt x="643" y="1084"/>
                  </a:lnTo>
                  <a:lnTo>
                    <a:pt x="703" y="1205"/>
                  </a:lnTo>
                  <a:lnTo>
                    <a:pt x="723" y="1225"/>
                  </a:lnTo>
                  <a:lnTo>
                    <a:pt x="783" y="1225"/>
                  </a:lnTo>
                  <a:lnTo>
                    <a:pt x="1466" y="602"/>
                  </a:lnTo>
                  <a:lnTo>
                    <a:pt x="78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65" name="Google Shape;965;p13"/>
            <p:cNvSpPr/>
            <p:nvPr/>
          </p:nvSpPr>
          <p:spPr>
            <a:xfrm>
              <a:off x="5121890" y="4919475"/>
              <a:ext cx="54205" cy="44291"/>
            </a:xfrm>
            <a:custGeom>
              <a:rect b="b" l="l" r="r" t="t"/>
              <a:pathLst>
                <a:path extrusionOk="0" h="1166" w="1427">
                  <a:moveTo>
                    <a:pt x="724" y="1"/>
                  </a:moveTo>
                  <a:lnTo>
                    <a:pt x="1" y="603"/>
                  </a:lnTo>
                  <a:lnTo>
                    <a:pt x="242" y="683"/>
                  </a:lnTo>
                  <a:lnTo>
                    <a:pt x="342" y="724"/>
                  </a:lnTo>
                  <a:lnTo>
                    <a:pt x="423" y="784"/>
                  </a:lnTo>
                  <a:lnTo>
                    <a:pt x="503" y="864"/>
                  </a:lnTo>
                  <a:lnTo>
                    <a:pt x="563" y="965"/>
                  </a:lnTo>
                  <a:lnTo>
                    <a:pt x="684" y="1165"/>
                  </a:lnTo>
                  <a:lnTo>
                    <a:pt x="1427" y="543"/>
                  </a:lnTo>
                  <a:lnTo>
                    <a:pt x="724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66" name="Google Shape;966;p13"/>
            <p:cNvSpPr/>
            <p:nvPr/>
          </p:nvSpPr>
          <p:spPr>
            <a:xfrm>
              <a:off x="5124207" y="4763889"/>
              <a:ext cx="45772" cy="42733"/>
            </a:xfrm>
            <a:custGeom>
              <a:rect b="b" l="l" r="r" t="t"/>
              <a:pathLst>
                <a:path extrusionOk="0" h="1125" w="1205">
                  <a:moveTo>
                    <a:pt x="663" y="1"/>
                  </a:moveTo>
                  <a:lnTo>
                    <a:pt x="0" y="543"/>
                  </a:lnTo>
                  <a:lnTo>
                    <a:pt x="703" y="1125"/>
                  </a:lnTo>
                  <a:lnTo>
                    <a:pt x="1205" y="663"/>
                  </a:lnTo>
                  <a:lnTo>
                    <a:pt x="663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67" name="Google Shape;967;p13"/>
            <p:cNvSpPr/>
            <p:nvPr/>
          </p:nvSpPr>
          <p:spPr>
            <a:xfrm>
              <a:off x="3974781" y="4759330"/>
              <a:ext cx="53407" cy="49608"/>
            </a:xfrm>
            <a:custGeom>
              <a:rect b="b" l="l" r="r" t="t"/>
              <a:pathLst>
                <a:path extrusionOk="0" h="1306" w="1406">
                  <a:moveTo>
                    <a:pt x="663" y="0"/>
                  </a:moveTo>
                  <a:lnTo>
                    <a:pt x="563" y="161"/>
                  </a:lnTo>
                  <a:lnTo>
                    <a:pt x="502" y="261"/>
                  </a:lnTo>
                  <a:lnTo>
                    <a:pt x="422" y="341"/>
                  </a:lnTo>
                  <a:lnTo>
                    <a:pt x="322" y="422"/>
                  </a:lnTo>
                  <a:lnTo>
                    <a:pt x="221" y="502"/>
                  </a:lnTo>
                  <a:lnTo>
                    <a:pt x="0" y="663"/>
                  </a:lnTo>
                  <a:lnTo>
                    <a:pt x="683" y="1305"/>
                  </a:lnTo>
                  <a:lnTo>
                    <a:pt x="1406" y="663"/>
                  </a:lnTo>
                  <a:lnTo>
                    <a:pt x="66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68" name="Google Shape;968;p13"/>
            <p:cNvSpPr/>
            <p:nvPr/>
          </p:nvSpPr>
          <p:spPr>
            <a:xfrm>
              <a:off x="3975541" y="4604466"/>
              <a:ext cx="54964" cy="48089"/>
            </a:xfrm>
            <a:custGeom>
              <a:rect b="b" l="l" r="r" t="t"/>
              <a:pathLst>
                <a:path extrusionOk="0" h="1266" w="1447">
                  <a:moveTo>
                    <a:pt x="683" y="1"/>
                  </a:moveTo>
                  <a:lnTo>
                    <a:pt x="0" y="664"/>
                  </a:lnTo>
                  <a:lnTo>
                    <a:pt x="663" y="1266"/>
                  </a:lnTo>
                  <a:lnTo>
                    <a:pt x="1446" y="603"/>
                  </a:lnTo>
                  <a:lnTo>
                    <a:pt x="1165" y="503"/>
                  </a:lnTo>
                  <a:lnTo>
                    <a:pt x="1065" y="443"/>
                  </a:lnTo>
                  <a:lnTo>
                    <a:pt x="964" y="382"/>
                  </a:lnTo>
                  <a:lnTo>
                    <a:pt x="884" y="282"/>
                  </a:lnTo>
                  <a:lnTo>
                    <a:pt x="804" y="182"/>
                  </a:lnTo>
                  <a:lnTo>
                    <a:pt x="683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69" name="Google Shape;969;p13"/>
            <p:cNvSpPr/>
            <p:nvPr/>
          </p:nvSpPr>
          <p:spPr>
            <a:xfrm>
              <a:off x="5124967" y="4608302"/>
              <a:ext cx="44253" cy="41214"/>
            </a:xfrm>
            <a:custGeom>
              <a:rect b="b" l="l" r="r" t="t"/>
              <a:pathLst>
                <a:path extrusionOk="0" h="1085" w="1165">
                  <a:moveTo>
                    <a:pt x="643" y="0"/>
                  </a:moveTo>
                  <a:lnTo>
                    <a:pt x="0" y="563"/>
                  </a:lnTo>
                  <a:lnTo>
                    <a:pt x="443" y="911"/>
                  </a:lnTo>
                  <a:lnTo>
                    <a:pt x="443" y="911"/>
                  </a:lnTo>
                  <a:lnTo>
                    <a:pt x="1165" y="462"/>
                  </a:lnTo>
                  <a:lnTo>
                    <a:pt x="643" y="0"/>
                  </a:lnTo>
                  <a:close/>
                  <a:moveTo>
                    <a:pt x="443" y="911"/>
                  </a:moveTo>
                  <a:lnTo>
                    <a:pt x="422" y="924"/>
                  </a:lnTo>
                  <a:lnTo>
                    <a:pt x="663" y="1085"/>
                  </a:lnTo>
                  <a:lnTo>
                    <a:pt x="443" y="91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970" name="Google Shape;970;p13"/>
          <p:cNvSpPr/>
          <p:nvPr/>
        </p:nvSpPr>
        <p:spPr>
          <a:xfrm>
            <a:off x="-385975" y="-555275"/>
            <a:ext cx="1002000" cy="10020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71" name="Google Shape;971;p13"/>
          <p:cNvSpPr/>
          <p:nvPr/>
        </p:nvSpPr>
        <p:spPr>
          <a:xfrm>
            <a:off x="128050" y="648110"/>
            <a:ext cx="457237" cy="429412"/>
          </a:xfrm>
          <a:custGeom>
            <a:rect b="b" l="l" r="r" t="t"/>
            <a:pathLst>
              <a:path extrusionOk="0" h="92099" w="98067">
                <a:moveTo>
                  <a:pt x="49019" y="0"/>
                </a:moveTo>
                <a:lnTo>
                  <a:pt x="48824" y="1171"/>
                </a:lnTo>
                <a:lnTo>
                  <a:pt x="48629" y="2064"/>
                </a:lnTo>
                <a:lnTo>
                  <a:pt x="48378" y="3151"/>
                </a:lnTo>
                <a:lnTo>
                  <a:pt x="48071" y="4434"/>
                </a:lnTo>
                <a:lnTo>
                  <a:pt x="47709" y="5884"/>
                </a:lnTo>
                <a:lnTo>
                  <a:pt x="47263" y="7501"/>
                </a:lnTo>
                <a:lnTo>
                  <a:pt x="46733" y="9230"/>
                </a:lnTo>
                <a:lnTo>
                  <a:pt x="46119" y="11070"/>
                </a:lnTo>
                <a:lnTo>
                  <a:pt x="45422" y="13050"/>
                </a:lnTo>
                <a:lnTo>
                  <a:pt x="44641" y="15085"/>
                </a:lnTo>
                <a:lnTo>
                  <a:pt x="43777" y="17177"/>
                </a:lnTo>
                <a:lnTo>
                  <a:pt x="43303" y="18264"/>
                </a:lnTo>
                <a:lnTo>
                  <a:pt x="42801" y="19351"/>
                </a:lnTo>
                <a:lnTo>
                  <a:pt x="42271" y="20439"/>
                </a:lnTo>
                <a:lnTo>
                  <a:pt x="41742" y="21554"/>
                </a:lnTo>
                <a:lnTo>
                  <a:pt x="41156" y="22670"/>
                </a:lnTo>
                <a:lnTo>
                  <a:pt x="40543" y="23785"/>
                </a:lnTo>
                <a:lnTo>
                  <a:pt x="39929" y="24900"/>
                </a:lnTo>
                <a:lnTo>
                  <a:pt x="39260" y="25988"/>
                </a:lnTo>
                <a:lnTo>
                  <a:pt x="38563" y="27103"/>
                </a:lnTo>
                <a:lnTo>
                  <a:pt x="37838" y="28218"/>
                </a:lnTo>
                <a:lnTo>
                  <a:pt x="37113" y="29306"/>
                </a:lnTo>
                <a:lnTo>
                  <a:pt x="36332" y="30421"/>
                </a:lnTo>
                <a:lnTo>
                  <a:pt x="35524" y="31481"/>
                </a:lnTo>
                <a:lnTo>
                  <a:pt x="34687" y="32568"/>
                </a:lnTo>
                <a:lnTo>
                  <a:pt x="33795" y="33600"/>
                </a:lnTo>
                <a:lnTo>
                  <a:pt x="32903" y="34659"/>
                </a:lnTo>
                <a:lnTo>
                  <a:pt x="31954" y="35663"/>
                </a:lnTo>
                <a:lnTo>
                  <a:pt x="30979" y="36667"/>
                </a:lnTo>
                <a:lnTo>
                  <a:pt x="29975" y="37643"/>
                </a:lnTo>
                <a:lnTo>
                  <a:pt x="28943" y="38591"/>
                </a:lnTo>
                <a:lnTo>
                  <a:pt x="27856" y="39511"/>
                </a:lnTo>
                <a:lnTo>
                  <a:pt x="26740" y="40403"/>
                </a:lnTo>
                <a:lnTo>
                  <a:pt x="25597" y="41268"/>
                </a:lnTo>
                <a:lnTo>
                  <a:pt x="24426" y="42104"/>
                </a:lnTo>
                <a:lnTo>
                  <a:pt x="23199" y="42885"/>
                </a:lnTo>
                <a:lnTo>
                  <a:pt x="21944" y="43638"/>
                </a:lnTo>
                <a:lnTo>
                  <a:pt x="20634" y="44363"/>
                </a:lnTo>
                <a:lnTo>
                  <a:pt x="19295" y="45060"/>
                </a:lnTo>
                <a:lnTo>
                  <a:pt x="17929" y="45673"/>
                </a:lnTo>
                <a:lnTo>
                  <a:pt x="16507" y="46287"/>
                </a:lnTo>
                <a:lnTo>
                  <a:pt x="15057" y="46816"/>
                </a:lnTo>
                <a:lnTo>
                  <a:pt x="13551" y="47318"/>
                </a:lnTo>
                <a:lnTo>
                  <a:pt x="12018" y="47765"/>
                </a:lnTo>
                <a:lnTo>
                  <a:pt x="10428" y="48155"/>
                </a:lnTo>
                <a:lnTo>
                  <a:pt x="8811" y="48489"/>
                </a:lnTo>
                <a:lnTo>
                  <a:pt x="7138" y="48768"/>
                </a:lnTo>
                <a:lnTo>
                  <a:pt x="5409" y="48991"/>
                </a:lnTo>
                <a:lnTo>
                  <a:pt x="3653" y="49159"/>
                </a:lnTo>
                <a:lnTo>
                  <a:pt x="1868" y="49242"/>
                </a:lnTo>
                <a:lnTo>
                  <a:pt x="948" y="49270"/>
                </a:lnTo>
                <a:lnTo>
                  <a:pt x="0" y="49298"/>
                </a:lnTo>
                <a:lnTo>
                  <a:pt x="474" y="49438"/>
                </a:lnTo>
                <a:lnTo>
                  <a:pt x="1840" y="49856"/>
                </a:lnTo>
                <a:lnTo>
                  <a:pt x="3959" y="50581"/>
                </a:lnTo>
                <a:lnTo>
                  <a:pt x="5270" y="51055"/>
                </a:lnTo>
                <a:lnTo>
                  <a:pt x="6720" y="51585"/>
                </a:lnTo>
                <a:lnTo>
                  <a:pt x="8309" y="52226"/>
                </a:lnTo>
                <a:lnTo>
                  <a:pt x="10010" y="52951"/>
                </a:lnTo>
                <a:lnTo>
                  <a:pt x="11823" y="53732"/>
                </a:lnTo>
                <a:lnTo>
                  <a:pt x="13719" y="54624"/>
                </a:lnTo>
                <a:lnTo>
                  <a:pt x="15698" y="55600"/>
                </a:lnTo>
                <a:lnTo>
                  <a:pt x="17762" y="56631"/>
                </a:lnTo>
                <a:lnTo>
                  <a:pt x="19853" y="57775"/>
                </a:lnTo>
                <a:lnTo>
                  <a:pt x="21972" y="59001"/>
                </a:lnTo>
                <a:lnTo>
                  <a:pt x="23032" y="59671"/>
                </a:lnTo>
                <a:lnTo>
                  <a:pt x="24119" y="60340"/>
                </a:lnTo>
                <a:lnTo>
                  <a:pt x="25179" y="61037"/>
                </a:lnTo>
                <a:lnTo>
                  <a:pt x="26266" y="61762"/>
                </a:lnTo>
                <a:lnTo>
                  <a:pt x="27354" y="62487"/>
                </a:lnTo>
                <a:lnTo>
                  <a:pt x="28413" y="63268"/>
                </a:lnTo>
                <a:lnTo>
                  <a:pt x="29473" y="64048"/>
                </a:lnTo>
                <a:lnTo>
                  <a:pt x="30532" y="64857"/>
                </a:lnTo>
                <a:lnTo>
                  <a:pt x="31592" y="65693"/>
                </a:lnTo>
                <a:lnTo>
                  <a:pt x="32624" y="66558"/>
                </a:lnTo>
                <a:lnTo>
                  <a:pt x="33627" y="67450"/>
                </a:lnTo>
                <a:lnTo>
                  <a:pt x="34659" y="68370"/>
                </a:lnTo>
                <a:lnTo>
                  <a:pt x="35635" y="69290"/>
                </a:lnTo>
                <a:lnTo>
                  <a:pt x="36611" y="70266"/>
                </a:lnTo>
                <a:lnTo>
                  <a:pt x="37559" y="71242"/>
                </a:lnTo>
                <a:lnTo>
                  <a:pt x="38507" y="72274"/>
                </a:lnTo>
                <a:lnTo>
                  <a:pt x="39399" y="73306"/>
                </a:lnTo>
                <a:lnTo>
                  <a:pt x="40292" y="74365"/>
                </a:lnTo>
                <a:lnTo>
                  <a:pt x="41156" y="75453"/>
                </a:lnTo>
                <a:lnTo>
                  <a:pt x="41993" y="76568"/>
                </a:lnTo>
                <a:lnTo>
                  <a:pt x="42773" y="77711"/>
                </a:lnTo>
                <a:lnTo>
                  <a:pt x="43554" y="78882"/>
                </a:lnTo>
                <a:lnTo>
                  <a:pt x="44279" y="80081"/>
                </a:lnTo>
                <a:lnTo>
                  <a:pt x="44976" y="81308"/>
                </a:lnTo>
                <a:lnTo>
                  <a:pt x="45617" y="82563"/>
                </a:lnTo>
                <a:lnTo>
                  <a:pt x="46259" y="83846"/>
                </a:lnTo>
                <a:lnTo>
                  <a:pt x="46816" y="85156"/>
                </a:lnTo>
                <a:lnTo>
                  <a:pt x="47374" y="86494"/>
                </a:lnTo>
                <a:lnTo>
                  <a:pt x="47848" y="87833"/>
                </a:lnTo>
                <a:lnTo>
                  <a:pt x="48294" y="89227"/>
                </a:lnTo>
                <a:lnTo>
                  <a:pt x="48685" y="90649"/>
                </a:lnTo>
                <a:lnTo>
                  <a:pt x="49019" y="92099"/>
                </a:lnTo>
                <a:lnTo>
                  <a:pt x="49382" y="90649"/>
                </a:lnTo>
                <a:lnTo>
                  <a:pt x="49772" y="89227"/>
                </a:lnTo>
                <a:lnTo>
                  <a:pt x="50218" y="87833"/>
                </a:lnTo>
                <a:lnTo>
                  <a:pt x="50692" y="86494"/>
                </a:lnTo>
                <a:lnTo>
                  <a:pt x="51250" y="85156"/>
                </a:lnTo>
                <a:lnTo>
                  <a:pt x="51808" y="83846"/>
                </a:lnTo>
                <a:lnTo>
                  <a:pt x="52421" y="82563"/>
                </a:lnTo>
                <a:lnTo>
                  <a:pt x="53090" y="81308"/>
                </a:lnTo>
                <a:lnTo>
                  <a:pt x="53787" y="80081"/>
                </a:lnTo>
                <a:lnTo>
                  <a:pt x="54512" y="78882"/>
                </a:lnTo>
                <a:lnTo>
                  <a:pt x="55293" y="77711"/>
                </a:lnTo>
                <a:lnTo>
                  <a:pt x="56074" y="76568"/>
                </a:lnTo>
                <a:lnTo>
                  <a:pt x="56910" y="75453"/>
                </a:lnTo>
                <a:lnTo>
                  <a:pt x="57775" y="74365"/>
                </a:lnTo>
                <a:lnTo>
                  <a:pt x="58639" y="73306"/>
                </a:lnTo>
                <a:lnTo>
                  <a:pt x="59559" y="72274"/>
                </a:lnTo>
                <a:lnTo>
                  <a:pt x="60479" y="71242"/>
                </a:lnTo>
                <a:lnTo>
                  <a:pt x="61455" y="70266"/>
                </a:lnTo>
                <a:lnTo>
                  <a:pt x="62431" y="69290"/>
                </a:lnTo>
                <a:lnTo>
                  <a:pt x="63407" y="68370"/>
                </a:lnTo>
                <a:lnTo>
                  <a:pt x="64411" y="67450"/>
                </a:lnTo>
                <a:lnTo>
                  <a:pt x="65443" y="66558"/>
                </a:lnTo>
                <a:lnTo>
                  <a:pt x="66474" y="65693"/>
                </a:lnTo>
                <a:lnTo>
                  <a:pt x="67534" y="64857"/>
                </a:lnTo>
                <a:lnTo>
                  <a:pt x="68593" y="64048"/>
                </a:lnTo>
                <a:lnTo>
                  <a:pt x="69653" y="63268"/>
                </a:lnTo>
                <a:lnTo>
                  <a:pt x="70713" y="62487"/>
                </a:lnTo>
                <a:lnTo>
                  <a:pt x="71800" y="61762"/>
                </a:lnTo>
                <a:lnTo>
                  <a:pt x="72860" y="61037"/>
                </a:lnTo>
                <a:lnTo>
                  <a:pt x="73947" y="60340"/>
                </a:lnTo>
                <a:lnTo>
                  <a:pt x="75034" y="59671"/>
                </a:lnTo>
                <a:lnTo>
                  <a:pt x="76094" y="59001"/>
                </a:lnTo>
                <a:lnTo>
                  <a:pt x="78213" y="57775"/>
                </a:lnTo>
                <a:lnTo>
                  <a:pt x="80304" y="56631"/>
                </a:lnTo>
                <a:lnTo>
                  <a:pt x="82368" y="55600"/>
                </a:lnTo>
                <a:lnTo>
                  <a:pt x="84348" y="54624"/>
                </a:lnTo>
                <a:lnTo>
                  <a:pt x="86244" y="53732"/>
                </a:lnTo>
                <a:lnTo>
                  <a:pt x="88056" y="52951"/>
                </a:lnTo>
                <a:lnTo>
                  <a:pt x="89757" y="52226"/>
                </a:lnTo>
                <a:lnTo>
                  <a:pt x="91346" y="51585"/>
                </a:lnTo>
                <a:lnTo>
                  <a:pt x="92796" y="51055"/>
                </a:lnTo>
                <a:lnTo>
                  <a:pt x="94107" y="50581"/>
                </a:lnTo>
                <a:lnTo>
                  <a:pt x="96226" y="49856"/>
                </a:lnTo>
                <a:lnTo>
                  <a:pt x="97592" y="49438"/>
                </a:lnTo>
                <a:lnTo>
                  <a:pt x="98066" y="49298"/>
                </a:lnTo>
                <a:lnTo>
                  <a:pt x="97118" y="49270"/>
                </a:lnTo>
                <a:lnTo>
                  <a:pt x="96198" y="49242"/>
                </a:lnTo>
                <a:lnTo>
                  <a:pt x="94413" y="49159"/>
                </a:lnTo>
                <a:lnTo>
                  <a:pt x="92657" y="48991"/>
                </a:lnTo>
                <a:lnTo>
                  <a:pt x="90928" y="48768"/>
                </a:lnTo>
                <a:lnTo>
                  <a:pt x="89255" y="48489"/>
                </a:lnTo>
                <a:lnTo>
                  <a:pt x="87638" y="48155"/>
                </a:lnTo>
                <a:lnTo>
                  <a:pt x="86048" y="47765"/>
                </a:lnTo>
                <a:lnTo>
                  <a:pt x="84515" y="47318"/>
                </a:lnTo>
                <a:lnTo>
                  <a:pt x="83009" y="46816"/>
                </a:lnTo>
                <a:lnTo>
                  <a:pt x="81559" y="46287"/>
                </a:lnTo>
                <a:lnTo>
                  <a:pt x="80137" y="45673"/>
                </a:lnTo>
                <a:lnTo>
                  <a:pt x="78771" y="45060"/>
                </a:lnTo>
                <a:lnTo>
                  <a:pt x="77432" y="44363"/>
                </a:lnTo>
                <a:lnTo>
                  <a:pt x="76122" y="43638"/>
                </a:lnTo>
                <a:lnTo>
                  <a:pt x="74867" y="42885"/>
                </a:lnTo>
                <a:lnTo>
                  <a:pt x="73640" y="42104"/>
                </a:lnTo>
                <a:lnTo>
                  <a:pt x="72469" y="41268"/>
                </a:lnTo>
                <a:lnTo>
                  <a:pt x="71298" y="40403"/>
                </a:lnTo>
                <a:lnTo>
                  <a:pt x="70211" y="39511"/>
                </a:lnTo>
                <a:lnTo>
                  <a:pt x="69123" y="38591"/>
                </a:lnTo>
                <a:lnTo>
                  <a:pt x="68091" y="37643"/>
                </a:lnTo>
                <a:lnTo>
                  <a:pt x="67088" y="36667"/>
                </a:lnTo>
                <a:lnTo>
                  <a:pt x="66112" y="35663"/>
                </a:lnTo>
                <a:lnTo>
                  <a:pt x="65164" y="34659"/>
                </a:lnTo>
                <a:lnTo>
                  <a:pt x="64271" y="33600"/>
                </a:lnTo>
                <a:lnTo>
                  <a:pt x="63379" y="32568"/>
                </a:lnTo>
                <a:lnTo>
                  <a:pt x="62543" y="31481"/>
                </a:lnTo>
                <a:lnTo>
                  <a:pt x="61734" y="30421"/>
                </a:lnTo>
                <a:lnTo>
                  <a:pt x="60953" y="29306"/>
                </a:lnTo>
                <a:lnTo>
                  <a:pt x="60200" y="28218"/>
                </a:lnTo>
                <a:lnTo>
                  <a:pt x="59503" y="27103"/>
                </a:lnTo>
                <a:lnTo>
                  <a:pt x="58806" y="25988"/>
                </a:lnTo>
                <a:lnTo>
                  <a:pt x="58137" y="24900"/>
                </a:lnTo>
                <a:lnTo>
                  <a:pt x="57524" y="23785"/>
                </a:lnTo>
                <a:lnTo>
                  <a:pt x="56910" y="22670"/>
                </a:lnTo>
                <a:lnTo>
                  <a:pt x="56325" y="21554"/>
                </a:lnTo>
                <a:lnTo>
                  <a:pt x="55795" y="20439"/>
                </a:lnTo>
                <a:lnTo>
                  <a:pt x="55265" y="19351"/>
                </a:lnTo>
                <a:lnTo>
                  <a:pt x="54763" y="18264"/>
                </a:lnTo>
                <a:lnTo>
                  <a:pt x="54289" y="17177"/>
                </a:lnTo>
                <a:lnTo>
                  <a:pt x="53425" y="15085"/>
                </a:lnTo>
                <a:lnTo>
                  <a:pt x="52644" y="13050"/>
                </a:lnTo>
                <a:lnTo>
                  <a:pt x="51947" y="11070"/>
                </a:lnTo>
                <a:lnTo>
                  <a:pt x="51334" y="9230"/>
                </a:lnTo>
                <a:lnTo>
                  <a:pt x="50804" y="7501"/>
                </a:lnTo>
                <a:lnTo>
                  <a:pt x="50358" y="5884"/>
                </a:lnTo>
                <a:lnTo>
                  <a:pt x="49995" y="4434"/>
                </a:lnTo>
                <a:lnTo>
                  <a:pt x="49688" y="3151"/>
                </a:lnTo>
                <a:lnTo>
                  <a:pt x="49437" y="2064"/>
                </a:lnTo>
                <a:lnTo>
                  <a:pt x="49242" y="1171"/>
                </a:lnTo>
                <a:lnTo>
                  <a:pt x="49019" y="0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72" name="Google Shape;972;p13"/>
          <p:cNvSpPr/>
          <p:nvPr/>
        </p:nvSpPr>
        <p:spPr>
          <a:xfrm>
            <a:off x="128063" y="1179835"/>
            <a:ext cx="457237" cy="429412"/>
          </a:xfrm>
          <a:custGeom>
            <a:rect b="b" l="l" r="r" t="t"/>
            <a:pathLst>
              <a:path extrusionOk="0" h="92099" w="98067">
                <a:moveTo>
                  <a:pt x="49019" y="0"/>
                </a:moveTo>
                <a:lnTo>
                  <a:pt x="48824" y="1171"/>
                </a:lnTo>
                <a:lnTo>
                  <a:pt x="48629" y="2064"/>
                </a:lnTo>
                <a:lnTo>
                  <a:pt x="48378" y="3151"/>
                </a:lnTo>
                <a:lnTo>
                  <a:pt x="48071" y="4434"/>
                </a:lnTo>
                <a:lnTo>
                  <a:pt x="47709" y="5884"/>
                </a:lnTo>
                <a:lnTo>
                  <a:pt x="47263" y="7501"/>
                </a:lnTo>
                <a:lnTo>
                  <a:pt x="46733" y="9230"/>
                </a:lnTo>
                <a:lnTo>
                  <a:pt x="46119" y="11070"/>
                </a:lnTo>
                <a:lnTo>
                  <a:pt x="45422" y="13050"/>
                </a:lnTo>
                <a:lnTo>
                  <a:pt x="44641" y="15085"/>
                </a:lnTo>
                <a:lnTo>
                  <a:pt x="43777" y="17177"/>
                </a:lnTo>
                <a:lnTo>
                  <a:pt x="43303" y="18264"/>
                </a:lnTo>
                <a:lnTo>
                  <a:pt x="42801" y="19351"/>
                </a:lnTo>
                <a:lnTo>
                  <a:pt x="42271" y="20439"/>
                </a:lnTo>
                <a:lnTo>
                  <a:pt x="41742" y="21554"/>
                </a:lnTo>
                <a:lnTo>
                  <a:pt x="41156" y="22670"/>
                </a:lnTo>
                <a:lnTo>
                  <a:pt x="40543" y="23785"/>
                </a:lnTo>
                <a:lnTo>
                  <a:pt x="39929" y="24900"/>
                </a:lnTo>
                <a:lnTo>
                  <a:pt x="39260" y="25988"/>
                </a:lnTo>
                <a:lnTo>
                  <a:pt x="38563" y="27103"/>
                </a:lnTo>
                <a:lnTo>
                  <a:pt x="37838" y="28218"/>
                </a:lnTo>
                <a:lnTo>
                  <a:pt x="37113" y="29306"/>
                </a:lnTo>
                <a:lnTo>
                  <a:pt x="36332" y="30421"/>
                </a:lnTo>
                <a:lnTo>
                  <a:pt x="35524" y="31481"/>
                </a:lnTo>
                <a:lnTo>
                  <a:pt x="34687" y="32568"/>
                </a:lnTo>
                <a:lnTo>
                  <a:pt x="33795" y="33600"/>
                </a:lnTo>
                <a:lnTo>
                  <a:pt x="32903" y="34659"/>
                </a:lnTo>
                <a:lnTo>
                  <a:pt x="31954" y="35663"/>
                </a:lnTo>
                <a:lnTo>
                  <a:pt x="30979" y="36667"/>
                </a:lnTo>
                <a:lnTo>
                  <a:pt x="29975" y="37643"/>
                </a:lnTo>
                <a:lnTo>
                  <a:pt x="28943" y="38591"/>
                </a:lnTo>
                <a:lnTo>
                  <a:pt x="27856" y="39511"/>
                </a:lnTo>
                <a:lnTo>
                  <a:pt x="26740" y="40403"/>
                </a:lnTo>
                <a:lnTo>
                  <a:pt x="25597" y="41268"/>
                </a:lnTo>
                <a:lnTo>
                  <a:pt x="24426" y="42104"/>
                </a:lnTo>
                <a:lnTo>
                  <a:pt x="23199" y="42885"/>
                </a:lnTo>
                <a:lnTo>
                  <a:pt x="21944" y="43638"/>
                </a:lnTo>
                <a:lnTo>
                  <a:pt x="20634" y="44363"/>
                </a:lnTo>
                <a:lnTo>
                  <a:pt x="19295" y="45060"/>
                </a:lnTo>
                <a:lnTo>
                  <a:pt x="17929" y="45673"/>
                </a:lnTo>
                <a:lnTo>
                  <a:pt x="16507" y="46287"/>
                </a:lnTo>
                <a:lnTo>
                  <a:pt x="15057" y="46816"/>
                </a:lnTo>
                <a:lnTo>
                  <a:pt x="13551" y="47318"/>
                </a:lnTo>
                <a:lnTo>
                  <a:pt x="12018" y="47765"/>
                </a:lnTo>
                <a:lnTo>
                  <a:pt x="10428" y="48155"/>
                </a:lnTo>
                <a:lnTo>
                  <a:pt x="8811" y="48489"/>
                </a:lnTo>
                <a:lnTo>
                  <a:pt x="7138" y="48768"/>
                </a:lnTo>
                <a:lnTo>
                  <a:pt x="5409" y="48991"/>
                </a:lnTo>
                <a:lnTo>
                  <a:pt x="3653" y="49159"/>
                </a:lnTo>
                <a:lnTo>
                  <a:pt x="1868" y="49242"/>
                </a:lnTo>
                <a:lnTo>
                  <a:pt x="948" y="49270"/>
                </a:lnTo>
                <a:lnTo>
                  <a:pt x="0" y="49298"/>
                </a:lnTo>
                <a:lnTo>
                  <a:pt x="474" y="49438"/>
                </a:lnTo>
                <a:lnTo>
                  <a:pt x="1840" y="49856"/>
                </a:lnTo>
                <a:lnTo>
                  <a:pt x="3959" y="50581"/>
                </a:lnTo>
                <a:lnTo>
                  <a:pt x="5270" y="51055"/>
                </a:lnTo>
                <a:lnTo>
                  <a:pt x="6720" y="51585"/>
                </a:lnTo>
                <a:lnTo>
                  <a:pt x="8309" y="52226"/>
                </a:lnTo>
                <a:lnTo>
                  <a:pt x="10010" y="52951"/>
                </a:lnTo>
                <a:lnTo>
                  <a:pt x="11823" y="53732"/>
                </a:lnTo>
                <a:lnTo>
                  <a:pt x="13719" y="54624"/>
                </a:lnTo>
                <a:lnTo>
                  <a:pt x="15698" y="55600"/>
                </a:lnTo>
                <a:lnTo>
                  <a:pt x="17762" y="56631"/>
                </a:lnTo>
                <a:lnTo>
                  <a:pt x="19853" y="57775"/>
                </a:lnTo>
                <a:lnTo>
                  <a:pt x="21972" y="59001"/>
                </a:lnTo>
                <a:lnTo>
                  <a:pt x="23032" y="59671"/>
                </a:lnTo>
                <a:lnTo>
                  <a:pt x="24119" y="60340"/>
                </a:lnTo>
                <a:lnTo>
                  <a:pt x="25179" y="61037"/>
                </a:lnTo>
                <a:lnTo>
                  <a:pt x="26266" y="61762"/>
                </a:lnTo>
                <a:lnTo>
                  <a:pt x="27354" y="62487"/>
                </a:lnTo>
                <a:lnTo>
                  <a:pt x="28413" y="63268"/>
                </a:lnTo>
                <a:lnTo>
                  <a:pt x="29473" y="64048"/>
                </a:lnTo>
                <a:lnTo>
                  <a:pt x="30532" y="64857"/>
                </a:lnTo>
                <a:lnTo>
                  <a:pt x="31592" y="65693"/>
                </a:lnTo>
                <a:lnTo>
                  <a:pt x="32624" y="66558"/>
                </a:lnTo>
                <a:lnTo>
                  <a:pt x="33627" y="67450"/>
                </a:lnTo>
                <a:lnTo>
                  <a:pt x="34659" y="68370"/>
                </a:lnTo>
                <a:lnTo>
                  <a:pt x="35635" y="69290"/>
                </a:lnTo>
                <a:lnTo>
                  <a:pt x="36611" y="70266"/>
                </a:lnTo>
                <a:lnTo>
                  <a:pt x="37559" y="71242"/>
                </a:lnTo>
                <a:lnTo>
                  <a:pt x="38507" y="72274"/>
                </a:lnTo>
                <a:lnTo>
                  <a:pt x="39399" y="73306"/>
                </a:lnTo>
                <a:lnTo>
                  <a:pt x="40292" y="74365"/>
                </a:lnTo>
                <a:lnTo>
                  <a:pt x="41156" y="75453"/>
                </a:lnTo>
                <a:lnTo>
                  <a:pt x="41993" y="76568"/>
                </a:lnTo>
                <a:lnTo>
                  <a:pt x="42773" y="77711"/>
                </a:lnTo>
                <a:lnTo>
                  <a:pt x="43554" y="78882"/>
                </a:lnTo>
                <a:lnTo>
                  <a:pt x="44279" y="80081"/>
                </a:lnTo>
                <a:lnTo>
                  <a:pt x="44976" y="81308"/>
                </a:lnTo>
                <a:lnTo>
                  <a:pt x="45617" y="82563"/>
                </a:lnTo>
                <a:lnTo>
                  <a:pt x="46259" y="83846"/>
                </a:lnTo>
                <a:lnTo>
                  <a:pt x="46816" y="85156"/>
                </a:lnTo>
                <a:lnTo>
                  <a:pt x="47374" y="86494"/>
                </a:lnTo>
                <a:lnTo>
                  <a:pt x="47848" y="87833"/>
                </a:lnTo>
                <a:lnTo>
                  <a:pt x="48294" y="89227"/>
                </a:lnTo>
                <a:lnTo>
                  <a:pt x="48685" y="90649"/>
                </a:lnTo>
                <a:lnTo>
                  <a:pt x="49019" y="92099"/>
                </a:lnTo>
                <a:lnTo>
                  <a:pt x="49382" y="90649"/>
                </a:lnTo>
                <a:lnTo>
                  <a:pt x="49772" y="89227"/>
                </a:lnTo>
                <a:lnTo>
                  <a:pt x="50218" y="87833"/>
                </a:lnTo>
                <a:lnTo>
                  <a:pt x="50692" y="86494"/>
                </a:lnTo>
                <a:lnTo>
                  <a:pt x="51250" y="85156"/>
                </a:lnTo>
                <a:lnTo>
                  <a:pt x="51808" y="83846"/>
                </a:lnTo>
                <a:lnTo>
                  <a:pt x="52421" y="82563"/>
                </a:lnTo>
                <a:lnTo>
                  <a:pt x="53090" y="81308"/>
                </a:lnTo>
                <a:lnTo>
                  <a:pt x="53787" y="80081"/>
                </a:lnTo>
                <a:lnTo>
                  <a:pt x="54512" y="78882"/>
                </a:lnTo>
                <a:lnTo>
                  <a:pt x="55293" y="77711"/>
                </a:lnTo>
                <a:lnTo>
                  <a:pt x="56074" y="76568"/>
                </a:lnTo>
                <a:lnTo>
                  <a:pt x="56910" y="75453"/>
                </a:lnTo>
                <a:lnTo>
                  <a:pt x="57775" y="74365"/>
                </a:lnTo>
                <a:lnTo>
                  <a:pt x="58639" y="73306"/>
                </a:lnTo>
                <a:lnTo>
                  <a:pt x="59559" y="72274"/>
                </a:lnTo>
                <a:lnTo>
                  <a:pt x="60479" y="71242"/>
                </a:lnTo>
                <a:lnTo>
                  <a:pt x="61455" y="70266"/>
                </a:lnTo>
                <a:lnTo>
                  <a:pt x="62431" y="69290"/>
                </a:lnTo>
                <a:lnTo>
                  <a:pt x="63407" y="68370"/>
                </a:lnTo>
                <a:lnTo>
                  <a:pt x="64411" y="67450"/>
                </a:lnTo>
                <a:lnTo>
                  <a:pt x="65443" y="66558"/>
                </a:lnTo>
                <a:lnTo>
                  <a:pt x="66474" y="65693"/>
                </a:lnTo>
                <a:lnTo>
                  <a:pt x="67534" y="64857"/>
                </a:lnTo>
                <a:lnTo>
                  <a:pt x="68593" y="64048"/>
                </a:lnTo>
                <a:lnTo>
                  <a:pt x="69653" y="63268"/>
                </a:lnTo>
                <a:lnTo>
                  <a:pt x="70713" y="62487"/>
                </a:lnTo>
                <a:lnTo>
                  <a:pt x="71800" y="61762"/>
                </a:lnTo>
                <a:lnTo>
                  <a:pt x="72860" y="61037"/>
                </a:lnTo>
                <a:lnTo>
                  <a:pt x="73947" y="60340"/>
                </a:lnTo>
                <a:lnTo>
                  <a:pt x="75034" y="59671"/>
                </a:lnTo>
                <a:lnTo>
                  <a:pt x="76094" y="59001"/>
                </a:lnTo>
                <a:lnTo>
                  <a:pt x="78213" y="57775"/>
                </a:lnTo>
                <a:lnTo>
                  <a:pt x="80304" y="56631"/>
                </a:lnTo>
                <a:lnTo>
                  <a:pt x="82368" y="55600"/>
                </a:lnTo>
                <a:lnTo>
                  <a:pt x="84348" y="54624"/>
                </a:lnTo>
                <a:lnTo>
                  <a:pt x="86244" y="53732"/>
                </a:lnTo>
                <a:lnTo>
                  <a:pt x="88056" y="52951"/>
                </a:lnTo>
                <a:lnTo>
                  <a:pt x="89757" y="52226"/>
                </a:lnTo>
                <a:lnTo>
                  <a:pt x="91346" y="51585"/>
                </a:lnTo>
                <a:lnTo>
                  <a:pt x="92796" y="51055"/>
                </a:lnTo>
                <a:lnTo>
                  <a:pt x="94107" y="50581"/>
                </a:lnTo>
                <a:lnTo>
                  <a:pt x="96226" y="49856"/>
                </a:lnTo>
                <a:lnTo>
                  <a:pt x="97592" y="49438"/>
                </a:lnTo>
                <a:lnTo>
                  <a:pt x="98066" y="49298"/>
                </a:lnTo>
                <a:lnTo>
                  <a:pt x="97118" y="49270"/>
                </a:lnTo>
                <a:lnTo>
                  <a:pt x="96198" y="49242"/>
                </a:lnTo>
                <a:lnTo>
                  <a:pt x="94413" y="49159"/>
                </a:lnTo>
                <a:lnTo>
                  <a:pt x="92657" y="48991"/>
                </a:lnTo>
                <a:lnTo>
                  <a:pt x="90928" y="48768"/>
                </a:lnTo>
                <a:lnTo>
                  <a:pt x="89255" y="48489"/>
                </a:lnTo>
                <a:lnTo>
                  <a:pt x="87638" y="48155"/>
                </a:lnTo>
                <a:lnTo>
                  <a:pt x="86048" y="47765"/>
                </a:lnTo>
                <a:lnTo>
                  <a:pt x="84515" y="47318"/>
                </a:lnTo>
                <a:lnTo>
                  <a:pt x="83009" y="46816"/>
                </a:lnTo>
                <a:lnTo>
                  <a:pt x="81559" y="46287"/>
                </a:lnTo>
                <a:lnTo>
                  <a:pt x="80137" y="45673"/>
                </a:lnTo>
                <a:lnTo>
                  <a:pt x="78771" y="45060"/>
                </a:lnTo>
                <a:lnTo>
                  <a:pt x="77432" y="44363"/>
                </a:lnTo>
                <a:lnTo>
                  <a:pt x="76122" y="43638"/>
                </a:lnTo>
                <a:lnTo>
                  <a:pt x="74867" y="42885"/>
                </a:lnTo>
                <a:lnTo>
                  <a:pt x="73640" y="42104"/>
                </a:lnTo>
                <a:lnTo>
                  <a:pt x="72469" y="41268"/>
                </a:lnTo>
                <a:lnTo>
                  <a:pt x="71298" y="40403"/>
                </a:lnTo>
                <a:lnTo>
                  <a:pt x="70211" y="39511"/>
                </a:lnTo>
                <a:lnTo>
                  <a:pt x="69123" y="38591"/>
                </a:lnTo>
                <a:lnTo>
                  <a:pt x="68091" y="37643"/>
                </a:lnTo>
                <a:lnTo>
                  <a:pt x="67088" y="36667"/>
                </a:lnTo>
                <a:lnTo>
                  <a:pt x="66112" y="35663"/>
                </a:lnTo>
                <a:lnTo>
                  <a:pt x="65164" y="34659"/>
                </a:lnTo>
                <a:lnTo>
                  <a:pt x="64271" y="33600"/>
                </a:lnTo>
                <a:lnTo>
                  <a:pt x="63379" y="32568"/>
                </a:lnTo>
                <a:lnTo>
                  <a:pt x="62543" y="31481"/>
                </a:lnTo>
                <a:lnTo>
                  <a:pt x="61734" y="30421"/>
                </a:lnTo>
                <a:lnTo>
                  <a:pt x="60953" y="29306"/>
                </a:lnTo>
                <a:lnTo>
                  <a:pt x="60200" y="28218"/>
                </a:lnTo>
                <a:lnTo>
                  <a:pt x="59503" y="27103"/>
                </a:lnTo>
                <a:lnTo>
                  <a:pt x="58806" y="25988"/>
                </a:lnTo>
                <a:lnTo>
                  <a:pt x="58137" y="24900"/>
                </a:lnTo>
                <a:lnTo>
                  <a:pt x="57524" y="23785"/>
                </a:lnTo>
                <a:lnTo>
                  <a:pt x="56910" y="22670"/>
                </a:lnTo>
                <a:lnTo>
                  <a:pt x="56325" y="21554"/>
                </a:lnTo>
                <a:lnTo>
                  <a:pt x="55795" y="20439"/>
                </a:lnTo>
                <a:lnTo>
                  <a:pt x="55265" y="19351"/>
                </a:lnTo>
                <a:lnTo>
                  <a:pt x="54763" y="18264"/>
                </a:lnTo>
                <a:lnTo>
                  <a:pt x="54289" y="17177"/>
                </a:lnTo>
                <a:lnTo>
                  <a:pt x="53425" y="15085"/>
                </a:lnTo>
                <a:lnTo>
                  <a:pt x="52644" y="13050"/>
                </a:lnTo>
                <a:lnTo>
                  <a:pt x="51947" y="11070"/>
                </a:lnTo>
                <a:lnTo>
                  <a:pt x="51334" y="9230"/>
                </a:lnTo>
                <a:lnTo>
                  <a:pt x="50804" y="7501"/>
                </a:lnTo>
                <a:lnTo>
                  <a:pt x="50358" y="5884"/>
                </a:lnTo>
                <a:lnTo>
                  <a:pt x="49995" y="4434"/>
                </a:lnTo>
                <a:lnTo>
                  <a:pt x="49688" y="3151"/>
                </a:lnTo>
                <a:lnTo>
                  <a:pt x="49437" y="2064"/>
                </a:lnTo>
                <a:lnTo>
                  <a:pt x="49242" y="1171"/>
                </a:lnTo>
                <a:lnTo>
                  <a:pt x="49019" y="0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73" name="Google Shape;973;p13"/>
          <p:cNvSpPr/>
          <p:nvPr/>
        </p:nvSpPr>
        <p:spPr>
          <a:xfrm flipH="1">
            <a:off x="8432000" y="15950"/>
            <a:ext cx="7314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74" name="Google Shape;974;p13"/>
          <p:cNvSpPr/>
          <p:nvPr/>
        </p:nvSpPr>
        <p:spPr>
          <a:xfrm flipH="1" rot="-5400000">
            <a:off x="8208225" y="-8"/>
            <a:ext cx="961200" cy="961200"/>
          </a:xfrm>
          <a:prstGeom prst="rtTriangle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75" name="Google Shape;975;p13"/>
          <p:cNvSpPr/>
          <p:nvPr/>
        </p:nvSpPr>
        <p:spPr>
          <a:xfrm>
            <a:off x="8868620" y="2789380"/>
            <a:ext cx="939900" cy="9399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976" name="Google Shape;976;p13"/>
          <p:cNvGrpSpPr/>
          <p:nvPr/>
        </p:nvGrpSpPr>
        <p:grpSpPr>
          <a:xfrm>
            <a:off x="8563132" y="407721"/>
            <a:ext cx="1730784" cy="1441910"/>
            <a:chOff x="-979618" y="-5128741"/>
            <a:chExt cx="1730784" cy="1441910"/>
          </a:xfrm>
        </p:grpSpPr>
        <p:sp>
          <p:nvSpPr>
            <p:cNvPr id="977" name="Google Shape;977;p13"/>
            <p:cNvSpPr/>
            <p:nvPr/>
          </p:nvSpPr>
          <p:spPr>
            <a:xfrm flipH="1">
              <a:off x="-979618" y="-5128741"/>
              <a:ext cx="1730784" cy="1441910"/>
            </a:xfrm>
            <a:custGeom>
              <a:rect b="b" l="l" r="r" t="t"/>
              <a:pathLst>
                <a:path extrusionOk="0" h="25791" w="30958">
                  <a:moveTo>
                    <a:pt x="13179" y="81"/>
                  </a:moveTo>
                  <a:lnTo>
                    <a:pt x="14551" y="101"/>
                  </a:lnTo>
                  <a:lnTo>
                    <a:pt x="15257" y="121"/>
                  </a:lnTo>
                  <a:lnTo>
                    <a:pt x="15963" y="162"/>
                  </a:lnTo>
                  <a:lnTo>
                    <a:pt x="16690" y="242"/>
                  </a:lnTo>
                  <a:lnTo>
                    <a:pt x="17416" y="323"/>
                  </a:lnTo>
                  <a:lnTo>
                    <a:pt x="18143" y="444"/>
                  </a:lnTo>
                  <a:lnTo>
                    <a:pt x="18869" y="586"/>
                  </a:lnTo>
                  <a:lnTo>
                    <a:pt x="19576" y="767"/>
                  </a:lnTo>
                  <a:lnTo>
                    <a:pt x="20282" y="969"/>
                  </a:lnTo>
                  <a:lnTo>
                    <a:pt x="20988" y="1211"/>
                  </a:lnTo>
                  <a:lnTo>
                    <a:pt x="21654" y="1494"/>
                  </a:lnTo>
                  <a:lnTo>
                    <a:pt x="21997" y="1655"/>
                  </a:lnTo>
                  <a:lnTo>
                    <a:pt x="22320" y="1837"/>
                  </a:lnTo>
                  <a:lnTo>
                    <a:pt x="22643" y="2018"/>
                  </a:lnTo>
                  <a:lnTo>
                    <a:pt x="22946" y="2200"/>
                  </a:lnTo>
                  <a:lnTo>
                    <a:pt x="23269" y="2402"/>
                  </a:lnTo>
                  <a:lnTo>
                    <a:pt x="23551" y="2624"/>
                  </a:lnTo>
                  <a:lnTo>
                    <a:pt x="23854" y="2866"/>
                  </a:lnTo>
                  <a:lnTo>
                    <a:pt x="24136" y="3108"/>
                  </a:lnTo>
                  <a:lnTo>
                    <a:pt x="24540" y="3491"/>
                  </a:lnTo>
                  <a:lnTo>
                    <a:pt x="24923" y="3895"/>
                  </a:lnTo>
                  <a:lnTo>
                    <a:pt x="25287" y="4339"/>
                  </a:lnTo>
                  <a:lnTo>
                    <a:pt x="25670" y="4823"/>
                  </a:lnTo>
                  <a:lnTo>
                    <a:pt x="26013" y="5348"/>
                  </a:lnTo>
                  <a:lnTo>
                    <a:pt x="26356" y="5913"/>
                  </a:lnTo>
                  <a:lnTo>
                    <a:pt x="26719" y="6518"/>
                  </a:lnTo>
                  <a:lnTo>
                    <a:pt x="27042" y="7164"/>
                  </a:lnTo>
                  <a:lnTo>
                    <a:pt x="27345" y="7749"/>
                  </a:lnTo>
                  <a:lnTo>
                    <a:pt x="27607" y="8335"/>
                  </a:lnTo>
                  <a:lnTo>
                    <a:pt x="27870" y="8940"/>
                  </a:lnTo>
                  <a:lnTo>
                    <a:pt x="28112" y="9546"/>
                  </a:lnTo>
                  <a:lnTo>
                    <a:pt x="28556" y="10756"/>
                  </a:lnTo>
                  <a:lnTo>
                    <a:pt x="28959" y="11947"/>
                  </a:lnTo>
                  <a:lnTo>
                    <a:pt x="29343" y="13138"/>
                  </a:lnTo>
                  <a:lnTo>
                    <a:pt x="29666" y="14328"/>
                  </a:lnTo>
                  <a:lnTo>
                    <a:pt x="29948" y="15478"/>
                  </a:lnTo>
                  <a:lnTo>
                    <a:pt x="30231" y="16588"/>
                  </a:lnTo>
                  <a:lnTo>
                    <a:pt x="30453" y="17577"/>
                  </a:lnTo>
                  <a:lnTo>
                    <a:pt x="30654" y="18606"/>
                  </a:lnTo>
                  <a:lnTo>
                    <a:pt x="30735" y="19111"/>
                  </a:lnTo>
                  <a:lnTo>
                    <a:pt x="30816" y="19636"/>
                  </a:lnTo>
                  <a:lnTo>
                    <a:pt x="30856" y="20160"/>
                  </a:lnTo>
                  <a:lnTo>
                    <a:pt x="30876" y="20685"/>
                  </a:lnTo>
                  <a:lnTo>
                    <a:pt x="30876" y="21169"/>
                  </a:lnTo>
                  <a:lnTo>
                    <a:pt x="30856" y="21674"/>
                  </a:lnTo>
                  <a:lnTo>
                    <a:pt x="30796" y="22219"/>
                  </a:lnTo>
                  <a:lnTo>
                    <a:pt x="30695" y="22784"/>
                  </a:lnTo>
                  <a:lnTo>
                    <a:pt x="30614" y="23046"/>
                  </a:lnTo>
                  <a:lnTo>
                    <a:pt x="30533" y="23329"/>
                  </a:lnTo>
                  <a:lnTo>
                    <a:pt x="30412" y="23611"/>
                  </a:lnTo>
                  <a:lnTo>
                    <a:pt x="30311" y="23873"/>
                  </a:lnTo>
                  <a:lnTo>
                    <a:pt x="30170" y="24136"/>
                  </a:lnTo>
                  <a:lnTo>
                    <a:pt x="30009" y="24398"/>
                  </a:lnTo>
                  <a:lnTo>
                    <a:pt x="29847" y="24640"/>
                  </a:lnTo>
                  <a:lnTo>
                    <a:pt x="29645" y="24882"/>
                  </a:lnTo>
                  <a:lnTo>
                    <a:pt x="29383" y="25145"/>
                  </a:lnTo>
                  <a:lnTo>
                    <a:pt x="29242" y="25266"/>
                  </a:lnTo>
                  <a:lnTo>
                    <a:pt x="29101" y="25387"/>
                  </a:lnTo>
                  <a:lnTo>
                    <a:pt x="28939" y="25468"/>
                  </a:lnTo>
                  <a:lnTo>
                    <a:pt x="28798" y="25548"/>
                  </a:lnTo>
                  <a:lnTo>
                    <a:pt x="28657" y="25609"/>
                  </a:lnTo>
                  <a:lnTo>
                    <a:pt x="28515" y="25649"/>
                  </a:lnTo>
                  <a:lnTo>
                    <a:pt x="28334" y="25690"/>
                  </a:lnTo>
                  <a:lnTo>
                    <a:pt x="28152" y="25710"/>
                  </a:lnTo>
                  <a:lnTo>
                    <a:pt x="27991" y="25710"/>
                  </a:lnTo>
                  <a:lnTo>
                    <a:pt x="27809" y="25690"/>
                  </a:lnTo>
                  <a:lnTo>
                    <a:pt x="27648" y="25669"/>
                  </a:lnTo>
                  <a:lnTo>
                    <a:pt x="27466" y="25629"/>
                  </a:lnTo>
                  <a:lnTo>
                    <a:pt x="27143" y="25508"/>
                  </a:lnTo>
                  <a:lnTo>
                    <a:pt x="26800" y="25347"/>
                  </a:lnTo>
                  <a:lnTo>
                    <a:pt x="26477" y="25165"/>
                  </a:lnTo>
                  <a:lnTo>
                    <a:pt x="26154" y="24963"/>
                  </a:lnTo>
                  <a:lnTo>
                    <a:pt x="25852" y="24741"/>
                  </a:lnTo>
                  <a:lnTo>
                    <a:pt x="25145" y="24196"/>
                  </a:lnTo>
                  <a:lnTo>
                    <a:pt x="24419" y="23631"/>
                  </a:lnTo>
                  <a:lnTo>
                    <a:pt x="23692" y="23046"/>
                  </a:lnTo>
                  <a:lnTo>
                    <a:pt x="22946" y="22420"/>
                  </a:lnTo>
                  <a:lnTo>
                    <a:pt x="22199" y="21775"/>
                  </a:lnTo>
                  <a:lnTo>
                    <a:pt x="21412" y="21109"/>
                  </a:lnTo>
                  <a:lnTo>
                    <a:pt x="20625" y="20382"/>
                  </a:lnTo>
                  <a:lnTo>
                    <a:pt x="19798" y="19636"/>
                  </a:lnTo>
                  <a:lnTo>
                    <a:pt x="18506" y="18405"/>
                  </a:lnTo>
                  <a:lnTo>
                    <a:pt x="17215" y="17153"/>
                  </a:lnTo>
                  <a:lnTo>
                    <a:pt x="14692" y="14671"/>
                  </a:lnTo>
                  <a:lnTo>
                    <a:pt x="12270" y="12290"/>
                  </a:lnTo>
                  <a:lnTo>
                    <a:pt x="11039" y="11079"/>
                  </a:lnTo>
                  <a:lnTo>
                    <a:pt x="9808" y="9909"/>
                  </a:lnTo>
                  <a:lnTo>
                    <a:pt x="8376" y="8597"/>
                  </a:lnTo>
                  <a:lnTo>
                    <a:pt x="7024" y="7406"/>
                  </a:lnTo>
                  <a:lnTo>
                    <a:pt x="5732" y="6317"/>
                  </a:lnTo>
                  <a:lnTo>
                    <a:pt x="4461" y="5308"/>
                  </a:lnTo>
                  <a:lnTo>
                    <a:pt x="4118" y="5086"/>
                  </a:lnTo>
                  <a:lnTo>
                    <a:pt x="3593" y="4743"/>
                  </a:lnTo>
                  <a:lnTo>
                    <a:pt x="2523" y="4057"/>
                  </a:lnTo>
                  <a:lnTo>
                    <a:pt x="1958" y="3673"/>
                  </a:lnTo>
                  <a:lnTo>
                    <a:pt x="1414" y="3290"/>
                  </a:lnTo>
                  <a:lnTo>
                    <a:pt x="929" y="2886"/>
                  </a:lnTo>
                  <a:lnTo>
                    <a:pt x="707" y="2704"/>
                  </a:lnTo>
                  <a:lnTo>
                    <a:pt x="526" y="2503"/>
                  </a:lnTo>
                  <a:lnTo>
                    <a:pt x="364" y="2341"/>
                  </a:lnTo>
                  <a:lnTo>
                    <a:pt x="223" y="2160"/>
                  </a:lnTo>
                  <a:lnTo>
                    <a:pt x="142" y="1998"/>
                  </a:lnTo>
                  <a:lnTo>
                    <a:pt x="82" y="1857"/>
                  </a:lnTo>
                  <a:lnTo>
                    <a:pt x="82" y="1776"/>
                  </a:lnTo>
                  <a:lnTo>
                    <a:pt x="82" y="1716"/>
                  </a:lnTo>
                  <a:lnTo>
                    <a:pt x="102" y="1655"/>
                  </a:lnTo>
                  <a:lnTo>
                    <a:pt x="142" y="1595"/>
                  </a:lnTo>
                  <a:lnTo>
                    <a:pt x="243" y="1473"/>
                  </a:lnTo>
                  <a:lnTo>
                    <a:pt x="364" y="1373"/>
                  </a:lnTo>
                  <a:lnTo>
                    <a:pt x="485" y="1292"/>
                  </a:lnTo>
                  <a:lnTo>
                    <a:pt x="647" y="1231"/>
                  </a:lnTo>
                  <a:lnTo>
                    <a:pt x="788" y="1171"/>
                  </a:lnTo>
                  <a:lnTo>
                    <a:pt x="949" y="1130"/>
                  </a:lnTo>
                  <a:lnTo>
                    <a:pt x="1292" y="1070"/>
                  </a:lnTo>
                  <a:lnTo>
                    <a:pt x="2745" y="848"/>
                  </a:lnTo>
                  <a:lnTo>
                    <a:pt x="4219" y="646"/>
                  </a:lnTo>
                  <a:lnTo>
                    <a:pt x="5712" y="464"/>
                  </a:lnTo>
                  <a:lnTo>
                    <a:pt x="7185" y="323"/>
                  </a:lnTo>
                  <a:lnTo>
                    <a:pt x="8658" y="222"/>
                  </a:lnTo>
                  <a:lnTo>
                    <a:pt x="10152" y="142"/>
                  </a:lnTo>
                  <a:lnTo>
                    <a:pt x="11645" y="81"/>
                  </a:lnTo>
                  <a:close/>
                  <a:moveTo>
                    <a:pt x="11645" y="0"/>
                  </a:moveTo>
                  <a:lnTo>
                    <a:pt x="10152" y="61"/>
                  </a:lnTo>
                  <a:lnTo>
                    <a:pt x="8658" y="142"/>
                  </a:lnTo>
                  <a:lnTo>
                    <a:pt x="7185" y="242"/>
                  </a:lnTo>
                  <a:lnTo>
                    <a:pt x="5692" y="384"/>
                  </a:lnTo>
                  <a:lnTo>
                    <a:pt x="4219" y="565"/>
                  </a:lnTo>
                  <a:lnTo>
                    <a:pt x="2745" y="767"/>
                  </a:lnTo>
                  <a:lnTo>
                    <a:pt x="1272" y="989"/>
                  </a:lnTo>
                  <a:lnTo>
                    <a:pt x="929" y="1070"/>
                  </a:lnTo>
                  <a:lnTo>
                    <a:pt x="768" y="1110"/>
                  </a:lnTo>
                  <a:lnTo>
                    <a:pt x="606" y="1151"/>
                  </a:lnTo>
                  <a:lnTo>
                    <a:pt x="445" y="1231"/>
                  </a:lnTo>
                  <a:lnTo>
                    <a:pt x="304" y="1312"/>
                  </a:lnTo>
                  <a:lnTo>
                    <a:pt x="183" y="1413"/>
                  </a:lnTo>
                  <a:lnTo>
                    <a:pt x="82" y="1554"/>
                  </a:lnTo>
                  <a:lnTo>
                    <a:pt x="41" y="1615"/>
                  </a:lnTo>
                  <a:lnTo>
                    <a:pt x="1" y="1695"/>
                  </a:lnTo>
                  <a:lnTo>
                    <a:pt x="1" y="1776"/>
                  </a:lnTo>
                  <a:lnTo>
                    <a:pt x="1" y="1857"/>
                  </a:lnTo>
                  <a:lnTo>
                    <a:pt x="61" y="2018"/>
                  </a:lnTo>
                  <a:lnTo>
                    <a:pt x="142" y="2180"/>
                  </a:lnTo>
                  <a:lnTo>
                    <a:pt x="283" y="2361"/>
                  </a:lnTo>
                  <a:lnTo>
                    <a:pt x="445" y="2543"/>
                  </a:lnTo>
                  <a:lnTo>
                    <a:pt x="627" y="2725"/>
                  </a:lnTo>
                  <a:lnTo>
                    <a:pt x="849" y="2926"/>
                  </a:lnTo>
                  <a:lnTo>
                    <a:pt x="1333" y="3310"/>
                  </a:lnTo>
                  <a:lnTo>
                    <a:pt x="1878" y="3713"/>
                  </a:lnTo>
                  <a:lnTo>
                    <a:pt x="2443" y="4097"/>
                  </a:lnTo>
                  <a:lnTo>
                    <a:pt x="3532" y="4803"/>
                  </a:lnTo>
                  <a:lnTo>
                    <a:pt x="4077" y="5146"/>
                  </a:lnTo>
                  <a:lnTo>
                    <a:pt x="4420" y="5388"/>
                  </a:lnTo>
                  <a:lnTo>
                    <a:pt x="5672" y="6377"/>
                  </a:lnTo>
                  <a:lnTo>
                    <a:pt x="6963" y="7467"/>
                  </a:lnTo>
                  <a:lnTo>
                    <a:pt x="8315" y="8658"/>
                  </a:lnTo>
                  <a:lnTo>
                    <a:pt x="9748" y="9969"/>
                  </a:lnTo>
                  <a:lnTo>
                    <a:pt x="10999" y="11140"/>
                  </a:lnTo>
                  <a:lnTo>
                    <a:pt x="12230" y="12351"/>
                  </a:lnTo>
                  <a:lnTo>
                    <a:pt x="14631" y="14732"/>
                  </a:lnTo>
                  <a:lnTo>
                    <a:pt x="17154" y="17214"/>
                  </a:lnTo>
                  <a:lnTo>
                    <a:pt x="18445" y="18465"/>
                  </a:lnTo>
                  <a:lnTo>
                    <a:pt x="19737" y="19696"/>
                  </a:lnTo>
                  <a:lnTo>
                    <a:pt x="20564" y="20443"/>
                  </a:lnTo>
                  <a:lnTo>
                    <a:pt x="21372" y="21169"/>
                  </a:lnTo>
                  <a:lnTo>
                    <a:pt x="22138" y="21835"/>
                  </a:lnTo>
                  <a:lnTo>
                    <a:pt x="22885" y="22501"/>
                  </a:lnTo>
                  <a:lnTo>
                    <a:pt x="23632" y="23107"/>
                  </a:lnTo>
                  <a:lnTo>
                    <a:pt x="24358" y="23692"/>
                  </a:lnTo>
                  <a:lnTo>
                    <a:pt x="25085" y="24257"/>
                  </a:lnTo>
                  <a:lnTo>
                    <a:pt x="25811" y="24802"/>
                  </a:lnTo>
                  <a:lnTo>
                    <a:pt x="26336" y="25165"/>
                  </a:lnTo>
                  <a:lnTo>
                    <a:pt x="26598" y="25326"/>
                  </a:lnTo>
                  <a:lnTo>
                    <a:pt x="26881" y="25488"/>
                  </a:lnTo>
                  <a:lnTo>
                    <a:pt x="27183" y="25609"/>
                  </a:lnTo>
                  <a:lnTo>
                    <a:pt x="27466" y="25710"/>
                  </a:lnTo>
                  <a:lnTo>
                    <a:pt x="27769" y="25770"/>
                  </a:lnTo>
                  <a:lnTo>
                    <a:pt x="28051" y="25790"/>
                  </a:lnTo>
                  <a:lnTo>
                    <a:pt x="28293" y="25770"/>
                  </a:lnTo>
                  <a:lnTo>
                    <a:pt x="28536" y="25730"/>
                  </a:lnTo>
                  <a:lnTo>
                    <a:pt x="28677" y="25690"/>
                  </a:lnTo>
                  <a:lnTo>
                    <a:pt x="28838" y="25609"/>
                  </a:lnTo>
                  <a:lnTo>
                    <a:pt x="28979" y="25548"/>
                  </a:lnTo>
                  <a:lnTo>
                    <a:pt x="29141" y="25447"/>
                  </a:lnTo>
                  <a:lnTo>
                    <a:pt x="29282" y="25347"/>
                  </a:lnTo>
                  <a:lnTo>
                    <a:pt x="29423" y="25225"/>
                  </a:lnTo>
                  <a:lnTo>
                    <a:pt x="29706" y="24923"/>
                  </a:lnTo>
                  <a:lnTo>
                    <a:pt x="29908" y="24681"/>
                  </a:lnTo>
                  <a:lnTo>
                    <a:pt x="30089" y="24438"/>
                  </a:lnTo>
                  <a:lnTo>
                    <a:pt x="30231" y="24176"/>
                  </a:lnTo>
                  <a:lnTo>
                    <a:pt x="30372" y="23914"/>
                  </a:lnTo>
                  <a:lnTo>
                    <a:pt x="30493" y="23631"/>
                  </a:lnTo>
                  <a:lnTo>
                    <a:pt x="30594" y="23369"/>
                  </a:lnTo>
                  <a:lnTo>
                    <a:pt x="30695" y="23086"/>
                  </a:lnTo>
                  <a:lnTo>
                    <a:pt x="30755" y="22804"/>
                  </a:lnTo>
                  <a:lnTo>
                    <a:pt x="30816" y="22521"/>
                  </a:lnTo>
                  <a:lnTo>
                    <a:pt x="30876" y="22239"/>
                  </a:lnTo>
                  <a:lnTo>
                    <a:pt x="30937" y="21694"/>
                  </a:lnTo>
                  <a:lnTo>
                    <a:pt x="30957" y="21169"/>
                  </a:lnTo>
                  <a:lnTo>
                    <a:pt x="30957" y="20685"/>
                  </a:lnTo>
                  <a:lnTo>
                    <a:pt x="30937" y="20160"/>
                  </a:lnTo>
                  <a:lnTo>
                    <a:pt x="30897" y="19636"/>
                  </a:lnTo>
                  <a:lnTo>
                    <a:pt x="30816" y="19111"/>
                  </a:lnTo>
                  <a:lnTo>
                    <a:pt x="30735" y="18586"/>
                  </a:lnTo>
                  <a:lnTo>
                    <a:pt x="30533" y="17557"/>
                  </a:lnTo>
                  <a:lnTo>
                    <a:pt x="30311" y="16568"/>
                  </a:lnTo>
                  <a:lnTo>
                    <a:pt x="30029" y="15458"/>
                  </a:lnTo>
                  <a:lnTo>
                    <a:pt x="29746" y="14308"/>
                  </a:lnTo>
                  <a:lnTo>
                    <a:pt x="29403" y="13117"/>
                  </a:lnTo>
                  <a:lnTo>
                    <a:pt x="29040" y="11927"/>
                  </a:lnTo>
                  <a:lnTo>
                    <a:pt x="28636" y="10716"/>
                  </a:lnTo>
                  <a:lnTo>
                    <a:pt x="28192" y="9505"/>
                  </a:lnTo>
                  <a:lnTo>
                    <a:pt x="27950" y="8900"/>
                  </a:lnTo>
                  <a:lnTo>
                    <a:pt x="27688" y="8315"/>
                  </a:lnTo>
                  <a:lnTo>
                    <a:pt x="27405" y="7709"/>
                  </a:lnTo>
                  <a:lnTo>
                    <a:pt x="27123" y="7124"/>
                  </a:lnTo>
                  <a:lnTo>
                    <a:pt x="26780" y="6478"/>
                  </a:lnTo>
                  <a:lnTo>
                    <a:pt x="26437" y="5853"/>
                  </a:lnTo>
                  <a:lnTo>
                    <a:pt x="26074" y="5288"/>
                  </a:lnTo>
                  <a:lnTo>
                    <a:pt x="25730" y="4783"/>
                  </a:lnTo>
                  <a:lnTo>
                    <a:pt x="25367" y="4279"/>
                  </a:lnTo>
                  <a:lnTo>
                    <a:pt x="24984" y="3835"/>
                  </a:lnTo>
                  <a:lnTo>
                    <a:pt x="24600" y="3431"/>
                  </a:lnTo>
                  <a:lnTo>
                    <a:pt x="24197" y="3048"/>
                  </a:lnTo>
                  <a:lnTo>
                    <a:pt x="23672" y="2604"/>
                  </a:lnTo>
                  <a:lnTo>
                    <a:pt x="23127" y="2220"/>
                  </a:lnTo>
                  <a:lnTo>
                    <a:pt x="22522" y="1857"/>
                  </a:lnTo>
                  <a:lnTo>
                    <a:pt x="21896" y="1514"/>
                  </a:lnTo>
                  <a:lnTo>
                    <a:pt x="21251" y="1231"/>
                  </a:lnTo>
                  <a:lnTo>
                    <a:pt x="20544" y="969"/>
                  </a:lnTo>
                  <a:lnTo>
                    <a:pt x="19798" y="727"/>
                  </a:lnTo>
                  <a:lnTo>
                    <a:pt x="19031" y="525"/>
                  </a:lnTo>
                  <a:lnTo>
                    <a:pt x="18405" y="404"/>
                  </a:lnTo>
                  <a:lnTo>
                    <a:pt x="17759" y="303"/>
                  </a:lnTo>
                  <a:lnTo>
                    <a:pt x="17093" y="202"/>
                  </a:lnTo>
                  <a:lnTo>
                    <a:pt x="16387" y="121"/>
                  </a:lnTo>
                  <a:lnTo>
                    <a:pt x="15640" y="61"/>
                  </a:lnTo>
                  <a:lnTo>
                    <a:pt x="14853" y="21"/>
                  </a:lnTo>
                  <a:lnTo>
                    <a:pt x="14046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78" name="Google Shape;978;p13"/>
            <p:cNvSpPr/>
            <p:nvPr/>
          </p:nvSpPr>
          <p:spPr>
            <a:xfrm flipH="1">
              <a:off x="-756203" y="-5057684"/>
              <a:ext cx="1058329" cy="998564"/>
            </a:xfrm>
            <a:custGeom>
              <a:rect b="b" l="l" r="r" t="t"/>
              <a:pathLst>
                <a:path extrusionOk="0" h="17861" w="18930">
                  <a:moveTo>
                    <a:pt x="3431" y="81"/>
                  </a:moveTo>
                  <a:lnTo>
                    <a:pt x="4117" y="102"/>
                  </a:lnTo>
                  <a:lnTo>
                    <a:pt x="4824" y="162"/>
                  </a:lnTo>
                  <a:lnTo>
                    <a:pt x="5510" y="263"/>
                  </a:lnTo>
                  <a:lnTo>
                    <a:pt x="6216" y="404"/>
                  </a:lnTo>
                  <a:lnTo>
                    <a:pt x="6882" y="566"/>
                  </a:lnTo>
                  <a:lnTo>
                    <a:pt x="7568" y="768"/>
                  </a:lnTo>
                  <a:lnTo>
                    <a:pt x="8234" y="1010"/>
                  </a:lnTo>
                  <a:lnTo>
                    <a:pt x="8880" y="1272"/>
                  </a:lnTo>
                  <a:lnTo>
                    <a:pt x="9505" y="1575"/>
                  </a:lnTo>
                  <a:lnTo>
                    <a:pt x="10131" y="1918"/>
                  </a:lnTo>
                  <a:lnTo>
                    <a:pt x="10736" y="2281"/>
                  </a:lnTo>
                  <a:lnTo>
                    <a:pt x="11301" y="2664"/>
                  </a:lnTo>
                  <a:lnTo>
                    <a:pt x="11866" y="3088"/>
                  </a:lnTo>
                  <a:lnTo>
                    <a:pt x="12391" y="3552"/>
                  </a:lnTo>
                  <a:lnTo>
                    <a:pt x="12896" y="4017"/>
                  </a:lnTo>
                  <a:lnTo>
                    <a:pt x="13380" y="4521"/>
                  </a:lnTo>
                  <a:lnTo>
                    <a:pt x="13824" y="5026"/>
                  </a:lnTo>
                  <a:lnTo>
                    <a:pt x="14248" y="5570"/>
                  </a:lnTo>
                  <a:lnTo>
                    <a:pt x="14651" y="6115"/>
                  </a:lnTo>
                  <a:lnTo>
                    <a:pt x="15035" y="6680"/>
                  </a:lnTo>
                  <a:lnTo>
                    <a:pt x="15418" y="7245"/>
                  </a:lnTo>
                  <a:lnTo>
                    <a:pt x="15761" y="7831"/>
                  </a:lnTo>
                  <a:lnTo>
                    <a:pt x="16084" y="8416"/>
                  </a:lnTo>
                  <a:lnTo>
                    <a:pt x="16387" y="9021"/>
                  </a:lnTo>
                  <a:lnTo>
                    <a:pt x="16689" y="9627"/>
                  </a:lnTo>
                  <a:lnTo>
                    <a:pt x="16972" y="10232"/>
                  </a:lnTo>
                  <a:lnTo>
                    <a:pt x="17497" y="11423"/>
                  </a:lnTo>
                  <a:lnTo>
                    <a:pt x="17981" y="12593"/>
                  </a:lnTo>
                  <a:lnTo>
                    <a:pt x="18183" y="13158"/>
                  </a:lnTo>
                  <a:lnTo>
                    <a:pt x="18385" y="13723"/>
                  </a:lnTo>
                  <a:lnTo>
                    <a:pt x="18566" y="14288"/>
                  </a:lnTo>
                  <a:lnTo>
                    <a:pt x="18707" y="14853"/>
                  </a:lnTo>
                  <a:lnTo>
                    <a:pt x="18768" y="15136"/>
                  </a:lnTo>
                  <a:lnTo>
                    <a:pt x="18808" y="15438"/>
                  </a:lnTo>
                  <a:lnTo>
                    <a:pt x="18829" y="15721"/>
                  </a:lnTo>
                  <a:lnTo>
                    <a:pt x="18849" y="16003"/>
                  </a:lnTo>
                  <a:lnTo>
                    <a:pt x="18849" y="16286"/>
                  </a:lnTo>
                  <a:lnTo>
                    <a:pt x="18829" y="16589"/>
                  </a:lnTo>
                  <a:lnTo>
                    <a:pt x="18788" y="16871"/>
                  </a:lnTo>
                  <a:lnTo>
                    <a:pt x="18728" y="17154"/>
                  </a:lnTo>
                  <a:lnTo>
                    <a:pt x="18687" y="17295"/>
                  </a:lnTo>
                  <a:lnTo>
                    <a:pt x="18647" y="17416"/>
                  </a:lnTo>
                  <a:lnTo>
                    <a:pt x="18586" y="17537"/>
                  </a:lnTo>
                  <a:lnTo>
                    <a:pt x="18486" y="17658"/>
                  </a:lnTo>
                  <a:lnTo>
                    <a:pt x="18405" y="17699"/>
                  </a:lnTo>
                  <a:lnTo>
                    <a:pt x="18324" y="17739"/>
                  </a:lnTo>
                  <a:lnTo>
                    <a:pt x="18243" y="17759"/>
                  </a:lnTo>
                  <a:lnTo>
                    <a:pt x="18163" y="17779"/>
                  </a:lnTo>
                  <a:lnTo>
                    <a:pt x="17981" y="17759"/>
                  </a:lnTo>
                  <a:lnTo>
                    <a:pt x="17799" y="17699"/>
                  </a:lnTo>
                  <a:lnTo>
                    <a:pt x="17638" y="17618"/>
                  </a:lnTo>
                  <a:lnTo>
                    <a:pt x="17477" y="17517"/>
                  </a:lnTo>
                  <a:lnTo>
                    <a:pt x="17234" y="17315"/>
                  </a:lnTo>
                  <a:lnTo>
                    <a:pt x="16346" y="16548"/>
                  </a:lnTo>
                  <a:lnTo>
                    <a:pt x="15418" y="15701"/>
                  </a:lnTo>
                  <a:lnTo>
                    <a:pt x="14429" y="14793"/>
                  </a:lnTo>
                  <a:lnTo>
                    <a:pt x="13319" y="13743"/>
                  </a:lnTo>
                  <a:lnTo>
                    <a:pt x="11140" y="11645"/>
                  </a:lnTo>
                  <a:lnTo>
                    <a:pt x="8860" y="9465"/>
                  </a:lnTo>
                  <a:lnTo>
                    <a:pt x="7709" y="8375"/>
                  </a:lnTo>
                  <a:lnTo>
                    <a:pt x="6539" y="7306"/>
                  </a:lnTo>
                  <a:lnTo>
                    <a:pt x="5611" y="6478"/>
                  </a:lnTo>
                  <a:lnTo>
                    <a:pt x="4703" y="5691"/>
                  </a:lnTo>
                  <a:lnTo>
                    <a:pt x="3835" y="4965"/>
                  </a:lnTo>
                  <a:lnTo>
                    <a:pt x="3007" y="4279"/>
                  </a:lnTo>
                  <a:lnTo>
                    <a:pt x="2644" y="4017"/>
                  </a:lnTo>
                  <a:lnTo>
                    <a:pt x="2220" y="3734"/>
                  </a:lnTo>
                  <a:lnTo>
                    <a:pt x="1575" y="3290"/>
                  </a:lnTo>
                  <a:lnTo>
                    <a:pt x="1252" y="3048"/>
                  </a:lnTo>
                  <a:lnTo>
                    <a:pt x="929" y="2806"/>
                  </a:lnTo>
                  <a:lnTo>
                    <a:pt x="667" y="2564"/>
                  </a:lnTo>
                  <a:lnTo>
                    <a:pt x="424" y="2301"/>
                  </a:lnTo>
                  <a:lnTo>
                    <a:pt x="323" y="2160"/>
                  </a:lnTo>
                  <a:lnTo>
                    <a:pt x="243" y="2019"/>
                  </a:lnTo>
                  <a:lnTo>
                    <a:pt x="182" y="1898"/>
                  </a:lnTo>
                  <a:lnTo>
                    <a:pt x="122" y="1756"/>
                  </a:lnTo>
                  <a:lnTo>
                    <a:pt x="81" y="1575"/>
                  </a:lnTo>
                  <a:lnTo>
                    <a:pt x="102" y="1413"/>
                  </a:lnTo>
                  <a:lnTo>
                    <a:pt x="122" y="1232"/>
                  </a:lnTo>
                  <a:lnTo>
                    <a:pt x="202" y="1070"/>
                  </a:lnTo>
                  <a:lnTo>
                    <a:pt x="283" y="909"/>
                  </a:lnTo>
                  <a:lnTo>
                    <a:pt x="384" y="768"/>
                  </a:lnTo>
                  <a:lnTo>
                    <a:pt x="505" y="646"/>
                  </a:lnTo>
                  <a:lnTo>
                    <a:pt x="646" y="546"/>
                  </a:lnTo>
                  <a:lnTo>
                    <a:pt x="808" y="445"/>
                  </a:lnTo>
                  <a:lnTo>
                    <a:pt x="969" y="384"/>
                  </a:lnTo>
                  <a:lnTo>
                    <a:pt x="1131" y="324"/>
                  </a:lnTo>
                  <a:lnTo>
                    <a:pt x="1312" y="263"/>
                  </a:lnTo>
                  <a:lnTo>
                    <a:pt x="1655" y="202"/>
                  </a:lnTo>
                  <a:lnTo>
                    <a:pt x="2019" y="142"/>
                  </a:lnTo>
                  <a:lnTo>
                    <a:pt x="2725" y="102"/>
                  </a:lnTo>
                  <a:lnTo>
                    <a:pt x="3431" y="81"/>
                  </a:lnTo>
                  <a:close/>
                  <a:moveTo>
                    <a:pt x="3431" y="1"/>
                  </a:moveTo>
                  <a:lnTo>
                    <a:pt x="2725" y="21"/>
                  </a:lnTo>
                  <a:lnTo>
                    <a:pt x="2019" y="61"/>
                  </a:lnTo>
                  <a:lnTo>
                    <a:pt x="1655" y="122"/>
                  </a:lnTo>
                  <a:lnTo>
                    <a:pt x="1272" y="182"/>
                  </a:lnTo>
                  <a:lnTo>
                    <a:pt x="1111" y="243"/>
                  </a:lnTo>
                  <a:lnTo>
                    <a:pt x="929" y="303"/>
                  </a:lnTo>
                  <a:lnTo>
                    <a:pt x="767" y="384"/>
                  </a:lnTo>
                  <a:lnTo>
                    <a:pt x="606" y="485"/>
                  </a:lnTo>
                  <a:lnTo>
                    <a:pt x="465" y="586"/>
                  </a:lnTo>
                  <a:lnTo>
                    <a:pt x="323" y="727"/>
                  </a:lnTo>
                  <a:lnTo>
                    <a:pt x="223" y="868"/>
                  </a:lnTo>
                  <a:lnTo>
                    <a:pt x="122" y="1050"/>
                  </a:lnTo>
                  <a:lnTo>
                    <a:pt x="41" y="1211"/>
                  </a:lnTo>
                  <a:lnTo>
                    <a:pt x="21" y="1393"/>
                  </a:lnTo>
                  <a:lnTo>
                    <a:pt x="1" y="1595"/>
                  </a:lnTo>
                  <a:lnTo>
                    <a:pt x="41" y="1777"/>
                  </a:lnTo>
                  <a:lnTo>
                    <a:pt x="102" y="1918"/>
                  </a:lnTo>
                  <a:lnTo>
                    <a:pt x="162" y="2059"/>
                  </a:lnTo>
                  <a:lnTo>
                    <a:pt x="263" y="2200"/>
                  </a:lnTo>
                  <a:lnTo>
                    <a:pt x="364" y="2342"/>
                  </a:lnTo>
                  <a:lnTo>
                    <a:pt x="586" y="2604"/>
                  </a:lnTo>
                  <a:lnTo>
                    <a:pt x="868" y="2866"/>
                  </a:lnTo>
                  <a:lnTo>
                    <a:pt x="1191" y="3108"/>
                  </a:lnTo>
                  <a:lnTo>
                    <a:pt x="1514" y="3351"/>
                  </a:lnTo>
                  <a:lnTo>
                    <a:pt x="2180" y="3795"/>
                  </a:lnTo>
                  <a:lnTo>
                    <a:pt x="2604" y="4077"/>
                  </a:lnTo>
                  <a:lnTo>
                    <a:pt x="2947" y="4339"/>
                  </a:lnTo>
                  <a:lnTo>
                    <a:pt x="3794" y="5026"/>
                  </a:lnTo>
                  <a:lnTo>
                    <a:pt x="4662" y="5752"/>
                  </a:lnTo>
                  <a:lnTo>
                    <a:pt x="5550" y="6539"/>
                  </a:lnTo>
                  <a:lnTo>
                    <a:pt x="6499" y="7366"/>
                  </a:lnTo>
                  <a:lnTo>
                    <a:pt x="7649" y="8436"/>
                  </a:lnTo>
                  <a:lnTo>
                    <a:pt x="8799" y="9526"/>
                  </a:lnTo>
                  <a:lnTo>
                    <a:pt x="11079" y="11705"/>
                  </a:lnTo>
                  <a:lnTo>
                    <a:pt x="13279" y="13804"/>
                  </a:lnTo>
                  <a:lnTo>
                    <a:pt x="14369" y="14853"/>
                  </a:lnTo>
                  <a:lnTo>
                    <a:pt x="15358" y="15761"/>
                  </a:lnTo>
                  <a:lnTo>
                    <a:pt x="16286" y="16609"/>
                  </a:lnTo>
                  <a:lnTo>
                    <a:pt x="17174" y="17376"/>
                  </a:lnTo>
                  <a:lnTo>
                    <a:pt x="17355" y="17537"/>
                  </a:lnTo>
                  <a:lnTo>
                    <a:pt x="17598" y="17678"/>
                  </a:lnTo>
                  <a:lnTo>
                    <a:pt x="17719" y="17739"/>
                  </a:lnTo>
                  <a:lnTo>
                    <a:pt x="17860" y="17800"/>
                  </a:lnTo>
                  <a:lnTo>
                    <a:pt x="18001" y="17840"/>
                  </a:lnTo>
                  <a:lnTo>
                    <a:pt x="18142" y="17860"/>
                  </a:lnTo>
                  <a:lnTo>
                    <a:pt x="18243" y="17840"/>
                  </a:lnTo>
                  <a:lnTo>
                    <a:pt x="18344" y="17820"/>
                  </a:lnTo>
                  <a:lnTo>
                    <a:pt x="18445" y="17779"/>
                  </a:lnTo>
                  <a:lnTo>
                    <a:pt x="18526" y="17719"/>
                  </a:lnTo>
                  <a:lnTo>
                    <a:pt x="18647" y="17598"/>
                  </a:lnTo>
                  <a:lnTo>
                    <a:pt x="18707" y="17456"/>
                  </a:lnTo>
                  <a:lnTo>
                    <a:pt x="18768" y="17315"/>
                  </a:lnTo>
                  <a:lnTo>
                    <a:pt x="18808" y="17174"/>
                  </a:lnTo>
                  <a:lnTo>
                    <a:pt x="18869" y="16891"/>
                  </a:lnTo>
                  <a:lnTo>
                    <a:pt x="18909" y="16589"/>
                  </a:lnTo>
                  <a:lnTo>
                    <a:pt x="18929" y="16306"/>
                  </a:lnTo>
                  <a:lnTo>
                    <a:pt x="18929" y="16003"/>
                  </a:lnTo>
                  <a:lnTo>
                    <a:pt x="18909" y="15721"/>
                  </a:lnTo>
                  <a:lnTo>
                    <a:pt x="18889" y="15418"/>
                  </a:lnTo>
                  <a:lnTo>
                    <a:pt x="18849" y="15136"/>
                  </a:lnTo>
                  <a:lnTo>
                    <a:pt x="18788" y="14853"/>
                  </a:lnTo>
                  <a:lnTo>
                    <a:pt x="18647" y="14268"/>
                  </a:lnTo>
                  <a:lnTo>
                    <a:pt x="18465" y="13703"/>
                  </a:lnTo>
                  <a:lnTo>
                    <a:pt x="18264" y="13138"/>
                  </a:lnTo>
                  <a:lnTo>
                    <a:pt x="18042" y="12573"/>
                  </a:lnTo>
                  <a:lnTo>
                    <a:pt x="17577" y="11382"/>
                  </a:lnTo>
                  <a:lnTo>
                    <a:pt x="17053" y="10192"/>
                  </a:lnTo>
                  <a:lnTo>
                    <a:pt x="16770" y="9586"/>
                  </a:lnTo>
                  <a:lnTo>
                    <a:pt x="16468" y="8981"/>
                  </a:lnTo>
                  <a:lnTo>
                    <a:pt x="16145" y="8375"/>
                  </a:lnTo>
                  <a:lnTo>
                    <a:pt x="15822" y="7790"/>
                  </a:lnTo>
                  <a:lnTo>
                    <a:pt x="15479" y="7205"/>
                  </a:lnTo>
                  <a:lnTo>
                    <a:pt x="15115" y="6620"/>
                  </a:lnTo>
                  <a:lnTo>
                    <a:pt x="14732" y="6055"/>
                  </a:lnTo>
                  <a:lnTo>
                    <a:pt x="14308" y="5510"/>
                  </a:lnTo>
                  <a:lnTo>
                    <a:pt x="13884" y="4965"/>
                  </a:lnTo>
                  <a:lnTo>
                    <a:pt x="13441" y="4460"/>
                  </a:lnTo>
                  <a:lnTo>
                    <a:pt x="12956" y="3956"/>
                  </a:lnTo>
                  <a:lnTo>
                    <a:pt x="12452" y="3492"/>
                  </a:lnTo>
                  <a:lnTo>
                    <a:pt x="11927" y="3028"/>
                  </a:lnTo>
                  <a:lnTo>
                    <a:pt x="11362" y="2604"/>
                  </a:lnTo>
                  <a:lnTo>
                    <a:pt x="10777" y="2200"/>
                  </a:lnTo>
                  <a:lnTo>
                    <a:pt x="10171" y="1837"/>
                  </a:lnTo>
                  <a:lnTo>
                    <a:pt x="9546" y="1494"/>
                  </a:lnTo>
                  <a:lnTo>
                    <a:pt x="8900" y="1191"/>
                  </a:lnTo>
                  <a:lnTo>
                    <a:pt x="8254" y="929"/>
                  </a:lnTo>
                  <a:lnTo>
                    <a:pt x="7588" y="687"/>
                  </a:lnTo>
                  <a:lnTo>
                    <a:pt x="6902" y="485"/>
                  </a:lnTo>
                  <a:lnTo>
                    <a:pt x="6216" y="324"/>
                  </a:lnTo>
                  <a:lnTo>
                    <a:pt x="5530" y="182"/>
                  </a:lnTo>
                  <a:lnTo>
                    <a:pt x="4824" y="81"/>
                  </a:lnTo>
                  <a:lnTo>
                    <a:pt x="4138" y="21"/>
                  </a:lnTo>
                  <a:lnTo>
                    <a:pt x="3431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79" name="Google Shape;979;p13"/>
            <p:cNvSpPr/>
            <p:nvPr/>
          </p:nvSpPr>
          <p:spPr>
            <a:xfrm flipH="1">
              <a:off x="-459496" y="-4947101"/>
              <a:ext cx="453633" cy="455870"/>
            </a:xfrm>
            <a:custGeom>
              <a:rect b="b" l="l" r="r" t="t"/>
              <a:pathLst>
                <a:path extrusionOk="0" h="8154" w="8114">
                  <a:moveTo>
                    <a:pt x="1010" y="81"/>
                  </a:moveTo>
                  <a:lnTo>
                    <a:pt x="1151" y="101"/>
                  </a:lnTo>
                  <a:lnTo>
                    <a:pt x="1413" y="162"/>
                  </a:lnTo>
                  <a:lnTo>
                    <a:pt x="1696" y="263"/>
                  </a:lnTo>
                  <a:lnTo>
                    <a:pt x="1938" y="384"/>
                  </a:lnTo>
                  <a:lnTo>
                    <a:pt x="2200" y="545"/>
                  </a:lnTo>
                  <a:lnTo>
                    <a:pt x="2422" y="707"/>
                  </a:lnTo>
                  <a:lnTo>
                    <a:pt x="2644" y="888"/>
                  </a:lnTo>
                  <a:lnTo>
                    <a:pt x="3108" y="1251"/>
                  </a:lnTo>
                  <a:lnTo>
                    <a:pt x="3552" y="1635"/>
                  </a:lnTo>
                  <a:lnTo>
                    <a:pt x="3976" y="2039"/>
                  </a:lnTo>
                  <a:lnTo>
                    <a:pt x="4400" y="2422"/>
                  </a:lnTo>
                  <a:lnTo>
                    <a:pt x="4783" y="2826"/>
                  </a:lnTo>
                  <a:lnTo>
                    <a:pt x="5167" y="3229"/>
                  </a:lnTo>
                  <a:lnTo>
                    <a:pt x="5530" y="3653"/>
                  </a:lnTo>
                  <a:lnTo>
                    <a:pt x="5873" y="4077"/>
                  </a:lnTo>
                  <a:lnTo>
                    <a:pt x="6196" y="4500"/>
                  </a:lnTo>
                  <a:lnTo>
                    <a:pt x="6499" y="4924"/>
                  </a:lnTo>
                  <a:lnTo>
                    <a:pt x="6781" y="5348"/>
                  </a:lnTo>
                  <a:lnTo>
                    <a:pt x="7064" y="5792"/>
                  </a:lnTo>
                  <a:lnTo>
                    <a:pt x="7306" y="6236"/>
                  </a:lnTo>
                  <a:lnTo>
                    <a:pt x="7548" y="6680"/>
                  </a:lnTo>
                  <a:lnTo>
                    <a:pt x="7770" y="7144"/>
                  </a:lnTo>
                  <a:lnTo>
                    <a:pt x="7972" y="7588"/>
                  </a:lnTo>
                  <a:lnTo>
                    <a:pt x="8012" y="7729"/>
                  </a:lnTo>
                  <a:lnTo>
                    <a:pt x="8032" y="7871"/>
                  </a:lnTo>
                  <a:lnTo>
                    <a:pt x="8032" y="7931"/>
                  </a:lnTo>
                  <a:lnTo>
                    <a:pt x="8012" y="7992"/>
                  </a:lnTo>
                  <a:lnTo>
                    <a:pt x="7972" y="8032"/>
                  </a:lnTo>
                  <a:lnTo>
                    <a:pt x="7932" y="8052"/>
                  </a:lnTo>
                  <a:lnTo>
                    <a:pt x="7851" y="8072"/>
                  </a:lnTo>
                  <a:lnTo>
                    <a:pt x="7790" y="8072"/>
                  </a:lnTo>
                  <a:lnTo>
                    <a:pt x="7649" y="8012"/>
                  </a:lnTo>
                  <a:lnTo>
                    <a:pt x="7346" y="7830"/>
                  </a:lnTo>
                  <a:lnTo>
                    <a:pt x="7084" y="7628"/>
                  </a:lnTo>
                  <a:lnTo>
                    <a:pt x="6822" y="7386"/>
                  </a:lnTo>
                  <a:lnTo>
                    <a:pt x="6559" y="7164"/>
                  </a:lnTo>
                  <a:lnTo>
                    <a:pt x="2523" y="3310"/>
                  </a:lnTo>
                  <a:lnTo>
                    <a:pt x="2180" y="3007"/>
                  </a:lnTo>
                  <a:lnTo>
                    <a:pt x="1514" y="2462"/>
                  </a:lnTo>
                  <a:lnTo>
                    <a:pt x="1151" y="2119"/>
                  </a:lnTo>
                  <a:lnTo>
                    <a:pt x="808" y="1776"/>
                  </a:lnTo>
                  <a:lnTo>
                    <a:pt x="485" y="1413"/>
                  </a:lnTo>
                  <a:lnTo>
                    <a:pt x="364" y="1251"/>
                  </a:lnTo>
                  <a:lnTo>
                    <a:pt x="243" y="1070"/>
                  </a:lnTo>
                  <a:lnTo>
                    <a:pt x="162" y="908"/>
                  </a:lnTo>
                  <a:lnTo>
                    <a:pt x="102" y="767"/>
                  </a:lnTo>
                  <a:lnTo>
                    <a:pt x="81" y="626"/>
                  </a:lnTo>
                  <a:lnTo>
                    <a:pt x="81" y="485"/>
                  </a:lnTo>
                  <a:lnTo>
                    <a:pt x="122" y="424"/>
                  </a:lnTo>
                  <a:lnTo>
                    <a:pt x="142" y="364"/>
                  </a:lnTo>
                  <a:lnTo>
                    <a:pt x="243" y="263"/>
                  </a:lnTo>
                  <a:lnTo>
                    <a:pt x="404" y="182"/>
                  </a:lnTo>
                  <a:lnTo>
                    <a:pt x="606" y="101"/>
                  </a:lnTo>
                  <a:lnTo>
                    <a:pt x="747" y="81"/>
                  </a:lnTo>
                  <a:close/>
                  <a:moveTo>
                    <a:pt x="727" y="0"/>
                  </a:moveTo>
                  <a:lnTo>
                    <a:pt x="586" y="41"/>
                  </a:lnTo>
                  <a:lnTo>
                    <a:pt x="364" y="101"/>
                  </a:lnTo>
                  <a:lnTo>
                    <a:pt x="203" y="202"/>
                  </a:lnTo>
                  <a:lnTo>
                    <a:pt x="122" y="263"/>
                  </a:lnTo>
                  <a:lnTo>
                    <a:pt x="81" y="323"/>
                  </a:lnTo>
                  <a:lnTo>
                    <a:pt x="41" y="384"/>
                  </a:lnTo>
                  <a:lnTo>
                    <a:pt x="21" y="464"/>
                  </a:lnTo>
                  <a:lnTo>
                    <a:pt x="1" y="606"/>
                  </a:lnTo>
                  <a:lnTo>
                    <a:pt x="21" y="767"/>
                  </a:lnTo>
                  <a:lnTo>
                    <a:pt x="81" y="908"/>
                  </a:lnTo>
                  <a:lnTo>
                    <a:pt x="162" y="1090"/>
                  </a:lnTo>
                  <a:lnTo>
                    <a:pt x="263" y="1251"/>
                  </a:lnTo>
                  <a:lnTo>
                    <a:pt x="404" y="1433"/>
                  </a:lnTo>
                  <a:lnTo>
                    <a:pt x="707" y="1796"/>
                  </a:lnTo>
                  <a:lnTo>
                    <a:pt x="1070" y="2139"/>
                  </a:lnTo>
                  <a:lnTo>
                    <a:pt x="1434" y="2482"/>
                  </a:lnTo>
                  <a:lnTo>
                    <a:pt x="2120" y="3088"/>
                  </a:lnTo>
                  <a:lnTo>
                    <a:pt x="2463" y="3370"/>
                  </a:lnTo>
                  <a:lnTo>
                    <a:pt x="6499" y="7225"/>
                  </a:lnTo>
                  <a:lnTo>
                    <a:pt x="6761" y="7467"/>
                  </a:lnTo>
                  <a:lnTo>
                    <a:pt x="7023" y="7689"/>
                  </a:lnTo>
                  <a:lnTo>
                    <a:pt x="7306" y="7911"/>
                  </a:lnTo>
                  <a:lnTo>
                    <a:pt x="7609" y="8093"/>
                  </a:lnTo>
                  <a:lnTo>
                    <a:pt x="7730" y="8133"/>
                  </a:lnTo>
                  <a:lnTo>
                    <a:pt x="7851" y="8153"/>
                  </a:lnTo>
                  <a:lnTo>
                    <a:pt x="7911" y="8153"/>
                  </a:lnTo>
                  <a:lnTo>
                    <a:pt x="7972" y="8133"/>
                  </a:lnTo>
                  <a:lnTo>
                    <a:pt x="8032" y="8093"/>
                  </a:lnTo>
                  <a:lnTo>
                    <a:pt x="8073" y="8032"/>
                  </a:lnTo>
                  <a:lnTo>
                    <a:pt x="8093" y="7971"/>
                  </a:lnTo>
                  <a:lnTo>
                    <a:pt x="8113" y="7891"/>
                  </a:lnTo>
                  <a:lnTo>
                    <a:pt x="8093" y="7729"/>
                  </a:lnTo>
                  <a:lnTo>
                    <a:pt x="8032" y="7568"/>
                  </a:lnTo>
                  <a:lnTo>
                    <a:pt x="7831" y="7104"/>
                  </a:lnTo>
                  <a:lnTo>
                    <a:pt x="7629" y="6640"/>
                  </a:lnTo>
                  <a:lnTo>
                    <a:pt x="7387" y="6196"/>
                  </a:lnTo>
                  <a:lnTo>
                    <a:pt x="7124" y="5752"/>
                  </a:lnTo>
                  <a:lnTo>
                    <a:pt x="6862" y="5308"/>
                  </a:lnTo>
                  <a:lnTo>
                    <a:pt x="6559" y="4884"/>
                  </a:lnTo>
                  <a:lnTo>
                    <a:pt x="6257" y="4440"/>
                  </a:lnTo>
                  <a:lnTo>
                    <a:pt x="5934" y="4016"/>
                  </a:lnTo>
                  <a:lnTo>
                    <a:pt x="5591" y="3592"/>
                  </a:lnTo>
                  <a:lnTo>
                    <a:pt x="5227" y="3189"/>
                  </a:lnTo>
                  <a:lnTo>
                    <a:pt x="4844" y="2785"/>
                  </a:lnTo>
                  <a:lnTo>
                    <a:pt x="4461" y="2382"/>
                  </a:lnTo>
                  <a:lnTo>
                    <a:pt x="4037" y="1978"/>
                  </a:lnTo>
                  <a:lnTo>
                    <a:pt x="3613" y="1574"/>
                  </a:lnTo>
                  <a:lnTo>
                    <a:pt x="3169" y="1191"/>
                  </a:lnTo>
                  <a:lnTo>
                    <a:pt x="2705" y="808"/>
                  </a:lnTo>
                  <a:lnTo>
                    <a:pt x="2463" y="646"/>
                  </a:lnTo>
                  <a:lnTo>
                    <a:pt x="2221" y="464"/>
                  </a:lnTo>
                  <a:lnTo>
                    <a:pt x="1978" y="323"/>
                  </a:lnTo>
                  <a:lnTo>
                    <a:pt x="1716" y="182"/>
                  </a:lnTo>
                  <a:lnTo>
                    <a:pt x="1434" y="81"/>
                  </a:lnTo>
                  <a:lnTo>
                    <a:pt x="1151" y="21"/>
                  </a:lnTo>
                  <a:lnTo>
                    <a:pt x="1010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980" name="Google Shape;980;p13"/>
          <p:cNvGrpSpPr/>
          <p:nvPr/>
        </p:nvGrpSpPr>
        <p:grpSpPr>
          <a:xfrm>
            <a:off x="8716221" y="3079094"/>
            <a:ext cx="1001862" cy="1525380"/>
            <a:chOff x="2060921" y="-3413869"/>
            <a:chExt cx="1001862" cy="1525380"/>
          </a:xfrm>
        </p:grpSpPr>
        <p:sp>
          <p:nvSpPr>
            <p:cNvPr id="981" name="Google Shape;981;p13"/>
            <p:cNvSpPr/>
            <p:nvPr/>
          </p:nvSpPr>
          <p:spPr>
            <a:xfrm flipH="1">
              <a:off x="2060921" y="-3413869"/>
              <a:ext cx="1001862" cy="1525380"/>
            </a:xfrm>
            <a:custGeom>
              <a:rect b="b" l="l" r="r" t="t"/>
              <a:pathLst>
                <a:path extrusionOk="0" h="27284" w="17920">
                  <a:moveTo>
                    <a:pt x="9041" y="81"/>
                  </a:moveTo>
                  <a:lnTo>
                    <a:pt x="9464" y="101"/>
                  </a:lnTo>
                  <a:lnTo>
                    <a:pt x="9888" y="141"/>
                  </a:lnTo>
                  <a:lnTo>
                    <a:pt x="10312" y="222"/>
                  </a:lnTo>
                  <a:lnTo>
                    <a:pt x="10716" y="323"/>
                  </a:lnTo>
                  <a:lnTo>
                    <a:pt x="11139" y="444"/>
                  </a:lnTo>
                  <a:lnTo>
                    <a:pt x="11543" y="605"/>
                  </a:lnTo>
                  <a:lnTo>
                    <a:pt x="11947" y="767"/>
                  </a:lnTo>
                  <a:lnTo>
                    <a:pt x="12350" y="969"/>
                  </a:lnTo>
                  <a:lnTo>
                    <a:pt x="12734" y="1191"/>
                  </a:lnTo>
                  <a:lnTo>
                    <a:pt x="13117" y="1433"/>
                  </a:lnTo>
                  <a:lnTo>
                    <a:pt x="13480" y="1715"/>
                  </a:lnTo>
                  <a:lnTo>
                    <a:pt x="13844" y="1998"/>
                  </a:lnTo>
                  <a:lnTo>
                    <a:pt x="14187" y="2301"/>
                  </a:lnTo>
                  <a:lnTo>
                    <a:pt x="14530" y="2644"/>
                  </a:lnTo>
                  <a:lnTo>
                    <a:pt x="14832" y="2987"/>
                  </a:lnTo>
                  <a:lnTo>
                    <a:pt x="15155" y="3350"/>
                  </a:lnTo>
                  <a:lnTo>
                    <a:pt x="15397" y="3673"/>
                  </a:lnTo>
                  <a:lnTo>
                    <a:pt x="15619" y="4016"/>
                  </a:lnTo>
                  <a:lnTo>
                    <a:pt x="15841" y="4359"/>
                  </a:lnTo>
                  <a:lnTo>
                    <a:pt x="16063" y="4722"/>
                  </a:lnTo>
                  <a:lnTo>
                    <a:pt x="16265" y="5106"/>
                  </a:lnTo>
                  <a:lnTo>
                    <a:pt x="16447" y="5489"/>
                  </a:lnTo>
                  <a:lnTo>
                    <a:pt x="16628" y="5893"/>
                  </a:lnTo>
                  <a:lnTo>
                    <a:pt x="16790" y="6296"/>
                  </a:lnTo>
                  <a:lnTo>
                    <a:pt x="16931" y="6720"/>
                  </a:lnTo>
                  <a:lnTo>
                    <a:pt x="17072" y="7144"/>
                  </a:lnTo>
                  <a:lnTo>
                    <a:pt x="17214" y="7588"/>
                  </a:lnTo>
                  <a:lnTo>
                    <a:pt x="17315" y="8052"/>
                  </a:lnTo>
                  <a:lnTo>
                    <a:pt x="17436" y="8516"/>
                  </a:lnTo>
                  <a:lnTo>
                    <a:pt x="17516" y="8980"/>
                  </a:lnTo>
                  <a:lnTo>
                    <a:pt x="17597" y="9485"/>
                  </a:lnTo>
                  <a:lnTo>
                    <a:pt x="17678" y="9969"/>
                  </a:lnTo>
                  <a:lnTo>
                    <a:pt x="17738" y="10514"/>
                  </a:lnTo>
                  <a:lnTo>
                    <a:pt x="17779" y="11079"/>
                  </a:lnTo>
                  <a:lnTo>
                    <a:pt x="17819" y="11624"/>
                  </a:lnTo>
                  <a:lnTo>
                    <a:pt x="17839" y="12189"/>
                  </a:lnTo>
                  <a:lnTo>
                    <a:pt x="17839" y="12774"/>
                  </a:lnTo>
                  <a:lnTo>
                    <a:pt x="17819" y="13339"/>
                  </a:lnTo>
                  <a:lnTo>
                    <a:pt x="17799" y="13924"/>
                  </a:lnTo>
                  <a:lnTo>
                    <a:pt x="17758" y="14510"/>
                  </a:lnTo>
                  <a:lnTo>
                    <a:pt x="17718" y="15115"/>
                  </a:lnTo>
                  <a:lnTo>
                    <a:pt x="17637" y="15720"/>
                  </a:lnTo>
                  <a:lnTo>
                    <a:pt x="17557" y="16326"/>
                  </a:lnTo>
                  <a:lnTo>
                    <a:pt x="17456" y="16951"/>
                  </a:lnTo>
                  <a:lnTo>
                    <a:pt x="17355" y="17577"/>
                  </a:lnTo>
                  <a:lnTo>
                    <a:pt x="17234" y="18202"/>
                  </a:lnTo>
                  <a:lnTo>
                    <a:pt x="17093" y="18848"/>
                  </a:lnTo>
                  <a:lnTo>
                    <a:pt x="16931" y="19514"/>
                  </a:lnTo>
                  <a:lnTo>
                    <a:pt x="16709" y="20362"/>
                  </a:lnTo>
                  <a:lnTo>
                    <a:pt x="16447" y="21230"/>
                  </a:lnTo>
                  <a:lnTo>
                    <a:pt x="16285" y="21673"/>
                  </a:lnTo>
                  <a:lnTo>
                    <a:pt x="16124" y="22117"/>
                  </a:lnTo>
                  <a:lnTo>
                    <a:pt x="15942" y="22561"/>
                  </a:lnTo>
                  <a:lnTo>
                    <a:pt x="15740" y="23005"/>
                  </a:lnTo>
                  <a:lnTo>
                    <a:pt x="15518" y="23429"/>
                  </a:lnTo>
                  <a:lnTo>
                    <a:pt x="15276" y="23873"/>
                  </a:lnTo>
                  <a:lnTo>
                    <a:pt x="15014" y="24277"/>
                  </a:lnTo>
                  <a:lnTo>
                    <a:pt x="14731" y="24680"/>
                  </a:lnTo>
                  <a:lnTo>
                    <a:pt x="14429" y="25064"/>
                  </a:lnTo>
                  <a:lnTo>
                    <a:pt x="14106" y="25427"/>
                  </a:lnTo>
                  <a:lnTo>
                    <a:pt x="13743" y="25770"/>
                  </a:lnTo>
                  <a:lnTo>
                    <a:pt x="13359" y="26093"/>
                  </a:lnTo>
                  <a:lnTo>
                    <a:pt x="13077" y="26295"/>
                  </a:lnTo>
                  <a:lnTo>
                    <a:pt x="12774" y="26476"/>
                  </a:lnTo>
                  <a:lnTo>
                    <a:pt x="12491" y="26658"/>
                  </a:lnTo>
                  <a:lnTo>
                    <a:pt x="12209" y="26799"/>
                  </a:lnTo>
                  <a:lnTo>
                    <a:pt x="11906" y="26920"/>
                  </a:lnTo>
                  <a:lnTo>
                    <a:pt x="11624" y="27021"/>
                  </a:lnTo>
                  <a:lnTo>
                    <a:pt x="11321" y="27102"/>
                  </a:lnTo>
                  <a:lnTo>
                    <a:pt x="11018" y="27162"/>
                  </a:lnTo>
                  <a:lnTo>
                    <a:pt x="10716" y="27203"/>
                  </a:lnTo>
                  <a:lnTo>
                    <a:pt x="10110" y="27203"/>
                  </a:lnTo>
                  <a:lnTo>
                    <a:pt x="9808" y="27183"/>
                  </a:lnTo>
                  <a:lnTo>
                    <a:pt x="9485" y="27142"/>
                  </a:lnTo>
                  <a:lnTo>
                    <a:pt x="9182" y="27062"/>
                  </a:lnTo>
                  <a:lnTo>
                    <a:pt x="8859" y="26981"/>
                  </a:lnTo>
                  <a:lnTo>
                    <a:pt x="8556" y="26860"/>
                  </a:lnTo>
                  <a:lnTo>
                    <a:pt x="8234" y="26739"/>
                  </a:lnTo>
                  <a:lnTo>
                    <a:pt x="7931" y="26577"/>
                  </a:lnTo>
                  <a:lnTo>
                    <a:pt x="7628" y="26416"/>
                  </a:lnTo>
                  <a:lnTo>
                    <a:pt x="7346" y="26234"/>
                  </a:lnTo>
                  <a:lnTo>
                    <a:pt x="7063" y="26053"/>
                  </a:lnTo>
                  <a:lnTo>
                    <a:pt x="6781" y="25851"/>
                  </a:lnTo>
                  <a:lnTo>
                    <a:pt x="6256" y="25427"/>
                  </a:lnTo>
                  <a:lnTo>
                    <a:pt x="5772" y="24983"/>
                  </a:lnTo>
                  <a:lnTo>
                    <a:pt x="5328" y="24539"/>
                  </a:lnTo>
                  <a:lnTo>
                    <a:pt x="4944" y="24095"/>
                  </a:lnTo>
                  <a:lnTo>
                    <a:pt x="4581" y="23671"/>
                  </a:lnTo>
                  <a:lnTo>
                    <a:pt x="4238" y="23227"/>
                  </a:lnTo>
                  <a:lnTo>
                    <a:pt x="3895" y="22763"/>
                  </a:lnTo>
                  <a:lnTo>
                    <a:pt x="3572" y="22279"/>
                  </a:lnTo>
                  <a:lnTo>
                    <a:pt x="3249" y="21815"/>
                  </a:lnTo>
                  <a:lnTo>
                    <a:pt x="2967" y="21330"/>
                  </a:lnTo>
                  <a:lnTo>
                    <a:pt x="2664" y="20826"/>
                  </a:lnTo>
                  <a:lnTo>
                    <a:pt x="2401" y="20342"/>
                  </a:lnTo>
                  <a:lnTo>
                    <a:pt x="2139" y="19837"/>
                  </a:lnTo>
                  <a:lnTo>
                    <a:pt x="1897" y="19333"/>
                  </a:lnTo>
                  <a:lnTo>
                    <a:pt x="1675" y="18808"/>
                  </a:lnTo>
                  <a:lnTo>
                    <a:pt x="1453" y="18303"/>
                  </a:lnTo>
                  <a:lnTo>
                    <a:pt x="1251" y="17779"/>
                  </a:lnTo>
                  <a:lnTo>
                    <a:pt x="1070" y="17254"/>
                  </a:lnTo>
                  <a:lnTo>
                    <a:pt x="888" y="16729"/>
                  </a:lnTo>
                  <a:lnTo>
                    <a:pt x="727" y="16205"/>
                  </a:lnTo>
                  <a:lnTo>
                    <a:pt x="585" y="15680"/>
                  </a:lnTo>
                  <a:lnTo>
                    <a:pt x="464" y="15095"/>
                  </a:lnTo>
                  <a:lnTo>
                    <a:pt x="343" y="14530"/>
                  </a:lnTo>
                  <a:lnTo>
                    <a:pt x="262" y="13965"/>
                  </a:lnTo>
                  <a:lnTo>
                    <a:pt x="182" y="13400"/>
                  </a:lnTo>
                  <a:lnTo>
                    <a:pt x="121" y="12835"/>
                  </a:lnTo>
                  <a:lnTo>
                    <a:pt x="101" y="12270"/>
                  </a:lnTo>
                  <a:lnTo>
                    <a:pt x="81" y="11725"/>
                  </a:lnTo>
                  <a:lnTo>
                    <a:pt x="81" y="11160"/>
                  </a:lnTo>
                  <a:lnTo>
                    <a:pt x="101" y="10615"/>
                  </a:lnTo>
                  <a:lnTo>
                    <a:pt x="141" y="10070"/>
                  </a:lnTo>
                  <a:lnTo>
                    <a:pt x="202" y="9525"/>
                  </a:lnTo>
                  <a:lnTo>
                    <a:pt x="283" y="9000"/>
                  </a:lnTo>
                  <a:lnTo>
                    <a:pt x="383" y="8476"/>
                  </a:lnTo>
                  <a:lnTo>
                    <a:pt x="505" y="7951"/>
                  </a:lnTo>
                  <a:lnTo>
                    <a:pt x="646" y="7447"/>
                  </a:lnTo>
                  <a:lnTo>
                    <a:pt x="787" y="6942"/>
                  </a:lnTo>
                  <a:lnTo>
                    <a:pt x="1049" y="6236"/>
                  </a:lnTo>
                  <a:lnTo>
                    <a:pt x="1352" y="5570"/>
                  </a:lnTo>
                  <a:lnTo>
                    <a:pt x="1695" y="4924"/>
                  </a:lnTo>
                  <a:lnTo>
                    <a:pt x="2079" y="4298"/>
                  </a:lnTo>
                  <a:lnTo>
                    <a:pt x="2482" y="3693"/>
                  </a:lnTo>
                  <a:lnTo>
                    <a:pt x="2946" y="3128"/>
                  </a:lnTo>
                  <a:lnTo>
                    <a:pt x="3188" y="2866"/>
                  </a:lnTo>
                  <a:lnTo>
                    <a:pt x="3431" y="2603"/>
                  </a:lnTo>
                  <a:lnTo>
                    <a:pt x="3673" y="2361"/>
                  </a:lnTo>
                  <a:lnTo>
                    <a:pt x="3935" y="2119"/>
                  </a:lnTo>
                  <a:lnTo>
                    <a:pt x="4218" y="1877"/>
                  </a:lnTo>
                  <a:lnTo>
                    <a:pt x="4520" y="1655"/>
                  </a:lnTo>
                  <a:lnTo>
                    <a:pt x="4803" y="1433"/>
                  </a:lnTo>
                  <a:lnTo>
                    <a:pt x="5106" y="1231"/>
                  </a:lnTo>
                  <a:lnTo>
                    <a:pt x="5408" y="1049"/>
                  </a:lnTo>
                  <a:lnTo>
                    <a:pt x="5731" y="888"/>
                  </a:lnTo>
                  <a:lnTo>
                    <a:pt x="6034" y="727"/>
                  </a:lnTo>
                  <a:lnTo>
                    <a:pt x="6337" y="605"/>
                  </a:lnTo>
                  <a:lnTo>
                    <a:pt x="6659" y="484"/>
                  </a:lnTo>
                  <a:lnTo>
                    <a:pt x="6982" y="363"/>
                  </a:lnTo>
                  <a:lnTo>
                    <a:pt x="7305" y="283"/>
                  </a:lnTo>
                  <a:lnTo>
                    <a:pt x="7628" y="202"/>
                  </a:lnTo>
                  <a:lnTo>
                    <a:pt x="7951" y="162"/>
                  </a:lnTo>
                  <a:lnTo>
                    <a:pt x="8274" y="121"/>
                  </a:lnTo>
                  <a:lnTo>
                    <a:pt x="8597" y="81"/>
                  </a:lnTo>
                  <a:close/>
                  <a:moveTo>
                    <a:pt x="8698" y="0"/>
                  </a:moveTo>
                  <a:lnTo>
                    <a:pt x="8355" y="20"/>
                  </a:lnTo>
                  <a:lnTo>
                    <a:pt x="8032" y="61"/>
                  </a:lnTo>
                  <a:lnTo>
                    <a:pt x="7689" y="121"/>
                  </a:lnTo>
                  <a:lnTo>
                    <a:pt x="7366" y="182"/>
                  </a:lnTo>
                  <a:lnTo>
                    <a:pt x="7023" y="283"/>
                  </a:lnTo>
                  <a:lnTo>
                    <a:pt x="6700" y="383"/>
                  </a:lnTo>
                  <a:lnTo>
                    <a:pt x="6377" y="505"/>
                  </a:lnTo>
                  <a:lnTo>
                    <a:pt x="6054" y="646"/>
                  </a:lnTo>
                  <a:lnTo>
                    <a:pt x="5731" y="787"/>
                  </a:lnTo>
                  <a:lnTo>
                    <a:pt x="5408" y="969"/>
                  </a:lnTo>
                  <a:lnTo>
                    <a:pt x="5085" y="1150"/>
                  </a:lnTo>
                  <a:lnTo>
                    <a:pt x="4783" y="1352"/>
                  </a:lnTo>
                  <a:lnTo>
                    <a:pt x="4480" y="1574"/>
                  </a:lnTo>
                  <a:lnTo>
                    <a:pt x="4177" y="1816"/>
                  </a:lnTo>
                  <a:lnTo>
                    <a:pt x="3895" y="2058"/>
                  </a:lnTo>
                  <a:lnTo>
                    <a:pt x="3632" y="2301"/>
                  </a:lnTo>
                  <a:lnTo>
                    <a:pt x="3370" y="2543"/>
                  </a:lnTo>
                  <a:lnTo>
                    <a:pt x="3128" y="2805"/>
                  </a:lnTo>
                  <a:lnTo>
                    <a:pt x="2886" y="3088"/>
                  </a:lnTo>
                  <a:lnTo>
                    <a:pt x="2422" y="3653"/>
                  </a:lnTo>
                  <a:lnTo>
                    <a:pt x="1998" y="4258"/>
                  </a:lnTo>
                  <a:lnTo>
                    <a:pt x="1614" y="4884"/>
                  </a:lnTo>
                  <a:lnTo>
                    <a:pt x="1271" y="5529"/>
                  </a:lnTo>
                  <a:lnTo>
                    <a:pt x="969" y="6216"/>
                  </a:lnTo>
                  <a:lnTo>
                    <a:pt x="848" y="6559"/>
                  </a:lnTo>
                  <a:lnTo>
                    <a:pt x="727" y="6902"/>
                  </a:lnTo>
                  <a:lnTo>
                    <a:pt x="565" y="7406"/>
                  </a:lnTo>
                  <a:lnTo>
                    <a:pt x="424" y="7931"/>
                  </a:lnTo>
                  <a:lnTo>
                    <a:pt x="303" y="8456"/>
                  </a:lnTo>
                  <a:lnTo>
                    <a:pt x="202" y="8980"/>
                  </a:lnTo>
                  <a:lnTo>
                    <a:pt x="121" y="9525"/>
                  </a:lnTo>
                  <a:lnTo>
                    <a:pt x="61" y="10070"/>
                  </a:lnTo>
                  <a:lnTo>
                    <a:pt x="20" y="10615"/>
                  </a:lnTo>
                  <a:lnTo>
                    <a:pt x="0" y="11160"/>
                  </a:lnTo>
                  <a:lnTo>
                    <a:pt x="0" y="11725"/>
                  </a:lnTo>
                  <a:lnTo>
                    <a:pt x="20" y="12270"/>
                  </a:lnTo>
                  <a:lnTo>
                    <a:pt x="40" y="12835"/>
                  </a:lnTo>
                  <a:lnTo>
                    <a:pt x="101" y="13400"/>
                  </a:lnTo>
                  <a:lnTo>
                    <a:pt x="182" y="13965"/>
                  </a:lnTo>
                  <a:lnTo>
                    <a:pt x="262" y="14550"/>
                  </a:lnTo>
                  <a:lnTo>
                    <a:pt x="383" y="15115"/>
                  </a:lnTo>
                  <a:lnTo>
                    <a:pt x="525" y="15700"/>
                  </a:lnTo>
                  <a:lnTo>
                    <a:pt x="666" y="16225"/>
                  </a:lnTo>
                  <a:lnTo>
                    <a:pt x="807" y="16750"/>
                  </a:lnTo>
                  <a:lnTo>
                    <a:pt x="989" y="17274"/>
                  </a:lnTo>
                  <a:lnTo>
                    <a:pt x="1170" y="17799"/>
                  </a:lnTo>
                  <a:lnTo>
                    <a:pt x="1372" y="18324"/>
                  </a:lnTo>
                  <a:lnTo>
                    <a:pt x="1594" y="18848"/>
                  </a:lnTo>
                  <a:lnTo>
                    <a:pt x="1816" y="19353"/>
                  </a:lnTo>
                  <a:lnTo>
                    <a:pt x="2058" y="19877"/>
                  </a:lnTo>
                  <a:lnTo>
                    <a:pt x="2321" y="20382"/>
                  </a:lnTo>
                  <a:lnTo>
                    <a:pt x="2603" y="20866"/>
                  </a:lnTo>
                  <a:lnTo>
                    <a:pt x="2886" y="21371"/>
                  </a:lnTo>
                  <a:lnTo>
                    <a:pt x="3188" y="21855"/>
                  </a:lnTo>
                  <a:lnTo>
                    <a:pt x="3511" y="22339"/>
                  </a:lnTo>
                  <a:lnTo>
                    <a:pt x="3834" y="22804"/>
                  </a:lnTo>
                  <a:lnTo>
                    <a:pt x="4177" y="23268"/>
                  </a:lnTo>
                  <a:lnTo>
                    <a:pt x="4520" y="23732"/>
                  </a:lnTo>
                  <a:lnTo>
                    <a:pt x="4964" y="24236"/>
                  </a:lnTo>
                  <a:lnTo>
                    <a:pt x="5206" y="24519"/>
                  </a:lnTo>
                  <a:lnTo>
                    <a:pt x="5489" y="24822"/>
                  </a:lnTo>
                  <a:lnTo>
                    <a:pt x="5792" y="25104"/>
                  </a:lnTo>
                  <a:lnTo>
                    <a:pt x="6115" y="25407"/>
                  </a:lnTo>
                  <a:lnTo>
                    <a:pt x="6458" y="25689"/>
                  </a:lnTo>
                  <a:lnTo>
                    <a:pt x="6821" y="25972"/>
                  </a:lnTo>
                  <a:lnTo>
                    <a:pt x="7204" y="26254"/>
                  </a:lnTo>
                  <a:lnTo>
                    <a:pt x="7608" y="26497"/>
                  </a:lnTo>
                  <a:lnTo>
                    <a:pt x="8032" y="26718"/>
                  </a:lnTo>
                  <a:lnTo>
                    <a:pt x="8455" y="26900"/>
                  </a:lnTo>
                  <a:lnTo>
                    <a:pt x="8920" y="27062"/>
                  </a:lnTo>
                  <a:lnTo>
                    <a:pt x="9364" y="27183"/>
                  </a:lnTo>
                  <a:lnTo>
                    <a:pt x="9606" y="27223"/>
                  </a:lnTo>
                  <a:lnTo>
                    <a:pt x="9848" y="27263"/>
                  </a:lnTo>
                  <a:lnTo>
                    <a:pt x="10090" y="27284"/>
                  </a:lnTo>
                  <a:lnTo>
                    <a:pt x="10695" y="27284"/>
                  </a:lnTo>
                  <a:lnTo>
                    <a:pt x="11079" y="27223"/>
                  </a:lnTo>
                  <a:lnTo>
                    <a:pt x="11462" y="27142"/>
                  </a:lnTo>
                  <a:lnTo>
                    <a:pt x="11846" y="27021"/>
                  </a:lnTo>
                  <a:lnTo>
                    <a:pt x="12229" y="26880"/>
                  </a:lnTo>
                  <a:lnTo>
                    <a:pt x="12613" y="26678"/>
                  </a:lnTo>
                  <a:lnTo>
                    <a:pt x="12996" y="26436"/>
                  </a:lnTo>
                  <a:lnTo>
                    <a:pt x="13400" y="26153"/>
                  </a:lnTo>
                  <a:lnTo>
                    <a:pt x="13783" y="25831"/>
                  </a:lnTo>
                  <a:lnTo>
                    <a:pt x="14146" y="25488"/>
                  </a:lnTo>
                  <a:lnTo>
                    <a:pt x="14489" y="25124"/>
                  </a:lnTo>
                  <a:lnTo>
                    <a:pt x="14792" y="24721"/>
                  </a:lnTo>
                  <a:lnTo>
                    <a:pt x="15095" y="24317"/>
                  </a:lnTo>
                  <a:lnTo>
                    <a:pt x="15357" y="23913"/>
                  </a:lnTo>
                  <a:lnTo>
                    <a:pt x="15599" y="23490"/>
                  </a:lnTo>
                  <a:lnTo>
                    <a:pt x="15821" y="23046"/>
                  </a:lnTo>
                  <a:lnTo>
                    <a:pt x="16023" y="22602"/>
                  </a:lnTo>
                  <a:lnTo>
                    <a:pt x="16205" y="22158"/>
                  </a:lnTo>
                  <a:lnTo>
                    <a:pt x="16366" y="21714"/>
                  </a:lnTo>
                  <a:lnTo>
                    <a:pt x="16527" y="21270"/>
                  </a:lnTo>
                  <a:lnTo>
                    <a:pt x="16790" y="20382"/>
                  </a:lnTo>
                  <a:lnTo>
                    <a:pt x="17012" y="19534"/>
                  </a:lnTo>
                  <a:lnTo>
                    <a:pt x="17173" y="18868"/>
                  </a:lnTo>
                  <a:lnTo>
                    <a:pt x="17315" y="18223"/>
                  </a:lnTo>
                  <a:lnTo>
                    <a:pt x="17436" y="17597"/>
                  </a:lnTo>
                  <a:lnTo>
                    <a:pt x="17537" y="16951"/>
                  </a:lnTo>
                  <a:lnTo>
                    <a:pt x="17637" y="16346"/>
                  </a:lnTo>
                  <a:lnTo>
                    <a:pt x="17718" y="15720"/>
                  </a:lnTo>
                  <a:lnTo>
                    <a:pt x="17799" y="15115"/>
                  </a:lnTo>
                  <a:lnTo>
                    <a:pt x="17839" y="14530"/>
                  </a:lnTo>
                  <a:lnTo>
                    <a:pt x="17880" y="13924"/>
                  </a:lnTo>
                  <a:lnTo>
                    <a:pt x="17900" y="13339"/>
                  </a:lnTo>
                  <a:lnTo>
                    <a:pt x="17920" y="12774"/>
                  </a:lnTo>
                  <a:lnTo>
                    <a:pt x="17920" y="12189"/>
                  </a:lnTo>
                  <a:lnTo>
                    <a:pt x="17900" y="11624"/>
                  </a:lnTo>
                  <a:lnTo>
                    <a:pt x="17859" y="11059"/>
                  </a:lnTo>
                  <a:lnTo>
                    <a:pt x="17819" y="10514"/>
                  </a:lnTo>
                  <a:lnTo>
                    <a:pt x="17758" y="9969"/>
                  </a:lnTo>
                  <a:lnTo>
                    <a:pt x="17678" y="9465"/>
                  </a:lnTo>
                  <a:lnTo>
                    <a:pt x="17597" y="8980"/>
                  </a:lnTo>
                  <a:lnTo>
                    <a:pt x="17516" y="8496"/>
                  </a:lnTo>
                  <a:lnTo>
                    <a:pt x="17395" y="8032"/>
                  </a:lnTo>
                  <a:lnTo>
                    <a:pt x="17294" y="7568"/>
                  </a:lnTo>
                  <a:lnTo>
                    <a:pt x="17153" y="7124"/>
                  </a:lnTo>
                  <a:lnTo>
                    <a:pt x="17012" y="6700"/>
                  </a:lnTo>
                  <a:lnTo>
                    <a:pt x="16850" y="6276"/>
                  </a:lnTo>
                  <a:lnTo>
                    <a:pt x="16689" y="5852"/>
                  </a:lnTo>
                  <a:lnTo>
                    <a:pt x="16507" y="5449"/>
                  </a:lnTo>
                  <a:lnTo>
                    <a:pt x="16326" y="5065"/>
                  </a:lnTo>
                  <a:lnTo>
                    <a:pt x="16124" y="4682"/>
                  </a:lnTo>
                  <a:lnTo>
                    <a:pt x="15922" y="4319"/>
                  </a:lnTo>
                  <a:lnTo>
                    <a:pt x="15700" y="3976"/>
                  </a:lnTo>
                  <a:lnTo>
                    <a:pt x="15458" y="3632"/>
                  </a:lnTo>
                  <a:lnTo>
                    <a:pt x="15216" y="3310"/>
                  </a:lnTo>
                  <a:lnTo>
                    <a:pt x="14913" y="2926"/>
                  </a:lnTo>
                  <a:lnTo>
                    <a:pt x="14590" y="2583"/>
                  </a:lnTo>
                  <a:lnTo>
                    <a:pt x="14247" y="2240"/>
                  </a:lnTo>
                  <a:lnTo>
                    <a:pt x="13904" y="1937"/>
                  </a:lnTo>
                  <a:lnTo>
                    <a:pt x="13541" y="1635"/>
                  </a:lnTo>
                  <a:lnTo>
                    <a:pt x="13157" y="1372"/>
                  </a:lnTo>
                  <a:lnTo>
                    <a:pt x="12774" y="1130"/>
                  </a:lnTo>
                  <a:lnTo>
                    <a:pt x="12391" y="908"/>
                  </a:lnTo>
                  <a:lnTo>
                    <a:pt x="11987" y="706"/>
                  </a:lnTo>
                  <a:lnTo>
                    <a:pt x="11583" y="525"/>
                  </a:lnTo>
                  <a:lnTo>
                    <a:pt x="11160" y="363"/>
                  </a:lnTo>
                  <a:lnTo>
                    <a:pt x="10736" y="242"/>
                  </a:lnTo>
                  <a:lnTo>
                    <a:pt x="10312" y="141"/>
                  </a:lnTo>
                  <a:lnTo>
                    <a:pt x="9888" y="61"/>
                  </a:lnTo>
                  <a:lnTo>
                    <a:pt x="9464" y="20"/>
                  </a:lnTo>
                  <a:lnTo>
                    <a:pt x="9041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82" name="Google Shape;982;p13"/>
            <p:cNvSpPr/>
            <p:nvPr/>
          </p:nvSpPr>
          <p:spPr>
            <a:xfrm flipH="1">
              <a:off x="2209809" y="-3290930"/>
              <a:ext cx="560808" cy="1296383"/>
            </a:xfrm>
            <a:custGeom>
              <a:rect b="b" l="l" r="r" t="t"/>
              <a:pathLst>
                <a:path extrusionOk="0" h="23188" w="10031">
                  <a:moveTo>
                    <a:pt x="4703" y="61"/>
                  </a:moveTo>
                  <a:lnTo>
                    <a:pt x="4985" y="81"/>
                  </a:lnTo>
                  <a:lnTo>
                    <a:pt x="5268" y="122"/>
                  </a:lnTo>
                  <a:lnTo>
                    <a:pt x="5550" y="202"/>
                  </a:lnTo>
                  <a:lnTo>
                    <a:pt x="5833" y="303"/>
                  </a:lnTo>
                  <a:lnTo>
                    <a:pt x="6075" y="424"/>
                  </a:lnTo>
                  <a:lnTo>
                    <a:pt x="6297" y="566"/>
                  </a:lnTo>
                  <a:lnTo>
                    <a:pt x="6519" y="707"/>
                  </a:lnTo>
                  <a:lnTo>
                    <a:pt x="6741" y="868"/>
                  </a:lnTo>
                  <a:lnTo>
                    <a:pt x="6963" y="1070"/>
                  </a:lnTo>
                  <a:lnTo>
                    <a:pt x="7165" y="1272"/>
                  </a:lnTo>
                  <a:lnTo>
                    <a:pt x="7366" y="1494"/>
                  </a:lnTo>
                  <a:lnTo>
                    <a:pt x="7548" y="1736"/>
                  </a:lnTo>
                  <a:lnTo>
                    <a:pt x="7730" y="1999"/>
                  </a:lnTo>
                  <a:lnTo>
                    <a:pt x="7911" y="2281"/>
                  </a:lnTo>
                  <a:lnTo>
                    <a:pt x="8073" y="2584"/>
                  </a:lnTo>
                  <a:lnTo>
                    <a:pt x="8234" y="2907"/>
                  </a:lnTo>
                  <a:lnTo>
                    <a:pt x="8396" y="3230"/>
                  </a:lnTo>
                  <a:lnTo>
                    <a:pt x="8537" y="3593"/>
                  </a:lnTo>
                  <a:lnTo>
                    <a:pt x="8678" y="3976"/>
                  </a:lnTo>
                  <a:lnTo>
                    <a:pt x="8819" y="4380"/>
                  </a:lnTo>
                  <a:lnTo>
                    <a:pt x="9082" y="5207"/>
                  </a:lnTo>
                  <a:lnTo>
                    <a:pt x="9304" y="6075"/>
                  </a:lnTo>
                  <a:lnTo>
                    <a:pt x="9505" y="6922"/>
                  </a:lnTo>
                  <a:lnTo>
                    <a:pt x="9647" y="7790"/>
                  </a:lnTo>
                  <a:lnTo>
                    <a:pt x="9788" y="8678"/>
                  </a:lnTo>
                  <a:lnTo>
                    <a:pt x="9869" y="9546"/>
                  </a:lnTo>
                  <a:lnTo>
                    <a:pt x="9929" y="10434"/>
                  </a:lnTo>
                  <a:lnTo>
                    <a:pt x="9949" y="11302"/>
                  </a:lnTo>
                  <a:lnTo>
                    <a:pt x="9949" y="12189"/>
                  </a:lnTo>
                  <a:lnTo>
                    <a:pt x="9909" y="13077"/>
                  </a:lnTo>
                  <a:lnTo>
                    <a:pt x="9828" y="13945"/>
                  </a:lnTo>
                  <a:lnTo>
                    <a:pt x="9727" y="14833"/>
                  </a:lnTo>
                  <a:lnTo>
                    <a:pt x="9586" y="15701"/>
                  </a:lnTo>
                  <a:lnTo>
                    <a:pt x="9405" y="16569"/>
                  </a:lnTo>
                  <a:lnTo>
                    <a:pt x="9203" y="17416"/>
                  </a:lnTo>
                  <a:lnTo>
                    <a:pt x="8961" y="18264"/>
                  </a:lnTo>
                  <a:lnTo>
                    <a:pt x="8799" y="18768"/>
                  </a:lnTo>
                  <a:lnTo>
                    <a:pt x="8618" y="19293"/>
                  </a:lnTo>
                  <a:lnTo>
                    <a:pt x="8396" y="19838"/>
                  </a:lnTo>
                  <a:lnTo>
                    <a:pt x="8133" y="20362"/>
                  </a:lnTo>
                  <a:lnTo>
                    <a:pt x="7992" y="20625"/>
                  </a:lnTo>
                  <a:lnTo>
                    <a:pt x="7831" y="20867"/>
                  </a:lnTo>
                  <a:lnTo>
                    <a:pt x="7669" y="21129"/>
                  </a:lnTo>
                  <a:lnTo>
                    <a:pt x="7487" y="21371"/>
                  </a:lnTo>
                  <a:lnTo>
                    <a:pt x="7286" y="21593"/>
                  </a:lnTo>
                  <a:lnTo>
                    <a:pt x="7084" y="21815"/>
                  </a:lnTo>
                  <a:lnTo>
                    <a:pt x="6862" y="22037"/>
                  </a:lnTo>
                  <a:lnTo>
                    <a:pt x="6620" y="22239"/>
                  </a:lnTo>
                  <a:lnTo>
                    <a:pt x="6398" y="22401"/>
                  </a:lnTo>
                  <a:lnTo>
                    <a:pt x="6196" y="22542"/>
                  </a:lnTo>
                  <a:lnTo>
                    <a:pt x="5974" y="22663"/>
                  </a:lnTo>
                  <a:lnTo>
                    <a:pt x="5772" y="22764"/>
                  </a:lnTo>
                  <a:lnTo>
                    <a:pt x="5550" y="22865"/>
                  </a:lnTo>
                  <a:lnTo>
                    <a:pt x="5348" y="22945"/>
                  </a:lnTo>
                  <a:lnTo>
                    <a:pt x="5147" y="23006"/>
                  </a:lnTo>
                  <a:lnTo>
                    <a:pt x="4945" y="23046"/>
                  </a:lnTo>
                  <a:lnTo>
                    <a:pt x="4743" y="23087"/>
                  </a:lnTo>
                  <a:lnTo>
                    <a:pt x="4541" y="23107"/>
                  </a:lnTo>
                  <a:lnTo>
                    <a:pt x="4339" y="23107"/>
                  </a:lnTo>
                  <a:lnTo>
                    <a:pt x="4138" y="23087"/>
                  </a:lnTo>
                  <a:lnTo>
                    <a:pt x="3936" y="23046"/>
                  </a:lnTo>
                  <a:lnTo>
                    <a:pt x="3754" y="23006"/>
                  </a:lnTo>
                  <a:lnTo>
                    <a:pt x="3552" y="22925"/>
                  </a:lnTo>
                  <a:lnTo>
                    <a:pt x="3351" y="22845"/>
                  </a:lnTo>
                  <a:lnTo>
                    <a:pt x="3169" y="22764"/>
                  </a:lnTo>
                  <a:lnTo>
                    <a:pt x="2987" y="22643"/>
                  </a:lnTo>
                  <a:lnTo>
                    <a:pt x="2806" y="22522"/>
                  </a:lnTo>
                  <a:lnTo>
                    <a:pt x="2644" y="22380"/>
                  </a:lnTo>
                  <a:lnTo>
                    <a:pt x="2321" y="22078"/>
                  </a:lnTo>
                  <a:lnTo>
                    <a:pt x="1999" y="21714"/>
                  </a:lnTo>
                  <a:lnTo>
                    <a:pt x="1716" y="21331"/>
                  </a:lnTo>
                  <a:lnTo>
                    <a:pt x="1454" y="20927"/>
                  </a:lnTo>
                  <a:lnTo>
                    <a:pt x="1211" y="20483"/>
                  </a:lnTo>
                  <a:lnTo>
                    <a:pt x="990" y="20019"/>
                  </a:lnTo>
                  <a:lnTo>
                    <a:pt x="788" y="19535"/>
                  </a:lnTo>
                  <a:lnTo>
                    <a:pt x="626" y="19051"/>
                  </a:lnTo>
                  <a:lnTo>
                    <a:pt x="465" y="18566"/>
                  </a:lnTo>
                  <a:lnTo>
                    <a:pt x="344" y="18082"/>
                  </a:lnTo>
                  <a:lnTo>
                    <a:pt x="243" y="17598"/>
                  </a:lnTo>
                  <a:lnTo>
                    <a:pt x="162" y="17134"/>
                  </a:lnTo>
                  <a:lnTo>
                    <a:pt x="122" y="16690"/>
                  </a:lnTo>
                  <a:lnTo>
                    <a:pt x="102" y="16286"/>
                  </a:lnTo>
                  <a:lnTo>
                    <a:pt x="81" y="15600"/>
                  </a:lnTo>
                  <a:lnTo>
                    <a:pt x="81" y="14934"/>
                  </a:lnTo>
                  <a:lnTo>
                    <a:pt x="102" y="14268"/>
                  </a:lnTo>
                  <a:lnTo>
                    <a:pt x="142" y="13582"/>
                  </a:lnTo>
                  <a:lnTo>
                    <a:pt x="182" y="12916"/>
                  </a:lnTo>
                  <a:lnTo>
                    <a:pt x="243" y="12250"/>
                  </a:lnTo>
                  <a:lnTo>
                    <a:pt x="404" y="10918"/>
                  </a:lnTo>
                  <a:lnTo>
                    <a:pt x="586" y="9586"/>
                  </a:lnTo>
                  <a:lnTo>
                    <a:pt x="788" y="8254"/>
                  </a:lnTo>
                  <a:lnTo>
                    <a:pt x="1252" y="5631"/>
                  </a:lnTo>
                  <a:lnTo>
                    <a:pt x="1454" y="4622"/>
                  </a:lnTo>
                  <a:lnTo>
                    <a:pt x="1555" y="4117"/>
                  </a:lnTo>
                  <a:lnTo>
                    <a:pt x="1676" y="3613"/>
                  </a:lnTo>
                  <a:lnTo>
                    <a:pt x="1837" y="3108"/>
                  </a:lnTo>
                  <a:lnTo>
                    <a:pt x="1999" y="2604"/>
                  </a:lnTo>
                  <a:lnTo>
                    <a:pt x="2200" y="2140"/>
                  </a:lnTo>
                  <a:lnTo>
                    <a:pt x="2442" y="1655"/>
                  </a:lnTo>
                  <a:lnTo>
                    <a:pt x="2584" y="1393"/>
                  </a:lnTo>
                  <a:lnTo>
                    <a:pt x="2745" y="1151"/>
                  </a:lnTo>
                  <a:lnTo>
                    <a:pt x="2927" y="949"/>
                  </a:lnTo>
                  <a:lnTo>
                    <a:pt x="3108" y="747"/>
                  </a:lnTo>
                  <a:lnTo>
                    <a:pt x="3290" y="586"/>
                  </a:lnTo>
                  <a:lnTo>
                    <a:pt x="3472" y="445"/>
                  </a:lnTo>
                  <a:lnTo>
                    <a:pt x="3673" y="324"/>
                  </a:lnTo>
                  <a:lnTo>
                    <a:pt x="3875" y="223"/>
                  </a:lnTo>
                  <a:lnTo>
                    <a:pt x="4077" y="162"/>
                  </a:lnTo>
                  <a:lnTo>
                    <a:pt x="4279" y="102"/>
                  </a:lnTo>
                  <a:lnTo>
                    <a:pt x="4481" y="81"/>
                  </a:lnTo>
                  <a:lnTo>
                    <a:pt x="4703" y="61"/>
                  </a:lnTo>
                  <a:close/>
                  <a:moveTo>
                    <a:pt x="4561" y="1"/>
                  </a:moveTo>
                  <a:lnTo>
                    <a:pt x="4319" y="21"/>
                  </a:lnTo>
                  <a:lnTo>
                    <a:pt x="4077" y="61"/>
                  </a:lnTo>
                  <a:lnTo>
                    <a:pt x="3855" y="142"/>
                  </a:lnTo>
                  <a:lnTo>
                    <a:pt x="3633" y="243"/>
                  </a:lnTo>
                  <a:lnTo>
                    <a:pt x="3431" y="364"/>
                  </a:lnTo>
                  <a:lnTo>
                    <a:pt x="3229" y="525"/>
                  </a:lnTo>
                  <a:lnTo>
                    <a:pt x="3048" y="687"/>
                  </a:lnTo>
                  <a:lnTo>
                    <a:pt x="2866" y="889"/>
                  </a:lnTo>
                  <a:lnTo>
                    <a:pt x="2685" y="1111"/>
                  </a:lnTo>
                  <a:lnTo>
                    <a:pt x="2523" y="1353"/>
                  </a:lnTo>
                  <a:lnTo>
                    <a:pt x="2362" y="1615"/>
                  </a:lnTo>
                  <a:lnTo>
                    <a:pt x="2120" y="2099"/>
                  </a:lnTo>
                  <a:lnTo>
                    <a:pt x="1918" y="2584"/>
                  </a:lnTo>
                  <a:lnTo>
                    <a:pt x="1756" y="3068"/>
                  </a:lnTo>
                  <a:lnTo>
                    <a:pt x="1615" y="3573"/>
                  </a:lnTo>
                  <a:lnTo>
                    <a:pt x="1474" y="4097"/>
                  </a:lnTo>
                  <a:lnTo>
                    <a:pt x="1373" y="4602"/>
                  </a:lnTo>
                  <a:lnTo>
                    <a:pt x="1171" y="5631"/>
                  </a:lnTo>
                  <a:lnTo>
                    <a:pt x="707" y="8254"/>
                  </a:lnTo>
                  <a:lnTo>
                    <a:pt x="505" y="9566"/>
                  </a:lnTo>
                  <a:lnTo>
                    <a:pt x="324" y="10898"/>
                  </a:lnTo>
                  <a:lnTo>
                    <a:pt x="162" y="12250"/>
                  </a:lnTo>
                  <a:lnTo>
                    <a:pt x="102" y="12916"/>
                  </a:lnTo>
                  <a:lnTo>
                    <a:pt x="61" y="13582"/>
                  </a:lnTo>
                  <a:lnTo>
                    <a:pt x="21" y="14268"/>
                  </a:lnTo>
                  <a:lnTo>
                    <a:pt x="1" y="14934"/>
                  </a:lnTo>
                  <a:lnTo>
                    <a:pt x="1" y="15600"/>
                  </a:lnTo>
                  <a:lnTo>
                    <a:pt x="21" y="16286"/>
                  </a:lnTo>
                  <a:lnTo>
                    <a:pt x="41" y="16710"/>
                  </a:lnTo>
                  <a:lnTo>
                    <a:pt x="81" y="17154"/>
                  </a:lnTo>
                  <a:lnTo>
                    <a:pt x="162" y="17618"/>
                  </a:lnTo>
                  <a:lnTo>
                    <a:pt x="263" y="18102"/>
                  </a:lnTo>
                  <a:lnTo>
                    <a:pt x="404" y="18587"/>
                  </a:lnTo>
                  <a:lnTo>
                    <a:pt x="546" y="19071"/>
                  </a:lnTo>
                  <a:lnTo>
                    <a:pt x="727" y="19575"/>
                  </a:lnTo>
                  <a:lnTo>
                    <a:pt x="929" y="20060"/>
                  </a:lnTo>
                  <a:lnTo>
                    <a:pt x="1151" y="20524"/>
                  </a:lnTo>
                  <a:lnTo>
                    <a:pt x="1393" y="20968"/>
                  </a:lnTo>
                  <a:lnTo>
                    <a:pt x="1655" y="21392"/>
                  </a:lnTo>
                  <a:lnTo>
                    <a:pt x="1958" y="21775"/>
                  </a:lnTo>
                  <a:lnTo>
                    <a:pt x="2261" y="22138"/>
                  </a:lnTo>
                  <a:lnTo>
                    <a:pt x="2604" y="22461"/>
                  </a:lnTo>
                  <a:lnTo>
                    <a:pt x="2765" y="22582"/>
                  </a:lnTo>
                  <a:lnTo>
                    <a:pt x="2947" y="22723"/>
                  </a:lnTo>
                  <a:lnTo>
                    <a:pt x="3129" y="22824"/>
                  </a:lnTo>
                  <a:lnTo>
                    <a:pt x="3330" y="22925"/>
                  </a:lnTo>
                  <a:lnTo>
                    <a:pt x="3593" y="23046"/>
                  </a:lnTo>
                  <a:lnTo>
                    <a:pt x="3875" y="23127"/>
                  </a:lnTo>
                  <a:lnTo>
                    <a:pt x="4158" y="23167"/>
                  </a:lnTo>
                  <a:lnTo>
                    <a:pt x="4460" y="23188"/>
                  </a:lnTo>
                  <a:lnTo>
                    <a:pt x="4723" y="23167"/>
                  </a:lnTo>
                  <a:lnTo>
                    <a:pt x="4985" y="23127"/>
                  </a:lnTo>
                  <a:lnTo>
                    <a:pt x="5268" y="23067"/>
                  </a:lnTo>
                  <a:lnTo>
                    <a:pt x="5550" y="22966"/>
                  </a:lnTo>
                  <a:lnTo>
                    <a:pt x="5813" y="22845"/>
                  </a:lnTo>
                  <a:lnTo>
                    <a:pt x="6095" y="22683"/>
                  </a:lnTo>
                  <a:lnTo>
                    <a:pt x="6378" y="22501"/>
                  </a:lnTo>
                  <a:lnTo>
                    <a:pt x="6680" y="22300"/>
                  </a:lnTo>
                  <a:lnTo>
                    <a:pt x="6922" y="22098"/>
                  </a:lnTo>
                  <a:lnTo>
                    <a:pt x="7144" y="21876"/>
                  </a:lnTo>
                  <a:lnTo>
                    <a:pt x="7346" y="21654"/>
                  </a:lnTo>
                  <a:lnTo>
                    <a:pt x="7548" y="21412"/>
                  </a:lnTo>
                  <a:lnTo>
                    <a:pt x="7730" y="21170"/>
                  </a:lnTo>
                  <a:lnTo>
                    <a:pt x="7911" y="20927"/>
                  </a:lnTo>
                  <a:lnTo>
                    <a:pt x="8053" y="20665"/>
                  </a:lnTo>
                  <a:lnTo>
                    <a:pt x="8214" y="20403"/>
                  </a:lnTo>
                  <a:lnTo>
                    <a:pt x="8476" y="19878"/>
                  </a:lnTo>
                  <a:lnTo>
                    <a:pt x="8698" y="19333"/>
                  </a:lnTo>
                  <a:lnTo>
                    <a:pt x="8880" y="18809"/>
                  </a:lnTo>
                  <a:lnTo>
                    <a:pt x="9041" y="18284"/>
                  </a:lnTo>
                  <a:lnTo>
                    <a:pt x="9283" y="17436"/>
                  </a:lnTo>
                  <a:lnTo>
                    <a:pt x="9485" y="16589"/>
                  </a:lnTo>
                  <a:lnTo>
                    <a:pt x="9667" y="15721"/>
                  </a:lnTo>
                  <a:lnTo>
                    <a:pt x="9808" y="14833"/>
                  </a:lnTo>
                  <a:lnTo>
                    <a:pt x="9909" y="13965"/>
                  </a:lnTo>
                  <a:lnTo>
                    <a:pt x="9990" y="13077"/>
                  </a:lnTo>
                  <a:lnTo>
                    <a:pt x="10030" y="12189"/>
                  </a:lnTo>
                  <a:lnTo>
                    <a:pt x="10030" y="11302"/>
                  </a:lnTo>
                  <a:lnTo>
                    <a:pt x="10010" y="10434"/>
                  </a:lnTo>
                  <a:lnTo>
                    <a:pt x="9949" y="9546"/>
                  </a:lnTo>
                  <a:lnTo>
                    <a:pt x="9869" y="8658"/>
                  </a:lnTo>
                  <a:lnTo>
                    <a:pt x="9727" y="7790"/>
                  </a:lnTo>
                  <a:lnTo>
                    <a:pt x="9566" y="6902"/>
                  </a:lnTo>
                  <a:lnTo>
                    <a:pt x="9384" y="6055"/>
                  </a:lnTo>
                  <a:lnTo>
                    <a:pt x="9162" y="5187"/>
                  </a:lnTo>
                  <a:lnTo>
                    <a:pt x="8900" y="4339"/>
                  </a:lnTo>
                  <a:lnTo>
                    <a:pt x="8759" y="3936"/>
                  </a:lnTo>
                  <a:lnTo>
                    <a:pt x="8618" y="3552"/>
                  </a:lnTo>
                  <a:lnTo>
                    <a:pt x="8476" y="3209"/>
                  </a:lnTo>
                  <a:lnTo>
                    <a:pt x="8315" y="2866"/>
                  </a:lnTo>
                  <a:lnTo>
                    <a:pt x="8153" y="2523"/>
                  </a:lnTo>
                  <a:lnTo>
                    <a:pt x="7972" y="2220"/>
                  </a:lnTo>
                  <a:lnTo>
                    <a:pt x="7790" y="1938"/>
                  </a:lnTo>
                  <a:lnTo>
                    <a:pt x="7609" y="1676"/>
                  </a:lnTo>
                  <a:lnTo>
                    <a:pt x="7407" y="1433"/>
                  </a:lnTo>
                  <a:lnTo>
                    <a:pt x="7225" y="1211"/>
                  </a:lnTo>
                  <a:lnTo>
                    <a:pt x="7003" y="990"/>
                  </a:lnTo>
                  <a:lnTo>
                    <a:pt x="6801" y="808"/>
                  </a:lnTo>
                  <a:lnTo>
                    <a:pt x="6579" y="646"/>
                  </a:lnTo>
                  <a:lnTo>
                    <a:pt x="6337" y="485"/>
                  </a:lnTo>
                  <a:lnTo>
                    <a:pt x="6095" y="344"/>
                  </a:lnTo>
                  <a:lnTo>
                    <a:pt x="5853" y="243"/>
                  </a:lnTo>
                  <a:lnTo>
                    <a:pt x="5591" y="142"/>
                  </a:lnTo>
                  <a:lnTo>
                    <a:pt x="5328" y="61"/>
                  </a:lnTo>
                  <a:lnTo>
                    <a:pt x="5066" y="21"/>
                  </a:lnTo>
                  <a:lnTo>
                    <a:pt x="4824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983" name="Google Shape;983;p13"/>
          <p:cNvSpPr txBox="1"/>
          <p:nvPr>
            <p:ph hasCustomPrompt="1" idx="16" type="title"/>
          </p:nvPr>
        </p:nvSpPr>
        <p:spPr>
          <a:xfrm>
            <a:off x="6748988" y="1282367"/>
            <a:ext cx="795600" cy="292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Font typeface="Arial"/>
              <a:buNone/>
              <a:defRPr sz="2300">
                <a:solidFill>
                  <a:schemeClr val="lt1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9pPr>
          </a:lstStyle>
          <a:p>
            <a:r>
              <a:t>xx%</a:t>
            </a:r>
          </a:p>
        </p:txBody>
      </p:sp>
      <p:sp>
        <p:nvSpPr>
          <p:cNvPr id="984" name="Google Shape;984;p13"/>
          <p:cNvSpPr txBox="1"/>
          <p:nvPr>
            <p:ph idx="17" type="subTitle"/>
          </p:nvPr>
        </p:nvSpPr>
        <p:spPr>
          <a:xfrm>
            <a:off x="5862038" y="1926081"/>
            <a:ext cx="2569500" cy="228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sz="20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9pPr>
          </a:lstStyle>
          <a:p/>
        </p:txBody>
      </p:sp>
      <p:sp>
        <p:nvSpPr>
          <p:cNvPr id="985" name="Google Shape;985;p13"/>
          <p:cNvSpPr txBox="1"/>
          <p:nvPr>
            <p:ph idx="18" type="subTitle"/>
          </p:nvPr>
        </p:nvSpPr>
        <p:spPr>
          <a:xfrm>
            <a:off x="6018938" y="2293986"/>
            <a:ext cx="2255700" cy="398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9pPr>
          </a:lstStyle>
          <a:p/>
        </p:txBody>
      </p:sp>
      <p:sp>
        <p:nvSpPr>
          <p:cNvPr id="986" name="Google Shape;986;p13"/>
          <p:cNvSpPr txBox="1"/>
          <p:nvPr>
            <p:ph idx="19" type="subTitle"/>
          </p:nvPr>
        </p:nvSpPr>
        <p:spPr>
          <a:xfrm>
            <a:off x="5862038" y="3813768"/>
            <a:ext cx="2569500" cy="228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sz="20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9pPr>
          </a:lstStyle>
          <a:p/>
        </p:txBody>
      </p:sp>
      <p:sp>
        <p:nvSpPr>
          <p:cNvPr id="987" name="Google Shape;987;p13"/>
          <p:cNvSpPr txBox="1"/>
          <p:nvPr>
            <p:ph idx="20" type="subTitle"/>
          </p:nvPr>
        </p:nvSpPr>
        <p:spPr>
          <a:xfrm>
            <a:off x="6018938" y="4178202"/>
            <a:ext cx="2255700" cy="402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9pPr>
          </a:lstStyle>
          <a:p/>
        </p:txBody>
      </p:sp>
      <p:sp>
        <p:nvSpPr>
          <p:cNvPr id="988" name="Google Shape;988;p13"/>
          <p:cNvSpPr txBox="1"/>
          <p:nvPr>
            <p:ph hasCustomPrompt="1" idx="21" type="title"/>
          </p:nvPr>
        </p:nvSpPr>
        <p:spPr>
          <a:xfrm>
            <a:off x="6747338" y="3175731"/>
            <a:ext cx="798900" cy="292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Font typeface="Arial"/>
              <a:buNone/>
              <a:defRPr sz="2300">
                <a:solidFill>
                  <a:schemeClr val="lt1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9pPr>
          </a:lstStyle>
          <a:p>
            <a:r>
              <a:t>xx%</a:t>
            </a: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Quote">
  <p:cSld name="CUSTOM_8">
    <p:spTree>
      <p:nvGrpSpPr>
        <p:cNvPr id="989" name="Shape 9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0" name="Google Shape;990;p14"/>
          <p:cNvSpPr txBox="1"/>
          <p:nvPr>
            <p:ph type="title"/>
          </p:nvPr>
        </p:nvSpPr>
        <p:spPr>
          <a:xfrm>
            <a:off x="1371600" y="3114683"/>
            <a:ext cx="6400800" cy="183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800"/>
              <a:buNone/>
              <a:defRPr sz="2000"/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b="1"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b="1"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b="1"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b="1"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b="1"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b="1"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b="1"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b="1" sz="1800"/>
            </a:lvl9pPr>
          </a:lstStyle>
          <a:p/>
        </p:txBody>
      </p:sp>
      <p:sp>
        <p:nvSpPr>
          <p:cNvPr id="991" name="Google Shape;991;p14"/>
          <p:cNvSpPr txBox="1"/>
          <p:nvPr>
            <p:ph idx="1" type="subTitle"/>
          </p:nvPr>
        </p:nvSpPr>
        <p:spPr>
          <a:xfrm>
            <a:off x="1371600" y="1845817"/>
            <a:ext cx="6400800" cy="1097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600"/>
              <a:buNone/>
              <a:defRPr sz="25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9pPr>
          </a:lstStyle>
          <a:p/>
        </p:txBody>
      </p:sp>
      <p:sp>
        <p:nvSpPr>
          <p:cNvPr id="992" name="Google Shape;992;p14"/>
          <p:cNvSpPr/>
          <p:nvPr/>
        </p:nvSpPr>
        <p:spPr>
          <a:xfrm flipH="1">
            <a:off x="0" y="0"/>
            <a:ext cx="9144000" cy="1333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93" name="Google Shape;993;p14"/>
          <p:cNvSpPr/>
          <p:nvPr/>
        </p:nvSpPr>
        <p:spPr>
          <a:xfrm flipH="1">
            <a:off x="0" y="3809750"/>
            <a:ext cx="9144000" cy="1333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994" name="Google Shape;994;p14"/>
          <p:cNvGrpSpPr/>
          <p:nvPr/>
        </p:nvGrpSpPr>
        <p:grpSpPr>
          <a:xfrm>
            <a:off x="4194777" y="4230733"/>
            <a:ext cx="754445" cy="775380"/>
            <a:chOff x="4194777" y="3988596"/>
            <a:chExt cx="754445" cy="775380"/>
          </a:xfrm>
        </p:grpSpPr>
        <p:sp>
          <p:nvSpPr>
            <p:cNvPr id="995" name="Google Shape;995;p14"/>
            <p:cNvSpPr/>
            <p:nvPr/>
          </p:nvSpPr>
          <p:spPr>
            <a:xfrm>
              <a:off x="4194777" y="4386645"/>
              <a:ext cx="754445" cy="377331"/>
            </a:xfrm>
            <a:custGeom>
              <a:rect b="b" l="l" r="r" t="t"/>
              <a:pathLst>
                <a:path extrusionOk="0" h="41798" w="83595">
                  <a:moveTo>
                    <a:pt x="41797" y="0"/>
                  </a:moveTo>
                  <a:lnTo>
                    <a:pt x="40710" y="28"/>
                  </a:lnTo>
                  <a:lnTo>
                    <a:pt x="39650" y="56"/>
                  </a:lnTo>
                  <a:lnTo>
                    <a:pt x="38591" y="112"/>
                  </a:lnTo>
                  <a:lnTo>
                    <a:pt x="37531" y="223"/>
                  </a:lnTo>
                  <a:lnTo>
                    <a:pt x="36472" y="335"/>
                  </a:lnTo>
                  <a:lnTo>
                    <a:pt x="35440" y="474"/>
                  </a:lnTo>
                  <a:lnTo>
                    <a:pt x="34408" y="669"/>
                  </a:lnTo>
                  <a:lnTo>
                    <a:pt x="33377" y="864"/>
                  </a:lnTo>
                  <a:lnTo>
                    <a:pt x="32373" y="1060"/>
                  </a:lnTo>
                  <a:lnTo>
                    <a:pt x="31369" y="1311"/>
                  </a:lnTo>
                  <a:lnTo>
                    <a:pt x="30365" y="1589"/>
                  </a:lnTo>
                  <a:lnTo>
                    <a:pt x="29361" y="1868"/>
                  </a:lnTo>
                  <a:lnTo>
                    <a:pt x="28385" y="2203"/>
                  </a:lnTo>
                  <a:lnTo>
                    <a:pt x="27437" y="2537"/>
                  </a:lnTo>
                  <a:lnTo>
                    <a:pt x="26489" y="2900"/>
                  </a:lnTo>
                  <a:lnTo>
                    <a:pt x="25541" y="3290"/>
                  </a:lnTo>
                  <a:lnTo>
                    <a:pt x="24593" y="3708"/>
                  </a:lnTo>
                  <a:lnTo>
                    <a:pt x="23673" y="4127"/>
                  </a:lnTo>
                  <a:lnTo>
                    <a:pt x="22781" y="4573"/>
                  </a:lnTo>
                  <a:lnTo>
                    <a:pt x="21889" y="5047"/>
                  </a:lnTo>
                  <a:lnTo>
                    <a:pt x="20996" y="5549"/>
                  </a:lnTo>
                  <a:lnTo>
                    <a:pt x="20132" y="6051"/>
                  </a:lnTo>
                  <a:lnTo>
                    <a:pt x="19267" y="6580"/>
                  </a:lnTo>
                  <a:lnTo>
                    <a:pt x="18431" y="7138"/>
                  </a:lnTo>
                  <a:lnTo>
                    <a:pt x="17594" y="7724"/>
                  </a:lnTo>
                  <a:lnTo>
                    <a:pt x="16786" y="8309"/>
                  </a:lnTo>
                  <a:lnTo>
                    <a:pt x="16005" y="8923"/>
                  </a:lnTo>
                  <a:lnTo>
                    <a:pt x="15224" y="9536"/>
                  </a:lnTo>
                  <a:lnTo>
                    <a:pt x="14444" y="10205"/>
                  </a:lnTo>
                  <a:lnTo>
                    <a:pt x="13691" y="10847"/>
                  </a:lnTo>
                  <a:lnTo>
                    <a:pt x="12966" y="11544"/>
                  </a:lnTo>
                  <a:lnTo>
                    <a:pt x="12241" y="12241"/>
                  </a:lnTo>
                  <a:lnTo>
                    <a:pt x="11544" y="12966"/>
                  </a:lnTo>
                  <a:lnTo>
                    <a:pt x="10875" y="13691"/>
                  </a:lnTo>
                  <a:lnTo>
                    <a:pt x="10205" y="14444"/>
                  </a:lnTo>
                  <a:lnTo>
                    <a:pt x="9564" y="15224"/>
                  </a:lnTo>
                  <a:lnTo>
                    <a:pt x="8923" y="16005"/>
                  </a:lnTo>
                  <a:lnTo>
                    <a:pt x="8309" y="16786"/>
                  </a:lnTo>
                  <a:lnTo>
                    <a:pt x="7724" y="17594"/>
                  </a:lnTo>
                  <a:lnTo>
                    <a:pt x="7138" y="18431"/>
                  </a:lnTo>
                  <a:lnTo>
                    <a:pt x="6581" y="19267"/>
                  </a:lnTo>
                  <a:lnTo>
                    <a:pt x="6051" y="20132"/>
                  </a:lnTo>
                  <a:lnTo>
                    <a:pt x="5549" y="20996"/>
                  </a:lnTo>
                  <a:lnTo>
                    <a:pt x="5047" y="21888"/>
                  </a:lnTo>
                  <a:lnTo>
                    <a:pt x="4573" y="22781"/>
                  </a:lnTo>
                  <a:lnTo>
                    <a:pt x="4127" y="23673"/>
                  </a:lnTo>
                  <a:lnTo>
                    <a:pt x="3709" y="24593"/>
                  </a:lnTo>
                  <a:lnTo>
                    <a:pt x="3290" y="25541"/>
                  </a:lnTo>
                  <a:lnTo>
                    <a:pt x="2900" y="26461"/>
                  </a:lnTo>
                  <a:lnTo>
                    <a:pt x="2537" y="27437"/>
                  </a:lnTo>
                  <a:lnTo>
                    <a:pt x="2203" y="28385"/>
                  </a:lnTo>
                  <a:lnTo>
                    <a:pt x="1896" y="29361"/>
                  </a:lnTo>
                  <a:lnTo>
                    <a:pt x="1589" y="30365"/>
                  </a:lnTo>
                  <a:lnTo>
                    <a:pt x="1311" y="31341"/>
                  </a:lnTo>
                  <a:lnTo>
                    <a:pt x="1087" y="32345"/>
                  </a:lnTo>
                  <a:lnTo>
                    <a:pt x="864" y="33376"/>
                  </a:lnTo>
                  <a:lnTo>
                    <a:pt x="669" y="34408"/>
                  </a:lnTo>
                  <a:lnTo>
                    <a:pt x="502" y="35440"/>
                  </a:lnTo>
                  <a:lnTo>
                    <a:pt x="335" y="36471"/>
                  </a:lnTo>
                  <a:lnTo>
                    <a:pt x="223" y="37531"/>
                  </a:lnTo>
                  <a:lnTo>
                    <a:pt x="139" y="38591"/>
                  </a:lnTo>
                  <a:lnTo>
                    <a:pt x="56" y="39650"/>
                  </a:lnTo>
                  <a:lnTo>
                    <a:pt x="28" y="40710"/>
                  </a:lnTo>
                  <a:lnTo>
                    <a:pt x="0" y="41797"/>
                  </a:lnTo>
                  <a:lnTo>
                    <a:pt x="83595" y="41797"/>
                  </a:lnTo>
                  <a:lnTo>
                    <a:pt x="83595" y="40710"/>
                  </a:lnTo>
                  <a:lnTo>
                    <a:pt x="83539" y="39650"/>
                  </a:lnTo>
                  <a:lnTo>
                    <a:pt x="83483" y="38591"/>
                  </a:lnTo>
                  <a:lnTo>
                    <a:pt x="83372" y="37531"/>
                  </a:lnTo>
                  <a:lnTo>
                    <a:pt x="83260" y="36471"/>
                  </a:lnTo>
                  <a:lnTo>
                    <a:pt x="83121" y="35440"/>
                  </a:lnTo>
                  <a:lnTo>
                    <a:pt x="82953" y="34408"/>
                  </a:lnTo>
                  <a:lnTo>
                    <a:pt x="82758" y="33376"/>
                  </a:lnTo>
                  <a:lnTo>
                    <a:pt x="82535" y="32345"/>
                  </a:lnTo>
                  <a:lnTo>
                    <a:pt x="82284" y="31341"/>
                  </a:lnTo>
                  <a:lnTo>
                    <a:pt x="82005" y="30365"/>
                  </a:lnTo>
                  <a:lnTo>
                    <a:pt x="81727" y="29361"/>
                  </a:lnTo>
                  <a:lnTo>
                    <a:pt x="81392" y="28385"/>
                  </a:lnTo>
                  <a:lnTo>
                    <a:pt x="81057" y="27437"/>
                  </a:lnTo>
                  <a:lnTo>
                    <a:pt x="80695" y="26461"/>
                  </a:lnTo>
                  <a:lnTo>
                    <a:pt x="80304" y="25541"/>
                  </a:lnTo>
                  <a:lnTo>
                    <a:pt x="79914" y="24593"/>
                  </a:lnTo>
                  <a:lnTo>
                    <a:pt x="79468" y="23673"/>
                  </a:lnTo>
                  <a:lnTo>
                    <a:pt x="79022" y="22781"/>
                  </a:lnTo>
                  <a:lnTo>
                    <a:pt x="78548" y="21888"/>
                  </a:lnTo>
                  <a:lnTo>
                    <a:pt x="78046" y="20996"/>
                  </a:lnTo>
                  <a:lnTo>
                    <a:pt x="77544" y="20132"/>
                  </a:lnTo>
                  <a:lnTo>
                    <a:pt x="77014" y="19267"/>
                  </a:lnTo>
                  <a:lnTo>
                    <a:pt x="76457" y="18431"/>
                  </a:lnTo>
                  <a:lnTo>
                    <a:pt x="75899" y="17594"/>
                  </a:lnTo>
                  <a:lnTo>
                    <a:pt x="75285" y="16786"/>
                  </a:lnTo>
                  <a:lnTo>
                    <a:pt x="74672" y="16005"/>
                  </a:lnTo>
                  <a:lnTo>
                    <a:pt x="74059" y="15224"/>
                  </a:lnTo>
                  <a:lnTo>
                    <a:pt x="73417" y="14444"/>
                  </a:lnTo>
                  <a:lnTo>
                    <a:pt x="72748" y="13691"/>
                  </a:lnTo>
                  <a:lnTo>
                    <a:pt x="72051" y="12966"/>
                  </a:lnTo>
                  <a:lnTo>
                    <a:pt x="71354" y="12241"/>
                  </a:lnTo>
                  <a:lnTo>
                    <a:pt x="70629" y="11544"/>
                  </a:lnTo>
                  <a:lnTo>
                    <a:pt x="69904" y="10847"/>
                  </a:lnTo>
                  <a:lnTo>
                    <a:pt x="69151" y="10205"/>
                  </a:lnTo>
                  <a:lnTo>
                    <a:pt x="68398" y="9536"/>
                  </a:lnTo>
                  <a:lnTo>
                    <a:pt x="67617" y="8923"/>
                  </a:lnTo>
                  <a:lnTo>
                    <a:pt x="66809" y="8309"/>
                  </a:lnTo>
                  <a:lnTo>
                    <a:pt x="66000" y="7724"/>
                  </a:lnTo>
                  <a:lnTo>
                    <a:pt x="65164" y="7138"/>
                  </a:lnTo>
                  <a:lnTo>
                    <a:pt x="64327" y="6580"/>
                  </a:lnTo>
                  <a:lnTo>
                    <a:pt x="63463" y="6051"/>
                  </a:lnTo>
                  <a:lnTo>
                    <a:pt x="62598" y="5549"/>
                  </a:lnTo>
                  <a:lnTo>
                    <a:pt x="61734" y="5047"/>
                  </a:lnTo>
                  <a:lnTo>
                    <a:pt x="60842" y="4573"/>
                  </a:lnTo>
                  <a:lnTo>
                    <a:pt x="59922" y="4127"/>
                  </a:lnTo>
                  <a:lnTo>
                    <a:pt x="59001" y="3708"/>
                  </a:lnTo>
                  <a:lnTo>
                    <a:pt x="58081" y="3290"/>
                  </a:lnTo>
                  <a:lnTo>
                    <a:pt x="57133" y="2900"/>
                  </a:lnTo>
                  <a:lnTo>
                    <a:pt x="56185" y="2537"/>
                  </a:lnTo>
                  <a:lnTo>
                    <a:pt x="55209" y="2203"/>
                  </a:lnTo>
                  <a:lnTo>
                    <a:pt x="54233" y="1868"/>
                  </a:lnTo>
                  <a:lnTo>
                    <a:pt x="53257" y="1589"/>
                  </a:lnTo>
                  <a:lnTo>
                    <a:pt x="52254" y="1311"/>
                  </a:lnTo>
                  <a:lnTo>
                    <a:pt x="51250" y="1060"/>
                  </a:lnTo>
                  <a:lnTo>
                    <a:pt x="50218" y="864"/>
                  </a:lnTo>
                  <a:lnTo>
                    <a:pt x="49214" y="669"/>
                  </a:lnTo>
                  <a:lnTo>
                    <a:pt x="48155" y="474"/>
                  </a:lnTo>
                  <a:lnTo>
                    <a:pt x="47123" y="335"/>
                  </a:lnTo>
                  <a:lnTo>
                    <a:pt x="46064" y="223"/>
                  </a:lnTo>
                  <a:lnTo>
                    <a:pt x="45032" y="112"/>
                  </a:lnTo>
                  <a:lnTo>
                    <a:pt x="43944" y="56"/>
                  </a:lnTo>
                  <a:lnTo>
                    <a:pt x="42885" y="28"/>
                  </a:lnTo>
                  <a:lnTo>
                    <a:pt x="41797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96" name="Google Shape;996;p14"/>
            <p:cNvSpPr/>
            <p:nvPr/>
          </p:nvSpPr>
          <p:spPr>
            <a:xfrm>
              <a:off x="4194777" y="3988596"/>
              <a:ext cx="754445" cy="377331"/>
            </a:xfrm>
            <a:custGeom>
              <a:rect b="b" l="l" r="r" t="t"/>
              <a:pathLst>
                <a:path extrusionOk="0" h="41798" w="83595">
                  <a:moveTo>
                    <a:pt x="41797" y="0"/>
                  </a:moveTo>
                  <a:lnTo>
                    <a:pt x="40710" y="28"/>
                  </a:lnTo>
                  <a:lnTo>
                    <a:pt x="39650" y="56"/>
                  </a:lnTo>
                  <a:lnTo>
                    <a:pt x="38591" y="112"/>
                  </a:lnTo>
                  <a:lnTo>
                    <a:pt x="37531" y="223"/>
                  </a:lnTo>
                  <a:lnTo>
                    <a:pt x="36472" y="335"/>
                  </a:lnTo>
                  <a:lnTo>
                    <a:pt x="35440" y="474"/>
                  </a:lnTo>
                  <a:lnTo>
                    <a:pt x="34408" y="669"/>
                  </a:lnTo>
                  <a:lnTo>
                    <a:pt x="33377" y="864"/>
                  </a:lnTo>
                  <a:lnTo>
                    <a:pt x="32373" y="1060"/>
                  </a:lnTo>
                  <a:lnTo>
                    <a:pt x="31369" y="1311"/>
                  </a:lnTo>
                  <a:lnTo>
                    <a:pt x="30365" y="1589"/>
                  </a:lnTo>
                  <a:lnTo>
                    <a:pt x="29361" y="1868"/>
                  </a:lnTo>
                  <a:lnTo>
                    <a:pt x="28385" y="2203"/>
                  </a:lnTo>
                  <a:lnTo>
                    <a:pt x="27437" y="2537"/>
                  </a:lnTo>
                  <a:lnTo>
                    <a:pt x="26489" y="2900"/>
                  </a:lnTo>
                  <a:lnTo>
                    <a:pt x="25541" y="3290"/>
                  </a:lnTo>
                  <a:lnTo>
                    <a:pt x="24593" y="3708"/>
                  </a:lnTo>
                  <a:lnTo>
                    <a:pt x="23673" y="4127"/>
                  </a:lnTo>
                  <a:lnTo>
                    <a:pt x="22781" y="4573"/>
                  </a:lnTo>
                  <a:lnTo>
                    <a:pt x="21889" y="5047"/>
                  </a:lnTo>
                  <a:lnTo>
                    <a:pt x="20996" y="5549"/>
                  </a:lnTo>
                  <a:lnTo>
                    <a:pt x="20132" y="6051"/>
                  </a:lnTo>
                  <a:lnTo>
                    <a:pt x="19267" y="6580"/>
                  </a:lnTo>
                  <a:lnTo>
                    <a:pt x="18431" y="7138"/>
                  </a:lnTo>
                  <a:lnTo>
                    <a:pt x="17594" y="7724"/>
                  </a:lnTo>
                  <a:lnTo>
                    <a:pt x="16786" y="8309"/>
                  </a:lnTo>
                  <a:lnTo>
                    <a:pt x="16005" y="8923"/>
                  </a:lnTo>
                  <a:lnTo>
                    <a:pt x="15224" y="9536"/>
                  </a:lnTo>
                  <a:lnTo>
                    <a:pt x="14444" y="10205"/>
                  </a:lnTo>
                  <a:lnTo>
                    <a:pt x="13691" y="10847"/>
                  </a:lnTo>
                  <a:lnTo>
                    <a:pt x="12966" y="11544"/>
                  </a:lnTo>
                  <a:lnTo>
                    <a:pt x="12241" y="12241"/>
                  </a:lnTo>
                  <a:lnTo>
                    <a:pt x="11544" y="12966"/>
                  </a:lnTo>
                  <a:lnTo>
                    <a:pt x="10875" y="13691"/>
                  </a:lnTo>
                  <a:lnTo>
                    <a:pt x="10205" y="14444"/>
                  </a:lnTo>
                  <a:lnTo>
                    <a:pt x="9564" y="15224"/>
                  </a:lnTo>
                  <a:lnTo>
                    <a:pt x="8923" y="16005"/>
                  </a:lnTo>
                  <a:lnTo>
                    <a:pt x="8309" y="16786"/>
                  </a:lnTo>
                  <a:lnTo>
                    <a:pt x="7724" y="17594"/>
                  </a:lnTo>
                  <a:lnTo>
                    <a:pt x="7138" y="18431"/>
                  </a:lnTo>
                  <a:lnTo>
                    <a:pt x="6581" y="19267"/>
                  </a:lnTo>
                  <a:lnTo>
                    <a:pt x="6051" y="20132"/>
                  </a:lnTo>
                  <a:lnTo>
                    <a:pt x="5549" y="20996"/>
                  </a:lnTo>
                  <a:lnTo>
                    <a:pt x="5047" y="21888"/>
                  </a:lnTo>
                  <a:lnTo>
                    <a:pt x="4573" y="22781"/>
                  </a:lnTo>
                  <a:lnTo>
                    <a:pt x="4127" y="23673"/>
                  </a:lnTo>
                  <a:lnTo>
                    <a:pt x="3709" y="24593"/>
                  </a:lnTo>
                  <a:lnTo>
                    <a:pt x="3290" y="25541"/>
                  </a:lnTo>
                  <a:lnTo>
                    <a:pt x="2900" y="26461"/>
                  </a:lnTo>
                  <a:lnTo>
                    <a:pt x="2537" y="27437"/>
                  </a:lnTo>
                  <a:lnTo>
                    <a:pt x="2203" y="28385"/>
                  </a:lnTo>
                  <a:lnTo>
                    <a:pt x="1896" y="29361"/>
                  </a:lnTo>
                  <a:lnTo>
                    <a:pt x="1589" y="30365"/>
                  </a:lnTo>
                  <a:lnTo>
                    <a:pt x="1311" y="31341"/>
                  </a:lnTo>
                  <a:lnTo>
                    <a:pt x="1087" y="32345"/>
                  </a:lnTo>
                  <a:lnTo>
                    <a:pt x="864" y="33376"/>
                  </a:lnTo>
                  <a:lnTo>
                    <a:pt x="669" y="34408"/>
                  </a:lnTo>
                  <a:lnTo>
                    <a:pt x="502" y="35440"/>
                  </a:lnTo>
                  <a:lnTo>
                    <a:pt x="335" y="36471"/>
                  </a:lnTo>
                  <a:lnTo>
                    <a:pt x="223" y="37531"/>
                  </a:lnTo>
                  <a:lnTo>
                    <a:pt x="139" y="38591"/>
                  </a:lnTo>
                  <a:lnTo>
                    <a:pt x="56" y="39650"/>
                  </a:lnTo>
                  <a:lnTo>
                    <a:pt x="28" y="40710"/>
                  </a:lnTo>
                  <a:lnTo>
                    <a:pt x="0" y="41797"/>
                  </a:lnTo>
                  <a:lnTo>
                    <a:pt x="83595" y="41797"/>
                  </a:lnTo>
                  <a:lnTo>
                    <a:pt x="83595" y="40710"/>
                  </a:lnTo>
                  <a:lnTo>
                    <a:pt x="83539" y="39650"/>
                  </a:lnTo>
                  <a:lnTo>
                    <a:pt x="83483" y="38591"/>
                  </a:lnTo>
                  <a:lnTo>
                    <a:pt x="83372" y="37531"/>
                  </a:lnTo>
                  <a:lnTo>
                    <a:pt x="83260" y="36471"/>
                  </a:lnTo>
                  <a:lnTo>
                    <a:pt x="83121" y="35440"/>
                  </a:lnTo>
                  <a:lnTo>
                    <a:pt x="82953" y="34408"/>
                  </a:lnTo>
                  <a:lnTo>
                    <a:pt x="82758" y="33376"/>
                  </a:lnTo>
                  <a:lnTo>
                    <a:pt x="82535" y="32345"/>
                  </a:lnTo>
                  <a:lnTo>
                    <a:pt x="82284" y="31341"/>
                  </a:lnTo>
                  <a:lnTo>
                    <a:pt x="82005" y="30365"/>
                  </a:lnTo>
                  <a:lnTo>
                    <a:pt x="81727" y="29361"/>
                  </a:lnTo>
                  <a:lnTo>
                    <a:pt x="81392" y="28385"/>
                  </a:lnTo>
                  <a:lnTo>
                    <a:pt x="81057" y="27437"/>
                  </a:lnTo>
                  <a:lnTo>
                    <a:pt x="80695" y="26461"/>
                  </a:lnTo>
                  <a:lnTo>
                    <a:pt x="80304" y="25541"/>
                  </a:lnTo>
                  <a:lnTo>
                    <a:pt x="79914" y="24593"/>
                  </a:lnTo>
                  <a:lnTo>
                    <a:pt x="79468" y="23673"/>
                  </a:lnTo>
                  <a:lnTo>
                    <a:pt x="79022" y="22781"/>
                  </a:lnTo>
                  <a:lnTo>
                    <a:pt x="78548" y="21888"/>
                  </a:lnTo>
                  <a:lnTo>
                    <a:pt x="78046" y="20996"/>
                  </a:lnTo>
                  <a:lnTo>
                    <a:pt x="77544" y="20132"/>
                  </a:lnTo>
                  <a:lnTo>
                    <a:pt x="77014" y="19267"/>
                  </a:lnTo>
                  <a:lnTo>
                    <a:pt x="76457" y="18431"/>
                  </a:lnTo>
                  <a:lnTo>
                    <a:pt x="75899" y="17594"/>
                  </a:lnTo>
                  <a:lnTo>
                    <a:pt x="75285" y="16786"/>
                  </a:lnTo>
                  <a:lnTo>
                    <a:pt x="74672" y="16005"/>
                  </a:lnTo>
                  <a:lnTo>
                    <a:pt x="74059" y="15224"/>
                  </a:lnTo>
                  <a:lnTo>
                    <a:pt x="73417" y="14444"/>
                  </a:lnTo>
                  <a:lnTo>
                    <a:pt x="72748" y="13691"/>
                  </a:lnTo>
                  <a:lnTo>
                    <a:pt x="72051" y="12966"/>
                  </a:lnTo>
                  <a:lnTo>
                    <a:pt x="71354" y="12241"/>
                  </a:lnTo>
                  <a:lnTo>
                    <a:pt x="70629" y="11544"/>
                  </a:lnTo>
                  <a:lnTo>
                    <a:pt x="69904" y="10847"/>
                  </a:lnTo>
                  <a:lnTo>
                    <a:pt x="69151" y="10205"/>
                  </a:lnTo>
                  <a:lnTo>
                    <a:pt x="68398" y="9536"/>
                  </a:lnTo>
                  <a:lnTo>
                    <a:pt x="67617" y="8923"/>
                  </a:lnTo>
                  <a:lnTo>
                    <a:pt x="66809" y="8309"/>
                  </a:lnTo>
                  <a:lnTo>
                    <a:pt x="66000" y="7724"/>
                  </a:lnTo>
                  <a:lnTo>
                    <a:pt x="65164" y="7138"/>
                  </a:lnTo>
                  <a:lnTo>
                    <a:pt x="64327" y="6580"/>
                  </a:lnTo>
                  <a:lnTo>
                    <a:pt x="63463" y="6051"/>
                  </a:lnTo>
                  <a:lnTo>
                    <a:pt x="62598" y="5549"/>
                  </a:lnTo>
                  <a:lnTo>
                    <a:pt x="61734" y="5047"/>
                  </a:lnTo>
                  <a:lnTo>
                    <a:pt x="60842" y="4573"/>
                  </a:lnTo>
                  <a:lnTo>
                    <a:pt x="59922" y="4127"/>
                  </a:lnTo>
                  <a:lnTo>
                    <a:pt x="59001" y="3708"/>
                  </a:lnTo>
                  <a:lnTo>
                    <a:pt x="58081" y="3290"/>
                  </a:lnTo>
                  <a:lnTo>
                    <a:pt x="57133" y="2900"/>
                  </a:lnTo>
                  <a:lnTo>
                    <a:pt x="56185" y="2537"/>
                  </a:lnTo>
                  <a:lnTo>
                    <a:pt x="55209" y="2203"/>
                  </a:lnTo>
                  <a:lnTo>
                    <a:pt x="54233" y="1868"/>
                  </a:lnTo>
                  <a:lnTo>
                    <a:pt x="53257" y="1589"/>
                  </a:lnTo>
                  <a:lnTo>
                    <a:pt x="52254" y="1311"/>
                  </a:lnTo>
                  <a:lnTo>
                    <a:pt x="51250" y="1060"/>
                  </a:lnTo>
                  <a:lnTo>
                    <a:pt x="50218" y="864"/>
                  </a:lnTo>
                  <a:lnTo>
                    <a:pt x="49214" y="669"/>
                  </a:lnTo>
                  <a:lnTo>
                    <a:pt x="48155" y="474"/>
                  </a:lnTo>
                  <a:lnTo>
                    <a:pt x="47123" y="335"/>
                  </a:lnTo>
                  <a:lnTo>
                    <a:pt x="46064" y="223"/>
                  </a:lnTo>
                  <a:lnTo>
                    <a:pt x="45032" y="112"/>
                  </a:lnTo>
                  <a:lnTo>
                    <a:pt x="43944" y="56"/>
                  </a:lnTo>
                  <a:lnTo>
                    <a:pt x="42885" y="28"/>
                  </a:lnTo>
                  <a:lnTo>
                    <a:pt x="41797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997" name="Google Shape;997;p14"/>
          <p:cNvGrpSpPr/>
          <p:nvPr/>
        </p:nvGrpSpPr>
        <p:grpSpPr>
          <a:xfrm>
            <a:off x="3967142" y="49806"/>
            <a:ext cx="1209708" cy="682666"/>
            <a:chOff x="3967142" y="49806"/>
            <a:chExt cx="1209708" cy="682666"/>
          </a:xfrm>
        </p:grpSpPr>
        <p:sp>
          <p:nvSpPr>
            <p:cNvPr id="998" name="Google Shape;998;p14"/>
            <p:cNvSpPr/>
            <p:nvPr/>
          </p:nvSpPr>
          <p:spPr>
            <a:xfrm>
              <a:off x="4793924" y="52086"/>
              <a:ext cx="53445" cy="50368"/>
            </a:xfrm>
            <a:custGeom>
              <a:rect b="b" l="l" r="r" t="t"/>
              <a:pathLst>
                <a:path extrusionOk="0" h="1326" w="1407">
                  <a:moveTo>
                    <a:pt x="724" y="1"/>
                  </a:moveTo>
                  <a:lnTo>
                    <a:pt x="1" y="683"/>
                  </a:lnTo>
                  <a:lnTo>
                    <a:pt x="21" y="724"/>
                  </a:lnTo>
                  <a:lnTo>
                    <a:pt x="61" y="744"/>
                  </a:lnTo>
                  <a:lnTo>
                    <a:pt x="181" y="784"/>
                  </a:lnTo>
                  <a:lnTo>
                    <a:pt x="322" y="824"/>
                  </a:lnTo>
                  <a:lnTo>
                    <a:pt x="382" y="864"/>
                  </a:lnTo>
                  <a:lnTo>
                    <a:pt x="422" y="884"/>
                  </a:lnTo>
                  <a:lnTo>
                    <a:pt x="503" y="1005"/>
                  </a:lnTo>
                  <a:lnTo>
                    <a:pt x="583" y="1105"/>
                  </a:lnTo>
                  <a:lnTo>
                    <a:pt x="704" y="1326"/>
                  </a:lnTo>
                  <a:lnTo>
                    <a:pt x="1406" y="623"/>
                  </a:lnTo>
                  <a:lnTo>
                    <a:pt x="724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99" name="Google Shape;999;p14"/>
            <p:cNvSpPr/>
            <p:nvPr/>
          </p:nvSpPr>
          <p:spPr>
            <a:xfrm>
              <a:off x="4955626" y="205393"/>
              <a:ext cx="56484" cy="52685"/>
            </a:xfrm>
            <a:custGeom>
              <a:rect b="b" l="l" r="r" t="t"/>
              <a:pathLst>
                <a:path extrusionOk="0" h="1387" w="1487">
                  <a:moveTo>
                    <a:pt x="764" y="1"/>
                  </a:moveTo>
                  <a:lnTo>
                    <a:pt x="663" y="222"/>
                  </a:lnTo>
                  <a:lnTo>
                    <a:pt x="603" y="322"/>
                  </a:lnTo>
                  <a:lnTo>
                    <a:pt x="543" y="402"/>
                  </a:lnTo>
                  <a:lnTo>
                    <a:pt x="422" y="483"/>
                  </a:lnTo>
                  <a:lnTo>
                    <a:pt x="302" y="543"/>
                  </a:lnTo>
                  <a:lnTo>
                    <a:pt x="1" y="703"/>
                  </a:lnTo>
                  <a:lnTo>
                    <a:pt x="262" y="824"/>
                  </a:lnTo>
                  <a:lnTo>
                    <a:pt x="483" y="985"/>
                  </a:lnTo>
                  <a:lnTo>
                    <a:pt x="583" y="1065"/>
                  </a:lnTo>
                  <a:lnTo>
                    <a:pt x="643" y="1165"/>
                  </a:lnTo>
                  <a:lnTo>
                    <a:pt x="723" y="1266"/>
                  </a:lnTo>
                  <a:lnTo>
                    <a:pt x="764" y="1386"/>
                  </a:lnTo>
                  <a:lnTo>
                    <a:pt x="1486" y="703"/>
                  </a:lnTo>
                  <a:lnTo>
                    <a:pt x="764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00" name="Google Shape;1000;p14"/>
            <p:cNvSpPr/>
            <p:nvPr/>
          </p:nvSpPr>
          <p:spPr>
            <a:xfrm>
              <a:off x="4957145" y="671431"/>
              <a:ext cx="57243" cy="55724"/>
            </a:xfrm>
            <a:custGeom>
              <a:rect b="b" l="l" r="r" t="t"/>
              <a:pathLst>
                <a:path extrusionOk="0" h="1467" w="1507">
                  <a:moveTo>
                    <a:pt x="683" y="0"/>
                  </a:moveTo>
                  <a:lnTo>
                    <a:pt x="663" y="161"/>
                  </a:lnTo>
                  <a:lnTo>
                    <a:pt x="603" y="281"/>
                  </a:lnTo>
                  <a:lnTo>
                    <a:pt x="523" y="362"/>
                  </a:lnTo>
                  <a:lnTo>
                    <a:pt x="422" y="442"/>
                  </a:lnTo>
                  <a:lnTo>
                    <a:pt x="202" y="583"/>
                  </a:lnTo>
                  <a:lnTo>
                    <a:pt x="81" y="663"/>
                  </a:lnTo>
                  <a:lnTo>
                    <a:pt x="1" y="743"/>
                  </a:lnTo>
                  <a:lnTo>
                    <a:pt x="222" y="884"/>
                  </a:lnTo>
                  <a:lnTo>
                    <a:pt x="443" y="1004"/>
                  </a:lnTo>
                  <a:lnTo>
                    <a:pt x="523" y="1105"/>
                  </a:lnTo>
                  <a:lnTo>
                    <a:pt x="603" y="1205"/>
                  </a:lnTo>
                  <a:lnTo>
                    <a:pt x="663" y="1326"/>
                  </a:lnTo>
                  <a:lnTo>
                    <a:pt x="683" y="1466"/>
                  </a:lnTo>
                  <a:lnTo>
                    <a:pt x="764" y="1446"/>
                  </a:lnTo>
                  <a:lnTo>
                    <a:pt x="824" y="1406"/>
                  </a:lnTo>
                  <a:lnTo>
                    <a:pt x="864" y="1346"/>
                  </a:lnTo>
                  <a:lnTo>
                    <a:pt x="904" y="1285"/>
                  </a:lnTo>
                  <a:lnTo>
                    <a:pt x="965" y="1145"/>
                  </a:lnTo>
                  <a:lnTo>
                    <a:pt x="985" y="1085"/>
                  </a:lnTo>
                  <a:lnTo>
                    <a:pt x="1025" y="1044"/>
                  </a:lnTo>
                  <a:lnTo>
                    <a:pt x="1145" y="964"/>
                  </a:lnTo>
                  <a:lnTo>
                    <a:pt x="1266" y="884"/>
                  </a:lnTo>
                  <a:lnTo>
                    <a:pt x="1507" y="743"/>
                  </a:lnTo>
                  <a:lnTo>
                    <a:pt x="68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01" name="Google Shape;1001;p14"/>
            <p:cNvSpPr/>
            <p:nvPr/>
          </p:nvSpPr>
          <p:spPr>
            <a:xfrm>
              <a:off x="4791644" y="672950"/>
              <a:ext cx="58003" cy="51888"/>
            </a:xfrm>
            <a:custGeom>
              <a:rect b="b" l="l" r="r" t="t"/>
              <a:pathLst>
                <a:path extrusionOk="0" h="1366" w="1527">
                  <a:moveTo>
                    <a:pt x="703" y="0"/>
                  </a:moveTo>
                  <a:lnTo>
                    <a:pt x="663" y="121"/>
                  </a:lnTo>
                  <a:lnTo>
                    <a:pt x="623" y="221"/>
                  </a:lnTo>
                  <a:lnTo>
                    <a:pt x="563" y="322"/>
                  </a:lnTo>
                  <a:lnTo>
                    <a:pt x="462" y="402"/>
                  </a:lnTo>
                  <a:lnTo>
                    <a:pt x="382" y="462"/>
                  </a:lnTo>
                  <a:lnTo>
                    <a:pt x="262" y="522"/>
                  </a:lnTo>
                  <a:lnTo>
                    <a:pt x="1" y="623"/>
                  </a:lnTo>
                  <a:lnTo>
                    <a:pt x="41" y="683"/>
                  </a:lnTo>
                  <a:lnTo>
                    <a:pt x="61" y="723"/>
                  </a:lnTo>
                  <a:lnTo>
                    <a:pt x="161" y="804"/>
                  </a:lnTo>
                  <a:lnTo>
                    <a:pt x="282" y="884"/>
                  </a:lnTo>
                  <a:lnTo>
                    <a:pt x="402" y="924"/>
                  </a:lnTo>
                  <a:lnTo>
                    <a:pt x="523" y="1004"/>
                  </a:lnTo>
                  <a:lnTo>
                    <a:pt x="623" y="1085"/>
                  </a:lnTo>
                  <a:lnTo>
                    <a:pt x="643" y="1125"/>
                  </a:lnTo>
                  <a:lnTo>
                    <a:pt x="683" y="1185"/>
                  </a:lnTo>
                  <a:lnTo>
                    <a:pt x="683" y="1265"/>
                  </a:lnTo>
                  <a:lnTo>
                    <a:pt x="683" y="1346"/>
                  </a:lnTo>
                  <a:lnTo>
                    <a:pt x="743" y="1366"/>
                  </a:lnTo>
                  <a:lnTo>
                    <a:pt x="784" y="1366"/>
                  </a:lnTo>
                  <a:lnTo>
                    <a:pt x="1527" y="663"/>
                  </a:lnTo>
                  <a:lnTo>
                    <a:pt x="1426" y="583"/>
                  </a:lnTo>
                  <a:lnTo>
                    <a:pt x="1326" y="543"/>
                  </a:lnTo>
                  <a:lnTo>
                    <a:pt x="1145" y="422"/>
                  </a:lnTo>
                  <a:lnTo>
                    <a:pt x="1045" y="362"/>
                  </a:lnTo>
                  <a:lnTo>
                    <a:pt x="984" y="261"/>
                  </a:lnTo>
                  <a:lnTo>
                    <a:pt x="924" y="161"/>
                  </a:lnTo>
                  <a:lnTo>
                    <a:pt x="904" y="41"/>
                  </a:lnTo>
                  <a:lnTo>
                    <a:pt x="864" y="21"/>
                  </a:lnTo>
                  <a:lnTo>
                    <a:pt x="824" y="21"/>
                  </a:lnTo>
                  <a:lnTo>
                    <a:pt x="70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02" name="Google Shape;1002;p14"/>
            <p:cNvSpPr/>
            <p:nvPr/>
          </p:nvSpPr>
          <p:spPr>
            <a:xfrm>
              <a:off x="4626904" y="669912"/>
              <a:ext cx="61042" cy="59522"/>
            </a:xfrm>
            <a:custGeom>
              <a:rect b="b" l="l" r="r" t="t"/>
              <a:pathLst>
                <a:path extrusionOk="0" h="1567" w="1607">
                  <a:moveTo>
                    <a:pt x="864" y="0"/>
                  </a:moveTo>
                  <a:lnTo>
                    <a:pt x="783" y="20"/>
                  </a:lnTo>
                  <a:lnTo>
                    <a:pt x="723" y="60"/>
                  </a:lnTo>
                  <a:lnTo>
                    <a:pt x="683" y="121"/>
                  </a:lnTo>
                  <a:lnTo>
                    <a:pt x="663" y="181"/>
                  </a:lnTo>
                  <a:lnTo>
                    <a:pt x="623" y="321"/>
                  </a:lnTo>
                  <a:lnTo>
                    <a:pt x="583" y="382"/>
                  </a:lnTo>
                  <a:lnTo>
                    <a:pt x="542" y="422"/>
                  </a:lnTo>
                  <a:lnTo>
                    <a:pt x="422" y="522"/>
                  </a:lnTo>
                  <a:lnTo>
                    <a:pt x="281" y="602"/>
                  </a:lnTo>
                  <a:lnTo>
                    <a:pt x="0" y="763"/>
                  </a:lnTo>
                  <a:lnTo>
                    <a:pt x="201" y="763"/>
                  </a:lnTo>
                  <a:lnTo>
                    <a:pt x="281" y="803"/>
                  </a:lnTo>
                  <a:lnTo>
                    <a:pt x="362" y="823"/>
                  </a:lnTo>
                  <a:lnTo>
                    <a:pt x="402" y="884"/>
                  </a:lnTo>
                  <a:lnTo>
                    <a:pt x="462" y="944"/>
                  </a:lnTo>
                  <a:lnTo>
                    <a:pt x="542" y="1064"/>
                  </a:lnTo>
                  <a:lnTo>
                    <a:pt x="603" y="1225"/>
                  </a:lnTo>
                  <a:lnTo>
                    <a:pt x="703" y="1366"/>
                  </a:lnTo>
                  <a:lnTo>
                    <a:pt x="743" y="1426"/>
                  </a:lnTo>
                  <a:lnTo>
                    <a:pt x="804" y="1486"/>
                  </a:lnTo>
                  <a:lnTo>
                    <a:pt x="884" y="1526"/>
                  </a:lnTo>
                  <a:lnTo>
                    <a:pt x="964" y="1566"/>
                  </a:lnTo>
                  <a:lnTo>
                    <a:pt x="924" y="1466"/>
                  </a:lnTo>
                  <a:lnTo>
                    <a:pt x="924" y="1366"/>
                  </a:lnTo>
                  <a:lnTo>
                    <a:pt x="924" y="1285"/>
                  </a:lnTo>
                  <a:lnTo>
                    <a:pt x="944" y="1225"/>
                  </a:lnTo>
                  <a:lnTo>
                    <a:pt x="964" y="1165"/>
                  </a:lnTo>
                  <a:lnTo>
                    <a:pt x="1024" y="1104"/>
                  </a:lnTo>
                  <a:lnTo>
                    <a:pt x="1125" y="1024"/>
                  </a:lnTo>
                  <a:lnTo>
                    <a:pt x="1265" y="964"/>
                  </a:lnTo>
                  <a:lnTo>
                    <a:pt x="1406" y="884"/>
                  </a:lnTo>
                  <a:lnTo>
                    <a:pt x="1526" y="783"/>
                  </a:lnTo>
                  <a:lnTo>
                    <a:pt x="1567" y="723"/>
                  </a:lnTo>
                  <a:lnTo>
                    <a:pt x="1607" y="643"/>
                  </a:lnTo>
                  <a:lnTo>
                    <a:pt x="1446" y="643"/>
                  </a:lnTo>
                  <a:lnTo>
                    <a:pt x="1306" y="623"/>
                  </a:lnTo>
                  <a:lnTo>
                    <a:pt x="1205" y="562"/>
                  </a:lnTo>
                  <a:lnTo>
                    <a:pt x="1105" y="482"/>
                  </a:lnTo>
                  <a:lnTo>
                    <a:pt x="1024" y="382"/>
                  </a:lnTo>
                  <a:lnTo>
                    <a:pt x="964" y="261"/>
                  </a:lnTo>
                  <a:lnTo>
                    <a:pt x="864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03" name="Google Shape;1003;p14"/>
            <p:cNvSpPr/>
            <p:nvPr/>
          </p:nvSpPr>
          <p:spPr>
            <a:xfrm>
              <a:off x="4464442" y="670671"/>
              <a:ext cx="63359" cy="58003"/>
            </a:xfrm>
            <a:custGeom>
              <a:rect b="b" l="l" r="r" t="t"/>
              <a:pathLst>
                <a:path extrusionOk="0" h="1527" w="1668">
                  <a:moveTo>
                    <a:pt x="683" y="0"/>
                  </a:moveTo>
                  <a:lnTo>
                    <a:pt x="543" y="281"/>
                  </a:lnTo>
                  <a:lnTo>
                    <a:pt x="462" y="402"/>
                  </a:lnTo>
                  <a:lnTo>
                    <a:pt x="382" y="502"/>
                  </a:lnTo>
                  <a:lnTo>
                    <a:pt x="322" y="542"/>
                  </a:lnTo>
                  <a:lnTo>
                    <a:pt x="261" y="562"/>
                  </a:lnTo>
                  <a:lnTo>
                    <a:pt x="141" y="582"/>
                  </a:lnTo>
                  <a:lnTo>
                    <a:pt x="81" y="603"/>
                  </a:lnTo>
                  <a:lnTo>
                    <a:pt x="21" y="623"/>
                  </a:lnTo>
                  <a:lnTo>
                    <a:pt x="0" y="663"/>
                  </a:lnTo>
                  <a:lnTo>
                    <a:pt x="0" y="703"/>
                  </a:lnTo>
                  <a:lnTo>
                    <a:pt x="844" y="1526"/>
                  </a:lnTo>
                  <a:lnTo>
                    <a:pt x="884" y="1366"/>
                  </a:lnTo>
                  <a:lnTo>
                    <a:pt x="924" y="1245"/>
                  </a:lnTo>
                  <a:lnTo>
                    <a:pt x="1004" y="1145"/>
                  </a:lnTo>
                  <a:lnTo>
                    <a:pt x="1105" y="1044"/>
                  </a:lnTo>
                  <a:lnTo>
                    <a:pt x="1225" y="964"/>
                  </a:lnTo>
                  <a:lnTo>
                    <a:pt x="1346" y="884"/>
                  </a:lnTo>
                  <a:lnTo>
                    <a:pt x="1667" y="743"/>
                  </a:lnTo>
                  <a:lnTo>
                    <a:pt x="1265" y="562"/>
                  </a:lnTo>
                  <a:lnTo>
                    <a:pt x="1125" y="482"/>
                  </a:lnTo>
                  <a:lnTo>
                    <a:pt x="1004" y="402"/>
                  </a:lnTo>
                  <a:lnTo>
                    <a:pt x="964" y="362"/>
                  </a:lnTo>
                  <a:lnTo>
                    <a:pt x="944" y="301"/>
                  </a:lnTo>
                  <a:lnTo>
                    <a:pt x="904" y="161"/>
                  </a:lnTo>
                  <a:lnTo>
                    <a:pt x="884" y="101"/>
                  </a:lnTo>
                  <a:lnTo>
                    <a:pt x="844" y="40"/>
                  </a:lnTo>
                  <a:lnTo>
                    <a:pt x="784" y="20"/>
                  </a:lnTo>
                  <a:lnTo>
                    <a:pt x="68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04" name="Google Shape;1004;p14"/>
            <p:cNvSpPr/>
            <p:nvPr/>
          </p:nvSpPr>
          <p:spPr>
            <a:xfrm>
              <a:off x="4301980" y="671431"/>
              <a:ext cx="63359" cy="58003"/>
            </a:xfrm>
            <a:custGeom>
              <a:rect b="b" l="l" r="r" t="t"/>
              <a:pathLst>
                <a:path extrusionOk="0" h="1527" w="1668">
                  <a:moveTo>
                    <a:pt x="743" y="0"/>
                  </a:moveTo>
                  <a:lnTo>
                    <a:pt x="0" y="723"/>
                  </a:lnTo>
                  <a:lnTo>
                    <a:pt x="784" y="1526"/>
                  </a:lnTo>
                  <a:lnTo>
                    <a:pt x="824" y="1386"/>
                  </a:lnTo>
                  <a:lnTo>
                    <a:pt x="884" y="1245"/>
                  </a:lnTo>
                  <a:lnTo>
                    <a:pt x="964" y="1125"/>
                  </a:lnTo>
                  <a:lnTo>
                    <a:pt x="1065" y="1044"/>
                  </a:lnTo>
                  <a:lnTo>
                    <a:pt x="1185" y="964"/>
                  </a:lnTo>
                  <a:lnTo>
                    <a:pt x="1326" y="884"/>
                  </a:lnTo>
                  <a:lnTo>
                    <a:pt x="1667" y="743"/>
                  </a:lnTo>
                  <a:lnTo>
                    <a:pt x="1266" y="583"/>
                  </a:lnTo>
                  <a:lnTo>
                    <a:pt x="1125" y="502"/>
                  </a:lnTo>
                  <a:lnTo>
                    <a:pt x="1025" y="442"/>
                  </a:lnTo>
                  <a:lnTo>
                    <a:pt x="944" y="342"/>
                  </a:lnTo>
                  <a:lnTo>
                    <a:pt x="864" y="221"/>
                  </a:lnTo>
                  <a:lnTo>
                    <a:pt x="74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05" name="Google Shape;1005;p14"/>
            <p:cNvSpPr/>
            <p:nvPr/>
          </p:nvSpPr>
          <p:spPr>
            <a:xfrm>
              <a:off x="4958664" y="518123"/>
              <a:ext cx="55724" cy="51888"/>
            </a:xfrm>
            <a:custGeom>
              <a:rect b="b" l="l" r="r" t="t"/>
              <a:pathLst>
                <a:path extrusionOk="0" h="1366" w="1467">
                  <a:moveTo>
                    <a:pt x="724" y="0"/>
                  </a:moveTo>
                  <a:lnTo>
                    <a:pt x="1" y="663"/>
                  </a:lnTo>
                  <a:lnTo>
                    <a:pt x="744" y="1366"/>
                  </a:lnTo>
                  <a:lnTo>
                    <a:pt x="864" y="1145"/>
                  </a:lnTo>
                  <a:lnTo>
                    <a:pt x="1025" y="964"/>
                  </a:lnTo>
                  <a:lnTo>
                    <a:pt x="1125" y="884"/>
                  </a:lnTo>
                  <a:lnTo>
                    <a:pt x="1226" y="803"/>
                  </a:lnTo>
                  <a:lnTo>
                    <a:pt x="1346" y="743"/>
                  </a:lnTo>
                  <a:lnTo>
                    <a:pt x="1467" y="703"/>
                  </a:lnTo>
                  <a:lnTo>
                    <a:pt x="1386" y="603"/>
                  </a:lnTo>
                  <a:lnTo>
                    <a:pt x="1286" y="542"/>
                  </a:lnTo>
                  <a:lnTo>
                    <a:pt x="1085" y="422"/>
                  </a:lnTo>
                  <a:lnTo>
                    <a:pt x="985" y="342"/>
                  </a:lnTo>
                  <a:lnTo>
                    <a:pt x="904" y="261"/>
                  </a:lnTo>
                  <a:lnTo>
                    <a:pt x="864" y="161"/>
                  </a:lnTo>
                  <a:lnTo>
                    <a:pt x="824" y="40"/>
                  </a:lnTo>
                  <a:lnTo>
                    <a:pt x="804" y="20"/>
                  </a:lnTo>
                  <a:lnTo>
                    <a:pt x="764" y="20"/>
                  </a:lnTo>
                  <a:lnTo>
                    <a:pt x="724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06" name="Google Shape;1006;p14"/>
            <p:cNvSpPr/>
            <p:nvPr/>
          </p:nvSpPr>
          <p:spPr>
            <a:xfrm>
              <a:off x="4793924" y="512008"/>
              <a:ext cx="54964" cy="60282"/>
            </a:xfrm>
            <a:custGeom>
              <a:rect b="b" l="l" r="r" t="t"/>
              <a:pathLst>
                <a:path extrusionOk="0" h="1587" w="1447">
                  <a:moveTo>
                    <a:pt x="704" y="1"/>
                  </a:moveTo>
                  <a:lnTo>
                    <a:pt x="663" y="161"/>
                  </a:lnTo>
                  <a:lnTo>
                    <a:pt x="583" y="302"/>
                  </a:lnTo>
                  <a:lnTo>
                    <a:pt x="503" y="422"/>
                  </a:lnTo>
                  <a:lnTo>
                    <a:pt x="422" y="523"/>
                  </a:lnTo>
                  <a:lnTo>
                    <a:pt x="322" y="583"/>
                  </a:lnTo>
                  <a:lnTo>
                    <a:pt x="202" y="663"/>
                  </a:lnTo>
                  <a:lnTo>
                    <a:pt x="1" y="784"/>
                  </a:lnTo>
                  <a:lnTo>
                    <a:pt x="824" y="1587"/>
                  </a:lnTo>
                  <a:lnTo>
                    <a:pt x="844" y="1466"/>
                  </a:lnTo>
                  <a:lnTo>
                    <a:pt x="884" y="1346"/>
                  </a:lnTo>
                  <a:lnTo>
                    <a:pt x="924" y="1246"/>
                  </a:lnTo>
                  <a:lnTo>
                    <a:pt x="1005" y="1165"/>
                  </a:lnTo>
                  <a:lnTo>
                    <a:pt x="1065" y="1085"/>
                  </a:lnTo>
                  <a:lnTo>
                    <a:pt x="1165" y="1025"/>
                  </a:lnTo>
                  <a:lnTo>
                    <a:pt x="1266" y="964"/>
                  </a:lnTo>
                  <a:lnTo>
                    <a:pt x="1386" y="944"/>
                  </a:lnTo>
                  <a:lnTo>
                    <a:pt x="1406" y="904"/>
                  </a:lnTo>
                  <a:lnTo>
                    <a:pt x="1426" y="864"/>
                  </a:lnTo>
                  <a:lnTo>
                    <a:pt x="1446" y="744"/>
                  </a:lnTo>
                  <a:lnTo>
                    <a:pt x="1226" y="643"/>
                  </a:lnTo>
                  <a:lnTo>
                    <a:pt x="1125" y="603"/>
                  </a:lnTo>
                  <a:lnTo>
                    <a:pt x="1025" y="543"/>
                  </a:lnTo>
                  <a:lnTo>
                    <a:pt x="944" y="442"/>
                  </a:lnTo>
                  <a:lnTo>
                    <a:pt x="864" y="322"/>
                  </a:lnTo>
                  <a:lnTo>
                    <a:pt x="704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07" name="Google Shape;1007;p14"/>
            <p:cNvSpPr/>
            <p:nvPr/>
          </p:nvSpPr>
          <p:spPr>
            <a:xfrm>
              <a:off x="4628423" y="516604"/>
              <a:ext cx="57243" cy="57243"/>
            </a:xfrm>
            <a:custGeom>
              <a:rect b="b" l="l" r="r" t="t"/>
              <a:pathLst>
                <a:path extrusionOk="0" h="1507" w="1507">
                  <a:moveTo>
                    <a:pt x="824" y="0"/>
                  </a:moveTo>
                  <a:lnTo>
                    <a:pt x="1" y="743"/>
                  </a:lnTo>
                  <a:lnTo>
                    <a:pt x="262" y="864"/>
                  </a:lnTo>
                  <a:lnTo>
                    <a:pt x="382" y="944"/>
                  </a:lnTo>
                  <a:lnTo>
                    <a:pt x="482" y="1024"/>
                  </a:lnTo>
                  <a:lnTo>
                    <a:pt x="563" y="1125"/>
                  </a:lnTo>
                  <a:lnTo>
                    <a:pt x="623" y="1245"/>
                  </a:lnTo>
                  <a:lnTo>
                    <a:pt x="764" y="1506"/>
                  </a:lnTo>
                  <a:lnTo>
                    <a:pt x="944" y="1205"/>
                  </a:lnTo>
                  <a:lnTo>
                    <a:pt x="1105" y="964"/>
                  </a:lnTo>
                  <a:lnTo>
                    <a:pt x="1145" y="924"/>
                  </a:lnTo>
                  <a:lnTo>
                    <a:pt x="1205" y="904"/>
                  </a:lnTo>
                  <a:lnTo>
                    <a:pt x="1346" y="864"/>
                  </a:lnTo>
                  <a:lnTo>
                    <a:pt x="1406" y="843"/>
                  </a:lnTo>
                  <a:lnTo>
                    <a:pt x="1466" y="803"/>
                  </a:lnTo>
                  <a:lnTo>
                    <a:pt x="1506" y="743"/>
                  </a:lnTo>
                  <a:lnTo>
                    <a:pt x="1506" y="643"/>
                  </a:lnTo>
                  <a:lnTo>
                    <a:pt x="1386" y="603"/>
                  </a:lnTo>
                  <a:lnTo>
                    <a:pt x="1266" y="542"/>
                  </a:lnTo>
                  <a:lnTo>
                    <a:pt x="1165" y="462"/>
                  </a:lnTo>
                  <a:lnTo>
                    <a:pt x="1085" y="402"/>
                  </a:lnTo>
                  <a:lnTo>
                    <a:pt x="984" y="301"/>
                  </a:lnTo>
                  <a:lnTo>
                    <a:pt x="924" y="221"/>
                  </a:lnTo>
                  <a:lnTo>
                    <a:pt x="864" y="101"/>
                  </a:lnTo>
                  <a:lnTo>
                    <a:pt x="824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08" name="Google Shape;1008;p14"/>
            <p:cNvSpPr/>
            <p:nvPr/>
          </p:nvSpPr>
          <p:spPr>
            <a:xfrm>
              <a:off x="4464442" y="512768"/>
              <a:ext cx="57243" cy="58003"/>
            </a:xfrm>
            <a:custGeom>
              <a:rect b="b" l="l" r="r" t="t"/>
              <a:pathLst>
                <a:path extrusionOk="0" h="1527" w="1507">
                  <a:moveTo>
                    <a:pt x="743" y="1"/>
                  </a:moveTo>
                  <a:lnTo>
                    <a:pt x="563" y="322"/>
                  </a:lnTo>
                  <a:lnTo>
                    <a:pt x="482" y="442"/>
                  </a:lnTo>
                  <a:lnTo>
                    <a:pt x="402" y="563"/>
                  </a:lnTo>
                  <a:lnTo>
                    <a:pt x="342" y="603"/>
                  </a:lnTo>
                  <a:lnTo>
                    <a:pt x="282" y="623"/>
                  </a:lnTo>
                  <a:lnTo>
                    <a:pt x="141" y="643"/>
                  </a:lnTo>
                  <a:lnTo>
                    <a:pt x="41" y="663"/>
                  </a:lnTo>
                  <a:lnTo>
                    <a:pt x="0" y="683"/>
                  </a:lnTo>
                  <a:lnTo>
                    <a:pt x="0" y="744"/>
                  </a:lnTo>
                  <a:lnTo>
                    <a:pt x="763" y="1527"/>
                  </a:lnTo>
                  <a:lnTo>
                    <a:pt x="1506" y="744"/>
                  </a:lnTo>
                  <a:lnTo>
                    <a:pt x="1265" y="643"/>
                  </a:lnTo>
                  <a:lnTo>
                    <a:pt x="1145" y="563"/>
                  </a:lnTo>
                  <a:lnTo>
                    <a:pt x="1024" y="483"/>
                  </a:lnTo>
                  <a:lnTo>
                    <a:pt x="944" y="382"/>
                  </a:lnTo>
                  <a:lnTo>
                    <a:pt x="884" y="282"/>
                  </a:lnTo>
                  <a:lnTo>
                    <a:pt x="743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09" name="Google Shape;1009;p14"/>
            <p:cNvSpPr/>
            <p:nvPr/>
          </p:nvSpPr>
          <p:spPr>
            <a:xfrm>
              <a:off x="4300460" y="512768"/>
              <a:ext cx="65638" cy="61840"/>
            </a:xfrm>
            <a:custGeom>
              <a:rect b="b" l="l" r="r" t="t"/>
              <a:pathLst>
                <a:path extrusionOk="0" h="1628" w="1728">
                  <a:moveTo>
                    <a:pt x="763" y="1"/>
                  </a:moveTo>
                  <a:lnTo>
                    <a:pt x="583" y="302"/>
                  </a:lnTo>
                  <a:lnTo>
                    <a:pt x="502" y="422"/>
                  </a:lnTo>
                  <a:lnTo>
                    <a:pt x="422" y="543"/>
                  </a:lnTo>
                  <a:lnTo>
                    <a:pt x="362" y="583"/>
                  </a:lnTo>
                  <a:lnTo>
                    <a:pt x="302" y="603"/>
                  </a:lnTo>
                  <a:lnTo>
                    <a:pt x="161" y="643"/>
                  </a:lnTo>
                  <a:lnTo>
                    <a:pt x="101" y="683"/>
                  </a:lnTo>
                  <a:lnTo>
                    <a:pt x="40" y="724"/>
                  </a:lnTo>
                  <a:lnTo>
                    <a:pt x="20" y="784"/>
                  </a:lnTo>
                  <a:lnTo>
                    <a:pt x="0" y="884"/>
                  </a:lnTo>
                  <a:lnTo>
                    <a:pt x="141" y="924"/>
                  </a:lnTo>
                  <a:lnTo>
                    <a:pt x="261" y="985"/>
                  </a:lnTo>
                  <a:lnTo>
                    <a:pt x="362" y="1065"/>
                  </a:lnTo>
                  <a:lnTo>
                    <a:pt x="462" y="1165"/>
                  </a:lnTo>
                  <a:lnTo>
                    <a:pt x="623" y="1406"/>
                  </a:lnTo>
                  <a:lnTo>
                    <a:pt x="703" y="1527"/>
                  </a:lnTo>
                  <a:lnTo>
                    <a:pt x="824" y="1627"/>
                  </a:lnTo>
                  <a:lnTo>
                    <a:pt x="864" y="1467"/>
                  </a:lnTo>
                  <a:lnTo>
                    <a:pt x="924" y="1326"/>
                  </a:lnTo>
                  <a:lnTo>
                    <a:pt x="984" y="1226"/>
                  </a:lnTo>
                  <a:lnTo>
                    <a:pt x="1085" y="1125"/>
                  </a:lnTo>
                  <a:lnTo>
                    <a:pt x="1205" y="1025"/>
                  </a:lnTo>
                  <a:lnTo>
                    <a:pt x="1366" y="965"/>
                  </a:lnTo>
                  <a:lnTo>
                    <a:pt x="1526" y="904"/>
                  </a:lnTo>
                  <a:lnTo>
                    <a:pt x="1727" y="844"/>
                  </a:lnTo>
                  <a:lnTo>
                    <a:pt x="1306" y="643"/>
                  </a:lnTo>
                  <a:lnTo>
                    <a:pt x="1145" y="583"/>
                  </a:lnTo>
                  <a:lnTo>
                    <a:pt x="1044" y="503"/>
                  </a:lnTo>
                  <a:lnTo>
                    <a:pt x="964" y="402"/>
                  </a:lnTo>
                  <a:lnTo>
                    <a:pt x="904" y="282"/>
                  </a:lnTo>
                  <a:lnTo>
                    <a:pt x="763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10" name="Google Shape;1010;p14"/>
            <p:cNvSpPr/>
            <p:nvPr/>
          </p:nvSpPr>
          <p:spPr>
            <a:xfrm>
              <a:off x="4957905" y="360980"/>
              <a:ext cx="54205" cy="51166"/>
            </a:xfrm>
            <a:custGeom>
              <a:rect b="b" l="l" r="r" t="t"/>
              <a:pathLst>
                <a:path extrusionOk="0" h="1347" w="1427">
                  <a:moveTo>
                    <a:pt x="684" y="1"/>
                  </a:moveTo>
                  <a:lnTo>
                    <a:pt x="603" y="222"/>
                  </a:lnTo>
                  <a:lnTo>
                    <a:pt x="543" y="322"/>
                  </a:lnTo>
                  <a:lnTo>
                    <a:pt x="483" y="402"/>
                  </a:lnTo>
                  <a:lnTo>
                    <a:pt x="362" y="483"/>
                  </a:lnTo>
                  <a:lnTo>
                    <a:pt x="242" y="543"/>
                  </a:lnTo>
                  <a:lnTo>
                    <a:pt x="1" y="664"/>
                  </a:lnTo>
                  <a:lnTo>
                    <a:pt x="744" y="1346"/>
                  </a:lnTo>
                  <a:lnTo>
                    <a:pt x="1426" y="684"/>
                  </a:lnTo>
                  <a:lnTo>
                    <a:pt x="684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11" name="Google Shape;1011;p14"/>
            <p:cNvSpPr/>
            <p:nvPr/>
          </p:nvSpPr>
          <p:spPr>
            <a:xfrm>
              <a:off x="4462163" y="50566"/>
              <a:ext cx="58003" cy="53445"/>
            </a:xfrm>
            <a:custGeom>
              <a:rect b="b" l="l" r="r" t="t"/>
              <a:pathLst>
                <a:path extrusionOk="0" h="1407" w="1527">
                  <a:moveTo>
                    <a:pt x="783" y="1"/>
                  </a:moveTo>
                  <a:lnTo>
                    <a:pt x="683" y="161"/>
                  </a:lnTo>
                  <a:lnTo>
                    <a:pt x="623" y="282"/>
                  </a:lnTo>
                  <a:lnTo>
                    <a:pt x="542" y="362"/>
                  </a:lnTo>
                  <a:lnTo>
                    <a:pt x="422" y="442"/>
                  </a:lnTo>
                  <a:lnTo>
                    <a:pt x="301" y="523"/>
                  </a:lnTo>
                  <a:lnTo>
                    <a:pt x="0" y="663"/>
                  </a:lnTo>
                  <a:lnTo>
                    <a:pt x="301" y="844"/>
                  </a:lnTo>
                  <a:lnTo>
                    <a:pt x="422" y="904"/>
                  </a:lnTo>
                  <a:lnTo>
                    <a:pt x="542" y="984"/>
                  </a:lnTo>
                  <a:lnTo>
                    <a:pt x="582" y="1045"/>
                  </a:lnTo>
                  <a:lnTo>
                    <a:pt x="603" y="1105"/>
                  </a:lnTo>
                  <a:lnTo>
                    <a:pt x="643" y="1225"/>
                  </a:lnTo>
                  <a:lnTo>
                    <a:pt x="683" y="1346"/>
                  </a:lnTo>
                  <a:lnTo>
                    <a:pt x="703" y="1386"/>
                  </a:lnTo>
                  <a:lnTo>
                    <a:pt x="763" y="1406"/>
                  </a:lnTo>
                  <a:lnTo>
                    <a:pt x="1526" y="683"/>
                  </a:lnTo>
                  <a:lnTo>
                    <a:pt x="783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12" name="Google Shape;1012;p14"/>
            <p:cNvSpPr/>
            <p:nvPr/>
          </p:nvSpPr>
          <p:spPr>
            <a:xfrm>
              <a:off x="4630702" y="51326"/>
              <a:ext cx="53445" cy="50368"/>
            </a:xfrm>
            <a:custGeom>
              <a:rect b="b" l="l" r="r" t="t"/>
              <a:pathLst>
                <a:path extrusionOk="0" h="1326" w="1407">
                  <a:moveTo>
                    <a:pt x="704" y="1"/>
                  </a:moveTo>
                  <a:lnTo>
                    <a:pt x="1" y="663"/>
                  </a:lnTo>
                  <a:lnTo>
                    <a:pt x="704" y="1326"/>
                  </a:lnTo>
                  <a:lnTo>
                    <a:pt x="1406" y="663"/>
                  </a:lnTo>
                  <a:lnTo>
                    <a:pt x="704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13" name="Google Shape;1013;p14"/>
            <p:cNvSpPr/>
            <p:nvPr/>
          </p:nvSpPr>
          <p:spPr>
            <a:xfrm>
              <a:off x="4793924" y="362537"/>
              <a:ext cx="54205" cy="50368"/>
            </a:xfrm>
            <a:custGeom>
              <a:rect b="b" l="l" r="r" t="t"/>
              <a:pathLst>
                <a:path extrusionOk="0" h="1326" w="1427">
                  <a:moveTo>
                    <a:pt x="724" y="0"/>
                  </a:moveTo>
                  <a:lnTo>
                    <a:pt x="1" y="683"/>
                  </a:lnTo>
                  <a:lnTo>
                    <a:pt x="81" y="743"/>
                  </a:lnTo>
                  <a:lnTo>
                    <a:pt x="181" y="803"/>
                  </a:lnTo>
                  <a:lnTo>
                    <a:pt x="382" y="904"/>
                  </a:lnTo>
                  <a:lnTo>
                    <a:pt x="463" y="964"/>
                  </a:lnTo>
                  <a:lnTo>
                    <a:pt x="543" y="1044"/>
                  </a:lnTo>
                  <a:lnTo>
                    <a:pt x="583" y="1165"/>
                  </a:lnTo>
                  <a:lnTo>
                    <a:pt x="623" y="1285"/>
                  </a:lnTo>
                  <a:lnTo>
                    <a:pt x="643" y="1305"/>
                  </a:lnTo>
                  <a:lnTo>
                    <a:pt x="683" y="1325"/>
                  </a:lnTo>
                  <a:lnTo>
                    <a:pt x="724" y="1325"/>
                  </a:lnTo>
                  <a:lnTo>
                    <a:pt x="1426" y="643"/>
                  </a:lnTo>
                  <a:lnTo>
                    <a:pt x="724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14" name="Google Shape;1014;p14"/>
            <p:cNvSpPr/>
            <p:nvPr/>
          </p:nvSpPr>
          <p:spPr>
            <a:xfrm>
              <a:off x="4626144" y="357941"/>
              <a:ext cx="70196" cy="58003"/>
            </a:xfrm>
            <a:custGeom>
              <a:rect b="b" l="l" r="r" t="t"/>
              <a:pathLst>
                <a:path extrusionOk="0" h="1527" w="1848">
                  <a:moveTo>
                    <a:pt x="824" y="1"/>
                  </a:moveTo>
                  <a:lnTo>
                    <a:pt x="663" y="282"/>
                  </a:lnTo>
                  <a:lnTo>
                    <a:pt x="603" y="402"/>
                  </a:lnTo>
                  <a:lnTo>
                    <a:pt x="522" y="503"/>
                  </a:lnTo>
                  <a:lnTo>
                    <a:pt x="402" y="583"/>
                  </a:lnTo>
                  <a:lnTo>
                    <a:pt x="281" y="643"/>
                  </a:lnTo>
                  <a:lnTo>
                    <a:pt x="0" y="784"/>
                  </a:lnTo>
                  <a:lnTo>
                    <a:pt x="322" y="944"/>
                  </a:lnTo>
                  <a:lnTo>
                    <a:pt x="442" y="1025"/>
                  </a:lnTo>
                  <a:lnTo>
                    <a:pt x="562" y="1105"/>
                  </a:lnTo>
                  <a:lnTo>
                    <a:pt x="603" y="1145"/>
                  </a:lnTo>
                  <a:lnTo>
                    <a:pt x="623" y="1205"/>
                  </a:lnTo>
                  <a:lnTo>
                    <a:pt x="663" y="1346"/>
                  </a:lnTo>
                  <a:lnTo>
                    <a:pt x="683" y="1406"/>
                  </a:lnTo>
                  <a:lnTo>
                    <a:pt x="723" y="1466"/>
                  </a:lnTo>
                  <a:lnTo>
                    <a:pt x="803" y="1507"/>
                  </a:lnTo>
                  <a:lnTo>
                    <a:pt x="884" y="1527"/>
                  </a:lnTo>
                  <a:lnTo>
                    <a:pt x="924" y="1386"/>
                  </a:lnTo>
                  <a:lnTo>
                    <a:pt x="984" y="1266"/>
                  </a:lnTo>
                  <a:lnTo>
                    <a:pt x="1064" y="1165"/>
                  </a:lnTo>
                  <a:lnTo>
                    <a:pt x="1165" y="1065"/>
                  </a:lnTo>
                  <a:lnTo>
                    <a:pt x="1305" y="984"/>
                  </a:lnTo>
                  <a:lnTo>
                    <a:pt x="1446" y="904"/>
                  </a:lnTo>
                  <a:lnTo>
                    <a:pt x="1627" y="824"/>
                  </a:lnTo>
                  <a:lnTo>
                    <a:pt x="1848" y="744"/>
                  </a:lnTo>
                  <a:lnTo>
                    <a:pt x="1607" y="703"/>
                  </a:lnTo>
                  <a:lnTo>
                    <a:pt x="1426" y="643"/>
                  </a:lnTo>
                  <a:lnTo>
                    <a:pt x="1285" y="563"/>
                  </a:lnTo>
                  <a:lnTo>
                    <a:pt x="1145" y="462"/>
                  </a:lnTo>
                  <a:lnTo>
                    <a:pt x="1044" y="362"/>
                  </a:lnTo>
                  <a:lnTo>
                    <a:pt x="964" y="242"/>
                  </a:lnTo>
                  <a:lnTo>
                    <a:pt x="824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15" name="Google Shape;1015;p14"/>
            <p:cNvSpPr/>
            <p:nvPr/>
          </p:nvSpPr>
          <p:spPr>
            <a:xfrm>
              <a:off x="4464442" y="360220"/>
              <a:ext cx="58763" cy="55724"/>
            </a:xfrm>
            <a:custGeom>
              <a:rect b="b" l="l" r="r" t="t"/>
              <a:pathLst>
                <a:path extrusionOk="0" h="1467" w="1547">
                  <a:moveTo>
                    <a:pt x="643" y="1"/>
                  </a:moveTo>
                  <a:lnTo>
                    <a:pt x="603" y="41"/>
                  </a:lnTo>
                  <a:lnTo>
                    <a:pt x="563" y="141"/>
                  </a:lnTo>
                  <a:lnTo>
                    <a:pt x="543" y="282"/>
                  </a:lnTo>
                  <a:lnTo>
                    <a:pt x="522" y="342"/>
                  </a:lnTo>
                  <a:lnTo>
                    <a:pt x="502" y="402"/>
                  </a:lnTo>
                  <a:lnTo>
                    <a:pt x="442" y="463"/>
                  </a:lnTo>
                  <a:lnTo>
                    <a:pt x="362" y="503"/>
                  </a:lnTo>
                  <a:lnTo>
                    <a:pt x="201" y="523"/>
                  </a:lnTo>
                  <a:lnTo>
                    <a:pt x="121" y="543"/>
                  </a:lnTo>
                  <a:lnTo>
                    <a:pt x="61" y="563"/>
                  </a:lnTo>
                  <a:lnTo>
                    <a:pt x="21" y="603"/>
                  </a:lnTo>
                  <a:lnTo>
                    <a:pt x="0" y="663"/>
                  </a:lnTo>
                  <a:lnTo>
                    <a:pt x="784" y="1467"/>
                  </a:lnTo>
                  <a:lnTo>
                    <a:pt x="924" y="1226"/>
                  </a:lnTo>
                  <a:lnTo>
                    <a:pt x="984" y="1105"/>
                  </a:lnTo>
                  <a:lnTo>
                    <a:pt x="1065" y="1005"/>
                  </a:lnTo>
                  <a:lnTo>
                    <a:pt x="1165" y="924"/>
                  </a:lnTo>
                  <a:lnTo>
                    <a:pt x="1286" y="864"/>
                  </a:lnTo>
                  <a:lnTo>
                    <a:pt x="1547" y="764"/>
                  </a:lnTo>
                  <a:lnTo>
                    <a:pt x="683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16" name="Google Shape;1016;p14"/>
            <p:cNvSpPr/>
            <p:nvPr/>
          </p:nvSpPr>
          <p:spPr>
            <a:xfrm>
              <a:off x="4299701" y="355662"/>
              <a:ext cx="58003" cy="64119"/>
            </a:xfrm>
            <a:custGeom>
              <a:rect b="b" l="l" r="r" t="t"/>
              <a:pathLst>
                <a:path extrusionOk="0" h="1688" w="1527">
                  <a:moveTo>
                    <a:pt x="783" y="0"/>
                  </a:moveTo>
                  <a:lnTo>
                    <a:pt x="623" y="322"/>
                  </a:lnTo>
                  <a:lnTo>
                    <a:pt x="542" y="442"/>
                  </a:lnTo>
                  <a:lnTo>
                    <a:pt x="462" y="542"/>
                  </a:lnTo>
                  <a:lnTo>
                    <a:pt x="362" y="623"/>
                  </a:lnTo>
                  <a:lnTo>
                    <a:pt x="241" y="703"/>
                  </a:lnTo>
                  <a:lnTo>
                    <a:pt x="0" y="804"/>
                  </a:lnTo>
                  <a:lnTo>
                    <a:pt x="141" y="864"/>
                  </a:lnTo>
                  <a:lnTo>
                    <a:pt x="281" y="944"/>
                  </a:lnTo>
                  <a:lnTo>
                    <a:pt x="382" y="1024"/>
                  </a:lnTo>
                  <a:lnTo>
                    <a:pt x="462" y="1125"/>
                  </a:lnTo>
                  <a:lnTo>
                    <a:pt x="542" y="1245"/>
                  </a:lnTo>
                  <a:lnTo>
                    <a:pt x="623" y="1386"/>
                  </a:lnTo>
                  <a:lnTo>
                    <a:pt x="783" y="1687"/>
                  </a:lnTo>
                  <a:lnTo>
                    <a:pt x="964" y="1346"/>
                  </a:lnTo>
                  <a:lnTo>
                    <a:pt x="1044" y="1205"/>
                  </a:lnTo>
                  <a:lnTo>
                    <a:pt x="1125" y="1085"/>
                  </a:lnTo>
                  <a:lnTo>
                    <a:pt x="1185" y="1044"/>
                  </a:lnTo>
                  <a:lnTo>
                    <a:pt x="1245" y="1024"/>
                  </a:lnTo>
                  <a:lnTo>
                    <a:pt x="1366" y="1004"/>
                  </a:lnTo>
                  <a:lnTo>
                    <a:pt x="1446" y="984"/>
                  </a:lnTo>
                  <a:lnTo>
                    <a:pt x="1486" y="924"/>
                  </a:lnTo>
                  <a:lnTo>
                    <a:pt x="1526" y="864"/>
                  </a:lnTo>
                  <a:lnTo>
                    <a:pt x="1526" y="763"/>
                  </a:lnTo>
                  <a:lnTo>
                    <a:pt x="1406" y="723"/>
                  </a:lnTo>
                  <a:lnTo>
                    <a:pt x="1285" y="683"/>
                  </a:lnTo>
                  <a:lnTo>
                    <a:pt x="1165" y="603"/>
                  </a:lnTo>
                  <a:lnTo>
                    <a:pt x="1085" y="522"/>
                  </a:lnTo>
                  <a:lnTo>
                    <a:pt x="984" y="422"/>
                  </a:lnTo>
                  <a:lnTo>
                    <a:pt x="904" y="302"/>
                  </a:lnTo>
                  <a:lnTo>
                    <a:pt x="844" y="161"/>
                  </a:lnTo>
                  <a:lnTo>
                    <a:pt x="78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17" name="Google Shape;1017;p14"/>
            <p:cNvSpPr/>
            <p:nvPr/>
          </p:nvSpPr>
          <p:spPr>
            <a:xfrm>
              <a:off x="4790125" y="207672"/>
              <a:ext cx="57243" cy="54205"/>
            </a:xfrm>
            <a:custGeom>
              <a:rect b="b" l="l" r="r" t="t"/>
              <a:pathLst>
                <a:path extrusionOk="0" h="1427" w="1507">
                  <a:moveTo>
                    <a:pt x="824" y="1"/>
                  </a:moveTo>
                  <a:lnTo>
                    <a:pt x="0" y="764"/>
                  </a:lnTo>
                  <a:lnTo>
                    <a:pt x="181" y="764"/>
                  </a:lnTo>
                  <a:lnTo>
                    <a:pt x="322" y="784"/>
                  </a:lnTo>
                  <a:lnTo>
                    <a:pt x="442" y="844"/>
                  </a:lnTo>
                  <a:lnTo>
                    <a:pt x="543" y="945"/>
                  </a:lnTo>
                  <a:lnTo>
                    <a:pt x="623" y="1045"/>
                  </a:lnTo>
                  <a:lnTo>
                    <a:pt x="703" y="1166"/>
                  </a:lnTo>
                  <a:lnTo>
                    <a:pt x="884" y="1427"/>
                  </a:lnTo>
                  <a:lnTo>
                    <a:pt x="964" y="1186"/>
                  </a:lnTo>
                  <a:lnTo>
                    <a:pt x="1024" y="1085"/>
                  </a:lnTo>
                  <a:lnTo>
                    <a:pt x="1085" y="985"/>
                  </a:lnTo>
                  <a:lnTo>
                    <a:pt x="1165" y="904"/>
                  </a:lnTo>
                  <a:lnTo>
                    <a:pt x="1245" y="844"/>
                  </a:lnTo>
                  <a:lnTo>
                    <a:pt x="1346" y="784"/>
                  </a:lnTo>
                  <a:lnTo>
                    <a:pt x="1466" y="744"/>
                  </a:lnTo>
                  <a:lnTo>
                    <a:pt x="1486" y="724"/>
                  </a:lnTo>
                  <a:lnTo>
                    <a:pt x="1506" y="684"/>
                  </a:lnTo>
                  <a:lnTo>
                    <a:pt x="1506" y="623"/>
                  </a:lnTo>
                  <a:lnTo>
                    <a:pt x="824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18" name="Google Shape;1018;p14"/>
            <p:cNvSpPr/>
            <p:nvPr/>
          </p:nvSpPr>
          <p:spPr>
            <a:xfrm>
              <a:off x="4464442" y="206153"/>
              <a:ext cx="57243" cy="53445"/>
            </a:xfrm>
            <a:custGeom>
              <a:rect b="b" l="l" r="r" t="t"/>
              <a:pathLst>
                <a:path extrusionOk="0" h="1407" w="1507">
                  <a:moveTo>
                    <a:pt x="763" y="1"/>
                  </a:moveTo>
                  <a:lnTo>
                    <a:pt x="0" y="724"/>
                  </a:lnTo>
                  <a:lnTo>
                    <a:pt x="261" y="864"/>
                  </a:lnTo>
                  <a:lnTo>
                    <a:pt x="382" y="924"/>
                  </a:lnTo>
                  <a:lnTo>
                    <a:pt x="502" y="1005"/>
                  </a:lnTo>
                  <a:lnTo>
                    <a:pt x="543" y="1065"/>
                  </a:lnTo>
                  <a:lnTo>
                    <a:pt x="563" y="1125"/>
                  </a:lnTo>
                  <a:lnTo>
                    <a:pt x="603" y="1246"/>
                  </a:lnTo>
                  <a:lnTo>
                    <a:pt x="623" y="1306"/>
                  </a:lnTo>
                  <a:lnTo>
                    <a:pt x="683" y="1366"/>
                  </a:lnTo>
                  <a:lnTo>
                    <a:pt x="743" y="1386"/>
                  </a:lnTo>
                  <a:lnTo>
                    <a:pt x="844" y="1406"/>
                  </a:lnTo>
                  <a:lnTo>
                    <a:pt x="864" y="1266"/>
                  </a:lnTo>
                  <a:lnTo>
                    <a:pt x="924" y="1145"/>
                  </a:lnTo>
                  <a:lnTo>
                    <a:pt x="984" y="1045"/>
                  </a:lnTo>
                  <a:lnTo>
                    <a:pt x="1085" y="965"/>
                  </a:lnTo>
                  <a:lnTo>
                    <a:pt x="1306" y="844"/>
                  </a:lnTo>
                  <a:lnTo>
                    <a:pt x="1506" y="704"/>
                  </a:lnTo>
                  <a:lnTo>
                    <a:pt x="763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19" name="Google Shape;1019;p14"/>
            <p:cNvSpPr/>
            <p:nvPr/>
          </p:nvSpPr>
          <p:spPr>
            <a:xfrm>
              <a:off x="4630702" y="204633"/>
              <a:ext cx="58003" cy="54964"/>
            </a:xfrm>
            <a:custGeom>
              <a:rect b="b" l="l" r="r" t="t"/>
              <a:pathLst>
                <a:path extrusionOk="0" h="1447" w="1527">
                  <a:moveTo>
                    <a:pt x="724" y="1"/>
                  </a:moveTo>
                  <a:lnTo>
                    <a:pt x="1" y="723"/>
                  </a:lnTo>
                  <a:lnTo>
                    <a:pt x="724" y="1446"/>
                  </a:lnTo>
                  <a:lnTo>
                    <a:pt x="864" y="1205"/>
                  </a:lnTo>
                  <a:lnTo>
                    <a:pt x="924" y="1105"/>
                  </a:lnTo>
                  <a:lnTo>
                    <a:pt x="1005" y="1005"/>
                  </a:lnTo>
                  <a:lnTo>
                    <a:pt x="1105" y="924"/>
                  </a:lnTo>
                  <a:lnTo>
                    <a:pt x="1226" y="844"/>
                  </a:lnTo>
                  <a:lnTo>
                    <a:pt x="1527" y="703"/>
                  </a:lnTo>
                  <a:lnTo>
                    <a:pt x="1386" y="643"/>
                  </a:lnTo>
                  <a:lnTo>
                    <a:pt x="1246" y="583"/>
                  </a:lnTo>
                  <a:lnTo>
                    <a:pt x="1125" y="503"/>
                  </a:lnTo>
                  <a:lnTo>
                    <a:pt x="1025" y="422"/>
                  </a:lnTo>
                  <a:lnTo>
                    <a:pt x="924" y="322"/>
                  </a:lnTo>
                  <a:lnTo>
                    <a:pt x="844" y="221"/>
                  </a:lnTo>
                  <a:lnTo>
                    <a:pt x="784" y="121"/>
                  </a:lnTo>
                  <a:lnTo>
                    <a:pt x="724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20" name="Google Shape;1020;p14"/>
            <p:cNvSpPr/>
            <p:nvPr/>
          </p:nvSpPr>
          <p:spPr>
            <a:xfrm>
              <a:off x="4301220" y="203114"/>
              <a:ext cx="60282" cy="55724"/>
            </a:xfrm>
            <a:custGeom>
              <a:rect b="b" l="l" r="r" t="t"/>
              <a:pathLst>
                <a:path extrusionOk="0" h="1467" w="1587">
                  <a:moveTo>
                    <a:pt x="723" y="0"/>
                  </a:moveTo>
                  <a:lnTo>
                    <a:pt x="583" y="261"/>
                  </a:lnTo>
                  <a:lnTo>
                    <a:pt x="502" y="382"/>
                  </a:lnTo>
                  <a:lnTo>
                    <a:pt x="422" y="482"/>
                  </a:lnTo>
                  <a:lnTo>
                    <a:pt x="362" y="522"/>
                  </a:lnTo>
                  <a:lnTo>
                    <a:pt x="302" y="563"/>
                  </a:lnTo>
                  <a:lnTo>
                    <a:pt x="161" y="583"/>
                  </a:lnTo>
                  <a:lnTo>
                    <a:pt x="101" y="603"/>
                  </a:lnTo>
                  <a:lnTo>
                    <a:pt x="41" y="623"/>
                  </a:lnTo>
                  <a:lnTo>
                    <a:pt x="0" y="663"/>
                  </a:lnTo>
                  <a:lnTo>
                    <a:pt x="0" y="723"/>
                  </a:lnTo>
                  <a:lnTo>
                    <a:pt x="743" y="1466"/>
                  </a:lnTo>
                  <a:lnTo>
                    <a:pt x="1587" y="623"/>
                  </a:lnTo>
                  <a:lnTo>
                    <a:pt x="1587" y="623"/>
                  </a:lnTo>
                  <a:lnTo>
                    <a:pt x="1386" y="643"/>
                  </a:lnTo>
                  <a:lnTo>
                    <a:pt x="1245" y="623"/>
                  </a:lnTo>
                  <a:lnTo>
                    <a:pt x="1125" y="563"/>
                  </a:lnTo>
                  <a:lnTo>
                    <a:pt x="1024" y="482"/>
                  </a:lnTo>
                  <a:lnTo>
                    <a:pt x="944" y="362"/>
                  </a:lnTo>
                  <a:lnTo>
                    <a:pt x="884" y="261"/>
                  </a:lnTo>
                  <a:lnTo>
                    <a:pt x="72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21" name="Google Shape;1021;p14"/>
            <p:cNvSpPr/>
            <p:nvPr/>
          </p:nvSpPr>
          <p:spPr>
            <a:xfrm>
              <a:off x="5123443" y="208432"/>
              <a:ext cx="51888" cy="48089"/>
            </a:xfrm>
            <a:custGeom>
              <a:rect b="b" l="l" r="r" t="t"/>
              <a:pathLst>
                <a:path extrusionOk="0" h="1266" w="1366">
                  <a:moveTo>
                    <a:pt x="703" y="1"/>
                  </a:moveTo>
                  <a:lnTo>
                    <a:pt x="0" y="603"/>
                  </a:lnTo>
                  <a:lnTo>
                    <a:pt x="723" y="1266"/>
                  </a:lnTo>
                  <a:lnTo>
                    <a:pt x="1365" y="603"/>
                  </a:lnTo>
                  <a:lnTo>
                    <a:pt x="703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22" name="Google Shape;1022;p14"/>
            <p:cNvSpPr/>
            <p:nvPr/>
          </p:nvSpPr>
          <p:spPr>
            <a:xfrm>
              <a:off x="4137239" y="359460"/>
              <a:ext cx="61802" cy="57243"/>
            </a:xfrm>
            <a:custGeom>
              <a:rect b="b" l="l" r="r" t="t"/>
              <a:pathLst>
                <a:path extrusionOk="0" h="1507" w="1627">
                  <a:moveTo>
                    <a:pt x="743" y="1"/>
                  </a:moveTo>
                  <a:lnTo>
                    <a:pt x="703" y="161"/>
                  </a:lnTo>
                  <a:lnTo>
                    <a:pt x="643" y="282"/>
                  </a:lnTo>
                  <a:lnTo>
                    <a:pt x="542" y="382"/>
                  </a:lnTo>
                  <a:lnTo>
                    <a:pt x="422" y="463"/>
                  </a:lnTo>
                  <a:lnTo>
                    <a:pt x="201" y="563"/>
                  </a:lnTo>
                  <a:lnTo>
                    <a:pt x="81" y="623"/>
                  </a:lnTo>
                  <a:lnTo>
                    <a:pt x="0" y="704"/>
                  </a:lnTo>
                  <a:lnTo>
                    <a:pt x="763" y="1507"/>
                  </a:lnTo>
                  <a:lnTo>
                    <a:pt x="884" y="1266"/>
                  </a:lnTo>
                  <a:lnTo>
                    <a:pt x="964" y="1145"/>
                  </a:lnTo>
                  <a:lnTo>
                    <a:pt x="1044" y="1045"/>
                  </a:lnTo>
                  <a:lnTo>
                    <a:pt x="1145" y="965"/>
                  </a:lnTo>
                  <a:lnTo>
                    <a:pt x="1285" y="904"/>
                  </a:lnTo>
                  <a:lnTo>
                    <a:pt x="1627" y="744"/>
                  </a:lnTo>
                  <a:lnTo>
                    <a:pt x="1265" y="583"/>
                  </a:lnTo>
                  <a:lnTo>
                    <a:pt x="1125" y="523"/>
                  </a:lnTo>
                  <a:lnTo>
                    <a:pt x="1024" y="442"/>
                  </a:lnTo>
                  <a:lnTo>
                    <a:pt x="944" y="342"/>
                  </a:lnTo>
                  <a:lnTo>
                    <a:pt x="864" y="242"/>
                  </a:lnTo>
                  <a:lnTo>
                    <a:pt x="743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23" name="Google Shape;1023;p14"/>
            <p:cNvSpPr/>
            <p:nvPr/>
          </p:nvSpPr>
          <p:spPr>
            <a:xfrm>
              <a:off x="4136479" y="201594"/>
              <a:ext cx="61802" cy="58763"/>
            </a:xfrm>
            <a:custGeom>
              <a:rect b="b" l="l" r="r" t="t"/>
              <a:pathLst>
                <a:path extrusionOk="0" h="1547" w="1627">
                  <a:moveTo>
                    <a:pt x="723" y="0"/>
                  </a:moveTo>
                  <a:lnTo>
                    <a:pt x="603" y="281"/>
                  </a:lnTo>
                  <a:lnTo>
                    <a:pt x="542" y="382"/>
                  </a:lnTo>
                  <a:lnTo>
                    <a:pt x="482" y="462"/>
                  </a:lnTo>
                  <a:lnTo>
                    <a:pt x="362" y="562"/>
                  </a:lnTo>
                  <a:lnTo>
                    <a:pt x="241" y="623"/>
                  </a:lnTo>
                  <a:lnTo>
                    <a:pt x="0" y="763"/>
                  </a:lnTo>
                  <a:lnTo>
                    <a:pt x="783" y="1546"/>
                  </a:lnTo>
                  <a:lnTo>
                    <a:pt x="904" y="1305"/>
                  </a:lnTo>
                  <a:lnTo>
                    <a:pt x="964" y="1185"/>
                  </a:lnTo>
                  <a:lnTo>
                    <a:pt x="1064" y="1085"/>
                  </a:lnTo>
                  <a:lnTo>
                    <a:pt x="1165" y="1024"/>
                  </a:lnTo>
                  <a:lnTo>
                    <a:pt x="1285" y="944"/>
                  </a:lnTo>
                  <a:lnTo>
                    <a:pt x="1627" y="803"/>
                  </a:lnTo>
                  <a:lnTo>
                    <a:pt x="1285" y="643"/>
                  </a:lnTo>
                  <a:lnTo>
                    <a:pt x="1145" y="583"/>
                  </a:lnTo>
                  <a:lnTo>
                    <a:pt x="1044" y="502"/>
                  </a:lnTo>
                  <a:lnTo>
                    <a:pt x="944" y="402"/>
                  </a:lnTo>
                  <a:lnTo>
                    <a:pt x="884" y="281"/>
                  </a:lnTo>
                  <a:lnTo>
                    <a:pt x="72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24" name="Google Shape;1024;p14"/>
            <p:cNvSpPr/>
            <p:nvPr/>
          </p:nvSpPr>
          <p:spPr>
            <a:xfrm>
              <a:off x="5112732" y="672191"/>
              <a:ext cx="63359" cy="54964"/>
            </a:xfrm>
            <a:custGeom>
              <a:rect b="b" l="l" r="r" t="t"/>
              <a:pathLst>
                <a:path extrusionOk="0" h="1447" w="1668">
                  <a:moveTo>
                    <a:pt x="945" y="0"/>
                  </a:moveTo>
                  <a:lnTo>
                    <a:pt x="905" y="121"/>
                  </a:lnTo>
                  <a:lnTo>
                    <a:pt x="824" y="221"/>
                  </a:lnTo>
                  <a:lnTo>
                    <a:pt x="744" y="322"/>
                  </a:lnTo>
                  <a:lnTo>
                    <a:pt x="644" y="422"/>
                  </a:lnTo>
                  <a:lnTo>
                    <a:pt x="523" y="502"/>
                  </a:lnTo>
                  <a:lnTo>
                    <a:pt x="382" y="583"/>
                  </a:lnTo>
                  <a:lnTo>
                    <a:pt x="1" y="743"/>
                  </a:lnTo>
                  <a:lnTo>
                    <a:pt x="222" y="783"/>
                  </a:lnTo>
                  <a:lnTo>
                    <a:pt x="382" y="844"/>
                  </a:lnTo>
                  <a:lnTo>
                    <a:pt x="543" y="924"/>
                  </a:lnTo>
                  <a:lnTo>
                    <a:pt x="664" y="1004"/>
                  </a:lnTo>
                  <a:lnTo>
                    <a:pt x="744" y="1105"/>
                  </a:lnTo>
                  <a:lnTo>
                    <a:pt x="824" y="1205"/>
                  </a:lnTo>
                  <a:lnTo>
                    <a:pt x="884" y="1326"/>
                  </a:lnTo>
                  <a:lnTo>
                    <a:pt x="945" y="1446"/>
                  </a:lnTo>
                  <a:lnTo>
                    <a:pt x="1668" y="683"/>
                  </a:lnTo>
                  <a:lnTo>
                    <a:pt x="945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25" name="Google Shape;1025;p14"/>
            <p:cNvSpPr/>
            <p:nvPr/>
          </p:nvSpPr>
          <p:spPr>
            <a:xfrm>
              <a:off x="4959424" y="52086"/>
              <a:ext cx="51925" cy="48089"/>
            </a:xfrm>
            <a:custGeom>
              <a:rect b="b" l="l" r="r" t="t"/>
              <a:pathLst>
                <a:path extrusionOk="0" h="1266" w="1367">
                  <a:moveTo>
                    <a:pt x="704" y="1"/>
                  </a:moveTo>
                  <a:lnTo>
                    <a:pt x="1" y="623"/>
                  </a:lnTo>
                  <a:lnTo>
                    <a:pt x="704" y="1266"/>
                  </a:lnTo>
                  <a:lnTo>
                    <a:pt x="1366" y="643"/>
                  </a:lnTo>
                  <a:lnTo>
                    <a:pt x="704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26" name="Google Shape;1026;p14"/>
            <p:cNvSpPr/>
            <p:nvPr/>
          </p:nvSpPr>
          <p:spPr>
            <a:xfrm>
              <a:off x="4301980" y="51326"/>
              <a:ext cx="55724" cy="53445"/>
            </a:xfrm>
            <a:custGeom>
              <a:rect b="b" l="l" r="r" t="t"/>
              <a:pathLst>
                <a:path extrusionOk="0" h="1407" w="1467">
                  <a:moveTo>
                    <a:pt x="703" y="1"/>
                  </a:moveTo>
                  <a:lnTo>
                    <a:pt x="0" y="663"/>
                  </a:lnTo>
                  <a:lnTo>
                    <a:pt x="804" y="1406"/>
                  </a:lnTo>
                  <a:lnTo>
                    <a:pt x="824" y="1246"/>
                  </a:lnTo>
                  <a:lnTo>
                    <a:pt x="864" y="1125"/>
                  </a:lnTo>
                  <a:lnTo>
                    <a:pt x="944" y="1025"/>
                  </a:lnTo>
                  <a:lnTo>
                    <a:pt x="1045" y="944"/>
                  </a:lnTo>
                  <a:lnTo>
                    <a:pt x="1145" y="884"/>
                  </a:lnTo>
                  <a:lnTo>
                    <a:pt x="1245" y="824"/>
                  </a:lnTo>
                  <a:lnTo>
                    <a:pt x="1466" y="683"/>
                  </a:lnTo>
                  <a:lnTo>
                    <a:pt x="703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27" name="Google Shape;1027;p14"/>
            <p:cNvSpPr/>
            <p:nvPr/>
          </p:nvSpPr>
          <p:spPr>
            <a:xfrm>
              <a:off x="5122684" y="363297"/>
              <a:ext cx="53407" cy="51128"/>
            </a:xfrm>
            <a:custGeom>
              <a:rect b="b" l="l" r="r" t="t"/>
              <a:pathLst>
                <a:path extrusionOk="0" h="1346" w="1406">
                  <a:moveTo>
                    <a:pt x="723" y="0"/>
                  </a:moveTo>
                  <a:lnTo>
                    <a:pt x="0" y="663"/>
                  </a:lnTo>
                  <a:lnTo>
                    <a:pt x="20" y="723"/>
                  </a:lnTo>
                  <a:lnTo>
                    <a:pt x="40" y="763"/>
                  </a:lnTo>
                  <a:lnTo>
                    <a:pt x="100" y="783"/>
                  </a:lnTo>
                  <a:lnTo>
                    <a:pt x="161" y="803"/>
                  </a:lnTo>
                  <a:lnTo>
                    <a:pt x="301" y="843"/>
                  </a:lnTo>
                  <a:lnTo>
                    <a:pt x="361" y="864"/>
                  </a:lnTo>
                  <a:lnTo>
                    <a:pt x="422" y="904"/>
                  </a:lnTo>
                  <a:lnTo>
                    <a:pt x="562" y="1125"/>
                  </a:lnTo>
                  <a:lnTo>
                    <a:pt x="703" y="1345"/>
                  </a:lnTo>
                  <a:lnTo>
                    <a:pt x="1406" y="623"/>
                  </a:lnTo>
                  <a:lnTo>
                    <a:pt x="72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28" name="Google Shape;1028;p14"/>
            <p:cNvSpPr/>
            <p:nvPr/>
          </p:nvSpPr>
          <p:spPr>
            <a:xfrm>
              <a:off x="4137239" y="515844"/>
              <a:ext cx="57243" cy="57205"/>
            </a:xfrm>
            <a:custGeom>
              <a:rect b="b" l="l" r="r" t="t"/>
              <a:pathLst>
                <a:path extrusionOk="0" h="1506" w="1507">
                  <a:moveTo>
                    <a:pt x="723" y="0"/>
                  </a:moveTo>
                  <a:lnTo>
                    <a:pt x="0" y="743"/>
                  </a:lnTo>
                  <a:lnTo>
                    <a:pt x="804" y="1506"/>
                  </a:lnTo>
                  <a:lnTo>
                    <a:pt x="844" y="1365"/>
                  </a:lnTo>
                  <a:lnTo>
                    <a:pt x="884" y="1225"/>
                  </a:lnTo>
                  <a:lnTo>
                    <a:pt x="964" y="1124"/>
                  </a:lnTo>
                  <a:lnTo>
                    <a:pt x="1044" y="1044"/>
                  </a:lnTo>
                  <a:lnTo>
                    <a:pt x="1145" y="964"/>
                  </a:lnTo>
                  <a:lnTo>
                    <a:pt x="1245" y="904"/>
                  </a:lnTo>
                  <a:lnTo>
                    <a:pt x="1366" y="843"/>
                  </a:lnTo>
                  <a:lnTo>
                    <a:pt x="1506" y="823"/>
                  </a:lnTo>
                  <a:lnTo>
                    <a:pt x="1486" y="723"/>
                  </a:lnTo>
                  <a:lnTo>
                    <a:pt x="1466" y="663"/>
                  </a:lnTo>
                  <a:lnTo>
                    <a:pt x="1406" y="602"/>
                  </a:lnTo>
                  <a:lnTo>
                    <a:pt x="1346" y="582"/>
                  </a:lnTo>
                  <a:lnTo>
                    <a:pt x="1225" y="542"/>
                  </a:lnTo>
                  <a:lnTo>
                    <a:pt x="1165" y="502"/>
                  </a:lnTo>
                  <a:lnTo>
                    <a:pt x="1105" y="482"/>
                  </a:lnTo>
                  <a:lnTo>
                    <a:pt x="1004" y="361"/>
                  </a:lnTo>
                  <a:lnTo>
                    <a:pt x="904" y="241"/>
                  </a:lnTo>
                  <a:lnTo>
                    <a:pt x="72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29" name="Google Shape;1029;p14"/>
            <p:cNvSpPr/>
            <p:nvPr/>
          </p:nvSpPr>
          <p:spPr>
            <a:xfrm>
              <a:off x="4137239" y="49806"/>
              <a:ext cx="58763" cy="54964"/>
            </a:xfrm>
            <a:custGeom>
              <a:rect b="b" l="l" r="r" t="t"/>
              <a:pathLst>
                <a:path extrusionOk="0" h="1447" w="1547">
                  <a:moveTo>
                    <a:pt x="763" y="0"/>
                  </a:moveTo>
                  <a:lnTo>
                    <a:pt x="0" y="703"/>
                  </a:lnTo>
                  <a:lnTo>
                    <a:pt x="804" y="1446"/>
                  </a:lnTo>
                  <a:lnTo>
                    <a:pt x="824" y="1306"/>
                  </a:lnTo>
                  <a:lnTo>
                    <a:pt x="884" y="1165"/>
                  </a:lnTo>
                  <a:lnTo>
                    <a:pt x="964" y="1065"/>
                  </a:lnTo>
                  <a:lnTo>
                    <a:pt x="1065" y="984"/>
                  </a:lnTo>
                  <a:lnTo>
                    <a:pt x="1165" y="904"/>
                  </a:lnTo>
                  <a:lnTo>
                    <a:pt x="1285" y="844"/>
                  </a:lnTo>
                  <a:lnTo>
                    <a:pt x="1546" y="683"/>
                  </a:lnTo>
                  <a:lnTo>
                    <a:pt x="1245" y="543"/>
                  </a:lnTo>
                  <a:lnTo>
                    <a:pt x="1125" y="482"/>
                  </a:lnTo>
                  <a:lnTo>
                    <a:pt x="1024" y="402"/>
                  </a:lnTo>
                  <a:lnTo>
                    <a:pt x="944" y="322"/>
                  </a:lnTo>
                  <a:lnTo>
                    <a:pt x="864" y="201"/>
                  </a:lnTo>
                  <a:lnTo>
                    <a:pt x="76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30" name="Google Shape;1030;p14"/>
            <p:cNvSpPr/>
            <p:nvPr/>
          </p:nvSpPr>
          <p:spPr>
            <a:xfrm>
              <a:off x="4135719" y="670671"/>
              <a:ext cx="63321" cy="60282"/>
            </a:xfrm>
            <a:custGeom>
              <a:rect b="b" l="l" r="r" t="t"/>
              <a:pathLst>
                <a:path extrusionOk="0" h="1587" w="1667">
                  <a:moveTo>
                    <a:pt x="803" y="0"/>
                  </a:moveTo>
                  <a:lnTo>
                    <a:pt x="0" y="783"/>
                  </a:lnTo>
                  <a:lnTo>
                    <a:pt x="20" y="823"/>
                  </a:lnTo>
                  <a:lnTo>
                    <a:pt x="40" y="864"/>
                  </a:lnTo>
                  <a:lnTo>
                    <a:pt x="161" y="904"/>
                  </a:lnTo>
                  <a:lnTo>
                    <a:pt x="281" y="944"/>
                  </a:lnTo>
                  <a:lnTo>
                    <a:pt x="342" y="964"/>
                  </a:lnTo>
                  <a:lnTo>
                    <a:pt x="402" y="1004"/>
                  </a:lnTo>
                  <a:lnTo>
                    <a:pt x="502" y="1145"/>
                  </a:lnTo>
                  <a:lnTo>
                    <a:pt x="603" y="1285"/>
                  </a:lnTo>
                  <a:lnTo>
                    <a:pt x="783" y="1586"/>
                  </a:lnTo>
                  <a:lnTo>
                    <a:pt x="944" y="1285"/>
                  </a:lnTo>
                  <a:lnTo>
                    <a:pt x="1024" y="1145"/>
                  </a:lnTo>
                  <a:lnTo>
                    <a:pt x="1105" y="1044"/>
                  </a:lnTo>
                  <a:lnTo>
                    <a:pt x="1205" y="964"/>
                  </a:lnTo>
                  <a:lnTo>
                    <a:pt x="1325" y="884"/>
                  </a:lnTo>
                  <a:lnTo>
                    <a:pt x="1667" y="743"/>
                  </a:lnTo>
                  <a:lnTo>
                    <a:pt x="1325" y="582"/>
                  </a:lnTo>
                  <a:lnTo>
                    <a:pt x="1185" y="522"/>
                  </a:lnTo>
                  <a:lnTo>
                    <a:pt x="1064" y="442"/>
                  </a:lnTo>
                  <a:lnTo>
                    <a:pt x="984" y="342"/>
                  </a:lnTo>
                  <a:lnTo>
                    <a:pt x="924" y="241"/>
                  </a:lnTo>
                  <a:lnTo>
                    <a:pt x="80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31" name="Google Shape;1031;p14"/>
            <p:cNvSpPr/>
            <p:nvPr/>
          </p:nvSpPr>
          <p:spPr>
            <a:xfrm>
              <a:off x="3967142" y="667594"/>
              <a:ext cx="61840" cy="64878"/>
            </a:xfrm>
            <a:custGeom>
              <a:rect b="b" l="l" r="r" t="t"/>
              <a:pathLst>
                <a:path extrusionOk="0" h="1708" w="1628">
                  <a:moveTo>
                    <a:pt x="884" y="1"/>
                  </a:moveTo>
                  <a:lnTo>
                    <a:pt x="744" y="282"/>
                  </a:lnTo>
                  <a:lnTo>
                    <a:pt x="663" y="402"/>
                  </a:lnTo>
                  <a:lnTo>
                    <a:pt x="583" y="503"/>
                  </a:lnTo>
                  <a:lnTo>
                    <a:pt x="462" y="603"/>
                  </a:lnTo>
                  <a:lnTo>
                    <a:pt x="342" y="663"/>
                  </a:lnTo>
                  <a:lnTo>
                    <a:pt x="1" y="824"/>
                  </a:lnTo>
                  <a:lnTo>
                    <a:pt x="322" y="985"/>
                  </a:lnTo>
                  <a:lnTo>
                    <a:pt x="462" y="1065"/>
                  </a:lnTo>
                  <a:lnTo>
                    <a:pt x="563" y="1145"/>
                  </a:lnTo>
                  <a:lnTo>
                    <a:pt x="643" y="1246"/>
                  </a:lnTo>
                  <a:lnTo>
                    <a:pt x="723" y="1386"/>
                  </a:lnTo>
                  <a:lnTo>
                    <a:pt x="884" y="1708"/>
                  </a:lnTo>
                  <a:lnTo>
                    <a:pt x="1045" y="1406"/>
                  </a:lnTo>
                  <a:lnTo>
                    <a:pt x="1185" y="1165"/>
                  </a:lnTo>
                  <a:lnTo>
                    <a:pt x="1225" y="1105"/>
                  </a:lnTo>
                  <a:lnTo>
                    <a:pt x="1306" y="1065"/>
                  </a:lnTo>
                  <a:lnTo>
                    <a:pt x="1466" y="1005"/>
                  </a:lnTo>
                  <a:lnTo>
                    <a:pt x="1547" y="965"/>
                  </a:lnTo>
                  <a:lnTo>
                    <a:pt x="1607" y="904"/>
                  </a:lnTo>
                  <a:lnTo>
                    <a:pt x="1627" y="804"/>
                  </a:lnTo>
                  <a:lnTo>
                    <a:pt x="1627" y="663"/>
                  </a:lnTo>
                  <a:lnTo>
                    <a:pt x="1466" y="684"/>
                  </a:lnTo>
                  <a:lnTo>
                    <a:pt x="1346" y="663"/>
                  </a:lnTo>
                  <a:lnTo>
                    <a:pt x="1246" y="603"/>
                  </a:lnTo>
                  <a:lnTo>
                    <a:pt x="1165" y="503"/>
                  </a:lnTo>
                  <a:lnTo>
                    <a:pt x="1085" y="402"/>
                  </a:lnTo>
                  <a:lnTo>
                    <a:pt x="1025" y="262"/>
                  </a:lnTo>
                  <a:lnTo>
                    <a:pt x="884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32" name="Google Shape;1032;p14"/>
            <p:cNvSpPr/>
            <p:nvPr/>
          </p:nvSpPr>
          <p:spPr>
            <a:xfrm>
              <a:off x="5121886" y="518123"/>
              <a:ext cx="54964" cy="51128"/>
            </a:xfrm>
            <a:custGeom>
              <a:rect b="b" l="l" r="r" t="t"/>
              <a:pathLst>
                <a:path extrusionOk="0" h="1346" w="1447">
                  <a:moveTo>
                    <a:pt x="643" y="0"/>
                  </a:moveTo>
                  <a:lnTo>
                    <a:pt x="623" y="141"/>
                  </a:lnTo>
                  <a:lnTo>
                    <a:pt x="583" y="241"/>
                  </a:lnTo>
                  <a:lnTo>
                    <a:pt x="503" y="322"/>
                  </a:lnTo>
                  <a:lnTo>
                    <a:pt x="423" y="402"/>
                  </a:lnTo>
                  <a:lnTo>
                    <a:pt x="222" y="502"/>
                  </a:lnTo>
                  <a:lnTo>
                    <a:pt x="1" y="623"/>
                  </a:lnTo>
                  <a:lnTo>
                    <a:pt x="744" y="1346"/>
                  </a:lnTo>
                  <a:lnTo>
                    <a:pt x="1447" y="663"/>
                  </a:lnTo>
                  <a:lnTo>
                    <a:pt x="1366" y="583"/>
                  </a:lnTo>
                  <a:lnTo>
                    <a:pt x="1286" y="522"/>
                  </a:lnTo>
                  <a:lnTo>
                    <a:pt x="1085" y="402"/>
                  </a:lnTo>
                  <a:lnTo>
                    <a:pt x="1005" y="342"/>
                  </a:lnTo>
                  <a:lnTo>
                    <a:pt x="925" y="261"/>
                  </a:lnTo>
                  <a:lnTo>
                    <a:pt x="864" y="161"/>
                  </a:lnTo>
                  <a:lnTo>
                    <a:pt x="844" y="40"/>
                  </a:lnTo>
                  <a:lnTo>
                    <a:pt x="804" y="20"/>
                  </a:lnTo>
                  <a:lnTo>
                    <a:pt x="764" y="20"/>
                  </a:lnTo>
                  <a:lnTo>
                    <a:pt x="64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33" name="Google Shape;1033;p14"/>
            <p:cNvSpPr/>
            <p:nvPr/>
          </p:nvSpPr>
          <p:spPr>
            <a:xfrm>
              <a:off x="3970979" y="50566"/>
              <a:ext cx="58003" cy="51128"/>
            </a:xfrm>
            <a:custGeom>
              <a:rect b="b" l="l" r="r" t="t"/>
              <a:pathLst>
                <a:path extrusionOk="0" h="1346" w="1527">
                  <a:moveTo>
                    <a:pt x="783" y="1"/>
                  </a:moveTo>
                  <a:lnTo>
                    <a:pt x="0" y="723"/>
                  </a:lnTo>
                  <a:lnTo>
                    <a:pt x="221" y="824"/>
                  </a:lnTo>
                  <a:lnTo>
                    <a:pt x="422" y="944"/>
                  </a:lnTo>
                  <a:lnTo>
                    <a:pt x="522" y="1025"/>
                  </a:lnTo>
                  <a:lnTo>
                    <a:pt x="582" y="1105"/>
                  </a:lnTo>
                  <a:lnTo>
                    <a:pt x="643" y="1205"/>
                  </a:lnTo>
                  <a:lnTo>
                    <a:pt x="703" y="1326"/>
                  </a:lnTo>
                  <a:lnTo>
                    <a:pt x="723" y="1346"/>
                  </a:lnTo>
                  <a:lnTo>
                    <a:pt x="783" y="1346"/>
                  </a:lnTo>
                  <a:lnTo>
                    <a:pt x="1526" y="663"/>
                  </a:lnTo>
                  <a:lnTo>
                    <a:pt x="783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34" name="Google Shape;1034;p14"/>
            <p:cNvSpPr/>
            <p:nvPr/>
          </p:nvSpPr>
          <p:spPr>
            <a:xfrm>
              <a:off x="3972498" y="515047"/>
              <a:ext cx="57243" cy="57243"/>
            </a:xfrm>
            <a:custGeom>
              <a:rect b="b" l="l" r="r" t="t"/>
              <a:pathLst>
                <a:path extrusionOk="0" h="1507" w="1507">
                  <a:moveTo>
                    <a:pt x="783" y="1"/>
                  </a:moveTo>
                  <a:lnTo>
                    <a:pt x="0" y="744"/>
                  </a:lnTo>
                  <a:lnTo>
                    <a:pt x="803" y="1507"/>
                  </a:lnTo>
                  <a:lnTo>
                    <a:pt x="944" y="1246"/>
                  </a:lnTo>
                  <a:lnTo>
                    <a:pt x="1024" y="1125"/>
                  </a:lnTo>
                  <a:lnTo>
                    <a:pt x="1105" y="1005"/>
                  </a:lnTo>
                  <a:lnTo>
                    <a:pt x="1145" y="965"/>
                  </a:lnTo>
                  <a:lnTo>
                    <a:pt x="1225" y="945"/>
                  </a:lnTo>
                  <a:lnTo>
                    <a:pt x="1345" y="905"/>
                  </a:lnTo>
                  <a:lnTo>
                    <a:pt x="1406" y="884"/>
                  </a:lnTo>
                  <a:lnTo>
                    <a:pt x="1466" y="844"/>
                  </a:lnTo>
                  <a:lnTo>
                    <a:pt x="1506" y="764"/>
                  </a:lnTo>
                  <a:lnTo>
                    <a:pt x="1506" y="684"/>
                  </a:lnTo>
                  <a:lnTo>
                    <a:pt x="1265" y="563"/>
                  </a:lnTo>
                  <a:lnTo>
                    <a:pt x="1165" y="503"/>
                  </a:lnTo>
                  <a:lnTo>
                    <a:pt x="1064" y="423"/>
                  </a:lnTo>
                  <a:lnTo>
                    <a:pt x="964" y="342"/>
                  </a:lnTo>
                  <a:lnTo>
                    <a:pt x="904" y="242"/>
                  </a:lnTo>
                  <a:lnTo>
                    <a:pt x="823" y="121"/>
                  </a:lnTo>
                  <a:lnTo>
                    <a:pt x="783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35" name="Google Shape;1035;p14"/>
            <p:cNvSpPr/>
            <p:nvPr/>
          </p:nvSpPr>
          <p:spPr>
            <a:xfrm>
              <a:off x="5123443" y="54365"/>
              <a:ext cx="52647" cy="44291"/>
            </a:xfrm>
            <a:custGeom>
              <a:rect b="b" l="l" r="r" t="t"/>
              <a:pathLst>
                <a:path extrusionOk="0" h="1166" w="1386">
                  <a:moveTo>
                    <a:pt x="683" y="1"/>
                  </a:moveTo>
                  <a:lnTo>
                    <a:pt x="0" y="563"/>
                  </a:lnTo>
                  <a:lnTo>
                    <a:pt x="723" y="1166"/>
                  </a:lnTo>
                  <a:lnTo>
                    <a:pt x="1386" y="543"/>
                  </a:lnTo>
                  <a:lnTo>
                    <a:pt x="683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36" name="Google Shape;1036;p14"/>
            <p:cNvSpPr/>
            <p:nvPr/>
          </p:nvSpPr>
          <p:spPr>
            <a:xfrm>
              <a:off x="3970979" y="205393"/>
              <a:ext cx="58003" cy="52685"/>
            </a:xfrm>
            <a:custGeom>
              <a:rect b="b" l="l" r="r" t="t"/>
              <a:pathLst>
                <a:path extrusionOk="0" h="1387" w="1527">
                  <a:moveTo>
                    <a:pt x="743" y="1"/>
                  </a:moveTo>
                  <a:lnTo>
                    <a:pt x="622" y="201"/>
                  </a:lnTo>
                  <a:lnTo>
                    <a:pt x="562" y="302"/>
                  </a:lnTo>
                  <a:lnTo>
                    <a:pt x="462" y="422"/>
                  </a:lnTo>
                  <a:lnTo>
                    <a:pt x="361" y="503"/>
                  </a:lnTo>
                  <a:lnTo>
                    <a:pt x="241" y="563"/>
                  </a:lnTo>
                  <a:lnTo>
                    <a:pt x="0" y="683"/>
                  </a:lnTo>
                  <a:lnTo>
                    <a:pt x="763" y="1386"/>
                  </a:lnTo>
                  <a:lnTo>
                    <a:pt x="1526" y="703"/>
                  </a:lnTo>
                  <a:lnTo>
                    <a:pt x="743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37" name="Google Shape;1037;p14"/>
            <p:cNvSpPr/>
            <p:nvPr/>
          </p:nvSpPr>
          <p:spPr>
            <a:xfrm>
              <a:off x="3972498" y="360980"/>
              <a:ext cx="57243" cy="54964"/>
            </a:xfrm>
            <a:custGeom>
              <a:rect b="b" l="l" r="r" t="t"/>
              <a:pathLst>
                <a:path extrusionOk="0" h="1447" w="1507">
                  <a:moveTo>
                    <a:pt x="763" y="1"/>
                  </a:moveTo>
                  <a:lnTo>
                    <a:pt x="0" y="704"/>
                  </a:lnTo>
                  <a:lnTo>
                    <a:pt x="803" y="1447"/>
                  </a:lnTo>
                  <a:lnTo>
                    <a:pt x="944" y="1186"/>
                  </a:lnTo>
                  <a:lnTo>
                    <a:pt x="1024" y="1065"/>
                  </a:lnTo>
                  <a:lnTo>
                    <a:pt x="1125" y="965"/>
                  </a:lnTo>
                  <a:lnTo>
                    <a:pt x="1165" y="925"/>
                  </a:lnTo>
                  <a:lnTo>
                    <a:pt x="1225" y="904"/>
                  </a:lnTo>
                  <a:lnTo>
                    <a:pt x="1366" y="864"/>
                  </a:lnTo>
                  <a:lnTo>
                    <a:pt x="1426" y="824"/>
                  </a:lnTo>
                  <a:lnTo>
                    <a:pt x="1466" y="784"/>
                  </a:lnTo>
                  <a:lnTo>
                    <a:pt x="1506" y="724"/>
                  </a:lnTo>
                  <a:lnTo>
                    <a:pt x="1506" y="623"/>
                  </a:lnTo>
                  <a:lnTo>
                    <a:pt x="1125" y="302"/>
                  </a:lnTo>
                  <a:lnTo>
                    <a:pt x="763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038" name="Google Shape;1038;p14"/>
          <p:cNvSpPr/>
          <p:nvPr/>
        </p:nvSpPr>
        <p:spPr>
          <a:xfrm>
            <a:off x="-1202060" y="4015678"/>
            <a:ext cx="2433600" cy="24336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39" name="Google Shape;1039;p14"/>
          <p:cNvSpPr/>
          <p:nvPr/>
        </p:nvSpPr>
        <p:spPr>
          <a:xfrm rot="10800000">
            <a:off x="6427817" y="-594069"/>
            <a:ext cx="2383952" cy="1642730"/>
          </a:xfrm>
          <a:custGeom>
            <a:rect b="b" l="l" r="r" t="t"/>
            <a:pathLst>
              <a:path extrusionOk="0" h="29383" w="42641">
                <a:moveTo>
                  <a:pt x="9364" y="81"/>
                </a:moveTo>
                <a:lnTo>
                  <a:pt x="10796" y="141"/>
                </a:lnTo>
                <a:lnTo>
                  <a:pt x="12209" y="222"/>
                </a:lnTo>
                <a:lnTo>
                  <a:pt x="13642" y="363"/>
                </a:lnTo>
                <a:lnTo>
                  <a:pt x="15054" y="505"/>
                </a:lnTo>
                <a:lnTo>
                  <a:pt x="16467" y="706"/>
                </a:lnTo>
                <a:lnTo>
                  <a:pt x="17880" y="928"/>
                </a:lnTo>
                <a:lnTo>
                  <a:pt x="19292" y="1191"/>
                </a:lnTo>
                <a:lnTo>
                  <a:pt x="20685" y="1494"/>
                </a:lnTo>
                <a:lnTo>
                  <a:pt x="22077" y="1816"/>
                </a:lnTo>
                <a:lnTo>
                  <a:pt x="23469" y="2180"/>
                </a:lnTo>
                <a:lnTo>
                  <a:pt x="24842" y="2563"/>
                </a:lnTo>
                <a:lnTo>
                  <a:pt x="26194" y="2987"/>
                </a:lnTo>
                <a:lnTo>
                  <a:pt x="27546" y="3451"/>
                </a:lnTo>
                <a:lnTo>
                  <a:pt x="28878" y="3935"/>
                </a:lnTo>
                <a:lnTo>
                  <a:pt x="30210" y="4460"/>
                </a:lnTo>
                <a:lnTo>
                  <a:pt x="31340" y="4944"/>
                </a:lnTo>
                <a:lnTo>
                  <a:pt x="32409" y="5429"/>
                </a:lnTo>
                <a:lnTo>
                  <a:pt x="33418" y="5933"/>
                </a:lnTo>
                <a:lnTo>
                  <a:pt x="34346" y="6438"/>
                </a:lnTo>
                <a:lnTo>
                  <a:pt x="35234" y="6962"/>
                </a:lnTo>
                <a:lnTo>
                  <a:pt x="36062" y="7487"/>
                </a:lnTo>
                <a:lnTo>
                  <a:pt x="36829" y="8032"/>
                </a:lnTo>
                <a:lnTo>
                  <a:pt x="37555" y="8597"/>
                </a:lnTo>
                <a:lnTo>
                  <a:pt x="37979" y="8960"/>
                </a:lnTo>
                <a:lnTo>
                  <a:pt x="38403" y="9344"/>
                </a:lnTo>
                <a:lnTo>
                  <a:pt x="38806" y="9727"/>
                </a:lnTo>
                <a:lnTo>
                  <a:pt x="39190" y="10131"/>
                </a:lnTo>
                <a:lnTo>
                  <a:pt x="39573" y="10534"/>
                </a:lnTo>
                <a:lnTo>
                  <a:pt x="39916" y="10938"/>
                </a:lnTo>
                <a:lnTo>
                  <a:pt x="40239" y="11362"/>
                </a:lnTo>
                <a:lnTo>
                  <a:pt x="40562" y="11785"/>
                </a:lnTo>
                <a:lnTo>
                  <a:pt x="40844" y="12209"/>
                </a:lnTo>
                <a:lnTo>
                  <a:pt x="41127" y="12653"/>
                </a:lnTo>
                <a:lnTo>
                  <a:pt x="41369" y="13097"/>
                </a:lnTo>
                <a:lnTo>
                  <a:pt x="41611" y="13541"/>
                </a:lnTo>
                <a:lnTo>
                  <a:pt x="41813" y="14005"/>
                </a:lnTo>
                <a:lnTo>
                  <a:pt x="42015" y="14469"/>
                </a:lnTo>
                <a:lnTo>
                  <a:pt x="42176" y="14913"/>
                </a:lnTo>
                <a:lnTo>
                  <a:pt x="42338" y="15398"/>
                </a:lnTo>
                <a:lnTo>
                  <a:pt x="42459" y="15862"/>
                </a:lnTo>
                <a:lnTo>
                  <a:pt x="42499" y="16104"/>
                </a:lnTo>
                <a:lnTo>
                  <a:pt x="42540" y="16366"/>
                </a:lnTo>
                <a:lnTo>
                  <a:pt x="42560" y="16608"/>
                </a:lnTo>
                <a:lnTo>
                  <a:pt x="42560" y="16851"/>
                </a:lnTo>
                <a:lnTo>
                  <a:pt x="42540" y="17113"/>
                </a:lnTo>
                <a:lnTo>
                  <a:pt x="42519" y="17355"/>
                </a:lnTo>
                <a:lnTo>
                  <a:pt x="42479" y="17577"/>
                </a:lnTo>
                <a:lnTo>
                  <a:pt x="42418" y="17799"/>
                </a:lnTo>
                <a:lnTo>
                  <a:pt x="42338" y="18021"/>
                </a:lnTo>
                <a:lnTo>
                  <a:pt x="42217" y="18223"/>
                </a:lnTo>
                <a:lnTo>
                  <a:pt x="42096" y="18404"/>
                </a:lnTo>
                <a:lnTo>
                  <a:pt x="41954" y="18566"/>
                </a:lnTo>
                <a:lnTo>
                  <a:pt x="41773" y="18707"/>
                </a:lnTo>
                <a:lnTo>
                  <a:pt x="41571" y="18848"/>
                </a:lnTo>
                <a:lnTo>
                  <a:pt x="41409" y="18909"/>
                </a:lnTo>
                <a:lnTo>
                  <a:pt x="41228" y="18969"/>
                </a:lnTo>
                <a:lnTo>
                  <a:pt x="41046" y="19010"/>
                </a:lnTo>
                <a:lnTo>
                  <a:pt x="40865" y="19050"/>
                </a:lnTo>
                <a:lnTo>
                  <a:pt x="40461" y="19070"/>
                </a:lnTo>
                <a:lnTo>
                  <a:pt x="40057" y="19070"/>
                </a:lnTo>
                <a:lnTo>
                  <a:pt x="38948" y="19050"/>
                </a:lnTo>
                <a:lnTo>
                  <a:pt x="37838" y="19010"/>
                </a:lnTo>
                <a:lnTo>
                  <a:pt x="35618" y="18909"/>
                </a:lnTo>
                <a:lnTo>
                  <a:pt x="33398" y="18788"/>
                </a:lnTo>
                <a:lnTo>
                  <a:pt x="31198" y="18626"/>
                </a:lnTo>
                <a:lnTo>
                  <a:pt x="28918" y="18485"/>
                </a:lnTo>
                <a:lnTo>
                  <a:pt x="26597" y="18344"/>
                </a:lnTo>
                <a:lnTo>
                  <a:pt x="24277" y="18243"/>
                </a:lnTo>
                <a:lnTo>
                  <a:pt x="23126" y="18223"/>
                </a:lnTo>
                <a:lnTo>
                  <a:pt x="21956" y="18203"/>
                </a:lnTo>
                <a:lnTo>
                  <a:pt x="20806" y="18182"/>
                </a:lnTo>
                <a:lnTo>
                  <a:pt x="19635" y="18203"/>
                </a:lnTo>
                <a:lnTo>
                  <a:pt x="18465" y="18243"/>
                </a:lnTo>
                <a:lnTo>
                  <a:pt x="17315" y="18304"/>
                </a:lnTo>
                <a:lnTo>
                  <a:pt x="16164" y="18384"/>
                </a:lnTo>
                <a:lnTo>
                  <a:pt x="14994" y="18485"/>
                </a:lnTo>
                <a:lnTo>
                  <a:pt x="13844" y="18626"/>
                </a:lnTo>
                <a:lnTo>
                  <a:pt x="12693" y="18788"/>
                </a:lnTo>
                <a:lnTo>
                  <a:pt x="12007" y="18909"/>
                </a:lnTo>
                <a:lnTo>
                  <a:pt x="11321" y="19050"/>
                </a:lnTo>
                <a:lnTo>
                  <a:pt x="10615" y="19232"/>
                </a:lnTo>
                <a:lnTo>
                  <a:pt x="10272" y="19333"/>
                </a:lnTo>
                <a:lnTo>
                  <a:pt x="9929" y="19454"/>
                </a:lnTo>
                <a:lnTo>
                  <a:pt x="9586" y="19595"/>
                </a:lnTo>
                <a:lnTo>
                  <a:pt x="9263" y="19736"/>
                </a:lnTo>
                <a:lnTo>
                  <a:pt x="8940" y="19898"/>
                </a:lnTo>
                <a:lnTo>
                  <a:pt x="8617" y="20059"/>
                </a:lnTo>
                <a:lnTo>
                  <a:pt x="8314" y="20261"/>
                </a:lnTo>
                <a:lnTo>
                  <a:pt x="8032" y="20463"/>
                </a:lnTo>
                <a:lnTo>
                  <a:pt x="7749" y="20705"/>
                </a:lnTo>
                <a:lnTo>
                  <a:pt x="7487" y="20947"/>
                </a:lnTo>
                <a:lnTo>
                  <a:pt x="7245" y="21230"/>
                </a:lnTo>
                <a:lnTo>
                  <a:pt x="7003" y="21512"/>
                </a:lnTo>
                <a:lnTo>
                  <a:pt x="6801" y="21815"/>
                </a:lnTo>
                <a:lnTo>
                  <a:pt x="6619" y="22118"/>
                </a:lnTo>
                <a:lnTo>
                  <a:pt x="6458" y="22440"/>
                </a:lnTo>
                <a:lnTo>
                  <a:pt x="6316" y="22763"/>
                </a:lnTo>
                <a:lnTo>
                  <a:pt x="6195" y="23086"/>
                </a:lnTo>
                <a:lnTo>
                  <a:pt x="6094" y="23429"/>
                </a:lnTo>
                <a:lnTo>
                  <a:pt x="5994" y="23752"/>
                </a:lnTo>
                <a:lnTo>
                  <a:pt x="5913" y="24075"/>
                </a:lnTo>
                <a:lnTo>
                  <a:pt x="5792" y="24701"/>
                </a:lnTo>
                <a:lnTo>
                  <a:pt x="5711" y="25306"/>
                </a:lnTo>
                <a:lnTo>
                  <a:pt x="5650" y="25871"/>
                </a:lnTo>
                <a:lnTo>
                  <a:pt x="5650" y="26154"/>
                </a:lnTo>
                <a:lnTo>
                  <a:pt x="5650" y="26497"/>
                </a:lnTo>
                <a:lnTo>
                  <a:pt x="5650" y="27243"/>
                </a:lnTo>
                <a:lnTo>
                  <a:pt x="5630" y="27627"/>
                </a:lnTo>
                <a:lnTo>
                  <a:pt x="5610" y="28010"/>
                </a:lnTo>
                <a:lnTo>
                  <a:pt x="5529" y="28373"/>
                </a:lnTo>
                <a:lnTo>
                  <a:pt x="5489" y="28555"/>
                </a:lnTo>
                <a:lnTo>
                  <a:pt x="5428" y="28696"/>
                </a:lnTo>
                <a:lnTo>
                  <a:pt x="5368" y="28838"/>
                </a:lnTo>
                <a:lnTo>
                  <a:pt x="5287" y="28979"/>
                </a:lnTo>
                <a:lnTo>
                  <a:pt x="5206" y="29080"/>
                </a:lnTo>
                <a:lnTo>
                  <a:pt x="5106" y="29181"/>
                </a:lnTo>
                <a:lnTo>
                  <a:pt x="5005" y="29221"/>
                </a:lnTo>
                <a:lnTo>
                  <a:pt x="4904" y="29261"/>
                </a:lnTo>
                <a:lnTo>
                  <a:pt x="4803" y="29281"/>
                </a:lnTo>
                <a:lnTo>
                  <a:pt x="4702" y="29302"/>
                </a:lnTo>
                <a:lnTo>
                  <a:pt x="4581" y="29302"/>
                </a:lnTo>
                <a:lnTo>
                  <a:pt x="4440" y="29281"/>
                </a:lnTo>
                <a:lnTo>
                  <a:pt x="4177" y="29201"/>
                </a:lnTo>
                <a:lnTo>
                  <a:pt x="3955" y="29100"/>
                </a:lnTo>
                <a:lnTo>
                  <a:pt x="3774" y="28959"/>
                </a:lnTo>
                <a:lnTo>
                  <a:pt x="3592" y="28797"/>
                </a:lnTo>
                <a:lnTo>
                  <a:pt x="3451" y="28616"/>
                </a:lnTo>
                <a:lnTo>
                  <a:pt x="3310" y="28414"/>
                </a:lnTo>
                <a:lnTo>
                  <a:pt x="3188" y="28192"/>
                </a:lnTo>
                <a:lnTo>
                  <a:pt x="2946" y="27728"/>
                </a:lnTo>
                <a:lnTo>
                  <a:pt x="2523" y="26678"/>
                </a:lnTo>
                <a:lnTo>
                  <a:pt x="2119" y="25629"/>
                </a:lnTo>
                <a:lnTo>
                  <a:pt x="1756" y="24539"/>
                </a:lnTo>
                <a:lnTo>
                  <a:pt x="1433" y="23429"/>
                </a:lnTo>
                <a:lnTo>
                  <a:pt x="1130" y="22279"/>
                </a:lnTo>
                <a:lnTo>
                  <a:pt x="868" y="21129"/>
                </a:lnTo>
                <a:lnTo>
                  <a:pt x="646" y="19938"/>
                </a:lnTo>
                <a:lnTo>
                  <a:pt x="464" y="18707"/>
                </a:lnTo>
                <a:lnTo>
                  <a:pt x="323" y="17476"/>
                </a:lnTo>
                <a:lnTo>
                  <a:pt x="202" y="16205"/>
                </a:lnTo>
                <a:lnTo>
                  <a:pt x="141" y="14913"/>
                </a:lnTo>
                <a:lnTo>
                  <a:pt x="101" y="13602"/>
                </a:lnTo>
                <a:lnTo>
                  <a:pt x="81" y="12250"/>
                </a:lnTo>
                <a:lnTo>
                  <a:pt x="121" y="10897"/>
                </a:lnTo>
                <a:lnTo>
                  <a:pt x="202" y="9505"/>
                </a:lnTo>
                <a:lnTo>
                  <a:pt x="303" y="8092"/>
                </a:lnTo>
                <a:lnTo>
                  <a:pt x="404" y="7144"/>
                </a:lnTo>
                <a:lnTo>
                  <a:pt x="464" y="6639"/>
                </a:lnTo>
                <a:lnTo>
                  <a:pt x="545" y="6135"/>
                </a:lnTo>
                <a:lnTo>
                  <a:pt x="646" y="5630"/>
                </a:lnTo>
                <a:lnTo>
                  <a:pt x="767" y="5106"/>
                </a:lnTo>
                <a:lnTo>
                  <a:pt x="928" y="4601"/>
                </a:lnTo>
                <a:lnTo>
                  <a:pt x="1090" y="4097"/>
                </a:lnTo>
                <a:lnTo>
                  <a:pt x="1292" y="3612"/>
                </a:lnTo>
                <a:lnTo>
                  <a:pt x="1514" y="3128"/>
                </a:lnTo>
                <a:lnTo>
                  <a:pt x="1776" y="2684"/>
                </a:lnTo>
                <a:lnTo>
                  <a:pt x="2058" y="2240"/>
                </a:lnTo>
                <a:lnTo>
                  <a:pt x="2220" y="2038"/>
                </a:lnTo>
                <a:lnTo>
                  <a:pt x="2381" y="1837"/>
                </a:lnTo>
                <a:lnTo>
                  <a:pt x="2563" y="1655"/>
                </a:lnTo>
                <a:lnTo>
                  <a:pt x="2765" y="1473"/>
                </a:lnTo>
                <a:lnTo>
                  <a:pt x="2967" y="1312"/>
                </a:lnTo>
                <a:lnTo>
                  <a:pt x="3168" y="1150"/>
                </a:lnTo>
                <a:lnTo>
                  <a:pt x="3390" y="989"/>
                </a:lnTo>
                <a:lnTo>
                  <a:pt x="3612" y="848"/>
                </a:lnTo>
                <a:lnTo>
                  <a:pt x="3854" y="727"/>
                </a:lnTo>
                <a:lnTo>
                  <a:pt x="4117" y="626"/>
                </a:lnTo>
                <a:lnTo>
                  <a:pt x="4359" y="525"/>
                </a:lnTo>
                <a:lnTo>
                  <a:pt x="4621" y="424"/>
                </a:lnTo>
                <a:lnTo>
                  <a:pt x="5146" y="303"/>
                </a:lnTo>
                <a:lnTo>
                  <a:pt x="5691" y="202"/>
                </a:lnTo>
                <a:lnTo>
                  <a:pt x="6236" y="141"/>
                </a:lnTo>
                <a:lnTo>
                  <a:pt x="6760" y="101"/>
                </a:lnTo>
                <a:lnTo>
                  <a:pt x="7305" y="81"/>
                </a:lnTo>
                <a:close/>
                <a:moveTo>
                  <a:pt x="7305" y="0"/>
                </a:moveTo>
                <a:lnTo>
                  <a:pt x="6760" y="20"/>
                </a:lnTo>
                <a:lnTo>
                  <a:pt x="6215" y="61"/>
                </a:lnTo>
                <a:lnTo>
                  <a:pt x="5671" y="121"/>
                </a:lnTo>
                <a:lnTo>
                  <a:pt x="5126" y="222"/>
                </a:lnTo>
                <a:lnTo>
                  <a:pt x="4601" y="363"/>
                </a:lnTo>
                <a:lnTo>
                  <a:pt x="4339" y="444"/>
                </a:lnTo>
                <a:lnTo>
                  <a:pt x="4076" y="545"/>
                </a:lnTo>
                <a:lnTo>
                  <a:pt x="3834" y="666"/>
                </a:lnTo>
                <a:lnTo>
                  <a:pt x="3572" y="787"/>
                </a:lnTo>
                <a:lnTo>
                  <a:pt x="3350" y="928"/>
                </a:lnTo>
                <a:lnTo>
                  <a:pt x="3128" y="1070"/>
                </a:lnTo>
                <a:lnTo>
                  <a:pt x="2906" y="1231"/>
                </a:lnTo>
                <a:lnTo>
                  <a:pt x="2704" y="1413"/>
                </a:lnTo>
                <a:lnTo>
                  <a:pt x="2523" y="1594"/>
                </a:lnTo>
                <a:lnTo>
                  <a:pt x="2341" y="1776"/>
                </a:lnTo>
                <a:lnTo>
                  <a:pt x="2159" y="1978"/>
                </a:lnTo>
                <a:lnTo>
                  <a:pt x="1998" y="2200"/>
                </a:lnTo>
                <a:lnTo>
                  <a:pt x="1695" y="2624"/>
                </a:lnTo>
                <a:lnTo>
                  <a:pt x="1453" y="3088"/>
                </a:lnTo>
                <a:lnTo>
                  <a:pt x="1211" y="3572"/>
                </a:lnTo>
                <a:lnTo>
                  <a:pt x="1009" y="4056"/>
                </a:lnTo>
                <a:lnTo>
                  <a:pt x="848" y="4561"/>
                </a:lnTo>
                <a:lnTo>
                  <a:pt x="706" y="5086"/>
                </a:lnTo>
                <a:lnTo>
                  <a:pt x="585" y="5590"/>
                </a:lnTo>
                <a:lnTo>
                  <a:pt x="464" y="6115"/>
                </a:lnTo>
                <a:lnTo>
                  <a:pt x="383" y="6619"/>
                </a:lnTo>
                <a:lnTo>
                  <a:pt x="323" y="7124"/>
                </a:lnTo>
                <a:lnTo>
                  <a:pt x="222" y="8092"/>
                </a:lnTo>
                <a:lnTo>
                  <a:pt x="121" y="9505"/>
                </a:lnTo>
                <a:lnTo>
                  <a:pt x="40" y="10897"/>
                </a:lnTo>
                <a:lnTo>
                  <a:pt x="0" y="12250"/>
                </a:lnTo>
                <a:lnTo>
                  <a:pt x="20" y="13602"/>
                </a:lnTo>
                <a:lnTo>
                  <a:pt x="61" y="14913"/>
                </a:lnTo>
                <a:lnTo>
                  <a:pt x="121" y="16205"/>
                </a:lnTo>
                <a:lnTo>
                  <a:pt x="242" y="17476"/>
                </a:lnTo>
                <a:lnTo>
                  <a:pt x="383" y="18727"/>
                </a:lnTo>
                <a:lnTo>
                  <a:pt x="565" y="19938"/>
                </a:lnTo>
                <a:lnTo>
                  <a:pt x="787" y="21149"/>
                </a:lnTo>
                <a:lnTo>
                  <a:pt x="1049" y="22319"/>
                </a:lnTo>
                <a:lnTo>
                  <a:pt x="1352" y="23449"/>
                </a:lnTo>
                <a:lnTo>
                  <a:pt x="1675" y="24559"/>
                </a:lnTo>
                <a:lnTo>
                  <a:pt x="2038" y="25649"/>
                </a:lnTo>
                <a:lnTo>
                  <a:pt x="2442" y="26719"/>
                </a:lnTo>
                <a:lnTo>
                  <a:pt x="2886" y="27748"/>
                </a:lnTo>
                <a:lnTo>
                  <a:pt x="3108" y="28232"/>
                </a:lnTo>
                <a:lnTo>
                  <a:pt x="3249" y="28454"/>
                </a:lnTo>
                <a:lnTo>
                  <a:pt x="3390" y="28676"/>
                </a:lnTo>
                <a:lnTo>
                  <a:pt x="3552" y="28858"/>
                </a:lnTo>
                <a:lnTo>
                  <a:pt x="3733" y="29019"/>
                </a:lnTo>
                <a:lnTo>
                  <a:pt x="3915" y="29160"/>
                </a:lnTo>
                <a:lnTo>
                  <a:pt x="4137" y="29261"/>
                </a:lnTo>
                <a:lnTo>
                  <a:pt x="4419" y="29362"/>
                </a:lnTo>
                <a:lnTo>
                  <a:pt x="4541" y="29382"/>
                </a:lnTo>
                <a:lnTo>
                  <a:pt x="4662" y="29382"/>
                </a:lnTo>
                <a:lnTo>
                  <a:pt x="4803" y="29362"/>
                </a:lnTo>
                <a:lnTo>
                  <a:pt x="4924" y="29342"/>
                </a:lnTo>
                <a:lnTo>
                  <a:pt x="5045" y="29302"/>
                </a:lnTo>
                <a:lnTo>
                  <a:pt x="5146" y="29241"/>
                </a:lnTo>
                <a:lnTo>
                  <a:pt x="5247" y="29140"/>
                </a:lnTo>
                <a:lnTo>
                  <a:pt x="5348" y="29039"/>
                </a:lnTo>
                <a:lnTo>
                  <a:pt x="5428" y="28898"/>
                </a:lnTo>
                <a:lnTo>
                  <a:pt x="5509" y="28757"/>
                </a:lnTo>
                <a:lnTo>
                  <a:pt x="5570" y="28595"/>
                </a:lnTo>
                <a:lnTo>
                  <a:pt x="5610" y="28414"/>
                </a:lnTo>
                <a:lnTo>
                  <a:pt x="5671" y="28051"/>
                </a:lnTo>
                <a:lnTo>
                  <a:pt x="5711" y="27647"/>
                </a:lnTo>
                <a:lnTo>
                  <a:pt x="5731" y="27243"/>
                </a:lnTo>
                <a:lnTo>
                  <a:pt x="5731" y="26497"/>
                </a:lnTo>
                <a:lnTo>
                  <a:pt x="5731" y="26154"/>
                </a:lnTo>
                <a:lnTo>
                  <a:pt x="5731" y="25891"/>
                </a:lnTo>
                <a:lnTo>
                  <a:pt x="5792" y="25326"/>
                </a:lnTo>
                <a:lnTo>
                  <a:pt x="5872" y="24721"/>
                </a:lnTo>
                <a:lnTo>
                  <a:pt x="5994" y="24095"/>
                </a:lnTo>
                <a:lnTo>
                  <a:pt x="6074" y="23772"/>
                </a:lnTo>
                <a:lnTo>
                  <a:pt x="6155" y="23449"/>
                </a:lnTo>
                <a:lnTo>
                  <a:pt x="6276" y="23127"/>
                </a:lnTo>
                <a:lnTo>
                  <a:pt x="6397" y="22804"/>
                </a:lnTo>
                <a:lnTo>
                  <a:pt x="6538" y="22481"/>
                </a:lnTo>
                <a:lnTo>
                  <a:pt x="6700" y="22178"/>
                </a:lnTo>
                <a:lnTo>
                  <a:pt x="6881" y="21855"/>
                </a:lnTo>
                <a:lnTo>
                  <a:pt x="7083" y="21573"/>
                </a:lnTo>
                <a:lnTo>
                  <a:pt x="7305" y="21270"/>
                </a:lnTo>
                <a:lnTo>
                  <a:pt x="7547" y="21008"/>
                </a:lnTo>
                <a:lnTo>
                  <a:pt x="7810" y="20765"/>
                </a:lnTo>
                <a:lnTo>
                  <a:pt x="8092" y="20523"/>
                </a:lnTo>
                <a:lnTo>
                  <a:pt x="8375" y="20322"/>
                </a:lnTo>
                <a:lnTo>
                  <a:pt x="8677" y="20140"/>
                </a:lnTo>
                <a:lnTo>
                  <a:pt x="8980" y="19958"/>
                </a:lnTo>
                <a:lnTo>
                  <a:pt x="9303" y="19797"/>
                </a:lnTo>
                <a:lnTo>
                  <a:pt x="9626" y="19656"/>
                </a:lnTo>
                <a:lnTo>
                  <a:pt x="9969" y="19535"/>
                </a:lnTo>
                <a:lnTo>
                  <a:pt x="10292" y="19413"/>
                </a:lnTo>
                <a:lnTo>
                  <a:pt x="10635" y="19313"/>
                </a:lnTo>
                <a:lnTo>
                  <a:pt x="11341" y="19131"/>
                </a:lnTo>
                <a:lnTo>
                  <a:pt x="12027" y="18990"/>
                </a:lnTo>
                <a:lnTo>
                  <a:pt x="12713" y="18869"/>
                </a:lnTo>
                <a:lnTo>
                  <a:pt x="13864" y="18707"/>
                </a:lnTo>
                <a:lnTo>
                  <a:pt x="15014" y="18566"/>
                </a:lnTo>
                <a:lnTo>
                  <a:pt x="16164" y="18465"/>
                </a:lnTo>
                <a:lnTo>
                  <a:pt x="17315" y="18384"/>
                </a:lnTo>
                <a:lnTo>
                  <a:pt x="18485" y="18324"/>
                </a:lnTo>
                <a:lnTo>
                  <a:pt x="19635" y="18283"/>
                </a:lnTo>
                <a:lnTo>
                  <a:pt x="20806" y="18263"/>
                </a:lnTo>
                <a:lnTo>
                  <a:pt x="21956" y="18283"/>
                </a:lnTo>
                <a:lnTo>
                  <a:pt x="23126" y="18304"/>
                </a:lnTo>
                <a:lnTo>
                  <a:pt x="24277" y="18324"/>
                </a:lnTo>
                <a:lnTo>
                  <a:pt x="26597" y="18425"/>
                </a:lnTo>
                <a:lnTo>
                  <a:pt x="28918" y="18566"/>
                </a:lnTo>
                <a:lnTo>
                  <a:pt x="31198" y="18707"/>
                </a:lnTo>
                <a:lnTo>
                  <a:pt x="33398" y="18869"/>
                </a:lnTo>
                <a:lnTo>
                  <a:pt x="35618" y="18990"/>
                </a:lnTo>
                <a:lnTo>
                  <a:pt x="37838" y="19091"/>
                </a:lnTo>
                <a:lnTo>
                  <a:pt x="38948" y="19131"/>
                </a:lnTo>
                <a:lnTo>
                  <a:pt x="40057" y="19151"/>
                </a:lnTo>
                <a:lnTo>
                  <a:pt x="40481" y="19151"/>
                </a:lnTo>
                <a:lnTo>
                  <a:pt x="40885" y="19131"/>
                </a:lnTo>
                <a:lnTo>
                  <a:pt x="41066" y="19091"/>
                </a:lnTo>
                <a:lnTo>
                  <a:pt x="41248" y="19050"/>
                </a:lnTo>
                <a:lnTo>
                  <a:pt x="41430" y="18990"/>
                </a:lnTo>
                <a:lnTo>
                  <a:pt x="41611" y="18909"/>
                </a:lnTo>
                <a:lnTo>
                  <a:pt x="41813" y="18788"/>
                </a:lnTo>
                <a:lnTo>
                  <a:pt x="41995" y="18626"/>
                </a:lnTo>
                <a:lnTo>
                  <a:pt x="42156" y="18465"/>
                </a:lnTo>
                <a:lnTo>
                  <a:pt x="42297" y="18263"/>
                </a:lnTo>
                <a:lnTo>
                  <a:pt x="42398" y="18061"/>
                </a:lnTo>
                <a:lnTo>
                  <a:pt x="42479" y="17839"/>
                </a:lnTo>
                <a:lnTo>
                  <a:pt x="42560" y="17617"/>
                </a:lnTo>
                <a:lnTo>
                  <a:pt x="42600" y="17375"/>
                </a:lnTo>
                <a:lnTo>
                  <a:pt x="42620" y="17133"/>
                </a:lnTo>
                <a:lnTo>
                  <a:pt x="42640" y="16871"/>
                </a:lnTo>
                <a:lnTo>
                  <a:pt x="42640" y="16608"/>
                </a:lnTo>
                <a:lnTo>
                  <a:pt x="42620" y="16366"/>
                </a:lnTo>
                <a:lnTo>
                  <a:pt x="42580" y="16104"/>
                </a:lnTo>
                <a:lnTo>
                  <a:pt x="42540" y="15862"/>
                </a:lnTo>
                <a:lnTo>
                  <a:pt x="42418" y="15357"/>
                </a:lnTo>
                <a:lnTo>
                  <a:pt x="42257" y="14893"/>
                </a:lnTo>
                <a:lnTo>
                  <a:pt x="42096" y="14429"/>
                </a:lnTo>
                <a:lnTo>
                  <a:pt x="41894" y="13965"/>
                </a:lnTo>
                <a:lnTo>
                  <a:pt x="41672" y="13521"/>
                </a:lnTo>
                <a:lnTo>
                  <a:pt x="41450" y="13057"/>
                </a:lnTo>
                <a:lnTo>
                  <a:pt x="41187" y="12613"/>
                </a:lnTo>
                <a:lnTo>
                  <a:pt x="40925" y="12169"/>
                </a:lnTo>
                <a:lnTo>
                  <a:pt x="40622" y="11745"/>
                </a:lnTo>
                <a:lnTo>
                  <a:pt x="40320" y="11301"/>
                </a:lnTo>
                <a:lnTo>
                  <a:pt x="39977" y="10897"/>
                </a:lnTo>
                <a:lnTo>
                  <a:pt x="39634" y="10474"/>
                </a:lnTo>
                <a:lnTo>
                  <a:pt x="39250" y="10070"/>
                </a:lnTo>
                <a:lnTo>
                  <a:pt x="38867" y="9666"/>
                </a:lnTo>
                <a:lnTo>
                  <a:pt x="38463" y="9283"/>
                </a:lnTo>
                <a:lnTo>
                  <a:pt x="38039" y="8900"/>
                </a:lnTo>
                <a:lnTo>
                  <a:pt x="37595" y="8536"/>
                </a:lnTo>
                <a:lnTo>
                  <a:pt x="36869" y="7971"/>
                </a:lnTo>
                <a:lnTo>
                  <a:pt x="36102" y="7426"/>
                </a:lnTo>
                <a:lnTo>
                  <a:pt x="35275" y="6882"/>
                </a:lnTo>
                <a:lnTo>
                  <a:pt x="34387" y="6377"/>
                </a:lnTo>
                <a:lnTo>
                  <a:pt x="33459" y="5873"/>
                </a:lnTo>
                <a:lnTo>
                  <a:pt x="32450" y="5368"/>
                </a:lnTo>
                <a:lnTo>
                  <a:pt x="31380" y="4884"/>
                </a:lnTo>
                <a:lnTo>
                  <a:pt x="30230" y="4379"/>
                </a:lnTo>
                <a:lnTo>
                  <a:pt x="28918" y="3875"/>
                </a:lnTo>
                <a:lnTo>
                  <a:pt x="27586" y="3370"/>
                </a:lnTo>
                <a:lnTo>
                  <a:pt x="26234" y="2906"/>
                </a:lnTo>
                <a:lnTo>
                  <a:pt x="24862" y="2482"/>
                </a:lnTo>
                <a:lnTo>
                  <a:pt x="23490" y="2099"/>
                </a:lnTo>
                <a:lnTo>
                  <a:pt x="22097" y="1736"/>
                </a:lnTo>
                <a:lnTo>
                  <a:pt x="20705" y="1413"/>
                </a:lnTo>
                <a:lnTo>
                  <a:pt x="19312" y="1110"/>
                </a:lnTo>
                <a:lnTo>
                  <a:pt x="17900" y="848"/>
                </a:lnTo>
                <a:lnTo>
                  <a:pt x="16487" y="626"/>
                </a:lnTo>
                <a:lnTo>
                  <a:pt x="15075" y="424"/>
                </a:lnTo>
                <a:lnTo>
                  <a:pt x="13642" y="283"/>
                </a:lnTo>
                <a:lnTo>
                  <a:pt x="12229" y="141"/>
                </a:lnTo>
                <a:lnTo>
                  <a:pt x="10796" y="61"/>
                </a:lnTo>
                <a:lnTo>
                  <a:pt x="9364" y="0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40" name="Google Shape;1040;p14"/>
          <p:cNvSpPr/>
          <p:nvPr/>
        </p:nvSpPr>
        <p:spPr>
          <a:xfrm rot="10800000">
            <a:off x="6555289" y="-289427"/>
            <a:ext cx="2123367" cy="1193681"/>
          </a:xfrm>
          <a:custGeom>
            <a:rect b="b" l="l" r="r" t="t"/>
            <a:pathLst>
              <a:path extrusionOk="0" h="21351" w="37980">
                <a:moveTo>
                  <a:pt x="10776" y="81"/>
                </a:moveTo>
                <a:lnTo>
                  <a:pt x="11341" y="101"/>
                </a:lnTo>
                <a:lnTo>
                  <a:pt x="11927" y="121"/>
                </a:lnTo>
                <a:lnTo>
                  <a:pt x="12532" y="182"/>
                </a:lnTo>
                <a:lnTo>
                  <a:pt x="13178" y="222"/>
                </a:lnTo>
                <a:lnTo>
                  <a:pt x="13824" y="303"/>
                </a:lnTo>
                <a:lnTo>
                  <a:pt x="14510" y="404"/>
                </a:lnTo>
                <a:lnTo>
                  <a:pt x="15216" y="505"/>
                </a:lnTo>
                <a:lnTo>
                  <a:pt x="15943" y="626"/>
                </a:lnTo>
                <a:lnTo>
                  <a:pt x="16709" y="767"/>
                </a:lnTo>
                <a:lnTo>
                  <a:pt x="17496" y="949"/>
                </a:lnTo>
                <a:lnTo>
                  <a:pt x="18324" y="1130"/>
                </a:lnTo>
                <a:lnTo>
                  <a:pt x="19171" y="1332"/>
                </a:lnTo>
                <a:lnTo>
                  <a:pt x="20039" y="1554"/>
                </a:lnTo>
                <a:lnTo>
                  <a:pt x="20947" y="1796"/>
                </a:lnTo>
                <a:lnTo>
                  <a:pt x="21875" y="2059"/>
                </a:lnTo>
                <a:lnTo>
                  <a:pt x="23571" y="2583"/>
                </a:lnTo>
                <a:lnTo>
                  <a:pt x="24418" y="2866"/>
                </a:lnTo>
                <a:lnTo>
                  <a:pt x="25286" y="3148"/>
                </a:lnTo>
                <a:lnTo>
                  <a:pt x="26154" y="3471"/>
                </a:lnTo>
                <a:lnTo>
                  <a:pt x="27021" y="3794"/>
                </a:lnTo>
                <a:lnTo>
                  <a:pt x="27889" y="4157"/>
                </a:lnTo>
                <a:lnTo>
                  <a:pt x="28757" y="4541"/>
                </a:lnTo>
                <a:lnTo>
                  <a:pt x="29625" y="4944"/>
                </a:lnTo>
                <a:lnTo>
                  <a:pt x="30472" y="5368"/>
                </a:lnTo>
                <a:lnTo>
                  <a:pt x="31300" y="5832"/>
                </a:lnTo>
                <a:lnTo>
                  <a:pt x="32127" y="6317"/>
                </a:lnTo>
                <a:lnTo>
                  <a:pt x="32954" y="6841"/>
                </a:lnTo>
                <a:lnTo>
                  <a:pt x="33741" y="7406"/>
                </a:lnTo>
                <a:lnTo>
                  <a:pt x="34508" y="7992"/>
                </a:lnTo>
                <a:lnTo>
                  <a:pt x="35255" y="8637"/>
                </a:lnTo>
                <a:lnTo>
                  <a:pt x="35638" y="8980"/>
                </a:lnTo>
                <a:lnTo>
                  <a:pt x="36001" y="9344"/>
                </a:lnTo>
                <a:lnTo>
                  <a:pt x="36345" y="9687"/>
                </a:lnTo>
                <a:lnTo>
                  <a:pt x="36627" y="10030"/>
                </a:lnTo>
                <a:lnTo>
                  <a:pt x="36910" y="10373"/>
                </a:lnTo>
                <a:lnTo>
                  <a:pt x="37132" y="10696"/>
                </a:lnTo>
                <a:lnTo>
                  <a:pt x="37354" y="11039"/>
                </a:lnTo>
                <a:lnTo>
                  <a:pt x="37535" y="11382"/>
                </a:lnTo>
                <a:lnTo>
                  <a:pt x="37656" y="11624"/>
                </a:lnTo>
                <a:lnTo>
                  <a:pt x="37737" y="11846"/>
                </a:lnTo>
                <a:lnTo>
                  <a:pt x="37818" y="12068"/>
                </a:lnTo>
                <a:lnTo>
                  <a:pt x="37858" y="12290"/>
                </a:lnTo>
                <a:lnTo>
                  <a:pt x="37898" y="12492"/>
                </a:lnTo>
                <a:lnTo>
                  <a:pt x="37898" y="12694"/>
                </a:lnTo>
                <a:lnTo>
                  <a:pt x="37878" y="12875"/>
                </a:lnTo>
                <a:lnTo>
                  <a:pt x="37838" y="13057"/>
                </a:lnTo>
                <a:lnTo>
                  <a:pt x="37757" y="13259"/>
                </a:lnTo>
                <a:lnTo>
                  <a:pt x="37636" y="13460"/>
                </a:lnTo>
                <a:lnTo>
                  <a:pt x="37495" y="13662"/>
                </a:lnTo>
                <a:lnTo>
                  <a:pt x="37313" y="13824"/>
                </a:lnTo>
                <a:lnTo>
                  <a:pt x="37111" y="13985"/>
                </a:lnTo>
                <a:lnTo>
                  <a:pt x="36869" y="14106"/>
                </a:lnTo>
                <a:lnTo>
                  <a:pt x="36627" y="14207"/>
                </a:lnTo>
                <a:lnTo>
                  <a:pt x="36365" y="14288"/>
                </a:lnTo>
                <a:lnTo>
                  <a:pt x="36102" y="14328"/>
                </a:lnTo>
                <a:lnTo>
                  <a:pt x="35860" y="14368"/>
                </a:lnTo>
                <a:lnTo>
                  <a:pt x="35336" y="14368"/>
                </a:lnTo>
                <a:lnTo>
                  <a:pt x="34831" y="14328"/>
                </a:lnTo>
                <a:lnTo>
                  <a:pt x="34327" y="14268"/>
                </a:lnTo>
                <a:lnTo>
                  <a:pt x="34306" y="14268"/>
                </a:lnTo>
                <a:lnTo>
                  <a:pt x="32934" y="14106"/>
                </a:lnTo>
                <a:lnTo>
                  <a:pt x="31501" y="13945"/>
                </a:lnTo>
                <a:lnTo>
                  <a:pt x="30028" y="13803"/>
                </a:lnTo>
                <a:lnTo>
                  <a:pt x="28535" y="13682"/>
                </a:lnTo>
                <a:lnTo>
                  <a:pt x="26981" y="13561"/>
                </a:lnTo>
                <a:lnTo>
                  <a:pt x="25387" y="13481"/>
                </a:lnTo>
                <a:lnTo>
                  <a:pt x="23772" y="13420"/>
                </a:lnTo>
                <a:lnTo>
                  <a:pt x="22138" y="13400"/>
                </a:lnTo>
                <a:lnTo>
                  <a:pt x="20483" y="13420"/>
                </a:lnTo>
                <a:lnTo>
                  <a:pt x="18788" y="13460"/>
                </a:lnTo>
                <a:lnTo>
                  <a:pt x="17093" y="13561"/>
                </a:lnTo>
                <a:lnTo>
                  <a:pt x="16245" y="13622"/>
                </a:lnTo>
                <a:lnTo>
                  <a:pt x="15398" y="13703"/>
                </a:lnTo>
                <a:lnTo>
                  <a:pt x="14530" y="13803"/>
                </a:lnTo>
                <a:lnTo>
                  <a:pt x="13682" y="13904"/>
                </a:lnTo>
                <a:lnTo>
                  <a:pt x="12815" y="14025"/>
                </a:lnTo>
                <a:lnTo>
                  <a:pt x="11967" y="14146"/>
                </a:lnTo>
                <a:lnTo>
                  <a:pt x="11099" y="14308"/>
                </a:lnTo>
                <a:lnTo>
                  <a:pt x="10252" y="14469"/>
                </a:lnTo>
                <a:lnTo>
                  <a:pt x="9384" y="14651"/>
                </a:lnTo>
                <a:lnTo>
                  <a:pt x="8536" y="14833"/>
                </a:lnTo>
                <a:lnTo>
                  <a:pt x="7992" y="14974"/>
                </a:lnTo>
                <a:lnTo>
                  <a:pt x="7467" y="15115"/>
                </a:lnTo>
                <a:lnTo>
                  <a:pt x="6922" y="15277"/>
                </a:lnTo>
                <a:lnTo>
                  <a:pt x="6397" y="15458"/>
                </a:lnTo>
                <a:lnTo>
                  <a:pt x="5873" y="15660"/>
                </a:lnTo>
                <a:lnTo>
                  <a:pt x="5368" y="15902"/>
                </a:lnTo>
                <a:lnTo>
                  <a:pt x="4864" y="16164"/>
                </a:lnTo>
                <a:lnTo>
                  <a:pt x="4379" y="16467"/>
                </a:lnTo>
                <a:lnTo>
                  <a:pt x="4137" y="16649"/>
                </a:lnTo>
                <a:lnTo>
                  <a:pt x="3875" y="16851"/>
                </a:lnTo>
                <a:lnTo>
                  <a:pt x="3613" y="17073"/>
                </a:lnTo>
                <a:lnTo>
                  <a:pt x="3350" y="17335"/>
                </a:lnTo>
                <a:lnTo>
                  <a:pt x="3108" y="17617"/>
                </a:lnTo>
                <a:lnTo>
                  <a:pt x="2866" y="17940"/>
                </a:lnTo>
                <a:lnTo>
                  <a:pt x="2644" y="18283"/>
                </a:lnTo>
                <a:lnTo>
                  <a:pt x="2462" y="18667"/>
                </a:lnTo>
                <a:lnTo>
                  <a:pt x="2382" y="18889"/>
                </a:lnTo>
                <a:lnTo>
                  <a:pt x="2341" y="19131"/>
                </a:lnTo>
                <a:lnTo>
                  <a:pt x="2260" y="19635"/>
                </a:lnTo>
                <a:lnTo>
                  <a:pt x="2220" y="19918"/>
                </a:lnTo>
                <a:lnTo>
                  <a:pt x="2180" y="20201"/>
                </a:lnTo>
                <a:lnTo>
                  <a:pt x="2099" y="20463"/>
                </a:lnTo>
                <a:lnTo>
                  <a:pt x="2059" y="20584"/>
                </a:lnTo>
                <a:lnTo>
                  <a:pt x="1998" y="20705"/>
                </a:lnTo>
                <a:lnTo>
                  <a:pt x="1897" y="20846"/>
                </a:lnTo>
                <a:lnTo>
                  <a:pt x="1816" y="20988"/>
                </a:lnTo>
                <a:lnTo>
                  <a:pt x="1716" y="21088"/>
                </a:lnTo>
                <a:lnTo>
                  <a:pt x="1615" y="21169"/>
                </a:lnTo>
                <a:lnTo>
                  <a:pt x="1514" y="21210"/>
                </a:lnTo>
                <a:lnTo>
                  <a:pt x="1413" y="21250"/>
                </a:lnTo>
                <a:lnTo>
                  <a:pt x="1312" y="21270"/>
                </a:lnTo>
                <a:lnTo>
                  <a:pt x="1211" y="21250"/>
                </a:lnTo>
                <a:lnTo>
                  <a:pt x="1110" y="21210"/>
                </a:lnTo>
                <a:lnTo>
                  <a:pt x="1009" y="21149"/>
                </a:lnTo>
                <a:lnTo>
                  <a:pt x="908" y="21068"/>
                </a:lnTo>
                <a:lnTo>
                  <a:pt x="807" y="20967"/>
                </a:lnTo>
                <a:lnTo>
                  <a:pt x="707" y="20846"/>
                </a:lnTo>
                <a:lnTo>
                  <a:pt x="626" y="20725"/>
                </a:lnTo>
                <a:lnTo>
                  <a:pt x="464" y="20422"/>
                </a:lnTo>
                <a:lnTo>
                  <a:pt x="323" y="20100"/>
                </a:lnTo>
                <a:lnTo>
                  <a:pt x="222" y="19777"/>
                </a:lnTo>
                <a:lnTo>
                  <a:pt x="162" y="19454"/>
                </a:lnTo>
                <a:lnTo>
                  <a:pt x="121" y="19151"/>
                </a:lnTo>
                <a:lnTo>
                  <a:pt x="101" y="18223"/>
                </a:lnTo>
                <a:lnTo>
                  <a:pt x="81" y="17274"/>
                </a:lnTo>
                <a:lnTo>
                  <a:pt x="81" y="16326"/>
                </a:lnTo>
                <a:lnTo>
                  <a:pt x="101" y="15377"/>
                </a:lnTo>
                <a:lnTo>
                  <a:pt x="142" y="14449"/>
                </a:lnTo>
                <a:lnTo>
                  <a:pt x="182" y="13501"/>
                </a:lnTo>
                <a:lnTo>
                  <a:pt x="263" y="12572"/>
                </a:lnTo>
                <a:lnTo>
                  <a:pt x="343" y="11624"/>
                </a:lnTo>
                <a:lnTo>
                  <a:pt x="444" y="10696"/>
                </a:lnTo>
                <a:lnTo>
                  <a:pt x="545" y="9747"/>
                </a:lnTo>
                <a:lnTo>
                  <a:pt x="686" y="8819"/>
                </a:lnTo>
                <a:lnTo>
                  <a:pt x="828" y="7891"/>
                </a:lnTo>
                <a:lnTo>
                  <a:pt x="989" y="6962"/>
                </a:lnTo>
                <a:lnTo>
                  <a:pt x="1171" y="6034"/>
                </a:lnTo>
                <a:lnTo>
                  <a:pt x="1373" y="5126"/>
                </a:lnTo>
                <a:lnTo>
                  <a:pt x="1574" y="4198"/>
                </a:lnTo>
                <a:lnTo>
                  <a:pt x="1736" y="3572"/>
                </a:lnTo>
                <a:lnTo>
                  <a:pt x="1837" y="3269"/>
                </a:lnTo>
                <a:lnTo>
                  <a:pt x="1958" y="2967"/>
                </a:lnTo>
                <a:lnTo>
                  <a:pt x="2079" y="2664"/>
                </a:lnTo>
                <a:lnTo>
                  <a:pt x="2220" y="2402"/>
                </a:lnTo>
                <a:lnTo>
                  <a:pt x="2402" y="2139"/>
                </a:lnTo>
                <a:lnTo>
                  <a:pt x="2604" y="1897"/>
                </a:lnTo>
                <a:lnTo>
                  <a:pt x="2825" y="1695"/>
                </a:lnTo>
                <a:lnTo>
                  <a:pt x="3068" y="1514"/>
                </a:lnTo>
                <a:lnTo>
                  <a:pt x="3330" y="1352"/>
                </a:lnTo>
                <a:lnTo>
                  <a:pt x="3592" y="1211"/>
                </a:lnTo>
                <a:lnTo>
                  <a:pt x="3875" y="1090"/>
                </a:lnTo>
                <a:lnTo>
                  <a:pt x="4157" y="989"/>
                </a:lnTo>
                <a:lnTo>
                  <a:pt x="4702" y="807"/>
                </a:lnTo>
                <a:lnTo>
                  <a:pt x="5247" y="666"/>
                </a:lnTo>
                <a:lnTo>
                  <a:pt x="5832" y="525"/>
                </a:lnTo>
                <a:lnTo>
                  <a:pt x="6458" y="404"/>
                </a:lnTo>
                <a:lnTo>
                  <a:pt x="7104" y="303"/>
                </a:lnTo>
                <a:lnTo>
                  <a:pt x="7810" y="202"/>
                </a:lnTo>
                <a:lnTo>
                  <a:pt x="8577" y="142"/>
                </a:lnTo>
                <a:lnTo>
                  <a:pt x="9384" y="81"/>
                </a:lnTo>
                <a:close/>
                <a:moveTo>
                  <a:pt x="9848" y="0"/>
                </a:moveTo>
                <a:lnTo>
                  <a:pt x="9303" y="20"/>
                </a:lnTo>
                <a:lnTo>
                  <a:pt x="8758" y="41"/>
                </a:lnTo>
                <a:lnTo>
                  <a:pt x="8234" y="81"/>
                </a:lnTo>
                <a:lnTo>
                  <a:pt x="7709" y="142"/>
                </a:lnTo>
                <a:lnTo>
                  <a:pt x="7184" y="202"/>
                </a:lnTo>
                <a:lnTo>
                  <a:pt x="6680" y="283"/>
                </a:lnTo>
                <a:lnTo>
                  <a:pt x="6175" y="384"/>
                </a:lnTo>
                <a:lnTo>
                  <a:pt x="5671" y="485"/>
                </a:lnTo>
                <a:lnTo>
                  <a:pt x="5166" y="606"/>
                </a:lnTo>
                <a:lnTo>
                  <a:pt x="4682" y="727"/>
                </a:lnTo>
                <a:lnTo>
                  <a:pt x="4117" y="908"/>
                </a:lnTo>
                <a:lnTo>
                  <a:pt x="3834" y="1009"/>
                </a:lnTo>
                <a:lnTo>
                  <a:pt x="3552" y="1130"/>
                </a:lnTo>
                <a:lnTo>
                  <a:pt x="3269" y="1272"/>
                </a:lnTo>
                <a:lnTo>
                  <a:pt x="3007" y="1433"/>
                </a:lnTo>
                <a:lnTo>
                  <a:pt x="2765" y="1635"/>
                </a:lnTo>
                <a:lnTo>
                  <a:pt x="2543" y="1837"/>
                </a:lnTo>
                <a:lnTo>
                  <a:pt x="2341" y="2079"/>
                </a:lnTo>
                <a:lnTo>
                  <a:pt x="2160" y="2341"/>
                </a:lnTo>
                <a:lnTo>
                  <a:pt x="1998" y="2624"/>
                </a:lnTo>
                <a:lnTo>
                  <a:pt x="1877" y="2926"/>
                </a:lnTo>
                <a:lnTo>
                  <a:pt x="1776" y="3229"/>
                </a:lnTo>
                <a:lnTo>
                  <a:pt x="1675" y="3552"/>
                </a:lnTo>
                <a:lnTo>
                  <a:pt x="1514" y="4178"/>
                </a:lnTo>
                <a:lnTo>
                  <a:pt x="1292" y="5106"/>
                </a:lnTo>
                <a:lnTo>
                  <a:pt x="1090" y="6014"/>
                </a:lnTo>
                <a:lnTo>
                  <a:pt x="908" y="6942"/>
                </a:lnTo>
                <a:lnTo>
                  <a:pt x="747" y="7870"/>
                </a:lnTo>
                <a:lnTo>
                  <a:pt x="606" y="8819"/>
                </a:lnTo>
                <a:lnTo>
                  <a:pt x="485" y="9747"/>
                </a:lnTo>
                <a:lnTo>
                  <a:pt x="364" y="10676"/>
                </a:lnTo>
                <a:lnTo>
                  <a:pt x="263" y="11624"/>
                </a:lnTo>
                <a:lnTo>
                  <a:pt x="182" y="12552"/>
                </a:lnTo>
                <a:lnTo>
                  <a:pt x="101" y="13501"/>
                </a:lnTo>
                <a:lnTo>
                  <a:pt x="61" y="14449"/>
                </a:lnTo>
                <a:lnTo>
                  <a:pt x="20" y="15377"/>
                </a:lnTo>
                <a:lnTo>
                  <a:pt x="0" y="16326"/>
                </a:lnTo>
                <a:lnTo>
                  <a:pt x="0" y="17274"/>
                </a:lnTo>
                <a:lnTo>
                  <a:pt x="20" y="18223"/>
                </a:lnTo>
                <a:lnTo>
                  <a:pt x="41" y="19171"/>
                </a:lnTo>
                <a:lnTo>
                  <a:pt x="81" y="19474"/>
                </a:lnTo>
                <a:lnTo>
                  <a:pt x="162" y="19797"/>
                </a:lnTo>
                <a:lnTo>
                  <a:pt x="263" y="20140"/>
                </a:lnTo>
                <a:lnTo>
                  <a:pt x="404" y="20483"/>
                </a:lnTo>
                <a:lnTo>
                  <a:pt x="565" y="20766"/>
                </a:lnTo>
                <a:lnTo>
                  <a:pt x="666" y="20907"/>
                </a:lnTo>
                <a:lnTo>
                  <a:pt x="767" y="21028"/>
                </a:lnTo>
                <a:lnTo>
                  <a:pt x="868" y="21129"/>
                </a:lnTo>
                <a:lnTo>
                  <a:pt x="969" y="21210"/>
                </a:lnTo>
                <a:lnTo>
                  <a:pt x="1070" y="21290"/>
                </a:lnTo>
                <a:lnTo>
                  <a:pt x="1191" y="21331"/>
                </a:lnTo>
                <a:lnTo>
                  <a:pt x="1332" y="21351"/>
                </a:lnTo>
                <a:lnTo>
                  <a:pt x="1433" y="21331"/>
                </a:lnTo>
                <a:lnTo>
                  <a:pt x="1514" y="21310"/>
                </a:lnTo>
                <a:lnTo>
                  <a:pt x="1615" y="21250"/>
                </a:lnTo>
                <a:lnTo>
                  <a:pt x="1716" y="21189"/>
                </a:lnTo>
                <a:lnTo>
                  <a:pt x="1796" y="21109"/>
                </a:lnTo>
                <a:lnTo>
                  <a:pt x="1897" y="21008"/>
                </a:lnTo>
                <a:lnTo>
                  <a:pt x="2059" y="20745"/>
                </a:lnTo>
                <a:lnTo>
                  <a:pt x="2119" y="20624"/>
                </a:lnTo>
                <a:lnTo>
                  <a:pt x="2180" y="20503"/>
                </a:lnTo>
                <a:lnTo>
                  <a:pt x="2260" y="20221"/>
                </a:lnTo>
                <a:lnTo>
                  <a:pt x="2301" y="19938"/>
                </a:lnTo>
                <a:lnTo>
                  <a:pt x="2341" y="19635"/>
                </a:lnTo>
                <a:lnTo>
                  <a:pt x="2422" y="19151"/>
                </a:lnTo>
                <a:lnTo>
                  <a:pt x="2462" y="18909"/>
                </a:lnTo>
                <a:lnTo>
                  <a:pt x="2543" y="18687"/>
                </a:lnTo>
                <a:lnTo>
                  <a:pt x="2725" y="18324"/>
                </a:lnTo>
                <a:lnTo>
                  <a:pt x="2926" y="17981"/>
                </a:lnTo>
                <a:lnTo>
                  <a:pt x="3169" y="17678"/>
                </a:lnTo>
                <a:lnTo>
                  <a:pt x="3411" y="17395"/>
                </a:lnTo>
                <a:lnTo>
                  <a:pt x="3673" y="17133"/>
                </a:lnTo>
                <a:lnTo>
                  <a:pt x="3935" y="16911"/>
                </a:lnTo>
                <a:lnTo>
                  <a:pt x="4198" y="16709"/>
                </a:lnTo>
                <a:lnTo>
                  <a:pt x="4440" y="16528"/>
                </a:lnTo>
                <a:lnTo>
                  <a:pt x="4904" y="16245"/>
                </a:lnTo>
                <a:lnTo>
                  <a:pt x="5388" y="15983"/>
                </a:lnTo>
                <a:lnTo>
                  <a:pt x="5913" y="15741"/>
                </a:lnTo>
                <a:lnTo>
                  <a:pt x="6418" y="15539"/>
                </a:lnTo>
                <a:lnTo>
                  <a:pt x="6962" y="15357"/>
                </a:lnTo>
                <a:lnTo>
                  <a:pt x="7487" y="15196"/>
                </a:lnTo>
                <a:lnTo>
                  <a:pt x="8032" y="15055"/>
                </a:lnTo>
                <a:lnTo>
                  <a:pt x="8557" y="14913"/>
                </a:lnTo>
                <a:lnTo>
                  <a:pt x="9404" y="14732"/>
                </a:lnTo>
                <a:lnTo>
                  <a:pt x="10272" y="14550"/>
                </a:lnTo>
                <a:lnTo>
                  <a:pt x="11119" y="14389"/>
                </a:lnTo>
                <a:lnTo>
                  <a:pt x="11987" y="14227"/>
                </a:lnTo>
                <a:lnTo>
                  <a:pt x="12835" y="14106"/>
                </a:lnTo>
                <a:lnTo>
                  <a:pt x="13703" y="13985"/>
                </a:lnTo>
                <a:lnTo>
                  <a:pt x="14550" y="13884"/>
                </a:lnTo>
                <a:lnTo>
                  <a:pt x="15398" y="13783"/>
                </a:lnTo>
                <a:lnTo>
                  <a:pt x="16265" y="13703"/>
                </a:lnTo>
                <a:lnTo>
                  <a:pt x="17113" y="13642"/>
                </a:lnTo>
                <a:lnTo>
                  <a:pt x="18808" y="13541"/>
                </a:lnTo>
                <a:lnTo>
                  <a:pt x="20483" y="13501"/>
                </a:lnTo>
                <a:lnTo>
                  <a:pt x="22138" y="13481"/>
                </a:lnTo>
                <a:lnTo>
                  <a:pt x="23772" y="13501"/>
                </a:lnTo>
                <a:lnTo>
                  <a:pt x="25387" y="13561"/>
                </a:lnTo>
                <a:lnTo>
                  <a:pt x="26981" y="13642"/>
                </a:lnTo>
                <a:lnTo>
                  <a:pt x="28515" y="13763"/>
                </a:lnTo>
                <a:lnTo>
                  <a:pt x="30028" y="13884"/>
                </a:lnTo>
                <a:lnTo>
                  <a:pt x="31501" y="14025"/>
                </a:lnTo>
                <a:lnTo>
                  <a:pt x="32934" y="14187"/>
                </a:lnTo>
                <a:lnTo>
                  <a:pt x="34306" y="14348"/>
                </a:lnTo>
                <a:lnTo>
                  <a:pt x="34831" y="14409"/>
                </a:lnTo>
                <a:lnTo>
                  <a:pt x="35356" y="14449"/>
                </a:lnTo>
                <a:lnTo>
                  <a:pt x="35860" y="14449"/>
                </a:lnTo>
                <a:lnTo>
                  <a:pt x="36123" y="14409"/>
                </a:lnTo>
                <a:lnTo>
                  <a:pt x="36385" y="14368"/>
                </a:lnTo>
                <a:lnTo>
                  <a:pt x="36647" y="14288"/>
                </a:lnTo>
                <a:lnTo>
                  <a:pt x="36910" y="14187"/>
                </a:lnTo>
                <a:lnTo>
                  <a:pt x="37152" y="14046"/>
                </a:lnTo>
                <a:lnTo>
                  <a:pt x="37374" y="13884"/>
                </a:lnTo>
                <a:lnTo>
                  <a:pt x="37555" y="13703"/>
                </a:lnTo>
                <a:lnTo>
                  <a:pt x="37717" y="13501"/>
                </a:lnTo>
                <a:lnTo>
                  <a:pt x="37838" y="13299"/>
                </a:lnTo>
                <a:lnTo>
                  <a:pt x="37919" y="13077"/>
                </a:lnTo>
                <a:lnTo>
                  <a:pt x="37959" y="12895"/>
                </a:lnTo>
                <a:lnTo>
                  <a:pt x="37979" y="12694"/>
                </a:lnTo>
                <a:lnTo>
                  <a:pt x="37979" y="12492"/>
                </a:lnTo>
                <a:lnTo>
                  <a:pt x="37939" y="12290"/>
                </a:lnTo>
                <a:lnTo>
                  <a:pt x="37898" y="12068"/>
                </a:lnTo>
                <a:lnTo>
                  <a:pt x="37818" y="11826"/>
                </a:lnTo>
                <a:lnTo>
                  <a:pt x="37737" y="11604"/>
                </a:lnTo>
                <a:lnTo>
                  <a:pt x="37616" y="11341"/>
                </a:lnTo>
                <a:lnTo>
                  <a:pt x="37414" y="10998"/>
                </a:lnTo>
                <a:lnTo>
                  <a:pt x="37212" y="10655"/>
                </a:lnTo>
                <a:lnTo>
                  <a:pt x="36970" y="10312"/>
                </a:lnTo>
                <a:lnTo>
                  <a:pt x="36708" y="9969"/>
                </a:lnTo>
                <a:lnTo>
                  <a:pt x="36405" y="9626"/>
                </a:lnTo>
                <a:lnTo>
                  <a:pt x="36062" y="9283"/>
                </a:lnTo>
                <a:lnTo>
                  <a:pt x="35699" y="8920"/>
                </a:lnTo>
                <a:lnTo>
                  <a:pt x="35315" y="8577"/>
                </a:lnTo>
                <a:lnTo>
                  <a:pt x="34569" y="7931"/>
                </a:lnTo>
                <a:lnTo>
                  <a:pt x="33782" y="7346"/>
                </a:lnTo>
                <a:lnTo>
                  <a:pt x="32995" y="6781"/>
                </a:lnTo>
                <a:lnTo>
                  <a:pt x="32187" y="6256"/>
                </a:lnTo>
                <a:lnTo>
                  <a:pt x="31360" y="5772"/>
                </a:lnTo>
                <a:lnTo>
                  <a:pt x="30512" y="5308"/>
                </a:lnTo>
                <a:lnTo>
                  <a:pt x="29665" y="4864"/>
                </a:lnTo>
                <a:lnTo>
                  <a:pt x="28797" y="4460"/>
                </a:lnTo>
                <a:lnTo>
                  <a:pt x="27929" y="4077"/>
                </a:lnTo>
                <a:lnTo>
                  <a:pt x="27062" y="3734"/>
                </a:lnTo>
                <a:lnTo>
                  <a:pt x="26194" y="3390"/>
                </a:lnTo>
                <a:lnTo>
                  <a:pt x="25306" y="3088"/>
                </a:lnTo>
                <a:lnTo>
                  <a:pt x="24458" y="2785"/>
                </a:lnTo>
                <a:lnTo>
                  <a:pt x="23591" y="2503"/>
                </a:lnTo>
                <a:lnTo>
                  <a:pt x="21896" y="1998"/>
                </a:lnTo>
                <a:lnTo>
                  <a:pt x="20685" y="1635"/>
                </a:lnTo>
                <a:lnTo>
                  <a:pt x="19494" y="1332"/>
                </a:lnTo>
                <a:lnTo>
                  <a:pt x="18364" y="1050"/>
                </a:lnTo>
                <a:lnTo>
                  <a:pt x="17295" y="807"/>
                </a:lnTo>
                <a:lnTo>
                  <a:pt x="16245" y="585"/>
                </a:lnTo>
                <a:lnTo>
                  <a:pt x="15236" y="404"/>
                </a:lnTo>
                <a:lnTo>
                  <a:pt x="14268" y="263"/>
                </a:lnTo>
                <a:lnTo>
                  <a:pt x="13299" y="162"/>
                </a:lnTo>
                <a:lnTo>
                  <a:pt x="12128" y="61"/>
                </a:lnTo>
                <a:lnTo>
                  <a:pt x="10978" y="0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41" name="Google Shape;1041;p14"/>
          <p:cNvSpPr/>
          <p:nvPr/>
        </p:nvSpPr>
        <p:spPr>
          <a:xfrm rot="10800000">
            <a:off x="6680524" y="109922"/>
            <a:ext cx="1884195" cy="733450"/>
          </a:xfrm>
          <a:custGeom>
            <a:rect b="b" l="l" r="r" t="t"/>
            <a:pathLst>
              <a:path extrusionOk="0" h="13119" w="33702">
                <a:moveTo>
                  <a:pt x="8436" y="82"/>
                </a:moveTo>
                <a:lnTo>
                  <a:pt x="9041" y="102"/>
                </a:lnTo>
                <a:lnTo>
                  <a:pt x="9667" y="142"/>
                </a:lnTo>
                <a:lnTo>
                  <a:pt x="10312" y="183"/>
                </a:lnTo>
                <a:lnTo>
                  <a:pt x="10978" y="263"/>
                </a:lnTo>
                <a:lnTo>
                  <a:pt x="12532" y="465"/>
                </a:lnTo>
                <a:lnTo>
                  <a:pt x="14005" y="707"/>
                </a:lnTo>
                <a:lnTo>
                  <a:pt x="15398" y="949"/>
                </a:lnTo>
                <a:lnTo>
                  <a:pt x="16689" y="1192"/>
                </a:lnTo>
                <a:lnTo>
                  <a:pt x="17900" y="1454"/>
                </a:lnTo>
                <a:lnTo>
                  <a:pt x="19030" y="1716"/>
                </a:lnTo>
                <a:lnTo>
                  <a:pt x="20080" y="1979"/>
                </a:lnTo>
                <a:lnTo>
                  <a:pt x="21048" y="2241"/>
                </a:lnTo>
                <a:lnTo>
                  <a:pt x="21956" y="2523"/>
                </a:lnTo>
                <a:lnTo>
                  <a:pt x="22804" y="2786"/>
                </a:lnTo>
                <a:lnTo>
                  <a:pt x="23571" y="3068"/>
                </a:lnTo>
                <a:lnTo>
                  <a:pt x="24277" y="3331"/>
                </a:lnTo>
                <a:lnTo>
                  <a:pt x="24943" y="3593"/>
                </a:lnTo>
                <a:lnTo>
                  <a:pt x="25548" y="3835"/>
                </a:lnTo>
                <a:lnTo>
                  <a:pt x="26598" y="4320"/>
                </a:lnTo>
                <a:lnTo>
                  <a:pt x="27607" y="4824"/>
                </a:lnTo>
                <a:lnTo>
                  <a:pt x="28071" y="5066"/>
                </a:lnTo>
                <a:lnTo>
                  <a:pt x="28535" y="5329"/>
                </a:lnTo>
                <a:lnTo>
                  <a:pt x="28999" y="5611"/>
                </a:lnTo>
                <a:lnTo>
                  <a:pt x="29423" y="5894"/>
                </a:lnTo>
                <a:lnTo>
                  <a:pt x="29847" y="6176"/>
                </a:lnTo>
                <a:lnTo>
                  <a:pt x="30271" y="6459"/>
                </a:lnTo>
                <a:lnTo>
                  <a:pt x="30654" y="6761"/>
                </a:lnTo>
                <a:lnTo>
                  <a:pt x="31058" y="7064"/>
                </a:lnTo>
                <a:lnTo>
                  <a:pt x="31421" y="7367"/>
                </a:lnTo>
                <a:lnTo>
                  <a:pt x="31784" y="7690"/>
                </a:lnTo>
                <a:lnTo>
                  <a:pt x="32127" y="8012"/>
                </a:lnTo>
                <a:lnTo>
                  <a:pt x="32450" y="8335"/>
                </a:lnTo>
                <a:lnTo>
                  <a:pt x="32773" y="8678"/>
                </a:lnTo>
                <a:lnTo>
                  <a:pt x="33076" y="9021"/>
                </a:lnTo>
                <a:lnTo>
                  <a:pt x="33237" y="9223"/>
                </a:lnTo>
                <a:lnTo>
                  <a:pt x="33378" y="9425"/>
                </a:lnTo>
                <a:lnTo>
                  <a:pt x="33520" y="9667"/>
                </a:lnTo>
                <a:lnTo>
                  <a:pt x="33560" y="9788"/>
                </a:lnTo>
                <a:lnTo>
                  <a:pt x="33600" y="9909"/>
                </a:lnTo>
                <a:lnTo>
                  <a:pt x="33620" y="10030"/>
                </a:lnTo>
                <a:lnTo>
                  <a:pt x="33620" y="10172"/>
                </a:lnTo>
                <a:lnTo>
                  <a:pt x="33600" y="10293"/>
                </a:lnTo>
                <a:lnTo>
                  <a:pt x="33580" y="10414"/>
                </a:lnTo>
                <a:lnTo>
                  <a:pt x="33520" y="10535"/>
                </a:lnTo>
                <a:lnTo>
                  <a:pt x="33459" y="10636"/>
                </a:lnTo>
                <a:lnTo>
                  <a:pt x="33378" y="10737"/>
                </a:lnTo>
                <a:lnTo>
                  <a:pt x="33257" y="10797"/>
                </a:lnTo>
                <a:lnTo>
                  <a:pt x="33176" y="10838"/>
                </a:lnTo>
                <a:lnTo>
                  <a:pt x="33096" y="10858"/>
                </a:lnTo>
                <a:lnTo>
                  <a:pt x="32894" y="10878"/>
                </a:lnTo>
                <a:lnTo>
                  <a:pt x="32692" y="10858"/>
                </a:lnTo>
                <a:lnTo>
                  <a:pt x="32470" y="10817"/>
                </a:lnTo>
                <a:lnTo>
                  <a:pt x="29019" y="10152"/>
                </a:lnTo>
                <a:lnTo>
                  <a:pt x="26840" y="9748"/>
                </a:lnTo>
                <a:lnTo>
                  <a:pt x="25750" y="9566"/>
                </a:lnTo>
                <a:lnTo>
                  <a:pt x="24640" y="9385"/>
                </a:lnTo>
                <a:lnTo>
                  <a:pt x="23551" y="9223"/>
                </a:lnTo>
                <a:lnTo>
                  <a:pt x="22420" y="9102"/>
                </a:lnTo>
                <a:lnTo>
                  <a:pt x="21311" y="9021"/>
                </a:lnTo>
                <a:lnTo>
                  <a:pt x="20201" y="8981"/>
                </a:lnTo>
                <a:lnTo>
                  <a:pt x="19071" y="8961"/>
                </a:lnTo>
                <a:lnTo>
                  <a:pt x="17941" y="9021"/>
                </a:lnTo>
                <a:lnTo>
                  <a:pt x="16831" y="9102"/>
                </a:lnTo>
                <a:lnTo>
                  <a:pt x="15721" y="9223"/>
                </a:lnTo>
                <a:lnTo>
                  <a:pt x="14591" y="9385"/>
                </a:lnTo>
                <a:lnTo>
                  <a:pt x="13501" y="9566"/>
                </a:lnTo>
                <a:lnTo>
                  <a:pt x="12391" y="9788"/>
                </a:lnTo>
                <a:lnTo>
                  <a:pt x="11281" y="10051"/>
                </a:lnTo>
                <a:lnTo>
                  <a:pt x="10191" y="10313"/>
                </a:lnTo>
                <a:lnTo>
                  <a:pt x="9081" y="10596"/>
                </a:lnTo>
                <a:lnTo>
                  <a:pt x="7992" y="10918"/>
                </a:lnTo>
                <a:lnTo>
                  <a:pt x="6922" y="11241"/>
                </a:lnTo>
                <a:lnTo>
                  <a:pt x="4763" y="11907"/>
                </a:lnTo>
                <a:lnTo>
                  <a:pt x="2604" y="12593"/>
                </a:lnTo>
                <a:lnTo>
                  <a:pt x="1595" y="12936"/>
                </a:lnTo>
                <a:lnTo>
                  <a:pt x="1433" y="12977"/>
                </a:lnTo>
                <a:lnTo>
                  <a:pt x="1231" y="13017"/>
                </a:lnTo>
                <a:lnTo>
                  <a:pt x="1050" y="13037"/>
                </a:lnTo>
                <a:lnTo>
                  <a:pt x="949" y="13037"/>
                </a:lnTo>
                <a:lnTo>
                  <a:pt x="868" y="13017"/>
                </a:lnTo>
                <a:lnTo>
                  <a:pt x="767" y="12997"/>
                </a:lnTo>
                <a:lnTo>
                  <a:pt x="687" y="12957"/>
                </a:lnTo>
                <a:lnTo>
                  <a:pt x="606" y="12896"/>
                </a:lnTo>
                <a:lnTo>
                  <a:pt x="525" y="12835"/>
                </a:lnTo>
                <a:lnTo>
                  <a:pt x="404" y="12674"/>
                </a:lnTo>
                <a:lnTo>
                  <a:pt x="323" y="12492"/>
                </a:lnTo>
                <a:lnTo>
                  <a:pt x="243" y="12291"/>
                </a:lnTo>
                <a:lnTo>
                  <a:pt x="202" y="12089"/>
                </a:lnTo>
                <a:lnTo>
                  <a:pt x="162" y="11867"/>
                </a:lnTo>
                <a:lnTo>
                  <a:pt x="142" y="11665"/>
                </a:lnTo>
                <a:lnTo>
                  <a:pt x="101" y="10838"/>
                </a:lnTo>
                <a:lnTo>
                  <a:pt x="81" y="9990"/>
                </a:lnTo>
                <a:lnTo>
                  <a:pt x="101" y="9163"/>
                </a:lnTo>
                <a:lnTo>
                  <a:pt x="142" y="8315"/>
                </a:lnTo>
                <a:lnTo>
                  <a:pt x="202" y="7488"/>
                </a:lnTo>
                <a:lnTo>
                  <a:pt x="283" y="6660"/>
                </a:lnTo>
                <a:lnTo>
                  <a:pt x="404" y="5833"/>
                </a:lnTo>
                <a:lnTo>
                  <a:pt x="545" y="5006"/>
                </a:lnTo>
                <a:lnTo>
                  <a:pt x="666" y="4441"/>
                </a:lnTo>
                <a:lnTo>
                  <a:pt x="808" y="3896"/>
                </a:lnTo>
                <a:lnTo>
                  <a:pt x="909" y="3654"/>
                </a:lnTo>
                <a:lnTo>
                  <a:pt x="989" y="3411"/>
                </a:lnTo>
                <a:lnTo>
                  <a:pt x="1110" y="3189"/>
                </a:lnTo>
                <a:lnTo>
                  <a:pt x="1231" y="2967"/>
                </a:lnTo>
                <a:lnTo>
                  <a:pt x="1413" y="2685"/>
                </a:lnTo>
                <a:lnTo>
                  <a:pt x="1635" y="2402"/>
                </a:lnTo>
                <a:lnTo>
                  <a:pt x="1877" y="2140"/>
                </a:lnTo>
                <a:lnTo>
                  <a:pt x="2160" y="1898"/>
                </a:lnTo>
                <a:lnTo>
                  <a:pt x="2462" y="1656"/>
                </a:lnTo>
                <a:lnTo>
                  <a:pt x="2805" y="1434"/>
                </a:lnTo>
                <a:lnTo>
                  <a:pt x="3189" y="1232"/>
                </a:lnTo>
                <a:lnTo>
                  <a:pt x="3572" y="1030"/>
                </a:lnTo>
                <a:lnTo>
                  <a:pt x="4117" y="808"/>
                </a:lnTo>
                <a:lnTo>
                  <a:pt x="4662" y="627"/>
                </a:lnTo>
                <a:lnTo>
                  <a:pt x="5227" y="465"/>
                </a:lnTo>
                <a:lnTo>
                  <a:pt x="5832" y="324"/>
                </a:lnTo>
                <a:lnTo>
                  <a:pt x="6438" y="223"/>
                </a:lnTo>
                <a:lnTo>
                  <a:pt x="7084" y="142"/>
                </a:lnTo>
                <a:lnTo>
                  <a:pt x="7750" y="102"/>
                </a:lnTo>
                <a:lnTo>
                  <a:pt x="8436" y="82"/>
                </a:lnTo>
                <a:close/>
                <a:moveTo>
                  <a:pt x="8335" y="1"/>
                </a:moveTo>
                <a:lnTo>
                  <a:pt x="7830" y="21"/>
                </a:lnTo>
                <a:lnTo>
                  <a:pt x="7346" y="41"/>
                </a:lnTo>
                <a:lnTo>
                  <a:pt x="6882" y="82"/>
                </a:lnTo>
                <a:lnTo>
                  <a:pt x="6438" y="142"/>
                </a:lnTo>
                <a:lnTo>
                  <a:pt x="5974" y="223"/>
                </a:lnTo>
                <a:lnTo>
                  <a:pt x="5550" y="304"/>
                </a:lnTo>
                <a:lnTo>
                  <a:pt x="5126" y="405"/>
                </a:lnTo>
                <a:lnTo>
                  <a:pt x="4723" y="526"/>
                </a:lnTo>
                <a:lnTo>
                  <a:pt x="4319" y="647"/>
                </a:lnTo>
                <a:lnTo>
                  <a:pt x="3915" y="808"/>
                </a:lnTo>
                <a:lnTo>
                  <a:pt x="3552" y="970"/>
                </a:lnTo>
                <a:lnTo>
                  <a:pt x="3149" y="1151"/>
                </a:lnTo>
                <a:lnTo>
                  <a:pt x="2765" y="1373"/>
                </a:lnTo>
                <a:lnTo>
                  <a:pt x="2422" y="1595"/>
                </a:lnTo>
                <a:lnTo>
                  <a:pt x="2099" y="1837"/>
                </a:lnTo>
                <a:lnTo>
                  <a:pt x="1817" y="2080"/>
                </a:lnTo>
                <a:lnTo>
                  <a:pt x="1575" y="2362"/>
                </a:lnTo>
                <a:lnTo>
                  <a:pt x="1353" y="2624"/>
                </a:lnTo>
                <a:lnTo>
                  <a:pt x="1151" y="2927"/>
                </a:lnTo>
                <a:lnTo>
                  <a:pt x="1030" y="3169"/>
                </a:lnTo>
                <a:lnTo>
                  <a:pt x="909" y="3432"/>
                </a:lnTo>
                <a:lnTo>
                  <a:pt x="808" y="3694"/>
                </a:lnTo>
                <a:lnTo>
                  <a:pt x="707" y="3956"/>
                </a:lnTo>
                <a:lnTo>
                  <a:pt x="586" y="4481"/>
                </a:lnTo>
                <a:lnTo>
                  <a:pt x="465" y="4985"/>
                </a:lnTo>
                <a:lnTo>
                  <a:pt x="323" y="5813"/>
                </a:lnTo>
                <a:lnTo>
                  <a:pt x="222" y="6660"/>
                </a:lnTo>
                <a:lnTo>
                  <a:pt x="122" y="7488"/>
                </a:lnTo>
                <a:lnTo>
                  <a:pt x="61" y="8315"/>
                </a:lnTo>
                <a:lnTo>
                  <a:pt x="21" y="9163"/>
                </a:lnTo>
                <a:lnTo>
                  <a:pt x="0" y="9990"/>
                </a:lnTo>
                <a:lnTo>
                  <a:pt x="21" y="10838"/>
                </a:lnTo>
                <a:lnTo>
                  <a:pt x="61" y="11665"/>
                </a:lnTo>
                <a:lnTo>
                  <a:pt x="101" y="11968"/>
                </a:lnTo>
                <a:lnTo>
                  <a:pt x="142" y="12230"/>
                </a:lnTo>
                <a:lnTo>
                  <a:pt x="222" y="12452"/>
                </a:lnTo>
                <a:lnTo>
                  <a:pt x="303" y="12654"/>
                </a:lnTo>
                <a:lnTo>
                  <a:pt x="404" y="12815"/>
                </a:lnTo>
                <a:lnTo>
                  <a:pt x="545" y="12936"/>
                </a:lnTo>
                <a:lnTo>
                  <a:pt x="687" y="13037"/>
                </a:lnTo>
                <a:lnTo>
                  <a:pt x="848" y="13098"/>
                </a:lnTo>
                <a:lnTo>
                  <a:pt x="949" y="13118"/>
                </a:lnTo>
                <a:lnTo>
                  <a:pt x="1191" y="13118"/>
                </a:lnTo>
                <a:lnTo>
                  <a:pt x="1353" y="13078"/>
                </a:lnTo>
                <a:lnTo>
                  <a:pt x="1615" y="12997"/>
                </a:lnTo>
                <a:lnTo>
                  <a:pt x="2644" y="12674"/>
                </a:lnTo>
                <a:lnTo>
                  <a:pt x="4783" y="11988"/>
                </a:lnTo>
                <a:lnTo>
                  <a:pt x="6942" y="11302"/>
                </a:lnTo>
                <a:lnTo>
                  <a:pt x="8012" y="10999"/>
                </a:lnTo>
                <a:lnTo>
                  <a:pt x="9102" y="10676"/>
                </a:lnTo>
                <a:lnTo>
                  <a:pt x="10191" y="10394"/>
                </a:lnTo>
                <a:lnTo>
                  <a:pt x="11301" y="10131"/>
                </a:lnTo>
                <a:lnTo>
                  <a:pt x="12391" y="9869"/>
                </a:lnTo>
                <a:lnTo>
                  <a:pt x="13501" y="9647"/>
                </a:lnTo>
                <a:lnTo>
                  <a:pt x="14611" y="9465"/>
                </a:lnTo>
                <a:lnTo>
                  <a:pt x="15721" y="9304"/>
                </a:lnTo>
                <a:lnTo>
                  <a:pt x="16831" y="9183"/>
                </a:lnTo>
                <a:lnTo>
                  <a:pt x="17961" y="9102"/>
                </a:lnTo>
                <a:lnTo>
                  <a:pt x="19071" y="9042"/>
                </a:lnTo>
                <a:lnTo>
                  <a:pt x="20201" y="9062"/>
                </a:lnTo>
                <a:lnTo>
                  <a:pt x="21311" y="9102"/>
                </a:lnTo>
                <a:lnTo>
                  <a:pt x="22420" y="9183"/>
                </a:lnTo>
                <a:lnTo>
                  <a:pt x="23530" y="9304"/>
                </a:lnTo>
                <a:lnTo>
                  <a:pt x="24640" y="9465"/>
                </a:lnTo>
                <a:lnTo>
                  <a:pt x="25750" y="9647"/>
                </a:lnTo>
                <a:lnTo>
                  <a:pt x="26840" y="9829"/>
                </a:lnTo>
                <a:lnTo>
                  <a:pt x="28999" y="10232"/>
                </a:lnTo>
                <a:lnTo>
                  <a:pt x="32470" y="10898"/>
                </a:lnTo>
                <a:lnTo>
                  <a:pt x="32692" y="10939"/>
                </a:lnTo>
                <a:lnTo>
                  <a:pt x="32894" y="10959"/>
                </a:lnTo>
                <a:lnTo>
                  <a:pt x="33116" y="10939"/>
                </a:lnTo>
                <a:lnTo>
                  <a:pt x="33197" y="10918"/>
                </a:lnTo>
                <a:lnTo>
                  <a:pt x="33298" y="10878"/>
                </a:lnTo>
                <a:lnTo>
                  <a:pt x="33419" y="10797"/>
                </a:lnTo>
                <a:lnTo>
                  <a:pt x="33520" y="10696"/>
                </a:lnTo>
                <a:lnTo>
                  <a:pt x="33600" y="10575"/>
                </a:lnTo>
                <a:lnTo>
                  <a:pt x="33661" y="10454"/>
                </a:lnTo>
                <a:lnTo>
                  <a:pt x="33681" y="10313"/>
                </a:lnTo>
                <a:lnTo>
                  <a:pt x="33701" y="10172"/>
                </a:lnTo>
                <a:lnTo>
                  <a:pt x="33701" y="10030"/>
                </a:lnTo>
                <a:lnTo>
                  <a:pt x="33681" y="9889"/>
                </a:lnTo>
                <a:lnTo>
                  <a:pt x="33641" y="9768"/>
                </a:lnTo>
                <a:lnTo>
                  <a:pt x="33600" y="9627"/>
                </a:lnTo>
                <a:lnTo>
                  <a:pt x="33459" y="9385"/>
                </a:lnTo>
                <a:lnTo>
                  <a:pt x="33298" y="9163"/>
                </a:lnTo>
                <a:lnTo>
                  <a:pt x="33136" y="8961"/>
                </a:lnTo>
                <a:lnTo>
                  <a:pt x="32833" y="8618"/>
                </a:lnTo>
                <a:lnTo>
                  <a:pt x="32511" y="8275"/>
                </a:lnTo>
                <a:lnTo>
                  <a:pt x="32188" y="7952"/>
                </a:lnTo>
                <a:lnTo>
                  <a:pt x="31824" y="7629"/>
                </a:lnTo>
                <a:lnTo>
                  <a:pt x="31481" y="7306"/>
                </a:lnTo>
                <a:lnTo>
                  <a:pt x="31098" y="7003"/>
                </a:lnTo>
                <a:lnTo>
                  <a:pt x="30714" y="6701"/>
                </a:lnTo>
                <a:lnTo>
                  <a:pt x="30311" y="6398"/>
                </a:lnTo>
                <a:lnTo>
                  <a:pt x="29907" y="6095"/>
                </a:lnTo>
                <a:lnTo>
                  <a:pt x="29483" y="5813"/>
                </a:lnTo>
                <a:lnTo>
                  <a:pt x="29040" y="5530"/>
                </a:lnTo>
                <a:lnTo>
                  <a:pt x="28575" y="5268"/>
                </a:lnTo>
                <a:lnTo>
                  <a:pt x="28111" y="5006"/>
                </a:lnTo>
                <a:lnTo>
                  <a:pt x="27627" y="4743"/>
                </a:lnTo>
                <a:lnTo>
                  <a:pt x="26638" y="4259"/>
                </a:lnTo>
                <a:lnTo>
                  <a:pt x="25569" y="3775"/>
                </a:lnTo>
                <a:lnTo>
                  <a:pt x="24963" y="3512"/>
                </a:lnTo>
                <a:lnTo>
                  <a:pt x="24317" y="3250"/>
                </a:lnTo>
                <a:lnTo>
                  <a:pt x="23591" y="2988"/>
                </a:lnTo>
                <a:lnTo>
                  <a:pt x="22824" y="2725"/>
                </a:lnTo>
                <a:lnTo>
                  <a:pt x="21977" y="2443"/>
                </a:lnTo>
                <a:lnTo>
                  <a:pt x="21068" y="2180"/>
                </a:lnTo>
                <a:lnTo>
                  <a:pt x="20100" y="1898"/>
                </a:lnTo>
                <a:lnTo>
                  <a:pt x="19050" y="1636"/>
                </a:lnTo>
                <a:lnTo>
                  <a:pt x="17920" y="1373"/>
                </a:lnTo>
                <a:lnTo>
                  <a:pt x="16710" y="1111"/>
                </a:lnTo>
                <a:lnTo>
                  <a:pt x="15398" y="869"/>
                </a:lnTo>
                <a:lnTo>
                  <a:pt x="14026" y="627"/>
                </a:lnTo>
                <a:lnTo>
                  <a:pt x="12552" y="405"/>
                </a:lnTo>
                <a:lnTo>
                  <a:pt x="10978" y="183"/>
                </a:lnTo>
                <a:lnTo>
                  <a:pt x="10413" y="122"/>
                </a:lnTo>
                <a:lnTo>
                  <a:pt x="9889" y="62"/>
                </a:lnTo>
                <a:lnTo>
                  <a:pt x="9344" y="41"/>
                </a:lnTo>
                <a:lnTo>
                  <a:pt x="8839" y="21"/>
                </a:lnTo>
                <a:lnTo>
                  <a:pt x="8335" y="1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42" name="Google Shape;1042;p14"/>
          <p:cNvSpPr/>
          <p:nvPr/>
        </p:nvSpPr>
        <p:spPr>
          <a:xfrm flipH="1">
            <a:off x="587959" y="3928804"/>
            <a:ext cx="1596439" cy="1802961"/>
          </a:xfrm>
          <a:custGeom>
            <a:rect b="b" l="l" r="r" t="t"/>
            <a:pathLst>
              <a:path extrusionOk="0" h="32249" w="28555">
                <a:moveTo>
                  <a:pt x="20483" y="82"/>
                </a:moveTo>
                <a:lnTo>
                  <a:pt x="20947" y="102"/>
                </a:lnTo>
                <a:lnTo>
                  <a:pt x="21411" y="122"/>
                </a:lnTo>
                <a:lnTo>
                  <a:pt x="21875" y="203"/>
                </a:lnTo>
                <a:lnTo>
                  <a:pt x="22319" y="283"/>
                </a:lnTo>
                <a:lnTo>
                  <a:pt x="22763" y="404"/>
                </a:lnTo>
                <a:lnTo>
                  <a:pt x="23187" y="566"/>
                </a:lnTo>
                <a:lnTo>
                  <a:pt x="23611" y="748"/>
                </a:lnTo>
                <a:lnTo>
                  <a:pt x="23994" y="949"/>
                </a:lnTo>
                <a:lnTo>
                  <a:pt x="24378" y="1191"/>
                </a:lnTo>
                <a:lnTo>
                  <a:pt x="24741" y="1454"/>
                </a:lnTo>
                <a:lnTo>
                  <a:pt x="25124" y="1777"/>
                </a:lnTo>
                <a:lnTo>
                  <a:pt x="25487" y="2140"/>
                </a:lnTo>
                <a:lnTo>
                  <a:pt x="25851" y="2564"/>
                </a:lnTo>
                <a:lnTo>
                  <a:pt x="26174" y="3008"/>
                </a:lnTo>
                <a:lnTo>
                  <a:pt x="26496" y="3492"/>
                </a:lnTo>
                <a:lnTo>
                  <a:pt x="26779" y="4017"/>
                </a:lnTo>
                <a:lnTo>
                  <a:pt x="27062" y="4582"/>
                </a:lnTo>
                <a:lnTo>
                  <a:pt x="27324" y="5187"/>
                </a:lnTo>
                <a:lnTo>
                  <a:pt x="27546" y="5772"/>
                </a:lnTo>
                <a:lnTo>
                  <a:pt x="27748" y="6358"/>
                </a:lnTo>
                <a:lnTo>
                  <a:pt x="27909" y="6943"/>
                </a:lnTo>
                <a:lnTo>
                  <a:pt x="28071" y="7548"/>
                </a:lnTo>
                <a:lnTo>
                  <a:pt x="28192" y="8154"/>
                </a:lnTo>
                <a:lnTo>
                  <a:pt x="28293" y="8739"/>
                </a:lnTo>
                <a:lnTo>
                  <a:pt x="28373" y="9344"/>
                </a:lnTo>
                <a:lnTo>
                  <a:pt x="28434" y="9950"/>
                </a:lnTo>
                <a:lnTo>
                  <a:pt x="28474" y="10555"/>
                </a:lnTo>
                <a:lnTo>
                  <a:pt x="28474" y="11160"/>
                </a:lnTo>
                <a:lnTo>
                  <a:pt x="28474" y="11766"/>
                </a:lnTo>
                <a:lnTo>
                  <a:pt x="28434" y="12371"/>
                </a:lnTo>
                <a:lnTo>
                  <a:pt x="28373" y="12977"/>
                </a:lnTo>
                <a:lnTo>
                  <a:pt x="28272" y="13562"/>
                </a:lnTo>
                <a:lnTo>
                  <a:pt x="28171" y="14167"/>
                </a:lnTo>
                <a:lnTo>
                  <a:pt x="28030" y="14732"/>
                </a:lnTo>
                <a:lnTo>
                  <a:pt x="27869" y="15338"/>
                </a:lnTo>
                <a:lnTo>
                  <a:pt x="27667" y="15923"/>
                </a:lnTo>
                <a:lnTo>
                  <a:pt x="27465" y="16488"/>
                </a:lnTo>
                <a:lnTo>
                  <a:pt x="27223" y="17053"/>
                </a:lnTo>
                <a:lnTo>
                  <a:pt x="26961" y="17618"/>
                </a:lnTo>
                <a:lnTo>
                  <a:pt x="26678" y="18143"/>
                </a:lnTo>
                <a:lnTo>
                  <a:pt x="26355" y="18667"/>
                </a:lnTo>
                <a:lnTo>
                  <a:pt x="26032" y="19192"/>
                </a:lnTo>
                <a:lnTo>
                  <a:pt x="25669" y="19676"/>
                </a:lnTo>
                <a:lnTo>
                  <a:pt x="25306" y="20161"/>
                </a:lnTo>
                <a:lnTo>
                  <a:pt x="24922" y="20625"/>
                </a:lnTo>
                <a:lnTo>
                  <a:pt x="24499" y="21069"/>
                </a:lnTo>
                <a:lnTo>
                  <a:pt x="24075" y="21493"/>
                </a:lnTo>
                <a:lnTo>
                  <a:pt x="23631" y="21896"/>
                </a:lnTo>
                <a:lnTo>
                  <a:pt x="23167" y="22280"/>
                </a:lnTo>
                <a:lnTo>
                  <a:pt x="22703" y="22643"/>
                </a:lnTo>
                <a:lnTo>
                  <a:pt x="22238" y="22946"/>
                </a:lnTo>
                <a:lnTo>
                  <a:pt x="21795" y="23228"/>
                </a:lnTo>
                <a:lnTo>
                  <a:pt x="21310" y="23511"/>
                </a:lnTo>
                <a:lnTo>
                  <a:pt x="20846" y="23773"/>
                </a:lnTo>
                <a:lnTo>
                  <a:pt x="19877" y="24277"/>
                </a:lnTo>
                <a:lnTo>
                  <a:pt x="18909" y="24742"/>
                </a:lnTo>
                <a:lnTo>
                  <a:pt x="17940" y="25226"/>
                </a:lnTo>
                <a:lnTo>
                  <a:pt x="16951" y="25751"/>
                </a:lnTo>
                <a:lnTo>
                  <a:pt x="16467" y="26013"/>
                </a:lnTo>
                <a:lnTo>
                  <a:pt x="15983" y="26296"/>
                </a:lnTo>
                <a:lnTo>
                  <a:pt x="15519" y="26598"/>
                </a:lnTo>
                <a:lnTo>
                  <a:pt x="15075" y="26901"/>
                </a:lnTo>
                <a:lnTo>
                  <a:pt x="14510" y="27325"/>
                </a:lnTo>
                <a:lnTo>
                  <a:pt x="13965" y="27789"/>
                </a:lnTo>
                <a:lnTo>
                  <a:pt x="13420" y="28253"/>
                </a:lnTo>
                <a:lnTo>
                  <a:pt x="12895" y="28717"/>
                </a:lnTo>
                <a:lnTo>
                  <a:pt x="12148" y="29383"/>
                </a:lnTo>
                <a:lnTo>
                  <a:pt x="11402" y="30029"/>
                </a:lnTo>
                <a:lnTo>
                  <a:pt x="10998" y="30332"/>
                </a:lnTo>
                <a:lnTo>
                  <a:pt x="10595" y="30614"/>
                </a:lnTo>
                <a:lnTo>
                  <a:pt x="10171" y="30897"/>
                </a:lnTo>
                <a:lnTo>
                  <a:pt x="9747" y="31159"/>
                </a:lnTo>
                <a:lnTo>
                  <a:pt x="9303" y="31381"/>
                </a:lnTo>
                <a:lnTo>
                  <a:pt x="8839" y="31583"/>
                </a:lnTo>
                <a:lnTo>
                  <a:pt x="8375" y="31764"/>
                </a:lnTo>
                <a:lnTo>
                  <a:pt x="7890" y="31906"/>
                </a:lnTo>
                <a:lnTo>
                  <a:pt x="7406" y="32027"/>
                </a:lnTo>
                <a:lnTo>
                  <a:pt x="6922" y="32107"/>
                </a:lnTo>
                <a:lnTo>
                  <a:pt x="6417" y="32148"/>
                </a:lnTo>
                <a:lnTo>
                  <a:pt x="5933" y="32168"/>
                </a:lnTo>
                <a:lnTo>
                  <a:pt x="5893" y="32168"/>
                </a:lnTo>
                <a:lnTo>
                  <a:pt x="5368" y="32148"/>
                </a:lnTo>
                <a:lnTo>
                  <a:pt x="4843" y="32087"/>
                </a:lnTo>
                <a:lnTo>
                  <a:pt x="4359" y="31986"/>
                </a:lnTo>
                <a:lnTo>
                  <a:pt x="3875" y="31845"/>
                </a:lnTo>
                <a:lnTo>
                  <a:pt x="3431" y="31684"/>
                </a:lnTo>
                <a:lnTo>
                  <a:pt x="2987" y="31462"/>
                </a:lnTo>
                <a:lnTo>
                  <a:pt x="2583" y="31219"/>
                </a:lnTo>
                <a:lnTo>
                  <a:pt x="2200" y="30957"/>
                </a:lnTo>
                <a:lnTo>
                  <a:pt x="1998" y="30775"/>
                </a:lnTo>
                <a:lnTo>
                  <a:pt x="1816" y="30614"/>
                </a:lnTo>
                <a:lnTo>
                  <a:pt x="1635" y="30412"/>
                </a:lnTo>
                <a:lnTo>
                  <a:pt x="1453" y="30231"/>
                </a:lnTo>
                <a:lnTo>
                  <a:pt x="1292" y="30029"/>
                </a:lnTo>
                <a:lnTo>
                  <a:pt x="1150" y="29807"/>
                </a:lnTo>
                <a:lnTo>
                  <a:pt x="1009" y="29585"/>
                </a:lnTo>
                <a:lnTo>
                  <a:pt x="868" y="29363"/>
                </a:lnTo>
                <a:lnTo>
                  <a:pt x="747" y="29121"/>
                </a:lnTo>
                <a:lnTo>
                  <a:pt x="626" y="28879"/>
                </a:lnTo>
                <a:lnTo>
                  <a:pt x="525" y="28616"/>
                </a:lnTo>
                <a:lnTo>
                  <a:pt x="424" y="28354"/>
                </a:lnTo>
                <a:lnTo>
                  <a:pt x="343" y="28092"/>
                </a:lnTo>
                <a:lnTo>
                  <a:pt x="283" y="27829"/>
                </a:lnTo>
                <a:lnTo>
                  <a:pt x="222" y="27547"/>
                </a:lnTo>
                <a:lnTo>
                  <a:pt x="162" y="27264"/>
                </a:lnTo>
                <a:lnTo>
                  <a:pt x="101" y="26719"/>
                </a:lnTo>
                <a:lnTo>
                  <a:pt x="81" y="26154"/>
                </a:lnTo>
                <a:lnTo>
                  <a:pt x="121" y="25609"/>
                </a:lnTo>
                <a:lnTo>
                  <a:pt x="182" y="25065"/>
                </a:lnTo>
                <a:lnTo>
                  <a:pt x="283" y="24520"/>
                </a:lnTo>
                <a:lnTo>
                  <a:pt x="444" y="23995"/>
                </a:lnTo>
                <a:lnTo>
                  <a:pt x="626" y="23490"/>
                </a:lnTo>
                <a:lnTo>
                  <a:pt x="868" y="23006"/>
                </a:lnTo>
                <a:lnTo>
                  <a:pt x="1029" y="22724"/>
                </a:lnTo>
                <a:lnTo>
                  <a:pt x="1191" y="22441"/>
                </a:lnTo>
                <a:lnTo>
                  <a:pt x="1372" y="22179"/>
                </a:lnTo>
                <a:lnTo>
                  <a:pt x="1574" y="21916"/>
                </a:lnTo>
                <a:lnTo>
                  <a:pt x="1776" y="21654"/>
                </a:lnTo>
                <a:lnTo>
                  <a:pt x="1998" y="21392"/>
                </a:lnTo>
                <a:lnTo>
                  <a:pt x="2240" y="21129"/>
                </a:lnTo>
                <a:lnTo>
                  <a:pt x="2482" y="20867"/>
                </a:lnTo>
                <a:lnTo>
                  <a:pt x="3027" y="20383"/>
                </a:lnTo>
                <a:lnTo>
                  <a:pt x="3612" y="19898"/>
                </a:lnTo>
                <a:lnTo>
                  <a:pt x="4258" y="19414"/>
                </a:lnTo>
                <a:lnTo>
                  <a:pt x="4964" y="18970"/>
                </a:lnTo>
                <a:lnTo>
                  <a:pt x="5691" y="18526"/>
                </a:lnTo>
                <a:lnTo>
                  <a:pt x="6438" y="18102"/>
                </a:lnTo>
                <a:lnTo>
                  <a:pt x="7951" y="17336"/>
                </a:lnTo>
                <a:lnTo>
                  <a:pt x="9021" y="16771"/>
                </a:lnTo>
                <a:lnTo>
                  <a:pt x="10110" y="16185"/>
                </a:lnTo>
                <a:lnTo>
                  <a:pt x="10433" y="15983"/>
                </a:lnTo>
                <a:lnTo>
                  <a:pt x="10716" y="15802"/>
                </a:lnTo>
                <a:lnTo>
                  <a:pt x="10978" y="15600"/>
                </a:lnTo>
                <a:lnTo>
                  <a:pt x="11220" y="15398"/>
                </a:lnTo>
                <a:lnTo>
                  <a:pt x="11442" y="15196"/>
                </a:lnTo>
                <a:lnTo>
                  <a:pt x="11644" y="14974"/>
                </a:lnTo>
                <a:lnTo>
                  <a:pt x="11805" y="14752"/>
                </a:lnTo>
                <a:lnTo>
                  <a:pt x="11967" y="14510"/>
                </a:lnTo>
                <a:lnTo>
                  <a:pt x="12088" y="14268"/>
                </a:lnTo>
                <a:lnTo>
                  <a:pt x="12189" y="13986"/>
                </a:lnTo>
                <a:lnTo>
                  <a:pt x="12290" y="13723"/>
                </a:lnTo>
                <a:lnTo>
                  <a:pt x="12350" y="13421"/>
                </a:lnTo>
                <a:lnTo>
                  <a:pt x="12411" y="13098"/>
                </a:lnTo>
                <a:lnTo>
                  <a:pt x="12451" y="12755"/>
                </a:lnTo>
                <a:lnTo>
                  <a:pt x="12471" y="12391"/>
                </a:lnTo>
                <a:lnTo>
                  <a:pt x="12471" y="12008"/>
                </a:lnTo>
                <a:lnTo>
                  <a:pt x="12492" y="11302"/>
                </a:lnTo>
                <a:lnTo>
                  <a:pt x="12512" y="10616"/>
                </a:lnTo>
                <a:lnTo>
                  <a:pt x="12532" y="9950"/>
                </a:lnTo>
                <a:lnTo>
                  <a:pt x="12592" y="9324"/>
                </a:lnTo>
                <a:lnTo>
                  <a:pt x="12653" y="8698"/>
                </a:lnTo>
                <a:lnTo>
                  <a:pt x="12714" y="8113"/>
                </a:lnTo>
                <a:lnTo>
                  <a:pt x="12814" y="7548"/>
                </a:lnTo>
                <a:lnTo>
                  <a:pt x="12915" y="7003"/>
                </a:lnTo>
                <a:lnTo>
                  <a:pt x="13036" y="6479"/>
                </a:lnTo>
                <a:lnTo>
                  <a:pt x="13157" y="5974"/>
                </a:lnTo>
                <a:lnTo>
                  <a:pt x="13299" y="5510"/>
                </a:lnTo>
                <a:lnTo>
                  <a:pt x="13460" y="5046"/>
                </a:lnTo>
                <a:lnTo>
                  <a:pt x="13642" y="4622"/>
                </a:lnTo>
                <a:lnTo>
                  <a:pt x="13823" y="4218"/>
                </a:lnTo>
                <a:lnTo>
                  <a:pt x="14025" y="3835"/>
                </a:lnTo>
                <a:lnTo>
                  <a:pt x="14247" y="3472"/>
                </a:lnTo>
                <a:lnTo>
                  <a:pt x="14429" y="3169"/>
                </a:lnTo>
                <a:lnTo>
                  <a:pt x="14631" y="2887"/>
                </a:lnTo>
                <a:lnTo>
                  <a:pt x="14853" y="2644"/>
                </a:lnTo>
                <a:lnTo>
                  <a:pt x="15054" y="2402"/>
                </a:lnTo>
                <a:lnTo>
                  <a:pt x="15276" y="2180"/>
                </a:lnTo>
                <a:lnTo>
                  <a:pt x="15498" y="1979"/>
                </a:lnTo>
                <a:lnTo>
                  <a:pt x="15700" y="1797"/>
                </a:lnTo>
                <a:lnTo>
                  <a:pt x="15942" y="1635"/>
                </a:lnTo>
                <a:lnTo>
                  <a:pt x="16386" y="1333"/>
                </a:lnTo>
                <a:lnTo>
                  <a:pt x="16830" y="1091"/>
                </a:lnTo>
                <a:lnTo>
                  <a:pt x="17274" y="869"/>
                </a:lnTo>
                <a:lnTo>
                  <a:pt x="17698" y="667"/>
                </a:lnTo>
                <a:lnTo>
                  <a:pt x="18142" y="505"/>
                </a:lnTo>
                <a:lnTo>
                  <a:pt x="18606" y="364"/>
                </a:lnTo>
                <a:lnTo>
                  <a:pt x="19070" y="243"/>
                </a:lnTo>
                <a:lnTo>
                  <a:pt x="19534" y="162"/>
                </a:lnTo>
                <a:lnTo>
                  <a:pt x="19999" y="102"/>
                </a:lnTo>
                <a:lnTo>
                  <a:pt x="20483" y="82"/>
                </a:lnTo>
                <a:close/>
                <a:moveTo>
                  <a:pt x="20483" y="1"/>
                </a:moveTo>
                <a:lnTo>
                  <a:pt x="19999" y="21"/>
                </a:lnTo>
                <a:lnTo>
                  <a:pt x="19534" y="82"/>
                </a:lnTo>
                <a:lnTo>
                  <a:pt x="19050" y="162"/>
                </a:lnTo>
                <a:lnTo>
                  <a:pt x="18586" y="283"/>
                </a:lnTo>
                <a:lnTo>
                  <a:pt x="18122" y="425"/>
                </a:lnTo>
                <a:lnTo>
                  <a:pt x="17678" y="606"/>
                </a:lnTo>
                <a:lnTo>
                  <a:pt x="17214" y="808"/>
                </a:lnTo>
                <a:lnTo>
                  <a:pt x="16750" y="1050"/>
                </a:lnTo>
                <a:lnTo>
                  <a:pt x="16285" y="1313"/>
                </a:lnTo>
                <a:lnTo>
                  <a:pt x="15841" y="1615"/>
                </a:lnTo>
                <a:lnTo>
                  <a:pt x="15619" y="1777"/>
                </a:lnTo>
                <a:lnTo>
                  <a:pt x="15397" y="1979"/>
                </a:lnTo>
                <a:lnTo>
                  <a:pt x="15175" y="2180"/>
                </a:lnTo>
                <a:lnTo>
                  <a:pt x="14974" y="2382"/>
                </a:lnTo>
                <a:lnTo>
                  <a:pt x="14752" y="2624"/>
                </a:lnTo>
                <a:lnTo>
                  <a:pt x="14550" y="2866"/>
                </a:lnTo>
                <a:lnTo>
                  <a:pt x="14368" y="3129"/>
                </a:lnTo>
                <a:lnTo>
                  <a:pt x="14166" y="3411"/>
                </a:lnTo>
                <a:lnTo>
                  <a:pt x="13944" y="3795"/>
                </a:lnTo>
                <a:lnTo>
                  <a:pt x="13743" y="4178"/>
                </a:lnTo>
                <a:lnTo>
                  <a:pt x="13561" y="4582"/>
                </a:lnTo>
                <a:lnTo>
                  <a:pt x="13400" y="5026"/>
                </a:lnTo>
                <a:lnTo>
                  <a:pt x="13238" y="5470"/>
                </a:lnTo>
                <a:lnTo>
                  <a:pt x="13077" y="5954"/>
                </a:lnTo>
                <a:lnTo>
                  <a:pt x="12956" y="6458"/>
                </a:lnTo>
                <a:lnTo>
                  <a:pt x="12835" y="6983"/>
                </a:lnTo>
                <a:lnTo>
                  <a:pt x="12734" y="7528"/>
                </a:lnTo>
                <a:lnTo>
                  <a:pt x="12653" y="8093"/>
                </a:lnTo>
                <a:lnTo>
                  <a:pt x="12572" y="8678"/>
                </a:lnTo>
                <a:lnTo>
                  <a:pt x="12512" y="9304"/>
                </a:lnTo>
                <a:lnTo>
                  <a:pt x="12451" y="9950"/>
                </a:lnTo>
                <a:lnTo>
                  <a:pt x="12431" y="10616"/>
                </a:lnTo>
                <a:lnTo>
                  <a:pt x="12411" y="11302"/>
                </a:lnTo>
                <a:lnTo>
                  <a:pt x="12391" y="12008"/>
                </a:lnTo>
                <a:lnTo>
                  <a:pt x="12391" y="12391"/>
                </a:lnTo>
                <a:lnTo>
                  <a:pt x="12370" y="12755"/>
                </a:lnTo>
                <a:lnTo>
                  <a:pt x="12330" y="13078"/>
                </a:lnTo>
                <a:lnTo>
                  <a:pt x="12270" y="13400"/>
                </a:lnTo>
                <a:lnTo>
                  <a:pt x="12209" y="13683"/>
                </a:lnTo>
                <a:lnTo>
                  <a:pt x="12128" y="13965"/>
                </a:lnTo>
                <a:lnTo>
                  <a:pt x="12007" y="14228"/>
                </a:lnTo>
                <a:lnTo>
                  <a:pt x="11886" y="14470"/>
                </a:lnTo>
                <a:lnTo>
                  <a:pt x="11745" y="14712"/>
                </a:lnTo>
                <a:lnTo>
                  <a:pt x="11563" y="14934"/>
                </a:lnTo>
                <a:lnTo>
                  <a:pt x="11382" y="15136"/>
                </a:lnTo>
                <a:lnTo>
                  <a:pt x="11160" y="15338"/>
                </a:lnTo>
                <a:lnTo>
                  <a:pt x="10938" y="15540"/>
                </a:lnTo>
                <a:lnTo>
                  <a:pt x="10675" y="15741"/>
                </a:lnTo>
                <a:lnTo>
                  <a:pt x="10373" y="15923"/>
                </a:lnTo>
                <a:lnTo>
                  <a:pt x="10070" y="16105"/>
                </a:lnTo>
                <a:lnTo>
                  <a:pt x="8980" y="16690"/>
                </a:lnTo>
                <a:lnTo>
                  <a:pt x="7911" y="17255"/>
                </a:lnTo>
                <a:lnTo>
                  <a:pt x="6397" y="18042"/>
                </a:lnTo>
                <a:lnTo>
                  <a:pt x="5651" y="18466"/>
                </a:lnTo>
                <a:lnTo>
                  <a:pt x="4924" y="18889"/>
                </a:lnTo>
                <a:lnTo>
                  <a:pt x="4218" y="19354"/>
                </a:lnTo>
                <a:lnTo>
                  <a:pt x="3552" y="19838"/>
                </a:lnTo>
                <a:lnTo>
                  <a:pt x="2967" y="20322"/>
                </a:lnTo>
                <a:lnTo>
                  <a:pt x="2422" y="20827"/>
                </a:lnTo>
                <a:lnTo>
                  <a:pt x="2180" y="21069"/>
                </a:lnTo>
                <a:lnTo>
                  <a:pt x="1937" y="21331"/>
                </a:lnTo>
                <a:lnTo>
                  <a:pt x="1715" y="21594"/>
                </a:lnTo>
                <a:lnTo>
                  <a:pt x="1514" y="21856"/>
                </a:lnTo>
                <a:lnTo>
                  <a:pt x="1312" y="22138"/>
                </a:lnTo>
                <a:lnTo>
                  <a:pt x="1130" y="22401"/>
                </a:lnTo>
                <a:lnTo>
                  <a:pt x="949" y="22683"/>
                </a:lnTo>
                <a:lnTo>
                  <a:pt x="807" y="22966"/>
                </a:lnTo>
                <a:lnTo>
                  <a:pt x="565" y="23450"/>
                </a:lnTo>
                <a:lnTo>
                  <a:pt x="363" y="23975"/>
                </a:lnTo>
                <a:lnTo>
                  <a:pt x="222" y="24499"/>
                </a:lnTo>
                <a:lnTo>
                  <a:pt x="101" y="25044"/>
                </a:lnTo>
                <a:lnTo>
                  <a:pt x="40" y="25589"/>
                </a:lnTo>
                <a:lnTo>
                  <a:pt x="0" y="26154"/>
                </a:lnTo>
                <a:lnTo>
                  <a:pt x="20" y="26719"/>
                </a:lnTo>
                <a:lnTo>
                  <a:pt x="81" y="27284"/>
                </a:lnTo>
                <a:lnTo>
                  <a:pt x="141" y="27567"/>
                </a:lnTo>
                <a:lnTo>
                  <a:pt x="202" y="27849"/>
                </a:lnTo>
                <a:lnTo>
                  <a:pt x="262" y="28112"/>
                </a:lnTo>
                <a:lnTo>
                  <a:pt x="363" y="28394"/>
                </a:lnTo>
                <a:lnTo>
                  <a:pt x="444" y="28657"/>
                </a:lnTo>
                <a:lnTo>
                  <a:pt x="545" y="28899"/>
                </a:lnTo>
                <a:lnTo>
                  <a:pt x="666" y="29161"/>
                </a:lnTo>
                <a:lnTo>
                  <a:pt x="787" y="29403"/>
                </a:lnTo>
                <a:lnTo>
                  <a:pt x="928" y="29625"/>
                </a:lnTo>
                <a:lnTo>
                  <a:pt x="1070" y="29847"/>
                </a:lnTo>
                <a:lnTo>
                  <a:pt x="1231" y="30069"/>
                </a:lnTo>
                <a:lnTo>
                  <a:pt x="1393" y="30271"/>
                </a:lnTo>
                <a:lnTo>
                  <a:pt x="1574" y="30473"/>
                </a:lnTo>
                <a:lnTo>
                  <a:pt x="1756" y="30654"/>
                </a:lnTo>
                <a:lnTo>
                  <a:pt x="1958" y="30836"/>
                </a:lnTo>
                <a:lnTo>
                  <a:pt x="2159" y="31018"/>
                </a:lnTo>
                <a:lnTo>
                  <a:pt x="2543" y="31300"/>
                </a:lnTo>
                <a:lnTo>
                  <a:pt x="2967" y="31542"/>
                </a:lnTo>
                <a:lnTo>
                  <a:pt x="3390" y="31744"/>
                </a:lnTo>
                <a:lnTo>
                  <a:pt x="3854" y="31926"/>
                </a:lnTo>
                <a:lnTo>
                  <a:pt x="4339" y="32067"/>
                </a:lnTo>
                <a:lnTo>
                  <a:pt x="4843" y="32168"/>
                </a:lnTo>
                <a:lnTo>
                  <a:pt x="5348" y="32228"/>
                </a:lnTo>
                <a:lnTo>
                  <a:pt x="5893" y="32249"/>
                </a:lnTo>
                <a:lnTo>
                  <a:pt x="5933" y="32249"/>
                </a:lnTo>
                <a:lnTo>
                  <a:pt x="6438" y="32228"/>
                </a:lnTo>
                <a:lnTo>
                  <a:pt x="6922" y="32188"/>
                </a:lnTo>
                <a:lnTo>
                  <a:pt x="7426" y="32107"/>
                </a:lnTo>
                <a:lnTo>
                  <a:pt x="7911" y="31986"/>
                </a:lnTo>
                <a:lnTo>
                  <a:pt x="8395" y="31845"/>
                </a:lnTo>
                <a:lnTo>
                  <a:pt x="8879" y="31663"/>
                </a:lnTo>
                <a:lnTo>
                  <a:pt x="9343" y="31462"/>
                </a:lnTo>
                <a:lnTo>
                  <a:pt x="9787" y="31219"/>
                </a:lnTo>
                <a:lnTo>
                  <a:pt x="10211" y="30977"/>
                </a:lnTo>
                <a:lnTo>
                  <a:pt x="10635" y="30695"/>
                </a:lnTo>
                <a:lnTo>
                  <a:pt x="11039" y="30392"/>
                </a:lnTo>
                <a:lnTo>
                  <a:pt x="11442" y="30089"/>
                </a:lnTo>
                <a:lnTo>
                  <a:pt x="12209" y="29444"/>
                </a:lnTo>
                <a:lnTo>
                  <a:pt x="12956" y="28778"/>
                </a:lnTo>
                <a:lnTo>
                  <a:pt x="13480" y="28314"/>
                </a:lnTo>
                <a:lnTo>
                  <a:pt x="14005" y="27849"/>
                </a:lnTo>
                <a:lnTo>
                  <a:pt x="14550" y="27405"/>
                </a:lnTo>
                <a:lnTo>
                  <a:pt x="15115" y="26961"/>
                </a:lnTo>
                <a:lnTo>
                  <a:pt x="15559" y="26659"/>
                </a:lnTo>
                <a:lnTo>
                  <a:pt x="16023" y="26356"/>
                </a:lnTo>
                <a:lnTo>
                  <a:pt x="16507" y="26074"/>
                </a:lnTo>
                <a:lnTo>
                  <a:pt x="16992" y="25811"/>
                </a:lnTo>
                <a:lnTo>
                  <a:pt x="17960" y="25307"/>
                </a:lnTo>
                <a:lnTo>
                  <a:pt x="18949" y="24822"/>
                </a:lnTo>
                <a:lnTo>
                  <a:pt x="19918" y="24338"/>
                </a:lnTo>
                <a:lnTo>
                  <a:pt x="20886" y="23834"/>
                </a:lnTo>
                <a:lnTo>
                  <a:pt x="21351" y="23571"/>
                </a:lnTo>
                <a:lnTo>
                  <a:pt x="21835" y="23309"/>
                </a:lnTo>
                <a:lnTo>
                  <a:pt x="22299" y="23006"/>
                </a:lnTo>
                <a:lnTo>
                  <a:pt x="22743" y="22703"/>
                </a:lnTo>
                <a:lnTo>
                  <a:pt x="23227" y="22340"/>
                </a:lnTo>
                <a:lnTo>
                  <a:pt x="23691" y="21957"/>
                </a:lnTo>
                <a:lnTo>
                  <a:pt x="24135" y="21553"/>
                </a:lnTo>
                <a:lnTo>
                  <a:pt x="24559" y="21129"/>
                </a:lnTo>
                <a:lnTo>
                  <a:pt x="24983" y="20685"/>
                </a:lnTo>
                <a:lnTo>
                  <a:pt x="25366" y="20221"/>
                </a:lnTo>
                <a:lnTo>
                  <a:pt x="25750" y="19737"/>
                </a:lnTo>
                <a:lnTo>
                  <a:pt x="26093" y="19232"/>
                </a:lnTo>
                <a:lnTo>
                  <a:pt x="26436" y="18728"/>
                </a:lnTo>
                <a:lnTo>
                  <a:pt x="26739" y="18183"/>
                </a:lnTo>
                <a:lnTo>
                  <a:pt x="27021" y="17638"/>
                </a:lnTo>
                <a:lnTo>
                  <a:pt x="27304" y="17093"/>
                </a:lnTo>
                <a:lnTo>
                  <a:pt x="27546" y="16528"/>
                </a:lnTo>
                <a:lnTo>
                  <a:pt x="27748" y="15943"/>
                </a:lnTo>
                <a:lnTo>
                  <a:pt x="27949" y="15358"/>
                </a:lnTo>
                <a:lnTo>
                  <a:pt x="28111" y="14752"/>
                </a:lnTo>
                <a:lnTo>
                  <a:pt x="28252" y="14167"/>
                </a:lnTo>
                <a:lnTo>
                  <a:pt x="28353" y="13582"/>
                </a:lnTo>
                <a:lnTo>
                  <a:pt x="28454" y="12977"/>
                </a:lnTo>
                <a:lnTo>
                  <a:pt x="28514" y="12391"/>
                </a:lnTo>
                <a:lnTo>
                  <a:pt x="28555" y="11786"/>
                </a:lnTo>
                <a:lnTo>
                  <a:pt x="28555" y="11181"/>
                </a:lnTo>
                <a:lnTo>
                  <a:pt x="28555" y="10555"/>
                </a:lnTo>
                <a:lnTo>
                  <a:pt x="28514" y="9950"/>
                </a:lnTo>
                <a:lnTo>
                  <a:pt x="28454" y="9344"/>
                </a:lnTo>
                <a:lnTo>
                  <a:pt x="28373" y="8739"/>
                </a:lnTo>
                <a:lnTo>
                  <a:pt x="28272" y="8133"/>
                </a:lnTo>
                <a:lnTo>
                  <a:pt x="28151" y="7528"/>
                </a:lnTo>
                <a:lnTo>
                  <a:pt x="27990" y="6923"/>
                </a:lnTo>
                <a:lnTo>
                  <a:pt x="27828" y="6337"/>
                </a:lnTo>
                <a:lnTo>
                  <a:pt x="27627" y="5752"/>
                </a:lnTo>
                <a:lnTo>
                  <a:pt x="27405" y="5167"/>
                </a:lnTo>
                <a:lnTo>
                  <a:pt x="27142" y="4541"/>
                </a:lnTo>
                <a:lnTo>
                  <a:pt x="26860" y="3976"/>
                </a:lnTo>
                <a:lnTo>
                  <a:pt x="26557" y="3452"/>
                </a:lnTo>
                <a:lnTo>
                  <a:pt x="26234" y="2947"/>
                </a:lnTo>
                <a:lnTo>
                  <a:pt x="25911" y="2503"/>
                </a:lnTo>
                <a:lnTo>
                  <a:pt x="25548" y="2100"/>
                </a:lnTo>
                <a:lnTo>
                  <a:pt x="25185" y="1716"/>
                </a:lnTo>
                <a:lnTo>
                  <a:pt x="24801" y="1393"/>
                </a:lnTo>
                <a:lnTo>
                  <a:pt x="24438" y="1111"/>
                </a:lnTo>
                <a:lnTo>
                  <a:pt x="24055" y="889"/>
                </a:lnTo>
                <a:lnTo>
                  <a:pt x="23651" y="667"/>
                </a:lnTo>
                <a:lnTo>
                  <a:pt x="23227" y="485"/>
                </a:lnTo>
                <a:lnTo>
                  <a:pt x="22783" y="344"/>
                </a:lnTo>
                <a:lnTo>
                  <a:pt x="22339" y="223"/>
                </a:lnTo>
                <a:lnTo>
                  <a:pt x="21895" y="122"/>
                </a:lnTo>
                <a:lnTo>
                  <a:pt x="21411" y="61"/>
                </a:lnTo>
                <a:lnTo>
                  <a:pt x="20947" y="21"/>
                </a:lnTo>
                <a:lnTo>
                  <a:pt x="20483" y="1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43" name="Google Shape;1043;p14"/>
          <p:cNvSpPr/>
          <p:nvPr/>
        </p:nvSpPr>
        <p:spPr>
          <a:xfrm flipH="1">
            <a:off x="1617730" y="4051172"/>
            <a:ext cx="935332" cy="741278"/>
          </a:xfrm>
          <a:custGeom>
            <a:rect b="b" l="l" r="r" t="t"/>
            <a:pathLst>
              <a:path extrusionOk="0" h="13259" w="16730">
                <a:moveTo>
                  <a:pt x="14550" y="81"/>
                </a:moveTo>
                <a:lnTo>
                  <a:pt x="14772" y="122"/>
                </a:lnTo>
                <a:lnTo>
                  <a:pt x="15014" y="202"/>
                </a:lnTo>
                <a:lnTo>
                  <a:pt x="15216" y="324"/>
                </a:lnTo>
                <a:lnTo>
                  <a:pt x="15438" y="465"/>
                </a:lnTo>
                <a:lnTo>
                  <a:pt x="15640" y="667"/>
                </a:lnTo>
                <a:lnTo>
                  <a:pt x="15821" y="889"/>
                </a:lnTo>
                <a:lnTo>
                  <a:pt x="15983" y="1131"/>
                </a:lnTo>
                <a:lnTo>
                  <a:pt x="16144" y="1413"/>
                </a:lnTo>
                <a:lnTo>
                  <a:pt x="16245" y="1655"/>
                </a:lnTo>
                <a:lnTo>
                  <a:pt x="16346" y="1898"/>
                </a:lnTo>
                <a:lnTo>
                  <a:pt x="16427" y="2140"/>
                </a:lnTo>
                <a:lnTo>
                  <a:pt x="16487" y="2422"/>
                </a:lnTo>
                <a:lnTo>
                  <a:pt x="16548" y="2685"/>
                </a:lnTo>
                <a:lnTo>
                  <a:pt x="16588" y="2967"/>
                </a:lnTo>
                <a:lnTo>
                  <a:pt x="16628" y="3250"/>
                </a:lnTo>
                <a:lnTo>
                  <a:pt x="16649" y="3552"/>
                </a:lnTo>
                <a:lnTo>
                  <a:pt x="16649" y="3855"/>
                </a:lnTo>
                <a:lnTo>
                  <a:pt x="16649" y="4178"/>
                </a:lnTo>
                <a:lnTo>
                  <a:pt x="16588" y="4844"/>
                </a:lnTo>
                <a:lnTo>
                  <a:pt x="16487" y="5550"/>
                </a:lnTo>
                <a:lnTo>
                  <a:pt x="16326" y="6317"/>
                </a:lnTo>
                <a:lnTo>
                  <a:pt x="16144" y="7044"/>
                </a:lnTo>
                <a:lnTo>
                  <a:pt x="15942" y="7709"/>
                </a:lnTo>
                <a:lnTo>
                  <a:pt x="15720" y="8315"/>
                </a:lnTo>
                <a:lnTo>
                  <a:pt x="15458" y="8860"/>
                </a:lnTo>
                <a:lnTo>
                  <a:pt x="15317" y="9122"/>
                </a:lnTo>
                <a:lnTo>
                  <a:pt x="15176" y="9364"/>
                </a:lnTo>
                <a:lnTo>
                  <a:pt x="15014" y="9586"/>
                </a:lnTo>
                <a:lnTo>
                  <a:pt x="14873" y="9808"/>
                </a:lnTo>
                <a:lnTo>
                  <a:pt x="14691" y="10010"/>
                </a:lnTo>
                <a:lnTo>
                  <a:pt x="14530" y="10212"/>
                </a:lnTo>
                <a:lnTo>
                  <a:pt x="14348" y="10393"/>
                </a:lnTo>
                <a:lnTo>
                  <a:pt x="14146" y="10555"/>
                </a:lnTo>
                <a:lnTo>
                  <a:pt x="13803" y="10837"/>
                </a:lnTo>
                <a:lnTo>
                  <a:pt x="13440" y="11080"/>
                </a:lnTo>
                <a:lnTo>
                  <a:pt x="13036" y="11302"/>
                </a:lnTo>
                <a:lnTo>
                  <a:pt x="12633" y="11483"/>
                </a:lnTo>
                <a:lnTo>
                  <a:pt x="12229" y="11665"/>
                </a:lnTo>
                <a:lnTo>
                  <a:pt x="11805" y="11806"/>
                </a:lnTo>
                <a:lnTo>
                  <a:pt x="11402" y="11947"/>
                </a:lnTo>
                <a:lnTo>
                  <a:pt x="10978" y="12068"/>
                </a:lnTo>
                <a:lnTo>
                  <a:pt x="10373" y="12230"/>
                </a:lnTo>
                <a:lnTo>
                  <a:pt x="9787" y="12371"/>
                </a:lnTo>
                <a:lnTo>
                  <a:pt x="9202" y="12512"/>
                </a:lnTo>
                <a:lnTo>
                  <a:pt x="8597" y="12633"/>
                </a:lnTo>
                <a:lnTo>
                  <a:pt x="7991" y="12734"/>
                </a:lnTo>
                <a:lnTo>
                  <a:pt x="7386" y="12835"/>
                </a:lnTo>
                <a:lnTo>
                  <a:pt x="6801" y="12936"/>
                </a:lnTo>
                <a:lnTo>
                  <a:pt x="6195" y="12997"/>
                </a:lnTo>
                <a:lnTo>
                  <a:pt x="5590" y="13057"/>
                </a:lnTo>
                <a:lnTo>
                  <a:pt x="4964" y="13118"/>
                </a:lnTo>
                <a:lnTo>
                  <a:pt x="4359" y="13158"/>
                </a:lnTo>
                <a:lnTo>
                  <a:pt x="3754" y="13178"/>
                </a:lnTo>
                <a:lnTo>
                  <a:pt x="1917" y="13178"/>
                </a:lnTo>
                <a:lnTo>
                  <a:pt x="1312" y="13138"/>
                </a:lnTo>
                <a:lnTo>
                  <a:pt x="1070" y="13118"/>
                </a:lnTo>
                <a:lnTo>
                  <a:pt x="848" y="13077"/>
                </a:lnTo>
                <a:lnTo>
                  <a:pt x="646" y="13017"/>
                </a:lnTo>
                <a:lnTo>
                  <a:pt x="484" y="12956"/>
                </a:lnTo>
                <a:lnTo>
                  <a:pt x="343" y="12855"/>
                </a:lnTo>
                <a:lnTo>
                  <a:pt x="242" y="12754"/>
                </a:lnTo>
                <a:lnTo>
                  <a:pt x="162" y="12613"/>
                </a:lnTo>
                <a:lnTo>
                  <a:pt x="101" y="12472"/>
                </a:lnTo>
                <a:lnTo>
                  <a:pt x="81" y="12351"/>
                </a:lnTo>
                <a:lnTo>
                  <a:pt x="81" y="12210"/>
                </a:lnTo>
                <a:lnTo>
                  <a:pt x="101" y="12068"/>
                </a:lnTo>
                <a:lnTo>
                  <a:pt x="121" y="11907"/>
                </a:lnTo>
                <a:lnTo>
                  <a:pt x="182" y="11745"/>
                </a:lnTo>
                <a:lnTo>
                  <a:pt x="242" y="11584"/>
                </a:lnTo>
                <a:lnTo>
                  <a:pt x="384" y="11241"/>
                </a:lnTo>
                <a:lnTo>
                  <a:pt x="606" y="10878"/>
                </a:lnTo>
                <a:lnTo>
                  <a:pt x="848" y="10515"/>
                </a:lnTo>
                <a:lnTo>
                  <a:pt x="1110" y="10131"/>
                </a:lnTo>
                <a:lnTo>
                  <a:pt x="1413" y="9768"/>
                </a:lnTo>
                <a:lnTo>
                  <a:pt x="1715" y="9405"/>
                </a:lnTo>
                <a:lnTo>
                  <a:pt x="2038" y="9062"/>
                </a:lnTo>
                <a:lnTo>
                  <a:pt x="2341" y="8739"/>
                </a:lnTo>
                <a:lnTo>
                  <a:pt x="2644" y="8456"/>
                </a:lnTo>
                <a:lnTo>
                  <a:pt x="2926" y="8194"/>
                </a:lnTo>
                <a:lnTo>
                  <a:pt x="3189" y="7972"/>
                </a:lnTo>
                <a:lnTo>
                  <a:pt x="3411" y="7790"/>
                </a:lnTo>
                <a:lnTo>
                  <a:pt x="3592" y="7669"/>
                </a:lnTo>
                <a:lnTo>
                  <a:pt x="4198" y="7306"/>
                </a:lnTo>
                <a:lnTo>
                  <a:pt x="4823" y="6983"/>
                </a:lnTo>
                <a:lnTo>
                  <a:pt x="6095" y="6357"/>
                </a:lnTo>
                <a:lnTo>
                  <a:pt x="6720" y="6055"/>
                </a:lnTo>
                <a:lnTo>
                  <a:pt x="7346" y="5752"/>
                </a:lnTo>
                <a:lnTo>
                  <a:pt x="7971" y="5409"/>
                </a:lnTo>
                <a:lnTo>
                  <a:pt x="8597" y="5066"/>
                </a:lnTo>
                <a:lnTo>
                  <a:pt x="9101" y="4723"/>
                </a:lnTo>
                <a:lnTo>
                  <a:pt x="9606" y="4360"/>
                </a:lnTo>
                <a:lnTo>
                  <a:pt x="10110" y="3976"/>
                </a:lnTo>
                <a:lnTo>
                  <a:pt x="10574" y="3573"/>
                </a:lnTo>
                <a:lnTo>
                  <a:pt x="11018" y="3149"/>
                </a:lnTo>
                <a:lnTo>
                  <a:pt x="11442" y="2705"/>
                </a:lnTo>
                <a:lnTo>
                  <a:pt x="11866" y="2241"/>
                </a:lnTo>
                <a:lnTo>
                  <a:pt x="12249" y="1756"/>
                </a:lnTo>
                <a:lnTo>
                  <a:pt x="12290" y="1716"/>
                </a:lnTo>
                <a:lnTo>
                  <a:pt x="12754" y="1131"/>
                </a:lnTo>
                <a:lnTo>
                  <a:pt x="12996" y="868"/>
                </a:lnTo>
                <a:lnTo>
                  <a:pt x="13238" y="606"/>
                </a:lnTo>
                <a:lnTo>
                  <a:pt x="13521" y="404"/>
                </a:lnTo>
                <a:lnTo>
                  <a:pt x="13662" y="303"/>
                </a:lnTo>
                <a:lnTo>
                  <a:pt x="13803" y="223"/>
                </a:lnTo>
                <a:lnTo>
                  <a:pt x="13965" y="162"/>
                </a:lnTo>
                <a:lnTo>
                  <a:pt x="14126" y="122"/>
                </a:lnTo>
                <a:lnTo>
                  <a:pt x="14288" y="102"/>
                </a:lnTo>
                <a:lnTo>
                  <a:pt x="14449" y="81"/>
                </a:lnTo>
                <a:close/>
                <a:moveTo>
                  <a:pt x="14368" y="1"/>
                </a:moveTo>
                <a:lnTo>
                  <a:pt x="14187" y="21"/>
                </a:lnTo>
                <a:lnTo>
                  <a:pt x="14025" y="61"/>
                </a:lnTo>
                <a:lnTo>
                  <a:pt x="13864" y="122"/>
                </a:lnTo>
                <a:lnTo>
                  <a:pt x="13702" y="202"/>
                </a:lnTo>
                <a:lnTo>
                  <a:pt x="13541" y="283"/>
                </a:lnTo>
                <a:lnTo>
                  <a:pt x="13400" y="384"/>
                </a:lnTo>
                <a:lnTo>
                  <a:pt x="13238" y="505"/>
                </a:lnTo>
                <a:lnTo>
                  <a:pt x="12976" y="768"/>
                </a:lnTo>
                <a:lnTo>
                  <a:pt x="12714" y="1050"/>
                </a:lnTo>
                <a:lnTo>
                  <a:pt x="12451" y="1353"/>
                </a:lnTo>
                <a:lnTo>
                  <a:pt x="12229" y="1655"/>
                </a:lnTo>
                <a:lnTo>
                  <a:pt x="12189" y="1716"/>
                </a:lnTo>
                <a:lnTo>
                  <a:pt x="11805" y="2200"/>
                </a:lnTo>
                <a:lnTo>
                  <a:pt x="11382" y="2664"/>
                </a:lnTo>
                <a:lnTo>
                  <a:pt x="10958" y="3088"/>
                </a:lnTo>
                <a:lnTo>
                  <a:pt x="10514" y="3512"/>
                </a:lnTo>
                <a:lnTo>
                  <a:pt x="10050" y="3916"/>
                </a:lnTo>
                <a:lnTo>
                  <a:pt x="9565" y="4299"/>
                </a:lnTo>
                <a:lnTo>
                  <a:pt x="9061" y="4662"/>
                </a:lnTo>
                <a:lnTo>
                  <a:pt x="8556" y="4985"/>
                </a:lnTo>
                <a:lnTo>
                  <a:pt x="7931" y="5348"/>
                </a:lnTo>
                <a:lnTo>
                  <a:pt x="7305" y="5671"/>
                </a:lnTo>
                <a:lnTo>
                  <a:pt x="6680" y="5994"/>
                </a:lnTo>
                <a:lnTo>
                  <a:pt x="6054" y="6297"/>
                </a:lnTo>
                <a:lnTo>
                  <a:pt x="4783" y="6902"/>
                </a:lnTo>
                <a:lnTo>
                  <a:pt x="4157" y="7245"/>
                </a:lnTo>
                <a:lnTo>
                  <a:pt x="3552" y="7588"/>
                </a:lnTo>
                <a:lnTo>
                  <a:pt x="3370" y="7709"/>
                </a:lnTo>
                <a:lnTo>
                  <a:pt x="3168" y="7891"/>
                </a:lnTo>
                <a:lnTo>
                  <a:pt x="2624" y="8375"/>
                </a:lnTo>
                <a:lnTo>
                  <a:pt x="2321" y="8658"/>
                </a:lnTo>
                <a:lnTo>
                  <a:pt x="1998" y="8981"/>
                </a:lnTo>
                <a:lnTo>
                  <a:pt x="1675" y="9344"/>
                </a:lnTo>
                <a:lnTo>
                  <a:pt x="1352" y="9707"/>
                </a:lnTo>
                <a:lnTo>
                  <a:pt x="1050" y="10071"/>
                </a:lnTo>
                <a:lnTo>
                  <a:pt x="787" y="10454"/>
                </a:lnTo>
                <a:lnTo>
                  <a:pt x="525" y="10837"/>
                </a:lnTo>
                <a:lnTo>
                  <a:pt x="323" y="11201"/>
                </a:lnTo>
                <a:lnTo>
                  <a:pt x="162" y="11564"/>
                </a:lnTo>
                <a:lnTo>
                  <a:pt x="101" y="11725"/>
                </a:lnTo>
                <a:lnTo>
                  <a:pt x="41" y="11907"/>
                </a:lnTo>
                <a:lnTo>
                  <a:pt x="20" y="12068"/>
                </a:lnTo>
                <a:lnTo>
                  <a:pt x="0" y="12210"/>
                </a:lnTo>
                <a:lnTo>
                  <a:pt x="0" y="12371"/>
                </a:lnTo>
                <a:lnTo>
                  <a:pt x="41" y="12492"/>
                </a:lnTo>
                <a:lnTo>
                  <a:pt x="81" y="12654"/>
                </a:lnTo>
                <a:lnTo>
                  <a:pt x="182" y="12795"/>
                </a:lnTo>
                <a:lnTo>
                  <a:pt x="283" y="12916"/>
                </a:lnTo>
                <a:lnTo>
                  <a:pt x="444" y="13017"/>
                </a:lnTo>
                <a:lnTo>
                  <a:pt x="606" y="13098"/>
                </a:lnTo>
                <a:lnTo>
                  <a:pt x="807" y="13158"/>
                </a:lnTo>
                <a:lnTo>
                  <a:pt x="1050" y="13198"/>
                </a:lnTo>
                <a:lnTo>
                  <a:pt x="1312" y="13219"/>
                </a:lnTo>
                <a:lnTo>
                  <a:pt x="2099" y="13259"/>
                </a:lnTo>
                <a:lnTo>
                  <a:pt x="2886" y="13259"/>
                </a:lnTo>
                <a:lnTo>
                  <a:pt x="3915" y="13239"/>
                </a:lnTo>
                <a:lnTo>
                  <a:pt x="4944" y="13198"/>
                </a:lnTo>
                <a:lnTo>
                  <a:pt x="5973" y="13098"/>
                </a:lnTo>
                <a:lnTo>
                  <a:pt x="6982" y="12976"/>
                </a:lnTo>
                <a:lnTo>
                  <a:pt x="7991" y="12835"/>
                </a:lnTo>
                <a:lnTo>
                  <a:pt x="9000" y="12633"/>
                </a:lnTo>
                <a:lnTo>
                  <a:pt x="10009" y="12411"/>
                </a:lnTo>
                <a:lnTo>
                  <a:pt x="10998" y="12149"/>
                </a:lnTo>
                <a:lnTo>
                  <a:pt x="11422" y="12028"/>
                </a:lnTo>
                <a:lnTo>
                  <a:pt x="11846" y="11887"/>
                </a:lnTo>
                <a:lnTo>
                  <a:pt x="12270" y="11725"/>
                </a:lnTo>
                <a:lnTo>
                  <a:pt x="12673" y="11564"/>
                </a:lnTo>
                <a:lnTo>
                  <a:pt x="13077" y="11362"/>
                </a:lnTo>
                <a:lnTo>
                  <a:pt x="13480" y="11160"/>
                </a:lnTo>
                <a:lnTo>
                  <a:pt x="13844" y="10898"/>
                </a:lnTo>
                <a:lnTo>
                  <a:pt x="14207" y="10615"/>
                </a:lnTo>
                <a:lnTo>
                  <a:pt x="14409" y="10454"/>
                </a:lnTo>
                <a:lnTo>
                  <a:pt x="14590" y="10272"/>
                </a:lnTo>
                <a:lnTo>
                  <a:pt x="14752" y="10071"/>
                </a:lnTo>
                <a:lnTo>
                  <a:pt x="14933" y="9869"/>
                </a:lnTo>
                <a:lnTo>
                  <a:pt x="15095" y="9647"/>
                </a:lnTo>
                <a:lnTo>
                  <a:pt x="15236" y="9405"/>
                </a:lnTo>
                <a:lnTo>
                  <a:pt x="15398" y="9162"/>
                </a:lnTo>
                <a:lnTo>
                  <a:pt x="15519" y="8900"/>
                </a:lnTo>
                <a:lnTo>
                  <a:pt x="15781" y="8355"/>
                </a:lnTo>
                <a:lnTo>
                  <a:pt x="16023" y="7730"/>
                </a:lnTo>
                <a:lnTo>
                  <a:pt x="16225" y="7064"/>
                </a:lnTo>
                <a:lnTo>
                  <a:pt x="16407" y="6337"/>
                </a:lnTo>
                <a:lnTo>
                  <a:pt x="16568" y="5570"/>
                </a:lnTo>
                <a:lnTo>
                  <a:pt x="16669" y="4844"/>
                </a:lnTo>
                <a:lnTo>
                  <a:pt x="16729" y="4178"/>
                </a:lnTo>
                <a:lnTo>
                  <a:pt x="16729" y="3855"/>
                </a:lnTo>
                <a:lnTo>
                  <a:pt x="16729" y="3532"/>
                </a:lnTo>
                <a:lnTo>
                  <a:pt x="16709" y="3250"/>
                </a:lnTo>
                <a:lnTo>
                  <a:pt x="16669" y="2947"/>
                </a:lnTo>
                <a:lnTo>
                  <a:pt x="16628" y="2664"/>
                </a:lnTo>
                <a:lnTo>
                  <a:pt x="16568" y="2382"/>
                </a:lnTo>
                <a:lnTo>
                  <a:pt x="16507" y="2120"/>
                </a:lnTo>
                <a:lnTo>
                  <a:pt x="16427" y="1857"/>
                </a:lnTo>
                <a:lnTo>
                  <a:pt x="16326" y="1615"/>
                </a:lnTo>
                <a:lnTo>
                  <a:pt x="16205" y="1373"/>
                </a:lnTo>
                <a:lnTo>
                  <a:pt x="16063" y="1090"/>
                </a:lnTo>
                <a:lnTo>
                  <a:pt x="15882" y="828"/>
                </a:lnTo>
                <a:lnTo>
                  <a:pt x="15680" y="606"/>
                </a:lnTo>
                <a:lnTo>
                  <a:pt x="15478" y="404"/>
                </a:lnTo>
                <a:lnTo>
                  <a:pt x="15256" y="243"/>
                </a:lnTo>
                <a:lnTo>
                  <a:pt x="15034" y="122"/>
                </a:lnTo>
                <a:lnTo>
                  <a:pt x="14792" y="41"/>
                </a:lnTo>
                <a:lnTo>
                  <a:pt x="14550" y="1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44" name="Google Shape;1044;p14"/>
          <p:cNvSpPr/>
          <p:nvPr/>
        </p:nvSpPr>
        <p:spPr>
          <a:xfrm flipH="1">
            <a:off x="707547" y="4015683"/>
            <a:ext cx="1395619" cy="1650669"/>
          </a:xfrm>
          <a:custGeom>
            <a:rect b="b" l="l" r="r" t="t"/>
            <a:pathLst>
              <a:path extrusionOk="0" h="29525" w="24963">
                <a:moveTo>
                  <a:pt x="18727" y="81"/>
                </a:moveTo>
                <a:lnTo>
                  <a:pt x="19211" y="102"/>
                </a:lnTo>
                <a:lnTo>
                  <a:pt x="19514" y="142"/>
                </a:lnTo>
                <a:lnTo>
                  <a:pt x="19837" y="223"/>
                </a:lnTo>
                <a:lnTo>
                  <a:pt x="20140" y="303"/>
                </a:lnTo>
                <a:lnTo>
                  <a:pt x="20442" y="404"/>
                </a:lnTo>
                <a:lnTo>
                  <a:pt x="20745" y="525"/>
                </a:lnTo>
                <a:lnTo>
                  <a:pt x="21048" y="667"/>
                </a:lnTo>
                <a:lnTo>
                  <a:pt x="21330" y="828"/>
                </a:lnTo>
                <a:lnTo>
                  <a:pt x="21613" y="1010"/>
                </a:lnTo>
                <a:lnTo>
                  <a:pt x="21895" y="1212"/>
                </a:lnTo>
                <a:lnTo>
                  <a:pt x="22158" y="1413"/>
                </a:lnTo>
                <a:lnTo>
                  <a:pt x="22420" y="1655"/>
                </a:lnTo>
                <a:lnTo>
                  <a:pt x="22662" y="1898"/>
                </a:lnTo>
                <a:lnTo>
                  <a:pt x="22904" y="2160"/>
                </a:lnTo>
                <a:lnTo>
                  <a:pt x="23126" y="2443"/>
                </a:lnTo>
                <a:lnTo>
                  <a:pt x="23328" y="2725"/>
                </a:lnTo>
                <a:lnTo>
                  <a:pt x="23530" y="3028"/>
                </a:lnTo>
                <a:lnTo>
                  <a:pt x="23691" y="3290"/>
                </a:lnTo>
                <a:lnTo>
                  <a:pt x="23833" y="3573"/>
                </a:lnTo>
                <a:lnTo>
                  <a:pt x="24095" y="4138"/>
                </a:lnTo>
                <a:lnTo>
                  <a:pt x="24317" y="4723"/>
                </a:lnTo>
                <a:lnTo>
                  <a:pt x="24499" y="5369"/>
                </a:lnTo>
                <a:lnTo>
                  <a:pt x="24660" y="6035"/>
                </a:lnTo>
                <a:lnTo>
                  <a:pt x="24761" y="6721"/>
                </a:lnTo>
                <a:lnTo>
                  <a:pt x="24842" y="7467"/>
                </a:lnTo>
                <a:lnTo>
                  <a:pt x="24882" y="8214"/>
                </a:lnTo>
                <a:lnTo>
                  <a:pt x="24882" y="8880"/>
                </a:lnTo>
                <a:lnTo>
                  <a:pt x="24862" y="9546"/>
                </a:lnTo>
                <a:lnTo>
                  <a:pt x="24822" y="10232"/>
                </a:lnTo>
                <a:lnTo>
                  <a:pt x="24761" y="10938"/>
                </a:lnTo>
                <a:lnTo>
                  <a:pt x="24660" y="11665"/>
                </a:lnTo>
                <a:lnTo>
                  <a:pt x="24539" y="12411"/>
                </a:lnTo>
                <a:lnTo>
                  <a:pt x="24398" y="13178"/>
                </a:lnTo>
                <a:lnTo>
                  <a:pt x="24216" y="13986"/>
                </a:lnTo>
                <a:lnTo>
                  <a:pt x="23994" y="14853"/>
                </a:lnTo>
                <a:lnTo>
                  <a:pt x="23873" y="15297"/>
                </a:lnTo>
                <a:lnTo>
                  <a:pt x="23732" y="15721"/>
                </a:lnTo>
                <a:lnTo>
                  <a:pt x="23570" y="16145"/>
                </a:lnTo>
                <a:lnTo>
                  <a:pt x="23369" y="16569"/>
                </a:lnTo>
                <a:lnTo>
                  <a:pt x="23167" y="16972"/>
                </a:lnTo>
                <a:lnTo>
                  <a:pt x="22925" y="17356"/>
                </a:lnTo>
                <a:lnTo>
                  <a:pt x="22682" y="17658"/>
                </a:lnTo>
                <a:lnTo>
                  <a:pt x="22440" y="17961"/>
                </a:lnTo>
                <a:lnTo>
                  <a:pt x="22158" y="18244"/>
                </a:lnTo>
                <a:lnTo>
                  <a:pt x="21875" y="18506"/>
                </a:lnTo>
                <a:lnTo>
                  <a:pt x="21573" y="18748"/>
                </a:lnTo>
                <a:lnTo>
                  <a:pt x="21270" y="18990"/>
                </a:lnTo>
                <a:lnTo>
                  <a:pt x="20947" y="19212"/>
                </a:lnTo>
                <a:lnTo>
                  <a:pt x="20604" y="19414"/>
                </a:lnTo>
                <a:lnTo>
                  <a:pt x="20261" y="19616"/>
                </a:lnTo>
                <a:lnTo>
                  <a:pt x="19918" y="19818"/>
                </a:lnTo>
                <a:lnTo>
                  <a:pt x="19211" y="20181"/>
                </a:lnTo>
                <a:lnTo>
                  <a:pt x="18465" y="20524"/>
                </a:lnTo>
                <a:lnTo>
                  <a:pt x="17738" y="20847"/>
                </a:lnTo>
                <a:lnTo>
                  <a:pt x="17133" y="21109"/>
                </a:lnTo>
                <a:lnTo>
                  <a:pt x="16245" y="21513"/>
                </a:lnTo>
                <a:lnTo>
                  <a:pt x="15418" y="21916"/>
                </a:lnTo>
                <a:lnTo>
                  <a:pt x="14651" y="22340"/>
                </a:lnTo>
                <a:lnTo>
                  <a:pt x="13924" y="22744"/>
                </a:lnTo>
                <a:lnTo>
                  <a:pt x="13258" y="23167"/>
                </a:lnTo>
                <a:lnTo>
                  <a:pt x="12633" y="23611"/>
                </a:lnTo>
                <a:lnTo>
                  <a:pt x="12048" y="24055"/>
                </a:lnTo>
                <a:lnTo>
                  <a:pt x="11503" y="24520"/>
                </a:lnTo>
                <a:lnTo>
                  <a:pt x="11099" y="24883"/>
                </a:lnTo>
                <a:lnTo>
                  <a:pt x="10695" y="25246"/>
                </a:lnTo>
                <a:lnTo>
                  <a:pt x="9949" y="26013"/>
                </a:lnTo>
                <a:lnTo>
                  <a:pt x="9323" y="26638"/>
                </a:lnTo>
                <a:lnTo>
                  <a:pt x="8698" y="27244"/>
                </a:lnTo>
                <a:lnTo>
                  <a:pt x="8355" y="27526"/>
                </a:lnTo>
                <a:lnTo>
                  <a:pt x="8032" y="27809"/>
                </a:lnTo>
                <a:lnTo>
                  <a:pt x="7668" y="28091"/>
                </a:lnTo>
                <a:lnTo>
                  <a:pt x="7325" y="28334"/>
                </a:lnTo>
                <a:lnTo>
                  <a:pt x="6902" y="28596"/>
                </a:lnTo>
                <a:lnTo>
                  <a:pt x="6498" y="28818"/>
                </a:lnTo>
                <a:lnTo>
                  <a:pt x="6094" y="29000"/>
                </a:lnTo>
                <a:lnTo>
                  <a:pt x="5711" y="29141"/>
                </a:lnTo>
                <a:lnTo>
                  <a:pt x="5328" y="29262"/>
                </a:lnTo>
                <a:lnTo>
                  <a:pt x="4964" y="29343"/>
                </a:lnTo>
                <a:lnTo>
                  <a:pt x="4601" y="29403"/>
                </a:lnTo>
                <a:lnTo>
                  <a:pt x="4238" y="29423"/>
                </a:lnTo>
                <a:lnTo>
                  <a:pt x="3915" y="29423"/>
                </a:lnTo>
                <a:lnTo>
                  <a:pt x="3592" y="29403"/>
                </a:lnTo>
                <a:lnTo>
                  <a:pt x="3289" y="29363"/>
                </a:lnTo>
                <a:lnTo>
                  <a:pt x="2987" y="29302"/>
                </a:lnTo>
                <a:lnTo>
                  <a:pt x="2724" y="29221"/>
                </a:lnTo>
                <a:lnTo>
                  <a:pt x="2462" y="29121"/>
                </a:lnTo>
                <a:lnTo>
                  <a:pt x="2240" y="29020"/>
                </a:lnTo>
                <a:lnTo>
                  <a:pt x="2018" y="28899"/>
                </a:lnTo>
                <a:lnTo>
                  <a:pt x="1715" y="28677"/>
                </a:lnTo>
                <a:lnTo>
                  <a:pt x="1433" y="28414"/>
                </a:lnTo>
                <a:lnTo>
                  <a:pt x="1170" y="28132"/>
                </a:lnTo>
                <a:lnTo>
                  <a:pt x="928" y="27809"/>
                </a:lnTo>
                <a:lnTo>
                  <a:pt x="706" y="27446"/>
                </a:lnTo>
                <a:lnTo>
                  <a:pt x="525" y="27062"/>
                </a:lnTo>
                <a:lnTo>
                  <a:pt x="363" y="26659"/>
                </a:lnTo>
                <a:lnTo>
                  <a:pt x="242" y="26235"/>
                </a:lnTo>
                <a:lnTo>
                  <a:pt x="182" y="25952"/>
                </a:lnTo>
                <a:lnTo>
                  <a:pt x="121" y="25670"/>
                </a:lnTo>
                <a:lnTo>
                  <a:pt x="101" y="25387"/>
                </a:lnTo>
                <a:lnTo>
                  <a:pt x="81" y="25105"/>
                </a:lnTo>
                <a:lnTo>
                  <a:pt x="81" y="24802"/>
                </a:lnTo>
                <a:lnTo>
                  <a:pt x="81" y="24520"/>
                </a:lnTo>
                <a:lnTo>
                  <a:pt x="101" y="24237"/>
                </a:lnTo>
                <a:lnTo>
                  <a:pt x="141" y="23954"/>
                </a:lnTo>
                <a:lnTo>
                  <a:pt x="202" y="23672"/>
                </a:lnTo>
                <a:lnTo>
                  <a:pt x="262" y="23389"/>
                </a:lnTo>
                <a:lnTo>
                  <a:pt x="343" y="23107"/>
                </a:lnTo>
                <a:lnTo>
                  <a:pt x="424" y="22824"/>
                </a:lnTo>
                <a:lnTo>
                  <a:pt x="545" y="22562"/>
                </a:lnTo>
                <a:lnTo>
                  <a:pt x="666" y="22300"/>
                </a:lnTo>
                <a:lnTo>
                  <a:pt x="787" y="22037"/>
                </a:lnTo>
                <a:lnTo>
                  <a:pt x="928" y="21795"/>
                </a:lnTo>
                <a:lnTo>
                  <a:pt x="1211" y="21392"/>
                </a:lnTo>
                <a:lnTo>
                  <a:pt x="1514" y="21008"/>
                </a:lnTo>
                <a:lnTo>
                  <a:pt x="1836" y="20645"/>
                </a:lnTo>
                <a:lnTo>
                  <a:pt x="2200" y="20302"/>
                </a:lnTo>
                <a:lnTo>
                  <a:pt x="2563" y="19959"/>
                </a:lnTo>
                <a:lnTo>
                  <a:pt x="2926" y="19656"/>
                </a:lnTo>
                <a:lnTo>
                  <a:pt x="3693" y="19071"/>
                </a:lnTo>
                <a:lnTo>
                  <a:pt x="4238" y="18687"/>
                </a:lnTo>
                <a:lnTo>
                  <a:pt x="4803" y="18304"/>
                </a:lnTo>
                <a:lnTo>
                  <a:pt x="5368" y="17921"/>
                </a:lnTo>
                <a:lnTo>
                  <a:pt x="5953" y="17557"/>
                </a:lnTo>
                <a:lnTo>
                  <a:pt x="6518" y="17194"/>
                </a:lnTo>
                <a:lnTo>
                  <a:pt x="7124" y="16851"/>
                </a:lnTo>
                <a:lnTo>
                  <a:pt x="7709" y="16528"/>
                </a:lnTo>
                <a:lnTo>
                  <a:pt x="8314" y="16205"/>
                </a:lnTo>
                <a:lnTo>
                  <a:pt x="8556" y="16084"/>
                </a:lnTo>
                <a:lnTo>
                  <a:pt x="9162" y="15761"/>
                </a:lnTo>
                <a:lnTo>
                  <a:pt x="9464" y="15580"/>
                </a:lnTo>
                <a:lnTo>
                  <a:pt x="9767" y="15398"/>
                </a:lnTo>
                <a:lnTo>
                  <a:pt x="10050" y="15196"/>
                </a:lnTo>
                <a:lnTo>
                  <a:pt x="10312" y="14995"/>
                </a:lnTo>
                <a:lnTo>
                  <a:pt x="10574" y="14752"/>
                </a:lnTo>
                <a:lnTo>
                  <a:pt x="10796" y="14490"/>
                </a:lnTo>
                <a:lnTo>
                  <a:pt x="10938" y="14308"/>
                </a:lnTo>
                <a:lnTo>
                  <a:pt x="11059" y="14107"/>
                </a:lnTo>
                <a:lnTo>
                  <a:pt x="11180" y="13905"/>
                </a:lnTo>
                <a:lnTo>
                  <a:pt x="11281" y="13683"/>
                </a:lnTo>
                <a:lnTo>
                  <a:pt x="11482" y="13219"/>
                </a:lnTo>
                <a:lnTo>
                  <a:pt x="11624" y="12755"/>
                </a:lnTo>
                <a:lnTo>
                  <a:pt x="11745" y="12270"/>
                </a:lnTo>
                <a:lnTo>
                  <a:pt x="11846" y="11766"/>
                </a:lnTo>
                <a:lnTo>
                  <a:pt x="11926" y="11261"/>
                </a:lnTo>
                <a:lnTo>
                  <a:pt x="11987" y="10777"/>
                </a:lnTo>
                <a:lnTo>
                  <a:pt x="12088" y="9889"/>
                </a:lnTo>
                <a:lnTo>
                  <a:pt x="12169" y="9001"/>
                </a:lnTo>
                <a:lnTo>
                  <a:pt x="12229" y="8153"/>
                </a:lnTo>
                <a:lnTo>
                  <a:pt x="12330" y="7286"/>
                </a:lnTo>
                <a:lnTo>
                  <a:pt x="12451" y="6438"/>
                </a:lnTo>
                <a:lnTo>
                  <a:pt x="12532" y="6014"/>
                </a:lnTo>
                <a:lnTo>
                  <a:pt x="12633" y="5591"/>
                </a:lnTo>
                <a:lnTo>
                  <a:pt x="12814" y="5005"/>
                </a:lnTo>
                <a:lnTo>
                  <a:pt x="13016" y="4420"/>
                </a:lnTo>
                <a:lnTo>
                  <a:pt x="13258" y="3875"/>
                </a:lnTo>
                <a:lnTo>
                  <a:pt x="13541" y="3351"/>
                </a:lnTo>
                <a:lnTo>
                  <a:pt x="13844" y="2866"/>
                </a:lnTo>
                <a:lnTo>
                  <a:pt x="14187" y="2422"/>
                </a:lnTo>
                <a:lnTo>
                  <a:pt x="14550" y="1999"/>
                </a:lnTo>
                <a:lnTo>
                  <a:pt x="14933" y="1615"/>
                </a:lnTo>
                <a:lnTo>
                  <a:pt x="15135" y="1434"/>
                </a:lnTo>
                <a:lnTo>
                  <a:pt x="15357" y="1272"/>
                </a:lnTo>
                <a:lnTo>
                  <a:pt x="15801" y="949"/>
                </a:lnTo>
                <a:lnTo>
                  <a:pt x="16265" y="707"/>
                </a:lnTo>
                <a:lnTo>
                  <a:pt x="16729" y="485"/>
                </a:lnTo>
                <a:lnTo>
                  <a:pt x="17234" y="303"/>
                </a:lnTo>
                <a:lnTo>
                  <a:pt x="17738" y="182"/>
                </a:lnTo>
                <a:lnTo>
                  <a:pt x="17980" y="142"/>
                </a:lnTo>
                <a:lnTo>
                  <a:pt x="18223" y="102"/>
                </a:lnTo>
                <a:lnTo>
                  <a:pt x="18485" y="81"/>
                </a:lnTo>
                <a:close/>
                <a:moveTo>
                  <a:pt x="18646" y="1"/>
                </a:moveTo>
                <a:lnTo>
                  <a:pt x="18364" y="21"/>
                </a:lnTo>
                <a:lnTo>
                  <a:pt x="18081" y="41"/>
                </a:lnTo>
                <a:lnTo>
                  <a:pt x="17799" y="81"/>
                </a:lnTo>
                <a:lnTo>
                  <a:pt x="17516" y="142"/>
                </a:lnTo>
                <a:lnTo>
                  <a:pt x="17234" y="223"/>
                </a:lnTo>
                <a:lnTo>
                  <a:pt x="16951" y="324"/>
                </a:lnTo>
                <a:lnTo>
                  <a:pt x="16669" y="425"/>
                </a:lnTo>
                <a:lnTo>
                  <a:pt x="16406" y="546"/>
                </a:lnTo>
                <a:lnTo>
                  <a:pt x="16124" y="667"/>
                </a:lnTo>
                <a:lnTo>
                  <a:pt x="15862" y="828"/>
                </a:lnTo>
                <a:lnTo>
                  <a:pt x="15599" y="990"/>
                </a:lnTo>
                <a:lnTo>
                  <a:pt x="15357" y="1151"/>
                </a:lnTo>
                <a:lnTo>
                  <a:pt x="15115" y="1353"/>
                </a:lnTo>
                <a:lnTo>
                  <a:pt x="14873" y="1555"/>
                </a:lnTo>
                <a:lnTo>
                  <a:pt x="14489" y="1938"/>
                </a:lnTo>
                <a:lnTo>
                  <a:pt x="14126" y="2362"/>
                </a:lnTo>
                <a:lnTo>
                  <a:pt x="13783" y="2826"/>
                </a:lnTo>
                <a:lnTo>
                  <a:pt x="13460" y="3310"/>
                </a:lnTo>
                <a:lnTo>
                  <a:pt x="13198" y="3835"/>
                </a:lnTo>
                <a:lnTo>
                  <a:pt x="12956" y="4400"/>
                </a:lnTo>
                <a:lnTo>
                  <a:pt x="12734" y="4965"/>
                </a:lnTo>
                <a:lnTo>
                  <a:pt x="12552" y="5570"/>
                </a:lnTo>
                <a:lnTo>
                  <a:pt x="12471" y="5994"/>
                </a:lnTo>
                <a:lnTo>
                  <a:pt x="12370" y="6418"/>
                </a:lnTo>
                <a:lnTo>
                  <a:pt x="12310" y="6842"/>
                </a:lnTo>
                <a:lnTo>
                  <a:pt x="12249" y="7286"/>
                </a:lnTo>
                <a:lnTo>
                  <a:pt x="12148" y="8133"/>
                </a:lnTo>
                <a:lnTo>
                  <a:pt x="12088" y="9001"/>
                </a:lnTo>
                <a:lnTo>
                  <a:pt x="12007" y="9889"/>
                </a:lnTo>
                <a:lnTo>
                  <a:pt x="11906" y="10777"/>
                </a:lnTo>
                <a:lnTo>
                  <a:pt x="11846" y="11261"/>
                </a:lnTo>
                <a:lnTo>
                  <a:pt x="11765" y="11746"/>
                </a:lnTo>
                <a:lnTo>
                  <a:pt x="11664" y="12230"/>
                </a:lnTo>
                <a:lnTo>
                  <a:pt x="11543" y="12714"/>
                </a:lnTo>
                <a:lnTo>
                  <a:pt x="11402" y="13198"/>
                </a:lnTo>
                <a:lnTo>
                  <a:pt x="11220" y="13642"/>
                </a:lnTo>
                <a:lnTo>
                  <a:pt x="11119" y="13844"/>
                </a:lnTo>
                <a:lnTo>
                  <a:pt x="10998" y="14066"/>
                </a:lnTo>
                <a:lnTo>
                  <a:pt x="10877" y="14248"/>
                </a:lnTo>
                <a:lnTo>
                  <a:pt x="10736" y="14450"/>
                </a:lnTo>
                <a:lnTo>
                  <a:pt x="10514" y="14692"/>
                </a:lnTo>
                <a:lnTo>
                  <a:pt x="10272" y="14934"/>
                </a:lnTo>
                <a:lnTo>
                  <a:pt x="9989" y="15136"/>
                </a:lnTo>
                <a:lnTo>
                  <a:pt x="9707" y="15338"/>
                </a:lnTo>
                <a:lnTo>
                  <a:pt x="9424" y="15519"/>
                </a:lnTo>
                <a:lnTo>
                  <a:pt x="9121" y="15681"/>
                </a:lnTo>
                <a:lnTo>
                  <a:pt x="8516" y="16004"/>
                </a:lnTo>
                <a:lnTo>
                  <a:pt x="8274" y="16145"/>
                </a:lnTo>
                <a:lnTo>
                  <a:pt x="7668" y="16447"/>
                </a:lnTo>
                <a:lnTo>
                  <a:pt x="7083" y="16791"/>
                </a:lnTo>
                <a:lnTo>
                  <a:pt x="6478" y="17134"/>
                </a:lnTo>
                <a:lnTo>
                  <a:pt x="5913" y="17497"/>
                </a:lnTo>
                <a:lnTo>
                  <a:pt x="5328" y="17860"/>
                </a:lnTo>
                <a:lnTo>
                  <a:pt x="4763" y="18223"/>
                </a:lnTo>
                <a:lnTo>
                  <a:pt x="4198" y="18607"/>
                </a:lnTo>
                <a:lnTo>
                  <a:pt x="3653" y="19010"/>
                </a:lnTo>
                <a:lnTo>
                  <a:pt x="2866" y="19596"/>
                </a:lnTo>
                <a:lnTo>
                  <a:pt x="2502" y="19918"/>
                </a:lnTo>
                <a:lnTo>
                  <a:pt x="2139" y="20241"/>
                </a:lnTo>
                <a:lnTo>
                  <a:pt x="1776" y="20584"/>
                </a:lnTo>
                <a:lnTo>
                  <a:pt x="1453" y="20948"/>
                </a:lnTo>
                <a:lnTo>
                  <a:pt x="1150" y="21331"/>
                </a:lnTo>
                <a:lnTo>
                  <a:pt x="868" y="21755"/>
                </a:lnTo>
                <a:lnTo>
                  <a:pt x="727" y="21997"/>
                </a:lnTo>
                <a:lnTo>
                  <a:pt x="585" y="22259"/>
                </a:lnTo>
                <a:lnTo>
                  <a:pt x="464" y="22542"/>
                </a:lnTo>
                <a:lnTo>
                  <a:pt x="363" y="22804"/>
                </a:lnTo>
                <a:lnTo>
                  <a:pt x="262" y="23087"/>
                </a:lnTo>
                <a:lnTo>
                  <a:pt x="182" y="23369"/>
                </a:lnTo>
                <a:lnTo>
                  <a:pt x="121" y="23652"/>
                </a:lnTo>
                <a:lnTo>
                  <a:pt x="61" y="23934"/>
                </a:lnTo>
                <a:lnTo>
                  <a:pt x="20" y="24217"/>
                </a:lnTo>
                <a:lnTo>
                  <a:pt x="0" y="24520"/>
                </a:lnTo>
                <a:lnTo>
                  <a:pt x="0" y="24802"/>
                </a:lnTo>
                <a:lnTo>
                  <a:pt x="0" y="25105"/>
                </a:lnTo>
                <a:lnTo>
                  <a:pt x="20" y="25387"/>
                </a:lnTo>
                <a:lnTo>
                  <a:pt x="61" y="25690"/>
                </a:lnTo>
                <a:lnTo>
                  <a:pt x="101" y="25972"/>
                </a:lnTo>
                <a:lnTo>
                  <a:pt x="161" y="26255"/>
                </a:lnTo>
                <a:lnTo>
                  <a:pt x="283" y="26699"/>
                </a:lnTo>
                <a:lnTo>
                  <a:pt x="444" y="27103"/>
                </a:lnTo>
                <a:lnTo>
                  <a:pt x="646" y="27486"/>
                </a:lnTo>
                <a:lnTo>
                  <a:pt x="848" y="27849"/>
                </a:lnTo>
                <a:lnTo>
                  <a:pt x="1110" y="28172"/>
                </a:lnTo>
                <a:lnTo>
                  <a:pt x="1372" y="28475"/>
                </a:lnTo>
                <a:lnTo>
                  <a:pt x="1675" y="28737"/>
                </a:lnTo>
                <a:lnTo>
                  <a:pt x="1978" y="28959"/>
                </a:lnTo>
                <a:lnTo>
                  <a:pt x="2220" y="29100"/>
                </a:lnTo>
                <a:lnTo>
                  <a:pt x="2462" y="29221"/>
                </a:lnTo>
                <a:lnTo>
                  <a:pt x="2704" y="29302"/>
                </a:lnTo>
                <a:lnTo>
                  <a:pt x="2967" y="29383"/>
                </a:lnTo>
                <a:lnTo>
                  <a:pt x="3209" y="29443"/>
                </a:lnTo>
                <a:lnTo>
                  <a:pt x="3471" y="29484"/>
                </a:lnTo>
                <a:lnTo>
                  <a:pt x="3733" y="29504"/>
                </a:lnTo>
                <a:lnTo>
                  <a:pt x="3996" y="29524"/>
                </a:lnTo>
                <a:lnTo>
                  <a:pt x="4460" y="29484"/>
                </a:lnTo>
                <a:lnTo>
                  <a:pt x="4904" y="29423"/>
                </a:lnTo>
                <a:lnTo>
                  <a:pt x="5368" y="29322"/>
                </a:lnTo>
                <a:lnTo>
                  <a:pt x="5812" y="29181"/>
                </a:lnTo>
                <a:lnTo>
                  <a:pt x="6236" y="29020"/>
                </a:lnTo>
                <a:lnTo>
                  <a:pt x="6639" y="28838"/>
                </a:lnTo>
                <a:lnTo>
                  <a:pt x="7003" y="28636"/>
                </a:lnTo>
                <a:lnTo>
                  <a:pt x="7366" y="28414"/>
                </a:lnTo>
                <a:lnTo>
                  <a:pt x="7729" y="28152"/>
                </a:lnTo>
                <a:lnTo>
                  <a:pt x="8072" y="27890"/>
                </a:lnTo>
                <a:lnTo>
                  <a:pt x="8415" y="27587"/>
                </a:lnTo>
                <a:lnTo>
                  <a:pt x="8738" y="27304"/>
                </a:lnTo>
                <a:lnTo>
                  <a:pt x="9384" y="26699"/>
                </a:lnTo>
                <a:lnTo>
                  <a:pt x="9989" y="26073"/>
                </a:lnTo>
                <a:lnTo>
                  <a:pt x="10756" y="25307"/>
                </a:lnTo>
                <a:lnTo>
                  <a:pt x="11139" y="24943"/>
                </a:lnTo>
                <a:lnTo>
                  <a:pt x="11543" y="24580"/>
                </a:lnTo>
                <a:lnTo>
                  <a:pt x="12108" y="24116"/>
                </a:lnTo>
                <a:lnTo>
                  <a:pt x="12693" y="23672"/>
                </a:lnTo>
                <a:lnTo>
                  <a:pt x="13299" y="23248"/>
                </a:lnTo>
                <a:lnTo>
                  <a:pt x="13985" y="22824"/>
                </a:lnTo>
                <a:lnTo>
                  <a:pt x="14691" y="22401"/>
                </a:lnTo>
                <a:lnTo>
                  <a:pt x="15458" y="21997"/>
                </a:lnTo>
                <a:lnTo>
                  <a:pt x="16285" y="21593"/>
                </a:lnTo>
                <a:lnTo>
                  <a:pt x="17173" y="21170"/>
                </a:lnTo>
                <a:lnTo>
                  <a:pt x="17758" y="20907"/>
                </a:lnTo>
                <a:lnTo>
                  <a:pt x="18505" y="20584"/>
                </a:lnTo>
                <a:lnTo>
                  <a:pt x="19252" y="20241"/>
                </a:lnTo>
                <a:lnTo>
                  <a:pt x="19958" y="19878"/>
                </a:lnTo>
                <a:lnTo>
                  <a:pt x="20321" y="19696"/>
                </a:lnTo>
                <a:lnTo>
                  <a:pt x="20664" y="19495"/>
                </a:lnTo>
                <a:lnTo>
                  <a:pt x="20987" y="19273"/>
                </a:lnTo>
                <a:lnTo>
                  <a:pt x="21330" y="19051"/>
                </a:lnTo>
                <a:lnTo>
                  <a:pt x="21633" y="18809"/>
                </a:lnTo>
                <a:lnTo>
                  <a:pt x="21936" y="18566"/>
                </a:lnTo>
                <a:lnTo>
                  <a:pt x="22218" y="18304"/>
                </a:lnTo>
                <a:lnTo>
                  <a:pt x="22501" y="18022"/>
                </a:lnTo>
                <a:lnTo>
                  <a:pt x="22743" y="17719"/>
                </a:lnTo>
                <a:lnTo>
                  <a:pt x="22985" y="17396"/>
                </a:lnTo>
                <a:lnTo>
                  <a:pt x="23227" y="17013"/>
                </a:lnTo>
                <a:lnTo>
                  <a:pt x="23449" y="16589"/>
                </a:lnTo>
                <a:lnTo>
                  <a:pt x="23631" y="16185"/>
                </a:lnTo>
                <a:lnTo>
                  <a:pt x="23792" y="15761"/>
                </a:lnTo>
                <a:lnTo>
                  <a:pt x="23954" y="15317"/>
                </a:lnTo>
                <a:lnTo>
                  <a:pt x="24075" y="14873"/>
                </a:lnTo>
                <a:lnTo>
                  <a:pt x="24297" y="14006"/>
                </a:lnTo>
                <a:lnTo>
                  <a:pt x="24478" y="13198"/>
                </a:lnTo>
                <a:lnTo>
                  <a:pt x="24620" y="12432"/>
                </a:lnTo>
                <a:lnTo>
                  <a:pt x="24741" y="11685"/>
                </a:lnTo>
                <a:lnTo>
                  <a:pt x="24842" y="10938"/>
                </a:lnTo>
                <a:lnTo>
                  <a:pt x="24902" y="10232"/>
                </a:lnTo>
                <a:lnTo>
                  <a:pt x="24943" y="9546"/>
                </a:lnTo>
                <a:lnTo>
                  <a:pt x="24963" y="8880"/>
                </a:lnTo>
                <a:lnTo>
                  <a:pt x="24963" y="8214"/>
                </a:lnTo>
                <a:lnTo>
                  <a:pt x="24922" y="7447"/>
                </a:lnTo>
                <a:lnTo>
                  <a:pt x="24842" y="6721"/>
                </a:lnTo>
                <a:lnTo>
                  <a:pt x="24741" y="6014"/>
                </a:lnTo>
                <a:lnTo>
                  <a:pt x="24579" y="5348"/>
                </a:lnTo>
                <a:lnTo>
                  <a:pt x="24398" y="4703"/>
                </a:lnTo>
                <a:lnTo>
                  <a:pt x="24156" y="4097"/>
                </a:lnTo>
                <a:lnTo>
                  <a:pt x="23893" y="3532"/>
                </a:lnTo>
                <a:lnTo>
                  <a:pt x="23752" y="3250"/>
                </a:lnTo>
                <a:lnTo>
                  <a:pt x="23591" y="2987"/>
                </a:lnTo>
                <a:lnTo>
                  <a:pt x="23389" y="2685"/>
                </a:lnTo>
                <a:lnTo>
                  <a:pt x="23187" y="2382"/>
                </a:lnTo>
                <a:lnTo>
                  <a:pt x="22965" y="2099"/>
                </a:lnTo>
                <a:lnTo>
                  <a:pt x="22723" y="1837"/>
                </a:lnTo>
                <a:lnTo>
                  <a:pt x="22460" y="1595"/>
                </a:lnTo>
                <a:lnTo>
                  <a:pt x="22218" y="1353"/>
                </a:lnTo>
                <a:lnTo>
                  <a:pt x="21936" y="1151"/>
                </a:lnTo>
                <a:lnTo>
                  <a:pt x="21653" y="949"/>
                </a:lnTo>
                <a:lnTo>
                  <a:pt x="21371" y="768"/>
                </a:lnTo>
                <a:lnTo>
                  <a:pt x="21088" y="606"/>
                </a:lnTo>
                <a:lnTo>
                  <a:pt x="20785" y="445"/>
                </a:lnTo>
                <a:lnTo>
                  <a:pt x="20483" y="324"/>
                </a:lnTo>
                <a:lnTo>
                  <a:pt x="20160" y="223"/>
                </a:lnTo>
                <a:lnTo>
                  <a:pt x="19857" y="142"/>
                </a:lnTo>
                <a:lnTo>
                  <a:pt x="19534" y="61"/>
                </a:lnTo>
                <a:lnTo>
                  <a:pt x="19211" y="21"/>
                </a:lnTo>
                <a:lnTo>
                  <a:pt x="18929" y="1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45" name="Google Shape;1045;p14"/>
          <p:cNvSpPr/>
          <p:nvPr/>
        </p:nvSpPr>
        <p:spPr>
          <a:xfrm flipH="1">
            <a:off x="1719262" y="4158345"/>
            <a:ext cx="653335" cy="572101"/>
          </a:xfrm>
          <a:custGeom>
            <a:rect b="b" l="l" r="r" t="t"/>
            <a:pathLst>
              <a:path extrusionOk="0" h="10233" w="11686">
                <a:moveTo>
                  <a:pt x="10817" y="82"/>
                </a:moveTo>
                <a:lnTo>
                  <a:pt x="10918" y="102"/>
                </a:lnTo>
                <a:lnTo>
                  <a:pt x="10979" y="142"/>
                </a:lnTo>
                <a:lnTo>
                  <a:pt x="11039" y="182"/>
                </a:lnTo>
                <a:lnTo>
                  <a:pt x="11120" y="303"/>
                </a:lnTo>
                <a:lnTo>
                  <a:pt x="11201" y="445"/>
                </a:lnTo>
                <a:lnTo>
                  <a:pt x="11241" y="586"/>
                </a:lnTo>
                <a:lnTo>
                  <a:pt x="11382" y="1191"/>
                </a:lnTo>
                <a:lnTo>
                  <a:pt x="11504" y="1797"/>
                </a:lnTo>
                <a:lnTo>
                  <a:pt x="11564" y="2422"/>
                </a:lnTo>
                <a:lnTo>
                  <a:pt x="11604" y="3028"/>
                </a:lnTo>
                <a:lnTo>
                  <a:pt x="11584" y="3653"/>
                </a:lnTo>
                <a:lnTo>
                  <a:pt x="11544" y="4259"/>
                </a:lnTo>
                <a:lnTo>
                  <a:pt x="11463" y="4884"/>
                </a:lnTo>
                <a:lnTo>
                  <a:pt x="11342" y="5490"/>
                </a:lnTo>
                <a:lnTo>
                  <a:pt x="11241" y="5853"/>
                </a:lnTo>
                <a:lnTo>
                  <a:pt x="11140" y="6176"/>
                </a:lnTo>
                <a:lnTo>
                  <a:pt x="11019" y="6499"/>
                </a:lnTo>
                <a:lnTo>
                  <a:pt x="10878" y="6781"/>
                </a:lnTo>
                <a:lnTo>
                  <a:pt x="10737" y="7044"/>
                </a:lnTo>
                <a:lnTo>
                  <a:pt x="10575" y="7286"/>
                </a:lnTo>
                <a:lnTo>
                  <a:pt x="10414" y="7488"/>
                </a:lnTo>
                <a:lnTo>
                  <a:pt x="10212" y="7669"/>
                </a:lnTo>
                <a:lnTo>
                  <a:pt x="10030" y="7831"/>
                </a:lnTo>
                <a:lnTo>
                  <a:pt x="9849" y="7972"/>
                </a:lnTo>
                <a:lnTo>
                  <a:pt x="9647" y="8093"/>
                </a:lnTo>
                <a:lnTo>
                  <a:pt x="9425" y="8194"/>
                </a:lnTo>
                <a:lnTo>
                  <a:pt x="9001" y="8396"/>
                </a:lnTo>
                <a:lnTo>
                  <a:pt x="8557" y="8557"/>
                </a:lnTo>
                <a:lnTo>
                  <a:pt x="7730" y="8840"/>
                </a:lnTo>
                <a:lnTo>
                  <a:pt x="6862" y="9142"/>
                </a:lnTo>
                <a:lnTo>
                  <a:pt x="5974" y="9405"/>
                </a:lnTo>
                <a:lnTo>
                  <a:pt x="5066" y="9647"/>
                </a:lnTo>
                <a:lnTo>
                  <a:pt x="4158" y="9849"/>
                </a:lnTo>
                <a:lnTo>
                  <a:pt x="3714" y="9950"/>
                </a:lnTo>
                <a:lnTo>
                  <a:pt x="3270" y="10010"/>
                </a:lnTo>
                <a:lnTo>
                  <a:pt x="2806" y="10071"/>
                </a:lnTo>
                <a:lnTo>
                  <a:pt x="2362" y="10111"/>
                </a:lnTo>
                <a:lnTo>
                  <a:pt x="1918" y="10151"/>
                </a:lnTo>
                <a:lnTo>
                  <a:pt x="1252" y="10151"/>
                </a:lnTo>
                <a:lnTo>
                  <a:pt x="1070" y="10131"/>
                </a:lnTo>
                <a:lnTo>
                  <a:pt x="889" y="10071"/>
                </a:lnTo>
                <a:lnTo>
                  <a:pt x="707" y="10010"/>
                </a:lnTo>
                <a:lnTo>
                  <a:pt x="566" y="9950"/>
                </a:lnTo>
                <a:lnTo>
                  <a:pt x="425" y="9849"/>
                </a:lnTo>
                <a:lnTo>
                  <a:pt x="324" y="9748"/>
                </a:lnTo>
                <a:lnTo>
                  <a:pt x="223" y="9627"/>
                </a:lnTo>
                <a:lnTo>
                  <a:pt x="162" y="9526"/>
                </a:lnTo>
                <a:lnTo>
                  <a:pt x="122" y="9405"/>
                </a:lnTo>
                <a:lnTo>
                  <a:pt x="102" y="9284"/>
                </a:lnTo>
                <a:lnTo>
                  <a:pt x="82" y="9163"/>
                </a:lnTo>
                <a:lnTo>
                  <a:pt x="102" y="9021"/>
                </a:lnTo>
                <a:lnTo>
                  <a:pt x="122" y="8880"/>
                </a:lnTo>
                <a:lnTo>
                  <a:pt x="162" y="8739"/>
                </a:lnTo>
                <a:lnTo>
                  <a:pt x="223" y="8577"/>
                </a:lnTo>
                <a:lnTo>
                  <a:pt x="324" y="8416"/>
                </a:lnTo>
                <a:lnTo>
                  <a:pt x="425" y="8234"/>
                </a:lnTo>
                <a:lnTo>
                  <a:pt x="546" y="8073"/>
                </a:lnTo>
                <a:lnTo>
                  <a:pt x="667" y="7911"/>
                </a:lnTo>
                <a:lnTo>
                  <a:pt x="970" y="7589"/>
                </a:lnTo>
                <a:lnTo>
                  <a:pt x="1292" y="7306"/>
                </a:lnTo>
                <a:lnTo>
                  <a:pt x="1615" y="7064"/>
                </a:lnTo>
                <a:lnTo>
                  <a:pt x="1979" y="6822"/>
                </a:lnTo>
                <a:lnTo>
                  <a:pt x="2322" y="6620"/>
                </a:lnTo>
                <a:lnTo>
                  <a:pt x="2645" y="6438"/>
                </a:lnTo>
                <a:lnTo>
                  <a:pt x="3008" y="6257"/>
                </a:lnTo>
                <a:lnTo>
                  <a:pt x="3391" y="6075"/>
                </a:lnTo>
                <a:lnTo>
                  <a:pt x="4138" y="5752"/>
                </a:lnTo>
                <a:lnTo>
                  <a:pt x="5107" y="5328"/>
                </a:lnTo>
                <a:lnTo>
                  <a:pt x="5591" y="5086"/>
                </a:lnTo>
                <a:lnTo>
                  <a:pt x="6055" y="4824"/>
                </a:lnTo>
                <a:lnTo>
                  <a:pt x="6459" y="4582"/>
                </a:lnTo>
                <a:lnTo>
                  <a:pt x="6822" y="4319"/>
                </a:lnTo>
                <a:lnTo>
                  <a:pt x="7185" y="4017"/>
                </a:lnTo>
                <a:lnTo>
                  <a:pt x="7528" y="3714"/>
                </a:lnTo>
                <a:lnTo>
                  <a:pt x="7851" y="3391"/>
                </a:lnTo>
                <a:lnTo>
                  <a:pt x="8174" y="3048"/>
                </a:lnTo>
                <a:lnTo>
                  <a:pt x="8456" y="2685"/>
                </a:lnTo>
                <a:lnTo>
                  <a:pt x="8719" y="2301"/>
                </a:lnTo>
                <a:lnTo>
                  <a:pt x="9021" y="1817"/>
                </a:lnTo>
                <a:lnTo>
                  <a:pt x="9324" y="1353"/>
                </a:lnTo>
                <a:lnTo>
                  <a:pt x="9465" y="1131"/>
                </a:lnTo>
                <a:lnTo>
                  <a:pt x="9647" y="909"/>
                </a:lnTo>
                <a:lnTo>
                  <a:pt x="9808" y="707"/>
                </a:lnTo>
                <a:lnTo>
                  <a:pt x="10010" y="525"/>
                </a:lnTo>
                <a:lnTo>
                  <a:pt x="10212" y="344"/>
                </a:lnTo>
                <a:lnTo>
                  <a:pt x="10434" y="203"/>
                </a:lnTo>
                <a:lnTo>
                  <a:pt x="10575" y="122"/>
                </a:lnTo>
                <a:lnTo>
                  <a:pt x="10696" y="102"/>
                </a:lnTo>
                <a:lnTo>
                  <a:pt x="10817" y="82"/>
                </a:lnTo>
                <a:close/>
                <a:moveTo>
                  <a:pt x="10838" y="1"/>
                </a:moveTo>
                <a:lnTo>
                  <a:pt x="10696" y="21"/>
                </a:lnTo>
                <a:lnTo>
                  <a:pt x="10555" y="61"/>
                </a:lnTo>
                <a:lnTo>
                  <a:pt x="10394" y="122"/>
                </a:lnTo>
                <a:lnTo>
                  <a:pt x="10152" y="283"/>
                </a:lnTo>
                <a:lnTo>
                  <a:pt x="9950" y="445"/>
                </a:lnTo>
                <a:lnTo>
                  <a:pt x="9748" y="647"/>
                </a:lnTo>
                <a:lnTo>
                  <a:pt x="9586" y="848"/>
                </a:lnTo>
                <a:lnTo>
                  <a:pt x="9405" y="1070"/>
                </a:lnTo>
                <a:lnTo>
                  <a:pt x="9264" y="1312"/>
                </a:lnTo>
                <a:lnTo>
                  <a:pt x="8961" y="1777"/>
                </a:lnTo>
                <a:lnTo>
                  <a:pt x="8658" y="2261"/>
                </a:lnTo>
                <a:lnTo>
                  <a:pt x="8396" y="2624"/>
                </a:lnTo>
                <a:lnTo>
                  <a:pt x="8113" y="2987"/>
                </a:lnTo>
                <a:lnTo>
                  <a:pt x="7790" y="3331"/>
                </a:lnTo>
                <a:lnTo>
                  <a:pt x="7468" y="3653"/>
                </a:lnTo>
                <a:lnTo>
                  <a:pt x="7145" y="3956"/>
                </a:lnTo>
                <a:lnTo>
                  <a:pt x="6781" y="4239"/>
                </a:lnTo>
                <a:lnTo>
                  <a:pt x="6398" y="4521"/>
                </a:lnTo>
                <a:lnTo>
                  <a:pt x="6015" y="4763"/>
                </a:lnTo>
                <a:lnTo>
                  <a:pt x="5550" y="5026"/>
                </a:lnTo>
                <a:lnTo>
                  <a:pt x="5066" y="5248"/>
                </a:lnTo>
                <a:lnTo>
                  <a:pt x="4097" y="5692"/>
                </a:lnTo>
                <a:lnTo>
                  <a:pt x="3351" y="6014"/>
                </a:lnTo>
                <a:lnTo>
                  <a:pt x="2988" y="6176"/>
                </a:lnTo>
                <a:lnTo>
                  <a:pt x="2604" y="6358"/>
                </a:lnTo>
                <a:lnTo>
                  <a:pt x="2281" y="6539"/>
                </a:lnTo>
                <a:lnTo>
                  <a:pt x="1918" y="6761"/>
                </a:lnTo>
                <a:lnTo>
                  <a:pt x="1575" y="7003"/>
                </a:lnTo>
                <a:lnTo>
                  <a:pt x="1232" y="7266"/>
                </a:lnTo>
                <a:lnTo>
                  <a:pt x="909" y="7548"/>
                </a:lnTo>
                <a:lnTo>
                  <a:pt x="606" y="7851"/>
                </a:lnTo>
                <a:lnTo>
                  <a:pt x="485" y="8012"/>
                </a:lnTo>
                <a:lnTo>
                  <a:pt x="364" y="8194"/>
                </a:lnTo>
                <a:lnTo>
                  <a:pt x="243" y="8376"/>
                </a:lnTo>
                <a:lnTo>
                  <a:pt x="162" y="8557"/>
                </a:lnTo>
                <a:lnTo>
                  <a:pt x="102" y="8719"/>
                </a:lnTo>
                <a:lnTo>
                  <a:pt x="41" y="8860"/>
                </a:lnTo>
                <a:lnTo>
                  <a:pt x="21" y="9021"/>
                </a:lnTo>
                <a:lnTo>
                  <a:pt x="1" y="9163"/>
                </a:lnTo>
                <a:lnTo>
                  <a:pt x="21" y="9304"/>
                </a:lnTo>
                <a:lnTo>
                  <a:pt x="41" y="9425"/>
                </a:lnTo>
                <a:lnTo>
                  <a:pt x="102" y="9546"/>
                </a:lnTo>
                <a:lnTo>
                  <a:pt x="162" y="9667"/>
                </a:lnTo>
                <a:lnTo>
                  <a:pt x="263" y="9808"/>
                </a:lnTo>
                <a:lnTo>
                  <a:pt x="384" y="9909"/>
                </a:lnTo>
                <a:lnTo>
                  <a:pt x="526" y="10010"/>
                </a:lnTo>
                <a:lnTo>
                  <a:pt x="687" y="10091"/>
                </a:lnTo>
                <a:lnTo>
                  <a:pt x="849" y="10151"/>
                </a:lnTo>
                <a:lnTo>
                  <a:pt x="1050" y="10192"/>
                </a:lnTo>
                <a:lnTo>
                  <a:pt x="1252" y="10232"/>
                </a:lnTo>
                <a:lnTo>
                  <a:pt x="1918" y="10232"/>
                </a:lnTo>
                <a:lnTo>
                  <a:pt x="2362" y="10192"/>
                </a:lnTo>
                <a:lnTo>
                  <a:pt x="2826" y="10151"/>
                </a:lnTo>
                <a:lnTo>
                  <a:pt x="3270" y="10091"/>
                </a:lnTo>
                <a:lnTo>
                  <a:pt x="3734" y="10030"/>
                </a:lnTo>
                <a:lnTo>
                  <a:pt x="4178" y="9929"/>
                </a:lnTo>
                <a:lnTo>
                  <a:pt x="5086" y="9728"/>
                </a:lnTo>
                <a:lnTo>
                  <a:pt x="5994" y="9485"/>
                </a:lnTo>
                <a:lnTo>
                  <a:pt x="6882" y="9223"/>
                </a:lnTo>
                <a:lnTo>
                  <a:pt x="7750" y="8920"/>
                </a:lnTo>
                <a:lnTo>
                  <a:pt x="8577" y="8638"/>
                </a:lnTo>
                <a:lnTo>
                  <a:pt x="9021" y="8456"/>
                </a:lnTo>
                <a:lnTo>
                  <a:pt x="9465" y="8275"/>
                </a:lnTo>
                <a:lnTo>
                  <a:pt x="9687" y="8154"/>
                </a:lnTo>
                <a:lnTo>
                  <a:pt x="9889" y="8032"/>
                </a:lnTo>
                <a:lnTo>
                  <a:pt x="10091" y="7891"/>
                </a:lnTo>
                <a:lnTo>
                  <a:pt x="10273" y="7730"/>
                </a:lnTo>
                <a:lnTo>
                  <a:pt x="10474" y="7548"/>
                </a:lnTo>
                <a:lnTo>
                  <a:pt x="10636" y="7326"/>
                </a:lnTo>
                <a:lnTo>
                  <a:pt x="10817" y="7084"/>
                </a:lnTo>
                <a:lnTo>
                  <a:pt x="10959" y="6822"/>
                </a:lnTo>
                <a:lnTo>
                  <a:pt x="11100" y="6539"/>
                </a:lnTo>
                <a:lnTo>
                  <a:pt x="11221" y="6216"/>
                </a:lnTo>
                <a:lnTo>
                  <a:pt x="11322" y="5873"/>
                </a:lnTo>
                <a:lnTo>
                  <a:pt x="11423" y="5510"/>
                </a:lnTo>
                <a:lnTo>
                  <a:pt x="11544" y="4884"/>
                </a:lnTo>
                <a:lnTo>
                  <a:pt x="11625" y="4279"/>
                </a:lnTo>
                <a:lnTo>
                  <a:pt x="11665" y="3653"/>
                </a:lnTo>
                <a:lnTo>
                  <a:pt x="11685" y="3028"/>
                </a:lnTo>
                <a:lnTo>
                  <a:pt x="11645" y="2402"/>
                </a:lnTo>
                <a:lnTo>
                  <a:pt x="11584" y="1797"/>
                </a:lnTo>
                <a:lnTo>
                  <a:pt x="11463" y="1171"/>
                </a:lnTo>
                <a:lnTo>
                  <a:pt x="11322" y="566"/>
                </a:lnTo>
                <a:lnTo>
                  <a:pt x="11261" y="404"/>
                </a:lnTo>
                <a:lnTo>
                  <a:pt x="11201" y="263"/>
                </a:lnTo>
                <a:lnTo>
                  <a:pt x="11140" y="182"/>
                </a:lnTo>
                <a:lnTo>
                  <a:pt x="11100" y="122"/>
                </a:lnTo>
                <a:lnTo>
                  <a:pt x="11019" y="82"/>
                </a:lnTo>
                <a:lnTo>
                  <a:pt x="10959" y="41"/>
                </a:lnTo>
                <a:lnTo>
                  <a:pt x="10838" y="1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46" name="Google Shape;1046;p14"/>
          <p:cNvSpPr/>
          <p:nvPr/>
        </p:nvSpPr>
        <p:spPr>
          <a:xfrm flipH="1">
            <a:off x="807959" y="4127384"/>
            <a:ext cx="1193681" cy="1427263"/>
          </a:xfrm>
          <a:custGeom>
            <a:rect b="b" l="l" r="r" t="t"/>
            <a:pathLst>
              <a:path extrusionOk="0" h="25529" w="21351">
                <a:moveTo>
                  <a:pt x="16709" y="81"/>
                </a:moveTo>
                <a:lnTo>
                  <a:pt x="17052" y="122"/>
                </a:lnTo>
                <a:lnTo>
                  <a:pt x="17416" y="202"/>
                </a:lnTo>
                <a:lnTo>
                  <a:pt x="17759" y="303"/>
                </a:lnTo>
                <a:lnTo>
                  <a:pt x="18102" y="424"/>
                </a:lnTo>
                <a:lnTo>
                  <a:pt x="18445" y="586"/>
                </a:lnTo>
                <a:lnTo>
                  <a:pt x="18788" y="788"/>
                </a:lnTo>
                <a:lnTo>
                  <a:pt x="19111" y="1010"/>
                </a:lnTo>
                <a:lnTo>
                  <a:pt x="19434" y="1272"/>
                </a:lnTo>
                <a:lnTo>
                  <a:pt x="19736" y="1575"/>
                </a:lnTo>
                <a:lnTo>
                  <a:pt x="19999" y="1897"/>
                </a:lnTo>
                <a:lnTo>
                  <a:pt x="20261" y="2261"/>
                </a:lnTo>
                <a:lnTo>
                  <a:pt x="20483" y="2644"/>
                </a:lnTo>
                <a:lnTo>
                  <a:pt x="20644" y="2947"/>
                </a:lnTo>
                <a:lnTo>
                  <a:pt x="20766" y="3250"/>
                </a:lnTo>
                <a:lnTo>
                  <a:pt x="20887" y="3572"/>
                </a:lnTo>
                <a:lnTo>
                  <a:pt x="20987" y="3895"/>
                </a:lnTo>
                <a:lnTo>
                  <a:pt x="21068" y="4238"/>
                </a:lnTo>
                <a:lnTo>
                  <a:pt x="21149" y="4581"/>
                </a:lnTo>
                <a:lnTo>
                  <a:pt x="21209" y="4945"/>
                </a:lnTo>
                <a:lnTo>
                  <a:pt x="21250" y="5308"/>
                </a:lnTo>
                <a:lnTo>
                  <a:pt x="21270" y="5691"/>
                </a:lnTo>
                <a:lnTo>
                  <a:pt x="21270" y="6075"/>
                </a:lnTo>
                <a:lnTo>
                  <a:pt x="21270" y="6478"/>
                </a:lnTo>
                <a:lnTo>
                  <a:pt x="21250" y="6882"/>
                </a:lnTo>
                <a:lnTo>
                  <a:pt x="21230" y="7306"/>
                </a:lnTo>
                <a:lnTo>
                  <a:pt x="21169" y="7750"/>
                </a:lnTo>
                <a:lnTo>
                  <a:pt x="21109" y="8194"/>
                </a:lnTo>
                <a:lnTo>
                  <a:pt x="21028" y="8658"/>
                </a:lnTo>
                <a:lnTo>
                  <a:pt x="20947" y="9122"/>
                </a:lnTo>
                <a:lnTo>
                  <a:pt x="20846" y="9586"/>
                </a:lnTo>
                <a:lnTo>
                  <a:pt x="20725" y="10010"/>
                </a:lnTo>
                <a:lnTo>
                  <a:pt x="20604" y="10434"/>
                </a:lnTo>
                <a:lnTo>
                  <a:pt x="20483" y="10857"/>
                </a:lnTo>
                <a:lnTo>
                  <a:pt x="20342" y="11261"/>
                </a:lnTo>
                <a:lnTo>
                  <a:pt x="20180" y="11644"/>
                </a:lnTo>
                <a:lnTo>
                  <a:pt x="20019" y="12008"/>
                </a:lnTo>
                <a:lnTo>
                  <a:pt x="19857" y="12371"/>
                </a:lnTo>
                <a:lnTo>
                  <a:pt x="19676" y="12714"/>
                </a:lnTo>
                <a:lnTo>
                  <a:pt x="19474" y="13037"/>
                </a:lnTo>
                <a:lnTo>
                  <a:pt x="19272" y="13340"/>
                </a:lnTo>
                <a:lnTo>
                  <a:pt x="19070" y="13642"/>
                </a:lnTo>
                <a:lnTo>
                  <a:pt x="18848" y="13945"/>
                </a:lnTo>
                <a:lnTo>
                  <a:pt x="18606" y="14207"/>
                </a:lnTo>
                <a:lnTo>
                  <a:pt x="18364" y="14470"/>
                </a:lnTo>
                <a:lnTo>
                  <a:pt x="18142" y="14692"/>
                </a:lnTo>
                <a:lnTo>
                  <a:pt x="17920" y="14893"/>
                </a:lnTo>
                <a:lnTo>
                  <a:pt x="17436" y="15297"/>
                </a:lnTo>
                <a:lnTo>
                  <a:pt x="16931" y="15640"/>
                </a:lnTo>
                <a:lnTo>
                  <a:pt x="16386" y="15983"/>
                </a:lnTo>
                <a:lnTo>
                  <a:pt x="15842" y="16306"/>
                </a:lnTo>
                <a:lnTo>
                  <a:pt x="15297" y="16589"/>
                </a:lnTo>
                <a:lnTo>
                  <a:pt x="14187" y="17154"/>
                </a:lnTo>
                <a:lnTo>
                  <a:pt x="13481" y="17497"/>
                </a:lnTo>
                <a:lnTo>
                  <a:pt x="12774" y="17860"/>
                </a:lnTo>
                <a:lnTo>
                  <a:pt x="12088" y="18264"/>
                </a:lnTo>
                <a:lnTo>
                  <a:pt x="11422" y="18667"/>
                </a:lnTo>
                <a:lnTo>
                  <a:pt x="10958" y="18990"/>
                </a:lnTo>
                <a:lnTo>
                  <a:pt x="10494" y="19333"/>
                </a:lnTo>
                <a:lnTo>
                  <a:pt x="10070" y="19696"/>
                </a:lnTo>
                <a:lnTo>
                  <a:pt x="9646" y="20060"/>
                </a:lnTo>
                <a:lnTo>
                  <a:pt x="8799" y="20847"/>
                </a:lnTo>
                <a:lnTo>
                  <a:pt x="7992" y="21613"/>
                </a:lnTo>
                <a:lnTo>
                  <a:pt x="7205" y="22400"/>
                </a:lnTo>
                <a:lnTo>
                  <a:pt x="6377" y="23167"/>
                </a:lnTo>
                <a:lnTo>
                  <a:pt x="5953" y="23531"/>
                </a:lnTo>
                <a:lnTo>
                  <a:pt x="5509" y="23894"/>
                </a:lnTo>
                <a:lnTo>
                  <a:pt x="5065" y="24237"/>
                </a:lnTo>
                <a:lnTo>
                  <a:pt x="4601" y="24560"/>
                </a:lnTo>
                <a:lnTo>
                  <a:pt x="4178" y="24822"/>
                </a:lnTo>
                <a:lnTo>
                  <a:pt x="3935" y="24963"/>
                </a:lnTo>
                <a:lnTo>
                  <a:pt x="3673" y="25084"/>
                </a:lnTo>
                <a:lnTo>
                  <a:pt x="3411" y="25205"/>
                </a:lnTo>
                <a:lnTo>
                  <a:pt x="3148" y="25306"/>
                </a:lnTo>
                <a:lnTo>
                  <a:pt x="2866" y="25367"/>
                </a:lnTo>
                <a:lnTo>
                  <a:pt x="2563" y="25427"/>
                </a:lnTo>
                <a:lnTo>
                  <a:pt x="2260" y="25448"/>
                </a:lnTo>
                <a:lnTo>
                  <a:pt x="1978" y="25427"/>
                </a:lnTo>
                <a:lnTo>
                  <a:pt x="1695" y="25367"/>
                </a:lnTo>
                <a:lnTo>
                  <a:pt x="1433" y="25286"/>
                </a:lnTo>
                <a:lnTo>
                  <a:pt x="1171" y="25185"/>
                </a:lnTo>
                <a:lnTo>
                  <a:pt x="949" y="25044"/>
                </a:lnTo>
                <a:lnTo>
                  <a:pt x="747" y="24883"/>
                </a:lnTo>
                <a:lnTo>
                  <a:pt x="585" y="24701"/>
                </a:lnTo>
                <a:lnTo>
                  <a:pt x="424" y="24459"/>
                </a:lnTo>
                <a:lnTo>
                  <a:pt x="303" y="24196"/>
                </a:lnTo>
                <a:lnTo>
                  <a:pt x="222" y="23894"/>
                </a:lnTo>
                <a:lnTo>
                  <a:pt x="142" y="23551"/>
                </a:lnTo>
                <a:lnTo>
                  <a:pt x="101" y="23167"/>
                </a:lnTo>
                <a:lnTo>
                  <a:pt x="81" y="22784"/>
                </a:lnTo>
                <a:lnTo>
                  <a:pt x="101" y="22421"/>
                </a:lnTo>
                <a:lnTo>
                  <a:pt x="142" y="22037"/>
                </a:lnTo>
                <a:lnTo>
                  <a:pt x="202" y="21654"/>
                </a:lnTo>
                <a:lnTo>
                  <a:pt x="303" y="21291"/>
                </a:lnTo>
                <a:lnTo>
                  <a:pt x="424" y="20947"/>
                </a:lnTo>
                <a:lnTo>
                  <a:pt x="585" y="20584"/>
                </a:lnTo>
                <a:lnTo>
                  <a:pt x="727" y="20342"/>
                </a:lnTo>
                <a:lnTo>
                  <a:pt x="868" y="20080"/>
                </a:lnTo>
                <a:lnTo>
                  <a:pt x="1029" y="19838"/>
                </a:lnTo>
                <a:lnTo>
                  <a:pt x="1211" y="19616"/>
                </a:lnTo>
                <a:lnTo>
                  <a:pt x="1393" y="19373"/>
                </a:lnTo>
                <a:lnTo>
                  <a:pt x="1574" y="19172"/>
                </a:lnTo>
                <a:lnTo>
                  <a:pt x="1978" y="18768"/>
                </a:lnTo>
                <a:lnTo>
                  <a:pt x="2402" y="18385"/>
                </a:lnTo>
                <a:lnTo>
                  <a:pt x="2825" y="18042"/>
                </a:lnTo>
                <a:lnTo>
                  <a:pt x="3249" y="17739"/>
                </a:lnTo>
                <a:lnTo>
                  <a:pt x="3673" y="17456"/>
                </a:lnTo>
                <a:lnTo>
                  <a:pt x="4561" y="16871"/>
                </a:lnTo>
                <a:lnTo>
                  <a:pt x="5489" y="16306"/>
                </a:lnTo>
                <a:lnTo>
                  <a:pt x="6438" y="15761"/>
                </a:lnTo>
                <a:lnTo>
                  <a:pt x="7366" y="15257"/>
                </a:lnTo>
                <a:lnTo>
                  <a:pt x="7568" y="15136"/>
                </a:lnTo>
                <a:lnTo>
                  <a:pt x="8153" y="14793"/>
                </a:lnTo>
                <a:lnTo>
                  <a:pt x="8758" y="14429"/>
                </a:lnTo>
                <a:lnTo>
                  <a:pt x="9041" y="14228"/>
                </a:lnTo>
                <a:lnTo>
                  <a:pt x="9323" y="14026"/>
                </a:lnTo>
                <a:lnTo>
                  <a:pt x="9606" y="13804"/>
                </a:lnTo>
                <a:lnTo>
                  <a:pt x="9868" y="13541"/>
                </a:lnTo>
                <a:lnTo>
                  <a:pt x="10070" y="13340"/>
                </a:lnTo>
                <a:lnTo>
                  <a:pt x="10232" y="13138"/>
                </a:lnTo>
                <a:lnTo>
                  <a:pt x="10393" y="12916"/>
                </a:lnTo>
                <a:lnTo>
                  <a:pt x="10534" y="12694"/>
                </a:lnTo>
                <a:lnTo>
                  <a:pt x="10675" y="12452"/>
                </a:lnTo>
                <a:lnTo>
                  <a:pt x="10797" y="12210"/>
                </a:lnTo>
                <a:lnTo>
                  <a:pt x="10897" y="11967"/>
                </a:lnTo>
                <a:lnTo>
                  <a:pt x="10978" y="11725"/>
                </a:lnTo>
                <a:lnTo>
                  <a:pt x="11140" y="11221"/>
                </a:lnTo>
                <a:lnTo>
                  <a:pt x="11261" y="10716"/>
                </a:lnTo>
                <a:lnTo>
                  <a:pt x="11362" y="10191"/>
                </a:lnTo>
                <a:lnTo>
                  <a:pt x="11463" y="9647"/>
                </a:lnTo>
                <a:lnTo>
                  <a:pt x="11563" y="8839"/>
                </a:lnTo>
                <a:lnTo>
                  <a:pt x="11664" y="8012"/>
                </a:lnTo>
                <a:lnTo>
                  <a:pt x="11846" y="6599"/>
                </a:lnTo>
                <a:lnTo>
                  <a:pt x="11947" y="5893"/>
                </a:lnTo>
                <a:lnTo>
                  <a:pt x="12088" y="5187"/>
                </a:lnTo>
                <a:lnTo>
                  <a:pt x="12209" y="4682"/>
                </a:lnTo>
                <a:lnTo>
                  <a:pt x="12330" y="4218"/>
                </a:lnTo>
                <a:lnTo>
                  <a:pt x="12472" y="3754"/>
                </a:lnTo>
                <a:lnTo>
                  <a:pt x="12633" y="3330"/>
                </a:lnTo>
                <a:lnTo>
                  <a:pt x="12794" y="2947"/>
                </a:lnTo>
                <a:lnTo>
                  <a:pt x="12976" y="2563"/>
                </a:lnTo>
                <a:lnTo>
                  <a:pt x="13158" y="2220"/>
                </a:lnTo>
                <a:lnTo>
                  <a:pt x="13359" y="1897"/>
                </a:lnTo>
                <a:lnTo>
                  <a:pt x="13561" y="1615"/>
                </a:lnTo>
                <a:lnTo>
                  <a:pt x="13803" y="1332"/>
                </a:lnTo>
                <a:lnTo>
                  <a:pt x="14025" y="1090"/>
                </a:lnTo>
                <a:lnTo>
                  <a:pt x="14288" y="868"/>
                </a:lnTo>
                <a:lnTo>
                  <a:pt x="14550" y="687"/>
                </a:lnTo>
                <a:lnTo>
                  <a:pt x="14812" y="525"/>
                </a:lnTo>
                <a:lnTo>
                  <a:pt x="15115" y="364"/>
                </a:lnTo>
                <a:lnTo>
                  <a:pt x="15418" y="263"/>
                </a:lnTo>
                <a:lnTo>
                  <a:pt x="15721" y="162"/>
                </a:lnTo>
                <a:lnTo>
                  <a:pt x="16043" y="101"/>
                </a:lnTo>
                <a:lnTo>
                  <a:pt x="16366" y="81"/>
                </a:lnTo>
                <a:close/>
                <a:moveTo>
                  <a:pt x="16467" y="1"/>
                </a:moveTo>
                <a:lnTo>
                  <a:pt x="16104" y="21"/>
                </a:lnTo>
                <a:lnTo>
                  <a:pt x="15741" y="81"/>
                </a:lnTo>
                <a:lnTo>
                  <a:pt x="15377" y="182"/>
                </a:lnTo>
                <a:lnTo>
                  <a:pt x="15075" y="303"/>
                </a:lnTo>
                <a:lnTo>
                  <a:pt x="14792" y="445"/>
                </a:lnTo>
                <a:lnTo>
                  <a:pt x="14510" y="606"/>
                </a:lnTo>
                <a:lnTo>
                  <a:pt x="14227" y="808"/>
                </a:lnTo>
                <a:lnTo>
                  <a:pt x="13985" y="1030"/>
                </a:lnTo>
                <a:lnTo>
                  <a:pt x="13743" y="1272"/>
                </a:lnTo>
                <a:lnTo>
                  <a:pt x="13501" y="1554"/>
                </a:lnTo>
                <a:lnTo>
                  <a:pt x="13299" y="1857"/>
                </a:lnTo>
                <a:lnTo>
                  <a:pt x="13097" y="2180"/>
                </a:lnTo>
                <a:lnTo>
                  <a:pt x="12895" y="2523"/>
                </a:lnTo>
                <a:lnTo>
                  <a:pt x="12714" y="2906"/>
                </a:lnTo>
                <a:lnTo>
                  <a:pt x="12552" y="3310"/>
                </a:lnTo>
                <a:lnTo>
                  <a:pt x="12391" y="3734"/>
                </a:lnTo>
                <a:lnTo>
                  <a:pt x="12250" y="4178"/>
                </a:lnTo>
                <a:lnTo>
                  <a:pt x="12128" y="4662"/>
                </a:lnTo>
                <a:lnTo>
                  <a:pt x="12007" y="5187"/>
                </a:lnTo>
                <a:lnTo>
                  <a:pt x="11886" y="5873"/>
                </a:lnTo>
                <a:lnTo>
                  <a:pt x="11765" y="6599"/>
                </a:lnTo>
                <a:lnTo>
                  <a:pt x="11584" y="7992"/>
                </a:lnTo>
                <a:lnTo>
                  <a:pt x="11483" y="8819"/>
                </a:lnTo>
                <a:lnTo>
                  <a:pt x="11382" y="9647"/>
                </a:lnTo>
                <a:lnTo>
                  <a:pt x="11281" y="10171"/>
                </a:lnTo>
                <a:lnTo>
                  <a:pt x="11180" y="10696"/>
                </a:lnTo>
                <a:lnTo>
                  <a:pt x="11059" y="11200"/>
                </a:lnTo>
                <a:lnTo>
                  <a:pt x="10918" y="11705"/>
                </a:lnTo>
                <a:lnTo>
                  <a:pt x="10817" y="11947"/>
                </a:lnTo>
                <a:lnTo>
                  <a:pt x="10716" y="12169"/>
                </a:lnTo>
                <a:lnTo>
                  <a:pt x="10595" y="12411"/>
                </a:lnTo>
                <a:lnTo>
                  <a:pt x="10474" y="12633"/>
                </a:lnTo>
                <a:lnTo>
                  <a:pt x="10332" y="12855"/>
                </a:lnTo>
                <a:lnTo>
                  <a:pt x="10171" y="13077"/>
                </a:lnTo>
                <a:lnTo>
                  <a:pt x="10010" y="13279"/>
                </a:lnTo>
                <a:lnTo>
                  <a:pt x="9808" y="13501"/>
                </a:lnTo>
                <a:lnTo>
                  <a:pt x="9545" y="13743"/>
                </a:lnTo>
                <a:lnTo>
                  <a:pt x="9283" y="13965"/>
                </a:lnTo>
                <a:lnTo>
                  <a:pt x="9001" y="14167"/>
                </a:lnTo>
                <a:lnTo>
                  <a:pt x="8718" y="14369"/>
                </a:lnTo>
                <a:lnTo>
                  <a:pt x="8113" y="14732"/>
                </a:lnTo>
                <a:lnTo>
                  <a:pt x="7527" y="15055"/>
                </a:lnTo>
                <a:lnTo>
                  <a:pt x="7326" y="15176"/>
                </a:lnTo>
                <a:lnTo>
                  <a:pt x="6397" y="15701"/>
                </a:lnTo>
                <a:lnTo>
                  <a:pt x="5449" y="16246"/>
                </a:lnTo>
                <a:lnTo>
                  <a:pt x="4521" y="16790"/>
                </a:lnTo>
                <a:lnTo>
                  <a:pt x="3612" y="17376"/>
                </a:lnTo>
                <a:lnTo>
                  <a:pt x="3209" y="17658"/>
                </a:lnTo>
                <a:lnTo>
                  <a:pt x="2765" y="17981"/>
                </a:lnTo>
                <a:lnTo>
                  <a:pt x="2341" y="18324"/>
                </a:lnTo>
                <a:lnTo>
                  <a:pt x="1917" y="18707"/>
                </a:lnTo>
                <a:lnTo>
                  <a:pt x="1514" y="19111"/>
                </a:lnTo>
                <a:lnTo>
                  <a:pt x="1312" y="19333"/>
                </a:lnTo>
                <a:lnTo>
                  <a:pt x="1130" y="19555"/>
                </a:lnTo>
                <a:lnTo>
                  <a:pt x="969" y="19797"/>
                </a:lnTo>
                <a:lnTo>
                  <a:pt x="807" y="20039"/>
                </a:lnTo>
                <a:lnTo>
                  <a:pt x="646" y="20302"/>
                </a:lnTo>
                <a:lnTo>
                  <a:pt x="505" y="20564"/>
                </a:lnTo>
                <a:lnTo>
                  <a:pt x="364" y="20907"/>
                </a:lnTo>
                <a:lnTo>
                  <a:pt x="222" y="21270"/>
                </a:lnTo>
                <a:lnTo>
                  <a:pt x="142" y="21654"/>
                </a:lnTo>
                <a:lnTo>
                  <a:pt x="61" y="22017"/>
                </a:lnTo>
                <a:lnTo>
                  <a:pt x="20" y="22400"/>
                </a:lnTo>
                <a:lnTo>
                  <a:pt x="0" y="22784"/>
                </a:lnTo>
                <a:lnTo>
                  <a:pt x="20" y="23167"/>
                </a:lnTo>
                <a:lnTo>
                  <a:pt x="61" y="23551"/>
                </a:lnTo>
                <a:lnTo>
                  <a:pt x="142" y="23914"/>
                </a:lnTo>
                <a:lnTo>
                  <a:pt x="242" y="24237"/>
                </a:lnTo>
                <a:lnTo>
                  <a:pt x="364" y="24499"/>
                </a:lnTo>
                <a:lnTo>
                  <a:pt x="505" y="24741"/>
                </a:lnTo>
                <a:lnTo>
                  <a:pt x="666" y="24923"/>
                </a:lnTo>
                <a:lnTo>
                  <a:pt x="848" y="25064"/>
                </a:lnTo>
                <a:lnTo>
                  <a:pt x="1050" y="25205"/>
                </a:lnTo>
                <a:lnTo>
                  <a:pt x="1251" y="25327"/>
                </a:lnTo>
                <a:lnTo>
                  <a:pt x="1494" y="25407"/>
                </a:lnTo>
                <a:lnTo>
                  <a:pt x="1736" y="25468"/>
                </a:lnTo>
                <a:lnTo>
                  <a:pt x="1978" y="25508"/>
                </a:lnTo>
                <a:lnTo>
                  <a:pt x="2260" y="25528"/>
                </a:lnTo>
                <a:lnTo>
                  <a:pt x="2563" y="25508"/>
                </a:lnTo>
                <a:lnTo>
                  <a:pt x="2866" y="25448"/>
                </a:lnTo>
                <a:lnTo>
                  <a:pt x="3169" y="25367"/>
                </a:lnTo>
                <a:lnTo>
                  <a:pt x="3451" y="25286"/>
                </a:lnTo>
                <a:lnTo>
                  <a:pt x="3713" y="25165"/>
                </a:lnTo>
                <a:lnTo>
                  <a:pt x="3976" y="25044"/>
                </a:lnTo>
                <a:lnTo>
                  <a:pt x="4218" y="24903"/>
                </a:lnTo>
                <a:lnTo>
                  <a:pt x="4642" y="24620"/>
                </a:lnTo>
                <a:lnTo>
                  <a:pt x="5106" y="24297"/>
                </a:lnTo>
                <a:lnTo>
                  <a:pt x="5550" y="23954"/>
                </a:lnTo>
                <a:lnTo>
                  <a:pt x="5994" y="23611"/>
                </a:lnTo>
                <a:lnTo>
                  <a:pt x="6418" y="23228"/>
                </a:lnTo>
                <a:lnTo>
                  <a:pt x="7245" y="22461"/>
                </a:lnTo>
                <a:lnTo>
                  <a:pt x="8052" y="21674"/>
                </a:lnTo>
                <a:lnTo>
                  <a:pt x="8859" y="20907"/>
                </a:lnTo>
                <a:lnTo>
                  <a:pt x="9687" y="20140"/>
                </a:lnTo>
                <a:lnTo>
                  <a:pt x="10110" y="19757"/>
                </a:lnTo>
                <a:lnTo>
                  <a:pt x="10554" y="19394"/>
                </a:lnTo>
                <a:lnTo>
                  <a:pt x="10998" y="19051"/>
                </a:lnTo>
                <a:lnTo>
                  <a:pt x="11463" y="18728"/>
                </a:lnTo>
                <a:lnTo>
                  <a:pt x="12128" y="18324"/>
                </a:lnTo>
                <a:lnTo>
                  <a:pt x="12815" y="17941"/>
                </a:lnTo>
                <a:lnTo>
                  <a:pt x="13521" y="17577"/>
                </a:lnTo>
                <a:lnTo>
                  <a:pt x="14207" y="17234"/>
                </a:lnTo>
                <a:lnTo>
                  <a:pt x="15337" y="16669"/>
                </a:lnTo>
                <a:lnTo>
                  <a:pt x="15902" y="16367"/>
                </a:lnTo>
                <a:lnTo>
                  <a:pt x="16447" y="16044"/>
                </a:lnTo>
                <a:lnTo>
                  <a:pt x="16972" y="15721"/>
                </a:lnTo>
                <a:lnTo>
                  <a:pt x="17476" y="15358"/>
                </a:lnTo>
                <a:lnTo>
                  <a:pt x="17981" y="14954"/>
                </a:lnTo>
                <a:lnTo>
                  <a:pt x="18203" y="14752"/>
                </a:lnTo>
                <a:lnTo>
                  <a:pt x="18425" y="14530"/>
                </a:lnTo>
                <a:lnTo>
                  <a:pt x="18667" y="14268"/>
                </a:lnTo>
                <a:lnTo>
                  <a:pt x="18909" y="13985"/>
                </a:lnTo>
                <a:lnTo>
                  <a:pt x="19131" y="13703"/>
                </a:lnTo>
                <a:lnTo>
                  <a:pt x="19333" y="13400"/>
                </a:lnTo>
                <a:lnTo>
                  <a:pt x="19535" y="13077"/>
                </a:lnTo>
                <a:lnTo>
                  <a:pt x="19736" y="12754"/>
                </a:lnTo>
                <a:lnTo>
                  <a:pt x="19918" y="12411"/>
                </a:lnTo>
                <a:lnTo>
                  <a:pt x="20100" y="12048"/>
                </a:lnTo>
                <a:lnTo>
                  <a:pt x="20261" y="11665"/>
                </a:lnTo>
                <a:lnTo>
                  <a:pt x="20402" y="11281"/>
                </a:lnTo>
                <a:lnTo>
                  <a:pt x="20544" y="10878"/>
                </a:lnTo>
                <a:lnTo>
                  <a:pt x="20685" y="10474"/>
                </a:lnTo>
                <a:lnTo>
                  <a:pt x="20806" y="10050"/>
                </a:lnTo>
                <a:lnTo>
                  <a:pt x="20927" y="9606"/>
                </a:lnTo>
                <a:lnTo>
                  <a:pt x="21028" y="9142"/>
                </a:lnTo>
                <a:lnTo>
                  <a:pt x="21109" y="8678"/>
                </a:lnTo>
                <a:lnTo>
                  <a:pt x="21189" y="8214"/>
                </a:lnTo>
                <a:lnTo>
                  <a:pt x="21250" y="7750"/>
                </a:lnTo>
                <a:lnTo>
                  <a:pt x="21310" y="7326"/>
                </a:lnTo>
                <a:lnTo>
                  <a:pt x="21331" y="6882"/>
                </a:lnTo>
                <a:lnTo>
                  <a:pt x="21351" y="6478"/>
                </a:lnTo>
                <a:lnTo>
                  <a:pt x="21351" y="6075"/>
                </a:lnTo>
                <a:lnTo>
                  <a:pt x="21351" y="5671"/>
                </a:lnTo>
                <a:lnTo>
                  <a:pt x="21331" y="5288"/>
                </a:lnTo>
                <a:lnTo>
                  <a:pt x="21270" y="4924"/>
                </a:lnTo>
                <a:lnTo>
                  <a:pt x="21230" y="4561"/>
                </a:lnTo>
                <a:lnTo>
                  <a:pt x="21149" y="4218"/>
                </a:lnTo>
                <a:lnTo>
                  <a:pt x="21068" y="3875"/>
                </a:lnTo>
                <a:lnTo>
                  <a:pt x="20967" y="3532"/>
                </a:lnTo>
                <a:lnTo>
                  <a:pt x="20846" y="3229"/>
                </a:lnTo>
                <a:lnTo>
                  <a:pt x="20705" y="2906"/>
                </a:lnTo>
                <a:lnTo>
                  <a:pt x="20564" y="2624"/>
                </a:lnTo>
                <a:lnTo>
                  <a:pt x="20362" y="2281"/>
                </a:lnTo>
                <a:lnTo>
                  <a:pt x="20140" y="1958"/>
                </a:lnTo>
                <a:lnTo>
                  <a:pt x="19898" y="1655"/>
                </a:lnTo>
                <a:lnTo>
                  <a:pt x="19615" y="1373"/>
                </a:lnTo>
                <a:lnTo>
                  <a:pt x="19333" y="1110"/>
                </a:lnTo>
                <a:lnTo>
                  <a:pt x="19010" y="868"/>
                </a:lnTo>
                <a:lnTo>
                  <a:pt x="18687" y="646"/>
                </a:lnTo>
                <a:lnTo>
                  <a:pt x="18344" y="465"/>
                </a:lnTo>
                <a:lnTo>
                  <a:pt x="17981" y="283"/>
                </a:lnTo>
                <a:lnTo>
                  <a:pt x="17597" y="162"/>
                </a:lnTo>
                <a:lnTo>
                  <a:pt x="17214" y="61"/>
                </a:lnTo>
                <a:lnTo>
                  <a:pt x="16851" y="21"/>
                </a:lnTo>
                <a:lnTo>
                  <a:pt x="16467" y="1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47" name="Google Shape;1047;p14"/>
          <p:cNvSpPr/>
          <p:nvPr/>
        </p:nvSpPr>
        <p:spPr>
          <a:xfrm flipH="1">
            <a:off x="967019" y="4269554"/>
            <a:ext cx="901508" cy="1104564"/>
          </a:xfrm>
          <a:custGeom>
            <a:rect b="b" l="l" r="r" t="t"/>
            <a:pathLst>
              <a:path extrusionOk="0" h="19757" w="16125">
                <a:moveTo>
                  <a:pt x="13945" y="81"/>
                </a:moveTo>
                <a:lnTo>
                  <a:pt x="14187" y="142"/>
                </a:lnTo>
                <a:lnTo>
                  <a:pt x="14449" y="222"/>
                </a:lnTo>
                <a:lnTo>
                  <a:pt x="14671" y="323"/>
                </a:lnTo>
                <a:lnTo>
                  <a:pt x="14893" y="464"/>
                </a:lnTo>
                <a:lnTo>
                  <a:pt x="15095" y="626"/>
                </a:lnTo>
                <a:lnTo>
                  <a:pt x="15277" y="807"/>
                </a:lnTo>
                <a:lnTo>
                  <a:pt x="15438" y="1009"/>
                </a:lnTo>
                <a:lnTo>
                  <a:pt x="15620" y="1332"/>
                </a:lnTo>
                <a:lnTo>
                  <a:pt x="15761" y="1655"/>
                </a:lnTo>
                <a:lnTo>
                  <a:pt x="15862" y="1998"/>
                </a:lnTo>
                <a:lnTo>
                  <a:pt x="15943" y="2341"/>
                </a:lnTo>
                <a:lnTo>
                  <a:pt x="16003" y="2704"/>
                </a:lnTo>
                <a:lnTo>
                  <a:pt x="16023" y="3068"/>
                </a:lnTo>
                <a:lnTo>
                  <a:pt x="16044" y="3431"/>
                </a:lnTo>
                <a:lnTo>
                  <a:pt x="16044" y="3814"/>
                </a:lnTo>
                <a:lnTo>
                  <a:pt x="16023" y="4319"/>
                </a:lnTo>
                <a:lnTo>
                  <a:pt x="16003" y="4803"/>
                </a:lnTo>
                <a:lnTo>
                  <a:pt x="15963" y="5287"/>
                </a:lnTo>
                <a:lnTo>
                  <a:pt x="15923" y="5731"/>
                </a:lnTo>
                <a:lnTo>
                  <a:pt x="15862" y="6175"/>
                </a:lnTo>
                <a:lnTo>
                  <a:pt x="15781" y="6599"/>
                </a:lnTo>
                <a:lnTo>
                  <a:pt x="15701" y="7003"/>
                </a:lnTo>
                <a:lnTo>
                  <a:pt x="15600" y="7386"/>
                </a:lnTo>
                <a:lnTo>
                  <a:pt x="15479" y="7749"/>
                </a:lnTo>
                <a:lnTo>
                  <a:pt x="15337" y="8113"/>
                </a:lnTo>
                <a:lnTo>
                  <a:pt x="15196" y="8436"/>
                </a:lnTo>
                <a:lnTo>
                  <a:pt x="15055" y="8758"/>
                </a:lnTo>
                <a:lnTo>
                  <a:pt x="14873" y="9081"/>
                </a:lnTo>
                <a:lnTo>
                  <a:pt x="14692" y="9364"/>
                </a:lnTo>
                <a:lnTo>
                  <a:pt x="14490" y="9646"/>
                </a:lnTo>
                <a:lnTo>
                  <a:pt x="14268" y="9909"/>
                </a:lnTo>
                <a:lnTo>
                  <a:pt x="14086" y="10131"/>
                </a:lnTo>
                <a:lnTo>
                  <a:pt x="13884" y="10332"/>
                </a:lnTo>
                <a:lnTo>
                  <a:pt x="13683" y="10514"/>
                </a:lnTo>
                <a:lnTo>
                  <a:pt x="13461" y="10716"/>
                </a:lnTo>
                <a:lnTo>
                  <a:pt x="13017" y="11059"/>
                </a:lnTo>
                <a:lnTo>
                  <a:pt x="12532" y="11362"/>
                </a:lnTo>
                <a:lnTo>
                  <a:pt x="12048" y="11664"/>
                </a:lnTo>
                <a:lnTo>
                  <a:pt x="11543" y="11947"/>
                </a:lnTo>
                <a:lnTo>
                  <a:pt x="10514" y="12451"/>
                </a:lnTo>
                <a:lnTo>
                  <a:pt x="9586" y="12915"/>
                </a:lnTo>
                <a:lnTo>
                  <a:pt x="9122" y="13178"/>
                </a:lnTo>
                <a:lnTo>
                  <a:pt x="8678" y="13420"/>
                </a:lnTo>
                <a:lnTo>
                  <a:pt x="8032" y="13844"/>
                </a:lnTo>
                <a:lnTo>
                  <a:pt x="7427" y="14288"/>
                </a:lnTo>
                <a:lnTo>
                  <a:pt x="6821" y="14752"/>
                </a:lnTo>
                <a:lnTo>
                  <a:pt x="6236" y="15236"/>
                </a:lnTo>
                <a:lnTo>
                  <a:pt x="5671" y="15761"/>
                </a:lnTo>
                <a:lnTo>
                  <a:pt x="5106" y="16265"/>
                </a:lnTo>
                <a:lnTo>
                  <a:pt x="4037" y="17335"/>
                </a:lnTo>
                <a:lnTo>
                  <a:pt x="3350" y="18001"/>
                </a:lnTo>
                <a:lnTo>
                  <a:pt x="2644" y="18667"/>
                </a:lnTo>
                <a:lnTo>
                  <a:pt x="2281" y="18990"/>
                </a:lnTo>
                <a:lnTo>
                  <a:pt x="2099" y="19151"/>
                </a:lnTo>
                <a:lnTo>
                  <a:pt x="1897" y="19292"/>
                </a:lnTo>
                <a:lnTo>
                  <a:pt x="1696" y="19413"/>
                </a:lnTo>
                <a:lnTo>
                  <a:pt x="1474" y="19514"/>
                </a:lnTo>
                <a:lnTo>
                  <a:pt x="1272" y="19595"/>
                </a:lnTo>
                <a:lnTo>
                  <a:pt x="1030" y="19656"/>
                </a:lnTo>
                <a:lnTo>
                  <a:pt x="808" y="19676"/>
                </a:lnTo>
                <a:lnTo>
                  <a:pt x="687" y="19656"/>
                </a:lnTo>
                <a:lnTo>
                  <a:pt x="566" y="19635"/>
                </a:lnTo>
                <a:lnTo>
                  <a:pt x="444" y="19595"/>
                </a:lnTo>
                <a:lnTo>
                  <a:pt x="344" y="19555"/>
                </a:lnTo>
                <a:lnTo>
                  <a:pt x="243" y="19474"/>
                </a:lnTo>
                <a:lnTo>
                  <a:pt x="162" y="19373"/>
                </a:lnTo>
                <a:lnTo>
                  <a:pt x="101" y="19232"/>
                </a:lnTo>
                <a:lnTo>
                  <a:pt x="81" y="19091"/>
                </a:lnTo>
                <a:lnTo>
                  <a:pt x="81" y="18929"/>
                </a:lnTo>
                <a:lnTo>
                  <a:pt x="122" y="18788"/>
                </a:lnTo>
                <a:lnTo>
                  <a:pt x="162" y="18667"/>
                </a:lnTo>
                <a:lnTo>
                  <a:pt x="222" y="18546"/>
                </a:lnTo>
                <a:lnTo>
                  <a:pt x="323" y="18364"/>
                </a:lnTo>
                <a:lnTo>
                  <a:pt x="444" y="18203"/>
                </a:lnTo>
                <a:lnTo>
                  <a:pt x="566" y="18021"/>
                </a:lnTo>
                <a:lnTo>
                  <a:pt x="868" y="17718"/>
                </a:lnTo>
                <a:lnTo>
                  <a:pt x="1171" y="17436"/>
                </a:lnTo>
                <a:lnTo>
                  <a:pt x="1494" y="17173"/>
                </a:lnTo>
                <a:lnTo>
                  <a:pt x="2220" y="16588"/>
                </a:lnTo>
                <a:lnTo>
                  <a:pt x="2987" y="16043"/>
                </a:lnTo>
                <a:lnTo>
                  <a:pt x="3754" y="15499"/>
                </a:lnTo>
                <a:lnTo>
                  <a:pt x="4521" y="14974"/>
                </a:lnTo>
                <a:lnTo>
                  <a:pt x="5308" y="14429"/>
                </a:lnTo>
                <a:lnTo>
                  <a:pt x="6075" y="13884"/>
                </a:lnTo>
                <a:lnTo>
                  <a:pt x="6862" y="13319"/>
                </a:lnTo>
                <a:lnTo>
                  <a:pt x="7608" y="12734"/>
                </a:lnTo>
                <a:lnTo>
                  <a:pt x="8153" y="12270"/>
                </a:lnTo>
                <a:lnTo>
                  <a:pt x="8436" y="12007"/>
                </a:lnTo>
                <a:lnTo>
                  <a:pt x="8718" y="11725"/>
                </a:lnTo>
                <a:lnTo>
                  <a:pt x="9001" y="11422"/>
                </a:lnTo>
                <a:lnTo>
                  <a:pt x="9283" y="11119"/>
                </a:lnTo>
                <a:lnTo>
                  <a:pt x="9546" y="10776"/>
                </a:lnTo>
                <a:lnTo>
                  <a:pt x="9788" y="10413"/>
                </a:lnTo>
                <a:lnTo>
                  <a:pt x="9949" y="10131"/>
                </a:lnTo>
                <a:lnTo>
                  <a:pt x="10111" y="9828"/>
                </a:lnTo>
                <a:lnTo>
                  <a:pt x="10252" y="9525"/>
                </a:lnTo>
                <a:lnTo>
                  <a:pt x="10393" y="9202"/>
                </a:lnTo>
                <a:lnTo>
                  <a:pt x="10494" y="8879"/>
                </a:lnTo>
                <a:lnTo>
                  <a:pt x="10615" y="8557"/>
                </a:lnTo>
                <a:lnTo>
                  <a:pt x="10777" y="7911"/>
                </a:lnTo>
                <a:lnTo>
                  <a:pt x="10938" y="7245"/>
                </a:lnTo>
                <a:lnTo>
                  <a:pt x="11039" y="6559"/>
                </a:lnTo>
                <a:lnTo>
                  <a:pt x="11241" y="5207"/>
                </a:lnTo>
                <a:lnTo>
                  <a:pt x="11342" y="4399"/>
                </a:lnTo>
                <a:lnTo>
                  <a:pt x="11463" y="3612"/>
                </a:lnTo>
                <a:lnTo>
                  <a:pt x="11604" y="2825"/>
                </a:lnTo>
                <a:lnTo>
                  <a:pt x="11685" y="2422"/>
                </a:lnTo>
                <a:lnTo>
                  <a:pt x="11786" y="2038"/>
                </a:lnTo>
                <a:lnTo>
                  <a:pt x="11866" y="1756"/>
                </a:lnTo>
                <a:lnTo>
                  <a:pt x="11987" y="1473"/>
                </a:lnTo>
                <a:lnTo>
                  <a:pt x="12109" y="1171"/>
                </a:lnTo>
                <a:lnTo>
                  <a:pt x="12250" y="888"/>
                </a:lnTo>
                <a:lnTo>
                  <a:pt x="12452" y="626"/>
                </a:lnTo>
                <a:lnTo>
                  <a:pt x="12552" y="525"/>
                </a:lnTo>
                <a:lnTo>
                  <a:pt x="12674" y="404"/>
                </a:lnTo>
                <a:lnTo>
                  <a:pt x="12795" y="323"/>
                </a:lnTo>
                <a:lnTo>
                  <a:pt x="12916" y="242"/>
                </a:lnTo>
                <a:lnTo>
                  <a:pt x="13077" y="182"/>
                </a:lnTo>
                <a:lnTo>
                  <a:pt x="13218" y="121"/>
                </a:lnTo>
                <a:lnTo>
                  <a:pt x="13461" y="81"/>
                </a:lnTo>
                <a:close/>
                <a:moveTo>
                  <a:pt x="13541" y="0"/>
                </a:moveTo>
                <a:lnTo>
                  <a:pt x="13380" y="20"/>
                </a:lnTo>
                <a:lnTo>
                  <a:pt x="13218" y="41"/>
                </a:lnTo>
                <a:lnTo>
                  <a:pt x="13037" y="101"/>
                </a:lnTo>
                <a:lnTo>
                  <a:pt x="12896" y="162"/>
                </a:lnTo>
                <a:lnTo>
                  <a:pt x="12754" y="242"/>
                </a:lnTo>
                <a:lnTo>
                  <a:pt x="12613" y="343"/>
                </a:lnTo>
                <a:lnTo>
                  <a:pt x="12492" y="464"/>
                </a:lnTo>
                <a:lnTo>
                  <a:pt x="12391" y="565"/>
                </a:lnTo>
                <a:lnTo>
                  <a:pt x="12189" y="848"/>
                </a:lnTo>
                <a:lnTo>
                  <a:pt x="12028" y="1130"/>
                </a:lnTo>
                <a:lnTo>
                  <a:pt x="11907" y="1433"/>
                </a:lnTo>
                <a:lnTo>
                  <a:pt x="11806" y="1736"/>
                </a:lnTo>
                <a:lnTo>
                  <a:pt x="11705" y="2018"/>
                </a:lnTo>
                <a:lnTo>
                  <a:pt x="11604" y="2402"/>
                </a:lnTo>
                <a:lnTo>
                  <a:pt x="11523" y="2805"/>
                </a:lnTo>
                <a:lnTo>
                  <a:pt x="11382" y="3592"/>
                </a:lnTo>
                <a:lnTo>
                  <a:pt x="11261" y="4399"/>
                </a:lnTo>
                <a:lnTo>
                  <a:pt x="11160" y="5187"/>
                </a:lnTo>
                <a:lnTo>
                  <a:pt x="10958" y="6539"/>
                </a:lnTo>
                <a:lnTo>
                  <a:pt x="10857" y="7225"/>
                </a:lnTo>
                <a:lnTo>
                  <a:pt x="10716" y="7870"/>
                </a:lnTo>
                <a:lnTo>
                  <a:pt x="10534" y="8536"/>
                </a:lnTo>
                <a:lnTo>
                  <a:pt x="10434" y="8859"/>
                </a:lnTo>
                <a:lnTo>
                  <a:pt x="10313" y="9162"/>
                </a:lnTo>
                <a:lnTo>
                  <a:pt x="10191" y="9485"/>
                </a:lnTo>
                <a:lnTo>
                  <a:pt x="10050" y="9788"/>
                </a:lnTo>
                <a:lnTo>
                  <a:pt x="9889" y="10090"/>
                </a:lnTo>
                <a:lnTo>
                  <a:pt x="9707" y="10373"/>
                </a:lnTo>
                <a:lnTo>
                  <a:pt x="9465" y="10736"/>
                </a:lnTo>
                <a:lnTo>
                  <a:pt x="9223" y="11059"/>
                </a:lnTo>
                <a:lnTo>
                  <a:pt x="8940" y="11382"/>
                </a:lnTo>
                <a:lnTo>
                  <a:pt x="8658" y="11664"/>
                </a:lnTo>
                <a:lnTo>
                  <a:pt x="8375" y="11947"/>
                </a:lnTo>
                <a:lnTo>
                  <a:pt x="8093" y="12209"/>
                </a:lnTo>
                <a:lnTo>
                  <a:pt x="7568" y="12653"/>
                </a:lnTo>
                <a:lnTo>
                  <a:pt x="6801" y="13259"/>
                </a:lnTo>
                <a:lnTo>
                  <a:pt x="6034" y="13824"/>
                </a:lnTo>
                <a:lnTo>
                  <a:pt x="5247" y="14368"/>
                </a:lnTo>
                <a:lnTo>
                  <a:pt x="4480" y="14913"/>
                </a:lnTo>
                <a:lnTo>
                  <a:pt x="3714" y="15438"/>
                </a:lnTo>
                <a:lnTo>
                  <a:pt x="2927" y="15983"/>
                </a:lnTo>
                <a:lnTo>
                  <a:pt x="2180" y="16528"/>
                </a:lnTo>
                <a:lnTo>
                  <a:pt x="1433" y="17113"/>
                </a:lnTo>
                <a:lnTo>
                  <a:pt x="1131" y="17375"/>
                </a:lnTo>
                <a:lnTo>
                  <a:pt x="808" y="17658"/>
                </a:lnTo>
                <a:lnTo>
                  <a:pt x="505" y="17981"/>
                </a:lnTo>
                <a:lnTo>
                  <a:pt x="384" y="18142"/>
                </a:lnTo>
                <a:lnTo>
                  <a:pt x="243" y="18324"/>
                </a:lnTo>
                <a:lnTo>
                  <a:pt x="142" y="18526"/>
                </a:lnTo>
                <a:lnTo>
                  <a:pt x="81" y="18667"/>
                </a:lnTo>
                <a:lnTo>
                  <a:pt x="21" y="18808"/>
                </a:lnTo>
                <a:lnTo>
                  <a:pt x="1" y="18949"/>
                </a:lnTo>
                <a:lnTo>
                  <a:pt x="1" y="19111"/>
                </a:lnTo>
                <a:lnTo>
                  <a:pt x="21" y="19272"/>
                </a:lnTo>
                <a:lnTo>
                  <a:pt x="101" y="19434"/>
                </a:lnTo>
                <a:lnTo>
                  <a:pt x="162" y="19514"/>
                </a:lnTo>
                <a:lnTo>
                  <a:pt x="243" y="19575"/>
                </a:lnTo>
                <a:lnTo>
                  <a:pt x="323" y="19635"/>
                </a:lnTo>
                <a:lnTo>
                  <a:pt x="424" y="19676"/>
                </a:lnTo>
                <a:lnTo>
                  <a:pt x="626" y="19736"/>
                </a:lnTo>
                <a:lnTo>
                  <a:pt x="828" y="19757"/>
                </a:lnTo>
                <a:lnTo>
                  <a:pt x="1050" y="19736"/>
                </a:lnTo>
                <a:lnTo>
                  <a:pt x="1292" y="19676"/>
                </a:lnTo>
                <a:lnTo>
                  <a:pt x="1514" y="19595"/>
                </a:lnTo>
                <a:lnTo>
                  <a:pt x="1736" y="19494"/>
                </a:lnTo>
                <a:lnTo>
                  <a:pt x="1938" y="19353"/>
                </a:lnTo>
                <a:lnTo>
                  <a:pt x="2140" y="19212"/>
                </a:lnTo>
                <a:lnTo>
                  <a:pt x="2341" y="19050"/>
                </a:lnTo>
                <a:lnTo>
                  <a:pt x="2705" y="18727"/>
                </a:lnTo>
                <a:lnTo>
                  <a:pt x="3411" y="18061"/>
                </a:lnTo>
                <a:lnTo>
                  <a:pt x="4077" y="17395"/>
                </a:lnTo>
                <a:lnTo>
                  <a:pt x="5167" y="16326"/>
                </a:lnTo>
                <a:lnTo>
                  <a:pt x="5732" y="15821"/>
                </a:lnTo>
                <a:lnTo>
                  <a:pt x="6297" y="15297"/>
                </a:lnTo>
                <a:lnTo>
                  <a:pt x="6862" y="14812"/>
                </a:lnTo>
                <a:lnTo>
                  <a:pt x="7467" y="14348"/>
                </a:lnTo>
                <a:lnTo>
                  <a:pt x="8093" y="13904"/>
                </a:lnTo>
                <a:lnTo>
                  <a:pt x="8718" y="13501"/>
                </a:lnTo>
                <a:lnTo>
                  <a:pt x="9162" y="13238"/>
                </a:lnTo>
                <a:lnTo>
                  <a:pt x="9626" y="12996"/>
                </a:lnTo>
                <a:lnTo>
                  <a:pt x="10555" y="12532"/>
                </a:lnTo>
                <a:lnTo>
                  <a:pt x="11584" y="12007"/>
                </a:lnTo>
                <a:lnTo>
                  <a:pt x="12088" y="11725"/>
                </a:lnTo>
                <a:lnTo>
                  <a:pt x="12573" y="11442"/>
                </a:lnTo>
                <a:lnTo>
                  <a:pt x="13057" y="11119"/>
                </a:lnTo>
                <a:lnTo>
                  <a:pt x="13521" y="10776"/>
                </a:lnTo>
                <a:lnTo>
                  <a:pt x="13743" y="10575"/>
                </a:lnTo>
                <a:lnTo>
                  <a:pt x="13945" y="10393"/>
                </a:lnTo>
                <a:lnTo>
                  <a:pt x="14147" y="10171"/>
                </a:lnTo>
                <a:lnTo>
                  <a:pt x="14328" y="9969"/>
                </a:lnTo>
                <a:lnTo>
                  <a:pt x="14550" y="9687"/>
                </a:lnTo>
                <a:lnTo>
                  <a:pt x="14752" y="9404"/>
                </a:lnTo>
                <a:lnTo>
                  <a:pt x="14934" y="9122"/>
                </a:lnTo>
                <a:lnTo>
                  <a:pt x="15115" y="8799"/>
                </a:lnTo>
                <a:lnTo>
                  <a:pt x="15277" y="8476"/>
                </a:lnTo>
                <a:lnTo>
                  <a:pt x="15418" y="8133"/>
                </a:lnTo>
                <a:lnTo>
                  <a:pt x="15559" y="7790"/>
                </a:lnTo>
                <a:lnTo>
                  <a:pt x="15660" y="7406"/>
                </a:lnTo>
                <a:lnTo>
                  <a:pt x="15761" y="7023"/>
                </a:lnTo>
                <a:lnTo>
                  <a:pt x="15862" y="6619"/>
                </a:lnTo>
                <a:lnTo>
                  <a:pt x="15943" y="6196"/>
                </a:lnTo>
                <a:lnTo>
                  <a:pt x="16003" y="5752"/>
                </a:lnTo>
                <a:lnTo>
                  <a:pt x="16044" y="5287"/>
                </a:lnTo>
                <a:lnTo>
                  <a:pt x="16084" y="4823"/>
                </a:lnTo>
                <a:lnTo>
                  <a:pt x="16104" y="4319"/>
                </a:lnTo>
                <a:lnTo>
                  <a:pt x="16124" y="3814"/>
                </a:lnTo>
                <a:lnTo>
                  <a:pt x="16124" y="3431"/>
                </a:lnTo>
                <a:lnTo>
                  <a:pt x="16104" y="3068"/>
                </a:lnTo>
                <a:lnTo>
                  <a:pt x="16084" y="2684"/>
                </a:lnTo>
                <a:lnTo>
                  <a:pt x="16023" y="2321"/>
                </a:lnTo>
                <a:lnTo>
                  <a:pt x="15943" y="1958"/>
                </a:lnTo>
                <a:lnTo>
                  <a:pt x="15842" y="1615"/>
                </a:lnTo>
                <a:lnTo>
                  <a:pt x="15701" y="1292"/>
                </a:lnTo>
                <a:lnTo>
                  <a:pt x="15519" y="969"/>
                </a:lnTo>
                <a:lnTo>
                  <a:pt x="15418" y="828"/>
                </a:lnTo>
                <a:lnTo>
                  <a:pt x="15297" y="707"/>
                </a:lnTo>
                <a:lnTo>
                  <a:pt x="15196" y="585"/>
                </a:lnTo>
                <a:lnTo>
                  <a:pt x="15055" y="485"/>
                </a:lnTo>
                <a:lnTo>
                  <a:pt x="14934" y="384"/>
                </a:lnTo>
                <a:lnTo>
                  <a:pt x="14792" y="303"/>
                </a:lnTo>
                <a:lnTo>
                  <a:pt x="14490" y="142"/>
                </a:lnTo>
                <a:lnTo>
                  <a:pt x="14187" y="61"/>
                </a:lnTo>
                <a:lnTo>
                  <a:pt x="14026" y="20"/>
                </a:lnTo>
                <a:lnTo>
                  <a:pt x="13864" y="0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48" name="Google Shape;1048;p14"/>
          <p:cNvSpPr/>
          <p:nvPr/>
        </p:nvSpPr>
        <p:spPr>
          <a:xfrm flipH="1">
            <a:off x="1048266" y="4380081"/>
            <a:ext cx="130935" cy="390458"/>
          </a:xfrm>
          <a:custGeom>
            <a:rect b="b" l="l" r="r" t="t"/>
            <a:pathLst>
              <a:path extrusionOk="0" h="6984" w="2342">
                <a:moveTo>
                  <a:pt x="1494" y="82"/>
                </a:moveTo>
                <a:lnTo>
                  <a:pt x="1615" y="122"/>
                </a:lnTo>
                <a:lnTo>
                  <a:pt x="1716" y="162"/>
                </a:lnTo>
                <a:lnTo>
                  <a:pt x="1817" y="223"/>
                </a:lnTo>
                <a:lnTo>
                  <a:pt x="1897" y="304"/>
                </a:lnTo>
                <a:lnTo>
                  <a:pt x="1978" y="404"/>
                </a:lnTo>
                <a:lnTo>
                  <a:pt x="2039" y="485"/>
                </a:lnTo>
                <a:lnTo>
                  <a:pt x="2099" y="586"/>
                </a:lnTo>
                <a:lnTo>
                  <a:pt x="2160" y="707"/>
                </a:lnTo>
                <a:lnTo>
                  <a:pt x="2200" y="828"/>
                </a:lnTo>
                <a:lnTo>
                  <a:pt x="2240" y="1070"/>
                </a:lnTo>
                <a:lnTo>
                  <a:pt x="2261" y="1333"/>
                </a:lnTo>
                <a:lnTo>
                  <a:pt x="2261" y="1595"/>
                </a:lnTo>
                <a:lnTo>
                  <a:pt x="2240" y="2281"/>
                </a:lnTo>
                <a:lnTo>
                  <a:pt x="2180" y="2967"/>
                </a:lnTo>
                <a:lnTo>
                  <a:pt x="2059" y="3694"/>
                </a:lnTo>
                <a:lnTo>
                  <a:pt x="1897" y="4521"/>
                </a:lnTo>
                <a:lnTo>
                  <a:pt x="1837" y="4763"/>
                </a:lnTo>
                <a:lnTo>
                  <a:pt x="1776" y="5026"/>
                </a:lnTo>
                <a:lnTo>
                  <a:pt x="1675" y="5308"/>
                </a:lnTo>
                <a:lnTo>
                  <a:pt x="1554" y="5591"/>
                </a:lnTo>
                <a:lnTo>
                  <a:pt x="1413" y="5893"/>
                </a:lnTo>
                <a:lnTo>
                  <a:pt x="1231" y="6176"/>
                </a:lnTo>
                <a:lnTo>
                  <a:pt x="1030" y="6459"/>
                </a:lnTo>
                <a:lnTo>
                  <a:pt x="808" y="6741"/>
                </a:lnTo>
                <a:lnTo>
                  <a:pt x="707" y="6822"/>
                </a:lnTo>
                <a:lnTo>
                  <a:pt x="626" y="6862"/>
                </a:lnTo>
                <a:lnTo>
                  <a:pt x="566" y="6902"/>
                </a:lnTo>
                <a:lnTo>
                  <a:pt x="485" y="6882"/>
                </a:lnTo>
                <a:lnTo>
                  <a:pt x="444" y="6862"/>
                </a:lnTo>
                <a:lnTo>
                  <a:pt x="384" y="6822"/>
                </a:lnTo>
                <a:lnTo>
                  <a:pt x="303" y="6701"/>
                </a:lnTo>
                <a:lnTo>
                  <a:pt x="243" y="6539"/>
                </a:lnTo>
                <a:lnTo>
                  <a:pt x="182" y="6317"/>
                </a:lnTo>
                <a:lnTo>
                  <a:pt x="142" y="6055"/>
                </a:lnTo>
                <a:lnTo>
                  <a:pt x="101" y="5752"/>
                </a:lnTo>
                <a:lnTo>
                  <a:pt x="81" y="5086"/>
                </a:lnTo>
                <a:lnTo>
                  <a:pt x="81" y="4602"/>
                </a:lnTo>
                <a:lnTo>
                  <a:pt x="81" y="4097"/>
                </a:lnTo>
                <a:lnTo>
                  <a:pt x="101" y="3976"/>
                </a:lnTo>
                <a:lnTo>
                  <a:pt x="122" y="3310"/>
                </a:lnTo>
                <a:lnTo>
                  <a:pt x="162" y="2685"/>
                </a:lnTo>
                <a:lnTo>
                  <a:pt x="222" y="2100"/>
                </a:lnTo>
                <a:lnTo>
                  <a:pt x="283" y="1535"/>
                </a:lnTo>
                <a:lnTo>
                  <a:pt x="323" y="1353"/>
                </a:lnTo>
                <a:lnTo>
                  <a:pt x="384" y="1131"/>
                </a:lnTo>
                <a:lnTo>
                  <a:pt x="444" y="909"/>
                </a:lnTo>
                <a:lnTo>
                  <a:pt x="545" y="667"/>
                </a:lnTo>
                <a:lnTo>
                  <a:pt x="687" y="465"/>
                </a:lnTo>
                <a:lnTo>
                  <a:pt x="767" y="364"/>
                </a:lnTo>
                <a:lnTo>
                  <a:pt x="848" y="263"/>
                </a:lnTo>
                <a:lnTo>
                  <a:pt x="949" y="203"/>
                </a:lnTo>
                <a:lnTo>
                  <a:pt x="1070" y="142"/>
                </a:lnTo>
                <a:lnTo>
                  <a:pt x="1191" y="102"/>
                </a:lnTo>
                <a:lnTo>
                  <a:pt x="1312" y="82"/>
                </a:lnTo>
                <a:close/>
                <a:moveTo>
                  <a:pt x="1312" y="1"/>
                </a:moveTo>
                <a:lnTo>
                  <a:pt x="1171" y="21"/>
                </a:lnTo>
                <a:lnTo>
                  <a:pt x="1030" y="61"/>
                </a:lnTo>
                <a:lnTo>
                  <a:pt x="868" y="162"/>
                </a:lnTo>
                <a:lnTo>
                  <a:pt x="707" y="304"/>
                </a:lnTo>
                <a:lnTo>
                  <a:pt x="566" y="485"/>
                </a:lnTo>
                <a:lnTo>
                  <a:pt x="485" y="606"/>
                </a:lnTo>
                <a:lnTo>
                  <a:pt x="424" y="748"/>
                </a:lnTo>
                <a:lnTo>
                  <a:pt x="364" y="909"/>
                </a:lnTo>
                <a:lnTo>
                  <a:pt x="303" y="1091"/>
                </a:lnTo>
                <a:lnTo>
                  <a:pt x="263" y="1292"/>
                </a:lnTo>
                <a:lnTo>
                  <a:pt x="222" y="1514"/>
                </a:lnTo>
                <a:lnTo>
                  <a:pt x="142" y="2079"/>
                </a:lnTo>
                <a:lnTo>
                  <a:pt x="81" y="2685"/>
                </a:lnTo>
                <a:lnTo>
                  <a:pt x="41" y="3310"/>
                </a:lnTo>
                <a:lnTo>
                  <a:pt x="21" y="3976"/>
                </a:lnTo>
                <a:lnTo>
                  <a:pt x="1" y="4097"/>
                </a:lnTo>
                <a:lnTo>
                  <a:pt x="1" y="4602"/>
                </a:lnTo>
                <a:lnTo>
                  <a:pt x="1" y="5106"/>
                </a:lnTo>
                <a:lnTo>
                  <a:pt x="21" y="5752"/>
                </a:lnTo>
                <a:lnTo>
                  <a:pt x="61" y="6055"/>
                </a:lnTo>
                <a:lnTo>
                  <a:pt x="101" y="6337"/>
                </a:lnTo>
                <a:lnTo>
                  <a:pt x="142" y="6499"/>
                </a:lnTo>
                <a:lnTo>
                  <a:pt x="202" y="6680"/>
                </a:lnTo>
                <a:lnTo>
                  <a:pt x="263" y="6781"/>
                </a:lnTo>
                <a:lnTo>
                  <a:pt x="303" y="6862"/>
                </a:lnTo>
                <a:lnTo>
                  <a:pt x="384" y="6923"/>
                </a:lnTo>
                <a:lnTo>
                  <a:pt x="465" y="6963"/>
                </a:lnTo>
                <a:lnTo>
                  <a:pt x="525" y="6983"/>
                </a:lnTo>
                <a:lnTo>
                  <a:pt x="606" y="6963"/>
                </a:lnTo>
                <a:lnTo>
                  <a:pt x="687" y="6923"/>
                </a:lnTo>
                <a:lnTo>
                  <a:pt x="767" y="6882"/>
                </a:lnTo>
                <a:lnTo>
                  <a:pt x="868" y="6802"/>
                </a:lnTo>
                <a:lnTo>
                  <a:pt x="1090" y="6519"/>
                </a:lnTo>
                <a:lnTo>
                  <a:pt x="1292" y="6237"/>
                </a:lnTo>
                <a:lnTo>
                  <a:pt x="1474" y="5934"/>
                </a:lnTo>
                <a:lnTo>
                  <a:pt x="1615" y="5631"/>
                </a:lnTo>
                <a:lnTo>
                  <a:pt x="1736" y="5349"/>
                </a:lnTo>
                <a:lnTo>
                  <a:pt x="1837" y="5046"/>
                </a:lnTo>
                <a:lnTo>
                  <a:pt x="1918" y="4784"/>
                </a:lnTo>
                <a:lnTo>
                  <a:pt x="1978" y="4521"/>
                </a:lnTo>
                <a:lnTo>
                  <a:pt x="2140" y="3714"/>
                </a:lnTo>
                <a:lnTo>
                  <a:pt x="2261" y="2967"/>
                </a:lnTo>
                <a:lnTo>
                  <a:pt x="2321" y="2281"/>
                </a:lnTo>
                <a:lnTo>
                  <a:pt x="2341" y="1595"/>
                </a:lnTo>
                <a:lnTo>
                  <a:pt x="2341" y="1333"/>
                </a:lnTo>
                <a:lnTo>
                  <a:pt x="2321" y="1050"/>
                </a:lnTo>
                <a:lnTo>
                  <a:pt x="2261" y="788"/>
                </a:lnTo>
                <a:lnTo>
                  <a:pt x="2220" y="667"/>
                </a:lnTo>
                <a:lnTo>
                  <a:pt x="2180" y="546"/>
                </a:lnTo>
                <a:lnTo>
                  <a:pt x="2119" y="445"/>
                </a:lnTo>
                <a:lnTo>
                  <a:pt x="2039" y="324"/>
                </a:lnTo>
                <a:lnTo>
                  <a:pt x="1938" y="243"/>
                </a:lnTo>
                <a:lnTo>
                  <a:pt x="1837" y="142"/>
                </a:lnTo>
                <a:lnTo>
                  <a:pt x="1716" y="82"/>
                </a:lnTo>
                <a:lnTo>
                  <a:pt x="1595" y="21"/>
                </a:lnTo>
                <a:lnTo>
                  <a:pt x="1453" y="1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49" name="Google Shape;1049;p14"/>
          <p:cNvSpPr/>
          <p:nvPr/>
        </p:nvSpPr>
        <p:spPr>
          <a:xfrm flipH="1">
            <a:off x="1117089" y="4521133"/>
            <a:ext cx="4584" cy="55348"/>
          </a:xfrm>
          <a:custGeom>
            <a:rect b="b" l="l" r="r" t="t"/>
            <a:pathLst>
              <a:path extrusionOk="0" h="990" w="82">
                <a:moveTo>
                  <a:pt x="1" y="0"/>
                </a:moveTo>
                <a:lnTo>
                  <a:pt x="1" y="989"/>
                </a:lnTo>
                <a:lnTo>
                  <a:pt x="81" y="989"/>
                </a:lnTo>
                <a:lnTo>
                  <a:pt x="81" y="0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50" name="Google Shape;1050;p14"/>
          <p:cNvSpPr/>
          <p:nvPr/>
        </p:nvSpPr>
        <p:spPr>
          <a:xfrm flipH="1">
            <a:off x="1091147" y="4545955"/>
            <a:ext cx="55348" cy="4584"/>
          </a:xfrm>
          <a:custGeom>
            <a:rect b="b" l="l" r="r" t="t"/>
            <a:pathLst>
              <a:path extrusionOk="0" h="82" w="990">
                <a:moveTo>
                  <a:pt x="1" y="0"/>
                </a:moveTo>
                <a:lnTo>
                  <a:pt x="1" y="81"/>
                </a:lnTo>
                <a:lnTo>
                  <a:pt x="990" y="81"/>
                </a:lnTo>
                <a:lnTo>
                  <a:pt x="990" y="0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51" name="Google Shape;1051;p14"/>
          <p:cNvSpPr/>
          <p:nvPr/>
        </p:nvSpPr>
        <p:spPr>
          <a:xfrm>
            <a:off x="414425" y="228604"/>
            <a:ext cx="597600" cy="5976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52" name="Google Shape;1052;p14"/>
          <p:cNvSpPr/>
          <p:nvPr/>
        </p:nvSpPr>
        <p:spPr>
          <a:xfrm rot="5400000">
            <a:off x="414425" y="833706"/>
            <a:ext cx="597600" cy="597600"/>
          </a:xfrm>
          <a:prstGeom prst="rtTriangle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53" name="Google Shape;1053;p14"/>
          <p:cNvSpPr/>
          <p:nvPr/>
        </p:nvSpPr>
        <p:spPr>
          <a:xfrm flipH="1">
            <a:off x="7962321" y="3945669"/>
            <a:ext cx="1001862" cy="1525380"/>
          </a:xfrm>
          <a:custGeom>
            <a:rect b="b" l="l" r="r" t="t"/>
            <a:pathLst>
              <a:path extrusionOk="0" h="27284" w="17920">
                <a:moveTo>
                  <a:pt x="9041" y="81"/>
                </a:moveTo>
                <a:lnTo>
                  <a:pt x="9464" y="101"/>
                </a:lnTo>
                <a:lnTo>
                  <a:pt x="9888" y="141"/>
                </a:lnTo>
                <a:lnTo>
                  <a:pt x="10312" y="222"/>
                </a:lnTo>
                <a:lnTo>
                  <a:pt x="10716" y="323"/>
                </a:lnTo>
                <a:lnTo>
                  <a:pt x="11139" y="444"/>
                </a:lnTo>
                <a:lnTo>
                  <a:pt x="11543" y="605"/>
                </a:lnTo>
                <a:lnTo>
                  <a:pt x="11947" y="767"/>
                </a:lnTo>
                <a:lnTo>
                  <a:pt x="12350" y="969"/>
                </a:lnTo>
                <a:lnTo>
                  <a:pt x="12734" y="1191"/>
                </a:lnTo>
                <a:lnTo>
                  <a:pt x="13117" y="1433"/>
                </a:lnTo>
                <a:lnTo>
                  <a:pt x="13480" y="1715"/>
                </a:lnTo>
                <a:lnTo>
                  <a:pt x="13844" y="1998"/>
                </a:lnTo>
                <a:lnTo>
                  <a:pt x="14187" y="2301"/>
                </a:lnTo>
                <a:lnTo>
                  <a:pt x="14530" y="2644"/>
                </a:lnTo>
                <a:lnTo>
                  <a:pt x="14832" y="2987"/>
                </a:lnTo>
                <a:lnTo>
                  <a:pt x="15155" y="3350"/>
                </a:lnTo>
                <a:lnTo>
                  <a:pt x="15397" y="3673"/>
                </a:lnTo>
                <a:lnTo>
                  <a:pt x="15619" y="4016"/>
                </a:lnTo>
                <a:lnTo>
                  <a:pt x="15841" y="4359"/>
                </a:lnTo>
                <a:lnTo>
                  <a:pt x="16063" y="4722"/>
                </a:lnTo>
                <a:lnTo>
                  <a:pt x="16265" y="5106"/>
                </a:lnTo>
                <a:lnTo>
                  <a:pt x="16447" y="5489"/>
                </a:lnTo>
                <a:lnTo>
                  <a:pt x="16628" y="5893"/>
                </a:lnTo>
                <a:lnTo>
                  <a:pt x="16790" y="6296"/>
                </a:lnTo>
                <a:lnTo>
                  <a:pt x="16931" y="6720"/>
                </a:lnTo>
                <a:lnTo>
                  <a:pt x="17072" y="7144"/>
                </a:lnTo>
                <a:lnTo>
                  <a:pt x="17214" y="7588"/>
                </a:lnTo>
                <a:lnTo>
                  <a:pt x="17315" y="8052"/>
                </a:lnTo>
                <a:lnTo>
                  <a:pt x="17436" y="8516"/>
                </a:lnTo>
                <a:lnTo>
                  <a:pt x="17516" y="8980"/>
                </a:lnTo>
                <a:lnTo>
                  <a:pt x="17597" y="9485"/>
                </a:lnTo>
                <a:lnTo>
                  <a:pt x="17678" y="9969"/>
                </a:lnTo>
                <a:lnTo>
                  <a:pt x="17738" y="10514"/>
                </a:lnTo>
                <a:lnTo>
                  <a:pt x="17779" y="11079"/>
                </a:lnTo>
                <a:lnTo>
                  <a:pt x="17819" y="11624"/>
                </a:lnTo>
                <a:lnTo>
                  <a:pt x="17839" y="12189"/>
                </a:lnTo>
                <a:lnTo>
                  <a:pt x="17839" y="12774"/>
                </a:lnTo>
                <a:lnTo>
                  <a:pt x="17819" y="13339"/>
                </a:lnTo>
                <a:lnTo>
                  <a:pt x="17799" y="13924"/>
                </a:lnTo>
                <a:lnTo>
                  <a:pt x="17758" y="14510"/>
                </a:lnTo>
                <a:lnTo>
                  <a:pt x="17718" y="15115"/>
                </a:lnTo>
                <a:lnTo>
                  <a:pt x="17637" y="15720"/>
                </a:lnTo>
                <a:lnTo>
                  <a:pt x="17557" y="16326"/>
                </a:lnTo>
                <a:lnTo>
                  <a:pt x="17456" y="16951"/>
                </a:lnTo>
                <a:lnTo>
                  <a:pt x="17355" y="17577"/>
                </a:lnTo>
                <a:lnTo>
                  <a:pt x="17234" y="18202"/>
                </a:lnTo>
                <a:lnTo>
                  <a:pt x="17093" y="18848"/>
                </a:lnTo>
                <a:lnTo>
                  <a:pt x="16931" y="19514"/>
                </a:lnTo>
                <a:lnTo>
                  <a:pt x="16709" y="20362"/>
                </a:lnTo>
                <a:lnTo>
                  <a:pt x="16447" y="21230"/>
                </a:lnTo>
                <a:lnTo>
                  <a:pt x="16285" y="21673"/>
                </a:lnTo>
                <a:lnTo>
                  <a:pt x="16124" y="22117"/>
                </a:lnTo>
                <a:lnTo>
                  <a:pt x="15942" y="22561"/>
                </a:lnTo>
                <a:lnTo>
                  <a:pt x="15740" y="23005"/>
                </a:lnTo>
                <a:lnTo>
                  <a:pt x="15518" y="23429"/>
                </a:lnTo>
                <a:lnTo>
                  <a:pt x="15276" y="23873"/>
                </a:lnTo>
                <a:lnTo>
                  <a:pt x="15014" y="24277"/>
                </a:lnTo>
                <a:lnTo>
                  <a:pt x="14731" y="24680"/>
                </a:lnTo>
                <a:lnTo>
                  <a:pt x="14429" y="25064"/>
                </a:lnTo>
                <a:lnTo>
                  <a:pt x="14106" y="25427"/>
                </a:lnTo>
                <a:lnTo>
                  <a:pt x="13743" y="25770"/>
                </a:lnTo>
                <a:lnTo>
                  <a:pt x="13359" y="26093"/>
                </a:lnTo>
                <a:lnTo>
                  <a:pt x="13077" y="26295"/>
                </a:lnTo>
                <a:lnTo>
                  <a:pt x="12774" y="26476"/>
                </a:lnTo>
                <a:lnTo>
                  <a:pt x="12491" y="26658"/>
                </a:lnTo>
                <a:lnTo>
                  <a:pt x="12209" y="26799"/>
                </a:lnTo>
                <a:lnTo>
                  <a:pt x="11906" y="26920"/>
                </a:lnTo>
                <a:lnTo>
                  <a:pt x="11624" y="27021"/>
                </a:lnTo>
                <a:lnTo>
                  <a:pt x="11321" y="27102"/>
                </a:lnTo>
                <a:lnTo>
                  <a:pt x="11018" y="27162"/>
                </a:lnTo>
                <a:lnTo>
                  <a:pt x="10716" y="27203"/>
                </a:lnTo>
                <a:lnTo>
                  <a:pt x="10110" y="27203"/>
                </a:lnTo>
                <a:lnTo>
                  <a:pt x="9808" y="27183"/>
                </a:lnTo>
                <a:lnTo>
                  <a:pt x="9485" y="27142"/>
                </a:lnTo>
                <a:lnTo>
                  <a:pt x="9182" y="27062"/>
                </a:lnTo>
                <a:lnTo>
                  <a:pt x="8859" y="26981"/>
                </a:lnTo>
                <a:lnTo>
                  <a:pt x="8556" y="26860"/>
                </a:lnTo>
                <a:lnTo>
                  <a:pt x="8234" y="26739"/>
                </a:lnTo>
                <a:lnTo>
                  <a:pt x="7931" y="26577"/>
                </a:lnTo>
                <a:lnTo>
                  <a:pt x="7628" y="26416"/>
                </a:lnTo>
                <a:lnTo>
                  <a:pt x="7346" y="26234"/>
                </a:lnTo>
                <a:lnTo>
                  <a:pt x="7063" y="26053"/>
                </a:lnTo>
                <a:lnTo>
                  <a:pt x="6781" y="25851"/>
                </a:lnTo>
                <a:lnTo>
                  <a:pt x="6256" y="25427"/>
                </a:lnTo>
                <a:lnTo>
                  <a:pt x="5772" y="24983"/>
                </a:lnTo>
                <a:lnTo>
                  <a:pt x="5328" y="24539"/>
                </a:lnTo>
                <a:lnTo>
                  <a:pt x="4944" y="24095"/>
                </a:lnTo>
                <a:lnTo>
                  <a:pt x="4581" y="23671"/>
                </a:lnTo>
                <a:lnTo>
                  <a:pt x="4238" y="23227"/>
                </a:lnTo>
                <a:lnTo>
                  <a:pt x="3895" y="22763"/>
                </a:lnTo>
                <a:lnTo>
                  <a:pt x="3572" y="22279"/>
                </a:lnTo>
                <a:lnTo>
                  <a:pt x="3249" y="21815"/>
                </a:lnTo>
                <a:lnTo>
                  <a:pt x="2967" y="21330"/>
                </a:lnTo>
                <a:lnTo>
                  <a:pt x="2664" y="20826"/>
                </a:lnTo>
                <a:lnTo>
                  <a:pt x="2401" y="20342"/>
                </a:lnTo>
                <a:lnTo>
                  <a:pt x="2139" y="19837"/>
                </a:lnTo>
                <a:lnTo>
                  <a:pt x="1897" y="19333"/>
                </a:lnTo>
                <a:lnTo>
                  <a:pt x="1675" y="18808"/>
                </a:lnTo>
                <a:lnTo>
                  <a:pt x="1453" y="18303"/>
                </a:lnTo>
                <a:lnTo>
                  <a:pt x="1251" y="17779"/>
                </a:lnTo>
                <a:lnTo>
                  <a:pt x="1070" y="17254"/>
                </a:lnTo>
                <a:lnTo>
                  <a:pt x="888" y="16729"/>
                </a:lnTo>
                <a:lnTo>
                  <a:pt x="727" y="16205"/>
                </a:lnTo>
                <a:lnTo>
                  <a:pt x="585" y="15680"/>
                </a:lnTo>
                <a:lnTo>
                  <a:pt x="464" y="15095"/>
                </a:lnTo>
                <a:lnTo>
                  <a:pt x="343" y="14530"/>
                </a:lnTo>
                <a:lnTo>
                  <a:pt x="262" y="13965"/>
                </a:lnTo>
                <a:lnTo>
                  <a:pt x="182" y="13400"/>
                </a:lnTo>
                <a:lnTo>
                  <a:pt x="121" y="12835"/>
                </a:lnTo>
                <a:lnTo>
                  <a:pt x="101" y="12270"/>
                </a:lnTo>
                <a:lnTo>
                  <a:pt x="81" y="11725"/>
                </a:lnTo>
                <a:lnTo>
                  <a:pt x="81" y="11160"/>
                </a:lnTo>
                <a:lnTo>
                  <a:pt x="101" y="10615"/>
                </a:lnTo>
                <a:lnTo>
                  <a:pt x="141" y="10070"/>
                </a:lnTo>
                <a:lnTo>
                  <a:pt x="202" y="9525"/>
                </a:lnTo>
                <a:lnTo>
                  <a:pt x="283" y="9000"/>
                </a:lnTo>
                <a:lnTo>
                  <a:pt x="383" y="8476"/>
                </a:lnTo>
                <a:lnTo>
                  <a:pt x="505" y="7951"/>
                </a:lnTo>
                <a:lnTo>
                  <a:pt x="646" y="7447"/>
                </a:lnTo>
                <a:lnTo>
                  <a:pt x="787" y="6942"/>
                </a:lnTo>
                <a:lnTo>
                  <a:pt x="1049" y="6236"/>
                </a:lnTo>
                <a:lnTo>
                  <a:pt x="1352" y="5570"/>
                </a:lnTo>
                <a:lnTo>
                  <a:pt x="1695" y="4924"/>
                </a:lnTo>
                <a:lnTo>
                  <a:pt x="2079" y="4298"/>
                </a:lnTo>
                <a:lnTo>
                  <a:pt x="2482" y="3693"/>
                </a:lnTo>
                <a:lnTo>
                  <a:pt x="2946" y="3128"/>
                </a:lnTo>
                <a:lnTo>
                  <a:pt x="3188" y="2866"/>
                </a:lnTo>
                <a:lnTo>
                  <a:pt x="3431" y="2603"/>
                </a:lnTo>
                <a:lnTo>
                  <a:pt x="3673" y="2361"/>
                </a:lnTo>
                <a:lnTo>
                  <a:pt x="3935" y="2119"/>
                </a:lnTo>
                <a:lnTo>
                  <a:pt x="4218" y="1877"/>
                </a:lnTo>
                <a:lnTo>
                  <a:pt x="4520" y="1655"/>
                </a:lnTo>
                <a:lnTo>
                  <a:pt x="4803" y="1433"/>
                </a:lnTo>
                <a:lnTo>
                  <a:pt x="5106" y="1231"/>
                </a:lnTo>
                <a:lnTo>
                  <a:pt x="5408" y="1049"/>
                </a:lnTo>
                <a:lnTo>
                  <a:pt x="5731" y="888"/>
                </a:lnTo>
                <a:lnTo>
                  <a:pt x="6034" y="727"/>
                </a:lnTo>
                <a:lnTo>
                  <a:pt x="6337" y="605"/>
                </a:lnTo>
                <a:lnTo>
                  <a:pt x="6659" y="484"/>
                </a:lnTo>
                <a:lnTo>
                  <a:pt x="6982" y="363"/>
                </a:lnTo>
                <a:lnTo>
                  <a:pt x="7305" y="283"/>
                </a:lnTo>
                <a:lnTo>
                  <a:pt x="7628" y="202"/>
                </a:lnTo>
                <a:lnTo>
                  <a:pt x="7951" y="162"/>
                </a:lnTo>
                <a:lnTo>
                  <a:pt x="8274" y="121"/>
                </a:lnTo>
                <a:lnTo>
                  <a:pt x="8597" y="81"/>
                </a:lnTo>
                <a:close/>
                <a:moveTo>
                  <a:pt x="8698" y="0"/>
                </a:moveTo>
                <a:lnTo>
                  <a:pt x="8355" y="20"/>
                </a:lnTo>
                <a:lnTo>
                  <a:pt x="8032" y="61"/>
                </a:lnTo>
                <a:lnTo>
                  <a:pt x="7689" y="121"/>
                </a:lnTo>
                <a:lnTo>
                  <a:pt x="7366" y="182"/>
                </a:lnTo>
                <a:lnTo>
                  <a:pt x="7023" y="283"/>
                </a:lnTo>
                <a:lnTo>
                  <a:pt x="6700" y="383"/>
                </a:lnTo>
                <a:lnTo>
                  <a:pt x="6377" y="505"/>
                </a:lnTo>
                <a:lnTo>
                  <a:pt x="6054" y="646"/>
                </a:lnTo>
                <a:lnTo>
                  <a:pt x="5731" y="787"/>
                </a:lnTo>
                <a:lnTo>
                  <a:pt x="5408" y="969"/>
                </a:lnTo>
                <a:lnTo>
                  <a:pt x="5085" y="1150"/>
                </a:lnTo>
                <a:lnTo>
                  <a:pt x="4783" y="1352"/>
                </a:lnTo>
                <a:lnTo>
                  <a:pt x="4480" y="1574"/>
                </a:lnTo>
                <a:lnTo>
                  <a:pt x="4177" y="1816"/>
                </a:lnTo>
                <a:lnTo>
                  <a:pt x="3895" y="2058"/>
                </a:lnTo>
                <a:lnTo>
                  <a:pt x="3632" y="2301"/>
                </a:lnTo>
                <a:lnTo>
                  <a:pt x="3370" y="2543"/>
                </a:lnTo>
                <a:lnTo>
                  <a:pt x="3128" y="2805"/>
                </a:lnTo>
                <a:lnTo>
                  <a:pt x="2886" y="3088"/>
                </a:lnTo>
                <a:lnTo>
                  <a:pt x="2422" y="3653"/>
                </a:lnTo>
                <a:lnTo>
                  <a:pt x="1998" y="4258"/>
                </a:lnTo>
                <a:lnTo>
                  <a:pt x="1614" y="4884"/>
                </a:lnTo>
                <a:lnTo>
                  <a:pt x="1271" y="5529"/>
                </a:lnTo>
                <a:lnTo>
                  <a:pt x="969" y="6216"/>
                </a:lnTo>
                <a:lnTo>
                  <a:pt x="848" y="6559"/>
                </a:lnTo>
                <a:lnTo>
                  <a:pt x="727" y="6902"/>
                </a:lnTo>
                <a:lnTo>
                  <a:pt x="565" y="7406"/>
                </a:lnTo>
                <a:lnTo>
                  <a:pt x="424" y="7931"/>
                </a:lnTo>
                <a:lnTo>
                  <a:pt x="303" y="8456"/>
                </a:lnTo>
                <a:lnTo>
                  <a:pt x="202" y="8980"/>
                </a:lnTo>
                <a:lnTo>
                  <a:pt x="121" y="9525"/>
                </a:lnTo>
                <a:lnTo>
                  <a:pt x="61" y="10070"/>
                </a:lnTo>
                <a:lnTo>
                  <a:pt x="20" y="10615"/>
                </a:lnTo>
                <a:lnTo>
                  <a:pt x="0" y="11160"/>
                </a:lnTo>
                <a:lnTo>
                  <a:pt x="0" y="11725"/>
                </a:lnTo>
                <a:lnTo>
                  <a:pt x="20" y="12270"/>
                </a:lnTo>
                <a:lnTo>
                  <a:pt x="40" y="12835"/>
                </a:lnTo>
                <a:lnTo>
                  <a:pt x="101" y="13400"/>
                </a:lnTo>
                <a:lnTo>
                  <a:pt x="182" y="13965"/>
                </a:lnTo>
                <a:lnTo>
                  <a:pt x="262" y="14550"/>
                </a:lnTo>
                <a:lnTo>
                  <a:pt x="383" y="15115"/>
                </a:lnTo>
                <a:lnTo>
                  <a:pt x="525" y="15700"/>
                </a:lnTo>
                <a:lnTo>
                  <a:pt x="666" y="16225"/>
                </a:lnTo>
                <a:lnTo>
                  <a:pt x="807" y="16750"/>
                </a:lnTo>
                <a:lnTo>
                  <a:pt x="989" y="17274"/>
                </a:lnTo>
                <a:lnTo>
                  <a:pt x="1170" y="17799"/>
                </a:lnTo>
                <a:lnTo>
                  <a:pt x="1372" y="18324"/>
                </a:lnTo>
                <a:lnTo>
                  <a:pt x="1594" y="18848"/>
                </a:lnTo>
                <a:lnTo>
                  <a:pt x="1816" y="19353"/>
                </a:lnTo>
                <a:lnTo>
                  <a:pt x="2058" y="19877"/>
                </a:lnTo>
                <a:lnTo>
                  <a:pt x="2321" y="20382"/>
                </a:lnTo>
                <a:lnTo>
                  <a:pt x="2603" y="20866"/>
                </a:lnTo>
                <a:lnTo>
                  <a:pt x="2886" y="21371"/>
                </a:lnTo>
                <a:lnTo>
                  <a:pt x="3188" y="21855"/>
                </a:lnTo>
                <a:lnTo>
                  <a:pt x="3511" y="22339"/>
                </a:lnTo>
                <a:lnTo>
                  <a:pt x="3834" y="22804"/>
                </a:lnTo>
                <a:lnTo>
                  <a:pt x="4177" y="23268"/>
                </a:lnTo>
                <a:lnTo>
                  <a:pt x="4520" y="23732"/>
                </a:lnTo>
                <a:lnTo>
                  <a:pt x="4964" y="24236"/>
                </a:lnTo>
                <a:lnTo>
                  <a:pt x="5206" y="24519"/>
                </a:lnTo>
                <a:lnTo>
                  <a:pt x="5489" y="24822"/>
                </a:lnTo>
                <a:lnTo>
                  <a:pt x="5792" y="25104"/>
                </a:lnTo>
                <a:lnTo>
                  <a:pt x="6115" y="25407"/>
                </a:lnTo>
                <a:lnTo>
                  <a:pt x="6458" y="25689"/>
                </a:lnTo>
                <a:lnTo>
                  <a:pt x="6821" y="25972"/>
                </a:lnTo>
                <a:lnTo>
                  <a:pt x="7204" y="26254"/>
                </a:lnTo>
                <a:lnTo>
                  <a:pt x="7608" y="26497"/>
                </a:lnTo>
                <a:lnTo>
                  <a:pt x="8032" y="26718"/>
                </a:lnTo>
                <a:lnTo>
                  <a:pt x="8455" y="26900"/>
                </a:lnTo>
                <a:lnTo>
                  <a:pt x="8920" y="27062"/>
                </a:lnTo>
                <a:lnTo>
                  <a:pt x="9364" y="27183"/>
                </a:lnTo>
                <a:lnTo>
                  <a:pt x="9606" y="27223"/>
                </a:lnTo>
                <a:lnTo>
                  <a:pt x="9848" y="27263"/>
                </a:lnTo>
                <a:lnTo>
                  <a:pt x="10090" y="27284"/>
                </a:lnTo>
                <a:lnTo>
                  <a:pt x="10695" y="27284"/>
                </a:lnTo>
                <a:lnTo>
                  <a:pt x="11079" y="27223"/>
                </a:lnTo>
                <a:lnTo>
                  <a:pt x="11462" y="27142"/>
                </a:lnTo>
                <a:lnTo>
                  <a:pt x="11846" y="27021"/>
                </a:lnTo>
                <a:lnTo>
                  <a:pt x="12229" y="26880"/>
                </a:lnTo>
                <a:lnTo>
                  <a:pt x="12613" y="26678"/>
                </a:lnTo>
                <a:lnTo>
                  <a:pt x="12996" y="26436"/>
                </a:lnTo>
                <a:lnTo>
                  <a:pt x="13400" y="26153"/>
                </a:lnTo>
                <a:lnTo>
                  <a:pt x="13783" y="25831"/>
                </a:lnTo>
                <a:lnTo>
                  <a:pt x="14146" y="25488"/>
                </a:lnTo>
                <a:lnTo>
                  <a:pt x="14489" y="25124"/>
                </a:lnTo>
                <a:lnTo>
                  <a:pt x="14792" y="24721"/>
                </a:lnTo>
                <a:lnTo>
                  <a:pt x="15095" y="24317"/>
                </a:lnTo>
                <a:lnTo>
                  <a:pt x="15357" y="23913"/>
                </a:lnTo>
                <a:lnTo>
                  <a:pt x="15599" y="23490"/>
                </a:lnTo>
                <a:lnTo>
                  <a:pt x="15821" y="23046"/>
                </a:lnTo>
                <a:lnTo>
                  <a:pt x="16023" y="22602"/>
                </a:lnTo>
                <a:lnTo>
                  <a:pt x="16205" y="22158"/>
                </a:lnTo>
                <a:lnTo>
                  <a:pt x="16366" y="21714"/>
                </a:lnTo>
                <a:lnTo>
                  <a:pt x="16527" y="21270"/>
                </a:lnTo>
                <a:lnTo>
                  <a:pt x="16790" y="20382"/>
                </a:lnTo>
                <a:lnTo>
                  <a:pt x="17012" y="19534"/>
                </a:lnTo>
                <a:lnTo>
                  <a:pt x="17173" y="18868"/>
                </a:lnTo>
                <a:lnTo>
                  <a:pt x="17315" y="18223"/>
                </a:lnTo>
                <a:lnTo>
                  <a:pt x="17436" y="17597"/>
                </a:lnTo>
                <a:lnTo>
                  <a:pt x="17537" y="16951"/>
                </a:lnTo>
                <a:lnTo>
                  <a:pt x="17637" y="16346"/>
                </a:lnTo>
                <a:lnTo>
                  <a:pt x="17718" y="15720"/>
                </a:lnTo>
                <a:lnTo>
                  <a:pt x="17799" y="15115"/>
                </a:lnTo>
                <a:lnTo>
                  <a:pt x="17839" y="14530"/>
                </a:lnTo>
                <a:lnTo>
                  <a:pt x="17880" y="13924"/>
                </a:lnTo>
                <a:lnTo>
                  <a:pt x="17900" y="13339"/>
                </a:lnTo>
                <a:lnTo>
                  <a:pt x="17920" y="12774"/>
                </a:lnTo>
                <a:lnTo>
                  <a:pt x="17920" y="12189"/>
                </a:lnTo>
                <a:lnTo>
                  <a:pt x="17900" y="11624"/>
                </a:lnTo>
                <a:lnTo>
                  <a:pt x="17859" y="11059"/>
                </a:lnTo>
                <a:lnTo>
                  <a:pt x="17819" y="10514"/>
                </a:lnTo>
                <a:lnTo>
                  <a:pt x="17758" y="9969"/>
                </a:lnTo>
                <a:lnTo>
                  <a:pt x="17678" y="9465"/>
                </a:lnTo>
                <a:lnTo>
                  <a:pt x="17597" y="8980"/>
                </a:lnTo>
                <a:lnTo>
                  <a:pt x="17516" y="8496"/>
                </a:lnTo>
                <a:lnTo>
                  <a:pt x="17395" y="8032"/>
                </a:lnTo>
                <a:lnTo>
                  <a:pt x="17294" y="7568"/>
                </a:lnTo>
                <a:lnTo>
                  <a:pt x="17153" y="7124"/>
                </a:lnTo>
                <a:lnTo>
                  <a:pt x="17012" y="6700"/>
                </a:lnTo>
                <a:lnTo>
                  <a:pt x="16850" y="6276"/>
                </a:lnTo>
                <a:lnTo>
                  <a:pt x="16689" y="5852"/>
                </a:lnTo>
                <a:lnTo>
                  <a:pt x="16507" y="5449"/>
                </a:lnTo>
                <a:lnTo>
                  <a:pt x="16326" y="5065"/>
                </a:lnTo>
                <a:lnTo>
                  <a:pt x="16124" y="4682"/>
                </a:lnTo>
                <a:lnTo>
                  <a:pt x="15922" y="4319"/>
                </a:lnTo>
                <a:lnTo>
                  <a:pt x="15700" y="3976"/>
                </a:lnTo>
                <a:lnTo>
                  <a:pt x="15458" y="3632"/>
                </a:lnTo>
                <a:lnTo>
                  <a:pt x="15216" y="3310"/>
                </a:lnTo>
                <a:lnTo>
                  <a:pt x="14913" y="2926"/>
                </a:lnTo>
                <a:lnTo>
                  <a:pt x="14590" y="2583"/>
                </a:lnTo>
                <a:lnTo>
                  <a:pt x="14247" y="2240"/>
                </a:lnTo>
                <a:lnTo>
                  <a:pt x="13904" y="1937"/>
                </a:lnTo>
                <a:lnTo>
                  <a:pt x="13541" y="1635"/>
                </a:lnTo>
                <a:lnTo>
                  <a:pt x="13157" y="1372"/>
                </a:lnTo>
                <a:lnTo>
                  <a:pt x="12774" y="1130"/>
                </a:lnTo>
                <a:lnTo>
                  <a:pt x="12391" y="908"/>
                </a:lnTo>
                <a:lnTo>
                  <a:pt x="11987" y="706"/>
                </a:lnTo>
                <a:lnTo>
                  <a:pt x="11583" y="525"/>
                </a:lnTo>
                <a:lnTo>
                  <a:pt x="11160" y="363"/>
                </a:lnTo>
                <a:lnTo>
                  <a:pt x="10736" y="242"/>
                </a:lnTo>
                <a:lnTo>
                  <a:pt x="10312" y="141"/>
                </a:lnTo>
                <a:lnTo>
                  <a:pt x="9888" y="61"/>
                </a:lnTo>
                <a:lnTo>
                  <a:pt x="9464" y="20"/>
                </a:lnTo>
                <a:lnTo>
                  <a:pt x="9041" y="0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54" name="Google Shape;1054;p14"/>
          <p:cNvSpPr/>
          <p:nvPr/>
        </p:nvSpPr>
        <p:spPr>
          <a:xfrm flipH="1">
            <a:off x="8111209" y="4068607"/>
            <a:ext cx="560808" cy="1296383"/>
          </a:xfrm>
          <a:custGeom>
            <a:rect b="b" l="l" r="r" t="t"/>
            <a:pathLst>
              <a:path extrusionOk="0" h="23188" w="10031">
                <a:moveTo>
                  <a:pt x="4703" y="61"/>
                </a:moveTo>
                <a:lnTo>
                  <a:pt x="4985" y="81"/>
                </a:lnTo>
                <a:lnTo>
                  <a:pt x="5268" y="122"/>
                </a:lnTo>
                <a:lnTo>
                  <a:pt x="5550" y="202"/>
                </a:lnTo>
                <a:lnTo>
                  <a:pt x="5833" y="303"/>
                </a:lnTo>
                <a:lnTo>
                  <a:pt x="6075" y="424"/>
                </a:lnTo>
                <a:lnTo>
                  <a:pt x="6297" y="566"/>
                </a:lnTo>
                <a:lnTo>
                  <a:pt x="6519" y="707"/>
                </a:lnTo>
                <a:lnTo>
                  <a:pt x="6741" y="868"/>
                </a:lnTo>
                <a:lnTo>
                  <a:pt x="6963" y="1070"/>
                </a:lnTo>
                <a:lnTo>
                  <a:pt x="7165" y="1272"/>
                </a:lnTo>
                <a:lnTo>
                  <a:pt x="7366" y="1494"/>
                </a:lnTo>
                <a:lnTo>
                  <a:pt x="7548" y="1736"/>
                </a:lnTo>
                <a:lnTo>
                  <a:pt x="7730" y="1999"/>
                </a:lnTo>
                <a:lnTo>
                  <a:pt x="7911" y="2281"/>
                </a:lnTo>
                <a:lnTo>
                  <a:pt x="8073" y="2584"/>
                </a:lnTo>
                <a:lnTo>
                  <a:pt x="8234" y="2907"/>
                </a:lnTo>
                <a:lnTo>
                  <a:pt x="8396" y="3230"/>
                </a:lnTo>
                <a:lnTo>
                  <a:pt x="8537" y="3593"/>
                </a:lnTo>
                <a:lnTo>
                  <a:pt x="8678" y="3976"/>
                </a:lnTo>
                <a:lnTo>
                  <a:pt x="8819" y="4380"/>
                </a:lnTo>
                <a:lnTo>
                  <a:pt x="9082" y="5207"/>
                </a:lnTo>
                <a:lnTo>
                  <a:pt x="9304" y="6075"/>
                </a:lnTo>
                <a:lnTo>
                  <a:pt x="9505" y="6922"/>
                </a:lnTo>
                <a:lnTo>
                  <a:pt x="9647" y="7790"/>
                </a:lnTo>
                <a:lnTo>
                  <a:pt x="9788" y="8678"/>
                </a:lnTo>
                <a:lnTo>
                  <a:pt x="9869" y="9546"/>
                </a:lnTo>
                <a:lnTo>
                  <a:pt x="9929" y="10434"/>
                </a:lnTo>
                <a:lnTo>
                  <a:pt x="9949" y="11302"/>
                </a:lnTo>
                <a:lnTo>
                  <a:pt x="9949" y="12189"/>
                </a:lnTo>
                <a:lnTo>
                  <a:pt x="9909" y="13077"/>
                </a:lnTo>
                <a:lnTo>
                  <a:pt x="9828" y="13945"/>
                </a:lnTo>
                <a:lnTo>
                  <a:pt x="9727" y="14833"/>
                </a:lnTo>
                <a:lnTo>
                  <a:pt x="9586" y="15701"/>
                </a:lnTo>
                <a:lnTo>
                  <a:pt x="9405" y="16569"/>
                </a:lnTo>
                <a:lnTo>
                  <a:pt x="9203" y="17416"/>
                </a:lnTo>
                <a:lnTo>
                  <a:pt x="8961" y="18264"/>
                </a:lnTo>
                <a:lnTo>
                  <a:pt x="8799" y="18768"/>
                </a:lnTo>
                <a:lnTo>
                  <a:pt x="8618" y="19293"/>
                </a:lnTo>
                <a:lnTo>
                  <a:pt x="8396" y="19838"/>
                </a:lnTo>
                <a:lnTo>
                  <a:pt x="8133" y="20362"/>
                </a:lnTo>
                <a:lnTo>
                  <a:pt x="7992" y="20625"/>
                </a:lnTo>
                <a:lnTo>
                  <a:pt x="7831" y="20867"/>
                </a:lnTo>
                <a:lnTo>
                  <a:pt x="7669" y="21129"/>
                </a:lnTo>
                <a:lnTo>
                  <a:pt x="7487" y="21371"/>
                </a:lnTo>
                <a:lnTo>
                  <a:pt x="7286" y="21593"/>
                </a:lnTo>
                <a:lnTo>
                  <a:pt x="7084" y="21815"/>
                </a:lnTo>
                <a:lnTo>
                  <a:pt x="6862" y="22037"/>
                </a:lnTo>
                <a:lnTo>
                  <a:pt x="6620" y="22239"/>
                </a:lnTo>
                <a:lnTo>
                  <a:pt x="6398" y="22401"/>
                </a:lnTo>
                <a:lnTo>
                  <a:pt x="6196" y="22542"/>
                </a:lnTo>
                <a:lnTo>
                  <a:pt x="5974" y="22663"/>
                </a:lnTo>
                <a:lnTo>
                  <a:pt x="5772" y="22764"/>
                </a:lnTo>
                <a:lnTo>
                  <a:pt x="5550" y="22865"/>
                </a:lnTo>
                <a:lnTo>
                  <a:pt x="5348" y="22945"/>
                </a:lnTo>
                <a:lnTo>
                  <a:pt x="5147" y="23006"/>
                </a:lnTo>
                <a:lnTo>
                  <a:pt x="4945" y="23046"/>
                </a:lnTo>
                <a:lnTo>
                  <a:pt x="4743" y="23087"/>
                </a:lnTo>
                <a:lnTo>
                  <a:pt x="4541" y="23107"/>
                </a:lnTo>
                <a:lnTo>
                  <a:pt x="4339" y="23107"/>
                </a:lnTo>
                <a:lnTo>
                  <a:pt x="4138" y="23087"/>
                </a:lnTo>
                <a:lnTo>
                  <a:pt x="3936" y="23046"/>
                </a:lnTo>
                <a:lnTo>
                  <a:pt x="3754" y="23006"/>
                </a:lnTo>
                <a:lnTo>
                  <a:pt x="3552" y="22925"/>
                </a:lnTo>
                <a:lnTo>
                  <a:pt x="3351" y="22845"/>
                </a:lnTo>
                <a:lnTo>
                  <a:pt x="3169" y="22764"/>
                </a:lnTo>
                <a:lnTo>
                  <a:pt x="2987" y="22643"/>
                </a:lnTo>
                <a:lnTo>
                  <a:pt x="2806" y="22522"/>
                </a:lnTo>
                <a:lnTo>
                  <a:pt x="2644" y="22380"/>
                </a:lnTo>
                <a:lnTo>
                  <a:pt x="2321" y="22078"/>
                </a:lnTo>
                <a:lnTo>
                  <a:pt x="1999" y="21714"/>
                </a:lnTo>
                <a:lnTo>
                  <a:pt x="1716" y="21331"/>
                </a:lnTo>
                <a:lnTo>
                  <a:pt x="1454" y="20927"/>
                </a:lnTo>
                <a:lnTo>
                  <a:pt x="1211" y="20483"/>
                </a:lnTo>
                <a:lnTo>
                  <a:pt x="990" y="20019"/>
                </a:lnTo>
                <a:lnTo>
                  <a:pt x="788" y="19535"/>
                </a:lnTo>
                <a:lnTo>
                  <a:pt x="626" y="19051"/>
                </a:lnTo>
                <a:lnTo>
                  <a:pt x="465" y="18566"/>
                </a:lnTo>
                <a:lnTo>
                  <a:pt x="344" y="18082"/>
                </a:lnTo>
                <a:lnTo>
                  <a:pt x="243" y="17598"/>
                </a:lnTo>
                <a:lnTo>
                  <a:pt x="162" y="17134"/>
                </a:lnTo>
                <a:lnTo>
                  <a:pt x="122" y="16690"/>
                </a:lnTo>
                <a:lnTo>
                  <a:pt x="102" y="16286"/>
                </a:lnTo>
                <a:lnTo>
                  <a:pt x="81" y="15600"/>
                </a:lnTo>
                <a:lnTo>
                  <a:pt x="81" y="14934"/>
                </a:lnTo>
                <a:lnTo>
                  <a:pt x="102" y="14268"/>
                </a:lnTo>
                <a:lnTo>
                  <a:pt x="142" y="13582"/>
                </a:lnTo>
                <a:lnTo>
                  <a:pt x="182" y="12916"/>
                </a:lnTo>
                <a:lnTo>
                  <a:pt x="243" y="12250"/>
                </a:lnTo>
                <a:lnTo>
                  <a:pt x="404" y="10918"/>
                </a:lnTo>
                <a:lnTo>
                  <a:pt x="586" y="9586"/>
                </a:lnTo>
                <a:lnTo>
                  <a:pt x="788" y="8254"/>
                </a:lnTo>
                <a:lnTo>
                  <a:pt x="1252" y="5631"/>
                </a:lnTo>
                <a:lnTo>
                  <a:pt x="1454" y="4622"/>
                </a:lnTo>
                <a:lnTo>
                  <a:pt x="1555" y="4117"/>
                </a:lnTo>
                <a:lnTo>
                  <a:pt x="1676" y="3613"/>
                </a:lnTo>
                <a:lnTo>
                  <a:pt x="1837" y="3108"/>
                </a:lnTo>
                <a:lnTo>
                  <a:pt x="1999" y="2604"/>
                </a:lnTo>
                <a:lnTo>
                  <a:pt x="2200" y="2140"/>
                </a:lnTo>
                <a:lnTo>
                  <a:pt x="2442" y="1655"/>
                </a:lnTo>
                <a:lnTo>
                  <a:pt x="2584" y="1393"/>
                </a:lnTo>
                <a:lnTo>
                  <a:pt x="2745" y="1151"/>
                </a:lnTo>
                <a:lnTo>
                  <a:pt x="2927" y="949"/>
                </a:lnTo>
                <a:lnTo>
                  <a:pt x="3108" y="747"/>
                </a:lnTo>
                <a:lnTo>
                  <a:pt x="3290" y="586"/>
                </a:lnTo>
                <a:lnTo>
                  <a:pt x="3472" y="445"/>
                </a:lnTo>
                <a:lnTo>
                  <a:pt x="3673" y="324"/>
                </a:lnTo>
                <a:lnTo>
                  <a:pt x="3875" y="223"/>
                </a:lnTo>
                <a:lnTo>
                  <a:pt x="4077" y="162"/>
                </a:lnTo>
                <a:lnTo>
                  <a:pt x="4279" y="102"/>
                </a:lnTo>
                <a:lnTo>
                  <a:pt x="4481" y="81"/>
                </a:lnTo>
                <a:lnTo>
                  <a:pt x="4703" y="61"/>
                </a:lnTo>
                <a:close/>
                <a:moveTo>
                  <a:pt x="4561" y="1"/>
                </a:moveTo>
                <a:lnTo>
                  <a:pt x="4319" y="21"/>
                </a:lnTo>
                <a:lnTo>
                  <a:pt x="4077" y="61"/>
                </a:lnTo>
                <a:lnTo>
                  <a:pt x="3855" y="142"/>
                </a:lnTo>
                <a:lnTo>
                  <a:pt x="3633" y="243"/>
                </a:lnTo>
                <a:lnTo>
                  <a:pt x="3431" y="364"/>
                </a:lnTo>
                <a:lnTo>
                  <a:pt x="3229" y="525"/>
                </a:lnTo>
                <a:lnTo>
                  <a:pt x="3048" y="687"/>
                </a:lnTo>
                <a:lnTo>
                  <a:pt x="2866" y="889"/>
                </a:lnTo>
                <a:lnTo>
                  <a:pt x="2685" y="1111"/>
                </a:lnTo>
                <a:lnTo>
                  <a:pt x="2523" y="1353"/>
                </a:lnTo>
                <a:lnTo>
                  <a:pt x="2362" y="1615"/>
                </a:lnTo>
                <a:lnTo>
                  <a:pt x="2120" y="2099"/>
                </a:lnTo>
                <a:lnTo>
                  <a:pt x="1918" y="2584"/>
                </a:lnTo>
                <a:lnTo>
                  <a:pt x="1756" y="3068"/>
                </a:lnTo>
                <a:lnTo>
                  <a:pt x="1615" y="3573"/>
                </a:lnTo>
                <a:lnTo>
                  <a:pt x="1474" y="4097"/>
                </a:lnTo>
                <a:lnTo>
                  <a:pt x="1373" y="4602"/>
                </a:lnTo>
                <a:lnTo>
                  <a:pt x="1171" y="5631"/>
                </a:lnTo>
                <a:lnTo>
                  <a:pt x="707" y="8254"/>
                </a:lnTo>
                <a:lnTo>
                  <a:pt x="505" y="9566"/>
                </a:lnTo>
                <a:lnTo>
                  <a:pt x="324" y="10898"/>
                </a:lnTo>
                <a:lnTo>
                  <a:pt x="162" y="12250"/>
                </a:lnTo>
                <a:lnTo>
                  <a:pt x="102" y="12916"/>
                </a:lnTo>
                <a:lnTo>
                  <a:pt x="61" y="13582"/>
                </a:lnTo>
                <a:lnTo>
                  <a:pt x="21" y="14268"/>
                </a:lnTo>
                <a:lnTo>
                  <a:pt x="1" y="14934"/>
                </a:lnTo>
                <a:lnTo>
                  <a:pt x="1" y="15600"/>
                </a:lnTo>
                <a:lnTo>
                  <a:pt x="21" y="16286"/>
                </a:lnTo>
                <a:lnTo>
                  <a:pt x="41" y="16710"/>
                </a:lnTo>
                <a:lnTo>
                  <a:pt x="81" y="17154"/>
                </a:lnTo>
                <a:lnTo>
                  <a:pt x="162" y="17618"/>
                </a:lnTo>
                <a:lnTo>
                  <a:pt x="263" y="18102"/>
                </a:lnTo>
                <a:lnTo>
                  <a:pt x="404" y="18587"/>
                </a:lnTo>
                <a:lnTo>
                  <a:pt x="546" y="19071"/>
                </a:lnTo>
                <a:lnTo>
                  <a:pt x="727" y="19575"/>
                </a:lnTo>
                <a:lnTo>
                  <a:pt x="929" y="20060"/>
                </a:lnTo>
                <a:lnTo>
                  <a:pt x="1151" y="20524"/>
                </a:lnTo>
                <a:lnTo>
                  <a:pt x="1393" y="20968"/>
                </a:lnTo>
                <a:lnTo>
                  <a:pt x="1655" y="21392"/>
                </a:lnTo>
                <a:lnTo>
                  <a:pt x="1958" y="21775"/>
                </a:lnTo>
                <a:lnTo>
                  <a:pt x="2261" y="22138"/>
                </a:lnTo>
                <a:lnTo>
                  <a:pt x="2604" y="22461"/>
                </a:lnTo>
                <a:lnTo>
                  <a:pt x="2765" y="22582"/>
                </a:lnTo>
                <a:lnTo>
                  <a:pt x="2947" y="22723"/>
                </a:lnTo>
                <a:lnTo>
                  <a:pt x="3129" y="22824"/>
                </a:lnTo>
                <a:lnTo>
                  <a:pt x="3330" y="22925"/>
                </a:lnTo>
                <a:lnTo>
                  <a:pt x="3593" y="23046"/>
                </a:lnTo>
                <a:lnTo>
                  <a:pt x="3875" y="23127"/>
                </a:lnTo>
                <a:lnTo>
                  <a:pt x="4158" y="23167"/>
                </a:lnTo>
                <a:lnTo>
                  <a:pt x="4460" y="23188"/>
                </a:lnTo>
                <a:lnTo>
                  <a:pt x="4723" y="23167"/>
                </a:lnTo>
                <a:lnTo>
                  <a:pt x="4985" y="23127"/>
                </a:lnTo>
                <a:lnTo>
                  <a:pt x="5268" y="23067"/>
                </a:lnTo>
                <a:lnTo>
                  <a:pt x="5550" y="22966"/>
                </a:lnTo>
                <a:lnTo>
                  <a:pt x="5813" y="22845"/>
                </a:lnTo>
                <a:lnTo>
                  <a:pt x="6095" y="22683"/>
                </a:lnTo>
                <a:lnTo>
                  <a:pt x="6378" y="22501"/>
                </a:lnTo>
                <a:lnTo>
                  <a:pt x="6680" y="22300"/>
                </a:lnTo>
                <a:lnTo>
                  <a:pt x="6922" y="22098"/>
                </a:lnTo>
                <a:lnTo>
                  <a:pt x="7144" y="21876"/>
                </a:lnTo>
                <a:lnTo>
                  <a:pt x="7346" y="21654"/>
                </a:lnTo>
                <a:lnTo>
                  <a:pt x="7548" y="21412"/>
                </a:lnTo>
                <a:lnTo>
                  <a:pt x="7730" y="21170"/>
                </a:lnTo>
                <a:lnTo>
                  <a:pt x="7911" y="20927"/>
                </a:lnTo>
                <a:lnTo>
                  <a:pt x="8053" y="20665"/>
                </a:lnTo>
                <a:lnTo>
                  <a:pt x="8214" y="20403"/>
                </a:lnTo>
                <a:lnTo>
                  <a:pt x="8476" y="19878"/>
                </a:lnTo>
                <a:lnTo>
                  <a:pt x="8698" y="19333"/>
                </a:lnTo>
                <a:lnTo>
                  <a:pt x="8880" y="18809"/>
                </a:lnTo>
                <a:lnTo>
                  <a:pt x="9041" y="18284"/>
                </a:lnTo>
                <a:lnTo>
                  <a:pt x="9283" y="17436"/>
                </a:lnTo>
                <a:lnTo>
                  <a:pt x="9485" y="16589"/>
                </a:lnTo>
                <a:lnTo>
                  <a:pt x="9667" y="15721"/>
                </a:lnTo>
                <a:lnTo>
                  <a:pt x="9808" y="14833"/>
                </a:lnTo>
                <a:lnTo>
                  <a:pt x="9909" y="13965"/>
                </a:lnTo>
                <a:lnTo>
                  <a:pt x="9990" y="13077"/>
                </a:lnTo>
                <a:lnTo>
                  <a:pt x="10030" y="12189"/>
                </a:lnTo>
                <a:lnTo>
                  <a:pt x="10030" y="11302"/>
                </a:lnTo>
                <a:lnTo>
                  <a:pt x="10010" y="10434"/>
                </a:lnTo>
                <a:lnTo>
                  <a:pt x="9949" y="9546"/>
                </a:lnTo>
                <a:lnTo>
                  <a:pt x="9869" y="8658"/>
                </a:lnTo>
                <a:lnTo>
                  <a:pt x="9727" y="7790"/>
                </a:lnTo>
                <a:lnTo>
                  <a:pt x="9566" y="6902"/>
                </a:lnTo>
                <a:lnTo>
                  <a:pt x="9384" y="6055"/>
                </a:lnTo>
                <a:lnTo>
                  <a:pt x="9162" y="5187"/>
                </a:lnTo>
                <a:lnTo>
                  <a:pt x="8900" y="4339"/>
                </a:lnTo>
                <a:lnTo>
                  <a:pt x="8759" y="3936"/>
                </a:lnTo>
                <a:lnTo>
                  <a:pt x="8618" y="3552"/>
                </a:lnTo>
                <a:lnTo>
                  <a:pt x="8476" y="3209"/>
                </a:lnTo>
                <a:lnTo>
                  <a:pt x="8315" y="2866"/>
                </a:lnTo>
                <a:lnTo>
                  <a:pt x="8153" y="2523"/>
                </a:lnTo>
                <a:lnTo>
                  <a:pt x="7972" y="2220"/>
                </a:lnTo>
                <a:lnTo>
                  <a:pt x="7790" y="1938"/>
                </a:lnTo>
                <a:lnTo>
                  <a:pt x="7609" y="1676"/>
                </a:lnTo>
                <a:lnTo>
                  <a:pt x="7407" y="1433"/>
                </a:lnTo>
                <a:lnTo>
                  <a:pt x="7225" y="1211"/>
                </a:lnTo>
                <a:lnTo>
                  <a:pt x="7003" y="990"/>
                </a:lnTo>
                <a:lnTo>
                  <a:pt x="6801" y="808"/>
                </a:lnTo>
                <a:lnTo>
                  <a:pt x="6579" y="646"/>
                </a:lnTo>
                <a:lnTo>
                  <a:pt x="6337" y="485"/>
                </a:lnTo>
                <a:lnTo>
                  <a:pt x="6095" y="344"/>
                </a:lnTo>
                <a:lnTo>
                  <a:pt x="5853" y="243"/>
                </a:lnTo>
                <a:lnTo>
                  <a:pt x="5591" y="142"/>
                </a:lnTo>
                <a:lnTo>
                  <a:pt x="5328" y="61"/>
                </a:lnTo>
                <a:lnTo>
                  <a:pt x="5066" y="21"/>
                </a:lnTo>
                <a:lnTo>
                  <a:pt x="4824" y="1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55" name="Google Shape;1055;p14"/>
          <p:cNvSpPr/>
          <p:nvPr/>
        </p:nvSpPr>
        <p:spPr>
          <a:xfrm flipH="1">
            <a:off x="8260143" y="4570694"/>
            <a:ext cx="262933" cy="275344"/>
          </a:xfrm>
          <a:custGeom>
            <a:rect b="b" l="l" r="r" t="t"/>
            <a:pathLst>
              <a:path extrusionOk="0" h="4925" w="4703">
                <a:moveTo>
                  <a:pt x="1938" y="81"/>
                </a:moveTo>
                <a:lnTo>
                  <a:pt x="2160" y="122"/>
                </a:lnTo>
                <a:lnTo>
                  <a:pt x="2382" y="182"/>
                </a:lnTo>
                <a:lnTo>
                  <a:pt x="2604" y="283"/>
                </a:lnTo>
                <a:lnTo>
                  <a:pt x="2785" y="384"/>
                </a:lnTo>
                <a:lnTo>
                  <a:pt x="2967" y="505"/>
                </a:lnTo>
                <a:lnTo>
                  <a:pt x="3129" y="626"/>
                </a:lnTo>
                <a:lnTo>
                  <a:pt x="3411" y="889"/>
                </a:lnTo>
                <a:lnTo>
                  <a:pt x="3613" y="1111"/>
                </a:lnTo>
                <a:lnTo>
                  <a:pt x="3794" y="1353"/>
                </a:lnTo>
                <a:lnTo>
                  <a:pt x="3976" y="1595"/>
                </a:lnTo>
                <a:lnTo>
                  <a:pt x="4117" y="1857"/>
                </a:lnTo>
                <a:lnTo>
                  <a:pt x="4259" y="2120"/>
                </a:lnTo>
                <a:lnTo>
                  <a:pt x="4380" y="2402"/>
                </a:lnTo>
                <a:lnTo>
                  <a:pt x="4460" y="2685"/>
                </a:lnTo>
                <a:lnTo>
                  <a:pt x="4541" y="2967"/>
                </a:lnTo>
                <a:lnTo>
                  <a:pt x="4602" y="3330"/>
                </a:lnTo>
                <a:lnTo>
                  <a:pt x="4622" y="3472"/>
                </a:lnTo>
                <a:lnTo>
                  <a:pt x="4622" y="3633"/>
                </a:lnTo>
                <a:lnTo>
                  <a:pt x="4602" y="3774"/>
                </a:lnTo>
                <a:lnTo>
                  <a:pt x="4561" y="3895"/>
                </a:lnTo>
                <a:lnTo>
                  <a:pt x="4521" y="4016"/>
                </a:lnTo>
                <a:lnTo>
                  <a:pt x="4481" y="4138"/>
                </a:lnTo>
                <a:lnTo>
                  <a:pt x="4380" y="4279"/>
                </a:lnTo>
                <a:lnTo>
                  <a:pt x="4238" y="4400"/>
                </a:lnTo>
                <a:lnTo>
                  <a:pt x="4097" y="4521"/>
                </a:lnTo>
                <a:lnTo>
                  <a:pt x="3916" y="4622"/>
                </a:lnTo>
                <a:lnTo>
                  <a:pt x="3673" y="4723"/>
                </a:lnTo>
                <a:lnTo>
                  <a:pt x="3431" y="4783"/>
                </a:lnTo>
                <a:lnTo>
                  <a:pt x="3189" y="4844"/>
                </a:lnTo>
                <a:lnTo>
                  <a:pt x="2685" y="4844"/>
                </a:lnTo>
                <a:lnTo>
                  <a:pt x="2442" y="4804"/>
                </a:lnTo>
                <a:lnTo>
                  <a:pt x="2200" y="4723"/>
                </a:lnTo>
                <a:lnTo>
                  <a:pt x="1958" y="4622"/>
                </a:lnTo>
                <a:lnTo>
                  <a:pt x="1676" y="4460"/>
                </a:lnTo>
                <a:lnTo>
                  <a:pt x="1393" y="4238"/>
                </a:lnTo>
                <a:lnTo>
                  <a:pt x="1111" y="3976"/>
                </a:lnTo>
                <a:lnTo>
                  <a:pt x="868" y="3694"/>
                </a:lnTo>
                <a:lnTo>
                  <a:pt x="646" y="3391"/>
                </a:lnTo>
                <a:lnTo>
                  <a:pt x="445" y="3068"/>
                </a:lnTo>
                <a:lnTo>
                  <a:pt x="283" y="2725"/>
                </a:lnTo>
                <a:lnTo>
                  <a:pt x="162" y="2382"/>
                </a:lnTo>
                <a:lnTo>
                  <a:pt x="122" y="2160"/>
                </a:lnTo>
                <a:lnTo>
                  <a:pt x="81" y="1958"/>
                </a:lnTo>
                <a:lnTo>
                  <a:pt x="81" y="1756"/>
                </a:lnTo>
                <a:lnTo>
                  <a:pt x="81" y="1555"/>
                </a:lnTo>
                <a:lnTo>
                  <a:pt x="122" y="1373"/>
                </a:lnTo>
                <a:lnTo>
                  <a:pt x="162" y="1191"/>
                </a:lnTo>
                <a:lnTo>
                  <a:pt x="243" y="1010"/>
                </a:lnTo>
                <a:lnTo>
                  <a:pt x="323" y="848"/>
                </a:lnTo>
                <a:lnTo>
                  <a:pt x="445" y="687"/>
                </a:lnTo>
                <a:lnTo>
                  <a:pt x="606" y="525"/>
                </a:lnTo>
                <a:lnTo>
                  <a:pt x="767" y="404"/>
                </a:lnTo>
                <a:lnTo>
                  <a:pt x="949" y="283"/>
                </a:lnTo>
                <a:lnTo>
                  <a:pt x="1151" y="202"/>
                </a:lnTo>
                <a:lnTo>
                  <a:pt x="1353" y="122"/>
                </a:lnTo>
                <a:lnTo>
                  <a:pt x="1554" y="81"/>
                </a:lnTo>
                <a:close/>
                <a:moveTo>
                  <a:pt x="1696" y="1"/>
                </a:moveTo>
                <a:lnTo>
                  <a:pt x="1454" y="21"/>
                </a:lnTo>
                <a:lnTo>
                  <a:pt x="1211" y="81"/>
                </a:lnTo>
                <a:lnTo>
                  <a:pt x="989" y="182"/>
                </a:lnTo>
                <a:lnTo>
                  <a:pt x="767" y="303"/>
                </a:lnTo>
                <a:lnTo>
                  <a:pt x="586" y="445"/>
                </a:lnTo>
                <a:lnTo>
                  <a:pt x="404" y="626"/>
                </a:lnTo>
                <a:lnTo>
                  <a:pt x="263" y="808"/>
                </a:lnTo>
                <a:lnTo>
                  <a:pt x="162" y="989"/>
                </a:lnTo>
                <a:lnTo>
                  <a:pt x="81" y="1171"/>
                </a:lnTo>
                <a:lnTo>
                  <a:pt x="41" y="1353"/>
                </a:lnTo>
                <a:lnTo>
                  <a:pt x="1" y="1555"/>
                </a:lnTo>
                <a:lnTo>
                  <a:pt x="1" y="1756"/>
                </a:lnTo>
                <a:lnTo>
                  <a:pt x="1" y="1958"/>
                </a:lnTo>
                <a:lnTo>
                  <a:pt x="41" y="2180"/>
                </a:lnTo>
                <a:lnTo>
                  <a:pt x="81" y="2402"/>
                </a:lnTo>
                <a:lnTo>
                  <a:pt x="202" y="2745"/>
                </a:lnTo>
                <a:lnTo>
                  <a:pt x="364" y="3088"/>
                </a:lnTo>
                <a:lnTo>
                  <a:pt x="566" y="3431"/>
                </a:lnTo>
                <a:lnTo>
                  <a:pt x="808" y="3754"/>
                </a:lnTo>
                <a:lnTo>
                  <a:pt x="1050" y="4037"/>
                </a:lnTo>
                <a:lnTo>
                  <a:pt x="1332" y="4299"/>
                </a:lnTo>
                <a:lnTo>
                  <a:pt x="1635" y="4521"/>
                </a:lnTo>
                <a:lnTo>
                  <a:pt x="1938" y="4703"/>
                </a:lnTo>
                <a:lnTo>
                  <a:pt x="2160" y="4804"/>
                </a:lnTo>
                <a:lnTo>
                  <a:pt x="2422" y="4864"/>
                </a:lnTo>
                <a:lnTo>
                  <a:pt x="2664" y="4925"/>
                </a:lnTo>
                <a:lnTo>
                  <a:pt x="3189" y="4925"/>
                </a:lnTo>
                <a:lnTo>
                  <a:pt x="3451" y="4864"/>
                </a:lnTo>
                <a:lnTo>
                  <a:pt x="3714" y="4804"/>
                </a:lnTo>
                <a:lnTo>
                  <a:pt x="3956" y="4682"/>
                </a:lnTo>
                <a:lnTo>
                  <a:pt x="4138" y="4582"/>
                </a:lnTo>
                <a:lnTo>
                  <a:pt x="4299" y="4460"/>
                </a:lnTo>
                <a:lnTo>
                  <a:pt x="4440" y="4319"/>
                </a:lnTo>
                <a:lnTo>
                  <a:pt x="4541" y="4178"/>
                </a:lnTo>
                <a:lnTo>
                  <a:pt x="4602" y="4057"/>
                </a:lnTo>
                <a:lnTo>
                  <a:pt x="4642" y="3916"/>
                </a:lnTo>
                <a:lnTo>
                  <a:pt x="4682" y="3795"/>
                </a:lnTo>
                <a:lnTo>
                  <a:pt x="4703" y="3633"/>
                </a:lnTo>
                <a:lnTo>
                  <a:pt x="4703" y="3492"/>
                </a:lnTo>
                <a:lnTo>
                  <a:pt x="4682" y="3310"/>
                </a:lnTo>
                <a:lnTo>
                  <a:pt x="4622" y="2947"/>
                </a:lnTo>
                <a:lnTo>
                  <a:pt x="4541" y="2664"/>
                </a:lnTo>
                <a:lnTo>
                  <a:pt x="4440" y="2362"/>
                </a:lnTo>
                <a:lnTo>
                  <a:pt x="4339" y="2099"/>
                </a:lnTo>
                <a:lnTo>
                  <a:pt x="4198" y="1817"/>
                </a:lnTo>
                <a:lnTo>
                  <a:pt x="4037" y="1555"/>
                </a:lnTo>
                <a:lnTo>
                  <a:pt x="3855" y="1312"/>
                </a:lnTo>
                <a:lnTo>
                  <a:pt x="3673" y="1070"/>
                </a:lnTo>
                <a:lnTo>
                  <a:pt x="3472" y="828"/>
                </a:lnTo>
                <a:lnTo>
                  <a:pt x="3189" y="566"/>
                </a:lnTo>
                <a:lnTo>
                  <a:pt x="3007" y="445"/>
                </a:lnTo>
                <a:lnTo>
                  <a:pt x="2826" y="324"/>
                </a:lnTo>
                <a:lnTo>
                  <a:pt x="2624" y="202"/>
                </a:lnTo>
                <a:lnTo>
                  <a:pt x="2422" y="102"/>
                </a:lnTo>
                <a:lnTo>
                  <a:pt x="2180" y="41"/>
                </a:lnTo>
                <a:lnTo>
                  <a:pt x="1938" y="1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56" name="Google Shape;1056;p14"/>
          <p:cNvSpPr/>
          <p:nvPr/>
        </p:nvSpPr>
        <p:spPr>
          <a:xfrm flipH="1">
            <a:off x="8325556" y="4641807"/>
            <a:ext cx="135464" cy="154584"/>
          </a:xfrm>
          <a:custGeom>
            <a:rect b="b" l="l" r="r" t="t"/>
            <a:pathLst>
              <a:path extrusionOk="0" h="2765" w="2423">
                <a:moveTo>
                  <a:pt x="747" y="81"/>
                </a:moveTo>
                <a:lnTo>
                  <a:pt x="888" y="101"/>
                </a:lnTo>
                <a:lnTo>
                  <a:pt x="1050" y="121"/>
                </a:lnTo>
                <a:lnTo>
                  <a:pt x="1191" y="161"/>
                </a:lnTo>
                <a:lnTo>
                  <a:pt x="1332" y="202"/>
                </a:lnTo>
                <a:lnTo>
                  <a:pt x="1474" y="262"/>
                </a:lnTo>
                <a:lnTo>
                  <a:pt x="1615" y="343"/>
                </a:lnTo>
                <a:lnTo>
                  <a:pt x="1736" y="424"/>
                </a:lnTo>
                <a:lnTo>
                  <a:pt x="1837" y="505"/>
                </a:lnTo>
                <a:lnTo>
                  <a:pt x="1998" y="686"/>
                </a:lnTo>
                <a:lnTo>
                  <a:pt x="2140" y="888"/>
                </a:lnTo>
                <a:lnTo>
                  <a:pt x="2240" y="1130"/>
                </a:lnTo>
                <a:lnTo>
                  <a:pt x="2321" y="1372"/>
                </a:lnTo>
                <a:lnTo>
                  <a:pt x="2341" y="1635"/>
                </a:lnTo>
                <a:lnTo>
                  <a:pt x="2341" y="1897"/>
                </a:lnTo>
                <a:lnTo>
                  <a:pt x="2321" y="2018"/>
                </a:lnTo>
                <a:lnTo>
                  <a:pt x="2281" y="2139"/>
                </a:lnTo>
                <a:lnTo>
                  <a:pt x="2220" y="2260"/>
                </a:lnTo>
                <a:lnTo>
                  <a:pt x="2160" y="2381"/>
                </a:lnTo>
                <a:lnTo>
                  <a:pt x="2099" y="2442"/>
                </a:lnTo>
                <a:lnTo>
                  <a:pt x="2039" y="2543"/>
                </a:lnTo>
                <a:lnTo>
                  <a:pt x="1938" y="2603"/>
                </a:lnTo>
                <a:lnTo>
                  <a:pt x="1837" y="2664"/>
                </a:lnTo>
                <a:lnTo>
                  <a:pt x="1716" y="2684"/>
                </a:lnTo>
                <a:lnTo>
                  <a:pt x="1575" y="2684"/>
                </a:lnTo>
                <a:lnTo>
                  <a:pt x="1433" y="2623"/>
                </a:lnTo>
                <a:lnTo>
                  <a:pt x="1292" y="2563"/>
                </a:lnTo>
                <a:lnTo>
                  <a:pt x="1110" y="2422"/>
                </a:lnTo>
                <a:lnTo>
                  <a:pt x="929" y="2220"/>
                </a:lnTo>
                <a:lnTo>
                  <a:pt x="727" y="1978"/>
                </a:lnTo>
                <a:lnTo>
                  <a:pt x="525" y="1715"/>
                </a:lnTo>
                <a:lnTo>
                  <a:pt x="344" y="1433"/>
                </a:lnTo>
                <a:lnTo>
                  <a:pt x="202" y="1150"/>
                </a:lnTo>
                <a:lnTo>
                  <a:pt x="101" y="888"/>
                </a:lnTo>
                <a:lnTo>
                  <a:pt x="81" y="787"/>
                </a:lnTo>
                <a:lnTo>
                  <a:pt x="81" y="686"/>
                </a:lnTo>
                <a:lnTo>
                  <a:pt x="101" y="484"/>
                </a:lnTo>
                <a:lnTo>
                  <a:pt x="122" y="404"/>
                </a:lnTo>
                <a:lnTo>
                  <a:pt x="162" y="343"/>
                </a:lnTo>
                <a:lnTo>
                  <a:pt x="222" y="283"/>
                </a:lnTo>
                <a:lnTo>
                  <a:pt x="283" y="222"/>
                </a:lnTo>
                <a:lnTo>
                  <a:pt x="344" y="182"/>
                </a:lnTo>
                <a:lnTo>
                  <a:pt x="424" y="141"/>
                </a:lnTo>
                <a:lnTo>
                  <a:pt x="566" y="101"/>
                </a:lnTo>
                <a:lnTo>
                  <a:pt x="747" y="81"/>
                </a:lnTo>
                <a:close/>
                <a:moveTo>
                  <a:pt x="767" y="0"/>
                </a:moveTo>
                <a:lnTo>
                  <a:pt x="566" y="20"/>
                </a:lnTo>
                <a:lnTo>
                  <a:pt x="384" y="61"/>
                </a:lnTo>
                <a:lnTo>
                  <a:pt x="303" y="101"/>
                </a:lnTo>
                <a:lnTo>
                  <a:pt x="222" y="161"/>
                </a:lnTo>
                <a:lnTo>
                  <a:pt x="162" y="222"/>
                </a:lnTo>
                <a:lnTo>
                  <a:pt x="101" y="303"/>
                </a:lnTo>
                <a:lnTo>
                  <a:pt x="61" y="383"/>
                </a:lnTo>
                <a:lnTo>
                  <a:pt x="21" y="464"/>
                </a:lnTo>
                <a:lnTo>
                  <a:pt x="1" y="565"/>
                </a:lnTo>
                <a:lnTo>
                  <a:pt x="1" y="666"/>
                </a:lnTo>
                <a:lnTo>
                  <a:pt x="1" y="787"/>
                </a:lnTo>
                <a:lnTo>
                  <a:pt x="21" y="908"/>
                </a:lnTo>
                <a:lnTo>
                  <a:pt x="61" y="1029"/>
                </a:lnTo>
                <a:lnTo>
                  <a:pt x="122" y="1170"/>
                </a:lnTo>
                <a:lnTo>
                  <a:pt x="263" y="1453"/>
                </a:lnTo>
                <a:lnTo>
                  <a:pt x="444" y="1756"/>
                </a:lnTo>
                <a:lnTo>
                  <a:pt x="646" y="2018"/>
                </a:lnTo>
                <a:lnTo>
                  <a:pt x="868" y="2280"/>
                </a:lnTo>
                <a:lnTo>
                  <a:pt x="1070" y="2482"/>
                </a:lnTo>
                <a:lnTo>
                  <a:pt x="1231" y="2623"/>
                </a:lnTo>
                <a:lnTo>
                  <a:pt x="1353" y="2684"/>
                </a:lnTo>
                <a:lnTo>
                  <a:pt x="1453" y="2724"/>
                </a:lnTo>
                <a:lnTo>
                  <a:pt x="1575" y="2765"/>
                </a:lnTo>
                <a:lnTo>
                  <a:pt x="1776" y="2765"/>
                </a:lnTo>
                <a:lnTo>
                  <a:pt x="1857" y="2744"/>
                </a:lnTo>
                <a:lnTo>
                  <a:pt x="1958" y="2684"/>
                </a:lnTo>
                <a:lnTo>
                  <a:pt x="2059" y="2623"/>
                </a:lnTo>
                <a:lnTo>
                  <a:pt x="2160" y="2523"/>
                </a:lnTo>
                <a:lnTo>
                  <a:pt x="2240" y="2422"/>
                </a:lnTo>
                <a:lnTo>
                  <a:pt x="2301" y="2301"/>
                </a:lnTo>
                <a:lnTo>
                  <a:pt x="2362" y="2159"/>
                </a:lnTo>
                <a:lnTo>
                  <a:pt x="2402" y="2038"/>
                </a:lnTo>
                <a:lnTo>
                  <a:pt x="2422" y="1897"/>
                </a:lnTo>
                <a:lnTo>
                  <a:pt x="2422" y="1776"/>
                </a:lnTo>
                <a:lnTo>
                  <a:pt x="2422" y="1635"/>
                </a:lnTo>
                <a:lnTo>
                  <a:pt x="2402" y="1372"/>
                </a:lnTo>
                <a:lnTo>
                  <a:pt x="2321" y="1110"/>
                </a:lnTo>
                <a:lnTo>
                  <a:pt x="2200" y="868"/>
                </a:lnTo>
                <a:lnTo>
                  <a:pt x="2059" y="626"/>
                </a:lnTo>
                <a:lnTo>
                  <a:pt x="1877" y="444"/>
                </a:lnTo>
                <a:lnTo>
                  <a:pt x="1736" y="323"/>
                </a:lnTo>
                <a:lnTo>
                  <a:pt x="1575" y="222"/>
                </a:lnTo>
                <a:lnTo>
                  <a:pt x="1393" y="141"/>
                </a:lnTo>
                <a:lnTo>
                  <a:pt x="1171" y="61"/>
                </a:lnTo>
                <a:lnTo>
                  <a:pt x="969" y="20"/>
                </a:lnTo>
                <a:lnTo>
                  <a:pt x="767" y="0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57" name="Google Shape;1057;p14"/>
          <p:cNvSpPr/>
          <p:nvPr/>
        </p:nvSpPr>
        <p:spPr>
          <a:xfrm flipH="1">
            <a:off x="8357145" y="4718510"/>
            <a:ext cx="55348" cy="4529"/>
          </a:xfrm>
          <a:custGeom>
            <a:rect b="b" l="l" r="r" t="t"/>
            <a:pathLst>
              <a:path extrusionOk="0" h="81" w="990">
                <a:moveTo>
                  <a:pt x="0" y="0"/>
                </a:moveTo>
                <a:lnTo>
                  <a:pt x="0" y="81"/>
                </a:lnTo>
                <a:lnTo>
                  <a:pt x="989" y="81"/>
                </a:lnTo>
                <a:lnTo>
                  <a:pt x="989" y="0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58" name="Google Shape;1058;p14"/>
          <p:cNvSpPr/>
          <p:nvPr/>
        </p:nvSpPr>
        <p:spPr>
          <a:xfrm flipH="1">
            <a:off x="8198093" y="338981"/>
            <a:ext cx="262933" cy="275344"/>
          </a:xfrm>
          <a:custGeom>
            <a:rect b="b" l="l" r="r" t="t"/>
            <a:pathLst>
              <a:path extrusionOk="0" h="4925" w="4703">
                <a:moveTo>
                  <a:pt x="1938" y="81"/>
                </a:moveTo>
                <a:lnTo>
                  <a:pt x="2160" y="122"/>
                </a:lnTo>
                <a:lnTo>
                  <a:pt x="2382" y="182"/>
                </a:lnTo>
                <a:lnTo>
                  <a:pt x="2604" y="283"/>
                </a:lnTo>
                <a:lnTo>
                  <a:pt x="2785" y="384"/>
                </a:lnTo>
                <a:lnTo>
                  <a:pt x="2967" y="505"/>
                </a:lnTo>
                <a:lnTo>
                  <a:pt x="3129" y="626"/>
                </a:lnTo>
                <a:lnTo>
                  <a:pt x="3411" y="889"/>
                </a:lnTo>
                <a:lnTo>
                  <a:pt x="3613" y="1111"/>
                </a:lnTo>
                <a:lnTo>
                  <a:pt x="3794" y="1353"/>
                </a:lnTo>
                <a:lnTo>
                  <a:pt x="3976" y="1595"/>
                </a:lnTo>
                <a:lnTo>
                  <a:pt x="4117" y="1857"/>
                </a:lnTo>
                <a:lnTo>
                  <a:pt x="4259" y="2120"/>
                </a:lnTo>
                <a:lnTo>
                  <a:pt x="4380" y="2402"/>
                </a:lnTo>
                <a:lnTo>
                  <a:pt x="4460" y="2685"/>
                </a:lnTo>
                <a:lnTo>
                  <a:pt x="4541" y="2967"/>
                </a:lnTo>
                <a:lnTo>
                  <a:pt x="4602" y="3330"/>
                </a:lnTo>
                <a:lnTo>
                  <a:pt x="4622" y="3472"/>
                </a:lnTo>
                <a:lnTo>
                  <a:pt x="4622" y="3633"/>
                </a:lnTo>
                <a:lnTo>
                  <a:pt x="4602" y="3774"/>
                </a:lnTo>
                <a:lnTo>
                  <a:pt x="4561" y="3895"/>
                </a:lnTo>
                <a:lnTo>
                  <a:pt x="4521" y="4016"/>
                </a:lnTo>
                <a:lnTo>
                  <a:pt x="4481" y="4138"/>
                </a:lnTo>
                <a:lnTo>
                  <a:pt x="4380" y="4279"/>
                </a:lnTo>
                <a:lnTo>
                  <a:pt x="4238" y="4400"/>
                </a:lnTo>
                <a:lnTo>
                  <a:pt x="4097" y="4521"/>
                </a:lnTo>
                <a:lnTo>
                  <a:pt x="3916" y="4622"/>
                </a:lnTo>
                <a:lnTo>
                  <a:pt x="3673" y="4723"/>
                </a:lnTo>
                <a:lnTo>
                  <a:pt x="3431" y="4783"/>
                </a:lnTo>
                <a:lnTo>
                  <a:pt x="3189" y="4844"/>
                </a:lnTo>
                <a:lnTo>
                  <a:pt x="2685" y="4844"/>
                </a:lnTo>
                <a:lnTo>
                  <a:pt x="2442" y="4804"/>
                </a:lnTo>
                <a:lnTo>
                  <a:pt x="2200" y="4723"/>
                </a:lnTo>
                <a:lnTo>
                  <a:pt x="1958" y="4622"/>
                </a:lnTo>
                <a:lnTo>
                  <a:pt x="1676" y="4460"/>
                </a:lnTo>
                <a:lnTo>
                  <a:pt x="1393" y="4238"/>
                </a:lnTo>
                <a:lnTo>
                  <a:pt x="1111" y="3976"/>
                </a:lnTo>
                <a:lnTo>
                  <a:pt x="868" y="3694"/>
                </a:lnTo>
                <a:lnTo>
                  <a:pt x="646" y="3391"/>
                </a:lnTo>
                <a:lnTo>
                  <a:pt x="445" y="3068"/>
                </a:lnTo>
                <a:lnTo>
                  <a:pt x="283" y="2725"/>
                </a:lnTo>
                <a:lnTo>
                  <a:pt x="162" y="2382"/>
                </a:lnTo>
                <a:lnTo>
                  <a:pt x="122" y="2160"/>
                </a:lnTo>
                <a:lnTo>
                  <a:pt x="81" y="1958"/>
                </a:lnTo>
                <a:lnTo>
                  <a:pt x="81" y="1756"/>
                </a:lnTo>
                <a:lnTo>
                  <a:pt x="81" y="1555"/>
                </a:lnTo>
                <a:lnTo>
                  <a:pt x="122" y="1373"/>
                </a:lnTo>
                <a:lnTo>
                  <a:pt x="162" y="1191"/>
                </a:lnTo>
                <a:lnTo>
                  <a:pt x="243" y="1010"/>
                </a:lnTo>
                <a:lnTo>
                  <a:pt x="323" y="848"/>
                </a:lnTo>
                <a:lnTo>
                  <a:pt x="445" y="687"/>
                </a:lnTo>
                <a:lnTo>
                  <a:pt x="606" y="525"/>
                </a:lnTo>
                <a:lnTo>
                  <a:pt x="767" y="404"/>
                </a:lnTo>
                <a:lnTo>
                  <a:pt x="949" y="283"/>
                </a:lnTo>
                <a:lnTo>
                  <a:pt x="1151" y="202"/>
                </a:lnTo>
                <a:lnTo>
                  <a:pt x="1353" y="122"/>
                </a:lnTo>
                <a:lnTo>
                  <a:pt x="1554" y="81"/>
                </a:lnTo>
                <a:close/>
                <a:moveTo>
                  <a:pt x="1696" y="1"/>
                </a:moveTo>
                <a:lnTo>
                  <a:pt x="1454" y="21"/>
                </a:lnTo>
                <a:lnTo>
                  <a:pt x="1211" y="81"/>
                </a:lnTo>
                <a:lnTo>
                  <a:pt x="989" y="182"/>
                </a:lnTo>
                <a:lnTo>
                  <a:pt x="767" y="303"/>
                </a:lnTo>
                <a:lnTo>
                  <a:pt x="586" y="445"/>
                </a:lnTo>
                <a:lnTo>
                  <a:pt x="404" y="626"/>
                </a:lnTo>
                <a:lnTo>
                  <a:pt x="263" y="808"/>
                </a:lnTo>
                <a:lnTo>
                  <a:pt x="162" y="989"/>
                </a:lnTo>
                <a:lnTo>
                  <a:pt x="81" y="1171"/>
                </a:lnTo>
                <a:lnTo>
                  <a:pt x="41" y="1353"/>
                </a:lnTo>
                <a:lnTo>
                  <a:pt x="1" y="1555"/>
                </a:lnTo>
                <a:lnTo>
                  <a:pt x="1" y="1756"/>
                </a:lnTo>
                <a:lnTo>
                  <a:pt x="1" y="1958"/>
                </a:lnTo>
                <a:lnTo>
                  <a:pt x="41" y="2180"/>
                </a:lnTo>
                <a:lnTo>
                  <a:pt x="81" y="2402"/>
                </a:lnTo>
                <a:lnTo>
                  <a:pt x="202" y="2745"/>
                </a:lnTo>
                <a:lnTo>
                  <a:pt x="364" y="3088"/>
                </a:lnTo>
                <a:lnTo>
                  <a:pt x="566" y="3431"/>
                </a:lnTo>
                <a:lnTo>
                  <a:pt x="808" y="3754"/>
                </a:lnTo>
                <a:lnTo>
                  <a:pt x="1050" y="4037"/>
                </a:lnTo>
                <a:lnTo>
                  <a:pt x="1332" y="4299"/>
                </a:lnTo>
                <a:lnTo>
                  <a:pt x="1635" y="4521"/>
                </a:lnTo>
                <a:lnTo>
                  <a:pt x="1938" y="4703"/>
                </a:lnTo>
                <a:lnTo>
                  <a:pt x="2160" y="4804"/>
                </a:lnTo>
                <a:lnTo>
                  <a:pt x="2422" y="4864"/>
                </a:lnTo>
                <a:lnTo>
                  <a:pt x="2664" y="4925"/>
                </a:lnTo>
                <a:lnTo>
                  <a:pt x="3189" y="4925"/>
                </a:lnTo>
                <a:lnTo>
                  <a:pt x="3451" y="4864"/>
                </a:lnTo>
                <a:lnTo>
                  <a:pt x="3714" y="4804"/>
                </a:lnTo>
                <a:lnTo>
                  <a:pt x="3956" y="4682"/>
                </a:lnTo>
                <a:lnTo>
                  <a:pt x="4138" y="4582"/>
                </a:lnTo>
                <a:lnTo>
                  <a:pt x="4299" y="4460"/>
                </a:lnTo>
                <a:lnTo>
                  <a:pt x="4440" y="4319"/>
                </a:lnTo>
                <a:lnTo>
                  <a:pt x="4541" y="4178"/>
                </a:lnTo>
                <a:lnTo>
                  <a:pt x="4602" y="4057"/>
                </a:lnTo>
                <a:lnTo>
                  <a:pt x="4642" y="3916"/>
                </a:lnTo>
                <a:lnTo>
                  <a:pt x="4682" y="3795"/>
                </a:lnTo>
                <a:lnTo>
                  <a:pt x="4703" y="3633"/>
                </a:lnTo>
                <a:lnTo>
                  <a:pt x="4703" y="3492"/>
                </a:lnTo>
                <a:lnTo>
                  <a:pt x="4682" y="3310"/>
                </a:lnTo>
                <a:lnTo>
                  <a:pt x="4622" y="2947"/>
                </a:lnTo>
                <a:lnTo>
                  <a:pt x="4541" y="2664"/>
                </a:lnTo>
                <a:lnTo>
                  <a:pt x="4440" y="2362"/>
                </a:lnTo>
                <a:lnTo>
                  <a:pt x="4339" y="2099"/>
                </a:lnTo>
                <a:lnTo>
                  <a:pt x="4198" y="1817"/>
                </a:lnTo>
                <a:lnTo>
                  <a:pt x="4037" y="1555"/>
                </a:lnTo>
                <a:lnTo>
                  <a:pt x="3855" y="1312"/>
                </a:lnTo>
                <a:lnTo>
                  <a:pt x="3673" y="1070"/>
                </a:lnTo>
                <a:lnTo>
                  <a:pt x="3472" y="828"/>
                </a:lnTo>
                <a:lnTo>
                  <a:pt x="3189" y="566"/>
                </a:lnTo>
                <a:lnTo>
                  <a:pt x="3007" y="445"/>
                </a:lnTo>
                <a:lnTo>
                  <a:pt x="2826" y="324"/>
                </a:lnTo>
                <a:lnTo>
                  <a:pt x="2624" y="202"/>
                </a:lnTo>
                <a:lnTo>
                  <a:pt x="2422" y="102"/>
                </a:lnTo>
                <a:lnTo>
                  <a:pt x="2180" y="41"/>
                </a:lnTo>
                <a:lnTo>
                  <a:pt x="1938" y="1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59" name="Google Shape;1059;p14"/>
          <p:cNvSpPr/>
          <p:nvPr/>
        </p:nvSpPr>
        <p:spPr>
          <a:xfrm flipH="1">
            <a:off x="8263506" y="410094"/>
            <a:ext cx="135464" cy="154584"/>
          </a:xfrm>
          <a:custGeom>
            <a:rect b="b" l="l" r="r" t="t"/>
            <a:pathLst>
              <a:path extrusionOk="0" h="2765" w="2423">
                <a:moveTo>
                  <a:pt x="747" y="81"/>
                </a:moveTo>
                <a:lnTo>
                  <a:pt x="888" y="101"/>
                </a:lnTo>
                <a:lnTo>
                  <a:pt x="1050" y="121"/>
                </a:lnTo>
                <a:lnTo>
                  <a:pt x="1191" y="161"/>
                </a:lnTo>
                <a:lnTo>
                  <a:pt x="1332" y="202"/>
                </a:lnTo>
                <a:lnTo>
                  <a:pt x="1474" y="262"/>
                </a:lnTo>
                <a:lnTo>
                  <a:pt x="1615" y="343"/>
                </a:lnTo>
                <a:lnTo>
                  <a:pt x="1736" y="424"/>
                </a:lnTo>
                <a:lnTo>
                  <a:pt x="1837" y="505"/>
                </a:lnTo>
                <a:lnTo>
                  <a:pt x="1998" y="686"/>
                </a:lnTo>
                <a:lnTo>
                  <a:pt x="2140" y="888"/>
                </a:lnTo>
                <a:lnTo>
                  <a:pt x="2240" y="1130"/>
                </a:lnTo>
                <a:lnTo>
                  <a:pt x="2321" y="1372"/>
                </a:lnTo>
                <a:lnTo>
                  <a:pt x="2341" y="1635"/>
                </a:lnTo>
                <a:lnTo>
                  <a:pt x="2341" y="1897"/>
                </a:lnTo>
                <a:lnTo>
                  <a:pt x="2321" y="2018"/>
                </a:lnTo>
                <a:lnTo>
                  <a:pt x="2281" y="2139"/>
                </a:lnTo>
                <a:lnTo>
                  <a:pt x="2220" y="2260"/>
                </a:lnTo>
                <a:lnTo>
                  <a:pt x="2160" y="2381"/>
                </a:lnTo>
                <a:lnTo>
                  <a:pt x="2099" y="2442"/>
                </a:lnTo>
                <a:lnTo>
                  <a:pt x="2039" y="2543"/>
                </a:lnTo>
                <a:lnTo>
                  <a:pt x="1938" y="2603"/>
                </a:lnTo>
                <a:lnTo>
                  <a:pt x="1837" y="2664"/>
                </a:lnTo>
                <a:lnTo>
                  <a:pt x="1716" y="2684"/>
                </a:lnTo>
                <a:lnTo>
                  <a:pt x="1575" y="2684"/>
                </a:lnTo>
                <a:lnTo>
                  <a:pt x="1433" y="2623"/>
                </a:lnTo>
                <a:lnTo>
                  <a:pt x="1292" y="2563"/>
                </a:lnTo>
                <a:lnTo>
                  <a:pt x="1110" y="2422"/>
                </a:lnTo>
                <a:lnTo>
                  <a:pt x="929" y="2220"/>
                </a:lnTo>
                <a:lnTo>
                  <a:pt x="727" y="1978"/>
                </a:lnTo>
                <a:lnTo>
                  <a:pt x="525" y="1715"/>
                </a:lnTo>
                <a:lnTo>
                  <a:pt x="344" y="1433"/>
                </a:lnTo>
                <a:lnTo>
                  <a:pt x="202" y="1150"/>
                </a:lnTo>
                <a:lnTo>
                  <a:pt x="101" y="888"/>
                </a:lnTo>
                <a:lnTo>
                  <a:pt x="81" y="787"/>
                </a:lnTo>
                <a:lnTo>
                  <a:pt x="81" y="686"/>
                </a:lnTo>
                <a:lnTo>
                  <a:pt x="101" y="484"/>
                </a:lnTo>
                <a:lnTo>
                  <a:pt x="122" y="404"/>
                </a:lnTo>
                <a:lnTo>
                  <a:pt x="162" y="343"/>
                </a:lnTo>
                <a:lnTo>
                  <a:pt x="222" y="283"/>
                </a:lnTo>
                <a:lnTo>
                  <a:pt x="283" y="222"/>
                </a:lnTo>
                <a:lnTo>
                  <a:pt x="344" y="182"/>
                </a:lnTo>
                <a:lnTo>
                  <a:pt x="424" y="141"/>
                </a:lnTo>
                <a:lnTo>
                  <a:pt x="566" y="101"/>
                </a:lnTo>
                <a:lnTo>
                  <a:pt x="747" y="81"/>
                </a:lnTo>
                <a:close/>
                <a:moveTo>
                  <a:pt x="767" y="0"/>
                </a:moveTo>
                <a:lnTo>
                  <a:pt x="566" y="20"/>
                </a:lnTo>
                <a:lnTo>
                  <a:pt x="384" y="61"/>
                </a:lnTo>
                <a:lnTo>
                  <a:pt x="303" y="101"/>
                </a:lnTo>
                <a:lnTo>
                  <a:pt x="222" y="161"/>
                </a:lnTo>
                <a:lnTo>
                  <a:pt x="162" y="222"/>
                </a:lnTo>
                <a:lnTo>
                  <a:pt x="101" y="303"/>
                </a:lnTo>
                <a:lnTo>
                  <a:pt x="61" y="383"/>
                </a:lnTo>
                <a:lnTo>
                  <a:pt x="21" y="464"/>
                </a:lnTo>
                <a:lnTo>
                  <a:pt x="1" y="565"/>
                </a:lnTo>
                <a:lnTo>
                  <a:pt x="1" y="666"/>
                </a:lnTo>
                <a:lnTo>
                  <a:pt x="1" y="787"/>
                </a:lnTo>
                <a:lnTo>
                  <a:pt x="21" y="908"/>
                </a:lnTo>
                <a:lnTo>
                  <a:pt x="61" y="1029"/>
                </a:lnTo>
                <a:lnTo>
                  <a:pt x="122" y="1170"/>
                </a:lnTo>
                <a:lnTo>
                  <a:pt x="263" y="1453"/>
                </a:lnTo>
                <a:lnTo>
                  <a:pt x="444" y="1756"/>
                </a:lnTo>
                <a:lnTo>
                  <a:pt x="646" y="2018"/>
                </a:lnTo>
                <a:lnTo>
                  <a:pt x="868" y="2280"/>
                </a:lnTo>
                <a:lnTo>
                  <a:pt x="1070" y="2482"/>
                </a:lnTo>
                <a:lnTo>
                  <a:pt x="1231" y="2623"/>
                </a:lnTo>
                <a:lnTo>
                  <a:pt x="1353" y="2684"/>
                </a:lnTo>
                <a:lnTo>
                  <a:pt x="1453" y="2724"/>
                </a:lnTo>
                <a:lnTo>
                  <a:pt x="1575" y="2765"/>
                </a:lnTo>
                <a:lnTo>
                  <a:pt x="1776" y="2765"/>
                </a:lnTo>
                <a:lnTo>
                  <a:pt x="1857" y="2744"/>
                </a:lnTo>
                <a:lnTo>
                  <a:pt x="1958" y="2684"/>
                </a:lnTo>
                <a:lnTo>
                  <a:pt x="2059" y="2623"/>
                </a:lnTo>
                <a:lnTo>
                  <a:pt x="2160" y="2523"/>
                </a:lnTo>
                <a:lnTo>
                  <a:pt x="2240" y="2422"/>
                </a:lnTo>
                <a:lnTo>
                  <a:pt x="2301" y="2301"/>
                </a:lnTo>
                <a:lnTo>
                  <a:pt x="2362" y="2159"/>
                </a:lnTo>
                <a:lnTo>
                  <a:pt x="2402" y="2038"/>
                </a:lnTo>
                <a:lnTo>
                  <a:pt x="2422" y="1897"/>
                </a:lnTo>
                <a:lnTo>
                  <a:pt x="2422" y="1776"/>
                </a:lnTo>
                <a:lnTo>
                  <a:pt x="2422" y="1635"/>
                </a:lnTo>
                <a:lnTo>
                  <a:pt x="2402" y="1372"/>
                </a:lnTo>
                <a:lnTo>
                  <a:pt x="2321" y="1110"/>
                </a:lnTo>
                <a:lnTo>
                  <a:pt x="2200" y="868"/>
                </a:lnTo>
                <a:lnTo>
                  <a:pt x="2059" y="626"/>
                </a:lnTo>
                <a:lnTo>
                  <a:pt x="1877" y="444"/>
                </a:lnTo>
                <a:lnTo>
                  <a:pt x="1736" y="323"/>
                </a:lnTo>
                <a:lnTo>
                  <a:pt x="1575" y="222"/>
                </a:lnTo>
                <a:lnTo>
                  <a:pt x="1393" y="141"/>
                </a:lnTo>
                <a:lnTo>
                  <a:pt x="1171" y="61"/>
                </a:lnTo>
                <a:lnTo>
                  <a:pt x="969" y="20"/>
                </a:lnTo>
                <a:lnTo>
                  <a:pt x="767" y="0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60" name="Google Shape;1060;p14"/>
          <p:cNvSpPr/>
          <p:nvPr/>
        </p:nvSpPr>
        <p:spPr>
          <a:xfrm flipH="1">
            <a:off x="8295095" y="486798"/>
            <a:ext cx="55348" cy="4529"/>
          </a:xfrm>
          <a:custGeom>
            <a:rect b="b" l="l" r="r" t="t"/>
            <a:pathLst>
              <a:path extrusionOk="0" h="81" w="990">
                <a:moveTo>
                  <a:pt x="0" y="0"/>
                </a:moveTo>
                <a:lnTo>
                  <a:pt x="0" y="81"/>
                </a:lnTo>
                <a:lnTo>
                  <a:pt x="989" y="81"/>
                </a:lnTo>
                <a:lnTo>
                  <a:pt x="989" y="0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61" name="Google Shape;1061;p14"/>
          <p:cNvSpPr/>
          <p:nvPr/>
        </p:nvSpPr>
        <p:spPr>
          <a:xfrm flipH="1">
            <a:off x="6032243" y="89619"/>
            <a:ext cx="262933" cy="275344"/>
          </a:xfrm>
          <a:custGeom>
            <a:rect b="b" l="l" r="r" t="t"/>
            <a:pathLst>
              <a:path extrusionOk="0" h="4925" w="4703">
                <a:moveTo>
                  <a:pt x="1938" y="81"/>
                </a:moveTo>
                <a:lnTo>
                  <a:pt x="2160" y="122"/>
                </a:lnTo>
                <a:lnTo>
                  <a:pt x="2382" y="182"/>
                </a:lnTo>
                <a:lnTo>
                  <a:pt x="2604" y="283"/>
                </a:lnTo>
                <a:lnTo>
                  <a:pt x="2785" y="384"/>
                </a:lnTo>
                <a:lnTo>
                  <a:pt x="2967" y="505"/>
                </a:lnTo>
                <a:lnTo>
                  <a:pt x="3129" y="626"/>
                </a:lnTo>
                <a:lnTo>
                  <a:pt x="3411" y="889"/>
                </a:lnTo>
                <a:lnTo>
                  <a:pt x="3613" y="1111"/>
                </a:lnTo>
                <a:lnTo>
                  <a:pt x="3794" y="1353"/>
                </a:lnTo>
                <a:lnTo>
                  <a:pt x="3976" y="1595"/>
                </a:lnTo>
                <a:lnTo>
                  <a:pt x="4117" y="1857"/>
                </a:lnTo>
                <a:lnTo>
                  <a:pt x="4259" y="2120"/>
                </a:lnTo>
                <a:lnTo>
                  <a:pt x="4380" y="2402"/>
                </a:lnTo>
                <a:lnTo>
                  <a:pt x="4460" y="2685"/>
                </a:lnTo>
                <a:lnTo>
                  <a:pt x="4541" y="2967"/>
                </a:lnTo>
                <a:lnTo>
                  <a:pt x="4602" y="3330"/>
                </a:lnTo>
                <a:lnTo>
                  <a:pt x="4622" y="3472"/>
                </a:lnTo>
                <a:lnTo>
                  <a:pt x="4622" y="3633"/>
                </a:lnTo>
                <a:lnTo>
                  <a:pt x="4602" y="3774"/>
                </a:lnTo>
                <a:lnTo>
                  <a:pt x="4561" y="3895"/>
                </a:lnTo>
                <a:lnTo>
                  <a:pt x="4521" y="4016"/>
                </a:lnTo>
                <a:lnTo>
                  <a:pt x="4481" y="4138"/>
                </a:lnTo>
                <a:lnTo>
                  <a:pt x="4380" y="4279"/>
                </a:lnTo>
                <a:lnTo>
                  <a:pt x="4238" y="4400"/>
                </a:lnTo>
                <a:lnTo>
                  <a:pt x="4097" y="4521"/>
                </a:lnTo>
                <a:lnTo>
                  <a:pt x="3916" y="4622"/>
                </a:lnTo>
                <a:lnTo>
                  <a:pt x="3673" y="4723"/>
                </a:lnTo>
                <a:lnTo>
                  <a:pt x="3431" y="4783"/>
                </a:lnTo>
                <a:lnTo>
                  <a:pt x="3189" y="4844"/>
                </a:lnTo>
                <a:lnTo>
                  <a:pt x="2685" y="4844"/>
                </a:lnTo>
                <a:lnTo>
                  <a:pt x="2442" y="4804"/>
                </a:lnTo>
                <a:lnTo>
                  <a:pt x="2200" y="4723"/>
                </a:lnTo>
                <a:lnTo>
                  <a:pt x="1958" y="4622"/>
                </a:lnTo>
                <a:lnTo>
                  <a:pt x="1676" y="4460"/>
                </a:lnTo>
                <a:lnTo>
                  <a:pt x="1393" y="4238"/>
                </a:lnTo>
                <a:lnTo>
                  <a:pt x="1111" y="3976"/>
                </a:lnTo>
                <a:lnTo>
                  <a:pt x="868" y="3694"/>
                </a:lnTo>
                <a:lnTo>
                  <a:pt x="646" y="3391"/>
                </a:lnTo>
                <a:lnTo>
                  <a:pt x="445" y="3068"/>
                </a:lnTo>
                <a:lnTo>
                  <a:pt x="283" y="2725"/>
                </a:lnTo>
                <a:lnTo>
                  <a:pt x="162" y="2382"/>
                </a:lnTo>
                <a:lnTo>
                  <a:pt x="122" y="2160"/>
                </a:lnTo>
                <a:lnTo>
                  <a:pt x="81" y="1958"/>
                </a:lnTo>
                <a:lnTo>
                  <a:pt x="81" y="1756"/>
                </a:lnTo>
                <a:lnTo>
                  <a:pt x="81" y="1555"/>
                </a:lnTo>
                <a:lnTo>
                  <a:pt x="122" y="1373"/>
                </a:lnTo>
                <a:lnTo>
                  <a:pt x="162" y="1191"/>
                </a:lnTo>
                <a:lnTo>
                  <a:pt x="243" y="1010"/>
                </a:lnTo>
                <a:lnTo>
                  <a:pt x="323" y="848"/>
                </a:lnTo>
                <a:lnTo>
                  <a:pt x="445" y="687"/>
                </a:lnTo>
                <a:lnTo>
                  <a:pt x="606" y="525"/>
                </a:lnTo>
                <a:lnTo>
                  <a:pt x="767" y="404"/>
                </a:lnTo>
                <a:lnTo>
                  <a:pt x="949" y="283"/>
                </a:lnTo>
                <a:lnTo>
                  <a:pt x="1151" y="202"/>
                </a:lnTo>
                <a:lnTo>
                  <a:pt x="1353" y="122"/>
                </a:lnTo>
                <a:lnTo>
                  <a:pt x="1554" y="81"/>
                </a:lnTo>
                <a:close/>
                <a:moveTo>
                  <a:pt x="1696" y="1"/>
                </a:moveTo>
                <a:lnTo>
                  <a:pt x="1454" y="21"/>
                </a:lnTo>
                <a:lnTo>
                  <a:pt x="1211" y="81"/>
                </a:lnTo>
                <a:lnTo>
                  <a:pt x="989" y="182"/>
                </a:lnTo>
                <a:lnTo>
                  <a:pt x="767" y="303"/>
                </a:lnTo>
                <a:lnTo>
                  <a:pt x="586" y="445"/>
                </a:lnTo>
                <a:lnTo>
                  <a:pt x="404" y="626"/>
                </a:lnTo>
                <a:lnTo>
                  <a:pt x="263" y="808"/>
                </a:lnTo>
                <a:lnTo>
                  <a:pt x="162" y="989"/>
                </a:lnTo>
                <a:lnTo>
                  <a:pt x="81" y="1171"/>
                </a:lnTo>
                <a:lnTo>
                  <a:pt x="41" y="1353"/>
                </a:lnTo>
                <a:lnTo>
                  <a:pt x="1" y="1555"/>
                </a:lnTo>
                <a:lnTo>
                  <a:pt x="1" y="1756"/>
                </a:lnTo>
                <a:lnTo>
                  <a:pt x="1" y="1958"/>
                </a:lnTo>
                <a:lnTo>
                  <a:pt x="41" y="2180"/>
                </a:lnTo>
                <a:lnTo>
                  <a:pt x="81" y="2402"/>
                </a:lnTo>
                <a:lnTo>
                  <a:pt x="202" y="2745"/>
                </a:lnTo>
                <a:lnTo>
                  <a:pt x="364" y="3088"/>
                </a:lnTo>
                <a:lnTo>
                  <a:pt x="566" y="3431"/>
                </a:lnTo>
                <a:lnTo>
                  <a:pt x="808" y="3754"/>
                </a:lnTo>
                <a:lnTo>
                  <a:pt x="1050" y="4037"/>
                </a:lnTo>
                <a:lnTo>
                  <a:pt x="1332" y="4299"/>
                </a:lnTo>
                <a:lnTo>
                  <a:pt x="1635" y="4521"/>
                </a:lnTo>
                <a:lnTo>
                  <a:pt x="1938" y="4703"/>
                </a:lnTo>
                <a:lnTo>
                  <a:pt x="2160" y="4804"/>
                </a:lnTo>
                <a:lnTo>
                  <a:pt x="2422" y="4864"/>
                </a:lnTo>
                <a:lnTo>
                  <a:pt x="2664" y="4925"/>
                </a:lnTo>
                <a:lnTo>
                  <a:pt x="3189" y="4925"/>
                </a:lnTo>
                <a:lnTo>
                  <a:pt x="3451" y="4864"/>
                </a:lnTo>
                <a:lnTo>
                  <a:pt x="3714" y="4804"/>
                </a:lnTo>
                <a:lnTo>
                  <a:pt x="3956" y="4682"/>
                </a:lnTo>
                <a:lnTo>
                  <a:pt x="4138" y="4582"/>
                </a:lnTo>
                <a:lnTo>
                  <a:pt x="4299" y="4460"/>
                </a:lnTo>
                <a:lnTo>
                  <a:pt x="4440" y="4319"/>
                </a:lnTo>
                <a:lnTo>
                  <a:pt x="4541" y="4178"/>
                </a:lnTo>
                <a:lnTo>
                  <a:pt x="4602" y="4057"/>
                </a:lnTo>
                <a:lnTo>
                  <a:pt x="4642" y="3916"/>
                </a:lnTo>
                <a:lnTo>
                  <a:pt x="4682" y="3795"/>
                </a:lnTo>
                <a:lnTo>
                  <a:pt x="4703" y="3633"/>
                </a:lnTo>
                <a:lnTo>
                  <a:pt x="4703" y="3492"/>
                </a:lnTo>
                <a:lnTo>
                  <a:pt x="4682" y="3310"/>
                </a:lnTo>
                <a:lnTo>
                  <a:pt x="4622" y="2947"/>
                </a:lnTo>
                <a:lnTo>
                  <a:pt x="4541" y="2664"/>
                </a:lnTo>
                <a:lnTo>
                  <a:pt x="4440" y="2362"/>
                </a:lnTo>
                <a:lnTo>
                  <a:pt x="4339" y="2099"/>
                </a:lnTo>
                <a:lnTo>
                  <a:pt x="4198" y="1817"/>
                </a:lnTo>
                <a:lnTo>
                  <a:pt x="4037" y="1555"/>
                </a:lnTo>
                <a:lnTo>
                  <a:pt x="3855" y="1312"/>
                </a:lnTo>
                <a:lnTo>
                  <a:pt x="3673" y="1070"/>
                </a:lnTo>
                <a:lnTo>
                  <a:pt x="3472" y="828"/>
                </a:lnTo>
                <a:lnTo>
                  <a:pt x="3189" y="566"/>
                </a:lnTo>
                <a:lnTo>
                  <a:pt x="3007" y="445"/>
                </a:lnTo>
                <a:lnTo>
                  <a:pt x="2826" y="324"/>
                </a:lnTo>
                <a:lnTo>
                  <a:pt x="2624" y="202"/>
                </a:lnTo>
                <a:lnTo>
                  <a:pt x="2422" y="102"/>
                </a:lnTo>
                <a:lnTo>
                  <a:pt x="2180" y="41"/>
                </a:lnTo>
                <a:lnTo>
                  <a:pt x="1938" y="1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62" name="Google Shape;1062;p14"/>
          <p:cNvSpPr/>
          <p:nvPr/>
        </p:nvSpPr>
        <p:spPr>
          <a:xfrm flipH="1">
            <a:off x="6097656" y="160732"/>
            <a:ext cx="135464" cy="154584"/>
          </a:xfrm>
          <a:custGeom>
            <a:rect b="b" l="l" r="r" t="t"/>
            <a:pathLst>
              <a:path extrusionOk="0" h="2765" w="2423">
                <a:moveTo>
                  <a:pt x="747" y="81"/>
                </a:moveTo>
                <a:lnTo>
                  <a:pt x="888" y="101"/>
                </a:lnTo>
                <a:lnTo>
                  <a:pt x="1050" y="121"/>
                </a:lnTo>
                <a:lnTo>
                  <a:pt x="1191" y="161"/>
                </a:lnTo>
                <a:lnTo>
                  <a:pt x="1332" y="202"/>
                </a:lnTo>
                <a:lnTo>
                  <a:pt x="1474" y="262"/>
                </a:lnTo>
                <a:lnTo>
                  <a:pt x="1615" y="343"/>
                </a:lnTo>
                <a:lnTo>
                  <a:pt x="1736" y="424"/>
                </a:lnTo>
                <a:lnTo>
                  <a:pt x="1837" y="505"/>
                </a:lnTo>
                <a:lnTo>
                  <a:pt x="1998" y="686"/>
                </a:lnTo>
                <a:lnTo>
                  <a:pt x="2140" y="888"/>
                </a:lnTo>
                <a:lnTo>
                  <a:pt x="2240" y="1130"/>
                </a:lnTo>
                <a:lnTo>
                  <a:pt x="2321" y="1372"/>
                </a:lnTo>
                <a:lnTo>
                  <a:pt x="2341" y="1635"/>
                </a:lnTo>
                <a:lnTo>
                  <a:pt x="2341" y="1897"/>
                </a:lnTo>
                <a:lnTo>
                  <a:pt x="2321" y="2018"/>
                </a:lnTo>
                <a:lnTo>
                  <a:pt x="2281" y="2139"/>
                </a:lnTo>
                <a:lnTo>
                  <a:pt x="2220" y="2260"/>
                </a:lnTo>
                <a:lnTo>
                  <a:pt x="2160" y="2381"/>
                </a:lnTo>
                <a:lnTo>
                  <a:pt x="2099" y="2442"/>
                </a:lnTo>
                <a:lnTo>
                  <a:pt x="2039" y="2543"/>
                </a:lnTo>
                <a:lnTo>
                  <a:pt x="1938" y="2603"/>
                </a:lnTo>
                <a:lnTo>
                  <a:pt x="1837" y="2664"/>
                </a:lnTo>
                <a:lnTo>
                  <a:pt x="1716" y="2684"/>
                </a:lnTo>
                <a:lnTo>
                  <a:pt x="1575" y="2684"/>
                </a:lnTo>
                <a:lnTo>
                  <a:pt x="1433" y="2623"/>
                </a:lnTo>
                <a:lnTo>
                  <a:pt x="1292" y="2563"/>
                </a:lnTo>
                <a:lnTo>
                  <a:pt x="1110" y="2422"/>
                </a:lnTo>
                <a:lnTo>
                  <a:pt x="929" y="2220"/>
                </a:lnTo>
                <a:lnTo>
                  <a:pt x="727" y="1978"/>
                </a:lnTo>
                <a:lnTo>
                  <a:pt x="525" y="1715"/>
                </a:lnTo>
                <a:lnTo>
                  <a:pt x="344" y="1433"/>
                </a:lnTo>
                <a:lnTo>
                  <a:pt x="202" y="1150"/>
                </a:lnTo>
                <a:lnTo>
                  <a:pt x="101" y="888"/>
                </a:lnTo>
                <a:lnTo>
                  <a:pt x="81" y="787"/>
                </a:lnTo>
                <a:lnTo>
                  <a:pt x="81" y="686"/>
                </a:lnTo>
                <a:lnTo>
                  <a:pt x="101" y="484"/>
                </a:lnTo>
                <a:lnTo>
                  <a:pt x="122" y="404"/>
                </a:lnTo>
                <a:lnTo>
                  <a:pt x="162" y="343"/>
                </a:lnTo>
                <a:lnTo>
                  <a:pt x="222" y="283"/>
                </a:lnTo>
                <a:lnTo>
                  <a:pt x="283" y="222"/>
                </a:lnTo>
                <a:lnTo>
                  <a:pt x="344" y="182"/>
                </a:lnTo>
                <a:lnTo>
                  <a:pt x="424" y="141"/>
                </a:lnTo>
                <a:lnTo>
                  <a:pt x="566" y="101"/>
                </a:lnTo>
                <a:lnTo>
                  <a:pt x="747" y="81"/>
                </a:lnTo>
                <a:close/>
                <a:moveTo>
                  <a:pt x="767" y="0"/>
                </a:moveTo>
                <a:lnTo>
                  <a:pt x="566" y="20"/>
                </a:lnTo>
                <a:lnTo>
                  <a:pt x="384" y="61"/>
                </a:lnTo>
                <a:lnTo>
                  <a:pt x="303" y="101"/>
                </a:lnTo>
                <a:lnTo>
                  <a:pt x="222" y="161"/>
                </a:lnTo>
                <a:lnTo>
                  <a:pt x="162" y="222"/>
                </a:lnTo>
                <a:lnTo>
                  <a:pt x="101" y="303"/>
                </a:lnTo>
                <a:lnTo>
                  <a:pt x="61" y="383"/>
                </a:lnTo>
                <a:lnTo>
                  <a:pt x="21" y="464"/>
                </a:lnTo>
                <a:lnTo>
                  <a:pt x="1" y="565"/>
                </a:lnTo>
                <a:lnTo>
                  <a:pt x="1" y="666"/>
                </a:lnTo>
                <a:lnTo>
                  <a:pt x="1" y="787"/>
                </a:lnTo>
                <a:lnTo>
                  <a:pt x="21" y="908"/>
                </a:lnTo>
                <a:lnTo>
                  <a:pt x="61" y="1029"/>
                </a:lnTo>
                <a:lnTo>
                  <a:pt x="122" y="1170"/>
                </a:lnTo>
                <a:lnTo>
                  <a:pt x="263" y="1453"/>
                </a:lnTo>
                <a:lnTo>
                  <a:pt x="444" y="1756"/>
                </a:lnTo>
                <a:lnTo>
                  <a:pt x="646" y="2018"/>
                </a:lnTo>
                <a:lnTo>
                  <a:pt x="868" y="2280"/>
                </a:lnTo>
                <a:lnTo>
                  <a:pt x="1070" y="2482"/>
                </a:lnTo>
                <a:lnTo>
                  <a:pt x="1231" y="2623"/>
                </a:lnTo>
                <a:lnTo>
                  <a:pt x="1353" y="2684"/>
                </a:lnTo>
                <a:lnTo>
                  <a:pt x="1453" y="2724"/>
                </a:lnTo>
                <a:lnTo>
                  <a:pt x="1575" y="2765"/>
                </a:lnTo>
                <a:lnTo>
                  <a:pt x="1776" y="2765"/>
                </a:lnTo>
                <a:lnTo>
                  <a:pt x="1857" y="2744"/>
                </a:lnTo>
                <a:lnTo>
                  <a:pt x="1958" y="2684"/>
                </a:lnTo>
                <a:lnTo>
                  <a:pt x="2059" y="2623"/>
                </a:lnTo>
                <a:lnTo>
                  <a:pt x="2160" y="2523"/>
                </a:lnTo>
                <a:lnTo>
                  <a:pt x="2240" y="2422"/>
                </a:lnTo>
                <a:lnTo>
                  <a:pt x="2301" y="2301"/>
                </a:lnTo>
                <a:lnTo>
                  <a:pt x="2362" y="2159"/>
                </a:lnTo>
                <a:lnTo>
                  <a:pt x="2402" y="2038"/>
                </a:lnTo>
                <a:lnTo>
                  <a:pt x="2422" y="1897"/>
                </a:lnTo>
                <a:lnTo>
                  <a:pt x="2422" y="1776"/>
                </a:lnTo>
                <a:lnTo>
                  <a:pt x="2422" y="1635"/>
                </a:lnTo>
                <a:lnTo>
                  <a:pt x="2402" y="1372"/>
                </a:lnTo>
                <a:lnTo>
                  <a:pt x="2321" y="1110"/>
                </a:lnTo>
                <a:lnTo>
                  <a:pt x="2200" y="868"/>
                </a:lnTo>
                <a:lnTo>
                  <a:pt x="2059" y="626"/>
                </a:lnTo>
                <a:lnTo>
                  <a:pt x="1877" y="444"/>
                </a:lnTo>
                <a:lnTo>
                  <a:pt x="1736" y="323"/>
                </a:lnTo>
                <a:lnTo>
                  <a:pt x="1575" y="222"/>
                </a:lnTo>
                <a:lnTo>
                  <a:pt x="1393" y="141"/>
                </a:lnTo>
                <a:lnTo>
                  <a:pt x="1171" y="61"/>
                </a:lnTo>
                <a:lnTo>
                  <a:pt x="969" y="20"/>
                </a:lnTo>
                <a:lnTo>
                  <a:pt x="767" y="0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63" name="Google Shape;1063;p14"/>
          <p:cNvSpPr/>
          <p:nvPr/>
        </p:nvSpPr>
        <p:spPr>
          <a:xfrm flipH="1">
            <a:off x="6129245" y="237435"/>
            <a:ext cx="55348" cy="4529"/>
          </a:xfrm>
          <a:custGeom>
            <a:rect b="b" l="l" r="r" t="t"/>
            <a:pathLst>
              <a:path extrusionOk="0" h="81" w="990">
                <a:moveTo>
                  <a:pt x="0" y="0"/>
                </a:moveTo>
                <a:lnTo>
                  <a:pt x="0" y="81"/>
                </a:lnTo>
                <a:lnTo>
                  <a:pt x="989" y="81"/>
                </a:lnTo>
                <a:lnTo>
                  <a:pt x="989" y="0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64" name="Google Shape;1064;p14"/>
          <p:cNvSpPr/>
          <p:nvPr/>
        </p:nvSpPr>
        <p:spPr>
          <a:xfrm>
            <a:off x="2103168" y="4015669"/>
            <a:ext cx="262933" cy="275344"/>
          </a:xfrm>
          <a:custGeom>
            <a:rect b="b" l="l" r="r" t="t"/>
            <a:pathLst>
              <a:path extrusionOk="0" h="4925" w="4703">
                <a:moveTo>
                  <a:pt x="1938" y="81"/>
                </a:moveTo>
                <a:lnTo>
                  <a:pt x="2160" y="122"/>
                </a:lnTo>
                <a:lnTo>
                  <a:pt x="2382" y="182"/>
                </a:lnTo>
                <a:lnTo>
                  <a:pt x="2604" y="283"/>
                </a:lnTo>
                <a:lnTo>
                  <a:pt x="2785" y="384"/>
                </a:lnTo>
                <a:lnTo>
                  <a:pt x="2967" y="505"/>
                </a:lnTo>
                <a:lnTo>
                  <a:pt x="3129" y="626"/>
                </a:lnTo>
                <a:lnTo>
                  <a:pt x="3411" y="889"/>
                </a:lnTo>
                <a:lnTo>
                  <a:pt x="3613" y="1111"/>
                </a:lnTo>
                <a:lnTo>
                  <a:pt x="3794" y="1353"/>
                </a:lnTo>
                <a:lnTo>
                  <a:pt x="3976" y="1595"/>
                </a:lnTo>
                <a:lnTo>
                  <a:pt x="4117" y="1857"/>
                </a:lnTo>
                <a:lnTo>
                  <a:pt x="4259" y="2120"/>
                </a:lnTo>
                <a:lnTo>
                  <a:pt x="4380" y="2402"/>
                </a:lnTo>
                <a:lnTo>
                  <a:pt x="4460" y="2685"/>
                </a:lnTo>
                <a:lnTo>
                  <a:pt x="4541" y="2967"/>
                </a:lnTo>
                <a:lnTo>
                  <a:pt x="4602" y="3330"/>
                </a:lnTo>
                <a:lnTo>
                  <a:pt x="4622" y="3472"/>
                </a:lnTo>
                <a:lnTo>
                  <a:pt x="4622" y="3633"/>
                </a:lnTo>
                <a:lnTo>
                  <a:pt x="4602" y="3774"/>
                </a:lnTo>
                <a:lnTo>
                  <a:pt x="4561" y="3895"/>
                </a:lnTo>
                <a:lnTo>
                  <a:pt x="4521" y="4016"/>
                </a:lnTo>
                <a:lnTo>
                  <a:pt x="4481" y="4138"/>
                </a:lnTo>
                <a:lnTo>
                  <a:pt x="4380" y="4279"/>
                </a:lnTo>
                <a:lnTo>
                  <a:pt x="4238" y="4400"/>
                </a:lnTo>
                <a:lnTo>
                  <a:pt x="4097" y="4521"/>
                </a:lnTo>
                <a:lnTo>
                  <a:pt x="3916" y="4622"/>
                </a:lnTo>
                <a:lnTo>
                  <a:pt x="3673" y="4723"/>
                </a:lnTo>
                <a:lnTo>
                  <a:pt x="3431" y="4783"/>
                </a:lnTo>
                <a:lnTo>
                  <a:pt x="3189" y="4844"/>
                </a:lnTo>
                <a:lnTo>
                  <a:pt x="2685" y="4844"/>
                </a:lnTo>
                <a:lnTo>
                  <a:pt x="2442" y="4804"/>
                </a:lnTo>
                <a:lnTo>
                  <a:pt x="2200" y="4723"/>
                </a:lnTo>
                <a:lnTo>
                  <a:pt x="1958" y="4622"/>
                </a:lnTo>
                <a:lnTo>
                  <a:pt x="1676" y="4460"/>
                </a:lnTo>
                <a:lnTo>
                  <a:pt x="1393" y="4238"/>
                </a:lnTo>
                <a:lnTo>
                  <a:pt x="1111" y="3976"/>
                </a:lnTo>
                <a:lnTo>
                  <a:pt x="868" y="3694"/>
                </a:lnTo>
                <a:lnTo>
                  <a:pt x="646" y="3391"/>
                </a:lnTo>
                <a:lnTo>
                  <a:pt x="445" y="3068"/>
                </a:lnTo>
                <a:lnTo>
                  <a:pt x="283" y="2725"/>
                </a:lnTo>
                <a:lnTo>
                  <a:pt x="162" y="2382"/>
                </a:lnTo>
                <a:lnTo>
                  <a:pt x="122" y="2160"/>
                </a:lnTo>
                <a:lnTo>
                  <a:pt x="81" y="1958"/>
                </a:lnTo>
                <a:lnTo>
                  <a:pt x="81" y="1756"/>
                </a:lnTo>
                <a:lnTo>
                  <a:pt x="81" y="1555"/>
                </a:lnTo>
                <a:lnTo>
                  <a:pt x="122" y="1373"/>
                </a:lnTo>
                <a:lnTo>
                  <a:pt x="162" y="1191"/>
                </a:lnTo>
                <a:lnTo>
                  <a:pt x="243" y="1010"/>
                </a:lnTo>
                <a:lnTo>
                  <a:pt x="323" y="848"/>
                </a:lnTo>
                <a:lnTo>
                  <a:pt x="445" y="687"/>
                </a:lnTo>
                <a:lnTo>
                  <a:pt x="606" y="525"/>
                </a:lnTo>
                <a:lnTo>
                  <a:pt x="767" y="404"/>
                </a:lnTo>
                <a:lnTo>
                  <a:pt x="949" y="283"/>
                </a:lnTo>
                <a:lnTo>
                  <a:pt x="1151" y="202"/>
                </a:lnTo>
                <a:lnTo>
                  <a:pt x="1353" y="122"/>
                </a:lnTo>
                <a:lnTo>
                  <a:pt x="1554" y="81"/>
                </a:lnTo>
                <a:close/>
                <a:moveTo>
                  <a:pt x="1696" y="1"/>
                </a:moveTo>
                <a:lnTo>
                  <a:pt x="1454" y="21"/>
                </a:lnTo>
                <a:lnTo>
                  <a:pt x="1211" y="81"/>
                </a:lnTo>
                <a:lnTo>
                  <a:pt x="989" y="182"/>
                </a:lnTo>
                <a:lnTo>
                  <a:pt x="767" y="303"/>
                </a:lnTo>
                <a:lnTo>
                  <a:pt x="586" y="445"/>
                </a:lnTo>
                <a:lnTo>
                  <a:pt x="404" y="626"/>
                </a:lnTo>
                <a:lnTo>
                  <a:pt x="263" y="808"/>
                </a:lnTo>
                <a:lnTo>
                  <a:pt x="162" y="989"/>
                </a:lnTo>
                <a:lnTo>
                  <a:pt x="81" y="1171"/>
                </a:lnTo>
                <a:lnTo>
                  <a:pt x="41" y="1353"/>
                </a:lnTo>
                <a:lnTo>
                  <a:pt x="1" y="1555"/>
                </a:lnTo>
                <a:lnTo>
                  <a:pt x="1" y="1756"/>
                </a:lnTo>
                <a:lnTo>
                  <a:pt x="1" y="1958"/>
                </a:lnTo>
                <a:lnTo>
                  <a:pt x="41" y="2180"/>
                </a:lnTo>
                <a:lnTo>
                  <a:pt x="81" y="2402"/>
                </a:lnTo>
                <a:lnTo>
                  <a:pt x="202" y="2745"/>
                </a:lnTo>
                <a:lnTo>
                  <a:pt x="364" y="3088"/>
                </a:lnTo>
                <a:lnTo>
                  <a:pt x="566" y="3431"/>
                </a:lnTo>
                <a:lnTo>
                  <a:pt x="808" y="3754"/>
                </a:lnTo>
                <a:lnTo>
                  <a:pt x="1050" y="4037"/>
                </a:lnTo>
                <a:lnTo>
                  <a:pt x="1332" y="4299"/>
                </a:lnTo>
                <a:lnTo>
                  <a:pt x="1635" y="4521"/>
                </a:lnTo>
                <a:lnTo>
                  <a:pt x="1938" y="4703"/>
                </a:lnTo>
                <a:lnTo>
                  <a:pt x="2160" y="4804"/>
                </a:lnTo>
                <a:lnTo>
                  <a:pt x="2422" y="4864"/>
                </a:lnTo>
                <a:lnTo>
                  <a:pt x="2664" y="4925"/>
                </a:lnTo>
                <a:lnTo>
                  <a:pt x="3189" y="4925"/>
                </a:lnTo>
                <a:lnTo>
                  <a:pt x="3451" y="4864"/>
                </a:lnTo>
                <a:lnTo>
                  <a:pt x="3714" y="4804"/>
                </a:lnTo>
                <a:lnTo>
                  <a:pt x="3956" y="4682"/>
                </a:lnTo>
                <a:lnTo>
                  <a:pt x="4138" y="4582"/>
                </a:lnTo>
                <a:lnTo>
                  <a:pt x="4299" y="4460"/>
                </a:lnTo>
                <a:lnTo>
                  <a:pt x="4440" y="4319"/>
                </a:lnTo>
                <a:lnTo>
                  <a:pt x="4541" y="4178"/>
                </a:lnTo>
                <a:lnTo>
                  <a:pt x="4602" y="4057"/>
                </a:lnTo>
                <a:lnTo>
                  <a:pt x="4642" y="3916"/>
                </a:lnTo>
                <a:lnTo>
                  <a:pt x="4682" y="3795"/>
                </a:lnTo>
                <a:lnTo>
                  <a:pt x="4703" y="3633"/>
                </a:lnTo>
                <a:lnTo>
                  <a:pt x="4703" y="3492"/>
                </a:lnTo>
                <a:lnTo>
                  <a:pt x="4682" y="3310"/>
                </a:lnTo>
                <a:lnTo>
                  <a:pt x="4622" y="2947"/>
                </a:lnTo>
                <a:lnTo>
                  <a:pt x="4541" y="2664"/>
                </a:lnTo>
                <a:lnTo>
                  <a:pt x="4440" y="2362"/>
                </a:lnTo>
                <a:lnTo>
                  <a:pt x="4339" y="2099"/>
                </a:lnTo>
                <a:lnTo>
                  <a:pt x="4198" y="1817"/>
                </a:lnTo>
                <a:lnTo>
                  <a:pt x="4037" y="1555"/>
                </a:lnTo>
                <a:lnTo>
                  <a:pt x="3855" y="1312"/>
                </a:lnTo>
                <a:lnTo>
                  <a:pt x="3673" y="1070"/>
                </a:lnTo>
                <a:lnTo>
                  <a:pt x="3472" y="828"/>
                </a:lnTo>
                <a:lnTo>
                  <a:pt x="3189" y="566"/>
                </a:lnTo>
                <a:lnTo>
                  <a:pt x="3007" y="445"/>
                </a:lnTo>
                <a:lnTo>
                  <a:pt x="2826" y="324"/>
                </a:lnTo>
                <a:lnTo>
                  <a:pt x="2624" y="202"/>
                </a:lnTo>
                <a:lnTo>
                  <a:pt x="2422" y="102"/>
                </a:lnTo>
                <a:lnTo>
                  <a:pt x="2180" y="41"/>
                </a:lnTo>
                <a:lnTo>
                  <a:pt x="1938" y="1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65" name="Google Shape;1065;p14"/>
          <p:cNvSpPr/>
          <p:nvPr/>
        </p:nvSpPr>
        <p:spPr>
          <a:xfrm>
            <a:off x="2165224" y="4086782"/>
            <a:ext cx="135464" cy="154584"/>
          </a:xfrm>
          <a:custGeom>
            <a:rect b="b" l="l" r="r" t="t"/>
            <a:pathLst>
              <a:path extrusionOk="0" h="2765" w="2423">
                <a:moveTo>
                  <a:pt x="747" y="81"/>
                </a:moveTo>
                <a:lnTo>
                  <a:pt x="888" y="101"/>
                </a:lnTo>
                <a:lnTo>
                  <a:pt x="1050" y="121"/>
                </a:lnTo>
                <a:lnTo>
                  <a:pt x="1191" y="161"/>
                </a:lnTo>
                <a:lnTo>
                  <a:pt x="1332" y="202"/>
                </a:lnTo>
                <a:lnTo>
                  <a:pt x="1474" y="262"/>
                </a:lnTo>
                <a:lnTo>
                  <a:pt x="1615" y="343"/>
                </a:lnTo>
                <a:lnTo>
                  <a:pt x="1736" y="424"/>
                </a:lnTo>
                <a:lnTo>
                  <a:pt x="1837" y="505"/>
                </a:lnTo>
                <a:lnTo>
                  <a:pt x="1998" y="686"/>
                </a:lnTo>
                <a:lnTo>
                  <a:pt x="2140" y="888"/>
                </a:lnTo>
                <a:lnTo>
                  <a:pt x="2240" y="1130"/>
                </a:lnTo>
                <a:lnTo>
                  <a:pt x="2321" y="1372"/>
                </a:lnTo>
                <a:lnTo>
                  <a:pt x="2341" y="1635"/>
                </a:lnTo>
                <a:lnTo>
                  <a:pt x="2341" y="1897"/>
                </a:lnTo>
                <a:lnTo>
                  <a:pt x="2321" y="2018"/>
                </a:lnTo>
                <a:lnTo>
                  <a:pt x="2281" y="2139"/>
                </a:lnTo>
                <a:lnTo>
                  <a:pt x="2220" y="2260"/>
                </a:lnTo>
                <a:lnTo>
                  <a:pt x="2160" y="2381"/>
                </a:lnTo>
                <a:lnTo>
                  <a:pt x="2099" y="2442"/>
                </a:lnTo>
                <a:lnTo>
                  <a:pt x="2039" y="2543"/>
                </a:lnTo>
                <a:lnTo>
                  <a:pt x="1938" y="2603"/>
                </a:lnTo>
                <a:lnTo>
                  <a:pt x="1837" y="2664"/>
                </a:lnTo>
                <a:lnTo>
                  <a:pt x="1716" y="2684"/>
                </a:lnTo>
                <a:lnTo>
                  <a:pt x="1575" y="2684"/>
                </a:lnTo>
                <a:lnTo>
                  <a:pt x="1433" y="2623"/>
                </a:lnTo>
                <a:lnTo>
                  <a:pt x="1292" y="2563"/>
                </a:lnTo>
                <a:lnTo>
                  <a:pt x="1110" y="2422"/>
                </a:lnTo>
                <a:lnTo>
                  <a:pt x="929" y="2220"/>
                </a:lnTo>
                <a:lnTo>
                  <a:pt x="727" y="1978"/>
                </a:lnTo>
                <a:lnTo>
                  <a:pt x="525" y="1715"/>
                </a:lnTo>
                <a:lnTo>
                  <a:pt x="344" y="1433"/>
                </a:lnTo>
                <a:lnTo>
                  <a:pt x="202" y="1150"/>
                </a:lnTo>
                <a:lnTo>
                  <a:pt x="101" y="888"/>
                </a:lnTo>
                <a:lnTo>
                  <a:pt x="81" y="787"/>
                </a:lnTo>
                <a:lnTo>
                  <a:pt x="81" y="686"/>
                </a:lnTo>
                <a:lnTo>
                  <a:pt x="101" y="484"/>
                </a:lnTo>
                <a:lnTo>
                  <a:pt x="122" y="404"/>
                </a:lnTo>
                <a:lnTo>
                  <a:pt x="162" y="343"/>
                </a:lnTo>
                <a:lnTo>
                  <a:pt x="222" y="283"/>
                </a:lnTo>
                <a:lnTo>
                  <a:pt x="283" y="222"/>
                </a:lnTo>
                <a:lnTo>
                  <a:pt x="344" y="182"/>
                </a:lnTo>
                <a:lnTo>
                  <a:pt x="424" y="141"/>
                </a:lnTo>
                <a:lnTo>
                  <a:pt x="566" y="101"/>
                </a:lnTo>
                <a:lnTo>
                  <a:pt x="747" y="81"/>
                </a:lnTo>
                <a:close/>
                <a:moveTo>
                  <a:pt x="767" y="0"/>
                </a:moveTo>
                <a:lnTo>
                  <a:pt x="566" y="20"/>
                </a:lnTo>
                <a:lnTo>
                  <a:pt x="384" y="61"/>
                </a:lnTo>
                <a:lnTo>
                  <a:pt x="303" y="101"/>
                </a:lnTo>
                <a:lnTo>
                  <a:pt x="222" y="161"/>
                </a:lnTo>
                <a:lnTo>
                  <a:pt x="162" y="222"/>
                </a:lnTo>
                <a:lnTo>
                  <a:pt x="101" y="303"/>
                </a:lnTo>
                <a:lnTo>
                  <a:pt x="61" y="383"/>
                </a:lnTo>
                <a:lnTo>
                  <a:pt x="21" y="464"/>
                </a:lnTo>
                <a:lnTo>
                  <a:pt x="1" y="565"/>
                </a:lnTo>
                <a:lnTo>
                  <a:pt x="1" y="666"/>
                </a:lnTo>
                <a:lnTo>
                  <a:pt x="1" y="787"/>
                </a:lnTo>
                <a:lnTo>
                  <a:pt x="21" y="908"/>
                </a:lnTo>
                <a:lnTo>
                  <a:pt x="61" y="1029"/>
                </a:lnTo>
                <a:lnTo>
                  <a:pt x="122" y="1170"/>
                </a:lnTo>
                <a:lnTo>
                  <a:pt x="263" y="1453"/>
                </a:lnTo>
                <a:lnTo>
                  <a:pt x="444" y="1756"/>
                </a:lnTo>
                <a:lnTo>
                  <a:pt x="646" y="2018"/>
                </a:lnTo>
                <a:lnTo>
                  <a:pt x="868" y="2280"/>
                </a:lnTo>
                <a:lnTo>
                  <a:pt x="1070" y="2482"/>
                </a:lnTo>
                <a:lnTo>
                  <a:pt x="1231" y="2623"/>
                </a:lnTo>
                <a:lnTo>
                  <a:pt x="1353" y="2684"/>
                </a:lnTo>
                <a:lnTo>
                  <a:pt x="1453" y="2724"/>
                </a:lnTo>
                <a:lnTo>
                  <a:pt x="1575" y="2765"/>
                </a:lnTo>
                <a:lnTo>
                  <a:pt x="1776" y="2765"/>
                </a:lnTo>
                <a:lnTo>
                  <a:pt x="1857" y="2744"/>
                </a:lnTo>
                <a:lnTo>
                  <a:pt x="1958" y="2684"/>
                </a:lnTo>
                <a:lnTo>
                  <a:pt x="2059" y="2623"/>
                </a:lnTo>
                <a:lnTo>
                  <a:pt x="2160" y="2523"/>
                </a:lnTo>
                <a:lnTo>
                  <a:pt x="2240" y="2422"/>
                </a:lnTo>
                <a:lnTo>
                  <a:pt x="2301" y="2301"/>
                </a:lnTo>
                <a:lnTo>
                  <a:pt x="2362" y="2159"/>
                </a:lnTo>
                <a:lnTo>
                  <a:pt x="2402" y="2038"/>
                </a:lnTo>
                <a:lnTo>
                  <a:pt x="2422" y="1897"/>
                </a:lnTo>
                <a:lnTo>
                  <a:pt x="2422" y="1776"/>
                </a:lnTo>
                <a:lnTo>
                  <a:pt x="2422" y="1635"/>
                </a:lnTo>
                <a:lnTo>
                  <a:pt x="2402" y="1372"/>
                </a:lnTo>
                <a:lnTo>
                  <a:pt x="2321" y="1110"/>
                </a:lnTo>
                <a:lnTo>
                  <a:pt x="2200" y="868"/>
                </a:lnTo>
                <a:lnTo>
                  <a:pt x="2059" y="626"/>
                </a:lnTo>
                <a:lnTo>
                  <a:pt x="1877" y="444"/>
                </a:lnTo>
                <a:lnTo>
                  <a:pt x="1736" y="323"/>
                </a:lnTo>
                <a:lnTo>
                  <a:pt x="1575" y="222"/>
                </a:lnTo>
                <a:lnTo>
                  <a:pt x="1393" y="141"/>
                </a:lnTo>
                <a:lnTo>
                  <a:pt x="1171" y="61"/>
                </a:lnTo>
                <a:lnTo>
                  <a:pt x="969" y="20"/>
                </a:lnTo>
                <a:lnTo>
                  <a:pt x="767" y="0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66" name="Google Shape;1066;p14"/>
          <p:cNvSpPr/>
          <p:nvPr/>
        </p:nvSpPr>
        <p:spPr>
          <a:xfrm>
            <a:off x="2213751" y="4163485"/>
            <a:ext cx="55348" cy="4529"/>
          </a:xfrm>
          <a:custGeom>
            <a:rect b="b" l="l" r="r" t="t"/>
            <a:pathLst>
              <a:path extrusionOk="0" h="81" w="990">
                <a:moveTo>
                  <a:pt x="0" y="0"/>
                </a:moveTo>
                <a:lnTo>
                  <a:pt x="0" y="81"/>
                </a:lnTo>
                <a:lnTo>
                  <a:pt x="989" y="81"/>
                </a:lnTo>
                <a:lnTo>
                  <a:pt x="989" y="0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67" name="Google Shape;1067;p14"/>
          <p:cNvSpPr/>
          <p:nvPr/>
        </p:nvSpPr>
        <p:spPr>
          <a:xfrm flipH="1">
            <a:off x="8647184" y="854421"/>
            <a:ext cx="100466" cy="100466"/>
          </a:xfrm>
          <a:custGeom>
            <a:rect b="b" l="l" r="r" t="t"/>
            <a:pathLst>
              <a:path extrusionOk="0" h="1797" w="1797">
                <a:moveTo>
                  <a:pt x="888" y="1"/>
                </a:moveTo>
                <a:lnTo>
                  <a:pt x="707" y="21"/>
                </a:lnTo>
                <a:lnTo>
                  <a:pt x="545" y="82"/>
                </a:lnTo>
                <a:lnTo>
                  <a:pt x="384" y="162"/>
                </a:lnTo>
                <a:lnTo>
                  <a:pt x="263" y="263"/>
                </a:lnTo>
                <a:lnTo>
                  <a:pt x="142" y="405"/>
                </a:lnTo>
                <a:lnTo>
                  <a:pt x="61" y="546"/>
                </a:lnTo>
                <a:lnTo>
                  <a:pt x="21" y="727"/>
                </a:lnTo>
                <a:lnTo>
                  <a:pt x="0" y="909"/>
                </a:lnTo>
                <a:lnTo>
                  <a:pt x="21" y="1091"/>
                </a:lnTo>
                <a:lnTo>
                  <a:pt x="61" y="1252"/>
                </a:lnTo>
                <a:lnTo>
                  <a:pt x="142" y="1414"/>
                </a:lnTo>
                <a:lnTo>
                  <a:pt x="263" y="1535"/>
                </a:lnTo>
                <a:lnTo>
                  <a:pt x="384" y="1656"/>
                </a:lnTo>
                <a:lnTo>
                  <a:pt x="545" y="1736"/>
                </a:lnTo>
                <a:lnTo>
                  <a:pt x="707" y="1797"/>
                </a:lnTo>
                <a:lnTo>
                  <a:pt x="1070" y="1797"/>
                </a:lnTo>
                <a:lnTo>
                  <a:pt x="1252" y="1736"/>
                </a:lnTo>
                <a:lnTo>
                  <a:pt x="1393" y="1656"/>
                </a:lnTo>
                <a:lnTo>
                  <a:pt x="1534" y="1535"/>
                </a:lnTo>
                <a:lnTo>
                  <a:pt x="1635" y="1414"/>
                </a:lnTo>
                <a:lnTo>
                  <a:pt x="1716" y="1252"/>
                </a:lnTo>
                <a:lnTo>
                  <a:pt x="1776" y="1091"/>
                </a:lnTo>
                <a:lnTo>
                  <a:pt x="1796" y="909"/>
                </a:lnTo>
                <a:lnTo>
                  <a:pt x="1776" y="727"/>
                </a:lnTo>
                <a:lnTo>
                  <a:pt x="1716" y="546"/>
                </a:lnTo>
                <a:lnTo>
                  <a:pt x="1635" y="405"/>
                </a:lnTo>
                <a:lnTo>
                  <a:pt x="1534" y="263"/>
                </a:lnTo>
                <a:lnTo>
                  <a:pt x="1393" y="162"/>
                </a:lnTo>
                <a:lnTo>
                  <a:pt x="1252" y="82"/>
                </a:lnTo>
                <a:lnTo>
                  <a:pt x="1070" y="21"/>
                </a:lnTo>
                <a:lnTo>
                  <a:pt x="888" y="1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68" name="Google Shape;1068;p14"/>
          <p:cNvSpPr/>
          <p:nvPr/>
        </p:nvSpPr>
        <p:spPr>
          <a:xfrm flipH="1">
            <a:off x="8189984" y="168621"/>
            <a:ext cx="100466" cy="100466"/>
          </a:xfrm>
          <a:custGeom>
            <a:rect b="b" l="l" r="r" t="t"/>
            <a:pathLst>
              <a:path extrusionOk="0" h="1797" w="1797">
                <a:moveTo>
                  <a:pt x="888" y="1"/>
                </a:moveTo>
                <a:lnTo>
                  <a:pt x="707" y="21"/>
                </a:lnTo>
                <a:lnTo>
                  <a:pt x="545" y="82"/>
                </a:lnTo>
                <a:lnTo>
                  <a:pt x="384" y="162"/>
                </a:lnTo>
                <a:lnTo>
                  <a:pt x="263" y="263"/>
                </a:lnTo>
                <a:lnTo>
                  <a:pt x="142" y="405"/>
                </a:lnTo>
                <a:lnTo>
                  <a:pt x="61" y="546"/>
                </a:lnTo>
                <a:lnTo>
                  <a:pt x="21" y="727"/>
                </a:lnTo>
                <a:lnTo>
                  <a:pt x="0" y="909"/>
                </a:lnTo>
                <a:lnTo>
                  <a:pt x="21" y="1091"/>
                </a:lnTo>
                <a:lnTo>
                  <a:pt x="61" y="1252"/>
                </a:lnTo>
                <a:lnTo>
                  <a:pt x="142" y="1414"/>
                </a:lnTo>
                <a:lnTo>
                  <a:pt x="263" y="1535"/>
                </a:lnTo>
                <a:lnTo>
                  <a:pt x="384" y="1656"/>
                </a:lnTo>
                <a:lnTo>
                  <a:pt x="545" y="1736"/>
                </a:lnTo>
                <a:lnTo>
                  <a:pt x="707" y="1797"/>
                </a:lnTo>
                <a:lnTo>
                  <a:pt x="1070" y="1797"/>
                </a:lnTo>
                <a:lnTo>
                  <a:pt x="1252" y="1736"/>
                </a:lnTo>
                <a:lnTo>
                  <a:pt x="1393" y="1656"/>
                </a:lnTo>
                <a:lnTo>
                  <a:pt x="1534" y="1535"/>
                </a:lnTo>
                <a:lnTo>
                  <a:pt x="1635" y="1414"/>
                </a:lnTo>
                <a:lnTo>
                  <a:pt x="1716" y="1252"/>
                </a:lnTo>
                <a:lnTo>
                  <a:pt x="1776" y="1091"/>
                </a:lnTo>
                <a:lnTo>
                  <a:pt x="1796" y="909"/>
                </a:lnTo>
                <a:lnTo>
                  <a:pt x="1776" y="727"/>
                </a:lnTo>
                <a:lnTo>
                  <a:pt x="1716" y="546"/>
                </a:lnTo>
                <a:lnTo>
                  <a:pt x="1635" y="405"/>
                </a:lnTo>
                <a:lnTo>
                  <a:pt x="1534" y="263"/>
                </a:lnTo>
                <a:lnTo>
                  <a:pt x="1393" y="162"/>
                </a:lnTo>
                <a:lnTo>
                  <a:pt x="1252" y="82"/>
                </a:lnTo>
                <a:lnTo>
                  <a:pt x="1070" y="21"/>
                </a:lnTo>
                <a:lnTo>
                  <a:pt x="888" y="1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69" name="Google Shape;1069;p14"/>
          <p:cNvSpPr/>
          <p:nvPr/>
        </p:nvSpPr>
        <p:spPr>
          <a:xfrm flipH="1">
            <a:off x="6513584" y="92421"/>
            <a:ext cx="100466" cy="100466"/>
          </a:xfrm>
          <a:custGeom>
            <a:rect b="b" l="l" r="r" t="t"/>
            <a:pathLst>
              <a:path extrusionOk="0" h="1797" w="1797">
                <a:moveTo>
                  <a:pt x="888" y="1"/>
                </a:moveTo>
                <a:lnTo>
                  <a:pt x="707" y="21"/>
                </a:lnTo>
                <a:lnTo>
                  <a:pt x="545" y="82"/>
                </a:lnTo>
                <a:lnTo>
                  <a:pt x="384" y="162"/>
                </a:lnTo>
                <a:lnTo>
                  <a:pt x="263" y="263"/>
                </a:lnTo>
                <a:lnTo>
                  <a:pt x="142" y="405"/>
                </a:lnTo>
                <a:lnTo>
                  <a:pt x="61" y="546"/>
                </a:lnTo>
                <a:lnTo>
                  <a:pt x="21" y="727"/>
                </a:lnTo>
                <a:lnTo>
                  <a:pt x="0" y="909"/>
                </a:lnTo>
                <a:lnTo>
                  <a:pt x="21" y="1091"/>
                </a:lnTo>
                <a:lnTo>
                  <a:pt x="61" y="1252"/>
                </a:lnTo>
                <a:lnTo>
                  <a:pt x="142" y="1414"/>
                </a:lnTo>
                <a:lnTo>
                  <a:pt x="263" y="1535"/>
                </a:lnTo>
                <a:lnTo>
                  <a:pt x="384" y="1656"/>
                </a:lnTo>
                <a:lnTo>
                  <a:pt x="545" y="1736"/>
                </a:lnTo>
                <a:lnTo>
                  <a:pt x="707" y="1797"/>
                </a:lnTo>
                <a:lnTo>
                  <a:pt x="1070" y="1797"/>
                </a:lnTo>
                <a:lnTo>
                  <a:pt x="1252" y="1736"/>
                </a:lnTo>
                <a:lnTo>
                  <a:pt x="1393" y="1656"/>
                </a:lnTo>
                <a:lnTo>
                  <a:pt x="1534" y="1535"/>
                </a:lnTo>
                <a:lnTo>
                  <a:pt x="1635" y="1414"/>
                </a:lnTo>
                <a:lnTo>
                  <a:pt x="1716" y="1252"/>
                </a:lnTo>
                <a:lnTo>
                  <a:pt x="1776" y="1091"/>
                </a:lnTo>
                <a:lnTo>
                  <a:pt x="1796" y="909"/>
                </a:lnTo>
                <a:lnTo>
                  <a:pt x="1776" y="727"/>
                </a:lnTo>
                <a:lnTo>
                  <a:pt x="1716" y="546"/>
                </a:lnTo>
                <a:lnTo>
                  <a:pt x="1635" y="405"/>
                </a:lnTo>
                <a:lnTo>
                  <a:pt x="1534" y="263"/>
                </a:lnTo>
                <a:lnTo>
                  <a:pt x="1393" y="162"/>
                </a:lnTo>
                <a:lnTo>
                  <a:pt x="1252" y="82"/>
                </a:lnTo>
                <a:lnTo>
                  <a:pt x="1070" y="21"/>
                </a:lnTo>
                <a:lnTo>
                  <a:pt x="888" y="1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70" name="Google Shape;1070;p14"/>
          <p:cNvSpPr/>
          <p:nvPr/>
        </p:nvSpPr>
        <p:spPr>
          <a:xfrm flipH="1">
            <a:off x="1941584" y="4207221"/>
            <a:ext cx="100466" cy="100466"/>
          </a:xfrm>
          <a:custGeom>
            <a:rect b="b" l="l" r="r" t="t"/>
            <a:pathLst>
              <a:path extrusionOk="0" h="1797" w="1797">
                <a:moveTo>
                  <a:pt x="888" y="1"/>
                </a:moveTo>
                <a:lnTo>
                  <a:pt x="707" y="21"/>
                </a:lnTo>
                <a:lnTo>
                  <a:pt x="545" y="82"/>
                </a:lnTo>
                <a:lnTo>
                  <a:pt x="384" y="162"/>
                </a:lnTo>
                <a:lnTo>
                  <a:pt x="263" y="263"/>
                </a:lnTo>
                <a:lnTo>
                  <a:pt x="142" y="405"/>
                </a:lnTo>
                <a:lnTo>
                  <a:pt x="61" y="546"/>
                </a:lnTo>
                <a:lnTo>
                  <a:pt x="21" y="727"/>
                </a:lnTo>
                <a:lnTo>
                  <a:pt x="0" y="909"/>
                </a:lnTo>
                <a:lnTo>
                  <a:pt x="21" y="1091"/>
                </a:lnTo>
                <a:lnTo>
                  <a:pt x="61" y="1252"/>
                </a:lnTo>
                <a:lnTo>
                  <a:pt x="142" y="1414"/>
                </a:lnTo>
                <a:lnTo>
                  <a:pt x="263" y="1535"/>
                </a:lnTo>
                <a:lnTo>
                  <a:pt x="384" y="1656"/>
                </a:lnTo>
                <a:lnTo>
                  <a:pt x="545" y="1736"/>
                </a:lnTo>
                <a:lnTo>
                  <a:pt x="707" y="1797"/>
                </a:lnTo>
                <a:lnTo>
                  <a:pt x="1070" y="1797"/>
                </a:lnTo>
                <a:lnTo>
                  <a:pt x="1252" y="1736"/>
                </a:lnTo>
                <a:lnTo>
                  <a:pt x="1393" y="1656"/>
                </a:lnTo>
                <a:lnTo>
                  <a:pt x="1534" y="1535"/>
                </a:lnTo>
                <a:lnTo>
                  <a:pt x="1635" y="1414"/>
                </a:lnTo>
                <a:lnTo>
                  <a:pt x="1716" y="1252"/>
                </a:lnTo>
                <a:lnTo>
                  <a:pt x="1776" y="1091"/>
                </a:lnTo>
                <a:lnTo>
                  <a:pt x="1796" y="909"/>
                </a:lnTo>
                <a:lnTo>
                  <a:pt x="1776" y="727"/>
                </a:lnTo>
                <a:lnTo>
                  <a:pt x="1716" y="546"/>
                </a:lnTo>
                <a:lnTo>
                  <a:pt x="1635" y="405"/>
                </a:lnTo>
                <a:lnTo>
                  <a:pt x="1534" y="263"/>
                </a:lnTo>
                <a:lnTo>
                  <a:pt x="1393" y="162"/>
                </a:lnTo>
                <a:lnTo>
                  <a:pt x="1252" y="82"/>
                </a:lnTo>
                <a:lnTo>
                  <a:pt x="1070" y="21"/>
                </a:lnTo>
                <a:lnTo>
                  <a:pt x="888" y="1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71" name="Google Shape;1071;p14"/>
          <p:cNvSpPr/>
          <p:nvPr/>
        </p:nvSpPr>
        <p:spPr>
          <a:xfrm flipH="1">
            <a:off x="1408184" y="4283421"/>
            <a:ext cx="100466" cy="100466"/>
          </a:xfrm>
          <a:custGeom>
            <a:rect b="b" l="l" r="r" t="t"/>
            <a:pathLst>
              <a:path extrusionOk="0" h="1797" w="1797">
                <a:moveTo>
                  <a:pt x="888" y="1"/>
                </a:moveTo>
                <a:lnTo>
                  <a:pt x="707" y="21"/>
                </a:lnTo>
                <a:lnTo>
                  <a:pt x="545" y="82"/>
                </a:lnTo>
                <a:lnTo>
                  <a:pt x="384" y="162"/>
                </a:lnTo>
                <a:lnTo>
                  <a:pt x="263" y="263"/>
                </a:lnTo>
                <a:lnTo>
                  <a:pt x="142" y="405"/>
                </a:lnTo>
                <a:lnTo>
                  <a:pt x="61" y="546"/>
                </a:lnTo>
                <a:lnTo>
                  <a:pt x="21" y="727"/>
                </a:lnTo>
                <a:lnTo>
                  <a:pt x="0" y="909"/>
                </a:lnTo>
                <a:lnTo>
                  <a:pt x="21" y="1091"/>
                </a:lnTo>
                <a:lnTo>
                  <a:pt x="61" y="1252"/>
                </a:lnTo>
                <a:lnTo>
                  <a:pt x="142" y="1414"/>
                </a:lnTo>
                <a:lnTo>
                  <a:pt x="263" y="1535"/>
                </a:lnTo>
                <a:lnTo>
                  <a:pt x="384" y="1656"/>
                </a:lnTo>
                <a:lnTo>
                  <a:pt x="545" y="1736"/>
                </a:lnTo>
                <a:lnTo>
                  <a:pt x="707" y="1797"/>
                </a:lnTo>
                <a:lnTo>
                  <a:pt x="1070" y="1797"/>
                </a:lnTo>
                <a:lnTo>
                  <a:pt x="1252" y="1736"/>
                </a:lnTo>
                <a:lnTo>
                  <a:pt x="1393" y="1656"/>
                </a:lnTo>
                <a:lnTo>
                  <a:pt x="1534" y="1535"/>
                </a:lnTo>
                <a:lnTo>
                  <a:pt x="1635" y="1414"/>
                </a:lnTo>
                <a:lnTo>
                  <a:pt x="1716" y="1252"/>
                </a:lnTo>
                <a:lnTo>
                  <a:pt x="1776" y="1091"/>
                </a:lnTo>
                <a:lnTo>
                  <a:pt x="1796" y="909"/>
                </a:lnTo>
                <a:lnTo>
                  <a:pt x="1776" y="727"/>
                </a:lnTo>
                <a:lnTo>
                  <a:pt x="1716" y="546"/>
                </a:lnTo>
                <a:lnTo>
                  <a:pt x="1635" y="405"/>
                </a:lnTo>
                <a:lnTo>
                  <a:pt x="1534" y="263"/>
                </a:lnTo>
                <a:lnTo>
                  <a:pt x="1393" y="162"/>
                </a:lnTo>
                <a:lnTo>
                  <a:pt x="1252" y="82"/>
                </a:lnTo>
                <a:lnTo>
                  <a:pt x="1070" y="21"/>
                </a:lnTo>
                <a:lnTo>
                  <a:pt x="888" y="1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72" name="Google Shape;1072;p14"/>
          <p:cNvSpPr/>
          <p:nvPr/>
        </p:nvSpPr>
        <p:spPr>
          <a:xfrm flipH="1">
            <a:off x="8037584" y="4207221"/>
            <a:ext cx="100466" cy="100466"/>
          </a:xfrm>
          <a:custGeom>
            <a:rect b="b" l="l" r="r" t="t"/>
            <a:pathLst>
              <a:path extrusionOk="0" h="1797" w="1797">
                <a:moveTo>
                  <a:pt x="888" y="1"/>
                </a:moveTo>
                <a:lnTo>
                  <a:pt x="707" y="21"/>
                </a:lnTo>
                <a:lnTo>
                  <a:pt x="545" y="82"/>
                </a:lnTo>
                <a:lnTo>
                  <a:pt x="384" y="162"/>
                </a:lnTo>
                <a:lnTo>
                  <a:pt x="263" y="263"/>
                </a:lnTo>
                <a:lnTo>
                  <a:pt x="142" y="405"/>
                </a:lnTo>
                <a:lnTo>
                  <a:pt x="61" y="546"/>
                </a:lnTo>
                <a:lnTo>
                  <a:pt x="21" y="727"/>
                </a:lnTo>
                <a:lnTo>
                  <a:pt x="0" y="909"/>
                </a:lnTo>
                <a:lnTo>
                  <a:pt x="21" y="1091"/>
                </a:lnTo>
                <a:lnTo>
                  <a:pt x="61" y="1252"/>
                </a:lnTo>
                <a:lnTo>
                  <a:pt x="142" y="1414"/>
                </a:lnTo>
                <a:lnTo>
                  <a:pt x="263" y="1535"/>
                </a:lnTo>
                <a:lnTo>
                  <a:pt x="384" y="1656"/>
                </a:lnTo>
                <a:lnTo>
                  <a:pt x="545" y="1736"/>
                </a:lnTo>
                <a:lnTo>
                  <a:pt x="707" y="1797"/>
                </a:lnTo>
                <a:lnTo>
                  <a:pt x="1070" y="1797"/>
                </a:lnTo>
                <a:lnTo>
                  <a:pt x="1252" y="1736"/>
                </a:lnTo>
                <a:lnTo>
                  <a:pt x="1393" y="1656"/>
                </a:lnTo>
                <a:lnTo>
                  <a:pt x="1534" y="1535"/>
                </a:lnTo>
                <a:lnTo>
                  <a:pt x="1635" y="1414"/>
                </a:lnTo>
                <a:lnTo>
                  <a:pt x="1716" y="1252"/>
                </a:lnTo>
                <a:lnTo>
                  <a:pt x="1776" y="1091"/>
                </a:lnTo>
                <a:lnTo>
                  <a:pt x="1796" y="909"/>
                </a:lnTo>
                <a:lnTo>
                  <a:pt x="1776" y="727"/>
                </a:lnTo>
                <a:lnTo>
                  <a:pt x="1716" y="546"/>
                </a:lnTo>
                <a:lnTo>
                  <a:pt x="1635" y="405"/>
                </a:lnTo>
                <a:lnTo>
                  <a:pt x="1534" y="263"/>
                </a:lnTo>
                <a:lnTo>
                  <a:pt x="1393" y="162"/>
                </a:lnTo>
                <a:lnTo>
                  <a:pt x="1252" y="82"/>
                </a:lnTo>
                <a:lnTo>
                  <a:pt x="1070" y="21"/>
                </a:lnTo>
                <a:lnTo>
                  <a:pt x="888" y="1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73" name="Google Shape;1073;p14"/>
          <p:cNvSpPr/>
          <p:nvPr/>
        </p:nvSpPr>
        <p:spPr>
          <a:xfrm flipH="1">
            <a:off x="8570984" y="4435821"/>
            <a:ext cx="100466" cy="100466"/>
          </a:xfrm>
          <a:custGeom>
            <a:rect b="b" l="l" r="r" t="t"/>
            <a:pathLst>
              <a:path extrusionOk="0" h="1797" w="1797">
                <a:moveTo>
                  <a:pt x="888" y="1"/>
                </a:moveTo>
                <a:lnTo>
                  <a:pt x="707" y="21"/>
                </a:lnTo>
                <a:lnTo>
                  <a:pt x="545" y="82"/>
                </a:lnTo>
                <a:lnTo>
                  <a:pt x="384" y="162"/>
                </a:lnTo>
                <a:lnTo>
                  <a:pt x="263" y="263"/>
                </a:lnTo>
                <a:lnTo>
                  <a:pt x="142" y="405"/>
                </a:lnTo>
                <a:lnTo>
                  <a:pt x="61" y="546"/>
                </a:lnTo>
                <a:lnTo>
                  <a:pt x="21" y="727"/>
                </a:lnTo>
                <a:lnTo>
                  <a:pt x="0" y="909"/>
                </a:lnTo>
                <a:lnTo>
                  <a:pt x="21" y="1091"/>
                </a:lnTo>
                <a:lnTo>
                  <a:pt x="61" y="1252"/>
                </a:lnTo>
                <a:lnTo>
                  <a:pt x="142" y="1414"/>
                </a:lnTo>
                <a:lnTo>
                  <a:pt x="263" y="1535"/>
                </a:lnTo>
                <a:lnTo>
                  <a:pt x="384" y="1656"/>
                </a:lnTo>
                <a:lnTo>
                  <a:pt x="545" y="1736"/>
                </a:lnTo>
                <a:lnTo>
                  <a:pt x="707" y="1797"/>
                </a:lnTo>
                <a:lnTo>
                  <a:pt x="1070" y="1797"/>
                </a:lnTo>
                <a:lnTo>
                  <a:pt x="1252" y="1736"/>
                </a:lnTo>
                <a:lnTo>
                  <a:pt x="1393" y="1656"/>
                </a:lnTo>
                <a:lnTo>
                  <a:pt x="1534" y="1535"/>
                </a:lnTo>
                <a:lnTo>
                  <a:pt x="1635" y="1414"/>
                </a:lnTo>
                <a:lnTo>
                  <a:pt x="1716" y="1252"/>
                </a:lnTo>
                <a:lnTo>
                  <a:pt x="1776" y="1091"/>
                </a:lnTo>
                <a:lnTo>
                  <a:pt x="1796" y="909"/>
                </a:lnTo>
                <a:lnTo>
                  <a:pt x="1776" y="727"/>
                </a:lnTo>
                <a:lnTo>
                  <a:pt x="1716" y="546"/>
                </a:lnTo>
                <a:lnTo>
                  <a:pt x="1635" y="405"/>
                </a:lnTo>
                <a:lnTo>
                  <a:pt x="1534" y="263"/>
                </a:lnTo>
                <a:lnTo>
                  <a:pt x="1393" y="162"/>
                </a:lnTo>
                <a:lnTo>
                  <a:pt x="1252" y="82"/>
                </a:lnTo>
                <a:lnTo>
                  <a:pt x="1070" y="21"/>
                </a:lnTo>
                <a:lnTo>
                  <a:pt x="888" y="1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74" name="Google Shape;1074;p14"/>
          <p:cNvSpPr/>
          <p:nvPr/>
        </p:nvSpPr>
        <p:spPr>
          <a:xfrm flipH="1">
            <a:off x="8875784" y="4816821"/>
            <a:ext cx="100466" cy="100466"/>
          </a:xfrm>
          <a:custGeom>
            <a:rect b="b" l="l" r="r" t="t"/>
            <a:pathLst>
              <a:path extrusionOk="0" h="1797" w="1797">
                <a:moveTo>
                  <a:pt x="888" y="1"/>
                </a:moveTo>
                <a:lnTo>
                  <a:pt x="707" y="21"/>
                </a:lnTo>
                <a:lnTo>
                  <a:pt x="545" y="82"/>
                </a:lnTo>
                <a:lnTo>
                  <a:pt x="384" y="162"/>
                </a:lnTo>
                <a:lnTo>
                  <a:pt x="263" y="263"/>
                </a:lnTo>
                <a:lnTo>
                  <a:pt x="142" y="405"/>
                </a:lnTo>
                <a:lnTo>
                  <a:pt x="61" y="546"/>
                </a:lnTo>
                <a:lnTo>
                  <a:pt x="21" y="727"/>
                </a:lnTo>
                <a:lnTo>
                  <a:pt x="0" y="909"/>
                </a:lnTo>
                <a:lnTo>
                  <a:pt x="21" y="1091"/>
                </a:lnTo>
                <a:lnTo>
                  <a:pt x="61" y="1252"/>
                </a:lnTo>
                <a:lnTo>
                  <a:pt x="142" y="1414"/>
                </a:lnTo>
                <a:lnTo>
                  <a:pt x="263" y="1535"/>
                </a:lnTo>
                <a:lnTo>
                  <a:pt x="384" y="1656"/>
                </a:lnTo>
                <a:lnTo>
                  <a:pt x="545" y="1736"/>
                </a:lnTo>
                <a:lnTo>
                  <a:pt x="707" y="1797"/>
                </a:lnTo>
                <a:lnTo>
                  <a:pt x="1070" y="1797"/>
                </a:lnTo>
                <a:lnTo>
                  <a:pt x="1252" y="1736"/>
                </a:lnTo>
                <a:lnTo>
                  <a:pt x="1393" y="1656"/>
                </a:lnTo>
                <a:lnTo>
                  <a:pt x="1534" y="1535"/>
                </a:lnTo>
                <a:lnTo>
                  <a:pt x="1635" y="1414"/>
                </a:lnTo>
                <a:lnTo>
                  <a:pt x="1716" y="1252"/>
                </a:lnTo>
                <a:lnTo>
                  <a:pt x="1776" y="1091"/>
                </a:lnTo>
                <a:lnTo>
                  <a:pt x="1796" y="909"/>
                </a:lnTo>
                <a:lnTo>
                  <a:pt x="1776" y="727"/>
                </a:lnTo>
                <a:lnTo>
                  <a:pt x="1716" y="546"/>
                </a:lnTo>
                <a:lnTo>
                  <a:pt x="1635" y="405"/>
                </a:lnTo>
                <a:lnTo>
                  <a:pt x="1534" y="263"/>
                </a:lnTo>
                <a:lnTo>
                  <a:pt x="1393" y="162"/>
                </a:lnTo>
                <a:lnTo>
                  <a:pt x="1252" y="82"/>
                </a:lnTo>
                <a:lnTo>
                  <a:pt x="1070" y="21"/>
                </a:lnTo>
                <a:lnTo>
                  <a:pt x="888" y="1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75" name="Google Shape;1075;p14"/>
          <p:cNvSpPr/>
          <p:nvPr/>
        </p:nvSpPr>
        <p:spPr>
          <a:xfrm flipH="1">
            <a:off x="874784" y="4054821"/>
            <a:ext cx="100466" cy="100466"/>
          </a:xfrm>
          <a:custGeom>
            <a:rect b="b" l="l" r="r" t="t"/>
            <a:pathLst>
              <a:path extrusionOk="0" h="1797" w="1797">
                <a:moveTo>
                  <a:pt x="888" y="1"/>
                </a:moveTo>
                <a:lnTo>
                  <a:pt x="707" y="21"/>
                </a:lnTo>
                <a:lnTo>
                  <a:pt x="545" y="82"/>
                </a:lnTo>
                <a:lnTo>
                  <a:pt x="384" y="162"/>
                </a:lnTo>
                <a:lnTo>
                  <a:pt x="263" y="263"/>
                </a:lnTo>
                <a:lnTo>
                  <a:pt x="142" y="405"/>
                </a:lnTo>
                <a:lnTo>
                  <a:pt x="61" y="546"/>
                </a:lnTo>
                <a:lnTo>
                  <a:pt x="21" y="727"/>
                </a:lnTo>
                <a:lnTo>
                  <a:pt x="0" y="909"/>
                </a:lnTo>
                <a:lnTo>
                  <a:pt x="21" y="1091"/>
                </a:lnTo>
                <a:lnTo>
                  <a:pt x="61" y="1252"/>
                </a:lnTo>
                <a:lnTo>
                  <a:pt x="142" y="1414"/>
                </a:lnTo>
                <a:lnTo>
                  <a:pt x="263" y="1535"/>
                </a:lnTo>
                <a:lnTo>
                  <a:pt x="384" y="1656"/>
                </a:lnTo>
                <a:lnTo>
                  <a:pt x="545" y="1736"/>
                </a:lnTo>
                <a:lnTo>
                  <a:pt x="707" y="1797"/>
                </a:lnTo>
                <a:lnTo>
                  <a:pt x="1070" y="1797"/>
                </a:lnTo>
                <a:lnTo>
                  <a:pt x="1252" y="1736"/>
                </a:lnTo>
                <a:lnTo>
                  <a:pt x="1393" y="1656"/>
                </a:lnTo>
                <a:lnTo>
                  <a:pt x="1534" y="1535"/>
                </a:lnTo>
                <a:lnTo>
                  <a:pt x="1635" y="1414"/>
                </a:lnTo>
                <a:lnTo>
                  <a:pt x="1716" y="1252"/>
                </a:lnTo>
                <a:lnTo>
                  <a:pt x="1776" y="1091"/>
                </a:lnTo>
                <a:lnTo>
                  <a:pt x="1796" y="909"/>
                </a:lnTo>
                <a:lnTo>
                  <a:pt x="1776" y="727"/>
                </a:lnTo>
                <a:lnTo>
                  <a:pt x="1716" y="546"/>
                </a:lnTo>
                <a:lnTo>
                  <a:pt x="1635" y="405"/>
                </a:lnTo>
                <a:lnTo>
                  <a:pt x="1534" y="263"/>
                </a:lnTo>
                <a:lnTo>
                  <a:pt x="1393" y="162"/>
                </a:lnTo>
                <a:lnTo>
                  <a:pt x="1252" y="82"/>
                </a:lnTo>
                <a:lnTo>
                  <a:pt x="1070" y="21"/>
                </a:lnTo>
                <a:lnTo>
                  <a:pt x="888" y="1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 1">
  <p:cSld name="CUSTOM_10">
    <p:spTree>
      <p:nvGrpSpPr>
        <p:cNvPr id="1076" name="Shape 10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7" name="Google Shape;1077;p15"/>
          <p:cNvSpPr/>
          <p:nvPr/>
        </p:nvSpPr>
        <p:spPr>
          <a:xfrm>
            <a:off x="1043501" y="4397225"/>
            <a:ext cx="404700" cy="4044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78" name="Google Shape;1078;p15"/>
          <p:cNvSpPr/>
          <p:nvPr/>
        </p:nvSpPr>
        <p:spPr>
          <a:xfrm flipH="1">
            <a:off x="-50" y="0"/>
            <a:ext cx="1254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79" name="Google Shape;1079;p15"/>
          <p:cNvSpPr txBox="1"/>
          <p:nvPr>
            <p:ph type="title"/>
          </p:nvPr>
        </p:nvSpPr>
        <p:spPr>
          <a:xfrm>
            <a:off x="2620991" y="2157263"/>
            <a:ext cx="5073600" cy="411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l">
              <a:spcBef>
                <a:spcPts val="0"/>
              </a:spcBef>
              <a:spcAft>
                <a:spcPts val="0"/>
              </a:spcAft>
              <a:buSzPts val="3600"/>
              <a:buNone/>
              <a:defRPr sz="45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080" name="Google Shape;1080;p15"/>
          <p:cNvSpPr txBox="1"/>
          <p:nvPr>
            <p:ph idx="1" type="subTitle"/>
          </p:nvPr>
        </p:nvSpPr>
        <p:spPr>
          <a:xfrm>
            <a:off x="2620991" y="2803238"/>
            <a:ext cx="5074800" cy="183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9pPr>
          </a:lstStyle>
          <a:p/>
        </p:txBody>
      </p:sp>
      <p:sp>
        <p:nvSpPr>
          <p:cNvPr id="1081" name="Google Shape;1081;p15"/>
          <p:cNvSpPr/>
          <p:nvPr/>
        </p:nvSpPr>
        <p:spPr>
          <a:xfrm>
            <a:off x="549120" y="-533624"/>
            <a:ext cx="1193700" cy="11937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82" name="Google Shape;1082;p15"/>
          <p:cNvSpPr txBox="1"/>
          <p:nvPr>
            <p:ph hasCustomPrompt="1" idx="2" type="title"/>
          </p:nvPr>
        </p:nvSpPr>
        <p:spPr>
          <a:xfrm>
            <a:off x="1448209" y="2334000"/>
            <a:ext cx="1088100" cy="475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4500">
                <a:solidFill>
                  <a:schemeClr val="lt1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6000"/>
              <a:buNone/>
              <a:defRPr sz="6000">
                <a:solidFill>
                  <a:schemeClr val="dk2"/>
                </a:solidFill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6000"/>
              <a:buNone/>
              <a:defRPr sz="6000">
                <a:solidFill>
                  <a:schemeClr val="dk2"/>
                </a:solidFill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6000"/>
              <a:buNone/>
              <a:defRPr sz="6000">
                <a:solidFill>
                  <a:schemeClr val="dk2"/>
                </a:solidFill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6000"/>
              <a:buNone/>
              <a:defRPr sz="6000">
                <a:solidFill>
                  <a:schemeClr val="dk2"/>
                </a:solidFill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6000"/>
              <a:buNone/>
              <a:defRPr sz="6000">
                <a:solidFill>
                  <a:schemeClr val="dk2"/>
                </a:solidFill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6000"/>
              <a:buNone/>
              <a:defRPr sz="6000">
                <a:solidFill>
                  <a:schemeClr val="dk2"/>
                </a:solidFill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6000"/>
              <a:buNone/>
              <a:defRPr sz="6000">
                <a:solidFill>
                  <a:schemeClr val="dk2"/>
                </a:solidFill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6000"/>
              <a:buNone/>
              <a:defRPr sz="6000">
                <a:solidFill>
                  <a:schemeClr val="dk2"/>
                </a:solidFill>
              </a:defRPr>
            </a:lvl9pPr>
          </a:lstStyle>
          <a:p>
            <a:r>
              <a:t>xx%</a:t>
            </a:r>
          </a:p>
        </p:txBody>
      </p:sp>
      <p:grpSp>
        <p:nvGrpSpPr>
          <p:cNvPr id="1083" name="Google Shape;1083;p15"/>
          <p:cNvGrpSpPr/>
          <p:nvPr/>
        </p:nvGrpSpPr>
        <p:grpSpPr>
          <a:xfrm>
            <a:off x="8506980" y="1997778"/>
            <a:ext cx="560659" cy="1147945"/>
            <a:chOff x="8430780" y="1997778"/>
            <a:chExt cx="560659" cy="1147945"/>
          </a:xfrm>
        </p:grpSpPr>
        <p:sp>
          <p:nvSpPr>
            <p:cNvPr id="1084" name="Google Shape;1084;p15"/>
            <p:cNvSpPr/>
            <p:nvPr/>
          </p:nvSpPr>
          <p:spPr>
            <a:xfrm>
              <a:off x="8928839" y="1997778"/>
              <a:ext cx="54205" cy="50406"/>
            </a:xfrm>
            <a:custGeom>
              <a:rect b="b" l="l" r="r" t="t"/>
              <a:pathLst>
                <a:path extrusionOk="0" h="1327" w="1427">
                  <a:moveTo>
                    <a:pt x="723" y="1"/>
                  </a:moveTo>
                  <a:lnTo>
                    <a:pt x="1" y="684"/>
                  </a:lnTo>
                  <a:lnTo>
                    <a:pt x="221" y="784"/>
                  </a:lnTo>
                  <a:lnTo>
                    <a:pt x="322" y="824"/>
                  </a:lnTo>
                  <a:lnTo>
                    <a:pt x="422" y="884"/>
                  </a:lnTo>
                  <a:lnTo>
                    <a:pt x="502" y="1005"/>
                  </a:lnTo>
                  <a:lnTo>
                    <a:pt x="583" y="1105"/>
                  </a:lnTo>
                  <a:lnTo>
                    <a:pt x="723" y="1326"/>
                  </a:lnTo>
                  <a:lnTo>
                    <a:pt x="1426" y="643"/>
                  </a:lnTo>
                  <a:lnTo>
                    <a:pt x="723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85" name="Google Shape;1085;p15"/>
            <p:cNvSpPr/>
            <p:nvPr/>
          </p:nvSpPr>
          <p:spPr>
            <a:xfrm>
              <a:off x="8930358" y="2153402"/>
              <a:ext cx="54205" cy="51888"/>
            </a:xfrm>
            <a:custGeom>
              <a:rect b="b" l="l" r="r" t="t"/>
              <a:pathLst>
                <a:path extrusionOk="0" h="1366" w="1427">
                  <a:moveTo>
                    <a:pt x="703" y="0"/>
                  </a:moveTo>
                  <a:lnTo>
                    <a:pt x="1" y="643"/>
                  </a:lnTo>
                  <a:lnTo>
                    <a:pt x="744" y="1366"/>
                  </a:lnTo>
                  <a:lnTo>
                    <a:pt x="784" y="1225"/>
                  </a:lnTo>
                  <a:lnTo>
                    <a:pt x="844" y="1125"/>
                  </a:lnTo>
                  <a:lnTo>
                    <a:pt x="924" y="1024"/>
                  </a:lnTo>
                  <a:lnTo>
                    <a:pt x="1005" y="944"/>
                  </a:lnTo>
                  <a:lnTo>
                    <a:pt x="1105" y="864"/>
                  </a:lnTo>
                  <a:lnTo>
                    <a:pt x="1205" y="803"/>
                  </a:lnTo>
                  <a:lnTo>
                    <a:pt x="1426" y="683"/>
                  </a:lnTo>
                  <a:lnTo>
                    <a:pt x="1346" y="582"/>
                  </a:lnTo>
                  <a:lnTo>
                    <a:pt x="1266" y="522"/>
                  </a:lnTo>
                  <a:lnTo>
                    <a:pt x="1045" y="402"/>
                  </a:lnTo>
                  <a:lnTo>
                    <a:pt x="964" y="342"/>
                  </a:lnTo>
                  <a:lnTo>
                    <a:pt x="884" y="281"/>
                  </a:lnTo>
                  <a:lnTo>
                    <a:pt x="824" y="181"/>
                  </a:lnTo>
                  <a:lnTo>
                    <a:pt x="804" y="40"/>
                  </a:lnTo>
                  <a:lnTo>
                    <a:pt x="784" y="20"/>
                  </a:lnTo>
                  <a:lnTo>
                    <a:pt x="744" y="20"/>
                  </a:lnTo>
                  <a:lnTo>
                    <a:pt x="70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86" name="Google Shape;1086;p15"/>
            <p:cNvSpPr/>
            <p:nvPr/>
          </p:nvSpPr>
          <p:spPr>
            <a:xfrm>
              <a:off x="8928079" y="3083921"/>
              <a:ext cx="63359" cy="58003"/>
            </a:xfrm>
            <a:custGeom>
              <a:rect b="b" l="l" r="r" t="t"/>
              <a:pathLst>
                <a:path extrusionOk="0" h="1527" w="1668">
                  <a:moveTo>
                    <a:pt x="683" y="0"/>
                  </a:moveTo>
                  <a:lnTo>
                    <a:pt x="543" y="281"/>
                  </a:lnTo>
                  <a:lnTo>
                    <a:pt x="462" y="402"/>
                  </a:lnTo>
                  <a:lnTo>
                    <a:pt x="382" y="502"/>
                  </a:lnTo>
                  <a:lnTo>
                    <a:pt x="322" y="542"/>
                  </a:lnTo>
                  <a:lnTo>
                    <a:pt x="261" y="562"/>
                  </a:lnTo>
                  <a:lnTo>
                    <a:pt x="141" y="582"/>
                  </a:lnTo>
                  <a:lnTo>
                    <a:pt x="81" y="603"/>
                  </a:lnTo>
                  <a:lnTo>
                    <a:pt x="21" y="623"/>
                  </a:lnTo>
                  <a:lnTo>
                    <a:pt x="0" y="663"/>
                  </a:lnTo>
                  <a:lnTo>
                    <a:pt x="0" y="703"/>
                  </a:lnTo>
                  <a:lnTo>
                    <a:pt x="844" y="1526"/>
                  </a:lnTo>
                  <a:lnTo>
                    <a:pt x="884" y="1366"/>
                  </a:lnTo>
                  <a:lnTo>
                    <a:pt x="924" y="1245"/>
                  </a:lnTo>
                  <a:lnTo>
                    <a:pt x="1004" y="1145"/>
                  </a:lnTo>
                  <a:lnTo>
                    <a:pt x="1105" y="1044"/>
                  </a:lnTo>
                  <a:lnTo>
                    <a:pt x="1225" y="964"/>
                  </a:lnTo>
                  <a:lnTo>
                    <a:pt x="1346" y="884"/>
                  </a:lnTo>
                  <a:lnTo>
                    <a:pt x="1667" y="743"/>
                  </a:lnTo>
                  <a:lnTo>
                    <a:pt x="1265" y="562"/>
                  </a:lnTo>
                  <a:lnTo>
                    <a:pt x="1125" y="482"/>
                  </a:lnTo>
                  <a:lnTo>
                    <a:pt x="1004" y="402"/>
                  </a:lnTo>
                  <a:lnTo>
                    <a:pt x="964" y="362"/>
                  </a:lnTo>
                  <a:lnTo>
                    <a:pt x="944" y="301"/>
                  </a:lnTo>
                  <a:lnTo>
                    <a:pt x="904" y="161"/>
                  </a:lnTo>
                  <a:lnTo>
                    <a:pt x="884" y="101"/>
                  </a:lnTo>
                  <a:lnTo>
                    <a:pt x="844" y="40"/>
                  </a:lnTo>
                  <a:lnTo>
                    <a:pt x="784" y="20"/>
                  </a:lnTo>
                  <a:lnTo>
                    <a:pt x="68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87" name="Google Shape;1087;p15"/>
            <p:cNvSpPr/>
            <p:nvPr/>
          </p:nvSpPr>
          <p:spPr>
            <a:xfrm>
              <a:off x="8765617" y="3084680"/>
              <a:ext cx="63359" cy="58003"/>
            </a:xfrm>
            <a:custGeom>
              <a:rect b="b" l="l" r="r" t="t"/>
              <a:pathLst>
                <a:path extrusionOk="0" h="1527" w="1668">
                  <a:moveTo>
                    <a:pt x="743" y="0"/>
                  </a:moveTo>
                  <a:lnTo>
                    <a:pt x="0" y="723"/>
                  </a:lnTo>
                  <a:lnTo>
                    <a:pt x="784" y="1526"/>
                  </a:lnTo>
                  <a:lnTo>
                    <a:pt x="824" y="1386"/>
                  </a:lnTo>
                  <a:lnTo>
                    <a:pt x="884" y="1245"/>
                  </a:lnTo>
                  <a:lnTo>
                    <a:pt x="964" y="1125"/>
                  </a:lnTo>
                  <a:lnTo>
                    <a:pt x="1065" y="1044"/>
                  </a:lnTo>
                  <a:lnTo>
                    <a:pt x="1185" y="964"/>
                  </a:lnTo>
                  <a:lnTo>
                    <a:pt x="1326" y="884"/>
                  </a:lnTo>
                  <a:lnTo>
                    <a:pt x="1667" y="743"/>
                  </a:lnTo>
                  <a:lnTo>
                    <a:pt x="1266" y="583"/>
                  </a:lnTo>
                  <a:lnTo>
                    <a:pt x="1125" y="502"/>
                  </a:lnTo>
                  <a:lnTo>
                    <a:pt x="1025" y="442"/>
                  </a:lnTo>
                  <a:lnTo>
                    <a:pt x="944" y="342"/>
                  </a:lnTo>
                  <a:lnTo>
                    <a:pt x="864" y="221"/>
                  </a:lnTo>
                  <a:lnTo>
                    <a:pt x="74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88" name="Google Shape;1088;p15"/>
            <p:cNvSpPr/>
            <p:nvPr/>
          </p:nvSpPr>
          <p:spPr>
            <a:xfrm>
              <a:off x="8922723" y="2304393"/>
              <a:ext cx="64119" cy="55724"/>
            </a:xfrm>
            <a:custGeom>
              <a:rect b="b" l="l" r="r" t="t"/>
              <a:pathLst>
                <a:path extrusionOk="0" h="1467" w="1688">
                  <a:moveTo>
                    <a:pt x="864" y="1"/>
                  </a:moveTo>
                  <a:lnTo>
                    <a:pt x="764" y="262"/>
                  </a:lnTo>
                  <a:lnTo>
                    <a:pt x="704" y="362"/>
                  </a:lnTo>
                  <a:lnTo>
                    <a:pt x="643" y="463"/>
                  </a:lnTo>
                  <a:lnTo>
                    <a:pt x="523" y="543"/>
                  </a:lnTo>
                  <a:lnTo>
                    <a:pt x="382" y="623"/>
                  </a:lnTo>
                  <a:lnTo>
                    <a:pt x="1" y="844"/>
                  </a:lnTo>
                  <a:lnTo>
                    <a:pt x="162" y="864"/>
                  </a:lnTo>
                  <a:lnTo>
                    <a:pt x="302" y="904"/>
                  </a:lnTo>
                  <a:lnTo>
                    <a:pt x="423" y="965"/>
                  </a:lnTo>
                  <a:lnTo>
                    <a:pt x="543" y="1025"/>
                  </a:lnTo>
                  <a:lnTo>
                    <a:pt x="623" y="1085"/>
                  </a:lnTo>
                  <a:lnTo>
                    <a:pt x="704" y="1186"/>
                  </a:lnTo>
                  <a:lnTo>
                    <a:pt x="744" y="1286"/>
                  </a:lnTo>
                  <a:lnTo>
                    <a:pt x="784" y="1406"/>
                  </a:lnTo>
                  <a:lnTo>
                    <a:pt x="804" y="1427"/>
                  </a:lnTo>
                  <a:lnTo>
                    <a:pt x="864" y="1447"/>
                  </a:lnTo>
                  <a:lnTo>
                    <a:pt x="985" y="1467"/>
                  </a:lnTo>
                  <a:lnTo>
                    <a:pt x="1045" y="1286"/>
                  </a:lnTo>
                  <a:lnTo>
                    <a:pt x="1065" y="1206"/>
                  </a:lnTo>
                  <a:lnTo>
                    <a:pt x="1105" y="1145"/>
                  </a:lnTo>
                  <a:lnTo>
                    <a:pt x="1246" y="1045"/>
                  </a:lnTo>
                  <a:lnTo>
                    <a:pt x="1386" y="945"/>
                  </a:lnTo>
                  <a:lnTo>
                    <a:pt x="1688" y="744"/>
                  </a:lnTo>
                  <a:lnTo>
                    <a:pt x="1547" y="684"/>
                  </a:lnTo>
                  <a:lnTo>
                    <a:pt x="1427" y="623"/>
                  </a:lnTo>
                  <a:lnTo>
                    <a:pt x="1306" y="543"/>
                  </a:lnTo>
                  <a:lnTo>
                    <a:pt x="1206" y="463"/>
                  </a:lnTo>
                  <a:lnTo>
                    <a:pt x="1105" y="362"/>
                  </a:lnTo>
                  <a:lnTo>
                    <a:pt x="1025" y="262"/>
                  </a:lnTo>
                  <a:lnTo>
                    <a:pt x="864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89" name="Google Shape;1089;p15"/>
            <p:cNvSpPr/>
            <p:nvPr/>
          </p:nvSpPr>
          <p:spPr>
            <a:xfrm>
              <a:off x="8928079" y="2926017"/>
              <a:ext cx="57243" cy="58003"/>
            </a:xfrm>
            <a:custGeom>
              <a:rect b="b" l="l" r="r" t="t"/>
              <a:pathLst>
                <a:path extrusionOk="0" h="1527" w="1507">
                  <a:moveTo>
                    <a:pt x="743" y="1"/>
                  </a:moveTo>
                  <a:lnTo>
                    <a:pt x="563" y="322"/>
                  </a:lnTo>
                  <a:lnTo>
                    <a:pt x="482" y="442"/>
                  </a:lnTo>
                  <a:lnTo>
                    <a:pt x="402" y="563"/>
                  </a:lnTo>
                  <a:lnTo>
                    <a:pt x="342" y="603"/>
                  </a:lnTo>
                  <a:lnTo>
                    <a:pt x="282" y="623"/>
                  </a:lnTo>
                  <a:lnTo>
                    <a:pt x="141" y="643"/>
                  </a:lnTo>
                  <a:lnTo>
                    <a:pt x="41" y="663"/>
                  </a:lnTo>
                  <a:lnTo>
                    <a:pt x="0" y="683"/>
                  </a:lnTo>
                  <a:lnTo>
                    <a:pt x="0" y="744"/>
                  </a:lnTo>
                  <a:lnTo>
                    <a:pt x="763" y="1527"/>
                  </a:lnTo>
                  <a:lnTo>
                    <a:pt x="1506" y="744"/>
                  </a:lnTo>
                  <a:lnTo>
                    <a:pt x="1265" y="643"/>
                  </a:lnTo>
                  <a:lnTo>
                    <a:pt x="1145" y="563"/>
                  </a:lnTo>
                  <a:lnTo>
                    <a:pt x="1024" y="483"/>
                  </a:lnTo>
                  <a:lnTo>
                    <a:pt x="944" y="382"/>
                  </a:lnTo>
                  <a:lnTo>
                    <a:pt x="884" y="282"/>
                  </a:lnTo>
                  <a:lnTo>
                    <a:pt x="743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90" name="Google Shape;1090;p15"/>
            <p:cNvSpPr/>
            <p:nvPr/>
          </p:nvSpPr>
          <p:spPr>
            <a:xfrm>
              <a:off x="8764098" y="2926017"/>
              <a:ext cx="65638" cy="61840"/>
            </a:xfrm>
            <a:custGeom>
              <a:rect b="b" l="l" r="r" t="t"/>
              <a:pathLst>
                <a:path extrusionOk="0" h="1628" w="1728">
                  <a:moveTo>
                    <a:pt x="763" y="1"/>
                  </a:moveTo>
                  <a:lnTo>
                    <a:pt x="583" y="302"/>
                  </a:lnTo>
                  <a:lnTo>
                    <a:pt x="502" y="422"/>
                  </a:lnTo>
                  <a:lnTo>
                    <a:pt x="422" y="543"/>
                  </a:lnTo>
                  <a:lnTo>
                    <a:pt x="362" y="583"/>
                  </a:lnTo>
                  <a:lnTo>
                    <a:pt x="302" y="603"/>
                  </a:lnTo>
                  <a:lnTo>
                    <a:pt x="161" y="643"/>
                  </a:lnTo>
                  <a:lnTo>
                    <a:pt x="101" y="683"/>
                  </a:lnTo>
                  <a:lnTo>
                    <a:pt x="40" y="724"/>
                  </a:lnTo>
                  <a:lnTo>
                    <a:pt x="20" y="784"/>
                  </a:lnTo>
                  <a:lnTo>
                    <a:pt x="0" y="884"/>
                  </a:lnTo>
                  <a:lnTo>
                    <a:pt x="141" y="924"/>
                  </a:lnTo>
                  <a:lnTo>
                    <a:pt x="261" y="985"/>
                  </a:lnTo>
                  <a:lnTo>
                    <a:pt x="362" y="1065"/>
                  </a:lnTo>
                  <a:lnTo>
                    <a:pt x="462" y="1165"/>
                  </a:lnTo>
                  <a:lnTo>
                    <a:pt x="623" y="1406"/>
                  </a:lnTo>
                  <a:lnTo>
                    <a:pt x="703" y="1527"/>
                  </a:lnTo>
                  <a:lnTo>
                    <a:pt x="824" y="1627"/>
                  </a:lnTo>
                  <a:lnTo>
                    <a:pt x="864" y="1467"/>
                  </a:lnTo>
                  <a:lnTo>
                    <a:pt x="924" y="1326"/>
                  </a:lnTo>
                  <a:lnTo>
                    <a:pt x="984" y="1226"/>
                  </a:lnTo>
                  <a:lnTo>
                    <a:pt x="1085" y="1125"/>
                  </a:lnTo>
                  <a:lnTo>
                    <a:pt x="1205" y="1025"/>
                  </a:lnTo>
                  <a:lnTo>
                    <a:pt x="1366" y="965"/>
                  </a:lnTo>
                  <a:lnTo>
                    <a:pt x="1526" y="904"/>
                  </a:lnTo>
                  <a:lnTo>
                    <a:pt x="1727" y="844"/>
                  </a:lnTo>
                  <a:lnTo>
                    <a:pt x="1306" y="643"/>
                  </a:lnTo>
                  <a:lnTo>
                    <a:pt x="1145" y="583"/>
                  </a:lnTo>
                  <a:lnTo>
                    <a:pt x="1044" y="503"/>
                  </a:lnTo>
                  <a:lnTo>
                    <a:pt x="964" y="402"/>
                  </a:lnTo>
                  <a:lnTo>
                    <a:pt x="904" y="282"/>
                  </a:lnTo>
                  <a:lnTo>
                    <a:pt x="763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91" name="Google Shape;1091;p15"/>
            <p:cNvSpPr/>
            <p:nvPr/>
          </p:nvSpPr>
          <p:spPr>
            <a:xfrm>
              <a:off x="8925800" y="2463816"/>
              <a:ext cx="58003" cy="53445"/>
            </a:xfrm>
            <a:custGeom>
              <a:rect b="b" l="l" r="r" t="t"/>
              <a:pathLst>
                <a:path extrusionOk="0" h="1407" w="1527">
                  <a:moveTo>
                    <a:pt x="783" y="1"/>
                  </a:moveTo>
                  <a:lnTo>
                    <a:pt x="683" y="161"/>
                  </a:lnTo>
                  <a:lnTo>
                    <a:pt x="623" y="282"/>
                  </a:lnTo>
                  <a:lnTo>
                    <a:pt x="542" y="362"/>
                  </a:lnTo>
                  <a:lnTo>
                    <a:pt x="422" y="442"/>
                  </a:lnTo>
                  <a:lnTo>
                    <a:pt x="301" y="523"/>
                  </a:lnTo>
                  <a:lnTo>
                    <a:pt x="0" y="663"/>
                  </a:lnTo>
                  <a:lnTo>
                    <a:pt x="301" y="844"/>
                  </a:lnTo>
                  <a:lnTo>
                    <a:pt x="422" y="904"/>
                  </a:lnTo>
                  <a:lnTo>
                    <a:pt x="542" y="984"/>
                  </a:lnTo>
                  <a:lnTo>
                    <a:pt x="582" y="1045"/>
                  </a:lnTo>
                  <a:lnTo>
                    <a:pt x="603" y="1105"/>
                  </a:lnTo>
                  <a:lnTo>
                    <a:pt x="643" y="1225"/>
                  </a:lnTo>
                  <a:lnTo>
                    <a:pt x="683" y="1346"/>
                  </a:lnTo>
                  <a:lnTo>
                    <a:pt x="703" y="1386"/>
                  </a:lnTo>
                  <a:lnTo>
                    <a:pt x="763" y="1406"/>
                  </a:lnTo>
                  <a:lnTo>
                    <a:pt x="1526" y="683"/>
                  </a:lnTo>
                  <a:lnTo>
                    <a:pt x="783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92" name="Google Shape;1092;p15"/>
            <p:cNvSpPr/>
            <p:nvPr/>
          </p:nvSpPr>
          <p:spPr>
            <a:xfrm>
              <a:off x="8928079" y="2773469"/>
              <a:ext cx="58763" cy="55724"/>
            </a:xfrm>
            <a:custGeom>
              <a:rect b="b" l="l" r="r" t="t"/>
              <a:pathLst>
                <a:path extrusionOk="0" h="1467" w="1547">
                  <a:moveTo>
                    <a:pt x="643" y="1"/>
                  </a:moveTo>
                  <a:lnTo>
                    <a:pt x="603" y="41"/>
                  </a:lnTo>
                  <a:lnTo>
                    <a:pt x="563" y="141"/>
                  </a:lnTo>
                  <a:lnTo>
                    <a:pt x="543" y="282"/>
                  </a:lnTo>
                  <a:lnTo>
                    <a:pt x="522" y="342"/>
                  </a:lnTo>
                  <a:lnTo>
                    <a:pt x="502" y="402"/>
                  </a:lnTo>
                  <a:lnTo>
                    <a:pt x="442" y="463"/>
                  </a:lnTo>
                  <a:lnTo>
                    <a:pt x="362" y="503"/>
                  </a:lnTo>
                  <a:lnTo>
                    <a:pt x="201" y="523"/>
                  </a:lnTo>
                  <a:lnTo>
                    <a:pt x="121" y="543"/>
                  </a:lnTo>
                  <a:lnTo>
                    <a:pt x="61" y="563"/>
                  </a:lnTo>
                  <a:lnTo>
                    <a:pt x="21" y="603"/>
                  </a:lnTo>
                  <a:lnTo>
                    <a:pt x="0" y="663"/>
                  </a:lnTo>
                  <a:lnTo>
                    <a:pt x="784" y="1467"/>
                  </a:lnTo>
                  <a:lnTo>
                    <a:pt x="924" y="1226"/>
                  </a:lnTo>
                  <a:lnTo>
                    <a:pt x="984" y="1105"/>
                  </a:lnTo>
                  <a:lnTo>
                    <a:pt x="1065" y="1005"/>
                  </a:lnTo>
                  <a:lnTo>
                    <a:pt x="1165" y="924"/>
                  </a:lnTo>
                  <a:lnTo>
                    <a:pt x="1286" y="864"/>
                  </a:lnTo>
                  <a:lnTo>
                    <a:pt x="1547" y="764"/>
                  </a:lnTo>
                  <a:lnTo>
                    <a:pt x="683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93" name="Google Shape;1093;p15"/>
            <p:cNvSpPr/>
            <p:nvPr/>
          </p:nvSpPr>
          <p:spPr>
            <a:xfrm>
              <a:off x="8763338" y="2768911"/>
              <a:ext cx="58003" cy="64119"/>
            </a:xfrm>
            <a:custGeom>
              <a:rect b="b" l="l" r="r" t="t"/>
              <a:pathLst>
                <a:path extrusionOk="0" h="1688" w="1527">
                  <a:moveTo>
                    <a:pt x="783" y="0"/>
                  </a:moveTo>
                  <a:lnTo>
                    <a:pt x="623" y="322"/>
                  </a:lnTo>
                  <a:lnTo>
                    <a:pt x="542" y="442"/>
                  </a:lnTo>
                  <a:lnTo>
                    <a:pt x="462" y="542"/>
                  </a:lnTo>
                  <a:lnTo>
                    <a:pt x="362" y="623"/>
                  </a:lnTo>
                  <a:lnTo>
                    <a:pt x="241" y="703"/>
                  </a:lnTo>
                  <a:lnTo>
                    <a:pt x="0" y="804"/>
                  </a:lnTo>
                  <a:lnTo>
                    <a:pt x="141" y="864"/>
                  </a:lnTo>
                  <a:lnTo>
                    <a:pt x="281" y="944"/>
                  </a:lnTo>
                  <a:lnTo>
                    <a:pt x="382" y="1024"/>
                  </a:lnTo>
                  <a:lnTo>
                    <a:pt x="462" y="1125"/>
                  </a:lnTo>
                  <a:lnTo>
                    <a:pt x="542" y="1245"/>
                  </a:lnTo>
                  <a:lnTo>
                    <a:pt x="623" y="1386"/>
                  </a:lnTo>
                  <a:lnTo>
                    <a:pt x="783" y="1687"/>
                  </a:lnTo>
                  <a:lnTo>
                    <a:pt x="964" y="1346"/>
                  </a:lnTo>
                  <a:lnTo>
                    <a:pt x="1044" y="1205"/>
                  </a:lnTo>
                  <a:lnTo>
                    <a:pt x="1125" y="1085"/>
                  </a:lnTo>
                  <a:lnTo>
                    <a:pt x="1185" y="1044"/>
                  </a:lnTo>
                  <a:lnTo>
                    <a:pt x="1245" y="1024"/>
                  </a:lnTo>
                  <a:lnTo>
                    <a:pt x="1366" y="1004"/>
                  </a:lnTo>
                  <a:lnTo>
                    <a:pt x="1446" y="984"/>
                  </a:lnTo>
                  <a:lnTo>
                    <a:pt x="1486" y="924"/>
                  </a:lnTo>
                  <a:lnTo>
                    <a:pt x="1526" y="864"/>
                  </a:lnTo>
                  <a:lnTo>
                    <a:pt x="1526" y="763"/>
                  </a:lnTo>
                  <a:lnTo>
                    <a:pt x="1406" y="723"/>
                  </a:lnTo>
                  <a:lnTo>
                    <a:pt x="1285" y="683"/>
                  </a:lnTo>
                  <a:lnTo>
                    <a:pt x="1165" y="603"/>
                  </a:lnTo>
                  <a:lnTo>
                    <a:pt x="1085" y="522"/>
                  </a:lnTo>
                  <a:lnTo>
                    <a:pt x="984" y="422"/>
                  </a:lnTo>
                  <a:lnTo>
                    <a:pt x="904" y="302"/>
                  </a:lnTo>
                  <a:lnTo>
                    <a:pt x="844" y="161"/>
                  </a:lnTo>
                  <a:lnTo>
                    <a:pt x="78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94" name="Google Shape;1094;p15"/>
            <p:cNvSpPr/>
            <p:nvPr/>
          </p:nvSpPr>
          <p:spPr>
            <a:xfrm>
              <a:off x="8928079" y="2619402"/>
              <a:ext cx="57243" cy="53445"/>
            </a:xfrm>
            <a:custGeom>
              <a:rect b="b" l="l" r="r" t="t"/>
              <a:pathLst>
                <a:path extrusionOk="0" h="1407" w="1507">
                  <a:moveTo>
                    <a:pt x="763" y="1"/>
                  </a:moveTo>
                  <a:lnTo>
                    <a:pt x="0" y="724"/>
                  </a:lnTo>
                  <a:lnTo>
                    <a:pt x="261" y="864"/>
                  </a:lnTo>
                  <a:lnTo>
                    <a:pt x="382" y="924"/>
                  </a:lnTo>
                  <a:lnTo>
                    <a:pt x="502" y="1005"/>
                  </a:lnTo>
                  <a:lnTo>
                    <a:pt x="543" y="1065"/>
                  </a:lnTo>
                  <a:lnTo>
                    <a:pt x="563" y="1125"/>
                  </a:lnTo>
                  <a:lnTo>
                    <a:pt x="603" y="1246"/>
                  </a:lnTo>
                  <a:lnTo>
                    <a:pt x="623" y="1306"/>
                  </a:lnTo>
                  <a:lnTo>
                    <a:pt x="683" y="1366"/>
                  </a:lnTo>
                  <a:lnTo>
                    <a:pt x="743" y="1386"/>
                  </a:lnTo>
                  <a:lnTo>
                    <a:pt x="844" y="1406"/>
                  </a:lnTo>
                  <a:lnTo>
                    <a:pt x="864" y="1266"/>
                  </a:lnTo>
                  <a:lnTo>
                    <a:pt x="924" y="1145"/>
                  </a:lnTo>
                  <a:lnTo>
                    <a:pt x="984" y="1045"/>
                  </a:lnTo>
                  <a:lnTo>
                    <a:pt x="1085" y="965"/>
                  </a:lnTo>
                  <a:lnTo>
                    <a:pt x="1306" y="844"/>
                  </a:lnTo>
                  <a:lnTo>
                    <a:pt x="1506" y="704"/>
                  </a:lnTo>
                  <a:lnTo>
                    <a:pt x="763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95" name="Google Shape;1095;p15"/>
            <p:cNvSpPr/>
            <p:nvPr/>
          </p:nvSpPr>
          <p:spPr>
            <a:xfrm>
              <a:off x="8764858" y="2616363"/>
              <a:ext cx="60282" cy="55724"/>
            </a:xfrm>
            <a:custGeom>
              <a:rect b="b" l="l" r="r" t="t"/>
              <a:pathLst>
                <a:path extrusionOk="0" h="1467" w="1587">
                  <a:moveTo>
                    <a:pt x="723" y="0"/>
                  </a:moveTo>
                  <a:lnTo>
                    <a:pt x="583" y="261"/>
                  </a:lnTo>
                  <a:lnTo>
                    <a:pt x="502" y="382"/>
                  </a:lnTo>
                  <a:lnTo>
                    <a:pt x="422" y="482"/>
                  </a:lnTo>
                  <a:lnTo>
                    <a:pt x="362" y="522"/>
                  </a:lnTo>
                  <a:lnTo>
                    <a:pt x="302" y="563"/>
                  </a:lnTo>
                  <a:lnTo>
                    <a:pt x="161" y="583"/>
                  </a:lnTo>
                  <a:lnTo>
                    <a:pt x="101" y="603"/>
                  </a:lnTo>
                  <a:lnTo>
                    <a:pt x="41" y="623"/>
                  </a:lnTo>
                  <a:lnTo>
                    <a:pt x="0" y="663"/>
                  </a:lnTo>
                  <a:lnTo>
                    <a:pt x="0" y="723"/>
                  </a:lnTo>
                  <a:lnTo>
                    <a:pt x="743" y="1466"/>
                  </a:lnTo>
                  <a:lnTo>
                    <a:pt x="1587" y="623"/>
                  </a:lnTo>
                  <a:lnTo>
                    <a:pt x="1587" y="623"/>
                  </a:lnTo>
                  <a:lnTo>
                    <a:pt x="1386" y="643"/>
                  </a:lnTo>
                  <a:lnTo>
                    <a:pt x="1245" y="623"/>
                  </a:lnTo>
                  <a:lnTo>
                    <a:pt x="1125" y="563"/>
                  </a:lnTo>
                  <a:lnTo>
                    <a:pt x="1024" y="482"/>
                  </a:lnTo>
                  <a:lnTo>
                    <a:pt x="944" y="362"/>
                  </a:lnTo>
                  <a:lnTo>
                    <a:pt x="884" y="261"/>
                  </a:lnTo>
                  <a:lnTo>
                    <a:pt x="72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96" name="Google Shape;1096;p15"/>
            <p:cNvSpPr/>
            <p:nvPr/>
          </p:nvSpPr>
          <p:spPr>
            <a:xfrm>
              <a:off x="8767137" y="1998575"/>
              <a:ext cx="53445" cy="54167"/>
            </a:xfrm>
            <a:custGeom>
              <a:rect b="b" l="l" r="r" t="t"/>
              <a:pathLst>
                <a:path extrusionOk="0" h="1426" w="1407">
                  <a:moveTo>
                    <a:pt x="683" y="0"/>
                  </a:moveTo>
                  <a:lnTo>
                    <a:pt x="1" y="622"/>
                  </a:lnTo>
                  <a:lnTo>
                    <a:pt x="804" y="1426"/>
                  </a:lnTo>
                  <a:lnTo>
                    <a:pt x="804" y="1265"/>
                  </a:lnTo>
                  <a:lnTo>
                    <a:pt x="824" y="1145"/>
                  </a:lnTo>
                  <a:lnTo>
                    <a:pt x="864" y="1024"/>
                  </a:lnTo>
                  <a:lnTo>
                    <a:pt x="904" y="944"/>
                  </a:lnTo>
                  <a:lnTo>
                    <a:pt x="985" y="884"/>
                  </a:lnTo>
                  <a:lnTo>
                    <a:pt x="1065" y="823"/>
                  </a:lnTo>
                  <a:lnTo>
                    <a:pt x="1165" y="783"/>
                  </a:lnTo>
                  <a:lnTo>
                    <a:pt x="1286" y="763"/>
                  </a:lnTo>
                  <a:lnTo>
                    <a:pt x="1326" y="743"/>
                  </a:lnTo>
                  <a:lnTo>
                    <a:pt x="1366" y="703"/>
                  </a:lnTo>
                  <a:lnTo>
                    <a:pt x="1386" y="683"/>
                  </a:lnTo>
                  <a:lnTo>
                    <a:pt x="1406" y="643"/>
                  </a:lnTo>
                  <a:lnTo>
                    <a:pt x="1386" y="602"/>
                  </a:lnTo>
                  <a:lnTo>
                    <a:pt x="1366" y="562"/>
                  </a:lnTo>
                  <a:lnTo>
                    <a:pt x="1306" y="502"/>
                  </a:lnTo>
                  <a:lnTo>
                    <a:pt x="1145" y="442"/>
                  </a:lnTo>
                  <a:lnTo>
                    <a:pt x="985" y="361"/>
                  </a:lnTo>
                  <a:lnTo>
                    <a:pt x="924" y="321"/>
                  </a:lnTo>
                  <a:lnTo>
                    <a:pt x="864" y="261"/>
                  </a:lnTo>
                  <a:lnTo>
                    <a:pt x="824" y="181"/>
                  </a:lnTo>
                  <a:lnTo>
                    <a:pt x="804" y="80"/>
                  </a:lnTo>
                  <a:lnTo>
                    <a:pt x="784" y="40"/>
                  </a:lnTo>
                  <a:lnTo>
                    <a:pt x="744" y="20"/>
                  </a:lnTo>
                  <a:lnTo>
                    <a:pt x="68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97" name="Google Shape;1097;p15"/>
            <p:cNvSpPr/>
            <p:nvPr/>
          </p:nvSpPr>
          <p:spPr>
            <a:xfrm>
              <a:off x="8600876" y="2772710"/>
              <a:ext cx="61802" cy="57243"/>
            </a:xfrm>
            <a:custGeom>
              <a:rect b="b" l="l" r="r" t="t"/>
              <a:pathLst>
                <a:path extrusionOk="0" h="1507" w="1627">
                  <a:moveTo>
                    <a:pt x="743" y="1"/>
                  </a:moveTo>
                  <a:lnTo>
                    <a:pt x="703" y="161"/>
                  </a:lnTo>
                  <a:lnTo>
                    <a:pt x="643" y="282"/>
                  </a:lnTo>
                  <a:lnTo>
                    <a:pt x="542" y="382"/>
                  </a:lnTo>
                  <a:lnTo>
                    <a:pt x="422" y="463"/>
                  </a:lnTo>
                  <a:lnTo>
                    <a:pt x="201" y="563"/>
                  </a:lnTo>
                  <a:lnTo>
                    <a:pt x="81" y="623"/>
                  </a:lnTo>
                  <a:lnTo>
                    <a:pt x="0" y="704"/>
                  </a:lnTo>
                  <a:lnTo>
                    <a:pt x="763" y="1507"/>
                  </a:lnTo>
                  <a:lnTo>
                    <a:pt x="884" y="1266"/>
                  </a:lnTo>
                  <a:lnTo>
                    <a:pt x="964" y="1145"/>
                  </a:lnTo>
                  <a:lnTo>
                    <a:pt x="1044" y="1045"/>
                  </a:lnTo>
                  <a:lnTo>
                    <a:pt x="1145" y="965"/>
                  </a:lnTo>
                  <a:lnTo>
                    <a:pt x="1285" y="904"/>
                  </a:lnTo>
                  <a:lnTo>
                    <a:pt x="1627" y="744"/>
                  </a:lnTo>
                  <a:lnTo>
                    <a:pt x="1265" y="583"/>
                  </a:lnTo>
                  <a:lnTo>
                    <a:pt x="1125" y="523"/>
                  </a:lnTo>
                  <a:lnTo>
                    <a:pt x="1024" y="442"/>
                  </a:lnTo>
                  <a:lnTo>
                    <a:pt x="944" y="342"/>
                  </a:lnTo>
                  <a:lnTo>
                    <a:pt x="864" y="242"/>
                  </a:lnTo>
                  <a:lnTo>
                    <a:pt x="743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98" name="Google Shape;1098;p15"/>
            <p:cNvSpPr/>
            <p:nvPr/>
          </p:nvSpPr>
          <p:spPr>
            <a:xfrm>
              <a:off x="8600117" y="2614844"/>
              <a:ext cx="61802" cy="58763"/>
            </a:xfrm>
            <a:custGeom>
              <a:rect b="b" l="l" r="r" t="t"/>
              <a:pathLst>
                <a:path extrusionOk="0" h="1547" w="1627">
                  <a:moveTo>
                    <a:pt x="723" y="0"/>
                  </a:moveTo>
                  <a:lnTo>
                    <a:pt x="603" y="281"/>
                  </a:lnTo>
                  <a:lnTo>
                    <a:pt x="542" y="382"/>
                  </a:lnTo>
                  <a:lnTo>
                    <a:pt x="482" y="462"/>
                  </a:lnTo>
                  <a:lnTo>
                    <a:pt x="362" y="562"/>
                  </a:lnTo>
                  <a:lnTo>
                    <a:pt x="241" y="623"/>
                  </a:lnTo>
                  <a:lnTo>
                    <a:pt x="0" y="763"/>
                  </a:lnTo>
                  <a:lnTo>
                    <a:pt x="783" y="1546"/>
                  </a:lnTo>
                  <a:lnTo>
                    <a:pt x="904" y="1305"/>
                  </a:lnTo>
                  <a:lnTo>
                    <a:pt x="964" y="1185"/>
                  </a:lnTo>
                  <a:lnTo>
                    <a:pt x="1064" y="1085"/>
                  </a:lnTo>
                  <a:lnTo>
                    <a:pt x="1165" y="1024"/>
                  </a:lnTo>
                  <a:lnTo>
                    <a:pt x="1285" y="944"/>
                  </a:lnTo>
                  <a:lnTo>
                    <a:pt x="1627" y="803"/>
                  </a:lnTo>
                  <a:lnTo>
                    <a:pt x="1285" y="643"/>
                  </a:lnTo>
                  <a:lnTo>
                    <a:pt x="1145" y="583"/>
                  </a:lnTo>
                  <a:lnTo>
                    <a:pt x="1044" y="502"/>
                  </a:lnTo>
                  <a:lnTo>
                    <a:pt x="944" y="402"/>
                  </a:lnTo>
                  <a:lnTo>
                    <a:pt x="884" y="281"/>
                  </a:lnTo>
                  <a:lnTo>
                    <a:pt x="72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99" name="Google Shape;1099;p15"/>
            <p:cNvSpPr/>
            <p:nvPr/>
          </p:nvSpPr>
          <p:spPr>
            <a:xfrm>
              <a:off x="8767137" y="2153402"/>
              <a:ext cx="52685" cy="49608"/>
            </a:xfrm>
            <a:custGeom>
              <a:rect b="b" l="l" r="r" t="t"/>
              <a:pathLst>
                <a:path extrusionOk="0" h="1306" w="1387">
                  <a:moveTo>
                    <a:pt x="663" y="0"/>
                  </a:moveTo>
                  <a:lnTo>
                    <a:pt x="583" y="60"/>
                  </a:lnTo>
                  <a:lnTo>
                    <a:pt x="523" y="141"/>
                  </a:lnTo>
                  <a:lnTo>
                    <a:pt x="422" y="301"/>
                  </a:lnTo>
                  <a:lnTo>
                    <a:pt x="342" y="382"/>
                  </a:lnTo>
                  <a:lnTo>
                    <a:pt x="262" y="462"/>
                  </a:lnTo>
                  <a:lnTo>
                    <a:pt x="161" y="522"/>
                  </a:lnTo>
                  <a:lnTo>
                    <a:pt x="41" y="542"/>
                  </a:lnTo>
                  <a:lnTo>
                    <a:pt x="21" y="562"/>
                  </a:lnTo>
                  <a:lnTo>
                    <a:pt x="21" y="603"/>
                  </a:lnTo>
                  <a:lnTo>
                    <a:pt x="1" y="643"/>
                  </a:lnTo>
                  <a:lnTo>
                    <a:pt x="663" y="1305"/>
                  </a:lnTo>
                  <a:lnTo>
                    <a:pt x="1386" y="663"/>
                  </a:lnTo>
                  <a:lnTo>
                    <a:pt x="66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00" name="Google Shape;1100;p15"/>
            <p:cNvSpPr/>
            <p:nvPr/>
          </p:nvSpPr>
          <p:spPr>
            <a:xfrm>
              <a:off x="8765617" y="2464575"/>
              <a:ext cx="55724" cy="53445"/>
            </a:xfrm>
            <a:custGeom>
              <a:rect b="b" l="l" r="r" t="t"/>
              <a:pathLst>
                <a:path extrusionOk="0" h="1407" w="1467">
                  <a:moveTo>
                    <a:pt x="703" y="1"/>
                  </a:moveTo>
                  <a:lnTo>
                    <a:pt x="0" y="663"/>
                  </a:lnTo>
                  <a:lnTo>
                    <a:pt x="804" y="1406"/>
                  </a:lnTo>
                  <a:lnTo>
                    <a:pt x="824" y="1246"/>
                  </a:lnTo>
                  <a:lnTo>
                    <a:pt x="864" y="1125"/>
                  </a:lnTo>
                  <a:lnTo>
                    <a:pt x="944" y="1025"/>
                  </a:lnTo>
                  <a:lnTo>
                    <a:pt x="1045" y="944"/>
                  </a:lnTo>
                  <a:lnTo>
                    <a:pt x="1145" y="884"/>
                  </a:lnTo>
                  <a:lnTo>
                    <a:pt x="1245" y="824"/>
                  </a:lnTo>
                  <a:lnTo>
                    <a:pt x="1466" y="683"/>
                  </a:lnTo>
                  <a:lnTo>
                    <a:pt x="703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01" name="Google Shape;1101;p15"/>
            <p:cNvSpPr/>
            <p:nvPr/>
          </p:nvSpPr>
          <p:spPr>
            <a:xfrm>
              <a:off x="8600876" y="2929094"/>
              <a:ext cx="57243" cy="57205"/>
            </a:xfrm>
            <a:custGeom>
              <a:rect b="b" l="l" r="r" t="t"/>
              <a:pathLst>
                <a:path extrusionOk="0" h="1506" w="1507">
                  <a:moveTo>
                    <a:pt x="723" y="0"/>
                  </a:moveTo>
                  <a:lnTo>
                    <a:pt x="0" y="743"/>
                  </a:lnTo>
                  <a:lnTo>
                    <a:pt x="804" y="1506"/>
                  </a:lnTo>
                  <a:lnTo>
                    <a:pt x="844" y="1365"/>
                  </a:lnTo>
                  <a:lnTo>
                    <a:pt x="884" y="1225"/>
                  </a:lnTo>
                  <a:lnTo>
                    <a:pt x="964" y="1124"/>
                  </a:lnTo>
                  <a:lnTo>
                    <a:pt x="1044" y="1044"/>
                  </a:lnTo>
                  <a:lnTo>
                    <a:pt x="1145" y="964"/>
                  </a:lnTo>
                  <a:lnTo>
                    <a:pt x="1245" y="904"/>
                  </a:lnTo>
                  <a:lnTo>
                    <a:pt x="1366" y="843"/>
                  </a:lnTo>
                  <a:lnTo>
                    <a:pt x="1506" y="823"/>
                  </a:lnTo>
                  <a:lnTo>
                    <a:pt x="1486" y="723"/>
                  </a:lnTo>
                  <a:lnTo>
                    <a:pt x="1466" y="663"/>
                  </a:lnTo>
                  <a:lnTo>
                    <a:pt x="1406" y="602"/>
                  </a:lnTo>
                  <a:lnTo>
                    <a:pt x="1346" y="582"/>
                  </a:lnTo>
                  <a:lnTo>
                    <a:pt x="1225" y="542"/>
                  </a:lnTo>
                  <a:lnTo>
                    <a:pt x="1165" y="502"/>
                  </a:lnTo>
                  <a:lnTo>
                    <a:pt x="1105" y="482"/>
                  </a:lnTo>
                  <a:lnTo>
                    <a:pt x="1004" y="361"/>
                  </a:lnTo>
                  <a:lnTo>
                    <a:pt x="904" y="241"/>
                  </a:lnTo>
                  <a:lnTo>
                    <a:pt x="72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02" name="Google Shape;1102;p15"/>
            <p:cNvSpPr/>
            <p:nvPr/>
          </p:nvSpPr>
          <p:spPr>
            <a:xfrm>
              <a:off x="8600876" y="2463056"/>
              <a:ext cx="58763" cy="54964"/>
            </a:xfrm>
            <a:custGeom>
              <a:rect b="b" l="l" r="r" t="t"/>
              <a:pathLst>
                <a:path extrusionOk="0" h="1447" w="1547">
                  <a:moveTo>
                    <a:pt x="763" y="0"/>
                  </a:moveTo>
                  <a:lnTo>
                    <a:pt x="0" y="703"/>
                  </a:lnTo>
                  <a:lnTo>
                    <a:pt x="804" y="1446"/>
                  </a:lnTo>
                  <a:lnTo>
                    <a:pt x="824" y="1306"/>
                  </a:lnTo>
                  <a:lnTo>
                    <a:pt x="884" y="1165"/>
                  </a:lnTo>
                  <a:lnTo>
                    <a:pt x="964" y="1065"/>
                  </a:lnTo>
                  <a:lnTo>
                    <a:pt x="1065" y="984"/>
                  </a:lnTo>
                  <a:lnTo>
                    <a:pt x="1165" y="904"/>
                  </a:lnTo>
                  <a:lnTo>
                    <a:pt x="1285" y="844"/>
                  </a:lnTo>
                  <a:lnTo>
                    <a:pt x="1546" y="683"/>
                  </a:lnTo>
                  <a:lnTo>
                    <a:pt x="1245" y="543"/>
                  </a:lnTo>
                  <a:lnTo>
                    <a:pt x="1125" y="482"/>
                  </a:lnTo>
                  <a:lnTo>
                    <a:pt x="1024" y="402"/>
                  </a:lnTo>
                  <a:lnTo>
                    <a:pt x="944" y="322"/>
                  </a:lnTo>
                  <a:lnTo>
                    <a:pt x="864" y="201"/>
                  </a:lnTo>
                  <a:lnTo>
                    <a:pt x="76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03" name="Google Shape;1103;p15"/>
            <p:cNvSpPr/>
            <p:nvPr/>
          </p:nvSpPr>
          <p:spPr>
            <a:xfrm>
              <a:off x="8599357" y="3083921"/>
              <a:ext cx="63321" cy="60282"/>
            </a:xfrm>
            <a:custGeom>
              <a:rect b="b" l="l" r="r" t="t"/>
              <a:pathLst>
                <a:path extrusionOk="0" h="1587" w="1667">
                  <a:moveTo>
                    <a:pt x="803" y="0"/>
                  </a:moveTo>
                  <a:lnTo>
                    <a:pt x="0" y="783"/>
                  </a:lnTo>
                  <a:lnTo>
                    <a:pt x="20" y="823"/>
                  </a:lnTo>
                  <a:lnTo>
                    <a:pt x="40" y="864"/>
                  </a:lnTo>
                  <a:lnTo>
                    <a:pt x="161" y="904"/>
                  </a:lnTo>
                  <a:lnTo>
                    <a:pt x="281" y="944"/>
                  </a:lnTo>
                  <a:lnTo>
                    <a:pt x="342" y="964"/>
                  </a:lnTo>
                  <a:lnTo>
                    <a:pt x="402" y="1004"/>
                  </a:lnTo>
                  <a:lnTo>
                    <a:pt x="502" y="1145"/>
                  </a:lnTo>
                  <a:lnTo>
                    <a:pt x="603" y="1285"/>
                  </a:lnTo>
                  <a:lnTo>
                    <a:pt x="783" y="1586"/>
                  </a:lnTo>
                  <a:lnTo>
                    <a:pt x="944" y="1285"/>
                  </a:lnTo>
                  <a:lnTo>
                    <a:pt x="1024" y="1145"/>
                  </a:lnTo>
                  <a:lnTo>
                    <a:pt x="1105" y="1044"/>
                  </a:lnTo>
                  <a:lnTo>
                    <a:pt x="1205" y="964"/>
                  </a:lnTo>
                  <a:lnTo>
                    <a:pt x="1325" y="884"/>
                  </a:lnTo>
                  <a:lnTo>
                    <a:pt x="1667" y="743"/>
                  </a:lnTo>
                  <a:lnTo>
                    <a:pt x="1325" y="582"/>
                  </a:lnTo>
                  <a:lnTo>
                    <a:pt x="1185" y="522"/>
                  </a:lnTo>
                  <a:lnTo>
                    <a:pt x="1064" y="442"/>
                  </a:lnTo>
                  <a:lnTo>
                    <a:pt x="984" y="342"/>
                  </a:lnTo>
                  <a:lnTo>
                    <a:pt x="924" y="241"/>
                  </a:lnTo>
                  <a:lnTo>
                    <a:pt x="80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04" name="Google Shape;1104;p15"/>
            <p:cNvSpPr/>
            <p:nvPr/>
          </p:nvSpPr>
          <p:spPr>
            <a:xfrm>
              <a:off x="8430780" y="3080844"/>
              <a:ext cx="61840" cy="64878"/>
            </a:xfrm>
            <a:custGeom>
              <a:rect b="b" l="l" r="r" t="t"/>
              <a:pathLst>
                <a:path extrusionOk="0" h="1708" w="1628">
                  <a:moveTo>
                    <a:pt x="884" y="1"/>
                  </a:moveTo>
                  <a:lnTo>
                    <a:pt x="744" y="282"/>
                  </a:lnTo>
                  <a:lnTo>
                    <a:pt x="663" y="402"/>
                  </a:lnTo>
                  <a:lnTo>
                    <a:pt x="583" y="503"/>
                  </a:lnTo>
                  <a:lnTo>
                    <a:pt x="462" y="603"/>
                  </a:lnTo>
                  <a:lnTo>
                    <a:pt x="342" y="663"/>
                  </a:lnTo>
                  <a:lnTo>
                    <a:pt x="1" y="824"/>
                  </a:lnTo>
                  <a:lnTo>
                    <a:pt x="322" y="985"/>
                  </a:lnTo>
                  <a:lnTo>
                    <a:pt x="462" y="1065"/>
                  </a:lnTo>
                  <a:lnTo>
                    <a:pt x="563" y="1145"/>
                  </a:lnTo>
                  <a:lnTo>
                    <a:pt x="643" y="1246"/>
                  </a:lnTo>
                  <a:lnTo>
                    <a:pt x="723" y="1386"/>
                  </a:lnTo>
                  <a:lnTo>
                    <a:pt x="884" y="1708"/>
                  </a:lnTo>
                  <a:lnTo>
                    <a:pt x="1045" y="1406"/>
                  </a:lnTo>
                  <a:lnTo>
                    <a:pt x="1185" y="1165"/>
                  </a:lnTo>
                  <a:lnTo>
                    <a:pt x="1225" y="1105"/>
                  </a:lnTo>
                  <a:lnTo>
                    <a:pt x="1306" y="1065"/>
                  </a:lnTo>
                  <a:lnTo>
                    <a:pt x="1466" y="1005"/>
                  </a:lnTo>
                  <a:lnTo>
                    <a:pt x="1547" y="965"/>
                  </a:lnTo>
                  <a:lnTo>
                    <a:pt x="1607" y="904"/>
                  </a:lnTo>
                  <a:lnTo>
                    <a:pt x="1627" y="804"/>
                  </a:lnTo>
                  <a:lnTo>
                    <a:pt x="1627" y="663"/>
                  </a:lnTo>
                  <a:lnTo>
                    <a:pt x="1466" y="684"/>
                  </a:lnTo>
                  <a:lnTo>
                    <a:pt x="1346" y="663"/>
                  </a:lnTo>
                  <a:lnTo>
                    <a:pt x="1246" y="603"/>
                  </a:lnTo>
                  <a:lnTo>
                    <a:pt x="1165" y="503"/>
                  </a:lnTo>
                  <a:lnTo>
                    <a:pt x="1085" y="402"/>
                  </a:lnTo>
                  <a:lnTo>
                    <a:pt x="1025" y="262"/>
                  </a:lnTo>
                  <a:lnTo>
                    <a:pt x="884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05" name="Google Shape;1105;p15"/>
            <p:cNvSpPr/>
            <p:nvPr/>
          </p:nvSpPr>
          <p:spPr>
            <a:xfrm>
              <a:off x="8766377" y="2308229"/>
              <a:ext cx="53445" cy="54964"/>
            </a:xfrm>
            <a:custGeom>
              <a:rect b="b" l="l" r="r" t="t"/>
              <a:pathLst>
                <a:path extrusionOk="0" h="1447" w="1407">
                  <a:moveTo>
                    <a:pt x="683" y="0"/>
                  </a:moveTo>
                  <a:lnTo>
                    <a:pt x="603" y="81"/>
                  </a:lnTo>
                  <a:lnTo>
                    <a:pt x="543" y="161"/>
                  </a:lnTo>
                  <a:lnTo>
                    <a:pt x="422" y="342"/>
                  </a:lnTo>
                  <a:lnTo>
                    <a:pt x="362" y="422"/>
                  </a:lnTo>
                  <a:lnTo>
                    <a:pt x="262" y="482"/>
                  </a:lnTo>
                  <a:lnTo>
                    <a:pt x="161" y="542"/>
                  </a:lnTo>
                  <a:lnTo>
                    <a:pt x="41" y="563"/>
                  </a:lnTo>
                  <a:lnTo>
                    <a:pt x="21" y="583"/>
                  </a:lnTo>
                  <a:lnTo>
                    <a:pt x="21" y="643"/>
                  </a:lnTo>
                  <a:lnTo>
                    <a:pt x="1" y="763"/>
                  </a:lnTo>
                  <a:lnTo>
                    <a:pt x="221" y="864"/>
                  </a:lnTo>
                  <a:lnTo>
                    <a:pt x="322" y="904"/>
                  </a:lnTo>
                  <a:lnTo>
                    <a:pt x="422" y="964"/>
                  </a:lnTo>
                  <a:lnTo>
                    <a:pt x="503" y="1085"/>
                  </a:lnTo>
                  <a:lnTo>
                    <a:pt x="563" y="1185"/>
                  </a:lnTo>
                  <a:lnTo>
                    <a:pt x="703" y="1446"/>
                  </a:lnTo>
                  <a:lnTo>
                    <a:pt x="1406" y="683"/>
                  </a:lnTo>
                  <a:lnTo>
                    <a:pt x="68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06" name="Google Shape;1106;p15"/>
            <p:cNvSpPr/>
            <p:nvPr/>
          </p:nvSpPr>
          <p:spPr>
            <a:xfrm>
              <a:off x="8602396" y="2299834"/>
              <a:ext cx="57243" cy="60282"/>
            </a:xfrm>
            <a:custGeom>
              <a:rect b="b" l="l" r="r" t="t"/>
              <a:pathLst>
                <a:path extrusionOk="0" h="1587" w="1507">
                  <a:moveTo>
                    <a:pt x="683" y="0"/>
                  </a:moveTo>
                  <a:lnTo>
                    <a:pt x="563" y="302"/>
                  </a:lnTo>
                  <a:lnTo>
                    <a:pt x="502" y="422"/>
                  </a:lnTo>
                  <a:lnTo>
                    <a:pt x="422" y="522"/>
                  </a:lnTo>
                  <a:lnTo>
                    <a:pt x="342" y="623"/>
                  </a:lnTo>
                  <a:lnTo>
                    <a:pt x="262" y="683"/>
                  </a:lnTo>
                  <a:lnTo>
                    <a:pt x="161" y="743"/>
                  </a:lnTo>
                  <a:lnTo>
                    <a:pt x="41" y="784"/>
                  </a:lnTo>
                  <a:lnTo>
                    <a:pt x="21" y="804"/>
                  </a:lnTo>
                  <a:lnTo>
                    <a:pt x="0" y="844"/>
                  </a:lnTo>
                  <a:lnTo>
                    <a:pt x="0" y="904"/>
                  </a:lnTo>
                  <a:lnTo>
                    <a:pt x="764" y="1587"/>
                  </a:lnTo>
                  <a:lnTo>
                    <a:pt x="824" y="1406"/>
                  </a:lnTo>
                  <a:lnTo>
                    <a:pt x="864" y="1306"/>
                  </a:lnTo>
                  <a:lnTo>
                    <a:pt x="904" y="1245"/>
                  </a:lnTo>
                  <a:lnTo>
                    <a:pt x="1045" y="1165"/>
                  </a:lnTo>
                  <a:lnTo>
                    <a:pt x="1185" y="1065"/>
                  </a:lnTo>
                  <a:lnTo>
                    <a:pt x="1506" y="884"/>
                  </a:lnTo>
                  <a:lnTo>
                    <a:pt x="1225" y="743"/>
                  </a:lnTo>
                  <a:lnTo>
                    <a:pt x="1105" y="663"/>
                  </a:lnTo>
                  <a:lnTo>
                    <a:pt x="1004" y="583"/>
                  </a:lnTo>
                  <a:lnTo>
                    <a:pt x="904" y="482"/>
                  </a:lnTo>
                  <a:lnTo>
                    <a:pt x="824" y="342"/>
                  </a:lnTo>
                  <a:lnTo>
                    <a:pt x="743" y="201"/>
                  </a:lnTo>
                  <a:lnTo>
                    <a:pt x="68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07" name="Google Shape;1107;p15"/>
            <p:cNvSpPr/>
            <p:nvPr/>
          </p:nvSpPr>
          <p:spPr>
            <a:xfrm>
              <a:off x="8434616" y="2463816"/>
              <a:ext cx="58003" cy="51128"/>
            </a:xfrm>
            <a:custGeom>
              <a:rect b="b" l="l" r="r" t="t"/>
              <a:pathLst>
                <a:path extrusionOk="0" h="1346" w="1527">
                  <a:moveTo>
                    <a:pt x="783" y="1"/>
                  </a:moveTo>
                  <a:lnTo>
                    <a:pt x="0" y="723"/>
                  </a:lnTo>
                  <a:lnTo>
                    <a:pt x="221" y="824"/>
                  </a:lnTo>
                  <a:lnTo>
                    <a:pt x="422" y="944"/>
                  </a:lnTo>
                  <a:lnTo>
                    <a:pt x="522" y="1025"/>
                  </a:lnTo>
                  <a:lnTo>
                    <a:pt x="582" y="1105"/>
                  </a:lnTo>
                  <a:lnTo>
                    <a:pt x="643" y="1205"/>
                  </a:lnTo>
                  <a:lnTo>
                    <a:pt x="703" y="1326"/>
                  </a:lnTo>
                  <a:lnTo>
                    <a:pt x="723" y="1346"/>
                  </a:lnTo>
                  <a:lnTo>
                    <a:pt x="783" y="1346"/>
                  </a:lnTo>
                  <a:lnTo>
                    <a:pt x="1526" y="663"/>
                  </a:lnTo>
                  <a:lnTo>
                    <a:pt x="783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08" name="Google Shape;1108;p15"/>
            <p:cNvSpPr/>
            <p:nvPr/>
          </p:nvSpPr>
          <p:spPr>
            <a:xfrm>
              <a:off x="8436895" y="2308989"/>
              <a:ext cx="54926" cy="50368"/>
            </a:xfrm>
            <a:custGeom>
              <a:rect b="b" l="l" r="r" t="t"/>
              <a:pathLst>
                <a:path extrusionOk="0" h="1326" w="1446">
                  <a:moveTo>
                    <a:pt x="703" y="0"/>
                  </a:moveTo>
                  <a:lnTo>
                    <a:pt x="0" y="663"/>
                  </a:lnTo>
                  <a:lnTo>
                    <a:pt x="723" y="1326"/>
                  </a:lnTo>
                  <a:lnTo>
                    <a:pt x="1446" y="663"/>
                  </a:lnTo>
                  <a:lnTo>
                    <a:pt x="70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09" name="Google Shape;1109;p15"/>
            <p:cNvSpPr/>
            <p:nvPr/>
          </p:nvSpPr>
          <p:spPr>
            <a:xfrm>
              <a:off x="8436135" y="2928296"/>
              <a:ext cx="57243" cy="57243"/>
            </a:xfrm>
            <a:custGeom>
              <a:rect b="b" l="l" r="r" t="t"/>
              <a:pathLst>
                <a:path extrusionOk="0" h="1507" w="1507">
                  <a:moveTo>
                    <a:pt x="783" y="1"/>
                  </a:moveTo>
                  <a:lnTo>
                    <a:pt x="0" y="744"/>
                  </a:lnTo>
                  <a:lnTo>
                    <a:pt x="803" y="1507"/>
                  </a:lnTo>
                  <a:lnTo>
                    <a:pt x="944" y="1246"/>
                  </a:lnTo>
                  <a:lnTo>
                    <a:pt x="1024" y="1125"/>
                  </a:lnTo>
                  <a:lnTo>
                    <a:pt x="1105" y="1005"/>
                  </a:lnTo>
                  <a:lnTo>
                    <a:pt x="1145" y="965"/>
                  </a:lnTo>
                  <a:lnTo>
                    <a:pt x="1225" y="945"/>
                  </a:lnTo>
                  <a:lnTo>
                    <a:pt x="1345" y="905"/>
                  </a:lnTo>
                  <a:lnTo>
                    <a:pt x="1406" y="884"/>
                  </a:lnTo>
                  <a:lnTo>
                    <a:pt x="1466" y="844"/>
                  </a:lnTo>
                  <a:lnTo>
                    <a:pt x="1506" y="764"/>
                  </a:lnTo>
                  <a:lnTo>
                    <a:pt x="1506" y="684"/>
                  </a:lnTo>
                  <a:lnTo>
                    <a:pt x="1265" y="563"/>
                  </a:lnTo>
                  <a:lnTo>
                    <a:pt x="1165" y="503"/>
                  </a:lnTo>
                  <a:lnTo>
                    <a:pt x="1064" y="423"/>
                  </a:lnTo>
                  <a:lnTo>
                    <a:pt x="964" y="342"/>
                  </a:lnTo>
                  <a:lnTo>
                    <a:pt x="904" y="242"/>
                  </a:lnTo>
                  <a:lnTo>
                    <a:pt x="823" y="121"/>
                  </a:lnTo>
                  <a:lnTo>
                    <a:pt x="783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10" name="Google Shape;1110;p15"/>
            <p:cNvSpPr/>
            <p:nvPr/>
          </p:nvSpPr>
          <p:spPr>
            <a:xfrm>
              <a:off x="8434616" y="2618642"/>
              <a:ext cx="58003" cy="52685"/>
            </a:xfrm>
            <a:custGeom>
              <a:rect b="b" l="l" r="r" t="t"/>
              <a:pathLst>
                <a:path extrusionOk="0" h="1387" w="1527">
                  <a:moveTo>
                    <a:pt x="743" y="1"/>
                  </a:moveTo>
                  <a:lnTo>
                    <a:pt x="622" y="201"/>
                  </a:lnTo>
                  <a:lnTo>
                    <a:pt x="562" y="302"/>
                  </a:lnTo>
                  <a:lnTo>
                    <a:pt x="462" y="422"/>
                  </a:lnTo>
                  <a:lnTo>
                    <a:pt x="361" y="503"/>
                  </a:lnTo>
                  <a:lnTo>
                    <a:pt x="241" y="563"/>
                  </a:lnTo>
                  <a:lnTo>
                    <a:pt x="0" y="683"/>
                  </a:lnTo>
                  <a:lnTo>
                    <a:pt x="763" y="1386"/>
                  </a:lnTo>
                  <a:lnTo>
                    <a:pt x="1526" y="703"/>
                  </a:lnTo>
                  <a:lnTo>
                    <a:pt x="743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11" name="Google Shape;1111;p15"/>
            <p:cNvSpPr/>
            <p:nvPr/>
          </p:nvSpPr>
          <p:spPr>
            <a:xfrm>
              <a:off x="8600876" y="2154922"/>
              <a:ext cx="56484" cy="48849"/>
            </a:xfrm>
            <a:custGeom>
              <a:rect b="b" l="l" r="r" t="t"/>
              <a:pathLst>
                <a:path extrusionOk="0" h="1286" w="1487">
                  <a:moveTo>
                    <a:pt x="743" y="0"/>
                  </a:moveTo>
                  <a:lnTo>
                    <a:pt x="0" y="623"/>
                  </a:lnTo>
                  <a:lnTo>
                    <a:pt x="783" y="1285"/>
                  </a:lnTo>
                  <a:lnTo>
                    <a:pt x="884" y="1085"/>
                  </a:lnTo>
                  <a:lnTo>
                    <a:pt x="944" y="984"/>
                  </a:lnTo>
                  <a:lnTo>
                    <a:pt x="1004" y="884"/>
                  </a:lnTo>
                  <a:lnTo>
                    <a:pt x="1125" y="824"/>
                  </a:lnTo>
                  <a:lnTo>
                    <a:pt x="1245" y="763"/>
                  </a:lnTo>
                  <a:lnTo>
                    <a:pt x="1486" y="643"/>
                  </a:lnTo>
                  <a:lnTo>
                    <a:pt x="74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12" name="Google Shape;1112;p15"/>
            <p:cNvSpPr/>
            <p:nvPr/>
          </p:nvSpPr>
          <p:spPr>
            <a:xfrm>
              <a:off x="8436135" y="2774229"/>
              <a:ext cx="57243" cy="54964"/>
            </a:xfrm>
            <a:custGeom>
              <a:rect b="b" l="l" r="r" t="t"/>
              <a:pathLst>
                <a:path extrusionOk="0" h="1447" w="1507">
                  <a:moveTo>
                    <a:pt x="763" y="1"/>
                  </a:moveTo>
                  <a:lnTo>
                    <a:pt x="0" y="704"/>
                  </a:lnTo>
                  <a:lnTo>
                    <a:pt x="803" y="1447"/>
                  </a:lnTo>
                  <a:lnTo>
                    <a:pt x="944" y="1186"/>
                  </a:lnTo>
                  <a:lnTo>
                    <a:pt x="1024" y="1065"/>
                  </a:lnTo>
                  <a:lnTo>
                    <a:pt x="1125" y="965"/>
                  </a:lnTo>
                  <a:lnTo>
                    <a:pt x="1165" y="925"/>
                  </a:lnTo>
                  <a:lnTo>
                    <a:pt x="1225" y="904"/>
                  </a:lnTo>
                  <a:lnTo>
                    <a:pt x="1366" y="864"/>
                  </a:lnTo>
                  <a:lnTo>
                    <a:pt x="1426" y="824"/>
                  </a:lnTo>
                  <a:lnTo>
                    <a:pt x="1466" y="784"/>
                  </a:lnTo>
                  <a:lnTo>
                    <a:pt x="1506" y="724"/>
                  </a:lnTo>
                  <a:lnTo>
                    <a:pt x="1506" y="623"/>
                  </a:lnTo>
                  <a:lnTo>
                    <a:pt x="1125" y="302"/>
                  </a:lnTo>
                  <a:lnTo>
                    <a:pt x="763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13" name="Google Shape;1113;p15"/>
            <p:cNvSpPr/>
            <p:nvPr/>
          </p:nvSpPr>
          <p:spPr>
            <a:xfrm>
              <a:off x="8598597" y="1999335"/>
              <a:ext cx="55686" cy="46532"/>
            </a:xfrm>
            <a:custGeom>
              <a:rect b="b" l="l" r="r" t="t"/>
              <a:pathLst>
                <a:path extrusionOk="0" h="1225" w="1466">
                  <a:moveTo>
                    <a:pt x="783" y="0"/>
                  </a:moveTo>
                  <a:lnTo>
                    <a:pt x="0" y="663"/>
                  </a:lnTo>
                  <a:lnTo>
                    <a:pt x="221" y="743"/>
                  </a:lnTo>
                  <a:lnTo>
                    <a:pt x="341" y="783"/>
                  </a:lnTo>
                  <a:lnTo>
                    <a:pt x="422" y="843"/>
                  </a:lnTo>
                  <a:lnTo>
                    <a:pt x="522" y="924"/>
                  </a:lnTo>
                  <a:lnTo>
                    <a:pt x="582" y="1004"/>
                  </a:lnTo>
                  <a:lnTo>
                    <a:pt x="643" y="1084"/>
                  </a:lnTo>
                  <a:lnTo>
                    <a:pt x="703" y="1205"/>
                  </a:lnTo>
                  <a:lnTo>
                    <a:pt x="723" y="1225"/>
                  </a:lnTo>
                  <a:lnTo>
                    <a:pt x="783" y="1225"/>
                  </a:lnTo>
                  <a:lnTo>
                    <a:pt x="1466" y="602"/>
                  </a:lnTo>
                  <a:lnTo>
                    <a:pt x="78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14" name="Google Shape;1114;p15"/>
            <p:cNvSpPr/>
            <p:nvPr/>
          </p:nvSpPr>
          <p:spPr>
            <a:xfrm>
              <a:off x="8438415" y="2152643"/>
              <a:ext cx="53407" cy="49608"/>
            </a:xfrm>
            <a:custGeom>
              <a:rect b="b" l="l" r="r" t="t"/>
              <a:pathLst>
                <a:path extrusionOk="0" h="1306" w="1406">
                  <a:moveTo>
                    <a:pt x="663" y="0"/>
                  </a:moveTo>
                  <a:lnTo>
                    <a:pt x="563" y="161"/>
                  </a:lnTo>
                  <a:lnTo>
                    <a:pt x="502" y="261"/>
                  </a:lnTo>
                  <a:lnTo>
                    <a:pt x="422" y="341"/>
                  </a:lnTo>
                  <a:lnTo>
                    <a:pt x="322" y="422"/>
                  </a:lnTo>
                  <a:lnTo>
                    <a:pt x="221" y="502"/>
                  </a:lnTo>
                  <a:lnTo>
                    <a:pt x="0" y="663"/>
                  </a:lnTo>
                  <a:lnTo>
                    <a:pt x="683" y="1305"/>
                  </a:lnTo>
                  <a:lnTo>
                    <a:pt x="1406" y="663"/>
                  </a:lnTo>
                  <a:lnTo>
                    <a:pt x="66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15" name="Google Shape;1115;p15"/>
            <p:cNvSpPr/>
            <p:nvPr/>
          </p:nvSpPr>
          <p:spPr>
            <a:xfrm>
              <a:off x="8439174" y="1997778"/>
              <a:ext cx="54964" cy="48089"/>
            </a:xfrm>
            <a:custGeom>
              <a:rect b="b" l="l" r="r" t="t"/>
              <a:pathLst>
                <a:path extrusionOk="0" h="1266" w="1447">
                  <a:moveTo>
                    <a:pt x="683" y="1"/>
                  </a:moveTo>
                  <a:lnTo>
                    <a:pt x="0" y="664"/>
                  </a:lnTo>
                  <a:lnTo>
                    <a:pt x="663" y="1266"/>
                  </a:lnTo>
                  <a:lnTo>
                    <a:pt x="1446" y="603"/>
                  </a:lnTo>
                  <a:lnTo>
                    <a:pt x="1165" y="503"/>
                  </a:lnTo>
                  <a:lnTo>
                    <a:pt x="1065" y="443"/>
                  </a:lnTo>
                  <a:lnTo>
                    <a:pt x="964" y="382"/>
                  </a:lnTo>
                  <a:lnTo>
                    <a:pt x="884" y="282"/>
                  </a:lnTo>
                  <a:lnTo>
                    <a:pt x="804" y="182"/>
                  </a:lnTo>
                  <a:lnTo>
                    <a:pt x="683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116" name="Google Shape;1116;p15"/>
          <p:cNvSpPr/>
          <p:nvPr/>
        </p:nvSpPr>
        <p:spPr>
          <a:xfrm flipH="1">
            <a:off x="446346" y="152394"/>
            <a:ext cx="1001862" cy="1525380"/>
          </a:xfrm>
          <a:custGeom>
            <a:rect b="b" l="l" r="r" t="t"/>
            <a:pathLst>
              <a:path extrusionOk="0" h="27284" w="17920">
                <a:moveTo>
                  <a:pt x="9041" y="81"/>
                </a:moveTo>
                <a:lnTo>
                  <a:pt x="9464" y="101"/>
                </a:lnTo>
                <a:lnTo>
                  <a:pt x="9888" y="141"/>
                </a:lnTo>
                <a:lnTo>
                  <a:pt x="10312" y="222"/>
                </a:lnTo>
                <a:lnTo>
                  <a:pt x="10716" y="323"/>
                </a:lnTo>
                <a:lnTo>
                  <a:pt x="11139" y="444"/>
                </a:lnTo>
                <a:lnTo>
                  <a:pt x="11543" y="605"/>
                </a:lnTo>
                <a:lnTo>
                  <a:pt x="11947" y="767"/>
                </a:lnTo>
                <a:lnTo>
                  <a:pt x="12350" y="969"/>
                </a:lnTo>
                <a:lnTo>
                  <a:pt x="12734" y="1191"/>
                </a:lnTo>
                <a:lnTo>
                  <a:pt x="13117" y="1433"/>
                </a:lnTo>
                <a:lnTo>
                  <a:pt x="13480" y="1715"/>
                </a:lnTo>
                <a:lnTo>
                  <a:pt x="13844" y="1998"/>
                </a:lnTo>
                <a:lnTo>
                  <a:pt x="14187" y="2301"/>
                </a:lnTo>
                <a:lnTo>
                  <a:pt x="14530" y="2644"/>
                </a:lnTo>
                <a:lnTo>
                  <a:pt x="14832" y="2987"/>
                </a:lnTo>
                <a:lnTo>
                  <a:pt x="15155" y="3350"/>
                </a:lnTo>
                <a:lnTo>
                  <a:pt x="15397" y="3673"/>
                </a:lnTo>
                <a:lnTo>
                  <a:pt x="15619" y="4016"/>
                </a:lnTo>
                <a:lnTo>
                  <a:pt x="15841" y="4359"/>
                </a:lnTo>
                <a:lnTo>
                  <a:pt x="16063" y="4722"/>
                </a:lnTo>
                <a:lnTo>
                  <a:pt x="16265" y="5106"/>
                </a:lnTo>
                <a:lnTo>
                  <a:pt x="16447" y="5489"/>
                </a:lnTo>
                <a:lnTo>
                  <a:pt x="16628" y="5893"/>
                </a:lnTo>
                <a:lnTo>
                  <a:pt x="16790" y="6296"/>
                </a:lnTo>
                <a:lnTo>
                  <a:pt x="16931" y="6720"/>
                </a:lnTo>
                <a:lnTo>
                  <a:pt x="17072" y="7144"/>
                </a:lnTo>
                <a:lnTo>
                  <a:pt x="17214" y="7588"/>
                </a:lnTo>
                <a:lnTo>
                  <a:pt x="17315" y="8052"/>
                </a:lnTo>
                <a:lnTo>
                  <a:pt x="17436" y="8516"/>
                </a:lnTo>
                <a:lnTo>
                  <a:pt x="17516" y="8980"/>
                </a:lnTo>
                <a:lnTo>
                  <a:pt x="17597" y="9485"/>
                </a:lnTo>
                <a:lnTo>
                  <a:pt x="17678" y="9969"/>
                </a:lnTo>
                <a:lnTo>
                  <a:pt x="17738" y="10514"/>
                </a:lnTo>
                <a:lnTo>
                  <a:pt x="17779" y="11079"/>
                </a:lnTo>
                <a:lnTo>
                  <a:pt x="17819" y="11624"/>
                </a:lnTo>
                <a:lnTo>
                  <a:pt x="17839" y="12189"/>
                </a:lnTo>
                <a:lnTo>
                  <a:pt x="17839" y="12774"/>
                </a:lnTo>
                <a:lnTo>
                  <a:pt x="17819" y="13339"/>
                </a:lnTo>
                <a:lnTo>
                  <a:pt x="17799" y="13924"/>
                </a:lnTo>
                <a:lnTo>
                  <a:pt x="17758" y="14510"/>
                </a:lnTo>
                <a:lnTo>
                  <a:pt x="17718" y="15115"/>
                </a:lnTo>
                <a:lnTo>
                  <a:pt x="17637" y="15720"/>
                </a:lnTo>
                <a:lnTo>
                  <a:pt x="17557" y="16326"/>
                </a:lnTo>
                <a:lnTo>
                  <a:pt x="17456" y="16951"/>
                </a:lnTo>
                <a:lnTo>
                  <a:pt x="17355" y="17577"/>
                </a:lnTo>
                <a:lnTo>
                  <a:pt x="17234" y="18202"/>
                </a:lnTo>
                <a:lnTo>
                  <a:pt x="17093" y="18848"/>
                </a:lnTo>
                <a:lnTo>
                  <a:pt x="16931" y="19514"/>
                </a:lnTo>
                <a:lnTo>
                  <a:pt x="16709" y="20362"/>
                </a:lnTo>
                <a:lnTo>
                  <a:pt x="16447" y="21230"/>
                </a:lnTo>
                <a:lnTo>
                  <a:pt x="16285" y="21673"/>
                </a:lnTo>
                <a:lnTo>
                  <a:pt x="16124" y="22117"/>
                </a:lnTo>
                <a:lnTo>
                  <a:pt x="15942" y="22561"/>
                </a:lnTo>
                <a:lnTo>
                  <a:pt x="15740" y="23005"/>
                </a:lnTo>
                <a:lnTo>
                  <a:pt x="15518" y="23429"/>
                </a:lnTo>
                <a:lnTo>
                  <a:pt x="15276" y="23873"/>
                </a:lnTo>
                <a:lnTo>
                  <a:pt x="15014" y="24277"/>
                </a:lnTo>
                <a:lnTo>
                  <a:pt x="14731" y="24680"/>
                </a:lnTo>
                <a:lnTo>
                  <a:pt x="14429" y="25064"/>
                </a:lnTo>
                <a:lnTo>
                  <a:pt x="14106" y="25427"/>
                </a:lnTo>
                <a:lnTo>
                  <a:pt x="13743" y="25770"/>
                </a:lnTo>
                <a:lnTo>
                  <a:pt x="13359" y="26093"/>
                </a:lnTo>
                <a:lnTo>
                  <a:pt x="13077" y="26295"/>
                </a:lnTo>
                <a:lnTo>
                  <a:pt x="12774" y="26476"/>
                </a:lnTo>
                <a:lnTo>
                  <a:pt x="12491" y="26658"/>
                </a:lnTo>
                <a:lnTo>
                  <a:pt x="12209" y="26799"/>
                </a:lnTo>
                <a:lnTo>
                  <a:pt x="11906" y="26920"/>
                </a:lnTo>
                <a:lnTo>
                  <a:pt x="11624" y="27021"/>
                </a:lnTo>
                <a:lnTo>
                  <a:pt x="11321" y="27102"/>
                </a:lnTo>
                <a:lnTo>
                  <a:pt x="11018" y="27162"/>
                </a:lnTo>
                <a:lnTo>
                  <a:pt x="10716" y="27203"/>
                </a:lnTo>
                <a:lnTo>
                  <a:pt x="10110" y="27203"/>
                </a:lnTo>
                <a:lnTo>
                  <a:pt x="9808" y="27183"/>
                </a:lnTo>
                <a:lnTo>
                  <a:pt x="9485" y="27142"/>
                </a:lnTo>
                <a:lnTo>
                  <a:pt x="9182" y="27062"/>
                </a:lnTo>
                <a:lnTo>
                  <a:pt x="8859" y="26981"/>
                </a:lnTo>
                <a:lnTo>
                  <a:pt x="8556" y="26860"/>
                </a:lnTo>
                <a:lnTo>
                  <a:pt x="8234" y="26739"/>
                </a:lnTo>
                <a:lnTo>
                  <a:pt x="7931" y="26577"/>
                </a:lnTo>
                <a:lnTo>
                  <a:pt x="7628" y="26416"/>
                </a:lnTo>
                <a:lnTo>
                  <a:pt x="7346" y="26234"/>
                </a:lnTo>
                <a:lnTo>
                  <a:pt x="7063" y="26053"/>
                </a:lnTo>
                <a:lnTo>
                  <a:pt x="6781" y="25851"/>
                </a:lnTo>
                <a:lnTo>
                  <a:pt x="6256" y="25427"/>
                </a:lnTo>
                <a:lnTo>
                  <a:pt x="5772" y="24983"/>
                </a:lnTo>
                <a:lnTo>
                  <a:pt x="5328" y="24539"/>
                </a:lnTo>
                <a:lnTo>
                  <a:pt x="4944" y="24095"/>
                </a:lnTo>
                <a:lnTo>
                  <a:pt x="4581" y="23671"/>
                </a:lnTo>
                <a:lnTo>
                  <a:pt x="4238" y="23227"/>
                </a:lnTo>
                <a:lnTo>
                  <a:pt x="3895" y="22763"/>
                </a:lnTo>
                <a:lnTo>
                  <a:pt x="3572" y="22279"/>
                </a:lnTo>
                <a:lnTo>
                  <a:pt x="3249" y="21815"/>
                </a:lnTo>
                <a:lnTo>
                  <a:pt x="2967" y="21330"/>
                </a:lnTo>
                <a:lnTo>
                  <a:pt x="2664" y="20826"/>
                </a:lnTo>
                <a:lnTo>
                  <a:pt x="2401" y="20342"/>
                </a:lnTo>
                <a:lnTo>
                  <a:pt x="2139" y="19837"/>
                </a:lnTo>
                <a:lnTo>
                  <a:pt x="1897" y="19333"/>
                </a:lnTo>
                <a:lnTo>
                  <a:pt x="1675" y="18808"/>
                </a:lnTo>
                <a:lnTo>
                  <a:pt x="1453" y="18303"/>
                </a:lnTo>
                <a:lnTo>
                  <a:pt x="1251" y="17779"/>
                </a:lnTo>
                <a:lnTo>
                  <a:pt x="1070" y="17254"/>
                </a:lnTo>
                <a:lnTo>
                  <a:pt x="888" y="16729"/>
                </a:lnTo>
                <a:lnTo>
                  <a:pt x="727" y="16205"/>
                </a:lnTo>
                <a:lnTo>
                  <a:pt x="585" y="15680"/>
                </a:lnTo>
                <a:lnTo>
                  <a:pt x="464" y="15095"/>
                </a:lnTo>
                <a:lnTo>
                  <a:pt x="343" y="14530"/>
                </a:lnTo>
                <a:lnTo>
                  <a:pt x="262" y="13965"/>
                </a:lnTo>
                <a:lnTo>
                  <a:pt x="182" y="13400"/>
                </a:lnTo>
                <a:lnTo>
                  <a:pt x="121" y="12835"/>
                </a:lnTo>
                <a:lnTo>
                  <a:pt x="101" y="12270"/>
                </a:lnTo>
                <a:lnTo>
                  <a:pt x="81" y="11725"/>
                </a:lnTo>
                <a:lnTo>
                  <a:pt x="81" y="11160"/>
                </a:lnTo>
                <a:lnTo>
                  <a:pt x="101" y="10615"/>
                </a:lnTo>
                <a:lnTo>
                  <a:pt x="141" y="10070"/>
                </a:lnTo>
                <a:lnTo>
                  <a:pt x="202" y="9525"/>
                </a:lnTo>
                <a:lnTo>
                  <a:pt x="283" y="9000"/>
                </a:lnTo>
                <a:lnTo>
                  <a:pt x="383" y="8476"/>
                </a:lnTo>
                <a:lnTo>
                  <a:pt x="505" y="7951"/>
                </a:lnTo>
                <a:lnTo>
                  <a:pt x="646" y="7447"/>
                </a:lnTo>
                <a:lnTo>
                  <a:pt x="787" y="6942"/>
                </a:lnTo>
                <a:lnTo>
                  <a:pt x="1049" y="6236"/>
                </a:lnTo>
                <a:lnTo>
                  <a:pt x="1352" y="5570"/>
                </a:lnTo>
                <a:lnTo>
                  <a:pt x="1695" y="4924"/>
                </a:lnTo>
                <a:lnTo>
                  <a:pt x="2079" y="4298"/>
                </a:lnTo>
                <a:lnTo>
                  <a:pt x="2482" y="3693"/>
                </a:lnTo>
                <a:lnTo>
                  <a:pt x="2946" y="3128"/>
                </a:lnTo>
                <a:lnTo>
                  <a:pt x="3188" y="2866"/>
                </a:lnTo>
                <a:lnTo>
                  <a:pt x="3431" y="2603"/>
                </a:lnTo>
                <a:lnTo>
                  <a:pt x="3673" y="2361"/>
                </a:lnTo>
                <a:lnTo>
                  <a:pt x="3935" y="2119"/>
                </a:lnTo>
                <a:lnTo>
                  <a:pt x="4218" y="1877"/>
                </a:lnTo>
                <a:lnTo>
                  <a:pt x="4520" y="1655"/>
                </a:lnTo>
                <a:lnTo>
                  <a:pt x="4803" y="1433"/>
                </a:lnTo>
                <a:lnTo>
                  <a:pt x="5106" y="1231"/>
                </a:lnTo>
                <a:lnTo>
                  <a:pt x="5408" y="1049"/>
                </a:lnTo>
                <a:lnTo>
                  <a:pt x="5731" y="888"/>
                </a:lnTo>
                <a:lnTo>
                  <a:pt x="6034" y="727"/>
                </a:lnTo>
                <a:lnTo>
                  <a:pt x="6337" y="605"/>
                </a:lnTo>
                <a:lnTo>
                  <a:pt x="6659" y="484"/>
                </a:lnTo>
                <a:lnTo>
                  <a:pt x="6982" y="363"/>
                </a:lnTo>
                <a:lnTo>
                  <a:pt x="7305" y="283"/>
                </a:lnTo>
                <a:lnTo>
                  <a:pt x="7628" y="202"/>
                </a:lnTo>
                <a:lnTo>
                  <a:pt x="7951" y="162"/>
                </a:lnTo>
                <a:lnTo>
                  <a:pt x="8274" y="121"/>
                </a:lnTo>
                <a:lnTo>
                  <a:pt x="8597" y="81"/>
                </a:lnTo>
                <a:close/>
                <a:moveTo>
                  <a:pt x="8698" y="0"/>
                </a:moveTo>
                <a:lnTo>
                  <a:pt x="8355" y="20"/>
                </a:lnTo>
                <a:lnTo>
                  <a:pt x="8032" y="61"/>
                </a:lnTo>
                <a:lnTo>
                  <a:pt x="7689" y="121"/>
                </a:lnTo>
                <a:lnTo>
                  <a:pt x="7366" y="182"/>
                </a:lnTo>
                <a:lnTo>
                  <a:pt x="7023" y="283"/>
                </a:lnTo>
                <a:lnTo>
                  <a:pt x="6700" y="383"/>
                </a:lnTo>
                <a:lnTo>
                  <a:pt x="6377" y="505"/>
                </a:lnTo>
                <a:lnTo>
                  <a:pt x="6054" y="646"/>
                </a:lnTo>
                <a:lnTo>
                  <a:pt x="5731" y="787"/>
                </a:lnTo>
                <a:lnTo>
                  <a:pt x="5408" y="969"/>
                </a:lnTo>
                <a:lnTo>
                  <a:pt x="5085" y="1150"/>
                </a:lnTo>
                <a:lnTo>
                  <a:pt x="4783" y="1352"/>
                </a:lnTo>
                <a:lnTo>
                  <a:pt x="4480" y="1574"/>
                </a:lnTo>
                <a:lnTo>
                  <a:pt x="4177" y="1816"/>
                </a:lnTo>
                <a:lnTo>
                  <a:pt x="3895" y="2058"/>
                </a:lnTo>
                <a:lnTo>
                  <a:pt x="3632" y="2301"/>
                </a:lnTo>
                <a:lnTo>
                  <a:pt x="3370" y="2543"/>
                </a:lnTo>
                <a:lnTo>
                  <a:pt x="3128" y="2805"/>
                </a:lnTo>
                <a:lnTo>
                  <a:pt x="2886" y="3088"/>
                </a:lnTo>
                <a:lnTo>
                  <a:pt x="2422" y="3653"/>
                </a:lnTo>
                <a:lnTo>
                  <a:pt x="1998" y="4258"/>
                </a:lnTo>
                <a:lnTo>
                  <a:pt x="1614" y="4884"/>
                </a:lnTo>
                <a:lnTo>
                  <a:pt x="1271" y="5529"/>
                </a:lnTo>
                <a:lnTo>
                  <a:pt x="969" y="6216"/>
                </a:lnTo>
                <a:lnTo>
                  <a:pt x="848" y="6559"/>
                </a:lnTo>
                <a:lnTo>
                  <a:pt x="727" y="6902"/>
                </a:lnTo>
                <a:lnTo>
                  <a:pt x="565" y="7406"/>
                </a:lnTo>
                <a:lnTo>
                  <a:pt x="424" y="7931"/>
                </a:lnTo>
                <a:lnTo>
                  <a:pt x="303" y="8456"/>
                </a:lnTo>
                <a:lnTo>
                  <a:pt x="202" y="8980"/>
                </a:lnTo>
                <a:lnTo>
                  <a:pt x="121" y="9525"/>
                </a:lnTo>
                <a:lnTo>
                  <a:pt x="61" y="10070"/>
                </a:lnTo>
                <a:lnTo>
                  <a:pt x="20" y="10615"/>
                </a:lnTo>
                <a:lnTo>
                  <a:pt x="0" y="11160"/>
                </a:lnTo>
                <a:lnTo>
                  <a:pt x="0" y="11725"/>
                </a:lnTo>
                <a:lnTo>
                  <a:pt x="20" y="12270"/>
                </a:lnTo>
                <a:lnTo>
                  <a:pt x="40" y="12835"/>
                </a:lnTo>
                <a:lnTo>
                  <a:pt x="101" y="13400"/>
                </a:lnTo>
                <a:lnTo>
                  <a:pt x="182" y="13965"/>
                </a:lnTo>
                <a:lnTo>
                  <a:pt x="262" y="14550"/>
                </a:lnTo>
                <a:lnTo>
                  <a:pt x="383" y="15115"/>
                </a:lnTo>
                <a:lnTo>
                  <a:pt x="525" y="15700"/>
                </a:lnTo>
                <a:lnTo>
                  <a:pt x="666" y="16225"/>
                </a:lnTo>
                <a:lnTo>
                  <a:pt x="807" y="16750"/>
                </a:lnTo>
                <a:lnTo>
                  <a:pt x="989" y="17274"/>
                </a:lnTo>
                <a:lnTo>
                  <a:pt x="1170" y="17799"/>
                </a:lnTo>
                <a:lnTo>
                  <a:pt x="1372" y="18324"/>
                </a:lnTo>
                <a:lnTo>
                  <a:pt x="1594" y="18848"/>
                </a:lnTo>
                <a:lnTo>
                  <a:pt x="1816" y="19353"/>
                </a:lnTo>
                <a:lnTo>
                  <a:pt x="2058" y="19877"/>
                </a:lnTo>
                <a:lnTo>
                  <a:pt x="2321" y="20382"/>
                </a:lnTo>
                <a:lnTo>
                  <a:pt x="2603" y="20866"/>
                </a:lnTo>
                <a:lnTo>
                  <a:pt x="2886" y="21371"/>
                </a:lnTo>
                <a:lnTo>
                  <a:pt x="3188" y="21855"/>
                </a:lnTo>
                <a:lnTo>
                  <a:pt x="3511" y="22339"/>
                </a:lnTo>
                <a:lnTo>
                  <a:pt x="3834" y="22804"/>
                </a:lnTo>
                <a:lnTo>
                  <a:pt x="4177" y="23268"/>
                </a:lnTo>
                <a:lnTo>
                  <a:pt x="4520" y="23732"/>
                </a:lnTo>
                <a:lnTo>
                  <a:pt x="4964" y="24236"/>
                </a:lnTo>
                <a:lnTo>
                  <a:pt x="5206" y="24519"/>
                </a:lnTo>
                <a:lnTo>
                  <a:pt x="5489" y="24822"/>
                </a:lnTo>
                <a:lnTo>
                  <a:pt x="5792" y="25104"/>
                </a:lnTo>
                <a:lnTo>
                  <a:pt x="6115" y="25407"/>
                </a:lnTo>
                <a:lnTo>
                  <a:pt x="6458" y="25689"/>
                </a:lnTo>
                <a:lnTo>
                  <a:pt x="6821" y="25972"/>
                </a:lnTo>
                <a:lnTo>
                  <a:pt x="7204" y="26254"/>
                </a:lnTo>
                <a:lnTo>
                  <a:pt x="7608" y="26497"/>
                </a:lnTo>
                <a:lnTo>
                  <a:pt x="8032" y="26718"/>
                </a:lnTo>
                <a:lnTo>
                  <a:pt x="8455" y="26900"/>
                </a:lnTo>
                <a:lnTo>
                  <a:pt x="8920" y="27062"/>
                </a:lnTo>
                <a:lnTo>
                  <a:pt x="9364" y="27183"/>
                </a:lnTo>
                <a:lnTo>
                  <a:pt x="9606" y="27223"/>
                </a:lnTo>
                <a:lnTo>
                  <a:pt x="9848" y="27263"/>
                </a:lnTo>
                <a:lnTo>
                  <a:pt x="10090" y="27284"/>
                </a:lnTo>
                <a:lnTo>
                  <a:pt x="10695" y="27284"/>
                </a:lnTo>
                <a:lnTo>
                  <a:pt x="11079" y="27223"/>
                </a:lnTo>
                <a:lnTo>
                  <a:pt x="11462" y="27142"/>
                </a:lnTo>
                <a:lnTo>
                  <a:pt x="11846" y="27021"/>
                </a:lnTo>
                <a:lnTo>
                  <a:pt x="12229" y="26880"/>
                </a:lnTo>
                <a:lnTo>
                  <a:pt x="12613" y="26678"/>
                </a:lnTo>
                <a:lnTo>
                  <a:pt x="12996" y="26436"/>
                </a:lnTo>
                <a:lnTo>
                  <a:pt x="13400" y="26153"/>
                </a:lnTo>
                <a:lnTo>
                  <a:pt x="13783" y="25831"/>
                </a:lnTo>
                <a:lnTo>
                  <a:pt x="14146" y="25488"/>
                </a:lnTo>
                <a:lnTo>
                  <a:pt x="14489" y="25124"/>
                </a:lnTo>
                <a:lnTo>
                  <a:pt x="14792" y="24721"/>
                </a:lnTo>
                <a:lnTo>
                  <a:pt x="15095" y="24317"/>
                </a:lnTo>
                <a:lnTo>
                  <a:pt x="15357" y="23913"/>
                </a:lnTo>
                <a:lnTo>
                  <a:pt x="15599" y="23490"/>
                </a:lnTo>
                <a:lnTo>
                  <a:pt x="15821" y="23046"/>
                </a:lnTo>
                <a:lnTo>
                  <a:pt x="16023" y="22602"/>
                </a:lnTo>
                <a:lnTo>
                  <a:pt x="16205" y="22158"/>
                </a:lnTo>
                <a:lnTo>
                  <a:pt x="16366" y="21714"/>
                </a:lnTo>
                <a:lnTo>
                  <a:pt x="16527" y="21270"/>
                </a:lnTo>
                <a:lnTo>
                  <a:pt x="16790" y="20382"/>
                </a:lnTo>
                <a:lnTo>
                  <a:pt x="17012" y="19534"/>
                </a:lnTo>
                <a:lnTo>
                  <a:pt x="17173" y="18868"/>
                </a:lnTo>
                <a:lnTo>
                  <a:pt x="17315" y="18223"/>
                </a:lnTo>
                <a:lnTo>
                  <a:pt x="17436" y="17597"/>
                </a:lnTo>
                <a:lnTo>
                  <a:pt x="17537" y="16951"/>
                </a:lnTo>
                <a:lnTo>
                  <a:pt x="17637" y="16346"/>
                </a:lnTo>
                <a:lnTo>
                  <a:pt x="17718" y="15720"/>
                </a:lnTo>
                <a:lnTo>
                  <a:pt x="17799" y="15115"/>
                </a:lnTo>
                <a:lnTo>
                  <a:pt x="17839" y="14530"/>
                </a:lnTo>
                <a:lnTo>
                  <a:pt x="17880" y="13924"/>
                </a:lnTo>
                <a:lnTo>
                  <a:pt x="17900" y="13339"/>
                </a:lnTo>
                <a:lnTo>
                  <a:pt x="17920" y="12774"/>
                </a:lnTo>
                <a:lnTo>
                  <a:pt x="17920" y="12189"/>
                </a:lnTo>
                <a:lnTo>
                  <a:pt x="17900" y="11624"/>
                </a:lnTo>
                <a:lnTo>
                  <a:pt x="17859" y="11059"/>
                </a:lnTo>
                <a:lnTo>
                  <a:pt x="17819" y="10514"/>
                </a:lnTo>
                <a:lnTo>
                  <a:pt x="17758" y="9969"/>
                </a:lnTo>
                <a:lnTo>
                  <a:pt x="17678" y="9465"/>
                </a:lnTo>
                <a:lnTo>
                  <a:pt x="17597" y="8980"/>
                </a:lnTo>
                <a:lnTo>
                  <a:pt x="17516" y="8496"/>
                </a:lnTo>
                <a:lnTo>
                  <a:pt x="17395" y="8032"/>
                </a:lnTo>
                <a:lnTo>
                  <a:pt x="17294" y="7568"/>
                </a:lnTo>
                <a:lnTo>
                  <a:pt x="17153" y="7124"/>
                </a:lnTo>
                <a:lnTo>
                  <a:pt x="17012" y="6700"/>
                </a:lnTo>
                <a:lnTo>
                  <a:pt x="16850" y="6276"/>
                </a:lnTo>
                <a:lnTo>
                  <a:pt x="16689" y="5852"/>
                </a:lnTo>
                <a:lnTo>
                  <a:pt x="16507" y="5449"/>
                </a:lnTo>
                <a:lnTo>
                  <a:pt x="16326" y="5065"/>
                </a:lnTo>
                <a:lnTo>
                  <a:pt x="16124" y="4682"/>
                </a:lnTo>
                <a:lnTo>
                  <a:pt x="15922" y="4319"/>
                </a:lnTo>
                <a:lnTo>
                  <a:pt x="15700" y="3976"/>
                </a:lnTo>
                <a:lnTo>
                  <a:pt x="15458" y="3632"/>
                </a:lnTo>
                <a:lnTo>
                  <a:pt x="15216" y="3310"/>
                </a:lnTo>
                <a:lnTo>
                  <a:pt x="14913" y="2926"/>
                </a:lnTo>
                <a:lnTo>
                  <a:pt x="14590" y="2583"/>
                </a:lnTo>
                <a:lnTo>
                  <a:pt x="14247" y="2240"/>
                </a:lnTo>
                <a:lnTo>
                  <a:pt x="13904" y="1937"/>
                </a:lnTo>
                <a:lnTo>
                  <a:pt x="13541" y="1635"/>
                </a:lnTo>
                <a:lnTo>
                  <a:pt x="13157" y="1372"/>
                </a:lnTo>
                <a:lnTo>
                  <a:pt x="12774" y="1130"/>
                </a:lnTo>
                <a:lnTo>
                  <a:pt x="12391" y="908"/>
                </a:lnTo>
                <a:lnTo>
                  <a:pt x="11987" y="706"/>
                </a:lnTo>
                <a:lnTo>
                  <a:pt x="11583" y="525"/>
                </a:lnTo>
                <a:lnTo>
                  <a:pt x="11160" y="363"/>
                </a:lnTo>
                <a:lnTo>
                  <a:pt x="10736" y="242"/>
                </a:lnTo>
                <a:lnTo>
                  <a:pt x="10312" y="141"/>
                </a:lnTo>
                <a:lnTo>
                  <a:pt x="9888" y="61"/>
                </a:lnTo>
                <a:lnTo>
                  <a:pt x="9464" y="20"/>
                </a:lnTo>
                <a:lnTo>
                  <a:pt x="9041" y="0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17" name="Google Shape;1117;p15"/>
          <p:cNvSpPr/>
          <p:nvPr/>
        </p:nvSpPr>
        <p:spPr>
          <a:xfrm flipH="1">
            <a:off x="595234" y="275332"/>
            <a:ext cx="560808" cy="1296383"/>
          </a:xfrm>
          <a:custGeom>
            <a:rect b="b" l="l" r="r" t="t"/>
            <a:pathLst>
              <a:path extrusionOk="0" h="23188" w="10031">
                <a:moveTo>
                  <a:pt x="4703" y="61"/>
                </a:moveTo>
                <a:lnTo>
                  <a:pt x="4985" y="81"/>
                </a:lnTo>
                <a:lnTo>
                  <a:pt x="5268" y="122"/>
                </a:lnTo>
                <a:lnTo>
                  <a:pt x="5550" y="202"/>
                </a:lnTo>
                <a:lnTo>
                  <a:pt x="5833" y="303"/>
                </a:lnTo>
                <a:lnTo>
                  <a:pt x="6075" y="424"/>
                </a:lnTo>
                <a:lnTo>
                  <a:pt x="6297" y="566"/>
                </a:lnTo>
                <a:lnTo>
                  <a:pt x="6519" y="707"/>
                </a:lnTo>
                <a:lnTo>
                  <a:pt x="6741" y="868"/>
                </a:lnTo>
                <a:lnTo>
                  <a:pt x="6963" y="1070"/>
                </a:lnTo>
                <a:lnTo>
                  <a:pt x="7165" y="1272"/>
                </a:lnTo>
                <a:lnTo>
                  <a:pt x="7366" y="1494"/>
                </a:lnTo>
                <a:lnTo>
                  <a:pt x="7548" y="1736"/>
                </a:lnTo>
                <a:lnTo>
                  <a:pt x="7730" y="1999"/>
                </a:lnTo>
                <a:lnTo>
                  <a:pt x="7911" y="2281"/>
                </a:lnTo>
                <a:lnTo>
                  <a:pt x="8073" y="2584"/>
                </a:lnTo>
                <a:lnTo>
                  <a:pt x="8234" y="2907"/>
                </a:lnTo>
                <a:lnTo>
                  <a:pt x="8396" y="3230"/>
                </a:lnTo>
                <a:lnTo>
                  <a:pt x="8537" y="3593"/>
                </a:lnTo>
                <a:lnTo>
                  <a:pt x="8678" y="3976"/>
                </a:lnTo>
                <a:lnTo>
                  <a:pt x="8819" y="4380"/>
                </a:lnTo>
                <a:lnTo>
                  <a:pt x="9082" y="5207"/>
                </a:lnTo>
                <a:lnTo>
                  <a:pt x="9304" y="6075"/>
                </a:lnTo>
                <a:lnTo>
                  <a:pt x="9505" y="6922"/>
                </a:lnTo>
                <a:lnTo>
                  <a:pt x="9647" y="7790"/>
                </a:lnTo>
                <a:lnTo>
                  <a:pt x="9788" y="8678"/>
                </a:lnTo>
                <a:lnTo>
                  <a:pt x="9869" y="9546"/>
                </a:lnTo>
                <a:lnTo>
                  <a:pt x="9929" y="10434"/>
                </a:lnTo>
                <a:lnTo>
                  <a:pt x="9949" y="11302"/>
                </a:lnTo>
                <a:lnTo>
                  <a:pt x="9949" y="12189"/>
                </a:lnTo>
                <a:lnTo>
                  <a:pt x="9909" y="13077"/>
                </a:lnTo>
                <a:lnTo>
                  <a:pt x="9828" y="13945"/>
                </a:lnTo>
                <a:lnTo>
                  <a:pt x="9727" y="14833"/>
                </a:lnTo>
                <a:lnTo>
                  <a:pt x="9586" y="15701"/>
                </a:lnTo>
                <a:lnTo>
                  <a:pt x="9405" y="16569"/>
                </a:lnTo>
                <a:lnTo>
                  <a:pt x="9203" y="17416"/>
                </a:lnTo>
                <a:lnTo>
                  <a:pt x="8961" y="18264"/>
                </a:lnTo>
                <a:lnTo>
                  <a:pt x="8799" y="18768"/>
                </a:lnTo>
                <a:lnTo>
                  <a:pt x="8618" y="19293"/>
                </a:lnTo>
                <a:lnTo>
                  <a:pt x="8396" y="19838"/>
                </a:lnTo>
                <a:lnTo>
                  <a:pt x="8133" y="20362"/>
                </a:lnTo>
                <a:lnTo>
                  <a:pt x="7992" y="20625"/>
                </a:lnTo>
                <a:lnTo>
                  <a:pt x="7831" y="20867"/>
                </a:lnTo>
                <a:lnTo>
                  <a:pt x="7669" y="21129"/>
                </a:lnTo>
                <a:lnTo>
                  <a:pt x="7487" y="21371"/>
                </a:lnTo>
                <a:lnTo>
                  <a:pt x="7286" y="21593"/>
                </a:lnTo>
                <a:lnTo>
                  <a:pt x="7084" y="21815"/>
                </a:lnTo>
                <a:lnTo>
                  <a:pt x="6862" y="22037"/>
                </a:lnTo>
                <a:lnTo>
                  <a:pt x="6620" y="22239"/>
                </a:lnTo>
                <a:lnTo>
                  <a:pt x="6398" y="22401"/>
                </a:lnTo>
                <a:lnTo>
                  <a:pt x="6196" y="22542"/>
                </a:lnTo>
                <a:lnTo>
                  <a:pt x="5974" y="22663"/>
                </a:lnTo>
                <a:lnTo>
                  <a:pt x="5772" y="22764"/>
                </a:lnTo>
                <a:lnTo>
                  <a:pt x="5550" y="22865"/>
                </a:lnTo>
                <a:lnTo>
                  <a:pt x="5348" y="22945"/>
                </a:lnTo>
                <a:lnTo>
                  <a:pt x="5147" y="23006"/>
                </a:lnTo>
                <a:lnTo>
                  <a:pt x="4945" y="23046"/>
                </a:lnTo>
                <a:lnTo>
                  <a:pt x="4743" y="23087"/>
                </a:lnTo>
                <a:lnTo>
                  <a:pt x="4541" y="23107"/>
                </a:lnTo>
                <a:lnTo>
                  <a:pt x="4339" y="23107"/>
                </a:lnTo>
                <a:lnTo>
                  <a:pt x="4138" y="23087"/>
                </a:lnTo>
                <a:lnTo>
                  <a:pt x="3936" y="23046"/>
                </a:lnTo>
                <a:lnTo>
                  <a:pt x="3754" y="23006"/>
                </a:lnTo>
                <a:lnTo>
                  <a:pt x="3552" y="22925"/>
                </a:lnTo>
                <a:lnTo>
                  <a:pt x="3351" y="22845"/>
                </a:lnTo>
                <a:lnTo>
                  <a:pt x="3169" y="22764"/>
                </a:lnTo>
                <a:lnTo>
                  <a:pt x="2987" y="22643"/>
                </a:lnTo>
                <a:lnTo>
                  <a:pt x="2806" y="22522"/>
                </a:lnTo>
                <a:lnTo>
                  <a:pt x="2644" y="22380"/>
                </a:lnTo>
                <a:lnTo>
                  <a:pt x="2321" y="22078"/>
                </a:lnTo>
                <a:lnTo>
                  <a:pt x="1999" y="21714"/>
                </a:lnTo>
                <a:lnTo>
                  <a:pt x="1716" y="21331"/>
                </a:lnTo>
                <a:lnTo>
                  <a:pt x="1454" y="20927"/>
                </a:lnTo>
                <a:lnTo>
                  <a:pt x="1211" y="20483"/>
                </a:lnTo>
                <a:lnTo>
                  <a:pt x="990" y="20019"/>
                </a:lnTo>
                <a:lnTo>
                  <a:pt x="788" y="19535"/>
                </a:lnTo>
                <a:lnTo>
                  <a:pt x="626" y="19051"/>
                </a:lnTo>
                <a:lnTo>
                  <a:pt x="465" y="18566"/>
                </a:lnTo>
                <a:lnTo>
                  <a:pt x="344" y="18082"/>
                </a:lnTo>
                <a:lnTo>
                  <a:pt x="243" y="17598"/>
                </a:lnTo>
                <a:lnTo>
                  <a:pt x="162" y="17134"/>
                </a:lnTo>
                <a:lnTo>
                  <a:pt x="122" y="16690"/>
                </a:lnTo>
                <a:lnTo>
                  <a:pt x="102" y="16286"/>
                </a:lnTo>
                <a:lnTo>
                  <a:pt x="81" y="15600"/>
                </a:lnTo>
                <a:lnTo>
                  <a:pt x="81" y="14934"/>
                </a:lnTo>
                <a:lnTo>
                  <a:pt x="102" y="14268"/>
                </a:lnTo>
                <a:lnTo>
                  <a:pt x="142" y="13582"/>
                </a:lnTo>
                <a:lnTo>
                  <a:pt x="182" y="12916"/>
                </a:lnTo>
                <a:lnTo>
                  <a:pt x="243" y="12250"/>
                </a:lnTo>
                <a:lnTo>
                  <a:pt x="404" y="10918"/>
                </a:lnTo>
                <a:lnTo>
                  <a:pt x="586" y="9586"/>
                </a:lnTo>
                <a:lnTo>
                  <a:pt x="788" y="8254"/>
                </a:lnTo>
                <a:lnTo>
                  <a:pt x="1252" y="5631"/>
                </a:lnTo>
                <a:lnTo>
                  <a:pt x="1454" y="4622"/>
                </a:lnTo>
                <a:lnTo>
                  <a:pt x="1555" y="4117"/>
                </a:lnTo>
                <a:lnTo>
                  <a:pt x="1676" y="3613"/>
                </a:lnTo>
                <a:lnTo>
                  <a:pt x="1837" y="3108"/>
                </a:lnTo>
                <a:lnTo>
                  <a:pt x="1999" y="2604"/>
                </a:lnTo>
                <a:lnTo>
                  <a:pt x="2200" y="2140"/>
                </a:lnTo>
                <a:lnTo>
                  <a:pt x="2442" y="1655"/>
                </a:lnTo>
                <a:lnTo>
                  <a:pt x="2584" y="1393"/>
                </a:lnTo>
                <a:lnTo>
                  <a:pt x="2745" y="1151"/>
                </a:lnTo>
                <a:lnTo>
                  <a:pt x="2927" y="949"/>
                </a:lnTo>
                <a:lnTo>
                  <a:pt x="3108" y="747"/>
                </a:lnTo>
                <a:lnTo>
                  <a:pt x="3290" y="586"/>
                </a:lnTo>
                <a:lnTo>
                  <a:pt x="3472" y="445"/>
                </a:lnTo>
                <a:lnTo>
                  <a:pt x="3673" y="324"/>
                </a:lnTo>
                <a:lnTo>
                  <a:pt x="3875" y="223"/>
                </a:lnTo>
                <a:lnTo>
                  <a:pt x="4077" y="162"/>
                </a:lnTo>
                <a:lnTo>
                  <a:pt x="4279" y="102"/>
                </a:lnTo>
                <a:lnTo>
                  <a:pt x="4481" y="81"/>
                </a:lnTo>
                <a:lnTo>
                  <a:pt x="4703" y="61"/>
                </a:lnTo>
                <a:close/>
                <a:moveTo>
                  <a:pt x="4561" y="1"/>
                </a:moveTo>
                <a:lnTo>
                  <a:pt x="4319" y="21"/>
                </a:lnTo>
                <a:lnTo>
                  <a:pt x="4077" y="61"/>
                </a:lnTo>
                <a:lnTo>
                  <a:pt x="3855" y="142"/>
                </a:lnTo>
                <a:lnTo>
                  <a:pt x="3633" y="243"/>
                </a:lnTo>
                <a:lnTo>
                  <a:pt x="3431" y="364"/>
                </a:lnTo>
                <a:lnTo>
                  <a:pt x="3229" y="525"/>
                </a:lnTo>
                <a:lnTo>
                  <a:pt x="3048" y="687"/>
                </a:lnTo>
                <a:lnTo>
                  <a:pt x="2866" y="889"/>
                </a:lnTo>
                <a:lnTo>
                  <a:pt x="2685" y="1111"/>
                </a:lnTo>
                <a:lnTo>
                  <a:pt x="2523" y="1353"/>
                </a:lnTo>
                <a:lnTo>
                  <a:pt x="2362" y="1615"/>
                </a:lnTo>
                <a:lnTo>
                  <a:pt x="2120" y="2099"/>
                </a:lnTo>
                <a:lnTo>
                  <a:pt x="1918" y="2584"/>
                </a:lnTo>
                <a:lnTo>
                  <a:pt x="1756" y="3068"/>
                </a:lnTo>
                <a:lnTo>
                  <a:pt x="1615" y="3573"/>
                </a:lnTo>
                <a:lnTo>
                  <a:pt x="1474" y="4097"/>
                </a:lnTo>
                <a:lnTo>
                  <a:pt x="1373" y="4602"/>
                </a:lnTo>
                <a:lnTo>
                  <a:pt x="1171" y="5631"/>
                </a:lnTo>
                <a:lnTo>
                  <a:pt x="707" y="8254"/>
                </a:lnTo>
                <a:lnTo>
                  <a:pt x="505" y="9566"/>
                </a:lnTo>
                <a:lnTo>
                  <a:pt x="324" y="10898"/>
                </a:lnTo>
                <a:lnTo>
                  <a:pt x="162" y="12250"/>
                </a:lnTo>
                <a:lnTo>
                  <a:pt x="102" y="12916"/>
                </a:lnTo>
                <a:lnTo>
                  <a:pt x="61" y="13582"/>
                </a:lnTo>
                <a:lnTo>
                  <a:pt x="21" y="14268"/>
                </a:lnTo>
                <a:lnTo>
                  <a:pt x="1" y="14934"/>
                </a:lnTo>
                <a:lnTo>
                  <a:pt x="1" y="15600"/>
                </a:lnTo>
                <a:lnTo>
                  <a:pt x="21" y="16286"/>
                </a:lnTo>
                <a:lnTo>
                  <a:pt x="41" y="16710"/>
                </a:lnTo>
                <a:lnTo>
                  <a:pt x="81" y="17154"/>
                </a:lnTo>
                <a:lnTo>
                  <a:pt x="162" y="17618"/>
                </a:lnTo>
                <a:lnTo>
                  <a:pt x="263" y="18102"/>
                </a:lnTo>
                <a:lnTo>
                  <a:pt x="404" y="18587"/>
                </a:lnTo>
                <a:lnTo>
                  <a:pt x="546" y="19071"/>
                </a:lnTo>
                <a:lnTo>
                  <a:pt x="727" y="19575"/>
                </a:lnTo>
                <a:lnTo>
                  <a:pt x="929" y="20060"/>
                </a:lnTo>
                <a:lnTo>
                  <a:pt x="1151" y="20524"/>
                </a:lnTo>
                <a:lnTo>
                  <a:pt x="1393" y="20968"/>
                </a:lnTo>
                <a:lnTo>
                  <a:pt x="1655" y="21392"/>
                </a:lnTo>
                <a:lnTo>
                  <a:pt x="1958" y="21775"/>
                </a:lnTo>
                <a:lnTo>
                  <a:pt x="2261" y="22138"/>
                </a:lnTo>
                <a:lnTo>
                  <a:pt x="2604" y="22461"/>
                </a:lnTo>
                <a:lnTo>
                  <a:pt x="2765" y="22582"/>
                </a:lnTo>
                <a:lnTo>
                  <a:pt x="2947" y="22723"/>
                </a:lnTo>
                <a:lnTo>
                  <a:pt x="3129" y="22824"/>
                </a:lnTo>
                <a:lnTo>
                  <a:pt x="3330" y="22925"/>
                </a:lnTo>
                <a:lnTo>
                  <a:pt x="3593" y="23046"/>
                </a:lnTo>
                <a:lnTo>
                  <a:pt x="3875" y="23127"/>
                </a:lnTo>
                <a:lnTo>
                  <a:pt x="4158" y="23167"/>
                </a:lnTo>
                <a:lnTo>
                  <a:pt x="4460" y="23188"/>
                </a:lnTo>
                <a:lnTo>
                  <a:pt x="4723" y="23167"/>
                </a:lnTo>
                <a:lnTo>
                  <a:pt x="4985" y="23127"/>
                </a:lnTo>
                <a:lnTo>
                  <a:pt x="5268" y="23067"/>
                </a:lnTo>
                <a:lnTo>
                  <a:pt x="5550" y="22966"/>
                </a:lnTo>
                <a:lnTo>
                  <a:pt x="5813" y="22845"/>
                </a:lnTo>
                <a:lnTo>
                  <a:pt x="6095" y="22683"/>
                </a:lnTo>
                <a:lnTo>
                  <a:pt x="6378" y="22501"/>
                </a:lnTo>
                <a:lnTo>
                  <a:pt x="6680" y="22300"/>
                </a:lnTo>
                <a:lnTo>
                  <a:pt x="6922" y="22098"/>
                </a:lnTo>
                <a:lnTo>
                  <a:pt x="7144" y="21876"/>
                </a:lnTo>
                <a:lnTo>
                  <a:pt x="7346" y="21654"/>
                </a:lnTo>
                <a:lnTo>
                  <a:pt x="7548" y="21412"/>
                </a:lnTo>
                <a:lnTo>
                  <a:pt x="7730" y="21170"/>
                </a:lnTo>
                <a:lnTo>
                  <a:pt x="7911" y="20927"/>
                </a:lnTo>
                <a:lnTo>
                  <a:pt x="8053" y="20665"/>
                </a:lnTo>
                <a:lnTo>
                  <a:pt x="8214" y="20403"/>
                </a:lnTo>
                <a:lnTo>
                  <a:pt x="8476" y="19878"/>
                </a:lnTo>
                <a:lnTo>
                  <a:pt x="8698" y="19333"/>
                </a:lnTo>
                <a:lnTo>
                  <a:pt x="8880" y="18809"/>
                </a:lnTo>
                <a:lnTo>
                  <a:pt x="9041" y="18284"/>
                </a:lnTo>
                <a:lnTo>
                  <a:pt x="9283" y="17436"/>
                </a:lnTo>
                <a:lnTo>
                  <a:pt x="9485" y="16589"/>
                </a:lnTo>
                <a:lnTo>
                  <a:pt x="9667" y="15721"/>
                </a:lnTo>
                <a:lnTo>
                  <a:pt x="9808" y="14833"/>
                </a:lnTo>
                <a:lnTo>
                  <a:pt x="9909" y="13965"/>
                </a:lnTo>
                <a:lnTo>
                  <a:pt x="9990" y="13077"/>
                </a:lnTo>
                <a:lnTo>
                  <a:pt x="10030" y="12189"/>
                </a:lnTo>
                <a:lnTo>
                  <a:pt x="10030" y="11302"/>
                </a:lnTo>
                <a:lnTo>
                  <a:pt x="10010" y="10434"/>
                </a:lnTo>
                <a:lnTo>
                  <a:pt x="9949" y="9546"/>
                </a:lnTo>
                <a:lnTo>
                  <a:pt x="9869" y="8658"/>
                </a:lnTo>
                <a:lnTo>
                  <a:pt x="9727" y="7790"/>
                </a:lnTo>
                <a:lnTo>
                  <a:pt x="9566" y="6902"/>
                </a:lnTo>
                <a:lnTo>
                  <a:pt x="9384" y="6055"/>
                </a:lnTo>
                <a:lnTo>
                  <a:pt x="9162" y="5187"/>
                </a:lnTo>
                <a:lnTo>
                  <a:pt x="8900" y="4339"/>
                </a:lnTo>
                <a:lnTo>
                  <a:pt x="8759" y="3936"/>
                </a:lnTo>
                <a:lnTo>
                  <a:pt x="8618" y="3552"/>
                </a:lnTo>
                <a:lnTo>
                  <a:pt x="8476" y="3209"/>
                </a:lnTo>
                <a:lnTo>
                  <a:pt x="8315" y="2866"/>
                </a:lnTo>
                <a:lnTo>
                  <a:pt x="8153" y="2523"/>
                </a:lnTo>
                <a:lnTo>
                  <a:pt x="7972" y="2220"/>
                </a:lnTo>
                <a:lnTo>
                  <a:pt x="7790" y="1938"/>
                </a:lnTo>
                <a:lnTo>
                  <a:pt x="7609" y="1676"/>
                </a:lnTo>
                <a:lnTo>
                  <a:pt x="7407" y="1433"/>
                </a:lnTo>
                <a:lnTo>
                  <a:pt x="7225" y="1211"/>
                </a:lnTo>
                <a:lnTo>
                  <a:pt x="7003" y="990"/>
                </a:lnTo>
                <a:lnTo>
                  <a:pt x="6801" y="808"/>
                </a:lnTo>
                <a:lnTo>
                  <a:pt x="6579" y="646"/>
                </a:lnTo>
                <a:lnTo>
                  <a:pt x="6337" y="485"/>
                </a:lnTo>
                <a:lnTo>
                  <a:pt x="6095" y="344"/>
                </a:lnTo>
                <a:lnTo>
                  <a:pt x="5853" y="243"/>
                </a:lnTo>
                <a:lnTo>
                  <a:pt x="5591" y="142"/>
                </a:lnTo>
                <a:lnTo>
                  <a:pt x="5328" y="61"/>
                </a:lnTo>
                <a:lnTo>
                  <a:pt x="5066" y="21"/>
                </a:lnTo>
                <a:lnTo>
                  <a:pt x="4824" y="1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118" name="Google Shape;1118;p15"/>
          <p:cNvGrpSpPr/>
          <p:nvPr/>
        </p:nvGrpSpPr>
        <p:grpSpPr>
          <a:xfrm flipH="1">
            <a:off x="-1817332" y="3630549"/>
            <a:ext cx="2946940" cy="1512969"/>
            <a:chOff x="-64732" y="3630549"/>
            <a:chExt cx="2946940" cy="1512969"/>
          </a:xfrm>
        </p:grpSpPr>
        <p:sp>
          <p:nvSpPr>
            <p:cNvPr id="1119" name="Google Shape;1119;p15"/>
            <p:cNvSpPr/>
            <p:nvPr/>
          </p:nvSpPr>
          <p:spPr>
            <a:xfrm flipH="1">
              <a:off x="-64732" y="3630549"/>
              <a:ext cx="2946940" cy="1512969"/>
            </a:xfrm>
            <a:custGeom>
              <a:rect b="b" l="l" r="r" t="t"/>
              <a:pathLst>
                <a:path extrusionOk="0" h="27062" w="52711">
                  <a:moveTo>
                    <a:pt x="48008" y="81"/>
                  </a:moveTo>
                  <a:lnTo>
                    <a:pt x="48654" y="122"/>
                  </a:lnTo>
                  <a:lnTo>
                    <a:pt x="49300" y="202"/>
                  </a:lnTo>
                  <a:lnTo>
                    <a:pt x="49623" y="243"/>
                  </a:lnTo>
                  <a:lnTo>
                    <a:pt x="49946" y="323"/>
                  </a:lnTo>
                  <a:lnTo>
                    <a:pt x="50248" y="404"/>
                  </a:lnTo>
                  <a:lnTo>
                    <a:pt x="50551" y="485"/>
                  </a:lnTo>
                  <a:lnTo>
                    <a:pt x="50854" y="606"/>
                  </a:lnTo>
                  <a:lnTo>
                    <a:pt x="51156" y="727"/>
                  </a:lnTo>
                  <a:lnTo>
                    <a:pt x="51399" y="848"/>
                  </a:lnTo>
                  <a:lnTo>
                    <a:pt x="51621" y="989"/>
                  </a:lnTo>
                  <a:lnTo>
                    <a:pt x="51822" y="1131"/>
                  </a:lnTo>
                  <a:lnTo>
                    <a:pt x="52004" y="1272"/>
                  </a:lnTo>
                  <a:lnTo>
                    <a:pt x="52165" y="1413"/>
                  </a:lnTo>
                  <a:lnTo>
                    <a:pt x="52287" y="1575"/>
                  </a:lnTo>
                  <a:lnTo>
                    <a:pt x="52408" y="1756"/>
                  </a:lnTo>
                  <a:lnTo>
                    <a:pt x="52488" y="1938"/>
                  </a:lnTo>
                  <a:lnTo>
                    <a:pt x="52569" y="2180"/>
                  </a:lnTo>
                  <a:lnTo>
                    <a:pt x="52609" y="2301"/>
                  </a:lnTo>
                  <a:lnTo>
                    <a:pt x="52630" y="2442"/>
                  </a:lnTo>
                  <a:lnTo>
                    <a:pt x="52630" y="2604"/>
                  </a:lnTo>
                  <a:lnTo>
                    <a:pt x="52609" y="2765"/>
                  </a:lnTo>
                  <a:lnTo>
                    <a:pt x="52589" y="2947"/>
                  </a:lnTo>
                  <a:lnTo>
                    <a:pt x="52549" y="3128"/>
                  </a:lnTo>
                  <a:lnTo>
                    <a:pt x="52488" y="3330"/>
                  </a:lnTo>
                  <a:lnTo>
                    <a:pt x="52408" y="3532"/>
                  </a:lnTo>
                  <a:lnTo>
                    <a:pt x="52307" y="3754"/>
                  </a:lnTo>
                  <a:lnTo>
                    <a:pt x="52186" y="3976"/>
                  </a:lnTo>
                  <a:lnTo>
                    <a:pt x="52024" y="4218"/>
                  </a:lnTo>
                  <a:lnTo>
                    <a:pt x="51843" y="4460"/>
                  </a:lnTo>
                  <a:lnTo>
                    <a:pt x="51641" y="4702"/>
                  </a:lnTo>
                  <a:lnTo>
                    <a:pt x="51399" y="4965"/>
                  </a:lnTo>
                  <a:lnTo>
                    <a:pt x="50854" y="5530"/>
                  </a:lnTo>
                  <a:lnTo>
                    <a:pt x="50269" y="6075"/>
                  </a:lnTo>
                  <a:lnTo>
                    <a:pt x="49118" y="7124"/>
                  </a:lnTo>
                  <a:lnTo>
                    <a:pt x="48311" y="7851"/>
                  </a:lnTo>
                  <a:lnTo>
                    <a:pt x="47524" y="8597"/>
                  </a:lnTo>
                  <a:lnTo>
                    <a:pt x="47141" y="8981"/>
                  </a:lnTo>
                  <a:lnTo>
                    <a:pt x="46777" y="9364"/>
                  </a:lnTo>
                  <a:lnTo>
                    <a:pt x="46414" y="9747"/>
                  </a:lnTo>
                  <a:lnTo>
                    <a:pt x="46071" y="10151"/>
                  </a:lnTo>
                  <a:lnTo>
                    <a:pt x="45748" y="10555"/>
                  </a:lnTo>
                  <a:lnTo>
                    <a:pt x="45446" y="10978"/>
                  </a:lnTo>
                  <a:lnTo>
                    <a:pt x="45163" y="11422"/>
                  </a:lnTo>
                  <a:lnTo>
                    <a:pt x="44901" y="11866"/>
                  </a:lnTo>
                  <a:lnTo>
                    <a:pt x="44658" y="12331"/>
                  </a:lnTo>
                  <a:lnTo>
                    <a:pt x="44457" y="12795"/>
                  </a:lnTo>
                  <a:lnTo>
                    <a:pt x="44295" y="13299"/>
                  </a:lnTo>
                  <a:lnTo>
                    <a:pt x="44154" y="13804"/>
                  </a:lnTo>
                  <a:lnTo>
                    <a:pt x="44093" y="14127"/>
                  </a:lnTo>
                  <a:lnTo>
                    <a:pt x="44033" y="14449"/>
                  </a:lnTo>
                  <a:lnTo>
                    <a:pt x="43972" y="15095"/>
                  </a:lnTo>
                  <a:lnTo>
                    <a:pt x="43932" y="15761"/>
                  </a:lnTo>
                  <a:lnTo>
                    <a:pt x="43912" y="16407"/>
                  </a:lnTo>
                  <a:lnTo>
                    <a:pt x="43871" y="17194"/>
                  </a:lnTo>
                  <a:lnTo>
                    <a:pt x="43811" y="17981"/>
                  </a:lnTo>
                  <a:lnTo>
                    <a:pt x="43771" y="18385"/>
                  </a:lnTo>
                  <a:lnTo>
                    <a:pt x="43710" y="18768"/>
                  </a:lnTo>
                  <a:lnTo>
                    <a:pt x="43609" y="19151"/>
                  </a:lnTo>
                  <a:lnTo>
                    <a:pt x="43508" y="19535"/>
                  </a:lnTo>
                  <a:lnTo>
                    <a:pt x="43306" y="20039"/>
                  </a:lnTo>
                  <a:lnTo>
                    <a:pt x="43064" y="20544"/>
                  </a:lnTo>
                  <a:lnTo>
                    <a:pt x="42782" y="21028"/>
                  </a:lnTo>
                  <a:lnTo>
                    <a:pt x="42459" y="21492"/>
                  </a:lnTo>
                  <a:lnTo>
                    <a:pt x="42096" y="21936"/>
                  </a:lnTo>
                  <a:lnTo>
                    <a:pt x="41692" y="22360"/>
                  </a:lnTo>
                  <a:lnTo>
                    <a:pt x="41248" y="22764"/>
                  </a:lnTo>
                  <a:lnTo>
                    <a:pt x="40784" y="23127"/>
                  </a:lnTo>
                  <a:lnTo>
                    <a:pt x="40300" y="23470"/>
                  </a:lnTo>
                  <a:lnTo>
                    <a:pt x="39795" y="23773"/>
                  </a:lnTo>
                  <a:lnTo>
                    <a:pt x="39270" y="24035"/>
                  </a:lnTo>
                  <a:lnTo>
                    <a:pt x="38746" y="24277"/>
                  </a:lnTo>
                  <a:lnTo>
                    <a:pt x="38181" y="24479"/>
                  </a:lnTo>
                  <a:lnTo>
                    <a:pt x="37636" y="24640"/>
                  </a:lnTo>
                  <a:lnTo>
                    <a:pt x="37071" y="24782"/>
                  </a:lnTo>
                  <a:lnTo>
                    <a:pt x="36506" y="24862"/>
                  </a:lnTo>
                  <a:lnTo>
                    <a:pt x="34790" y="25125"/>
                  </a:lnTo>
                  <a:lnTo>
                    <a:pt x="32894" y="25387"/>
                  </a:lnTo>
                  <a:lnTo>
                    <a:pt x="30250" y="25791"/>
                  </a:lnTo>
                  <a:lnTo>
                    <a:pt x="27485" y="26174"/>
                  </a:lnTo>
                  <a:lnTo>
                    <a:pt x="26093" y="26356"/>
                  </a:lnTo>
                  <a:lnTo>
                    <a:pt x="24680" y="26517"/>
                  </a:lnTo>
                  <a:lnTo>
                    <a:pt x="23247" y="26679"/>
                  </a:lnTo>
                  <a:lnTo>
                    <a:pt x="21855" y="26800"/>
                  </a:lnTo>
                  <a:lnTo>
                    <a:pt x="20564" y="26901"/>
                  </a:lnTo>
                  <a:lnTo>
                    <a:pt x="19252" y="26961"/>
                  </a:lnTo>
                  <a:lnTo>
                    <a:pt x="17900" y="26981"/>
                  </a:lnTo>
                  <a:lnTo>
                    <a:pt x="16548" y="26961"/>
                  </a:lnTo>
                  <a:lnTo>
                    <a:pt x="15175" y="26901"/>
                  </a:lnTo>
                  <a:lnTo>
                    <a:pt x="13783" y="26820"/>
                  </a:lnTo>
                  <a:lnTo>
                    <a:pt x="12370" y="26699"/>
                  </a:lnTo>
                  <a:lnTo>
                    <a:pt x="10958" y="26558"/>
                  </a:lnTo>
                  <a:lnTo>
                    <a:pt x="10837" y="26537"/>
                  </a:lnTo>
                  <a:lnTo>
                    <a:pt x="9626" y="26396"/>
                  </a:lnTo>
                  <a:lnTo>
                    <a:pt x="8334" y="26214"/>
                  </a:lnTo>
                  <a:lnTo>
                    <a:pt x="7648" y="26093"/>
                  </a:lnTo>
                  <a:lnTo>
                    <a:pt x="6962" y="25972"/>
                  </a:lnTo>
                  <a:lnTo>
                    <a:pt x="6276" y="25851"/>
                  </a:lnTo>
                  <a:lnTo>
                    <a:pt x="5590" y="25690"/>
                  </a:lnTo>
                  <a:lnTo>
                    <a:pt x="4924" y="25508"/>
                  </a:lnTo>
                  <a:lnTo>
                    <a:pt x="4258" y="25327"/>
                  </a:lnTo>
                  <a:lnTo>
                    <a:pt x="3612" y="25105"/>
                  </a:lnTo>
                  <a:lnTo>
                    <a:pt x="3007" y="24862"/>
                  </a:lnTo>
                  <a:lnTo>
                    <a:pt x="2422" y="24580"/>
                  </a:lnTo>
                  <a:lnTo>
                    <a:pt x="1877" y="24277"/>
                  </a:lnTo>
                  <a:lnTo>
                    <a:pt x="1614" y="24136"/>
                  </a:lnTo>
                  <a:lnTo>
                    <a:pt x="1372" y="23954"/>
                  </a:lnTo>
                  <a:lnTo>
                    <a:pt x="1130" y="23773"/>
                  </a:lnTo>
                  <a:lnTo>
                    <a:pt x="908" y="23591"/>
                  </a:lnTo>
                  <a:lnTo>
                    <a:pt x="727" y="23409"/>
                  </a:lnTo>
                  <a:lnTo>
                    <a:pt x="545" y="23208"/>
                  </a:lnTo>
                  <a:lnTo>
                    <a:pt x="404" y="23026"/>
                  </a:lnTo>
                  <a:lnTo>
                    <a:pt x="283" y="22824"/>
                  </a:lnTo>
                  <a:lnTo>
                    <a:pt x="202" y="22643"/>
                  </a:lnTo>
                  <a:lnTo>
                    <a:pt x="121" y="22441"/>
                  </a:lnTo>
                  <a:lnTo>
                    <a:pt x="101" y="22239"/>
                  </a:lnTo>
                  <a:lnTo>
                    <a:pt x="81" y="22037"/>
                  </a:lnTo>
                  <a:lnTo>
                    <a:pt x="101" y="21815"/>
                  </a:lnTo>
                  <a:lnTo>
                    <a:pt x="141" y="21593"/>
                  </a:lnTo>
                  <a:lnTo>
                    <a:pt x="202" y="21371"/>
                  </a:lnTo>
                  <a:lnTo>
                    <a:pt x="303" y="21149"/>
                  </a:lnTo>
                  <a:lnTo>
                    <a:pt x="424" y="20947"/>
                  </a:lnTo>
                  <a:lnTo>
                    <a:pt x="565" y="20725"/>
                  </a:lnTo>
                  <a:lnTo>
                    <a:pt x="706" y="20524"/>
                  </a:lnTo>
                  <a:lnTo>
                    <a:pt x="888" y="20302"/>
                  </a:lnTo>
                  <a:lnTo>
                    <a:pt x="1251" y="19898"/>
                  </a:lnTo>
                  <a:lnTo>
                    <a:pt x="1675" y="19494"/>
                  </a:lnTo>
                  <a:lnTo>
                    <a:pt x="2099" y="19111"/>
                  </a:lnTo>
                  <a:lnTo>
                    <a:pt x="2543" y="18748"/>
                  </a:lnTo>
                  <a:lnTo>
                    <a:pt x="3168" y="18183"/>
                  </a:lnTo>
                  <a:lnTo>
                    <a:pt x="3451" y="17920"/>
                  </a:lnTo>
                  <a:lnTo>
                    <a:pt x="3713" y="17658"/>
                  </a:lnTo>
                  <a:lnTo>
                    <a:pt x="4641" y="16669"/>
                  </a:lnTo>
                  <a:lnTo>
                    <a:pt x="5570" y="15701"/>
                  </a:lnTo>
                  <a:lnTo>
                    <a:pt x="6498" y="14793"/>
                  </a:lnTo>
                  <a:lnTo>
                    <a:pt x="7426" y="13925"/>
                  </a:lnTo>
                  <a:lnTo>
                    <a:pt x="8375" y="13097"/>
                  </a:lnTo>
                  <a:lnTo>
                    <a:pt x="9323" y="12310"/>
                  </a:lnTo>
                  <a:lnTo>
                    <a:pt x="10272" y="11564"/>
                  </a:lnTo>
                  <a:lnTo>
                    <a:pt x="11240" y="10857"/>
                  </a:lnTo>
                  <a:lnTo>
                    <a:pt x="12370" y="10091"/>
                  </a:lnTo>
                  <a:lnTo>
                    <a:pt x="13521" y="9324"/>
                  </a:lnTo>
                  <a:lnTo>
                    <a:pt x="14711" y="8597"/>
                  </a:lnTo>
                  <a:lnTo>
                    <a:pt x="15922" y="7911"/>
                  </a:lnTo>
                  <a:lnTo>
                    <a:pt x="17153" y="7245"/>
                  </a:lnTo>
                  <a:lnTo>
                    <a:pt x="18424" y="6599"/>
                  </a:lnTo>
                  <a:lnTo>
                    <a:pt x="19716" y="5994"/>
                  </a:lnTo>
                  <a:lnTo>
                    <a:pt x="21028" y="5429"/>
                  </a:lnTo>
                  <a:lnTo>
                    <a:pt x="22380" y="4864"/>
                  </a:lnTo>
                  <a:lnTo>
                    <a:pt x="23752" y="4339"/>
                  </a:lnTo>
                  <a:lnTo>
                    <a:pt x="25165" y="3855"/>
                  </a:lnTo>
                  <a:lnTo>
                    <a:pt x="26597" y="3391"/>
                  </a:lnTo>
                  <a:lnTo>
                    <a:pt x="28050" y="2967"/>
                  </a:lnTo>
                  <a:lnTo>
                    <a:pt x="29544" y="2563"/>
                  </a:lnTo>
                  <a:lnTo>
                    <a:pt x="31037" y="2180"/>
                  </a:lnTo>
                  <a:lnTo>
                    <a:pt x="32591" y="1837"/>
                  </a:lnTo>
                  <a:lnTo>
                    <a:pt x="34145" y="1514"/>
                  </a:lnTo>
                  <a:lnTo>
                    <a:pt x="35739" y="1231"/>
                  </a:lnTo>
                  <a:lnTo>
                    <a:pt x="37374" y="989"/>
                  </a:lnTo>
                  <a:lnTo>
                    <a:pt x="39028" y="747"/>
                  </a:lnTo>
                  <a:lnTo>
                    <a:pt x="40723" y="566"/>
                  </a:lnTo>
                  <a:lnTo>
                    <a:pt x="42439" y="384"/>
                  </a:lnTo>
                  <a:lnTo>
                    <a:pt x="44194" y="243"/>
                  </a:lnTo>
                  <a:lnTo>
                    <a:pt x="45970" y="142"/>
                  </a:lnTo>
                  <a:lnTo>
                    <a:pt x="46656" y="101"/>
                  </a:lnTo>
                  <a:lnTo>
                    <a:pt x="47342" y="81"/>
                  </a:lnTo>
                  <a:close/>
                  <a:moveTo>
                    <a:pt x="47302" y="1"/>
                  </a:moveTo>
                  <a:lnTo>
                    <a:pt x="46636" y="21"/>
                  </a:lnTo>
                  <a:lnTo>
                    <a:pt x="45970" y="61"/>
                  </a:lnTo>
                  <a:lnTo>
                    <a:pt x="44194" y="162"/>
                  </a:lnTo>
                  <a:lnTo>
                    <a:pt x="42439" y="303"/>
                  </a:lnTo>
                  <a:lnTo>
                    <a:pt x="40703" y="485"/>
                  </a:lnTo>
                  <a:lnTo>
                    <a:pt x="39028" y="666"/>
                  </a:lnTo>
                  <a:lnTo>
                    <a:pt x="37353" y="909"/>
                  </a:lnTo>
                  <a:lnTo>
                    <a:pt x="35739" y="1151"/>
                  </a:lnTo>
                  <a:lnTo>
                    <a:pt x="34145" y="1453"/>
                  </a:lnTo>
                  <a:lnTo>
                    <a:pt x="32571" y="1756"/>
                  </a:lnTo>
                  <a:lnTo>
                    <a:pt x="31017" y="2099"/>
                  </a:lnTo>
                  <a:lnTo>
                    <a:pt x="29523" y="2483"/>
                  </a:lnTo>
                  <a:lnTo>
                    <a:pt x="28030" y="2886"/>
                  </a:lnTo>
                  <a:lnTo>
                    <a:pt x="26577" y="3310"/>
                  </a:lnTo>
                  <a:lnTo>
                    <a:pt x="25144" y="3774"/>
                  </a:lnTo>
                  <a:lnTo>
                    <a:pt x="23732" y="4279"/>
                  </a:lnTo>
                  <a:lnTo>
                    <a:pt x="22339" y="4803"/>
                  </a:lnTo>
                  <a:lnTo>
                    <a:pt x="20987" y="5348"/>
                  </a:lnTo>
                  <a:lnTo>
                    <a:pt x="19676" y="5933"/>
                  </a:lnTo>
                  <a:lnTo>
                    <a:pt x="18384" y="6539"/>
                  </a:lnTo>
                  <a:lnTo>
                    <a:pt x="17113" y="7164"/>
                  </a:lnTo>
                  <a:lnTo>
                    <a:pt x="15882" y="7830"/>
                  </a:lnTo>
                  <a:lnTo>
                    <a:pt x="14671" y="8537"/>
                  </a:lnTo>
                  <a:lnTo>
                    <a:pt x="13480" y="9263"/>
                  </a:lnTo>
                  <a:lnTo>
                    <a:pt x="12330" y="10010"/>
                  </a:lnTo>
                  <a:lnTo>
                    <a:pt x="11200" y="10797"/>
                  </a:lnTo>
                  <a:lnTo>
                    <a:pt x="10231" y="11503"/>
                  </a:lnTo>
                  <a:lnTo>
                    <a:pt x="9263" y="12250"/>
                  </a:lnTo>
                  <a:lnTo>
                    <a:pt x="8314" y="13037"/>
                  </a:lnTo>
                  <a:lnTo>
                    <a:pt x="7386" y="13864"/>
                  </a:lnTo>
                  <a:lnTo>
                    <a:pt x="6438" y="14732"/>
                  </a:lnTo>
                  <a:lnTo>
                    <a:pt x="5509" y="15640"/>
                  </a:lnTo>
                  <a:lnTo>
                    <a:pt x="4581" y="16609"/>
                  </a:lnTo>
                  <a:lnTo>
                    <a:pt x="3653" y="17598"/>
                  </a:lnTo>
                  <a:lnTo>
                    <a:pt x="3390" y="17860"/>
                  </a:lnTo>
                  <a:lnTo>
                    <a:pt x="3108" y="18122"/>
                  </a:lnTo>
                  <a:lnTo>
                    <a:pt x="2482" y="18687"/>
                  </a:lnTo>
                  <a:lnTo>
                    <a:pt x="2038" y="19051"/>
                  </a:lnTo>
                  <a:lnTo>
                    <a:pt x="1614" y="19454"/>
                  </a:lnTo>
                  <a:lnTo>
                    <a:pt x="1191" y="19858"/>
                  </a:lnTo>
                  <a:lnTo>
                    <a:pt x="807" y="20261"/>
                  </a:lnTo>
                  <a:lnTo>
                    <a:pt x="646" y="20483"/>
                  </a:lnTo>
                  <a:lnTo>
                    <a:pt x="484" y="20685"/>
                  </a:lnTo>
                  <a:lnTo>
                    <a:pt x="343" y="20907"/>
                  </a:lnTo>
                  <a:lnTo>
                    <a:pt x="222" y="21129"/>
                  </a:lnTo>
                  <a:lnTo>
                    <a:pt x="141" y="21351"/>
                  </a:lnTo>
                  <a:lnTo>
                    <a:pt x="61" y="21573"/>
                  </a:lnTo>
                  <a:lnTo>
                    <a:pt x="20" y="21795"/>
                  </a:lnTo>
                  <a:lnTo>
                    <a:pt x="0" y="22037"/>
                  </a:lnTo>
                  <a:lnTo>
                    <a:pt x="20" y="22239"/>
                  </a:lnTo>
                  <a:lnTo>
                    <a:pt x="61" y="22441"/>
                  </a:lnTo>
                  <a:lnTo>
                    <a:pt x="121" y="22663"/>
                  </a:lnTo>
                  <a:lnTo>
                    <a:pt x="222" y="22865"/>
                  </a:lnTo>
                  <a:lnTo>
                    <a:pt x="343" y="23066"/>
                  </a:lnTo>
                  <a:lnTo>
                    <a:pt x="484" y="23268"/>
                  </a:lnTo>
                  <a:lnTo>
                    <a:pt x="666" y="23470"/>
                  </a:lnTo>
                  <a:lnTo>
                    <a:pt x="868" y="23652"/>
                  </a:lnTo>
                  <a:lnTo>
                    <a:pt x="1090" y="23833"/>
                  </a:lnTo>
                  <a:lnTo>
                    <a:pt x="1312" y="24015"/>
                  </a:lnTo>
                  <a:lnTo>
                    <a:pt x="1574" y="24196"/>
                  </a:lnTo>
                  <a:lnTo>
                    <a:pt x="1836" y="24358"/>
                  </a:lnTo>
                  <a:lnTo>
                    <a:pt x="2381" y="24661"/>
                  </a:lnTo>
                  <a:lnTo>
                    <a:pt x="2967" y="24923"/>
                  </a:lnTo>
                  <a:lnTo>
                    <a:pt x="3592" y="25165"/>
                  </a:lnTo>
                  <a:lnTo>
                    <a:pt x="4218" y="25387"/>
                  </a:lnTo>
                  <a:lnTo>
                    <a:pt x="4884" y="25589"/>
                  </a:lnTo>
                  <a:lnTo>
                    <a:pt x="5570" y="25770"/>
                  </a:lnTo>
                  <a:lnTo>
                    <a:pt x="6256" y="25912"/>
                  </a:lnTo>
                  <a:lnTo>
                    <a:pt x="6942" y="26053"/>
                  </a:lnTo>
                  <a:lnTo>
                    <a:pt x="7628" y="26174"/>
                  </a:lnTo>
                  <a:lnTo>
                    <a:pt x="8314" y="26295"/>
                  </a:lnTo>
                  <a:lnTo>
                    <a:pt x="9606" y="26477"/>
                  </a:lnTo>
                  <a:lnTo>
                    <a:pt x="10817" y="26618"/>
                  </a:lnTo>
                  <a:lnTo>
                    <a:pt x="10938" y="26638"/>
                  </a:lnTo>
                  <a:lnTo>
                    <a:pt x="11826" y="26739"/>
                  </a:lnTo>
                  <a:lnTo>
                    <a:pt x="12693" y="26820"/>
                  </a:lnTo>
                  <a:lnTo>
                    <a:pt x="13561" y="26880"/>
                  </a:lnTo>
                  <a:lnTo>
                    <a:pt x="14429" y="26941"/>
                  </a:lnTo>
                  <a:lnTo>
                    <a:pt x="15276" y="27001"/>
                  </a:lnTo>
                  <a:lnTo>
                    <a:pt x="16124" y="27022"/>
                  </a:lnTo>
                  <a:lnTo>
                    <a:pt x="16971" y="27042"/>
                  </a:lnTo>
                  <a:lnTo>
                    <a:pt x="17799" y="27062"/>
                  </a:lnTo>
                  <a:lnTo>
                    <a:pt x="18828" y="27042"/>
                  </a:lnTo>
                  <a:lnTo>
                    <a:pt x="19857" y="27022"/>
                  </a:lnTo>
                  <a:lnTo>
                    <a:pt x="20866" y="26961"/>
                  </a:lnTo>
                  <a:lnTo>
                    <a:pt x="21855" y="26880"/>
                  </a:lnTo>
                  <a:lnTo>
                    <a:pt x="23268" y="26759"/>
                  </a:lnTo>
                  <a:lnTo>
                    <a:pt x="24680" y="26598"/>
                  </a:lnTo>
                  <a:lnTo>
                    <a:pt x="26093" y="26436"/>
                  </a:lnTo>
                  <a:lnTo>
                    <a:pt x="27505" y="26255"/>
                  </a:lnTo>
                  <a:lnTo>
                    <a:pt x="30270" y="25871"/>
                  </a:lnTo>
                  <a:lnTo>
                    <a:pt x="32914" y="25468"/>
                  </a:lnTo>
                  <a:lnTo>
                    <a:pt x="34790" y="25205"/>
                  </a:lnTo>
                  <a:lnTo>
                    <a:pt x="36506" y="24943"/>
                  </a:lnTo>
                  <a:lnTo>
                    <a:pt x="37091" y="24862"/>
                  </a:lnTo>
                  <a:lnTo>
                    <a:pt x="37656" y="24721"/>
                  </a:lnTo>
                  <a:lnTo>
                    <a:pt x="38221" y="24539"/>
                  </a:lnTo>
                  <a:lnTo>
                    <a:pt x="38766" y="24338"/>
                  </a:lnTo>
                  <a:lnTo>
                    <a:pt x="39311" y="24096"/>
                  </a:lnTo>
                  <a:lnTo>
                    <a:pt x="39835" y="23833"/>
                  </a:lnTo>
                  <a:lnTo>
                    <a:pt x="40340" y="23530"/>
                  </a:lnTo>
                  <a:lnTo>
                    <a:pt x="40824" y="23208"/>
                  </a:lnTo>
                  <a:lnTo>
                    <a:pt x="41309" y="22824"/>
                  </a:lnTo>
                  <a:lnTo>
                    <a:pt x="41753" y="22421"/>
                  </a:lnTo>
                  <a:lnTo>
                    <a:pt x="42156" y="21977"/>
                  </a:lnTo>
                  <a:lnTo>
                    <a:pt x="42540" y="21533"/>
                  </a:lnTo>
                  <a:lnTo>
                    <a:pt x="42862" y="21069"/>
                  </a:lnTo>
                  <a:lnTo>
                    <a:pt x="43145" y="20584"/>
                  </a:lnTo>
                  <a:lnTo>
                    <a:pt x="43387" y="20080"/>
                  </a:lnTo>
                  <a:lnTo>
                    <a:pt x="43589" y="19555"/>
                  </a:lnTo>
                  <a:lnTo>
                    <a:pt x="43690" y="19172"/>
                  </a:lnTo>
                  <a:lnTo>
                    <a:pt x="43771" y="18788"/>
                  </a:lnTo>
                  <a:lnTo>
                    <a:pt x="43851" y="18385"/>
                  </a:lnTo>
                  <a:lnTo>
                    <a:pt x="43892" y="18001"/>
                  </a:lnTo>
                  <a:lnTo>
                    <a:pt x="43952" y="17194"/>
                  </a:lnTo>
                  <a:lnTo>
                    <a:pt x="43993" y="16407"/>
                  </a:lnTo>
                  <a:lnTo>
                    <a:pt x="44013" y="15761"/>
                  </a:lnTo>
                  <a:lnTo>
                    <a:pt x="44053" y="15115"/>
                  </a:lnTo>
                  <a:lnTo>
                    <a:pt x="44114" y="14449"/>
                  </a:lnTo>
                  <a:lnTo>
                    <a:pt x="44174" y="14147"/>
                  </a:lnTo>
                  <a:lnTo>
                    <a:pt x="44235" y="13824"/>
                  </a:lnTo>
                  <a:lnTo>
                    <a:pt x="44376" y="13319"/>
                  </a:lnTo>
                  <a:lnTo>
                    <a:pt x="44537" y="12815"/>
                  </a:lnTo>
                  <a:lnTo>
                    <a:pt x="44739" y="12351"/>
                  </a:lnTo>
                  <a:lnTo>
                    <a:pt x="44981" y="11887"/>
                  </a:lnTo>
                  <a:lnTo>
                    <a:pt x="45224" y="11443"/>
                  </a:lnTo>
                  <a:lnTo>
                    <a:pt x="45506" y="11019"/>
                  </a:lnTo>
                  <a:lnTo>
                    <a:pt x="45809" y="10595"/>
                  </a:lnTo>
                  <a:lnTo>
                    <a:pt x="46152" y="10191"/>
                  </a:lnTo>
                  <a:lnTo>
                    <a:pt x="46475" y="9788"/>
                  </a:lnTo>
                  <a:lnTo>
                    <a:pt x="46838" y="9404"/>
                  </a:lnTo>
                  <a:lnTo>
                    <a:pt x="47201" y="9021"/>
                  </a:lnTo>
                  <a:lnTo>
                    <a:pt x="47585" y="8658"/>
                  </a:lnTo>
                  <a:lnTo>
                    <a:pt x="48372" y="7911"/>
                  </a:lnTo>
                  <a:lnTo>
                    <a:pt x="49159" y="7185"/>
                  </a:lnTo>
                  <a:lnTo>
                    <a:pt x="50329" y="6135"/>
                  </a:lnTo>
                  <a:lnTo>
                    <a:pt x="50894" y="5590"/>
                  </a:lnTo>
                  <a:lnTo>
                    <a:pt x="51459" y="5025"/>
                  </a:lnTo>
                  <a:lnTo>
                    <a:pt x="51742" y="4702"/>
                  </a:lnTo>
                  <a:lnTo>
                    <a:pt x="52024" y="4359"/>
                  </a:lnTo>
                  <a:lnTo>
                    <a:pt x="52266" y="3976"/>
                  </a:lnTo>
                  <a:lnTo>
                    <a:pt x="52387" y="3774"/>
                  </a:lnTo>
                  <a:lnTo>
                    <a:pt x="52468" y="3572"/>
                  </a:lnTo>
                  <a:lnTo>
                    <a:pt x="52569" y="3371"/>
                  </a:lnTo>
                  <a:lnTo>
                    <a:pt x="52630" y="3169"/>
                  </a:lnTo>
                  <a:lnTo>
                    <a:pt x="52670" y="2947"/>
                  </a:lnTo>
                  <a:lnTo>
                    <a:pt x="52710" y="2745"/>
                  </a:lnTo>
                  <a:lnTo>
                    <a:pt x="52710" y="2523"/>
                  </a:lnTo>
                  <a:lnTo>
                    <a:pt x="52690" y="2321"/>
                  </a:lnTo>
                  <a:lnTo>
                    <a:pt x="52650" y="2099"/>
                  </a:lnTo>
                  <a:lnTo>
                    <a:pt x="52569" y="1897"/>
                  </a:lnTo>
                  <a:lnTo>
                    <a:pt x="52468" y="1716"/>
                  </a:lnTo>
                  <a:lnTo>
                    <a:pt x="52367" y="1534"/>
                  </a:lnTo>
                  <a:lnTo>
                    <a:pt x="52226" y="1373"/>
                  </a:lnTo>
                  <a:lnTo>
                    <a:pt x="52065" y="1211"/>
                  </a:lnTo>
                  <a:lnTo>
                    <a:pt x="51883" y="1070"/>
                  </a:lnTo>
                  <a:lnTo>
                    <a:pt x="51661" y="909"/>
                  </a:lnTo>
                  <a:lnTo>
                    <a:pt x="51439" y="788"/>
                  </a:lnTo>
                  <a:lnTo>
                    <a:pt x="51197" y="666"/>
                  </a:lnTo>
                  <a:lnTo>
                    <a:pt x="50894" y="525"/>
                  </a:lnTo>
                  <a:lnTo>
                    <a:pt x="50571" y="424"/>
                  </a:lnTo>
                  <a:lnTo>
                    <a:pt x="50269" y="323"/>
                  </a:lnTo>
                  <a:lnTo>
                    <a:pt x="49946" y="243"/>
                  </a:lnTo>
                  <a:lnTo>
                    <a:pt x="49623" y="182"/>
                  </a:lnTo>
                  <a:lnTo>
                    <a:pt x="49300" y="122"/>
                  </a:lnTo>
                  <a:lnTo>
                    <a:pt x="48654" y="41"/>
                  </a:lnTo>
                  <a:lnTo>
                    <a:pt x="47988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20" name="Google Shape;1120;p15"/>
            <p:cNvSpPr/>
            <p:nvPr/>
          </p:nvSpPr>
          <p:spPr>
            <a:xfrm flipH="1">
              <a:off x="137216" y="3686958"/>
              <a:ext cx="2259893" cy="1045918"/>
            </a:xfrm>
            <a:custGeom>
              <a:rect b="b" l="l" r="r" t="t"/>
              <a:pathLst>
                <a:path extrusionOk="0" h="18708" w="40422">
                  <a:moveTo>
                    <a:pt x="37434" y="81"/>
                  </a:moveTo>
                  <a:lnTo>
                    <a:pt x="37919" y="101"/>
                  </a:lnTo>
                  <a:lnTo>
                    <a:pt x="38403" y="162"/>
                  </a:lnTo>
                  <a:lnTo>
                    <a:pt x="38887" y="263"/>
                  </a:lnTo>
                  <a:lnTo>
                    <a:pt x="39372" y="384"/>
                  </a:lnTo>
                  <a:lnTo>
                    <a:pt x="39634" y="485"/>
                  </a:lnTo>
                  <a:lnTo>
                    <a:pt x="39796" y="566"/>
                  </a:lnTo>
                  <a:lnTo>
                    <a:pt x="39957" y="666"/>
                  </a:lnTo>
                  <a:lnTo>
                    <a:pt x="40098" y="808"/>
                  </a:lnTo>
                  <a:lnTo>
                    <a:pt x="40219" y="949"/>
                  </a:lnTo>
                  <a:lnTo>
                    <a:pt x="40260" y="1030"/>
                  </a:lnTo>
                  <a:lnTo>
                    <a:pt x="40300" y="1110"/>
                  </a:lnTo>
                  <a:lnTo>
                    <a:pt x="40320" y="1211"/>
                  </a:lnTo>
                  <a:lnTo>
                    <a:pt x="40340" y="1292"/>
                  </a:lnTo>
                  <a:lnTo>
                    <a:pt x="40320" y="1413"/>
                  </a:lnTo>
                  <a:lnTo>
                    <a:pt x="40300" y="1534"/>
                  </a:lnTo>
                  <a:lnTo>
                    <a:pt x="40260" y="1655"/>
                  </a:lnTo>
                  <a:lnTo>
                    <a:pt x="40199" y="1756"/>
                  </a:lnTo>
                  <a:lnTo>
                    <a:pt x="40058" y="1958"/>
                  </a:lnTo>
                  <a:lnTo>
                    <a:pt x="39876" y="2160"/>
                  </a:lnTo>
                  <a:lnTo>
                    <a:pt x="39513" y="2523"/>
                  </a:lnTo>
                  <a:lnTo>
                    <a:pt x="39130" y="2886"/>
                  </a:lnTo>
                  <a:lnTo>
                    <a:pt x="38322" y="3572"/>
                  </a:lnTo>
                  <a:lnTo>
                    <a:pt x="37677" y="4117"/>
                  </a:lnTo>
                  <a:lnTo>
                    <a:pt x="37051" y="4682"/>
                  </a:lnTo>
                  <a:lnTo>
                    <a:pt x="36748" y="4985"/>
                  </a:lnTo>
                  <a:lnTo>
                    <a:pt x="36466" y="5308"/>
                  </a:lnTo>
                  <a:lnTo>
                    <a:pt x="36203" y="5631"/>
                  </a:lnTo>
                  <a:lnTo>
                    <a:pt x="35961" y="5974"/>
                  </a:lnTo>
                  <a:lnTo>
                    <a:pt x="35719" y="6337"/>
                  </a:lnTo>
                  <a:lnTo>
                    <a:pt x="35517" y="6700"/>
                  </a:lnTo>
                  <a:lnTo>
                    <a:pt x="35336" y="7084"/>
                  </a:lnTo>
                  <a:lnTo>
                    <a:pt x="35174" y="7467"/>
                  </a:lnTo>
                  <a:lnTo>
                    <a:pt x="34872" y="8254"/>
                  </a:lnTo>
                  <a:lnTo>
                    <a:pt x="34589" y="9041"/>
                  </a:lnTo>
                  <a:lnTo>
                    <a:pt x="34307" y="9869"/>
                  </a:lnTo>
                  <a:lnTo>
                    <a:pt x="34145" y="10292"/>
                  </a:lnTo>
                  <a:lnTo>
                    <a:pt x="33984" y="10696"/>
                  </a:lnTo>
                  <a:lnTo>
                    <a:pt x="33802" y="11100"/>
                  </a:lnTo>
                  <a:lnTo>
                    <a:pt x="33600" y="11503"/>
                  </a:lnTo>
                  <a:lnTo>
                    <a:pt x="33378" y="11887"/>
                  </a:lnTo>
                  <a:lnTo>
                    <a:pt x="33136" y="12250"/>
                  </a:lnTo>
                  <a:lnTo>
                    <a:pt x="32914" y="12512"/>
                  </a:lnTo>
                  <a:lnTo>
                    <a:pt x="32712" y="12754"/>
                  </a:lnTo>
                  <a:lnTo>
                    <a:pt x="32470" y="12996"/>
                  </a:lnTo>
                  <a:lnTo>
                    <a:pt x="32228" y="13239"/>
                  </a:lnTo>
                  <a:lnTo>
                    <a:pt x="31986" y="13440"/>
                  </a:lnTo>
                  <a:lnTo>
                    <a:pt x="31724" y="13642"/>
                  </a:lnTo>
                  <a:lnTo>
                    <a:pt x="31199" y="14026"/>
                  </a:lnTo>
                  <a:lnTo>
                    <a:pt x="30634" y="14369"/>
                  </a:lnTo>
                  <a:lnTo>
                    <a:pt x="30069" y="14692"/>
                  </a:lnTo>
                  <a:lnTo>
                    <a:pt x="29504" y="14954"/>
                  </a:lnTo>
                  <a:lnTo>
                    <a:pt x="28939" y="15216"/>
                  </a:lnTo>
                  <a:lnTo>
                    <a:pt x="27970" y="15640"/>
                  </a:lnTo>
                  <a:lnTo>
                    <a:pt x="26961" y="16024"/>
                  </a:lnTo>
                  <a:lnTo>
                    <a:pt x="25952" y="16387"/>
                  </a:lnTo>
                  <a:lnTo>
                    <a:pt x="24923" y="16730"/>
                  </a:lnTo>
                  <a:lnTo>
                    <a:pt x="23873" y="17033"/>
                  </a:lnTo>
                  <a:lnTo>
                    <a:pt x="22804" y="17315"/>
                  </a:lnTo>
                  <a:lnTo>
                    <a:pt x="21714" y="17557"/>
                  </a:lnTo>
                  <a:lnTo>
                    <a:pt x="20604" y="17799"/>
                  </a:lnTo>
                  <a:lnTo>
                    <a:pt x="19494" y="18001"/>
                  </a:lnTo>
                  <a:lnTo>
                    <a:pt x="18344" y="18163"/>
                  </a:lnTo>
                  <a:lnTo>
                    <a:pt x="17194" y="18304"/>
                  </a:lnTo>
                  <a:lnTo>
                    <a:pt x="16023" y="18425"/>
                  </a:lnTo>
                  <a:lnTo>
                    <a:pt x="14833" y="18526"/>
                  </a:lnTo>
                  <a:lnTo>
                    <a:pt x="13622" y="18586"/>
                  </a:lnTo>
                  <a:lnTo>
                    <a:pt x="12391" y="18607"/>
                  </a:lnTo>
                  <a:lnTo>
                    <a:pt x="11160" y="18627"/>
                  </a:lnTo>
                  <a:lnTo>
                    <a:pt x="10091" y="18607"/>
                  </a:lnTo>
                  <a:lnTo>
                    <a:pt x="8981" y="18566"/>
                  </a:lnTo>
                  <a:lnTo>
                    <a:pt x="7810" y="18465"/>
                  </a:lnTo>
                  <a:lnTo>
                    <a:pt x="7205" y="18405"/>
                  </a:lnTo>
                  <a:lnTo>
                    <a:pt x="6599" y="18324"/>
                  </a:lnTo>
                  <a:lnTo>
                    <a:pt x="5994" y="18243"/>
                  </a:lnTo>
                  <a:lnTo>
                    <a:pt x="5368" y="18122"/>
                  </a:lnTo>
                  <a:lnTo>
                    <a:pt x="4763" y="17981"/>
                  </a:lnTo>
                  <a:lnTo>
                    <a:pt x="4137" y="17840"/>
                  </a:lnTo>
                  <a:lnTo>
                    <a:pt x="3532" y="17658"/>
                  </a:lnTo>
                  <a:lnTo>
                    <a:pt x="2927" y="17456"/>
                  </a:lnTo>
                  <a:lnTo>
                    <a:pt x="2321" y="17234"/>
                  </a:lnTo>
                  <a:lnTo>
                    <a:pt x="1716" y="16972"/>
                  </a:lnTo>
                  <a:lnTo>
                    <a:pt x="1312" y="16790"/>
                  </a:lnTo>
                  <a:lnTo>
                    <a:pt x="1131" y="16669"/>
                  </a:lnTo>
                  <a:lnTo>
                    <a:pt x="949" y="16548"/>
                  </a:lnTo>
                  <a:lnTo>
                    <a:pt x="767" y="16427"/>
                  </a:lnTo>
                  <a:lnTo>
                    <a:pt x="606" y="16286"/>
                  </a:lnTo>
                  <a:lnTo>
                    <a:pt x="465" y="16124"/>
                  </a:lnTo>
                  <a:lnTo>
                    <a:pt x="323" y="15963"/>
                  </a:lnTo>
                  <a:lnTo>
                    <a:pt x="243" y="15802"/>
                  </a:lnTo>
                  <a:lnTo>
                    <a:pt x="162" y="15640"/>
                  </a:lnTo>
                  <a:lnTo>
                    <a:pt x="122" y="15499"/>
                  </a:lnTo>
                  <a:lnTo>
                    <a:pt x="101" y="15337"/>
                  </a:lnTo>
                  <a:lnTo>
                    <a:pt x="81" y="15196"/>
                  </a:lnTo>
                  <a:lnTo>
                    <a:pt x="101" y="15055"/>
                  </a:lnTo>
                  <a:lnTo>
                    <a:pt x="122" y="14914"/>
                  </a:lnTo>
                  <a:lnTo>
                    <a:pt x="162" y="14772"/>
                  </a:lnTo>
                  <a:lnTo>
                    <a:pt x="222" y="14631"/>
                  </a:lnTo>
                  <a:lnTo>
                    <a:pt x="283" y="14490"/>
                  </a:lnTo>
                  <a:lnTo>
                    <a:pt x="444" y="14207"/>
                  </a:lnTo>
                  <a:lnTo>
                    <a:pt x="646" y="13945"/>
                  </a:lnTo>
                  <a:lnTo>
                    <a:pt x="868" y="13703"/>
                  </a:lnTo>
                  <a:lnTo>
                    <a:pt x="1453" y="13077"/>
                  </a:lnTo>
                  <a:lnTo>
                    <a:pt x="2059" y="12472"/>
                  </a:lnTo>
                  <a:lnTo>
                    <a:pt x="2684" y="11887"/>
                  </a:lnTo>
                  <a:lnTo>
                    <a:pt x="3310" y="11322"/>
                  </a:lnTo>
                  <a:lnTo>
                    <a:pt x="3936" y="10797"/>
                  </a:lnTo>
                  <a:lnTo>
                    <a:pt x="4602" y="10272"/>
                  </a:lnTo>
                  <a:lnTo>
                    <a:pt x="5267" y="9768"/>
                  </a:lnTo>
                  <a:lnTo>
                    <a:pt x="5974" y="9283"/>
                  </a:lnTo>
                  <a:lnTo>
                    <a:pt x="6680" y="8819"/>
                  </a:lnTo>
                  <a:lnTo>
                    <a:pt x="7427" y="8355"/>
                  </a:lnTo>
                  <a:lnTo>
                    <a:pt x="8173" y="7891"/>
                  </a:lnTo>
                  <a:lnTo>
                    <a:pt x="8960" y="7467"/>
                  </a:lnTo>
                  <a:lnTo>
                    <a:pt x="9808" y="7003"/>
                  </a:lnTo>
                  <a:lnTo>
                    <a:pt x="10676" y="6579"/>
                  </a:lnTo>
                  <a:lnTo>
                    <a:pt x="11564" y="6155"/>
                  </a:lnTo>
                  <a:lnTo>
                    <a:pt x="12492" y="5752"/>
                  </a:lnTo>
                  <a:lnTo>
                    <a:pt x="13380" y="5389"/>
                  </a:lnTo>
                  <a:lnTo>
                    <a:pt x="14268" y="5046"/>
                  </a:lnTo>
                  <a:lnTo>
                    <a:pt x="15176" y="4702"/>
                  </a:lnTo>
                  <a:lnTo>
                    <a:pt x="16084" y="4380"/>
                  </a:lnTo>
                  <a:lnTo>
                    <a:pt x="17012" y="4077"/>
                  </a:lnTo>
                  <a:lnTo>
                    <a:pt x="17920" y="3794"/>
                  </a:lnTo>
                  <a:lnTo>
                    <a:pt x="18849" y="3512"/>
                  </a:lnTo>
                  <a:lnTo>
                    <a:pt x="19777" y="3270"/>
                  </a:lnTo>
                  <a:lnTo>
                    <a:pt x="21613" y="2765"/>
                  </a:lnTo>
                  <a:lnTo>
                    <a:pt x="23470" y="2321"/>
                  </a:lnTo>
                  <a:lnTo>
                    <a:pt x="25286" y="1918"/>
                  </a:lnTo>
                  <a:lnTo>
                    <a:pt x="27102" y="1534"/>
                  </a:lnTo>
                  <a:lnTo>
                    <a:pt x="29362" y="1070"/>
                  </a:lnTo>
                  <a:lnTo>
                    <a:pt x="30452" y="868"/>
                  </a:lnTo>
                  <a:lnTo>
                    <a:pt x="31502" y="687"/>
                  </a:lnTo>
                  <a:lnTo>
                    <a:pt x="32531" y="525"/>
                  </a:lnTo>
                  <a:lnTo>
                    <a:pt x="33560" y="384"/>
                  </a:lnTo>
                  <a:lnTo>
                    <a:pt x="34569" y="263"/>
                  </a:lnTo>
                  <a:lnTo>
                    <a:pt x="35578" y="162"/>
                  </a:lnTo>
                  <a:lnTo>
                    <a:pt x="36486" y="81"/>
                  </a:lnTo>
                  <a:close/>
                  <a:moveTo>
                    <a:pt x="36486" y="1"/>
                  </a:moveTo>
                  <a:lnTo>
                    <a:pt x="35558" y="81"/>
                  </a:lnTo>
                  <a:lnTo>
                    <a:pt x="34549" y="182"/>
                  </a:lnTo>
                  <a:lnTo>
                    <a:pt x="33540" y="303"/>
                  </a:lnTo>
                  <a:lnTo>
                    <a:pt x="32511" y="444"/>
                  </a:lnTo>
                  <a:lnTo>
                    <a:pt x="31481" y="606"/>
                  </a:lnTo>
                  <a:lnTo>
                    <a:pt x="30432" y="788"/>
                  </a:lnTo>
                  <a:lnTo>
                    <a:pt x="29362" y="989"/>
                  </a:lnTo>
                  <a:lnTo>
                    <a:pt x="27082" y="1453"/>
                  </a:lnTo>
                  <a:lnTo>
                    <a:pt x="25286" y="1837"/>
                  </a:lnTo>
                  <a:lnTo>
                    <a:pt x="23450" y="2241"/>
                  </a:lnTo>
                  <a:lnTo>
                    <a:pt x="21593" y="2705"/>
                  </a:lnTo>
                  <a:lnTo>
                    <a:pt x="19757" y="3189"/>
                  </a:lnTo>
                  <a:lnTo>
                    <a:pt x="18828" y="3451"/>
                  </a:lnTo>
                  <a:lnTo>
                    <a:pt x="17900" y="3714"/>
                  </a:lnTo>
                  <a:lnTo>
                    <a:pt x="16992" y="3996"/>
                  </a:lnTo>
                  <a:lnTo>
                    <a:pt x="16064" y="4299"/>
                  </a:lnTo>
                  <a:lnTo>
                    <a:pt x="15156" y="4622"/>
                  </a:lnTo>
                  <a:lnTo>
                    <a:pt x="14248" y="4965"/>
                  </a:lnTo>
                  <a:lnTo>
                    <a:pt x="13339" y="5308"/>
                  </a:lnTo>
                  <a:lnTo>
                    <a:pt x="12452" y="5691"/>
                  </a:lnTo>
                  <a:lnTo>
                    <a:pt x="11543" y="6095"/>
                  </a:lnTo>
                  <a:lnTo>
                    <a:pt x="10635" y="6499"/>
                  </a:lnTo>
                  <a:lnTo>
                    <a:pt x="9768" y="6942"/>
                  </a:lnTo>
                  <a:lnTo>
                    <a:pt x="8920" y="7386"/>
                  </a:lnTo>
                  <a:lnTo>
                    <a:pt x="8133" y="7830"/>
                  </a:lnTo>
                  <a:lnTo>
                    <a:pt x="7386" y="8274"/>
                  </a:lnTo>
                  <a:lnTo>
                    <a:pt x="6640" y="8738"/>
                  </a:lnTo>
                  <a:lnTo>
                    <a:pt x="5933" y="9223"/>
                  </a:lnTo>
                  <a:lnTo>
                    <a:pt x="5227" y="9707"/>
                  </a:lnTo>
                  <a:lnTo>
                    <a:pt x="4541" y="10212"/>
                  </a:lnTo>
                  <a:lnTo>
                    <a:pt x="3895" y="10736"/>
                  </a:lnTo>
                  <a:lnTo>
                    <a:pt x="3270" y="11261"/>
                  </a:lnTo>
                  <a:lnTo>
                    <a:pt x="2624" y="11826"/>
                  </a:lnTo>
                  <a:lnTo>
                    <a:pt x="1998" y="12411"/>
                  </a:lnTo>
                  <a:lnTo>
                    <a:pt x="1393" y="13017"/>
                  </a:lnTo>
                  <a:lnTo>
                    <a:pt x="808" y="13642"/>
                  </a:lnTo>
                  <a:lnTo>
                    <a:pt x="586" y="13905"/>
                  </a:lnTo>
                  <a:lnTo>
                    <a:pt x="364" y="14187"/>
                  </a:lnTo>
                  <a:lnTo>
                    <a:pt x="202" y="14470"/>
                  </a:lnTo>
                  <a:lnTo>
                    <a:pt x="122" y="14611"/>
                  </a:lnTo>
                  <a:lnTo>
                    <a:pt x="81" y="14752"/>
                  </a:lnTo>
                  <a:lnTo>
                    <a:pt x="41" y="14893"/>
                  </a:lnTo>
                  <a:lnTo>
                    <a:pt x="0" y="15055"/>
                  </a:lnTo>
                  <a:lnTo>
                    <a:pt x="0" y="15196"/>
                  </a:lnTo>
                  <a:lnTo>
                    <a:pt x="0" y="15358"/>
                  </a:lnTo>
                  <a:lnTo>
                    <a:pt x="41" y="15519"/>
                  </a:lnTo>
                  <a:lnTo>
                    <a:pt x="101" y="15680"/>
                  </a:lnTo>
                  <a:lnTo>
                    <a:pt x="162" y="15842"/>
                  </a:lnTo>
                  <a:lnTo>
                    <a:pt x="263" y="16003"/>
                  </a:lnTo>
                  <a:lnTo>
                    <a:pt x="404" y="16185"/>
                  </a:lnTo>
                  <a:lnTo>
                    <a:pt x="545" y="16346"/>
                  </a:lnTo>
                  <a:lnTo>
                    <a:pt x="727" y="16488"/>
                  </a:lnTo>
                  <a:lnTo>
                    <a:pt x="888" y="16629"/>
                  </a:lnTo>
                  <a:lnTo>
                    <a:pt x="1090" y="16750"/>
                  </a:lnTo>
                  <a:lnTo>
                    <a:pt x="1272" y="16851"/>
                  </a:lnTo>
                  <a:lnTo>
                    <a:pt x="1675" y="17053"/>
                  </a:lnTo>
                  <a:lnTo>
                    <a:pt x="2281" y="17295"/>
                  </a:lnTo>
                  <a:lnTo>
                    <a:pt x="2886" y="17537"/>
                  </a:lnTo>
                  <a:lnTo>
                    <a:pt x="3512" y="17739"/>
                  </a:lnTo>
                  <a:lnTo>
                    <a:pt x="4117" y="17920"/>
                  </a:lnTo>
                  <a:lnTo>
                    <a:pt x="4743" y="18062"/>
                  </a:lnTo>
                  <a:lnTo>
                    <a:pt x="5348" y="18203"/>
                  </a:lnTo>
                  <a:lnTo>
                    <a:pt x="5974" y="18324"/>
                  </a:lnTo>
                  <a:lnTo>
                    <a:pt x="6579" y="18405"/>
                  </a:lnTo>
                  <a:lnTo>
                    <a:pt x="7185" y="18485"/>
                  </a:lnTo>
                  <a:lnTo>
                    <a:pt x="7790" y="18546"/>
                  </a:lnTo>
                  <a:lnTo>
                    <a:pt x="8960" y="18647"/>
                  </a:lnTo>
                  <a:lnTo>
                    <a:pt x="10091" y="18687"/>
                  </a:lnTo>
                  <a:lnTo>
                    <a:pt x="11160" y="18707"/>
                  </a:lnTo>
                  <a:lnTo>
                    <a:pt x="11443" y="18707"/>
                  </a:lnTo>
                  <a:lnTo>
                    <a:pt x="12653" y="18687"/>
                  </a:lnTo>
                  <a:lnTo>
                    <a:pt x="13864" y="18647"/>
                  </a:lnTo>
                  <a:lnTo>
                    <a:pt x="15055" y="18586"/>
                  </a:lnTo>
                  <a:lnTo>
                    <a:pt x="16225" y="18485"/>
                  </a:lnTo>
                  <a:lnTo>
                    <a:pt x="17376" y="18364"/>
                  </a:lnTo>
                  <a:lnTo>
                    <a:pt x="18526" y="18223"/>
                  </a:lnTo>
                  <a:lnTo>
                    <a:pt x="19636" y="18042"/>
                  </a:lnTo>
                  <a:lnTo>
                    <a:pt x="20746" y="17840"/>
                  </a:lnTo>
                  <a:lnTo>
                    <a:pt x="21835" y="17618"/>
                  </a:lnTo>
                  <a:lnTo>
                    <a:pt x="22905" y="17376"/>
                  </a:lnTo>
                  <a:lnTo>
                    <a:pt x="23974" y="17093"/>
                  </a:lnTo>
                  <a:lnTo>
                    <a:pt x="25004" y="16790"/>
                  </a:lnTo>
                  <a:lnTo>
                    <a:pt x="26033" y="16447"/>
                  </a:lnTo>
                  <a:lnTo>
                    <a:pt x="27022" y="16084"/>
                  </a:lnTo>
                  <a:lnTo>
                    <a:pt x="28010" y="15701"/>
                  </a:lnTo>
                  <a:lnTo>
                    <a:pt x="28979" y="15297"/>
                  </a:lnTo>
                  <a:lnTo>
                    <a:pt x="29544" y="15035"/>
                  </a:lnTo>
                  <a:lnTo>
                    <a:pt x="30109" y="14752"/>
                  </a:lnTo>
                  <a:lnTo>
                    <a:pt x="30674" y="14449"/>
                  </a:lnTo>
                  <a:lnTo>
                    <a:pt x="31239" y="14086"/>
                  </a:lnTo>
                  <a:lnTo>
                    <a:pt x="31784" y="13703"/>
                  </a:lnTo>
                  <a:lnTo>
                    <a:pt x="32046" y="13501"/>
                  </a:lnTo>
                  <a:lnTo>
                    <a:pt x="32289" y="13279"/>
                  </a:lnTo>
                  <a:lnTo>
                    <a:pt x="32531" y="13057"/>
                  </a:lnTo>
                  <a:lnTo>
                    <a:pt x="32773" y="12815"/>
                  </a:lnTo>
                  <a:lnTo>
                    <a:pt x="32995" y="12553"/>
                  </a:lnTo>
                  <a:lnTo>
                    <a:pt x="33197" y="12290"/>
                  </a:lnTo>
                  <a:lnTo>
                    <a:pt x="33439" y="11927"/>
                  </a:lnTo>
                  <a:lnTo>
                    <a:pt x="33661" y="11544"/>
                  </a:lnTo>
                  <a:lnTo>
                    <a:pt x="33863" y="11140"/>
                  </a:lnTo>
                  <a:lnTo>
                    <a:pt x="34044" y="10736"/>
                  </a:lnTo>
                  <a:lnTo>
                    <a:pt x="34226" y="10333"/>
                  </a:lnTo>
                  <a:lnTo>
                    <a:pt x="34367" y="9909"/>
                  </a:lnTo>
                  <a:lnTo>
                    <a:pt x="34670" y="9061"/>
                  </a:lnTo>
                  <a:lnTo>
                    <a:pt x="34952" y="8274"/>
                  </a:lnTo>
                  <a:lnTo>
                    <a:pt x="35235" y="7487"/>
                  </a:lnTo>
                  <a:lnTo>
                    <a:pt x="35416" y="7104"/>
                  </a:lnTo>
                  <a:lnTo>
                    <a:pt x="35598" y="6741"/>
                  </a:lnTo>
                  <a:lnTo>
                    <a:pt x="35800" y="6377"/>
                  </a:lnTo>
                  <a:lnTo>
                    <a:pt x="36022" y="6014"/>
                  </a:lnTo>
                  <a:lnTo>
                    <a:pt x="36264" y="5671"/>
                  </a:lnTo>
                  <a:lnTo>
                    <a:pt x="36526" y="5348"/>
                  </a:lnTo>
                  <a:lnTo>
                    <a:pt x="36809" y="5046"/>
                  </a:lnTo>
                  <a:lnTo>
                    <a:pt x="37112" y="4743"/>
                  </a:lnTo>
                  <a:lnTo>
                    <a:pt x="37737" y="4178"/>
                  </a:lnTo>
                  <a:lnTo>
                    <a:pt x="38383" y="3633"/>
                  </a:lnTo>
                  <a:lnTo>
                    <a:pt x="39170" y="2947"/>
                  </a:lnTo>
                  <a:lnTo>
                    <a:pt x="39574" y="2584"/>
                  </a:lnTo>
                  <a:lnTo>
                    <a:pt x="39937" y="2200"/>
                  </a:lnTo>
                  <a:lnTo>
                    <a:pt x="40118" y="2019"/>
                  </a:lnTo>
                  <a:lnTo>
                    <a:pt x="40280" y="1797"/>
                  </a:lnTo>
                  <a:lnTo>
                    <a:pt x="40340" y="1675"/>
                  </a:lnTo>
                  <a:lnTo>
                    <a:pt x="40381" y="1554"/>
                  </a:lnTo>
                  <a:lnTo>
                    <a:pt x="40401" y="1433"/>
                  </a:lnTo>
                  <a:lnTo>
                    <a:pt x="40421" y="1292"/>
                  </a:lnTo>
                  <a:lnTo>
                    <a:pt x="40401" y="1191"/>
                  </a:lnTo>
                  <a:lnTo>
                    <a:pt x="40381" y="1090"/>
                  </a:lnTo>
                  <a:lnTo>
                    <a:pt x="40340" y="989"/>
                  </a:lnTo>
                  <a:lnTo>
                    <a:pt x="40280" y="909"/>
                  </a:lnTo>
                  <a:lnTo>
                    <a:pt x="40159" y="747"/>
                  </a:lnTo>
                  <a:lnTo>
                    <a:pt x="40018" y="626"/>
                  </a:lnTo>
                  <a:lnTo>
                    <a:pt x="39836" y="505"/>
                  </a:lnTo>
                  <a:lnTo>
                    <a:pt x="39674" y="424"/>
                  </a:lnTo>
                  <a:lnTo>
                    <a:pt x="39392" y="303"/>
                  </a:lnTo>
                  <a:lnTo>
                    <a:pt x="38908" y="182"/>
                  </a:lnTo>
                  <a:lnTo>
                    <a:pt x="38423" y="81"/>
                  </a:lnTo>
                  <a:lnTo>
                    <a:pt x="37939" y="21"/>
                  </a:lnTo>
                  <a:lnTo>
                    <a:pt x="37455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21" name="Google Shape;1121;p15"/>
            <p:cNvSpPr/>
            <p:nvPr/>
          </p:nvSpPr>
          <p:spPr>
            <a:xfrm flipH="1">
              <a:off x="995811" y="4204819"/>
              <a:ext cx="235874" cy="188464"/>
            </a:xfrm>
            <a:custGeom>
              <a:rect b="b" l="l" r="r" t="t"/>
              <a:pathLst>
                <a:path extrusionOk="0" h="3371" w="4219">
                  <a:moveTo>
                    <a:pt x="3875" y="81"/>
                  </a:moveTo>
                  <a:lnTo>
                    <a:pt x="3976" y="101"/>
                  </a:lnTo>
                  <a:lnTo>
                    <a:pt x="4057" y="182"/>
                  </a:lnTo>
                  <a:lnTo>
                    <a:pt x="4097" y="263"/>
                  </a:lnTo>
                  <a:lnTo>
                    <a:pt x="4137" y="363"/>
                  </a:lnTo>
                  <a:lnTo>
                    <a:pt x="4137" y="464"/>
                  </a:lnTo>
                  <a:lnTo>
                    <a:pt x="4137" y="585"/>
                  </a:lnTo>
                  <a:lnTo>
                    <a:pt x="4077" y="807"/>
                  </a:lnTo>
                  <a:lnTo>
                    <a:pt x="3936" y="1130"/>
                  </a:lnTo>
                  <a:lnTo>
                    <a:pt x="3794" y="1433"/>
                  </a:lnTo>
                  <a:lnTo>
                    <a:pt x="3613" y="1715"/>
                  </a:lnTo>
                  <a:lnTo>
                    <a:pt x="3411" y="1998"/>
                  </a:lnTo>
                  <a:lnTo>
                    <a:pt x="3189" y="2240"/>
                  </a:lnTo>
                  <a:lnTo>
                    <a:pt x="2947" y="2482"/>
                  </a:lnTo>
                  <a:lnTo>
                    <a:pt x="2684" y="2684"/>
                  </a:lnTo>
                  <a:lnTo>
                    <a:pt x="2422" y="2866"/>
                  </a:lnTo>
                  <a:lnTo>
                    <a:pt x="2180" y="2967"/>
                  </a:lnTo>
                  <a:lnTo>
                    <a:pt x="1897" y="3088"/>
                  </a:lnTo>
                  <a:lnTo>
                    <a:pt x="1575" y="3189"/>
                  </a:lnTo>
                  <a:lnTo>
                    <a:pt x="1252" y="3249"/>
                  </a:lnTo>
                  <a:lnTo>
                    <a:pt x="929" y="3290"/>
                  </a:lnTo>
                  <a:lnTo>
                    <a:pt x="626" y="3290"/>
                  </a:lnTo>
                  <a:lnTo>
                    <a:pt x="505" y="3269"/>
                  </a:lnTo>
                  <a:lnTo>
                    <a:pt x="384" y="3249"/>
                  </a:lnTo>
                  <a:lnTo>
                    <a:pt x="283" y="3209"/>
                  </a:lnTo>
                  <a:lnTo>
                    <a:pt x="202" y="3148"/>
                  </a:lnTo>
                  <a:lnTo>
                    <a:pt x="142" y="3088"/>
                  </a:lnTo>
                  <a:lnTo>
                    <a:pt x="122" y="3007"/>
                  </a:lnTo>
                  <a:lnTo>
                    <a:pt x="101" y="2926"/>
                  </a:lnTo>
                  <a:lnTo>
                    <a:pt x="81" y="2846"/>
                  </a:lnTo>
                  <a:lnTo>
                    <a:pt x="101" y="2745"/>
                  </a:lnTo>
                  <a:lnTo>
                    <a:pt x="122" y="2624"/>
                  </a:lnTo>
                  <a:lnTo>
                    <a:pt x="222" y="2381"/>
                  </a:lnTo>
                  <a:lnTo>
                    <a:pt x="344" y="2159"/>
                  </a:lnTo>
                  <a:lnTo>
                    <a:pt x="485" y="1958"/>
                  </a:lnTo>
                  <a:lnTo>
                    <a:pt x="666" y="1756"/>
                  </a:lnTo>
                  <a:lnTo>
                    <a:pt x="848" y="1574"/>
                  </a:lnTo>
                  <a:lnTo>
                    <a:pt x="1070" y="1393"/>
                  </a:lnTo>
                  <a:lnTo>
                    <a:pt x="1292" y="1231"/>
                  </a:lnTo>
                  <a:lnTo>
                    <a:pt x="1534" y="1070"/>
                  </a:lnTo>
                  <a:lnTo>
                    <a:pt x="1776" y="928"/>
                  </a:lnTo>
                  <a:lnTo>
                    <a:pt x="2261" y="666"/>
                  </a:lnTo>
                  <a:lnTo>
                    <a:pt x="2765" y="444"/>
                  </a:lnTo>
                  <a:lnTo>
                    <a:pt x="3229" y="263"/>
                  </a:lnTo>
                  <a:lnTo>
                    <a:pt x="3653" y="101"/>
                  </a:lnTo>
                  <a:lnTo>
                    <a:pt x="3774" y="81"/>
                  </a:lnTo>
                  <a:close/>
                  <a:moveTo>
                    <a:pt x="3754" y="0"/>
                  </a:moveTo>
                  <a:lnTo>
                    <a:pt x="3633" y="41"/>
                  </a:lnTo>
                  <a:lnTo>
                    <a:pt x="3209" y="182"/>
                  </a:lnTo>
                  <a:lnTo>
                    <a:pt x="2725" y="363"/>
                  </a:lnTo>
                  <a:lnTo>
                    <a:pt x="2220" y="606"/>
                  </a:lnTo>
                  <a:lnTo>
                    <a:pt x="1716" y="868"/>
                  </a:lnTo>
                  <a:lnTo>
                    <a:pt x="1474" y="1009"/>
                  </a:lnTo>
                  <a:lnTo>
                    <a:pt x="1231" y="1171"/>
                  </a:lnTo>
                  <a:lnTo>
                    <a:pt x="1009" y="1352"/>
                  </a:lnTo>
                  <a:lnTo>
                    <a:pt x="787" y="1514"/>
                  </a:lnTo>
                  <a:lnTo>
                    <a:pt x="606" y="1715"/>
                  </a:lnTo>
                  <a:lnTo>
                    <a:pt x="424" y="1917"/>
                  </a:lnTo>
                  <a:lnTo>
                    <a:pt x="283" y="2119"/>
                  </a:lnTo>
                  <a:lnTo>
                    <a:pt x="142" y="2341"/>
                  </a:lnTo>
                  <a:lnTo>
                    <a:pt x="81" y="2482"/>
                  </a:lnTo>
                  <a:lnTo>
                    <a:pt x="41" y="2624"/>
                  </a:lnTo>
                  <a:lnTo>
                    <a:pt x="21" y="2745"/>
                  </a:lnTo>
                  <a:lnTo>
                    <a:pt x="0" y="2866"/>
                  </a:lnTo>
                  <a:lnTo>
                    <a:pt x="21" y="2967"/>
                  </a:lnTo>
                  <a:lnTo>
                    <a:pt x="41" y="3047"/>
                  </a:lnTo>
                  <a:lnTo>
                    <a:pt x="81" y="3128"/>
                  </a:lnTo>
                  <a:lnTo>
                    <a:pt x="142" y="3209"/>
                  </a:lnTo>
                  <a:lnTo>
                    <a:pt x="263" y="3290"/>
                  </a:lnTo>
                  <a:lnTo>
                    <a:pt x="404" y="3330"/>
                  </a:lnTo>
                  <a:lnTo>
                    <a:pt x="586" y="3370"/>
                  </a:lnTo>
                  <a:lnTo>
                    <a:pt x="989" y="3370"/>
                  </a:lnTo>
                  <a:lnTo>
                    <a:pt x="1211" y="3350"/>
                  </a:lnTo>
                  <a:lnTo>
                    <a:pt x="1453" y="3290"/>
                  </a:lnTo>
                  <a:lnTo>
                    <a:pt x="1675" y="3229"/>
                  </a:lnTo>
                  <a:lnTo>
                    <a:pt x="2119" y="3088"/>
                  </a:lnTo>
                  <a:lnTo>
                    <a:pt x="2301" y="3007"/>
                  </a:lnTo>
                  <a:lnTo>
                    <a:pt x="2462" y="2926"/>
                  </a:lnTo>
                  <a:lnTo>
                    <a:pt x="2745" y="2745"/>
                  </a:lnTo>
                  <a:lnTo>
                    <a:pt x="3007" y="2543"/>
                  </a:lnTo>
                  <a:lnTo>
                    <a:pt x="3249" y="2301"/>
                  </a:lnTo>
                  <a:lnTo>
                    <a:pt x="3471" y="2038"/>
                  </a:lnTo>
                  <a:lnTo>
                    <a:pt x="3673" y="1776"/>
                  </a:lnTo>
                  <a:lnTo>
                    <a:pt x="3855" y="1473"/>
                  </a:lnTo>
                  <a:lnTo>
                    <a:pt x="4016" y="1150"/>
                  </a:lnTo>
                  <a:lnTo>
                    <a:pt x="4137" y="828"/>
                  </a:lnTo>
                  <a:lnTo>
                    <a:pt x="4218" y="585"/>
                  </a:lnTo>
                  <a:lnTo>
                    <a:pt x="4218" y="464"/>
                  </a:lnTo>
                  <a:lnTo>
                    <a:pt x="4218" y="343"/>
                  </a:lnTo>
                  <a:lnTo>
                    <a:pt x="4178" y="222"/>
                  </a:lnTo>
                  <a:lnTo>
                    <a:pt x="4097" y="121"/>
                  </a:lnTo>
                  <a:lnTo>
                    <a:pt x="3996" y="41"/>
                  </a:lnTo>
                  <a:lnTo>
                    <a:pt x="3956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122" name="Google Shape;1122;p15"/>
          <p:cNvSpPr/>
          <p:nvPr/>
        </p:nvSpPr>
        <p:spPr>
          <a:xfrm rot="1768943">
            <a:off x="-573228" y="1847838"/>
            <a:ext cx="1596426" cy="1802947"/>
          </a:xfrm>
          <a:custGeom>
            <a:rect b="b" l="l" r="r" t="t"/>
            <a:pathLst>
              <a:path extrusionOk="0" h="32249" w="28555">
                <a:moveTo>
                  <a:pt x="20483" y="82"/>
                </a:moveTo>
                <a:lnTo>
                  <a:pt x="20947" y="102"/>
                </a:lnTo>
                <a:lnTo>
                  <a:pt x="21411" y="122"/>
                </a:lnTo>
                <a:lnTo>
                  <a:pt x="21875" y="203"/>
                </a:lnTo>
                <a:lnTo>
                  <a:pt x="22319" y="283"/>
                </a:lnTo>
                <a:lnTo>
                  <a:pt x="22763" y="404"/>
                </a:lnTo>
                <a:lnTo>
                  <a:pt x="23187" y="566"/>
                </a:lnTo>
                <a:lnTo>
                  <a:pt x="23611" y="748"/>
                </a:lnTo>
                <a:lnTo>
                  <a:pt x="23994" y="949"/>
                </a:lnTo>
                <a:lnTo>
                  <a:pt x="24378" y="1191"/>
                </a:lnTo>
                <a:lnTo>
                  <a:pt x="24741" y="1454"/>
                </a:lnTo>
                <a:lnTo>
                  <a:pt x="25124" y="1777"/>
                </a:lnTo>
                <a:lnTo>
                  <a:pt x="25487" y="2140"/>
                </a:lnTo>
                <a:lnTo>
                  <a:pt x="25851" y="2564"/>
                </a:lnTo>
                <a:lnTo>
                  <a:pt x="26174" y="3008"/>
                </a:lnTo>
                <a:lnTo>
                  <a:pt x="26496" y="3492"/>
                </a:lnTo>
                <a:lnTo>
                  <a:pt x="26779" y="4017"/>
                </a:lnTo>
                <a:lnTo>
                  <a:pt x="27062" y="4582"/>
                </a:lnTo>
                <a:lnTo>
                  <a:pt x="27324" y="5187"/>
                </a:lnTo>
                <a:lnTo>
                  <a:pt x="27546" y="5772"/>
                </a:lnTo>
                <a:lnTo>
                  <a:pt x="27748" y="6358"/>
                </a:lnTo>
                <a:lnTo>
                  <a:pt x="27909" y="6943"/>
                </a:lnTo>
                <a:lnTo>
                  <a:pt x="28071" y="7548"/>
                </a:lnTo>
                <a:lnTo>
                  <a:pt x="28192" y="8154"/>
                </a:lnTo>
                <a:lnTo>
                  <a:pt x="28293" y="8739"/>
                </a:lnTo>
                <a:lnTo>
                  <a:pt x="28373" y="9344"/>
                </a:lnTo>
                <a:lnTo>
                  <a:pt x="28434" y="9950"/>
                </a:lnTo>
                <a:lnTo>
                  <a:pt x="28474" y="10555"/>
                </a:lnTo>
                <a:lnTo>
                  <a:pt x="28474" y="11160"/>
                </a:lnTo>
                <a:lnTo>
                  <a:pt x="28474" y="11766"/>
                </a:lnTo>
                <a:lnTo>
                  <a:pt x="28434" y="12371"/>
                </a:lnTo>
                <a:lnTo>
                  <a:pt x="28373" y="12977"/>
                </a:lnTo>
                <a:lnTo>
                  <a:pt x="28272" y="13562"/>
                </a:lnTo>
                <a:lnTo>
                  <a:pt x="28171" y="14167"/>
                </a:lnTo>
                <a:lnTo>
                  <a:pt x="28030" y="14732"/>
                </a:lnTo>
                <a:lnTo>
                  <a:pt x="27869" y="15338"/>
                </a:lnTo>
                <a:lnTo>
                  <a:pt x="27667" y="15923"/>
                </a:lnTo>
                <a:lnTo>
                  <a:pt x="27465" y="16488"/>
                </a:lnTo>
                <a:lnTo>
                  <a:pt x="27223" y="17053"/>
                </a:lnTo>
                <a:lnTo>
                  <a:pt x="26961" y="17618"/>
                </a:lnTo>
                <a:lnTo>
                  <a:pt x="26678" y="18143"/>
                </a:lnTo>
                <a:lnTo>
                  <a:pt x="26355" y="18667"/>
                </a:lnTo>
                <a:lnTo>
                  <a:pt x="26032" y="19192"/>
                </a:lnTo>
                <a:lnTo>
                  <a:pt x="25669" y="19676"/>
                </a:lnTo>
                <a:lnTo>
                  <a:pt x="25306" y="20161"/>
                </a:lnTo>
                <a:lnTo>
                  <a:pt x="24922" y="20625"/>
                </a:lnTo>
                <a:lnTo>
                  <a:pt x="24499" y="21069"/>
                </a:lnTo>
                <a:lnTo>
                  <a:pt x="24075" y="21493"/>
                </a:lnTo>
                <a:lnTo>
                  <a:pt x="23631" y="21896"/>
                </a:lnTo>
                <a:lnTo>
                  <a:pt x="23167" y="22280"/>
                </a:lnTo>
                <a:lnTo>
                  <a:pt x="22703" y="22643"/>
                </a:lnTo>
                <a:lnTo>
                  <a:pt x="22238" y="22946"/>
                </a:lnTo>
                <a:lnTo>
                  <a:pt x="21795" y="23228"/>
                </a:lnTo>
                <a:lnTo>
                  <a:pt x="21310" y="23511"/>
                </a:lnTo>
                <a:lnTo>
                  <a:pt x="20846" y="23773"/>
                </a:lnTo>
                <a:lnTo>
                  <a:pt x="19877" y="24277"/>
                </a:lnTo>
                <a:lnTo>
                  <a:pt x="18909" y="24742"/>
                </a:lnTo>
                <a:lnTo>
                  <a:pt x="17940" y="25226"/>
                </a:lnTo>
                <a:lnTo>
                  <a:pt x="16951" y="25751"/>
                </a:lnTo>
                <a:lnTo>
                  <a:pt x="16467" y="26013"/>
                </a:lnTo>
                <a:lnTo>
                  <a:pt x="15983" y="26296"/>
                </a:lnTo>
                <a:lnTo>
                  <a:pt x="15519" y="26598"/>
                </a:lnTo>
                <a:lnTo>
                  <a:pt x="15075" y="26901"/>
                </a:lnTo>
                <a:lnTo>
                  <a:pt x="14510" y="27325"/>
                </a:lnTo>
                <a:lnTo>
                  <a:pt x="13965" y="27789"/>
                </a:lnTo>
                <a:lnTo>
                  <a:pt x="13420" y="28253"/>
                </a:lnTo>
                <a:lnTo>
                  <a:pt x="12895" y="28717"/>
                </a:lnTo>
                <a:lnTo>
                  <a:pt x="12148" y="29383"/>
                </a:lnTo>
                <a:lnTo>
                  <a:pt x="11402" y="30029"/>
                </a:lnTo>
                <a:lnTo>
                  <a:pt x="10998" y="30332"/>
                </a:lnTo>
                <a:lnTo>
                  <a:pt x="10595" y="30614"/>
                </a:lnTo>
                <a:lnTo>
                  <a:pt x="10171" y="30897"/>
                </a:lnTo>
                <a:lnTo>
                  <a:pt x="9747" y="31159"/>
                </a:lnTo>
                <a:lnTo>
                  <a:pt x="9303" y="31381"/>
                </a:lnTo>
                <a:lnTo>
                  <a:pt x="8839" y="31583"/>
                </a:lnTo>
                <a:lnTo>
                  <a:pt x="8375" y="31764"/>
                </a:lnTo>
                <a:lnTo>
                  <a:pt x="7890" y="31906"/>
                </a:lnTo>
                <a:lnTo>
                  <a:pt x="7406" y="32027"/>
                </a:lnTo>
                <a:lnTo>
                  <a:pt x="6922" y="32107"/>
                </a:lnTo>
                <a:lnTo>
                  <a:pt x="6417" y="32148"/>
                </a:lnTo>
                <a:lnTo>
                  <a:pt x="5933" y="32168"/>
                </a:lnTo>
                <a:lnTo>
                  <a:pt x="5893" y="32168"/>
                </a:lnTo>
                <a:lnTo>
                  <a:pt x="5368" y="32148"/>
                </a:lnTo>
                <a:lnTo>
                  <a:pt x="4843" y="32087"/>
                </a:lnTo>
                <a:lnTo>
                  <a:pt x="4359" y="31986"/>
                </a:lnTo>
                <a:lnTo>
                  <a:pt x="3875" y="31845"/>
                </a:lnTo>
                <a:lnTo>
                  <a:pt x="3431" y="31684"/>
                </a:lnTo>
                <a:lnTo>
                  <a:pt x="2987" y="31462"/>
                </a:lnTo>
                <a:lnTo>
                  <a:pt x="2583" y="31219"/>
                </a:lnTo>
                <a:lnTo>
                  <a:pt x="2200" y="30957"/>
                </a:lnTo>
                <a:lnTo>
                  <a:pt x="1998" y="30775"/>
                </a:lnTo>
                <a:lnTo>
                  <a:pt x="1816" y="30614"/>
                </a:lnTo>
                <a:lnTo>
                  <a:pt x="1635" y="30412"/>
                </a:lnTo>
                <a:lnTo>
                  <a:pt x="1453" y="30231"/>
                </a:lnTo>
                <a:lnTo>
                  <a:pt x="1292" y="30029"/>
                </a:lnTo>
                <a:lnTo>
                  <a:pt x="1150" y="29807"/>
                </a:lnTo>
                <a:lnTo>
                  <a:pt x="1009" y="29585"/>
                </a:lnTo>
                <a:lnTo>
                  <a:pt x="868" y="29363"/>
                </a:lnTo>
                <a:lnTo>
                  <a:pt x="747" y="29121"/>
                </a:lnTo>
                <a:lnTo>
                  <a:pt x="626" y="28879"/>
                </a:lnTo>
                <a:lnTo>
                  <a:pt x="525" y="28616"/>
                </a:lnTo>
                <a:lnTo>
                  <a:pt x="424" y="28354"/>
                </a:lnTo>
                <a:lnTo>
                  <a:pt x="343" y="28092"/>
                </a:lnTo>
                <a:lnTo>
                  <a:pt x="283" y="27829"/>
                </a:lnTo>
                <a:lnTo>
                  <a:pt x="222" y="27547"/>
                </a:lnTo>
                <a:lnTo>
                  <a:pt x="162" y="27264"/>
                </a:lnTo>
                <a:lnTo>
                  <a:pt x="101" y="26719"/>
                </a:lnTo>
                <a:lnTo>
                  <a:pt x="81" y="26154"/>
                </a:lnTo>
                <a:lnTo>
                  <a:pt x="121" y="25609"/>
                </a:lnTo>
                <a:lnTo>
                  <a:pt x="182" y="25065"/>
                </a:lnTo>
                <a:lnTo>
                  <a:pt x="283" y="24520"/>
                </a:lnTo>
                <a:lnTo>
                  <a:pt x="444" y="23995"/>
                </a:lnTo>
                <a:lnTo>
                  <a:pt x="626" y="23490"/>
                </a:lnTo>
                <a:lnTo>
                  <a:pt x="868" y="23006"/>
                </a:lnTo>
                <a:lnTo>
                  <a:pt x="1029" y="22724"/>
                </a:lnTo>
                <a:lnTo>
                  <a:pt x="1191" y="22441"/>
                </a:lnTo>
                <a:lnTo>
                  <a:pt x="1372" y="22179"/>
                </a:lnTo>
                <a:lnTo>
                  <a:pt x="1574" y="21916"/>
                </a:lnTo>
                <a:lnTo>
                  <a:pt x="1776" y="21654"/>
                </a:lnTo>
                <a:lnTo>
                  <a:pt x="1998" y="21392"/>
                </a:lnTo>
                <a:lnTo>
                  <a:pt x="2240" y="21129"/>
                </a:lnTo>
                <a:lnTo>
                  <a:pt x="2482" y="20867"/>
                </a:lnTo>
                <a:lnTo>
                  <a:pt x="3027" y="20383"/>
                </a:lnTo>
                <a:lnTo>
                  <a:pt x="3612" y="19898"/>
                </a:lnTo>
                <a:lnTo>
                  <a:pt x="4258" y="19414"/>
                </a:lnTo>
                <a:lnTo>
                  <a:pt x="4964" y="18970"/>
                </a:lnTo>
                <a:lnTo>
                  <a:pt x="5691" y="18526"/>
                </a:lnTo>
                <a:lnTo>
                  <a:pt x="6438" y="18102"/>
                </a:lnTo>
                <a:lnTo>
                  <a:pt x="7951" y="17336"/>
                </a:lnTo>
                <a:lnTo>
                  <a:pt x="9021" y="16771"/>
                </a:lnTo>
                <a:lnTo>
                  <a:pt x="10110" y="16185"/>
                </a:lnTo>
                <a:lnTo>
                  <a:pt x="10433" y="15983"/>
                </a:lnTo>
                <a:lnTo>
                  <a:pt x="10716" y="15802"/>
                </a:lnTo>
                <a:lnTo>
                  <a:pt x="10978" y="15600"/>
                </a:lnTo>
                <a:lnTo>
                  <a:pt x="11220" y="15398"/>
                </a:lnTo>
                <a:lnTo>
                  <a:pt x="11442" y="15196"/>
                </a:lnTo>
                <a:lnTo>
                  <a:pt x="11644" y="14974"/>
                </a:lnTo>
                <a:lnTo>
                  <a:pt x="11805" y="14752"/>
                </a:lnTo>
                <a:lnTo>
                  <a:pt x="11967" y="14510"/>
                </a:lnTo>
                <a:lnTo>
                  <a:pt x="12088" y="14268"/>
                </a:lnTo>
                <a:lnTo>
                  <a:pt x="12189" y="13986"/>
                </a:lnTo>
                <a:lnTo>
                  <a:pt x="12290" y="13723"/>
                </a:lnTo>
                <a:lnTo>
                  <a:pt x="12350" y="13421"/>
                </a:lnTo>
                <a:lnTo>
                  <a:pt x="12411" y="13098"/>
                </a:lnTo>
                <a:lnTo>
                  <a:pt x="12451" y="12755"/>
                </a:lnTo>
                <a:lnTo>
                  <a:pt x="12471" y="12391"/>
                </a:lnTo>
                <a:lnTo>
                  <a:pt x="12471" y="12008"/>
                </a:lnTo>
                <a:lnTo>
                  <a:pt x="12492" y="11302"/>
                </a:lnTo>
                <a:lnTo>
                  <a:pt x="12512" y="10616"/>
                </a:lnTo>
                <a:lnTo>
                  <a:pt x="12532" y="9950"/>
                </a:lnTo>
                <a:lnTo>
                  <a:pt x="12592" y="9324"/>
                </a:lnTo>
                <a:lnTo>
                  <a:pt x="12653" y="8698"/>
                </a:lnTo>
                <a:lnTo>
                  <a:pt x="12714" y="8113"/>
                </a:lnTo>
                <a:lnTo>
                  <a:pt x="12814" y="7548"/>
                </a:lnTo>
                <a:lnTo>
                  <a:pt x="12915" y="7003"/>
                </a:lnTo>
                <a:lnTo>
                  <a:pt x="13036" y="6479"/>
                </a:lnTo>
                <a:lnTo>
                  <a:pt x="13157" y="5974"/>
                </a:lnTo>
                <a:lnTo>
                  <a:pt x="13299" y="5510"/>
                </a:lnTo>
                <a:lnTo>
                  <a:pt x="13460" y="5046"/>
                </a:lnTo>
                <a:lnTo>
                  <a:pt x="13642" y="4622"/>
                </a:lnTo>
                <a:lnTo>
                  <a:pt x="13823" y="4218"/>
                </a:lnTo>
                <a:lnTo>
                  <a:pt x="14025" y="3835"/>
                </a:lnTo>
                <a:lnTo>
                  <a:pt x="14247" y="3472"/>
                </a:lnTo>
                <a:lnTo>
                  <a:pt x="14429" y="3169"/>
                </a:lnTo>
                <a:lnTo>
                  <a:pt x="14631" y="2887"/>
                </a:lnTo>
                <a:lnTo>
                  <a:pt x="14853" y="2644"/>
                </a:lnTo>
                <a:lnTo>
                  <a:pt x="15054" y="2402"/>
                </a:lnTo>
                <a:lnTo>
                  <a:pt x="15276" y="2180"/>
                </a:lnTo>
                <a:lnTo>
                  <a:pt x="15498" y="1979"/>
                </a:lnTo>
                <a:lnTo>
                  <a:pt x="15700" y="1797"/>
                </a:lnTo>
                <a:lnTo>
                  <a:pt x="15942" y="1635"/>
                </a:lnTo>
                <a:lnTo>
                  <a:pt x="16386" y="1333"/>
                </a:lnTo>
                <a:lnTo>
                  <a:pt x="16830" y="1091"/>
                </a:lnTo>
                <a:lnTo>
                  <a:pt x="17274" y="869"/>
                </a:lnTo>
                <a:lnTo>
                  <a:pt x="17698" y="667"/>
                </a:lnTo>
                <a:lnTo>
                  <a:pt x="18142" y="505"/>
                </a:lnTo>
                <a:lnTo>
                  <a:pt x="18606" y="364"/>
                </a:lnTo>
                <a:lnTo>
                  <a:pt x="19070" y="243"/>
                </a:lnTo>
                <a:lnTo>
                  <a:pt x="19534" y="162"/>
                </a:lnTo>
                <a:lnTo>
                  <a:pt x="19999" y="102"/>
                </a:lnTo>
                <a:lnTo>
                  <a:pt x="20483" y="82"/>
                </a:lnTo>
                <a:close/>
                <a:moveTo>
                  <a:pt x="20483" y="1"/>
                </a:moveTo>
                <a:lnTo>
                  <a:pt x="19999" y="21"/>
                </a:lnTo>
                <a:lnTo>
                  <a:pt x="19534" y="82"/>
                </a:lnTo>
                <a:lnTo>
                  <a:pt x="19050" y="162"/>
                </a:lnTo>
                <a:lnTo>
                  <a:pt x="18586" y="283"/>
                </a:lnTo>
                <a:lnTo>
                  <a:pt x="18122" y="425"/>
                </a:lnTo>
                <a:lnTo>
                  <a:pt x="17678" y="606"/>
                </a:lnTo>
                <a:lnTo>
                  <a:pt x="17214" y="808"/>
                </a:lnTo>
                <a:lnTo>
                  <a:pt x="16750" y="1050"/>
                </a:lnTo>
                <a:lnTo>
                  <a:pt x="16285" y="1313"/>
                </a:lnTo>
                <a:lnTo>
                  <a:pt x="15841" y="1615"/>
                </a:lnTo>
                <a:lnTo>
                  <a:pt x="15619" y="1777"/>
                </a:lnTo>
                <a:lnTo>
                  <a:pt x="15397" y="1979"/>
                </a:lnTo>
                <a:lnTo>
                  <a:pt x="15175" y="2180"/>
                </a:lnTo>
                <a:lnTo>
                  <a:pt x="14974" y="2382"/>
                </a:lnTo>
                <a:lnTo>
                  <a:pt x="14752" y="2624"/>
                </a:lnTo>
                <a:lnTo>
                  <a:pt x="14550" y="2866"/>
                </a:lnTo>
                <a:lnTo>
                  <a:pt x="14368" y="3129"/>
                </a:lnTo>
                <a:lnTo>
                  <a:pt x="14166" y="3411"/>
                </a:lnTo>
                <a:lnTo>
                  <a:pt x="13944" y="3795"/>
                </a:lnTo>
                <a:lnTo>
                  <a:pt x="13743" y="4178"/>
                </a:lnTo>
                <a:lnTo>
                  <a:pt x="13561" y="4582"/>
                </a:lnTo>
                <a:lnTo>
                  <a:pt x="13400" y="5026"/>
                </a:lnTo>
                <a:lnTo>
                  <a:pt x="13238" y="5470"/>
                </a:lnTo>
                <a:lnTo>
                  <a:pt x="13077" y="5954"/>
                </a:lnTo>
                <a:lnTo>
                  <a:pt x="12956" y="6458"/>
                </a:lnTo>
                <a:lnTo>
                  <a:pt x="12835" y="6983"/>
                </a:lnTo>
                <a:lnTo>
                  <a:pt x="12734" y="7528"/>
                </a:lnTo>
                <a:lnTo>
                  <a:pt x="12653" y="8093"/>
                </a:lnTo>
                <a:lnTo>
                  <a:pt x="12572" y="8678"/>
                </a:lnTo>
                <a:lnTo>
                  <a:pt x="12512" y="9304"/>
                </a:lnTo>
                <a:lnTo>
                  <a:pt x="12451" y="9950"/>
                </a:lnTo>
                <a:lnTo>
                  <a:pt x="12431" y="10616"/>
                </a:lnTo>
                <a:lnTo>
                  <a:pt x="12411" y="11302"/>
                </a:lnTo>
                <a:lnTo>
                  <a:pt x="12391" y="12008"/>
                </a:lnTo>
                <a:lnTo>
                  <a:pt x="12391" y="12391"/>
                </a:lnTo>
                <a:lnTo>
                  <a:pt x="12370" y="12755"/>
                </a:lnTo>
                <a:lnTo>
                  <a:pt x="12330" y="13078"/>
                </a:lnTo>
                <a:lnTo>
                  <a:pt x="12270" y="13400"/>
                </a:lnTo>
                <a:lnTo>
                  <a:pt x="12209" y="13683"/>
                </a:lnTo>
                <a:lnTo>
                  <a:pt x="12128" y="13965"/>
                </a:lnTo>
                <a:lnTo>
                  <a:pt x="12007" y="14228"/>
                </a:lnTo>
                <a:lnTo>
                  <a:pt x="11886" y="14470"/>
                </a:lnTo>
                <a:lnTo>
                  <a:pt x="11745" y="14712"/>
                </a:lnTo>
                <a:lnTo>
                  <a:pt x="11563" y="14934"/>
                </a:lnTo>
                <a:lnTo>
                  <a:pt x="11382" y="15136"/>
                </a:lnTo>
                <a:lnTo>
                  <a:pt x="11160" y="15338"/>
                </a:lnTo>
                <a:lnTo>
                  <a:pt x="10938" y="15540"/>
                </a:lnTo>
                <a:lnTo>
                  <a:pt x="10675" y="15741"/>
                </a:lnTo>
                <a:lnTo>
                  <a:pt x="10373" y="15923"/>
                </a:lnTo>
                <a:lnTo>
                  <a:pt x="10070" y="16105"/>
                </a:lnTo>
                <a:lnTo>
                  <a:pt x="8980" y="16690"/>
                </a:lnTo>
                <a:lnTo>
                  <a:pt x="7911" y="17255"/>
                </a:lnTo>
                <a:lnTo>
                  <a:pt x="6397" y="18042"/>
                </a:lnTo>
                <a:lnTo>
                  <a:pt x="5651" y="18466"/>
                </a:lnTo>
                <a:lnTo>
                  <a:pt x="4924" y="18889"/>
                </a:lnTo>
                <a:lnTo>
                  <a:pt x="4218" y="19354"/>
                </a:lnTo>
                <a:lnTo>
                  <a:pt x="3552" y="19838"/>
                </a:lnTo>
                <a:lnTo>
                  <a:pt x="2967" y="20322"/>
                </a:lnTo>
                <a:lnTo>
                  <a:pt x="2422" y="20827"/>
                </a:lnTo>
                <a:lnTo>
                  <a:pt x="2180" y="21069"/>
                </a:lnTo>
                <a:lnTo>
                  <a:pt x="1937" y="21331"/>
                </a:lnTo>
                <a:lnTo>
                  <a:pt x="1715" y="21594"/>
                </a:lnTo>
                <a:lnTo>
                  <a:pt x="1514" y="21856"/>
                </a:lnTo>
                <a:lnTo>
                  <a:pt x="1312" y="22138"/>
                </a:lnTo>
                <a:lnTo>
                  <a:pt x="1130" y="22401"/>
                </a:lnTo>
                <a:lnTo>
                  <a:pt x="949" y="22683"/>
                </a:lnTo>
                <a:lnTo>
                  <a:pt x="807" y="22966"/>
                </a:lnTo>
                <a:lnTo>
                  <a:pt x="565" y="23450"/>
                </a:lnTo>
                <a:lnTo>
                  <a:pt x="363" y="23975"/>
                </a:lnTo>
                <a:lnTo>
                  <a:pt x="222" y="24499"/>
                </a:lnTo>
                <a:lnTo>
                  <a:pt x="101" y="25044"/>
                </a:lnTo>
                <a:lnTo>
                  <a:pt x="40" y="25589"/>
                </a:lnTo>
                <a:lnTo>
                  <a:pt x="0" y="26154"/>
                </a:lnTo>
                <a:lnTo>
                  <a:pt x="20" y="26719"/>
                </a:lnTo>
                <a:lnTo>
                  <a:pt x="81" y="27284"/>
                </a:lnTo>
                <a:lnTo>
                  <a:pt x="141" y="27567"/>
                </a:lnTo>
                <a:lnTo>
                  <a:pt x="202" y="27849"/>
                </a:lnTo>
                <a:lnTo>
                  <a:pt x="262" y="28112"/>
                </a:lnTo>
                <a:lnTo>
                  <a:pt x="363" y="28394"/>
                </a:lnTo>
                <a:lnTo>
                  <a:pt x="444" y="28657"/>
                </a:lnTo>
                <a:lnTo>
                  <a:pt x="545" y="28899"/>
                </a:lnTo>
                <a:lnTo>
                  <a:pt x="666" y="29161"/>
                </a:lnTo>
                <a:lnTo>
                  <a:pt x="787" y="29403"/>
                </a:lnTo>
                <a:lnTo>
                  <a:pt x="928" y="29625"/>
                </a:lnTo>
                <a:lnTo>
                  <a:pt x="1070" y="29847"/>
                </a:lnTo>
                <a:lnTo>
                  <a:pt x="1231" y="30069"/>
                </a:lnTo>
                <a:lnTo>
                  <a:pt x="1393" y="30271"/>
                </a:lnTo>
                <a:lnTo>
                  <a:pt x="1574" y="30473"/>
                </a:lnTo>
                <a:lnTo>
                  <a:pt x="1756" y="30654"/>
                </a:lnTo>
                <a:lnTo>
                  <a:pt x="1958" y="30836"/>
                </a:lnTo>
                <a:lnTo>
                  <a:pt x="2159" y="31018"/>
                </a:lnTo>
                <a:lnTo>
                  <a:pt x="2543" y="31300"/>
                </a:lnTo>
                <a:lnTo>
                  <a:pt x="2967" y="31542"/>
                </a:lnTo>
                <a:lnTo>
                  <a:pt x="3390" y="31744"/>
                </a:lnTo>
                <a:lnTo>
                  <a:pt x="3854" y="31926"/>
                </a:lnTo>
                <a:lnTo>
                  <a:pt x="4339" y="32067"/>
                </a:lnTo>
                <a:lnTo>
                  <a:pt x="4843" y="32168"/>
                </a:lnTo>
                <a:lnTo>
                  <a:pt x="5348" y="32228"/>
                </a:lnTo>
                <a:lnTo>
                  <a:pt x="5893" y="32249"/>
                </a:lnTo>
                <a:lnTo>
                  <a:pt x="5933" y="32249"/>
                </a:lnTo>
                <a:lnTo>
                  <a:pt x="6438" y="32228"/>
                </a:lnTo>
                <a:lnTo>
                  <a:pt x="6922" y="32188"/>
                </a:lnTo>
                <a:lnTo>
                  <a:pt x="7426" y="32107"/>
                </a:lnTo>
                <a:lnTo>
                  <a:pt x="7911" y="31986"/>
                </a:lnTo>
                <a:lnTo>
                  <a:pt x="8395" y="31845"/>
                </a:lnTo>
                <a:lnTo>
                  <a:pt x="8879" y="31663"/>
                </a:lnTo>
                <a:lnTo>
                  <a:pt x="9343" y="31462"/>
                </a:lnTo>
                <a:lnTo>
                  <a:pt x="9787" y="31219"/>
                </a:lnTo>
                <a:lnTo>
                  <a:pt x="10211" y="30977"/>
                </a:lnTo>
                <a:lnTo>
                  <a:pt x="10635" y="30695"/>
                </a:lnTo>
                <a:lnTo>
                  <a:pt x="11039" y="30392"/>
                </a:lnTo>
                <a:lnTo>
                  <a:pt x="11442" y="30089"/>
                </a:lnTo>
                <a:lnTo>
                  <a:pt x="12209" y="29444"/>
                </a:lnTo>
                <a:lnTo>
                  <a:pt x="12956" y="28778"/>
                </a:lnTo>
                <a:lnTo>
                  <a:pt x="13480" y="28314"/>
                </a:lnTo>
                <a:lnTo>
                  <a:pt x="14005" y="27849"/>
                </a:lnTo>
                <a:lnTo>
                  <a:pt x="14550" y="27405"/>
                </a:lnTo>
                <a:lnTo>
                  <a:pt x="15115" y="26961"/>
                </a:lnTo>
                <a:lnTo>
                  <a:pt x="15559" y="26659"/>
                </a:lnTo>
                <a:lnTo>
                  <a:pt x="16023" y="26356"/>
                </a:lnTo>
                <a:lnTo>
                  <a:pt x="16507" y="26074"/>
                </a:lnTo>
                <a:lnTo>
                  <a:pt x="16992" y="25811"/>
                </a:lnTo>
                <a:lnTo>
                  <a:pt x="17960" y="25307"/>
                </a:lnTo>
                <a:lnTo>
                  <a:pt x="18949" y="24822"/>
                </a:lnTo>
                <a:lnTo>
                  <a:pt x="19918" y="24338"/>
                </a:lnTo>
                <a:lnTo>
                  <a:pt x="20886" y="23834"/>
                </a:lnTo>
                <a:lnTo>
                  <a:pt x="21351" y="23571"/>
                </a:lnTo>
                <a:lnTo>
                  <a:pt x="21835" y="23309"/>
                </a:lnTo>
                <a:lnTo>
                  <a:pt x="22299" y="23006"/>
                </a:lnTo>
                <a:lnTo>
                  <a:pt x="22743" y="22703"/>
                </a:lnTo>
                <a:lnTo>
                  <a:pt x="23227" y="22340"/>
                </a:lnTo>
                <a:lnTo>
                  <a:pt x="23691" y="21957"/>
                </a:lnTo>
                <a:lnTo>
                  <a:pt x="24135" y="21553"/>
                </a:lnTo>
                <a:lnTo>
                  <a:pt x="24559" y="21129"/>
                </a:lnTo>
                <a:lnTo>
                  <a:pt x="24983" y="20685"/>
                </a:lnTo>
                <a:lnTo>
                  <a:pt x="25366" y="20221"/>
                </a:lnTo>
                <a:lnTo>
                  <a:pt x="25750" y="19737"/>
                </a:lnTo>
                <a:lnTo>
                  <a:pt x="26093" y="19232"/>
                </a:lnTo>
                <a:lnTo>
                  <a:pt x="26436" y="18728"/>
                </a:lnTo>
                <a:lnTo>
                  <a:pt x="26739" y="18183"/>
                </a:lnTo>
                <a:lnTo>
                  <a:pt x="27021" y="17638"/>
                </a:lnTo>
                <a:lnTo>
                  <a:pt x="27304" y="17093"/>
                </a:lnTo>
                <a:lnTo>
                  <a:pt x="27546" y="16528"/>
                </a:lnTo>
                <a:lnTo>
                  <a:pt x="27748" y="15943"/>
                </a:lnTo>
                <a:lnTo>
                  <a:pt x="27949" y="15358"/>
                </a:lnTo>
                <a:lnTo>
                  <a:pt x="28111" y="14752"/>
                </a:lnTo>
                <a:lnTo>
                  <a:pt x="28252" y="14167"/>
                </a:lnTo>
                <a:lnTo>
                  <a:pt x="28353" y="13582"/>
                </a:lnTo>
                <a:lnTo>
                  <a:pt x="28454" y="12977"/>
                </a:lnTo>
                <a:lnTo>
                  <a:pt x="28514" y="12391"/>
                </a:lnTo>
                <a:lnTo>
                  <a:pt x="28555" y="11786"/>
                </a:lnTo>
                <a:lnTo>
                  <a:pt x="28555" y="11181"/>
                </a:lnTo>
                <a:lnTo>
                  <a:pt x="28555" y="10555"/>
                </a:lnTo>
                <a:lnTo>
                  <a:pt x="28514" y="9950"/>
                </a:lnTo>
                <a:lnTo>
                  <a:pt x="28454" y="9344"/>
                </a:lnTo>
                <a:lnTo>
                  <a:pt x="28373" y="8739"/>
                </a:lnTo>
                <a:lnTo>
                  <a:pt x="28272" y="8133"/>
                </a:lnTo>
                <a:lnTo>
                  <a:pt x="28151" y="7528"/>
                </a:lnTo>
                <a:lnTo>
                  <a:pt x="27990" y="6923"/>
                </a:lnTo>
                <a:lnTo>
                  <a:pt x="27828" y="6337"/>
                </a:lnTo>
                <a:lnTo>
                  <a:pt x="27627" y="5752"/>
                </a:lnTo>
                <a:lnTo>
                  <a:pt x="27405" y="5167"/>
                </a:lnTo>
                <a:lnTo>
                  <a:pt x="27142" y="4541"/>
                </a:lnTo>
                <a:lnTo>
                  <a:pt x="26860" y="3976"/>
                </a:lnTo>
                <a:lnTo>
                  <a:pt x="26557" y="3452"/>
                </a:lnTo>
                <a:lnTo>
                  <a:pt x="26234" y="2947"/>
                </a:lnTo>
                <a:lnTo>
                  <a:pt x="25911" y="2503"/>
                </a:lnTo>
                <a:lnTo>
                  <a:pt x="25548" y="2100"/>
                </a:lnTo>
                <a:lnTo>
                  <a:pt x="25185" y="1716"/>
                </a:lnTo>
                <a:lnTo>
                  <a:pt x="24801" y="1393"/>
                </a:lnTo>
                <a:lnTo>
                  <a:pt x="24438" y="1111"/>
                </a:lnTo>
                <a:lnTo>
                  <a:pt x="24055" y="889"/>
                </a:lnTo>
                <a:lnTo>
                  <a:pt x="23651" y="667"/>
                </a:lnTo>
                <a:lnTo>
                  <a:pt x="23227" y="485"/>
                </a:lnTo>
                <a:lnTo>
                  <a:pt x="22783" y="344"/>
                </a:lnTo>
                <a:lnTo>
                  <a:pt x="22339" y="223"/>
                </a:lnTo>
                <a:lnTo>
                  <a:pt x="21895" y="122"/>
                </a:lnTo>
                <a:lnTo>
                  <a:pt x="21411" y="61"/>
                </a:lnTo>
                <a:lnTo>
                  <a:pt x="20947" y="21"/>
                </a:lnTo>
                <a:lnTo>
                  <a:pt x="20483" y="1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23" name="Google Shape;1123;p15"/>
          <p:cNvSpPr/>
          <p:nvPr/>
        </p:nvSpPr>
        <p:spPr>
          <a:xfrm rot="1768943">
            <a:off x="-494796" y="1923889"/>
            <a:ext cx="1395608" cy="1650656"/>
          </a:xfrm>
          <a:custGeom>
            <a:rect b="b" l="l" r="r" t="t"/>
            <a:pathLst>
              <a:path extrusionOk="0" h="29525" w="24963">
                <a:moveTo>
                  <a:pt x="18727" y="81"/>
                </a:moveTo>
                <a:lnTo>
                  <a:pt x="19211" y="102"/>
                </a:lnTo>
                <a:lnTo>
                  <a:pt x="19514" y="142"/>
                </a:lnTo>
                <a:lnTo>
                  <a:pt x="19837" y="223"/>
                </a:lnTo>
                <a:lnTo>
                  <a:pt x="20140" y="303"/>
                </a:lnTo>
                <a:lnTo>
                  <a:pt x="20442" y="404"/>
                </a:lnTo>
                <a:lnTo>
                  <a:pt x="20745" y="525"/>
                </a:lnTo>
                <a:lnTo>
                  <a:pt x="21048" y="667"/>
                </a:lnTo>
                <a:lnTo>
                  <a:pt x="21330" y="828"/>
                </a:lnTo>
                <a:lnTo>
                  <a:pt x="21613" y="1010"/>
                </a:lnTo>
                <a:lnTo>
                  <a:pt x="21895" y="1212"/>
                </a:lnTo>
                <a:lnTo>
                  <a:pt x="22158" y="1413"/>
                </a:lnTo>
                <a:lnTo>
                  <a:pt x="22420" y="1655"/>
                </a:lnTo>
                <a:lnTo>
                  <a:pt x="22662" y="1898"/>
                </a:lnTo>
                <a:lnTo>
                  <a:pt x="22904" y="2160"/>
                </a:lnTo>
                <a:lnTo>
                  <a:pt x="23126" y="2443"/>
                </a:lnTo>
                <a:lnTo>
                  <a:pt x="23328" y="2725"/>
                </a:lnTo>
                <a:lnTo>
                  <a:pt x="23530" y="3028"/>
                </a:lnTo>
                <a:lnTo>
                  <a:pt x="23691" y="3290"/>
                </a:lnTo>
                <a:lnTo>
                  <a:pt x="23833" y="3573"/>
                </a:lnTo>
                <a:lnTo>
                  <a:pt x="24095" y="4138"/>
                </a:lnTo>
                <a:lnTo>
                  <a:pt x="24317" y="4723"/>
                </a:lnTo>
                <a:lnTo>
                  <a:pt x="24499" y="5369"/>
                </a:lnTo>
                <a:lnTo>
                  <a:pt x="24660" y="6035"/>
                </a:lnTo>
                <a:lnTo>
                  <a:pt x="24761" y="6721"/>
                </a:lnTo>
                <a:lnTo>
                  <a:pt x="24842" y="7467"/>
                </a:lnTo>
                <a:lnTo>
                  <a:pt x="24882" y="8214"/>
                </a:lnTo>
                <a:lnTo>
                  <a:pt x="24882" y="8880"/>
                </a:lnTo>
                <a:lnTo>
                  <a:pt x="24862" y="9546"/>
                </a:lnTo>
                <a:lnTo>
                  <a:pt x="24822" y="10232"/>
                </a:lnTo>
                <a:lnTo>
                  <a:pt x="24761" y="10938"/>
                </a:lnTo>
                <a:lnTo>
                  <a:pt x="24660" y="11665"/>
                </a:lnTo>
                <a:lnTo>
                  <a:pt x="24539" y="12411"/>
                </a:lnTo>
                <a:lnTo>
                  <a:pt x="24398" y="13178"/>
                </a:lnTo>
                <a:lnTo>
                  <a:pt x="24216" y="13986"/>
                </a:lnTo>
                <a:lnTo>
                  <a:pt x="23994" y="14853"/>
                </a:lnTo>
                <a:lnTo>
                  <a:pt x="23873" y="15297"/>
                </a:lnTo>
                <a:lnTo>
                  <a:pt x="23732" y="15721"/>
                </a:lnTo>
                <a:lnTo>
                  <a:pt x="23570" y="16145"/>
                </a:lnTo>
                <a:lnTo>
                  <a:pt x="23369" y="16569"/>
                </a:lnTo>
                <a:lnTo>
                  <a:pt x="23167" y="16972"/>
                </a:lnTo>
                <a:lnTo>
                  <a:pt x="22925" y="17356"/>
                </a:lnTo>
                <a:lnTo>
                  <a:pt x="22682" y="17658"/>
                </a:lnTo>
                <a:lnTo>
                  <a:pt x="22440" y="17961"/>
                </a:lnTo>
                <a:lnTo>
                  <a:pt x="22158" y="18244"/>
                </a:lnTo>
                <a:lnTo>
                  <a:pt x="21875" y="18506"/>
                </a:lnTo>
                <a:lnTo>
                  <a:pt x="21573" y="18748"/>
                </a:lnTo>
                <a:lnTo>
                  <a:pt x="21270" y="18990"/>
                </a:lnTo>
                <a:lnTo>
                  <a:pt x="20947" y="19212"/>
                </a:lnTo>
                <a:lnTo>
                  <a:pt x="20604" y="19414"/>
                </a:lnTo>
                <a:lnTo>
                  <a:pt x="20261" y="19616"/>
                </a:lnTo>
                <a:lnTo>
                  <a:pt x="19918" y="19818"/>
                </a:lnTo>
                <a:lnTo>
                  <a:pt x="19211" y="20181"/>
                </a:lnTo>
                <a:lnTo>
                  <a:pt x="18465" y="20524"/>
                </a:lnTo>
                <a:lnTo>
                  <a:pt x="17738" y="20847"/>
                </a:lnTo>
                <a:lnTo>
                  <a:pt x="17133" y="21109"/>
                </a:lnTo>
                <a:lnTo>
                  <a:pt x="16245" y="21513"/>
                </a:lnTo>
                <a:lnTo>
                  <a:pt x="15418" y="21916"/>
                </a:lnTo>
                <a:lnTo>
                  <a:pt x="14651" y="22340"/>
                </a:lnTo>
                <a:lnTo>
                  <a:pt x="13924" y="22744"/>
                </a:lnTo>
                <a:lnTo>
                  <a:pt x="13258" y="23167"/>
                </a:lnTo>
                <a:lnTo>
                  <a:pt x="12633" y="23611"/>
                </a:lnTo>
                <a:lnTo>
                  <a:pt x="12048" y="24055"/>
                </a:lnTo>
                <a:lnTo>
                  <a:pt x="11503" y="24520"/>
                </a:lnTo>
                <a:lnTo>
                  <a:pt x="11099" y="24883"/>
                </a:lnTo>
                <a:lnTo>
                  <a:pt x="10695" y="25246"/>
                </a:lnTo>
                <a:lnTo>
                  <a:pt x="9949" y="26013"/>
                </a:lnTo>
                <a:lnTo>
                  <a:pt x="9323" y="26638"/>
                </a:lnTo>
                <a:lnTo>
                  <a:pt x="8698" y="27244"/>
                </a:lnTo>
                <a:lnTo>
                  <a:pt x="8355" y="27526"/>
                </a:lnTo>
                <a:lnTo>
                  <a:pt x="8032" y="27809"/>
                </a:lnTo>
                <a:lnTo>
                  <a:pt x="7668" y="28091"/>
                </a:lnTo>
                <a:lnTo>
                  <a:pt x="7325" y="28334"/>
                </a:lnTo>
                <a:lnTo>
                  <a:pt x="6902" y="28596"/>
                </a:lnTo>
                <a:lnTo>
                  <a:pt x="6498" y="28818"/>
                </a:lnTo>
                <a:lnTo>
                  <a:pt x="6094" y="29000"/>
                </a:lnTo>
                <a:lnTo>
                  <a:pt x="5711" y="29141"/>
                </a:lnTo>
                <a:lnTo>
                  <a:pt x="5328" y="29262"/>
                </a:lnTo>
                <a:lnTo>
                  <a:pt x="4964" y="29343"/>
                </a:lnTo>
                <a:lnTo>
                  <a:pt x="4601" y="29403"/>
                </a:lnTo>
                <a:lnTo>
                  <a:pt x="4238" y="29423"/>
                </a:lnTo>
                <a:lnTo>
                  <a:pt x="3915" y="29423"/>
                </a:lnTo>
                <a:lnTo>
                  <a:pt x="3592" y="29403"/>
                </a:lnTo>
                <a:lnTo>
                  <a:pt x="3289" y="29363"/>
                </a:lnTo>
                <a:lnTo>
                  <a:pt x="2987" y="29302"/>
                </a:lnTo>
                <a:lnTo>
                  <a:pt x="2724" y="29221"/>
                </a:lnTo>
                <a:lnTo>
                  <a:pt x="2462" y="29121"/>
                </a:lnTo>
                <a:lnTo>
                  <a:pt x="2240" y="29020"/>
                </a:lnTo>
                <a:lnTo>
                  <a:pt x="2018" y="28899"/>
                </a:lnTo>
                <a:lnTo>
                  <a:pt x="1715" y="28677"/>
                </a:lnTo>
                <a:lnTo>
                  <a:pt x="1433" y="28414"/>
                </a:lnTo>
                <a:lnTo>
                  <a:pt x="1170" y="28132"/>
                </a:lnTo>
                <a:lnTo>
                  <a:pt x="928" y="27809"/>
                </a:lnTo>
                <a:lnTo>
                  <a:pt x="706" y="27446"/>
                </a:lnTo>
                <a:lnTo>
                  <a:pt x="525" y="27062"/>
                </a:lnTo>
                <a:lnTo>
                  <a:pt x="363" y="26659"/>
                </a:lnTo>
                <a:lnTo>
                  <a:pt x="242" y="26235"/>
                </a:lnTo>
                <a:lnTo>
                  <a:pt x="182" y="25952"/>
                </a:lnTo>
                <a:lnTo>
                  <a:pt x="121" y="25670"/>
                </a:lnTo>
                <a:lnTo>
                  <a:pt x="101" y="25387"/>
                </a:lnTo>
                <a:lnTo>
                  <a:pt x="81" y="25105"/>
                </a:lnTo>
                <a:lnTo>
                  <a:pt x="81" y="24802"/>
                </a:lnTo>
                <a:lnTo>
                  <a:pt x="81" y="24520"/>
                </a:lnTo>
                <a:lnTo>
                  <a:pt x="101" y="24237"/>
                </a:lnTo>
                <a:lnTo>
                  <a:pt x="141" y="23954"/>
                </a:lnTo>
                <a:lnTo>
                  <a:pt x="202" y="23672"/>
                </a:lnTo>
                <a:lnTo>
                  <a:pt x="262" y="23389"/>
                </a:lnTo>
                <a:lnTo>
                  <a:pt x="343" y="23107"/>
                </a:lnTo>
                <a:lnTo>
                  <a:pt x="424" y="22824"/>
                </a:lnTo>
                <a:lnTo>
                  <a:pt x="545" y="22562"/>
                </a:lnTo>
                <a:lnTo>
                  <a:pt x="666" y="22300"/>
                </a:lnTo>
                <a:lnTo>
                  <a:pt x="787" y="22037"/>
                </a:lnTo>
                <a:lnTo>
                  <a:pt x="928" y="21795"/>
                </a:lnTo>
                <a:lnTo>
                  <a:pt x="1211" y="21392"/>
                </a:lnTo>
                <a:lnTo>
                  <a:pt x="1514" y="21008"/>
                </a:lnTo>
                <a:lnTo>
                  <a:pt x="1836" y="20645"/>
                </a:lnTo>
                <a:lnTo>
                  <a:pt x="2200" y="20302"/>
                </a:lnTo>
                <a:lnTo>
                  <a:pt x="2563" y="19959"/>
                </a:lnTo>
                <a:lnTo>
                  <a:pt x="2926" y="19656"/>
                </a:lnTo>
                <a:lnTo>
                  <a:pt x="3693" y="19071"/>
                </a:lnTo>
                <a:lnTo>
                  <a:pt x="4238" y="18687"/>
                </a:lnTo>
                <a:lnTo>
                  <a:pt x="4803" y="18304"/>
                </a:lnTo>
                <a:lnTo>
                  <a:pt x="5368" y="17921"/>
                </a:lnTo>
                <a:lnTo>
                  <a:pt x="5953" y="17557"/>
                </a:lnTo>
                <a:lnTo>
                  <a:pt x="6518" y="17194"/>
                </a:lnTo>
                <a:lnTo>
                  <a:pt x="7124" y="16851"/>
                </a:lnTo>
                <a:lnTo>
                  <a:pt x="7709" y="16528"/>
                </a:lnTo>
                <a:lnTo>
                  <a:pt x="8314" y="16205"/>
                </a:lnTo>
                <a:lnTo>
                  <a:pt x="8556" y="16084"/>
                </a:lnTo>
                <a:lnTo>
                  <a:pt x="9162" y="15761"/>
                </a:lnTo>
                <a:lnTo>
                  <a:pt x="9464" y="15580"/>
                </a:lnTo>
                <a:lnTo>
                  <a:pt x="9767" y="15398"/>
                </a:lnTo>
                <a:lnTo>
                  <a:pt x="10050" y="15196"/>
                </a:lnTo>
                <a:lnTo>
                  <a:pt x="10312" y="14995"/>
                </a:lnTo>
                <a:lnTo>
                  <a:pt x="10574" y="14752"/>
                </a:lnTo>
                <a:lnTo>
                  <a:pt x="10796" y="14490"/>
                </a:lnTo>
                <a:lnTo>
                  <a:pt x="10938" y="14308"/>
                </a:lnTo>
                <a:lnTo>
                  <a:pt x="11059" y="14107"/>
                </a:lnTo>
                <a:lnTo>
                  <a:pt x="11180" y="13905"/>
                </a:lnTo>
                <a:lnTo>
                  <a:pt x="11281" y="13683"/>
                </a:lnTo>
                <a:lnTo>
                  <a:pt x="11482" y="13219"/>
                </a:lnTo>
                <a:lnTo>
                  <a:pt x="11624" y="12755"/>
                </a:lnTo>
                <a:lnTo>
                  <a:pt x="11745" y="12270"/>
                </a:lnTo>
                <a:lnTo>
                  <a:pt x="11846" y="11766"/>
                </a:lnTo>
                <a:lnTo>
                  <a:pt x="11926" y="11261"/>
                </a:lnTo>
                <a:lnTo>
                  <a:pt x="11987" y="10777"/>
                </a:lnTo>
                <a:lnTo>
                  <a:pt x="12088" y="9889"/>
                </a:lnTo>
                <a:lnTo>
                  <a:pt x="12169" y="9001"/>
                </a:lnTo>
                <a:lnTo>
                  <a:pt x="12229" y="8153"/>
                </a:lnTo>
                <a:lnTo>
                  <a:pt x="12330" y="7286"/>
                </a:lnTo>
                <a:lnTo>
                  <a:pt x="12451" y="6438"/>
                </a:lnTo>
                <a:lnTo>
                  <a:pt x="12532" y="6014"/>
                </a:lnTo>
                <a:lnTo>
                  <a:pt x="12633" y="5591"/>
                </a:lnTo>
                <a:lnTo>
                  <a:pt x="12814" y="5005"/>
                </a:lnTo>
                <a:lnTo>
                  <a:pt x="13016" y="4420"/>
                </a:lnTo>
                <a:lnTo>
                  <a:pt x="13258" y="3875"/>
                </a:lnTo>
                <a:lnTo>
                  <a:pt x="13541" y="3351"/>
                </a:lnTo>
                <a:lnTo>
                  <a:pt x="13844" y="2866"/>
                </a:lnTo>
                <a:lnTo>
                  <a:pt x="14187" y="2422"/>
                </a:lnTo>
                <a:lnTo>
                  <a:pt x="14550" y="1999"/>
                </a:lnTo>
                <a:lnTo>
                  <a:pt x="14933" y="1615"/>
                </a:lnTo>
                <a:lnTo>
                  <a:pt x="15135" y="1434"/>
                </a:lnTo>
                <a:lnTo>
                  <a:pt x="15357" y="1272"/>
                </a:lnTo>
                <a:lnTo>
                  <a:pt x="15801" y="949"/>
                </a:lnTo>
                <a:lnTo>
                  <a:pt x="16265" y="707"/>
                </a:lnTo>
                <a:lnTo>
                  <a:pt x="16729" y="485"/>
                </a:lnTo>
                <a:lnTo>
                  <a:pt x="17234" y="303"/>
                </a:lnTo>
                <a:lnTo>
                  <a:pt x="17738" y="182"/>
                </a:lnTo>
                <a:lnTo>
                  <a:pt x="17980" y="142"/>
                </a:lnTo>
                <a:lnTo>
                  <a:pt x="18223" y="102"/>
                </a:lnTo>
                <a:lnTo>
                  <a:pt x="18485" y="81"/>
                </a:lnTo>
                <a:close/>
                <a:moveTo>
                  <a:pt x="18646" y="1"/>
                </a:moveTo>
                <a:lnTo>
                  <a:pt x="18364" y="21"/>
                </a:lnTo>
                <a:lnTo>
                  <a:pt x="18081" y="41"/>
                </a:lnTo>
                <a:lnTo>
                  <a:pt x="17799" y="81"/>
                </a:lnTo>
                <a:lnTo>
                  <a:pt x="17516" y="142"/>
                </a:lnTo>
                <a:lnTo>
                  <a:pt x="17234" y="223"/>
                </a:lnTo>
                <a:lnTo>
                  <a:pt x="16951" y="324"/>
                </a:lnTo>
                <a:lnTo>
                  <a:pt x="16669" y="425"/>
                </a:lnTo>
                <a:lnTo>
                  <a:pt x="16406" y="546"/>
                </a:lnTo>
                <a:lnTo>
                  <a:pt x="16124" y="667"/>
                </a:lnTo>
                <a:lnTo>
                  <a:pt x="15862" y="828"/>
                </a:lnTo>
                <a:lnTo>
                  <a:pt x="15599" y="990"/>
                </a:lnTo>
                <a:lnTo>
                  <a:pt x="15357" y="1151"/>
                </a:lnTo>
                <a:lnTo>
                  <a:pt x="15115" y="1353"/>
                </a:lnTo>
                <a:lnTo>
                  <a:pt x="14873" y="1555"/>
                </a:lnTo>
                <a:lnTo>
                  <a:pt x="14489" y="1938"/>
                </a:lnTo>
                <a:lnTo>
                  <a:pt x="14126" y="2362"/>
                </a:lnTo>
                <a:lnTo>
                  <a:pt x="13783" y="2826"/>
                </a:lnTo>
                <a:lnTo>
                  <a:pt x="13460" y="3310"/>
                </a:lnTo>
                <a:lnTo>
                  <a:pt x="13198" y="3835"/>
                </a:lnTo>
                <a:lnTo>
                  <a:pt x="12956" y="4400"/>
                </a:lnTo>
                <a:lnTo>
                  <a:pt x="12734" y="4965"/>
                </a:lnTo>
                <a:lnTo>
                  <a:pt x="12552" y="5570"/>
                </a:lnTo>
                <a:lnTo>
                  <a:pt x="12471" y="5994"/>
                </a:lnTo>
                <a:lnTo>
                  <a:pt x="12370" y="6418"/>
                </a:lnTo>
                <a:lnTo>
                  <a:pt x="12310" y="6842"/>
                </a:lnTo>
                <a:lnTo>
                  <a:pt x="12249" y="7286"/>
                </a:lnTo>
                <a:lnTo>
                  <a:pt x="12148" y="8133"/>
                </a:lnTo>
                <a:lnTo>
                  <a:pt x="12088" y="9001"/>
                </a:lnTo>
                <a:lnTo>
                  <a:pt x="12007" y="9889"/>
                </a:lnTo>
                <a:lnTo>
                  <a:pt x="11906" y="10777"/>
                </a:lnTo>
                <a:lnTo>
                  <a:pt x="11846" y="11261"/>
                </a:lnTo>
                <a:lnTo>
                  <a:pt x="11765" y="11746"/>
                </a:lnTo>
                <a:lnTo>
                  <a:pt x="11664" y="12230"/>
                </a:lnTo>
                <a:lnTo>
                  <a:pt x="11543" y="12714"/>
                </a:lnTo>
                <a:lnTo>
                  <a:pt x="11402" y="13198"/>
                </a:lnTo>
                <a:lnTo>
                  <a:pt x="11220" y="13642"/>
                </a:lnTo>
                <a:lnTo>
                  <a:pt x="11119" y="13844"/>
                </a:lnTo>
                <a:lnTo>
                  <a:pt x="10998" y="14066"/>
                </a:lnTo>
                <a:lnTo>
                  <a:pt x="10877" y="14248"/>
                </a:lnTo>
                <a:lnTo>
                  <a:pt x="10736" y="14450"/>
                </a:lnTo>
                <a:lnTo>
                  <a:pt x="10514" y="14692"/>
                </a:lnTo>
                <a:lnTo>
                  <a:pt x="10272" y="14934"/>
                </a:lnTo>
                <a:lnTo>
                  <a:pt x="9989" y="15136"/>
                </a:lnTo>
                <a:lnTo>
                  <a:pt x="9707" y="15338"/>
                </a:lnTo>
                <a:lnTo>
                  <a:pt x="9424" y="15519"/>
                </a:lnTo>
                <a:lnTo>
                  <a:pt x="9121" y="15681"/>
                </a:lnTo>
                <a:lnTo>
                  <a:pt x="8516" y="16004"/>
                </a:lnTo>
                <a:lnTo>
                  <a:pt x="8274" y="16145"/>
                </a:lnTo>
                <a:lnTo>
                  <a:pt x="7668" y="16447"/>
                </a:lnTo>
                <a:lnTo>
                  <a:pt x="7083" y="16791"/>
                </a:lnTo>
                <a:lnTo>
                  <a:pt x="6478" y="17134"/>
                </a:lnTo>
                <a:lnTo>
                  <a:pt x="5913" y="17497"/>
                </a:lnTo>
                <a:lnTo>
                  <a:pt x="5328" y="17860"/>
                </a:lnTo>
                <a:lnTo>
                  <a:pt x="4763" y="18223"/>
                </a:lnTo>
                <a:lnTo>
                  <a:pt x="4198" y="18607"/>
                </a:lnTo>
                <a:lnTo>
                  <a:pt x="3653" y="19010"/>
                </a:lnTo>
                <a:lnTo>
                  <a:pt x="2866" y="19596"/>
                </a:lnTo>
                <a:lnTo>
                  <a:pt x="2502" y="19918"/>
                </a:lnTo>
                <a:lnTo>
                  <a:pt x="2139" y="20241"/>
                </a:lnTo>
                <a:lnTo>
                  <a:pt x="1776" y="20584"/>
                </a:lnTo>
                <a:lnTo>
                  <a:pt x="1453" y="20948"/>
                </a:lnTo>
                <a:lnTo>
                  <a:pt x="1150" y="21331"/>
                </a:lnTo>
                <a:lnTo>
                  <a:pt x="868" y="21755"/>
                </a:lnTo>
                <a:lnTo>
                  <a:pt x="727" y="21997"/>
                </a:lnTo>
                <a:lnTo>
                  <a:pt x="585" y="22259"/>
                </a:lnTo>
                <a:lnTo>
                  <a:pt x="464" y="22542"/>
                </a:lnTo>
                <a:lnTo>
                  <a:pt x="363" y="22804"/>
                </a:lnTo>
                <a:lnTo>
                  <a:pt x="262" y="23087"/>
                </a:lnTo>
                <a:lnTo>
                  <a:pt x="182" y="23369"/>
                </a:lnTo>
                <a:lnTo>
                  <a:pt x="121" y="23652"/>
                </a:lnTo>
                <a:lnTo>
                  <a:pt x="61" y="23934"/>
                </a:lnTo>
                <a:lnTo>
                  <a:pt x="20" y="24217"/>
                </a:lnTo>
                <a:lnTo>
                  <a:pt x="0" y="24520"/>
                </a:lnTo>
                <a:lnTo>
                  <a:pt x="0" y="24802"/>
                </a:lnTo>
                <a:lnTo>
                  <a:pt x="0" y="25105"/>
                </a:lnTo>
                <a:lnTo>
                  <a:pt x="20" y="25387"/>
                </a:lnTo>
                <a:lnTo>
                  <a:pt x="61" y="25690"/>
                </a:lnTo>
                <a:lnTo>
                  <a:pt x="101" y="25972"/>
                </a:lnTo>
                <a:lnTo>
                  <a:pt x="161" y="26255"/>
                </a:lnTo>
                <a:lnTo>
                  <a:pt x="283" y="26699"/>
                </a:lnTo>
                <a:lnTo>
                  <a:pt x="444" y="27103"/>
                </a:lnTo>
                <a:lnTo>
                  <a:pt x="646" y="27486"/>
                </a:lnTo>
                <a:lnTo>
                  <a:pt x="848" y="27849"/>
                </a:lnTo>
                <a:lnTo>
                  <a:pt x="1110" y="28172"/>
                </a:lnTo>
                <a:lnTo>
                  <a:pt x="1372" y="28475"/>
                </a:lnTo>
                <a:lnTo>
                  <a:pt x="1675" y="28737"/>
                </a:lnTo>
                <a:lnTo>
                  <a:pt x="1978" y="28959"/>
                </a:lnTo>
                <a:lnTo>
                  <a:pt x="2220" y="29100"/>
                </a:lnTo>
                <a:lnTo>
                  <a:pt x="2462" y="29221"/>
                </a:lnTo>
                <a:lnTo>
                  <a:pt x="2704" y="29302"/>
                </a:lnTo>
                <a:lnTo>
                  <a:pt x="2967" y="29383"/>
                </a:lnTo>
                <a:lnTo>
                  <a:pt x="3209" y="29443"/>
                </a:lnTo>
                <a:lnTo>
                  <a:pt x="3471" y="29484"/>
                </a:lnTo>
                <a:lnTo>
                  <a:pt x="3733" y="29504"/>
                </a:lnTo>
                <a:lnTo>
                  <a:pt x="3996" y="29524"/>
                </a:lnTo>
                <a:lnTo>
                  <a:pt x="4460" y="29484"/>
                </a:lnTo>
                <a:lnTo>
                  <a:pt x="4904" y="29423"/>
                </a:lnTo>
                <a:lnTo>
                  <a:pt x="5368" y="29322"/>
                </a:lnTo>
                <a:lnTo>
                  <a:pt x="5812" y="29181"/>
                </a:lnTo>
                <a:lnTo>
                  <a:pt x="6236" y="29020"/>
                </a:lnTo>
                <a:lnTo>
                  <a:pt x="6639" y="28838"/>
                </a:lnTo>
                <a:lnTo>
                  <a:pt x="7003" y="28636"/>
                </a:lnTo>
                <a:lnTo>
                  <a:pt x="7366" y="28414"/>
                </a:lnTo>
                <a:lnTo>
                  <a:pt x="7729" y="28152"/>
                </a:lnTo>
                <a:lnTo>
                  <a:pt x="8072" y="27890"/>
                </a:lnTo>
                <a:lnTo>
                  <a:pt x="8415" y="27587"/>
                </a:lnTo>
                <a:lnTo>
                  <a:pt x="8738" y="27304"/>
                </a:lnTo>
                <a:lnTo>
                  <a:pt x="9384" y="26699"/>
                </a:lnTo>
                <a:lnTo>
                  <a:pt x="9989" y="26073"/>
                </a:lnTo>
                <a:lnTo>
                  <a:pt x="10756" y="25307"/>
                </a:lnTo>
                <a:lnTo>
                  <a:pt x="11139" y="24943"/>
                </a:lnTo>
                <a:lnTo>
                  <a:pt x="11543" y="24580"/>
                </a:lnTo>
                <a:lnTo>
                  <a:pt x="12108" y="24116"/>
                </a:lnTo>
                <a:lnTo>
                  <a:pt x="12693" y="23672"/>
                </a:lnTo>
                <a:lnTo>
                  <a:pt x="13299" y="23248"/>
                </a:lnTo>
                <a:lnTo>
                  <a:pt x="13985" y="22824"/>
                </a:lnTo>
                <a:lnTo>
                  <a:pt x="14691" y="22401"/>
                </a:lnTo>
                <a:lnTo>
                  <a:pt x="15458" y="21997"/>
                </a:lnTo>
                <a:lnTo>
                  <a:pt x="16285" y="21593"/>
                </a:lnTo>
                <a:lnTo>
                  <a:pt x="17173" y="21170"/>
                </a:lnTo>
                <a:lnTo>
                  <a:pt x="17758" y="20907"/>
                </a:lnTo>
                <a:lnTo>
                  <a:pt x="18505" y="20584"/>
                </a:lnTo>
                <a:lnTo>
                  <a:pt x="19252" y="20241"/>
                </a:lnTo>
                <a:lnTo>
                  <a:pt x="19958" y="19878"/>
                </a:lnTo>
                <a:lnTo>
                  <a:pt x="20321" y="19696"/>
                </a:lnTo>
                <a:lnTo>
                  <a:pt x="20664" y="19495"/>
                </a:lnTo>
                <a:lnTo>
                  <a:pt x="20987" y="19273"/>
                </a:lnTo>
                <a:lnTo>
                  <a:pt x="21330" y="19051"/>
                </a:lnTo>
                <a:lnTo>
                  <a:pt x="21633" y="18809"/>
                </a:lnTo>
                <a:lnTo>
                  <a:pt x="21936" y="18566"/>
                </a:lnTo>
                <a:lnTo>
                  <a:pt x="22218" y="18304"/>
                </a:lnTo>
                <a:lnTo>
                  <a:pt x="22501" y="18022"/>
                </a:lnTo>
                <a:lnTo>
                  <a:pt x="22743" y="17719"/>
                </a:lnTo>
                <a:lnTo>
                  <a:pt x="22985" y="17396"/>
                </a:lnTo>
                <a:lnTo>
                  <a:pt x="23227" y="17013"/>
                </a:lnTo>
                <a:lnTo>
                  <a:pt x="23449" y="16589"/>
                </a:lnTo>
                <a:lnTo>
                  <a:pt x="23631" y="16185"/>
                </a:lnTo>
                <a:lnTo>
                  <a:pt x="23792" y="15761"/>
                </a:lnTo>
                <a:lnTo>
                  <a:pt x="23954" y="15317"/>
                </a:lnTo>
                <a:lnTo>
                  <a:pt x="24075" y="14873"/>
                </a:lnTo>
                <a:lnTo>
                  <a:pt x="24297" y="14006"/>
                </a:lnTo>
                <a:lnTo>
                  <a:pt x="24478" y="13198"/>
                </a:lnTo>
                <a:lnTo>
                  <a:pt x="24620" y="12432"/>
                </a:lnTo>
                <a:lnTo>
                  <a:pt x="24741" y="11685"/>
                </a:lnTo>
                <a:lnTo>
                  <a:pt x="24842" y="10938"/>
                </a:lnTo>
                <a:lnTo>
                  <a:pt x="24902" y="10232"/>
                </a:lnTo>
                <a:lnTo>
                  <a:pt x="24943" y="9546"/>
                </a:lnTo>
                <a:lnTo>
                  <a:pt x="24963" y="8880"/>
                </a:lnTo>
                <a:lnTo>
                  <a:pt x="24963" y="8214"/>
                </a:lnTo>
                <a:lnTo>
                  <a:pt x="24922" y="7447"/>
                </a:lnTo>
                <a:lnTo>
                  <a:pt x="24842" y="6721"/>
                </a:lnTo>
                <a:lnTo>
                  <a:pt x="24741" y="6014"/>
                </a:lnTo>
                <a:lnTo>
                  <a:pt x="24579" y="5348"/>
                </a:lnTo>
                <a:lnTo>
                  <a:pt x="24398" y="4703"/>
                </a:lnTo>
                <a:lnTo>
                  <a:pt x="24156" y="4097"/>
                </a:lnTo>
                <a:lnTo>
                  <a:pt x="23893" y="3532"/>
                </a:lnTo>
                <a:lnTo>
                  <a:pt x="23752" y="3250"/>
                </a:lnTo>
                <a:lnTo>
                  <a:pt x="23591" y="2987"/>
                </a:lnTo>
                <a:lnTo>
                  <a:pt x="23389" y="2685"/>
                </a:lnTo>
                <a:lnTo>
                  <a:pt x="23187" y="2382"/>
                </a:lnTo>
                <a:lnTo>
                  <a:pt x="22965" y="2099"/>
                </a:lnTo>
                <a:lnTo>
                  <a:pt x="22723" y="1837"/>
                </a:lnTo>
                <a:lnTo>
                  <a:pt x="22460" y="1595"/>
                </a:lnTo>
                <a:lnTo>
                  <a:pt x="22218" y="1353"/>
                </a:lnTo>
                <a:lnTo>
                  <a:pt x="21936" y="1151"/>
                </a:lnTo>
                <a:lnTo>
                  <a:pt x="21653" y="949"/>
                </a:lnTo>
                <a:lnTo>
                  <a:pt x="21371" y="768"/>
                </a:lnTo>
                <a:lnTo>
                  <a:pt x="21088" y="606"/>
                </a:lnTo>
                <a:lnTo>
                  <a:pt x="20785" y="445"/>
                </a:lnTo>
                <a:lnTo>
                  <a:pt x="20483" y="324"/>
                </a:lnTo>
                <a:lnTo>
                  <a:pt x="20160" y="223"/>
                </a:lnTo>
                <a:lnTo>
                  <a:pt x="19857" y="142"/>
                </a:lnTo>
                <a:lnTo>
                  <a:pt x="19534" y="61"/>
                </a:lnTo>
                <a:lnTo>
                  <a:pt x="19211" y="21"/>
                </a:lnTo>
                <a:lnTo>
                  <a:pt x="18929" y="1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24" name="Google Shape;1124;p15"/>
          <p:cNvSpPr/>
          <p:nvPr/>
        </p:nvSpPr>
        <p:spPr>
          <a:xfrm rot="1768943">
            <a:off x="-393343" y="2035865"/>
            <a:ext cx="1193672" cy="1427252"/>
          </a:xfrm>
          <a:custGeom>
            <a:rect b="b" l="l" r="r" t="t"/>
            <a:pathLst>
              <a:path extrusionOk="0" h="25529" w="21351">
                <a:moveTo>
                  <a:pt x="16709" y="81"/>
                </a:moveTo>
                <a:lnTo>
                  <a:pt x="17052" y="122"/>
                </a:lnTo>
                <a:lnTo>
                  <a:pt x="17416" y="202"/>
                </a:lnTo>
                <a:lnTo>
                  <a:pt x="17759" y="303"/>
                </a:lnTo>
                <a:lnTo>
                  <a:pt x="18102" y="424"/>
                </a:lnTo>
                <a:lnTo>
                  <a:pt x="18445" y="586"/>
                </a:lnTo>
                <a:lnTo>
                  <a:pt x="18788" y="788"/>
                </a:lnTo>
                <a:lnTo>
                  <a:pt x="19111" y="1010"/>
                </a:lnTo>
                <a:lnTo>
                  <a:pt x="19434" y="1272"/>
                </a:lnTo>
                <a:lnTo>
                  <a:pt x="19736" y="1575"/>
                </a:lnTo>
                <a:lnTo>
                  <a:pt x="19999" y="1897"/>
                </a:lnTo>
                <a:lnTo>
                  <a:pt x="20261" y="2261"/>
                </a:lnTo>
                <a:lnTo>
                  <a:pt x="20483" y="2644"/>
                </a:lnTo>
                <a:lnTo>
                  <a:pt x="20644" y="2947"/>
                </a:lnTo>
                <a:lnTo>
                  <a:pt x="20766" y="3250"/>
                </a:lnTo>
                <a:lnTo>
                  <a:pt x="20887" y="3572"/>
                </a:lnTo>
                <a:lnTo>
                  <a:pt x="20987" y="3895"/>
                </a:lnTo>
                <a:lnTo>
                  <a:pt x="21068" y="4238"/>
                </a:lnTo>
                <a:lnTo>
                  <a:pt x="21149" y="4581"/>
                </a:lnTo>
                <a:lnTo>
                  <a:pt x="21209" y="4945"/>
                </a:lnTo>
                <a:lnTo>
                  <a:pt x="21250" y="5308"/>
                </a:lnTo>
                <a:lnTo>
                  <a:pt x="21270" y="5691"/>
                </a:lnTo>
                <a:lnTo>
                  <a:pt x="21270" y="6075"/>
                </a:lnTo>
                <a:lnTo>
                  <a:pt x="21270" y="6478"/>
                </a:lnTo>
                <a:lnTo>
                  <a:pt x="21250" y="6882"/>
                </a:lnTo>
                <a:lnTo>
                  <a:pt x="21230" y="7306"/>
                </a:lnTo>
                <a:lnTo>
                  <a:pt x="21169" y="7750"/>
                </a:lnTo>
                <a:lnTo>
                  <a:pt x="21109" y="8194"/>
                </a:lnTo>
                <a:lnTo>
                  <a:pt x="21028" y="8658"/>
                </a:lnTo>
                <a:lnTo>
                  <a:pt x="20947" y="9122"/>
                </a:lnTo>
                <a:lnTo>
                  <a:pt x="20846" y="9586"/>
                </a:lnTo>
                <a:lnTo>
                  <a:pt x="20725" y="10010"/>
                </a:lnTo>
                <a:lnTo>
                  <a:pt x="20604" y="10434"/>
                </a:lnTo>
                <a:lnTo>
                  <a:pt x="20483" y="10857"/>
                </a:lnTo>
                <a:lnTo>
                  <a:pt x="20342" y="11261"/>
                </a:lnTo>
                <a:lnTo>
                  <a:pt x="20180" y="11644"/>
                </a:lnTo>
                <a:lnTo>
                  <a:pt x="20019" y="12008"/>
                </a:lnTo>
                <a:lnTo>
                  <a:pt x="19857" y="12371"/>
                </a:lnTo>
                <a:lnTo>
                  <a:pt x="19676" y="12714"/>
                </a:lnTo>
                <a:lnTo>
                  <a:pt x="19474" y="13037"/>
                </a:lnTo>
                <a:lnTo>
                  <a:pt x="19272" y="13340"/>
                </a:lnTo>
                <a:lnTo>
                  <a:pt x="19070" y="13642"/>
                </a:lnTo>
                <a:lnTo>
                  <a:pt x="18848" y="13945"/>
                </a:lnTo>
                <a:lnTo>
                  <a:pt x="18606" y="14207"/>
                </a:lnTo>
                <a:lnTo>
                  <a:pt x="18364" y="14470"/>
                </a:lnTo>
                <a:lnTo>
                  <a:pt x="18142" y="14692"/>
                </a:lnTo>
                <a:lnTo>
                  <a:pt x="17920" y="14893"/>
                </a:lnTo>
                <a:lnTo>
                  <a:pt x="17436" y="15297"/>
                </a:lnTo>
                <a:lnTo>
                  <a:pt x="16931" y="15640"/>
                </a:lnTo>
                <a:lnTo>
                  <a:pt x="16386" y="15983"/>
                </a:lnTo>
                <a:lnTo>
                  <a:pt x="15842" y="16306"/>
                </a:lnTo>
                <a:lnTo>
                  <a:pt x="15297" y="16589"/>
                </a:lnTo>
                <a:lnTo>
                  <a:pt x="14187" y="17154"/>
                </a:lnTo>
                <a:lnTo>
                  <a:pt x="13481" y="17497"/>
                </a:lnTo>
                <a:lnTo>
                  <a:pt x="12774" y="17860"/>
                </a:lnTo>
                <a:lnTo>
                  <a:pt x="12088" y="18264"/>
                </a:lnTo>
                <a:lnTo>
                  <a:pt x="11422" y="18667"/>
                </a:lnTo>
                <a:lnTo>
                  <a:pt x="10958" y="18990"/>
                </a:lnTo>
                <a:lnTo>
                  <a:pt x="10494" y="19333"/>
                </a:lnTo>
                <a:lnTo>
                  <a:pt x="10070" y="19696"/>
                </a:lnTo>
                <a:lnTo>
                  <a:pt x="9646" y="20060"/>
                </a:lnTo>
                <a:lnTo>
                  <a:pt x="8799" y="20847"/>
                </a:lnTo>
                <a:lnTo>
                  <a:pt x="7992" y="21613"/>
                </a:lnTo>
                <a:lnTo>
                  <a:pt x="7205" y="22400"/>
                </a:lnTo>
                <a:lnTo>
                  <a:pt x="6377" y="23167"/>
                </a:lnTo>
                <a:lnTo>
                  <a:pt x="5953" y="23531"/>
                </a:lnTo>
                <a:lnTo>
                  <a:pt x="5509" y="23894"/>
                </a:lnTo>
                <a:lnTo>
                  <a:pt x="5065" y="24237"/>
                </a:lnTo>
                <a:lnTo>
                  <a:pt x="4601" y="24560"/>
                </a:lnTo>
                <a:lnTo>
                  <a:pt x="4178" y="24822"/>
                </a:lnTo>
                <a:lnTo>
                  <a:pt x="3935" y="24963"/>
                </a:lnTo>
                <a:lnTo>
                  <a:pt x="3673" y="25084"/>
                </a:lnTo>
                <a:lnTo>
                  <a:pt x="3411" y="25205"/>
                </a:lnTo>
                <a:lnTo>
                  <a:pt x="3148" y="25306"/>
                </a:lnTo>
                <a:lnTo>
                  <a:pt x="2866" y="25367"/>
                </a:lnTo>
                <a:lnTo>
                  <a:pt x="2563" y="25427"/>
                </a:lnTo>
                <a:lnTo>
                  <a:pt x="2260" y="25448"/>
                </a:lnTo>
                <a:lnTo>
                  <a:pt x="1978" y="25427"/>
                </a:lnTo>
                <a:lnTo>
                  <a:pt x="1695" y="25367"/>
                </a:lnTo>
                <a:lnTo>
                  <a:pt x="1433" y="25286"/>
                </a:lnTo>
                <a:lnTo>
                  <a:pt x="1171" y="25185"/>
                </a:lnTo>
                <a:lnTo>
                  <a:pt x="949" y="25044"/>
                </a:lnTo>
                <a:lnTo>
                  <a:pt x="747" y="24883"/>
                </a:lnTo>
                <a:lnTo>
                  <a:pt x="585" y="24701"/>
                </a:lnTo>
                <a:lnTo>
                  <a:pt x="424" y="24459"/>
                </a:lnTo>
                <a:lnTo>
                  <a:pt x="303" y="24196"/>
                </a:lnTo>
                <a:lnTo>
                  <a:pt x="222" y="23894"/>
                </a:lnTo>
                <a:lnTo>
                  <a:pt x="142" y="23551"/>
                </a:lnTo>
                <a:lnTo>
                  <a:pt x="101" y="23167"/>
                </a:lnTo>
                <a:lnTo>
                  <a:pt x="81" y="22784"/>
                </a:lnTo>
                <a:lnTo>
                  <a:pt x="101" y="22421"/>
                </a:lnTo>
                <a:lnTo>
                  <a:pt x="142" y="22037"/>
                </a:lnTo>
                <a:lnTo>
                  <a:pt x="202" y="21654"/>
                </a:lnTo>
                <a:lnTo>
                  <a:pt x="303" y="21291"/>
                </a:lnTo>
                <a:lnTo>
                  <a:pt x="424" y="20947"/>
                </a:lnTo>
                <a:lnTo>
                  <a:pt x="585" y="20584"/>
                </a:lnTo>
                <a:lnTo>
                  <a:pt x="727" y="20342"/>
                </a:lnTo>
                <a:lnTo>
                  <a:pt x="868" y="20080"/>
                </a:lnTo>
                <a:lnTo>
                  <a:pt x="1029" y="19838"/>
                </a:lnTo>
                <a:lnTo>
                  <a:pt x="1211" y="19616"/>
                </a:lnTo>
                <a:lnTo>
                  <a:pt x="1393" y="19373"/>
                </a:lnTo>
                <a:lnTo>
                  <a:pt x="1574" y="19172"/>
                </a:lnTo>
                <a:lnTo>
                  <a:pt x="1978" y="18768"/>
                </a:lnTo>
                <a:lnTo>
                  <a:pt x="2402" y="18385"/>
                </a:lnTo>
                <a:lnTo>
                  <a:pt x="2825" y="18042"/>
                </a:lnTo>
                <a:lnTo>
                  <a:pt x="3249" y="17739"/>
                </a:lnTo>
                <a:lnTo>
                  <a:pt x="3673" y="17456"/>
                </a:lnTo>
                <a:lnTo>
                  <a:pt x="4561" y="16871"/>
                </a:lnTo>
                <a:lnTo>
                  <a:pt x="5489" y="16306"/>
                </a:lnTo>
                <a:lnTo>
                  <a:pt x="6438" y="15761"/>
                </a:lnTo>
                <a:lnTo>
                  <a:pt x="7366" y="15257"/>
                </a:lnTo>
                <a:lnTo>
                  <a:pt x="7568" y="15136"/>
                </a:lnTo>
                <a:lnTo>
                  <a:pt x="8153" y="14793"/>
                </a:lnTo>
                <a:lnTo>
                  <a:pt x="8758" y="14429"/>
                </a:lnTo>
                <a:lnTo>
                  <a:pt x="9041" y="14228"/>
                </a:lnTo>
                <a:lnTo>
                  <a:pt x="9323" y="14026"/>
                </a:lnTo>
                <a:lnTo>
                  <a:pt x="9606" y="13804"/>
                </a:lnTo>
                <a:lnTo>
                  <a:pt x="9868" y="13541"/>
                </a:lnTo>
                <a:lnTo>
                  <a:pt x="10070" y="13340"/>
                </a:lnTo>
                <a:lnTo>
                  <a:pt x="10232" y="13138"/>
                </a:lnTo>
                <a:lnTo>
                  <a:pt x="10393" y="12916"/>
                </a:lnTo>
                <a:lnTo>
                  <a:pt x="10534" y="12694"/>
                </a:lnTo>
                <a:lnTo>
                  <a:pt x="10675" y="12452"/>
                </a:lnTo>
                <a:lnTo>
                  <a:pt x="10797" y="12210"/>
                </a:lnTo>
                <a:lnTo>
                  <a:pt x="10897" y="11967"/>
                </a:lnTo>
                <a:lnTo>
                  <a:pt x="10978" y="11725"/>
                </a:lnTo>
                <a:lnTo>
                  <a:pt x="11140" y="11221"/>
                </a:lnTo>
                <a:lnTo>
                  <a:pt x="11261" y="10716"/>
                </a:lnTo>
                <a:lnTo>
                  <a:pt x="11362" y="10191"/>
                </a:lnTo>
                <a:lnTo>
                  <a:pt x="11463" y="9647"/>
                </a:lnTo>
                <a:lnTo>
                  <a:pt x="11563" y="8839"/>
                </a:lnTo>
                <a:lnTo>
                  <a:pt x="11664" y="8012"/>
                </a:lnTo>
                <a:lnTo>
                  <a:pt x="11846" y="6599"/>
                </a:lnTo>
                <a:lnTo>
                  <a:pt x="11947" y="5893"/>
                </a:lnTo>
                <a:lnTo>
                  <a:pt x="12088" y="5187"/>
                </a:lnTo>
                <a:lnTo>
                  <a:pt x="12209" y="4682"/>
                </a:lnTo>
                <a:lnTo>
                  <a:pt x="12330" y="4218"/>
                </a:lnTo>
                <a:lnTo>
                  <a:pt x="12472" y="3754"/>
                </a:lnTo>
                <a:lnTo>
                  <a:pt x="12633" y="3330"/>
                </a:lnTo>
                <a:lnTo>
                  <a:pt x="12794" y="2947"/>
                </a:lnTo>
                <a:lnTo>
                  <a:pt x="12976" y="2563"/>
                </a:lnTo>
                <a:lnTo>
                  <a:pt x="13158" y="2220"/>
                </a:lnTo>
                <a:lnTo>
                  <a:pt x="13359" y="1897"/>
                </a:lnTo>
                <a:lnTo>
                  <a:pt x="13561" y="1615"/>
                </a:lnTo>
                <a:lnTo>
                  <a:pt x="13803" y="1332"/>
                </a:lnTo>
                <a:lnTo>
                  <a:pt x="14025" y="1090"/>
                </a:lnTo>
                <a:lnTo>
                  <a:pt x="14288" y="868"/>
                </a:lnTo>
                <a:lnTo>
                  <a:pt x="14550" y="687"/>
                </a:lnTo>
                <a:lnTo>
                  <a:pt x="14812" y="525"/>
                </a:lnTo>
                <a:lnTo>
                  <a:pt x="15115" y="364"/>
                </a:lnTo>
                <a:lnTo>
                  <a:pt x="15418" y="263"/>
                </a:lnTo>
                <a:lnTo>
                  <a:pt x="15721" y="162"/>
                </a:lnTo>
                <a:lnTo>
                  <a:pt x="16043" y="101"/>
                </a:lnTo>
                <a:lnTo>
                  <a:pt x="16366" y="81"/>
                </a:lnTo>
                <a:close/>
                <a:moveTo>
                  <a:pt x="16467" y="1"/>
                </a:moveTo>
                <a:lnTo>
                  <a:pt x="16104" y="21"/>
                </a:lnTo>
                <a:lnTo>
                  <a:pt x="15741" y="81"/>
                </a:lnTo>
                <a:lnTo>
                  <a:pt x="15377" y="182"/>
                </a:lnTo>
                <a:lnTo>
                  <a:pt x="15075" y="303"/>
                </a:lnTo>
                <a:lnTo>
                  <a:pt x="14792" y="445"/>
                </a:lnTo>
                <a:lnTo>
                  <a:pt x="14510" y="606"/>
                </a:lnTo>
                <a:lnTo>
                  <a:pt x="14227" y="808"/>
                </a:lnTo>
                <a:lnTo>
                  <a:pt x="13985" y="1030"/>
                </a:lnTo>
                <a:lnTo>
                  <a:pt x="13743" y="1272"/>
                </a:lnTo>
                <a:lnTo>
                  <a:pt x="13501" y="1554"/>
                </a:lnTo>
                <a:lnTo>
                  <a:pt x="13299" y="1857"/>
                </a:lnTo>
                <a:lnTo>
                  <a:pt x="13097" y="2180"/>
                </a:lnTo>
                <a:lnTo>
                  <a:pt x="12895" y="2523"/>
                </a:lnTo>
                <a:lnTo>
                  <a:pt x="12714" y="2906"/>
                </a:lnTo>
                <a:lnTo>
                  <a:pt x="12552" y="3310"/>
                </a:lnTo>
                <a:lnTo>
                  <a:pt x="12391" y="3734"/>
                </a:lnTo>
                <a:lnTo>
                  <a:pt x="12250" y="4178"/>
                </a:lnTo>
                <a:lnTo>
                  <a:pt x="12128" y="4662"/>
                </a:lnTo>
                <a:lnTo>
                  <a:pt x="12007" y="5187"/>
                </a:lnTo>
                <a:lnTo>
                  <a:pt x="11886" y="5873"/>
                </a:lnTo>
                <a:lnTo>
                  <a:pt x="11765" y="6599"/>
                </a:lnTo>
                <a:lnTo>
                  <a:pt x="11584" y="7992"/>
                </a:lnTo>
                <a:lnTo>
                  <a:pt x="11483" y="8819"/>
                </a:lnTo>
                <a:lnTo>
                  <a:pt x="11382" y="9647"/>
                </a:lnTo>
                <a:lnTo>
                  <a:pt x="11281" y="10171"/>
                </a:lnTo>
                <a:lnTo>
                  <a:pt x="11180" y="10696"/>
                </a:lnTo>
                <a:lnTo>
                  <a:pt x="11059" y="11200"/>
                </a:lnTo>
                <a:lnTo>
                  <a:pt x="10918" y="11705"/>
                </a:lnTo>
                <a:lnTo>
                  <a:pt x="10817" y="11947"/>
                </a:lnTo>
                <a:lnTo>
                  <a:pt x="10716" y="12169"/>
                </a:lnTo>
                <a:lnTo>
                  <a:pt x="10595" y="12411"/>
                </a:lnTo>
                <a:lnTo>
                  <a:pt x="10474" y="12633"/>
                </a:lnTo>
                <a:lnTo>
                  <a:pt x="10332" y="12855"/>
                </a:lnTo>
                <a:lnTo>
                  <a:pt x="10171" y="13077"/>
                </a:lnTo>
                <a:lnTo>
                  <a:pt x="10010" y="13279"/>
                </a:lnTo>
                <a:lnTo>
                  <a:pt x="9808" y="13501"/>
                </a:lnTo>
                <a:lnTo>
                  <a:pt x="9545" y="13743"/>
                </a:lnTo>
                <a:lnTo>
                  <a:pt x="9283" y="13965"/>
                </a:lnTo>
                <a:lnTo>
                  <a:pt x="9001" y="14167"/>
                </a:lnTo>
                <a:lnTo>
                  <a:pt x="8718" y="14369"/>
                </a:lnTo>
                <a:lnTo>
                  <a:pt x="8113" y="14732"/>
                </a:lnTo>
                <a:lnTo>
                  <a:pt x="7527" y="15055"/>
                </a:lnTo>
                <a:lnTo>
                  <a:pt x="7326" y="15176"/>
                </a:lnTo>
                <a:lnTo>
                  <a:pt x="6397" y="15701"/>
                </a:lnTo>
                <a:lnTo>
                  <a:pt x="5449" y="16246"/>
                </a:lnTo>
                <a:lnTo>
                  <a:pt x="4521" y="16790"/>
                </a:lnTo>
                <a:lnTo>
                  <a:pt x="3612" y="17376"/>
                </a:lnTo>
                <a:lnTo>
                  <a:pt x="3209" y="17658"/>
                </a:lnTo>
                <a:lnTo>
                  <a:pt x="2765" y="17981"/>
                </a:lnTo>
                <a:lnTo>
                  <a:pt x="2341" y="18324"/>
                </a:lnTo>
                <a:lnTo>
                  <a:pt x="1917" y="18707"/>
                </a:lnTo>
                <a:lnTo>
                  <a:pt x="1514" y="19111"/>
                </a:lnTo>
                <a:lnTo>
                  <a:pt x="1312" y="19333"/>
                </a:lnTo>
                <a:lnTo>
                  <a:pt x="1130" y="19555"/>
                </a:lnTo>
                <a:lnTo>
                  <a:pt x="969" y="19797"/>
                </a:lnTo>
                <a:lnTo>
                  <a:pt x="807" y="20039"/>
                </a:lnTo>
                <a:lnTo>
                  <a:pt x="646" y="20302"/>
                </a:lnTo>
                <a:lnTo>
                  <a:pt x="505" y="20564"/>
                </a:lnTo>
                <a:lnTo>
                  <a:pt x="364" y="20907"/>
                </a:lnTo>
                <a:lnTo>
                  <a:pt x="222" y="21270"/>
                </a:lnTo>
                <a:lnTo>
                  <a:pt x="142" y="21654"/>
                </a:lnTo>
                <a:lnTo>
                  <a:pt x="61" y="22017"/>
                </a:lnTo>
                <a:lnTo>
                  <a:pt x="20" y="22400"/>
                </a:lnTo>
                <a:lnTo>
                  <a:pt x="0" y="22784"/>
                </a:lnTo>
                <a:lnTo>
                  <a:pt x="20" y="23167"/>
                </a:lnTo>
                <a:lnTo>
                  <a:pt x="61" y="23551"/>
                </a:lnTo>
                <a:lnTo>
                  <a:pt x="142" y="23914"/>
                </a:lnTo>
                <a:lnTo>
                  <a:pt x="242" y="24237"/>
                </a:lnTo>
                <a:lnTo>
                  <a:pt x="364" y="24499"/>
                </a:lnTo>
                <a:lnTo>
                  <a:pt x="505" y="24741"/>
                </a:lnTo>
                <a:lnTo>
                  <a:pt x="666" y="24923"/>
                </a:lnTo>
                <a:lnTo>
                  <a:pt x="848" y="25064"/>
                </a:lnTo>
                <a:lnTo>
                  <a:pt x="1050" y="25205"/>
                </a:lnTo>
                <a:lnTo>
                  <a:pt x="1251" y="25327"/>
                </a:lnTo>
                <a:lnTo>
                  <a:pt x="1494" y="25407"/>
                </a:lnTo>
                <a:lnTo>
                  <a:pt x="1736" y="25468"/>
                </a:lnTo>
                <a:lnTo>
                  <a:pt x="1978" y="25508"/>
                </a:lnTo>
                <a:lnTo>
                  <a:pt x="2260" y="25528"/>
                </a:lnTo>
                <a:lnTo>
                  <a:pt x="2563" y="25508"/>
                </a:lnTo>
                <a:lnTo>
                  <a:pt x="2866" y="25448"/>
                </a:lnTo>
                <a:lnTo>
                  <a:pt x="3169" y="25367"/>
                </a:lnTo>
                <a:lnTo>
                  <a:pt x="3451" y="25286"/>
                </a:lnTo>
                <a:lnTo>
                  <a:pt x="3713" y="25165"/>
                </a:lnTo>
                <a:lnTo>
                  <a:pt x="3976" y="25044"/>
                </a:lnTo>
                <a:lnTo>
                  <a:pt x="4218" y="24903"/>
                </a:lnTo>
                <a:lnTo>
                  <a:pt x="4642" y="24620"/>
                </a:lnTo>
                <a:lnTo>
                  <a:pt x="5106" y="24297"/>
                </a:lnTo>
                <a:lnTo>
                  <a:pt x="5550" y="23954"/>
                </a:lnTo>
                <a:lnTo>
                  <a:pt x="5994" y="23611"/>
                </a:lnTo>
                <a:lnTo>
                  <a:pt x="6418" y="23228"/>
                </a:lnTo>
                <a:lnTo>
                  <a:pt x="7245" y="22461"/>
                </a:lnTo>
                <a:lnTo>
                  <a:pt x="8052" y="21674"/>
                </a:lnTo>
                <a:lnTo>
                  <a:pt x="8859" y="20907"/>
                </a:lnTo>
                <a:lnTo>
                  <a:pt x="9687" y="20140"/>
                </a:lnTo>
                <a:lnTo>
                  <a:pt x="10110" y="19757"/>
                </a:lnTo>
                <a:lnTo>
                  <a:pt x="10554" y="19394"/>
                </a:lnTo>
                <a:lnTo>
                  <a:pt x="10998" y="19051"/>
                </a:lnTo>
                <a:lnTo>
                  <a:pt x="11463" y="18728"/>
                </a:lnTo>
                <a:lnTo>
                  <a:pt x="12128" y="18324"/>
                </a:lnTo>
                <a:lnTo>
                  <a:pt x="12815" y="17941"/>
                </a:lnTo>
                <a:lnTo>
                  <a:pt x="13521" y="17577"/>
                </a:lnTo>
                <a:lnTo>
                  <a:pt x="14207" y="17234"/>
                </a:lnTo>
                <a:lnTo>
                  <a:pt x="15337" y="16669"/>
                </a:lnTo>
                <a:lnTo>
                  <a:pt x="15902" y="16367"/>
                </a:lnTo>
                <a:lnTo>
                  <a:pt x="16447" y="16044"/>
                </a:lnTo>
                <a:lnTo>
                  <a:pt x="16972" y="15721"/>
                </a:lnTo>
                <a:lnTo>
                  <a:pt x="17476" y="15358"/>
                </a:lnTo>
                <a:lnTo>
                  <a:pt x="17981" y="14954"/>
                </a:lnTo>
                <a:lnTo>
                  <a:pt x="18203" y="14752"/>
                </a:lnTo>
                <a:lnTo>
                  <a:pt x="18425" y="14530"/>
                </a:lnTo>
                <a:lnTo>
                  <a:pt x="18667" y="14268"/>
                </a:lnTo>
                <a:lnTo>
                  <a:pt x="18909" y="13985"/>
                </a:lnTo>
                <a:lnTo>
                  <a:pt x="19131" y="13703"/>
                </a:lnTo>
                <a:lnTo>
                  <a:pt x="19333" y="13400"/>
                </a:lnTo>
                <a:lnTo>
                  <a:pt x="19535" y="13077"/>
                </a:lnTo>
                <a:lnTo>
                  <a:pt x="19736" y="12754"/>
                </a:lnTo>
                <a:lnTo>
                  <a:pt x="19918" y="12411"/>
                </a:lnTo>
                <a:lnTo>
                  <a:pt x="20100" y="12048"/>
                </a:lnTo>
                <a:lnTo>
                  <a:pt x="20261" y="11665"/>
                </a:lnTo>
                <a:lnTo>
                  <a:pt x="20402" y="11281"/>
                </a:lnTo>
                <a:lnTo>
                  <a:pt x="20544" y="10878"/>
                </a:lnTo>
                <a:lnTo>
                  <a:pt x="20685" y="10474"/>
                </a:lnTo>
                <a:lnTo>
                  <a:pt x="20806" y="10050"/>
                </a:lnTo>
                <a:lnTo>
                  <a:pt x="20927" y="9606"/>
                </a:lnTo>
                <a:lnTo>
                  <a:pt x="21028" y="9142"/>
                </a:lnTo>
                <a:lnTo>
                  <a:pt x="21109" y="8678"/>
                </a:lnTo>
                <a:lnTo>
                  <a:pt x="21189" y="8214"/>
                </a:lnTo>
                <a:lnTo>
                  <a:pt x="21250" y="7750"/>
                </a:lnTo>
                <a:lnTo>
                  <a:pt x="21310" y="7326"/>
                </a:lnTo>
                <a:lnTo>
                  <a:pt x="21331" y="6882"/>
                </a:lnTo>
                <a:lnTo>
                  <a:pt x="21351" y="6478"/>
                </a:lnTo>
                <a:lnTo>
                  <a:pt x="21351" y="6075"/>
                </a:lnTo>
                <a:lnTo>
                  <a:pt x="21351" y="5671"/>
                </a:lnTo>
                <a:lnTo>
                  <a:pt x="21331" y="5288"/>
                </a:lnTo>
                <a:lnTo>
                  <a:pt x="21270" y="4924"/>
                </a:lnTo>
                <a:lnTo>
                  <a:pt x="21230" y="4561"/>
                </a:lnTo>
                <a:lnTo>
                  <a:pt x="21149" y="4218"/>
                </a:lnTo>
                <a:lnTo>
                  <a:pt x="21068" y="3875"/>
                </a:lnTo>
                <a:lnTo>
                  <a:pt x="20967" y="3532"/>
                </a:lnTo>
                <a:lnTo>
                  <a:pt x="20846" y="3229"/>
                </a:lnTo>
                <a:lnTo>
                  <a:pt x="20705" y="2906"/>
                </a:lnTo>
                <a:lnTo>
                  <a:pt x="20564" y="2624"/>
                </a:lnTo>
                <a:lnTo>
                  <a:pt x="20362" y="2281"/>
                </a:lnTo>
                <a:lnTo>
                  <a:pt x="20140" y="1958"/>
                </a:lnTo>
                <a:lnTo>
                  <a:pt x="19898" y="1655"/>
                </a:lnTo>
                <a:lnTo>
                  <a:pt x="19615" y="1373"/>
                </a:lnTo>
                <a:lnTo>
                  <a:pt x="19333" y="1110"/>
                </a:lnTo>
                <a:lnTo>
                  <a:pt x="19010" y="868"/>
                </a:lnTo>
                <a:lnTo>
                  <a:pt x="18687" y="646"/>
                </a:lnTo>
                <a:lnTo>
                  <a:pt x="18344" y="465"/>
                </a:lnTo>
                <a:lnTo>
                  <a:pt x="17981" y="283"/>
                </a:lnTo>
                <a:lnTo>
                  <a:pt x="17597" y="162"/>
                </a:lnTo>
                <a:lnTo>
                  <a:pt x="17214" y="61"/>
                </a:lnTo>
                <a:lnTo>
                  <a:pt x="16851" y="21"/>
                </a:lnTo>
                <a:lnTo>
                  <a:pt x="16467" y="1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25" name="Google Shape;1125;p15"/>
          <p:cNvSpPr/>
          <p:nvPr/>
        </p:nvSpPr>
        <p:spPr>
          <a:xfrm rot="1768943">
            <a:off x="-249113" y="2174134"/>
            <a:ext cx="901502" cy="1104556"/>
          </a:xfrm>
          <a:custGeom>
            <a:rect b="b" l="l" r="r" t="t"/>
            <a:pathLst>
              <a:path extrusionOk="0" h="19757" w="16125">
                <a:moveTo>
                  <a:pt x="13945" y="81"/>
                </a:moveTo>
                <a:lnTo>
                  <a:pt x="14187" y="142"/>
                </a:lnTo>
                <a:lnTo>
                  <a:pt x="14449" y="222"/>
                </a:lnTo>
                <a:lnTo>
                  <a:pt x="14671" y="323"/>
                </a:lnTo>
                <a:lnTo>
                  <a:pt x="14893" y="464"/>
                </a:lnTo>
                <a:lnTo>
                  <a:pt x="15095" y="626"/>
                </a:lnTo>
                <a:lnTo>
                  <a:pt x="15277" y="807"/>
                </a:lnTo>
                <a:lnTo>
                  <a:pt x="15438" y="1009"/>
                </a:lnTo>
                <a:lnTo>
                  <a:pt x="15620" y="1332"/>
                </a:lnTo>
                <a:lnTo>
                  <a:pt x="15761" y="1655"/>
                </a:lnTo>
                <a:lnTo>
                  <a:pt x="15862" y="1998"/>
                </a:lnTo>
                <a:lnTo>
                  <a:pt x="15943" y="2341"/>
                </a:lnTo>
                <a:lnTo>
                  <a:pt x="16003" y="2704"/>
                </a:lnTo>
                <a:lnTo>
                  <a:pt x="16023" y="3068"/>
                </a:lnTo>
                <a:lnTo>
                  <a:pt x="16044" y="3431"/>
                </a:lnTo>
                <a:lnTo>
                  <a:pt x="16044" y="3814"/>
                </a:lnTo>
                <a:lnTo>
                  <a:pt x="16023" y="4319"/>
                </a:lnTo>
                <a:lnTo>
                  <a:pt x="16003" y="4803"/>
                </a:lnTo>
                <a:lnTo>
                  <a:pt x="15963" y="5287"/>
                </a:lnTo>
                <a:lnTo>
                  <a:pt x="15923" y="5731"/>
                </a:lnTo>
                <a:lnTo>
                  <a:pt x="15862" y="6175"/>
                </a:lnTo>
                <a:lnTo>
                  <a:pt x="15781" y="6599"/>
                </a:lnTo>
                <a:lnTo>
                  <a:pt x="15701" y="7003"/>
                </a:lnTo>
                <a:lnTo>
                  <a:pt x="15600" y="7386"/>
                </a:lnTo>
                <a:lnTo>
                  <a:pt x="15479" y="7749"/>
                </a:lnTo>
                <a:lnTo>
                  <a:pt x="15337" y="8113"/>
                </a:lnTo>
                <a:lnTo>
                  <a:pt x="15196" y="8436"/>
                </a:lnTo>
                <a:lnTo>
                  <a:pt x="15055" y="8758"/>
                </a:lnTo>
                <a:lnTo>
                  <a:pt x="14873" y="9081"/>
                </a:lnTo>
                <a:lnTo>
                  <a:pt x="14692" y="9364"/>
                </a:lnTo>
                <a:lnTo>
                  <a:pt x="14490" y="9646"/>
                </a:lnTo>
                <a:lnTo>
                  <a:pt x="14268" y="9909"/>
                </a:lnTo>
                <a:lnTo>
                  <a:pt x="14086" y="10131"/>
                </a:lnTo>
                <a:lnTo>
                  <a:pt x="13884" y="10332"/>
                </a:lnTo>
                <a:lnTo>
                  <a:pt x="13683" y="10514"/>
                </a:lnTo>
                <a:lnTo>
                  <a:pt x="13461" y="10716"/>
                </a:lnTo>
                <a:lnTo>
                  <a:pt x="13017" y="11059"/>
                </a:lnTo>
                <a:lnTo>
                  <a:pt x="12532" y="11362"/>
                </a:lnTo>
                <a:lnTo>
                  <a:pt x="12048" y="11664"/>
                </a:lnTo>
                <a:lnTo>
                  <a:pt x="11543" y="11947"/>
                </a:lnTo>
                <a:lnTo>
                  <a:pt x="10514" y="12451"/>
                </a:lnTo>
                <a:lnTo>
                  <a:pt x="9586" y="12915"/>
                </a:lnTo>
                <a:lnTo>
                  <a:pt x="9122" y="13178"/>
                </a:lnTo>
                <a:lnTo>
                  <a:pt x="8678" y="13420"/>
                </a:lnTo>
                <a:lnTo>
                  <a:pt x="8032" y="13844"/>
                </a:lnTo>
                <a:lnTo>
                  <a:pt x="7427" y="14288"/>
                </a:lnTo>
                <a:lnTo>
                  <a:pt x="6821" y="14752"/>
                </a:lnTo>
                <a:lnTo>
                  <a:pt x="6236" y="15236"/>
                </a:lnTo>
                <a:lnTo>
                  <a:pt x="5671" y="15761"/>
                </a:lnTo>
                <a:lnTo>
                  <a:pt x="5106" y="16265"/>
                </a:lnTo>
                <a:lnTo>
                  <a:pt x="4037" y="17335"/>
                </a:lnTo>
                <a:lnTo>
                  <a:pt x="3350" y="18001"/>
                </a:lnTo>
                <a:lnTo>
                  <a:pt x="2644" y="18667"/>
                </a:lnTo>
                <a:lnTo>
                  <a:pt x="2281" y="18990"/>
                </a:lnTo>
                <a:lnTo>
                  <a:pt x="2099" y="19151"/>
                </a:lnTo>
                <a:lnTo>
                  <a:pt x="1897" y="19292"/>
                </a:lnTo>
                <a:lnTo>
                  <a:pt x="1696" y="19413"/>
                </a:lnTo>
                <a:lnTo>
                  <a:pt x="1474" y="19514"/>
                </a:lnTo>
                <a:lnTo>
                  <a:pt x="1272" y="19595"/>
                </a:lnTo>
                <a:lnTo>
                  <a:pt x="1030" y="19656"/>
                </a:lnTo>
                <a:lnTo>
                  <a:pt x="808" y="19676"/>
                </a:lnTo>
                <a:lnTo>
                  <a:pt x="687" y="19656"/>
                </a:lnTo>
                <a:lnTo>
                  <a:pt x="566" y="19635"/>
                </a:lnTo>
                <a:lnTo>
                  <a:pt x="444" y="19595"/>
                </a:lnTo>
                <a:lnTo>
                  <a:pt x="344" y="19555"/>
                </a:lnTo>
                <a:lnTo>
                  <a:pt x="243" y="19474"/>
                </a:lnTo>
                <a:lnTo>
                  <a:pt x="162" y="19373"/>
                </a:lnTo>
                <a:lnTo>
                  <a:pt x="101" y="19232"/>
                </a:lnTo>
                <a:lnTo>
                  <a:pt x="81" y="19091"/>
                </a:lnTo>
                <a:lnTo>
                  <a:pt x="81" y="18929"/>
                </a:lnTo>
                <a:lnTo>
                  <a:pt x="122" y="18788"/>
                </a:lnTo>
                <a:lnTo>
                  <a:pt x="162" y="18667"/>
                </a:lnTo>
                <a:lnTo>
                  <a:pt x="222" y="18546"/>
                </a:lnTo>
                <a:lnTo>
                  <a:pt x="323" y="18364"/>
                </a:lnTo>
                <a:lnTo>
                  <a:pt x="444" y="18203"/>
                </a:lnTo>
                <a:lnTo>
                  <a:pt x="566" y="18021"/>
                </a:lnTo>
                <a:lnTo>
                  <a:pt x="868" y="17718"/>
                </a:lnTo>
                <a:lnTo>
                  <a:pt x="1171" y="17436"/>
                </a:lnTo>
                <a:lnTo>
                  <a:pt x="1494" y="17173"/>
                </a:lnTo>
                <a:lnTo>
                  <a:pt x="2220" y="16588"/>
                </a:lnTo>
                <a:lnTo>
                  <a:pt x="2987" y="16043"/>
                </a:lnTo>
                <a:lnTo>
                  <a:pt x="3754" y="15499"/>
                </a:lnTo>
                <a:lnTo>
                  <a:pt x="4521" y="14974"/>
                </a:lnTo>
                <a:lnTo>
                  <a:pt x="5308" y="14429"/>
                </a:lnTo>
                <a:lnTo>
                  <a:pt x="6075" y="13884"/>
                </a:lnTo>
                <a:lnTo>
                  <a:pt x="6862" y="13319"/>
                </a:lnTo>
                <a:lnTo>
                  <a:pt x="7608" y="12734"/>
                </a:lnTo>
                <a:lnTo>
                  <a:pt x="8153" y="12270"/>
                </a:lnTo>
                <a:lnTo>
                  <a:pt x="8436" y="12007"/>
                </a:lnTo>
                <a:lnTo>
                  <a:pt x="8718" y="11725"/>
                </a:lnTo>
                <a:lnTo>
                  <a:pt x="9001" y="11422"/>
                </a:lnTo>
                <a:lnTo>
                  <a:pt x="9283" y="11119"/>
                </a:lnTo>
                <a:lnTo>
                  <a:pt x="9546" y="10776"/>
                </a:lnTo>
                <a:lnTo>
                  <a:pt x="9788" y="10413"/>
                </a:lnTo>
                <a:lnTo>
                  <a:pt x="9949" y="10131"/>
                </a:lnTo>
                <a:lnTo>
                  <a:pt x="10111" y="9828"/>
                </a:lnTo>
                <a:lnTo>
                  <a:pt x="10252" y="9525"/>
                </a:lnTo>
                <a:lnTo>
                  <a:pt x="10393" y="9202"/>
                </a:lnTo>
                <a:lnTo>
                  <a:pt x="10494" y="8879"/>
                </a:lnTo>
                <a:lnTo>
                  <a:pt x="10615" y="8557"/>
                </a:lnTo>
                <a:lnTo>
                  <a:pt x="10777" y="7911"/>
                </a:lnTo>
                <a:lnTo>
                  <a:pt x="10938" y="7245"/>
                </a:lnTo>
                <a:lnTo>
                  <a:pt x="11039" y="6559"/>
                </a:lnTo>
                <a:lnTo>
                  <a:pt x="11241" y="5207"/>
                </a:lnTo>
                <a:lnTo>
                  <a:pt x="11342" y="4399"/>
                </a:lnTo>
                <a:lnTo>
                  <a:pt x="11463" y="3612"/>
                </a:lnTo>
                <a:lnTo>
                  <a:pt x="11604" y="2825"/>
                </a:lnTo>
                <a:lnTo>
                  <a:pt x="11685" y="2422"/>
                </a:lnTo>
                <a:lnTo>
                  <a:pt x="11786" y="2038"/>
                </a:lnTo>
                <a:lnTo>
                  <a:pt x="11866" y="1756"/>
                </a:lnTo>
                <a:lnTo>
                  <a:pt x="11987" y="1473"/>
                </a:lnTo>
                <a:lnTo>
                  <a:pt x="12109" y="1171"/>
                </a:lnTo>
                <a:lnTo>
                  <a:pt x="12250" y="888"/>
                </a:lnTo>
                <a:lnTo>
                  <a:pt x="12452" y="626"/>
                </a:lnTo>
                <a:lnTo>
                  <a:pt x="12552" y="525"/>
                </a:lnTo>
                <a:lnTo>
                  <a:pt x="12674" y="404"/>
                </a:lnTo>
                <a:lnTo>
                  <a:pt x="12795" y="323"/>
                </a:lnTo>
                <a:lnTo>
                  <a:pt x="12916" y="242"/>
                </a:lnTo>
                <a:lnTo>
                  <a:pt x="13077" y="182"/>
                </a:lnTo>
                <a:lnTo>
                  <a:pt x="13218" y="121"/>
                </a:lnTo>
                <a:lnTo>
                  <a:pt x="13461" y="81"/>
                </a:lnTo>
                <a:close/>
                <a:moveTo>
                  <a:pt x="13541" y="0"/>
                </a:moveTo>
                <a:lnTo>
                  <a:pt x="13380" y="20"/>
                </a:lnTo>
                <a:lnTo>
                  <a:pt x="13218" y="41"/>
                </a:lnTo>
                <a:lnTo>
                  <a:pt x="13037" y="101"/>
                </a:lnTo>
                <a:lnTo>
                  <a:pt x="12896" y="162"/>
                </a:lnTo>
                <a:lnTo>
                  <a:pt x="12754" y="242"/>
                </a:lnTo>
                <a:lnTo>
                  <a:pt x="12613" y="343"/>
                </a:lnTo>
                <a:lnTo>
                  <a:pt x="12492" y="464"/>
                </a:lnTo>
                <a:lnTo>
                  <a:pt x="12391" y="565"/>
                </a:lnTo>
                <a:lnTo>
                  <a:pt x="12189" y="848"/>
                </a:lnTo>
                <a:lnTo>
                  <a:pt x="12028" y="1130"/>
                </a:lnTo>
                <a:lnTo>
                  <a:pt x="11907" y="1433"/>
                </a:lnTo>
                <a:lnTo>
                  <a:pt x="11806" y="1736"/>
                </a:lnTo>
                <a:lnTo>
                  <a:pt x="11705" y="2018"/>
                </a:lnTo>
                <a:lnTo>
                  <a:pt x="11604" y="2402"/>
                </a:lnTo>
                <a:lnTo>
                  <a:pt x="11523" y="2805"/>
                </a:lnTo>
                <a:lnTo>
                  <a:pt x="11382" y="3592"/>
                </a:lnTo>
                <a:lnTo>
                  <a:pt x="11261" y="4399"/>
                </a:lnTo>
                <a:lnTo>
                  <a:pt x="11160" y="5187"/>
                </a:lnTo>
                <a:lnTo>
                  <a:pt x="10958" y="6539"/>
                </a:lnTo>
                <a:lnTo>
                  <a:pt x="10857" y="7225"/>
                </a:lnTo>
                <a:lnTo>
                  <a:pt x="10716" y="7870"/>
                </a:lnTo>
                <a:lnTo>
                  <a:pt x="10534" y="8536"/>
                </a:lnTo>
                <a:lnTo>
                  <a:pt x="10434" y="8859"/>
                </a:lnTo>
                <a:lnTo>
                  <a:pt x="10313" y="9162"/>
                </a:lnTo>
                <a:lnTo>
                  <a:pt x="10191" y="9485"/>
                </a:lnTo>
                <a:lnTo>
                  <a:pt x="10050" y="9788"/>
                </a:lnTo>
                <a:lnTo>
                  <a:pt x="9889" y="10090"/>
                </a:lnTo>
                <a:lnTo>
                  <a:pt x="9707" y="10373"/>
                </a:lnTo>
                <a:lnTo>
                  <a:pt x="9465" y="10736"/>
                </a:lnTo>
                <a:lnTo>
                  <a:pt x="9223" y="11059"/>
                </a:lnTo>
                <a:lnTo>
                  <a:pt x="8940" y="11382"/>
                </a:lnTo>
                <a:lnTo>
                  <a:pt x="8658" y="11664"/>
                </a:lnTo>
                <a:lnTo>
                  <a:pt x="8375" y="11947"/>
                </a:lnTo>
                <a:lnTo>
                  <a:pt x="8093" y="12209"/>
                </a:lnTo>
                <a:lnTo>
                  <a:pt x="7568" y="12653"/>
                </a:lnTo>
                <a:lnTo>
                  <a:pt x="6801" y="13259"/>
                </a:lnTo>
                <a:lnTo>
                  <a:pt x="6034" y="13824"/>
                </a:lnTo>
                <a:lnTo>
                  <a:pt x="5247" y="14368"/>
                </a:lnTo>
                <a:lnTo>
                  <a:pt x="4480" y="14913"/>
                </a:lnTo>
                <a:lnTo>
                  <a:pt x="3714" y="15438"/>
                </a:lnTo>
                <a:lnTo>
                  <a:pt x="2927" y="15983"/>
                </a:lnTo>
                <a:lnTo>
                  <a:pt x="2180" y="16528"/>
                </a:lnTo>
                <a:lnTo>
                  <a:pt x="1433" y="17113"/>
                </a:lnTo>
                <a:lnTo>
                  <a:pt x="1131" y="17375"/>
                </a:lnTo>
                <a:lnTo>
                  <a:pt x="808" y="17658"/>
                </a:lnTo>
                <a:lnTo>
                  <a:pt x="505" y="17981"/>
                </a:lnTo>
                <a:lnTo>
                  <a:pt x="384" y="18142"/>
                </a:lnTo>
                <a:lnTo>
                  <a:pt x="243" y="18324"/>
                </a:lnTo>
                <a:lnTo>
                  <a:pt x="142" y="18526"/>
                </a:lnTo>
                <a:lnTo>
                  <a:pt x="81" y="18667"/>
                </a:lnTo>
                <a:lnTo>
                  <a:pt x="21" y="18808"/>
                </a:lnTo>
                <a:lnTo>
                  <a:pt x="1" y="18949"/>
                </a:lnTo>
                <a:lnTo>
                  <a:pt x="1" y="19111"/>
                </a:lnTo>
                <a:lnTo>
                  <a:pt x="21" y="19272"/>
                </a:lnTo>
                <a:lnTo>
                  <a:pt x="101" y="19434"/>
                </a:lnTo>
                <a:lnTo>
                  <a:pt x="162" y="19514"/>
                </a:lnTo>
                <a:lnTo>
                  <a:pt x="243" y="19575"/>
                </a:lnTo>
                <a:lnTo>
                  <a:pt x="323" y="19635"/>
                </a:lnTo>
                <a:lnTo>
                  <a:pt x="424" y="19676"/>
                </a:lnTo>
                <a:lnTo>
                  <a:pt x="626" y="19736"/>
                </a:lnTo>
                <a:lnTo>
                  <a:pt x="828" y="19757"/>
                </a:lnTo>
                <a:lnTo>
                  <a:pt x="1050" y="19736"/>
                </a:lnTo>
                <a:lnTo>
                  <a:pt x="1292" y="19676"/>
                </a:lnTo>
                <a:lnTo>
                  <a:pt x="1514" y="19595"/>
                </a:lnTo>
                <a:lnTo>
                  <a:pt x="1736" y="19494"/>
                </a:lnTo>
                <a:lnTo>
                  <a:pt x="1938" y="19353"/>
                </a:lnTo>
                <a:lnTo>
                  <a:pt x="2140" y="19212"/>
                </a:lnTo>
                <a:lnTo>
                  <a:pt x="2341" y="19050"/>
                </a:lnTo>
                <a:lnTo>
                  <a:pt x="2705" y="18727"/>
                </a:lnTo>
                <a:lnTo>
                  <a:pt x="3411" y="18061"/>
                </a:lnTo>
                <a:lnTo>
                  <a:pt x="4077" y="17395"/>
                </a:lnTo>
                <a:lnTo>
                  <a:pt x="5167" y="16326"/>
                </a:lnTo>
                <a:lnTo>
                  <a:pt x="5732" y="15821"/>
                </a:lnTo>
                <a:lnTo>
                  <a:pt x="6297" y="15297"/>
                </a:lnTo>
                <a:lnTo>
                  <a:pt x="6862" y="14812"/>
                </a:lnTo>
                <a:lnTo>
                  <a:pt x="7467" y="14348"/>
                </a:lnTo>
                <a:lnTo>
                  <a:pt x="8093" y="13904"/>
                </a:lnTo>
                <a:lnTo>
                  <a:pt x="8718" y="13501"/>
                </a:lnTo>
                <a:lnTo>
                  <a:pt x="9162" y="13238"/>
                </a:lnTo>
                <a:lnTo>
                  <a:pt x="9626" y="12996"/>
                </a:lnTo>
                <a:lnTo>
                  <a:pt x="10555" y="12532"/>
                </a:lnTo>
                <a:lnTo>
                  <a:pt x="11584" y="12007"/>
                </a:lnTo>
                <a:lnTo>
                  <a:pt x="12088" y="11725"/>
                </a:lnTo>
                <a:lnTo>
                  <a:pt x="12573" y="11442"/>
                </a:lnTo>
                <a:lnTo>
                  <a:pt x="13057" y="11119"/>
                </a:lnTo>
                <a:lnTo>
                  <a:pt x="13521" y="10776"/>
                </a:lnTo>
                <a:lnTo>
                  <a:pt x="13743" y="10575"/>
                </a:lnTo>
                <a:lnTo>
                  <a:pt x="13945" y="10393"/>
                </a:lnTo>
                <a:lnTo>
                  <a:pt x="14147" y="10171"/>
                </a:lnTo>
                <a:lnTo>
                  <a:pt x="14328" y="9969"/>
                </a:lnTo>
                <a:lnTo>
                  <a:pt x="14550" y="9687"/>
                </a:lnTo>
                <a:lnTo>
                  <a:pt x="14752" y="9404"/>
                </a:lnTo>
                <a:lnTo>
                  <a:pt x="14934" y="9122"/>
                </a:lnTo>
                <a:lnTo>
                  <a:pt x="15115" y="8799"/>
                </a:lnTo>
                <a:lnTo>
                  <a:pt x="15277" y="8476"/>
                </a:lnTo>
                <a:lnTo>
                  <a:pt x="15418" y="8133"/>
                </a:lnTo>
                <a:lnTo>
                  <a:pt x="15559" y="7790"/>
                </a:lnTo>
                <a:lnTo>
                  <a:pt x="15660" y="7406"/>
                </a:lnTo>
                <a:lnTo>
                  <a:pt x="15761" y="7023"/>
                </a:lnTo>
                <a:lnTo>
                  <a:pt x="15862" y="6619"/>
                </a:lnTo>
                <a:lnTo>
                  <a:pt x="15943" y="6196"/>
                </a:lnTo>
                <a:lnTo>
                  <a:pt x="16003" y="5752"/>
                </a:lnTo>
                <a:lnTo>
                  <a:pt x="16044" y="5287"/>
                </a:lnTo>
                <a:lnTo>
                  <a:pt x="16084" y="4823"/>
                </a:lnTo>
                <a:lnTo>
                  <a:pt x="16104" y="4319"/>
                </a:lnTo>
                <a:lnTo>
                  <a:pt x="16124" y="3814"/>
                </a:lnTo>
                <a:lnTo>
                  <a:pt x="16124" y="3431"/>
                </a:lnTo>
                <a:lnTo>
                  <a:pt x="16104" y="3068"/>
                </a:lnTo>
                <a:lnTo>
                  <a:pt x="16084" y="2684"/>
                </a:lnTo>
                <a:lnTo>
                  <a:pt x="16023" y="2321"/>
                </a:lnTo>
                <a:lnTo>
                  <a:pt x="15943" y="1958"/>
                </a:lnTo>
                <a:lnTo>
                  <a:pt x="15842" y="1615"/>
                </a:lnTo>
                <a:lnTo>
                  <a:pt x="15701" y="1292"/>
                </a:lnTo>
                <a:lnTo>
                  <a:pt x="15519" y="969"/>
                </a:lnTo>
                <a:lnTo>
                  <a:pt x="15418" y="828"/>
                </a:lnTo>
                <a:lnTo>
                  <a:pt x="15297" y="707"/>
                </a:lnTo>
                <a:lnTo>
                  <a:pt x="15196" y="585"/>
                </a:lnTo>
                <a:lnTo>
                  <a:pt x="15055" y="485"/>
                </a:lnTo>
                <a:lnTo>
                  <a:pt x="14934" y="384"/>
                </a:lnTo>
                <a:lnTo>
                  <a:pt x="14792" y="303"/>
                </a:lnTo>
                <a:lnTo>
                  <a:pt x="14490" y="142"/>
                </a:lnTo>
                <a:lnTo>
                  <a:pt x="14187" y="61"/>
                </a:lnTo>
                <a:lnTo>
                  <a:pt x="14026" y="20"/>
                </a:lnTo>
                <a:lnTo>
                  <a:pt x="13864" y="0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26" name="Google Shape;1126;p15"/>
          <p:cNvSpPr/>
          <p:nvPr/>
        </p:nvSpPr>
        <p:spPr>
          <a:xfrm rot="1768943">
            <a:off x="522166" y="2466225"/>
            <a:ext cx="130934" cy="390455"/>
          </a:xfrm>
          <a:custGeom>
            <a:rect b="b" l="l" r="r" t="t"/>
            <a:pathLst>
              <a:path extrusionOk="0" h="6984" w="2342">
                <a:moveTo>
                  <a:pt x="1494" y="82"/>
                </a:moveTo>
                <a:lnTo>
                  <a:pt x="1615" y="122"/>
                </a:lnTo>
                <a:lnTo>
                  <a:pt x="1716" y="162"/>
                </a:lnTo>
                <a:lnTo>
                  <a:pt x="1817" y="223"/>
                </a:lnTo>
                <a:lnTo>
                  <a:pt x="1897" y="304"/>
                </a:lnTo>
                <a:lnTo>
                  <a:pt x="1978" y="404"/>
                </a:lnTo>
                <a:lnTo>
                  <a:pt x="2039" y="485"/>
                </a:lnTo>
                <a:lnTo>
                  <a:pt x="2099" y="586"/>
                </a:lnTo>
                <a:lnTo>
                  <a:pt x="2160" y="707"/>
                </a:lnTo>
                <a:lnTo>
                  <a:pt x="2200" y="828"/>
                </a:lnTo>
                <a:lnTo>
                  <a:pt x="2240" y="1070"/>
                </a:lnTo>
                <a:lnTo>
                  <a:pt x="2261" y="1333"/>
                </a:lnTo>
                <a:lnTo>
                  <a:pt x="2261" y="1595"/>
                </a:lnTo>
                <a:lnTo>
                  <a:pt x="2240" y="2281"/>
                </a:lnTo>
                <a:lnTo>
                  <a:pt x="2180" y="2967"/>
                </a:lnTo>
                <a:lnTo>
                  <a:pt x="2059" y="3694"/>
                </a:lnTo>
                <a:lnTo>
                  <a:pt x="1897" y="4521"/>
                </a:lnTo>
                <a:lnTo>
                  <a:pt x="1837" y="4763"/>
                </a:lnTo>
                <a:lnTo>
                  <a:pt x="1776" y="5026"/>
                </a:lnTo>
                <a:lnTo>
                  <a:pt x="1675" y="5308"/>
                </a:lnTo>
                <a:lnTo>
                  <a:pt x="1554" y="5591"/>
                </a:lnTo>
                <a:lnTo>
                  <a:pt x="1413" y="5893"/>
                </a:lnTo>
                <a:lnTo>
                  <a:pt x="1231" y="6176"/>
                </a:lnTo>
                <a:lnTo>
                  <a:pt x="1030" y="6459"/>
                </a:lnTo>
                <a:lnTo>
                  <a:pt x="808" y="6741"/>
                </a:lnTo>
                <a:lnTo>
                  <a:pt x="707" y="6822"/>
                </a:lnTo>
                <a:lnTo>
                  <a:pt x="626" y="6862"/>
                </a:lnTo>
                <a:lnTo>
                  <a:pt x="566" y="6902"/>
                </a:lnTo>
                <a:lnTo>
                  <a:pt x="485" y="6882"/>
                </a:lnTo>
                <a:lnTo>
                  <a:pt x="444" y="6862"/>
                </a:lnTo>
                <a:lnTo>
                  <a:pt x="384" y="6822"/>
                </a:lnTo>
                <a:lnTo>
                  <a:pt x="303" y="6701"/>
                </a:lnTo>
                <a:lnTo>
                  <a:pt x="243" y="6539"/>
                </a:lnTo>
                <a:lnTo>
                  <a:pt x="182" y="6317"/>
                </a:lnTo>
                <a:lnTo>
                  <a:pt x="142" y="6055"/>
                </a:lnTo>
                <a:lnTo>
                  <a:pt x="101" y="5752"/>
                </a:lnTo>
                <a:lnTo>
                  <a:pt x="81" y="5086"/>
                </a:lnTo>
                <a:lnTo>
                  <a:pt x="81" y="4602"/>
                </a:lnTo>
                <a:lnTo>
                  <a:pt x="81" y="4097"/>
                </a:lnTo>
                <a:lnTo>
                  <a:pt x="101" y="3976"/>
                </a:lnTo>
                <a:lnTo>
                  <a:pt x="122" y="3310"/>
                </a:lnTo>
                <a:lnTo>
                  <a:pt x="162" y="2685"/>
                </a:lnTo>
                <a:lnTo>
                  <a:pt x="222" y="2100"/>
                </a:lnTo>
                <a:lnTo>
                  <a:pt x="283" y="1535"/>
                </a:lnTo>
                <a:lnTo>
                  <a:pt x="323" y="1353"/>
                </a:lnTo>
                <a:lnTo>
                  <a:pt x="384" y="1131"/>
                </a:lnTo>
                <a:lnTo>
                  <a:pt x="444" y="909"/>
                </a:lnTo>
                <a:lnTo>
                  <a:pt x="545" y="667"/>
                </a:lnTo>
                <a:lnTo>
                  <a:pt x="687" y="465"/>
                </a:lnTo>
                <a:lnTo>
                  <a:pt x="767" y="364"/>
                </a:lnTo>
                <a:lnTo>
                  <a:pt x="848" y="263"/>
                </a:lnTo>
                <a:lnTo>
                  <a:pt x="949" y="203"/>
                </a:lnTo>
                <a:lnTo>
                  <a:pt x="1070" y="142"/>
                </a:lnTo>
                <a:lnTo>
                  <a:pt x="1191" y="102"/>
                </a:lnTo>
                <a:lnTo>
                  <a:pt x="1312" y="82"/>
                </a:lnTo>
                <a:close/>
                <a:moveTo>
                  <a:pt x="1312" y="1"/>
                </a:moveTo>
                <a:lnTo>
                  <a:pt x="1171" y="21"/>
                </a:lnTo>
                <a:lnTo>
                  <a:pt x="1030" y="61"/>
                </a:lnTo>
                <a:lnTo>
                  <a:pt x="868" y="162"/>
                </a:lnTo>
                <a:lnTo>
                  <a:pt x="707" y="304"/>
                </a:lnTo>
                <a:lnTo>
                  <a:pt x="566" y="485"/>
                </a:lnTo>
                <a:lnTo>
                  <a:pt x="485" y="606"/>
                </a:lnTo>
                <a:lnTo>
                  <a:pt x="424" y="748"/>
                </a:lnTo>
                <a:lnTo>
                  <a:pt x="364" y="909"/>
                </a:lnTo>
                <a:lnTo>
                  <a:pt x="303" y="1091"/>
                </a:lnTo>
                <a:lnTo>
                  <a:pt x="263" y="1292"/>
                </a:lnTo>
                <a:lnTo>
                  <a:pt x="222" y="1514"/>
                </a:lnTo>
                <a:lnTo>
                  <a:pt x="142" y="2079"/>
                </a:lnTo>
                <a:lnTo>
                  <a:pt x="81" y="2685"/>
                </a:lnTo>
                <a:lnTo>
                  <a:pt x="41" y="3310"/>
                </a:lnTo>
                <a:lnTo>
                  <a:pt x="21" y="3976"/>
                </a:lnTo>
                <a:lnTo>
                  <a:pt x="1" y="4097"/>
                </a:lnTo>
                <a:lnTo>
                  <a:pt x="1" y="4602"/>
                </a:lnTo>
                <a:lnTo>
                  <a:pt x="1" y="5106"/>
                </a:lnTo>
                <a:lnTo>
                  <a:pt x="21" y="5752"/>
                </a:lnTo>
                <a:lnTo>
                  <a:pt x="61" y="6055"/>
                </a:lnTo>
                <a:lnTo>
                  <a:pt x="101" y="6337"/>
                </a:lnTo>
                <a:lnTo>
                  <a:pt x="142" y="6499"/>
                </a:lnTo>
                <a:lnTo>
                  <a:pt x="202" y="6680"/>
                </a:lnTo>
                <a:lnTo>
                  <a:pt x="263" y="6781"/>
                </a:lnTo>
                <a:lnTo>
                  <a:pt x="303" y="6862"/>
                </a:lnTo>
                <a:lnTo>
                  <a:pt x="384" y="6923"/>
                </a:lnTo>
                <a:lnTo>
                  <a:pt x="465" y="6963"/>
                </a:lnTo>
                <a:lnTo>
                  <a:pt x="525" y="6983"/>
                </a:lnTo>
                <a:lnTo>
                  <a:pt x="606" y="6963"/>
                </a:lnTo>
                <a:lnTo>
                  <a:pt x="687" y="6923"/>
                </a:lnTo>
                <a:lnTo>
                  <a:pt x="767" y="6882"/>
                </a:lnTo>
                <a:lnTo>
                  <a:pt x="868" y="6802"/>
                </a:lnTo>
                <a:lnTo>
                  <a:pt x="1090" y="6519"/>
                </a:lnTo>
                <a:lnTo>
                  <a:pt x="1292" y="6237"/>
                </a:lnTo>
                <a:lnTo>
                  <a:pt x="1474" y="5934"/>
                </a:lnTo>
                <a:lnTo>
                  <a:pt x="1615" y="5631"/>
                </a:lnTo>
                <a:lnTo>
                  <a:pt x="1736" y="5349"/>
                </a:lnTo>
                <a:lnTo>
                  <a:pt x="1837" y="5046"/>
                </a:lnTo>
                <a:lnTo>
                  <a:pt x="1918" y="4784"/>
                </a:lnTo>
                <a:lnTo>
                  <a:pt x="1978" y="4521"/>
                </a:lnTo>
                <a:lnTo>
                  <a:pt x="2140" y="3714"/>
                </a:lnTo>
                <a:lnTo>
                  <a:pt x="2261" y="2967"/>
                </a:lnTo>
                <a:lnTo>
                  <a:pt x="2321" y="2281"/>
                </a:lnTo>
                <a:lnTo>
                  <a:pt x="2341" y="1595"/>
                </a:lnTo>
                <a:lnTo>
                  <a:pt x="2341" y="1333"/>
                </a:lnTo>
                <a:lnTo>
                  <a:pt x="2321" y="1050"/>
                </a:lnTo>
                <a:lnTo>
                  <a:pt x="2261" y="788"/>
                </a:lnTo>
                <a:lnTo>
                  <a:pt x="2220" y="667"/>
                </a:lnTo>
                <a:lnTo>
                  <a:pt x="2180" y="546"/>
                </a:lnTo>
                <a:lnTo>
                  <a:pt x="2119" y="445"/>
                </a:lnTo>
                <a:lnTo>
                  <a:pt x="2039" y="324"/>
                </a:lnTo>
                <a:lnTo>
                  <a:pt x="1938" y="243"/>
                </a:lnTo>
                <a:lnTo>
                  <a:pt x="1837" y="142"/>
                </a:lnTo>
                <a:lnTo>
                  <a:pt x="1716" y="82"/>
                </a:lnTo>
                <a:lnTo>
                  <a:pt x="1595" y="21"/>
                </a:lnTo>
                <a:lnTo>
                  <a:pt x="1453" y="1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27" name="Google Shape;1127;p15"/>
          <p:cNvSpPr/>
          <p:nvPr/>
        </p:nvSpPr>
        <p:spPr>
          <a:xfrm flipH="1">
            <a:off x="950984" y="3925083"/>
            <a:ext cx="100466" cy="100466"/>
          </a:xfrm>
          <a:custGeom>
            <a:rect b="b" l="l" r="r" t="t"/>
            <a:pathLst>
              <a:path extrusionOk="0" h="1797" w="1797">
                <a:moveTo>
                  <a:pt x="888" y="1"/>
                </a:moveTo>
                <a:lnTo>
                  <a:pt x="707" y="21"/>
                </a:lnTo>
                <a:lnTo>
                  <a:pt x="545" y="82"/>
                </a:lnTo>
                <a:lnTo>
                  <a:pt x="384" y="162"/>
                </a:lnTo>
                <a:lnTo>
                  <a:pt x="263" y="263"/>
                </a:lnTo>
                <a:lnTo>
                  <a:pt x="142" y="405"/>
                </a:lnTo>
                <a:lnTo>
                  <a:pt x="61" y="546"/>
                </a:lnTo>
                <a:lnTo>
                  <a:pt x="21" y="727"/>
                </a:lnTo>
                <a:lnTo>
                  <a:pt x="0" y="909"/>
                </a:lnTo>
                <a:lnTo>
                  <a:pt x="21" y="1091"/>
                </a:lnTo>
                <a:lnTo>
                  <a:pt x="61" y="1252"/>
                </a:lnTo>
                <a:lnTo>
                  <a:pt x="142" y="1414"/>
                </a:lnTo>
                <a:lnTo>
                  <a:pt x="263" y="1535"/>
                </a:lnTo>
                <a:lnTo>
                  <a:pt x="384" y="1656"/>
                </a:lnTo>
                <a:lnTo>
                  <a:pt x="545" y="1736"/>
                </a:lnTo>
                <a:lnTo>
                  <a:pt x="707" y="1797"/>
                </a:lnTo>
                <a:lnTo>
                  <a:pt x="1070" y="1797"/>
                </a:lnTo>
                <a:lnTo>
                  <a:pt x="1252" y="1736"/>
                </a:lnTo>
                <a:lnTo>
                  <a:pt x="1393" y="1656"/>
                </a:lnTo>
                <a:lnTo>
                  <a:pt x="1534" y="1535"/>
                </a:lnTo>
                <a:lnTo>
                  <a:pt x="1635" y="1414"/>
                </a:lnTo>
                <a:lnTo>
                  <a:pt x="1716" y="1252"/>
                </a:lnTo>
                <a:lnTo>
                  <a:pt x="1776" y="1091"/>
                </a:lnTo>
                <a:lnTo>
                  <a:pt x="1796" y="909"/>
                </a:lnTo>
                <a:lnTo>
                  <a:pt x="1776" y="727"/>
                </a:lnTo>
                <a:lnTo>
                  <a:pt x="1716" y="546"/>
                </a:lnTo>
                <a:lnTo>
                  <a:pt x="1635" y="405"/>
                </a:lnTo>
                <a:lnTo>
                  <a:pt x="1534" y="263"/>
                </a:lnTo>
                <a:lnTo>
                  <a:pt x="1393" y="162"/>
                </a:lnTo>
                <a:lnTo>
                  <a:pt x="1252" y="82"/>
                </a:lnTo>
                <a:lnTo>
                  <a:pt x="1070" y="21"/>
                </a:lnTo>
                <a:lnTo>
                  <a:pt x="888" y="1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28" name="Google Shape;1128;p15"/>
          <p:cNvSpPr/>
          <p:nvPr/>
        </p:nvSpPr>
        <p:spPr>
          <a:xfrm flipH="1">
            <a:off x="1027184" y="2835621"/>
            <a:ext cx="100466" cy="100466"/>
          </a:xfrm>
          <a:custGeom>
            <a:rect b="b" l="l" r="r" t="t"/>
            <a:pathLst>
              <a:path extrusionOk="0" h="1797" w="1797">
                <a:moveTo>
                  <a:pt x="888" y="1"/>
                </a:moveTo>
                <a:lnTo>
                  <a:pt x="707" y="21"/>
                </a:lnTo>
                <a:lnTo>
                  <a:pt x="545" y="82"/>
                </a:lnTo>
                <a:lnTo>
                  <a:pt x="384" y="162"/>
                </a:lnTo>
                <a:lnTo>
                  <a:pt x="263" y="263"/>
                </a:lnTo>
                <a:lnTo>
                  <a:pt x="142" y="405"/>
                </a:lnTo>
                <a:lnTo>
                  <a:pt x="61" y="546"/>
                </a:lnTo>
                <a:lnTo>
                  <a:pt x="21" y="727"/>
                </a:lnTo>
                <a:lnTo>
                  <a:pt x="0" y="909"/>
                </a:lnTo>
                <a:lnTo>
                  <a:pt x="21" y="1091"/>
                </a:lnTo>
                <a:lnTo>
                  <a:pt x="61" y="1252"/>
                </a:lnTo>
                <a:lnTo>
                  <a:pt x="142" y="1414"/>
                </a:lnTo>
                <a:lnTo>
                  <a:pt x="263" y="1535"/>
                </a:lnTo>
                <a:lnTo>
                  <a:pt x="384" y="1656"/>
                </a:lnTo>
                <a:lnTo>
                  <a:pt x="545" y="1736"/>
                </a:lnTo>
                <a:lnTo>
                  <a:pt x="707" y="1797"/>
                </a:lnTo>
                <a:lnTo>
                  <a:pt x="1070" y="1797"/>
                </a:lnTo>
                <a:lnTo>
                  <a:pt x="1252" y="1736"/>
                </a:lnTo>
                <a:lnTo>
                  <a:pt x="1393" y="1656"/>
                </a:lnTo>
                <a:lnTo>
                  <a:pt x="1534" y="1535"/>
                </a:lnTo>
                <a:lnTo>
                  <a:pt x="1635" y="1414"/>
                </a:lnTo>
                <a:lnTo>
                  <a:pt x="1716" y="1252"/>
                </a:lnTo>
                <a:lnTo>
                  <a:pt x="1776" y="1091"/>
                </a:lnTo>
                <a:lnTo>
                  <a:pt x="1796" y="909"/>
                </a:lnTo>
                <a:lnTo>
                  <a:pt x="1776" y="727"/>
                </a:lnTo>
                <a:lnTo>
                  <a:pt x="1716" y="546"/>
                </a:lnTo>
                <a:lnTo>
                  <a:pt x="1635" y="405"/>
                </a:lnTo>
                <a:lnTo>
                  <a:pt x="1534" y="263"/>
                </a:lnTo>
                <a:lnTo>
                  <a:pt x="1393" y="162"/>
                </a:lnTo>
                <a:lnTo>
                  <a:pt x="1252" y="82"/>
                </a:lnTo>
                <a:lnTo>
                  <a:pt x="1070" y="21"/>
                </a:lnTo>
                <a:lnTo>
                  <a:pt x="888" y="1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29" name="Google Shape;1129;p15"/>
          <p:cNvSpPr/>
          <p:nvPr/>
        </p:nvSpPr>
        <p:spPr>
          <a:xfrm flipH="1">
            <a:off x="417584" y="2835621"/>
            <a:ext cx="100466" cy="100466"/>
          </a:xfrm>
          <a:custGeom>
            <a:rect b="b" l="l" r="r" t="t"/>
            <a:pathLst>
              <a:path extrusionOk="0" h="1797" w="1797">
                <a:moveTo>
                  <a:pt x="888" y="1"/>
                </a:moveTo>
                <a:lnTo>
                  <a:pt x="707" y="21"/>
                </a:lnTo>
                <a:lnTo>
                  <a:pt x="545" y="82"/>
                </a:lnTo>
                <a:lnTo>
                  <a:pt x="384" y="162"/>
                </a:lnTo>
                <a:lnTo>
                  <a:pt x="263" y="263"/>
                </a:lnTo>
                <a:lnTo>
                  <a:pt x="142" y="405"/>
                </a:lnTo>
                <a:lnTo>
                  <a:pt x="61" y="546"/>
                </a:lnTo>
                <a:lnTo>
                  <a:pt x="21" y="727"/>
                </a:lnTo>
                <a:lnTo>
                  <a:pt x="0" y="909"/>
                </a:lnTo>
                <a:lnTo>
                  <a:pt x="21" y="1091"/>
                </a:lnTo>
                <a:lnTo>
                  <a:pt x="61" y="1252"/>
                </a:lnTo>
                <a:lnTo>
                  <a:pt x="142" y="1414"/>
                </a:lnTo>
                <a:lnTo>
                  <a:pt x="263" y="1535"/>
                </a:lnTo>
                <a:lnTo>
                  <a:pt x="384" y="1656"/>
                </a:lnTo>
                <a:lnTo>
                  <a:pt x="545" y="1736"/>
                </a:lnTo>
                <a:lnTo>
                  <a:pt x="707" y="1797"/>
                </a:lnTo>
                <a:lnTo>
                  <a:pt x="1070" y="1797"/>
                </a:lnTo>
                <a:lnTo>
                  <a:pt x="1252" y="1736"/>
                </a:lnTo>
                <a:lnTo>
                  <a:pt x="1393" y="1656"/>
                </a:lnTo>
                <a:lnTo>
                  <a:pt x="1534" y="1535"/>
                </a:lnTo>
                <a:lnTo>
                  <a:pt x="1635" y="1414"/>
                </a:lnTo>
                <a:lnTo>
                  <a:pt x="1716" y="1252"/>
                </a:lnTo>
                <a:lnTo>
                  <a:pt x="1776" y="1091"/>
                </a:lnTo>
                <a:lnTo>
                  <a:pt x="1796" y="909"/>
                </a:lnTo>
                <a:lnTo>
                  <a:pt x="1776" y="727"/>
                </a:lnTo>
                <a:lnTo>
                  <a:pt x="1716" y="546"/>
                </a:lnTo>
                <a:lnTo>
                  <a:pt x="1635" y="405"/>
                </a:lnTo>
                <a:lnTo>
                  <a:pt x="1534" y="263"/>
                </a:lnTo>
                <a:lnTo>
                  <a:pt x="1393" y="162"/>
                </a:lnTo>
                <a:lnTo>
                  <a:pt x="1252" y="82"/>
                </a:lnTo>
                <a:lnTo>
                  <a:pt x="1070" y="21"/>
                </a:lnTo>
                <a:lnTo>
                  <a:pt x="888" y="1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30" name="Google Shape;1130;p15"/>
          <p:cNvSpPr/>
          <p:nvPr/>
        </p:nvSpPr>
        <p:spPr>
          <a:xfrm flipH="1">
            <a:off x="569984" y="1464021"/>
            <a:ext cx="100466" cy="100466"/>
          </a:xfrm>
          <a:custGeom>
            <a:rect b="b" l="l" r="r" t="t"/>
            <a:pathLst>
              <a:path extrusionOk="0" h="1797" w="1797">
                <a:moveTo>
                  <a:pt x="888" y="1"/>
                </a:moveTo>
                <a:lnTo>
                  <a:pt x="707" y="21"/>
                </a:lnTo>
                <a:lnTo>
                  <a:pt x="545" y="82"/>
                </a:lnTo>
                <a:lnTo>
                  <a:pt x="384" y="162"/>
                </a:lnTo>
                <a:lnTo>
                  <a:pt x="263" y="263"/>
                </a:lnTo>
                <a:lnTo>
                  <a:pt x="142" y="405"/>
                </a:lnTo>
                <a:lnTo>
                  <a:pt x="61" y="546"/>
                </a:lnTo>
                <a:lnTo>
                  <a:pt x="21" y="727"/>
                </a:lnTo>
                <a:lnTo>
                  <a:pt x="0" y="909"/>
                </a:lnTo>
                <a:lnTo>
                  <a:pt x="21" y="1091"/>
                </a:lnTo>
                <a:lnTo>
                  <a:pt x="61" y="1252"/>
                </a:lnTo>
                <a:lnTo>
                  <a:pt x="142" y="1414"/>
                </a:lnTo>
                <a:lnTo>
                  <a:pt x="263" y="1535"/>
                </a:lnTo>
                <a:lnTo>
                  <a:pt x="384" y="1656"/>
                </a:lnTo>
                <a:lnTo>
                  <a:pt x="545" y="1736"/>
                </a:lnTo>
                <a:lnTo>
                  <a:pt x="707" y="1797"/>
                </a:lnTo>
                <a:lnTo>
                  <a:pt x="1070" y="1797"/>
                </a:lnTo>
                <a:lnTo>
                  <a:pt x="1252" y="1736"/>
                </a:lnTo>
                <a:lnTo>
                  <a:pt x="1393" y="1656"/>
                </a:lnTo>
                <a:lnTo>
                  <a:pt x="1534" y="1535"/>
                </a:lnTo>
                <a:lnTo>
                  <a:pt x="1635" y="1414"/>
                </a:lnTo>
                <a:lnTo>
                  <a:pt x="1716" y="1252"/>
                </a:lnTo>
                <a:lnTo>
                  <a:pt x="1776" y="1091"/>
                </a:lnTo>
                <a:lnTo>
                  <a:pt x="1796" y="909"/>
                </a:lnTo>
                <a:lnTo>
                  <a:pt x="1776" y="727"/>
                </a:lnTo>
                <a:lnTo>
                  <a:pt x="1716" y="546"/>
                </a:lnTo>
                <a:lnTo>
                  <a:pt x="1635" y="405"/>
                </a:lnTo>
                <a:lnTo>
                  <a:pt x="1534" y="263"/>
                </a:lnTo>
                <a:lnTo>
                  <a:pt x="1393" y="162"/>
                </a:lnTo>
                <a:lnTo>
                  <a:pt x="1252" y="82"/>
                </a:lnTo>
                <a:lnTo>
                  <a:pt x="1070" y="21"/>
                </a:lnTo>
                <a:lnTo>
                  <a:pt x="888" y="1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31" name="Google Shape;1131;p15"/>
          <p:cNvSpPr/>
          <p:nvPr/>
        </p:nvSpPr>
        <p:spPr>
          <a:xfrm flipH="1">
            <a:off x="1069391" y="1235421"/>
            <a:ext cx="100466" cy="100466"/>
          </a:xfrm>
          <a:custGeom>
            <a:rect b="b" l="l" r="r" t="t"/>
            <a:pathLst>
              <a:path extrusionOk="0" h="1797" w="1797">
                <a:moveTo>
                  <a:pt x="888" y="1"/>
                </a:moveTo>
                <a:lnTo>
                  <a:pt x="707" y="21"/>
                </a:lnTo>
                <a:lnTo>
                  <a:pt x="545" y="82"/>
                </a:lnTo>
                <a:lnTo>
                  <a:pt x="384" y="162"/>
                </a:lnTo>
                <a:lnTo>
                  <a:pt x="263" y="263"/>
                </a:lnTo>
                <a:lnTo>
                  <a:pt x="142" y="405"/>
                </a:lnTo>
                <a:lnTo>
                  <a:pt x="61" y="546"/>
                </a:lnTo>
                <a:lnTo>
                  <a:pt x="21" y="727"/>
                </a:lnTo>
                <a:lnTo>
                  <a:pt x="0" y="909"/>
                </a:lnTo>
                <a:lnTo>
                  <a:pt x="21" y="1091"/>
                </a:lnTo>
                <a:lnTo>
                  <a:pt x="61" y="1252"/>
                </a:lnTo>
                <a:lnTo>
                  <a:pt x="142" y="1414"/>
                </a:lnTo>
                <a:lnTo>
                  <a:pt x="263" y="1535"/>
                </a:lnTo>
                <a:lnTo>
                  <a:pt x="384" y="1656"/>
                </a:lnTo>
                <a:lnTo>
                  <a:pt x="545" y="1736"/>
                </a:lnTo>
                <a:lnTo>
                  <a:pt x="707" y="1797"/>
                </a:lnTo>
                <a:lnTo>
                  <a:pt x="1070" y="1797"/>
                </a:lnTo>
                <a:lnTo>
                  <a:pt x="1252" y="1736"/>
                </a:lnTo>
                <a:lnTo>
                  <a:pt x="1393" y="1656"/>
                </a:lnTo>
                <a:lnTo>
                  <a:pt x="1534" y="1535"/>
                </a:lnTo>
                <a:lnTo>
                  <a:pt x="1635" y="1414"/>
                </a:lnTo>
                <a:lnTo>
                  <a:pt x="1716" y="1252"/>
                </a:lnTo>
                <a:lnTo>
                  <a:pt x="1776" y="1091"/>
                </a:lnTo>
                <a:lnTo>
                  <a:pt x="1796" y="909"/>
                </a:lnTo>
                <a:lnTo>
                  <a:pt x="1776" y="727"/>
                </a:lnTo>
                <a:lnTo>
                  <a:pt x="1716" y="546"/>
                </a:lnTo>
                <a:lnTo>
                  <a:pt x="1635" y="405"/>
                </a:lnTo>
                <a:lnTo>
                  <a:pt x="1534" y="263"/>
                </a:lnTo>
                <a:lnTo>
                  <a:pt x="1393" y="162"/>
                </a:lnTo>
                <a:lnTo>
                  <a:pt x="1252" y="82"/>
                </a:lnTo>
                <a:lnTo>
                  <a:pt x="1070" y="21"/>
                </a:lnTo>
                <a:lnTo>
                  <a:pt x="888" y="1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32" name="Google Shape;1132;p15"/>
          <p:cNvSpPr/>
          <p:nvPr/>
        </p:nvSpPr>
        <p:spPr>
          <a:xfrm flipH="1">
            <a:off x="493784" y="4306083"/>
            <a:ext cx="100466" cy="100466"/>
          </a:xfrm>
          <a:custGeom>
            <a:rect b="b" l="l" r="r" t="t"/>
            <a:pathLst>
              <a:path extrusionOk="0" h="1797" w="1797">
                <a:moveTo>
                  <a:pt x="888" y="1"/>
                </a:moveTo>
                <a:lnTo>
                  <a:pt x="707" y="21"/>
                </a:lnTo>
                <a:lnTo>
                  <a:pt x="545" y="82"/>
                </a:lnTo>
                <a:lnTo>
                  <a:pt x="384" y="162"/>
                </a:lnTo>
                <a:lnTo>
                  <a:pt x="263" y="263"/>
                </a:lnTo>
                <a:lnTo>
                  <a:pt x="142" y="405"/>
                </a:lnTo>
                <a:lnTo>
                  <a:pt x="61" y="546"/>
                </a:lnTo>
                <a:lnTo>
                  <a:pt x="21" y="727"/>
                </a:lnTo>
                <a:lnTo>
                  <a:pt x="0" y="909"/>
                </a:lnTo>
                <a:lnTo>
                  <a:pt x="21" y="1091"/>
                </a:lnTo>
                <a:lnTo>
                  <a:pt x="61" y="1252"/>
                </a:lnTo>
                <a:lnTo>
                  <a:pt x="142" y="1414"/>
                </a:lnTo>
                <a:lnTo>
                  <a:pt x="263" y="1535"/>
                </a:lnTo>
                <a:lnTo>
                  <a:pt x="384" y="1656"/>
                </a:lnTo>
                <a:lnTo>
                  <a:pt x="545" y="1736"/>
                </a:lnTo>
                <a:lnTo>
                  <a:pt x="707" y="1797"/>
                </a:lnTo>
                <a:lnTo>
                  <a:pt x="1070" y="1797"/>
                </a:lnTo>
                <a:lnTo>
                  <a:pt x="1252" y="1736"/>
                </a:lnTo>
                <a:lnTo>
                  <a:pt x="1393" y="1656"/>
                </a:lnTo>
                <a:lnTo>
                  <a:pt x="1534" y="1535"/>
                </a:lnTo>
                <a:lnTo>
                  <a:pt x="1635" y="1414"/>
                </a:lnTo>
                <a:lnTo>
                  <a:pt x="1716" y="1252"/>
                </a:lnTo>
                <a:lnTo>
                  <a:pt x="1776" y="1091"/>
                </a:lnTo>
                <a:lnTo>
                  <a:pt x="1796" y="909"/>
                </a:lnTo>
                <a:lnTo>
                  <a:pt x="1776" y="727"/>
                </a:lnTo>
                <a:lnTo>
                  <a:pt x="1716" y="546"/>
                </a:lnTo>
                <a:lnTo>
                  <a:pt x="1635" y="405"/>
                </a:lnTo>
                <a:lnTo>
                  <a:pt x="1534" y="263"/>
                </a:lnTo>
                <a:lnTo>
                  <a:pt x="1393" y="162"/>
                </a:lnTo>
                <a:lnTo>
                  <a:pt x="1252" y="82"/>
                </a:lnTo>
                <a:lnTo>
                  <a:pt x="1070" y="21"/>
                </a:lnTo>
                <a:lnTo>
                  <a:pt x="888" y="1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33" name="Google Shape;1133;p15"/>
          <p:cNvSpPr/>
          <p:nvPr/>
        </p:nvSpPr>
        <p:spPr>
          <a:xfrm flipH="1">
            <a:off x="81907" y="3727360"/>
            <a:ext cx="100466" cy="100466"/>
          </a:xfrm>
          <a:custGeom>
            <a:rect b="b" l="l" r="r" t="t"/>
            <a:pathLst>
              <a:path extrusionOk="0" h="1797" w="1797">
                <a:moveTo>
                  <a:pt x="888" y="1"/>
                </a:moveTo>
                <a:lnTo>
                  <a:pt x="707" y="21"/>
                </a:lnTo>
                <a:lnTo>
                  <a:pt x="545" y="82"/>
                </a:lnTo>
                <a:lnTo>
                  <a:pt x="384" y="162"/>
                </a:lnTo>
                <a:lnTo>
                  <a:pt x="263" y="263"/>
                </a:lnTo>
                <a:lnTo>
                  <a:pt x="142" y="405"/>
                </a:lnTo>
                <a:lnTo>
                  <a:pt x="61" y="546"/>
                </a:lnTo>
                <a:lnTo>
                  <a:pt x="21" y="727"/>
                </a:lnTo>
                <a:lnTo>
                  <a:pt x="0" y="909"/>
                </a:lnTo>
                <a:lnTo>
                  <a:pt x="21" y="1091"/>
                </a:lnTo>
                <a:lnTo>
                  <a:pt x="61" y="1252"/>
                </a:lnTo>
                <a:lnTo>
                  <a:pt x="142" y="1414"/>
                </a:lnTo>
                <a:lnTo>
                  <a:pt x="263" y="1535"/>
                </a:lnTo>
                <a:lnTo>
                  <a:pt x="384" y="1656"/>
                </a:lnTo>
                <a:lnTo>
                  <a:pt x="545" y="1736"/>
                </a:lnTo>
                <a:lnTo>
                  <a:pt x="707" y="1797"/>
                </a:lnTo>
                <a:lnTo>
                  <a:pt x="1070" y="1797"/>
                </a:lnTo>
                <a:lnTo>
                  <a:pt x="1252" y="1736"/>
                </a:lnTo>
                <a:lnTo>
                  <a:pt x="1393" y="1656"/>
                </a:lnTo>
                <a:lnTo>
                  <a:pt x="1534" y="1535"/>
                </a:lnTo>
                <a:lnTo>
                  <a:pt x="1635" y="1414"/>
                </a:lnTo>
                <a:lnTo>
                  <a:pt x="1716" y="1252"/>
                </a:lnTo>
                <a:lnTo>
                  <a:pt x="1776" y="1091"/>
                </a:lnTo>
                <a:lnTo>
                  <a:pt x="1796" y="909"/>
                </a:lnTo>
                <a:lnTo>
                  <a:pt x="1776" y="727"/>
                </a:lnTo>
                <a:lnTo>
                  <a:pt x="1716" y="546"/>
                </a:lnTo>
                <a:lnTo>
                  <a:pt x="1635" y="405"/>
                </a:lnTo>
                <a:lnTo>
                  <a:pt x="1534" y="263"/>
                </a:lnTo>
                <a:lnTo>
                  <a:pt x="1393" y="162"/>
                </a:lnTo>
                <a:lnTo>
                  <a:pt x="1252" y="82"/>
                </a:lnTo>
                <a:lnTo>
                  <a:pt x="1070" y="21"/>
                </a:lnTo>
                <a:lnTo>
                  <a:pt x="888" y="1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34" name="Google Shape;1134;p15"/>
          <p:cNvSpPr/>
          <p:nvPr/>
        </p:nvSpPr>
        <p:spPr>
          <a:xfrm flipH="1">
            <a:off x="1600605" y="4330360"/>
            <a:ext cx="935332" cy="741278"/>
          </a:xfrm>
          <a:custGeom>
            <a:rect b="b" l="l" r="r" t="t"/>
            <a:pathLst>
              <a:path extrusionOk="0" h="13259" w="16730">
                <a:moveTo>
                  <a:pt x="14550" y="81"/>
                </a:moveTo>
                <a:lnTo>
                  <a:pt x="14772" y="122"/>
                </a:lnTo>
                <a:lnTo>
                  <a:pt x="15014" y="202"/>
                </a:lnTo>
                <a:lnTo>
                  <a:pt x="15216" y="324"/>
                </a:lnTo>
                <a:lnTo>
                  <a:pt x="15438" y="465"/>
                </a:lnTo>
                <a:lnTo>
                  <a:pt x="15640" y="667"/>
                </a:lnTo>
                <a:lnTo>
                  <a:pt x="15821" y="889"/>
                </a:lnTo>
                <a:lnTo>
                  <a:pt x="15983" y="1131"/>
                </a:lnTo>
                <a:lnTo>
                  <a:pt x="16144" y="1413"/>
                </a:lnTo>
                <a:lnTo>
                  <a:pt x="16245" y="1655"/>
                </a:lnTo>
                <a:lnTo>
                  <a:pt x="16346" y="1898"/>
                </a:lnTo>
                <a:lnTo>
                  <a:pt x="16427" y="2140"/>
                </a:lnTo>
                <a:lnTo>
                  <a:pt x="16487" y="2422"/>
                </a:lnTo>
                <a:lnTo>
                  <a:pt x="16548" y="2685"/>
                </a:lnTo>
                <a:lnTo>
                  <a:pt x="16588" y="2967"/>
                </a:lnTo>
                <a:lnTo>
                  <a:pt x="16628" y="3250"/>
                </a:lnTo>
                <a:lnTo>
                  <a:pt x="16649" y="3552"/>
                </a:lnTo>
                <a:lnTo>
                  <a:pt x="16649" y="3855"/>
                </a:lnTo>
                <a:lnTo>
                  <a:pt x="16649" y="4178"/>
                </a:lnTo>
                <a:lnTo>
                  <a:pt x="16588" y="4844"/>
                </a:lnTo>
                <a:lnTo>
                  <a:pt x="16487" y="5550"/>
                </a:lnTo>
                <a:lnTo>
                  <a:pt x="16326" y="6317"/>
                </a:lnTo>
                <a:lnTo>
                  <a:pt x="16144" y="7044"/>
                </a:lnTo>
                <a:lnTo>
                  <a:pt x="15942" y="7709"/>
                </a:lnTo>
                <a:lnTo>
                  <a:pt x="15720" y="8315"/>
                </a:lnTo>
                <a:lnTo>
                  <a:pt x="15458" y="8860"/>
                </a:lnTo>
                <a:lnTo>
                  <a:pt x="15317" y="9122"/>
                </a:lnTo>
                <a:lnTo>
                  <a:pt x="15176" y="9364"/>
                </a:lnTo>
                <a:lnTo>
                  <a:pt x="15014" y="9586"/>
                </a:lnTo>
                <a:lnTo>
                  <a:pt x="14873" y="9808"/>
                </a:lnTo>
                <a:lnTo>
                  <a:pt x="14691" y="10010"/>
                </a:lnTo>
                <a:lnTo>
                  <a:pt x="14530" y="10212"/>
                </a:lnTo>
                <a:lnTo>
                  <a:pt x="14348" y="10393"/>
                </a:lnTo>
                <a:lnTo>
                  <a:pt x="14146" y="10555"/>
                </a:lnTo>
                <a:lnTo>
                  <a:pt x="13803" y="10837"/>
                </a:lnTo>
                <a:lnTo>
                  <a:pt x="13440" y="11080"/>
                </a:lnTo>
                <a:lnTo>
                  <a:pt x="13036" y="11302"/>
                </a:lnTo>
                <a:lnTo>
                  <a:pt x="12633" y="11483"/>
                </a:lnTo>
                <a:lnTo>
                  <a:pt x="12229" y="11665"/>
                </a:lnTo>
                <a:lnTo>
                  <a:pt x="11805" y="11806"/>
                </a:lnTo>
                <a:lnTo>
                  <a:pt x="11402" y="11947"/>
                </a:lnTo>
                <a:lnTo>
                  <a:pt x="10978" y="12068"/>
                </a:lnTo>
                <a:lnTo>
                  <a:pt x="10373" y="12230"/>
                </a:lnTo>
                <a:lnTo>
                  <a:pt x="9787" y="12371"/>
                </a:lnTo>
                <a:lnTo>
                  <a:pt x="9202" y="12512"/>
                </a:lnTo>
                <a:lnTo>
                  <a:pt x="8597" y="12633"/>
                </a:lnTo>
                <a:lnTo>
                  <a:pt x="7991" y="12734"/>
                </a:lnTo>
                <a:lnTo>
                  <a:pt x="7386" y="12835"/>
                </a:lnTo>
                <a:lnTo>
                  <a:pt x="6801" y="12936"/>
                </a:lnTo>
                <a:lnTo>
                  <a:pt x="6195" y="12997"/>
                </a:lnTo>
                <a:lnTo>
                  <a:pt x="5590" y="13057"/>
                </a:lnTo>
                <a:lnTo>
                  <a:pt x="4964" y="13118"/>
                </a:lnTo>
                <a:lnTo>
                  <a:pt x="4359" y="13158"/>
                </a:lnTo>
                <a:lnTo>
                  <a:pt x="3754" y="13178"/>
                </a:lnTo>
                <a:lnTo>
                  <a:pt x="1917" y="13178"/>
                </a:lnTo>
                <a:lnTo>
                  <a:pt x="1312" y="13138"/>
                </a:lnTo>
                <a:lnTo>
                  <a:pt x="1070" y="13118"/>
                </a:lnTo>
                <a:lnTo>
                  <a:pt x="848" y="13077"/>
                </a:lnTo>
                <a:lnTo>
                  <a:pt x="646" y="13017"/>
                </a:lnTo>
                <a:lnTo>
                  <a:pt x="484" y="12956"/>
                </a:lnTo>
                <a:lnTo>
                  <a:pt x="343" y="12855"/>
                </a:lnTo>
                <a:lnTo>
                  <a:pt x="242" y="12754"/>
                </a:lnTo>
                <a:lnTo>
                  <a:pt x="162" y="12613"/>
                </a:lnTo>
                <a:lnTo>
                  <a:pt x="101" y="12472"/>
                </a:lnTo>
                <a:lnTo>
                  <a:pt x="81" y="12351"/>
                </a:lnTo>
                <a:lnTo>
                  <a:pt x="81" y="12210"/>
                </a:lnTo>
                <a:lnTo>
                  <a:pt x="101" y="12068"/>
                </a:lnTo>
                <a:lnTo>
                  <a:pt x="121" y="11907"/>
                </a:lnTo>
                <a:lnTo>
                  <a:pt x="182" y="11745"/>
                </a:lnTo>
                <a:lnTo>
                  <a:pt x="242" y="11584"/>
                </a:lnTo>
                <a:lnTo>
                  <a:pt x="384" y="11241"/>
                </a:lnTo>
                <a:lnTo>
                  <a:pt x="606" y="10878"/>
                </a:lnTo>
                <a:lnTo>
                  <a:pt x="848" y="10515"/>
                </a:lnTo>
                <a:lnTo>
                  <a:pt x="1110" y="10131"/>
                </a:lnTo>
                <a:lnTo>
                  <a:pt x="1413" y="9768"/>
                </a:lnTo>
                <a:lnTo>
                  <a:pt x="1715" y="9405"/>
                </a:lnTo>
                <a:lnTo>
                  <a:pt x="2038" y="9062"/>
                </a:lnTo>
                <a:lnTo>
                  <a:pt x="2341" y="8739"/>
                </a:lnTo>
                <a:lnTo>
                  <a:pt x="2644" y="8456"/>
                </a:lnTo>
                <a:lnTo>
                  <a:pt x="2926" y="8194"/>
                </a:lnTo>
                <a:lnTo>
                  <a:pt x="3189" y="7972"/>
                </a:lnTo>
                <a:lnTo>
                  <a:pt x="3411" y="7790"/>
                </a:lnTo>
                <a:lnTo>
                  <a:pt x="3592" y="7669"/>
                </a:lnTo>
                <a:lnTo>
                  <a:pt x="4198" y="7306"/>
                </a:lnTo>
                <a:lnTo>
                  <a:pt x="4823" y="6983"/>
                </a:lnTo>
                <a:lnTo>
                  <a:pt x="6095" y="6357"/>
                </a:lnTo>
                <a:lnTo>
                  <a:pt x="6720" y="6055"/>
                </a:lnTo>
                <a:lnTo>
                  <a:pt x="7346" y="5752"/>
                </a:lnTo>
                <a:lnTo>
                  <a:pt x="7971" y="5409"/>
                </a:lnTo>
                <a:lnTo>
                  <a:pt x="8597" y="5066"/>
                </a:lnTo>
                <a:lnTo>
                  <a:pt x="9101" y="4723"/>
                </a:lnTo>
                <a:lnTo>
                  <a:pt x="9606" y="4360"/>
                </a:lnTo>
                <a:lnTo>
                  <a:pt x="10110" y="3976"/>
                </a:lnTo>
                <a:lnTo>
                  <a:pt x="10574" y="3573"/>
                </a:lnTo>
                <a:lnTo>
                  <a:pt x="11018" y="3149"/>
                </a:lnTo>
                <a:lnTo>
                  <a:pt x="11442" y="2705"/>
                </a:lnTo>
                <a:lnTo>
                  <a:pt x="11866" y="2241"/>
                </a:lnTo>
                <a:lnTo>
                  <a:pt x="12249" y="1756"/>
                </a:lnTo>
                <a:lnTo>
                  <a:pt x="12290" y="1716"/>
                </a:lnTo>
                <a:lnTo>
                  <a:pt x="12754" y="1131"/>
                </a:lnTo>
                <a:lnTo>
                  <a:pt x="12996" y="868"/>
                </a:lnTo>
                <a:lnTo>
                  <a:pt x="13238" y="606"/>
                </a:lnTo>
                <a:lnTo>
                  <a:pt x="13521" y="404"/>
                </a:lnTo>
                <a:lnTo>
                  <a:pt x="13662" y="303"/>
                </a:lnTo>
                <a:lnTo>
                  <a:pt x="13803" y="223"/>
                </a:lnTo>
                <a:lnTo>
                  <a:pt x="13965" y="162"/>
                </a:lnTo>
                <a:lnTo>
                  <a:pt x="14126" y="122"/>
                </a:lnTo>
                <a:lnTo>
                  <a:pt x="14288" y="102"/>
                </a:lnTo>
                <a:lnTo>
                  <a:pt x="14449" y="81"/>
                </a:lnTo>
                <a:close/>
                <a:moveTo>
                  <a:pt x="14368" y="1"/>
                </a:moveTo>
                <a:lnTo>
                  <a:pt x="14187" y="21"/>
                </a:lnTo>
                <a:lnTo>
                  <a:pt x="14025" y="61"/>
                </a:lnTo>
                <a:lnTo>
                  <a:pt x="13864" y="122"/>
                </a:lnTo>
                <a:lnTo>
                  <a:pt x="13702" y="202"/>
                </a:lnTo>
                <a:lnTo>
                  <a:pt x="13541" y="283"/>
                </a:lnTo>
                <a:lnTo>
                  <a:pt x="13400" y="384"/>
                </a:lnTo>
                <a:lnTo>
                  <a:pt x="13238" y="505"/>
                </a:lnTo>
                <a:lnTo>
                  <a:pt x="12976" y="768"/>
                </a:lnTo>
                <a:lnTo>
                  <a:pt x="12714" y="1050"/>
                </a:lnTo>
                <a:lnTo>
                  <a:pt x="12451" y="1353"/>
                </a:lnTo>
                <a:lnTo>
                  <a:pt x="12229" y="1655"/>
                </a:lnTo>
                <a:lnTo>
                  <a:pt x="12189" y="1716"/>
                </a:lnTo>
                <a:lnTo>
                  <a:pt x="11805" y="2200"/>
                </a:lnTo>
                <a:lnTo>
                  <a:pt x="11382" y="2664"/>
                </a:lnTo>
                <a:lnTo>
                  <a:pt x="10958" y="3088"/>
                </a:lnTo>
                <a:lnTo>
                  <a:pt x="10514" y="3512"/>
                </a:lnTo>
                <a:lnTo>
                  <a:pt x="10050" y="3916"/>
                </a:lnTo>
                <a:lnTo>
                  <a:pt x="9565" y="4299"/>
                </a:lnTo>
                <a:lnTo>
                  <a:pt x="9061" y="4662"/>
                </a:lnTo>
                <a:lnTo>
                  <a:pt x="8556" y="4985"/>
                </a:lnTo>
                <a:lnTo>
                  <a:pt x="7931" y="5348"/>
                </a:lnTo>
                <a:lnTo>
                  <a:pt x="7305" y="5671"/>
                </a:lnTo>
                <a:lnTo>
                  <a:pt x="6680" y="5994"/>
                </a:lnTo>
                <a:lnTo>
                  <a:pt x="6054" y="6297"/>
                </a:lnTo>
                <a:lnTo>
                  <a:pt x="4783" y="6902"/>
                </a:lnTo>
                <a:lnTo>
                  <a:pt x="4157" y="7245"/>
                </a:lnTo>
                <a:lnTo>
                  <a:pt x="3552" y="7588"/>
                </a:lnTo>
                <a:lnTo>
                  <a:pt x="3370" y="7709"/>
                </a:lnTo>
                <a:lnTo>
                  <a:pt x="3168" y="7891"/>
                </a:lnTo>
                <a:lnTo>
                  <a:pt x="2624" y="8375"/>
                </a:lnTo>
                <a:lnTo>
                  <a:pt x="2321" y="8658"/>
                </a:lnTo>
                <a:lnTo>
                  <a:pt x="1998" y="8981"/>
                </a:lnTo>
                <a:lnTo>
                  <a:pt x="1675" y="9344"/>
                </a:lnTo>
                <a:lnTo>
                  <a:pt x="1352" y="9707"/>
                </a:lnTo>
                <a:lnTo>
                  <a:pt x="1050" y="10071"/>
                </a:lnTo>
                <a:lnTo>
                  <a:pt x="787" y="10454"/>
                </a:lnTo>
                <a:lnTo>
                  <a:pt x="525" y="10837"/>
                </a:lnTo>
                <a:lnTo>
                  <a:pt x="323" y="11201"/>
                </a:lnTo>
                <a:lnTo>
                  <a:pt x="162" y="11564"/>
                </a:lnTo>
                <a:lnTo>
                  <a:pt x="101" y="11725"/>
                </a:lnTo>
                <a:lnTo>
                  <a:pt x="41" y="11907"/>
                </a:lnTo>
                <a:lnTo>
                  <a:pt x="20" y="12068"/>
                </a:lnTo>
                <a:lnTo>
                  <a:pt x="0" y="12210"/>
                </a:lnTo>
                <a:lnTo>
                  <a:pt x="0" y="12371"/>
                </a:lnTo>
                <a:lnTo>
                  <a:pt x="41" y="12492"/>
                </a:lnTo>
                <a:lnTo>
                  <a:pt x="81" y="12654"/>
                </a:lnTo>
                <a:lnTo>
                  <a:pt x="182" y="12795"/>
                </a:lnTo>
                <a:lnTo>
                  <a:pt x="283" y="12916"/>
                </a:lnTo>
                <a:lnTo>
                  <a:pt x="444" y="13017"/>
                </a:lnTo>
                <a:lnTo>
                  <a:pt x="606" y="13098"/>
                </a:lnTo>
                <a:lnTo>
                  <a:pt x="807" y="13158"/>
                </a:lnTo>
                <a:lnTo>
                  <a:pt x="1050" y="13198"/>
                </a:lnTo>
                <a:lnTo>
                  <a:pt x="1312" y="13219"/>
                </a:lnTo>
                <a:lnTo>
                  <a:pt x="2099" y="13259"/>
                </a:lnTo>
                <a:lnTo>
                  <a:pt x="2886" y="13259"/>
                </a:lnTo>
                <a:lnTo>
                  <a:pt x="3915" y="13239"/>
                </a:lnTo>
                <a:lnTo>
                  <a:pt x="4944" y="13198"/>
                </a:lnTo>
                <a:lnTo>
                  <a:pt x="5973" y="13098"/>
                </a:lnTo>
                <a:lnTo>
                  <a:pt x="6982" y="12976"/>
                </a:lnTo>
                <a:lnTo>
                  <a:pt x="7991" y="12835"/>
                </a:lnTo>
                <a:lnTo>
                  <a:pt x="9000" y="12633"/>
                </a:lnTo>
                <a:lnTo>
                  <a:pt x="10009" y="12411"/>
                </a:lnTo>
                <a:lnTo>
                  <a:pt x="10998" y="12149"/>
                </a:lnTo>
                <a:lnTo>
                  <a:pt x="11422" y="12028"/>
                </a:lnTo>
                <a:lnTo>
                  <a:pt x="11846" y="11887"/>
                </a:lnTo>
                <a:lnTo>
                  <a:pt x="12270" y="11725"/>
                </a:lnTo>
                <a:lnTo>
                  <a:pt x="12673" y="11564"/>
                </a:lnTo>
                <a:lnTo>
                  <a:pt x="13077" y="11362"/>
                </a:lnTo>
                <a:lnTo>
                  <a:pt x="13480" y="11160"/>
                </a:lnTo>
                <a:lnTo>
                  <a:pt x="13844" y="10898"/>
                </a:lnTo>
                <a:lnTo>
                  <a:pt x="14207" y="10615"/>
                </a:lnTo>
                <a:lnTo>
                  <a:pt x="14409" y="10454"/>
                </a:lnTo>
                <a:lnTo>
                  <a:pt x="14590" y="10272"/>
                </a:lnTo>
                <a:lnTo>
                  <a:pt x="14752" y="10071"/>
                </a:lnTo>
                <a:lnTo>
                  <a:pt x="14933" y="9869"/>
                </a:lnTo>
                <a:lnTo>
                  <a:pt x="15095" y="9647"/>
                </a:lnTo>
                <a:lnTo>
                  <a:pt x="15236" y="9405"/>
                </a:lnTo>
                <a:lnTo>
                  <a:pt x="15398" y="9162"/>
                </a:lnTo>
                <a:lnTo>
                  <a:pt x="15519" y="8900"/>
                </a:lnTo>
                <a:lnTo>
                  <a:pt x="15781" y="8355"/>
                </a:lnTo>
                <a:lnTo>
                  <a:pt x="16023" y="7730"/>
                </a:lnTo>
                <a:lnTo>
                  <a:pt x="16225" y="7064"/>
                </a:lnTo>
                <a:lnTo>
                  <a:pt x="16407" y="6337"/>
                </a:lnTo>
                <a:lnTo>
                  <a:pt x="16568" y="5570"/>
                </a:lnTo>
                <a:lnTo>
                  <a:pt x="16669" y="4844"/>
                </a:lnTo>
                <a:lnTo>
                  <a:pt x="16729" y="4178"/>
                </a:lnTo>
                <a:lnTo>
                  <a:pt x="16729" y="3855"/>
                </a:lnTo>
                <a:lnTo>
                  <a:pt x="16729" y="3532"/>
                </a:lnTo>
                <a:lnTo>
                  <a:pt x="16709" y="3250"/>
                </a:lnTo>
                <a:lnTo>
                  <a:pt x="16669" y="2947"/>
                </a:lnTo>
                <a:lnTo>
                  <a:pt x="16628" y="2664"/>
                </a:lnTo>
                <a:lnTo>
                  <a:pt x="16568" y="2382"/>
                </a:lnTo>
                <a:lnTo>
                  <a:pt x="16507" y="2120"/>
                </a:lnTo>
                <a:lnTo>
                  <a:pt x="16427" y="1857"/>
                </a:lnTo>
                <a:lnTo>
                  <a:pt x="16326" y="1615"/>
                </a:lnTo>
                <a:lnTo>
                  <a:pt x="16205" y="1373"/>
                </a:lnTo>
                <a:lnTo>
                  <a:pt x="16063" y="1090"/>
                </a:lnTo>
                <a:lnTo>
                  <a:pt x="15882" y="828"/>
                </a:lnTo>
                <a:lnTo>
                  <a:pt x="15680" y="606"/>
                </a:lnTo>
                <a:lnTo>
                  <a:pt x="15478" y="404"/>
                </a:lnTo>
                <a:lnTo>
                  <a:pt x="15256" y="243"/>
                </a:lnTo>
                <a:lnTo>
                  <a:pt x="15034" y="122"/>
                </a:lnTo>
                <a:lnTo>
                  <a:pt x="14792" y="41"/>
                </a:lnTo>
                <a:lnTo>
                  <a:pt x="14550" y="1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35" name="Google Shape;1135;p15"/>
          <p:cNvSpPr/>
          <p:nvPr/>
        </p:nvSpPr>
        <p:spPr>
          <a:xfrm flipH="1">
            <a:off x="1702137" y="4437532"/>
            <a:ext cx="653335" cy="572101"/>
          </a:xfrm>
          <a:custGeom>
            <a:rect b="b" l="l" r="r" t="t"/>
            <a:pathLst>
              <a:path extrusionOk="0" h="10233" w="11686">
                <a:moveTo>
                  <a:pt x="10817" y="82"/>
                </a:moveTo>
                <a:lnTo>
                  <a:pt x="10918" y="102"/>
                </a:lnTo>
                <a:lnTo>
                  <a:pt x="10979" y="142"/>
                </a:lnTo>
                <a:lnTo>
                  <a:pt x="11039" y="182"/>
                </a:lnTo>
                <a:lnTo>
                  <a:pt x="11120" y="303"/>
                </a:lnTo>
                <a:lnTo>
                  <a:pt x="11201" y="445"/>
                </a:lnTo>
                <a:lnTo>
                  <a:pt x="11241" y="586"/>
                </a:lnTo>
                <a:lnTo>
                  <a:pt x="11382" y="1191"/>
                </a:lnTo>
                <a:lnTo>
                  <a:pt x="11504" y="1797"/>
                </a:lnTo>
                <a:lnTo>
                  <a:pt x="11564" y="2422"/>
                </a:lnTo>
                <a:lnTo>
                  <a:pt x="11604" y="3028"/>
                </a:lnTo>
                <a:lnTo>
                  <a:pt x="11584" y="3653"/>
                </a:lnTo>
                <a:lnTo>
                  <a:pt x="11544" y="4259"/>
                </a:lnTo>
                <a:lnTo>
                  <a:pt x="11463" y="4884"/>
                </a:lnTo>
                <a:lnTo>
                  <a:pt x="11342" y="5490"/>
                </a:lnTo>
                <a:lnTo>
                  <a:pt x="11241" y="5853"/>
                </a:lnTo>
                <a:lnTo>
                  <a:pt x="11140" y="6176"/>
                </a:lnTo>
                <a:lnTo>
                  <a:pt x="11019" y="6499"/>
                </a:lnTo>
                <a:lnTo>
                  <a:pt x="10878" y="6781"/>
                </a:lnTo>
                <a:lnTo>
                  <a:pt x="10737" y="7044"/>
                </a:lnTo>
                <a:lnTo>
                  <a:pt x="10575" y="7286"/>
                </a:lnTo>
                <a:lnTo>
                  <a:pt x="10414" y="7488"/>
                </a:lnTo>
                <a:lnTo>
                  <a:pt x="10212" y="7669"/>
                </a:lnTo>
                <a:lnTo>
                  <a:pt x="10030" y="7831"/>
                </a:lnTo>
                <a:lnTo>
                  <a:pt x="9849" y="7972"/>
                </a:lnTo>
                <a:lnTo>
                  <a:pt x="9647" y="8093"/>
                </a:lnTo>
                <a:lnTo>
                  <a:pt x="9425" y="8194"/>
                </a:lnTo>
                <a:lnTo>
                  <a:pt x="9001" y="8396"/>
                </a:lnTo>
                <a:lnTo>
                  <a:pt x="8557" y="8557"/>
                </a:lnTo>
                <a:lnTo>
                  <a:pt x="7730" y="8840"/>
                </a:lnTo>
                <a:lnTo>
                  <a:pt x="6862" y="9142"/>
                </a:lnTo>
                <a:lnTo>
                  <a:pt x="5974" y="9405"/>
                </a:lnTo>
                <a:lnTo>
                  <a:pt x="5066" y="9647"/>
                </a:lnTo>
                <a:lnTo>
                  <a:pt x="4158" y="9849"/>
                </a:lnTo>
                <a:lnTo>
                  <a:pt x="3714" y="9950"/>
                </a:lnTo>
                <a:lnTo>
                  <a:pt x="3270" y="10010"/>
                </a:lnTo>
                <a:lnTo>
                  <a:pt x="2806" y="10071"/>
                </a:lnTo>
                <a:lnTo>
                  <a:pt x="2362" y="10111"/>
                </a:lnTo>
                <a:lnTo>
                  <a:pt x="1918" y="10151"/>
                </a:lnTo>
                <a:lnTo>
                  <a:pt x="1252" y="10151"/>
                </a:lnTo>
                <a:lnTo>
                  <a:pt x="1070" y="10131"/>
                </a:lnTo>
                <a:lnTo>
                  <a:pt x="889" y="10071"/>
                </a:lnTo>
                <a:lnTo>
                  <a:pt x="707" y="10010"/>
                </a:lnTo>
                <a:lnTo>
                  <a:pt x="566" y="9950"/>
                </a:lnTo>
                <a:lnTo>
                  <a:pt x="425" y="9849"/>
                </a:lnTo>
                <a:lnTo>
                  <a:pt x="324" y="9748"/>
                </a:lnTo>
                <a:lnTo>
                  <a:pt x="223" y="9627"/>
                </a:lnTo>
                <a:lnTo>
                  <a:pt x="162" y="9526"/>
                </a:lnTo>
                <a:lnTo>
                  <a:pt x="122" y="9405"/>
                </a:lnTo>
                <a:lnTo>
                  <a:pt x="102" y="9284"/>
                </a:lnTo>
                <a:lnTo>
                  <a:pt x="82" y="9163"/>
                </a:lnTo>
                <a:lnTo>
                  <a:pt x="102" y="9021"/>
                </a:lnTo>
                <a:lnTo>
                  <a:pt x="122" y="8880"/>
                </a:lnTo>
                <a:lnTo>
                  <a:pt x="162" y="8739"/>
                </a:lnTo>
                <a:lnTo>
                  <a:pt x="223" y="8577"/>
                </a:lnTo>
                <a:lnTo>
                  <a:pt x="324" y="8416"/>
                </a:lnTo>
                <a:lnTo>
                  <a:pt x="425" y="8234"/>
                </a:lnTo>
                <a:lnTo>
                  <a:pt x="546" y="8073"/>
                </a:lnTo>
                <a:lnTo>
                  <a:pt x="667" y="7911"/>
                </a:lnTo>
                <a:lnTo>
                  <a:pt x="970" y="7589"/>
                </a:lnTo>
                <a:lnTo>
                  <a:pt x="1292" y="7306"/>
                </a:lnTo>
                <a:lnTo>
                  <a:pt x="1615" y="7064"/>
                </a:lnTo>
                <a:lnTo>
                  <a:pt x="1979" y="6822"/>
                </a:lnTo>
                <a:lnTo>
                  <a:pt x="2322" y="6620"/>
                </a:lnTo>
                <a:lnTo>
                  <a:pt x="2645" y="6438"/>
                </a:lnTo>
                <a:lnTo>
                  <a:pt x="3008" y="6257"/>
                </a:lnTo>
                <a:lnTo>
                  <a:pt x="3391" y="6075"/>
                </a:lnTo>
                <a:lnTo>
                  <a:pt x="4138" y="5752"/>
                </a:lnTo>
                <a:lnTo>
                  <a:pt x="5107" y="5328"/>
                </a:lnTo>
                <a:lnTo>
                  <a:pt x="5591" y="5086"/>
                </a:lnTo>
                <a:lnTo>
                  <a:pt x="6055" y="4824"/>
                </a:lnTo>
                <a:lnTo>
                  <a:pt x="6459" y="4582"/>
                </a:lnTo>
                <a:lnTo>
                  <a:pt x="6822" y="4319"/>
                </a:lnTo>
                <a:lnTo>
                  <a:pt x="7185" y="4017"/>
                </a:lnTo>
                <a:lnTo>
                  <a:pt x="7528" y="3714"/>
                </a:lnTo>
                <a:lnTo>
                  <a:pt x="7851" y="3391"/>
                </a:lnTo>
                <a:lnTo>
                  <a:pt x="8174" y="3048"/>
                </a:lnTo>
                <a:lnTo>
                  <a:pt x="8456" y="2685"/>
                </a:lnTo>
                <a:lnTo>
                  <a:pt x="8719" y="2301"/>
                </a:lnTo>
                <a:lnTo>
                  <a:pt x="9021" y="1817"/>
                </a:lnTo>
                <a:lnTo>
                  <a:pt x="9324" y="1353"/>
                </a:lnTo>
                <a:lnTo>
                  <a:pt x="9465" y="1131"/>
                </a:lnTo>
                <a:lnTo>
                  <a:pt x="9647" y="909"/>
                </a:lnTo>
                <a:lnTo>
                  <a:pt x="9808" y="707"/>
                </a:lnTo>
                <a:lnTo>
                  <a:pt x="10010" y="525"/>
                </a:lnTo>
                <a:lnTo>
                  <a:pt x="10212" y="344"/>
                </a:lnTo>
                <a:lnTo>
                  <a:pt x="10434" y="203"/>
                </a:lnTo>
                <a:lnTo>
                  <a:pt x="10575" y="122"/>
                </a:lnTo>
                <a:lnTo>
                  <a:pt x="10696" y="102"/>
                </a:lnTo>
                <a:lnTo>
                  <a:pt x="10817" y="82"/>
                </a:lnTo>
                <a:close/>
                <a:moveTo>
                  <a:pt x="10838" y="1"/>
                </a:moveTo>
                <a:lnTo>
                  <a:pt x="10696" y="21"/>
                </a:lnTo>
                <a:lnTo>
                  <a:pt x="10555" y="61"/>
                </a:lnTo>
                <a:lnTo>
                  <a:pt x="10394" y="122"/>
                </a:lnTo>
                <a:lnTo>
                  <a:pt x="10152" y="283"/>
                </a:lnTo>
                <a:lnTo>
                  <a:pt x="9950" y="445"/>
                </a:lnTo>
                <a:lnTo>
                  <a:pt x="9748" y="647"/>
                </a:lnTo>
                <a:lnTo>
                  <a:pt x="9586" y="848"/>
                </a:lnTo>
                <a:lnTo>
                  <a:pt x="9405" y="1070"/>
                </a:lnTo>
                <a:lnTo>
                  <a:pt x="9264" y="1312"/>
                </a:lnTo>
                <a:lnTo>
                  <a:pt x="8961" y="1777"/>
                </a:lnTo>
                <a:lnTo>
                  <a:pt x="8658" y="2261"/>
                </a:lnTo>
                <a:lnTo>
                  <a:pt x="8396" y="2624"/>
                </a:lnTo>
                <a:lnTo>
                  <a:pt x="8113" y="2987"/>
                </a:lnTo>
                <a:lnTo>
                  <a:pt x="7790" y="3331"/>
                </a:lnTo>
                <a:lnTo>
                  <a:pt x="7468" y="3653"/>
                </a:lnTo>
                <a:lnTo>
                  <a:pt x="7145" y="3956"/>
                </a:lnTo>
                <a:lnTo>
                  <a:pt x="6781" y="4239"/>
                </a:lnTo>
                <a:lnTo>
                  <a:pt x="6398" y="4521"/>
                </a:lnTo>
                <a:lnTo>
                  <a:pt x="6015" y="4763"/>
                </a:lnTo>
                <a:lnTo>
                  <a:pt x="5550" y="5026"/>
                </a:lnTo>
                <a:lnTo>
                  <a:pt x="5066" y="5248"/>
                </a:lnTo>
                <a:lnTo>
                  <a:pt x="4097" y="5692"/>
                </a:lnTo>
                <a:lnTo>
                  <a:pt x="3351" y="6014"/>
                </a:lnTo>
                <a:lnTo>
                  <a:pt x="2988" y="6176"/>
                </a:lnTo>
                <a:lnTo>
                  <a:pt x="2604" y="6358"/>
                </a:lnTo>
                <a:lnTo>
                  <a:pt x="2281" y="6539"/>
                </a:lnTo>
                <a:lnTo>
                  <a:pt x="1918" y="6761"/>
                </a:lnTo>
                <a:lnTo>
                  <a:pt x="1575" y="7003"/>
                </a:lnTo>
                <a:lnTo>
                  <a:pt x="1232" y="7266"/>
                </a:lnTo>
                <a:lnTo>
                  <a:pt x="909" y="7548"/>
                </a:lnTo>
                <a:lnTo>
                  <a:pt x="606" y="7851"/>
                </a:lnTo>
                <a:lnTo>
                  <a:pt x="485" y="8012"/>
                </a:lnTo>
                <a:lnTo>
                  <a:pt x="364" y="8194"/>
                </a:lnTo>
                <a:lnTo>
                  <a:pt x="243" y="8376"/>
                </a:lnTo>
                <a:lnTo>
                  <a:pt x="162" y="8557"/>
                </a:lnTo>
                <a:lnTo>
                  <a:pt x="102" y="8719"/>
                </a:lnTo>
                <a:lnTo>
                  <a:pt x="41" y="8860"/>
                </a:lnTo>
                <a:lnTo>
                  <a:pt x="21" y="9021"/>
                </a:lnTo>
                <a:lnTo>
                  <a:pt x="1" y="9163"/>
                </a:lnTo>
                <a:lnTo>
                  <a:pt x="21" y="9304"/>
                </a:lnTo>
                <a:lnTo>
                  <a:pt x="41" y="9425"/>
                </a:lnTo>
                <a:lnTo>
                  <a:pt x="102" y="9546"/>
                </a:lnTo>
                <a:lnTo>
                  <a:pt x="162" y="9667"/>
                </a:lnTo>
                <a:lnTo>
                  <a:pt x="263" y="9808"/>
                </a:lnTo>
                <a:lnTo>
                  <a:pt x="384" y="9909"/>
                </a:lnTo>
                <a:lnTo>
                  <a:pt x="526" y="10010"/>
                </a:lnTo>
                <a:lnTo>
                  <a:pt x="687" y="10091"/>
                </a:lnTo>
                <a:lnTo>
                  <a:pt x="849" y="10151"/>
                </a:lnTo>
                <a:lnTo>
                  <a:pt x="1050" y="10192"/>
                </a:lnTo>
                <a:lnTo>
                  <a:pt x="1252" y="10232"/>
                </a:lnTo>
                <a:lnTo>
                  <a:pt x="1918" y="10232"/>
                </a:lnTo>
                <a:lnTo>
                  <a:pt x="2362" y="10192"/>
                </a:lnTo>
                <a:lnTo>
                  <a:pt x="2826" y="10151"/>
                </a:lnTo>
                <a:lnTo>
                  <a:pt x="3270" y="10091"/>
                </a:lnTo>
                <a:lnTo>
                  <a:pt x="3734" y="10030"/>
                </a:lnTo>
                <a:lnTo>
                  <a:pt x="4178" y="9929"/>
                </a:lnTo>
                <a:lnTo>
                  <a:pt x="5086" y="9728"/>
                </a:lnTo>
                <a:lnTo>
                  <a:pt x="5994" y="9485"/>
                </a:lnTo>
                <a:lnTo>
                  <a:pt x="6882" y="9223"/>
                </a:lnTo>
                <a:lnTo>
                  <a:pt x="7750" y="8920"/>
                </a:lnTo>
                <a:lnTo>
                  <a:pt x="8577" y="8638"/>
                </a:lnTo>
                <a:lnTo>
                  <a:pt x="9021" y="8456"/>
                </a:lnTo>
                <a:lnTo>
                  <a:pt x="9465" y="8275"/>
                </a:lnTo>
                <a:lnTo>
                  <a:pt x="9687" y="8154"/>
                </a:lnTo>
                <a:lnTo>
                  <a:pt x="9889" y="8032"/>
                </a:lnTo>
                <a:lnTo>
                  <a:pt x="10091" y="7891"/>
                </a:lnTo>
                <a:lnTo>
                  <a:pt x="10273" y="7730"/>
                </a:lnTo>
                <a:lnTo>
                  <a:pt x="10474" y="7548"/>
                </a:lnTo>
                <a:lnTo>
                  <a:pt x="10636" y="7326"/>
                </a:lnTo>
                <a:lnTo>
                  <a:pt x="10817" y="7084"/>
                </a:lnTo>
                <a:lnTo>
                  <a:pt x="10959" y="6822"/>
                </a:lnTo>
                <a:lnTo>
                  <a:pt x="11100" y="6539"/>
                </a:lnTo>
                <a:lnTo>
                  <a:pt x="11221" y="6216"/>
                </a:lnTo>
                <a:lnTo>
                  <a:pt x="11322" y="5873"/>
                </a:lnTo>
                <a:lnTo>
                  <a:pt x="11423" y="5510"/>
                </a:lnTo>
                <a:lnTo>
                  <a:pt x="11544" y="4884"/>
                </a:lnTo>
                <a:lnTo>
                  <a:pt x="11625" y="4279"/>
                </a:lnTo>
                <a:lnTo>
                  <a:pt x="11665" y="3653"/>
                </a:lnTo>
                <a:lnTo>
                  <a:pt x="11685" y="3028"/>
                </a:lnTo>
                <a:lnTo>
                  <a:pt x="11645" y="2402"/>
                </a:lnTo>
                <a:lnTo>
                  <a:pt x="11584" y="1797"/>
                </a:lnTo>
                <a:lnTo>
                  <a:pt x="11463" y="1171"/>
                </a:lnTo>
                <a:lnTo>
                  <a:pt x="11322" y="566"/>
                </a:lnTo>
                <a:lnTo>
                  <a:pt x="11261" y="404"/>
                </a:lnTo>
                <a:lnTo>
                  <a:pt x="11201" y="263"/>
                </a:lnTo>
                <a:lnTo>
                  <a:pt x="11140" y="182"/>
                </a:lnTo>
                <a:lnTo>
                  <a:pt x="11100" y="122"/>
                </a:lnTo>
                <a:lnTo>
                  <a:pt x="11019" y="82"/>
                </a:lnTo>
                <a:lnTo>
                  <a:pt x="10959" y="41"/>
                </a:lnTo>
                <a:lnTo>
                  <a:pt x="10838" y="1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36" name="Google Shape;1136;p15"/>
          <p:cNvSpPr/>
          <p:nvPr/>
        </p:nvSpPr>
        <p:spPr>
          <a:xfrm flipH="1">
            <a:off x="8131975" y="3785679"/>
            <a:ext cx="597600" cy="597600"/>
          </a:xfrm>
          <a:prstGeom prst="ellipse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37" name="Google Shape;1137;p15"/>
          <p:cNvSpPr/>
          <p:nvPr/>
        </p:nvSpPr>
        <p:spPr>
          <a:xfrm flipH="1" rot="-5400000">
            <a:off x="8131975" y="4390781"/>
            <a:ext cx="597600" cy="597600"/>
          </a:xfrm>
          <a:prstGeom prst="rtTriangle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38" name="Google Shape;1138;p15"/>
          <p:cNvSpPr/>
          <p:nvPr/>
        </p:nvSpPr>
        <p:spPr>
          <a:xfrm>
            <a:off x="8131965" y="-1496272"/>
            <a:ext cx="2433600" cy="24336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39" name="Google Shape;1139;p15"/>
          <p:cNvSpPr/>
          <p:nvPr/>
        </p:nvSpPr>
        <p:spPr>
          <a:xfrm flipH="1">
            <a:off x="7161667" y="-74694"/>
            <a:ext cx="2383952" cy="1642730"/>
          </a:xfrm>
          <a:custGeom>
            <a:rect b="b" l="l" r="r" t="t"/>
            <a:pathLst>
              <a:path extrusionOk="0" h="29383" w="42641">
                <a:moveTo>
                  <a:pt x="9364" y="81"/>
                </a:moveTo>
                <a:lnTo>
                  <a:pt x="10796" y="141"/>
                </a:lnTo>
                <a:lnTo>
                  <a:pt x="12209" y="222"/>
                </a:lnTo>
                <a:lnTo>
                  <a:pt x="13642" y="363"/>
                </a:lnTo>
                <a:lnTo>
                  <a:pt x="15054" y="505"/>
                </a:lnTo>
                <a:lnTo>
                  <a:pt x="16467" y="706"/>
                </a:lnTo>
                <a:lnTo>
                  <a:pt x="17880" y="928"/>
                </a:lnTo>
                <a:lnTo>
                  <a:pt x="19292" y="1191"/>
                </a:lnTo>
                <a:lnTo>
                  <a:pt x="20685" y="1494"/>
                </a:lnTo>
                <a:lnTo>
                  <a:pt x="22077" y="1816"/>
                </a:lnTo>
                <a:lnTo>
                  <a:pt x="23469" y="2180"/>
                </a:lnTo>
                <a:lnTo>
                  <a:pt x="24842" y="2563"/>
                </a:lnTo>
                <a:lnTo>
                  <a:pt x="26194" y="2987"/>
                </a:lnTo>
                <a:lnTo>
                  <a:pt x="27546" y="3451"/>
                </a:lnTo>
                <a:lnTo>
                  <a:pt x="28878" y="3935"/>
                </a:lnTo>
                <a:lnTo>
                  <a:pt x="30210" y="4460"/>
                </a:lnTo>
                <a:lnTo>
                  <a:pt x="31340" y="4944"/>
                </a:lnTo>
                <a:lnTo>
                  <a:pt x="32409" y="5429"/>
                </a:lnTo>
                <a:lnTo>
                  <a:pt x="33418" y="5933"/>
                </a:lnTo>
                <a:lnTo>
                  <a:pt x="34346" y="6438"/>
                </a:lnTo>
                <a:lnTo>
                  <a:pt x="35234" y="6962"/>
                </a:lnTo>
                <a:lnTo>
                  <a:pt x="36062" y="7487"/>
                </a:lnTo>
                <a:lnTo>
                  <a:pt x="36829" y="8032"/>
                </a:lnTo>
                <a:lnTo>
                  <a:pt x="37555" y="8597"/>
                </a:lnTo>
                <a:lnTo>
                  <a:pt x="37979" y="8960"/>
                </a:lnTo>
                <a:lnTo>
                  <a:pt x="38403" y="9344"/>
                </a:lnTo>
                <a:lnTo>
                  <a:pt x="38806" y="9727"/>
                </a:lnTo>
                <a:lnTo>
                  <a:pt x="39190" y="10131"/>
                </a:lnTo>
                <a:lnTo>
                  <a:pt x="39573" y="10534"/>
                </a:lnTo>
                <a:lnTo>
                  <a:pt x="39916" y="10938"/>
                </a:lnTo>
                <a:lnTo>
                  <a:pt x="40239" y="11362"/>
                </a:lnTo>
                <a:lnTo>
                  <a:pt x="40562" y="11785"/>
                </a:lnTo>
                <a:lnTo>
                  <a:pt x="40844" y="12209"/>
                </a:lnTo>
                <a:lnTo>
                  <a:pt x="41127" y="12653"/>
                </a:lnTo>
                <a:lnTo>
                  <a:pt x="41369" y="13097"/>
                </a:lnTo>
                <a:lnTo>
                  <a:pt x="41611" y="13541"/>
                </a:lnTo>
                <a:lnTo>
                  <a:pt x="41813" y="14005"/>
                </a:lnTo>
                <a:lnTo>
                  <a:pt x="42015" y="14469"/>
                </a:lnTo>
                <a:lnTo>
                  <a:pt x="42176" y="14913"/>
                </a:lnTo>
                <a:lnTo>
                  <a:pt x="42338" y="15398"/>
                </a:lnTo>
                <a:lnTo>
                  <a:pt x="42459" y="15862"/>
                </a:lnTo>
                <a:lnTo>
                  <a:pt x="42499" y="16104"/>
                </a:lnTo>
                <a:lnTo>
                  <a:pt x="42540" y="16366"/>
                </a:lnTo>
                <a:lnTo>
                  <a:pt x="42560" y="16608"/>
                </a:lnTo>
                <a:lnTo>
                  <a:pt x="42560" y="16851"/>
                </a:lnTo>
                <a:lnTo>
                  <a:pt x="42540" y="17113"/>
                </a:lnTo>
                <a:lnTo>
                  <a:pt x="42519" y="17355"/>
                </a:lnTo>
                <a:lnTo>
                  <a:pt x="42479" y="17577"/>
                </a:lnTo>
                <a:lnTo>
                  <a:pt x="42418" y="17799"/>
                </a:lnTo>
                <a:lnTo>
                  <a:pt x="42338" y="18021"/>
                </a:lnTo>
                <a:lnTo>
                  <a:pt x="42217" y="18223"/>
                </a:lnTo>
                <a:lnTo>
                  <a:pt x="42096" y="18404"/>
                </a:lnTo>
                <a:lnTo>
                  <a:pt x="41954" y="18566"/>
                </a:lnTo>
                <a:lnTo>
                  <a:pt x="41773" y="18707"/>
                </a:lnTo>
                <a:lnTo>
                  <a:pt x="41571" y="18848"/>
                </a:lnTo>
                <a:lnTo>
                  <a:pt x="41409" y="18909"/>
                </a:lnTo>
                <a:lnTo>
                  <a:pt x="41228" y="18969"/>
                </a:lnTo>
                <a:lnTo>
                  <a:pt x="41046" y="19010"/>
                </a:lnTo>
                <a:lnTo>
                  <a:pt x="40865" y="19050"/>
                </a:lnTo>
                <a:lnTo>
                  <a:pt x="40461" y="19070"/>
                </a:lnTo>
                <a:lnTo>
                  <a:pt x="40057" y="19070"/>
                </a:lnTo>
                <a:lnTo>
                  <a:pt x="38948" y="19050"/>
                </a:lnTo>
                <a:lnTo>
                  <a:pt x="37838" y="19010"/>
                </a:lnTo>
                <a:lnTo>
                  <a:pt x="35618" y="18909"/>
                </a:lnTo>
                <a:lnTo>
                  <a:pt x="33398" y="18788"/>
                </a:lnTo>
                <a:lnTo>
                  <a:pt x="31198" y="18626"/>
                </a:lnTo>
                <a:lnTo>
                  <a:pt x="28918" y="18485"/>
                </a:lnTo>
                <a:lnTo>
                  <a:pt x="26597" y="18344"/>
                </a:lnTo>
                <a:lnTo>
                  <a:pt x="24277" y="18243"/>
                </a:lnTo>
                <a:lnTo>
                  <a:pt x="23126" y="18223"/>
                </a:lnTo>
                <a:lnTo>
                  <a:pt x="21956" y="18203"/>
                </a:lnTo>
                <a:lnTo>
                  <a:pt x="20806" y="18182"/>
                </a:lnTo>
                <a:lnTo>
                  <a:pt x="19635" y="18203"/>
                </a:lnTo>
                <a:lnTo>
                  <a:pt x="18465" y="18243"/>
                </a:lnTo>
                <a:lnTo>
                  <a:pt x="17315" y="18304"/>
                </a:lnTo>
                <a:lnTo>
                  <a:pt x="16164" y="18384"/>
                </a:lnTo>
                <a:lnTo>
                  <a:pt x="14994" y="18485"/>
                </a:lnTo>
                <a:lnTo>
                  <a:pt x="13844" y="18626"/>
                </a:lnTo>
                <a:lnTo>
                  <a:pt x="12693" y="18788"/>
                </a:lnTo>
                <a:lnTo>
                  <a:pt x="12007" y="18909"/>
                </a:lnTo>
                <a:lnTo>
                  <a:pt x="11321" y="19050"/>
                </a:lnTo>
                <a:lnTo>
                  <a:pt x="10615" y="19232"/>
                </a:lnTo>
                <a:lnTo>
                  <a:pt x="10272" y="19333"/>
                </a:lnTo>
                <a:lnTo>
                  <a:pt x="9929" y="19454"/>
                </a:lnTo>
                <a:lnTo>
                  <a:pt x="9586" y="19595"/>
                </a:lnTo>
                <a:lnTo>
                  <a:pt x="9263" y="19736"/>
                </a:lnTo>
                <a:lnTo>
                  <a:pt x="8940" y="19898"/>
                </a:lnTo>
                <a:lnTo>
                  <a:pt x="8617" y="20059"/>
                </a:lnTo>
                <a:lnTo>
                  <a:pt x="8314" y="20261"/>
                </a:lnTo>
                <a:lnTo>
                  <a:pt x="8032" y="20463"/>
                </a:lnTo>
                <a:lnTo>
                  <a:pt x="7749" y="20705"/>
                </a:lnTo>
                <a:lnTo>
                  <a:pt x="7487" y="20947"/>
                </a:lnTo>
                <a:lnTo>
                  <a:pt x="7245" y="21230"/>
                </a:lnTo>
                <a:lnTo>
                  <a:pt x="7003" y="21512"/>
                </a:lnTo>
                <a:lnTo>
                  <a:pt x="6801" y="21815"/>
                </a:lnTo>
                <a:lnTo>
                  <a:pt x="6619" y="22118"/>
                </a:lnTo>
                <a:lnTo>
                  <a:pt x="6458" y="22440"/>
                </a:lnTo>
                <a:lnTo>
                  <a:pt x="6316" y="22763"/>
                </a:lnTo>
                <a:lnTo>
                  <a:pt x="6195" y="23086"/>
                </a:lnTo>
                <a:lnTo>
                  <a:pt x="6094" y="23429"/>
                </a:lnTo>
                <a:lnTo>
                  <a:pt x="5994" y="23752"/>
                </a:lnTo>
                <a:lnTo>
                  <a:pt x="5913" y="24075"/>
                </a:lnTo>
                <a:lnTo>
                  <a:pt x="5792" y="24701"/>
                </a:lnTo>
                <a:lnTo>
                  <a:pt x="5711" y="25306"/>
                </a:lnTo>
                <a:lnTo>
                  <a:pt x="5650" y="25871"/>
                </a:lnTo>
                <a:lnTo>
                  <a:pt x="5650" y="26154"/>
                </a:lnTo>
                <a:lnTo>
                  <a:pt x="5650" y="26497"/>
                </a:lnTo>
                <a:lnTo>
                  <a:pt x="5650" y="27243"/>
                </a:lnTo>
                <a:lnTo>
                  <a:pt x="5630" y="27627"/>
                </a:lnTo>
                <a:lnTo>
                  <a:pt x="5610" y="28010"/>
                </a:lnTo>
                <a:lnTo>
                  <a:pt x="5529" y="28373"/>
                </a:lnTo>
                <a:lnTo>
                  <a:pt x="5489" y="28555"/>
                </a:lnTo>
                <a:lnTo>
                  <a:pt x="5428" y="28696"/>
                </a:lnTo>
                <a:lnTo>
                  <a:pt x="5368" y="28838"/>
                </a:lnTo>
                <a:lnTo>
                  <a:pt x="5287" y="28979"/>
                </a:lnTo>
                <a:lnTo>
                  <a:pt x="5206" y="29080"/>
                </a:lnTo>
                <a:lnTo>
                  <a:pt x="5106" y="29181"/>
                </a:lnTo>
                <a:lnTo>
                  <a:pt x="5005" y="29221"/>
                </a:lnTo>
                <a:lnTo>
                  <a:pt x="4904" y="29261"/>
                </a:lnTo>
                <a:lnTo>
                  <a:pt x="4803" y="29281"/>
                </a:lnTo>
                <a:lnTo>
                  <a:pt x="4702" y="29302"/>
                </a:lnTo>
                <a:lnTo>
                  <a:pt x="4581" y="29302"/>
                </a:lnTo>
                <a:lnTo>
                  <a:pt x="4440" y="29281"/>
                </a:lnTo>
                <a:lnTo>
                  <a:pt x="4177" y="29201"/>
                </a:lnTo>
                <a:lnTo>
                  <a:pt x="3955" y="29100"/>
                </a:lnTo>
                <a:lnTo>
                  <a:pt x="3774" y="28959"/>
                </a:lnTo>
                <a:lnTo>
                  <a:pt x="3592" y="28797"/>
                </a:lnTo>
                <a:lnTo>
                  <a:pt x="3451" y="28616"/>
                </a:lnTo>
                <a:lnTo>
                  <a:pt x="3310" y="28414"/>
                </a:lnTo>
                <a:lnTo>
                  <a:pt x="3188" y="28192"/>
                </a:lnTo>
                <a:lnTo>
                  <a:pt x="2946" y="27728"/>
                </a:lnTo>
                <a:lnTo>
                  <a:pt x="2523" y="26678"/>
                </a:lnTo>
                <a:lnTo>
                  <a:pt x="2119" y="25629"/>
                </a:lnTo>
                <a:lnTo>
                  <a:pt x="1756" y="24539"/>
                </a:lnTo>
                <a:lnTo>
                  <a:pt x="1433" y="23429"/>
                </a:lnTo>
                <a:lnTo>
                  <a:pt x="1130" y="22279"/>
                </a:lnTo>
                <a:lnTo>
                  <a:pt x="868" y="21129"/>
                </a:lnTo>
                <a:lnTo>
                  <a:pt x="646" y="19938"/>
                </a:lnTo>
                <a:lnTo>
                  <a:pt x="464" y="18707"/>
                </a:lnTo>
                <a:lnTo>
                  <a:pt x="323" y="17476"/>
                </a:lnTo>
                <a:lnTo>
                  <a:pt x="202" y="16205"/>
                </a:lnTo>
                <a:lnTo>
                  <a:pt x="141" y="14913"/>
                </a:lnTo>
                <a:lnTo>
                  <a:pt x="101" y="13602"/>
                </a:lnTo>
                <a:lnTo>
                  <a:pt x="81" y="12250"/>
                </a:lnTo>
                <a:lnTo>
                  <a:pt x="121" y="10897"/>
                </a:lnTo>
                <a:lnTo>
                  <a:pt x="202" y="9505"/>
                </a:lnTo>
                <a:lnTo>
                  <a:pt x="303" y="8092"/>
                </a:lnTo>
                <a:lnTo>
                  <a:pt x="404" y="7144"/>
                </a:lnTo>
                <a:lnTo>
                  <a:pt x="464" y="6639"/>
                </a:lnTo>
                <a:lnTo>
                  <a:pt x="545" y="6135"/>
                </a:lnTo>
                <a:lnTo>
                  <a:pt x="646" y="5630"/>
                </a:lnTo>
                <a:lnTo>
                  <a:pt x="767" y="5106"/>
                </a:lnTo>
                <a:lnTo>
                  <a:pt x="928" y="4601"/>
                </a:lnTo>
                <a:lnTo>
                  <a:pt x="1090" y="4097"/>
                </a:lnTo>
                <a:lnTo>
                  <a:pt x="1292" y="3612"/>
                </a:lnTo>
                <a:lnTo>
                  <a:pt x="1514" y="3128"/>
                </a:lnTo>
                <a:lnTo>
                  <a:pt x="1776" y="2684"/>
                </a:lnTo>
                <a:lnTo>
                  <a:pt x="2058" y="2240"/>
                </a:lnTo>
                <a:lnTo>
                  <a:pt x="2220" y="2038"/>
                </a:lnTo>
                <a:lnTo>
                  <a:pt x="2381" y="1837"/>
                </a:lnTo>
                <a:lnTo>
                  <a:pt x="2563" y="1655"/>
                </a:lnTo>
                <a:lnTo>
                  <a:pt x="2765" y="1473"/>
                </a:lnTo>
                <a:lnTo>
                  <a:pt x="2967" y="1312"/>
                </a:lnTo>
                <a:lnTo>
                  <a:pt x="3168" y="1150"/>
                </a:lnTo>
                <a:lnTo>
                  <a:pt x="3390" y="989"/>
                </a:lnTo>
                <a:lnTo>
                  <a:pt x="3612" y="848"/>
                </a:lnTo>
                <a:lnTo>
                  <a:pt x="3854" y="727"/>
                </a:lnTo>
                <a:lnTo>
                  <a:pt x="4117" y="626"/>
                </a:lnTo>
                <a:lnTo>
                  <a:pt x="4359" y="525"/>
                </a:lnTo>
                <a:lnTo>
                  <a:pt x="4621" y="424"/>
                </a:lnTo>
                <a:lnTo>
                  <a:pt x="5146" y="303"/>
                </a:lnTo>
                <a:lnTo>
                  <a:pt x="5691" y="202"/>
                </a:lnTo>
                <a:lnTo>
                  <a:pt x="6236" y="141"/>
                </a:lnTo>
                <a:lnTo>
                  <a:pt x="6760" y="101"/>
                </a:lnTo>
                <a:lnTo>
                  <a:pt x="7305" y="81"/>
                </a:lnTo>
                <a:close/>
                <a:moveTo>
                  <a:pt x="7305" y="0"/>
                </a:moveTo>
                <a:lnTo>
                  <a:pt x="6760" y="20"/>
                </a:lnTo>
                <a:lnTo>
                  <a:pt x="6215" y="61"/>
                </a:lnTo>
                <a:lnTo>
                  <a:pt x="5671" y="121"/>
                </a:lnTo>
                <a:lnTo>
                  <a:pt x="5126" y="222"/>
                </a:lnTo>
                <a:lnTo>
                  <a:pt x="4601" y="363"/>
                </a:lnTo>
                <a:lnTo>
                  <a:pt x="4339" y="444"/>
                </a:lnTo>
                <a:lnTo>
                  <a:pt x="4076" y="545"/>
                </a:lnTo>
                <a:lnTo>
                  <a:pt x="3834" y="666"/>
                </a:lnTo>
                <a:lnTo>
                  <a:pt x="3572" y="787"/>
                </a:lnTo>
                <a:lnTo>
                  <a:pt x="3350" y="928"/>
                </a:lnTo>
                <a:lnTo>
                  <a:pt x="3128" y="1070"/>
                </a:lnTo>
                <a:lnTo>
                  <a:pt x="2906" y="1231"/>
                </a:lnTo>
                <a:lnTo>
                  <a:pt x="2704" y="1413"/>
                </a:lnTo>
                <a:lnTo>
                  <a:pt x="2523" y="1594"/>
                </a:lnTo>
                <a:lnTo>
                  <a:pt x="2341" y="1776"/>
                </a:lnTo>
                <a:lnTo>
                  <a:pt x="2159" y="1978"/>
                </a:lnTo>
                <a:lnTo>
                  <a:pt x="1998" y="2200"/>
                </a:lnTo>
                <a:lnTo>
                  <a:pt x="1695" y="2624"/>
                </a:lnTo>
                <a:lnTo>
                  <a:pt x="1453" y="3088"/>
                </a:lnTo>
                <a:lnTo>
                  <a:pt x="1211" y="3572"/>
                </a:lnTo>
                <a:lnTo>
                  <a:pt x="1009" y="4056"/>
                </a:lnTo>
                <a:lnTo>
                  <a:pt x="848" y="4561"/>
                </a:lnTo>
                <a:lnTo>
                  <a:pt x="706" y="5086"/>
                </a:lnTo>
                <a:lnTo>
                  <a:pt x="585" y="5590"/>
                </a:lnTo>
                <a:lnTo>
                  <a:pt x="464" y="6115"/>
                </a:lnTo>
                <a:lnTo>
                  <a:pt x="383" y="6619"/>
                </a:lnTo>
                <a:lnTo>
                  <a:pt x="323" y="7124"/>
                </a:lnTo>
                <a:lnTo>
                  <a:pt x="222" y="8092"/>
                </a:lnTo>
                <a:lnTo>
                  <a:pt x="121" y="9505"/>
                </a:lnTo>
                <a:lnTo>
                  <a:pt x="40" y="10897"/>
                </a:lnTo>
                <a:lnTo>
                  <a:pt x="0" y="12250"/>
                </a:lnTo>
                <a:lnTo>
                  <a:pt x="20" y="13602"/>
                </a:lnTo>
                <a:lnTo>
                  <a:pt x="61" y="14913"/>
                </a:lnTo>
                <a:lnTo>
                  <a:pt x="121" y="16205"/>
                </a:lnTo>
                <a:lnTo>
                  <a:pt x="242" y="17476"/>
                </a:lnTo>
                <a:lnTo>
                  <a:pt x="383" y="18727"/>
                </a:lnTo>
                <a:lnTo>
                  <a:pt x="565" y="19938"/>
                </a:lnTo>
                <a:lnTo>
                  <a:pt x="787" y="21149"/>
                </a:lnTo>
                <a:lnTo>
                  <a:pt x="1049" y="22319"/>
                </a:lnTo>
                <a:lnTo>
                  <a:pt x="1352" y="23449"/>
                </a:lnTo>
                <a:lnTo>
                  <a:pt x="1675" y="24559"/>
                </a:lnTo>
                <a:lnTo>
                  <a:pt x="2038" y="25649"/>
                </a:lnTo>
                <a:lnTo>
                  <a:pt x="2442" y="26719"/>
                </a:lnTo>
                <a:lnTo>
                  <a:pt x="2886" y="27748"/>
                </a:lnTo>
                <a:lnTo>
                  <a:pt x="3108" y="28232"/>
                </a:lnTo>
                <a:lnTo>
                  <a:pt x="3249" y="28454"/>
                </a:lnTo>
                <a:lnTo>
                  <a:pt x="3390" y="28676"/>
                </a:lnTo>
                <a:lnTo>
                  <a:pt x="3552" y="28858"/>
                </a:lnTo>
                <a:lnTo>
                  <a:pt x="3733" y="29019"/>
                </a:lnTo>
                <a:lnTo>
                  <a:pt x="3915" y="29160"/>
                </a:lnTo>
                <a:lnTo>
                  <a:pt x="4137" y="29261"/>
                </a:lnTo>
                <a:lnTo>
                  <a:pt x="4419" y="29362"/>
                </a:lnTo>
                <a:lnTo>
                  <a:pt x="4541" y="29382"/>
                </a:lnTo>
                <a:lnTo>
                  <a:pt x="4662" y="29382"/>
                </a:lnTo>
                <a:lnTo>
                  <a:pt x="4803" y="29362"/>
                </a:lnTo>
                <a:lnTo>
                  <a:pt x="4924" y="29342"/>
                </a:lnTo>
                <a:lnTo>
                  <a:pt x="5045" y="29302"/>
                </a:lnTo>
                <a:lnTo>
                  <a:pt x="5146" y="29241"/>
                </a:lnTo>
                <a:lnTo>
                  <a:pt x="5247" y="29140"/>
                </a:lnTo>
                <a:lnTo>
                  <a:pt x="5348" y="29039"/>
                </a:lnTo>
                <a:lnTo>
                  <a:pt x="5428" y="28898"/>
                </a:lnTo>
                <a:lnTo>
                  <a:pt x="5509" y="28757"/>
                </a:lnTo>
                <a:lnTo>
                  <a:pt x="5570" y="28595"/>
                </a:lnTo>
                <a:lnTo>
                  <a:pt x="5610" y="28414"/>
                </a:lnTo>
                <a:lnTo>
                  <a:pt x="5671" y="28051"/>
                </a:lnTo>
                <a:lnTo>
                  <a:pt x="5711" y="27647"/>
                </a:lnTo>
                <a:lnTo>
                  <a:pt x="5731" y="27243"/>
                </a:lnTo>
                <a:lnTo>
                  <a:pt x="5731" y="26497"/>
                </a:lnTo>
                <a:lnTo>
                  <a:pt x="5731" y="26154"/>
                </a:lnTo>
                <a:lnTo>
                  <a:pt x="5731" y="25891"/>
                </a:lnTo>
                <a:lnTo>
                  <a:pt x="5792" y="25326"/>
                </a:lnTo>
                <a:lnTo>
                  <a:pt x="5872" y="24721"/>
                </a:lnTo>
                <a:lnTo>
                  <a:pt x="5994" y="24095"/>
                </a:lnTo>
                <a:lnTo>
                  <a:pt x="6074" y="23772"/>
                </a:lnTo>
                <a:lnTo>
                  <a:pt x="6155" y="23449"/>
                </a:lnTo>
                <a:lnTo>
                  <a:pt x="6276" y="23127"/>
                </a:lnTo>
                <a:lnTo>
                  <a:pt x="6397" y="22804"/>
                </a:lnTo>
                <a:lnTo>
                  <a:pt x="6538" y="22481"/>
                </a:lnTo>
                <a:lnTo>
                  <a:pt x="6700" y="22178"/>
                </a:lnTo>
                <a:lnTo>
                  <a:pt x="6881" y="21855"/>
                </a:lnTo>
                <a:lnTo>
                  <a:pt x="7083" y="21573"/>
                </a:lnTo>
                <a:lnTo>
                  <a:pt x="7305" y="21270"/>
                </a:lnTo>
                <a:lnTo>
                  <a:pt x="7547" y="21008"/>
                </a:lnTo>
                <a:lnTo>
                  <a:pt x="7810" y="20765"/>
                </a:lnTo>
                <a:lnTo>
                  <a:pt x="8092" y="20523"/>
                </a:lnTo>
                <a:lnTo>
                  <a:pt x="8375" y="20322"/>
                </a:lnTo>
                <a:lnTo>
                  <a:pt x="8677" y="20140"/>
                </a:lnTo>
                <a:lnTo>
                  <a:pt x="8980" y="19958"/>
                </a:lnTo>
                <a:lnTo>
                  <a:pt x="9303" y="19797"/>
                </a:lnTo>
                <a:lnTo>
                  <a:pt x="9626" y="19656"/>
                </a:lnTo>
                <a:lnTo>
                  <a:pt x="9969" y="19535"/>
                </a:lnTo>
                <a:lnTo>
                  <a:pt x="10292" y="19413"/>
                </a:lnTo>
                <a:lnTo>
                  <a:pt x="10635" y="19313"/>
                </a:lnTo>
                <a:lnTo>
                  <a:pt x="11341" y="19131"/>
                </a:lnTo>
                <a:lnTo>
                  <a:pt x="12027" y="18990"/>
                </a:lnTo>
                <a:lnTo>
                  <a:pt x="12713" y="18869"/>
                </a:lnTo>
                <a:lnTo>
                  <a:pt x="13864" y="18707"/>
                </a:lnTo>
                <a:lnTo>
                  <a:pt x="15014" y="18566"/>
                </a:lnTo>
                <a:lnTo>
                  <a:pt x="16164" y="18465"/>
                </a:lnTo>
                <a:lnTo>
                  <a:pt x="17315" y="18384"/>
                </a:lnTo>
                <a:lnTo>
                  <a:pt x="18485" y="18324"/>
                </a:lnTo>
                <a:lnTo>
                  <a:pt x="19635" y="18283"/>
                </a:lnTo>
                <a:lnTo>
                  <a:pt x="20806" y="18263"/>
                </a:lnTo>
                <a:lnTo>
                  <a:pt x="21956" y="18283"/>
                </a:lnTo>
                <a:lnTo>
                  <a:pt x="23126" y="18304"/>
                </a:lnTo>
                <a:lnTo>
                  <a:pt x="24277" y="18324"/>
                </a:lnTo>
                <a:lnTo>
                  <a:pt x="26597" y="18425"/>
                </a:lnTo>
                <a:lnTo>
                  <a:pt x="28918" y="18566"/>
                </a:lnTo>
                <a:lnTo>
                  <a:pt x="31198" y="18707"/>
                </a:lnTo>
                <a:lnTo>
                  <a:pt x="33398" y="18869"/>
                </a:lnTo>
                <a:lnTo>
                  <a:pt x="35618" y="18990"/>
                </a:lnTo>
                <a:lnTo>
                  <a:pt x="37838" y="19091"/>
                </a:lnTo>
                <a:lnTo>
                  <a:pt x="38948" y="19131"/>
                </a:lnTo>
                <a:lnTo>
                  <a:pt x="40057" y="19151"/>
                </a:lnTo>
                <a:lnTo>
                  <a:pt x="40481" y="19151"/>
                </a:lnTo>
                <a:lnTo>
                  <a:pt x="40885" y="19131"/>
                </a:lnTo>
                <a:lnTo>
                  <a:pt x="41066" y="19091"/>
                </a:lnTo>
                <a:lnTo>
                  <a:pt x="41248" y="19050"/>
                </a:lnTo>
                <a:lnTo>
                  <a:pt x="41430" y="18990"/>
                </a:lnTo>
                <a:lnTo>
                  <a:pt x="41611" y="18909"/>
                </a:lnTo>
                <a:lnTo>
                  <a:pt x="41813" y="18788"/>
                </a:lnTo>
                <a:lnTo>
                  <a:pt x="41995" y="18626"/>
                </a:lnTo>
                <a:lnTo>
                  <a:pt x="42156" y="18465"/>
                </a:lnTo>
                <a:lnTo>
                  <a:pt x="42297" y="18263"/>
                </a:lnTo>
                <a:lnTo>
                  <a:pt x="42398" y="18061"/>
                </a:lnTo>
                <a:lnTo>
                  <a:pt x="42479" y="17839"/>
                </a:lnTo>
                <a:lnTo>
                  <a:pt x="42560" y="17617"/>
                </a:lnTo>
                <a:lnTo>
                  <a:pt x="42600" y="17375"/>
                </a:lnTo>
                <a:lnTo>
                  <a:pt x="42620" y="17133"/>
                </a:lnTo>
                <a:lnTo>
                  <a:pt x="42640" y="16871"/>
                </a:lnTo>
                <a:lnTo>
                  <a:pt x="42640" y="16608"/>
                </a:lnTo>
                <a:lnTo>
                  <a:pt x="42620" y="16366"/>
                </a:lnTo>
                <a:lnTo>
                  <a:pt x="42580" y="16104"/>
                </a:lnTo>
                <a:lnTo>
                  <a:pt x="42540" y="15862"/>
                </a:lnTo>
                <a:lnTo>
                  <a:pt x="42418" y="15357"/>
                </a:lnTo>
                <a:lnTo>
                  <a:pt x="42257" y="14893"/>
                </a:lnTo>
                <a:lnTo>
                  <a:pt x="42096" y="14429"/>
                </a:lnTo>
                <a:lnTo>
                  <a:pt x="41894" y="13965"/>
                </a:lnTo>
                <a:lnTo>
                  <a:pt x="41672" y="13521"/>
                </a:lnTo>
                <a:lnTo>
                  <a:pt x="41450" y="13057"/>
                </a:lnTo>
                <a:lnTo>
                  <a:pt x="41187" y="12613"/>
                </a:lnTo>
                <a:lnTo>
                  <a:pt x="40925" y="12169"/>
                </a:lnTo>
                <a:lnTo>
                  <a:pt x="40622" y="11745"/>
                </a:lnTo>
                <a:lnTo>
                  <a:pt x="40320" y="11301"/>
                </a:lnTo>
                <a:lnTo>
                  <a:pt x="39977" y="10897"/>
                </a:lnTo>
                <a:lnTo>
                  <a:pt x="39634" y="10474"/>
                </a:lnTo>
                <a:lnTo>
                  <a:pt x="39250" y="10070"/>
                </a:lnTo>
                <a:lnTo>
                  <a:pt x="38867" y="9666"/>
                </a:lnTo>
                <a:lnTo>
                  <a:pt x="38463" y="9283"/>
                </a:lnTo>
                <a:lnTo>
                  <a:pt x="38039" y="8900"/>
                </a:lnTo>
                <a:lnTo>
                  <a:pt x="37595" y="8536"/>
                </a:lnTo>
                <a:lnTo>
                  <a:pt x="36869" y="7971"/>
                </a:lnTo>
                <a:lnTo>
                  <a:pt x="36102" y="7426"/>
                </a:lnTo>
                <a:lnTo>
                  <a:pt x="35275" y="6882"/>
                </a:lnTo>
                <a:lnTo>
                  <a:pt x="34387" y="6377"/>
                </a:lnTo>
                <a:lnTo>
                  <a:pt x="33459" y="5873"/>
                </a:lnTo>
                <a:lnTo>
                  <a:pt x="32450" y="5368"/>
                </a:lnTo>
                <a:lnTo>
                  <a:pt x="31380" y="4884"/>
                </a:lnTo>
                <a:lnTo>
                  <a:pt x="30230" y="4379"/>
                </a:lnTo>
                <a:lnTo>
                  <a:pt x="28918" y="3875"/>
                </a:lnTo>
                <a:lnTo>
                  <a:pt x="27586" y="3370"/>
                </a:lnTo>
                <a:lnTo>
                  <a:pt x="26234" y="2906"/>
                </a:lnTo>
                <a:lnTo>
                  <a:pt x="24862" y="2482"/>
                </a:lnTo>
                <a:lnTo>
                  <a:pt x="23490" y="2099"/>
                </a:lnTo>
                <a:lnTo>
                  <a:pt x="22097" y="1736"/>
                </a:lnTo>
                <a:lnTo>
                  <a:pt x="20705" y="1413"/>
                </a:lnTo>
                <a:lnTo>
                  <a:pt x="19312" y="1110"/>
                </a:lnTo>
                <a:lnTo>
                  <a:pt x="17900" y="848"/>
                </a:lnTo>
                <a:lnTo>
                  <a:pt x="16487" y="626"/>
                </a:lnTo>
                <a:lnTo>
                  <a:pt x="15075" y="424"/>
                </a:lnTo>
                <a:lnTo>
                  <a:pt x="13642" y="283"/>
                </a:lnTo>
                <a:lnTo>
                  <a:pt x="12229" y="141"/>
                </a:lnTo>
                <a:lnTo>
                  <a:pt x="10796" y="61"/>
                </a:lnTo>
                <a:lnTo>
                  <a:pt x="9364" y="0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40" name="Google Shape;1140;p15"/>
          <p:cNvSpPr/>
          <p:nvPr/>
        </p:nvSpPr>
        <p:spPr>
          <a:xfrm>
            <a:off x="4176600" y="4599415"/>
            <a:ext cx="790800" cy="790800"/>
          </a:xfrm>
          <a:prstGeom prst="ellipse">
            <a:avLst/>
          </a:prstGeom>
          <a:solidFill>
            <a:schemeClr val="dk2"/>
          </a:solidFill>
          <a:ln cap="flat" cmpd="sng" w="11430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41" name="Google Shape;1141;p15"/>
          <p:cNvSpPr/>
          <p:nvPr/>
        </p:nvSpPr>
        <p:spPr>
          <a:xfrm flipH="1">
            <a:off x="7289139" y="69712"/>
            <a:ext cx="2123367" cy="1193681"/>
          </a:xfrm>
          <a:custGeom>
            <a:rect b="b" l="l" r="r" t="t"/>
            <a:pathLst>
              <a:path extrusionOk="0" h="21351" w="37980">
                <a:moveTo>
                  <a:pt x="10776" y="81"/>
                </a:moveTo>
                <a:lnTo>
                  <a:pt x="11341" y="101"/>
                </a:lnTo>
                <a:lnTo>
                  <a:pt x="11927" y="121"/>
                </a:lnTo>
                <a:lnTo>
                  <a:pt x="12532" y="182"/>
                </a:lnTo>
                <a:lnTo>
                  <a:pt x="13178" y="222"/>
                </a:lnTo>
                <a:lnTo>
                  <a:pt x="13824" y="303"/>
                </a:lnTo>
                <a:lnTo>
                  <a:pt x="14510" y="404"/>
                </a:lnTo>
                <a:lnTo>
                  <a:pt x="15216" y="505"/>
                </a:lnTo>
                <a:lnTo>
                  <a:pt x="15943" y="626"/>
                </a:lnTo>
                <a:lnTo>
                  <a:pt x="16709" y="767"/>
                </a:lnTo>
                <a:lnTo>
                  <a:pt x="17496" y="949"/>
                </a:lnTo>
                <a:lnTo>
                  <a:pt x="18324" y="1130"/>
                </a:lnTo>
                <a:lnTo>
                  <a:pt x="19171" y="1332"/>
                </a:lnTo>
                <a:lnTo>
                  <a:pt x="20039" y="1554"/>
                </a:lnTo>
                <a:lnTo>
                  <a:pt x="20947" y="1796"/>
                </a:lnTo>
                <a:lnTo>
                  <a:pt x="21875" y="2059"/>
                </a:lnTo>
                <a:lnTo>
                  <a:pt x="23571" y="2583"/>
                </a:lnTo>
                <a:lnTo>
                  <a:pt x="24418" y="2866"/>
                </a:lnTo>
                <a:lnTo>
                  <a:pt x="25286" y="3148"/>
                </a:lnTo>
                <a:lnTo>
                  <a:pt x="26154" y="3471"/>
                </a:lnTo>
                <a:lnTo>
                  <a:pt x="27021" y="3794"/>
                </a:lnTo>
                <a:lnTo>
                  <a:pt x="27889" y="4157"/>
                </a:lnTo>
                <a:lnTo>
                  <a:pt x="28757" y="4541"/>
                </a:lnTo>
                <a:lnTo>
                  <a:pt x="29625" y="4944"/>
                </a:lnTo>
                <a:lnTo>
                  <a:pt x="30472" y="5368"/>
                </a:lnTo>
                <a:lnTo>
                  <a:pt x="31300" y="5832"/>
                </a:lnTo>
                <a:lnTo>
                  <a:pt x="32127" y="6317"/>
                </a:lnTo>
                <a:lnTo>
                  <a:pt x="32954" y="6841"/>
                </a:lnTo>
                <a:lnTo>
                  <a:pt x="33741" y="7406"/>
                </a:lnTo>
                <a:lnTo>
                  <a:pt x="34508" y="7992"/>
                </a:lnTo>
                <a:lnTo>
                  <a:pt x="35255" y="8637"/>
                </a:lnTo>
                <a:lnTo>
                  <a:pt x="35638" y="8980"/>
                </a:lnTo>
                <a:lnTo>
                  <a:pt x="36001" y="9344"/>
                </a:lnTo>
                <a:lnTo>
                  <a:pt x="36345" y="9687"/>
                </a:lnTo>
                <a:lnTo>
                  <a:pt x="36627" y="10030"/>
                </a:lnTo>
                <a:lnTo>
                  <a:pt x="36910" y="10373"/>
                </a:lnTo>
                <a:lnTo>
                  <a:pt x="37132" y="10696"/>
                </a:lnTo>
                <a:lnTo>
                  <a:pt x="37354" y="11039"/>
                </a:lnTo>
                <a:lnTo>
                  <a:pt x="37535" y="11382"/>
                </a:lnTo>
                <a:lnTo>
                  <a:pt x="37656" y="11624"/>
                </a:lnTo>
                <a:lnTo>
                  <a:pt x="37737" y="11846"/>
                </a:lnTo>
                <a:lnTo>
                  <a:pt x="37818" y="12068"/>
                </a:lnTo>
                <a:lnTo>
                  <a:pt x="37858" y="12290"/>
                </a:lnTo>
                <a:lnTo>
                  <a:pt x="37898" y="12492"/>
                </a:lnTo>
                <a:lnTo>
                  <a:pt x="37898" y="12694"/>
                </a:lnTo>
                <a:lnTo>
                  <a:pt x="37878" y="12875"/>
                </a:lnTo>
                <a:lnTo>
                  <a:pt x="37838" y="13057"/>
                </a:lnTo>
                <a:lnTo>
                  <a:pt x="37757" y="13259"/>
                </a:lnTo>
                <a:lnTo>
                  <a:pt x="37636" y="13460"/>
                </a:lnTo>
                <a:lnTo>
                  <a:pt x="37495" y="13662"/>
                </a:lnTo>
                <a:lnTo>
                  <a:pt x="37313" y="13824"/>
                </a:lnTo>
                <a:lnTo>
                  <a:pt x="37111" y="13985"/>
                </a:lnTo>
                <a:lnTo>
                  <a:pt x="36869" y="14106"/>
                </a:lnTo>
                <a:lnTo>
                  <a:pt x="36627" y="14207"/>
                </a:lnTo>
                <a:lnTo>
                  <a:pt x="36365" y="14288"/>
                </a:lnTo>
                <a:lnTo>
                  <a:pt x="36102" y="14328"/>
                </a:lnTo>
                <a:lnTo>
                  <a:pt x="35860" y="14368"/>
                </a:lnTo>
                <a:lnTo>
                  <a:pt x="35336" y="14368"/>
                </a:lnTo>
                <a:lnTo>
                  <a:pt x="34831" y="14328"/>
                </a:lnTo>
                <a:lnTo>
                  <a:pt x="34327" y="14268"/>
                </a:lnTo>
                <a:lnTo>
                  <a:pt x="34306" y="14268"/>
                </a:lnTo>
                <a:lnTo>
                  <a:pt x="32934" y="14106"/>
                </a:lnTo>
                <a:lnTo>
                  <a:pt x="31501" y="13945"/>
                </a:lnTo>
                <a:lnTo>
                  <a:pt x="30028" y="13803"/>
                </a:lnTo>
                <a:lnTo>
                  <a:pt x="28535" y="13682"/>
                </a:lnTo>
                <a:lnTo>
                  <a:pt x="26981" y="13561"/>
                </a:lnTo>
                <a:lnTo>
                  <a:pt x="25387" y="13481"/>
                </a:lnTo>
                <a:lnTo>
                  <a:pt x="23772" y="13420"/>
                </a:lnTo>
                <a:lnTo>
                  <a:pt x="22138" y="13400"/>
                </a:lnTo>
                <a:lnTo>
                  <a:pt x="20483" y="13420"/>
                </a:lnTo>
                <a:lnTo>
                  <a:pt x="18788" y="13460"/>
                </a:lnTo>
                <a:lnTo>
                  <a:pt x="17093" y="13561"/>
                </a:lnTo>
                <a:lnTo>
                  <a:pt x="16245" y="13622"/>
                </a:lnTo>
                <a:lnTo>
                  <a:pt x="15398" y="13703"/>
                </a:lnTo>
                <a:lnTo>
                  <a:pt x="14530" y="13803"/>
                </a:lnTo>
                <a:lnTo>
                  <a:pt x="13682" y="13904"/>
                </a:lnTo>
                <a:lnTo>
                  <a:pt x="12815" y="14025"/>
                </a:lnTo>
                <a:lnTo>
                  <a:pt x="11967" y="14146"/>
                </a:lnTo>
                <a:lnTo>
                  <a:pt x="11099" y="14308"/>
                </a:lnTo>
                <a:lnTo>
                  <a:pt x="10252" y="14469"/>
                </a:lnTo>
                <a:lnTo>
                  <a:pt x="9384" y="14651"/>
                </a:lnTo>
                <a:lnTo>
                  <a:pt x="8536" y="14833"/>
                </a:lnTo>
                <a:lnTo>
                  <a:pt x="7992" y="14974"/>
                </a:lnTo>
                <a:lnTo>
                  <a:pt x="7467" y="15115"/>
                </a:lnTo>
                <a:lnTo>
                  <a:pt x="6922" y="15277"/>
                </a:lnTo>
                <a:lnTo>
                  <a:pt x="6397" y="15458"/>
                </a:lnTo>
                <a:lnTo>
                  <a:pt x="5873" y="15660"/>
                </a:lnTo>
                <a:lnTo>
                  <a:pt x="5368" y="15902"/>
                </a:lnTo>
                <a:lnTo>
                  <a:pt x="4864" y="16164"/>
                </a:lnTo>
                <a:lnTo>
                  <a:pt x="4379" y="16467"/>
                </a:lnTo>
                <a:lnTo>
                  <a:pt x="4137" y="16649"/>
                </a:lnTo>
                <a:lnTo>
                  <a:pt x="3875" y="16851"/>
                </a:lnTo>
                <a:lnTo>
                  <a:pt x="3613" y="17073"/>
                </a:lnTo>
                <a:lnTo>
                  <a:pt x="3350" y="17335"/>
                </a:lnTo>
                <a:lnTo>
                  <a:pt x="3108" y="17617"/>
                </a:lnTo>
                <a:lnTo>
                  <a:pt x="2866" y="17940"/>
                </a:lnTo>
                <a:lnTo>
                  <a:pt x="2644" y="18283"/>
                </a:lnTo>
                <a:lnTo>
                  <a:pt x="2462" y="18667"/>
                </a:lnTo>
                <a:lnTo>
                  <a:pt x="2382" y="18889"/>
                </a:lnTo>
                <a:lnTo>
                  <a:pt x="2341" y="19131"/>
                </a:lnTo>
                <a:lnTo>
                  <a:pt x="2260" y="19635"/>
                </a:lnTo>
                <a:lnTo>
                  <a:pt x="2220" y="19918"/>
                </a:lnTo>
                <a:lnTo>
                  <a:pt x="2180" y="20201"/>
                </a:lnTo>
                <a:lnTo>
                  <a:pt x="2099" y="20463"/>
                </a:lnTo>
                <a:lnTo>
                  <a:pt x="2059" y="20584"/>
                </a:lnTo>
                <a:lnTo>
                  <a:pt x="1998" y="20705"/>
                </a:lnTo>
                <a:lnTo>
                  <a:pt x="1897" y="20846"/>
                </a:lnTo>
                <a:lnTo>
                  <a:pt x="1816" y="20988"/>
                </a:lnTo>
                <a:lnTo>
                  <a:pt x="1716" y="21088"/>
                </a:lnTo>
                <a:lnTo>
                  <a:pt x="1615" y="21169"/>
                </a:lnTo>
                <a:lnTo>
                  <a:pt x="1514" y="21210"/>
                </a:lnTo>
                <a:lnTo>
                  <a:pt x="1413" y="21250"/>
                </a:lnTo>
                <a:lnTo>
                  <a:pt x="1312" y="21270"/>
                </a:lnTo>
                <a:lnTo>
                  <a:pt x="1211" y="21250"/>
                </a:lnTo>
                <a:lnTo>
                  <a:pt x="1110" y="21210"/>
                </a:lnTo>
                <a:lnTo>
                  <a:pt x="1009" y="21149"/>
                </a:lnTo>
                <a:lnTo>
                  <a:pt x="908" y="21068"/>
                </a:lnTo>
                <a:lnTo>
                  <a:pt x="807" y="20967"/>
                </a:lnTo>
                <a:lnTo>
                  <a:pt x="707" y="20846"/>
                </a:lnTo>
                <a:lnTo>
                  <a:pt x="626" y="20725"/>
                </a:lnTo>
                <a:lnTo>
                  <a:pt x="464" y="20422"/>
                </a:lnTo>
                <a:lnTo>
                  <a:pt x="323" y="20100"/>
                </a:lnTo>
                <a:lnTo>
                  <a:pt x="222" y="19777"/>
                </a:lnTo>
                <a:lnTo>
                  <a:pt x="162" y="19454"/>
                </a:lnTo>
                <a:lnTo>
                  <a:pt x="121" y="19151"/>
                </a:lnTo>
                <a:lnTo>
                  <a:pt x="101" y="18223"/>
                </a:lnTo>
                <a:lnTo>
                  <a:pt x="81" y="17274"/>
                </a:lnTo>
                <a:lnTo>
                  <a:pt x="81" y="16326"/>
                </a:lnTo>
                <a:lnTo>
                  <a:pt x="101" y="15377"/>
                </a:lnTo>
                <a:lnTo>
                  <a:pt x="142" y="14449"/>
                </a:lnTo>
                <a:lnTo>
                  <a:pt x="182" y="13501"/>
                </a:lnTo>
                <a:lnTo>
                  <a:pt x="263" y="12572"/>
                </a:lnTo>
                <a:lnTo>
                  <a:pt x="343" y="11624"/>
                </a:lnTo>
                <a:lnTo>
                  <a:pt x="444" y="10696"/>
                </a:lnTo>
                <a:lnTo>
                  <a:pt x="545" y="9747"/>
                </a:lnTo>
                <a:lnTo>
                  <a:pt x="686" y="8819"/>
                </a:lnTo>
                <a:lnTo>
                  <a:pt x="828" y="7891"/>
                </a:lnTo>
                <a:lnTo>
                  <a:pt x="989" y="6962"/>
                </a:lnTo>
                <a:lnTo>
                  <a:pt x="1171" y="6034"/>
                </a:lnTo>
                <a:lnTo>
                  <a:pt x="1373" y="5126"/>
                </a:lnTo>
                <a:lnTo>
                  <a:pt x="1574" y="4198"/>
                </a:lnTo>
                <a:lnTo>
                  <a:pt x="1736" y="3572"/>
                </a:lnTo>
                <a:lnTo>
                  <a:pt x="1837" y="3269"/>
                </a:lnTo>
                <a:lnTo>
                  <a:pt x="1958" y="2967"/>
                </a:lnTo>
                <a:lnTo>
                  <a:pt x="2079" y="2664"/>
                </a:lnTo>
                <a:lnTo>
                  <a:pt x="2220" y="2402"/>
                </a:lnTo>
                <a:lnTo>
                  <a:pt x="2402" y="2139"/>
                </a:lnTo>
                <a:lnTo>
                  <a:pt x="2604" y="1897"/>
                </a:lnTo>
                <a:lnTo>
                  <a:pt x="2825" y="1695"/>
                </a:lnTo>
                <a:lnTo>
                  <a:pt x="3068" y="1514"/>
                </a:lnTo>
                <a:lnTo>
                  <a:pt x="3330" y="1352"/>
                </a:lnTo>
                <a:lnTo>
                  <a:pt x="3592" y="1211"/>
                </a:lnTo>
                <a:lnTo>
                  <a:pt x="3875" y="1090"/>
                </a:lnTo>
                <a:lnTo>
                  <a:pt x="4157" y="989"/>
                </a:lnTo>
                <a:lnTo>
                  <a:pt x="4702" y="807"/>
                </a:lnTo>
                <a:lnTo>
                  <a:pt x="5247" y="666"/>
                </a:lnTo>
                <a:lnTo>
                  <a:pt x="5832" y="525"/>
                </a:lnTo>
                <a:lnTo>
                  <a:pt x="6458" y="404"/>
                </a:lnTo>
                <a:lnTo>
                  <a:pt x="7104" y="303"/>
                </a:lnTo>
                <a:lnTo>
                  <a:pt x="7810" y="202"/>
                </a:lnTo>
                <a:lnTo>
                  <a:pt x="8577" y="142"/>
                </a:lnTo>
                <a:lnTo>
                  <a:pt x="9384" y="81"/>
                </a:lnTo>
                <a:close/>
                <a:moveTo>
                  <a:pt x="9848" y="0"/>
                </a:moveTo>
                <a:lnTo>
                  <a:pt x="9303" y="20"/>
                </a:lnTo>
                <a:lnTo>
                  <a:pt x="8758" y="41"/>
                </a:lnTo>
                <a:lnTo>
                  <a:pt x="8234" y="81"/>
                </a:lnTo>
                <a:lnTo>
                  <a:pt x="7709" y="142"/>
                </a:lnTo>
                <a:lnTo>
                  <a:pt x="7184" y="202"/>
                </a:lnTo>
                <a:lnTo>
                  <a:pt x="6680" y="283"/>
                </a:lnTo>
                <a:lnTo>
                  <a:pt x="6175" y="384"/>
                </a:lnTo>
                <a:lnTo>
                  <a:pt x="5671" y="485"/>
                </a:lnTo>
                <a:lnTo>
                  <a:pt x="5166" y="606"/>
                </a:lnTo>
                <a:lnTo>
                  <a:pt x="4682" y="727"/>
                </a:lnTo>
                <a:lnTo>
                  <a:pt x="4117" y="908"/>
                </a:lnTo>
                <a:lnTo>
                  <a:pt x="3834" y="1009"/>
                </a:lnTo>
                <a:lnTo>
                  <a:pt x="3552" y="1130"/>
                </a:lnTo>
                <a:lnTo>
                  <a:pt x="3269" y="1272"/>
                </a:lnTo>
                <a:lnTo>
                  <a:pt x="3007" y="1433"/>
                </a:lnTo>
                <a:lnTo>
                  <a:pt x="2765" y="1635"/>
                </a:lnTo>
                <a:lnTo>
                  <a:pt x="2543" y="1837"/>
                </a:lnTo>
                <a:lnTo>
                  <a:pt x="2341" y="2079"/>
                </a:lnTo>
                <a:lnTo>
                  <a:pt x="2160" y="2341"/>
                </a:lnTo>
                <a:lnTo>
                  <a:pt x="1998" y="2624"/>
                </a:lnTo>
                <a:lnTo>
                  <a:pt x="1877" y="2926"/>
                </a:lnTo>
                <a:lnTo>
                  <a:pt x="1776" y="3229"/>
                </a:lnTo>
                <a:lnTo>
                  <a:pt x="1675" y="3552"/>
                </a:lnTo>
                <a:lnTo>
                  <a:pt x="1514" y="4178"/>
                </a:lnTo>
                <a:lnTo>
                  <a:pt x="1292" y="5106"/>
                </a:lnTo>
                <a:lnTo>
                  <a:pt x="1090" y="6014"/>
                </a:lnTo>
                <a:lnTo>
                  <a:pt x="908" y="6942"/>
                </a:lnTo>
                <a:lnTo>
                  <a:pt x="747" y="7870"/>
                </a:lnTo>
                <a:lnTo>
                  <a:pt x="606" y="8819"/>
                </a:lnTo>
                <a:lnTo>
                  <a:pt x="485" y="9747"/>
                </a:lnTo>
                <a:lnTo>
                  <a:pt x="364" y="10676"/>
                </a:lnTo>
                <a:lnTo>
                  <a:pt x="263" y="11624"/>
                </a:lnTo>
                <a:lnTo>
                  <a:pt x="182" y="12552"/>
                </a:lnTo>
                <a:lnTo>
                  <a:pt x="101" y="13501"/>
                </a:lnTo>
                <a:lnTo>
                  <a:pt x="61" y="14449"/>
                </a:lnTo>
                <a:lnTo>
                  <a:pt x="20" y="15377"/>
                </a:lnTo>
                <a:lnTo>
                  <a:pt x="0" y="16326"/>
                </a:lnTo>
                <a:lnTo>
                  <a:pt x="0" y="17274"/>
                </a:lnTo>
                <a:lnTo>
                  <a:pt x="20" y="18223"/>
                </a:lnTo>
                <a:lnTo>
                  <a:pt x="41" y="19171"/>
                </a:lnTo>
                <a:lnTo>
                  <a:pt x="81" y="19474"/>
                </a:lnTo>
                <a:lnTo>
                  <a:pt x="162" y="19797"/>
                </a:lnTo>
                <a:lnTo>
                  <a:pt x="263" y="20140"/>
                </a:lnTo>
                <a:lnTo>
                  <a:pt x="404" y="20483"/>
                </a:lnTo>
                <a:lnTo>
                  <a:pt x="565" y="20766"/>
                </a:lnTo>
                <a:lnTo>
                  <a:pt x="666" y="20907"/>
                </a:lnTo>
                <a:lnTo>
                  <a:pt x="767" y="21028"/>
                </a:lnTo>
                <a:lnTo>
                  <a:pt x="868" y="21129"/>
                </a:lnTo>
                <a:lnTo>
                  <a:pt x="969" y="21210"/>
                </a:lnTo>
                <a:lnTo>
                  <a:pt x="1070" y="21290"/>
                </a:lnTo>
                <a:lnTo>
                  <a:pt x="1191" y="21331"/>
                </a:lnTo>
                <a:lnTo>
                  <a:pt x="1332" y="21351"/>
                </a:lnTo>
                <a:lnTo>
                  <a:pt x="1433" y="21331"/>
                </a:lnTo>
                <a:lnTo>
                  <a:pt x="1514" y="21310"/>
                </a:lnTo>
                <a:lnTo>
                  <a:pt x="1615" y="21250"/>
                </a:lnTo>
                <a:lnTo>
                  <a:pt x="1716" y="21189"/>
                </a:lnTo>
                <a:lnTo>
                  <a:pt x="1796" y="21109"/>
                </a:lnTo>
                <a:lnTo>
                  <a:pt x="1897" y="21008"/>
                </a:lnTo>
                <a:lnTo>
                  <a:pt x="2059" y="20745"/>
                </a:lnTo>
                <a:lnTo>
                  <a:pt x="2119" y="20624"/>
                </a:lnTo>
                <a:lnTo>
                  <a:pt x="2180" y="20503"/>
                </a:lnTo>
                <a:lnTo>
                  <a:pt x="2260" y="20221"/>
                </a:lnTo>
                <a:lnTo>
                  <a:pt x="2301" y="19938"/>
                </a:lnTo>
                <a:lnTo>
                  <a:pt x="2341" y="19635"/>
                </a:lnTo>
                <a:lnTo>
                  <a:pt x="2422" y="19151"/>
                </a:lnTo>
                <a:lnTo>
                  <a:pt x="2462" y="18909"/>
                </a:lnTo>
                <a:lnTo>
                  <a:pt x="2543" y="18687"/>
                </a:lnTo>
                <a:lnTo>
                  <a:pt x="2725" y="18324"/>
                </a:lnTo>
                <a:lnTo>
                  <a:pt x="2926" y="17981"/>
                </a:lnTo>
                <a:lnTo>
                  <a:pt x="3169" y="17678"/>
                </a:lnTo>
                <a:lnTo>
                  <a:pt x="3411" y="17395"/>
                </a:lnTo>
                <a:lnTo>
                  <a:pt x="3673" y="17133"/>
                </a:lnTo>
                <a:lnTo>
                  <a:pt x="3935" y="16911"/>
                </a:lnTo>
                <a:lnTo>
                  <a:pt x="4198" y="16709"/>
                </a:lnTo>
                <a:lnTo>
                  <a:pt x="4440" y="16528"/>
                </a:lnTo>
                <a:lnTo>
                  <a:pt x="4904" y="16245"/>
                </a:lnTo>
                <a:lnTo>
                  <a:pt x="5388" y="15983"/>
                </a:lnTo>
                <a:lnTo>
                  <a:pt x="5913" y="15741"/>
                </a:lnTo>
                <a:lnTo>
                  <a:pt x="6418" y="15539"/>
                </a:lnTo>
                <a:lnTo>
                  <a:pt x="6962" y="15357"/>
                </a:lnTo>
                <a:lnTo>
                  <a:pt x="7487" y="15196"/>
                </a:lnTo>
                <a:lnTo>
                  <a:pt x="8032" y="15055"/>
                </a:lnTo>
                <a:lnTo>
                  <a:pt x="8557" y="14913"/>
                </a:lnTo>
                <a:lnTo>
                  <a:pt x="9404" y="14732"/>
                </a:lnTo>
                <a:lnTo>
                  <a:pt x="10272" y="14550"/>
                </a:lnTo>
                <a:lnTo>
                  <a:pt x="11119" y="14389"/>
                </a:lnTo>
                <a:lnTo>
                  <a:pt x="11987" y="14227"/>
                </a:lnTo>
                <a:lnTo>
                  <a:pt x="12835" y="14106"/>
                </a:lnTo>
                <a:lnTo>
                  <a:pt x="13703" y="13985"/>
                </a:lnTo>
                <a:lnTo>
                  <a:pt x="14550" y="13884"/>
                </a:lnTo>
                <a:lnTo>
                  <a:pt x="15398" y="13783"/>
                </a:lnTo>
                <a:lnTo>
                  <a:pt x="16265" y="13703"/>
                </a:lnTo>
                <a:lnTo>
                  <a:pt x="17113" y="13642"/>
                </a:lnTo>
                <a:lnTo>
                  <a:pt x="18808" y="13541"/>
                </a:lnTo>
                <a:lnTo>
                  <a:pt x="20483" y="13501"/>
                </a:lnTo>
                <a:lnTo>
                  <a:pt x="22138" y="13481"/>
                </a:lnTo>
                <a:lnTo>
                  <a:pt x="23772" y="13501"/>
                </a:lnTo>
                <a:lnTo>
                  <a:pt x="25387" y="13561"/>
                </a:lnTo>
                <a:lnTo>
                  <a:pt x="26981" y="13642"/>
                </a:lnTo>
                <a:lnTo>
                  <a:pt x="28515" y="13763"/>
                </a:lnTo>
                <a:lnTo>
                  <a:pt x="30028" y="13884"/>
                </a:lnTo>
                <a:lnTo>
                  <a:pt x="31501" y="14025"/>
                </a:lnTo>
                <a:lnTo>
                  <a:pt x="32934" y="14187"/>
                </a:lnTo>
                <a:lnTo>
                  <a:pt x="34306" y="14348"/>
                </a:lnTo>
                <a:lnTo>
                  <a:pt x="34831" y="14409"/>
                </a:lnTo>
                <a:lnTo>
                  <a:pt x="35356" y="14449"/>
                </a:lnTo>
                <a:lnTo>
                  <a:pt x="35860" y="14449"/>
                </a:lnTo>
                <a:lnTo>
                  <a:pt x="36123" y="14409"/>
                </a:lnTo>
                <a:lnTo>
                  <a:pt x="36385" y="14368"/>
                </a:lnTo>
                <a:lnTo>
                  <a:pt x="36647" y="14288"/>
                </a:lnTo>
                <a:lnTo>
                  <a:pt x="36910" y="14187"/>
                </a:lnTo>
                <a:lnTo>
                  <a:pt x="37152" y="14046"/>
                </a:lnTo>
                <a:lnTo>
                  <a:pt x="37374" y="13884"/>
                </a:lnTo>
                <a:lnTo>
                  <a:pt x="37555" y="13703"/>
                </a:lnTo>
                <a:lnTo>
                  <a:pt x="37717" y="13501"/>
                </a:lnTo>
                <a:lnTo>
                  <a:pt x="37838" y="13299"/>
                </a:lnTo>
                <a:lnTo>
                  <a:pt x="37919" y="13077"/>
                </a:lnTo>
                <a:lnTo>
                  <a:pt x="37959" y="12895"/>
                </a:lnTo>
                <a:lnTo>
                  <a:pt x="37979" y="12694"/>
                </a:lnTo>
                <a:lnTo>
                  <a:pt x="37979" y="12492"/>
                </a:lnTo>
                <a:lnTo>
                  <a:pt x="37939" y="12290"/>
                </a:lnTo>
                <a:lnTo>
                  <a:pt x="37898" y="12068"/>
                </a:lnTo>
                <a:lnTo>
                  <a:pt x="37818" y="11826"/>
                </a:lnTo>
                <a:lnTo>
                  <a:pt x="37737" y="11604"/>
                </a:lnTo>
                <a:lnTo>
                  <a:pt x="37616" y="11341"/>
                </a:lnTo>
                <a:lnTo>
                  <a:pt x="37414" y="10998"/>
                </a:lnTo>
                <a:lnTo>
                  <a:pt x="37212" y="10655"/>
                </a:lnTo>
                <a:lnTo>
                  <a:pt x="36970" y="10312"/>
                </a:lnTo>
                <a:lnTo>
                  <a:pt x="36708" y="9969"/>
                </a:lnTo>
                <a:lnTo>
                  <a:pt x="36405" y="9626"/>
                </a:lnTo>
                <a:lnTo>
                  <a:pt x="36062" y="9283"/>
                </a:lnTo>
                <a:lnTo>
                  <a:pt x="35699" y="8920"/>
                </a:lnTo>
                <a:lnTo>
                  <a:pt x="35315" y="8577"/>
                </a:lnTo>
                <a:lnTo>
                  <a:pt x="34569" y="7931"/>
                </a:lnTo>
                <a:lnTo>
                  <a:pt x="33782" y="7346"/>
                </a:lnTo>
                <a:lnTo>
                  <a:pt x="32995" y="6781"/>
                </a:lnTo>
                <a:lnTo>
                  <a:pt x="32187" y="6256"/>
                </a:lnTo>
                <a:lnTo>
                  <a:pt x="31360" y="5772"/>
                </a:lnTo>
                <a:lnTo>
                  <a:pt x="30512" y="5308"/>
                </a:lnTo>
                <a:lnTo>
                  <a:pt x="29665" y="4864"/>
                </a:lnTo>
                <a:lnTo>
                  <a:pt x="28797" y="4460"/>
                </a:lnTo>
                <a:lnTo>
                  <a:pt x="27929" y="4077"/>
                </a:lnTo>
                <a:lnTo>
                  <a:pt x="27062" y="3734"/>
                </a:lnTo>
                <a:lnTo>
                  <a:pt x="26194" y="3390"/>
                </a:lnTo>
                <a:lnTo>
                  <a:pt x="25306" y="3088"/>
                </a:lnTo>
                <a:lnTo>
                  <a:pt x="24458" y="2785"/>
                </a:lnTo>
                <a:lnTo>
                  <a:pt x="23591" y="2503"/>
                </a:lnTo>
                <a:lnTo>
                  <a:pt x="21896" y="1998"/>
                </a:lnTo>
                <a:lnTo>
                  <a:pt x="20685" y="1635"/>
                </a:lnTo>
                <a:lnTo>
                  <a:pt x="19494" y="1332"/>
                </a:lnTo>
                <a:lnTo>
                  <a:pt x="18364" y="1050"/>
                </a:lnTo>
                <a:lnTo>
                  <a:pt x="17295" y="807"/>
                </a:lnTo>
                <a:lnTo>
                  <a:pt x="16245" y="585"/>
                </a:lnTo>
                <a:lnTo>
                  <a:pt x="15236" y="404"/>
                </a:lnTo>
                <a:lnTo>
                  <a:pt x="14268" y="263"/>
                </a:lnTo>
                <a:lnTo>
                  <a:pt x="13299" y="162"/>
                </a:lnTo>
                <a:lnTo>
                  <a:pt x="12128" y="61"/>
                </a:lnTo>
                <a:lnTo>
                  <a:pt x="10978" y="0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42" name="Google Shape;1142;p15"/>
          <p:cNvSpPr/>
          <p:nvPr/>
        </p:nvSpPr>
        <p:spPr>
          <a:xfrm flipH="1">
            <a:off x="7414374" y="130594"/>
            <a:ext cx="1884195" cy="733450"/>
          </a:xfrm>
          <a:custGeom>
            <a:rect b="b" l="l" r="r" t="t"/>
            <a:pathLst>
              <a:path extrusionOk="0" h="13119" w="33702">
                <a:moveTo>
                  <a:pt x="8436" y="82"/>
                </a:moveTo>
                <a:lnTo>
                  <a:pt x="9041" y="102"/>
                </a:lnTo>
                <a:lnTo>
                  <a:pt x="9667" y="142"/>
                </a:lnTo>
                <a:lnTo>
                  <a:pt x="10312" y="183"/>
                </a:lnTo>
                <a:lnTo>
                  <a:pt x="10978" y="263"/>
                </a:lnTo>
                <a:lnTo>
                  <a:pt x="12532" y="465"/>
                </a:lnTo>
                <a:lnTo>
                  <a:pt x="14005" y="707"/>
                </a:lnTo>
                <a:lnTo>
                  <a:pt x="15398" y="949"/>
                </a:lnTo>
                <a:lnTo>
                  <a:pt x="16689" y="1192"/>
                </a:lnTo>
                <a:lnTo>
                  <a:pt x="17900" y="1454"/>
                </a:lnTo>
                <a:lnTo>
                  <a:pt x="19030" y="1716"/>
                </a:lnTo>
                <a:lnTo>
                  <a:pt x="20080" y="1979"/>
                </a:lnTo>
                <a:lnTo>
                  <a:pt x="21048" y="2241"/>
                </a:lnTo>
                <a:lnTo>
                  <a:pt x="21956" y="2523"/>
                </a:lnTo>
                <a:lnTo>
                  <a:pt x="22804" y="2786"/>
                </a:lnTo>
                <a:lnTo>
                  <a:pt x="23571" y="3068"/>
                </a:lnTo>
                <a:lnTo>
                  <a:pt x="24277" y="3331"/>
                </a:lnTo>
                <a:lnTo>
                  <a:pt x="24943" y="3593"/>
                </a:lnTo>
                <a:lnTo>
                  <a:pt x="25548" y="3835"/>
                </a:lnTo>
                <a:lnTo>
                  <a:pt x="26598" y="4320"/>
                </a:lnTo>
                <a:lnTo>
                  <a:pt x="27607" y="4824"/>
                </a:lnTo>
                <a:lnTo>
                  <a:pt x="28071" y="5066"/>
                </a:lnTo>
                <a:lnTo>
                  <a:pt x="28535" y="5329"/>
                </a:lnTo>
                <a:lnTo>
                  <a:pt x="28999" y="5611"/>
                </a:lnTo>
                <a:lnTo>
                  <a:pt x="29423" y="5894"/>
                </a:lnTo>
                <a:lnTo>
                  <a:pt x="29847" y="6176"/>
                </a:lnTo>
                <a:lnTo>
                  <a:pt x="30271" y="6459"/>
                </a:lnTo>
                <a:lnTo>
                  <a:pt x="30654" y="6761"/>
                </a:lnTo>
                <a:lnTo>
                  <a:pt x="31058" y="7064"/>
                </a:lnTo>
                <a:lnTo>
                  <a:pt x="31421" y="7367"/>
                </a:lnTo>
                <a:lnTo>
                  <a:pt x="31784" y="7690"/>
                </a:lnTo>
                <a:lnTo>
                  <a:pt x="32127" y="8012"/>
                </a:lnTo>
                <a:lnTo>
                  <a:pt x="32450" y="8335"/>
                </a:lnTo>
                <a:lnTo>
                  <a:pt x="32773" y="8678"/>
                </a:lnTo>
                <a:lnTo>
                  <a:pt x="33076" y="9021"/>
                </a:lnTo>
                <a:lnTo>
                  <a:pt x="33237" y="9223"/>
                </a:lnTo>
                <a:lnTo>
                  <a:pt x="33378" y="9425"/>
                </a:lnTo>
                <a:lnTo>
                  <a:pt x="33520" y="9667"/>
                </a:lnTo>
                <a:lnTo>
                  <a:pt x="33560" y="9788"/>
                </a:lnTo>
                <a:lnTo>
                  <a:pt x="33600" y="9909"/>
                </a:lnTo>
                <a:lnTo>
                  <a:pt x="33620" y="10030"/>
                </a:lnTo>
                <a:lnTo>
                  <a:pt x="33620" y="10172"/>
                </a:lnTo>
                <a:lnTo>
                  <a:pt x="33600" y="10293"/>
                </a:lnTo>
                <a:lnTo>
                  <a:pt x="33580" y="10414"/>
                </a:lnTo>
                <a:lnTo>
                  <a:pt x="33520" y="10535"/>
                </a:lnTo>
                <a:lnTo>
                  <a:pt x="33459" y="10636"/>
                </a:lnTo>
                <a:lnTo>
                  <a:pt x="33378" y="10737"/>
                </a:lnTo>
                <a:lnTo>
                  <a:pt x="33257" y="10797"/>
                </a:lnTo>
                <a:lnTo>
                  <a:pt x="33176" y="10838"/>
                </a:lnTo>
                <a:lnTo>
                  <a:pt x="33096" y="10858"/>
                </a:lnTo>
                <a:lnTo>
                  <a:pt x="32894" y="10878"/>
                </a:lnTo>
                <a:lnTo>
                  <a:pt x="32692" y="10858"/>
                </a:lnTo>
                <a:lnTo>
                  <a:pt x="32470" y="10817"/>
                </a:lnTo>
                <a:lnTo>
                  <a:pt x="29019" y="10152"/>
                </a:lnTo>
                <a:lnTo>
                  <a:pt x="26840" y="9748"/>
                </a:lnTo>
                <a:lnTo>
                  <a:pt x="25750" y="9566"/>
                </a:lnTo>
                <a:lnTo>
                  <a:pt x="24640" y="9385"/>
                </a:lnTo>
                <a:lnTo>
                  <a:pt x="23551" y="9223"/>
                </a:lnTo>
                <a:lnTo>
                  <a:pt x="22420" y="9102"/>
                </a:lnTo>
                <a:lnTo>
                  <a:pt x="21311" y="9021"/>
                </a:lnTo>
                <a:lnTo>
                  <a:pt x="20201" y="8981"/>
                </a:lnTo>
                <a:lnTo>
                  <a:pt x="19071" y="8961"/>
                </a:lnTo>
                <a:lnTo>
                  <a:pt x="17941" y="9021"/>
                </a:lnTo>
                <a:lnTo>
                  <a:pt x="16831" y="9102"/>
                </a:lnTo>
                <a:lnTo>
                  <a:pt x="15721" y="9223"/>
                </a:lnTo>
                <a:lnTo>
                  <a:pt x="14591" y="9385"/>
                </a:lnTo>
                <a:lnTo>
                  <a:pt x="13501" y="9566"/>
                </a:lnTo>
                <a:lnTo>
                  <a:pt x="12391" y="9788"/>
                </a:lnTo>
                <a:lnTo>
                  <a:pt x="11281" y="10051"/>
                </a:lnTo>
                <a:lnTo>
                  <a:pt x="10191" y="10313"/>
                </a:lnTo>
                <a:lnTo>
                  <a:pt x="9081" y="10596"/>
                </a:lnTo>
                <a:lnTo>
                  <a:pt x="7992" y="10918"/>
                </a:lnTo>
                <a:lnTo>
                  <a:pt x="6922" y="11241"/>
                </a:lnTo>
                <a:lnTo>
                  <a:pt x="4763" y="11907"/>
                </a:lnTo>
                <a:lnTo>
                  <a:pt x="2604" y="12593"/>
                </a:lnTo>
                <a:lnTo>
                  <a:pt x="1595" y="12936"/>
                </a:lnTo>
                <a:lnTo>
                  <a:pt x="1433" y="12977"/>
                </a:lnTo>
                <a:lnTo>
                  <a:pt x="1231" y="13017"/>
                </a:lnTo>
                <a:lnTo>
                  <a:pt x="1050" y="13037"/>
                </a:lnTo>
                <a:lnTo>
                  <a:pt x="949" y="13037"/>
                </a:lnTo>
                <a:lnTo>
                  <a:pt x="868" y="13017"/>
                </a:lnTo>
                <a:lnTo>
                  <a:pt x="767" y="12997"/>
                </a:lnTo>
                <a:lnTo>
                  <a:pt x="687" y="12957"/>
                </a:lnTo>
                <a:lnTo>
                  <a:pt x="606" y="12896"/>
                </a:lnTo>
                <a:lnTo>
                  <a:pt x="525" y="12835"/>
                </a:lnTo>
                <a:lnTo>
                  <a:pt x="404" y="12674"/>
                </a:lnTo>
                <a:lnTo>
                  <a:pt x="323" y="12492"/>
                </a:lnTo>
                <a:lnTo>
                  <a:pt x="243" y="12291"/>
                </a:lnTo>
                <a:lnTo>
                  <a:pt x="202" y="12089"/>
                </a:lnTo>
                <a:lnTo>
                  <a:pt x="162" y="11867"/>
                </a:lnTo>
                <a:lnTo>
                  <a:pt x="142" y="11665"/>
                </a:lnTo>
                <a:lnTo>
                  <a:pt x="101" y="10838"/>
                </a:lnTo>
                <a:lnTo>
                  <a:pt x="81" y="9990"/>
                </a:lnTo>
                <a:lnTo>
                  <a:pt x="101" y="9163"/>
                </a:lnTo>
                <a:lnTo>
                  <a:pt x="142" y="8315"/>
                </a:lnTo>
                <a:lnTo>
                  <a:pt x="202" y="7488"/>
                </a:lnTo>
                <a:lnTo>
                  <a:pt x="283" y="6660"/>
                </a:lnTo>
                <a:lnTo>
                  <a:pt x="404" y="5833"/>
                </a:lnTo>
                <a:lnTo>
                  <a:pt x="545" y="5006"/>
                </a:lnTo>
                <a:lnTo>
                  <a:pt x="666" y="4441"/>
                </a:lnTo>
                <a:lnTo>
                  <a:pt x="808" y="3896"/>
                </a:lnTo>
                <a:lnTo>
                  <a:pt x="909" y="3654"/>
                </a:lnTo>
                <a:lnTo>
                  <a:pt x="989" y="3411"/>
                </a:lnTo>
                <a:lnTo>
                  <a:pt x="1110" y="3189"/>
                </a:lnTo>
                <a:lnTo>
                  <a:pt x="1231" y="2967"/>
                </a:lnTo>
                <a:lnTo>
                  <a:pt x="1413" y="2685"/>
                </a:lnTo>
                <a:lnTo>
                  <a:pt x="1635" y="2402"/>
                </a:lnTo>
                <a:lnTo>
                  <a:pt x="1877" y="2140"/>
                </a:lnTo>
                <a:lnTo>
                  <a:pt x="2160" y="1898"/>
                </a:lnTo>
                <a:lnTo>
                  <a:pt x="2462" y="1656"/>
                </a:lnTo>
                <a:lnTo>
                  <a:pt x="2805" y="1434"/>
                </a:lnTo>
                <a:lnTo>
                  <a:pt x="3189" y="1232"/>
                </a:lnTo>
                <a:lnTo>
                  <a:pt x="3572" y="1030"/>
                </a:lnTo>
                <a:lnTo>
                  <a:pt x="4117" y="808"/>
                </a:lnTo>
                <a:lnTo>
                  <a:pt x="4662" y="627"/>
                </a:lnTo>
                <a:lnTo>
                  <a:pt x="5227" y="465"/>
                </a:lnTo>
                <a:lnTo>
                  <a:pt x="5832" y="324"/>
                </a:lnTo>
                <a:lnTo>
                  <a:pt x="6438" y="223"/>
                </a:lnTo>
                <a:lnTo>
                  <a:pt x="7084" y="142"/>
                </a:lnTo>
                <a:lnTo>
                  <a:pt x="7750" y="102"/>
                </a:lnTo>
                <a:lnTo>
                  <a:pt x="8436" y="82"/>
                </a:lnTo>
                <a:close/>
                <a:moveTo>
                  <a:pt x="8335" y="1"/>
                </a:moveTo>
                <a:lnTo>
                  <a:pt x="7830" y="21"/>
                </a:lnTo>
                <a:lnTo>
                  <a:pt x="7346" y="41"/>
                </a:lnTo>
                <a:lnTo>
                  <a:pt x="6882" y="82"/>
                </a:lnTo>
                <a:lnTo>
                  <a:pt x="6438" y="142"/>
                </a:lnTo>
                <a:lnTo>
                  <a:pt x="5974" y="223"/>
                </a:lnTo>
                <a:lnTo>
                  <a:pt x="5550" y="304"/>
                </a:lnTo>
                <a:lnTo>
                  <a:pt x="5126" y="405"/>
                </a:lnTo>
                <a:lnTo>
                  <a:pt x="4723" y="526"/>
                </a:lnTo>
                <a:lnTo>
                  <a:pt x="4319" y="647"/>
                </a:lnTo>
                <a:lnTo>
                  <a:pt x="3915" y="808"/>
                </a:lnTo>
                <a:lnTo>
                  <a:pt x="3552" y="970"/>
                </a:lnTo>
                <a:lnTo>
                  <a:pt x="3149" y="1151"/>
                </a:lnTo>
                <a:lnTo>
                  <a:pt x="2765" y="1373"/>
                </a:lnTo>
                <a:lnTo>
                  <a:pt x="2422" y="1595"/>
                </a:lnTo>
                <a:lnTo>
                  <a:pt x="2099" y="1837"/>
                </a:lnTo>
                <a:lnTo>
                  <a:pt x="1817" y="2080"/>
                </a:lnTo>
                <a:lnTo>
                  <a:pt x="1575" y="2362"/>
                </a:lnTo>
                <a:lnTo>
                  <a:pt x="1353" y="2624"/>
                </a:lnTo>
                <a:lnTo>
                  <a:pt x="1151" y="2927"/>
                </a:lnTo>
                <a:lnTo>
                  <a:pt x="1030" y="3169"/>
                </a:lnTo>
                <a:lnTo>
                  <a:pt x="909" y="3432"/>
                </a:lnTo>
                <a:lnTo>
                  <a:pt x="808" y="3694"/>
                </a:lnTo>
                <a:lnTo>
                  <a:pt x="707" y="3956"/>
                </a:lnTo>
                <a:lnTo>
                  <a:pt x="586" y="4481"/>
                </a:lnTo>
                <a:lnTo>
                  <a:pt x="465" y="4985"/>
                </a:lnTo>
                <a:lnTo>
                  <a:pt x="323" y="5813"/>
                </a:lnTo>
                <a:lnTo>
                  <a:pt x="222" y="6660"/>
                </a:lnTo>
                <a:lnTo>
                  <a:pt x="122" y="7488"/>
                </a:lnTo>
                <a:lnTo>
                  <a:pt x="61" y="8315"/>
                </a:lnTo>
                <a:lnTo>
                  <a:pt x="21" y="9163"/>
                </a:lnTo>
                <a:lnTo>
                  <a:pt x="0" y="9990"/>
                </a:lnTo>
                <a:lnTo>
                  <a:pt x="21" y="10838"/>
                </a:lnTo>
                <a:lnTo>
                  <a:pt x="61" y="11665"/>
                </a:lnTo>
                <a:lnTo>
                  <a:pt x="101" y="11968"/>
                </a:lnTo>
                <a:lnTo>
                  <a:pt x="142" y="12230"/>
                </a:lnTo>
                <a:lnTo>
                  <a:pt x="222" y="12452"/>
                </a:lnTo>
                <a:lnTo>
                  <a:pt x="303" y="12654"/>
                </a:lnTo>
                <a:lnTo>
                  <a:pt x="404" y="12815"/>
                </a:lnTo>
                <a:lnTo>
                  <a:pt x="545" y="12936"/>
                </a:lnTo>
                <a:lnTo>
                  <a:pt x="687" y="13037"/>
                </a:lnTo>
                <a:lnTo>
                  <a:pt x="848" y="13098"/>
                </a:lnTo>
                <a:lnTo>
                  <a:pt x="949" y="13118"/>
                </a:lnTo>
                <a:lnTo>
                  <a:pt x="1191" y="13118"/>
                </a:lnTo>
                <a:lnTo>
                  <a:pt x="1353" y="13078"/>
                </a:lnTo>
                <a:lnTo>
                  <a:pt x="1615" y="12997"/>
                </a:lnTo>
                <a:lnTo>
                  <a:pt x="2644" y="12674"/>
                </a:lnTo>
                <a:lnTo>
                  <a:pt x="4783" y="11988"/>
                </a:lnTo>
                <a:lnTo>
                  <a:pt x="6942" y="11302"/>
                </a:lnTo>
                <a:lnTo>
                  <a:pt x="8012" y="10999"/>
                </a:lnTo>
                <a:lnTo>
                  <a:pt x="9102" y="10676"/>
                </a:lnTo>
                <a:lnTo>
                  <a:pt x="10191" y="10394"/>
                </a:lnTo>
                <a:lnTo>
                  <a:pt x="11301" y="10131"/>
                </a:lnTo>
                <a:lnTo>
                  <a:pt x="12391" y="9869"/>
                </a:lnTo>
                <a:lnTo>
                  <a:pt x="13501" y="9647"/>
                </a:lnTo>
                <a:lnTo>
                  <a:pt x="14611" y="9465"/>
                </a:lnTo>
                <a:lnTo>
                  <a:pt x="15721" y="9304"/>
                </a:lnTo>
                <a:lnTo>
                  <a:pt x="16831" y="9183"/>
                </a:lnTo>
                <a:lnTo>
                  <a:pt x="17961" y="9102"/>
                </a:lnTo>
                <a:lnTo>
                  <a:pt x="19071" y="9042"/>
                </a:lnTo>
                <a:lnTo>
                  <a:pt x="20201" y="9062"/>
                </a:lnTo>
                <a:lnTo>
                  <a:pt x="21311" y="9102"/>
                </a:lnTo>
                <a:lnTo>
                  <a:pt x="22420" y="9183"/>
                </a:lnTo>
                <a:lnTo>
                  <a:pt x="23530" y="9304"/>
                </a:lnTo>
                <a:lnTo>
                  <a:pt x="24640" y="9465"/>
                </a:lnTo>
                <a:lnTo>
                  <a:pt x="25750" y="9647"/>
                </a:lnTo>
                <a:lnTo>
                  <a:pt x="26840" y="9829"/>
                </a:lnTo>
                <a:lnTo>
                  <a:pt x="28999" y="10232"/>
                </a:lnTo>
                <a:lnTo>
                  <a:pt x="32470" y="10898"/>
                </a:lnTo>
                <a:lnTo>
                  <a:pt x="32692" y="10939"/>
                </a:lnTo>
                <a:lnTo>
                  <a:pt x="32894" y="10959"/>
                </a:lnTo>
                <a:lnTo>
                  <a:pt x="33116" y="10939"/>
                </a:lnTo>
                <a:lnTo>
                  <a:pt x="33197" y="10918"/>
                </a:lnTo>
                <a:lnTo>
                  <a:pt x="33298" y="10878"/>
                </a:lnTo>
                <a:lnTo>
                  <a:pt x="33419" y="10797"/>
                </a:lnTo>
                <a:lnTo>
                  <a:pt x="33520" y="10696"/>
                </a:lnTo>
                <a:lnTo>
                  <a:pt x="33600" y="10575"/>
                </a:lnTo>
                <a:lnTo>
                  <a:pt x="33661" y="10454"/>
                </a:lnTo>
                <a:lnTo>
                  <a:pt x="33681" y="10313"/>
                </a:lnTo>
                <a:lnTo>
                  <a:pt x="33701" y="10172"/>
                </a:lnTo>
                <a:lnTo>
                  <a:pt x="33701" y="10030"/>
                </a:lnTo>
                <a:lnTo>
                  <a:pt x="33681" y="9889"/>
                </a:lnTo>
                <a:lnTo>
                  <a:pt x="33641" y="9768"/>
                </a:lnTo>
                <a:lnTo>
                  <a:pt x="33600" y="9627"/>
                </a:lnTo>
                <a:lnTo>
                  <a:pt x="33459" y="9385"/>
                </a:lnTo>
                <a:lnTo>
                  <a:pt x="33298" y="9163"/>
                </a:lnTo>
                <a:lnTo>
                  <a:pt x="33136" y="8961"/>
                </a:lnTo>
                <a:lnTo>
                  <a:pt x="32833" y="8618"/>
                </a:lnTo>
                <a:lnTo>
                  <a:pt x="32511" y="8275"/>
                </a:lnTo>
                <a:lnTo>
                  <a:pt x="32188" y="7952"/>
                </a:lnTo>
                <a:lnTo>
                  <a:pt x="31824" y="7629"/>
                </a:lnTo>
                <a:lnTo>
                  <a:pt x="31481" y="7306"/>
                </a:lnTo>
                <a:lnTo>
                  <a:pt x="31098" y="7003"/>
                </a:lnTo>
                <a:lnTo>
                  <a:pt x="30714" y="6701"/>
                </a:lnTo>
                <a:lnTo>
                  <a:pt x="30311" y="6398"/>
                </a:lnTo>
                <a:lnTo>
                  <a:pt x="29907" y="6095"/>
                </a:lnTo>
                <a:lnTo>
                  <a:pt x="29483" y="5813"/>
                </a:lnTo>
                <a:lnTo>
                  <a:pt x="29040" y="5530"/>
                </a:lnTo>
                <a:lnTo>
                  <a:pt x="28575" y="5268"/>
                </a:lnTo>
                <a:lnTo>
                  <a:pt x="28111" y="5006"/>
                </a:lnTo>
                <a:lnTo>
                  <a:pt x="27627" y="4743"/>
                </a:lnTo>
                <a:lnTo>
                  <a:pt x="26638" y="4259"/>
                </a:lnTo>
                <a:lnTo>
                  <a:pt x="25569" y="3775"/>
                </a:lnTo>
                <a:lnTo>
                  <a:pt x="24963" y="3512"/>
                </a:lnTo>
                <a:lnTo>
                  <a:pt x="24317" y="3250"/>
                </a:lnTo>
                <a:lnTo>
                  <a:pt x="23591" y="2988"/>
                </a:lnTo>
                <a:lnTo>
                  <a:pt x="22824" y="2725"/>
                </a:lnTo>
                <a:lnTo>
                  <a:pt x="21977" y="2443"/>
                </a:lnTo>
                <a:lnTo>
                  <a:pt x="21068" y="2180"/>
                </a:lnTo>
                <a:lnTo>
                  <a:pt x="20100" y="1898"/>
                </a:lnTo>
                <a:lnTo>
                  <a:pt x="19050" y="1636"/>
                </a:lnTo>
                <a:lnTo>
                  <a:pt x="17920" y="1373"/>
                </a:lnTo>
                <a:lnTo>
                  <a:pt x="16710" y="1111"/>
                </a:lnTo>
                <a:lnTo>
                  <a:pt x="15398" y="869"/>
                </a:lnTo>
                <a:lnTo>
                  <a:pt x="14026" y="627"/>
                </a:lnTo>
                <a:lnTo>
                  <a:pt x="12552" y="405"/>
                </a:lnTo>
                <a:lnTo>
                  <a:pt x="10978" y="183"/>
                </a:lnTo>
                <a:lnTo>
                  <a:pt x="10413" y="122"/>
                </a:lnTo>
                <a:lnTo>
                  <a:pt x="9889" y="62"/>
                </a:lnTo>
                <a:lnTo>
                  <a:pt x="9344" y="41"/>
                </a:lnTo>
                <a:lnTo>
                  <a:pt x="8839" y="21"/>
                </a:lnTo>
                <a:lnTo>
                  <a:pt x="8335" y="1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43" name="Google Shape;1143;p15"/>
          <p:cNvSpPr/>
          <p:nvPr/>
        </p:nvSpPr>
        <p:spPr>
          <a:xfrm flipH="1" rot="10238554">
            <a:off x="3571755" y="-1362274"/>
            <a:ext cx="2383906" cy="1642699"/>
          </a:xfrm>
          <a:custGeom>
            <a:rect b="b" l="l" r="r" t="t"/>
            <a:pathLst>
              <a:path extrusionOk="0" h="29383" w="42641">
                <a:moveTo>
                  <a:pt x="9364" y="81"/>
                </a:moveTo>
                <a:lnTo>
                  <a:pt x="10796" y="141"/>
                </a:lnTo>
                <a:lnTo>
                  <a:pt x="12209" y="222"/>
                </a:lnTo>
                <a:lnTo>
                  <a:pt x="13642" y="363"/>
                </a:lnTo>
                <a:lnTo>
                  <a:pt x="15054" y="505"/>
                </a:lnTo>
                <a:lnTo>
                  <a:pt x="16467" y="706"/>
                </a:lnTo>
                <a:lnTo>
                  <a:pt x="17880" y="928"/>
                </a:lnTo>
                <a:lnTo>
                  <a:pt x="19292" y="1191"/>
                </a:lnTo>
                <a:lnTo>
                  <a:pt x="20685" y="1494"/>
                </a:lnTo>
                <a:lnTo>
                  <a:pt x="22077" y="1816"/>
                </a:lnTo>
                <a:lnTo>
                  <a:pt x="23469" y="2180"/>
                </a:lnTo>
                <a:lnTo>
                  <a:pt x="24842" y="2563"/>
                </a:lnTo>
                <a:lnTo>
                  <a:pt x="26194" y="2987"/>
                </a:lnTo>
                <a:lnTo>
                  <a:pt x="27546" y="3451"/>
                </a:lnTo>
                <a:lnTo>
                  <a:pt x="28878" y="3935"/>
                </a:lnTo>
                <a:lnTo>
                  <a:pt x="30210" y="4460"/>
                </a:lnTo>
                <a:lnTo>
                  <a:pt x="31340" y="4944"/>
                </a:lnTo>
                <a:lnTo>
                  <a:pt x="32409" y="5429"/>
                </a:lnTo>
                <a:lnTo>
                  <a:pt x="33418" y="5933"/>
                </a:lnTo>
                <a:lnTo>
                  <a:pt x="34346" y="6438"/>
                </a:lnTo>
                <a:lnTo>
                  <a:pt x="35234" y="6962"/>
                </a:lnTo>
                <a:lnTo>
                  <a:pt x="36062" y="7487"/>
                </a:lnTo>
                <a:lnTo>
                  <a:pt x="36829" y="8032"/>
                </a:lnTo>
                <a:lnTo>
                  <a:pt x="37555" y="8597"/>
                </a:lnTo>
                <a:lnTo>
                  <a:pt x="37979" y="8960"/>
                </a:lnTo>
                <a:lnTo>
                  <a:pt x="38403" y="9344"/>
                </a:lnTo>
                <a:lnTo>
                  <a:pt x="38806" y="9727"/>
                </a:lnTo>
                <a:lnTo>
                  <a:pt x="39190" y="10131"/>
                </a:lnTo>
                <a:lnTo>
                  <a:pt x="39573" y="10534"/>
                </a:lnTo>
                <a:lnTo>
                  <a:pt x="39916" y="10938"/>
                </a:lnTo>
                <a:lnTo>
                  <a:pt x="40239" y="11362"/>
                </a:lnTo>
                <a:lnTo>
                  <a:pt x="40562" y="11785"/>
                </a:lnTo>
                <a:lnTo>
                  <a:pt x="40844" y="12209"/>
                </a:lnTo>
                <a:lnTo>
                  <a:pt x="41127" y="12653"/>
                </a:lnTo>
                <a:lnTo>
                  <a:pt x="41369" y="13097"/>
                </a:lnTo>
                <a:lnTo>
                  <a:pt x="41611" y="13541"/>
                </a:lnTo>
                <a:lnTo>
                  <a:pt x="41813" y="14005"/>
                </a:lnTo>
                <a:lnTo>
                  <a:pt x="42015" y="14469"/>
                </a:lnTo>
                <a:lnTo>
                  <a:pt x="42176" y="14913"/>
                </a:lnTo>
                <a:lnTo>
                  <a:pt x="42338" y="15398"/>
                </a:lnTo>
                <a:lnTo>
                  <a:pt x="42459" y="15862"/>
                </a:lnTo>
                <a:lnTo>
                  <a:pt x="42499" y="16104"/>
                </a:lnTo>
                <a:lnTo>
                  <a:pt x="42540" y="16366"/>
                </a:lnTo>
                <a:lnTo>
                  <a:pt x="42560" y="16608"/>
                </a:lnTo>
                <a:lnTo>
                  <a:pt x="42560" y="16851"/>
                </a:lnTo>
                <a:lnTo>
                  <a:pt x="42540" y="17113"/>
                </a:lnTo>
                <a:lnTo>
                  <a:pt x="42519" y="17355"/>
                </a:lnTo>
                <a:lnTo>
                  <a:pt x="42479" y="17577"/>
                </a:lnTo>
                <a:lnTo>
                  <a:pt x="42418" y="17799"/>
                </a:lnTo>
                <a:lnTo>
                  <a:pt x="42338" y="18021"/>
                </a:lnTo>
                <a:lnTo>
                  <a:pt x="42217" y="18223"/>
                </a:lnTo>
                <a:lnTo>
                  <a:pt x="42096" y="18404"/>
                </a:lnTo>
                <a:lnTo>
                  <a:pt x="41954" y="18566"/>
                </a:lnTo>
                <a:lnTo>
                  <a:pt x="41773" y="18707"/>
                </a:lnTo>
                <a:lnTo>
                  <a:pt x="41571" y="18848"/>
                </a:lnTo>
                <a:lnTo>
                  <a:pt x="41409" y="18909"/>
                </a:lnTo>
                <a:lnTo>
                  <a:pt x="41228" y="18969"/>
                </a:lnTo>
                <a:lnTo>
                  <a:pt x="41046" y="19010"/>
                </a:lnTo>
                <a:lnTo>
                  <a:pt x="40865" y="19050"/>
                </a:lnTo>
                <a:lnTo>
                  <a:pt x="40461" y="19070"/>
                </a:lnTo>
                <a:lnTo>
                  <a:pt x="40057" y="19070"/>
                </a:lnTo>
                <a:lnTo>
                  <a:pt x="38948" y="19050"/>
                </a:lnTo>
                <a:lnTo>
                  <a:pt x="37838" y="19010"/>
                </a:lnTo>
                <a:lnTo>
                  <a:pt x="35618" y="18909"/>
                </a:lnTo>
                <a:lnTo>
                  <a:pt x="33398" y="18788"/>
                </a:lnTo>
                <a:lnTo>
                  <a:pt x="31198" y="18626"/>
                </a:lnTo>
                <a:lnTo>
                  <a:pt x="28918" y="18485"/>
                </a:lnTo>
                <a:lnTo>
                  <a:pt x="26597" y="18344"/>
                </a:lnTo>
                <a:lnTo>
                  <a:pt x="24277" y="18243"/>
                </a:lnTo>
                <a:lnTo>
                  <a:pt x="23126" y="18223"/>
                </a:lnTo>
                <a:lnTo>
                  <a:pt x="21956" y="18203"/>
                </a:lnTo>
                <a:lnTo>
                  <a:pt x="20806" y="18182"/>
                </a:lnTo>
                <a:lnTo>
                  <a:pt x="19635" y="18203"/>
                </a:lnTo>
                <a:lnTo>
                  <a:pt x="18465" y="18243"/>
                </a:lnTo>
                <a:lnTo>
                  <a:pt x="17315" y="18304"/>
                </a:lnTo>
                <a:lnTo>
                  <a:pt x="16164" y="18384"/>
                </a:lnTo>
                <a:lnTo>
                  <a:pt x="14994" y="18485"/>
                </a:lnTo>
                <a:lnTo>
                  <a:pt x="13844" y="18626"/>
                </a:lnTo>
                <a:lnTo>
                  <a:pt x="12693" y="18788"/>
                </a:lnTo>
                <a:lnTo>
                  <a:pt x="12007" y="18909"/>
                </a:lnTo>
                <a:lnTo>
                  <a:pt x="11321" y="19050"/>
                </a:lnTo>
                <a:lnTo>
                  <a:pt x="10615" y="19232"/>
                </a:lnTo>
                <a:lnTo>
                  <a:pt x="10272" y="19333"/>
                </a:lnTo>
                <a:lnTo>
                  <a:pt x="9929" y="19454"/>
                </a:lnTo>
                <a:lnTo>
                  <a:pt x="9586" y="19595"/>
                </a:lnTo>
                <a:lnTo>
                  <a:pt x="9263" y="19736"/>
                </a:lnTo>
                <a:lnTo>
                  <a:pt x="8940" y="19898"/>
                </a:lnTo>
                <a:lnTo>
                  <a:pt x="8617" y="20059"/>
                </a:lnTo>
                <a:lnTo>
                  <a:pt x="8314" y="20261"/>
                </a:lnTo>
                <a:lnTo>
                  <a:pt x="8032" y="20463"/>
                </a:lnTo>
                <a:lnTo>
                  <a:pt x="7749" y="20705"/>
                </a:lnTo>
                <a:lnTo>
                  <a:pt x="7487" y="20947"/>
                </a:lnTo>
                <a:lnTo>
                  <a:pt x="7245" y="21230"/>
                </a:lnTo>
                <a:lnTo>
                  <a:pt x="7003" y="21512"/>
                </a:lnTo>
                <a:lnTo>
                  <a:pt x="6801" y="21815"/>
                </a:lnTo>
                <a:lnTo>
                  <a:pt x="6619" y="22118"/>
                </a:lnTo>
                <a:lnTo>
                  <a:pt x="6458" y="22440"/>
                </a:lnTo>
                <a:lnTo>
                  <a:pt x="6316" y="22763"/>
                </a:lnTo>
                <a:lnTo>
                  <a:pt x="6195" y="23086"/>
                </a:lnTo>
                <a:lnTo>
                  <a:pt x="6094" y="23429"/>
                </a:lnTo>
                <a:lnTo>
                  <a:pt x="5994" y="23752"/>
                </a:lnTo>
                <a:lnTo>
                  <a:pt x="5913" y="24075"/>
                </a:lnTo>
                <a:lnTo>
                  <a:pt x="5792" y="24701"/>
                </a:lnTo>
                <a:lnTo>
                  <a:pt x="5711" y="25306"/>
                </a:lnTo>
                <a:lnTo>
                  <a:pt x="5650" y="25871"/>
                </a:lnTo>
                <a:lnTo>
                  <a:pt x="5650" y="26154"/>
                </a:lnTo>
                <a:lnTo>
                  <a:pt x="5650" y="26497"/>
                </a:lnTo>
                <a:lnTo>
                  <a:pt x="5650" y="27243"/>
                </a:lnTo>
                <a:lnTo>
                  <a:pt x="5630" y="27627"/>
                </a:lnTo>
                <a:lnTo>
                  <a:pt x="5610" y="28010"/>
                </a:lnTo>
                <a:lnTo>
                  <a:pt x="5529" y="28373"/>
                </a:lnTo>
                <a:lnTo>
                  <a:pt x="5489" y="28555"/>
                </a:lnTo>
                <a:lnTo>
                  <a:pt x="5428" y="28696"/>
                </a:lnTo>
                <a:lnTo>
                  <a:pt x="5368" y="28838"/>
                </a:lnTo>
                <a:lnTo>
                  <a:pt x="5287" y="28979"/>
                </a:lnTo>
                <a:lnTo>
                  <a:pt x="5206" y="29080"/>
                </a:lnTo>
                <a:lnTo>
                  <a:pt x="5106" y="29181"/>
                </a:lnTo>
                <a:lnTo>
                  <a:pt x="5005" y="29221"/>
                </a:lnTo>
                <a:lnTo>
                  <a:pt x="4904" y="29261"/>
                </a:lnTo>
                <a:lnTo>
                  <a:pt x="4803" y="29281"/>
                </a:lnTo>
                <a:lnTo>
                  <a:pt x="4702" y="29302"/>
                </a:lnTo>
                <a:lnTo>
                  <a:pt x="4581" y="29302"/>
                </a:lnTo>
                <a:lnTo>
                  <a:pt x="4440" y="29281"/>
                </a:lnTo>
                <a:lnTo>
                  <a:pt x="4177" y="29201"/>
                </a:lnTo>
                <a:lnTo>
                  <a:pt x="3955" y="29100"/>
                </a:lnTo>
                <a:lnTo>
                  <a:pt x="3774" y="28959"/>
                </a:lnTo>
                <a:lnTo>
                  <a:pt x="3592" y="28797"/>
                </a:lnTo>
                <a:lnTo>
                  <a:pt x="3451" y="28616"/>
                </a:lnTo>
                <a:lnTo>
                  <a:pt x="3310" y="28414"/>
                </a:lnTo>
                <a:lnTo>
                  <a:pt x="3188" y="28192"/>
                </a:lnTo>
                <a:lnTo>
                  <a:pt x="2946" y="27728"/>
                </a:lnTo>
                <a:lnTo>
                  <a:pt x="2523" y="26678"/>
                </a:lnTo>
                <a:lnTo>
                  <a:pt x="2119" y="25629"/>
                </a:lnTo>
                <a:lnTo>
                  <a:pt x="1756" y="24539"/>
                </a:lnTo>
                <a:lnTo>
                  <a:pt x="1433" y="23429"/>
                </a:lnTo>
                <a:lnTo>
                  <a:pt x="1130" y="22279"/>
                </a:lnTo>
                <a:lnTo>
                  <a:pt x="868" y="21129"/>
                </a:lnTo>
                <a:lnTo>
                  <a:pt x="646" y="19938"/>
                </a:lnTo>
                <a:lnTo>
                  <a:pt x="464" y="18707"/>
                </a:lnTo>
                <a:lnTo>
                  <a:pt x="323" y="17476"/>
                </a:lnTo>
                <a:lnTo>
                  <a:pt x="202" y="16205"/>
                </a:lnTo>
                <a:lnTo>
                  <a:pt x="141" y="14913"/>
                </a:lnTo>
                <a:lnTo>
                  <a:pt x="101" y="13602"/>
                </a:lnTo>
                <a:lnTo>
                  <a:pt x="81" y="12250"/>
                </a:lnTo>
                <a:lnTo>
                  <a:pt x="121" y="10897"/>
                </a:lnTo>
                <a:lnTo>
                  <a:pt x="202" y="9505"/>
                </a:lnTo>
                <a:lnTo>
                  <a:pt x="303" y="8092"/>
                </a:lnTo>
                <a:lnTo>
                  <a:pt x="404" y="7144"/>
                </a:lnTo>
                <a:lnTo>
                  <a:pt x="464" y="6639"/>
                </a:lnTo>
                <a:lnTo>
                  <a:pt x="545" y="6135"/>
                </a:lnTo>
                <a:lnTo>
                  <a:pt x="646" y="5630"/>
                </a:lnTo>
                <a:lnTo>
                  <a:pt x="767" y="5106"/>
                </a:lnTo>
                <a:lnTo>
                  <a:pt x="928" y="4601"/>
                </a:lnTo>
                <a:lnTo>
                  <a:pt x="1090" y="4097"/>
                </a:lnTo>
                <a:lnTo>
                  <a:pt x="1292" y="3612"/>
                </a:lnTo>
                <a:lnTo>
                  <a:pt x="1514" y="3128"/>
                </a:lnTo>
                <a:lnTo>
                  <a:pt x="1776" y="2684"/>
                </a:lnTo>
                <a:lnTo>
                  <a:pt x="2058" y="2240"/>
                </a:lnTo>
                <a:lnTo>
                  <a:pt x="2220" y="2038"/>
                </a:lnTo>
                <a:lnTo>
                  <a:pt x="2381" y="1837"/>
                </a:lnTo>
                <a:lnTo>
                  <a:pt x="2563" y="1655"/>
                </a:lnTo>
                <a:lnTo>
                  <a:pt x="2765" y="1473"/>
                </a:lnTo>
                <a:lnTo>
                  <a:pt x="2967" y="1312"/>
                </a:lnTo>
                <a:lnTo>
                  <a:pt x="3168" y="1150"/>
                </a:lnTo>
                <a:lnTo>
                  <a:pt x="3390" y="989"/>
                </a:lnTo>
                <a:lnTo>
                  <a:pt x="3612" y="848"/>
                </a:lnTo>
                <a:lnTo>
                  <a:pt x="3854" y="727"/>
                </a:lnTo>
                <a:lnTo>
                  <a:pt x="4117" y="626"/>
                </a:lnTo>
                <a:lnTo>
                  <a:pt x="4359" y="525"/>
                </a:lnTo>
                <a:lnTo>
                  <a:pt x="4621" y="424"/>
                </a:lnTo>
                <a:lnTo>
                  <a:pt x="5146" y="303"/>
                </a:lnTo>
                <a:lnTo>
                  <a:pt x="5691" y="202"/>
                </a:lnTo>
                <a:lnTo>
                  <a:pt x="6236" y="141"/>
                </a:lnTo>
                <a:lnTo>
                  <a:pt x="6760" y="101"/>
                </a:lnTo>
                <a:lnTo>
                  <a:pt x="7305" y="81"/>
                </a:lnTo>
                <a:close/>
                <a:moveTo>
                  <a:pt x="7305" y="0"/>
                </a:moveTo>
                <a:lnTo>
                  <a:pt x="6760" y="20"/>
                </a:lnTo>
                <a:lnTo>
                  <a:pt x="6215" y="61"/>
                </a:lnTo>
                <a:lnTo>
                  <a:pt x="5671" y="121"/>
                </a:lnTo>
                <a:lnTo>
                  <a:pt x="5126" y="222"/>
                </a:lnTo>
                <a:lnTo>
                  <a:pt x="4601" y="363"/>
                </a:lnTo>
                <a:lnTo>
                  <a:pt x="4339" y="444"/>
                </a:lnTo>
                <a:lnTo>
                  <a:pt x="4076" y="545"/>
                </a:lnTo>
                <a:lnTo>
                  <a:pt x="3834" y="666"/>
                </a:lnTo>
                <a:lnTo>
                  <a:pt x="3572" y="787"/>
                </a:lnTo>
                <a:lnTo>
                  <a:pt x="3350" y="928"/>
                </a:lnTo>
                <a:lnTo>
                  <a:pt x="3128" y="1070"/>
                </a:lnTo>
                <a:lnTo>
                  <a:pt x="2906" y="1231"/>
                </a:lnTo>
                <a:lnTo>
                  <a:pt x="2704" y="1413"/>
                </a:lnTo>
                <a:lnTo>
                  <a:pt x="2523" y="1594"/>
                </a:lnTo>
                <a:lnTo>
                  <a:pt x="2341" y="1776"/>
                </a:lnTo>
                <a:lnTo>
                  <a:pt x="2159" y="1978"/>
                </a:lnTo>
                <a:lnTo>
                  <a:pt x="1998" y="2200"/>
                </a:lnTo>
                <a:lnTo>
                  <a:pt x="1695" y="2624"/>
                </a:lnTo>
                <a:lnTo>
                  <a:pt x="1453" y="3088"/>
                </a:lnTo>
                <a:lnTo>
                  <a:pt x="1211" y="3572"/>
                </a:lnTo>
                <a:lnTo>
                  <a:pt x="1009" y="4056"/>
                </a:lnTo>
                <a:lnTo>
                  <a:pt x="848" y="4561"/>
                </a:lnTo>
                <a:lnTo>
                  <a:pt x="706" y="5086"/>
                </a:lnTo>
                <a:lnTo>
                  <a:pt x="585" y="5590"/>
                </a:lnTo>
                <a:lnTo>
                  <a:pt x="464" y="6115"/>
                </a:lnTo>
                <a:lnTo>
                  <a:pt x="383" y="6619"/>
                </a:lnTo>
                <a:lnTo>
                  <a:pt x="323" y="7124"/>
                </a:lnTo>
                <a:lnTo>
                  <a:pt x="222" y="8092"/>
                </a:lnTo>
                <a:lnTo>
                  <a:pt x="121" y="9505"/>
                </a:lnTo>
                <a:lnTo>
                  <a:pt x="40" y="10897"/>
                </a:lnTo>
                <a:lnTo>
                  <a:pt x="0" y="12250"/>
                </a:lnTo>
                <a:lnTo>
                  <a:pt x="20" y="13602"/>
                </a:lnTo>
                <a:lnTo>
                  <a:pt x="61" y="14913"/>
                </a:lnTo>
                <a:lnTo>
                  <a:pt x="121" y="16205"/>
                </a:lnTo>
                <a:lnTo>
                  <a:pt x="242" y="17476"/>
                </a:lnTo>
                <a:lnTo>
                  <a:pt x="383" y="18727"/>
                </a:lnTo>
                <a:lnTo>
                  <a:pt x="565" y="19938"/>
                </a:lnTo>
                <a:lnTo>
                  <a:pt x="787" y="21149"/>
                </a:lnTo>
                <a:lnTo>
                  <a:pt x="1049" y="22319"/>
                </a:lnTo>
                <a:lnTo>
                  <a:pt x="1352" y="23449"/>
                </a:lnTo>
                <a:lnTo>
                  <a:pt x="1675" y="24559"/>
                </a:lnTo>
                <a:lnTo>
                  <a:pt x="2038" y="25649"/>
                </a:lnTo>
                <a:lnTo>
                  <a:pt x="2442" y="26719"/>
                </a:lnTo>
                <a:lnTo>
                  <a:pt x="2886" y="27748"/>
                </a:lnTo>
                <a:lnTo>
                  <a:pt x="3108" y="28232"/>
                </a:lnTo>
                <a:lnTo>
                  <a:pt x="3249" y="28454"/>
                </a:lnTo>
                <a:lnTo>
                  <a:pt x="3390" y="28676"/>
                </a:lnTo>
                <a:lnTo>
                  <a:pt x="3552" y="28858"/>
                </a:lnTo>
                <a:lnTo>
                  <a:pt x="3733" y="29019"/>
                </a:lnTo>
                <a:lnTo>
                  <a:pt x="3915" y="29160"/>
                </a:lnTo>
                <a:lnTo>
                  <a:pt x="4137" y="29261"/>
                </a:lnTo>
                <a:lnTo>
                  <a:pt x="4419" y="29362"/>
                </a:lnTo>
                <a:lnTo>
                  <a:pt x="4541" y="29382"/>
                </a:lnTo>
                <a:lnTo>
                  <a:pt x="4662" y="29382"/>
                </a:lnTo>
                <a:lnTo>
                  <a:pt x="4803" y="29362"/>
                </a:lnTo>
                <a:lnTo>
                  <a:pt x="4924" y="29342"/>
                </a:lnTo>
                <a:lnTo>
                  <a:pt x="5045" y="29302"/>
                </a:lnTo>
                <a:lnTo>
                  <a:pt x="5146" y="29241"/>
                </a:lnTo>
                <a:lnTo>
                  <a:pt x="5247" y="29140"/>
                </a:lnTo>
                <a:lnTo>
                  <a:pt x="5348" y="29039"/>
                </a:lnTo>
                <a:lnTo>
                  <a:pt x="5428" y="28898"/>
                </a:lnTo>
                <a:lnTo>
                  <a:pt x="5509" y="28757"/>
                </a:lnTo>
                <a:lnTo>
                  <a:pt x="5570" y="28595"/>
                </a:lnTo>
                <a:lnTo>
                  <a:pt x="5610" y="28414"/>
                </a:lnTo>
                <a:lnTo>
                  <a:pt x="5671" y="28051"/>
                </a:lnTo>
                <a:lnTo>
                  <a:pt x="5711" y="27647"/>
                </a:lnTo>
                <a:lnTo>
                  <a:pt x="5731" y="27243"/>
                </a:lnTo>
                <a:lnTo>
                  <a:pt x="5731" y="26497"/>
                </a:lnTo>
                <a:lnTo>
                  <a:pt x="5731" y="26154"/>
                </a:lnTo>
                <a:lnTo>
                  <a:pt x="5731" y="25891"/>
                </a:lnTo>
                <a:lnTo>
                  <a:pt x="5792" y="25326"/>
                </a:lnTo>
                <a:lnTo>
                  <a:pt x="5872" y="24721"/>
                </a:lnTo>
                <a:lnTo>
                  <a:pt x="5994" y="24095"/>
                </a:lnTo>
                <a:lnTo>
                  <a:pt x="6074" y="23772"/>
                </a:lnTo>
                <a:lnTo>
                  <a:pt x="6155" y="23449"/>
                </a:lnTo>
                <a:lnTo>
                  <a:pt x="6276" y="23127"/>
                </a:lnTo>
                <a:lnTo>
                  <a:pt x="6397" y="22804"/>
                </a:lnTo>
                <a:lnTo>
                  <a:pt x="6538" y="22481"/>
                </a:lnTo>
                <a:lnTo>
                  <a:pt x="6700" y="22178"/>
                </a:lnTo>
                <a:lnTo>
                  <a:pt x="6881" y="21855"/>
                </a:lnTo>
                <a:lnTo>
                  <a:pt x="7083" y="21573"/>
                </a:lnTo>
                <a:lnTo>
                  <a:pt x="7305" y="21270"/>
                </a:lnTo>
                <a:lnTo>
                  <a:pt x="7547" y="21008"/>
                </a:lnTo>
                <a:lnTo>
                  <a:pt x="7810" y="20765"/>
                </a:lnTo>
                <a:lnTo>
                  <a:pt x="8092" y="20523"/>
                </a:lnTo>
                <a:lnTo>
                  <a:pt x="8375" y="20322"/>
                </a:lnTo>
                <a:lnTo>
                  <a:pt x="8677" y="20140"/>
                </a:lnTo>
                <a:lnTo>
                  <a:pt x="8980" y="19958"/>
                </a:lnTo>
                <a:lnTo>
                  <a:pt x="9303" y="19797"/>
                </a:lnTo>
                <a:lnTo>
                  <a:pt x="9626" y="19656"/>
                </a:lnTo>
                <a:lnTo>
                  <a:pt x="9969" y="19535"/>
                </a:lnTo>
                <a:lnTo>
                  <a:pt x="10292" y="19413"/>
                </a:lnTo>
                <a:lnTo>
                  <a:pt x="10635" y="19313"/>
                </a:lnTo>
                <a:lnTo>
                  <a:pt x="11341" y="19131"/>
                </a:lnTo>
                <a:lnTo>
                  <a:pt x="12027" y="18990"/>
                </a:lnTo>
                <a:lnTo>
                  <a:pt x="12713" y="18869"/>
                </a:lnTo>
                <a:lnTo>
                  <a:pt x="13864" y="18707"/>
                </a:lnTo>
                <a:lnTo>
                  <a:pt x="15014" y="18566"/>
                </a:lnTo>
                <a:lnTo>
                  <a:pt x="16164" y="18465"/>
                </a:lnTo>
                <a:lnTo>
                  <a:pt x="17315" y="18384"/>
                </a:lnTo>
                <a:lnTo>
                  <a:pt x="18485" y="18324"/>
                </a:lnTo>
                <a:lnTo>
                  <a:pt x="19635" y="18283"/>
                </a:lnTo>
                <a:lnTo>
                  <a:pt x="20806" y="18263"/>
                </a:lnTo>
                <a:lnTo>
                  <a:pt x="21956" y="18283"/>
                </a:lnTo>
                <a:lnTo>
                  <a:pt x="23126" y="18304"/>
                </a:lnTo>
                <a:lnTo>
                  <a:pt x="24277" y="18324"/>
                </a:lnTo>
                <a:lnTo>
                  <a:pt x="26597" y="18425"/>
                </a:lnTo>
                <a:lnTo>
                  <a:pt x="28918" y="18566"/>
                </a:lnTo>
                <a:lnTo>
                  <a:pt x="31198" y="18707"/>
                </a:lnTo>
                <a:lnTo>
                  <a:pt x="33398" y="18869"/>
                </a:lnTo>
                <a:lnTo>
                  <a:pt x="35618" y="18990"/>
                </a:lnTo>
                <a:lnTo>
                  <a:pt x="37838" y="19091"/>
                </a:lnTo>
                <a:lnTo>
                  <a:pt x="38948" y="19131"/>
                </a:lnTo>
                <a:lnTo>
                  <a:pt x="40057" y="19151"/>
                </a:lnTo>
                <a:lnTo>
                  <a:pt x="40481" y="19151"/>
                </a:lnTo>
                <a:lnTo>
                  <a:pt x="40885" y="19131"/>
                </a:lnTo>
                <a:lnTo>
                  <a:pt x="41066" y="19091"/>
                </a:lnTo>
                <a:lnTo>
                  <a:pt x="41248" y="19050"/>
                </a:lnTo>
                <a:lnTo>
                  <a:pt x="41430" y="18990"/>
                </a:lnTo>
                <a:lnTo>
                  <a:pt x="41611" y="18909"/>
                </a:lnTo>
                <a:lnTo>
                  <a:pt x="41813" y="18788"/>
                </a:lnTo>
                <a:lnTo>
                  <a:pt x="41995" y="18626"/>
                </a:lnTo>
                <a:lnTo>
                  <a:pt x="42156" y="18465"/>
                </a:lnTo>
                <a:lnTo>
                  <a:pt x="42297" y="18263"/>
                </a:lnTo>
                <a:lnTo>
                  <a:pt x="42398" y="18061"/>
                </a:lnTo>
                <a:lnTo>
                  <a:pt x="42479" y="17839"/>
                </a:lnTo>
                <a:lnTo>
                  <a:pt x="42560" y="17617"/>
                </a:lnTo>
                <a:lnTo>
                  <a:pt x="42600" y="17375"/>
                </a:lnTo>
                <a:lnTo>
                  <a:pt x="42620" y="17133"/>
                </a:lnTo>
                <a:lnTo>
                  <a:pt x="42640" y="16871"/>
                </a:lnTo>
                <a:lnTo>
                  <a:pt x="42640" y="16608"/>
                </a:lnTo>
                <a:lnTo>
                  <a:pt x="42620" y="16366"/>
                </a:lnTo>
                <a:lnTo>
                  <a:pt x="42580" y="16104"/>
                </a:lnTo>
                <a:lnTo>
                  <a:pt x="42540" y="15862"/>
                </a:lnTo>
                <a:lnTo>
                  <a:pt x="42418" y="15357"/>
                </a:lnTo>
                <a:lnTo>
                  <a:pt x="42257" y="14893"/>
                </a:lnTo>
                <a:lnTo>
                  <a:pt x="42096" y="14429"/>
                </a:lnTo>
                <a:lnTo>
                  <a:pt x="41894" y="13965"/>
                </a:lnTo>
                <a:lnTo>
                  <a:pt x="41672" y="13521"/>
                </a:lnTo>
                <a:lnTo>
                  <a:pt x="41450" y="13057"/>
                </a:lnTo>
                <a:lnTo>
                  <a:pt x="41187" y="12613"/>
                </a:lnTo>
                <a:lnTo>
                  <a:pt x="40925" y="12169"/>
                </a:lnTo>
                <a:lnTo>
                  <a:pt x="40622" y="11745"/>
                </a:lnTo>
                <a:lnTo>
                  <a:pt x="40320" y="11301"/>
                </a:lnTo>
                <a:lnTo>
                  <a:pt x="39977" y="10897"/>
                </a:lnTo>
                <a:lnTo>
                  <a:pt x="39634" y="10474"/>
                </a:lnTo>
                <a:lnTo>
                  <a:pt x="39250" y="10070"/>
                </a:lnTo>
                <a:lnTo>
                  <a:pt x="38867" y="9666"/>
                </a:lnTo>
                <a:lnTo>
                  <a:pt x="38463" y="9283"/>
                </a:lnTo>
                <a:lnTo>
                  <a:pt x="38039" y="8900"/>
                </a:lnTo>
                <a:lnTo>
                  <a:pt x="37595" y="8536"/>
                </a:lnTo>
                <a:lnTo>
                  <a:pt x="36869" y="7971"/>
                </a:lnTo>
                <a:lnTo>
                  <a:pt x="36102" y="7426"/>
                </a:lnTo>
                <a:lnTo>
                  <a:pt x="35275" y="6882"/>
                </a:lnTo>
                <a:lnTo>
                  <a:pt x="34387" y="6377"/>
                </a:lnTo>
                <a:lnTo>
                  <a:pt x="33459" y="5873"/>
                </a:lnTo>
                <a:lnTo>
                  <a:pt x="32450" y="5368"/>
                </a:lnTo>
                <a:lnTo>
                  <a:pt x="31380" y="4884"/>
                </a:lnTo>
                <a:lnTo>
                  <a:pt x="30230" y="4379"/>
                </a:lnTo>
                <a:lnTo>
                  <a:pt x="28918" y="3875"/>
                </a:lnTo>
                <a:lnTo>
                  <a:pt x="27586" y="3370"/>
                </a:lnTo>
                <a:lnTo>
                  <a:pt x="26234" y="2906"/>
                </a:lnTo>
                <a:lnTo>
                  <a:pt x="24862" y="2482"/>
                </a:lnTo>
                <a:lnTo>
                  <a:pt x="23490" y="2099"/>
                </a:lnTo>
                <a:lnTo>
                  <a:pt x="22097" y="1736"/>
                </a:lnTo>
                <a:lnTo>
                  <a:pt x="20705" y="1413"/>
                </a:lnTo>
                <a:lnTo>
                  <a:pt x="19312" y="1110"/>
                </a:lnTo>
                <a:lnTo>
                  <a:pt x="17900" y="848"/>
                </a:lnTo>
                <a:lnTo>
                  <a:pt x="16487" y="626"/>
                </a:lnTo>
                <a:lnTo>
                  <a:pt x="15075" y="424"/>
                </a:lnTo>
                <a:lnTo>
                  <a:pt x="13642" y="283"/>
                </a:lnTo>
                <a:lnTo>
                  <a:pt x="12229" y="141"/>
                </a:lnTo>
                <a:lnTo>
                  <a:pt x="10796" y="61"/>
                </a:lnTo>
                <a:lnTo>
                  <a:pt x="9364" y="0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44" name="Google Shape;1144;p15"/>
          <p:cNvSpPr/>
          <p:nvPr/>
        </p:nvSpPr>
        <p:spPr>
          <a:xfrm flipH="1" rot="10238554">
            <a:off x="3717855" y="-1059166"/>
            <a:ext cx="2123326" cy="1193658"/>
          </a:xfrm>
          <a:custGeom>
            <a:rect b="b" l="l" r="r" t="t"/>
            <a:pathLst>
              <a:path extrusionOk="0" h="21351" w="37980">
                <a:moveTo>
                  <a:pt x="10776" y="81"/>
                </a:moveTo>
                <a:lnTo>
                  <a:pt x="11341" y="101"/>
                </a:lnTo>
                <a:lnTo>
                  <a:pt x="11927" y="121"/>
                </a:lnTo>
                <a:lnTo>
                  <a:pt x="12532" y="182"/>
                </a:lnTo>
                <a:lnTo>
                  <a:pt x="13178" y="222"/>
                </a:lnTo>
                <a:lnTo>
                  <a:pt x="13824" y="303"/>
                </a:lnTo>
                <a:lnTo>
                  <a:pt x="14510" y="404"/>
                </a:lnTo>
                <a:lnTo>
                  <a:pt x="15216" y="505"/>
                </a:lnTo>
                <a:lnTo>
                  <a:pt x="15943" y="626"/>
                </a:lnTo>
                <a:lnTo>
                  <a:pt x="16709" y="767"/>
                </a:lnTo>
                <a:lnTo>
                  <a:pt x="17496" y="949"/>
                </a:lnTo>
                <a:lnTo>
                  <a:pt x="18324" y="1130"/>
                </a:lnTo>
                <a:lnTo>
                  <a:pt x="19171" y="1332"/>
                </a:lnTo>
                <a:lnTo>
                  <a:pt x="20039" y="1554"/>
                </a:lnTo>
                <a:lnTo>
                  <a:pt x="20947" y="1796"/>
                </a:lnTo>
                <a:lnTo>
                  <a:pt x="21875" y="2059"/>
                </a:lnTo>
                <a:lnTo>
                  <a:pt x="23571" y="2583"/>
                </a:lnTo>
                <a:lnTo>
                  <a:pt x="24418" y="2866"/>
                </a:lnTo>
                <a:lnTo>
                  <a:pt x="25286" y="3148"/>
                </a:lnTo>
                <a:lnTo>
                  <a:pt x="26154" y="3471"/>
                </a:lnTo>
                <a:lnTo>
                  <a:pt x="27021" y="3794"/>
                </a:lnTo>
                <a:lnTo>
                  <a:pt x="27889" y="4157"/>
                </a:lnTo>
                <a:lnTo>
                  <a:pt x="28757" y="4541"/>
                </a:lnTo>
                <a:lnTo>
                  <a:pt x="29625" y="4944"/>
                </a:lnTo>
                <a:lnTo>
                  <a:pt x="30472" y="5368"/>
                </a:lnTo>
                <a:lnTo>
                  <a:pt x="31300" y="5832"/>
                </a:lnTo>
                <a:lnTo>
                  <a:pt x="32127" y="6317"/>
                </a:lnTo>
                <a:lnTo>
                  <a:pt x="32954" y="6841"/>
                </a:lnTo>
                <a:lnTo>
                  <a:pt x="33741" y="7406"/>
                </a:lnTo>
                <a:lnTo>
                  <a:pt x="34508" y="7992"/>
                </a:lnTo>
                <a:lnTo>
                  <a:pt x="35255" y="8637"/>
                </a:lnTo>
                <a:lnTo>
                  <a:pt x="35638" y="8980"/>
                </a:lnTo>
                <a:lnTo>
                  <a:pt x="36001" y="9344"/>
                </a:lnTo>
                <a:lnTo>
                  <a:pt x="36345" y="9687"/>
                </a:lnTo>
                <a:lnTo>
                  <a:pt x="36627" y="10030"/>
                </a:lnTo>
                <a:lnTo>
                  <a:pt x="36910" y="10373"/>
                </a:lnTo>
                <a:lnTo>
                  <a:pt x="37132" y="10696"/>
                </a:lnTo>
                <a:lnTo>
                  <a:pt x="37354" y="11039"/>
                </a:lnTo>
                <a:lnTo>
                  <a:pt x="37535" y="11382"/>
                </a:lnTo>
                <a:lnTo>
                  <a:pt x="37656" y="11624"/>
                </a:lnTo>
                <a:lnTo>
                  <a:pt x="37737" y="11846"/>
                </a:lnTo>
                <a:lnTo>
                  <a:pt x="37818" y="12068"/>
                </a:lnTo>
                <a:lnTo>
                  <a:pt x="37858" y="12290"/>
                </a:lnTo>
                <a:lnTo>
                  <a:pt x="37898" y="12492"/>
                </a:lnTo>
                <a:lnTo>
                  <a:pt x="37898" y="12694"/>
                </a:lnTo>
                <a:lnTo>
                  <a:pt x="37878" y="12875"/>
                </a:lnTo>
                <a:lnTo>
                  <a:pt x="37838" y="13057"/>
                </a:lnTo>
                <a:lnTo>
                  <a:pt x="37757" y="13259"/>
                </a:lnTo>
                <a:lnTo>
                  <a:pt x="37636" y="13460"/>
                </a:lnTo>
                <a:lnTo>
                  <a:pt x="37495" y="13662"/>
                </a:lnTo>
                <a:lnTo>
                  <a:pt x="37313" y="13824"/>
                </a:lnTo>
                <a:lnTo>
                  <a:pt x="37111" y="13985"/>
                </a:lnTo>
                <a:lnTo>
                  <a:pt x="36869" y="14106"/>
                </a:lnTo>
                <a:lnTo>
                  <a:pt x="36627" y="14207"/>
                </a:lnTo>
                <a:lnTo>
                  <a:pt x="36365" y="14288"/>
                </a:lnTo>
                <a:lnTo>
                  <a:pt x="36102" y="14328"/>
                </a:lnTo>
                <a:lnTo>
                  <a:pt x="35860" y="14368"/>
                </a:lnTo>
                <a:lnTo>
                  <a:pt x="35336" y="14368"/>
                </a:lnTo>
                <a:lnTo>
                  <a:pt x="34831" y="14328"/>
                </a:lnTo>
                <a:lnTo>
                  <a:pt x="34327" y="14268"/>
                </a:lnTo>
                <a:lnTo>
                  <a:pt x="34306" y="14268"/>
                </a:lnTo>
                <a:lnTo>
                  <a:pt x="32934" y="14106"/>
                </a:lnTo>
                <a:lnTo>
                  <a:pt x="31501" y="13945"/>
                </a:lnTo>
                <a:lnTo>
                  <a:pt x="30028" y="13803"/>
                </a:lnTo>
                <a:lnTo>
                  <a:pt x="28535" y="13682"/>
                </a:lnTo>
                <a:lnTo>
                  <a:pt x="26981" y="13561"/>
                </a:lnTo>
                <a:lnTo>
                  <a:pt x="25387" y="13481"/>
                </a:lnTo>
                <a:lnTo>
                  <a:pt x="23772" y="13420"/>
                </a:lnTo>
                <a:lnTo>
                  <a:pt x="22138" y="13400"/>
                </a:lnTo>
                <a:lnTo>
                  <a:pt x="20483" y="13420"/>
                </a:lnTo>
                <a:lnTo>
                  <a:pt x="18788" y="13460"/>
                </a:lnTo>
                <a:lnTo>
                  <a:pt x="17093" y="13561"/>
                </a:lnTo>
                <a:lnTo>
                  <a:pt x="16245" y="13622"/>
                </a:lnTo>
                <a:lnTo>
                  <a:pt x="15398" y="13703"/>
                </a:lnTo>
                <a:lnTo>
                  <a:pt x="14530" y="13803"/>
                </a:lnTo>
                <a:lnTo>
                  <a:pt x="13682" y="13904"/>
                </a:lnTo>
                <a:lnTo>
                  <a:pt x="12815" y="14025"/>
                </a:lnTo>
                <a:lnTo>
                  <a:pt x="11967" y="14146"/>
                </a:lnTo>
                <a:lnTo>
                  <a:pt x="11099" y="14308"/>
                </a:lnTo>
                <a:lnTo>
                  <a:pt x="10252" y="14469"/>
                </a:lnTo>
                <a:lnTo>
                  <a:pt x="9384" y="14651"/>
                </a:lnTo>
                <a:lnTo>
                  <a:pt x="8536" y="14833"/>
                </a:lnTo>
                <a:lnTo>
                  <a:pt x="7992" y="14974"/>
                </a:lnTo>
                <a:lnTo>
                  <a:pt x="7467" y="15115"/>
                </a:lnTo>
                <a:lnTo>
                  <a:pt x="6922" y="15277"/>
                </a:lnTo>
                <a:lnTo>
                  <a:pt x="6397" y="15458"/>
                </a:lnTo>
                <a:lnTo>
                  <a:pt x="5873" y="15660"/>
                </a:lnTo>
                <a:lnTo>
                  <a:pt x="5368" y="15902"/>
                </a:lnTo>
                <a:lnTo>
                  <a:pt x="4864" y="16164"/>
                </a:lnTo>
                <a:lnTo>
                  <a:pt x="4379" y="16467"/>
                </a:lnTo>
                <a:lnTo>
                  <a:pt x="4137" y="16649"/>
                </a:lnTo>
                <a:lnTo>
                  <a:pt x="3875" y="16851"/>
                </a:lnTo>
                <a:lnTo>
                  <a:pt x="3613" y="17073"/>
                </a:lnTo>
                <a:lnTo>
                  <a:pt x="3350" y="17335"/>
                </a:lnTo>
                <a:lnTo>
                  <a:pt x="3108" y="17617"/>
                </a:lnTo>
                <a:lnTo>
                  <a:pt x="2866" y="17940"/>
                </a:lnTo>
                <a:lnTo>
                  <a:pt x="2644" y="18283"/>
                </a:lnTo>
                <a:lnTo>
                  <a:pt x="2462" y="18667"/>
                </a:lnTo>
                <a:lnTo>
                  <a:pt x="2382" y="18889"/>
                </a:lnTo>
                <a:lnTo>
                  <a:pt x="2341" y="19131"/>
                </a:lnTo>
                <a:lnTo>
                  <a:pt x="2260" y="19635"/>
                </a:lnTo>
                <a:lnTo>
                  <a:pt x="2220" y="19918"/>
                </a:lnTo>
                <a:lnTo>
                  <a:pt x="2180" y="20201"/>
                </a:lnTo>
                <a:lnTo>
                  <a:pt x="2099" y="20463"/>
                </a:lnTo>
                <a:lnTo>
                  <a:pt x="2059" y="20584"/>
                </a:lnTo>
                <a:lnTo>
                  <a:pt x="1998" y="20705"/>
                </a:lnTo>
                <a:lnTo>
                  <a:pt x="1897" y="20846"/>
                </a:lnTo>
                <a:lnTo>
                  <a:pt x="1816" y="20988"/>
                </a:lnTo>
                <a:lnTo>
                  <a:pt x="1716" y="21088"/>
                </a:lnTo>
                <a:lnTo>
                  <a:pt x="1615" y="21169"/>
                </a:lnTo>
                <a:lnTo>
                  <a:pt x="1514" y="21210"/>
                </a:lnTo>
                <a:lnTo>
                  <a:pt x="1413" y="21250"/>
                </a:lnTo>
                <a:lnTo>
                  <a:pt x="1312" y="21270"/>
                </a:lnTo>
                <a:lnTo>
                  <a:pt x="1211" y="21250"/>
                </a:lnTo>
                <a:lnTo>
                  <a:pt x="1110" y="21210"/>
                </a:lnTo>
                <a:lnTo>
                  <a:pt x="1009" y="21149"/>
                </a:lnTo>
                <a:lnTo>
                  <a:pt x="908" y="21068"/>
                </a:lnTo>
                <a:lnTo>
                  <a:pt x="807" y="20967"/>
                </a:lnTo>
                <a:lnTo>
                  <a:pt x="707" y="20846"/>
                </a:lnTo>
                <a:lnTo>
                  <a:pt x="626" y="20725"/>
                </a:lnTo>
                <a:lnTo>
                  <a:pt x="464" y="20422"/>
                </a:lnTo>
                <a:lnTo>
                  <a:pt x="323" y="20100"/>
                </a:lnTo>
                <a:lnTo>
                  <a:pt x="222" y="19777"/>
                </a:lnTo>
                <a:lnTo>
                  <a:pt x="162" y="19454"/>
                </a:lnTo>
                <a:lnTo>
                  <a:pt x="121" y="19151"/>
                </a:lnTo>
                <a:lnTo>
                  <a:pt x="101" y="18223"/>
                </a:lnTo>
                <a:lnTo>
                  <a:pt x="81" y="17274"/>
                </a:lnTo>
                <a:lnTo>
                  <a:pt x="81" y="16326"/>
                </a:lnTo>
                <a:lnTo>
                  <a:pt x="101" y="15377"/>
                </a:lnTo>
                <a:lnTo>
                  <a:pt x="142" y="14449"/>
                </a:lnTo>
                <a:lnTo>
                  <a:pt x="182" y="13501"/>
                </a:lnTo>
                <a:lnTo>
                  <a:pt x="263" y="12572"/>
                </a:lnTo>
                <a:lnTo>
                  <a:pt x="343" y="11624"/>
                </a:lnTo>
                <a:lnTo>
                  <a:pt x="444" y="10696"/>
                </a:lnTo>
                <a:lnTo>
                  <a:pt x="545" y="9747"/>
                </a:lnTo>
                <a:lnTo>
                  <a:pt x="686" y="8819"/>
                </a:lnTo>
                <a:lnTo>
                  <a:pt x="828" y="7891"/>
                </a:lnTo>
                <a:lnTo>
                  <a:pt x="989" y="6962"/>
                </a:lnTo>
                <a:lnTo>
                  <a:pt x="1171" y="6034"/>
                </a:lnTo>
                <a:lnTo>
                  <a:pt x="1373" y="5126"/>
                </a:lnTo>
                <a:lnTo>
                  <a:pt x="1574" y="4198"/>
                </a:lnTo>
                <a:lnTo>
                  <a:pt x="1736" y="3572"/>
                </a:lnTo>
                <a:lnTo>
                  <a:pt x="1837" y="3269"/>
                </a:lnTo>
                <a:lnTo>
                  <a:pt x="1958" y="2967"/>
                </a:lnTo>
                <a:lnTo>
                  <a:pt x="2079" y="2664"/>
                </a:lnTo>
                <a:lnTo>
                  <a:pt x="2220" y="2402"/>
                </a:lnTo>
                <a:lnTo>
                  <a:pt x="2402" y="2139"/>
                </a:lnTo>
                <a:lnTo>
                  <a:pt x="2604" y="1897"/>
                </a:lnTo>
                <a:lnTo>
                  <a:pt x="2825" y="1695"/>
                </a:lnTo>
                <a:lnTo>
                  <a:pt x="3068" y="1514"/>
                </a:lnTo>
                <a:lnTo>
                  <a:pt x="3330" y="1352"/>
                </a:lnTo>
                <a:lnTo>
                  <a:pt x="3592" y="1211"/>
                </a:lnTo>
                <a:lnTo>
                  <a:pt x="3875" y="1090"/>
                </a:lnTo>
                <a:lnTo>
                  <a:pt x="4157" y="989"/>
                </a:lnTo>
                <a:lnTo>
                  <a:pt x="4702" y="807"/>
                </a:lnTo>
                <a:lnTo>
                  <a:pt x="5247" y="666"/>
                </a:lnTo>
                <a:lnTo>
                  <a:pt x="5832" y="525"/>
                </a:lnTo>
                <a:lnTo>
                  <a:pt x="6458" y="404"/>
                </a:lnTo>
                <a:lnTo>
                  <a:pt x="7104" y="303"/>
                </a:lnTo>
                <a:lnTo>
                  <a:pt x="7810" y="202"/>
                </a:lnTo>
                <a:lnTo>
                  <a:pt x="8577" y="142"/>
                </a:lnTo>
                <a:lnTo>
                  <a:pt x="9384" y="81"/>
                </a:lnTo>
                <a:close/>
                <a:moveTo>
                  <a:pt x="9848" y="0"/>
                </a:moveTo>
                <a:lnTo>
                  <a:pt x="9303" y="20"/>
                </a:lnTo>
                <a:lnTo>
                  <a:pt x="8758" y="41"/>
                </a:lnTo>
                <a:lnTo>
                  <a:pt x="8234" y="81"/>
                </a:lnTo>
                <a:lnTo>
                  <a:pt x="7709" y="142"/>
                </a:lnTo>
                <a:lnTo>
                  <a:pt x="7184" y="202"/>
                </a:lnTo>
                <a:lnTo>
                  <a:pt x="6680" y="283"/>
                </a:lnTo>
                <a:lnTo>
                  <a:pt x="6175" y="384"/>
                </a:lnTo>
                <a:lnTo>
                  <a:pt x="5671" y="485"/>
                </a:lnTo>
                <a:lnTo>
                  <a:pt x="5166" y="606"/>
                </a:lnTo>
                <a:lnTo>
                  <a:pt x="4682" y="727"/>
                </a:lnTo>
                <a:lnTo>
                  <a:pt x="4117" y="908"/>
                </a:lnTo>
                <a:lnTo>
                  <a:pt x="3834" y="1009"/>
                </a:lnTo>
                <a:lnTo>
                  <a:pt x="3552" y="1130"/>
                </a:lnTo>
                <a:lnTo>
                  <a:pt x="3269" y="1272"/>
                </a:lnTo>
                <a:lnTo>
                  <a:pt x="3007" y="1433"/>
                </a:lnTo>
                <a:lnTo>
                  <a:pt x="2765" y="1635"/>
                </a:lnTo>
                <a:lnTo>
                  <a:pt x="2543" y="1837"/>
                </a:lnTo>
                <a:lnTo>
                  <a:pt x="2341" y="2079"/>
                </a:lnTo>
                <a:lnTo>
                  <a:pt x="2160" y="2341"/>
                </a:lnTo>
                <a:lnTo>
                  <a:pt x="1998" y="2624"/>
                </a:lnTo>
                <a:lnTo>
                  <a:pt x="1877" y="2926"/>
                </a:lnTo>
                <a:lnTo>
                  <a:pt x="1776" y="3229"/>
                </a:lnTo>
                <a:lnTo>
                  <a:pt x="1675" y="3552"/>
                </a:lnTo>
                <a:lnTo>
                  <a:pt x="1514" y="4178"/>
                </a:lnTo>
                <a:lnTo>
                  <a:pt x="1292" y="5106"/>
                </a:lnTo>
                <a:lnTo>
                  <a:pt x="1090" y="6014"/>
                </a:lnTo>
                <a:lnTo>
                  <a:pt x="908" y="6942"/>
                </a:lnTo>
                <a:lnTo>
                  <a:pt x="747" y="7870"/>
                </a:lnTo>
                <a:lnTo>
                  <a:pt x="606" y="8819"/>
                </a:lnTo>
                <a:lnTo>
                  <a:pt x="485" y="9747"/>
                </a:lnTo>
                <a:lnTo>
                  <a:pt x="364" y="10676"/>
                </a:lnTo>
                <a:lnTo>
                  <a:pt x="263" y="11624"/>
                </a:lnTo>
                <a:lnTo>
                  <a:pt x="182" y="12552"/>
                </a:lnTo>
                <a:lnTo>
                  <a:pt x="101" y="13501"/>
                </a:lnTo>
                <a:lnTo>
                  <a:pt x="61" y="14449"/>
                </a:lnTo>
                <a:lnTo>
                  <a:pt x="20" y="15377"/>
                </a:lnTo>
                <a:lnTo>
                  <a:pt x="0" y="16326"/>
                </a:lnTo>
                <a:lnTo>
                  <a:pt x="0" y="17274"/>
                </a:lnTo>
                <a:lnTo>
                  <a:pt x="20" y="18223"/>
                </a:lnTo>
                <a:lnTo>
                  <a:pt x="41" y="19171"/>
                </a:lnTo>
                <a:lnTo>
                  <a:pt x="81" y="19474"/>
                </a:lnTo>
                <a:lnTo>
                  <a:pt x="162" y="19797"/>
                </a:lnTo>
                <a:lnTo>
                  <a:pt x="263" y="20140"/>
                </a:lnTo>
                <a:lnTo>
                  <a:pt x="404" y="20483"/>
                </a:lnTo>
                <a:lnTo>
                  <a:pt x="565" y="20766"/>
                </a:lnTo>
                <a:lnTo>
                  <a:pt x="666" y="20907"/>
                </a:lnTo>
                <a:lnTo>
                  <a:pt x="767" y="21028"/>
                </a:lnTo>
                <a:lnTo>
                  <a:pt x="868" y="21129"/>
                </a:lnTo>
                <a:lnTo>
                  <a:pt x="969" y="21210"/>
                </a:lnTo>
                <a:lnTo>
                  <a:pt x="1070" y="21290"/>
                </a:lnTo>
                <a:lnTo>
                  <a:pt x="1191" y="21331"/>
                </a:lnTo>
                <a:lnTo>
                  <a:pt x="1332" y="21351"/>
                </a:lnTo>
                <a:lnTo>
                  <a:pt x="1433" y="21331"/>
                </a:lnTo>
                <a:lnTo>
                  <a:pt x="1514" y="21310"/>
                </a:lnTo>
                <a:lnTo>
                  <a:pt x="1615" y="21250"/>
                </a:lnTo>
                <a:lnTo>
                  <a:pt x="1716" y="21189"/>
                </a:lnTo>
                <a:lnTo>
                  <a:pt x="1796" y="21109"/>
                </a:lnTo>
                <a:lnTo>
                  <a:pt x="1897" y="21008"/>
                </a:lnTo>
                <a:lnTo>
                  <a:pt x="2059" y="20745"/>
                </a:lnTo>
                <a:lnTo>
                  <a:pt x="2119" y="20624"/>
                </a:lnTo>
                <a:lnTo>
                  <a:pt x="2180" y="20503"/>
                </a:lnTo>
                <a:lnTo>
                  <a:pt x="2260" y="20221"/>
                </a:lnTo>
                <a:lnTo>
                  <a:pt x="2301" y="19938"/>
                </a:lnTo>
                <a:lnTo>
                  <a:pt x="2341" y="19635"/>
                </a:lnTo>
                <a:lnTo>
                  <a:pt x="2422" y="19151"/>
                </a:lnTo>
                <a:lnTo>
                  <a:pt x="2462" y="18909"/>
                </a:lnTo>
                <a:lnTo>
                  <a:pt x="2543" y="18687"/>
                </a:lnTo>
                <a:lnTo>
                  <a:pt x="2725" y="18324"/>
                </a:lnTo>
                <a:lnTo>
                  <a:pt x="2926" y="17981"/>
                </a:lnTo>
                <a:lnTo>
                  <a:pt x="3169" y="17678"/>
                </a:lnTo>
                <a:lnTo>
                  <a:pt x="3411" y="17395"/>
                </a:lnTo>
                <a:lnTo>
                  <a:pt x="3673" y="17133"/>
                </a:lnTo>
                <a:lnTo>
                  <a:pt x="3935" y="16911"/>
                </a:lnTo>
                <a:lnTo>
                  <a:pt x="4198" y="16709"/>
                </a:lnTo>
                <a:lnTo>
                  <a:pt x="4440" y="16528"/>
                </a:lnTo>
                <a:lnTo>
                  <a:pt x="4904" y="16245"/>
                </a:lnTo>
                <a:lnTo>
                  <a:pt x="5388" y="15983"/>
                </a:lnTo>
                <a:lnTo>
                  <a:pt x="5913" y="15741"/>
                </a:lnTo>
                <a:lnTo>
                  <a:pt x="6418" y="15539"/>
                </a:lnTo>
                <a:lnTo>
                  <a:pt x="6962" y="15357"/>
                </a:lnTo>
                <a:lnTo>
                  <a:pt x="7487" y="15196"/>
                </a:lnTo>
                <a:lnTo>
                  <a:pt x="8032" y="15055"/>
                </a:lnTo>
                <a:lnTo>
                  <a:pt x="8557" y="14913"/>
                </a:lnTo>
                <a:lnTo>
                  <a:pt x="9404" y="14732"/>
                </a:lnTo>
                <a:lnTo>
                  <a:pt x="10272" y="14550"/>
                </a:lnTo>
                <a:lnTo>
                  <a:pt x="11119" y="14389"/>
                </a:lnTo>
                <a:lnTo>
                  <a:pt x="11987" y="14227"/>
                </a:lnTo>
                <a:lnTo>
                  <a:pt x="12835" y="14106"/>
                </a:lnTo>
                <a:lnTo>
                  <a:pt x="13703" y="13985"/>
                </a:lnTo>
                <a:lnTo>
                  <a:pt x="14550" y="13884"/>
                </a:lnTo>
                <a:lnTo>
                  <a:pt x="15398" y="13783"/>
                </a:lnTo>
                <a:lnTo>
                  <a:pt x="16265" y="13703"/>
                </a:lnTo>
                <a:lnTo>
                  <a:pt x="17113" y="13642"/>
                </a:lnTo>
                <a:lnTo>
                  <a:pt x="18808" y="13541"/>
                </a:lnTo>
                <a:lnTo>
                  <a:pt x="20483" y="13501"/>
                </a:lnTo>
                <a:lnTo>
                  <a:pt x="22138" y="13481"/>
                </a:lnTo>
                <a:lnTo>
                  <a:pt x="23772" y="13501"/>
                </a:lnTo>
                <a:lnTo>
                  <a:pt x="25387" y="13561"/>
                </a:lnTo>
                <a:lnTo>
                  <a:pt x="26981" y="13642"/>
                </a:lnTo>
                <a:lnTo>
                  <a:pt x="28515" y="13763"/>
                </a:lnTo>
                <a:lnTo>
                  <a:pt x="30028" y="13884"/>
                </a:lnTo>
                <a:lnTo>
                  <a:pt x="31501" y="14025"/>
                </a:lnTo>
                <a:lnTo>
                  <a:pt x="32934" y="14187"/>
                </a:lnTo>
                <a:lnTo>
                  <a:pt x="34306" y="14348"/>
                </a:lnTo>
                <a:lnTo>
                  <a:pt x="34831" y="14409"/>
                </a:lnTo>
                <a:lnTo>
                  <a:pt x="35356" y="14449"/>
                </a:lnTo>
                <a:lnTo>
                  <a:pt x="35860" y="14449"/>
                </a:lnTo>
                <a:lnTo>
                  <a:pt x="36123" y="14409"/>
                </a:lnTo>
                <a:lnTo>
                  <a:pt x="36385" y="14368"/>
                </a:lnTo>
                <a:lnTo>
                  <a:pt x="36647" y="14288"/>
                </a:lnTo>
                <a:lnTo>
                  <a:pt x="36910" y="14187"/>
                </a:lnTo>
                <a:lnTo>
                  <a:pt x="37152" y="14046"/>
                </a:lnTo>
                <a:lnTo>
                  <a:pt x="37374" y="13884"/>
                </a:lnTo>
                <a:lnTo>
                  <a:pt x="37555" y="13703"/>
                </a:lnTo>
                <a:lnTo>
                  <a:pt x="37717" y="13501"/>
                </a:lnTo>
                <a:lnTo>
                  <a:pt x="37838" y="13299"/>
                </a:lnTo>
                <a:lnTo>
                  <a:pt x="37919" y="13077"/>
                </a:lnTo>
                <a:lnTo>
                  <a:pt x="37959" y="12895"/>
                </a:lnTo>
                <a:lnTo>
                  <a:pt x="37979" y="12694"/>
                </a:lnTo>
                <a:lnTo>
                  <a:pt x="37979" y="12492"/>
                </a:lnTo>
                <a:lnTo>
                  <a:pt x="37939" y="12290"/>
                </a:lnTo>
                <a:lnTo>
                  <a:pt x="37898" y="12068"/>
                </a:lnTo>
                <a:lnTo>
                  <a:pt x="37818" y="11826"/>
                </a:lnTo>
                <a:lnTo>
                  <a:pt x="37737" y="11604"/>
                </a:lnTo>
                <a:lnTo>
                  <a:pt x="37616" y="11341"/>
                </a:lnTo>
                <a:lnTo>
                  <a:pt x="37414" y="10998"/>
                </a:lnTo>
                <a:lnTo>
                  <a:pt x="37212" y="10655"/>
                </a:lnTo>
                <a:lnTo>
                  <a:pt x="36970" y="10312"/>
                </a:lnTo>
                <a:lnTo>
                  <a:pt x="36708" y="9969"/>
                </a:lnTo>
                <a:lnTo>
                  <a:pt x="36405" y="9626"/>
                </a:lnTo>
                <a:lnTo>
                  <a:pt x="36062" y="9283"/>
                </a:lnTo>
                <a:lnTo>
                  <a:pt x="35699" y="8920"/>
                </a:lnTo>
                <a:lnTo>
                  <a:pt x="35315" y="8577"/>
                </a:lnTo>
                <a:lnTo>
                  <a:pt x="34569" y="7931"/>
                </a:lnTo>
                <a:lnTo>
                  <a:pt x="33782" y="7346"/>
                </a:lnTo>
                <a:lnTo>
                  <a:pt x="32995" y="6781"/>
                </a:lnTo>
                <a:lnTo>
                  <a:pt x="32187" y="6256"/>
                </a:lnTo>
                <a:lnTo>
                  <a:pt x="31360" y="5772"/>
                </a:lnTo>
                <a:lnTo>
                  <a:pt x="30512" y="5308"/>
                </a:lnTo>
                <a:lnTo>
                  <a:pt x="29665" y="4864"/>
                </a:lnTo>
                <a:lnTo>
                  <a:pt x="28797" y="4460"/>
                </a:lnTo>
                <a:lnTo>
                  <a:pt x="27929" y="4077"/>
                </a:lnTo>
                <a:lnTo>
                  <a:pt x="27062" y="3734"/>
                </a:lnTo>
                <a:lnTo>
                  <a:pt x="26194" y="3390"/>
                </a:lnTo>
                <a:lnTo>
                  <a:pt x="25306" y="3088"/>
                </a:lnTo>
                <a:lnTo>
                  <a:pt x="24458" y="2785"/>
                </a:lnTo>
                <a:lnTo>
                  <a:pt x="23591" y="2503"/>
                </a:lnTo>
                <a:lnTo>
                  <a:pt x="21896" y="1998"/>
                </a:lnTo>
                <a:lnTo>
                  <a:pt x="20685" y="1635"/>
                </a:lnTo>
                <a:lnTo>
                  <a:pt x="19494" y="1332"/>
                </a:lnTo>
                <a:lnTo>
                  <a:pt x="18364" y="1050"/>
                </a:lnTo>
                <a:lnTo>
                  <a:pt x="17295" y="807"/>
                </a:lnTo>
                <a:lnTo>
                  <a:pt x="16245" y="585"/>
                </a:lnTo>
                <a:lnTo>
                  <a:pt x="15236" y="404"/>
                </a:lnTo>
                <a:lnTo>
                  <a:pt x="14268" y="263"/>
                </a:lnTo>
                <a:lnTo>
                  <a:pt x="13299" y="162"/>
                </a:lnTo>
                <a:lnTo>
                  <a:pt x="12128" y="61"/>
                </a:lnTo>
                <a:lnTo>
                  <a:pt x="10978" y="0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45" name="Google Shape;1145;p15"/>
          <p:cNvSpPr/>
          <p:nvPr/>
        </p:nvSpPr>
        <p:spPr>
          <a:xfrm flipH="1" rot="10238554">
            <a:off x="3859382" y="-661161"/>
            <a:ext cx="1884159" cy="733437"/>
          </a:xfrm>
          <a:custGeom>
            <a:rect b="b" l="l" r="r" t="t"/>
            <a:pathLst>
              <a:path extrusionOk="0" h="13119" w="33702">
                <a:moveTo>
                  <a:pt x="8436" y="82"/>
                </a:moveTo>
                <a:lnTo>
                  <a:pt x="9041" y="102"/>
                </a:lnTo>
                <a:lnTo>
                  <a:pt x="9667" y="142"/>
                </a:lnTo>
                <a:lnTo>
                  <a:pt x="10312" y="183"/>
                </a:lnTo>
                <a:lnTo>
                  <a:pt x="10978" y="263"/>
                </a:lnTo>
                <a:lnTo>
                  <a:pt x="12532" y="465"/>
                </a:lnTo>
                <a:lnTo>
                  <a:pt x="14005" y="707"/>
                </a:lnTo>
                <a:lnTo>
                  <a:pt x="15398" y="949"/>
                </a:lnTo>
                <a:lnTo>
                  <a:pt x="16689" y="1192"/>
                </a:lnTo>
                <a:lnTo>
                  <a:pt x="17900" y="1454"/>
                </a:lnTo>
                <a:lnTo>
                  <a:pt x="19030" y="1716"/>
                </a:lnTo>
                <a:lnTo>
                  <a:pt x="20080" y="1979"/>
                </a:lnTo>
                <a:lnTo>
                  <a:pt x="21048" y="2241"/>
                </a:lnTo>
                <a:lnTo>
                  <a:pt x="21956" y="2523"/>
                </a:lnTo>
                <a:lnTo>
                  <a:pt x="22804" y="2786"/>
                </a:lnTo>
                <a:lnTo>
                  <a:pt x="23571" y="3068"/>
                </a:lnTo>
                <a:lnTo>
                  <a:pt x="24277" y="3331"/>
                </a:lnTo>
                <a:lnTo>
                  <a:pt x="24943" y="3593"/>
                </a:lnTo>
                <a:lnTo>
                  <a:pt x="25548" y="3835"/>
                </a:lnTo>
                <a:lnTo>
                  <a:pt x="26598" y="4320"/>
                </a:lnTo>
                <a:lnTo>
                  <a:pt x="27607" y="4824"/>
                </a:lnTo>
                <a:lnTo>
                  <a:pt x="28071" y="5066"/>
                </a:lnTo>
                <a:lnTo>
                  <a:pt x="28535" y="5329"/>
                </a:lnTo>
                <a:lnTo>
                  <a:pt x="28999" y="5611"/>
                </a:lnTo>
                <a:lnTo>
                  <a:pt x="29423" y="5894"/>
                </a:lnTo>
                <a:lnTo>
                  <a:pt x="29847" y="6176"/>
                </a:lnTo>
                <a:lnTo>
                  <a:pt x="30271" y="6459"/>
                </a:lnTo>
                <a:lnTo>
                  <a:pt x="30654" y="6761"/>
                </a:lnTo>
                <a:lnTo>
                  <a:pt x="31058" y="7064"/>
                </a:lnTo>
                <a:lnTo>
                  <a:pt x="31421" y="7367"/>
                </a:lnTo>
                <a:lnTo>
                  <a:pt x="31784" y="7690"/>
                </a:lnTo>
                <a:lnTo>
                  <a:pt x="32127" y="8012"/>
                </a:lnTo>
                <a:lnTo>
                  <a:pt x="32450" y="8335"/>
                </a:lnTo>
                <a:lnTo>
                  <a:pt x="32773" y="8678"/>
                </a:lnTo>
                <a:lnTo>
                  <a:pt x="33076" y="9021"/>
                </a:lnTo>
                <a:lnTo>
                  <a:pt x="33237" y="9223"/>
                </a:lnTo>
                <a:lnTo>
                  <a:pt x="33378" y="9425"/>
                </a:lnTo>
                <a:lnTo>
                  <a:pt x="33520" y="9667"/>
                </a:lnTo>
                <a:lnTo>
                  <a:pt x="33560" y="9788"/>
                </a:lnTo>
                <a:lnTo>
                  <a:pt x="33600" y="9909"/>
                </a:lnTo>
                <a:lnTo>
                  <a:pt x="33620" y="10030"/>
                </a:lnTo>
                <a:lnTo>
                  <a:pt x="33620" y="10172"/>
                </a:lnTo>
                <a:lnTo>
                  <a:pt x="33600" y="10293"/>
                </a:lnTo>
                <a:lnTo>
                  <a:pt x="33580" y="10414"/>
                </a:lnTo>
                <a:lnTo>
                  <a:pt x="33520" y="10535"/>
                </a:lnTo>
                <a:lnTo>
                  <a:pt x="33459" y="10636"/>
                </a:lnTo>
                <a:lnTo>
                  <a:pt x="33378" y="10737"/>
                </a:lnTo>
                <a:lnTo>
                  <a:pt x="33257" y="10797"/>
                </a:lnTo>
                <a:lnTo>
                  <a:pt x="33176" y="10838"/>
                </a:lnTo>
                <a:lnTo>
                  <a:pt x="33096" y="10858"/>
                </a:lnTo>
                <a:lnTo>
                  <a:pt x="32894" y="10878"/>
                </a:lnTo>
                <a:lnTo>
                  <a:pt x="32692" y="10858"/>
                </a:lnTo>
                <a:lnTo>
                  <a:pt x="32470" y="10817"/>
                </a:lnTo>
                <a:lnTo>
                  <a:pt x="29019" y="10152"/>
                </a:lnTo>
                <a:lnTo>
                  <a:pt x="26840" y="9748"/>
                </a:lnTo>
                <a:lnTo>
                  <a:pt x="25750" y="9566"/>
                </a:lnTo>
                <a:lnTo>
                  <a:pt x="24640" y="9385"/>
                </a:lnTo>
                <a:lnTo>
                  <a:pt x="23551" y="9223"/>
                </a:lnTo>
                <a:lnTo>
                  <a:pt x="22420" y="9102"/>
                </a:lnTo>
                <a:lnTo>
                  <a:pt x="21311" y="9021"/>
                </a:lnTo>
                <a:lnTo>
                  <a:pt x="20201" y="8981"/>
                </a:lnTo>
                <a:lnTo>
                  <a:pt x="19071" y="8961"/>
                </a:lnTo>
                <a:lnTo>
                  <a:pt x="17941" y="9021"/>
                </a:lnTo>
                <a:lnTo>
                  <a:pt x="16831" y="9102"/>
                </a:lnTo>
                <a:lnTo>
                  <a:pt x="15721" y="9223"/>
                </a:lnTo>
                <a:lnTo>
                  <a:pt x="14591" y="9385"/>
                </a:lnTo>
                <a:lnTo>
                  <a:pt x="13501" y="9566"/>
                </a:lnTo>
                <a:lnTo>
                  <a:pt x="12391" y="9788"/>
                </a:lnTo>
                <a:lnTo>
                  <a:pt x="11281" y="10051"/>
                </a:lnTo>
                <a:lnTo>
                  <a:pt x="10191" y="10313"/>
                </a:lnTo>
                <a:lnTo>
                  <a:pt x="9081" y="10596"/>
                </a:lnTo>
                <a:lnTo>
                  <a:pt x="7992" y="10918"/>
                </a:lnTo>
                <a:lnTo>
                  <a:pt x="6922" y="11241"/>
                </a:lnTo>
                <a:lnTo>
                  <a:pt x="4763" y="11907"/>
                </a:lnTo>
                <a:lnTo>
                  <a:pt x="2604" y="12593"/>
                </a:lnTo>
                <a:lnTo>
                  <a:pt x="1595" y="12936"/>
                </a:lnTo>
                <a:lnTo>
                  <a:pt x="1433" y="12977"/>
                </a:lnTo>
                <a:lnTo>
                  <a:pt x="1231" y="13017"/>
                </a:lnTo>
                <a:lnTo>
                  <a:pt x="1050" y="13037"/>
                </a:lnTo>
                <a:lnTo>
                  <a:pt x="949" y="13037"/>
                </a:lnTo>
                <a:lnTo>
                  <a:pt x="868" y="13017"/>
                </a:lnTo>
                <a:lnTo>
                  <a:pt x="767" y="12997"/>
                </a:lnTo>
                <a:lnTo>
                  <a:pt x="687" y="12957"/>
                </a:lnTo>
                <a:lnTo>
                  <a:pt x="606" y="12896"/>
                </a:lnTo>
                <a:lnTo>
                  <a:pt x="525" y="12835"/>
                </a:lnTo>
                <a:lnTo>
                  <a:pt x="404" y="12674"/>
                </a:lnTo>
                <a:lnTo>
                  <a:pt x="323" y="12492"/>
                </a:lnTo>
                <a:lnTo>
                  <a:pt x="243" y="12291"/>
                </a:lnTo>
                <a:lnTo>
                  <a:pt x="202" y="12089"/>
                </a:lnTo>
                <a:lnTo>
                  <a:pt x="162" y="11867"/>
                </a:lnTo>
                <a:lnTo>
                  <a:pt x="142" y="11665"/>
                </a:lnTo>
                <a:lnTo>
                  <a:pt x="101" y="10838"/>
                </a:lnTo>
                <a:lnTo>
                  <a:pt x="81" y="9990"/>
                </a:lnTo>
                <a:lnTo>
                  <a:pt x="101" y="9163"/>
                </a:lnTo>
                <a:lnTo>
                  <a:pt x="142" y="8315"/>
                </a:lnTo>
                <a:lnTo>
                  <a:pt x="202" y="7488"/>
                </a:lnTo>
                <a:lnTo>
                  <a:pt x="283" y="6660"/>
                </a:lnTo>
                <a:lnTo>
                  <a:pt x="404" y="5833"/>
                </a:lnTo>
                <a:lnTo>
                  <a:pt x="545" y="5006"/>
                </a:lnTo>
                <a:lnTo>
                  <a:pt x="666" y="4441"/>
                </a:lnTo>
                <a:lnTo>
                  <a:pt x="808" y="3896"/>
                </a:lnTo>
                <a:lnTo>
                  <a:pt x="909" y="3654"/>
                </a:lnTo>
                <a:lnTo>
                  <a:pt x="989" y="3411"/>
                </a:lnTo>
                <a:lnTo>
                  <a:pt x="1110" y="3189"/>
                </a:lnTo>
                <a:lnTo>
                  <a:pt x="1231" y="2967"/>
                </a:lnTo>
                <a:lnTo>
                  <a:pt x="1413" y="2685"/>
                </a:lnTo>
                <a:lnTo>
                  <a:pt x="1635" y="2402"/>
                </a:lnTo>
                <a:lnTo>
                  <a:pt x="1877" y="2140"/>
                </a:lnTo>
                <a:lnTo>
                  <a:pt x="2160" y="1898"/>
                </a:lnTo>
                <a:lnTo>
                  <a:pt x="2462" y="1656"/>
                </a:lnTo>
                <a:lnTo>
                  <a:pt x="2805" y="1434"/>
                </a:lnTo>
                <a:lnTo>
                  <a:pt x="3189" y="1232"/>
                </a:lnTo>
                <a:lnTo>
                  <a:pt x="3572" y="1030"/>
                </a:lnTo>
                <a:lnTo>
                  <a:pt x="4117" y="808"/>
                </a:lnTo>
                <a:lnTo>
                  <a:pt x="4662" y="627"/>
                </a:lnTo>
                <a:lnTo>
                  <a:pt x="5227" y="465"/>
                </a:lnTo>
                <a:lnTo>
                  <a:pt x="5832" y="324"/>
                </a:lnTo>
                <a:lnTo>
                  <a:pt x="6438" y="223"/>
                </a:lnTo>
                <a:lnTo>
                  <a:pt x="7084" y="142"/>
                </a:lnTo>
                <a:lnTo>
                  <a:pt x="7750" y="102"/>
                </a:lnTo>
                <a:lnTo>
                  <a:pt x="8436" y="82"/>
                </a:lnTo>
                <a:close/>
                <a:moveTo>
                  <a:pt x="8335" y="1"/>
                </a:moveTo>
                <a:lnTo>
                  <a:pt x="7830" y="21"/>
                </a:lnTo>
                <a:lnTo>
                  <a:pt x="7346" y="41"/>
                </a:lnTo>
                <a:lnTo>
                  <a:pt x="6882" y="82"/>
                </a:lnTo>
                <a:lnTo>
                  <a:pt x="6438" y="142"/>
                </a:lnTo>
                <a:lnTo>
                  <a:pt x="5974" y="223"/>
                </a:lnTo>
                <a:lnTo>
                  <a:pt x="5550" y="304"/>
                </a:lnTo>
                <a:lnTo>
                  <a:pt x="5126" y="405"/>
                </a:lnTo>
                <a:lnTo>
                  <a:pt x="4723" y="526"/>
                </a:lnTo>
                <a:lnTo>
                  <a:pt x="4319" y="647"/>
                </a:lnTo>
                <a:lnTo>
                  <a:pt x="3915" y="808"/>
                </a:lnTo>
                <a:lnTo>
                  <a:pt x="3552" y="970"/>
                </a:lnTo>
                <a:lnTo>
                  <a:pt x="3149" y="1151"/>
                </a:lnTo>
                <a:lnTo>
                  <a:pt x="2765" y="1373"/>
                </a:lnTo>
                <a:lnTo>
                  <a:pt x="2422" y="1595"/>
                </a:lnTo>
                <a:lnTo>
                  <a:pt x="2099" y="1837"/>
                </a:lnTo>
                <a:lnTo>
                  <a:pt x="1817" y="2080"/>
                </a:lnTo>
                <a:lnTo>
                  <a:pt x="1575" y="2362"/>
                </a:lnTo>
                <a:lnTo>
                  <a:pt x="1353" y="2624"/>
                </a:lnTo>
                <a:lnTo>
                  <a:pt x="1151" y="2927"/>
                </a:lnTo>
                <a:lnTo>
                  <a:pt x="1030" y="3169"/>
                </a:lnTo>
                <a:lnTo>
                  <a:pt x="909" y="3432"/>
                </a:lnTo>
                <a:lnTo>
                  <a:pt x="808" y="3694"/>
                </a:lnTo>
                <a:lnTo>
                  <a:pt x="707" y="3956"/>
                </a:lnTo>
                <a:lnTo>
                  <a:pt x="586" y="4481"/>
                </a:lnTo>
                <a:lnTo>
                  <a:pt x="465" y="4985"/>
                </a:lnTo>
                <a:lnTo>
                  <a:pt x="323" y="5813"/>
                </a:lnTo>
                <a:lnTo>
                  <a:pt x="222" y="6660"/>
                </a:lnTo>
                <a:lnTo>
                  <a:pt x="122" y="7488"/>
                </a:lnTo>
                <a:lnTo>
                  <a:pt x="61" y="8315"/>
                </a:lnTo>
                <a:lnTo>
                  <a:pt x="21" y="9163"/>
                </a:lnTo>
                <a:lnTo>
                  <a:pt x="0" y="9990"/>
                </a:lnTo>
                <a:lnTo>
                  <a:pt x="21" y="10838"/>
                </a:lnTo>
                <a:lnTo>
                  <a:pt x="61" y="11665"/>
                </a:lnTo>
                <a:lnTo>
                  <a:pt x="101" y="11968"/>
                </a:lnTo>
                <a:lnTo>
                  <a:pt x="142" y="12230"/>
                </a:lnTo>
                <a:lnTo>
                  <a:pt x="222" y="12452"/>
                </a:lnTo>
                <a:lnTo>
                  <a:pt x="303" y="12654"/>
                </a:lnTo>
                <a:lnTo>
                  <a:pt x="404" y="12815"/>
                </a:lnTo>
                <a:lnTo>
                  <a:pt x="545" y="12936"/>
                </a:lnTo>
                <a:lnTo>
                  <a:pt x="687" y="13037"/>
                </a:lnTo>
                <a:lnTo>
                  <a:pt x="848" y="13098"/>
                </a:lnTo>
                <a:lnTo>
                  <a:pt x="949" y="13118"/>
                </a:lnTo>
                <a:lnTo>
                  <a:pt x="1191" y="13118"/>
                </a:lnTo>
                <a:lnTo>
                  <a:pt x="1353" y="13078"/>
                </a:lnTo>
                <a:lnTo>
                  <a:pt x="1615" y="12997"/>
                </a:lnTo>
                <a:lnTo>
                  <a:pt x="2644" y="12674"/>
                </a:lnTo>
                <a:lnTo>
                  <a:pt x="4783" y="11988"/>
                </a:lnTo>
                <a:lnTo>
                  <a:pt x="6942" y="11302"/>
                </a:lnTo>
                <a:lnTo>
                  <a:pt x="8012" y="10999"/>
                </a:lnTo>
                <a:lnTo>
                  <a:pt x="9102" y="10676"/>
                </a:lnTo>
                <a:lnTo>
                  <a:pt x="10191" y="10394"/>
                </a:lnTo>
                <a:lnTo>
                  <a:pt x="11301" y="10131"/>
                </a:lnTo>
                <a:lnTo>
                  <a:pt x="12391" y="9869"/>
                </a:lnTo>
                <a:lnTo>
                  <a:pt x="13501" y="9647"/>
                </a:lnTo>
                <a:lnTo>
                  <a:pt x="14611" y="9465"/>
                </a:lnTo>
                <a:lnTo>
                  <a:pt x="15721" y="9304"/>
                </a:lnTo>
                <a:lnTo>
                  <a:pt x="16831" y="9183"/>
                </a:lnTo>
                <a:lnTo>
                  <a:pt x="17961" y="9102"/>
                </a:lnTo>
                <a:lnTo>
                  <a:pt x="19071" y="9042"/>
                </a:lnTo>
                <a:lnTo>
                  <a:pt x="20201" y="9062"/>
                </a:lnTo>
                <a:lnTo>
                  <a:pt x="21311" y="9102"/>
                </a:lnTo>
                <a:lnTo>
                  <a:pt x="22420" y="9183"/>
                </a:lnTo>
                <a:lnTo>
                  <a:pt x="23530" y="9304"/>
                </a:lnTo>
                <a:lnTo>
                  <a:pt x="24640" y="9465"/>
                </a:lnTo>
                <a:lnTo>
                  <a:pt x="25750" y="9647"/>
                </a:lnTo>
                <a:lnTo>
                  <a:pt x="26840" y="9829"/>
                </a:lnTo>
                <a:lnTo>
                  <a:pt x="28999" y="10232"/>
                </a:lnTo>
                <a:lnTo>
                  <a:pt x="32470" y="10898"/>
                </a:lnTo>
                <a:lnTo>
                  <a:pt x="32692" y="10939"/>
                </a:lnTo>
                <a:lnTo>
                  <a:pt x="32894" y="10959"/>
                </a:lnTo>
                <a:lnTo>
                  <a:pt x="33116" y="10939"/>
                </a:lnTo>
                <a:lnTo>
                  <a:pt x="33197" y="10918"/>
                </a:lnTo>
                <a:lnTo>
                  <a:pt x="33298" y="10878"/>
                </a:lnTo>
                <a:lnTo>
                  <a:pt x="33419" y="10797"/>
                </a:lnTo>
                <a:lnTo>
                  <a:pt x="33520" y="10696"/>
                </a:lnTo>
                <a:lnTo>
                  <a:pt x="33600" y="10575"/>
                </a:lnTo>
                <a:lnTo>
                  <a:pt x="33661" y="10454"/>
                </a:lnTo>
                <a:lnTo>
                  <a:pt x="33681" y="10313"/>
                </a:lnTo>
                <a:lnTo>
                  <a:pt x="33701" y="10172"/>
                </a:lnTo>
                <a:lnTo>
                  <a:pt x="33701" y="10030"/>
                </a:lnTo>
                <a:lnTo>
                  <a:pt x="33681" y="9889"/>
                </a:lnTo>
                <a:lnTo>
                  <a:pt x="33641" y="9768"/>
                </a:lnTo>
                <a:lnTo>
                  <a:pt x="33600" y="9627"/>
                </a:lnTo>
                <a:lnTo>
                  <a:pt x="33459" y="9385"/>
                </a:lnTo>
                <a:lnTo>
                  <a:pt x="33298" y="9163"/>
                </a:lnTo>
                <a:lnTo>
                  <a:pt x="33136" y="8961"/>
                </a:lnTo>
                <a:lnTo>
                  <a:pt x="32833" y="8618"/>
                </a:lnTo>
                <a:lnTo>
                  <a:pt x="32511" y="8275"/>
                </a:lnTo>
                <a:lnTo>
                  <a:pt x="32188" y="7952"/>
                </a:lnTo>
                <a:lnTo>
                  <a:pt x="31824" y="7629"/>
                </a:lnTo>
                <a:lnTo>
                  <a:pt x="31481" y="7306"/>
                </a:lnTo>
                <a:lnTo>
                  <a:pt x="31098" y="7003"/>
                </a:lnTo>
                <a:lnTo>
                  <a:pt x="30714" y="6701"/>
                </a:lnTo>
                <a:lnTo>
                  <a:pt x="30311" y="6398"/>
                </a:lnTo>
                <a:lnTo>
                  <a:pt x="29907" y="6095"/>
                </a:lnTo>
                <a:lnTo>
                  <a:pt x="29483" y="5813"/>
                </a:lnTo>
                <a:lnTo>
                  <a:pt x="29040" y="5530"/>
                </a:lnTo>
                <a:lnTo>
                  <a:pt x="28575" y="5268"/>
                </a:lnTo>
                <a:lnTo>
                  <a:pt x="28111" y="5006"/>
                </a:lnTo>
                <a:lnTo>
                  <a:pt x="27627" y="4743"/>
                </a:lnTo>
                <a:lnTo>
                  <a:pt x="26638" y="4259"/>
                </a:lnTo>
                <a:lnTo>
                  <a:pt x="25569" y="3775"/>
                </a:lnTo>
                <a:lnTo>
                  <a:pt x="24963" y="3512"/>
                </a:lnTo>
                <a:lnTo>
                  <a:pt x="24317" y="3250"/>
                </a:lnTo>
                <a:lnTo>
                  <a:pt x="23591" y="2988"/>
                </a:lnTo>
                <a:lnTo>
                  <a:pt x="22824" y="2725"/>
                </a:lnTo>
                <a:lnTo>
                  <a:pt x="21977" y="2443"/>
                </a:lnTo>
                <a:lnTo>
                  <a:pt x="21068" y="2180"/>
                </a:lnTo>
                <a:lnTo>
                  <a:pt x="20100" y="1898"/>
                </a:lnTo>
                <a:lnTo>
                  <a:pt x="19050" y="1636"/>
                </a:lnTo>
                <a:lnTo>
                  <a:pt x="17920" y="1373"/>
                </a:lnTo>
                <a:lnTo>
                  <a:pt x="16710" y="1111"/>
                </a:lnTo>
                <a:lnTo>
                  <a:pt x="15398" y="869"/>
                </a:lnTo>
                <a:lnTo>
                  <a:pt x="14026" y="627"/>
                </a:lnTo>
                <a:lnTo>
                  <a:pt x="12552" y="405"/>
                </a:lnTo>
                <a:lnTo>
                  <a:pt x="10978" y="183"/>
                </a:lnTo>
                <a:lnTo>
                  <a:pt x="10413" y="122"/>
                </a:lnTo>
                <a:lnTo>
                  <a:pt x="9889" y="62"/>
                </a:lnTo>
                <a:lnTo>
                  <a:pt x="9344" y="41"/>
                </a:lnTo>
                <a:lnTo>
                  <a:pt x="8839" y="21"/>
                </a:lnTo>
                <a:lnTo>
                  <a:pt x="8335" y="1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 2">
  <p:cSld name="CUSTOM_10_1">
    <p:spTree>
      <p:nvGrpSpPr>
        <p:cNvPr id="1146" name="Shape 1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7" name="Google Shape;1147;p16"/>
          <p:cNvSpPr txBox="1"/>
          <p:nvPr>
            <p:ph type="title"/>
          </p:nvPr>
        </p:nvSpPr>
        <p:spPr>
          <a:xfrm>
            <a:off x="1140488" y="2132184"/>
            <a:ext cx="5622300" cy="411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r">
              <a:spcBef>
                <a:spcPts val="0"/>
              </a:spcBef>
              <a:spcAft>
                <a:spcPts val="0"/>
              </a:spcAft>
              <a:buSzPts val="3600"/>
              <a:buNone/>
              <a:defRPr sz="45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148" name="Google Shape;1148;p16"/>
          <p:cNvSpPr txBox="1"/>
          <p:nvPr>
            <p:ph idx="1" type="subTitle"/>
          </p:nvPr>
        </p:nvSpPr>
        <p:spPr>
          <a:xfrm>
            <a:off x="1139288" y="2828316"/>
            <a:ext cx="5623500" cy="183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r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9pPr>
          </a:lstStyle>
          <a:p/>
        </p:txBody>
      </p:sp>
      <p:sp>
        <p:nvSpPr>
          <p:cNvPr id="1149" name="Google Shape;1149;p16"/>
          <p:cNvSpPr txBox="1"/>
          <p:nvPr>
            <p:ph hasCustomPrompt="1" idx="2" type="title"/>
          </p:nvPr>
        </p:nvSpPr>
        <p:spPr>
          <a:xfrm>
            <a:off x="6916613" y="2334000"/>
            <a:ext cx="1088100" cy="475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4500">
                <a:solidFill>
                  <a:schemeClr val="lt1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6000"/>
              <a:buNone/>
              <a:defRPr sz="6000">
                <a:solidFill>
                  <a:schemeClr val="dk2"/>
                </a:solidFill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6000"/>
              <a:buNone/>
              <a:defRPr sz="6000">
                <a:solidFill>
                  <a:schemeClr val="dk2"/>
                </a:solidFill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6000"/>
              <a:buNone/>
              <a:defRPr sz="6000">
                <a:solidFill>
                  <a:schemeClr val="dk2"/>
                </a:solidFill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6000"/>
              <a:buNone/>
              <a:defRPr sz="6000">
                <a:solidFill>
                  <a:schemeClr val="dk2"/>
                </a:solidFill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6000"/>
              <a:buNone/>
              <a:defRPr sz="6000">
                <a:solidFill>
                  <a:schemeClr val="dk2"/>
                </a:solidFill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6000"/>
              <a:buNone/>
              <a:defRPr sz="6000">
                <a:solidFill>
                  <a:schemeClr val="dk2"/>
                </a:solidFill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6000"/>
              <a:buNone/>
              <a:defRPr sz="6000">
                <a:solidFill>
                  <a:schemeClr val="dk2"/>
                </a:solidFill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6000"/>
              <a:buNone/>
              <a:defRPr sz="6000">
                <a:solidFill>
                  <a:schemeClr val="dk2"/>
                </a:solidFill>
              </a:defRPr>
            </a:lvl9pPr>
          </a:lstStyle>
          <a:p>
            <a:r>
              <a:t>xx%</a:t>
            </a:r>
          </a:p>
        </p:txBody>
      </p:sp>
      <p:grpSp>
        <p:nvGrpSpPr>
          <p:cNvPr id="1150" name="Google Shape;1150;p16"/>
          <p:cNvGrpSpPr/>
          <p:nvPr/>
        </p:nvGrpSpPr>
        <p:grpSpPr>
          <a:xfrm>
            <a:off x="2607452" y="3919366"/>
            <a:ext cx="1209708" cy="1147945"/>
            <a:chOff x="5235125" y="2636100"/>
            <a:chExt cx="796175" cy="755525"/>
          </a:xfrm>
        </p:grpSpPr>
        <p:sp>
          <p:nvSpPr>
            <p:cNvPr id="1151" name="Google Shape;1151;p16"/>
            <p:cNvSpPr/>
            <p:nvPr/>
          </p:nvSpPr>
          <p:spPr>
            <a:xfrm>
              <a:off x="5779275" y="2943825"/>
              <a:ext cx="35175" cy="33150"/>
            </a:xfrm>
            <a:custGeom>
              <a:rect b="b" l="l" r="r" t="t"/>
              <a:pathLst>
                <a:path extrusionOk="0" h="1326" w="1407">
                  <a:moveTo>
                    <a:pt x="724" y="1"/>
                  </a:moveTo>
                  <a:lnTo>
                    <a:pt x="1" y="683"/>
                  </a:lnTo>
                  <a:lnTo>
                    <a:pt x="21" y="724"/>
                  </a:lnTo>
                  <a:lnTo>
                    <a:pt x="61" y="744"/>
                  </a:lnTo>
                  <a:lnTo>
                    <a:pt x="181" y="784"/>
                  </a:lnTo>
                  <a:lnTo>
                    <a:pt x="322" y="824"/>
                  </a:lnTo>
                  <a:lnTo>
                    <a:pt x="382" y="864"/>
                  </a:lnTo>
                  <a:lnTo>
                    <a:pt x="422" y="884"/>
                  </a:lnTo>
                  <a:lnTo>
                    <a:pt x="503" y="1005"/>
                  </a:lnTo>
                  <a:lnTo>
                    <a:pt x="583" y="1105"/>
                  </a:lnTo>
                  <a:lnTo>
                    <a:pt x="704" y="1326"/>
                  </a:lnTo>
                  <a:lnTo>
                    <a:pt x="1406" y="623"/>
                  </a:lnTo>
                  <a:lnTo>
                    <a:pt x="724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52" name="Google Shape;1152;p16"/>
            <p:cNvSpPr/>
            <p:nvPr/>
          </p:nvSpPr>
          <p:spPr>
            <a:xfrm>
              <a:off x="5885700" y="3044725"/>
              <a:ext cx="37175" cy="34675"/>
            </a:xfrm>
            <a:custGeom>
              <a:rect b="b" l="l" r="r" t="t"/>
              <a:pathLst>
                <a:path extrusionOk="0" h="1387" w="1487">
                  <a:moveTo>
                    <a:pt x="764" y="1"/>
                  </a:moveTo>
                  <a:lnTo>
                    <a:pt x="663" y="222"/>
                  </a:lnTo>
                  <a:lnTo>
                    <a:pt x="603" y="322"/>
                  </a:lnTo>
                  <a:lnTo>
                    <a:pt x="543" y="402"/>
                  </a:lnTo>
                  <a:lnTo>
                    <a:pt x="422" y="483"/>
                  </a:lnTo>
                  <a:lnTo>
                    <a:pt x="302" y="543"/>
                  </a:lnTo>
                  <a:lnTo>
                    <a:pt x="1" y="703"/>
                  </a:lnTo>
                  <a:lnTo>
                    <a:pt x="262" y="824"/>
                  </a:lnTo>
                  <a:lnTo>
                    <a:pt x="483" y="985"/>
                  </a:lnTo>
                  <a:lnTo>
                    <a:pt x="583" y="1065"/>
                  </a:lnTo>
                  <a:lnTo>
                    <a:pt x="643" y="1165"/>
                  </a:lnTo>
                  <a:lnTo>
                    <a:pt x="723" y="1266"/>
                  </a:lnTo>
                  <a:lnTo>
                    <a:pt x="764" y="1386"/>
                  </a:lnTo>
                  <a:lnTo>
                    <a:pt x="1486" y="703"/>
                  </a:lnTo>
                  <a:lnTo>
                    <a:pt x="764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53" name="Google Shape;1153;p16"/>
            <p:cNvSpPr/>
            <p:nvPr/>
          </p:nvSpPr>
          <p:spPr>
            <a:xfrm>
              <a:off x="5562925" y="2636100"/>
              <a:ext cx="35675" cy="33175"/>
            </a:xfrm>
            <a:custGeom>
              <a:rect b="b" l="l" r="r" t="t"/>
              <a:pathLst>
                <a:path extrusionOk="0" h="1327" w="1427">
                  <a:moveTo>
                    <a:pt x="723" y="1"/>
                  </a:moveTo>
                  <a:lnTo>
                    <a:pt x="1" y="684"/>
                  </a:lnTo>
                  <a:lnTo>
                    <a:pt x="221" y="784"/>
                  </a:lnTo>
                  <a:lnTo>
                    <a:pt x="322" y="824"/>
                  </a:lnTo>
                  <a:lnTo>
                    <a:pt x="422" y="884"/>
                  </a:lnTo>
                  <a:lnTo>
                    <a:pt x="502" y="1005"/>
                  </a:lnTo>
                  <a:lnTo>
                    <a:pt x="583" y="1105"/>
                  </a:lnTo>
                  <a:lnTo>
                    <a:pt x="723" y="1326"/>
                  </a:lnTo>
                  <a:lnTo>
                    <a:pt x="1426" y="643"/>
                  </a:lnTo>
                  <a:lnTo>
                    <a:pt x="723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54" name="Google Shape;1154;p16"/>
            <p:cNvSpPr/>
            <p:nvPr/>
          </p:nvSpPr>
          <p:spPr>
            <a:xfrm>
              <a:off x="5672850" y="2636100"/>
              <a:ext cx="33175" cy="32175"/>
            </a:xfrm>
            <a:custGeom>
              <a:rect b="b" l="l" r="r" t="t"/>
              <a:pathLst>
                <a:path extrusionOk="0" h="1287" w="1327">
                  <a:moveTo>
                    <a:pt x="664" y="1"/>
                  </a:moveTo>
                  <a:lnTo>
                    <a:pt x="1" y="664"/>
                  </a:lnTo>
                  <a:lnTo>
                    <a:pt x="664" y="1286"/>
                  </a:lnTo>
                  <a:lnTo>
                    <a:pt x="1326" y="623"/>
                  </a:lnTo>
                  <a:lnTo>
                    <a:pt x="664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55" name="Google Shape;1155;p16"/>
            <p:cNvSpPr/>
            <p:nvPr/>
          </p:nvSpPr>
          <p:spPr>
            <a:xfrm>
              <a:off x="5886700" y="3351450"/>
              <a:ext cx="37675" cy="36675"/>
            </a:xfrm>
            <a:custGeom>
              <a:rect b="b" l="l" r="r" t="t"/>
              <a:pathLst>
                <a:path extrusionOk="0" h="1467" w="1507">
                  <a:moveTo>
                    <a:pt x="683" y="0"/>
                  </a:moveTo>
                  <a:lnTo>
                    <a:pt x="663" y="161"/>
                  </a:lnTo>
                  <a:lnTo>
                    <a:pt x="603" y="281"/>
                  </a:lnTo>
                  <a:lnTo>
                    <a:pt x="523" y="362"/>
                  </a:lnTo>
                  <a:lnTo>
                    <a:pt x="422" y="442"/>
                  </a:lnTo>
                  <a:lnTo>
                    <a:pt x="202" y="583"/>
                  </a:lnTo>
                  <a:lnTo>
                    <a:pt x="81" y="663"/>
                  </a:lnTo>
                  <a:lnTo>
                    <a:pt x="1" y="743"/>
                  </a:lnTo>
                  <a:lnTo>
                    <a:pt x="222" y="884"/>
                  </a:lnTo>
                  <a:lnTo>
                    <a:pt x="443" y="1004"/>
                  </a:lnTo>
                  <a:lnTo>
                    <a:pt x="523" y="1105"/>
                  </a:lnTo>
                  <a:lnTo>
                    <a:pt x="603" y="1205"/>
                  </a:lnTo>
                  <a:lnTo>
                    <a:pt x="663" y="1326"/>
                  </a:lnTo>
                  <a:lnTo>
                    <a:pt x="683" y="1466"/>
                  </a:lnTo>
                  <a:lnTo>
                    <a:pt x="764" y="1446"/>
                  </a:lnTo>
                  <a:lnTo>
                    <a:pt x="824" y="1406"/>
                  </a:lnTo>
                  <a:lnTo>
                    <a:pt x="864" y="1346"/>
                  </a:lnTo>
                  <a:lnTo>
                    <a:pt x="904" y="1285"/>
                  </a:lnTo>
                  <a:lnTo>
                    <a:pt x="965" y="1145"/>
                  </a:lnTo>
                  <a:lnTo>
                    <a:pt x="985" y="1085"/>
                  </a:lnTo>
                  <a:lnTo>
                    <a:pt x="1025" y="1044"/>
                  </a:lnTo>
                  <a:lnTo>
                    <a:pt x="1145" y="964"/>
                  </a:lnTo>
                  <a:lnTo>
                    <a:pt x="1266" y="884"/>
                  </a:lnTo>
                  <a:lnTo>
                    <a:pt x="1507" y="743"/>
                  </a:lnTo>
                  <a:lnTo>
                    <a:pt x="68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56" name="Google Shape;1156;p16"/>
            <p:cNvSpPr/>
            <p:nvPr/>
          </p:nvSpPr>
          <p:spPr>
            <a:xfrm>
              <a:off x="5563925" y="2738525"/>
              <a:ext cx="35675" cy="34150"/>
            </a:xfrm>
            <a:custGeom>
              <a:rect b="b" l="l" r="r" t="t"/>
              <a:pathLst>
                <a:path extrusionOk="0" h="1366" w="1427">
                  <a:moveTo>
                    <a:pt x="703" y="0"/>
                  </a:moveTo>
                  <a:lnTo>
                    <a:pt x="1" y="643"/>
                  </a:lnTo>
                  <a:lnTo>
                    <a:pt x="744" y="1366"/>
                  </a:lnTo>
                  <a:lnTo>
                    <a:pt x="784" y="1225"/>
                  </a:lnTo>
                  <a:lnTo>
                    <a:pt x="844" y="1125"/>
                  </a:lnTo>
                  <a:lnTo>
                    <a:pt x="924" y="1024"/>
                  </a:lnTo>
                  <a:lnTo>
                    <a:pt x="1005" y="944"/>
                  </a:lnTo>
                  <a:lnTo>
                    <a:pt x="1105" y="864"/>
                  </a:lnTo>
                  <a:lnTo>
                    <a:pt x="1205" y="803"/>
                  </a:lnTo>
                  <a:lnTo>
                    <a:pt x="1426" y="683"/>
                  </a:lnTo>
                  <a:lnTo>
                    <a:pt x="1346" y="582"/>
                  </a:lnTo>
                  <a:lnTo>
                    <a:pt x="1266" y="522"/>
                  </a:lnTo>
                  <a:lnTo>
                    <a:pt x="1045" y="402"/>
                  </a:lnTo>
                  <a:lnTo>
                    <a:pt x="964" y="342"/>
                  </a:lnTo>
                  <a:lnTo>
                    <a:pt x="884" y="281"/>
                  </a:lnTo>
                  <a:lnTo>
                    <a:pt x="824" y="181"/>
                  </a:lnTo>
                  <a:lnTo>
                    <a:pt x="804" y="40"/>
                  </a:lnTo>
                  <a:lnTo>
                    <a:pt x="784" y="20"/>
                  </a:lnTo>
                  <a:lnTo>
                    <a:pt x="744" y="20"/>
                  </a:lnTo>
                  <a:lnTo>
                    <a:pt x="70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57" name="Google Shape;1157;p16"/>
            <p:cNvSpPr/>
            <p:nvPr/>
          </p:nvSpPr>
          <p:spPr>
            <a:xfrm>
              <a:off x="5671350" y="2738025"/>
              <a:ext cx="35675" cy="35650"/>
            </a:xfrm>
            <a:custGeom>
              <a:rect b="b" l="l" r="r" t="t"/>
              <a:pathLst>
                <a:path extrusionOk="0" h="1426" w="1427">
                  <a:moveTo>
                    <a:pt x="724" y="0"/>
                  </a:moveTo>
                  <a:lnTo>
                    <a:pt x="1" y="703"/>
                  </a:lnTo>
                  <a:lnTo>
                    <a:pt x="121" y="743"/>
                  </a:lnTo>
                  <a:lnTo>
                    <a:pt x="242" y="823"/>
                  </a:lnTo>
                  <a:lnTo>
                    <a:pt x="342" y="884"/>
                  </a:lnTo>
                  <a:lnTo>
                    <a:pt x="422" y="984"/>
                  </a:lnTo>
                  <a:lnTo>
                    <a:pt x="603" y="1185"/>
                  </a:lnTo>
                  <a:lnTo>
                    <a:pt x="744" y="1426"/>
                  </a:lnTo>
                  <a:lnTo>
                    <a:pt x="844" y="1165"/>
                  </a:lnTo>
                  <a:lnTo>
                    <a:pt x="904" y="1064"/>
                  </a:lnTo>
                  <a:lnTo>
                    <a:pt x="964" y="984"/>
                  </a:lnTo>
                  <a:lnTo>
                    <a:pt x="1065" y="904"/>
                  </a:lnTo>
                  <a:lnTo>
                    <a:pt x="1185" y="823"/>
                  </a:lnTo>
                  <a:lnTo>
                    <a:pt x="1426" y="683"/>
                  </a:lnTo>
                  <a:lnTo>
                    <a:pt x="724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58" name="Google Shape;1158;p16"/>
            <p:cNvSpPr/>
            <p:nvPr/>
          </p:nvSpPr>
          <p:spPr>
            <a:xfrm>
              <a:off x="5780775" y="2738525"/>
              <a:ext cx="33675" cy="31150"/>
            </a:xfrm>
            <a:custGeom>
              <a:rect b="b" l="l" r="r" t="t"/>
              <a:pathLst>
                <a:path extrusionOk="0" h="1246" w="1347">
                  <a:moveTo>
                    <a:pt x="664" y="0"/>
                  </a:moveTo>
                  <a:lnTo>
                    <a:pt x="1" y="663"/>
                  </a:lnTo>
                  <a:lnTo>
                    <a:pt x="664" y="1245"/>
                  </a:lnTo>
                  <a:lnTo>
                    <a:pt x="1346" y="663"/>
                  </a:lnTo>
                  <a:lnTo>
                    <a:pt x="664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59" name="Google Shape;1159;p16"/>
            <p:cNvSpPr/>
            <p:nvPr/>
          </p:nvSpPr>
          <p:spPr>
            <a:xfrm>
              <a:off x="5777775" y="3352450"/>
              <a:ext cx="38175" cy="34150"/>
            </a:xfrm>
            <a:custGeom>
              <a:rect b="b" l="l" r="r" t="t"/>
              <a:pathLst>
                <a:path extrusionOk="0" h="1366" w="1527">
                  <a:moveTo>
                    <a:pt x="703" y="0"/>
                  </a:moveTo>
                  <a:lnTo>
                    <a:pt x="663" y="121"/>
                  </a:lnTo>
                  <a:lnTo>
                    <a:pt x="623" y="221"/>
                  </a:lnTo>
                  <a:lnTo>
                    <a:pt x="563" y="322"/>
                  </a:lnTo>
                  <a:lnTo>
                    <a:pt x="462" y="402"/>
                  </a:lnTo>
                  <a:lnTo>
                    <a:pt x="382" y="462"/>
                  </a:lnTo>
                  <a:lnTo>
                    <a:pt x="262" y="522"/>
                  </a:lnTo>
                  <a:lnTo>
                    <a:pt x="1" y="623"/>
                  </a:lnTo>
                  <a:lnTo>
                    <a:pt x="41" y="683"/>
                  </a:lnTo>
                  <a:lnTo>
                    <a:pt x="61" y="723"/>
                  </a:lnTo>
                  <a:lnTo>
                    <a:pt x="161" y="804"/>
                  </a:lnTo>
                  <a:lnTo>
                    <a:pt x="282" y="884"/>
                  </a:lnTo>
                  <a:lnTo>
                    <a:pt x="402" y="924"/>
                  </a:lnTo>
                  <a:lnTo>
                    <a:pt x="523" y="1004"/>
                  </a:lnTo>
                  <a:lnTo>
                    <a:pt x="623" y="1085"/>
                  </a:lnTo>
                  <a:lnTo>
                    <a:pt x="643" y="1125"/>
                  </a:lnTo>
                  <a:lnTo>
                    <a:pt x="683" y="1185"/>
                  </a:lnTo>
                  <a:lnTo>
                    <a:pt x="683" y="1265"/>
                  </a:lnTo>
                  <a:lnTo>
                    <a:pt x="683" y="1346"/>
                  </a:lnTo>
                  <a:lnTo>
                    <a:pt x="743" y="1366"/>
                  </a:lnTo>
                  <a:lnTo>
                    <a:pt x="784" y="1366"/>
                  </a:lnTo>
                  <a:lnTo>
                    <a:pt x="1527" y="663"/>
                  </a:lnTo>
                  <a:lnTo>
                    <a:pt x="1426" y="583"/>
                  </a:lnTo>
                  <a:lnTo>
                    <a:pt x="1326" y="543"/>
                  </a:lnTo>
                  <a:lnTo>
                    <a:pt x="1145" y="422"/>
                  </a:lnTo>
                  <a:lnTo>
                    <a:pt x="1045" y="362"/>
                  </a:lnTo>
                  <a:lnTo>
                    <a:pt x="984" y="261"/>
                  </a:lnTo>
                  <a:lnTo>
                    <a:pt x="924" y="161"/>
                  </a:lnTo>
                  <a:lnTo>
                    <a:pt x="904" y="41"/>
                  </a:lnTo>
                  <a:lnTo>
                    <a:pt x="864" y="21"/>
                  </a:lnTo>
                  <a:lnTo>
                    <a:pt x="824" y="21"/>
                  </a:lnTo>
                  <a:lnTo>
                    <a:pt x="70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60" name="Google Shape;1160;p16"/>
            <p:cNvSpPr/>
            <p:nvPr/>
          </p:nvSpPr>
          <p:spPr>
            <a:xfrm>
              <a:off x="5669350" y="3350450"/>
              <a:ext cx="40175" cy="39175"/>
            </a:xfrm>
            <a:custGeom>
              <a:rect b="b" l="l" r="r" t="t"/>
              <a:pathLst>
                <a:path extrusionOk="0" h="1567" w="1607">
                  <a:moveTo>
                    <a:pt x="864" y="0"/>
                  </a:moveTo>
                  <a:lnTo>
                    <a:pt x="783" y="20"/>
                  </a:lnTo>
                  <a:lnTo>
                    <a:pt x="723" y="60"/>
                  </a:lnTo>
                  <a:lnTo>
                    <a:pt x="683" y="121"/>
                  </a:lnTo>
                  <a:lnTo>
                    <a:pt x="663" y="181"/>
                  </a:lnTo>
                  <a:lnTo>
                    <a:pt x="623" y="321"/>
                  </a:lnTo>
                  <a:lnTo>
                    <a:pt x="583" y="382"/>
                  </a:lnTo>
                  <a:lnTo>
                    <a:pt x="542" y="422"/>
                  </a:lnTo>
                  <a:lnTo>
                    <a:pt x="422" y="522"/>
                  </a:lnTo>
                  <a:lnTo>
                    <a:pt x="281" y="602"/>
                  </a:lnTo>
                  <a:lnTo>
                    <a:pt x="0" y="763"/>
                  </a:lnTo>
                  <a:lnTo>
                    <a:pt x="201" y="763"/>
                  </a:lnTo>
                  <a:lnTo>
                    <a:pt x="281" y="803"/>
                  </a:lnTo>
                  <a:lnTo>
                    <a:pt x="362" y="823"/>
                  </a:lnTo>
                  <a:lnTo>
                    <a:pt x="402" y="884"/>
                  </a:lnTo>
                  <a:lnTo>
                    <a:pt x="462" y="944"/>
                  </a:lnTo>
                  <a:lnTo>
                    <a:pt x="542" y="1064"/>
                  </a:lnTo>
                  <a:lnTo>
                    <a:pt x="603" y="1225"/>
                  </a:lnTo>
                  <a:lnTo>
                    <a:pt x="703" y="1366"/>
                  </a:lnTo>
                  <a:lnTo>
                    <a:pt x="743" y="1426"/>
                  </a:lnTo>
                  <a:lnTo>
                    <a:pt x="804" y="1486"/>
                  </a:lnTo>
                  <a:lnTo>
                    <a:pt x="884" y="1526"/>
                  </a:lnTo>
                  <a:lnTo>
                    <a:pt x="964" y="1566"/>
                  </a:lnTo>
                  <a:lnTo>
                    <a:pt x="924" y="1466"/>
                  </a:lnTo>
                  <a:lnTo>
                    <a:pt x="924" y="1366"/>
                  </a:lnTo>
                  <a:lnTo>
                    <a:pt x="924" y="1285"/>
                  </a:lnTo>
                  <a:lnTo>
                    <a:pt x="944" y="1225"/>
                  </a:lnTo>
                  <a:lnTo>
                    <a:pt x="964" y="1165"/>
                  </a:lnTo>
                  <a:lnTo>
                    <a:pt x="1024" y="1104"/>
                  </a:lnTo>
                  <a:lnTo>
                    <a:pt x="1125" y="1024"/>
                  </a:lnTo>
                  <a:lnTo>
                    <a:pt x="1265" y="964"/>
                  </a:lnTo>
                  <a:lnTo>
                    <a:pt x="1406" y="884"/>
                  </a:lnTo>
                  <a:lnTo>
                    <a:pt x="1526" y="783"/>
                  </a:lnTo>
                  <a:lnTo>
                    <a:pt x="1567" y="723"/>
                  </a:lnTo>
                  <a:lnTo>
                    <a:pt x="1607" y="643"/>
                  </a:lnTo>
                  <a:lnTo>
                    <a:pt x="1446" y="643"/>
                  </a:lnTo>
                  <a:lnTo>
                    <a:pt x="1306" y="623"/>
                  </a:lnTo>
                  <a:lnTo>
                    <a:pt x="1205" y="562"/>
                  </a:lnTo>
                  <a:lnTo>
                    <a:pt x="1105" y="482"/>
                  </a:lnTo>
                  <a:lnTo>
                    <a:pt x="1024" y="382"/>
                  </a:lnTo>
                  <a:lnTo>
                    <a:pt x="964" y="261"/>
                  </a:lnTo>
                  <a:lnTo>
                    <a:pt x="864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61" name="Google Shape;1161;p16"/>
            <p:cNvSpPr/>
            <p:nvPr/>
          </p:nvSpPr>
          <p:spPr>
            <a:xfrm>
              <a:off x="5562425" y="3350950"/>
              <a:ext cx="41700" cy="38175"/>
            </a:xfrm>
            <a:custGeom>
              <a:rect b="b" l="l" r="r" t="t"/>
              <a:pathLst>
                <a:path extrusionOk="0" h="1527" w="1668">
                  <a:moveTo>
                    <a:pt x="683" y="0"/>
                  </a:moveTo>
                  <a:lnTo>
                    <a:pt x="543" y="281"/>
                  </a:lnTo>
                  <a:lnTo>
                    <a:pt x="462" y="402"/>
                  </a:lnTo>
                  <a:lnTo>
                    <a:pt x="382" y="502"/>
                  </a:lnTo>
                  <a:lnTo>
                    <a:pt x="322" y="542"/>
                  </a:lnTo>
                  <a:lnTo>
                    <a:pt x="261" y="562"/>
                  </a:lnTo>
                  <a:lnTo>
                    <a:pt x="141" y="582"/>
                  </a:lnTo>
                  <a:lnTo>
                    <a:pt x="81" y="603"/>
                  </a:lnTo>
                  <a:lnTo>
                    <a:pt x="21" y="623"/>
                  </a:lnTo>
                  <a:lnTo>
                    <a:pt x="0" y="663"/>
                  </a:lnTo>
                  <a:lnTo>
                    <a:pt x="0" y="703"/>
                  </a:lnTo>
                  <a:lnTo>
                    <a:pt x="844" y="1526"/>
                  </a:lnTo>
                  <a:lnTo>
                    <a:pt x="884" y="1366"/>
                  </a:lnTo>
                  <a:lnTo>
                    <a:pt x="924" y="1245"/>
                  </a:lnTo>
                  <a:lnTo>
                    <a:pt x="1004" y="1145"/>
                  </a:lnTo>
                  <a:lnTo>
                    <a:pt x="1105" y="1044"/>
                  </a:lnTo>
                  <a:lnTo>
                    <a:pt x="1225" y="964"/>
                  </a:lnTo>
                  <a:lnTo>
                    <a:pt x="1346" y="884"/>
                  </a:lnTo>
                  <a:lnTo>
                    <a:pt x="1667" y="743"/>
                  </a:lnTo>
                  <a:lnTo>
                    <a:pt x="1265" y="562"/>
                  </a:lnTo>
                  <a:lnTo>
                    <a:pt x="1125" y="482"/>
                  </a:lnTo>
                  <a:lnTo>
                    <a:pt x="1004" y="402"/>
                  </a:lnTo>
                  <a:lnTo>
                    <a:pt x="964" y="362"/>
                  </a:lnTo>
                  <a:lnTo>
                    <a:pt x="944" y="301"/>
                  </a:lnTo>
                  <a:lnTo>
                    <a:pt x="904" y="161"/>
                  </a:lnTo>
                  <a:lnTo>
                    <a:pt x="884" y="101"/>
                  </a:lnTo>
                  <a:lnTo>
                    <a:pt x="844" y="40"/>
                  </a:lnTo>
                  <a:lnTo>
                    <a:pt x="784" y="20"/>
                  </a:lnTo>
                  <a:lnTo>
                    <a:pt x="68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62" name="Google Shape;1162;p16"/>
            <p:cNvSpPr/>
            <p:nvPr/>
          </p:nvSpPr>
          <p:spPr>
            <a:xfrm>
              <a:off x="5455500" y="3351450"/>
              <a:ext cx="41700" cy="38175"/>
            </a:xfrm>
            <a:custGeom>
              <a:rect b="b" l="l" r="r" t="t"/>
              <a:pathLst>
                <a:path extrusionOk="0" h="1527" w="1668">
                  <a:moveTo>
                    <a:pt x="743" y="0"/>
                  </a:moveTo>
                  <a:lnTo>
                    <a:pt x="0" y="723"/>
                  </a:lnTo>
                  <a:lnTo>
                    <a:pt x="784" y="1526"/>
                  </a:lnTo>
                  <a:lnTo>
                    <a:pt x="824" y="1386"/>
                  </a:lnTo>
                  <a:lnTo>
                    <a:pt x="884" y="1245"/>
                  </a:lnTo>
                  <a:lnTo>
                    <a:pt x="964" y="1125"/>
                  </a:lnTo>
                  <a:lnTo>
                    <a:pt x="1065" y="1044"/>
                  </a:lnTo>
                  <a:lnTo>
                    <a:pt x="1185" y="964"/>
                  </a:lnTo>
                  <a:lnTo>
                    <a:pt x="1326" y="884"/>
                  </a:lnTo>
                  <a:lnTo>
                    <a:pt x="1667" y="743"/>
                  </a:lnTo>
                  <a:lnTo>
                    <a:pt x="1266" y="583"/>
                  </a:lnTo>
                  <a:lnTo>
                    <a:pt x="1125" y="502"/>
                  </a:lnTo>
                  <a:lnTo>
                    <a:pt x="1025" y="442"/>
                  </a:lnTo>
                  <a:lnTo>
                    <a:pt x="944" y="342"/>
                  </a:lnTo>
                  <a:lnTo>
                    <a:pt x="864" y="221"/>
                  </a:lnTo>
                  <a:lnTo>
                    <a:pt x="74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63" name="Google Shape;1163;p16"/>
            <p:cNvSpPr/>
            <p:nvPr/>
          </p:nvSpPr>
          <p:spPr>
            <a:xfrm>
              <a:off x="5887700" y="3250550"/>
              <a:ext cx="36675" cy="34150"/>
            </a:xfrm>
            <a:custGeom>
              <a:rect b="b" l="l" r="r" t="t"/>
              <a:pathLst>
                <a:path extrusionOk="0" h="1366" w="1467">
                  <a:moveTo>
                    <a:pt x="724" y="0"/>
                  </a:moveTo>
                  <a:lnTo>
                    <a:pt x="1" y="663"/>
                  </a:lnTo>
                  <a:lnTo>
                    <a:pt x="744" y="1366"/>
                  </a:lnTo>
                  <a:lnTo>
                    <a:pt x="864" y="1145"/>
                  </a:lnTo>
                  <a:lnTo>
                    <a:pt x="1025" y="964"/>
                  </a:lnTo>
                  <a:lnTo>
                    <a:pt x="1125" y="884"/>
                  </a:lnTo>
                  <a:lnTo>
                    <a:pt x="1226" y="803"/>
                  </a:lnTo>
                  <a:lnTo>
                    <a:pt x="1346" y="743"/>
                  </a:lnTo>
                  <a:lnTo>
                    <a:pt x="1467" y="703"/>
                  </a:lnTo>
                  <a:lnTo>
                    <a:pt x="1386" y="603"/>
                  </a:lnTo>
                  <a:lnTo>
                    <a:pt x="1286" y="542"/>
                  </a:lnTo>
                  <a:lnTo>
                    <a:pt x="1085" y="422"/>
                  </a:lnTo>
                  <a:lnTo>
                    <a:pt x="985" y="342"/>
                  </a:lnTo>
                  <a:lnTo>
                    <a:pt x="904" y="261"/>
                  </a:lnTo>
                  <a:lnTo>
                    <a:pt x="864" y="161"/>
                  </a:lnTo>
                  <a:lnTo>
                    <a:pt x="824" y="40"/>
                  </a:lnTo>
                  <a:lnTo>
                    <a:pt x="804" y="20"/>
                  </a:lnTo>
                  <a:lnTo>
                    <a:pt x="764" y="20"/>
                  </a:lnTo>
                  <a:lnTo>
                    <a:pt x="724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64" name="Google Shape;1164;p16"/>
            <p:cNvSpPr/>
            <p:nvPr/>
          </p:nvSpPr>
          <p:spPr>
            <a:xfrm>
              <a:off x="5558900" y="2837900"/>
              <a:ext cx="42200" cy="36675"/>
            </a:xfrm>
            <a:custGeom>
              <a:rect b="b" l="l" r="r" t="t"/>
              <a:pathLst>
                <a:path extrusionOk="0" h="1467" w="1688">
                  <a:moveTo>
                    <a:pt x="864" y="1"/>
                  </a:moveTo>
                  <a:lnTo>
                    <a:pt x="764" y="262"/>
                  </a:lnTo>
                  <a:lnTo>
                    <a:pt x="704" y="362"/>
                  </a:lnTo>
                  <a:lnTo>
                    <a:pt x="643" y="463"/>
                  </a:lnTo>
                  <a:lnTo>
                    <a:pt x="523" y="543"/>
                  </a:lnTo>
                  <a:lnTo>
                    <a:pt x="382" y="623"/>
                  </a:lnTo>
                  <a:lnTo>
                    <a:pt x="1" y="844"/>
                  </a:lnTo>
                  <a:lnTo>
                    <a:pt x="162" y="864"/>
                  </a:lnTo>
                  <a:lnTo>
                    <a:pt x="302" y="904"/>
                  </a:lnTo>
                  <a:lnTo>
                    <a:pt x="423" y="965"/>
                  </a:lnTo>
                  <a:lnTo>
                    <a:pt x="543" y="1025"/>
                  </a:lnTo>
                  <a:lnTo>
                    <a:pt x="623" y="1085"/>
                  </a:lnTo>
                  <a:lnTo>
                    <a:pt x="704" y="1186"/>
                  </a:lnTo>
                  <a:lnTo>
                    <a:pt x="744" y="1286"/>
                  </a:lnTo>
                  <a:lnTo>
                    <a:pt x="784" y="1406"/>
                  </a:lnTo>
                  <a:lnTo>
                    <a:pt x="804" y="1427"/>
                  </a:lnTo>
                  <a:lnTo>
                    <a:pt x="864" y="1447"/>
                  </a:lnTo>
                  <a:lnTo>
                    <a:pt x="985" y="1467"/>
                  </a:lnTo>
                  <a:lnTo>
                    <a:pt x="1045" y="1286"/>
                  </a:lnTo>
                  <a:lnTo>
                    <a:pt x="1065" y="1206"/>
                  </a:lnTo>
                  <a:lnTo>
                    <a:pt x="1105" y="1145"/>
                  </a:lnTo>
                  <a:lnTo>
                    <a:pt x="1246" y="1045"/>
                  </a:lnTo>
                  <a:lnTo>
                    <a:pt x="1386" y="945"/>
                  </a:lnTo>
                  <a:lnTo>
                    <a:pt x="1688" y="744"/>
                  </a:lnTo>
                  <a:lnTo>
                    <a:pt x="1547" y="684"/>
                  </a:lnTo>
                  <a:lnTo>
                    <a:pt x="1427" y="623"/>
                  </a:lnTo>
                  <a:lnTo>
                    <a:pt x="1306" y="543"/>
                  </a:lnTo>
                  <a:lnTo>
                    <a:pt x="1206" y="463"/>
                  </a:lnTo>
                  <a:lnTo>
                    <a:pt x="1105" y="362"/>
                  </a:lnTo>
                  <a:lnTo>
                    <a:pt x="1025" y="262"/>
                  </a:lnTo>
                  <a:lnTo>
                    <a:pt x="864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65" name="Google Shape;1165;p16"/>
            <p:cNvSpPr/>
            <p:nvPr/>
          </p:nvSpPr>
          <p:spPr>
            <a:xfrm>
              <a:off x="5672350" y="2840925"/>
              <a:ext cx="35175" cy="33150"/>
            </a:xfrm>
            <a:custGeom>
              <a:rect b="b" l="l" r="r" t="t"/>
              <a:pathLst>
                <a:path extrusionOk="0" h="1326" w="1407">
                  <a:moveTo>
                    <a:pt x="684" y="0"/>
                  </a:moveTo>
                  <a:lnTo>
                    <a:pt x="1" y="663"/>
                  </a:lnTo>
                  <a:lnTo>
                    <a:pt x="724" y="1326"/>
                  </a:lnTo>
                  <a:lnTo>
                    <a:pt x="764" y="1225"/>
                  </a:lnTo>
                  <a:lnTo>
                    <a:pt x="824" y="1105"/>
                  </a:lnTo>
                  <a:lnTo>
                    <a:pt x="904" y="1024"/>
                  </a:lnTo>
                  <a:lnTo>
                    <a:pt x="985" y="944"/>
                  </a:lnTo>
                  <a:lnTo>
                    <a:pt x="1186" y="804"/>
                  </a:lnTo>
                  <a:lnTo>
                    <a:pt x="1406" y="683"/>
                  </a:lnTo>
                  <a:lnTo>
                    <a:pt x="1326" y="583"/>
                  </a:lnTo>
                  <a:lnTo>
                    <a:pt x="1246" y="522"/>
                  </a:lnTo>
                  <a:lnTo>
                    <a:pt x="1045" y="402"/>
                  </a:lnTo>
                  <a:lnTo>
                    <a:pt x="945" y="342"/>
                  </a:lnTo>
                  <a:lnTo>
                    <a:pt x="864" y="261"/>
                  </a:lnTo>
                  <a:lnTo>
                    <a:pt x="804" y="161"/>
                  </a:lnTo>
                  <a:lnTo>
                    <a:pt x="784" y="41"/>
                  </a:lnTo>
                  <a:lnTo>
                    <a:pt x="764" y="20"/>
                  </a:lnTo>
                  <a:lnTo>
                    <a:pt x="724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66" name="Google Shape;1166;p16"/>
            <p:cNvSpPr/>
            <p:nvPr/>
          </p:nvSpPr>
          <p:spPr>
            <a:xfrm>
              <a:off x="5780775" y="2841425"/>
              <a:ext cx="33675" cy="31650"/>
            </a:xfrm>
            <a:custGeom>
              <a:rect b="b" l="l" r="r" t="t"/>
              <a:pathLst>
                <a:path extrusionOk="0" h="1266" w="1347">
                  <a:moveTo>
                    <a:pt x="664" y="0"/>
                  </a:moveTo>
                  <a:lnTo>
                    <a:pt x="1" y="623"/>
                  </a:lnTo>
                  <a:lnTo>
                    <a:pt x="684" y="1265"/>
                  </a:lnTo>
                  <a:lnTo>
                    <a:pt x="1346" y="603"/>
                  </a:lnTo>
                  <a:lnTo>
                    <a:pt x="664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67" name="Google Shape;1167;p16"/>
            <p:cNvSpPr/>
            <p:nvPr/>
          </p:nvSpPr>
          <p:spPr>
            <a:xfrm>
              <a:off x="5779275" y="3246525"/>
              <a:ext cx="36175" cy="39675"/>
            </a:xfrm>
            <a:custGeom>
              <a:rect b="b" l="l" r="r" t="t"/>
              <a:pathLst>
                <a:path extrusionOk="0" h="1587" w="1447">
                  <a:moveTo>
                    <a:pt x="704" y="1"/>
                  </a:moveTo>
                  <a:lnTo>
                    <a:pt x="663" y="161"/>
                  </a:lnTo>
                  <a:lnTo>
                    <a:pt x="583" y="302"/>
                  </a:lnTo>
                  <a:lnTo>
                    <a:pt x="503" y="422"/>
                  </a:lnTo>
                  <a:lnTo>
                    <a:pt x="422" y="523"/>
                  </a:lnTo>
                  <a:lnTo>
                    <a:pt x="322" y="583"/>
                  </a:lnTo>
                  <a:lnTo>
                    <a:pt x="202" y="663"/>
                  </a:lnTo>
                  <a:lnTo>
                    <a:pt x="1" y="784"/>
                  </a:lnTo>
                  <a:lnTo>
                    <a:pt x="824" y="1587"/>
                  </a:lnTo>
                  <a:lnTo>
                    <a:pt x="844" y="1466"/>
                  </a:lnTo>
                  <a:lnTo>
                    <a:pt x="884" y="1346"/>
                  </a:lnTo>
                  <a:lnTo>
                    <a:pt x="924" y="1246"/>
                  </a:lnTo>
                  <a:lnTo>
                    <a:pt x="1005" y="1165"/>
                  </a:lnTo>
                  <a:lnTo>
                    <a:pt x="1065" y="1085"/>
                  </a:lnTo>
                  <a:lnTo>
                    <a:pt x="1165" y="1025"/>
                  </a:lnTo>
                  <a:lnTo>
                    <a:pt x="1266" y="964"/>
                  </a:lnTo>
                  <a:lnTo>
                    <a:pt x="1386" y="944"/>
                  </a:lnTo>
                  <a:lnTo>
                    <a:pt x="1406" y="904"/>
                  </a:lnTo>
                  <a:lnTo>
                    <a:pt x="1426" y="864"/>
                  </a:lnTo>
                  <a:lnTo>
                    <a:pt x="1446" y="744"/>
                  </a:lnTo>
                  <a:lnTo>
                    <a:pt x="1226" y="643"/>
                  </a:lnTo>
                  <a:lnTo>
                    <a:pt x="1125" y="603"/>
                  </a:lnTo>
                  <a:lnTo>
                    <a:pt x="1025" y="543"/>
                  </a:lnTo>
                  <a:lnTo>
                    <a:pt x="944" y="442"/>
                  </a:lnTo>
                  <a:lnTo>
                    <a:pt x="864" y="322"/>
                  </a:lnTo>
                  <a:lnTo>
                    <a:pt x="704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68" name="Google Shape;1168;p16"/>
            <p:cNvSpPr/>
            <p:nvPr/>
          </p:nvSpPr>
          <p:spPr>
            <a:xfrm>
              <a:off x="5670350" y="3249550"/>
              <a:ext cx="37675" cy="37675"/>
            </a:xfrm>
            <a:custGeom>
              <a:rect b="b" l="l" r="r" t="t"/>
              <a:pathLst>
                <a:path extrusionOk="0" h="1507" w="1507">
                  <a:moveTo>
                    <a:pt x="824" y="0"/>
                  </a:moveTo>
                  <a:lnTo>
                    <a:pt x="1" y="743"/>
                  </a:lnTo>
                  <a:lnTo>
                    <a:pt x="262" y="864"/>
                  </a:lnTo>
                  <a:lnTo>
                    <a:pt x="382" y="944"/>
                  </a:lnTo>
                  <a:lnTo>
                    <a:pt x="482" y="1024"/>
                  </a:lnTo>
                  <a:lnTo>
                    <a:pt x="563" y="1125"/>
                  </a:lnTo>
                  <a:lnTo>
                    <a:pt x="623" y="1245"/>
                  </a:lnTo>
                  <a:lnTo>
                    <a:pt x="764" y="1506"/>
                  </a:lnTo>
                  <a:lnTo>
                    <a:pt x="944" y="1205"/>
                  </a:lnTo>
                  <a:lnTo>
                    <a:pt x="1105" y="964"/>
                  </a:lnTo>
                  <a:lnTo>
                    <a:pt x="1145" y="924"/>
                  </a:lnTo>
                  <a:lnTo>
                    <a:pt x="1205" y="904"/>
                  </a:lnTo>
                  <a:lnTo>
                    <a:pt x="1346" y="864"/>
                  </a:lnTo>
                  <a:lnTo>
                    <a:pt x="1406" y="843"/>
                  </a:lnTo>
                  <a:lnTo>
                    <a:pt x="1466" y="803"/>
                  </a:lnTo>
                  <a:lnTo>
                    <a:pt x="1506" y="743"/>
                  </a:lnTo>
                  <a:lnTo>
                    <a:pt x="1506" y="643"/>
                  </a:lnTo>
                  <a:lnTo>
                    <a:pt x="1386" y="603"/>
                  </a:lnTo>
                  <a:lnTo>
                    <a:pt x="1266" y="542"/>
                  </a:lnTo>
                  <a:lnTo>
                    <a:pt x="1165" y="462"/>
                  </a:lnTo>
                  <a:lnTo>
                    <a:pt x="1085" y="402"/>
                  </a:lnTo>
                  <a:lnTo>
                    <a:pt x="984" y="301"/>
                  </a:lnTo>
                  <a:lnTo>
                    <a:pt x="924" y="221"/>
                  </a:lnTo>
                  <a:lnTo>
                    <a:pt x="864" y="101"/>
                  </a:lnTo>
                  <a:lnTo>
                    <a:pt x="824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69" name="Google Shape;1169;p16"/>
            <p:cNvSpPr/>
            <p:nvPr/>
          </p:nvSpPr>
          <p:spPr>
            <a:xfrm>
              <a:off x="5562425" y="3247025"/>
              <a:ext cx="37675" cy="38175"/>
            </a:xfrm>
            <a:custGeom>
              <a:rect b="b" l="l" r="r" t="t"/>
              <a:pathLst>
                <a:path extrusionOk="0" h="1527" w="1507">
                  <a:moveTo>
                    <a:pt x="743" y="1"/>
                  </a:moveTo>
                  <a:lnTo>
                    <a:pt x="563" y="322"/>
                  </a:lnTo>
                  <a:lnTo>
                    <a:pt x="482" y="442"/>
                  </a:lnTo>
                  <a:lnTo>
                    <a:pt x="402" y="563"/>
                  </a:lnTo>
                  <a:lnTo>
                    <a:pt x="342" y="603"/>
                  </a:lnTo>
                  <a:lnTo>
                    <a:pt x="282" y="623"/>
                  </a:lnTo>
                  <a:lnTo>
                    <a:pt x="141" y="643"/>
                  </a:lnTo>
                  <a:lnTo>
                    <a:pt x="41" y="663"/>
                  </a:lnTo>
                  <a:lnTo>
                    <a:pt x="0" y="683"/>
                  </a:lnTo>
                  <a:lnTo>
                    <a:pt x="0" y="744"/>
                  </a:lnTo>
                  <a:lnTo>
                    <a:pt x="763" y="1527"/>
                  </a:lnTo>
                  <a:lnTo>
                    <a:pt x="1506" y="744"/>
                  </a:lnTo>
                  <a:lnTo>
                    <a:pt x="1265" y="643"/>
                  </a:lnTo>
                  <a:lnTo>
                    <a:pt x="1145" y="563"/>
                  </a:lnTo>
                  <a:lnTo>
                    <a:pt x="1024" y="483"/>
                  </a:lnTo>
                  <a:lnTo>
                    <a:pt x="944" y="382"/>
                  </a:lnTo>
                  <a:lnTo>
                    <a:pt x="884" y="282"/>
                  </a:lnTo>
                  <a:lnTo>
                    <a:pt x="743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70" name="Google Shape;1170;p16"/>
            <p:cNvSpPr/>
            <p:nvPr/>
          </p:nvSpPr>
          <p:spPr>
            <a:xfrm>
              <a:off x="5454500" y="3247025"/>
              <a:ext cx="43200" cy="40700"/>
            </a:xfrm>
            <a:custGeom>
              <a:rect b="b" l="l" r="r" t="t"/>
              <a:pathLst>
                <a:path extrusionOk="0" h="1628" w="1728">
                  <a:moveTo>
                    <a:pt x="763" y="1"/>
                  </a:moveTo>
                  <a:lnTo>
                    <a:pt x="583" y="302"/>
                  </a:lnTo>
                  <a:lnTo>
                    <a:pt x="502" y="422"/>
                  </a:lnTo>
                  <a:lnTo>
                    <a:pt x="422" y="543"/>
                  </a:lnTo>
                  <a:lnTo>
                    <a:pt x="362" y="583"/>
                  </a:lnTo>
                  <a:lnTo>
                    <a:pt x="302" y="603"/>
                  </a:lnTo>
                  <a:lnTo>
                    <a:pt x="161" y="643"/>
                  </a:lnTo>
                  <a:lnTo>
                    <a:pt x="101" y="683"/>
                  </a:lnTo>
                  <a:lnTo>
                    <a:pt x="40" y="724"/>
                  </a:lnTo>
                  <a:lnTo>
                    <a:pt x="20" y="784"/>
                  </a:lnTo>
                  <a:lnTo>
                    <a:pt x="0" y="884"/>
                  </a:lnTo>
                  <a:lnTo>
                    <a:pt x="141" y="924"/>
                  </a:lnTo>
                  <a:lnTo>
                    <a:pt x="261" y="985"/>
                  </a:lnTo>
                  <a:lnTo>
                    <a:pt x="362" y="1065"/>
                  </a:lnTo>
                  <a:lnTo>
                    <a:pt x="462" y="1165"/>
                  </a:lnTo>
                  <a:lnTo>
                    <a:pt x="623" y="1406"/>
                  </a:lnTo>
                  <a:lnTo>
                    <a:pt x="703" y="1527"/>
                  </a:lnTo>
                  <a:lnTo>
                    <a:pt x="824" y="1627"/>
                  </a:lnTo>
                  <a:lnTo>
                    <a:pt x="864" y="1467"/>
                  </a:lnTo>
                  <a:lnTo>
                    <a:pt x="924" y="1326"/>
                  </a:lnTo>
                  <a:lnTo>
                    <a:pt x="984" y="1226"/>
                  </a:lnTo>
                  <a:lnTo>
                    <a:pt x="1085" y="1125"/>
                  </a:lnTo>
                  <a:lnTo>
                    <a:pt x="1205" y="1025"/>
                  </a:lnTo>
                  <a:lnTo>
                    <a:pt x="1366" y="965"/>
                  </a:lnTo>
                  <a:lnTo>
                    <a:pt x="1526" y="904"/>
                  </a:lnTo>
                  <a:lnTo>
                    <a:pt x="1727" y="844"/>
                  </a:lnTo>
                  <a:lnTo>
                    <a:pt x="1306" y="643"/>
                  </a:lnTo>
                  <a:lnTo>
                    <a:pt x="1145" y="583"/>
                  </a:lnTo>
                  <a:lnTo>
                    <a:pt x="1044" y="503"/>
                  </a:lnTo>
                  <a:lnTo>
                    <a:pt x="964" y="402"/>
                  </a:lnTo>
                  <a:lnTo>
                    <a:pt x="904" y="282"/>
                  </a:lnTo>
                  <a:lnTo>
                    <a:pt x="763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71" name="Google Shape;1171;p16"/>
            <p:cNvSpPr/>
            <p:nvPr/>
          </p:nvSpPr>
          <p:spPr>
            <a:xfrm>
              <a:off x="5887200" y="3147125"/>
              <a:ext cx="35675" cy="33675"/>
            </a:xfrm>
            <a:custGeom>
              <a:rect b="b" l="l" r="r" t="t"/>
              <a:pathLst>
                <a:path extrusionOk="0" h="1347" w="1427">
                  <a:moveTo>
                    <a:pt x="684" y="1"/>
                  </a:moveTo>
                  <a:lnTo>
                    <a:pt x="603" y="222"/>
                  </a:lnTo>
                  <a:lnTo>
                    <a:pt x="543" y="322"/>
                  </a:lnTo>
                  <a:lnTo>
                    <a:pt x="483" y="402"/>
                  </a:lnTo>
                  <a:lnTo>
                    <a:pt x="362" y="483"/>
                  </a:lnTo>
                  <a:lnTo>
                    <a:pt x="242" y="543"/>
                  </a:lnTo>
                  <a:lnTo>
                    <a:pt x="1" y="664"/>
                  </a:lnTo>
                  <a:lnTo>
                    <a:pt x="744" y="1346"/>
                  </a:lnTo>
                  <a:lnTo>
                    <a:pt x="1426" y="684"/>
                  </a:lnTo>
                  <a:lnTo>
                    <a:pt x="684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72" name="Google Shape;1172;p16"/>
            <p:cNvSpPr/>
            <p:nvPr/>
          </p:nvSpPr>
          <p:spPr>
            <a:xfrm>
              <a:off x="5560925" y="2942825"/>
              <a:ext cx="38175" cy="35175"/>
            </a:xfrm>
            <a:custGeom>
              <a:rect b="b" l="l" r="r" t="t"/>
              <a:pathLst>
                <a:path extrusionOk="0" h="1407" w="1527">
                  <a:moveTo>
                    <a:pt x="783" y="1"/>
                  </a:moveTo>
                  <a:lnTo>
                    <a:pt x="683" y="161"/>
                  </a:lnTo>
                  <a:lnTo>
                    <a:pt x="623" y="282"/>
                  </a:lnTo>
                  <a:lnTo>
                    <a:pt x="542" y="362"/>
                  </a:lnTo>
                  <a:lnTo>
                    <a:pt x="422" y="442"/>
                  </a:lnTo>
                  <a:lnTo>
                    <a:pt x="301" y="523"/>
                  </a:lnTo>
                  <a:lnTo>
                    <a:pt x="0" y="663"/>
                  </a:lnTo>
                  <a:lnTo>
                    <a:pt x="301" y="844"/>
                  </a:lnTo>
                  <a:lnTo>
                    <a:pt x="422" y="904"/>
                  </a:lnTo>
                  <a:lnTo>
                    <a:pt x="542" y="984"/>
                  </a:lnTo>
                  <a:lnTo>
                    <a:pt x="582" y="1045"/>
                  </a:lnTo>
                  <a:lnTo>
                    <a:pt x="603" y="1105"/>
                  </a:lnTo>
                  <a:lnTo>
                    <a:pt x="643" y="1225"/>
                  </a:lnTo>
                  <a:lnTo>
                    <a:pt x="683" y="1346"/>
                  </a:lnTo>
                  <a:lnTo>
                    <a:pt x="703" y="1386"/>
                  </a:lnTo>
                  <a:lnTo>
                    <a:pt x="763" y="1406"/>
                  </a:lnTo>
                  <a:lnTo>
                    <a:pt x="1526" y="683"/>
                  </a:lnTo>
                  <a:lnTo>
                    <a:pt x="783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73" name="Google Shape;1173;p16"/>
            <p:cNvSpPr/>
            <p:nvPr/>
          </p:nvSpPr>
          <p:spPr>
            <a:xfrm>
              <a:off x="5671850" y="2943325"/>
              <a:ext cx="35175" cy="33150"/>
            </a:xfrm>
            <a:custGeom>
              <a:rect b="b" l="l" r="r" t="t"/>
              <a:pathLst>
                <a:path extrusionOk="0" h="1326" w="1407">
                  <a:moveTo>
                    <a:pt x="704" y="1"/>
                  </a:moveTo>
                  <a:lnTo>
                    <a:pt x="1" y="663"/>
                  </a:lnTo>
                  <a:lnTo>
                    <a:pt x="704" y="1326"/>
                  </a:lnTo>
                  <a:lnTo>
                    <a:pt x="1406" y="663"/>
                  </a:lnTo>
                  <a:lnTo>
                    <a:pt x="704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74" name="Google Shape;1174;p16"/>
            <p:cNvSpPr/>
            <p:nvPr/>
          </p:nvSpPr>
          <p:spPr>
            <a:xfrm>
              <a:off x="5781300" y="2636625"/>
              <a:ext cx="33150" cy="30625"/>
            </a:xfrm>
            <a:custGeom>
              <a:rect b="b" l="l" r="r" t="t"/>
              <a:pathLst>
                <a:path extrusionOk="0" h="1225" w="1326">
                  <a:moveTo>
                    <a:pt x="643" y="0"/>
                  </a:moveTo>
                  <a:lnTo>
                    <a:pt x="0" y="622"/>
                  </a:lnTo>
                  <a:lnTo>
                    <a:pt x="643" y="1225"/>
                  </a:lnTo>
                  <a:lnTo>
                    <a:pt x="1325" y="643"/>
                  </a:lnTo>
                  <a:lnTo>
                    <a:pt x="64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75" name="Google Shape;1175;p16"/>
            <p:cNvSpPr/>
            <p:nvPr/>
          </p:nvSpPr>
          <p:spPr>
            <a:xfrm>
              <a:off x="5779275" y="3148150"/>
              <a:ext cx="35675" cy="33150"/>
            </a:xfrm>
            <a:custGeom>
              <a:rect b="b" l="l" r="r" t="t"/>
              <a:pathLst>
                <a:path extrusionOk="0" h="1326" w="1427">
                  <a:moveTo>
                    <a:pt x="724" y="0"/>
                  </a:moveTo>
                  <a:lnTo>
                    <a:pt x="1" y="683"/>
                  </a:lnTo>
                  <a:lnTo>
                    <a:pt x="81" y="743"/>
                  </a:lnTo>
                  <a:lnTo>
                    <a:pt x="181" y="803"/>
                  </a:lnTo>
                  <a:lnTo>
                    <a:pt x="382" y="904"/>
                  </a:lnTo>
                  <a:lnTo>
                    <a:pt x="463" y="964"/>
                  </a:lnTo>
                  <a:lnTo>
                    <a:pt x="543" y="1044"/>
                  </a:lnTo>
                  <a:lnTo>
                    <a:pt x="583" y="1165"/>
                  </a:lnTo>
                  <a:lnTo>
                    <a:pt x="623" y="1285"/>
                  </a:lnTo>
                  <a:lnTo>
                    <a:pt x="643" y="1305"/>
                  </a:lnTo>
                  <a:lnTo>
                    <a:pt x="683" y="1325"/>
                  </a:lnTo>
                  <a:lnTo>
                    <a:pt x="724" y="1325"/>
                  </a:lnTo>
                  <a:lnTo>
                    <a:pt x="1426" y="643"/>
                  </a:lnTo>
                  <a:lnTo>
                    <a:pt x="724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76" name="Google Shape;1176;p16"/>
            <p:cNvSpPr/>
            <p:nvPr/>
          </p:nvSpPr>
          <p:spPr>
            <a:xfrm>
              <a:off x="5668850" y="3145125"/>
              <a:ext cx="46200" cy="38175"/>
            </a:xfrm>
            <a:custGeom>
              <a:rect b="b" l="l" r="r" t="t"/>
              <a:pathLst>
                <a:path extrusionOk="0" h="1527" w="1848">
                  <a:moveTo>
                    <a:pt x="824" y="1"/>
                  </a:moveTo>
                  <a:lnTo>
                    <a:pt x="663" y="282"/>
                  </a:lnTo>
                  <a:lnTo>
                    <a:pt x="603" y="402"/>
                  </a:lnTo>
                  <a:lnTo>
                    <a:pt x="522" y="503"/>
                  </a:lnTo>
                  <a:lnTo>
                    <a:pt x="402" y="583"/>
                  </a:lnTo>
                  <a:lnTo>
                    <a:pt x="281" y="643"/>
                  </a:lnTo>
                  <a:lnTo>
                    <a:pt x="0" y="784"/>
                  </a:lnTo>
                  <a:lnTo>
                    <a:pt x="322" y="944"/>
                  </a:lnTo>
                  <a:lnTo>
                    <a:pt x="442" y="1025"/>
                  </a:lnTo>
                  <a:lnTo>
                    <a:pt x="562" y="1105"/>
                  </a:lnTo>
                  <a:lnTo>
                    <a:pt x="603" y="1145"/>
                  </a:lnTo>
                  <a:lnTo>
                    <a:pt x="623" y="1205"/>
                  </a:lnTo>
                  <a:lnTo>
                    <a:pt x="663" y="1346"/>
                  </a:lnTo>
                  <a:lnTo>
                    <a:pt x="683" y="1406"/>
                  </a:lnTo>
                  <a:lnTo>
                    <a:pt x="723" y="1466"/>
                  </a:lnTo>
                  <a:lnTo>
                    <a:pt x="803" y="1507"/>
                  </a:lnTo>
                  <a:lnTo>
                    <a:pt x="884" y="1527"/>
                  </a:lnTo>
                  <a:lnTo>
                    <a:pt x="924" y="1386"/>
                  </a:lnTo>
                  <a:lnTo>
                    <a:pt x="984" y="1266"/>
                  </a:lnTo>
                  <a:lnTo>
                    <a:pt x="1064" y="1165"/>
                  </a:lnTo>
                  <a:lnTo>
                    <a:pt x="1165" y="1065"/>
                  </a:lnTo>
                  <a:lnTo>
                    <a:pt x="1305" y="984"/>
                  </a:lnTo>
                  <a:lnTo>
                    <a:pt x="1446" y="904"/>
                  </a:lnTo>
                  <a:lnTo>
                    <a:pt x="1627" y="824"/>
                  </a:lnTo>
                  <a:lnTo>
                    <a:pt x="1848" y="744"/>
                  </a:lnTo>
                  <a:lnTo>
                    <a:pt x="1607" y="703"/>
                  </a:lnTo>
                  <a:lnTo>
                    <a:pt x="1426" y="643"/>
                  </a:lnTo>
                  <a:lnTo>
                    <a:pt x="1285" y="563"/>
                  </a:lnTo>
                  <a:lnTo>
                    <a:pt x="1145" y="462"/>
                  </a:lnTo>
                  <a:lnTo>
                    <a:pt x="1044" y="362"/>
                  </a:lnTo>
                  <a:lnTo>
                    <a:pt x="964" y="242"/>
                  </a:lnTo>
                  <a:lnTo>
                    <a:pt x="824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77" name="Google Shape;1177;p16"/>
            <p:cNvSpPr/>
            <p:nvPr/>
          </p:nvSpPr>
          <p:spPr>
            <a:xfrm>
              <a:off x="5562425" y="3146625"/>
              <a:ext cx="38675" cy="36675"/>
            </a:xfrm>
            <a:custGeom>
              <a:rect b="b" l="l" r="r" t="t"/>
              <a:pathLst>
                <a:path extrusionOk="0" h="1467" w="1547">
                  <a:moveTo>
                    <a:pt x="643" y="1"/>
                  </a:moveTo>
                  <a:lnTo>
                    <a:pt x="603" y="41"/>
                  </a:lnTo>
                  <a:lnTo>
                    <a:pt x="563" y="141"/>
                  </a:lnTo>
                  <a:lnTo>
                    <a:pt x="543" y="282"/>
                  </a:lnTo>
                  <a:lnTo>
                    <a:pt x="522" y="342"/>
                  </a:lnTo>
                  <a:lnTo>
                    <a:pt x="502" y="402"/>
                  </a:lnTo>
                  <a:lnTo>
                    <a:pt x="442" y="463"/>
                  </a:lnTo>
                  <a:lnTo>
                    <a:pt x="362" y="503"/>
                  </a:lnTo>
                  <a:lnTo>
                    <a:pt x="201" y="523"/>
                  </a:lnTo>
                  <a:lnTo>
                    <a:pt x="121" y="543"/>
                  </a:lnTo>
                  <a:lnTo>
                    <a:pt x="61" y="563"/>
                  </a:lnTo>
                  <a:lnTo>
                    <a:pt x="21" y="603"/>
                  </a:lnTo>
                  <a:lnTo>
                    <a:pt x="0" y="663"/>
                  </a:lnTo>
                  <a:lnTo>
                    <a:pt x="784" y="1467"/>
                  </a:lnTo>
                  <a:lnTo>
                    <a:pt x="924" y="1226"/>
                  </a:lnTo>
                  <a:lnTo>
                    <a:pt x="984" y="1105"/>
                  </a:lnTo>
                  <a:lnTo>
                    <a:pt x="1065" y="1005"/>
                  </a:lnTo>
                  <a:lnTo>
                    <a:pt x="1165" y="924"/>
                  </a:lnTo>
                  <a:lnTo>
                    <a:pt x="1286" y="864"/>
                  </a:lnTo>
                  <a:lnTo>
                    <a:pt x="1547" y="764"/>
                  </a:lnTo>
                  <a:lnTo>
                    <a:pt x="683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78" name="Google Shape;1178;p16"/>
            <p:cNvSpPr/>
            <p:nvPr/>
          </p:nvSpPr>
          <p:spPr>
            <a:xfrm>
              <a:off x="5454000" y="3143625"/>
              <a:ext cx="38175" cy="42200"/>
            </a:xfrm>
            <a:custGeom>
              <a:rect b="b" l="l" r="r" t="t"/>
              <a:pathLst>
                <a:path extrusionOk="0" h="1688" w="1527">
                  <a:moveTo>
                    <a:pt x="783" y="0"/>
                  </a:moveTo>
                  <a:lnTo>
                    <a:pt x="623" y="322"/>
                  </a:lnTo>
                  <a:lnTo>
                    <a:pt x="542" y="442"/>
                  </a:lnTo>
                  <a:lnTo>
                    <a:pt x="462" y="542"/>
                  </a:lnTo>
                  <a:lnTo>
                    <a:pt x="362" y="623"/>
                  </a:lnTo>
                  <a:lnTo>
                    <a:pt x="241" y="703"/>
                  </a:lnTo>
                  <a:lnTo>
                    <a:pt x="0" y="804"/>
                  </a:lnTo>
                  <a:lnTo>
                    <a:pt x="141" y="864"/>
                  </a:lnTo>
                  <a:lnTo>
                    <a:pt x="281" y="944"/>
                  </a:lnTo>
                  <a:lnTo>
                    <a:pt x="382" y="1024"/>
                  </a:lnTo>
                  <a:lnTo>
                    <a:pt x="462" y="1125"/>
                  </a:lnTo>
                  <a:lnTo>
                    <a:pt x="542" y="1245"/>
                  </a:lnTo>
                  <a:lnTo>
                    <a:pt x="623" y="1386"/>
                  </a:lnTo>
                  <a:lnTo>
                    <a:pt x="783" y="1687"/>
                  </a:lnTo>
                  <a:lnTo>
                    <a:pt x="964" y="1346"/>
                  </a:lnTo>
                  <a:lnTo>
                    <a:pt x="1044" y="1205"/>
                  </a:lnTo>
                  <a:lnTo>
                    <a:pt x="1125" y="1085"/>
                  </a:lnTo>
                  <a:lnTo>
                    <a:pt x="1185" y="1044"/>
                  </a:lnTo>
                  <a:lnTo>
                    <a:pt x="1245" y="1024"/>
                  </a:lnTo>
                  <a:lnTo>
                    <a:pt x="1366" y="1004"/>
                  </a:lnTo>
                  <a:lnTo>
                    <a:pt x="1446" y="984"/>
                  </a:lnTo>
                  <a:lnTo>
                    <a:pt x="1486" y="924"/>
                  </a:lnTo>
                  <a:lnTo>
                    <a:pt x="1526" y="864"/>
                  </a:lnTo>
                  <a:lnTo>
                    <a:pt x="1526" y="763"/>
                  </a:lnTo>
                  <a:lnTo>
                    <a:pt x="1406" y="723"/>
                  </a:lnTo>
                  <a:lnTo>
                    <a:pt x="1285" y="683"/>
                  </a:lnTo>
                  <a:lnTo>
                    <a:pt x="1165" y="603"/>
                  </a:lnTo>
                  <a:lnTo>
                    <a:pt x="1085" y="522"/>
                  </a:lnTo>
                  <a:lnTo>
                    <a:pt x="984" y="422"/>
                  </a:lnTo>
                  <a:lnTo>
                    <a:pt x="904" y="302"/>
                  </a:lnTo>
                  <a:lnTo>
                    <a:pt x="844" y="161"/>
                  </a:lnTo>
                  <a:lnTo>
                    <a:pt x="78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79" name="Google Shape;1179;p16"/>
            <p:cNvSpPr/>
            <p:nvPr/>
          </p:nvSpPr>
          <p:spPr>
            <a:xfrm>
              <a:off x="5776775" y="3046225"/>
              <a:ext cx="37675" cy="35675"/>
            </a:xfrm>
            <a:custGeom>
              <a:rect b="b" l="l" r="r" t="t"/>
              <a:pathLst>
                <a:path extrusionOk="0" h="1427" w="1507">
                  <a:moveTo>
                    <a:pt x="824" y="1"/>
                  </a:moveTo>
                  <a:lnTo>
                    <a:pt x="0" y="764"/>
                  </a:lnTo>
                  <a:lnTo>
                    <a:pt x="181" y="764"/>
                  </a:lnTo>
                  <a:lnTo>
                    <a:pt x="322" y="784"/>
                  </a:lnTo>
                  <a:lnTo>
                    <a:pt x="442" y="844"/>
                  </a:lnTo>
                  <a:lnTo>
                    <a:pt x="543" y="945"/>
                  </a:lnTo>
                  <a:lnTo>
                    <a:pt x="623" y="1045"/>
                  </a:lnTo>
                  <a:lnTo>
                    <a:pt x="703" y="1166"/>
                  </a:lnTo>
                  <a:lnTo>
                    <a:pt x="884" y="1427"/>
                  </a:lnTo>
                  <a:lnTo>
                    <a:pt x="964" y="1186"/>
                  </a:lnTo>
                  <a:lnTo>
                    <a:pt x="1024" y="1085"/>
                  </a:lnTo>
                  <a:lnTo>
                    <a:pt x="1085" y="985"/>
                  </a:lnTo>
                  <a:lnTo>
                    <a:pt x="1165" y="904"/>
                  </a:lnTo>
                  <a:lnTo>
                    <a:pt x="1245" y="844"/>
                  </a:lnTo>
                  <a:lnTo>
                    <a:pt x="1346" y="784"/>
                  </a:lnTo>
                  <a:lnTo>
                    <a:pt x="1466" y="744"/>
                  </a:lnTo>
                  <a:lnTo>
                    <a:pt x="1486" y="724"/>
                  </a:lnTo>
                  <a:lnTo>
                    <a:pt x="1506" y="684"/>
                  </a:lnTo>
                  <a:lnTo>
                    <a:pt x="1506" y="623"/>
                  </a:lnTo>
                  <a:lnTo>
                    <a:pt x="824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80" name="Google Shape;1180;p16"/>
            <p:cNvSpPr/>
            <p:nvPr/>
          </p:nvSpPr>
          <p:spPr>
            <a:xfrm>
              <a:off x="5562425" y="3045225"/>
              <a:ext cx="37675" cy="35175"/>
            </a:xfrm>
            <a:custGeom>
              <a:rect b="b" l="l" r="r" t="t"/>
              <a:pathLst>
                <a:path extrusionOk="0" h="1407" w="1507">
                  <a:moveTo>
                    <a:pt x="763" y="1"/>
                  </a:moveTo>
                  <a:lnTo>
                    <a:pt x="0" y="724"/>
                  </a:lnTo>
                  <a:lnTo>
                    <a:pt x="261" y="864"/>
                  </a:lnTo>
                  <a:lnTo>
                    <a:pt x="382" y="924"/>
                  </a:lnTo>
                  <a:lnTo>
                    <a:pt x="502" y="1005"/>
                  </a:lnTo>
                  <a:lnTo>
                    <a:pt x="543" y="1065"/>
                  </a:lnTo>
                  <a:lnTo>
                    <a:pt x="563" y="1125"/>
                  </a:lnTo>
                  <a:lnTo>
                    <a:pt x="603" y="1246"/>
                  </a:lnTo>
                  <a:lnTo>
                    <a:pt x="623" y="1306"/>
                  </a:lnTo>
                  <a:lnTo>
                    <a:pt x="683" y="1366"/>
                  </a:lnTo>
                  <a:lnTo>
                    <a:pt x="743" y="1386"/>
                  </a:lnTo>
                  <a:lnTo>
                    <a:pt x="844" y="1406"/>
                  </a:lnTo>
                  <a:lnTo>
                    <a:pt x="864" y="1266"/>
                  </a:lnTo>
                  <a:lnTo>
                    <a:pt x="924" y="1145"/>
                  </a:lnTo>
                  <a:lnTo>
                    <a:pt x="984" y="1045"/>
                  </a:lnTo>
                  <a:lnTo>
                    <a:pt x="1085" y="965"/>
                  </a:lnTo>
                  <a:lnTo>
                    <a:pt x="1306" y="844"/>
                  </a:lnTo>
                  <a:lnTo>
                    <a:pt x="1506" y="704"/>
                  </a:lnTo>
                  <a:lnTo>
                    <a:pt x="763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81" name="Google Shape;1181;p16"/>
            <p:cNvSpPr/>
            <p:nvPr/>
          </p:nvSpPr>
          <p:spPr>
            <a:xfrm>
              <a:off x="5671850" y="3044225"/>
              <a:ext cx="38175" cy="36175"/>
            </a:xfrm>
            <a:custGeom>
              <a:rect b="b" l="l" r="r" t="t"/>
              <a:pathLst>
                <a:path extrusionOk="0" h="1447" w="1527">
                  <a:moveTo>
                    <a:pt x="724" y="1"/>
                  </a:moveTo>
                  <a:lnTo>
                    <a:pt x="1" y="723"/>
                  </a:lnTo>
                  <a:lnTo>
                    <a:pt x="724" y="1446"/>
                  </a:lnTo>
                  <a:lnTo>
                    <a:pt x="864" y="1205"/>
                  </a:lnTo>
                  <a:lnTo>
                    <a:pt x="924" y="1105"/>
                  </a:lnTo>
                  <a:lnTo>
                    <a:pt x="1005" y="1005"/>
                  </a:lnTo>
                  <a:lnTo>
                    <a:pt x="1105" y="924"/>
                  </a:lnTo>
                  <a:lnTo>
                    <a:pt x="1226" y="844"/>
                  </a:lnTo>
                  <a:lnTo>
                    <a:pt x="1527" y="703"/>
                  </a:lnTo>
                  <a:lnTo>
                    <a:pt x="1386" y="643"/>
                  </a:lnTo>
                  <a:lnTo>
                    <a:pt x="1246" y="583"/>
                  </a:lnTo>
                  <a:lnTo>
                    <a:pt x="1125" y="503"/>
                  </a:lnTo>
                  <a:lnTo>
                    <a:pt x="1025" y="422"/>
                  </a:lnTo>
                  <a:lnTo>
                    <a:pt x="924" y="322"/>
                  </a:lnTo>
                  <a:lnTo>
                    <a:pt x="844" y="221"/>
                  </a:lnTo>
                  <a:lnTo>
                    <a:pt x="784" y="121"/>
                  </a:lnTo>
                  <a:lnTo>
                    <a:pt x="724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82" name="Google Shape;1182;p16"/>
            <p:cNvSpPr/>
            <p:nvPr/>
          </p:nvSpPr>
          <p:spPr>
            <a:xfrm>
              <a:off x="5889225" y="2638125"/>
              <a:ext cx="32650" cy="29125"/>
            </a:xfrm>
            <a:custGeom>
              <a:rect b="b" l="l" r="r" t="t"/>
              <a:pathLst>
                <a:path extrusionOk="0" h="1165" w="1306">
                  <a:moveTo>
                    <a:pt x="663" y="0"/>
                  </a:moveTo>
                  <a:lnTo>
                    <a:pt x="0" y="562"/>
                  </a:lnTo>
                  <a:lnTo>
                    <a:pt x="643" y="1165"/>
                  </a:lnTo>
                  <a:lnTo>
                    <a:pt x="1305" y="583"/>
                  </a:lnTo>
                  <a:lnTo>
                    <a:pt x="66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83" name="Google Shape;1183;p16"/>
            <p:cNvSpPr/>
            <p:nvPr/>
          </p:nvSpPr>
          <p:spPr>
            <a:xfrm>
              <a:off x="5455000" y="3043225"/>
              <a:ext cx="39675" cy="36675"/>
            </a:xfrm>
            <a:custGeom>
              <a:rect b="b" l="l" r="r" t="t"/>
              <a:pathLst>
                <a:path extrusionOk="0" h="1467" w="1587">
                  <a:moveTo>
                    <a:pt x="723" y="0"/>
                  </a:moveTo>
                  <a:lnTo>
                    <a:pt x="583" y="261"/>
                  </a:lnTo>
                  <a:lnTo>
                    <a:pt x="502" y="382"/>
                  </a:lnTo>
                  <a:lnTo>
                    <a:pt x="422" y="482"/>
                  </a:lnTo>
                  <a:lnTo>
                    <a:pt x="362" y="522"/>
                  </a:lnTo>
                  <a:lnTo>
                    <a:pt x="302" y="563"/>
                  </a:lnTo>
                  <a:lnTo>
                    <a:pt x="161" y="583"/>
                  </a:lnTo>
                  <a:lnTo>
                    <a:pt x="101" y="603"/>
                  </a:lnTo>
                  <a:lnTo>
                    <a:pt x="41" y="623"/>
                  </a:lnTo>
                  <a:lnTo>
                    <a:pt x="0" y="663"/>
                  </a:lnTo>
                  <a:lnTo>
                    <a:pt x="0" y="723"/>
                  </a:lnTo>
                  <a:lnTo>
                    <a:pt x="743" y="1466"/>
                  </a:lnTo>
                  <a:lnTo>
                    <a:pt x="1587" y="623"/>
                  </a:lnTo>
                  <a:lnTo>
                    <a:pt x="1587" y="623"/>
                  </a:lnTo>
                  <a:lnTo>
                    <a:pt x="1386" y="643"/>
                  </a:lnTo>
                  <a:lnTo>
                    <a:pt x="1245" y="623"/>
                  </a:lnTo>
                  <a:lnTo>
                    <a:pt x="1125" y="563"/>
                  </a:lnTo>
                  <a:lnTo>
                    <a:pt x="1024" y="482"/>
                  </a:lnTo>
                  <a:lnTo>
                    <a:pt x="944" y="362"/>
                  </a:lnTo>
                  <a:lnTo>
                    <a:pt x="884" y="261"/>
                  </a:lnTo>
                  <a:lnTo>
                    <a:pt x="72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84" name="Google Shape;1184;p16"/>
            <p:cNvSpPr/>
            <p:nvPr/>
          </p:nvSpPr>
          <p:spPr>
            <a:xfrm>
              <a:off x="5996150" y="3046725"/>
              <a:ext cx="34150" cy="31650"/>
            </a:xfrm>
            <a:custGeom>
              <a:rect b="b" l="l" r="r" t="t"/>
              <a:pathLst>
                <a:path extrusionOk="0" h="1266" w="1366">
                  <a:moveTo>
                    <a:pt x="703" y="1"/>
                  </a:moveTo>
                  <a:lnTo>
                    <a:pt x="0" y="603"/>
                  </a:lnTo>
                  <a:lnTo>
                    <a:pt x="723" y="1266"/>
                  </a:lnTo>
                  <a:lnTo>
                    <a:pt x="1365" y="603"/>
                  </a:lnTo>
                  <a:lnTo>
                    <a:pt x="703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85" name="Google Shape;1185;p16"/>
            <p:cNvSpPr/>
            <p:nvPr/>
          </p:nvSpPr>
          <p:spPr>
            <a:xfrm>
              <a:off x="5456500" y="2636625"/>
              <a:ext cx="35175" cy="35650"/>
            </a:xfrm>
            <a:custGeom>
              <a:rect b="b" l="l" r="r" t="t"/>
              <a:pathLst>
                <a:path extrusionOk="0" h="1426" w="1407">
                  <a:moveTo>
                    <a:pt x="683" y="0"/>
                  </a:moveTo>
                  <a:lnTo>
                    <a:pt x="1" y="622"/>
                  </a:lnTo>
                  <a:lnTo>
                    <a:pt x="804" y="1426"/>
                  </a:lnTo>
                  <a:lnTo>
                    <a:pt x="804" y="1265"/>
                  </a:lnTo>
                  <a:lnTo>
                    <a:pt x="824" y="1145"/>
                  </a:lnTo>
                  <a:lnTo>
                    <a:pt x="864" y="1024"/>
                  </a:lnTo>
                  <a:lnTo>
                    <a:pt x="904" y="944"/>
                  </a:lnTo>
                  <a:lnTo>
                    <a:pt x="985" y="884"/>
                  </a:lnTo>
                  <a:lnTo>
                    <a:pt x="1065" y="823"/>
                  </a:lnTo>
                  <a:lnTo>
                    <a:pt x="1165" y="783"/>
                  </a:lnTo>
                  <a:lnTo>
                    <a:pt x="1286" y="763"/>
                  </a:lnTo>
                  <a:lnTo>
                    <a:pt x="1326" y="743"/>
                  </a:lnTo>
                  <a:lnTo>
                    <a:pt x="1366" y="703"/>
                  </a:lnTo>
                  <a:lnTo>
                    <a:pt x="1386" y="683"/>
                  </a:lnTo>
                  <a:lnTo>
                    <a:pt x="1406" y="643"/>
                  </a:lnTo>
                  <a:lnTo>
                    <a:pt x="1386" y="602"/>
                  </a:lnTo>
                  <a:lnTo>
                    <a:pt x="1366" y="562"/>
                  </a:lnTo>
                  <a:lnTo>
                    <a:pt x="1306" y="502"/>
                  </a:lnTo>
                  <a:lnTo>
                    <a:pt x="1145" y="442"/>
                  </a:lnTo>
                  <a:lnTo>
                    <a:pt x="985" y="361"/>
                  </a:lnTo>
                  <a:lnTo>
                    <a:pt x="924" y="321"/>
                  </a:lnTo>
                  <a:lnTo>
                    <a:pt x="864" y="261"/>
                  </a:lnTo>
                  <a:lnTo>
                    <a:pt x="824" y="181"/>
                  </a:lnTo>
                  <a:lnTo>
                    <a:pt x="804" y="80"/>
                  </a:lnTo>
                  <a:lnTo>
                    <a:pt x="784" y="40"/>
                  </a:lnTo>
                  <a:lnTo>
                    <a:pt x="744" y="20"/>
                  </a:lnTo>
                  <a:lnTo>
                    <a:pt x="68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86" name="Google Shape;1186;p16"/>
            <p:cNvSpPr/>
            <p:nvPr/>
          </p:nvSpPr>
          <p:spPr>
            <a:xfrm>
              <a:off x="5347075" y="3146125"/>
              <a:ext cx="40675" cy="37675"/>
            </a:xfrm>
            <a:custGeom>
              <a:rect b="b" l="l" r="r" t="t"/>
              <a:pathLst>
                <a:path extrusionOk="0" h="1507" w="1627">
                  <a:moveTo>
                    <a:pt x="743" y="1"/>
                  </a:moveTo>
                  <a:lnTo>
                    <a:pt x="703" y="161"/>
                  </a:lnTo>
                  <a:lnTo>
                    <a:pt x="643" y="282"/>
                  </a:lnTo>
                  <a:lnTo>
                    <a:pt x="542" y="382"/>
                  </a:lnTo>
                  <a:lnTo>
                    <a:pt x="422" y="463"/>
                  </a:lnTo>
                  <a:lnTo>
                    <a:pt x="201" y="563"/>
                  </a:lnTo>
                  <a:lnTo>
                    <a:pt x="81" y="623"/>
                  </a:lnTo>
                  <a:lnTo>
                    <a:pt x="0" y="704"/>
                  </a:lnTo>
                  <a:lnTo>
                    <a:pt x="763" y="1507"/>
                  </a:lnTo>
                  <a:lnTo>
                    <a:pt x="884" y="1266"/>
                  </a:lnTo>
                  <a:lnTo>
                    <a:pt x="964" y="1145"/>
                  </a:lnTo>
                  <a:lnTo>
                    <a:pt x="1044" y="1045"/>
                  </a:lnTo>
                  <a:lnTo>
                    <a:pt x="1145" y="965"/>
                  </a:lnTo>
                  <a:lnTo>
                    <a:pt x="1285" y="904"/>
                  </a:lnTo>
                  <a:lnTo>
                    <a:pt x="1627" y="744"/>
                  </a:lnTo>
                  <a:lnTo>
                    <a:pt x="1265" y="583"/>
                  </a:lnTo>
                  <a:lnTo>
                    <a:pt x="1125" y="523"/>
                  </a:lnTo>
                  <a:lnTo>
                    <a:pt x="1024" y="442"/>
                  </a:lnTo>
                  <a:lnTo>
                    <a:pt x="944" y="342"/>
                  </a:lnTo>
                  <a:lnTo>
                    <a:pt x="864" y="242"/>
                  </a:lnTo>
                  <a:lnTo>
                    <a:pt x="743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87" name="Google Shape;1187;p16"/>
            <p:cNvSpPr/>
            <p:nvPr/>
          </p:nvSpPr>
          <p:spPr>
            <a:xfrm>
              <a:off x="5346575" y="3042225"/>
              <a:ext cx="40675" cy="38675"/>
            </a:xfrm>
            <a:custGeom>
              <a:rect b="b" l="l" r="r" t="t"/>
              <a:pathLst>
                <a:path extrusionOk="0" h="1547" w="1627">
                  <a:moveTo>
                    <a:pt x="723" y="0"/>
                  </a:moveTo>
                  <a:lnTo>
                    <a:pt x="603" y="281"/>
                  </a:lnTo>
                  <a:lnTo>
                    <a:pt x="542" y="382"/>
                  </a:lnTo>
                  <a:lnTo>
                    <a:pt x="482" y="462"/>
                  </a:lnTo>
                  <a:lnTo>
                    <a:pt x="362" y="562"/>
                  </a:lnTo>
                  <a:lnTo>
                    <a:pt x="241" y="623"/>
                  </a:lnTo>
                  <a:lnTo>
                    <a:pt x="0" y="763"/>
                  </a:lnTo>
                  <a:lnTo>
                    <a:pt x="783" y="1546"/>
                  </a:lnTo>
                  <a:lnTo>
                    <a:pt x="904" y="1305"/>
                  </a:lnTo>
                  <a:lnTo>
                    <a:pt x="964" y="1185"/>
                  </a:lnTo>
                  <a:lnTo>
                    <a:pt x="1064" y="1085"/>
                  </a:lnTo>
                  <a:lnTo>
                    <a:pt x="1165" y="1024"/>
                  </a:lnTo>
                  <a:lnTo>
                    <a:pt x="1285" y="944"/>
                  </a:lnTo>
                  <a:lnTo>
                    <a:pt x="1627" y="803"/>
                  </a:lnTo>
                  <a:lnTo>
                    <a:pt x="1285" y="643"/>
                  </a:lnTo>
                  <a:lnTo>
                    <a:pt x="1145" y="583"/>
                  </a:lnTo>
                  <a:lnTo>
                    <a:pt x="1044" y="502"/>
                  </a:lnTo>
                  <a:lnTo>
                    <a:pt x="944" y="402"/>
                  </a:lnTo>
                  <a:lnTo>
                    <a:pt x="884" y="281"/>
                  </a:lnTo>
                  <a:lnTo>
                    <a:pt x="72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88" name="Google Shape;1188;p16"/>
            <p:cNvSpPr/>
            <p:nvPr/>
          </p:nvSpPr>
          <p:spPr>
            <a:xfrm>
              <a:off x="5989100" y="3351950"/>
              <a:ext cx="41700" cy="36175"/>
            </a:xfrm>
            <a:custGeom>
              <a:rect b="b" l="l" r="r" t="t"/>
              <a:pathLst>
                <a:path extrusionOk="0" h="1447" w="1668">
                  <a:moveTo>
                    <a:pt x="945" y="0"/>
                  </a:moveTo>
                  <a:lnTo>
                    <a:pt x="905" y="121"/>
                  </a:lnTo>
                  <a:lnTo>
                    <a:pt x="824" y="221"/>
                  </a:lnTo>
                  <a:lnTo>
                    <a:pt x="744" y="322"/>
                  </a:lnTo>
                  <a:lnTo>
                    <a:pt x="644" y="422"/>
                  </a:lnTo>
                  <a:lnTo>
                    <a:pt x="523" y="502"/>
                  </a:lnTo>
                  <a:lnTo>
                    <a:pt x="382" y="583"/>
                  </a:lnTo>
                  <a:lnTo>
                    <a:pt x="1" y="743"/>
                  </a:lnTo>
                  <a:lnTo>
                    <a:pt x="222" y="783"/>
                  </a:lnTo>
                  <a:lnTo>
                    <a:pt x="382" y="844"/>
                  </a:lnTo>
                  <a:lnTo>
                    <a:pt x="543" y="924"/>
                  </a:lnTo>
                  <a:lnTo>
                    <a:pt x="664" y="1004"/>
                  </a:lnTo>
                  <a:lnTo>
                    <a:pt x="744" y="1105"/>
                  </a:lnTo>
                  <a:lnTo>
                    <a:pt x="824" y="1205"/>
                  </a:lnTo>
                  <a:lnTo>
                    <a:pt x="884" y="1326"/>
                  </a:lnTo>
                  <a:lnTo>
                    <a:pt x="945" y="1446"/>
                  </a:lnTo>
                  <a:lnTo>
                    <a:pt x="1668" y="683"/>
                  </a:lnTo>
                  <a:lnTo>
                    <a:pt x="945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89" name="Google Shape;1189;p16"/>
            <p:cNvSpPr/>
            <p:nvPr/>
          </p:nvSpPr>
          <p:spPr>
            <a:xfrm>
              <a:off x="5456500" y="2738525"/>
              <a:ext cx="34675" cy="32650"/>
            </a:xfrm>
            <a:custGeom>
              <a:rect b="b" l="l" r="r" t="t"/>
              <a:pathLst>
                <a:path extrusionOk="0" h="1306" w="1387">
                  <a:moveTo>
                    <a:pt x="663" y="0"/>
                  </a:moveTo>
                  <a:lnTo>
                    <a:pt x="583" y="60"/>
                  </a:lnTo>
                  <a:lnTo>
                    <a:pt x="523" y="141"/>
                  </a:lnTo>
                  <a:lnTo>
                    <a:pt x="422" y="301"/>
                  </a:lnTo>
                  <a:lnTo>
                    <a:pt x="342" y="382"/>
                  </a:lnTo>
                  <a:lnTo>
                    <a:pt x="262" y="462"/>
                  </a:lnTo>
                  <a:lnTo>
                    <a:pt x="161" y="522"/>
                  </a:lnTo>
                  <a:lnTo>
                    <a:pt x="41" y="542"/>
                  </a:lnTo>
                  <a:lnTo>
                    <a:pt x="21" y="562"/>
                  </a:lnTo>
                  <a:lnTo>
                    <a:pt x="21" y="603"/>
                  </a:lnTo>
                  <a:lnTo>
                    <a:pt x="1" y="643"/>
                  </a:lnTo>
                  <a:lnTo>
                    <a:pt x="663" y="1305"/>
                  </a:lnTo>
                  <a:lnTo>
                    <a:pt x="1386" y="663"/>
                  </a:lnTo>
                  <a:lnTo>
                    <a:pt x="66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90" name="Google Shape;1190;p16"/>
            <p:cNvSpPr/>
            <p:nvPr/>
          </p:nvSpPr>
          <p:spPr>
            <a:xfrm>
              <a:off x="5888200" y="2943825"/>
              <a:ext cx="34175" cy="31650"/>
            </a:xfrm>
            <a:custGeom>
              <a:rect b="b" l="l" r="r" t="t"/>
              <a:pathLst>
                <a:path extrusionOk="0" h="1266" w="1367">
                  <a:moveTo>
                    <a:pt x="704" y="1"/>
                  </a:moveTo>
                  <a:lnTo>
                    <a:pt x="1" y="623"/>
                  </a:lnTo>
                  <a:lnTo>
                    <a:pt x="704" y="1266"/>
                  </a:lnTo>
                  <a:lnTo>
                    <a:pt x="1366" y="643"/>
                  </a:lnTo>
                  <a:lnTo>
                    <a:pt x="704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91" name="Google Shape;1191;p16"/>
            <p:cNvSpPr/>
            <p:nvPr/>
          </p:nvSpPr>
          <p:spPr>
            <a:xfrm>
              <a:off x="5455500" y="2943325"/>
              <a:ext cx="36675" cy="35175"/>
            </a:xfrm>
            <a:custGeom>
              <a:rect b="b" l="l" r="r" t="t"/>
              <a:pathLst>
                <a:path extrusionOk="0" h="1407" w="1467">
                  <a:moveTo>
                    <a:pt x="703" y="1"/>
                  </a:moveTo>
                  <a:lnTo>
                    <a:pt x="0" y="663"/>
                  </a:lnTo>
                  <a:lnTo>
                    <a:pt x="804" y="1406"/>
                  </a:lnTo>
                  <a:lnTo>
                    <a:pt x="824" y="1246"/>
                  </a:lnTo>
                  <a:lnTo>
                    <a:pt x="864" y="1125"/>
                  </a:lnTo>
                  <a:lnTo>
                    <a:pt x="944" y="1025"/>
                  </a:lnTo>
                  <a:lnTo>
                    <a:pt x="1045" y="944"/>
                  </a:lnTo>
                  <a:lnTo>
                    <a:pt x="1145" y="884"/>
                  </a:lnTo>
                  <a:lnTo>
                    <a:pt x="1245" y="824"/>
                  </a:lnTo>
                  <a:lnTo>
                    <a:pt x="1466" y="683"/>
                  </a:lnTo>
                  <a:lnTo>
                    <a:pt x="703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92" name="Google Shape;1192;p16"/>
            <p:cNvSpPr/>
            <p:nvPr/>
          </p:nvSpPr>
          <p:spPr>
            <a:xfrm>
              <a:off x="5995650" y="3148650"/>
              <a:ext cx="35150" cy="33650"/>
            </a:xfrm>
            <a:custGeom>
              <a:rect b="b" l="l" r="r" t="t"/>
              <a:pathLst>
                <a:path extrusionOk="0" h="1346" w="1406">
                  <a:moveTo>
                    <a:pt x="723" y="0"/>
                  </a:moveTo>
                  <a:lnTo>
                    <a:pt x="0" y="663"/>
                  </a:lnTo>
                  <a:lnTo>
                    <a:pt x="20" y="723"/>
                  </a:lnTo>
                  <a:lnTo>
                    <a:pt x="40" y="763"/>
                  </a:lnTo>
                  <a:lnTo>
                    <a:pt x="100" y="783"/>
                  </a:lnTo>
                  <a:lnTo>
                    <a:pt x="161" y="803"/>
                  </a:lnTo>
                  <a:lnTo>
                    <a:pt x="301" y="843"/>
                  </a:lnTo>
                  <a:lnTo>
                    <a:pt x="361" y="864"/>
                  </a:lnTo>
                  <a:lnTo>
                    <a:pt x="422" y="904"/>
                  </a:lnTo>
                  <a:lnTo>
                    <a:pt x="562" y="1125"/>
                  </a:lnTo>
                  <a:lnTo>
                    <a:pt x="703" y="1345"/>
                  </a:lnTo>
                  <a:lnTo>
                    <a:pt x="1406" y="623"/>
                  </a:lnTo>
                  <a:lnTo>
                    <a:pt x="72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93" name="Google Shape;1193;p16"/>
            <p:cNvSpPr/>
            <p:nvPr/>
          </p:nvSpPr>
          <p:spPr>
            <a:xfrm>
              <a:off x="5888725" y="2740025"/>
              <a:ext cx="33650" cy="29650"/>
            </a:xfrm>
            <a:custGeom>
              <a:rect b="b" l="l" r="r" t="t"/>
              <a:pathLst>
                <a:path extrusionOk="0" h="1186" w="1346">
                  <a:moveTo>
                    <a:pt x="663" y="0"/>
                  </a:moveTo>
                  <a:lnTo>
                    <a:pt x="0" y="583"/>
                  </a:lnTo>
                  <a:lnTo>
                    <a:pt x="663" y="1185"/>
                  </a:lnTo>
                  <a:lnTo>
                    <a:pt x="1345" y="603"/>
                  </a:lnTo>
                  <a:lnTo>
                    <a:pt x="66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94" name="Google Shape;1194;p16"/>
            <p:cNvSpPr/>
            <p:nvPr/>
          </p:nvSpPr>
          <p:spPr>
            <a:xfrm>
              <a:off x="5347075" y="3249050"/>
              <a:ext cx="37675" cy="37650"/>
            </a:xfrm>
            <a:custGeom>
              <a:rect b="b" l="l" r="r" t="t"/>
              <a:pathLst>
                <a:path extrusionOk="0" h="1506" w="1507">
                  <a:moveTo>
                    <a:pt x="723" y="0"/>
                  </a:moveTo>
                  <a:lnTo>
                    <a:pt x="0" y="743"/>
                  </a:lnTo>
                  <a:lnTo>
                    <a:pt x="804" y="1506"/>
                  </a:lnTo>
                  <a:lnTo>
                    <a:pt x="844" y="1365"/>
                  </a:lnTo>
                  <a:lnTo>
                    <a:pt x="884" y="1225"/>
                  </a:lnTo>
                  <a:lnTo>
                    <a:pt x="964" y="1124"/>
                  </a:lnTo>
                  <a:lnTo>
                    <a:pt x="1044" y="1044"/>
                  </a:lnTo>
                  <a:lnTo>
                    <a:pt x="1145" y="964"/>
                  </a:lnTo>
                  <a:lnTo>
                    <a:pt x="1245" y="904"/>
                  </a:lnTo>
                  <a:lnTo>
                    <a:pt x="1366" y="843"/>
                  </a:lnTo>
                  <a:lnTo>
                    <a:pt x="1506" y="823"/>
                  </a:lnTo>
                  <a:lnTo>
                    <a:pt x="1486" y="723"/>
                  </a:lnTo>
                  <a:lnTo>
                    <a:pt x="1466" y="663"/>
                  </a:lnTo>
                  <a:lnTo>
                    <a:pt x="1406" y="602"/>
                  </a:lnTo>
                  <a:lnTo>
                    <a:pt x="1346" y="582"/>
                  </a:lnTo>
                  <a:lnTo>
                    <a:pt x="1225" y="542"/>
                  </a:lnTo>
                  <a:lnTo>
                    <a:pt x="1165" y="502"/>
                  </a:lnTo>
                  <a:lnTo>
                    <a:pt x="1105" y="482"/>
                  </a:lnTo>
                  <a:lnTo>
                    <a:pt x="1004" y="361"/>
                  </a:lnTo>
                  <a:lnTo>
                    <a:pt x="904" y="241"/>
                  </a:lnTo>
                  <a:lnTo>
                    <a:pt x="72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95" name="Google Shape;1195;p16"/>
            <p:cNvSpPr/>
            <p:nvPr/>
          </p:nvSpPr>
          <p:spPr>
            <a:xfrm>
              <a:off x="5347075" y="2942325"/>
              <a:ext cx="38675" cy="36175"/>
            </a:xfrm>
            <a:custGeom>
              <a:rect b="b" l="l" r="r" t="t"/>
              <a:pathLst>
                <a:path extrusionOk="0" h="1447" w="1547">
                  <a:moveTo>
                    <a:pt x="763" y="0"/>
                  </a:moveTo>
                  <a:lnTo>
                    <a:pt x="0" y="703"/>
                  </a:lnTo>
                  <a:lnTo>
                    <a:pt x="804" y="1446"/>
                  </a:lnTo>
                  <a:lnTo>
                    <a:pt x="824" y="1306"/>
                  </a:lnTo>
                  <a:lnTo>
                    <a:pt x="884" y="1165"/>
                  </a:lnTo>
                  <a:lnTo>
                    <a:pt x="964" y="1065"/>
                  </a:lnTo>
                  <a:lnTo>
                    <a:pt x="1065" y="984"/>
                  </a:lnTo>
                  <a:lnTo>
                    <a:pt x="1165" y="904"/>
                  </a:lnTo>
                  <a:lnTo>
                    <a:pt x="1285" y="844"/>
                  </a:lnTo>
                  <a:lnTo>
                    <a:pt x="1546" y="683"/>
                  </a:lnTo>
                  <a:lnTo>
                    <a:pt x="1245" y="543"/>
                  </a:lnTo>
                  <a:lnTo>
                    <a:pt x="1125" y="482"/>
                  </a:lnTo>
                  <a:lnTo>
                    <a:pt x="1024" y="402"/>
                  </a:lnTo>
                  <a:lnTo>
                    <a:pt x="944" y="322"/>
                  </a:lnTo>
                  <a:lnTo>
                    <a:pt x="864" y="201"/>
                  </a:lnTo>
                  <a:lnTo>
                    <a:pt x="76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96" name="Google Shape;1196;p16"/>
            <p:cNvSpPr/>
            <p:nvPr/>
          </p:nvSpPr>
          <p:spPr>
            <a:xfrm>
              <a:off x="5346075" y="3350950"/>
              <a:ext cx="41675" cy="39675"/>
            </a:xfrm>
            <a:custGeom>
              <a:rect b="b" l="l" r="r" t="t"/>
              <a:pathLst>
                <a:path extrusionOk="0" h="1587" w="1667">
                  <a:moveTo>
                    <a:pt x="803" y="0"/>
                  </a:moveTo>
                  <a:lnTo>
                    <a:pt x="0" y="783"/>
                  </a:lnTo>
                  <a:lnTo>
                    <a:pt x="20" y="823"/>
                  </a:lnTo>
                  <a:lnTo>
                    <a:pt x="40" y="864"/>
                  </a:lnTo>
                  <a:lnTo>
                    <a:pt x="161" y="904"/>
                  </a:lnTo>
                  <a:lnTo>
                    <a:pt x="281" y="944"/>
                  </a:lnTo>
                  <a:lnTo>
                    <a:pt x="342" y="964"/>
                  </a:lnTo>
                  <a:lnTo>
                    <a:pt x="402" y="1004"/>
                  </a:lnTo>
                  <a:lnTo>
                    <a:pt x="502" y="1145"/>
                  </a:lnTo>
                  <a:lnTo>
                    <a:pt x="603" y="1285"/>
                  </a:lnTo>
                  <a:lnTo>
                    <a:pt x="783" y="1586"/>
                  </a:lnTo>
                  <a:lnTo>
                    <a:pt x="944" y="1285"/>
                  </a:lnTo>
                  <a:lnTo>
                    <a:pt x="1024" y="1145"/>
                  </a:lnTo>
                  <a:lnTo>
                    <a:pt x="1105" y="1044"/>
                  </a:lnTo>
                  <a:lnTo>
                    <a:pt x="1205" y="964"/>
                  </a:lnTo>
                  <a:lnTo>
                    <a:pt x="1325" y="884"/>
                  </a:lnTo>
                  <a:lnTo>
                    <a:pt x="1667" y="743"/>
                  </a:lnTo>
                  <a:lnTo>
                    <a:pt x="1325" y="582"/>
                  </a:lnTo>
                  <a:lnTo>
                    <a:pt x="1185" y="522"/>
                  </a:lnTo>
                  <a:lnTo>
                    <a:pt x="1064" y="442"/>
                  </a:lnTo>
                  <a:lnTo>
                    <a:pt x="984" y="342"/>
                  </a:lnTo>
                  <a:lnTo>
                    <a:pt x="924" y="241"/>
                  </a:lnTo>
                  <a:lnTo>
                    <a:pt x="80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97" name="Google Shape;1197;p16"/>
            <p:cNvSpPr/>
            <p:nvPr/>
          </p:nvSpPr>
          <p:spPr>
            <a:xfrm>
              <a:off x="5235125" y="3348925"/>
              <a:ext cx="40700" cy="42700"/>
            </a:xfrm>
            <a:custGeom>
              <a:rect b="b" l="l" r="r" t="t"/>
              <a:pathLst>
                <a:path extrusionOk="0" h="1708" w="1628">
                  <a:moveTo>
                    <a:pt x="884" y="1"/>
                  </a:moveTo>
                  <a:lnTo>
                    <a:pt x="744" y="282"/>
                  </a:lnTo>
                  <a:lnTo>
                    <a:pt x="663" y="402"/>
                  </a:lnTo>
                  <a:lnTo>
                    <a:pt x="583" y="503"/>
                  </a:lnTo>
                  <a:lnTo>
                    <a:pt x="462" y="603"/>
                  </a:lnTo>
                  <a:lnTo>
                    <a:pt x="342" y="663"/>
                  </a:lnTo>
                  <a:lnTo>
                    <a:pt x="1" y="824"/>
                  </a:lnTo>
                  <a:lnTo>
                    <a:pt x="322" y="985"/>
                  </a:lnTo>
                  <a:lnTo>
                    <a:pt x="462" y="1065"/>
                  </a:lnTo>
                  <a:lnTo>
                    <a:pt x="563" y="1145"/>
                  </a:lnTo>
                  <a:lnTo>
                    <a:pt x="643" y="1246"/>
                  </a:lnTo>
                  <a:lnTo>
                    <a:pt x="723" y="1386"/>
                  </a:lnTo>
                  <a:lnTo>
                    <a:pt x="884" y="1708"/>
                  </a:lnTo>
                  <a:lnTo>
                    <a:pt x="1045" y="1406"/>
                  </a:lnTo>
                  <a:lnTo>
                    <a:pt x="1185" y="1165"/>
                  </a:lnTo>
                  <a:lnTo>
                    <a:pt x="1225" y="1105"/>
                  </a:lnTo>
                  <a:lnTo>
                    <a:pt x="1306" y="1065"/>
                  </a:lnTo>
                  <a:lnTo>
                    <a:pt x="1466" y="1005"/>
                  </a:lnTo>
                  <a:lnTo>
                    <a:pt x="1547" y="965"/>
                  </a:lnTo>
                  <a:lnTo>
                    <a:pt x="1607" y="904"/>
                  </a:lnTo>
                  <a:lnTo>
                    <a:pt x="1627" y="804"/>
                  </a:lnTo>
                  <a:lnTo>
                    <a:pt x="1627" y="663"/>
                  </a:lnTo>
                  <a:lnTo>
                    <a:pt x="1466" y="684"/>
                  </a:lnTo>
                  <a:lnTo>
                    <a:pt x="1346" y="663"/>
                  </a:lnTo>
                  <a:lnTo>
                    <a:pt x="1246" y="603"/>
                  </a:lnTo>
                  <a:lnTo>
                    <a:pt x="1165" y="503"/>
                  </a:lnTo>
                  <a:lnTo>
                    <a:pt x="1085" y="402"/>
                  </a:lnTo>
                  <a:lnTo>
                    <a:pt x="1025" y="262"/>
                  </a:lnTo>
                  <a:lnTo>
                    <a:pt x="884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98" name="Google Shape;1198;p16"/>
            <p:cNvSpPr/>
            <p:nvPr/>
          </p:nvSpPr>
          <p:spPr>
            <a:xfrm>
              <a:off x="5888200" y="2842425"/>
              <a:ext cx="34175" cy="30650"/>
            </a:xfrm>
            <a:custGeom>
              <a:rect b="b" l="l" r="r" t="t"/>
              <a:pathLst>
                <a:path extrusionOk="0" h="1226" w="1367">
                  <a:moveTo>
                    <a:pt x="704" y="1"/>
                  </a:moveTo>
                  <a:lnTo>
                    <a:pt x="1" y="583"/>
                  </a:lnTo>
                  <a:lnTo>
                    <a:pt x="704" y="1225"/>
                  </a:lnTo>
                  <a:lnTo>
                    <a:pt x="1366" y="583"/>
                  </a:lnTo>
                  <a:lnTo>
                    <a:pt x="704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99" name="Google Shape;1199;p16"/>
            <p:cNvSpPr/>
            <p:nvPr/>
          </p:nvSpPr>
          <p:spPr>
            <a:xfrm>
              <a:off x="5456000" y="2840425"/>
              <a:ext cx="35175" cy="36175"/>
            </a:xfrm>
            <a:custGeom>
              <a:rect b="b" l="l" r="r" t="t"/>
              <a:pathLst>
                <a:path extrusionOk="0" h="1447" w="1407">
                  <a:moveTo>
                    <a:pt x="683" y="0"/>
                  </a:moveTo>
                  <a:lnTo>
                    <a:pt x="603" y="81"/>
                  </a:lnTo>
                  <a:lnTo>
                    <a:pt x="543" y="161"/>
                  </a:lnTo>
                  <a:lnTo>
                    <a:pt x="422" y="342"/>
                  </a:lnTo>
                  <a:lnTo>
                    <a:pt x="362" y="422"/>
                  </a:lnTo>
                  <a:lnTo>
                    <a:pt x="262" y="482"/>
                  </a:lnTo>
                  <a:lnTo>
                    <a:pt x="161" y="542"/>
                  </a:lnTo>
                  <a:lnTo>
                    <a:pt x="41" y="563"/>
                  </a:lnTo>
                  <a:lnTo>
                    <a:pt x="21" y="583"/>
                  </a:lnTo>
                  <a:lnTo>
                    <a:pt x="21" y="643"/>
                  </a:lnTo>
                  <a:lnTo>
                    <a:pt x="1" y="763"/>
                  </a:lnTo>
                  <a:lnTo>
                    <a:pt x="221" y="864"/>
                  </a:lnTo>
                  <a:lnTo>
                    <a:pt x="322" y="904"/>
                  </a:lnTo>
                  <a:lnTo>
                    <a:pt x="422" y="964"/>
                  </a:lnTo>
                  <a:lnTo>
                    <a:pt x="503" y="1085"/>
                  </a:lnTo>
                  <a:lnTo>
                    <a:pt x="563" y="1185"/>
                  </a:lnTo>
                  <a:lnTo>
                    <a:pt x="703" y="1446"/>
                  </a:lnTo>
                  <a:lnTo>
                    <a:pt x="1406" y="683"/>
                  </a:lnTo>
                  <a:lnTo>
                    <a:pt x="68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00" name="Google Shape;1200;p16"/>
            <p:cNvSpPr/>
            <p:nvPr/>
          </p:nvSpPr>
          <p:spPr>
            <a:xfrm>
              <a:off x="5995125" y="3250550"/>
              <a:ext cx="36175" cy="33650"/>
            </a:xfrm>
            <a:custGeom>
              <a:rect b="b" l="l" r="r" t="t"/>
              <a:pathLst>
                <a:path extrusionOk="0" h="1346" w="1447">
                  <a:moveTo>
                    <a:pt x="643" y="0"/>
                  </a:moveTo>
                  <a:lnTo>
                    <a:pt x="623" y="141"/>
                  </a:lnTo>
                  <a:lnTo>
                    <a:pt x="583" y="241"/>
                  </a:lnTo>
                  <a:lnTo>
                    <a:pt x="503" y="322"/>
                  </a:lnTo>
                  <a:lnTo>
                    <a:pt x="423" y="402"/>
                  </a:lnTo>
                  <a:lnTo>
                    <a:pt x="222" y="502"/>
                  </a:lnTo>
                  <a:lnTo>
                    <a:pt x="1" y="623"/>
                  </a:lnTo>
                  <a:lnTo>
                    <a:pt x="744" y="1346"/>
                  </a:lnTo>
                  <a:lnTo>
                    <a:pt x="1447" y="663"/>
                  </a:lnTo>
                  <a:lnTo>
                    <a:pt x="1366" y="583"/>
                  </a:lnTo>
                  <a:lnTo>
                    <a:pt x="1286" y="522"/>
                  </a:lnTo>
                  <a:lnTo>
                    <a:pt x="1085" y="402"/>
                  </a:lnTo>
                  <a:lnTo>
                    <a:pt x="1005" y="342"/>
                  </a:lnTo>
                  <a:lnTo>
                    <a:pt x="925" y="261"/>
                  </a:lnTo>
                  <a:lnTo>
                    <a:pt x="864" y="161"/>
                  </a:lnTo>
                  <a:lnTo>
                    <a:pt x="844" y="40"/>
                  </a:lnTo>
                  <a:lnTo>
                    <a:pt x="804" y="20"/>
                  </a:lnTo>
                  <a:lnTo>
                    <a:pt x="764" y="20"/>
                  </a:lnTo>
                  <a:lnTo>
                    <a:pt x="64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01" name="Google Shape;1201;p16"/>
            <p:cNvSpPr/>
            <p:nvPr/>
          </p:nvSpPr>
          <p:spPr>
            <a:xfrm>
              <a:off x="5348075" y="2834900"/>
              <a:ext cx="37675" cy="39675"/>
            </a:xfrm>
            <a:custGeom>
              <a:rect b="b" l="l" r="r" t="t"/>
              <a:pathLst>
                <a:path extrusionOk="0" h="1587" w="1507">
                  <a:moveTo>
                    <a:pt x="683" y="0"/>
                  </a:moveTo>
                  <a:lnTo>
                    <a:pt x="563" y="302"/>
                  </a:lnTo>
                  <a:lnTo>
                    <a:pt x="502" y="422"/>
                  </a:lnTo>
                  <a:lnTo>
                    <a:pt x="422" y="522"/>
                  </a:lnTo>
                  <a:lnTo>
                    <a:pt x="342" y="623"/>
                  </a:lnTo>
                  <a:lnTo>
                    <a:pt x="262" y="683"/>
                  </a:lnTo>
                  <a:lnTo>
                    <a:pt x="161" y="743"/>
                  </a:lnTo>
                  <a:lnTo>
                    <a:pt x="41" y="784"/>
                  </a:lnTo>
                  <a:lnTo>
                    <a:pt x="21" y="804"/>
                  </a:lnTo>
                  <a:lnTo>
                    <a:pt x="0" y="844"/>
                  </a:lnTo>
                  <a:lnTo>
                    <a:pt x="0" y="904"/>
                  </a:lnTo>
                  <a:lnTo>
                    <a:pt x="764" y="1587"/>
                  </a:lnTo>
                  <a:lnTo>
                    <a:pt x="824" y="1406"/>
                  </a:lnTo>
                  <a:lnTo>
                    <a:pt x="864" y="1306"/>
                  </a:lnTo>
                  <a:lnTo>
                    <a:pt x="904" y="1245"/>
                  </a:lnTo>
                  <a:lnTo>
                    <a:pt x="1045" y="1165"/>
                  </a:lnTo>
                  <a:lnTo>
                    <a:pt x="1185" y="1065"/>
                  </a:lnTo>
                  <a:lnTo>
                    <a:pt x="1506" y="884"/>
                  </a:lnTo>
                  <a:lnTo>
                    <a:pt x="1225" y="743"/>
                  </a:lnTo>
                  <a:lnTo>
                    <a:pt x="1105" y="663"/>
                  </a:lnTo>
                  <a:lnTo>
                    <a:pt x="1004" y="583"/>
                  </a:lnTo>
                  <a:lnTo>
                    <a:pt x="904" y="482"/>
                  </a:lnTo>
                  <a:lnTo>
                    <a:pt x="824" y="342"/>
                  </a:lnTo>
                  <a:lnTo>
                    <a:pt x="743" y="201"/>
                  </a:lnTo>
                  <a:lnTo>
                    <a:pt x="68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02" name="Google Shape;1202;p16"/>
            <p:cNvSpPr/>
            <p:nvPr/>
          </p:nvSpPr>
          <p:spPr>
            <a:xfrm>
              <a:off x="5237650" y="2942825"/>
              <a:ext cx="38175" cy="33650"/>
            </a:xfrm>
            <a:custGeom>
              <a:rect b="b" l="l" r="r" t="t"/>
              <a:pathLst>
                <a:path extrusionOk="0" h="1346" w="1527">
                  <a:moveTo>
                    <a:pt x="783" y="1"/>
                  </a:moveTo>
                  <a:lnTo>
                    <a:pt x="0" y="723"/>
                  </a:lnTo>
                  <a:lnTo>
                    <a:pt x="221" y="824"/>
                  </a:lnTo>
                  <a:lnTo>
                    <a:pt x="422" y="944"/>
                  </a:lnTo>
                  <a:lnTo>
                    <a:pt x="522" y="1025"/>
                  </a:lnTo>
                  <a:lnTo>
                    <a:pt x="582" y="1105"/>
                  </a:lnTo>
                  <a:lnTo>
                    <a:pt x="643" y="1205"/>
                  </a:lnTo>
                  <a:lnTo>
                    <a:pt x="703" y="1326"/>
                  </a:lnTo>
                  <a:lnTo>
                    <a:pt x="723" y="1346"/>
                  </a:lnTo>
                  <a:lnTo>
                    <a:pt x="783" y="1346"/>
                  </a:lnTo>
                  <a:lnTo>
                    <a:pt x="1526" y="663"/>
                  </a:lnTo>
                  <a:lnTo>
                    <a:pt x="783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03" name="Google Shape;1203;p16"/>
            <p:cNvSpPr/>
            <p:nvPr/>
          </p:nvSpPr>
          <p:spPr>
            <a:xfrm>
              <a:off x="5239150" y="2840925"/>
              <a:ext cx="36150" cy="33150"/>
            </a:xfrm>
            <a:custGeom>
              <a:rect b="b" l="l" r="r" t="t"/>
              <a:pathLst>
                <a:path extrusionOk="0" h="1326" w="1446">
                  <a:moveTo>
                    <a:pt x="703" y="0"/>
                  </a:moveTo>
                  <a:lnTo>
                    <a:pt x="0" y="663"/>
                  </a:lnTo>
                  <a:lnTo>
                    <a:pt x="723" y="1326"/>
                  </a:lnTo>
                  <a:lnTo>
                    <a:pt x="1446" y="663"/>
                  </a:lnTo>
                  <a:lnTo>
                    <a:pt x="70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04" name="Google Shape;1204;p16"/>
            <p:cNvSpPr/>
            <p:nvPr/>
          </p:nvSpPr>
          <p:spPr>
            <a:xfrm>
              <a:off x="5238650" y="3248525"/>
              <a:ext cx="37675" cy="37675"/>
            </a:xfrm>
            <a:custGeom>
              <a:rect b="b" l="l" r="r" t="t"/>
              <a:pathLst>
                <a:path extrusionOk="0" h="1507" w="1507">
                  <a:moveTo>
                    <a:pt x="783" y="1"/>
                  </a:moveTo>
                  <a:lnTo>
                    <a:pt x="0" y="744"/>
                  </a:lnTo>
                  <a:lnTo>
                    <a:pt x="803" y="1507"/>
                  </a:lnTo>
                  <a:lnTo>
                    <a:pt x="944" y="1246"/>
                  </a:lnTo>
                  <a:lnTo>
                    <a:pt x="1024" y="1125"/>
                  </a:lnTo>
                  <a:lnTo>
                    <a:pt x="1105" y="1005"/>
                  </a:lnTo>
                  <a:lnTo>
                    <a:pt x="1145" y="965"/>
                  </a:lnTo>
                  <a:lnTo>
                    <a:pt x="1225" y="945"/>
                  </a:lnTo>
                  <a:lnTo>
                    <a:pt x="1345" y="905"/>
                  </a:lnTo>
                  <a:lnTo>
                    <a:pt x="1406" y="884"/>
                  </a:lnTo>
                  <a:lnTo>
                    <a:pt x="1466" y="844"/>
                  </a:lnTo>
                  <a:lnTo>
                    <a:pt x="1506" y="764"/>
                  </a:lnTo>
                  <a:lnTo>
                    <a:pt x="1506" y="684"/>
                  </a:lnTo>
                  <a:lnTo>
                    <a:pt x="1265" y="563"/>
                  </a:lnTo>
                  <a:lnTo>
                    <a:pt x="1165" y="503"/>
                  </a:lnTo>
                  <a:lnTo>
                    <a:pt x="1064" y="423"/>
                  </a:lnTo>
                  <a:lnTo>
                    <a:pt x="964" y="342"/>
                  </a:lnTo>
                  <a:lnTo>
                    <a:pt x="904" y="242"/>
                  </a:lnTo>
                  <a:lnTo>
                    <a:pt x="823" y="121"/>
                  </a:lnTo>
                  <a:lnTo>
                    <a:pt x="783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05" name="Google Shape;1205;p16"/>
            <p:cNvSpPr/>
            <p:nvPr/>
          </p:nvSpPr>
          <p:spPr>
            <a:xfrm>
              <a:off x="5996150" y="2945325"/>
              <a:ext cx="34650" cy="29150"/>
            </a:xfrm>
            <a:custGeom>
              <a:rect b="b" l="l" r="r" t="t"/>
              <a:pathLst>
                <a:path extrusionOk="0" h="1166" w="1386">
                  <a:moveTo>
                    <a:pt x="683" y="1"/>
                  </a:moveTo>
                  <a:lnTo>
                    <a:pt x="0" y="563"/>
                  </a:lnTo>
                  <a:lnTo>
                    <a:pt x="723" y="1166"/>
                  </a:lnTo>
                  <a:lnTo>
                    <a:pt x="1386" y="543"/>
                  </a:lnTo>
                  <a:lnTo>
                    <a:pt x="683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06" name="Google Shape;1206;p16"/>
            <p:cNvSpPr/>
            <p:nvPr/>
          </p:nvSpPr>
          <p:spPr>
            <a:xfrm>
              <a:off x="5237650" y="3044725"/>
              <a:ext cx="38175" cy="34675"/>
            </a:xfrm>
            <a:custGeom>
              <a:rect b="b" l="l" r="r" t="t"/>
              <a:pathLst>
                <a:path extrusionOk="0" h="1387" w="1527">
                  <a:moveTo>
                    <a:pt x="743" y="1"/>
                  </a:moveTo>
                  <a:lnTo>
                    <a:pt x="622" y="201"/>
                  </a:lnTo>
                  <a:lnTo>
                    <a:pt x="562" y="302"/>
                  </a:lnTo>
                  <a:lnTo>
                    <a:pt x="462" y="422"/>
                  </a:lnTo>
                  <a:lnTo>
                    <a:pt x="361" y="503"/>
                  </a:lnTo>
                  <a:lnTo>
                    <a:pt x="241" y="563"/>
                  </a:lnTo>
                  <a:lnTo>
                    <a:pt x="0" y="683"/>
                  </a:lnTo>
                  <a:lnTo>
                    <a:pt x="763" y="1386"/>
                  </a:lnTo>
                  <a:lnTo>
                    <a:pt x="1526" y="703"/>
                  </a:lnTo>
                  <a:lnTo>
                    <a:pt x="743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07" name="Google Shape;1207;p16"/>
            <p:cNvSpPr/>
            <p:nvPr/>
          </p:nvSpPr>
          <p:spPr>
            <a:xfrm>
              <a:off x="5347075" y="2739525"/>
              <a:ext cx="37175" cy="32150"/>
            </a:xfrm>
            <a:custGeom>
              <a:rect b="b" l="l" r="r" t="t"/>
              <a:pathLst>
                <a:path extrusionOk="0" h="1286" w="1487">
                  <a:moveTo>
                    <a:pt x="743" y="0"/>
                  </a:moveTo>
                  <a:lnTo>
                    <a:pt x="0" y="623"/>
                  </a:lnTo>
                  <a:lnTo>
                    <a:pt x="783" y="1285"/>
                  </a:lnTo>
                  <a:lnTo>
                    <a:pt x="884" y="1085"/>
                  </a:lnTo>
                  <a:lnTo>
                    <a:pt x="944" y="984"/>
                  </a:lnTo>
                  <a:lnTo>
                    <a:pt x="1004" y="884"/>
                  </a:lnTo>
                  <a:lnTo>
                    <a:pt x="1125" y="824"/>
                  </a:lnTo>
                  <a:lnTo>
                    <a:pt x="1245" y="763"/>
                  </a:lnTo>
                  <a:lnTo>
                    <a:pt x="1486" y="643"/>
                  </a:lnTo>
                  <a:lnTo>
                    <a:pt x="74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08" name="Google Shape;1208;p16"/>
            <p:cNvSpPr/>
            <p:nvPr/>
          </p:nvSpPr>
          <p:spPr>
            <a:xfrm>
              <a:off x="5238650" y="3147125"/>
              <a:ext cx="37675" cy="36175"/>
            </a:xfrm>
            <a:custGeom>
              <a:rect b="b" l="l" r="r" t="t"/>
              <a:pathLst>
                <a:path extrusionOk="0" h="1447" w="1507">
                  <a:moveTo>
                    <a:pt x="763" y="1"/>
                  </a:moveTo>
                  <a:lnTo>
                    <a:pt x="0" y="704"/>
                  </a:lnTo>
                  <a:lnTo>
                    <a:pt x="803" y="1447"/>
                  </a:lnTo>
                  <a:lnTo>
                    <a:pt x="944" y="1186"/>
                  </a:lnTo>
                  <a:lnTo>
                    <a:pt x="1024" y="1065"/>
                  </a:lnTo>
                  <a:lnTo>
                    <a:pt x="1125" y="965"/>
                  </a:lnTo>
                  <a:lnTo>
                    <a:pt x="1165" y="925"/>
                  </a:lnTo>
                  <a:lnTo>
                    <a:pt x="1225" y="904"/>
                  </a:lnTo>
                  <a:lnTo>
                    <a:pt x="1366" y="864"/>
                  </a:lnTo>
                  <a:lnTo>
                    <a:pt x="1426" y="824"/>
                  </a:lnTo>
                  <a:lnTo>
                    <a:pt x="1466" y="784"/>
                  </a:lnTo>
                  <a:lnTo>
                    <a:pt x="1506" y="724"/>
                  </a:lnTo>
                  <a:lnTo>
                    <a:pt x="1506" y="623"/>
                  </a:lnTo>
                  <a:lnTo>
                    <a:pt x="1125" y="302"/>
                  </a:lnTo>
                  <a:lnTo>
                    <a:pt x="763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09" name="Google Shape;1209;p16"/>
            <p:cNvSpPr/>
            <p:nvPr/>
          </p:nvSpPr>
          <p:spPr>
            <a:xfrm>
              <a:off x="5345575" y="2637125"/>
              <a:ext cx="36650" cy="30625"/>
            </a:xfrm>
            <a:custGeom>
              <a:rect b="b" l="l" r="r" t="t"/>
              <a:pathLst>
                <a:path extrusionOk="0" h="1225" w="1466">
                  <a:moveTo>
                    <a:pt x="783" y="0"/>
                  </a:moveTo>
                  <a:lnTo>
                    <a:pt x="0" y="663"/>
                  </a:lnTo>
                  <a:lnTo>
                    <a:pt x="221" y="743"/>
                  </a:lnTo>
                  <a:lnTo>
                    <a:pt x="341" y="783"/>
                  </a:lnTo>
                  <a:lnTo>
                    <a:pt x="422" y="843"/>
                  </a:lnTo>
                  <a:lnTo>
                    <a:pt x="522" y="924"/>
                  </a:lnTo>
                  <a:lnTo>
                    <a:pt x="582" y="1004"/>
                  </a:lnTo>
                  <a:lnTo>
                    <a:pt x="643" y="1084"/>
                  </a:lnTo>
                  <a:lnTo>
                    <a:pt x="703" y="1205"/>
                  </a:lnTo>
                  <a:lnTo>
                    <a:pt x="723" y="1225"/>
                  </a:lnTo>
                  <a:lnTo>
                    <a:pt x="783" y="1225"/>
                  </a:lnTo>
                  <a:lnTo>
                    <a:pt x="1466" y="602"/>
                  </a:lnTo>
                  <a:lnTo>
                    <a:pt x="78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10" name="Google Shape;1210;p16"/>
            <p:cNvSpPr/>
            <p:nvPr/>
          </p:nvSpPr>
          <p:spPr>
            <a:xfrm>
              <a:off x="5995125" y="2843425"/>
              <a:ext cx="35675" cy="29150"/>
            </a:xfrm>
            <a:custGeom>
              <a:rect b="b" l="l" r="r" t="t"/>
              <a:pathLst>
                <a:path extrusionOk="0" h="1166" w="1427">
                  <a:moveTo>
                    <a:pt x="724" y="1"/>
                  </a:moveTo>
                  <a:lnTo>
                    <a:pt x="1" y="603"/>
                  </a:lnTo>
                  <a:lnTo>
                    <a:pt x="242" y="683"/>
                  </a:lnTo>
                  <a:lnTo>
                    <a:pt x="342" y="724"/>
                  </a:lnTo>
                  <a:lnTo>
                    <a:pt x="423" y="784"/>
                  </a:lnTo>
                  <a:lnTo>
                    <a:pt x="503" y="864"/>
                  </a:lnTo>
                  <a:lnTo>
                    <a:pt x="563" y="965"/>
                  </a:lnTo>
                  <a:lnTo>
                    <a:pt x="684" y="1165"/>
                  </a:lnTo>
                  <a:lnTo>
                    <a:pt x="1427" y="543"/>
                  </a:lnTo>
                  <a:lnTo>
                    <a:pt x="724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11" name="Google Shape;1211;p16"/>
            <p:cNvSpPr/>
            <p:nvPr/>
          </p:nvSpPr>
          <p:spPr>
            <a:xfrm>
              <a:off x="5996650" y="2741025"/>
              <a:ext cx="30125" cy="28125"/>
            </a:xfrm>
            <a:custGeom>
              <a:rect b="b" l="l" r="r" t="t"/>
              <a:pathLst>
                <a:path extrusionOk="0" h="1125" w="1205">
                  <a:moveTo>
                    <a:pt x="663" y="1"/>
                  </a:moveTo>
                  <a:lnTo>
                    <a:pt x="0" y="543"/>
                  </a:lnTo>
                  <a:lnTo>
                    <a:pt x="703" y="1125"/>
                  </a:lnTo>
                  <a:lnTo>
                    <a:pt x="1205" y="663"/>
                  </a:lnTo>
                  <a:lnTo>
                    <a:pt x="663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12" name="Google Shape;1212;p16"/>
            <p:cNvSpPr/>
            <p:nvPr/>
          </p:nvSpPr>
          <p:spPr>
            <a:xfrm>
              <a:off x="5240150" y="2738025"/>
              <a:ext cx="35150" cy="32650"/>
            </a:xfrm>
            <a:custGeom>
              <a:rect b="b" l="l" r="r" t="t"/>
              <a:pathLst>
                <a:path extrusionOk="0" h="1306" w="1406">
                  <a:moveTo>
                    <a:pt x="663" y="0"/>
                  </a:moveTo>
                  <a:lnTo>
                    <a:pt x="563" y="161"/>
                  </a:lnTo>
                  <a:lnTo>
                    <a:pt x="502" y="261"/>
                  </a:lnTo>
                  <a:lnTo>
                    <a:pt x="422" y="341"/>
                  </a:lnTo>
                  <a:lnTo>
                    <a:pt x="322" y="422"/>
                  </a:lnTo>
                  <a:lnTo>
                    <a:pt x="221" y="502"/>
                  </a:lnTo>
                  <a:lnTo>
                    <a:pt x="0" y="663"/>
                  </a:lnTo>
                  <a:lnTo>
                    <a:pt x="683" y="1305"/>
                  </a:lnTo>
                  <a:lnTo>
                    <a:pt x="1406" y="663"/>
                  </a:lnTo>
                  <a:lnTo>
                    <a:pt x="66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13" name="Google Shape;1213;p16"/>
            <p:cNvSpPr/>
            <p:nvPr/>
          </p:nvSpPr>
          <p:spPr>
            <a:xfrm>
              <a:off x="5240650" y="2636100"/>
              <a:ext cx="36175" cy="31650"/>
            </a:xfrm>
            <a:custGeom>
              <a:rect b="b" l="l" r="r" t="t"/>
              <a:pathLst>
                <a:path extrusionOk="0" h="1266" w="1447">
                  <a:moveTo>
                    <a:pt x="683" y="1"/>
                  </a:moveTo>
                  <a:lnTo>
                    <a:pt x="0" y="664"/>
                  </a:lnTo>
                  <a:lnTo>
                    <a:pt x="663" y="1266"/>
                  </a:lnTo>
                  <a:lnTo>
                    <a:pt x="1446" y="603"/>
                  </a:lnTo>
                  <a:lnTo>
                    <a:pt x="1165" y="503"/>
                  </a:lnTo>
                  <a:lnTo>
                    <a:pt x="1065" y="443"/>
                  </a:lnTo>
                  <a:lnTo>
                    <a:pt x="964" y="382"/>
                  </a:lnTo>
                  <a:lnTo>
                    <a:pt x="884" y="282"/>
                  </a:lnTo>
                  <a:lnTo>
                    <a:pt x="804" y="182"/>
                  </a:lnTo>
                  <a:lnTo>
                    <a:pt x="683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14" name="Google Shape;1214;p16"/>
            <p:cNvSpPr/>
            <p:nvPr/>
          </p:nvSpPr>
          <p:spPr>
            <a:xfrm>
              <a:off x="5997150" y="2638625"/>
              <a:ext cx="29125" cy="27125"/>
            </a:xfrm>
            <a:custGeom>
              <a:rect b="b" l="l" r="r" t="t"/>
              <a:pathLst>
                <a:path extrusionOk="0" h="1085" w="1165">
                  <a:moveTo>
                    <a:pt x="643" y="0"/>
                  </a:moveTo>
                  <a:lnTo>
                    <a:pt x="0" y="563"/>
                  </a:lnTo>
                  <a:lnTo>
                    <a:pt x="443" y="911"/>
                  </a:lnTo>
                  <a:lnTo>
                    <a:pt x="443" y="911"/>
                  </a:lnTo>
                  <a:lnTo>
                    <a:pt x="1165" y="462"/>
                  </a:lnTo>
                  <a:lnTo>
                    <a:pt x="643" y="0"/>
                  </a:lnTo>
                  <a:close/>
                  <a:moveTo>
                    <a:pt x="443" y="911"/>
                  </a:moveTo>
                  <a:lnTo>
                    <a:pt x="422" y="924"/>
                  </a:lnTo>
                  <a:lnTo>
                    <a:pt x="663" y="1085"/>
                  </a:lnTo>
                  <a:lnTo>
                    <a:pt x="443" y="91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215" name="Google Shape;1215;p16"/>
          <p:cNvGrpSpPr/>
          <p:nvPr/>
        </p:nvGrpSpPr>
        <p:grpSpPr>
          <a:xfrm>
            <a:off x="7858180" y="99016"/>
            <a:ext cx="1209708" cy="1147945"/>
            <a:chOff x="5235125" y="2636100"/>
            <a:chExt cx="796175" cy="755525"/>
          </a:xfrm>
        </p:grpSpPr>
        <p:sp>
          <p:nvSpPr>
            <p:cNvPr id="1216" name="Google Shape;1216;p16"/>
            <p:cNvSpPr/>
            <p:nvPr/>
          </p:nvSpPr>
          <p:spPr>
            <a:xfrm>
              <a:off x="5779275" y="2943825"/>
              <a:ext cx="35175" cy="33150"/>
            </a:xfrm>
            <a:custGeom>
              <a:rect b="b" l="l" r="r" t="t"/>
              <a:pathLst>
                <a:path extrusionOk="0" h="1326" w="1407">
                  <a:moveTo>
                    <a:pt x="724" y="1"/>
                  </a:moveTo>
                  <a:lnTo>
                    <a:pt x="1" y="683"/>
                  </a:lnTo>
                  <a:lnTo>
                    <a:pt x="21" y="724"/>
                  </a:lnTo>
                  <a:lnTo>
                    <a:pt x="61" y="744"/>
                  </a:lnTo>
                  <a:lnTo>
                    <a:pt x="181" y="784"/>
                  </a:lnTo>
                  <a:lnTo>
                    <a:pt x="322" y="824"/>
                  </a:lnTo>
                  <a:lnTo>
                    <a:pt x="382" y="864"/>
                  </a:lnTo>
                  <a:lnTo>
                    <a:pt x="422" y="884"/>
                  </a:lnTo>
                  <a:lnTo>
                    <a:pt x="503" y="1005"/>
                  </a:lnTo>
                  <a:lnTo>
                    <a:pt x="583" y="1105"/>
                  </a:lnTo>
                  <a:lnTo>
                    <a:pt x="704" y="1326"/>
                  </a:lnTo>
                  <a:lnTo>
                    <a:pt x="1406" y="623"/>
                  </a:lnTo>
                  <a:lnTo>
                    <a:pt x="724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17" name="Google Shape;1217;p16"/>
            <p:cNvSpPr/>
            <p:nvPr/>
          </p:nvSpPr>
          <p:spPr>
            <a:xfrm>
              <a:off x="5885700" y="3044725"/>
              <a:ext cx="37175" cy="34675"/>
            </a:xfrm>
            <a:custGeom>
              <a:rect b="b" l="l" r="r" t="t"/>
              <a:pathLst>
                <a:path extrusionOk="0" h="1387" w="1487">
                  <a:moveTo>
                    <a:pt x="764" y="1"/>
                  </a:moveTo>
                  <a:lnTo>
                    <a:pt x="663" y="222"/>
                  </a:lnTo>
                  <a:lnTo>
                    <a:pt x="603" y="322"/>
                  </a:lnTo>
                  <a:lnTo>
                    <a:pt x="543" y="402"/>
                  </a:lnTo>
                  <a:lnTo>
                    <a:pt x="422" y="483"/>
                  </a:lnTo>
                  <a:lnTo>
                    <a:pt x="302" y="543"/>
                  </a:lnTo>
                  <a:lnTo>
                    <a:pt x="1" y="703"/>
                  </a:lnTo>
                  <a:lnTo>
                    <a:pt x="262" y="824"/>
                  </a:lnTo>
                  <a:lnTo>
                    <a:pt x="483" y="985"/>
                  </a:lnTo>
                  <a:lnTo>
                    <a:pt x="583" y="1065"/>
                  </a:lnTo>
                  <a:lnTo>
                    <a:pt x="643" y="1165"/>
                  </a:lnTo>
                  <a:lnTo>
                    <a:pt x="723" y="1266"/>
                  </a:lnTo>
                  <a:lnTo>
                    <a:pt x="764" y="1386"/>
                  </a:lnTo>
                  <a:lnTo>
                    <a:pt x="1486" y="703"/>
                  </a:lnTo>
                  <a:lnTo>
                    <a:pt x="764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18" name="Google Shape;1218;p16"/>
            <p:cNvSpPr/>
            <p:nvPr/>
          </p:nvSpPr>
          <p:spPr>
            <a:xfrm>
              <a:off x="5562925" y="2636100"/>
              <a:ext cx="35675" cy="33175"/>
            </a:xfrm>
            <a:custGeom>
              <a:rect b="b" l="l" r="r" t="t"/>
              <a:pathLst>
                <a:path extrusionOk="0" h="1327" w="1427">
                  <a:moveTo>
                    <a:pt x="723" y="1"/>
                  </a:moveTo>
                  <a:lnTo>
                    <a:pt x="1" y="684"/>
                  </a:lnTo>
                  <a:lnTo>
                    <a:pt x="221" y="784"/>
                  </a:lnTo>
                  <a:lnTo>
                    <a:pt x="322" y="824"/>
                  </a:lnTo>
                  <a:lnTo>
                    <a:pt x="422" y="884"/>
                  </a:lnTo>
                  <a:lnTo>
                    <a:pt x="502" y="1005"/>
                  </a:lnTo>
                  <a:lnTo>
                    <a:pt x="583" y="1105"/>
                  </a:lnTo>
                  <a:lnTo>
                    <a:pt x="723" y="1326"/>
                  </a:lnTo>
                  <a:lnTo>
                    <a:pt x="1426" y="643"/>
                  </a:lnTo>
                  <a:lnTo>
                    <a:pt x="723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19" name="Google Shape;1219;p16"/>
            <p:cNvSpPr/>
            <p:nvPr/>
          </p:nvSpPr>
          <p:spPr>
            <a:xfrm>
              <a:off x="5672850" y="2636100"/>
              <a:ext cx="33175" cy="32175"/>
            </a:xfrm>
            <a:custGeom>
              <a:rect b="b" l="l" r="r" t="t"/>
              <a:pathLst>
                <a:path extrusionOk="0" h="1287" w="1327">
                  <a:moveTo>
                    <a:pt x="664" y="1"/>
                  </a:moveTo>
                  <a:lnTo>
                    <a:pt x="1" y="664"/>
                  </a:lnTo>
                  <a:lnTo>
                    <a:pt x="664" y="1286"/>
                  </a:lnTo>
                  <a:lnTo>
                    <a:pt x="1326" y="623"/>
                  </a:lnTo>
                  <a:lnTo>
                    <a:pt x="664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20" name="Google Shape;1220;p16"/>
            <p:cNvSpPr/>
            <p:nvPr/>
          </p:nvSpPr>
          <p:spPr>
            <a:xfrm>
              <a:off x="5886700" y="3351450"/>
              <a:ext cx="37675" cy="36675"/>
            </a:xfrm>
            <a:custGeom>
              <a:rect b="b" l="l" r="r" t="t"/>
              <a:pathLst>
                <a:path extrusionOk="0" h="1467" w="1507">
                  <a:moveTo>
                    <a:pt x="683" y="0"/>
                  </a:moveTo>
                  <a:lnTo>
                    <a:pt x="663" y="161"/>
                  </a:lnTo>
                  <a:lnTo>
                    <a:pt x="603" y="281"/>
                  </a:lnTo>
                  <a:lnTo>
                    <a:pt x="523" y="362"/>
                  </a:lnTo>
                  <a:lnTo>
                    <a:pt x="422" y="442"/>
                  </a:lnTo>
                  <a:lnTo>
                    <a:pt x="202" y="583"/>
                  </a:lnTo>
                  <a:lnTo>
                    <a:pt x="81" y="663"/>
                  </a:lnTo>
                  <a:lnTo>
                    <a:pt x="1" y="743"/>
                  </a:lnTo>
                  <a:lnTo>
                    <a:pt x="222" y="884"/>
                  </a:lnTo>
                  <a:lnTo>
                    <a:pt x="443" y="1004"/>
                  </a:lnTo>
                  <a:lnTo>
                    <a:pt x="523" y="1105"/>
                  </a:lnTo>
                  <a:lnTo>
                    <a:pt x="603" y="1205"/>
                  </a:lnTo>
                  <a:lnTo>
                    <a:pt x="663" y="1326"/>
                  </a:lnTo>
                  <a:lnTo>
                    <a:pt x="683" y="1466"/>
                  </a:lnTo>
                  <a:lnTo>
                    <a:pt x="764" y="1446"/>
                  </a:lnTo>
                  <a:lnTo>
                    <a:pt x="824" y="1406"/>
                  </a:lnTo>
                  <a:lnTo>
                    <a:pt x="864" y="1346"/>
                  </a:lnTo>
                  <a:lnTo>
                    <a:pt x="904" y="1285"/>
                  </a:lnTo>
                  <a:lnTo>
                    <a:pt x="965" y="1145"/>
                  </a:lnTo>
                  <a:lnTo>
                    <a:pt x="985" y="1085"/>
                  </a:lnTo>
                  <a:lnTo>
                    <a:pt x="1025" y="1044"/>
                  </a:lnTo>
                  <a:lnTo>
                    <a:pt x="1145" y="964"/>
                  </a:lnTo>
                  <a:lnTo>
                    <a:pt x="1266" y="884"/>
                  </a:lnTo>
                  <a:lnTo>
                    <a:pt x="1507" y="743"/>
                  </a:lnTo>
                  <a:lnTo>
                    <a:pt x="68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21" name="Google Shape;1221;p16"/>
            <p:cNvSpPr/>
            <p:nvPr/>
          </p:nvSpPr>
          <p:spPr>
            <a:xfrm>
              <a:off x="5563925" y="2738525"/>
              <a:ext cx="35675" cy="34150"/>
            </a:xfrm>
            <a:custGeom>
              <a:rect b="b" l="l" r="r" t="t"/>
              <a:pathLst>
                <a:path extrusionOk="0" h="1366" w="1427">
                  <a:moveTo>
                    <a:pt x="703" y="0"/>
                  </a:moveTo>
                  <a:lnTo>
                    <a:pt x="1" y="643"/>
                  </a:lnTo>
                  <a:lnTo>
                    <a:pt x="744" y="1366"/>
                  </a:lnTo>
                  <a:lnTo>
                    <a:pt x="784" y="1225"/>
                  </a:lnTo>
                  <a:lnTo>
                    <a:pt x="844" y="1125"/>
                  </a:lnTo>
                  <a:lnTo>
                    <a:pt x="924" y="1024"/>
                  </a:lnTo>
                  <a:lnTo>
                    <a:pt x="1005" y="944"/>
                  </a:lnTo>
                  <a:lnTo>
                    <a:pt x="1105" y="864"/>
                  </a:lnTo>
                  <a:lnTo>
                    <a:pt x="1205" y="803"/>
                  </a:lnTo>
                  <a:lnTo>
                    <a:pt x="1426" y="683"/>
                  </a:lnTo>
                  <a:lnTo>
                    <a:pt x="1346" y="582"/>
                  </a:lnTo>
                  <a:lnTo>
                    <a:pt x="1266" y="522"/>
                  </a:lnTo>
                  <a:lnTo>
                    <a:pt x="1045" y="402"/>
                  </a:lnTo>
                  <a:lnTo>
                    <a:pt x="964" y="342"/>
                  </a:lnTo>
                  <a:lnTo>
                    <a:pt x="884" y="281"/>
                  </a:lnTo>
                  <a:lnTo>
                    <a:pt x="824" y="181"/>
                  </a:lnTo>
                  <a:lnTo>
                    <a:pt x="804" y="40"/>
                  </a:lnTo>
                  <a:lnTo>
                    <a:pt x="784" y="20"/>
                  </a:lnTo>
                  <a:lnTo>
                    <a:pt x="744" y="20"/>
                  </a:lnTo>
                  <a:lnTo>
                    <a:pt x="70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22" name="Google Shape;1222;p16"/>
            <p:cNvSpPr/>
            <p:nvPr/>
          </p:nvSpPr>
          <p:spPr>
            <a:xfrm>
              <a:off x="5671350" y="2738025"/>
              <a:ext cx="35675" cy="35650"/>
            </a:xfrm>
            <a:custGeom>
              <a:rect b="b" l="l" r="r" t="t"/>
              <a:pathLst>
                <a:path extrusionOk="0" h="1426" w="1427">
                  <a:moveTo>
                    <a:pt x="724" y="0"/>
                  </a:moveTo>
                  <a:lnTo>
                    <a:pt x="1" y="703"/>
                  </a:lnTo>
                  <a:lnTo>
                    <a:pt x="121" y="743"/>
                  </a:lnTo>
                  <a:lnTo>
                    <a:pt x="242" y="823"/>
                  </a:lnTo>
                  <a:lnTo>
                    <a:pt x="342" y="884"/>
                  </a:lnTo>
                  <a:lnTo>
                    <a:pt x="422" y="984"/>
                  </a:lnTo>
                  <a:lnTo>
                    <a:pt x="603" y="1185"/>
                  </a:lnTo>
                  <a:lnTo>
                    <a:pt x="744" y="1426"/>
                  </a:lnTo>
                  <a:lnTo>
                    <a:pt x="844" y="1165"/>
                  </a:lnTo>
                  <a:lnTo>
                    <a:pt x="904" y="1064"/>
                  </a:lnTo>
                  <a:lnTo>
                    <a:pt x="964" y="984"/>
                  </a:lnTo>
                  <a:lnTo>
                    <a:pt x="1065" y="904"/>
                  </a:lnTo>
                  <a:lnTo>
                    <a:pt x="1185" y="823"/>
                  </a:lnTo>
                  <a:lnTo>
                    <a:pt x="1426" y="683"/>
                  </a:lnTo>
                  <a:lnTo>
                    <a:pt x="724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23" name="Google Shape;1223;p16"/>
            <p:cNvSpPr/>
            <p:nvPr/>
          </p:nvSpPr>
          <p:spPr>
            <a:xfrm>
              <a:off x="5780775" y="2738525"/>
              <a:ext cx="33675" cy="31150"/>
            </a:xfrm>
            <a:custGeom>
              <a:rect b="b" l="l" r="r" t="t"/>
              <a:pathLst>
                <a:path extrusionOk="0" h="1246" w="1347">
                  <a:moveTo>
                    <a:pt x="664" y="0"/>
                  </a:moveTo>
                  <a:lnTo>
                    <a:pt x="1" y="663"/>
                  </a:lnTo>
                  <a:lnTo>
                    <a:pt x="664" y="1245"/>
                  </a:lnTo>
                  <a:lnTo>
                    <a:pt x="1346" y="663"/>
                  </a:lnTo>
                  <a:lnTo>
                    <a:pt x="664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24" name="Google Shape;1224;p16"/>
            <p:cNvSpPr/>
            <p:nvPr/>
          </p:nvSpPr>
          <p:spPr>
            <a:xfrm>
              <a:off x="5777775" y="3352450"/>
              <a:ext cx="38175" cy="34150"/>
            </a:xfrm>
            <a:custGeom>
              <a:rect b="b" l="l" r="r" t="t"/>
              <a:pathLst>
                <a:path extrusionOk="0" h="1366" w="1527">
                  <a:moveTo>
                    <a:pt x="703" y="0"/>
                  </a:moveTo>
                  <a:lnTo>
                    <a:pt x="663" y="121"/>
                  </a:lnTo>
                  <a:lnTo>
                    <a:pt x="623" y="221"/>
                  </a:lnTo>
                  <a:lnTo>
                    <a:pt x="563" y="322"/>
                  </a:lnTo>
                  <a:lnTo>
                    <a:pt x="462" y="402"/>
                  </a:lnTo>
                  <a:lnTo>
                    <a:pt x="382" y="462"/>
                  </a:lnTo>
                  <a:lnTo>
                    <a:pt x="262" y="522"/>
                  </a:lnTo>
                  <a:lnTo>
                    <a:pt x="1" y="623"/>
                  </a:lnTo>
                  <a:lnTo>
                    <a:pt x="41" y="683"/>
                  </a:lnTo>
                  <a:lnTo>
                    <a:pt x="61" y="723"/>
                  </a:lnTo>
                  <a:lnTo>
                    <a:pt x="161" y="804"/>
                  </a:lnTo>
                  <a:lnTo>
                    <a:pt x="282" y="884"/>
                  </a:lnTo>
                  <a:lnTo>
                    <a:pt x="402" y="924"/>
                  </a:lnTo>
                  <a:lnTo>
                    <a:pt x="523" y="1004"/>
                  </a:lnTo>
                  <a:lnTo>
                    <a:pt x="623" y="1085"/>
                  </a:lnTo>
                  <a:lnTo>
                    <a:pt x="643" y="1125"/>
                  </a:lnTo>
                  <a:lnTo>
                    <a:pt x="683" y="1185"/>
                  </a:lnTo>
                  <a:lnTo>
                    <a:pt x="683" y="1265"/>
                  </a:lnTo>
                  <a:lnTo>
                    <a:pt x="683" y="1346"/>
                  </a:lnTo>
                  <a:lnTo>
                    <a:pt x="743" y="1366"/>
                  </a:lnTo>
                  <a:lnTo>
                    <a:pt x="784" y="1366"/>
                  </a:lnTo>
                  <a:lnTo>
                    <a:pt x="1527" y="663"/>
                  </a:lnTo>
                  <a:lnTo>
                    <a:pt x="1426" y="583"/>
                  </a:lnTo>
                  <a:lnTo>
                    <a:pt x="1326" y="543"/>
                  </a:lnTo>
                  <a:lnTo>
                    <a:pt x="1145" y="422"/>
                  </a:lnTo>
                  <a:lnTo>
                    <a:pt x="1045" y="362"/>
                  </a:lnTo>
                  <a:lnTo>
                    <a:pt x="984" y="261"/>
                  </a:lnTo>
                  <a:lnTo>
                    <a:pt x="924" y="161"/>
                  </a:lnTo>
                  <a:lnTo>
                    <a:pt x="904" y="41"/>
                  </a:lnTo>
                  <a:lnTo>
                    <a:pt x="864" y="21"/>
                  </a:lnTo>
                  <a:lnTo>
                    <a:pt x="824" y="21"/>
                  </a:lnTo>
                  <a:lnTo>
                    <a:pt x="70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25" name="Google Shape;1225;p16"/>
            <p:cNvSpPr/>
            <p:nvPr/>
          </p:nvSpPr>
          <p:spPr>
            <a:xfrm>
              <a:off x="5669350" y="3350450"/>
              <a:ext cx="40175" cy="39175"/>
            </a:xfrm>
            <a:custGeom>
              <a:rect b="b" l="l" r="r" t="t"/>
              <a:pathLst>
                <a:path extrusionOk="0" h="1567" w="1607">
                  <a:moveTo>
                    <a:pt x="864" y="0"/>
                  </a:moveTo>
                  <a:lnTo>
                    <a:pt x="783" y="20"/>
                  </a:lnTo>
                  <a:lnTo>
                    <a:pt x="723" y="60"/>
                  </a:lnTo>
                  <a:lnTo>
                    <a:pt x="683" y="121"/>
                  </a:lnTo>
                  <a:lnTo>
                    <a:pt x="663" y="181"/>
                  </a:lnTo>
                  <a:lnTo>
                    <a:pt x="623" y="321"/>
                  </a:lnTo>
                  <a:lnTo>
                    <a:pt x="583" y="382"/>
                  </a:lnTo>
                  <a:lnTo>
                    <a:pt x="542" y="422"/>
                  </a:lnTo>
                  <a:lnTo>
                    <a:pt x="422" y="522"/>
                  </a:lnTo>
                  <a:lnTo>
                    <a:pt x="281" y="602"/>
                  </a:lnTo>
                  <a:lnTo>
                    <a:pt x="0" y="763"/>
                  </a:lnTo>
                  <a:lnTo>
                    <a:pt x="201" y="763"/>
                  </a:lnTo>
                  <a:lnTo>
                    <a:pt x="281" y="803"/>
                  </a:lnTo>
                  <a:lnTo>
                    <a:pt x="362" y="823"/>
                  </a:lnTo>
                  <a:lnTo>
                    <a:pt x="402" y="884"/>
                  </a:lnTo>
                  <a:lnTo>
                    <a:pt x="462" y="944"/>
                  </a:lnTo>
                  <a:lnTo>
                    <a:pt x="542" y="1064"/>
                  </a:lnTo>
                  <a:lnTo>
                    <a:pt x="603" y="1225"/>
                  </a:lnTo>
                  <a:lnTo>
                    <a:pt x="703" y="1366"/>
                  </a:lnTo>
                  <a:lnTo>
                    <a:pt x="743" y="1426"/>
                  </a:lnTo>
                  <a:lnTo>
                    <a:pt x="804" y="1486"/>
                  </a:lnTo>
                  <a:lnTo>
                    <a:pt x="884" y="1526"/>
                  </a:lnTo>
                  <a:lnTo>
                    <a:pt x="964" y="1566"/>
                  </a:lnTo>
                  <a:lnTo>
                    <a:pt x="924" y="1466"/>
                  </a:lnTo>
                  <a:lnTo>
                    <a:pt x="924" y="1366"/>
                  </a:lnTo>
                  <a:lnTo>
                    <a:pt x="924" y="1285"/>
                  </a:lnTo>
                  <a:lnTo>
                    <a:pt x="944" y="1225"/>
                  </a:lnTo>
                  <a:lnTo>
                    <a:pt x="964" y="1165"/>
                  </a:lnTo>
                  <a:lnTo>
                    <a:pt x="1024" y="1104"/>
                  </a:lnTo>
                  <a:lnTo>
                    <a:pt x="1125" y="1024"/>
                  </a:lnTo>
                  <a:lnTo>
                    <a:pt x="1265" y="964"/>
                  </a:lnTo>
                  <a:lnTo>
                    <a:pt x="1406" y="884"/>
                  </a:lnTo>
                  <a:lnTo>
                    <a:pt x="1526" y="783"/>
                  </a:lnTo>
                  <a:lnTo>
                    <a:pt x="1567" y="723"/>
                  </a:lnTo>
                  <a:lnTo>
                    <a:pt x="1607" y="643"/>
                  </a:lnTo>
                  <a:lnTo>
                    <a:pt x="1446" y="643"/>
                  </a:lnTo>
                  <a:lnTo>
                    <a:pt x="1306" y="623"/>
                  </a:lnTo>
                  <a:lnTo>
                    <a:pt x="1205" y="562"/>
                  </a:lnTo>
                  <a:lnTo>
                    <a:pt x="1105" y="482"/>
                  </a:lnTo>
                  <a:lnTo>
                    <a:pt x="1024" y="382"/>
                  </a:lnTo>
                  <a:lnTo>
                    <a:pt x="964" y="261"/>
                  </a:lnTo>
                  <a:lnTo>
                    <a:pt x="864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26" name="Google Shape;1226;p16"/>
            <p:cNvSpPr/>
            <p:nvPr/>
          </p:nvSpPr>
          <p:spPr>
            <a:xfrm>
              <a:off x="5562425" y="3350950"/>
              <a:ext cx="41700" cy="38175"/>
            </a:xfrm>
            <a:custGeom>
              <a:rect b="b" l="l" r="r" t="t"/>
              <a:pathLst>
                <a:path extrusionOk="0" h="1527" w="1668">
                  <a:moveTo>
                    <a:pt x="683" y="0"/>
                  </a:moveTo>
                  <a:lnTo>
                    <a:pt x="543" y="281"/>
                  </a:lnTo>
                  <a:lnTo>
                    <a:pt x="462" y="402"/>
                  </a:lnTo>
                  <a:lnTo>
                    <a:pt x="382" y="502"/>
                  </a:lnTo>
                  <a:lnTo>
                    <a:pt x="322" y="542"/>
                  </a:lnTo>
                  <a:lnTo>
                    <a:pt x="261" y="562"/>
                  </a:lnTo>
                  <a:lnTo>
                    <a:pt x="141" y="582"/>
                  </a:lnTo>
                  <a:lnTo>
                    <a:pt x="81" y="603"/>
                  </a:lnTo>
                  <a:lnTo>
                    <a:pt x="21" y="623"/>
                  </a:lnTo>
                  <a:lnTo>
                    <a:pt x="0" y="663"/>
                  </a:lnTo>
                  <a:lnTo>
                    <a:pt x="0" y="703"/>
                  </a:lnTo>
                  <a:lnTo>
                    <a:pt x="844" y="1526"/>
                  </a:lnTo>
                  <a:lnTo>
                    <a:pt x="884" y="1366"/>
                  </a:lnTo>
                  <a:lnTo>
                    <a:pt x="924" y="1245"/>
                  </a:lnTo>
                  <a:lnTo>
                    <a:pt x="1004" y="1145"/>
                  </a:lnTo>
                  <a:lnTo>
                    <a:pt x="1105" y="1044"/>
                  </a:lnTo>
                  <a:lnTo>
                    <a:pt x="1225" y="964"/>
                  </a:lnTo>
                  <a:lnTo>
                    <a:pt x="1346" y="884"/>
                  </a:lnTo>
                  <a:lnTo>
                    <a:pt x="1667" y="743"/>
                  </a:lnTo>
                  <a:lnTo>
                    <a:pt x="1265" y="562"/>
                  </a:lnTo>
                  <a:lnTo>
                    <a:pt x="1125" y="482"/>
                  </a:lnTo>
                  <a:lnTo>
                    <a:pt x="1004" y="402"/>
                  </a:lnTo>
                  <a:lnTo>
                    <a:pt x="964" y="362"/>
                  </a:lnTo>
                  <a:lnTo>
                    <a:pt x="944" y="301"/>
                  </a:lnTo>
                  <a:lnTo>
                    <a:pt x="904" y="161"/>
                  </a:lnTo>
                  <a:lnTo>
                    <a:pt x="884" y="101"/>
                  </a:lnTo>
                  <a:lnTo>
                    <a:pt x="844" y="40"/>
                  </a:lnTo>
                  <a:lnTo>
                    <a:pt x="784" y="20"/>
                  </a:lnTo>
                  <a:lnTo>
                    <a:pt x="68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27" name="Google Shape;1227;p16"/>
            <p:cNvSpPr/>
            <p:nvPr/>
          </p:nvSpPr>
          <p:spPr>
            <a:xfrm>
              <a:off x="5455500" y="3351450"/>
              <a:ext cx="41700" cy="38175"/>
            </a:xfrm>
            <a:custGeom>
              <a:rect b="b" l="l" r="r" t="t"/>
              <a:pathLst>
                <a:path extrusionOk="0" h="1527" w="1668">
                  <a:moveTo>
                    <a:pt x="743" y="0"/>
                  </a:moveTo>
                  <a:lnTo>
                    <a:pt x="0" y="723"/>
                  </a:lnTo>
                  <a:lnTo>
                    <a:pt x="784" y="1526"/>
                  </a:lnTo>
                  <a:lnTo>
                    <a:pt x="824" y="1386"/>
                  </a:lnTo>
                  <a:lnTo>
                    <a:pt x="884" y="1245"/>
                  </a:lnTo>
                  <a:lnTo>
                    <a:pt x="964" y="1125"/>
                  </a:lnTo>
                  <a:lnTo>
                    <a:pt x="1065" y="1044"/>
                  </a:lnTo>
                  <a:lnTo>
                    <a:pt x="1185" y="964"/>
                  </a:lnTo>
                  <a:lnTo>
                    <a:pt x="1326" y="884"/>
                  </a:lnTo>
                  <a:lnTo>
                    <a:pt x="1667" y="743"/>
                  </a:lnTo>
                  <a:lnTo>
                    <a:pt x="1266" y="583"/>
                  </a:lnTo>
                  <a:lnTo>
                    <a:pt x="1125" y="502"/>
                  </a:lnTo>
                  <a:lnTo>
                    <a:pt x="1025" y="442"/>
                  </a:lnTo>
                  <a:lnTo>
                    <a:pt x="944" y="342"/>
                  </a:lnTo>
                  <a:lnTo>
                    <a:pt x="864" y="221"/>
                  </a:lnTo>
                  <a:lnTo>
                    <a:pt x="74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28" name="Google Shape;1228;p16"/>
            <p:cNvSpPr/>
            <p:nvPr/>
          </p:nvSpPr>
          <p:spPr>
            <a:xfrm>
              <a:off x="5887700" y="3250550"/>
              <a:ext cx="36675" cy="34150"/>
            </a:xfrm>
            <a:custGeom>
              <a:rect b="b" l="l" r="r" t="t"/>
              <a:pathLst>
                <a:path extrusionOk="0" h="1366" w="1467">
                  <a:moveTo>
                    <a:pt x="724" y="0"/>
                  </a:moveTo>
                  <a:lnTo>
                    <a:pt x="1" y="663"/>
                  </a:lnTo>
                  <a:lnTo>
                    <a:pt x="744" y="1366"/>
                  </a:lnTo>
                  <a:lnTo>
                    <a:pt x="864" y="1145"/>
                  </a:lnTo>
                  <a:lnTo>
                    <a:pt x="1025" y="964"/>
                  </a:lnTo>
                  <a:lnTo>
                    <a:pt x="1125" y="884"/>
                  </a:lnTo>
                  <a:lnTo>
                    <a:pt x="1226" y="803"/>
                  </a:lnTo>
                  <a:lnTo>
                    <a:pt x="1346" y="743"/>
                  </a:lnTo>
                  <a:lnTo>
                    <a:pt x="1467" y="703"/>
                  </a:lnTo>
                  <a:lnTo>
                    <a:pt x="1386" y="603"/>
                  </a:lnTo>
                  <a:lnTo>
                    <a:pt x="1286" y="542"/>
                  </a:lnTo>
                  <a:lnTo>
                    <a:pt x="1085" y="422"/>
                  </a:lnTo>
                  <a:lnTo>
                    <a:pt x="985" y="342"/>
                  </a:lnTo>
                  <a:lnTo>
                    <a:pt x="904" y="261"/>
                  </a:lnTo>
                  <a:lnTo>
                    <a:pt x="864" y="161"/>
                  </a:lnTo>
                  <a:lnTo>
                    <a:pt x="824" y="40"/>
                  </a:lnTo>
                  <a:lnTo>
                    <a:pt x="804" y="20"/>
                  </a:lnTo>
                  <a:lnTo>
                    <a:pt x="764" y="20"/>
                  </a:lnTo>
                  <a:lnTo>
                    <a:pt x="724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29" name="Google Shape;1229;p16"/>
            <p:cNvSpPr/>
            <p:nvPr/>
          </p:nvSpPr>
          <p:spPr>
            <a:xfrm>
              <a:off x="5558900" y="2837900"/>
              <a:ext cx="42200" cy="36675"/>
            </a:xfrm>
            <a:custGeom>
              <a:rect b="b" l="l" r="r" t="t"/>
              <a:pathLst>
                <a:path extrusionOk="0" h="1467" w="1688">
                  <a:moveTo>
                    <a:pt x="864" y="1"/>
                  </a:moveTo>
                  <a:lnTo>
                    <a:pt x="764" y="262"/>
                  </a:lnTo>
                  <a:lnTo>
                    <a:pt x="704" y="362"/>
                  </a:lnTo>
                  <a:lnTo>
                    <a:pt x="643" y="463"/>
                  </a:lnTo>
                  <a:lnTo>
                    <a:pt x="523" y="543"/>
                  </a:lnTo>
                  <a:lnTo>
                    <a:pt x="382" y="623"/>
                  </a:lnTo>
                  <a:lnTo>
                    <a:pt x="1" y="844"/>
                  </a:lnTo>
                  <a:lnTo>
                    <a:pt x="162" y="864"/>
                  </a:lnTo>
                  <a:lnTo>
                    <a:pt x="302" y="904"/>
                  </a:lnTo>
                  <a:lnTo>
                    <a:pt x="423" y="965"/>
                  </a:lnTo>
                  <a:lnTo>
                    <a:pt x="543" y="1025"/>
                  </a:lnTo>
                  <a:lnTo>
                    <a:pt x="623" y="1085"/>
                  </a:lnTo>
                  <a:lnTo>
                    <a:pt x="704" y="1186"/>
                  </a:lnTo>
                  <a:lnTo>
                    <a:pt x="744" y="1286"/>
                  </a:lnTo>
                  <a:lnTo>
                    <a:pt x="784" y="1406"/>
                  </a:lnTo>
                  <a:lnTo>
                    <a:pt x="804" y="1427"/>
                  </a:lnTo>
                  <a:lnTo>
                    <a:pt x="864" y="1447"/>
                  </a:lnTo>
                  <a:lnTo>
                    <a:pt x="985" y="1467"/>
                  </a:lnTo>
                  <a:lnTo>
                    <a:pt x="1045" y="1286"/>
                  </a:lnTo>
                  <a:lnTo>
                    <a:pt x="1065" y="1206"/>
                  </a:lnTo>
                  <a:lnTo>
                    <a:pt x="1105" y="1145"/>
                  </a:lnTo>
                  <a:lnTo>
                    <a:pt x="1246" y="1045"/>
                  </a:lnTo>
                  <a:lnTo>
                    <a:pt x="1386" y="945"/>
                  </a:lnTo>
                  <a:lnTo>
                    <a:pt x="1688" y="744"/>
                  </a:lnTo>
                  <a:lnTo>
                    <a:pt x="1547" y="684"/>
                  </a:lnTo>
                  <a:lnTo>
                    <a:pt x="1427" y="623"/>
                  </a:lnTo>
                  <a:lnTo>
                    <a:pt x="1306" y="543"/>
                  </a:lnTo>
                  <a:lnTo>
                    <a:pt x="1206" y="463"/>
                  </a:lnTo>
                  <a:lnTo>
                    <a:pt x="1105" y="362"/>
                  </a:lnTo>
                  <a:lnTo>
                    <a:pt x="1025" y="262"/>
                  </a:lnTo>
                  <a:lnTo>
                    <a:pt x="864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30" name="Google Shape;1230;p16"/>
            <p:cNvSpPr/>
            <p:nvPr/>
          </p:nvSpPr>
          <p:spPr>
            <a:xfrm>
              <a:off x="5672350" y="2840925"/>
              <a:ext cx="35175" cy="33150"/>
            </a:xfrm>
            <a:custGeom>
              <a:rect b="b" l="l" r="r" t="t"/>
              <a:pathLst>
                <a:path extrusionOk="0" h="1326" w="1407">
                  <a:moveTo>
                    <a:pt x="684" y="0"/>
                  </a:moveTo>
                  <a:lnTo>
                    <a:pt x="1" y="663"/>
                  </a:lnTo>
                  <a:lnTo>
                    <a:pt x="724" y="1326"/>
                  </a:lnTo>
                  <a:lnTo>
                    <a:pt x="764" y="1225"/>
                  </a:lnTo>
                  <a:lnTo>
                    <a:pt x="824" y="1105"/>
                  </a:lnTo>
                  <a:lnTo>
                    <a:pt x="904" y="1024"/>
                  </a:lnTo>
                  <a:lnTo>
                    <a:pt x="985" y="944"/>
                  </a:lnTo>
                  <a:lnTo>
                    <a:pt x="1186" y="804"/>
                  </a:lnTo>
                  <a:lnTo>
                    <a:pt x="1406" y="683"/>
                  </a:lnTo>
                  <a:lnTo>
                    <a:pt x="1326" y="583"/>
                  </a:lnTo>
                  <a:lnTo>
                    <a:pt x="1246" y="522"/>
                  </a:lnTo>
                  <a:lnTo>
                    <a:pt x="1045" y="402"/>
                  </a:lnTo>
                  <a:lnTo>
                    <a:pt x="945" y="342"/>
                  </a:lnTo>
                  <a:lnTo>
                    <a:pt x="864" y="261"/>
                  </a:lnTo>
                  <a:lnTo>
                    <a:pt x="804" y="161"/>
                  </a:lnTo>
                  <a:lnTo>
                    <a:pt x="784" y="41"/>
                  </a:lnTo>
                  <a:lnTo>
                    <a:pt x="764" y="20"/>
                  </a:lnTo>
                  <a:lnTo>
                    <a:pt x="724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31" name="Google Shape;1231;p16"/>
            <p:cNvSpPr/>
            <p:nvPr/>
          </p:nvSpPr>
          <p:spPr>
            <a:xfrm>
              <a:off x="5780775" y="2841425"/>
              <a:ext cx="33675" cy="31650"/>
            </a:xfrm>
            <a:custGeom>
              <a:rect b="b" l="l" r="r" t="t"/>
              <a:pathLst>
                <a:path extrusionOk="0" h="1266" w="1347">
                  <a:moveTo>
                    <a:pt x="664" y="0"/>
                  </a:moveTo>
                  <a:lnTo>
                    <a:pt x="1" y="623"/>
                  </a:lnTo>
                  <a:lnTo>
                    <a:pt x="684" y="1265"/>
                  </a:lnTo>
                  <a:lnTo>
                    <a:pt x="1346" y="603"/>
                  </a:lnTo>
                  <a:lnTo>
                    <a:pt x="664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32" name="Google Shape;1232;p16"/>
            <p:cNvSpPr/>
            <p:nvPr/>
          </p:nvSpPr>
          <p:spPr>
            <a:xfrm>
              <a:off x="5779275" y="3246525"/>
              <a:ext cx="36175" cy="39675"/>
            </a:xfrm>
            <a:custGeom>
              <a:rect b="b" l="l" r="r" t="t"/>
              <a:pathLst>
                <a:path extrusionOk="0" h="1587" w="1447">
                  <a:moveTo>
                    <a:pt x="704" y="1"/>
                  </a:moveTo>
                  <a:lnTo>
                    <a:pt x="663" y="161"/>
                  </a:lnTo>
                  <a:lnTo>
                    <a:pt x="583" y="302"/>
                  </a:lnTo>
                  <a:lnTo>
                    <a:pt x="503" y="422"/>
                  </a:lnTo>
                  <a:lnTo>
                    <a:pt x="422" y="523"/>
                  </a:lnTo>
                  <a:lnTo>
                    <a:pt x="322" y="583"/>
                  </a:lnTo>
                  <a:lnTo>
                    <a:pt x="202" y="663"/>
                  </a:lnTo>
                  <a:lnTo>
                    <a:pt x="1" y="784"/>
                  </a:lnTo>
                  <a:lnTo>
                    <a:pt x="824" y="1587"/>
                  </a:lnTo>
                  <a:lnTo>
                    <a:pt x="844" y="1466"/>
                  </a:lnTo>
                  <a:lnTo>
                    <a:pt x="884" y="1346"/>
                  </a:lnTo>
                  <a:lnTo>
                    <a:pt x="924" y="1246"/>
                  </a:lnTo>
                  <a:lnTo>
                    <a:pt x="1005" y="1165"/>
                  </a:lnTo>
                  <a:lnTo>
                    <a:pt x="1065" y="1085"/>
                  </a:lnTo>
                  <a:lnTo>
                    <a:pt x="1165" y="1025"/>
                  </a:lnTo>
                  <a:lnTo>
                    <a:pt x="1266" y="964"/>
                  </a:lnTo>
                  <a:lnTo>
                    <a:pt x="1386" y="944"/>
                  </a:lnTo>
                  <a:lnTo>
                    <a:pt x="1406" y="904"/>
                  </a:lnTo>
                  <a:lnTo>
                    <a:pt x="1426" y="864"/>
                  </a:lnTo>
                  <a:lnTo>
                    <a:pt x="1446" y="744"/>
                  </a:lnTo>
                  <a:lnTo>
                    <a:pt x="1226" y="643"/>
                  </a:lnTo>
                  <a:lnTo>
                    <a:pt x="1125" y="603"/>
                  </a:lnTo>
                  <a:lnTo>
                    <a:pt x="1025" y="543"/>
                  </a:lnTo>
                  <a:lnTo>
                    <a:pt x="944" y="442"/>
                  </a:lnTo>
                  <a:lnTo>
                    <a:pt x="864" y="322"/>
                  </a:lnTo>
                  <a:lnTo>
                    <a:pt x="704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33" name="Google Shape;1233;p16"/>
            <p:cNvSpPr/>
            <p:nvPr/>
          </p:nvSpPr>
          <p:spPr>
            <a:xfrm>
              <a:off x="5670350" y="3249550"/>
              <a:ext cx="37675" cy="37675"/>
            </a:xfrm>
            <a:custGeom>
              <a:rect b="b" l="l" r="r" t="t"/>
              <a:pathLst>
                <a:path extrusionOk="0" h="1507" w="1507">
                  <a:moveTo>
                    <a:pt x="824" y="0"/>
                  </a:moveTo>
                  <a:lnTo>
                    <a:pt x="1" y="743"/>
                  </a:lnTo>
                  <a:lnTo>
                    <a:pt x="262" y="864"/>
                  </a:lnTo>
                  <a:lnTo>
                    <a:pt x="382" y="944"/>
                  </a:lnTo>
                  <a:lnTo>
                    <a:pt x="482" y="1024"/>
                  </a:lnTo>
                  <a:lnTo>
                    <a:pt x="563" y="1125"/>
                  </a:lnTo>
                  <a:lnTo>
                    <a:pt x="623" y="1245"/>
                  </a:lnTo>
                  <a:lnTo>
                    <a:pt x="764" y="1506"/>
                  </a:lnTo>
                  <a:lnTo>
                    <a:pt x="944" y="1205"/>
                  </a:lnTo>
                  <a:lnTo>
                    <a:pt x="1105" y="964"/>
                  </a:lnTo>
                  <a:lnTo>
                    <a:pt x="1145" y="924"/>
                  </a:lnTo>
                  <a:lnTo>
                    <a:pt x="1205" y="904"/>
                  </a:lnTo>
                  <a:lnTo>
                    <a:pt x="1346" y="864"/>
                  </a:lnTo>
                  <a:lnTo>
                    <a:pt x="1406" y="843"/>
                  </a:lnTo>
                  <a:lnTo>
                    <a:pt x="1466" y="803"/>
                  </a:lnTo>
                  <a:lnTo>
                    <a:pt x="1506" y="743"/>
                  </a:lnTo>
                  <a:lnTo>
                    <a:pt x="1506" y="643"/>
                  </a:lnTo>
                  <a:lnTo>
                    <a:pt x="1386" y="603"/>
                  </a:lnTo>
                  <a:lnTo>
                    <a:pt x="1266" y="542"/>
                  </a:lnTo>
                  <a:lnTo>
                    <a:pt x="1165" y="462"/>
                  </a:lnTo>
                  <a:lnTo>
                    <a:pt x="1085" y="402"/>
                  </a:lnTo>
                  <a:lnTo>
                    <a:pt x="984" y="301"/>
                  </a:lnTo>
                  <a:lnTo>
                    <a:pt x="924" y="221"/>
                  </a:lnTo>
                  <a:lnTo>
                    <a:pt x="864" y="101"/>
                  </a:lnTo>
                  <a:lnTo>
                    <a:pt x="824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34" name="Google Shape;1234;p16"/>
            <p:cNvSpPr/>
            <p:nvPr/>
          </p:nvSpPr>
          <p:spPr>
            <a:xfrm>
              <a:off x="5562425" y="3247025"/>
              <a:ext cx="37675" cy="38175"/>
            </a:xfrm>
            <a:custGeom>
              <a:rect b="b" l="l" r="r" t="t"/>
              <a:pathLst>
                <a:path extrusionOk="0" h="1527" w="1507">
                  <a:moveTo>
                    <a:pt x="743" y="1"/>
                  </a:moveTo>
                  <a:lnTo>
                    <a:pt x="563" y="322"/>
                  </a:lnTo>
                  <a:lnTo>
                    <a:pt x="482" y="442"/>
                  </a:lnTo>
                  <a:lnTo>
                    <a:pt x="402" y="563"/>
                  </a:lnTo>
                  <a:lnTo>
                    <a:pt x="342" y="603"/>
                  </a:lnTo>
                  <a:lnTo>
                    <a:pt x="282" y="623"/>
                  </a:lnTo>
                  <a:lnTo>
                    <a:pt x="141" y="643"/>
                  </a:lnTo>
                  <a:lnTo>
                    <a:pt x="41" y="663"/>
                  </a:lnTo>
                  <a:lnTo>
                    <a:pt x="0" y="683"/>
                  </a:lnTo>
                  <a:lnTo>
                    <a:pt x="0" y="744"/>
                  </a:lnTo>
                  <a:lnTo>
                    <a:pt x="763" y="1527"/>
                  </a:lnTo>
                  <a:lnTo>
                    <a:pt x="1506" y="744"/>
                  </a:lnTo>
                  <a:lnTo>
                    <a:pt x="1265" y="643"/>
                  </a:lnTo>
                  <a:lnTo>
                    <a:pt x="1145" y="563"/>
                  </a:lnTo>
                  <a:lnTo>
                    <a:pt x="1024" y="483"/>
                  </a:lnTo>
                  <a:lnTo>
                    <a:pt x="944" y="382"/>
                  </a:lnTo>
                  <a:lnTo>
                    <a:pt x="884" y="282"/>
                  </a:lnTo>
                  <a:lnTo>
                    <a:pt x="743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35" name="Google Shape;1235;p16"/>
            <p:cNvSpPr/>
            <p:nvPr/>
          </p:nvSpPr>
          <p:spPr>
            <a:xfrm>
              <a:off x="5454500" y="3247025"/>
              <a:ext cx="43200" cy="40700"/>
            </a:xfrm>
            <a:custGeom>
              <a:rect b="b" l="l" r="r" t="t"/>
              <a:pathLst>
                <a:path extrusionOk="0" h="1628" w="1728">
                  <a:moveTo>
                    <a:pt x="763" y="1"/>
                  </a:moveTo>
                  <a:lnTo>
                    <a:pt x="583" y="302"/>
                  </a:lnTo>
                  <a:lnTo>
                    <a:pt x="502" y="422"/>
                  </a:lnTo>
                  <a:lnTo>
                    <a:pt x="422" y="543"/>
                  </a:lnTo>
                  <a:lnTo>
                    <a:pt x="362" y="583"/>
                  </a:lnTo>
                  <a:lnTo>
                    <a:pt x="302" y="603"/>
                  </a:lnTo>
                  <a:lnTo>
                    <a:pt x="161" y="643"/>
                  </a:lnTo>
                  <a:lnTo>
                    <a:pt x="101" y="683"/>
                  </a:lnTo>
                  <a:lnTo>
                    <a:pt x="40" y="724"/>
                  </a:lnTo>
                  <a:lnTo>
                    <a:pt x="20" y="784"/>
                  </a:lnTo>
                  <a:lnTo>
                    <a:pt x="0" y="884"/>
                  </a:lnTo>
                  <a:lnTo>
                    <a:pt x="141" y="924"/>
                  </a:lnTo>
                  <a:lnTo>
                    <a:pt x="261" y="985"/>
                  </a:lnTo>
                  <a:lnTo>
                    <a:pt x="362" y="1065"/>
                  </a:lnTo>
                  <a:lnTo>
                    <a:pt x="462" y="1165"/>
                  </a:lnTo>
                  <a:lnTo>
                    <a:pt x="623" y="1406"/>
                  </a:lnTo>
                  <a:lnTo>
                    <a:pt x="703" y="1527"/>
                  </a:lnTo>
                  <a:lnTo>
                    <a:pt x="824" y="1627"/>
                  </a:lnTo>
                  <a:lnTo>
                    <a:pt x="864" y="1467"/>
                  </a:lnTo>
                  <a:lnTo>
                    <a:pt x="924" y="1326"/>
                  </a:lnTo>
                  <a:lnTo>
                    <a:pt x="984" y="1226"/>
                  </a:lnTo>
                  <a:lnTo>
                    <a:pt x="1085" y="1125"/>
                  </a:lnTo>
                  <a:lnTo>
                    <a:pt x="1205" y="1025"/>
                  </a:lnTo>
                  <a:lnTo>
                    <a:pt x="1366" y="965"/>
                  </a:lnTo>
                  <a:lnTo>
                    <a:pt x="1526" y="904"/>
                  </a:lnTo>
                  <a:lnTo>
                    <a:pt x="1727" y="844"/>
                  </a:lnTo>
                  <a:lnTo>
                    <a:pt x="1306" y="643"/>
                  </a:lnTo>
                  <a:lnTo>
                    <a:pt x="1145" y="583"/>
                  </a:lnTo>
                  <a:lnTo>
                    <a:pt x="1044" y="503"/>
                  </a:lnTo>
                  <a:lnTo>
                    <a:pt x="964" y="402"/>
                  </a:lnTo>
                  <a:lnTo>
                    <a:pt x="904" y="282"/>
                  </a:lnTo>
                  <a:lnTo>
                    <a:pt x="763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36" name="Google Shape;1236;p16"/>
            <p:cNvSpPr/>
            <p:nvPr/>
          </p:nvSpPr>
          <p:spPr>
            <a:xfrm>
              <a:off x="5887200" y="3147125"/>
              <a:ext cx="35675" cy="33675"/>
            </a:xfrm>
            <a:custGeom>
              <a:rect b="b" l="l" r="r" t="t"/>
              <a:pathLst>
                <a:path extrusionOk="0" h="1347" w="1427">
                  <a:moveTo>
                    <a:pt x="684" y="1"/>
                  </a:moveTo>
                  <a:lnTo>
                    <a:pt x="603" y="222"/>
                  </a:lnTo>
                  <a:lnTo>
                    <a:pt x="543" y="322"/>
                  </a:lnTo>
                  <a:lnTo>
                    <a:pt x="483" y="402"/>
                  </a:lnTo>
                  <a:lnTo>
                    <a:pt x="362" y="483"/>
                  </a:lnTo>
                  <a:lnTo>
                    <a:pt x="242" y="543"/>
                  </a:lnTo>
                  <a:lnTo>
                    <a:pt x="1" y="664"/>
                  </a:lnTo>
                  <a:lnTo>
                    <a:pt x="744" y="1346"/>
                  </a:lnTo>
                  <a:lnTo>
                    <a:pt x="1426" y="684"/>
                  </a:lnTo>
                  <a:lnTo>
                    <a:pt x="684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37" name="Google Shape;1237;p16"/>
            <p:cNvSpPr/>
            <p:nvPr/>
          </p:nvSpPr>
          <p:spPr>
            <a:xfrm>
              <a:off x="5560925" y="2942825"/>
              <a:ext cx="38175" cy="35175"/>
            </a:xfrm>
            <a:custGeom>
              <a:rect b="b" l="l" r="r" t="t"/>
              <a:pathLst>
                <a:path extrusionOk="0" h="1407" w="1527">
                  <a:moveTo>
                    <a:pt x="783" y="1"/>
                  </a:moveTo>
                  <a:lnTo>
                    <a:pt x="683" y="161"/>
                  </a:lnTo>
                  <a:lnTo>
                    <a:pt x="623" y="282"/>
                  </a:lnTo>
                  <a:lnTo>
                    <a:pt x="542" y="362"/>
                  </a:lnTo>
                  <a:lnTo>
                    <a:pt x="422" y="442"/>
                  </a:lnTo>
                  <a:lnTo>
                    <a:pt x="301" y="523"/>
                  </a:lnTo>
                  <a:lnTo>
                    <a:pt x="0" y="663"/>
                  </a:lnTo>
                  <a:lnTo>
                    <a:pt x="301" y="844"/>
                  </a:lnTo>
                  <a:lnTo>
                    <a:pt x="422" y="904"/>
                  </a:lnTo>
                  <a:lnTo>
                    <a:pt x="542" y="984"/>
                  </a:lnTo>
                  <a:lnTo>
                    <a:pt x="582" y="1045"/>
                  </a:lnTo>
                  <a:lnTo>
                    <a:pt x="603" y="1105"/>
                  </a:lnTo>
                  <a:lnTo>
                    <a:pt x="643" y="1225"/>
                  </a:lnTo>
                  <a:lnTo>
                    <a:pt x="683" y="1346"/>
                  </a:lnTo>
                  <a:lnTo>
                    <a:pt x="703" y="1386"/>
                  </a:lnTo>
                  <a:lnTo>
                    <a:pt x="763" y="1406"/>
                  </a:lnTo>
                  <a:lnTo>
                    <a:pt x="1526" y="683"/>
                  </a:lnTo>
                  <a:lnTo>
                    <a:pt x="783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38" name="Google Shape;1238;p16"/>
            <p:cNvSpPr/>
            <p:nvPr/>
          </p:nvSpPr>
          <p:spPr>
            <a:xfrm>
              <a:off x="5671850" y="2943325"/>
              <a:ext cx="35175" cy="33150"/>
            </a:xfrm>
            <a:custGeom>
              <a:rect b="b" l="l" r="r" t="t"/>
              <a:pathLst>
                <a:path extrusionOk="0" h="1326" w="1407">
                  <a:moveTo>
                    <a:pt x="704" y="1"/>
                  </a:moveTo>
                  <a:lnTo>
                    <a:pt x="1" y="663"/>
                  </a:lnTo>
                  <a:lnTo>
                    <a:pt x="704" y="1326"/>
                  </a:lnTo>
                  <a:lnTo>
                    <a:pt x="1406" y="663"/>
                  </a:lnTo>
                  <a:lnTo>
                    <a:pt x="704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39" name="Google Shape;1239;p16"/>
            <p:cNvSpPr/>
            <p:nvPr/>
          </p:nvSpPr>
          <p:spPr>
            <a:xfrm>
              <a:off x="5781300" y="2636625"/>
              <a:ext cx="33150" cy="30625"/>
            </a:xfrm>
            <a:custGeom>
              <a:rect b="b" l="l" r="r" t="t"/>
              <a:pathLst>
                <a:path extrusionOk="0" h="1225" w="1326">
                  <a:moveTo>
                    <a:pt x="643" y="0"/>
                  </a:moveTo>
                  <a:lnTo>
                    <a:pt x="0" y="622"/>
                  </a:lnTo>
                  <a:lnTo>
                    <a:pt x="643" y="1225"/>
                  </a:lnTo>
                  <a:lnTo>
                    <a:pt x="1325" y="643"/>
                  </a:lnTo>
                  <a:lnTo>
                    <a:pt x="64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40" name="Google Shape;1240;p16"/>
            <p:cNvSpPr/>
            <p:nvPr/>
          </p:nvSpPr>
          <p:spPr>
            <a:xfrm>
              <a:off x="5779275" y="3148150"/>
              <a:ext cx="35675" cy="33150"/>
            </a:xfrm>
            <a:custGeom>
              <a:rect b="b" l="l" r="r" t="t"/>
              <a:pathLst>
                <a:path extrusionOk="0" h="1326" w="1427">
                  <a:moveTo>
                    <a:pt x="724" y="0"/>
                  </a:moveTo>
                  <a:lnTo>
                    <a:pt x="1" y="683"/>
                  </a:lnTo>
                  <a:lnTo>
                    <a:pt x="81" y="743"/>
                  </a:lnTo>
                  <a:lnTo>
                    <a:pt x="181" y="803"/>
                  </a:lnTo>
                  <a:lnTo>
                    <a:pt x="382" y="904"/>
                  </a:lnTo>
                  <a:lnTo>
                    <a:pt x="463" y="964"/>
                  </a:lnTo>
                  <a:lnTo>
                    <a:pt x="543" y="1044"/>
                  </a:lnTo>
                  <a:lnTo>
                    <a:pt x="583" y="1165"/>
                  </a:lnTo>
                  <a:lnTo>
                    <a:pt x="623" y="1285"/>
                  </a:lnTo>
                  <a:lnTo>
                    <a:pt x="643" y="1305"/>
                  </a:lnTo>
                  <a:lnTo>
                    <a:pt x="683" y="1325"/>
                  </a:lnTo>
                  <a:lnTo>
                    <a:pt x="724" y="1325"/>
                  </a:lnTo>
                  <a:lnTo>
                    <a:pt x="1426" y="643"/>
                  </a:lnTo>
                  <a:lnTo>
                    <a:pt x="724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41" name="Google Shape;1241;p16"/>
            <p:cNvSpPr/>
            <p:nvPr/>
          </p:nvSpPr>
          <p:spPr>
            <a:xfrm>
              <a:off x="5668850" y="3145125"/>
              <a:ext cx="46200" cy="38175"/>
            </a:xfrm>
            <a:custGeom>
              <a:rect b="b" l="l" r="r" t="t"/>
              <a:pathLst>
                <a:path extrusionOk="0" h="1527" w="1848">
                  <a:moveTo>
                    <a:pt x="824" y="1"/>
                  </a:moveTo>
                  <a:lnTo>
                    <a:pt x="663" y="282"/>
                  </a:lnTo>
                  <a:lnTo>
                    <a:pt x="603" y="402"/>
                  </a:lnTo>
                  <a:lnTo>
                    <a:pt x="522" y="503"/>
                  </a:lnTo>
                  <a:lnTo>
                    <a:pt x="402" y="583"/>
                  </a:lnTo>
                  <a:lnTo>
                    <a:pt x="281" y="643"/>
                  </a:lnTo>
                  <a:lnTo>
                    <a:pt x="0" y="784"/>
                  </a:lnTo>
                  <a:lnTo>
                    <a:pt x="322" y="944"/>
                  </a:lnTo>
                  <a:lnTo>
                    <a:pt x="442" y="1025"/>
                  </a:lnTo>
                  <a:lnTo>
                    <a:pt x="562" y="1105"/>
                  </a:lnTo>
                  <a:lnTo>
                    <a:pt x="603" y="1145"/>
                  </a:lnTo>
                  <a:lnTo>
                    <a:pt x="623" y="1205"/>
                  </a:lnTo>
                  <a:lnTo>
                    <a:pt x="663" y="1346"/>
                  </a:lnTo>
                  <a:lnTo>
                    <a:pt x="683" y="1406"/>
                  </a:lnTo>
                  <a:lnTo>
                    <a:pt x="723" y="1466"/>
                  </a:lnTo>
                  <a:lnTo>
                    <a:pt x="803" y="1507"/>
                  </a:lnTo>
                  <a:lnTo>
                    <a:pt x="884" y="1527"/>
                  </a:lnTo>
                  <a:lnTo>
                    <a:pt x="924" y="1386"/>
                  </a:lnTo>
                  <a:lnTo>
                    <a:pt x="984" y="1266"/>
                  </a:lnTo>
                  <a:lnTo>
                    <a:pt x="1064" y="1165"/>
                  </a:lnTo>
                  <a:lnTo>
                    <a:pt x="1165" y="1065"/>
                  </a:lnTo>
                  <a:lnTo>
                    <a:pt x="1305" y="984"/>
                  </a:lnTo>
                  <a:lnTo>
                    <a:pt x="1446" y="904"/>
                  </a:lnTo>
                  <a:lnTo>
                    <a:pt x="1627" y="824"/>
                  </a:lnTo>
                  <a:lnTo>
                    <a:pt x="1848" y="744"/>
                  </a:lnTo>
                  <a:lnTo>
                    <a:pt x="1607" y="703"/>
                  </a:lnTo>
                  <a:lnTo>
                    <a:pt x="1426" y="643"/>
                  </a:lnTo>
                  <a:lnTo>
                    <a:pt x="1285" y="563"/>
                  </a:lnTo>
                  <a:lnTo>
                    <a:pt x="1145" y="462"/>
                  </a:lnTo>
                  <a:lnTo>
                    <a:pt x="1044" y="362"/>
                  </a:lnTo>
                  <a:lnTo>
                    <a:pt x="964" y="242"/>
                  </a:lnTo>
                  <a:lnTo>
                    <a:pt x="824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42" name="Google Shape;1242;p16"/>
            <p:cNvSpPr/>
            <p:nvPr/>
          </p:nvSpPr>
          <p:spPr>
            <a:xfrm>
              <a:off x="5562425" y="3146625"/>
              <a:ext cx="38675" cy="36675"/>
            </a:xfrm>
            <a:custGeom>
              <a:rect b="b" l="l" r="r" t="t"/>
              <a:pathLst>
                <a:path extrusionOk="0" h="1467" w="1547">
                  <a:moveTo>
                    <a:pt x="643" y="1"/>
                  </a:moveTo>
                  <a:lnTo>
                    <a:pt x="603" y="41"/>
                  </a:lnTo>
                  <a:lnTo>
                    <a:pt x="563" y="141"/>
                  </a:lnTo>
                  <a:lnTo>
                    <a:pt x="543" y="282"/>
                  </a:lnTo>
                  <a:lnTo>
                    <a:pt x="522" y="342"/>
                  </a:lnTo>
                  <a:lnTo>
                    <a:pt x="502" y="402"/>
                  </a:lnTo>
                  <a:lnTo>
                    <a:pt x="442" y="463"/>
                  </a:lnTo>
                  <a:lnTo>
                    <a:pt x="362" y="503"/>
                  </a:lnTo>
                  <a:lnTo>
                    <a:pt x="201" y="523"/>
                  </a:lnTo>
                  <a:lnTo>
                    <a:pt x="121" y="543"/>
                  </a:lnTo>
                  <a:lnTo>
                    <a:pt x="61" y="563"/>
                  </a:lnTo>
                  <a:lnTo>
                    <a:pt x="21" y="603"/>
                  </a:lnTo>
                  <a:lnTo>
                    <a:pt x="0" y="663"/>
                  </a:lnTo>
                  <a:lnTo>
                    <a:pt x="784" y="1467"/>
                  </a:lnTo>
                  <a:lnTo>
                    <a:pt x="924" y="1226"/>
                  </a:lnTo>
                  <a:lnTo>
                    <a:pt x="984" y="1105"/>
                  </a:lnTo>
                  <a:lnTo>
                    <a:pt x="1065" y="1005"/>
                  </a:lnTo>
                  <a:lnTo>
                    <a:pt x="1165" y="924"/>
                  </a:lnTo>
                  <a:lnTo>
                    <a:pt x="1286" y="864"/>
                  </a:lnTo>
                  <a:lnTo>
                    <a:pt x="1547" y="764"/>
                  </a:lnTo>
                  <a:lnTo>
                    <a:pt x="683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43" name="Google Shape;1243;p16"/>
            <p:cNvSpPr/>
            <p:nvPr/>
          </p:nvSpPr>
          <p:spPr>
            <a:xfrm>
              <a:off x="5454000" y="3143625"/>
              <a:ext cx="38175" cy="42200"/>
            </a:xfrm>
            <a:custGeom>
              <a:rect b="b" l="l" r="r" t="t"/>
              <a:pathLst>
                <a:path extrusionOk="0" h="1688" w="1527">
                  <a:moveTo>
                    <a:pt x="783" y="0"/>
                  </a:moveTo>
                  <a:lnTo>
                    <a:pt x="623" y="322"/>
                  </a:lnTo>
                  <a:lnTo>
                    <a:pt x="542" y="442"/>
                  </a:lnTo>
                  <a:lnTo>
                    <a:pt x="462" y="542"/>
                  </a:lnTo>
                  <a:lnTo>
                    <a:pt x="362" y="623"/>
                  </a:lnTo>
                  <a:lnTo>
                    <a:pt x="241" y="703"/>
                  </a:lnTo>
                  <a:lnTo>
                    <a:pt x="0" y="804"/>
                  </a:lnTo>
                  <a:lnTo>
                    <a:pt x="141" y="864"/>
                  </a:lnTo>
                  <a:lnTo>
                    <a:pt x="281" y="944"/>
                  </a:lnTo>
                  <a:lnTo>
                    <a:pt x="382" y="1024"/>
                  </a:lnTo>
                  <a:lnTo>
                    <a:pt x="462" y="1125"/>
                  </a:lnTo>
                  <a:lnTo>
                    <a:pt x="542" y="1245"/>
                  </a:lnTo>
                  <a:lnTo>
                    <a:pt x="623" y="1386"/>
                  </a:lnTo>
                  <a:lnTo>
                    <a:pt x="783" y="1687"/>
                  </a:lnTo>
                  <a:lnTo>
                    <a:pt x="964" y="1346"/>
                  </a:lnTo>
                  <a:lnTo>
                    <a:pt x="1044" y="1205"/>
                  </a:lnTo>
                  <a:lnTo>
                    <a:pt x="1125" y="1085"/>
                  </a:lnTo>
                  <a:lnTo>
                    <a:pt x="1185" y="1044"/>
                  </a:lnTo>
                  <a:lnTo>
                    <a:pt x="1245" y="1024"/>
                  </a:lnTo>
                  <a:lnTo>
                    <a:pt x="1366" y="1004"/>
                  </a:lnTo>
                  <a:lnTo>
                    <a:pt x="1446" y="984"/>
                  </a:lnTo>
                  <a:lnTo>
                    <a:pt x="1486" y="924"/>
                  </a:lnTo>
                  <a:lnTo>
                    <a:pt x="1526" y="864"/>
                  </a:lnTo>
                  <a:lnTo>
                    <a:pt x="1526" y="763"/>
                  </a:lnTo>
                  <a:lnTo>
                    <a:pt x="1406" y="723"/>
                  </a:lnTo>
                  <a:lnTo>
                    <a:pt x="1285" y="683"/>
                  </a:lnTo>
                  <a:lnTo>
                    <a:pt x="1165" y="603"/>
                  </a:lnTo>
                  <a:lnTo>
                    <a:pt x="1085" y="522"/>
                  </a:lnTo>
                  <a:lnTo>
                    <a:pt x="984" y="422"/>
                  </a:lnTo>
                  <a:lnTo>
                    <a:pt x="904" y="302"/>
                  </a:lnTo>
                  <a:lnTo>
                    <a:pt x="844" y="161"/>
                  </a:lnTo>
                  <a:lnTo>
                    <a:pt x="78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44" name="Google Shape;1244;p16"/>
            <p:cNvSpPr/>
            <p:nvPr/>
          </p:nvSpPr>
          <p:spPr>
            <a:xfrm>
              <a:off x="5776775" y="3046225"/>
              <a:ext cx="37675" cy="35675"/>
            </a:xfrm>
            <a:custGeom>
              <a:rect b="b" l="l" r="r" t="t"/>
              <a:pathLst>
                <a:path extrusionOk="0" h="1427" w="1507">
                  <a:moveTo>
                    <a:pt x="824" y="1"/>
                  </a:moveTo>
                  <a:lnTo>
                    <a:pt x="0" y="764"/>
                  </a:lnTo>
                  <a:lnTo>
                    <a:pt x="181" y="764"/>
                  </a:lnTo>
                  <a:lnTo>
                    <a:pt x="322" y="784"/>
                  </a:lnTo>
                  <a:lnTo>
                    <a:pt x="442" y="844"/>
                  </a:lnTo>
                  <a:lnTo>
                    <a:pt x="543" y="945"/>
                  </a:lnTo>
                  <a:lnTo>
                    <a:pt x="623" y="1045"/>
                  </a:lnTo>
                  <a:lnTo>
                    <a:pt x="703" y="1166"/>
                  </a:lnTo>
                  <a:lnTo>
                    <a:pt x="884" y="1427"/>
                  </a:lnTo>
                  <a:lnTo>
                    <a:pt x="964" y="1186"/>
                  </a:lnTo>
                  <a:lnTo>
                    <a:pt x="1024" y="1085"/>
                  </a:lnTo>
                  <a:lnTo>
                    <a:pt x="1085" y="985"/>
                  </a:lnTo>
                  <a:lnTo>
                    <a:pt x="1165" y="904"/>
                  </a:lnTo>
                  <a:lnTo>
                    <a:pt x="1245" y="844"/>
                  </a:lnTo>
                  <a:lnTo>
                    <a:pt x="1346" y="784"/>
                  </a:lnTo>
                  <a:lnTo>
                    <a:pt x="1466" y="744"/>
                  </a:lnTo>
                  <a:lnTo>
                    <a:pt x="1486" y="724"/>
                  </a:lnTo>
                  <a:lnTo>
                    <a:pt x="1506" y="684"/>
                  </a:lnTo>
                  <a:lnTo>
                    <a:pt x="1506" y="623"/>
                  </a:lnTo>
                  <a:lnTo>
                    <a:pt x="824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45" name="Google Shape;1245;p16"/>
            <p:cNvSpPr/>
            <p:nvPr/>
          </p:nvSpPr>
          <p:spPr>
            <a:xfrm>
              <a:off x="5562425" y="3045225"/>
              <a:ext cx="37675" cy="35175"/>
            </a:xfrm>
            <a:custGeom>
              <a:rect b="b" l="l" r="r" t="t"/>
              <a:pathLst>
                <a:path extrusionOk="0" h="1407" w="1507">
                  <a:moveTo>
                    <a:pt x="763" y="1"/>
                  </a:moveTo>
                  <a:lnTo>
                    <a:pt x="0" y="724"/>
                  </a:lnTo>
                  <a:lnTo>
                    <a:pt x="261" y="864"/>
                  </a:lnTo>
                  <a:lnTo>
                    <a:pt x="382" y="924"/>
                  </a:lnTo>
                  <a:lnTo>
                    <a:pt x="502" y="1005"/>
                  </a:lnTo>
                  <a:lnTo>
                    <a:pt x="543" y="1065"/>
                  </a:lnTo>
                  <a:lnTo>
                    <a:pt x="563" y="1125"/>
                  </a:lnTo>
                  <a:lnTo>
                    <a:pt x="603" y="1246"/>
                  </a:lnTo>
                  <a:lnTo>
                    <a:pt x="623" y="1306"/>
                  </a:lnTo>
                  <a:lnTo>
                    <a:pt x="683" y="1366"/>
                  </a:lnTo>
                  <a:lnTo>
                    <a:pt x="743" y="1386"/>
                  </a:lnTo>
                  <a:lnTo>
                    <a:pt x="844" y="1406"/>
                  </a:lnTo>
                  <a:lnTo>
                    <a:pt x="864" y="1266"/>
                  </a:lnTo>
                  <a:lnTo>
                    <a:pt x="924" y="1145"/>
                  </a:lnTo>
                  <a:lnTo>
                    <a:pt x="984" y="1045"/>
                  </a:lnTo>
                  <a:lnTo>
                    <a:pt x="1085" y="965"/>
                  </a:lnTo>
                  <a:lnTo>
                    <a:pt x="1306" y="844"/>
                  </a:lnTo>
                  <a:lnTo>
                    <a:pt x="1506" y="704"/>
                  </a:lnTo>
                  <a:lnTo>
                    <a:pt x="763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46" name="Google Shape;1246;p16"/>
            <p:cNvSpPr/>
            <p:nvPr/>
          </p:nvSpPr>
          <p:spPr>
            <a:xfrm>
              <a:off x="5671850" y="3044225"/>
              <a:ext cx="38175" cy="36175"/>
            </a:xfrm>
            <a:custGeom>
              <a:rect b="b" l="l" r="r" t="t"/>
              <a:pathLst>
                <a:path extrusionOk="0" h="1447" w="1527">
                  <a:moveTo>
                    <a:pt x="724" y="1"/>
                  </a:moveTo>
                  <a:lnTo>
                    <a:pt x="1" y="723"/>
                  </a:lnTo>
                  <a:lnTo>
                    <a:pt x="724" y="1446"/>
                  </a:lnTo>
                  <a:lnTo>
                    <a:pt x="864" y="1205"/>
                  </a:lnTo>
                  <a:lnTo>
                    <a:pt x="924" y="1105"/>
                  </a:lnTo>
                  <a:lnTo>
                    <a:pt x="1005" y="1005"/>
                  </a:lnTo>
                  <a:lnTo>
                    <a:pt x="1105" y="924"/>
                  </a:lnTo>
                  <a:lnTo>
                    <a:pt x="1226" y="844"/>
                  </a:lnTo>
                  <a:lnTo>
                    <a:pt x="1527" y="703"/>
                  </a:lnTo>
                  <a:lnTo>
                    <a:pt x="1386" y="643"/>
                  </a:lnTo>
                  <a:lnTo>
                    <a:pt x="1246" y="583"/>
                  </a:lnTo>
                  <a:lnTo>
                    <a:pt x="1125" y="503"/>
                  </a:lnTo>
                  <a:lnTo>
                    <a:pt x="1025" y="422"/>
                  </a:lnTo>
                  <a:lnTo>
                    <a:pt x="924" y="322"/>
                  </a:lnTo>
                  <a:lnTo>
                    <a:pt x="844" y="221"/>
                  </a:lnTo>
                  <a:lnTo>
                    <a:pt x="784" y="121"/>
                  </a:lnTo>
                  <a:lnTo>
                    <a:pt x="724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47" name="Google Shape;1247;p16"/>
            <p:cNvSpPr/>
            <p:nvPr/>
          </p:nvSpPr>
          <p:spPr>
            <a:xfrm>
              <a:off x="5889225" y="2638125"/>
              <a:ext cx="32650" cy="29125"/>
            </a:xfrm>
            <a:custGeom>
              <a:rect b="b" l="l" r="r" t="t"/>
              <a:pathLst>
                <a:path extrusionOk="0" h="1165" w="1306">
                  <a:moveTo>
                    <a:pt x="663" y="0"/>
                  </a:moveTo>
                  <a:lnTo>
                    <a:pt x="0" y="562"/>
                  </a:lnTo>
                  <a:lnTo>
                    <a:pt x="643" y="1165"/>
                  </a:lnTo>
                  <a:lnTo>
                    <a:pt x="1305" y="583"/>
                  </a:lnTo>
                  <a:lnTo>
                    <a:pt x="66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48" name="Google Shape;1248;p16"/>
            <p:cNvSpPr/>
            <p:nvPr/>
          </p:nvSpPr>
          <p:spPr>
            <a:xfrm>
              <a:off x="5455000" y="3043225"/>
              <a:ext cx="39675" cy="36675"/>
            </a:xfrm>
            <a:custGeom>
              <a:rect b="b" l="l" r="r" t="t"/>
              <a:pathLst>
                <a:path extrusionOk="0" h="1467" w="1587">
                  <a:moveTo>
                    <a:pt x="723" y="0"/>
                  </a:moveTo>
                  <a:lnTo>
                    <a:pt x="583" y="261"/>
                  </a:lnTo>
                  <a:lnTo>
                    <a:pt x="502" y="382"/>
                  </a:lnTo>
                  <a:lnTo>
                    <a:pt x="422" y="482"/>
                  </a:lnTo>
                  <a:lnTo>
                    <a:pt x="362" y="522"/>
                  </a:lnTo>
                  <a:lnTo>
                    <a:pt x="302" y="563"/>
                  </a:lnTo>
                  <a:lnTo>
                    <a:pt x="161" y="583"/>
                  </a:lnTo>
                  <a:lnTo>
                    <a:pt x="101" y="603"/>
                  </a:lnTo>
                  <a:lnTo>
                    <a:pt x="41" y="623"/>
                  </a:lnTo>
                  <a:lnTo>
                    <a:pt x="0" y="663"/>
                  </a:lnTo>
                  <a:lnTo>
                    <a:pt x="0" y="723"/>
                  </a:lnTo>
                  <a:lnTo>
                    <a:pt x="743" y="1466"/>
                  </a:lnTo>
                  <a:lnTo>
                    <a:pt x="1587" y="623"/>
                  </a:lnTo>
                  <a:lnTo>
                    <a:pt x="1587" y="623"/>
                  </a:lnTo>
                  <a:lnTo>
                    <a:pt x="1386" y="643"/>
                  </a:lnTo>
                  <a:lnTo>
                    <a:pt x="1245" y="623"/>
                  </a:lnTo>
                  <a:lnTo>
                    <a:pt x="1125" y="563"/>
                  </a:lnTo>
                  <a:lnTo>
                    <a:pt x="1024" y="482"/>
                  </a:lnTo>
                  <a:lnTo>
                    <a:pt x="944" y="362"/>
                  </a:lnTo>
                  <a:lnTo>
                    <a:pt x="884" y="261"/>
                  </a:lnTo>
                  <a:lnTo>
                    <a:pt x="72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49" name="Google Shape;1249;p16"/>
            <p:cNvSpPr/>
            <p:nvPr/>
          </p:nvSpPr>
          <p:spPr>
            <a:xfrm>
              <a:off x="5996150" y="3046725"/>
              <a:ext cx="34150" cy="31650"/>
            </a:xfrm>
            <a:custGeom>
              <a:rect b="b" l="l" r="r" t="t"/>
              <a:pathLst>
                <a:path extrusionOk="0" h="1266" w="1366">
                  <a:moveTo>
                    <a:pt x="703" y="1"/>
                  </a:moveTo>
                  <a:lnTo>
                    <a:pt x="0" y="603"/>
                  </a:lnTo>
                  <a:lnTo>
                    <a:pt x="723" y="1266"/>
                  </a:lnTo>
                  <a:lnTo>
                    <a:pt x="1365" y="603"/>
                  </a:lnTo>
                  <a:lnTo>
                    <a:pt x="703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50" name="Google Shape;1250;p16"/>
            <p:cNvSpPr/>
            <p:nvPr/>
          </p:nvSpPr>
          <p:spPr>
            <a:xfrm>
              <a:off x="5456500" y="2636625"/>
              <a:ext cx="35175" cy="35650"/>
            </a:xfrm>
            <a:custGeom>
              <a:rect b="b" l="l" r="r" t="t"/>
              <a:pathLst>
                <a:path extrusionOk="0" h="1426" w="1407">
                  <a:moveTo>
                    <a:pt x="683" y="0"/>
                  </a:moveTo>
                  <a:lnTo>
                    <a:pt x="1" y="622"/>
                  </a:lnTo>
                  <a:lnTo>
                    <a:pt x="804" y="1426"/>
                  </a:lnTo>
                  <a:lnTo>
                    <a:pt x="804" y="1265"/>
                  </a:lnTo>
                  <a:lnTo>
                    <a:pt x="824" y="1145"/>
                  </a:lnTo>
                  <a:lnTo>
                    <a:pt x="864" y="1024"/>
                  </a:lnTo>
                  <a:lnTo>
                    <a:pt x="904" y="944"/>
                  </a:lnTo>
                  <a:lnTo>
                    <a:pt x="985" y="884"/>
                  </a:lnTo>
                  <a:lnTo>
                    <a:pt x="1065" y="823"/>
                  </a:lnTo>
                  <a:lnTo>
                    <a:pt x="1165" y="783"/>
                  </a:lnTo>
                  <a:lnTo>
                    <a:pt x="1286" y="763"/>
                  </a:lnTo>
                  <a:lnTo>
                    <a:pt x="1326" y="743"/>
                  </a:lnTo>
                  <a:lnTo>
                    <a:pt x="1366" y="703"/>
                  </a:lnTo>
                  <a:lnTo>
                    <a:pt x="1386" y="683"/>
                  </a:lnTo>
                  <a:lnTo>
                    <a:pt x="1406" y="643"/>
                  </a:lnTo>
                  <a:lnTo>
                    <a:pt x="1386" y="602"/>
                  </a:lnTo>
                  <a:lnTo>
                    <a:pt x="1366" y="562"/>
                  </a:lnTo>
                  <a:lnTo>
                    <a:pt x="1306" y="502"/>
                  </a:lnTo>
                  <a:lnTo>
                    <a:pt x="1145" y="442"/>
                  </a:lnTo>
                  <a:lnTo>
                    <a:pt x="985" y="361"/>
                  </a:lnTo>
                  <a:lnTo>
                    <a:pt x="924" y="321"/>
                  </a:lnTo>
                  <a:lnTo>
                    <a:pt x="864" y="261"/>
                  </a:lnTo>
                  <a:lnTo>
                    <a:pt x="824" y="181"/>
                  </a:lnTo>
                  <a:lnTo>
                    <a:pt x="804" y="80"/>
                  </a:lnTo>
                  <a:lnTo>
                    <a:pt x="784" y="40"/>
                  </a:lnTo>
                  <a:lnTo>
                    <a:pt x="744" y="20"/>
                  </a:lnTo>
                  <a:lnTo>
                    <a:pt x="68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51" name="Google Shape;1251;p16"/>
            <p:cNvSpPr/>
            <p:nvPr/>
          </p:nvSpPr>
          <p:spPr>
            <a:xfrm>
              <a:off x="5347075" y="3146125"/>
              <a:ext cx="40675" cy="37675"/>
            </a:xfrm>
            <a:custGeom>
              <a:rect b="b" l="l" r="r" t="t"/>
              <a:pathLst>
                <a:path extrusionOk="0" h="1507" w="1627">
                  <a:moveTo>
                    <a:pt x="743" y="1"/>
                  </a:moveTo>
                  <a:lnTo>
                    <a:pt x="703" y="161"/>
                  </a:lnTo>
                  <a:lnTo>
                    <a:pt x="643" y="282"/>
                  </a:lnTo>
                  <a:lnTo>
                    <a:pt x="542" y="382"/>
                  </a:lnTo>
                  <a:lnTo>
                    <a:pt x="422" y="463"/>
                  </a:lnTo>
                  <a:lnTo>
                    <a:pt x="201" y="563"/>
                  </a:lnTo>
                  <a:lnTo>
                    <a:pt x="81" y="623"/>
                  </a:lnTo>
                  <a:lnTo>
                    <a:pt x="0" y="704"/>
                  </a:lnTo>
                  <a:lnTo>
                    <a:pt x="763" y="1507"/>
                  </a:lnTo>
                  <a:lnTo>
                    <a:pt x="884" y="1266"/>
                  </a:lnTo>
                  <a:lnTo>
                    <a:pt x="964" y="1145"/>
                  </a:lnTo>
                  <a:lnTo>
                    <a:pt x="1044" y="1045"/>
                  </a:lnTo>
                  <a:lnTo>
                    <a:pt x="1145" y="965"/>
                  </a:lnTo>
                  <a:lnTo>
                    <a:pt x="1285" y="904"/>
                  </a:lnTo>
                  <a:lnTo>
                    <a:pt x="1627" y="744"/>
                  </a:lnTo>
                  <a:lnTo>
                    <a:pt x="1265" y="583"/>
                  </a:lnTo>
                  <a:lnTo>
                    <a:pt x="1125" y="523"/>
                  </a:lnTo>
                  <a:lnTo>
                    <a:pt x="1024" y="442"/>
                  </a:lnTo>
                  <a:lnTo>
                    <a:pt x="944" y="342"/>
                  </a:lnTo>
                  <a:lnTo>
                    <a:pt x="864" y="242"/>
                  </a:lnTo>
                  <a:lnTo>
                    <a:pt x="743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52" name="Google Shape;1252;p16"/>
            <p:cNvSpPr/>
            <p:nvPr/>
          </p:nvSpPr>
          <p:spPr>
            <a:xfrm>
              <a:off x="5346575" y="3042225"/>
              <a:ext cx="40675" cy="38675"/>
            </a:xfrm>
            <a:custGeom>
              <a:rect b="b" l="l" r="r" t="t"/>
              <a:pathLst>
                <a:path extrusionOk="0" h="1547" w="1627">
                  <a:moveTo>
                    <a:pt x="723" y="0"/>
                  </a:moveTo>
                  <a:lnTo>
                    <a:pt x="603" y="281"/>
                  </a:lnTo>
                  <a:lnTo>
                    <a:pt x="542" y="382"/>
                  </a:lnTo>
                  <a:lnTo>
                    <a:pt x="482" y="462"/>
                  </a:lnTo>
                  <a:lnTo>
                    <a:pt x="362" y="562"/>
                  </a:lnTo>
                  <a:lnTo>
                    <a:pt x="241" y="623"/>
                  </a:lnTo>
                  <a:lnTo>
                    <a:pt x="0" y="763"/>
                  </a:lnTo>
                  <a:lnTo>
                    <a:pt x="783" y="1546"/>
                  </a:lnTo>
                  <a:lnTo>
                    <a:pt x="904" y="1305"/>
                  </a:lnTo>
                  <a:lnTo>
                    <a:pt x="964" y="1185"/>
                  </a:lnTo>
                  <a:lnTo>
                    <a:pt x="1064" y="1085"/>
                  </a:lnTo>
                  <a:lnTo>
                    <a:pt x="1165" y="1024"/>
                  </a:lnTo>
                  <a:lnTo>
                    <a:pt x="1285" y="944"/>
                  </a:lnTo>
                  <a:lnTo>
                    <a:pt x="1627" y="803"/>
                  </a:lnTo>
                  <a:lnTo>
                    <a:pt x="1285" y="643"/>
                  </a:lnTo>
                  <a:lnTo>
                    <a:pt x="1145" y="583"/>
                  </a:lnTo>
                  <a:lnTo>
                    <a:pt x="1044" y="502"/>
                  </a:lnTo>
                  <a:lnTo>
                    <a:pt x="944" y="402"/>
                  </a:lnTo>
                  <a:lnTo>
                    <a:pt x="884" y="281"/>
                  </a:lnTo>
                  <a:lnTo>
                    <a:pt x="72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53" name="Google Shape;1253;p16"/>
            <p:cNvSpPr/>
            <p:nvPr/>
          </p:nvSpPr>
          <p:spPr>
            <a:xfrm>
              <a:off x="5989100" y="3351950"/>
              <a:ext cx="41700" cy="36175"/>
            </a:xfrm>
            <a:custGeom>
              <a:rect b="b" l="l" r="r" t="t"/>
              <a:pathLst>
                <a:path extrusionOk="0" h="1447" w="1668">
                  <a:moveTo>
                    <a:pt x="945" y="0"/>
                  </a:moveTo>
                  <a:lnTo>
                    <a:pt x="905" y="121"/>
                  </a:lnTo>
                  <a:lnTo>
                    <a:pt x="824" y="221"/>
                  </a:lnTo>
                  <a:lnTo>
                    <a:pt x="744" y="322"/>
                  </a:lnTo>
                  <a:lnTo>
                    <a:pt x="644" y="422"/>
                  </a:lnTo>
                  <a:lnTo>
                    <a:pt x="523" y="502"/>
                  </a:lnTo>
                  <a:lnTo>
                    <a:pt x="382" y="583"/>
                  </a:lnTo>
                  <a:lnTo>
                    <a:pt x="1" y="743"/>
                  </a:lnTo>
                  <a:lnTo>
                    <a:pt x="222" y="783"/>
                  </a:lnTo>
                  <a:lnTo>
                    <a:pt x="382" y="844"/>
                  </a:lnTo>
                  <a:lnTo>
                    <a:pt x="543" y="924"/>
                  </a:lnTo>
                  <a:lnTo>
                    <a:pt x="664" y="1004"/>
                  </a:lnTo>
                  <a:lnTo>
                    <a:pt x="744" y="1105"/>
                  </a:lnTo>
                  <a:lnTo>
                    <a:pt x="824" y="1205"/>
                  </a:lnTo>
                  <a:lnTo>
                    <a:pt x="884" y="1326"/>
                  </a:lnTo>
                  <a:lnTo>
                    <a:pt x="945" y="1446"/>
                  </a:lnTo>
                  <a:lnTo>
                    <a:pt x="1668" y="683"/>
                  </a:lnTo>
                  <a:lnTo>
                    <a:pt x="945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54" name="Google Shape;1254;p16"/>
            <p:cNvSpPr/>
            <p:nvPr/>
          </p:nvSpPr>
          <p:spPr>
            <a:xfrm>
              <a:off x="5456500" y="2738525"/>
              <a:ext cx="34675" cy="32650"/>
            </a:xfrm>
            <a:custGeom>
              <a:rect b="b" l="l" r="r" t="t"/>
              <a:pathLst>
                <a:path extrusionOk="0" h="1306" w="1387">
                  <a:moveTo>
                    <a:pt x="663" y="0"/>
                  </a:moveTo>
                  <a:lnTo>
                    <a:pt x="583" y="60"/>
                  </a:lnTo>
                  <a:lnTo>
                    <a:pt x="523" y="141"/>
                  </a:lnTo>
                  <a:lnTo>
                    <a:pt x="422" y="301"/>
                  </a:lnTo>
                  <a:lnTo>
                    <a:pt x="342" y="382"/>
                  </a:lnTo>
                  <a:lnTo>
                    <a:pt x="262" y="462"/>
                  </a:lnTo>
                  <a:lnTo>
                    <a:pt x="161" y="522"/>
                  </a:lnTo>
                  <a:lnTo>
                    <a:pt x="41" y="542"/>
                  </a:lnTo>
                  <a:lnTo>
                    <a:pt x="21" y="562"/>
                  </a:lnTo>
                  <a:lnTo>
                    <a:pt x="21" y="603"/>
                  </a:lnTo>
                  <a:lnTo>
                    <a:pt x="1" y="643"/>
                  </a:lnTo>
                  <a:lnTo>
                    <a:pt x="663" y="1305"/>
                  </a:lnTo>
                  <a:lnTo>
                    <a:pt x="1386" y="663"/>
                  </a:lnTo>
                  <a:lnTo>
                    <a:pt x="66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55" name="Google Shape;1255;p16"/>
            <p:cNvSpPr/>
            <p:nvPr/>
          </p:nvSpPr>
          <p:spPr>
            <a:xfrm>
              <a:off x="5888200" y="2943825"/>
              <a:ext cx="34175" cy="31650"/>
            </a:xfrm>
            <a:custGeom>
              <a:rect b="b" l="l" r="r" t="t"/>
              <a:pathLst>
                <a:path extrusionOk="0" h="1266" w="1367">
                  <a:moveTo>
                    <a:pt x="704" y="1"/>
                  </a:moveTo>
                  <a:lnTo>
                    <a:pt x="1" y="623"/>
                  </a:lnTo>
                  <a:lnTo>
                    <a:pt x="704" y="1266"/>
                  </a:lnTo>
                  <a:lnTo>
                    <a:pt x="1366" y="643"/>
                  </a:lnTo>
                  <a:lnTo>
                    <a:pt x="704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56" name="Google Shape;1256;p16"/>
            <p:cNvSpPr/>
            <p:nvPr/>
          </p:nvSpPr>
          <p:spPr>
            <a:xfrm>
              <a:off x="5455500" y="2943325"/>
              <a:ext cx="36675" cy="35175"/>
            </a:xfrm>
            <a:custGeom>
              <a:rect b="b" l="l" r="r" t="t"/>
              <a:pathLst>
                <a:path extrusionOk="0" h="1407" w="1467">
                  <a:moveTo>
                    <a:pt x="703" y="1"/>
                  </a:moveTo>
                  <a:lnTo>
                    <a:pt x="0" y="663"/>
                  </a:lnTo>
                  <a:lnTo>
                    <a:pt x="804" y="1406"/>
                  </a:lnTo>
                  <a:lnTo>
                    <a:pt x="824" y="1246"/>
                  </a:lnTo>
                  <a:lnTo>
                    <a:pt x="864" y="1125"/>
                  </a:lnTo>
                  <a:lnTo>
                    <a:pt x="944" y="1025"/>
                  </a:lnTo>
                  <a:lnTo>
                    <a:pt x="1045" y="944"/>
                  </a:lnTo>
                  <a:lnTo>
                    <a:pt x="1145" y="884"/>
                  </a:lnTo>
                  <a:lnTo>
                    <a:pt x="1245" y="824"/>
                  </a:lnTo>
                  <a:lnTo>
                    <a:pt x="1466" y="683"/>
                  </a:lnTo>
                  <a:lnTo>
                    <a:pt x="703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57" name="Google Shape;1257;p16"/>
            <p:cNvSpPr/>
            <p:nvPr/>
          </p:nvSpPr>
          <p:spPr>
            <a:xfrm>
              <a:off x="5995650" y="3148650"/>
              <a:ext cx="35150" cy="33650"/>
            </a:xfrm>
            <a:custGeom>
              <a:rect b="b" l="l" r="r" t="t"/>
              <a:pathLst>
                <a:path extrusionOk="0" h="1346" w="1406">
                  <a:moveTo>
                    <a:pt x="723" y="0"/>
                  </a:moveTo>
                  <a:lnTo>
                    <a:pt x="0" y="663"/>
                  </a:lnTo>
                  <a:lnTo>
                    <a:pt x="20" y="723"/>
                  </a:lnTo>
                  <a:lnTo>
                    <a:pt x="40" y="763"/>
                  </a:lnTo>
                  <a:lnTo>
                    <a:pt x="100" y="783"/>
                  </a:lnTo>
                  <a:lnTo>
                    <a:pt x="161" y="803"/>
                  </a:lnTo>
                  <a:lnTo>
                    <a:pt x="301" y="843"/>
                  </a:lnTo>
                  <a:lnTo>
                    <a:pt x="361" y="864"/>
                  </a:lnTo>
                  <a:lnTo>
                    <a:pt x="422" y="904"/>
                  </a:lnTo>
                  <a:lnTo>
                    <a:pt x="562" y="1125"/>
                  </a:lnTo>
                  <a:lnTo>
                    <a:pt x="703" y="1345"/>
                  </a:lnTo>
                  <a:lnTo>
                    <a:pt x="1406" y="623"/>
                  </a:lnTo>
                  <a:lnTo>
                    <a:pt x="72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58" name="Google Shape;1258;p16"/>
            <p:cNvSpPr/>
            <p:nvPr/>
          </p:nvSpPr>
          <p:spPr>
            <a:xfrm>
              <a:off x="5888725" y="2740025"/>
              <a:ext cx="33650" cy="29650"/>
            </a:xfrm>
            <a:custGeom>
              <a:rect b="b" l="l" r="r" t="t"/>
              <a:pathLst>
                <a:path extrusionOk="0" h="1186" w="1346">
                  <a:moveTo>
                    <a:pt x="663" y="0"/>
                  </a:moveTo>
                  <a:lnTo>
                    <a:pt x="0" y="583"/>
                  </a:lnTo>
                  <a:lnTo>
                    <a:pt x="663" y="1185"/>
                  </a:lnTo>
                  <a:lnTo>
                    <a:pt x="1345" y="603"/>
                  </a:lnTo>
                  <a:lnTo>
                    <a:pt x="66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59" name="Google Shape;1259;p16"/>
            <p:cNvSpPr/>
            <p:nvPr/>
          </p:nvSpPr>
          <p:spPr>
            <a:xfrm>
              <a:off x="5347075" y="3249050"/>
              <a:ext cx="37675" cy="37650"/>
            </a:xfrm>
            <a:custGeom>
              <a:rect b="b" l="l" r="r" t="t"/>
              <a:pathLst>
                <a:path extrusionOk="0" h="1506" w="1507">
                  <a:moveTo>
                    <a:pt x="723" y="0"/>
                  </a:moveTo>
                  <a:lnTo>
                    <a:pt x="0" y="743"/>
                  </a:lnTo>
                  <a:lnTo>
                    <a:pt x="804" y="1506"/>
                  </a:lnTo>
                  <a:lnTo>
                    <a:pt x="844" y="1365"/>
                  </a:lnTo>
                  <a:lnTo>
                    <a:pt x="884" y="1225"/>
                  </a:lnTo>
                  <a:lnTo>
                    <a:pt x="964" y="1124"/>
                  </a:lnTo>
                  <a:lnTo>
                    <a:pt x="1044" y="1044"/>
                  </a:lnTo>
                  <a:lnTo>
                    <a:pt x="1145" y="964"/>
                  </a:lnTo>
                  <a:lnTo>
                    <a:pt x="1245" y="904"/>
                  </a:lnTo>
                  <a:lnTo>
                    <a:pt x="1366" y="843"/>
                  </a:lnTo>
                  <a:lnTo>
                    <a:pt x="1506" y="823"/>
                  </a:lnTo>
                  <a:lnTo>
                    <a:pt x="1486" y="723"/>
                  </a:lnTo>
                  <a:lnTo>
                    <a:pt x="1466" y="663"/>
                  </a:lnTo>
                  <a:lnTo>
                    <a:pt x="1406" y="602"/>
                  </a:lnTo>
                  <a:lnTo>
                    <a:pt x="1346" y="582"/>
                  </a:lnTo>
                  <a:lnTo>
                    <a:pt x="1225" y="542"/>
                  </a:lnTo>
                  <a:lnTo>
                    <a:pt x="1165" y="502"/>
                  </a:lnTo>
                  <a:lnTo>
                    <a:pt x="1105" y="482"/>
                  </a:lnTo>
                  <a:lnTo>
                    <a:pt x="1004" y="361"/>
                  </a:lnTo>
                  <a:lnTo>
                    <a:pt x="904" y="241"/>
                  </a:lnTo>
                  <a:lnTo>
                    <a:pt x="72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60" name="Google Shape;1260;p16"/>
            <p:cNvSpPr/>
            <p:nvPr/>
          </p:nvSpPr>
          <p:spPr>
            <a:xfrm>
              <a:off x="5347075" y="2942325"/>
              <a:ext cx="38675" cy="36175"/>
            </a:xfrm>
            <a:custGeom>
              <a:rect b="b" l="l" r="r" t="t"/>
              <a:pathLst>
                <a:path extrusionOk="0" h="1447" w="1547">
                  <a:moveTo>
                    <a:pt x="763" y="0"/>
                  </a:moveTo>
                  <a:lnTo>
                    <a:pt x="0" y="703"/>
                  </a:lnTo>
                  <a:lnTo>
                    <a:pt x="804" y="1446"/>
                  </a:lnTo>
                  <a:lnTo>
                    <a:pt x="824" y="1306"/>
                  </a:lnTo>
                  <a:lnTo>
                    <a:pt x="884" y="1165"/>
                  </a:lnTo>
                  <a:lnTo>
                    <a:pt x="964" y="1065"/>
                  </a:lnTo>
                  <a:lnTo>
                    <a:pt x="1065" y="984"/>
                  </a:lnTo>
                  <a:lnTo>
                    <a:pt x="1165" y="904"/>
                  </a:lnTo>
                  <a:lnTo>
                    <a:pt x="1285" y="844"/>
                  </a:lnTo>
                  <a:lnTo>
                    <a:pt x="1546" y="683"/>
                  </a:lnTo>
                  <a:lnTo>
                    <a:pt x="1245" y="543"/>
                  </a:lnTo>
                  <a:lnTo>
                    <a:pt x="1125" y="482"/>
                  </a:lnTo>
                  <a:lnTo>
                    <a:pt x="1024" y="402"/>
                  </a:lnTo>
                  <a:lnTo>
                    <a:pt x="944" y="322"/>
                  </a:lnTo>
                  <a:lnTo>
                    <a:pt x="864" y="201"/>
                  </a:lnTo>
                  <a:lnTo>
                    <a:pt x="76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61" name="Google Shape;1261;p16"/>
            <p:cNvSpPr/>
            <p:nvPr/>
          </p:nvSpPr>
          <p:spPr>
            <a:xfrm>
              <a:off x="5346075" y="3350950"/>
              <a:ext cx="41675" cy="39675"/>
            </a:xfrm>
            <a:custGeom>
              <a:rect b="b" l="l" r="r" t="t"/>
              <a:pathLst>
                <a:path extrusionOk="0" h="1587" w="1667">
                  <a:moveTo>
                    <a:pt x="803" y="0"/>
                  </a:moveTo>
                  <a:lnTo>
                    <a:pt x="0" y="783"/>
                  </a:lnTo>
                  <a:lnTo>
                    <a:pt x="20" y="823"/>
                  </a:lnTo>
                  <a:lnTo>
                    <a:pt x="40" y="864"/>
                  </a:lnTo>
                  <a:lnTo>
                    <a:pt x="161" y="904"/>
                  </a:lnTo>
                  <a:lnTo>
                    <a:pt x="281" y="944"/>
                  </a:lnTo>
                  <a:lnTo>
                    <a:pt x="342" y="964"/>
                  </a:lnTo>
                  <a:lnTo>
                    <a:pt x="402" y="1004"/>
                  </a:lnTo>
                  <a:lnTo>
                    <a:pt x="502" y="1145"/>
                  </a:lnTo>
                  <a:lnTo>
                    <a:pt x="603" y="1285"/>
                  </a:lnTo>
                  <a:lnTo>
                    <a:pt x="783" y="1586"/>
                  </a:lnTo>
                  <a:lnTo>
                    <a:pt x="944" y="1285"/>
                  </a:lnTo>
                  <a:lnTo>
                    <a:pt x="1024" y="1145"/>
                  </a:lnTo>
                  <a:lnTo>
                    <a:pt x="1105" y="1044"/>
                  </a:lnTo>
                  <a:lnTo>
                    <a:pt x="1205" y="964"/>
                  </a:lnTo>
                  <a:lnTo>
                    <a:pt x="1325" y="884"/>
                  </a:lnTo>
                  <a:lnTo>
                    <a:pt x="1667" y="743"/>
                  </a:lnTo>
                  <a:lnTo>
                    <a:pt x="1325" y="582"/>
                  </a:lnTo>
                  <a:lnTo>
                    <a:pt x="1185" y="522"/>
                  </a:lnTo>
                  <a:lnTo>
                    <a:pt x="1064" y="442"/>
                  </a:lnTo>
                  <a:lnTo>
                    <a:pt x="984" y="342"/>
                  </a:lnTo>
                  <a:lnTo>
                    <a:pt x="924" y="241"/>
                  </a:lnTo>
                  <a:lnTo>
                    <a:pt x="80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62" name="Google Shape;1262;p16"/>
            <p:cNvSpPr/>
            <p:nvPr/>
          </p:nvSpPr>
          <p:spPr>
            <a:xfrm>
              <a:off x="5235125" y="3348925"/>
              <a:ext cx="40700" cy="42700"/>
            </a:xfrm>
            <a:custGeom>
              <a:rect b="b" l="l" r="r" t="t"/>
              <a:pathLst>
                <a:path extrusionOk="0" h="1708" w="1628">
                  <a:moveTo>
                    <a:pt x="884" y="1"/>
                  </a:moveTo>
                  <a:lnTo>
                    <a:pt x="744" y="282"/>
                  </a:lnTo>
                  <a:lnTo>
                    <a:pt x="663" y="402"/>
                  </a:lnTo>
                  <a:lnTo>
                    <a:pt x="583" y="503"/>
                  </a:lnTo>
                  <a:lnTo>
                    <a:pt x="462" y="603"/>
                  </a:lnTo>
                  <a:lnTo>
                    <a:pt x="342" y="663"/>
                  </a:lnTo>
                  <a:lnTo>
                    <a:pt x="1" y="824"/>
                  </a:lnTo>
                  <a:lnTo>
                    <a:pt x="322" y="985"/>
                  </a:lnTo>
                  <a:lnTo>
                    <a:pt x="462" y="1065"/>
                  </a:lnTo>
                  <a:lnTo>
                    <a:pt x="563" y="1145"/>
                  </a:lnTo>
                  <a:lnTo>
                    <a:pt x="643" y="1246"/>
                  </a:lnTo>
                  <a:lnTo>
                    <a:pt x="723" y="1386"/>
                  </a:lnTo>
                  <a:lnTo>
                    <a:pt x="884" y="1708"/>
                  </a:lnTo>
                  <a:lnTo>
                    <a:pt x="1045" y="1406"/>
                  </a:lnTo>
                  <a:lnTo>
                    <a:pt x="1185" y="1165"/>
                  </a:lnTo>
                  <a:lnTo>
                    <a:pt x="1225" y="1105"/>
                  </a:lnTo>
                  <a:lnTo>
                    <a:pt x="1306" y="1065"/>
                  </a:lnTo>
                  <a:lnTo>
                    <a:pt x="1466" y="1005"/>
                  </a:lnTo>
                  <a:lnTo>
                    <a:pt x="1547" y="965"/>
                  </a:lnTo>
                  <a:lnTo>
                    <a:pt x="1607" y="904"/>
                  </a:lnTo>
                  <a:lnTo>
                    <a:pt x="1627" y="804"/>
                  </a:lnTo>
                  <a:lnTo>
                    <a:pt x="1627" y="663"/>
                  </a:lnTo>
                  <a:lnTo>
                    <a:pt x="1466" y="684"/>
                  </a:lnTo>
                  <a:lnTo>
                    <a:pt x="1346" y="663"/>
                  </a:lnTo>
                  <a:lnTo>
                    <a:pt x="1246" y="603"/>
                  </a:lnTo>
                  <a:lnTo>
                    <a:pt x="1165" y="503"/>
                  </a:lnTo>
                  <a:lnTo>
                    <a:pt x="1085" y="402"/>
                  </a:lnTo>
                  <a:lnTo>
                    <a:pt x="1025" y="262"/>
                  </a:lnTo>
                  <a:lnTo>
                    <a:pt x="884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63" name="Google Shape;1263;p16"/>
            <p:cNvSpPr/>
            <p:nvPr/>
          </p:nvSpPr>
          <p:spPr>
            <a:xfrm>
              <a:off x="5888200" y="2842425"/>
              <a:ext cx="34175" cy="30650"/>
            </a:xfrm>
            <a:custGeom>
              <a:rect b="b" l="l" r="r" t="t"/>
              <a:pathLst>
                <a:path extrusionOk="0" h="1226" w="1367">
                  <a:moveTo>
                    <a:pt x="704" y="1"/>
                  </a:moveTo>
                  <a:lnTo>
                    <a:pt x="1" y="583"/>
                  </a:lnTo>
                  <a:lnTo>
                    <a:pt x="704" y="1225"/>
                  </a:lnTo>
                  <a:lnTo>
                    <a:pt x="1366" y="583"/>
                  </a:lnTo>
                  <a:lnTo>
                    <a:pt x="704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64" name="Google Shape;1264;p16"/>
            <p:cNvSpPr/>
            <p:nvPr/>
          </p:nvSpPr>
          <p:spPr>
            <a:xfrm>
              <a:off x="5456000" y="2840425"/>
              <a:ext cx="35175" cy="36175"/>
            </a:xfrm>
            <a:custGeom>
              <a:rect b="b" l="l" r="r" t="t"/>
              <a:pathLst>
                <a:path extrusionOk="0" h="1447" w="1407">
                  <a:moveTo>
                    <a:pt x="683" y="0"/>
                  </a:moveTo>
                  <a:lnTo>
                    <a:pt x="603" y="81"/>
                  </a:lnTo>
                  <a:lnTo>
                    <a:pt x="543" y="161"/>
                  </a:lnTo>
                  <a:lnTo>
                    <a:pt x="422" y="342"/>
                  </a:lnTo>
                  <a:lnTo>
                    <a:pt x="362" y="422"/>
                  </a:lnTo>
                  <a:lnTo>
                    <a:pt x="262" y="482"/>
                  </a:lnTo>
                  <a:lnTo>
                    <a:pt x="161" y="542"/>
                  </a:lnTo>
                  <a:lnTo>
                    <a:pt x="41" y="563"/>
                  </a:lnTo>
                  <a:lnTo>
                    <a:pt x="21" y="583"/>
                  </a:lnTo>
                  <a:lnTo>
                    <a:pt x="21" y="643"/>
                  </a:lnTo>
                  <a:lnTo>
                    <a:pt x="1" y="763"/>
                  </a:lnTo>
                  <a:lnTo>
                    <a:pt x="221" y="864"/>
                  </a:lnTo>
                  <a:lnTo>
                    <a:pt x="322" y="904"/>
                  </a:lnTo>
                  <a:lnTo>
                    <a:pt x="422" y="964"/>
                  </a:lnTo>
                  <a:lnTo>
                    <a:pt x="503" y="1085"/>
                  </a:lnTo>
                  <a:lnTo>
                    <a:pt x="563" y="1185"/>
                  </a:lnTo>
                  <a:lnTo>
                    <a:pt x="703" y="1446"/>
                  </a:lnTo>
                  <a:lnTo>
                    <a:pt x="1406" y="683"/>
                  </a:lnTo>
                  <a:lnTo>
                    <a:pt x="68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65" name="Google Shape;1265;p16"/>
            <p:cNvSpPr/>
            <p:nvPr/>
          </p:nvSpPr>
          <p:spPr>
            <a:xfrm>
              <a:off x="5995125" y="3250550"/>
              <a:ext cx="36175" cy="33650"/>
            </a:xfrm>
            <a:custGeom>
              <a:rect b="b" l="l" r="r" t="t"/>
              <a:pathLst>
                <a:path extrusionOk="0" h="1346" w="1447">
                  <a:moveTo>
                    <a:pt x="643" y="0"/>
                  </a:moveTo>
                  <a:lnTo>
                    <a:pt x="623" y="141"/>
                  </a:lnTo>
                  <a:lnTo>
                    <a:pt x="583" y="241"/>
                  </a:lnTo>
                  <a:lnTo>
                    <a:pt x="503" y="322"/>
                  </a:lnTo>
                  <a:lnTo>
                    <a:pt x="423" y="402"/>
                  </a:lnTo>
                  <a:lnTo>
                    <a:pt x="222" y="502"/>
                  </a:lnTo>
                  <a:lnTo>
                    <a:pt x="1" y="623"/>
                  </a:lnTo>
                  <a:lnTo>
                    <a:pt x="744" y="1346"/>
                  </a:lnTo>
                  <a:lnTo>
                    <a:pt x="1447" y="663"/>
                  </a:lnTo>
                  <a:lnTo>
                    <a:pt x="1366" y="583"/>
                  </a:lnTo>
                  <a:lnTo>
                    <a:pt x="1286" y="522"/>
                  </a:lnTo>
                  <a:lnTo>
                    <a:pt x="1085" y="402"/>
                  </a:lnTo>
                  <a:lnTo>
                    <a:pt x="1005" y="342"/>
                  </a:lnTo>
                  <a:lnTo>
                    <a:pt x="925" y="261"/>
                  </a:lnTo>
                  <a:lnTo>
                    <a:pt x="864" y="161"/>
                  </a:lnTo>
                  <a:lnTo>
                    <a:pt x="844" y="40"/>
                  </a:lnTo>
                  <a:lnTo>
                    <a:pt x="804" y="20"/>
                  </a:lnTo>
                  <a:lnTo>
                    <a:pt x="764" y="20"/>
                  </a:lnTo>
                  <a:lnTo>
                    <a:pt x="64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66" name="Google Shape;1266;p16"/>
            <p:cNvSpPr/>
            <p:nvPr/>
          </p:nvSpPr>
          <p:spPr>
            <a:xfrm>
              <a:off x="5348075" y="2834900"/>
              <a:ext cx="37675" cy="39675"/>
            </a:xfrm>
            <a:custGeom>
              <a:rect b="b" l="l" r="r" t="t"/>
              <a:pathLst>
                <a:path extrusionOk="0" h="1587" w="1507">
                  <a:moveTo>
                    <a:pt x="683" y="0"/>
                  </a:moveTo>
                  <a:lnTo>
                    <a:pt x="563" y="302"/>
                  </a:lnTo>
                  <a:lnTo>
                    <a:pt x="502" y="422"/>
                  </a:lnTo>
                  <a:lnTo>
                    <a:pt x="422" y="522"/>
                  </a:lnTo>
                  <a:lnTo>
                    <a:pt x="342" y="623"/>
                  </a:lnTo>
                  <a:lnTo>
                    <a:pt x="262" y="683"/>
                  </a:lnTo>
                  <a:lnTo>
                    <a:pt x="161" y="743"/>
                  </a:lnTo>
                  <a:lnTo>
                    <a:pt x="41" y="784"/>
                  </a:lnTo>
                  <a:lnTo>
                    <a:pt x="21" y="804"/>
                  </a:lnTo>
                  <a:lnTo>
                    <a:pt x="0" y="844"/>
                  </a:lnTo>
                  <a:lnTo>
                    <a:pt x="0" y="904"/>
                  </a:lnTo>
                  <a:lnTo>
                    <a:pt x="764" y="1587"/>
                  </a:lnTo>
                  <a:lnTo>
                    <a:pt x="824" y="1406"/>
                  </a:lnTo>
                  <a:lnTo>
                    <a:pt x="864" y="1306"/>
                  </a:lnTo>
                  <a:lnTo>
                    <a:pt x="904" y="1245"/>
                  </a:lnTo>
                  <a:lnTo>
                    <a:pt x="1045" y="1165"/>
                  </a:lnTo>
                  <a:lnTo>
                    <a:pt x="1185" y="1065"/>
                  </a:lnTo>
                  <a:lnTo>
                    <a:pt x="1506" y="884"/>
                  </a:lnTo>
                  <a:lnTo>
                    <a:pt x="1225" y="743"/>
                  </a:lnTo>
                  <a:lnTo>
                    <a:pt x="1105" y="663"/>
                  </a:lnTo>
                  <a:lnTo>
                    <a:pt x="1004" y="583"/>
                  </a:lnTo>
                  <a:lnTo>
                    <a:pt x="904" y="482"/>
                  </a:lnTo>
                  <a:lnTo>
                    <a:pt x="824" y="342"/>
                  </a:lnTo>
                  <a:lnTo>
                    <a:pt x="743" y="201"/>
                  </a:lnTo>
                  <a:lnTo>
                    <a:pt x="68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67" name="Google Shape;1267;p16"/>
            <p:cNvSpPr/>
            <p:nvPr/>
          </p:nvSpPr>
          <p:spPr>
            <a:xfrm>
              <a:off x="5237650" y="2942825"/>
              <a:ext cx="38175" cy="33650"/>
            </a:xfrm>
            <a:custGeom>
              <a:rect b="b" l="l" r="r" t="t"/>
              <a:pathLst>
                <a:path extrusionOk="0" h="1346" w="1527">
                  <a:moveTo>
                    <a:pt x="783" y="1"/>
                  </a:moveTo>
                  <a:lnTo>
                    <a:pt x="0" y="723"/>
                  </a:lnTo>
                  <a:lnTo>
                    <a:pt x="221" y="824"/>
                  </a:lnTo>
                  <a:lnTo>
                    <a:pt x="422" y="944"/>
                  </a:lnTo>
                  <a:lnTo>
                    <a:pt x="522" y="1025"/>
                  </a:lnTo>
                  <a:lnTo>
                    <a:pt x="582" y="1105"/>
                  </a:lnTo>
                  <a:lnTo>
                    <a:pt x="643" y="1205"/>
                  </a:lnTo>
                  <a:lnTo>
                    <a:pt x="703" y="1326"/>
                  </a:lnTo>
                  <a:lnTo>
                    <a:pt x="723" y="1346"/>
                  </a:lnTo>
                  <a:lnTo>
                    <a:pt x="783" y="1346"/>
                  </a:lnTo>
                  <a:lnTo>
                    <a:pt x="1526" y="663"/>
                  </a:lnTo>
                  <a:lnTo>
                    <a:pt x="783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68" name="Google Shape;1268;p16"/>
            <p:cNvSpPr/>
            <p:nvPr/>
          </p:nvSpPr>
          <p:spPr>
            <a:xfrm>
              <a:off x="5239150" y="2840925"/>
              <a:ext cx="36150" cy="33150"/>
            </a:xfrm>
            <a:custGeom>
              <a:rect b="b" l="l" r="r" t="t"/>
              <a:pathLst>
                <a:path extrusionOk="0" h="1326" w="1446">
                  <a:moveTo>
                    <a:pt x="703" y="0"/>
                  </a:moveTo>
                  <a:lnTo>
                    <a:pt x="0" y="663"/>
                  </a:lnTo>
                  <a:lnTo>
                    <a:pt x="723" y="1326"/>
                  </a:lnTo>
                  <a:lnTo>
                    <a:pt x="1446" y="663"/>
                  </a:lnTo>
                  <a:lnTo>
                    <a:pt x="70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69" name="Google Shape;1269;p16"/>
            <p:cNvSpPr/>
            <p:nvPr/>
          </p:nvSpPr>
          <p:spPr>
            <a:xfrm>
              <a:off x="5238650" y="3248525"/>
              <a:ext cx="37675" cy="37675"/>
            </a:xfrm>
            <a:custGeom>
              <a:rect b="b" l="l" r="r" t="t"/>
              <a:pathLst>
                <a:path extrusionOk="0" h="1507" w="1507">
                  <a:moveTo>
                    <a:pt x="783" y="1"/>
                  </a:moveTo>
                  <a:lnTo>
                    <a:pt x="0" y="744"/>
                  </a:lnTo>
                  <a:lnTo>
                    <a:pt x="803" y="1507"/>
                  </a:lnTo>
                  <a:lnTo>
                    <a:pt x="944" y="1246"/>
                  </a:lnTo>
                  <a:lnTo>
                    <a:pt x="1024" y="1125"/>
                  </a:lnTo>
                  <a:lnTo>
                    <a:pt x="1105" y="1005"/>
                  </a:lnTo>
                  <a:lnTo>
                    <a:pt x="1145" y="965"/>
                  </a:lnTo>
                  <a:lnTo>
                    <a:pt x="1225" y="945"/>
                  </a:lnTo>
                  <a:lnTo>
                    <a:pt x="1345" y="905"/>
                  </a:lnTo>
                  <a:lnTo>
                    <a:pt x="1406" y="884"/>
                  </a:lnTo>
                  <a:lnTo>
                    <a:pt x="1466" y="844"/>
                  </a:lnTo>
                  <a:lnTo>
                    <a:pt x="1506" y="764"/>
                  </a:lnTo>
                  <a:lnTo>
                    <a:pt x="1506" y="684"/>
                  </a:lnTo>
                  <a:lnTo>
                    <a:pt x="1265" y="563"/>
                  </a:lnTo>
                  <a:lnTo>
                    <a:pt x="1165" y="503"/>
                  </a:lnTo>
                  <a:lnTo>
                    <a:pt x="1064" y="423"/>
                  </a:lnTo>
                  <a:lnTo>
                    <a:pt x="964" y="342"/>
                  </a:lnTo>
                  <a:lnTo>
                    <a:pt x="904" y="242"/>
                  </a:lnTo>
                  <a:lnTo>
                    <a:pt x="823" y="121"/>
                  </a:lnTo>
                  <a:lnTo>
                    <a:pt x="783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70" name="Google Shape;1270;p16"/>
            <p:cNvSpPr/>
            <p:nvPr/>
          </p:nvSpPr>
          <p:spPr>
            <a:xfrm>
              <a:off x="5996150" y="2945325"/>
              <a:ext cx="34650" cy="29150"/>
            </a:xfrm>
            <a:custGeom>
              <a:rect b="b" l="l" r="r" t="t"/>
              <a:pathLst>
                <a:path extrusionOk="0" h="1166" w="1386">
                  <a:moveTo>
                    <a:pt x="683" y="1"/>
                  </a:moveTo>
                  <a:lnTo>
                    <a:pt x="0" y="563"/>
                  </a:lnTo>
                  <a:lnTo>
                    <a:pt x="723" y="1166"/>
                  </a:lnTo>
                  <a:lnTo>
                    <a:pt x="1386" y="543"/>
                  </a:lnTo>
                  <a:lnTo>
                    <a:pt x="683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71" name="Google Shape;1271;p16"/>
            <p:cNvSpPr/>
            <p:nvPr/>
          </p:nvSpPr>
          <p:spPr>
            <a:xfrm>
              <a:off x="5237650" y="3044725"/>
              <a:ext cx="38175" cy="34675"/>
            </a:xfrm>
            <a:custGeom>
              <a:rect b="b" l="l" r="r" t="t"/>
              <a:pathLst>
                <a:path extrusionOk="0" h="1387" w="1527">
                  <a:moveTo>
                    <a:pt x="743" y="1"/>
                  </a:moveTo>
                  <a:lnTo>
                    <a:pt x="622" y="201"/>
                  </a:lnTo>
                  <a:lnTo>
                    <a:pt x="562" y="302"/>
                  </a:lnTo>
                  <a:lnTo>
                    <a:pt x="462" y="422"/>
                  </a:lnTo>
                  <a:lnTo>
                    <a:pt x="361" y="503"/>
                  </a:lnTo>
                  <a:lnTo>
                    <a:pt x="241" y="563"/>
                  </a:lnTo>
                  <a:lnTo>
                    <a:pt x="0" y="683"/>
                  </a:lnTo>
                  <a:lnTo>
                    <a:pt x="763" y="1386"/>
                  </a:lnTo>
                  <a:lnTo>
                    <a:pt x="1526" y="703"/>
                  </a:lnTo>
                  <a:lnTo>
                    <a:pt x="743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72" name="Google Shape;1272;p16"/>
            <p:cNvSpPr/>
            <p:nvPr/>
          </p:nvSpPr>
          <p:spPr>
            <a:xfrm>
              <a:off x="5347075" y="2739525"/>
              <a:ext cx="37175" cy="32150"/>
            </a:xfrm>
            <a:custGeom>
              <a:rect b="b" l="l" r="r" t="t"/>
              <a:pathLst>
                <a:path extrusionOk="0" h="1286" w="1487">
                  <a:moveTo>
                    <a:pt x="743" y="0"/>
                  </a:moveTo>
                  <a:lnTo>
                    <a:pt x="0" y="623"/>
                  </a:lnTo>
                  <a:lnTo>
                    <a:pt x="783" y="1285"/>
                  </a:lnTo>
                  <a:lnTo>
                    <a:pt x="884" y="1085"/>
                  </a:lnTo>
                  <a:lnTo>
                    <a:pt x="944" y="984"/>
                  </a:lnTo>
                  <a:lnTo>
                    <a:pt x="1004" y="884"/>
                  </a:lnTo>
                  <a:lnTo>
                    <a:pt x="1125" y="824"/>
                  </a:lnTo>
                  <a:lnTo>
                    <a:pt x="1245" y="763"/>
                  </a:lnTo>
                  <a:lnTo>
                    <a:pt x="1486" y="643"/>
                  </a:lnTo>
                  <a:lnTo>
                    <a:pt x="74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73" name="Google Shape;1273;p16"/>
            <p:cNvSpPr/>
            <p:nvPr/>
          </p:nvSpPr>
          <p:spPr>
            <a:xfrm>
              <a:off x="5238650" y="3147125"/>
              <a:ext cx="37675" cy="36175"/>
            </a:xfrm>
            <a:custGeom>
              <a:rect b="b" l="l" r="r" t="t"/>
              <a:pathLst>
                <a:path extrusionOk="0" h="1447" w="1507">
                  <a:moveTo>
                    <a:pt x="763" y="1"/>
                  </a:moveTo>
                  <a:lnTo>
                    <a:pt x="0" y="704"/>
                  </a:lnTo>
                  <a:lnTo>
                    <a:pt x="803" y="1447"/>
                  </a:lnTo>
                  <a:lnTo>
                    <a:pt x="944" y="1186"/>
                  </a:lnTo>
                  <a:lnTo>
                    <a:pt x="1024" y="1065"/>
                  </a:lnTo>
                  <a:lnTo>
                    <a:pt x="1125" y="965"/>
                  </a:lnTo>
                  <a:lnTo>
                    <a:pt x="1165" y="925"/>
                  </a:lnTo>
                  <a:lnTo>
                    <a:pt x="1225" y="904"/>
                  </a:lnTo>
                  <a:lnTo>
                    <a:pt x="1366" y="864"/>
                  </a:lnTo>
                  <a:lnTo>
                    <a:pt x="1426" y="824"/>
                  </a:lnTo>
                  <a:lnTo>
                    <a:pt x="1466" y="784"/>
                  </a:lnTo>
                  <a:lnTo>
                    <a:pt x="1506" y="724"/>
                  </a:lnTo>
                  <a:lnTo>
                    <a:pt x="1506" y="623"/>
                  </a:lnTo>
                  <a:lnTo>
                    <a:pt x="1125" y="302"/>
                  </a:lnTo>
                  <a:lnTo>
                    <a:pt x="763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74" name="Google Shape;1274;p16"/>
            <p:cNvSpPr/>
            <p:nvPr/>
          </p:nvSpPr>
          <p:spPr>
            <a:xfrm>
              <a:off x="5345575" y="2637125"/>
              <a:ext cx="36650" cy="30625"/>
            </a:xfrm>
            <a:custGeom>
              <a:rect b="b" l="l" r="r" t="t"/>
              <a:pathLst>
                <a:path extrusionOk="0" h="1225" w="1466">
                  <a:moveTo>
                    <a:pt x="783" y="0"/>
                  </a:moveTo>
                  <a:lnTo>
                    <a:pt x="0" y="663"/>
                  </a:lnTo>
                  <a:lnTo>
                    <a:pt x="221" y="743"/>
                  </a:lnTo>
                  <a:lnTo>
                    <a:pt x="341" y="783"/>
                  </a:lnTo>
                  <a:lnTo>
                    <a:pt x="422" y="843"/>
                  </a:lnTo>
                  <a:lnTo>
                    <a:pt x="522" y="924"/>
                  </a:lnTo>
                  <a:lnTo>
                    <a:pt x="582" y="1004"/>
                  </a:lnTo>
                  <a:lnTo>
                    <a:pt x="643" y="1084"/>
                  </a:lnTo>
                  <a:lnTo>
                    <a:pt x="703" y="1205"/>
                  </a:lnTo>
                  <a:lnTo>
                    <a:pt x="723" y="1225"/>
                  </a:lnTo>
                  <a:lnTo>
                    <a:pt x="783" y="1225"/>
                  </a:lnTo>
                  <a:lnTo>
                    <a:pt x="1466" y="602"/>
                  </a:lnTo>
                  <a:lnTo>
                    <a:pt x="78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75" name="Google Shape;1275;p16"/>
            <p:cNvSpPr/>
            <p:nvPr/>
          </p:nvSpPr>
          <p:spPr>
            <a:xfrm>
              <a:off x="5995125" y="2843425"/>
              <a:ext cx="35675" cy="29150"/>
            </a:xfrm>
            <a:custGeom>
              <a:rect b="b" l="l" r="r" t="t"/>
              <a:pathLst>
                <a:path extrusionOk="0" h="1166" w="1427">
                  <a:moveTo>
                    <a:pt x="724" y="1"/>
                  </a:moveTo>
                  <a:lnTo>
                    <a:pt x="1" y="603"/>
                  </a:lnTo>
                  <a:lnTo>
                    <a:pt x="242" y="683"/>
                  </a:lnTo>
                  <a:lnTo>
                    <a:pt x="342" y="724"/>
                  </a:lnTo>
                  <a:lnTo>
                    <a:pt x="423" y="784"/>
                  </a:lnTo>
                  <a:lnTo>
                    <a:pt x="503" y="864"/>
                  </a:lnTo>
                  <a:lnTo>
                    <a:pt x="563" y="965"/>
                  </a:lnTo>
                  <a:lnTo>
                    <a:pt x="684" y="1165"/>
                  </a:lnTo>
                  <a:lnTo>
                    <a:pt x="1427" y="543"/>
                  </a:lnTo>
                  <a:lnTo>
                    <a:pt x="724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76" name="Google Shape;1276;p16"/>
            <p:cNvSpPr/>
            <p:nvPr/>
          </p:nvSpPr>
          <p:spPr>
            <a:xfrm>
              <a:off x="5996650" y="2741025"/>
              <a:ext cx="30125" cy="28125"/>
            </a:xfrm>
            <a:custGeom>
              <a:rect b="b" l="l" r="r" t="t"/>
              <a:pathLst>
                <a:path extrusionOk="0" h="1125" w="1205">
                  <a:moveTo>
                    <a:pt x="663" y="1"/>
                  </a:moveTo>
                  <a:lnTo>
                    <a:pt x="0" y="543"/>
                  </a:lnTo>
                  <a:lnTo>
                    <a:pt x="703" y="1125"/>
                  </a:lnTo>
                  <a:lnTo>
                    <a:pt x="1205" y="663"/>
                  </a:lnTo>
                  <a:lnTo>
                    <a:pt x="663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77" name="Google Shape;1277;p16"/>
            <p:cNvSpPr/>
            <p:nvPr/>
          </p:nvSpPr>
          <p:spPr>
            <a:xfrm>
              <a:off x="5240150" y="2738025"/>
              <a:ext cx="35150" cy="32650"/>
            </a:xfrm>
            <a:custGeom>
              <a:rect b="b" l="l" r="r" t="t"/>
              <a:pathLst>
                <a:path extrusionOk="0" h="1306" w="1406">
                  <a:moveTo>
                    <a:pt x="663" y="0"/>
                  </a:moveTo>
                  <a:lnTo>
                    <a:pt x="563" y="161"/>
                  </a:lnTo>
                  <a:lnTo>
                    <a:pt x="502" y="261"/>
                  </a:lnTo>
                  <a:lnTo>
                    <a:pt x="422" y="341"/>
                  </a:lnTo>
                  <a:lnTo>
                    <a:pt x="322" y="422"/>
                  </a:lnTo>
                  <a:lnTo>
                    <a:pt x="221" y="502"/>
                  </a:lnTo>
                  <a:lnTo>
                    <a:pt x="0" y="663"/>
                  </a:lnTo>
                  <a:lnTo>
                    <a:pt x="683" y="1305"/>
                  </a:lnTo>
                  <a:lnTo>
                    <a:pt x="1406" y="663"/>
                  </a:lnTo>
                  <a:lnTo>
                    <a:pt x="66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78" name="Google Shape;1278;p16"/>
            <p:cNvSpPr/>
            <p:nvPr/>
          </p:nvSpPr>
          <p:spPr>
            <a:xfrm>
              <a:off x="5240650" y="2636100"/>
              <a:ext cx="36175" cy="31650"/>
            </a:xfrm>
            <a:custGeom>
              <a:rect b="b" l="l" r="r" t="t"/>
              <a:pathLst>
                <a:path extrusionOk="0" h="1266" w="1447">
                  <a:moveTo>
                    <a:pt x="683" y="1"/>
                  </a:moveTo>
                  <a:lnTo>
                    <a:pt x="0" y="664"/>
                  </a:lnTo>
                  <a:lnTo>
                    <a:pt x="663" y="1266"/>
                  </a:lnTo>
                  <a:lnTo>
                    <a:pt x="1446" y="603"/>
                  </a:lnTo>
                  <a:lnTo>
                    <a:pt x="1165" y="503"/>
                  </a:lnTo>
                  <a:lnTo>
                    <a:pt x="1065" y="443"/>
                  </a:lnTo>
                  <a:lnTo>
                    <a:pt x="964" y="382"/>
                  </a:lnTo>
                  <a:lnTo>
                    <a:pt x="884" y="282"/>
                  </a:lnTo>
                  <a:lnTo>
                    <a:pt x="804" y="182"/>
                  </a:lnTo>
                  <a:lnTo>
                    <a:pt x="683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79" name="Google Shape;1279;p16"/>
            <p:cNvSpPr/>
            <p:nvPr/>
          </p:nvSpPr>
          <p:spPr>
            <a:xfrm>
              <a:off x="5997150" y="2638625"/>
              <a:ext cx="29125" cy="27125"/>
            </a:xfrm>
            <a:custGeom>
              <a:rect b="b" l="l" r="r" t="t"/>
              <a:pathLst>
                <a:path extrusionOk="0" h="1085" w="1165">
                  <a:moveTo>
                    <a:pt x="643" y="0"/>
                  </a:moveTo>
                  <a:lnTo>
                    <a:pt x="0" y="563"/>
                  </a:lnTo>
                  <a:lnTo>
                    <a:pt x="443" y="911"/>
                  </a:lnTo>
                  <a:lnTo>
                    <a:pt x="443" y="911"/>
                  </a:lnTo>
                  <a:lnTo>
                    <a:pt x="1165" y="462"/>
                  </a:lnTo>
                  <a:lnTo>
                    <a:pt x="643" y="0"/>
                  </a:lnTo>
                  <a:close/>
                  <a:moveTo>
                    <a:pt x="443" y="911"/>
                  </a:moveTo>
                  <a:lnTo>
                    <a:pt x="422" y="924"/>
                  </a:lnTo>
                  <a:lnTo>
                    <a:pt x="663" y="1085"/>
                  </a:lnTo>
                  <a:lnTo>
                    <a:pt x="443" y="91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280" name="Google Shape;1280;p16"/>
          <p:cNvSpPr/>
          <p:nvPr/>
        </p:nvSpPr>
        <p:spPr>
          <a:xfrm flipH="1">
            <a:off x="-36" y="3578225"/>
            <a:ext cx="9153000" cy="15654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81" name="Google Shape;1281;p16"/>
          <p:cNvSpPr/>
          <p:nvPr/>
        </p:nvSpPr>
        <p:spPr>
          <a:xfrm flipH="1">
            <a:off x="-36" y="0"/>
            <a:ext cx="9153000" cy="15654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82" name="Google Shape;1282;p16"/>
          <p:cNvSpPr/>
          <p:nvPr/>
        </p:nvSpPr>
        <p:spPr>
          <a:xfrm>
            <a:off x="6842470" y="-729095"/>
            <a:ext cx="939900" cy="9399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83" name="Google Shape;1283;p16"/>
          <p:cNvSpPr/>
          <p:nvPr/>
        </p:nvSpPr>
        <p:spPr>
          <a:xfrm>
            <a:off x="3317210" y="-105347"/>
            <a:ext cx="429300" cy="4293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84" name="Google Shape;1284;p16"/>
          <p:cNvSpPr/>
          <p:nvPr/>
        </p:nvSpPr>
        <p:spPr>
          <a:xfrm flipH="1">
            <a:off x="2851457" y="3730613"/>
            <a:ext cx="2289244" cy="1739785"/>
          </a:xfrm>
          <a:custGeom>
            <a:rect b="b" l="l" r="r" t="t"/>
            <a:pathLst>
              <a:path extrusionOk="0" h="31119" w="40947">
                <a:moveTo>
                  <a:pt x="32571" y="82"/>
                </a:moveTo>
                <a:lnTo>
                  <a:pt x="33116" y="102"/>
                </a:lnTo>
                <a:lnTo>
                  <a:pt x="33601" y="162"/>
                </a:lnTo>
                <a:lnTo>
                  <a:pt x="33823" y="203"/>
                </a:lnTo>
                <a:lnTo>
                  <a:pt x="34024" y="243"/>
                </a:lnTo>
                <a:lnTo>
                  <a:pt x="34206" y="304"/>
                </a:lnTo>
                <a:lnTo>
                  <a:pt x="34388" y="384"/>
                </a:lnTo>
                <a:lnTo>
                  <a:pt x="34549" y="465"/>
                </a:lnTo>
                <a:lnTo>
                  <a:pt x="34690" y="546"/>
                </a:lnTo>
                <a:lnTo>
                  <a:pt x="34832" y="647"/>
                </a:lnTo>
                <a:lnTo>
                  <a:pt x="34933" y="748"/>
                </a:lnTo>
                <a:lnTo>
                  <a:pt x="35033" y="869"/>
                </a:lnTo>
                <a:lnTo>
                  <a:pt x="35134" y="990"/>
                </a:lnTo>
                <a:lnTo>
                  <a:pt x="35195" y="1131"/>
                </a:lnTo>
                <a:lnTo>
                  <a:pt x="35255" y="1272"/>
                </a:lnTo>
                <a:lnTo>
                  <a:pt x="35296" y="1454"/>
                </a:lnTo>
                <a:lnTo>
                  <a:pt x="35316" y="1656"/>
                </a:lnTo>
                <a:lnTo>
                  <a:pt x="35336" y="1858"/>
                </a:lnTo>
                <a:lnTo>
                  <a:pt x="35316" y="2059"/>
                </a:lnTo>
                <a:lnTo>
                  <a:pt x="35235" y="2443"/>
                </a:lnTo>
                <a:lnTo>
                  <a:pt x="35155" y="2826"/>
                </a:lnTo>
                <a:lnTo>
                  <a:pt x="35074" y="3169"/>
                </a:lnTo>
                <a:lnTo>
                  <a:pt x="34993" y="3492"/>
                </a:lnTo>
                <a:lnTo>
                  <a:pt x="34973" y="3835"/>
                </a:lnTo>
                <a:lnTo>
                  <a:pt x="34973" y="3997"/>
                </a:lnTo>
                <a:lnTo>
                  <a:pt x="34973" y="4158"/>
                </a:lnTo>
                <a:lnTo>
                  <a:pt x="35033" y="4400"/>
                </a:lnTo>
                <a:lnTo>
                  <a:pt x="35094" y="4642"/>
                </a:lnTo>
                <a:lnTo>
                  <a:pt x="35175" y="4864"/>
                </a:lnTo>
                <a:lnTo>
                  <a:pt x="35276" y="5086"/>
                </a:lnTo>
                <a:lnTo>
                  <a:pt x="35498" y="5510"/>
                </a:lnTo>
                <a:lnTo>
                  <a:pt x="35760" y="5914"/>
                </a:lnTo>
                <a:lnTo>
                  <a:pt x="36083" y="6438"/>
                </a:lnTo>
                <a:lnTo>
                  <a:pt x="36486" y="7165"/>
                </a:lnTo>
                <a:lnTo>
                  <a:pt x="36890" y="7912"/>
                </a:lnTo>
                <a:lnTo>
                  <a:pt x="37273" y="8658"/>
                </a:lnTo>
                <a:lnTo>
                  <a:pt x="37637" y="9425"/>
                </a:lnTo>
                <a:lnTo>
                  <a:pt x="37980" y="10212"/>
                </a:lnTo>
                <a:lnTo>
                  <a:pt x="38303" y="10999"/>
                </a:lnTo>
                <a:lnTo>
                  <a:pt x="38625" y="11786"/>
                </a:lnTo>
                <a:lnTo>
                  <a:pt x="38908" y="12573"/>
                </a:lnTo>
                <a:lnTo>
                  <a:pt x="39170" y="13380"/>
                </a:lnTo>
                <a:lnTo>
                  <a:pt x="39412" y="14188"/>
                </a:lnTo>
                <a:lnTo>
                  <a:pt x="39655" y="14995"/>
                </a:lnTo>
                <a:lnTo>
                  <a:pt x="39856" y="15802"/>
                </a:lnTo>
                <a:lnTo>
                  <a:pt x="40038" y="16629"/>
                </a:lnTo>
                <a:lnTo>
                  <a:pt x="40220" y="17457"/>
                </a:lnTo>
                <a:lnTo>
                  <a:pt x="40361" y="18284"/>
                </a:lnTo>
                <a:lnTo>
                  <a:pt x="40502" y="19112"/>
                </a:lnTo>
                <a:lnTo>
                  <a:pt x="40603" y="19939"/>
                </a:lnTo>
                <a:lnTo>
                  <a:pt x="40704" y="20766"/>
                </a:lnTo>
                <a:lnTo>
                  <a:pt x="40765" y="21614"/>
                </a:lnTo>
                <a:lnTo>
                  <a:pt x="40825" y="22441"/>
                </a:lnTo>
                <a:lnTo>
                  <a:pt x="40845" y="23269"/>
                </a:lnTo>
                <a:lnTo>
                  <a:pt x="40865" y="24116"/>
                </a:lnTo>
                <a:lnTo>
                  <a:pt x="40865" y="24944"/>
                </a:lnTo>
                <a:lnTo>
                  <a:pt x="40825" y="25771"/>
                </a:lnTo>
                <a:lnTo>
                  <a:pt x="40785" y="26437"/>
                </a:lnTo>
                <a:lnTo>
                  <a:pt x="40744" y="26800"/>
                </a:lnTo>
                <a:lnTo>
                  <a:pt x="40684" y="27163"/>
                </a:lnTo>
                <a:lnTo>
                  <a:pt x="40603" y="27547"/>
                </a:lnTo>
                <a:lnTo>
                  <a:pt x="40502" y="27950"/>
                </a:lnTo>
                <a:lnTo>
                  <a:pt x="40401" y="28334"/>
                </a:lnTo>
                <a:lnTo>
                  <a:pt x="40260" y="28717"/>
                </a:lnTo>
                <a:lnTo>
                  <a:pt x="40099" y="29081"/>
                </a:lnTo>
                <a:lnTo>
                  <a:pt x="39917" y="29424"/>
                </a:lnTo>
                <a:lnTo>
                  <a:pt x="39695" y="29767"/>
                </a:lnTo>
                <a:lnTo>
                  <a:pt x="39453" y="30069"/>
                </a:lnTo>
                <a:lnTo>
                  <a:pt x="39191" y="30332"/>
                </a:lnTo>
                <a:lnTo>
                  <a:pt x="39029" y="30453"/>
                </a:lnTo>
                <a:lnTo>
                  <a:pt x="38868" y="30574"/>
                </a:lnTo>
                <a:lnTo>
                  <a:pt x="38706" y="30675"/>
                </a:lnTo>
                <a:lnTo>
                  <a:pt x="38525" y="30776"/>
                </a:lnTo>
                <a:lnTo>
                  <a:pt x="38343" y="30856"/>
                </a:lnTo>
                <a:lnTo>
                  <a:pt x="38141" y="30917"/>
                </a:lnTo>
                <a:lnTo>
                  <a:pt x="37960" y="30977"/>
                </a:lnTo>
                <a:lnTo>
                  <a:pt x="37758" y="30998"/>
                </a:lnTo>
                <a:lnTo>
                  <a:pt x="37394" y="31038"/>
                </a:lnTo>
                <a:lnTo>
                  <a:pt x="37011" y="31038"/>
                </a:lnTo>
                <a:lnTo>
                  <a:pt x="36628" y="30998"/>
                </a:lnTo>
                <a:lnTo>
                  <a:pt x="36244" y="30937"/>
                </a:lnTo>
                <a:lnTo>
                  <a:pt x="35881" y="30836"/>
                </a:lnTo>
                <a:lnTo>
                  <a:pt x="35538" y="30735"/>
                </a:lnTo>
                <a:lnTo>
                  <a:pt x="35215" y="30634"/>
                </a:lnTo>
                <a:lnTo>
                  <a:pt x="34690" y="30433"/>
                </a:lnTo>
                <a:lnTo>
                  <a:pt x="34186" y="30231"/>
                </a:lnTo>
                <a:lnTo>
                  <a:pt x="33681" y="30009"/>
                </a:lnTo>
                <a:lnTo>
                  <a:pt x="33177" y="29767"/>
                </a:lnTo>
                <a:lnTo>
                  <a:pt x="32693" y="29524"/>
                </a:lnTo>
                <a:lnTo>
                  <a:pt x="32208" y="29262"/>
                </a:lnTo>
                <a:lnTo>
                  <a:pt x="31724" y="28980"/>
                </a:lnTo>
                <a:lnTo>
                  <a:pt x="31260" y="28697"/>
                </a:lnTo>
                <a:lnTo>
                  <a:pt x="30796" y="28394"/>
                </a:lnTo>
                <a:lnTo>
                  <a:pt x="30331" y="28071"/>
                </a:lnTo>
                <a:lnTo>
                  <a:pt x="29888" y="27749"/>
                </a:lnTo>
                <a:lnTo>
                  <a:pt x="29444" y="27406"/>
                </a:lnTo>
                <a:lnTo>
                  <a:pt x="28576" y="26719"/>
                </a:lnTo>
                <a:lnTo>
                  <a:pt x="27728" y="25993"/>
                </a:lnTo>
                <a:lnTo>
                  <a:pt x="26901" y="25226"/>
                </a:lnTo>
                <a:lnTo>
                  <a:pt x="26094" y="24419"/>
                </a:lnTo>
                <a:lnTo>
                  <a:pt x="25307" y="23612"/>
                </a:lnTo>
                <a:lnTo>
                  <a:pt x="24540" y="22784"/>
                </a:lnTo>
                <a:lnTo>
                  <a:pt x="23773" y="21937"/>
                </a:lnTo>
                <a:lnTo>
                  <a:pt x="23026" y="21069"/>
                </a:lnTo>
                <a:lnTo>
                  <a:pt x="21573" y="19334"/>
                </a:lnTo>
                <a:lnTo>
                  <a:pt x="21150" y="18809"/>
                </a:lnTo>
                <a:lnTo>
                  <a:pt x="19757" y="17134"/>
                </a:lnTo>
                <a:lnTo>
                  <a:pt x="18345" y="15479"/>
                </a:lnTo>
                <a:lnTo>
                  <a:pt x="17638" y="14652"/>
                </a:lnTo>
                <a:lnTo>
                  <a:pt x="16892" y="13845"/>
                </a:lnTo>
                <a:lnTo>
                  <a:pt x="16145" y="13058"/>
                </a:lnTo>
                <a:lnTo>
                  <a:pt x="15378" y="12291"/>
                </a:lnTo>
                <a:lnTo>
                  <a:pt x="14591" y="11544"/>
                </a:lnTo>
                <a:lnTo>
                  <a:pt x="13804" y="10838"/>
                </a:lnTo>
                <a:lnTo>
                  <a:pt x="12977" y="10131"/>
                </a:lnTo>
                <a:lnTo>
                  <a:pt x="12129" y="9486"/>
                </a:lnTo>
                <a:lnTo>
                  <a:pt x="11261" y="8880"/>
                </a:lnTo>
                <a:lnTo>
                  <a:pt x="10797" y="8578"/>
                </a:lnTo>
                <a:lnTo>
                  <a:pt x="10353" y="8295"/>
                </a:lnTo>
                <a:lnTo>
                  <a:pt x="9889" y="8012"/>
                </a:lnTo>
                <a:lnTo>
                  <a:pt x="9425" y="7770"/>
                </a:lnTo>
                <a:lnTo>
                  <a:pt x="8941" y="7508"/>
                </a:lnTo>
                <a:lnTo>
                  <a:pt x="8456" y="7266"/>
                </a:lnTo>
                <a:lnTo>
                  <a:pt x="7911" y="7024"/>
                </a:lnTo>
                <a:lnTo>
                  <a:pt x="7346" y="6782"/>
                </a:lnTo>
                <a:lnTo>
                  <a:pt x="6781" y="6560"/>
                </a:lnTo>
                <a:lnTo>
                  <a:pt x="6196" y="6358"/>
                </a:lnTo>
                <a:lnTo>
                  <a:pt x="5066" y="5954"/>
                </a:lnTo>
                <a:lnTo>
                  <a:pt x="3916" y="5591"/>
                </a:lnTo>
                <a:lnTo>
                  <a:pt x="2342" y="5066"/>
                </a:lnTo>
                <a:lnTo>
                  <a:pt x="2079" y="4965"/>
                </a:lnTo>
                <a:lnTo>
                  <a:pt x="1716" y="4804"/>
                </a:lnTo>
                <a:lnTo>
                  <a:pt x="1313" y="4602"/>
                </a:lnTo>
                <a:lnTo>
                  <a:pt x="1111" y="4461"/>
                </a:lnTo>
                <a:lnTo>
                  <a:pt x="909" y="4340"/>
                </a:lnTo>
                <a:lnTo>
                  <a:pt x="727" y="4178"/>
                </a:lnTo>
                <a:lnTo>
                  <a:pt x="546" y="4017"/>
                </a:lnTo>
                <a:lnTo>
                  <a:pt x="384" y="3835"/>
                </a:lnTo>
                <a:lnTo>
                  <a:pt x="263" y="3633"/>
                </a:lnTo>
                <a:lnTo>
                  <a:pt x="162" y="3432"/>
                </a:lnTo>
                <a:lnTo>
                  <a:pt x="102" y="3210"/>
                </a:lnTo>
                <a:lnTo>
                  <a:pt x="82" y="2967"/>
                </a:lnTo>
                <a:lnTo>
                  <a:pt x="102" y="2725"/>
                </a:lnTo>
                <a:lnTo>
                  <a:pt x="162" y="2544"/>
                </a:lnTo>
                <a:lnTo>
                  <a:pt x="223" y="2382"/>
                </a:lnTo>
                <a:lnTo>
                  <a:pt x="324" y="2221"/>
                </a:lnTo>
                <a:lnTo>
                  <a:pt x="425" y="2080"/>
                </a:lnTo>
                <a:lnTo>
                  <a:pt x="526" y="1938"/>
                </a:lnTo>
                <a:lnTo>
                  <a:pt x="647" y="1837"/>
                </a:lnTo>
                <a:lnTo>
                  <a:pt x="889" y="1636"/>
                </a:lnTo>
                <a:lnTo>
                  <a:pt x="1070" y="1494"/>
                </a:lnTo>
                <a:lnTo>
                  <a:pt x="1272" y="1393"/>
                </a:lnTo>
                <a:lnTo>
                  <a:pt x="1474" y="1293"/>
                </a:lnTo>
                <a:lnTo>
                  <a:pt x="1676" y="1192"/>
                </a:lnTo>
                <a:lnTo>
                  <a:pt x="2100" y="1030"/>
                </a:lnTo>
                <a:lnTo>
                  <a:pt x="2523" y="909"/>
                </a:lnTo>
                <a:lnTo>
                  <a:pt x="2967" y="808"/>
                </a:lnTo>
                <a:lnTo>
                  <a:pt x="3411" y="727"/>
                </a:lnTo>
                <a:lnTo>
                  <a:pt x="3855" y="667"/>
                </a:lnTo>
                <a:lnTo>
                  <a:pt x="4279" y="627"/>
                </a:lnTo>
                <a:lnTo>
                  <a:pt x="5349" y="526"/>
                </a:lnTo>
                <a:lnTo>
                  <a:pt x="6438" y="465"/>
                </a:lnTo>
                <a:lnTo>
                  <a:pt x="7528" y="405"/>
                </a:lnTo>
                <a:lnTo>
                  <a:pt x="8598" y="364"/>
                </a:lnTo>
                <a:lnTo>
                  <a:pt x="10757" y="304"/>
                </a:lnTo>
                <a:lnTo>
                  <a:pt x="12896" y="284"/>
                </a:lnTo>
                <a:lnTo>
                  <a:pt x="32471" y="82"/>
                </a:lnTo>
                <a:close/>
                <a:moveTo>
                  <a:pt x="32471" y="1"/>
                </a:moveTo>
                <a:lnTo>
                  <a:pt x="12896" y="203"/>
                </a:lnTo>
                <a:lnTo>
                  <a:pt x="10757" y="223"/>
                </a:lnTo>
                <a:lnTo>
                  <a:pt x="8598" y="284"/>
                </a:lnTo>
                <a:lnTo>
                  <a:pt x="7508" y="324"/>
                </a:lnTo>
                <a:lnTo>
                  <a:pt x="6438" y="384"/>
                </a:lnTo>
                <a:lnTo>
                  <a:pt x="5349" y="445"/>
                </a:lnTo>
                <a:lnTo>
                  <a:pt x="4279" y="546"/>
                </a:lnTo>
                <a:lnTo>
                  <a:pt x="3835" y="586"/>
                </a:lnTo>
                <a:lnTo>
                  <a:pt x="3391" y="647"/>
                </a:lnTo>
                <a:lnTo>
                  <a:pt x="2947" y="727"/>
                </a:lnTo>
                <a:lnTo>
                  <a:pt x="2503" y="828"/>
                </a:lnTo>
                <a:lnTo>
                  <a:pt x="2059" y="949"/>
                </a:lnTo>
                <a:lnTo>
                  <a:pt x="1635" y="1111"/>
                </a:lnTo>
                <a:lnTo>
                  <a:pt x="1434" y="1212"/>
                </a:lnTo>
                <a:lnTo>
                  <a:pt x="1232" y="1313"/>
                </a:lnTo>
                <a:lnTo>
                  <a:pt x="1030" y="1434"/>
                </a:lnTo>
                <a:lnTo>
                  <a:pt x="848" y="1575"/>
                </a:lnTo>
                <a:lnTo>
                  <a:pt x="586" y="1777"/>
                </a:lnTo>
                <a:lnTo>
                  <a:pt x="465" y="1898"/>
                </a:lnTo>
                <a:lnTo>
                  <a:pt x="344" y="2039"/>
                </a:lnTo>
                <a:lnTo>
                  <a:pt x="243" y="2180"/>
                </a:lnTo>
                <a:lnTo>
                  <a:pt x="142" y="2342"/>
                </a:lnTo>
                <a:lnTo>
                  <a:pt x="82" y="2524"/>
                </a:lnTo>
                <a:lnTo>
                  <a:pt x="21" y="2705"/>
                </a:lnTo>
                <a:lnTo>
                  <a:pt x="1" y="2846"/>
                </a:lnTo>
                <a:lnTo>
                  <a:pt x="1" y="2967"/>
                </a:lnTo>
                <a:lnTo>
                  <a:pt x="21" y="3210"/>
                </a:lnTo>
                <a:lnTo>
                  <a:pt x="82" y="3452"/>
                </a:lnTo>
                <a:lnTo>
                  <a:pt x="183" y="3674"/>
                </a:lnTo>
                <a:lnTo>
                  <a:pt x="324" y="3876"/>
                </a:lnTo>
                <a:lnTo>
                  <a:pt x="465" y="4057"/>
                </a:lnTo>
                <a:lnTo>
                  <a:pt x="647" y="4219"/>
                </a:lnTo>
                <a:lnTo>
                  <a:pt x="848" y="4380"/>
                </a:lnTo>
                <a:lnTo>
                  <a:pt x="1050" y="4521"/>
                </a:lnTo>
                <a:lnTo>
                  <a:pt x="1252" y="4663"/>
                </a:lnTo>
                <a:lnTo>
                  <a:pt x="1676" y="4864"/>
                </a:lnTo>
                <a:lnTo>
                  <a:pt x="2039" y="5026"/>
                </a:lnTo>
                <a:lnTo>
                  <a:pt x="2322" y="5147"/>
                </a:lnTo>
                <a:lnTo>
                  <a:pt x="3896" y="5651"/>
                </a:lnTo>
                <a:lnTo>
                  <a:pt x="5026" y="6035"/>
                </a:lnTo>
                <a:lnTo>
                  <a:pt x="6176" y="6438"/>
                </a:lnTo>
                <a:lnTo>
                  <a:pt x="6741" y="6640"/>
                </a:lnTo>
                <a:lnTo>
                  <a:pt x="7306" y="6862"/>
                </a:lnTo>
                <a:lnTo>
                  <a:pt x="7871" y="7104"/>
                </a:lnTo>
                <a:lnTo>
                  <a:pt x="8416" y="7347"/>
                </a:lnTo>
                <a:lnTo>
                  <a:pt x="8900" y="7589"/>
                </a:lnTo>
                <a:lnTo>
                  <a:pt x="9385" y="7831"/>
                </a:lnTo>
                <a:lnTo>
                  <a:pt x="9849" y="8093"/>
                </a:lnTo>
                <a:lnTo>
                  <a:pt x="10313" y="8356"/>
                </a:lnTo>
                <a:lnTo>
                  <a:pt x="10757" y="8638"/>
                </a:lnTo>
                <a:lnTo>
                  <a:pt x="11201" y="8941"/>
                </a:lnTo>
                <a:lnTo>
                  <a:pt x="12089" y="9546"/>
                </a:lnTo>
                <a:lnTo>
                  <a:pt x="12936" y="10212"/>
                </a:lnTo>
                <a:lnTo>
                  <a:pt x="13743" y="10898"/>
                </a:lnTo>
                <a:lnTo>
                  <a:pt x="14551" y="11605"/>
                </a:lnTo>
                <a:lnTo>
                  <a:pt x="15338" y="12351"/>
                </a:lnTo>
                <a:lnTo>
                  <a:pt x="16084" y="13118"/>
                </a:lnTo>
                <a:lnTo>
                  <a:pt x="16831" y="13905"/>
                </a:lnTo>
                <a:lnTo>
                  <a:pt x="17578" y="14712"/>
                </a:lnTo>
                <a:lnTo>
                  <a:pt x="18284" y="15519"/>
                </a:lnTo>
                <a:lnTo>
                  <a:pt x="19697" y="17194"/>
                </a:lnTo>
                <a:lnTo>
                  <a:pt x="21089" y="18869"/>
                </a:lnTo>
                <a:lnTo>
                  <a:pt x="21513" y="19394"/>
                </a:lnTo>
                <a:lnTo>
                  <a:pt x="22986" y="21130"/>
                </a:lnTo>
                <a:lnTo>
                  <a:pt x="23712" y="21977"/>
                </a:lnTo>
                <a:lnTo>
                  <a:pt x="24479" y="22845"/>
                </a:lnTo>
                <a:lnTo>
                  <a:pt x="25246" y="23672"/>
                </a:lnTo>
                <a:lnTo>
                  <a:pt x="26053" y="24500"/>
                </a:lnTo>
                <a:lnTo>
                  <a:pt x="26861" y="25287"/>
                </a:lnTo>
                <a:lnTo>
                  <a:pt x="27688" y="26053"/>
                </a:lnTo>
                <a:lnTo>
                  <a:pt x="28535" y="26780"/>
                </a:lnTo>
                <a:lnTo>
                  <a:pt x="29403" y="27486"/>
                </a:lnTo>
                <a:lnTo>
                  <a:pt x="29847" y="27809"/>
                </a:lnTo>
                <a:lnTo>
                  <a:pt x="30291" y="28152"/>
                </a:lnTo>
                <a:lnTo>
                  <a:pt x="30755" y="28455"/>
                </a:lnTo>
                <a:lnTo>
                  <a:pt x="31219" y="28758"/>
                </a:lnTo>
                <a:lnTo>
                  <a:pt x="31684" y="29040"/>
                </a:lnTo>
                <a:lnTo>
                  <a:pt x="32168" y="29323"/>
                </a:lnTo>
                <a:lnTo>
                  <a:pt x="32652" y="29585"/>
                </a:lnTo>
                <a:lnTo>
                  <a:pt x="33137" y="29847"/>
                </a:lnTo>
                <a:lnTo>
                  <a:pt x="33641" y="30090"/>
                </a:lnTo>
                <a:lnTo>
                  <a:pt x="34146" y="30311"/>
                </a:lnTo>
                <a:lnTo>
                  <a:pt x="34670" y="30513"/>
                </a:lnTo>
                <a:lnTo>
                  <a:pt x="35195" y="30715"/>
                </a:lnTo>
                <a:lnTo>
                  <a:pt x="35659" y="30856"/>
                </a:lnTo>
                <a:lnTo>
                  <a:pt x="36164" y="30998"/>
                </a:lnTo>
                <a:lnTo>
                  <a:pt x="36426" y="31058"/>
                </a:lnTo>
                <a:lnTo>
                  <a:pt x="36688" y="31099"/>
                </a:lnTo>
                <a:lnTo>
                  <a:pt x="36971" y="31119"/>
                </a:lnTo>
                <a:lnTo>
                  <a:pt x="37475" y="31119"/>
                </a:lnTo>
                <a:lnTo>
                  <a:pt x="37697" y="31099"/>
                </a:lnTo>
                <a:lnTo>
                  <a:pt x="37939" y="31058"/>
                </a:lnTo>
                <a:lnTo>
                  <a:pt x="38161" y="30998"/>
                </a:lnTo>
                <a:lnTo>
                  <a:pt x="38363" y="30917"/>
                </a:lnTo>
                <a:lnTo>
                  <a:pt x="38565" y="30836"/>
                </a:lnTo>
                <a:lnTo>
                  <a:pt x="38747" y="30755"/>
                </a:lnTo>
                <a:lnTo>
                  <a:pt x="38908" y="30655"/>
                </a:lnTo>
                <a:lnTo>
                  <a:pt x="39069" y="30533"/>
                </a:lnTo>
                <a:lnTo>
                  <a:pt x="39231" y="30412"/>
                </a:lnTo>
                <a:lnTo>
                  <a:pt x="39372" y="30271"/>
                </a:lnTo>
                <a:lnTo>
                  <a:pt x="39513" y="30130"/>
                </a:lnTo>
                <a:lnTo>
                  <a:pt x="39756" y="29827"/>
                </a:lnTo>
                <a:lnTo>
                  <a:pt x="39978" y="29484"/>
                </a:lnTo>
                <a:lnTo>
                  <a:pt x="40179" y="29121"/>
                </a:lnTo>
                <a:lnTo>
                  <a:pt x="40341" y="28758"/>
                </a:lnTo>
                <a:lnTo>
                  <a:pt x="40462" y="28374"/>
                </a:lnTo>
                <a:lnTo>
                  <a:pt x="40583" y="27971"/>
                </a:lnTo>
                <a:lnTo>
                  <a:pt x="40684" y="27587"/>
                </a:lnTo>
                <a:lnTo>
                  <a:pt x="40765" y="27184"/>
                </a:lnTo>
                <a:lnTo>
                  <a:pt x="40805" y="26820"/>
                </a:lnTo>
                <a:lnTo>
                  <a:pt x="40865" y="26437"/>
                </a:lnTo>
                <a:lnTo>
                  <a:pt x="40906" y="25771"/>
                </a:lnTo>
                <a:lnTo>
                  <a:pt x="40946" y="24944"/>
                </a:lnTo>
                <a:lnTo>
                  <a:pt x="40946" y="24116"/>
                </a:lnTo>
                <a:lnTo>
                  <a:pt x="40926" y="23269"/>
                </a:lnTo>
                <a:lnTo>
                  <a:pt x="40906" y="22441"/>
                </a:lnTo>
                <a:lnTo>
                  <a:pt x="40845" y="21594"/>
                </a:lnTo>
                <a:lnTo>
                  <a:pt x="40785" y="20766"/>
                </a:lnTo>
                <a:lnTo>
                  <a:pt x="40684" y="19939"/>
                </a:lnTo>
                <a:lnTo>
                  <a:pt x="40583" y="19091"/>
                </a:lnTo>
                <a:lnTo>
                  <a:pt x="40442" y="18264"/>
                </a:lnTo>
                <a:lnTo>
                  <a:pt x="40300" y="17437"/>
                </a:lnTo>
                <a:lnTo>
                  <a:pt x="40119" y="16609"/>
                </a:lnTo>
                <a:lnTo>
                  <a:pt x="39937" y="15782"/>
                </a:lnTo>
                <a:lnTo>
                  <a:pt x="39715" y="14975"/>
                </a:lnTo>
                <a:lnTo>
                  <a:pt x="39493" y="14147"/>
                </a:lnTo>
                <a:lnTo>
                  <a:pt x="39251" y="13360"/>
                </a:lnTo>
                <a:lnTo>
                  <a:pt x="38989" y="12553"/>
                </a:lnTo>
                <a:lnTo>
                  <a:pt x="38686" y="11746"/>
                </a:lnTo>
                <a:lnTo>
                  <a:pt x="38383" y="10959"/>
                </a:lnTo>
                <a:lnTo>
                  <a:pt x="38060" y="10172"/>
                </a:lnTo>
                <a:lnTo>
                  <a:pt x="37717" y="9405"/>
                </a:lnTo>
                <a:lnTo>
                  <a:pt x="37354" y="8638"/>
                </a:lnTo>
                <a:lnTo>
                  <a:pt x="36971" y="7871"/>
                </a:lnTo>
                <a:lnTo>
                  <a:pt x="36567" y="7125"/>
                </a:lnTo>
                <a:lnTo>
                  <a:pt x="36143" y="6398"/>
                </a:lnTo>
                <a:lnTo>
                  <a:pt x="35841" y="5873"/>
                </a:lnTo>
                <a:lnTo>
                  <a:pt x="35578" y="5470"/>
                </a:lnTo>
                <a:lnTo>
                  <a:pt x="35336" y="5046"/>
                </a:lnTo>
                <a:lnTo>
                  <a:pt x="35255" y="4844"/>
                </a:lnTo>
                <a:lnTo>
                  <a:pt x="35175" y="4622"/>
                </a:lnTo>
                <a:lnTo>
                  <a:pt x="35094" y="4380"/>
                </a:lnTo>
                <a:lnTo>
                  <a:pt x="35054" y="4158"/>
                </a:lnTo>
                <a:lnTo>
                  <a:pt x="35054" y="3997"/>
                </a:lnTo>
                <a:lnTo>
                  <a:pt x="35054" y="3835"/>
                </a:lnTo>
                <a:lnTo>
                  <a:pt x="35074" y="3492"/>
                </a:lnTo>
                <a:lnTo>
                  <a:pt x="35155" y="3169"/>
                </a:lnTo>
                <a:lnTo>
                  <a:pt x="35235" y="2846"/>
                </a:lnTo>
                <a:lnTo>
                  <a:pt x="35316" y="2463"/>
                </a:lnTo>
                <a:lnTo>
                  <a:pt x="35397" y="2059"/>
                </a:lnTo>
                <a:lnTo>
                  <a:pt x="35417" y="1858"/>
                </a:lnTo>
                <a:lnTo>
                  <a:pt x="35397" y="1656"/>
                </a:lnTo>
                <a:lnTo>
                  <a:pt x="35376" y="1454"/>
                </a:lnTo>
                <a:lnTo>
                  <a:pt x="35336" y="1252"/>
                </a:lnTo>
                <a:lnTo>
                  <a:pt x="35276" y="1091"/>
                </a:lnTo>
                <a:lnTo>
                  <a:pt x="35195" y="949"/>
                </a:lnTo>
                <a:lnTo>
                  <a:pt x="35094" y="808"/>
                </a:lnTo>
                <a:lnTo>
                  <a:pt x="34993" y="687"/>
                </a:lnTo>
                <a:lnTo>
                  <a:pt x="34872" y="586"/>
                </a:lnTo>
                <a:lnTo>
                  <a:pt x="34731" y="485"/>
                </a:lnTo>
                <a:lnTo>
                  <a:pt x="34569" y="384"/>
                </a:lnTo>
                <a:lnTo>
                  <a:pt x="34408" y="304"/>
                </a:lnTo>
                <a:lnTo>
                  <a:pt x="34226" y="223"/>
                </a:lnTo>
                <a:lnTo>
                  <a:pt x="34024" y="162"/>
                </a:lnTo>
                <a:lnTo>
                  <a:pt x="33802" y="122"/>
                </a:lnTo>
                <a:lnTo>
                  <a:pt x="33560" y="82"/>
                </a:lnTo>
                <a:lnTo>
                  <a:pt x="33056" y="21"/>
                </a:lnTo>
                <a:lnTo>
                  <a:pt x="32471" y="1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85" name="Google Shape;1285;p16"/>
          <p:cNvSpPr/>
          <p:nvPr/>
        </p:nvSpPr>
        <p:spPr>
          <a:xfrm flipH="1">
            <a:off x="1446180" y="-439244"/>
            <a:ext cx="2383952" cy="1642730"/>
          </a:xfrm>
          <a:custGeom>
            <a:rect b="b" l="l" r="r" t="t"/>
            <a:pathLst>
              <a:path extrusionOk="0" h="29383" w="42641">
                <a:moveTo>
                  <a:pt x="9364" y="81"/>
                </a:moveTo>
                <a:lnTo>
                  <a:pt x="10796" y="141"/>
                </a:lnTo>
                <a:lnTo>
                  <a:pt x="12209" y="222"/>
                </a:lnTo>
                <a:lnTo>
                  <a:pt x="13642" y="363"/>
                </a:lnTo>
                <a:lnTo>
                  <a:pt x="15054" y="505"/>
                </a:lnTo>
                <a:lnTo>
                  <a:pt x="16467" y="706"/>
                </a:lnTo>
                <a:lnTo>
                  <a:pt x="17880" y="928"/>
                </a:lnTo>
                <a:lnTo>
                  <a:pt x="19292" y="1191"/>
                </a:lnTo>
                <a:lnTo>
                  <a:pt x="20685" y="1494"/>
                </a:lnTo>
                <a:lnTo>
                  <a:pt x="22077" y="1816"/>
                </a:lnTo>
                <a:lnTo>
                  <a:pt x="23469" y="2180"/>
                </a:lnTo>
                <a:lnTo>
                  <a:pt x="24842" y="2563"/>
                </a:lnTo>
                <a:lnTo>
                  <a:pt x="26194" y="2987"/>
                </a:lnTo>
                <a:lnTo>
                  <a:pt x="27546" y="3451"/>
                </a:lnTo>
                <a:lnTo>
                  <a:pt x="28878" y="3935"/>
                </a:lnTo>
                <a:lnTo>
                  <a:pt x="30210" y="4460"/>
                </a:lnTo>
                <a:lnTo>
                  <a:pt x="31340" y="4944"/>
                </a:lnTo>
                <a:lnTo>
                  <a:pt x="32409" y="5429"/>
                </a:lnTo>
                <a:lnTo>
                  <a:pt x="33418" y="5933"/>
                </a:lnTo>
                <a:lnTo>
                  <a:pt x="34346" y="6438"/>
                </a:lnTo>
                <a:lnTo>
                  <a:pt x="35234" y="6962"/>
                </a:lnTo>
                <a:lnTo>
                  <a:pt x="36062" y="7487"/>
                </a:lnTo>
                <a:lnTo>
                  <a:pt x="36829" y="8032"/>
                </a:lnTo>
                <a:lnTo>
                  <a:pt x="37555" y="8597"/>
                </a:lnTo>
                <a:lnTo>
                  <a:pt x="37979" y="8960"/>
                </a:lnTo>
                <a:lnTo>
                  <a:pt x="38403" y="9344"/>
                </a:lnTo>
                <a:lnTo>
                  <a:pt x="38806" y="9727"/>
                </a:lnTo>
                <a:lnTo>
                  <a:pt x="39190" y="10131"/>
                </a:lnTo>
                <a:lnTo>
                  <a:pt x="39573" y="10534"/>
                </a:lnTo>
                <a:lnTo>
                  <a:pt x="39916" y="10938"/>
                </a:lnTo>
                <a:lnTo>
                  <a:pt x="40239" y="11362"/>
                </a:lnTo>
                <a:lnTo>
                  <a:pt x="40562" y="11785"/>
                </a:lnTo>
                <a:lnTo>
                  <a:pt x="40844" y="12209"/>
                </a:lnTo>
                <a:lnTo>
                  <a:pt x="41127" y="12653"/>
                </a:lnTo>
                <a:lnTo>
                  <a:pt x="41369" y="13097"/>
                </a:lnTo>
                <a:lnTo>
                  <a:pt x="41611" y="13541"/>
                </a:lnTo>
                <a:lnTo>
                  <a:pt x="41813" y="14005"/>
                </a:lnTo>
                <a:lnTo>
                  <a:pt x="42015" y="14469"/>
                </a:lnTo>
                <a:lnTo>
                  <a:pt x="42176" y="14913"/>
                </a:lnTo>
                <a:lnTo>
                  <a:pt x="42338" y="15398"/>
                </a:lnTo>
                <a:lnTo>
                  <a:pt x="42459" y="15862"/>
                </a:lnTo>
                <a:lnTo>
                  <a:pt x="42499" y="16104"/>
                </a:lnTo>
                <a:lnTo>
                  <a:pt x="42540" y="16366"/>
                </a:lnTo>
                <a:lnTo>
                  <a:pt x="42560" y="16608"/>
                </a:lnTo>
                <a:lnTo>
                  <a:pt x="42560" y="16851"/>
                </a:lnTo>
                <a:lnTo>
                  <a:pt x="42540" y="17113"/>
                </a:lnTo>
                <a:lnTo>
                  <a:pt x="42519" y="17355"/>
                </a:lnTo>
                <a:lnTo>
                  <a:pt x="42479" y="17577"/>
                </a:lnTo>
                <a:lnTo>
                  <a:pt x="42418" y="17799"/>
                </a:lnTo>
                <a:lnTo>
                  <a:pt x="42338" y="18021"/>
                </a:lnTo>
                <a:lnTo>
                  <a:pt x="42217" y="18223"/>
                </a:lnTo>
                <a:lnTo>
                  <a:pt x="42096" y="18404"/>
                </a:lnTo>
                <a:lnTo>
                  <a:pt x="41954" y="18566"/>
                </a:lnTo>
                <a:lnTo>
                  <a:pt x="41773" y="18707"/>
                </a:lnTo>
                <a:lnTo>
                  <a:pt x="41571" y="18848"/>
                </a:lnTo>
                <a:lnTo>
                  <a:pt x="41409" y="18909"/>
                </a:lnTo>
                <a:lnTo>
                  <a:pt x="41228" y="18969"/>
                </a:lnTo>
                <a:lnTo>
                  <a:pt x="41046" y="19010"/>
                </a:lnTo>
                <a:lnTo>
                  <a:pt x="40865" y="19050"/>
                </a:lnTo>
                <a:lnTo>
                  <a:pt x="40461" y="19070"/>
                </a:lnTo>
                <a:lnTo>
                  <a:pt x="40057" y="19070"/>
                </a:lnTo>
                <a:lnTo>
                  <a:pt x="38948" y="19050"/>
                </a:lnTo>
                <a:lnTo>
                  <a:pt x="37838" y="19010"/>
                </a:lnTo>
                <a:lnTo>
                  <a:pt x="35618" y="18909"/>
                </a:lnTo>
                <a:lnTo>
                  <a:pt x="33398" y="18788"/>
                </a:lnTo>
                <a:lnTo>
                  <a:pt x="31198" y="18626"/>
                </a:lnTo>
                <a:lnTo>
                  <a:pt x="28918" y="18485"/>
                </a:lnTo>
                <a:lnTo>
                  <a:pt x="26597" y="18344"/>
                </a:lnTo>
                <a:lnTo>
                  <a:pt x="24277" y="18243"/>
                </a:lnTo>
                <a:lnTo>
                  <a:pt x="23126" y="18223"/>
                </a:lnTo>
                <a:lnTo>
                  <a:pt x="21956" y="18203"/>
                </a:lnTo>
                <a:lnTo>
                  <a:pt x="20806" y="18182"/>
                </a:lnTo>
                <a:lnTo>
                  <a:pt x="19635" y="18203"/>
                </a:lnTo>
                <a:lnTo>
                  <a:pt x="18465" y="18243"/>
                </a:lnTo>
                <a:lnTo>
                  <a:pt x="17315" y="18304"/>
                </a:lnTo>
                <a:lnTo>
                  <a:pt x="16164" y="18384"/>
                </a:lnTo>
                <a:lnTo>
                  <a:pt x="14994" y="18485"/>
                </a:lnTo>
                <a:lnTo>
                  <a:pt x="13844" y="18626"/>
                </a:lnTo>
                <a:lnTo>
                  <a:pt x="12693" y="18788"/>
                </a:lnTo>
                <a:lnTo>
                  <a:pt x="12007" y="18909"/>
                </a:lnTo>
                <a:lnTo>
                  <a:pt x="11321" y="19050"/>
                </a:lnTo>
                <a:lnTo>
                  <a:pt x="10615" y="19232"/>
                </a:lnTo>
                <a:lnTo>
                  <a:pt x="10272" y="19333"/>
                </a:lnTo>
                <a:lnTo>
                  <a:pt x="9929" y="19454"/>
                </a:lnTo>
                <a:lnTo>
                  <a:pt x="9586" y="19595"/>
                </a:lnTo>
                <a:lnTo>
                  <a:pt x="9263" y="19736"/>
                </a:lnTo>
                <a:lnTo>
                  <a:pt x="8940" y="19898"/>
                </a:lnTo>
                <a:lnTo>
                  <a:pt x="8617" y="20059"/>
                </a:lnTo>
                <a:lnTo>
                  <a:pt x="8314" y="20261"/>
                </a:lnTo>
                <a:lnTo>
                  <a:pt x="8032" y="20463"/>
                </a:lnTo>
                <a:lnTo>
                  <a:pt x="7749" y="20705"/>
                </a:lnTo>
                <a:lnTo>
                  <a:pt x="7487" y="20947"/>
                </a:lnTo>
                <a:lnTo>
                  <a:pt x="7245" y="21230"/>
                </a:lnTo>
                <a:lnTo>
                  <a:pt x="7003" y="21512"/>
                </a:lnTo>
                <a:lnTo>
                  <a:pt x="6801" y="21815"/>
                </a:lnTo>
                <a:lnTo>
                  <a:pt x="6619" y="22118"/>
                </a:lnTo>
                <a:lnTo>
                  <a:pt x="6458" y="22440"/>
                </a:lnTo>
                <a:lnTo>
                  <a:pt x="6316" y="22763"/>
                </a:lnTo>
                <a:lnTo>
                  <a:pt x="6195" y="23086"/>
                </a:lnTo>
                <a:lnTo>
                  <a:pt x="6094" y="23429"/>
                </a:lnTo>
                <a:lnTo>
                  <a:pt x="5994" y="23752"/>
                </a:lnTo>
                <a:lnTo>
                  <a:pt x="5913" y="24075"/>
                </a:lnTo>
                <a:lnTo>
                  <a:pt x="5792" y="24701"/>
                </a:lnTo>
                <a:lnTo>
                  <a:pt x="5711" y="25306"/>
                </a:lnTo>
                <a:lnTo>
                  <a:pt x="5650" y="25871"/>
                </a:lnTo>
                <a:lnTo>
                  <a:pt x="5650" y="26154"/>
                </a:lnTo>
                <a:lnTo>
                  <a:pt x="5650" y="26497"/>
                </a:lnTo>
                <a:lnTo>
                  <a:pt x="5650" y="27243"/>
                </a:lnTo>
                <a:lnTo>
                  <a:pt x="5630" y="27627"/>
                </a:lnTo>
                <a:lnTo>
                  <a:pt x="5610" y="28010"/>
                </a:lnTo>
                <a:lnTo>
                  <a:pt x="5529" y="28373"/>
                </a:lnTo>
                <a:lnTo>
                  <a:pt x="5489" y="28555"/>
                </a:lnTo>
                <a:lnTo>
                  <a:pt x="5428" y="28696"/>
                </a:lnTo>
                <a:lnTo>
                  <a:pt x="5368" y="28838"/>
                </a:lnTo>
                <a:lnTo>
                  <a:pt x="5287" y="28979"/>
                </a:lnTo>
                <a:lnTo>
                  <a:pt x="5206" y="29080"/>
                </a:lnTo>
                <a:lnTo>
                  <a:pt x="5106" y="29181"/>
                </a:lnTo>
                <a:lnTo>
                  <a:pt x="5005" y="29221"/>
                </a:lnTo>
                <a:lnTo>
                  <a:pt x="4904" y="29261"/>
                </a:lnTo>
                <a:lnTo>
                  <a:pt x="4803" y="29281"/>
                </a:lnTo>
                <a:lnTo>
                  <a:pt x="4702" y="29302"/>
                </a:lnTo>
                <a:lnTo>
                  <a:pt x="4581" y="29302"/>
                </a:lnTo>
                <a:lnTo>
                  <a:pt x="4440" y="29281"/>
                </a:lnTo>
                <a:lnTo>
                  <a:pt x="4177" y="29201"/>
                </a:lnTo>
                <a:lnTo>
                  <a:pt x="3955" y="29100"/>
                </a:lnTo>
                <a:lnTo>
                  <a:pt x="3774" y="28959"/>
                </a:lnTo>
                <a:lnTo>
                  <a:pt x="3592" y="28797"/>
                </a:lnTo>
                <a:lnTo>
                  <a:pt x="3451" y="28616"/>
                </a:lnTo>
                <a:lnTo>
                  <a:pt x="3310" y="28414"/>
                </a:lnTo>
                <a:lnTo>
                  <a:pt x="3188" y="28192"/>
                </a:lnTo>
                <a:lnTo>
                  <a:pt x="2946" y="27728"/>
                </a:lnTo>
                <a:lnTo>
                  <a:pt x="2523" y="26678"/>
                </a:lnTo>
                <a:lnTo>
                  <a:pt x="2119" y="25629"/>
                </a:lnTo>
                <a:lnTo>
                  <a:pt x="1756" y="24539"/>
                </a:lnTo>
                <a:lnTo>
                  <a:pt x="1433" y="23429"/>
                </a:lnTo>
                <a:lnTo>
                  <a:pt x="1130" y="22279"/>
                </a:lnTo>
                <a:lnTo>
                  <a:pt x="868" y="21129"/>
                </a:lnTo>
                <a:lnTo>
                  <a:pt x="646" y="19938"/>
                </a:lnTo>
                <a:lnTo>
                  <a:pt x="464" y="18707"/>
                </a:lnTo>
                <a:lnTo>
                  <a:pt x="323" y="17476"/>
                </a:lnTo>
                <a:lnTo>
                  <a:pt x="202" y="16205"/>
                </a:lnTo>
                <a:lnTo>
                  <a:pt x="141" y="14913"/>
                </a:lnTo>
                <a:lnTo>
                  <a:pt x="101" y="13602"/>
                </a:lnTo>
                <a:lnTo>
                  <a:pt x="81" y="12250"/>
                </a:lnTo>
                <a:lnTo>
                  <a:pt x="121" y="10897"/>
                </a:lnTo>
                <a:lnTo>
                  <a:pt x="202" y="9505"/>
                </a:lnTo>
                <a:lnTo>
                  <a:pt x="303" y="8092"/>
                </a:lnTo>
                <a:lnTo>
                  <a:pt x="404" y="7144"/>
                </a:lnTo>
                <a:lnTo>
                  <a:pt x="464" y="6639"/>
                </a:lnTo>
                <a:lnTo>
                  <a:pt x="545" y="6135"/>
                </a:lnTo>
                <a:lnTo>
                  <a:pt x="646" y="5630"/>
                </a:lnTo>
                <a:lnTo>
                  <a:pt x="767" y="5106"/>
                </a:lnTo>
                <a:lnTo>
                  <a:pt x="928" y="4601"/>
                </a:lnTo>
                <a:lnTo>
                  <a:pt x="1090" y="4097"/>
                </a:lnTo>
                <a:lnTo>
                  <a:pt x="1292" y="3612"/>
                </a:lnTo>
                <a:lnTo>
                  <a:pt x="1514" y="3128"/>
                </a:lnTo>
                <a:lnTo>
                  <a:pt x="1776" y="2684"/>
                </a:lnTo>
                <a:lnTo>
                  <a:pt x="2058" y="2240"/>
                </a:lnTo>
                <a:lnTo>
                  <a:pt x="2220" y="2038"/>
                </a:lnTo>
                <a:lnTo>
                  <a:pt x="2381" y="1837"/>
                </a:lnTo>
                <a:lnTo>
                  <a:pt x="2563" y="1655"/>
                </a:lnTo>
                <a:lnTo>
                  <a:pt x="2765" y="1473"/>
                </a:lnTo>
                <a:lnTo>
                  <a:pt x="2967" y="1312"/>
                </a:lnTo>
                <a:lnTo>
                  <a:pt x="3168" y="1150"/>
                </a:lnTo>
                <a:lnTo>
                  <a:pt x="3390" y="989"/>
                </a:lnTo>
                <a:lnTo>
                  <a:pt x="3612" y="848"/>
                </a:lnTo>
                <a:lnTo>
                  <a:pt x="3854" y="727"/>
                </a:lnTo>
                <a:lnTo>
                  <a:pt x="4117" y="626"/>
                </a:lnTo>
                <a:lnTo>
                  <a:pt x="4359" y="525"/>
                </a:lnTo>
                <a:lnTo>
                  <a:pt x="4621" y="424"/>
                </a:lnTo>
                <a:lnTo>
                  <a:pt x="5146" y="303"/>
                </a:lnTo>
                <a:lnTo>
                  <a:pt x="5691" y="202"/>
                </a:lnTo>
                <a:lnTo>
                  <a:pt x="6236" y="141"/>
                </a:lnTo>
                <a:lnTo>
                  <a:pt x="6760" y="101"/>
                </a:lnTo>
                <a:lnTo>
                  <a:pt x="7305" y="81"/>
                </a:lnTo>
                <a:close/>
                <a:moveTo>
                  <a:pt x="7305" y="0"/>
                </a:moveTo>
                <a:lnTo>
                  <a:pt x="6760" y="20"/>
                </a:lnTo>
                <a:lnTo>
                  <a:pt x="6215" y="61"/>
                </a:lnTo>
                <a:lnTo>
                  <a:pt x="5671" y="121"/>
                </a:lnTo>
                <a:lnTo>
                  <a:pt x="5126" y="222"/>
                </a:lnTo>
                <a:lnTo>
                  <a:pt x="4601" y="363"/>
                </a:lnTo>
                <a:lnTo>
                  <a:pt x="4339" y="444"/>
                </a:lnTo>
                <a:lnTo>
                  <a:pt x="4076" y="545"/>
                </a:lnTo>
                <a:lnTo>
                  <a:pt x="3834" y="666"/>
                </a:lnTo>
                <a:lnTo>
                  <a:pt x="3572" y="787"/>
                </a:lnTo>
                <a:lnTo>
                  <a:pt x="3350" y="928"/>
                </a:lnTo>
                <a:lnTo>
                  <a:pt x="3128" y="1070"/>
                </a:lnTo>
                <a:lnTo>
                  <a:pt x="2906" y="1231"/>
                </a:lnTo>
                <a:lnTo>
                  <a:pt x="2704" y="1413"/>
                </a:lnTo>
                <a:lnTo>
                  <a:pt x="2523" y="1594"/>
                </a:lnTo>
                <a:lnTo>
                  <a:pt x="2341" y="1776"/>
                </a:lnTo>
                <a:lnTo>
                  <a:pt x="2159" y="1978"/>
                </a:lnTo>
                <a:lnTo>
                  <a:pt x="1998" y="2200"/>
                </a:lnTo>
                <a:lnTo>
                  <a:pt x="1695" y="2624"/>
                </a:lnTo>
                <a:lnTo>
                  <a:pt x="1453" y="3088"/>
                </a:lnTo>
                <a:lnTo>
                  <a:pt x="1211" y="3572"/>
                </a:lnTo>
                <a:lnTo>
                  <a:pt x="1009" y="4056"/>
                </a:lnTo>
                <a:lnTo>
                  <a:pt x="848" y="4561"/>
                </a:lnTo>
                <a:lnTo>
                  <a:pt x="706" y="5086"/>
                </a:lnTo>
                <a:lnTo>
                  <a:pt x="585" y="5590"/>
                </a:lnTo>
                <a:lnTo>
                  <a:pt x="464" y="6115"/>
                </a:lnTo>
                <a:lnTo>
                  <a:pt x="383" y="6619"/>
                </a:lnTo>
                <a:lnTo>
                  <a:pt x="323" y="7124"/>
                </a:lnTo>
                <a:lnTo>
                  <a:pt x="222" y="8092"/>
                </a:lnTo>
                <a:lnTo>
                  <a:pt x="121" y="9505"/>
                </a:lnTo>
                <a:lnTo>
                  <a:pt x="40" y="10897"/>
                </a:lnTo>
                <a:lnTo>
                  <a:pt x="0" y="12250"/>
                </a:lnTo>
                <a:lnTo>
                  <a:pt x="20" y="13602"/>
                </a:lnTo>
                <a:lnTo>
                  <a:pt x="61" y="14913"/>
                </a:lnTo>
                <a:lnTo>
                  <a:pt x="121" y="16205"/>
                </a:lnTo>
                <a:lnTo>
                  <a:pt x="242" y="17476"/>
                </a:lnTo>
                <a:lnTo>
                  <a:pt x="383" y="18727"/>
                </a:lnTo>
                <a:lnTo>
                  <a:pt x="565" y="19938"/>
                </a:lnTo>
                <a:lnTo>
                  <a:pt x="787" y="21149"/>
                </a:lnTo>
                <a:lnTo>
                  <a:pt x="1049" y="22319"/>
                </a:lnTo>
                <a:lnTo>
                  <a:pt x="1352" y="23449"/>
                </a:lnTo>
                <a:lnTo>
                  <a:pt x="1675" y="24559"/>
                </a:lnTo>
                <a:lnTo>
                  <a:pt x="2038" y="25649"/>
                </a:lnTo>
                <a:lnTo>
                  <a:pt x="2442" y="26719"/>
                </a:lnTo>
                <a:lnTo>
                  <a:pt x="2886" y="27748"/>
                </a:lnTo>
                <a:lnTo>
                  <a:pt x="3108" y="28232"/>
                </a:lnTo>
                <a:lnTo>
                  <a:pt x="3249" y="28454"/>
                </a:lnTo>
                <a:lnTo>
                  <a:pt x="3390" y="28676"/>
                </a:lnTo>
                <a:lnTo>
                  <a:pt x="3552" y="28858"/>
                </a:lnTo>
                <a:lnTo>
                  <a:pt x="3733" y="29019"/>
                </a:lnTo>
                <a:lnTo>
                  <a:pt x="3915" y="29160"/>
                </a:lnTo>
                <a:lnTo>
                  <a:pt x="4137" y="29261"/>
                </a:lnTo>
                <a:lnTo>
                  <a:pt x="4419" y="29362"/>
                </a:lnTo>
                <a:lnTo>
                  <a:pt x="4541" y="29382"/>
                </a:lnTo>
                <a:lnTo>
                  <a:pt x="4662" y="29382"/>
                </a:lnTo>
                <a:lnTo>
                  <a:pt x="4803" y="29362"/>
                </a:lnTo>
                <a:lnTo>
                  <a:pt x="4924" y="29342"/>
                </a:lnTo>
                <a:lnTo>
                  <a:pt x="5045" y="29302"/>
                </a:lnTo>
                <a:lnTo>
                  <a:pt x="5146" y="29241"/>
                </a:lnTo>
                <a:lnTo>
                  <a:pt x="5247" y="29140"/>
                </a:lnTo>
                <a:lnTo>
                  <a:pt x="5348" y="29039"/>
                </a:lnTo>
                <a:lnTo>
                  <a:pt x="5428" y="28898"/>
                </a:lnTo>
                <a:lnTo>
                  <a:pt x="5509" y="28757"/>
                </a:lnTo>
                <a:lnTo>
                  <a:pt x="5570" y="28595"/>
                </a:lnTo>
                <a:lnTo>
                  <a:pt x="5610" y="28414"/>
                </a:lnTo>
                <a:lnTo>
                  <a:pt x="5671" y="28051"/>
                </a:lnTo>
                <a:lnTo>
                  <a:pt x="5711" y="27647"/>
                </a:lnTo>
                <a:lnTo>
                  <a:pt x="5731" y="27243"/>
                </a:lnTo>
                <a:lnTo>
                  <a:pt x="5731" y="26497"/>
                </a:lnTo>
                <a:lnTo>
                  <a:pt x="5731" y="26154"/>
                </a:lnTo>
                <a:lnTo>
                  <a:pt x="5731" y="25891"/>
                </a:lnTo>
                <a:lnTo>
                  <a:pt x="5792" y="25326"/>
                </a:lnTo>
                <a:lnTo>
                  <a:pt x="5872" y="24721"/>
                </a:lnTo>
                <a:lnTo>
                  <a:pt x="5994" y="24095"/>
                </a:lnTo>
                <a:lnTo>
                  <a:pt x="6074" y="23772"/>
                </a:lnTo>
                <a:lnTo>
                  <a:pt x="6155" y="23449"/>
                </a:lnTo>
                <a:lnTo>
                  <a:pt x="6276" y="23127"/>
                </a:lnTo>
                <a:lnTo>
                  <a:pt x="6397" y="22804"/>
                </a:lnTo>
                <a:lnTo>
                  <a:pt x="6538" y="22481"/>
                </a:lnTo>
                <a:lnTo>
                  <a:pt x="6700" y="22178"/>
                </a:lnTo>
                <a:lnTo>
                  <a:pt x="6881" y="21855"/>
                </a:lnTo>
                <a:lnTo>
                  <a:pt x="7083" y="21573"/>
                </a:lnTo>
                <a:lnTo>
                  <a:pt x="7305" y="21270"/>
                </a:lnTo>
                <a:lnTo>
                  <a:pt x="7547" y="21008"/>
                </a:lnTo>
                <a:lnTo>
                  <a:pt x="7810" y="20765"/>
                </a:lnTo>
                <a:lnTo>
                  <a:pt x="8092" y="20523"/>
                </a:lnTo>
                <a:lnTo>
                  <a:pt x="8375" y="20322"/>
                </a:lnTo>
                <a:lnTo>
                  <a:pt x="8677" y="20140"/>
                </a:lnTo>
                <a:lnTo>
                  <a:pt x="8980" y="19958"/>
                </a:lnTo>
                <a:lnTo>
                  <a:pt x="9303" y="19797"/>
                </a:lnTo>
                <a:lnTo>
                  <a:pt x="9626" y="19656"/>
                </a:lnTo>
                <a:lnTo>
                  <a:pt x="9969" y="19535"/>
                </a:lnTo>
                <a:lnTo>
                  <a:pt x="10292" y="19413"/>
                </a:lnTo>
                <a:lnTo>
                  <a:pt x="10635" y="19313"/>
                </a:lnTo>
                <a:lnTo>
                  <a:pt x="11341" y="19131"/>
                </a:lnTo>
                <a:lnTo>
                  <a:pt x="12027" y="18990"/>
                </a:lnTo>
                <a:lnTo>
                  <a:pt x="12713" y="18869"/>
                </a:lnTo>
                <a:lnTo>
                  <a:pt x="13864" y="18707"/>
                </a:lnTo>
                <a:lnTo>
                  <a:pt x="15014" y="18566"/>
                </a:lnTo>
                <a:lnTo>
                  <a:pt x="16164" y="18465"/>
                </a:lnTo>
                <a:lnTo>
                  <a:pt x="17315" y="18384"/>
                </a:lnTo>
                <a:lnTo>
                  <a:pt x="18485" y="18324"/>
                </a:lnTo>
                <a:lnTo>
                  <a:pt x="19635" y="18283"/>
                </a:lnTo>
                <a:lnTo>
                  <a:pt x="20806" y="18263"/>
                </a:lnTo>
                <a:lnTo>
                  <a:pt x="21956" y="18283"/>
                </a:lnTo>
                <a:lnTo>
                  <a:pt x="23126" y="18304"/>
                </a:lnTo>
                <a:lnTo>
                  <a:pt x="24277" y="18324"/>
                </a:lnTo>
                <a:lnTo>
                  <a:pt x="26597" y="18425"/>
                </a:lnTo>
                <a:lnTo>
                  <a:pt x="28918" y="18566"/>
                </a:lnTo>
                <a:lnTo>
                  <a:pt x="31198" y="18707"/>
                </a:lnTo>
                <a:lnTo>
                  <a:pt x="33398" y="18869"/>
                </a:lnTo>
                <a:lnTo>
                  <a:pt x="35618" y="18990"/>
                </a:lnTo>
                <a:lnTo>
                  <a:pt x="37838" y="19091"/>
                </a:lnTo>
                <a:lnTo>
                  <a:pt x="38948" y="19131"/>
                </a:lnTo>
                <a:lnTo>
                  <a:pt x="40057" y="19151"/>
                </a:lnTo>
                <a:lnTo>
                  <a:pt x="40481" y="19151"/>
                </a:lnTo>
                <a:lnTo>
                  <a:pt x="40885" y="19131"/>
                </a:lnTo>
                <a:lnTo>
                  <a:pt x="41066" y="19091"/>
                </a:lnTo>
                <a:lnTo>
                  <a:pt x="41248" y="19050"/>
                </a:lnTo>
                <a:lnTo>
                  <a:pt x="41430" y="18990"/>
                </a:lnTo>
                <a:lnTo>
                  <a:pt x="41611" y="18909"/>
                </a:lnTo>
                <a:lnTo>
                  <a:pt x="41813" y="18788"/>
                </a:lnTo>
                <a:lnTo>
                  <a:pt x="41995" y="18626"/>
                </a:lnTo>
                <a:lnTo>
                  <a:pt x="42156" y="18465"/>
                </a:lnTo>
                <a:lnTo>
                  <a:pt x="42297" y="18263"/>
                </a:lnTo>
                <a:lnTo>
                  <a:pt x="42398" y="18061"/>
                </a:lnTo>
                <a:lnTo>
                  <a:pt x="42479" y="17839"/>
                </a:lnTo>
                <a:lnTo>
                  <a:pt x="42560" y="17617"/>
                </a:lnTo>
                <a:lnTo>
                  <a:pt x="42600" y="17375"/>
                </a:lnTo>
                <a:lnTo>
                  <a:pt x="42620" y="17133"/>
                </a:lnTo>
                <a:lnTo>
                  <a:pt x="42640" y="16871"/>
                </a:lnTo>
                <a:lnTo>
                  <a:pt x="42640" y="16608"/>
                </a:lnTo>
                <a:lnTo>
                  <a:pt x="42620" y="16366"/>
                </a:lnTo>
                <a:lnTo>
                  <a:pt x="42580" y="16104"/>
                </a:lnTo>
                <a:lnTo>
                  <a:pt x="42540" y="15862"/>
                </a:lnTo>
                <a:lnTo>
                  <a:pt x="42418" y="15357"/>
                </a:lnTo>
                <a:lnTo>
                  <a:pt x="42257" y="14893"/>
                </a:lnTo>
                <a:lnTo>
                  <a:pt x="42096" y="14429"/>
                </a:lnTo>
                <a:lnTo>
                  <a:pt x="41894" y="13965"/>
                </a:lnTo>
                <a:lnTo>
                  <a:pt x="41672" y="13521"/>
                </a:lnTo>
                <a:lnTo>
                  <a:pt x="41450" y="13057"/>
                </a:lnTo>
                <a:lnTo>
                  <a:pt x="41187" y="12613"/>
                </a:lnTo>
                <a:lnTo>
                  <a:pt x="40925" y="12169"/>
                </a:lnTo>
                <a:lnTo>
                  <a:pt x="40622" y="11745"/>
                </a:lnTo>
                <a:lnTo>
                  <a:pt x="40320" y="11301"/>
                </a:lnTo>
                <a:lnTo>
                  <a:pt x="39977" y="10897"/>
                </a:lnTo>
                <a:lnTo>
                  <a:pt x="39634" y="10474"/>
                </a:lnTo>
                <a:lnTo>
                  <a:pt x="39250" y="10070"/>
                </a:lnTo>
                <a:lnTo>
                  <a:pt x="38867" y="9666"/>
                </a:lnTo>
                <a:lnTo>
                  <a:pt x="38463" y="9283"/>
                </a:lnTo>
                <a:lnTo>
                  <a:pt x="38039" y="8900"/>
                </a:lnTo>
                <a:lnTo>
                  <a:pt x="37595" y="8536"/>
                </a:lnTo>
                <a:lnTo>
                  <a:pt x="36869" y="7971"/>
                </a:lnTo>
                <a:lnTo>
                  <a:pt x="36102" y="7426"/>
                </a:lnTo>
                <a:lnTo>
                  <a:pt x="35275" y="6882"/>
                </a:lnTo>
                <a:lnTo>
                  <a:pt x="34387" y="6377"/>
                </a:lnTo>
                <a:lnTo>
                  <a:pt x="33459" y="5873"/>
                </a:lnTo>
                <a:lnTo>
                  <a:pt x="32450" y="5368"/>
                </a:lnTo>
                <a:lnTo>
                  <a:pt x="31380" y="4884"/>
                </a:lnTo>
                <a:lnTo>
                  <a:pt x="30230" y="4379"/>
                </a:lnTo>
                <a:lnTo>
                  <a:pt x="28918" y="3875"/>
                </a:lnTo>
                <a:lnTo>
                  <a:pt x="27586" y="3370"/>
                </a:lnTo>
                <a:lnTo>
                  <a:pt x="26234" y="2906"/>
                </a:lnTo>
                <a:lnTo>
                  <a:pt x="24862" y="2482"/>
                </a:lnTo>
                <a:lnTo>
                  <a:pt x="23490" y="2099"/>
                </a:lnTo>
                <a:lnTo>
                  <a:pt x="22097" y="1736"/>
                </a:lnTo>
                <a:lnTo>
                  <a:pt x="20705" y="1413"/>
                </a:lnTo>
                <a:lnTo>
                  <a:pt x="19312" y="1110"/>
                </a:lnTo>
                <a:lnTo>
                  <a:pt x="17900" y="848"/>
                </a:lnTo>
                <a:lnTo>
                  <a:pt x="16487" y="626"/>
                </a:lnTo>
                <a:lnTo>
                  <a:pt x="15075" y="424"/>
                </a:lnTo>
                <a:lnTo>
                  <a:pt x="13642" y="283"/>
                </a:lnTo>
                <a:lnTo>
                  <a:pt x="12229" y="141"/>
                </a:lnTo>
                <a:lnTo>
                  <a:pt x="10796" y="61"/>
                </a:lnTo>
                <a:lnTo>
                  <a:pt x="9364" y="0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86" name="Google Shape;1286;p16"/>
          <p:cNvSpPr/>
          <p:nvPr/>
        </p:nvSpPr>
        <p:spPr>
          <a:xfrm flipH="1">
            <a:off x="5852818" y="-483976"/>
            <a:ext cx="2946940" cy="1512969"/>
          </a:xfrm>
          <a:custGeom>
            <a:rect b="b" l="l" r="r" t="t"/>
            <a:pathLst>
              <a:path extrusionOk="0" h="27062" w="52711">
                <a:moveTo>
                  <a:pt x="48008" y="81"/>
                </a:moveTo>
                <a:lnTo>
                  <a:pt x="48654" y="122"/>
                </a:lnTo>
                <a:lnTo>
                  <a:pt x="49300" y="202"/>
                </a:lnTo>
                <a:lnTo>
                  <a:pt x="49623" y="243"/>
                </a:lnTo>
                <a:lnTo>
                  <a:pt x="49946" y="323"/>
                </a:lnTo>
                <a:lnTo>
                  <a:pt x="50248" y="404"/>
                </a:lnTo>
                <a:lnTo>
                  <a:pt x="50551" y="485"/>
                </a:lnTo>
                <a:lnTo>
                  <a:pt x="50854" y="606"/>
                </a:lnTo>
                <a:lnTo>
                  <a:pt x="51156" y="727"/>
                </a:lnTo>
                <a:lnTo>
                  <a:pt x="51399" y="848"/>
                </a:lnTo>
                <a:lnTo>
                  <a:pt x="51621" y="989"/>
                </a:lnTo>
                <a:lnTo>
                  <a:pt x="51822" y="1131"/>
                </a:lnTo>
                <a:lnTo>
                  <a:pt x="52004" y="1272"/>
                </a:lnTo>
                <a:lnTo>
                  <a:pt x="52165" y="1413"/>
                </a:lnTo>
                <a:lnTo>
                  <a:pt x="52287" y="1575"/>
                </a:lnTo>
                <a:lnTo>
                  <a:pt x="52408" y="1756"/>
                </a:lnTo>
                <a:lnTo>
                  <a:pt x="52488" y="1938"/>
                </a:lnTo>
                <a:lnTo>
                  <a:pt x="52569" y="2180"/>
                </a:lnTo>
                <a:lnTo>
                  <a:pt x="52609" y="2301"/>
                </a:lnTo>
                <a:lnTo>
                  <a:pt x="52630" y="2442"/>
                </a:lnTo>
                <a:lnTo>
                  <a:pt x="52630" y="2604"/>
                </a:lnTo>
                <a:lnTo>
                  <a:pt x="52609" y="2765"/>
                </a:lnTo>
                <a:lnTo>
                  <a:pt x="52589" y="2947"/>
                </a:lnTo>
                <a:lnTo>
                  <a:pt x="52549" y="3128"/>
                </a:lnTo>
                <a:lnTo>
                  <a:pt x="52488" y="3330"/>
                </a:lnTo>
                <a:lnTo>
                  <a:pt x="52408" y="3532"/>
                </a:lnTo>
                <a:lnTo>
                  <a:pt x="52307" y="3754"/>
                </a:lnTo>
                <a:lnTo>
                  <a:pt x="52186" y="3976"/>
                </a:lnTo>
                <a:lnTo>
                  <a:pt x="52024" y="4218"/>
                </a:lnTo>
                <a:lnTo>
                  <a:pt x="51843" y="4460"/>
                </a:lnTo>
                <a:lnTo>
                  <a:pt x="51641" y="4702"/>
                </a:lnTo>
                <a:lnTo>
                  <a:pt x="51399" y="4965"/>
                </a:lnTo>
                <a:lnTo>
                  <a:pt x="50854" y="5530"/>
                </a:lnTo>
                <a:lnTo>
                  <a:pt x="50269" y="6075"/>
                </a:lnTo>
                <a:lnTo>
                  <a:pt x="49118" y="7124"/>
                </a:lnTo>
                <a:lnTo>
                  <a:pt x="48311" y="7851"/>
                </a:lnTo>
                <a:lnTo>
                  <a:pt x="47524" y="8597"/>
                </a:lnTo>
                <a:lnTo>
                  <a:pt x="47141" y="8981"/>
                </a:lnTo>
                <a:lnTo>
                  <a:pt x="46777" y="9364"/>
                </a:lnTo>
                <a:lnTo>
                  <a:pt x="46414" y="9747"/>
                </a:lnTo>
                <a:lnTo>
                  <a:pt x="46071" y="10151"/>
                </a:lnTo>
                <a:lnTo>
                  <a:pt x="45748" y="10555"/>
                </a:lnTo>
                <a:lnTo>
                  <a:pt x="45446" y="10978"/>
                </a:lnTo>
                <a:lnTo>
                  <a:pt x="45163" y="11422"/>
                </a:lnTo>
                <a:lnTo>
                  <a:pt x="44901" y="11866"/>
                </a:lnTo>
                <a:lnTo>
                  <a:pt x="44658" y="12331"/>
                </a:lnTo>
                <a:lnTo>
                  <a:pt x="44457" y="12795"/>
                </a:lnTo>
                <a:lnTo>
                  <a:pt x="44295" y="13299"/>
                </a:lnTo>
                <a:lnTo>
                  <a:pt x="44154" y="13804"/>
                </a:lnTo>
                <a:lnTo>
                  <a:pt x="44093" y="14127"/>
                </a:lnTo>
                <a:lnTo>
                  <a:pt x="44033" y="14449"/>
                </a:lnTo>
                <a:lnTo>
                  <a:pt x="43972" y="15095"/>
                </a:lnTo>
                <a:lnTo>
                  <a:pt x="43932" y="15761"/>
                </a:lnTo>
                <a:lnTo>
                  <a:pt x="43912" y="16407"/>
                </a:lnTo>
                <a:lnTo>
                  <a:pt x="43871" y="17194"/>
                </a:lnTo>
                <a:lnTo>
                  <a:pt x="43811" y="17981"/>
                </a:lnTo>
                <a:lnTo>
                  <a:pt x="43771" y="18385"/>
                </a:lnTo>
                <a:lnTo>
                  <a:pt x="43710" y="18768"/>
                </a:lnTo>
                <a:lnTo>
                  <a:pt x="43609" y="19151"/>
                </a:lnTo>
                <a:lnTo>
                  <a:pt x="43508" y="19535"/>
                </a:lnTo>
                <a:lnTo>
                  <a:pt x="43306" y="20039"/>
                </a:lnTo>
                <a:lnTo>
                  <a:pt x="43064" y="20544"/>
                </a:lnTo>
                <a:lnTo>
                  <a:pt x="42782" y="21028"/>
                </a:lnTo>
                <a:lnTo>
                  <a:pt x="42459" y="21492"/>
                </a:lnTo>
                <a:lnTo>
                  <a:pt x="42096" y="21936"/>
                </a:lnTo>
                <a:lnTo>
                  <a:pt x="41692" y="22360"/>
                </a:lnTo>
                <a:lnTo>
                  <a:pt x="41248" y="22764"/>
                </a:lnTo>
                <a:lnTo>
                  <a:pt x="40784" y="23127"/>
                </a:lnTo>
                <a:lnTo>
                  <a:pt x="40300" y="23470"/>
                </a:lnTo>
                <a:lnTo>
                  <a:pt x="39795" y="23773"/>
                </a:lnTo>
                <a:lnTo>
                  <a:pt x="39270" y="24035"/>
                </a:lnTo>
                <a:lnTo>
                  <a:pt x="38746" y="24277"/>
                </a:lnTo>
                <a:lnTo>
                  <a:pt x="38181" y="24479"/>
                </a:lnTo>
                <a:lnTo>
                  <a:pt x="37636" y="24640"/>
                </a:lnTo>
                <a:lnTo>
                  <a:pt x="37071" y="24782"/>
                </a:lnTo>
                <a:lnTo>
                  <a:pt x="36506" y="24862"/>
                </a:lnTo>
                <a:lnTo>
                  <a:pt x="34790" y="25125"/>
                </a:lnTo>
                <a:lnTo>
                  <a:pt x="32894" y="25387"/>
                </a:lnTo>
                <a:lnTo>
                  <a:pt x="30250" y="25791"/>
                </a:lnTo>
                <a:lnTo>
                  <a:pt x="27485" y="26174"/>
                </a:lnTo>
                <a:lnTo>
                  <a:pt x="26093" y="26356"/>
                </a:lnTo>
                <a:lnTo>
                  <a:pt x="24680" y="26517"/>
                </a:lnTo>
                <a:lnTo>
                  <a:pt x="23247" y="26679"/>
                </a:lnTo>
                <a:lnTo>
                  <a:pt x="21855" y="26800"/>
                </a:lnTo>
                <a:lnTo>
                  <a:pt x="20564" y="26901"/>
                </a:lnTo>
                <a:lnTo>
                  <a:pt x="19252" y="26961"/>
                </a:lnTo>
                <a:lnTo>
                  <a:pt x="17900" y="26981"/>
                </a:lnTo>
                <a:lnTo>
                  <a:pt x="16548" y="26961"/>
                </a:lnTo>
                <a:lnTo>
                  <a:pt x="15175" y="26901"/>
                </a:lnTo>
                <a:lnTo>
                  <a:pt x="13783" y="26820"/>
                </a:lnTo>
                <a:lnTo>
                  <a:pt x="12370" y="26699"/>
                </a:lnTo>
                <a:lnTo>
                  <a:pt x="10958" y="26558"/>
                </a:lnTo>
                <a:lnTo>
                  <a:pt x="10837" y="26537"/>
                </a:lnTo>
                <a:lnTo>
                  <a:pt x="9626" y="26396"/>
                </a:lnTo>
                <a:lnTo>
                  <a:pt x="8334" y="26214"/>
                </a:lnTo>
                <a:lnTo>
                  <a:pt x="7648" y="26093"/>
                </a:lnTo>
                <a:lnTo>
                  <a:pt x="6962" y="25972"/>
                </a:lnTo>
                <a:lnTo>
                  <a:pt x="6276" y="25851"/>
                </a:lnTo>
                <a:lnTo>
                  <a:pt x="5590" y="25690"/>
                </a:lnTo>
                <a:lnTo>
                  <a:pt x="4924" y="25508"/>
                </a:lnTo>
                <a:lnTo>
                  <a:pt x="4258" y="25327"/>
                </a:lnTo>
                <a:lnTo>
                  <a:pt x="3612" y="25105"/>
                </a:lnTo>
                <a:lnTo>
                  <a:pt x="3007" y="24862"/>
                </a:lnTo>
                <a:lnTo>
                  <a:pt x="2422" y="24580"/>
                </a:lnTo>
                <a:lnTo>
                  <a:pt x="1877" y="24277"/>
                </a:lnTo>
                <a:lnTo>
                  <a:pt x="1614" y="24136"/>
                </a:lnTo>
                <a:lnTo>
                  <a:pt x="1372" y="23954"/>
                </a:lnTo>
                <a:lnTo>
                  <a:pt x="1130" y="23773"/>
                </a:lnTo>
                <a:lnTo>
                  <a:pt x="908" y="23591"/>
                </a:lnTo>
                <a:lnTo>
                  <a:pt x="727" y="23409"/>
                </a:lnTo>
                <a:lnTo>
                  <a:pt x="545" y="23208"/>
                </a:lnTo>
                <a:lnTo>
                  <a:pt x="404" y="23026"/>
                </a:lnTo>
                <a:lnTo>
                  <a:pt x="283" y="22824"/>
                </a:lnTo>
                <a:lnTo>
                  <a:pt x="202" y="22643"/>
                </a:lnTo>
                <a:lnTo>
                  <a:pt x="121" y="22441"/>
                </a:lnTo>
                <a:lnTo>
                  <a:pt x="101" y="22239"/>
                </a:lnTo>
                <a:lnTo>
                  <a:pt x="81" y="22037"/>
                </a:lnTo>
                <a:lnTo>
                  <a:pt x="101" y="21815"/>
                </a:lnTo>
                <a:lnTo>
                  <a:pt x="141" y="21593"/>
                </a:lnTo>
                <a:lnTo>
                  <a:pt x="202" y="21371"/>
                </a:lnTo>
                <a:lnTo>
                  <a:pt x="303" y="21149"/>
                </a:lnTo>
                <a:lnTo>
                  <a:pt x="424" y="20947"/>
                </a:lnTo>
                <a:lnTo>
                  <a:pt x="565" y="20725"/>
                </a:lnTo>
                <a:lnTo>
                  <a:pt x="706" y="20524"/>
                </a:lnTo>
                <a:lnTo>
                  <a:pt x="888" y="20302"/>
                </a:lnTo>
                <a:lnTo>
                  <a:pt x="1251" y="19898"/>
                </a:lnTo>
                <a:lnTo>
                  <a:pt x="1675" y="19494"/>
                </a:lnTo>
                <a:lnTo>
                  <a:pt x="2099" y="19111"/>
                </a:lnTo>
                <a:lnTo>
                  <a:pt x="2543" y="18748"/>
                </a:lnTo>
                <a:lnTo>
                  <a:pt x="3168" y="18183"/>
                </a:lnTo>
                <a:lnTo>
                  <a:pt x="3451" y="17920"/>
                </a:lnTo>
                <a:lnTo>
                  <a:pt x="3713" y="17658"/>
                </a:lnTo>
                <a:lnTo>
                  <a:pt x="4641" y="16669"/>
                </a:lnTo>
                <a:lnTo>
                  <a:pt x="5570" y="15701"/>
                </a:lnTo>
                <a:lnTo>
                  <a:pt x="6498" y="14793"/>
                </a:lnTo>
                <a:lnTo>
                  <a:pt x="7426" y="13925"/>
                </a:lnTo>
                <a:lnTo>
                  <a:pt x="8375" y="13097"/>
                </a:lnTo>
                <a:lnTo>
                  <a:pt x="9323" y="12310"/>
                </a:lnTo>
                <a:lnTo>
                  <a:pt x="10272" y="11564"/>
                </a:lnTo>
                <a:lnTo>
                  <a:pt x="11240" y="10857"/>
                </a:lnTo>
                <a:lnTo>
                  <a:pt x="12370" y="10091"/>
                </a:lnTo>
                <a:lnTo>
                  <a:pt x="13521" y="9324"/>
                </a:lnTo>
                <a:lnTo>
                  <a:pt x="14711" y="8597"/>
                </a:lnTo>
                <a:lnTo>
                  <a:pt x="15922" y="7911"/>
                </a:lnTo>
                <a:lnTo>
                  <a:pt x="17153" y="7245"/>
                </a:lnTo>
                <a:lnTo>
                  <a:pt x="18424" y="6599"/>
                </a:lnTo>
                <a:lnTo>
                  <a:pt x="19716" y="5994"/>
                </a:lnTo>
                <a:lnTo>
                  <a:pt x="21028" y="5429"/>
                </a:lnTo>
                <a:lnTo>
                  <a:pt x="22380" y="4864"/>
                </a:lnTo>
                <a:lnTo>
                  <a:pt x="23752" y="4339"/>
                </a:lnTo>
                <a:lnTo>
                  <a:pt x="25165" y="3855"/>
                </a:lnTo>
                <a:lnTo>
                  <a:pt x="26597" y="3391"/>
                </a:lnTo>
                <a:lnTo>
                  <a:pt x="28050" y="2967"/>
                </a:lnTo>
                <a:lnTo>
                  <a:pt x="29544" y="2563"/>
                </a:lnTo>
                <a:lnTo>
                  <a:pt x="31037" y="2180"/>
                </a:lnTo>
                <a:lnTo>
                  <a:pt x="32591" y="1837"/>
                </a:lnTo>
                <a:lnTo>
                  <a:pt x="34145" y="1514"/>
                </a:lnTo>
                <a:lnTo>
                  <a:pt x="35739" y="1231"/>
                </a:lnTo>
                <a:lnTo>
                  <a:pt x="37374" y="989"/>
                </a:lnTo>
                <a:lnTo>
                  <a:pt x="39028" y="747"/>
                </a:lnTo>
                <a:lnTo>
                  <a:pt x="40723" y="566"/>
                </a:lnTo>
                <a:lnTo>
                  <a:pt x="42439" y="384"/>
                </a:lnTo>
                <a:lnTo>
                  <a:pt x="44194" y="243"/>
                </a:lnTo>
                <a:lnTo>
                  <a:pt x="45970" y="142"/>
                </a:lnTo>
                <a:lnTo>
                  <a:pt x="46656" y="101"/>
                </a:lnTo>
                <a:lnTo>
                  <a:pt x="47342" y="81"/>
                </a:lnTo>
                <a:close/>
                <a:moveTo>
                  <a:pt x="47302" y="1"/>
                </a:moveTo>
                <a:lnTo>
                  <a:pt x="46636" y="21"/>
                </a:lnTo>
                <a:lnTo>
                  <a:pt x="45970" y="61"/>
                </a:lnTo>
                <a:lnTo>
                  <a:pt x="44194" y="162"/>
                </a:lnTo>
                <a:lnTo>
                  <a:pt x="42439" y="303"/>
                </a:lnTo>
                <a:lnTo>
                  <a:pt x="40703" y="485"/>
                </a:lnTo>
                <a:lnTo>
                  <a:pt x="39028" y="666"/>
                </a:lnTo>
                <a:lnTo>
                  <a:pt x="37353" y="909"/>
                </a:lnTo>
                <a:lnTo>
                  <a:pt x="35739" y="1151"/>
                </a:lnTo>
                <a:lnTo>
                  <a:pt x="34145" y="1453"/>
                </a:lnTo>
                <a:lnTo>
                  <a:pt x="32571" y="1756"/>
                </a:lnTo>
                <a:lnTo>
                  <a:pt x="31017" y="2099"/>
                </a:lnTo>
                <a:lnTo>
                  <a:pt x="29523" y="2483"/>
                </a:lnTo>
                <a:lnTo>
                  <a:pt x="28030" y="2886"/>
                </a:lnTo>
                <a:lnTo>
                  <a:pt x="26577" y="3310"/>
                </a:lnTo>
                <a:lnTo>
                  <a:pt x="25144" y="3774"/>
                </a:lnTo>
                <a:lnTo>
                  <a:pt x="23732" y="4279"/>
                </a:lnTo>
                <a:lnTo>
                  <a:pt x="22339" y="4803"/>
                </a:lnTo>
                <a:lnTo>
                  <a:pt x="20987" y="5348"/>
                </a:lnTo>
                <a:lnTo>
                  <a:pt x="19676" y="5933"/>
                </a:lnTo>
                <a:lnTo>
                  <a:pt x="18384" y="6539"/>
                </a:lnTo>
                <a:lnTo>
                  <a:pt x="17113" y="7164"/>
                </a:lnTo>
                <a:lnTo>
                  <a:pt x="15882" y="7830"/>
                </a:lnTo>
                <a:lnTo>
                  <a:pt x="14671" y="8537"/>
                </a:lnTo>
                <a:lnTo>
                  <a:pt x="13480" y="9263"/>
                </a:lnTo>
                <a:lnTo>
                  <a:pt x="12330" y="10010"/>
                </a:lnTo>
                <a:lnTo>
                  <a:pt x="11200" y="10797"/>
                </a:lnTo>
                <a:lnTo>
                  <a:pt x="10231" y="11503"/>
                </a:lnTo>
                <a:lnTo>
                  <a:pt x="9263" y="12250"/>
                </a:lnTo>
                <a:lnTo>
                  <a:pt x="8314" y="13037"/>
                </a:lnTo>
                <a:lnTo>
                  <a:pt x="7386" y="13864"/>
                </a:lnTo>
                <a:lnTo>
                  <a:pt x="6438" y="14732"/>
                </a:lnTo>
                <a:lnTo>
                  <a:pt x="5509" y="15640"/>
                </a:lnTo>
                <a:lnTo>
                  <a:pt x="4581" y="16609"/>
                </a:lnTo>
                <a:lnTo>
                  <a:pt x="3653" y="17598"/>
                </a:lnTo>
                <a:lnTo>
                  <a:pt x="3390" y="17860"/>
                </a:lnTo>
                <a:lnTo>
                  <a:pt x="3108" y="18122"/>
                </a:lnTo>
                <a:lnTo>
                  <a:pt x="2482" y="18687"/>
                </a:lnTo>
                <a:lnTo>
                  <a:pt x="2038" y="19051"/>
                </a:lnTo>
                <a:lnTo>
                  <a:pt x="1614" y="19454"/>
                </a:lnTo>
                <a:lnTo>
                  <a:pt x="1191" y="19858"/>
                </a:lnTo>
                <a:lnTo>
                  <a:pt x="807" y="20261"/>
                </a:lnTo>
                <a:lnTo>
                  <a:pt x="646" y="20483"/>
                </a:lnTo>
                <a:lnTo>
                  <a:pt x="484" y="20685"/>
                </a:lnTo>
                <a:lnTo>
                  <a:pt x="343" y="20907"/>
                </a:lnTo>
                <a:lnTo>
                  <a:pt x="222" y="21129"/>
                </a:lnTo>
                <a:lnTo>
                  <a:pt x="141" y="21351"/>
                </a:lnTo>
                <a:lnTo>
                  <a:pt x="61" y="21573"/>
                </a:lnTo>
                <a:lnTo>
                  <a:pt x="20" y="21795"/>
                </a:lnTo>
                <a:lnTo>
                  <a:pt x="0" y="22037"/>
                </a:lnTo>
                <a:lnTo>
                  <a:pt x="20" y="22239"/>
                </a:lnTo>
                <a:lnTo>
                  <a:pt x="61" y="22441"/>
                </a:lnTo>
                <a:lnTo>
                  <a:pt x="121" y="22663"/>
                </a:lnTo>
                <a:lnTo>
                  <a:pt x="222" y="22865"/>
                </a:lnTo>
                <a:lnTo>
                  <a:pt x="343" y="23066"/>
                </a:lnTo>
                <a:lnTo>
                  <a:pt x="484" y="23268"/>
                </a:lnTo>
                <a:lnTo>
                  <a:pt x="666" y="23470"/>
                </a:lnTo>
                <a:lnTo>
                  <a:pt x="868" y="23652"/>
                </a:lnTo>
                <a:lnTo>
                  <a:pt x="1090" y="23833"/>
                </a:lnTo>
                <a:lnTo>
                  <a:pt x="1312" y="24015"/>
                </a:lnTo>
                <a:lnTo>
                  <a:pt x="1574" y="24196"/>
                </a:lnTo>
                <a:lnTo>
                  <a:pt x="1836" y="24358"/>
                </a:lnTo>
                <a:lnTo>
                  <a:pt x="2381" y="24661"/>
                </a:lnTo>
                <a:lnTo>
                  <a:pt x="2967" y="24923"/>
                </a:lnTo>
                <a:lnTo>
                  <a:pt x="3592" y="25165"/>
                </a:lnTo>
                <a:lnTo>
                  <a:pt x="4218" y="25387"/>
                </a:lnTo>
                <a:lnTo>
                  <a:pt x="4884" y="25589"/>
                </a:lnTo>
                <a:lnTo>
                  <a:pt x="5570" y="25770"/>
                </a:lnTo>
                <a:lnTo>
                  <a:pt x="6256" y="25912"/>
                </a:lnTo>
                <a:lnTo>
                  <a:pt x="6942" y="26053"/>
                </a:lnTo>
                <a:lnTo>
                  <a:pt x="7628" y="26174"/>
                </a:lnTo>
                <a:lnTo>
                  <a:pt x="8314" y="26295"/>
                </a:lnTo>
                <a:lnTo>
                  <a:pt x="9606" y="26477"/>
                </a:lnTo>
                <a:lnTo>
                  <a:pt x="10817" y="26618"/>
                </a:lnTo>
                <a:lnTo>
                  <a:pt x="10938" y="26638"/>
                </a:lnTo>
                <a:lnTo>
                  <a:pt x="11826" y="26739"/>
                </a:lnTo>
                <a:lnTo>
                  <a:pt x="12693" y="26820"/>
                </a:lnTo>
                <a:lnTo>
                  <a:pt x="13561" y="26880"/>
                </a:lnTo>
                <a:lnTo>
                  <a:pt x="14429" y="26941"/>
                </a:lnTo>
                <a:lnTo>
                  <a:pt x="15276" y="27001"/>
                </a:lnTo>
                <a:lnTo>
                  <a:pt x="16124" y="27022"/>
                </a:lnTo>
                <a:lnTo>
                  <a:pt x="16971" y="27042"/>
                </a:lnTo>
                <a:lnTo>
                  <a:pt x="17799" y="27062"/>
                </a:lnTo>
                <a:lnTo>
                  <a:pt x="18828" y="27042"/>
                </a:lnTo>
                <a:lnTo>
                  <a:pt x="19857" y="27022"/>
                </a:lnTo>
                <a:lnTo>
                  <a:pt x="20866" y="26961"/>
                </a:lnTo>
                <a:lnTo>
                  <a:pt x="21855" y="26880"/>
                </a:lnTo>
                <a:lnTo>
                  <a:pt x="23268" y="26759"/>
                </a:lnTo>
                <a:lnTo>
                  <a:pt x="24680" y="26598"/>
                </a:lnTo>
                <a:lnTo>
                  <a:pt x="26093" y="26436"/>
                </a:lnTo>
                <a:lnTo>
                  <a:pt x="27505" y="26255"/>
                </a:lnTo>
                <a:lnTo>
                  <a:pt x="30270" y="25871"/>
                </a:lnTo>
                <a:lnTo>
                  <a:pt x="32914" y="25468"/>
                </a:lnTo>
                <a:lnTo>
                  <a:pt x="34790" y="25205"/>
                </a:lnTo>
                <a:lnTo>
                  <a:pt x="36506" y="24943"/>
                </a:lnTo>
                <a:lnTo>
                  <a:pt x="37091" y="24862"/>
                </a:lnTo>
                <a:lnTo>
                  <a:pt x="37656" y="24721"/>
                </a:lnTo>
                <a:lnTo>
                  <a:pt x="38221" y="24539"/>
                </a:lnTo>
                <a:lnTo>
                  <a:pt x="38766" y="24338"/>
                </a:lnTo>
                <a:lnTo>
                  <a:pt x="39311" y="24096"/>
                </a:lnTo>
                <a:lnTo>
                  <a:pt x="39835" y="23833"/>
                </a:lnTo>
                <a:lnTo>
                  <a:pt x="40340" y="23530"/>
                </a:lnTo>
                <a:lnTo>
                  <a:pt x="40824" y="23208"/>
                </a:lnTo>
                <a:lnTo>
                  <a:pt x="41309" y="22824"/>
                </a:lnTo>
                <a:lnTo>
                  <a:pt x="41753" y="22421"/>
                </a:lnTo>
                <a:lnTo>
                  <a:pt x="42156" y="21977"/>
                </a:lnTo>
                <a:lnTo>
                  <a:pt x="42540" y="21533"/>
                </a:lnTo>
                <a:lnTo>
                  <a:pt x="42862" y="21069"/>
                </a:lnTo>
                <a:lnTo>
                  <a:pt x="43145" y="20584"/>
                </a:lnTo>
                <a:lnTo>
                  <a:pt x="43387" y="20080"/>
                </a:lnTo>
                <a:lnTo>
                  <a:pt x="43589" y="19555"/>
                </a:lnTo>
                <a:lnTo>
                  <a:pt x="43690" y="19172"/>
                </a:lnTo>
                <a:lnTo>
                  <a:pt x="43771" y="18788"/>
                </a:lnTo>
                <a:lnTo>
                  <a:pt x="43851" y="18385"/>
                </a:lnTo>
                <a:lnTo>
                  <a:pt x="43892" y="18001"/>
                </a:lnTo>
                <a:lnTo>
                  <a:pt x="43952" y="17194"/>
                </a:lnTo>
                <a:lnTo>
                  <a:pt x="43993" y="16407"/>
                </a:lnTo>
                <a:lnTo>
                  <a:pt x="44013" y="15761"/>
                </a:lnTo>
                <a:lnTo>
                  <a:pt x="44053" y="15115"/>
                </a:lnTo>
                <a:lnTo>
                  <a:pt x="44114" y="14449"/>
                </a:lnTo>
                <a:lnTo>
                  <a:pt x="44174" y="14147"/>
                </a:lnTo>
                <a:lnTo>
                  <a:pt x="44235" y="13824"/>
                </a:lnTo>
                <a:lnTo>
                  <a:pt x="44376" y="13319"/>
                </a:lnTo>
                <a:lnTo>
                  <a:pt x="44537" y="12815"/>
                </a:lnTo>
                <a:lnTo>
                  <a:pt x="44739" y="12351"/>
                </a:lnTo>
                <a:lnTo>
                  <a:pt x="44981" y="11887"/>
                </a:lnTo>
                <a:lnTo>
                  <a:pt x="45224" y="11443"/>
                </a:lnTo>
                <a:lnTo>
                  <a:pt x="45506" y="11019"/>
                </a:lnTo>
                <a:lnTo>
                  <a:pt x="45809" y="10595"/>
                </a:lnTo>
                <a:lnTo>
                  <a:pt x="46152" y="10191"/>
                </a:lnTo>
                <a:lnTo>
                  <a:pt x="46475" y="9788"/>
                </a:lnTo>
                <a:lnTo>
                  <a:pt x="46838" y="9404"/>
                </a:lnTo>
                <a:lnTo>
                  <a:pt x="47201" y="9021"/>
                </a:lnTo>
                <a:lnTo>
                  <a:pt x="47585" y="8658"/>
                </a:lnTo>
                <a:lnTo>
                  <a:pt x="48372" y="7911"/>
                </a:lnTo>
                <a:lnTo>
                  <a:pt x="49159" y="7185"/>
                </a:lnTo>
                <a:lnTo>
                  <a:pt x="50329" y="6135"/>
                </a:lnTo>
                <a:lnTo>
                  <a:pt x="50894" y="5590"/>
                </a:lnTo>
                <a:lnTo>
                  <a:pt x="51459" y="5025"/>
                </a:lnTo>
                <a:lnTo>
                  <a:pt x="51742" y="4702"/>
                </a:lnTo>
                <a:lnTo>
                  <a:pt x="52024" y="4359"/>
                </a:lnTo>
                <a:lnTo>
                  <a:pt x="52266" y="3976"/>
                </a:lnTo>
                <a:lnTo>
                  <a:pt x="52387" y="3774"/>
                </a:lnTo>
                <a:lnTo>
                  <a:pt x="52468" y="3572"/>
                </a:lnTo>
                <a:lnTo>
                  <a:pt x="52569" y="3371"/>
                </a:lnTo>
                <a:lnTo>
                  <a:pt x="52630" y="3169"/>
                </a:lnTo>
                <a:lnTo>
                  <a:pt x="52670" y="2947"/>
                </a:lnTo>
                <a:lnTo>
                  <a:pt x="52710" y="2745"/>
                </a:lnTo>
                <a:lnTo>
                  <a:pt x="52710" y="2523"/>
                </a:lnTo>
                <a:lnTo>
                  <a:pt x="52690" y="2321"/>
                </a:lnTo>
                <a:lnTo>
                  <a:pt x="52650" y="2099"/>
                </a:lnTo>
                <a:lnTo>
                  <a:pt x="52569" y="1897"/>
                </a:lnTo>
                <a:lnTo>
                  <a:pt x="52468" y="1716"/>
                </a:lnTo>
                <a:lnTo>
                  <a:pt x="52367" y="1534"/>
                </a:lnTo>
                <a:lnTo>
                  <a:pt x="52226" y="1373"/>
                </a:lnTo>
                <a:lnTo>
                  <a:pt x="52065" y="1211"/>
                </a:lnTo>
                <a:lnTo>
                  <a:pt x="51883" y="1070"/>
                </a:lnTo>
                <a:lnTo>
                  <a:pt x="51661" y="909"/>
                </a:lnTo>
                <a:lnTo>
                  <a:pt x="51439" y="788"/>
                </a:lnTo>
                <a:lnTo>
                  <a:pt x="51197" y="666"/>
                </a:lnTo>
                <a:lnTo>
                  <a:pt x="50894" y="525"/>
                </a:lnTo>
                <a:lnTo>
                  <a:pt x="50571" y="424"/>
                </a:lnTo>
                <a:lnTo>
                  <a:pt x="50269" y="323"/>
                </a:lnTo>
                <a:lnTo>
                  <a:pt x="49946" y="243"/>
                </a:lnTo>
                <a:lnTo>
                  <a:pt x="49623" y="182"/>
                </a:lnTo>
                <a:lnTo>
                  <a:pt x="49300" y="122"/>
                </a:lnTo>
                <a:lnTo>
                  <a:pt x="48654" y="41"/>
                </a:lnTo>
                <a:lnTo>
                  <a:pt x="47988" y="1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87" name="Google Shape;1287;p16"/>
          <p:cNvSpPr/>
          <p:nvPr/>
        </p:nvSpPr>
        <p:spPr>
          <a:xfrm flipH="1">
            <a:off x="2645462" y="762240"/>
            <a:ext cx="631867" cy="441222"/>
          </a:xfrm>
          <a:custGeom>
            <a:rect b="b" l="l" r="r" t="t"/>
            <a:pathLst>
              <a:path extrusionOk="0" h="7892" w="11302">
                <a:moveTo>
                  <a:pt x="10030" y="82"/>
                </a:moveTo>
                <a:lnTo>
                  <a:pt x="10252" y="102"/>
                </a:lnTo>
                <a:lnTo>
                  <a:pt x="10494" y="142"/>
                </a:lnTo>
                <a:lnTo>
                  <a:pt x="10696" y="203"/>
                </a:lnTo>
                <a:lnTo>
                  <a:pt x="10797" y="243"/>
                </a:lnTo>
                <a:lnTo>
                  <a:pt x="10897" y="304"/>
                </a:lnTo>
                <a:lnTo>
                  <a:pt x="10978" y="364"/>
                </a:lnTo>
                <a:lnTo>
                  <a:pt x="11059" y="445"/>
                </a:lnTo>
                <a:lnTo>
                  <a:pt x="11119" y="526"/>
                </a:lnTo>
                <a:lnTo>
                  <a:pt x="11180" y="627"/>
                </a:lnTo>
                <a:lnTo>
                  <a:pt x="11220" y="727"/>
                </a:lnTo>
                <a:lnTo>
                  <a:pt x="11220" y="828"/>
                </a:lnTo>
                <a:lnTo>
                  <a:pt x="11220" y="949"/>
                </a:lnTo>
                <a:lnTo>
                  <a:pt x="11180" y="1050"/>
                </a:lnTo>
                <a:lnTo>
                  <a:pt x="11140" y="1131"/>
                </a:lnTo>
                <a:lnTo>
                  <a:pt x="11079" y="1192"/>
                </a:lnTo>
                <a:lnTo>
                  <a:pt x="11019" y="1252"/>
                </a:lnTo>
                <a:lnTo>
                  <a:pt x="10938" y="1313"/>
                </a:lnTo>
                <a:lnTo>
                  <a:pt x="10756" y="1393"/>
                </a:lnTo>
                <a:lnTo>
                  <a:pt x="10554" y="1474"/>
                </a:lnTo>
                <a:lnTo>
                  <a:pt x="10433" y="1535"/>
                </a:lnTo>
                <a:lnTo>
                  <a:pt x="10131" y="1676"/>
                </a:lnTo>
                <a:lnTo>
                  <a:pt x="9888" y="1858"/>
                </a:lnTo>
                <a:lnTo>
                  <a:pt x="9666" y="2039"/>
                </a:lnTo>
                <a:lnTo>
                  <a:pt x="9505" y="2261"/>
                </a:lnTo>
                <a:lnTo>
                  <a:pt x="9364" y="2503"/>
                </a:lnTo>
                <a:lnTo>
                  <a:pt x="9243" y="2745"/>
                </a:lnTo>
                <a:lnTo>
                  <a:pt x="9021" y="3290"/>
                </a:lnTo>
                <a:lnTo>
                  <a:pt x="8819" y="3795"/>
                </a:lnTo>
                <a:lnTo>
                  <a:pt x="8617" y="4239"/>
                </a:lnTo>
                <a:lnTo>
                  <a:pt x="8415" y="4663"/>
                </a:lnTo>
                <a:lnTo>
                  <a:pt x="8193" y="5046"/>
                </a:lnTo>
                <a:lnTo>
                  <a:pt x="7992" y="5389"/>
                </a:lnTo>
                <a:lnTo>
                  <a:pt x="7749" y="5712"/>
                </a:lnTo>
                <a:lnTo>
                  <a:pt x="7527" y="6015"/>
                </a:lnTo>
                <a:lnTo>
                  <a:pt x="7285" y="6277"/>
                </a:lnTo>
                <a:lnTo>
                  <a:pt x="7023" y="6519"/>
                </a:lnTo>
                <a:lnTo>
                  <a:pt x="6821" y="6701"/>
                </a:lnTo>
                <a:lnTo>
                  <a:pt x="6599" y="6862"/>
                </a:lnTo>
                <a:lnTo>
                  <a:pt x="6357" y="7024"/>
                </a:lnTo>
                <a:lnTo>
                  <a:pt x="6115" y="7165"/>
                </a:lnTo>
                <a:lnTo>
                  <a:pt x="5873" y="7286"/>
                </a:lnTo>
                <a:lnTo>
                  <a:pt x="5630" y="7407"/>
                </a:lnTo>
                <a:lnTo>
                  <a:pt x="5368" y="7508"/>
                </a:lnTo>
                <a:lnTo>
                  <a:pt x="5086" y="7589"/>
                </a:lnTo>
                <a:lnTo>
                  <a:pt x="4823" y="7669"/>
                </a:lnTo>
                <a:lnTo>
                  <a:pt x="4541" y="7730"/>
                </a:lnTo>
                <a:lnTo>
                  <a:pt x="4278" y="7770"/>
                </a:lnTo>
                <a:lnTo>
                  <a:pt x="3996" y="7790"/>
                </a:lnTo>
                <a:lnTo>
                  <a:pt x="3713" y="7811"/>
                </a:lnTo>
                <a:lnTo>
                  <a:pt x="3431" y="7811"/>
                </a:lnTo>
                <a:lnTo>
                  <a:pt x="3169" y="7790"/>
                </a:lnTo>
                <a:lnTo>
                  <a:pt x="2886" y="7750"/>
                </a:lnTo>
                <a:lnTo>
                  <a:pt x="2603" y="7690"/>
                </a:lnTo>
                <a:lnTo>
                  <a:pt x="2321" y="7629"/>
                </a:lnTo>
                <a:lnTo>
                  <a:pt x="2059" y="7528"/>
                </a:lnTo>
                <a:lnTo>
                  <a:pt x="1796" y="7427"/>
                </a:lnTo>
                <a:lnTo>
                  <a:pt x="1554" y="7306"/>
                </a:lnTo>
                <a:lnTo>
                  <a:pt x="1332" y="7165"/>
                </a:lnTo>
                <a:lnTo>
                  <a:pt x="1110" y="7024"/>
                </a:lnTo>
                <a:lnTo>
                  <a:pt x="908" y="6842"/>
                </a:lnTo>
                <a:lnTo>
                  <a:pt x="707" y="6640"/>
                </a:lnTo>
                <a:lnTo>
                  <a:pt x="545" y="6418"/>
                </a:lnTo>
                <a:lnTo>
                  <a:pt x="384" y="6176"/>
                </a:lnTo>
                <a:lnTo>
                  <a:pt x="263" y="5934"/>
                </a:lnTo>
                <a:lnTo>
                  <a:pt x="182" y="5692"/>
                </a:lnTo>
                <a:lnTo>
                  <a:pt x="101" y="5429"/>
                </a:lnTo>
                <a:lnTo>
                  <a:pt x="81" y="5167"/>
                </a:lnTo>
                <a:lnTo>
                  <a:pt x="81" y="4905"/>
                </a:lnTo>
                <a:lnTo>
                  <a:pt x="101" y="4663"/>
                </a:lnTo>
                <a:lnTo>
                  <a:pt x="142" y="4441"/>
                </a:lnTo>
                <a:lnTo>
                  <a:pt x="222" y="4239"/>
                </a:lnTo>
                <a:lnTo>
                  <a:pt x="303" y="4037"/>
                </a:lnTo>
                <a:lnTo>
                  <a:pt x="404" y="3835"/>
                </a:lnTo>
                <a:lnTo>
                  <a:pt x="525" y="3654"/>
                </a:lnTo>
                <a:lnTo>
                  <a:pt x="646" y="3472"/>
                </a:lnTo>
                <a:lnTo>
                  <a:pt x="787" y="3311"/>
                </a:lnTo>
                <a:lnTo>
                  <a:pt x="1090" y="3008"/>
                </a:lnTo>
                <a:lnTo>
                  <a:pt x="1393" y="2745"/>
                </a:lnTo>
                <a:lnTo>
                  <a:pt x="1695" y="2523"/>
                </a:lnTo>
                <a:lnTo>
                  <a:pt x="1978" y="2342"/>
                </a:lnTo>
                <a:lnTo>
                  <a:pt x="2361" y="2120"/>
                </a:lnTo>
                <a:lnTo>
                  <a:pt x="2745" y="1918"/>
                </a:lnTo>
                <a:lnTo>
                  <a:pt x="3128" y="1736"/>
                </a:lnTo>
                <a:lnTo>
                  <a:pt x="3532" y="1555"/>
                </a:lnTo>
                <a:lnTo>
                  <a:pt x="4319" y="1252"/>
                </a:lnTo>
                <a:lnTo>
                  <a:pt x="5106" y="990"/>
                </a:lnTo>
                <a:lnTo>
                  <a:pt x="6175" y="647"/>
                </a:lnTo>
                <a:lnTo>
                  <a:pt x="6740" y="505"/>
                </a:lnTo>
                <a:lnTo>
                  <a:pt x="7326" y="364"/>
                </a:lnTo>
                <a:lnTo>
                  <a:pt x="7911" y="243"/>
                </a:lnTo>
                <a:lnTo>
                  <a:pt x="8496" y="162"/>
                </a:lnTo>
                <a:lnTo>
                  <a:pt x="9101" y="102"/>
                </a:lnTo>
                <a:lnTo>
                  <a:pt x="9727" y="82"/>
                </a:lnTo>
                <a:close/>
                <a:moveTo>
                  <a:pt x="9384" y="1"/>
                </a:moveTo>
                <a:lnTo>
                  <a:pt x="8718" y="62"/>
                </a:lnTo>
                <a:lnTo>
                  <a:pt x="8092" y="142"/>
                </a:lnTo>
                <a:lnTo>
                  <a:pt x="7447" y="243"/>
                </a:lnTo>
                <a:lnTo>
                  <a:pt x="6841" y="384"/>
                </a:lnTo>
                <a:lnTo>
                  <a:pt x="6236" y="546"/>
                </a:lnTo>
                <a:lnTo>
                  <a:pt x="5651" y="727"/>
                </a:lnTo>
                <a:lnTo>
                  <a:pt x="5086" y="909"/>
                </a:lnTo>
                <a:lnTo>
                  <a:pt x="4299" y="1171"/>
                </a:lnTo>
                <a:lnTo>
                  <a:pt x="3491" y="1474"/>
                </a:lnTo>
                <a:lnTo>
                  <a:pt x="3108" y="1656"/>
                </a:lnTo>
                <a:lnTo>
                  <a:pt x="2704" y="1837"/>
                </a:lnTo>
                <a:lnTo>
                  <a:pt x="2321" y="2039"/>
                </a:lnTo>
                <a:lnTo>
                  <a:pt x="1938" y="2261"/>
                </a:lnTo>
                <a:lnTo>
                  <a:pt x="1655" y="2443"/>
                </a:lnTo>
                <a:lnTo>
                  <a:pt x="1352" y="2685"/>
                </a:lnTo>
                <a:lnTo>
                  <a:pt x="1029" y="2947"/>
                </a:lnTo>
                <a:lnTo>
                  <a:pt x="727" y="3250"/>
                </a:lnTo>
                <a:lnTo>
                  <a:pt x="585" y="3432"/>
                </a:lnTo>
                <a:lnTo>
                  <a:pt x="464" y="3613"/>
                </a:lnTo>
                <a:lnTo>
                  <a:pt x="343" y="3795"/>
                </a:lnTo>
                <a:lnTo>
                  <a:pt x="222" y="3997"/>
                </a:lnTo>
                <a:lnTo>
                  <a:pt x="142" y="4219"/>
                </a:lnTo>
                <a:lnTo>
                  <a:pt x="61" y="4441"/>
                </a:lnTo>
                <a:lnTo>
                  <a:pt x="20" y="4663"/>
                </a:lnTo>
                <a:lnTo>
                  <a:pt x="0" y="4905"/>
                </a:lnTo>
                <a:lnTo>
                  <a:pt x="0" y="5167"/>
                </a:lnTo>
                <a:lnTo>
                  <a:pt x="20" y="5429"/>
                </a:lnTo>
                <a:lnTo>
                  <a:pt x="101" y="5712"/>
                </a:lnTo>
                <a:lnTo>
                  <a:pt x="202" y="5974"/>
                </a:lnTo>
                <a:lnTo>
                  <a:pt x="323" y="6216"/>
                </a:lnTo>
                <a:lnTo>
                  <a:pt x="485" y="6459"/>
                </a:lnTo>
                <a:lnTo>
                  <a:pt x="646" y="6701"/>
                </a:lnTo>
                <a:lnTo>
                  <a:pt x="868" y="6903"/>
                </a:lnTo>
                <a:lnTo>
                  <a:pt x="1070" y="7084"/>
                </a:lnTo>
                <a:lnTo>
                  <a:pt x="1272" y="7225"/>
                </a:lnTo>
                <a:lnTo>
                  <a:pt x="1514" y="7367"/>
                </a:lnTo>
                <a:lnTo>
                  <a:pt x="1756" y="7488"/>
                </a:lnTo>
                <a:lnTo>
                  <a:pt x="2018" y="7609"/>
                </a:lnTo>
                <a:lnTo>
                  <a:pt x="2301" y="7690"/>
                </a:lnTo>
                <a:lnTo>
                  <a:pt x="2583" y="7770"/>
                </a:lnTo>
                <a:lnTo>
                  <a:pt x="2886" y="7831"/>
                </a:lnTo>
                <a:lnTo>
                  <a:pt x="3269" y="7871"/>
                </a:lnTo>
                <a:lnTo>
                  <a:pt x="3673" y="7891"/>
                </a:lnTo>
                <a:lnTo>
                  <a:pt x="4137" y="7871"/>
                </a:lnTo>
                <a:lnTo>
                  <a:pt x="4601" y="7811"/>
                </a:lnTo>
                <a:lnTo>
                  <a:pt x="5045" y="7710"/>
                </a:lnTo>
                <a:lnTo>
                  <a:pt x="5489" y="7548"/>
                </a:lnTo>
                <a:lnTo>
                  <a:pt x="5913" y="7367"/>
                </a:lnTo>
                <a:lnTo>
                  <a:pt x="6337" y="7145"/>
                </a:lnTo>
                <a:lnTo>
                  <a:pt x="6720" y="6882"/>
                </a:lnTo>
                <a:lnTo>
                  <a:pt x="7083" y="6580"/>
                </a:lnTo>
                <a:lnTo>
                  <a:pt x="7346" y="6338"/>
                </a:lnTo>
                <a:lnTo>
                  <a:pt x="7588" y="6055"/>
                </a:lnTo>
                <a:lnTo>
                  <a:pt x="7830" y="5752"/>
                </a:lnTo>
                <a:lnTo>
                  <a:pt x="8052" y="5429"/>
                </a:lnTo>
                <a:lnTo>
                  <a:pt x="8274" y="5086"/>
                </a:lnTo>
                <a:lnTo>
                  <a:pt x="8476" y="4703"/>
                </a:lnTo>
                <a:lnTo>
                  <a:pt x="8698" y="4279"/>
                </a:lnTo>
                <a:lnTo>
                  <a:pt x="8900" y="3815"/>
                </a:lnTo>
                <a:lnTo>
                  <a:pt x="9101" y="3311"/>
                </a:lnTo>
                <a:lnTo>
                  <a:pt x="9303" y="2786"/>
                </a:lnTo>
                <a:lnTo>
                  <a:pt x="9424" y="2544"/>
                </a:lnTo>
                <a:lnTo>
                  <a:pt x="9566" y="2322"/>
                </a:lnTo>
                <a:lnTo>
                  <a:pt x="9727" y="2100"/>
                </a:lnTo>
                <a:lnTo>
                  <a:pt x="9929" y="1918"/>
                </a:lnTo>
                <a:lnTo>
                  <a:pt x="10171" y="1757"/>
                </a:lnTo>
                <a:lnTo>
                  <a:pt x="10454" y="1615"/>
                </a:lnTo>
                <a:lnTo>
                  <a:pt x="10595" y="1555"/>
                </a:lnTo>
                <a:lnTo>
                  <a:pt x="10797" y="1474"/>
                </a:lnTo>
                <a:lnTo>
                  <a:pt x="10978" y="1373"/>
                </a:lnTo>
                <a:lnTo>
                  <a:pt x="11059" y="1313"/>
                </a:lnTo>
                <a:lnTo>
                  <a:pt x="11140" y="1252"/>
                </a:lnTo>
                <a:lnTo>
                  <a:pt x="11200" y="1171"/>
                </a:lnTo>
                <a:lnTo>
                  <a:pt x="11261" y="1071"/>
                </a:lnTo>
                <a:lnTo>
                  <a:pt x="11301" y="970"/>
                </a:lnTo>
                <a:lnTo>
                  <a:pt x="11301" y="849"/>
                </a:lnTo>
                <a:lnTo>
                  <a:pt x="11301" y="727"/>
                </a:lnTo>
                <a:lnTo>
                  <a:pt x="11261" y="606"/>
                </a:lnTo>
                <a:lnTo>
                  <a:pt x="11200" y="485"/>
                </a:lnTo>
                <a:lnTo>
                  <a:pt x="11119" y="384"/>
                </a:lnTo>
                <a:lnTo>
                  <a:pt x="11039" y="304"/>
                </a:lnTo>
                <a:lnTo>
                  <a:pt x="10938" y="223"/>
                </a:lnTo>
                <a:lnTo>
                  <a:pt x="10837" y="162"/>
                </a:lnTo>
                <a:lnTo>
                  <a:pt x="10736" y="122"/>
                </a:lnTo>
                <a:lnTo>
                  <a:pt x="10514" y="62"/>
                </a:lnTo>
                <a:lnTo>
                  <a:pt x="10272" y="21"/>
                </a:lnTo>
                <a:lnTo>
                  <a:pt x="10030" y="1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88" name="Google Shape;1288;p16"/>
          <p:cNvSpPr/>
          <p:nvPr/>
        </p:nvSpPr>
        <p:spPr>
          <a:xfrm flipH="1">
            <a:off x="3945865" y="4790431"/>
            <a:ext cx="262933" cy="275344"/>
          </a:xfrm>
          <a:custGeom>
            <a:rect b="b" l="l" r="r" t="t"/>
            <a:pathLst>
              <a:path extrusionOk="0" h="4925" w="4703">
                <a:moveTo>
                  <a:pt x="1938" y="81"/>
                </a:moveTo>
                <a:lnTo>
                  <a:pt x="2160" y="122"/>
                </a:lnTo>
                <a:lnTo>
                  <a:pt x="2382" y="182"/>
                </a:lnTo>
                <a:lnTo>
                  <a:pt x="2604" y="283"/>
                </a:lnTo>
                <a:lnTo>
                  <a:pt x="2785" y="384"/>
                </a:lnTo>
                <a:lnTo>
                  <a:pt x="2967" y="505"/>
                </a:lnTo>
                <a:lnTo>
                  <a:pt x="3129" y="626"/>
                </a:lnTo>
                <a:lnTo>
                  <a:pt x="3411" y="889"/>
                </a:lnTo>
                <a:lnTo>
                  <a:pt x="3613" y="1111"/>
                </a:lnTo>
                <a:lnTo>
                  <a:pt x="3794" y="1353"/>
                </a:lnTo>
                <a:lnTo>
                  <a:pt x="3976" y="1595"/>
                </a:lnTo>
                <a:lnTo>
                  <a:pt x="4117" y="1857"/>
                </a:lnTo>
                <a:lnTo>
                  <a:pt x="4259" y="2120"/>
                </a:lnTo>
                <a:lnTo>
                  <a:pt x="4380" y="2402"/>
                </a:lnTo>
                <a:lnTo>
                  <a:pt x="4460" y="2685"/>
                </a:lnTo>
                <a:lnTo>
                  <a:pt x="4541" y="2967"/>
                </a:lnTo>
                <a:lnTo>
                  <a:pt x="4602" y="3330"/>
                </a:lnTo>
                <a:lnTo>
                  <a:pt x="4622" y="3472"/>
                </a:lnTo>
                <a:lnTo>
                  <a:pt x="4622" y="3633"/>
                </a:lnTo>
                <a:lnTo>
                  <a:pt x="4602" y="3774"/>
                </a:lnTo>
                <a:lnTo>
                  <a:pt x="4561" y="3895"/>
                </a:lnTo>
                <a:lnTo>
                  <a:pt x="4521" y="4016"/>
                </a:lnTo>
                <a:lnTo>
                  <a:pt x="4481" y="4138"/>
                </a:lnTo>
                <a:lnTo>
                  <a:pt x="4380" y="4279"/>
                </a:lnTo>
                <a:lnTo>
                  <a:pt x="4238" y="4400"/>
                </a:lnTo>
                <a:lnTo>
                  <a:pt x="4097" y="4521"/>
                </a:lnTo>
                <a:lnTo>
                  <a:pt x="3916" y="4622"/>
                </a:lnTo>
                <a:lnTo>
                  <a:pt x="3673" y="4723"/>
                </a:lnTo>
                <a:lnTo>
                  <a:pt x="3431" y="4783"/>
                </a:lnTo>
                <a:lnTo>
                  <a:pt x="3189" y="4844"/>
                </a:lnTo>
                <a:lnTo>
                  <a:pt x="2685" y="4844"/>
                </a:lnTo>
                <a:lnTo>
                  <a:pt x="2442" y="4804"/>
                </a:lnTo>
                <a:lnTo>
                  <a:pt x="2200" y="4723"/>
                </a:lnTo>
                <a:lnTo>
                  <a:pt x="1958" y="4622"/>
                </a:lnTo>
                <a:lnTo>
                  <a:pt x="1676" y="4460"/>
                </a:lnTo>
                <a:lnTo>
                  <a:pt x="1393" y="4238"/>
                </a:lnTo>
                <a:lnTo>
                  <a:pt x="1111" y="3976"/>
                </a:lnTo>
                <a:lnTo>
                  <a:pt x="868" y="3694"/>
                </a:lnTo>
                <a:lnTo>
                  <a:pt x="646" y="3391"/>
                </a:lnTo>
                <a:lnTo>
                  <a:pt x="445" y="3068"/>
                </a:lnTo>
                <a:lnTo>
                  <a:pt x="283" y="2725"/>
                </a:lnTo>
                <a:lnTo>
                  <a:pt x="162" y="2382"/>
                </a:lnTo>
                <a:lnTo>
                  <a:pt x="122" y="2160"/>
                </a:lnTo>
                <a:lnTo>
                  <a:pt x="81" y="1958"/>
                </a:lnTo>
                <a:lnTo>
                  <a:pt x="81" y="1756"/>
                </a:lnTo>
                <a:lnTo>
                  <a:pt x="81" y="1555"/>
                </a:lnTo>
                <a:lnTo>
                  <a:pt x="122" y="1373"/>
                </a:lnTo>
                <a:lnTo>
                  <a:pt x="162" y="1191"/>
                </a:lnTo>
                <a:lnTo>
                  <a:pt x="243" y="1010"/>
                </a:lnTo>
                <a:lnTo>
                  <a:pt x="323" y="848"/>
                </a:lnTo>
                <a:lnTo>
                  <a:pt x="445" y="687"/>
                </a:lnTo>
                <a:lnTo>
                  <a:pt x="606" y="525"/>
                </a:lnTo>
                <a:lnTo>
                  <a:pt x="767" y="404"/>
                </a:lnTo>
                <a:lnTo>
                  <a:pt x="949" y="283"/>
                </a:lnTo>
                <a:lnTo>
                  <a:pt x="1151" y="202"/>
                </a:lnTo>
                <a:lnTo>
                  <a:pt x="1353" y="122"/>
                </a:lnTo>
                <a:lnTo>
                  <a:pt x="1554" y="81"/>
                </a:lnTo>
                <a:close/>
                <a:moveTo>
                  <a:pt x="1696" y="1"/>
                </a:moveTo>
                <a:lnTo>
                  <a:pt x="1454" y="21"/>
                </a:lnTo>
                <a:lnTo>
                  <a:pt x="1211" y="81"/>
                </a:lnTo>
                <a:lnTo>
                  <a:pt x="989" y="182"/>
                </a:lnTo>
                <a:lnTo>
                  <a:pt x="767" y="303"/>
                </a:lnTo>
                <a:lnTo>
                  <a:pt x="586" y="445"/>
                </a:lnTo>
                <a:lnTo>
                  <a:pt x="404" y="626"/>
                </a:lnTo>
                <a:lnTo>
                  <a:pt x="263" y="808"/>
                </a:lnTo>
                <a:lnTo>
                  <a:pt x="162" y="989"/>
                </a:lnTo>
                <a:lnTo>
                  <a:pt x="81" y="1171"/>
                </a:lnTo>
                <a:lnTo>
                  <a:pt x="41" y="1353"/>
                </a:lnTo>
                <a:lnTo>
                  <a:pt x="1" y="1555"/>
                </a:lnTo>
                <a:lnTo>
                  <a:pt x="1" y="1756"/>
                </a:lnTo>
                <a:lnTo>
                  <a:pt x="1" y="1958"/>
                </a:lnTo>
                <a:lnTo>
                  <a:pt x="41" y="2180"/>
                </a:lnTo>
                <a:lnTo>
                  <a:pt x="81" y="2402"/>
                </a:lnTo>
                <a:lnTo>
                  <a:pt x="202" y="2745"/>
                </a:lnTo>
                <a:lnTo>
                  <a:pt x="364" y="3088"/>
                </a:lnTo>
                <a:lnTo>
                  <a:pt x="566" y="3431"/>
                </a:lnTo>
                <a:lnTo>
                  <a:pt x="808" y="3754"/>
                </a:lnTo>
                <a:lnTo>
                  <a:pt x="1050" y="4037"/>
                </a:lnTo>
                <a:lnTo>
                  <a:pt x="1332" y="4299"/>
                </a:lnTo>
                <a:lnTo>
                  <a:pt x="1635" y="4521"/>
                </a:lnTo>
                <a:lnTo>
                  <a:pt x="1938" y="4703"/>
                </a:lnTo>
                <a:lnTo>
                  <a:pt x="2160" y="4804"/>
                </a:lnTo>
                <a:lnTo>
                  <a:pt x="2422" y="4864"/>
                </a:lnTo>
                <a:lnTo>
                  <a:pt x="2664" y="4925"/>
                </a:lnTo>
                <a:lnTo>
                  <a:pt x="3189" y="4925"/>
                </a:lnTo>
                <a:lnTo>
                  <a:pt x="3451" y="4864"/>
                </a:lnTo>
                <a:lnTo>
                  <a:pt x="3714" y="4804"/>
                </a:lnTo>
                <a:lnTo>
                  <a:pt x="3956" y="4682"/>
                </a:lnTo>
                <a:lnTo>
                  <a:pt x="4138" y="4582"/>
                </a:lnTo>
                <a:lnTo>
                  <a:pt x="4299" y="4460"/>
                </a:lnTo>
                <a:lnTo>
                  <a:pt x="4440" y="4319"/>
                </a:lnTo>
                <a:lnTo>
                  <a:pt x="4541" y="4178"/>
                </a:lnTo>
                <a:lnTo>
                  <a:pt x="4602" y="4057"/>
                </a:lnTo>
                <a:lnTo>
                  <a:pt x="4642" y="3916"/>
                </a:lnTo>
                <a:lnTo>
                  <a:pt x="4682" y="3795"/>
                </a:lnTo>
                <a:lnTo>
                  <a:pt x="4703" y="3633"/>
                </a:lnTo>
                <a:lnTo>
                  <a:pt x="4703" y="3492"/>
                </a:lnTo>
                <a:lnTo>
                  <a:pt x="4682" y="3310"/>
                </a:lnTo>
                <a:lnTo>
                  <a:pt x="4622" y="2947"/>
                </a:lnTo>
                <a:lnTo>
                  <a:pt x="4541" y="2664"/>
                </a:lnTo>
                <a:lnTo>
                  <a:pt x="4440" y="2362"/>
                </a:lnTo>
                <a:lnTo>
                  <a:pt x="4339" y="2099"/>
                </a:lnTo>
                <a:lnTo>
                  <a:pt x="4198" y="1817"/>
                </a:lnTo>
                <a:lnTo>
                  <a:pt x="4037" y="1555"/>
                </a:lnTo>
                <a:lnTo>
                  <a:pt x="3855" y="1312"/>
                </a:lnTo>
                <a:lnTo>
                  <a:pt x="3673" y="1070"/>
                </a:lnTo>
                <a:lnTo>
                  <a:pt x="3472" y="828"/>
                </a:lnTo>
                <a:lnTo>
                  <a:pt x="3189" y="566"/>
                </a:lnTo>
                <a:lnTo>
                  <a:pt x="3007" y="445"/>
                </a:lnTo>
                <a:lnTo>
                  <a:pt x="2826" y="324"/>
                </a:lnTo>
                <a:lnTo>
                  <a:pt x="2624" y="202"/>
                </a:lnTo>
                <a:lnTo>
                  <a:pt x="2422" y="102"/>
                </a:lnTo>
                <a:lnTo>
                  <a:pt x="2180" y="41"/>
                </a:lnTo>
                <a:lnTo>
                  <a:pt x="1938" y="1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89" name="Google Shape;1289;p16"/>
          <p:cNvSpPr/>
          <p:nvPr/>
        </p:nvSpPr>
        <p:spPr>
          <a:xfrm flipH="1">
            <a:off x="6283366" y="-122767"/>
            <a:ext cx="2259893" cy="1045918"/>
          </a:xfrm>
          <a:custGeom>
            <a:rect b="b" l="l" r="r" t="t"/>
            <a:pathLst>
              <a:path extrusionOk="0" h="18708" w="40422">
                <a:moveTo>
                  <a:pt x="37434" y="81"/>
                </a:moveTo>
                <a:lnTo>
                  <a:pt x="37919" y="101"/>
                </a:lnTo>
                <a:lnTo>
                  <a:pt x="38403" y="162"/>
                </a:lnTo>
                <a:lnTo>
                  <a:pt x="38887" y="263"/>
                </a:lnTo>
                <a:lnTo>
                  <a:pt x="39372" y="384"/>
                </a:lnTo>
                <a:lnTo>
                  <a:pt x="39634" y="485"/>
                </a:lnTo>
                <a:lnTo>
                  <a:pt x="39796" y="566"/>
                </a:lnTo>
                <a:lnTo>
                  <a:pt x="39957" y="666"/>
                </a:lnTo>
                <a:lnTo>
                  <a:pt x="40098" y="808"/>
                </a:lnTo>
                <a:lnTo>
                  <a:pt x="40219" y="949"/>
                </a:lnTo>
                <a:lnTo>
                  <a:pt x="40260" y="1030"/>
                </a:lnTo>
                <a:lnTo>
                  <a:pt x="40300" y="1110"/>
                </a:lnTo>
                <a:lnTo>
                  <a:pt x="40320" y="1211"/>
                </a:lnTo>
                <a:lnTo>
                  <a:pt x="40340" y="1292"/>
                </a:lnTo>
                <a:lnTo>
                  <a:pt x="40320" y="1413"/>
                </a:lnTo>
                <a:lnTo>
                  <a:pt x="40300" y="1534"/>
                </a:lnTo>
                <a:lnTo>
                  <a:pt x="40260" y="1655"/>
                </a:lnTo>
                <a:lnTo>
                  <a:pt x="40199" y="1756"/>
                </a:lnTo>
                <a:lnTo>
                  <a:pt x="40058" y="1958"/>
                </a:lnTo>
                <a:lnTo>
                  <a:pt x="39876" y="2160"/>
                </a:lnTo>
                <a:lnTo>
                  <a:pt x="39513" y="2523"/>
                </a:lnTo>
                <a:lnTo>
                  <a:pt x="39130" y="2886"/>
                </a:lnTo>
                <a:lnTo>
                  <a:pt x="38322" y="3572"/>
                </a:lnTo>
                <a:lnTo>
                  <a:pt x="37677" y="4117"/>
                </a:lnTo>
                <a:lnTo>
                  <a:pt x="37051" y="4682"/>
                </a:lnTo>
                <a:lnTo>
                  <a:pt x="36748" y="4985"/>
                </a:lnTo>
                <a:lnTo>
                  <a:pt x="36466" y="5308"/>
                </a:lnTo>
                <a:lnTo>
                  <a:pt x="36203" y="5631"/>
                </a:lnTo>
                <a:lnTo>
                  <a:pt x="35961" y="5974"/>
                </a:lnTo>
                <a:lnTo>
                  <a:pt x="35719" y="6337"/>
                </a:lnTo>
                <a:lnTo>
                  <a:pt x="35517" y="6700"/>
                </a:lnTo>
                <a:lnTo>
                  <a:pt x="35336" y="7084"/>
                </a:lnTo>
                <a:lnTo>
                  <a:pt x="35174" y="7467"/>
                </a:lnTo>
                <a:lnTo>
                  <a:pt x="34872" y="8254"/>
                </a:lnTo>
                <a:lnTo>
                  <a:pt x="34589" y="9041"/>
                </a:lnTo>
                <a:lnTo>
                  <a:pt x="34307" y="9869"/>
                </a:lnTo>
                <a:lnTo>
                  <a:pt x="34145" y="10292"/>
                </a:lnTo>
                <a:lnTo>
                  <a:pt x="33984" y="10696"/>
                </a:lnTo>
                <a:lnTo>
                  <a:pt x="33802" y="11100"/>
                </a:lnTo>
                <a:lnTo>
                  <a:pt x="33600" y="11503"/>
                </a:lnTo>
                <a:lnTo>
                  <a:pt x="33378" y="11887"/>
                </a:lnTo>
                <a:lnTo>
                  <a:pt x="33136" y="12250"/>
                </a:lnTo>
                <a:lnTo>
                  <a:pt x="32914" y="12512"/>
                </a:lnTo>
                <a:lnTo>
                  <a:pt x="32712" y="12754"/>
                </a:lnTo>
                <a:lnTo>
                  <a:pt x="32470" y="12996"/>
                </a:lnTo>
                <a:lnTo>
                  <a:pt x="32228" y="13239"/>
                </a:lnTo>
                <a:lnTo>
                  <a:pt x="31986" y="13440"/>
                </a:lnTo>
                <a:lnTo>
                  <a:pt x="31724" y="13642"/>
                </a:lnTo>
                <a:lnTo>
                  <a:pt x="31199" y="14026"/>
                </a:lnTo>
                <a:lnTo>
                  <a:pt x="30634" y="14369"/>
                </a:lnTo>
                <a:lnTo>
                  <a:pt x="30069" y="14692"/>
                </a:lnTo>
                <a:lnTo>
                  <a:pt x="29504" y="14954"/>
                </a:lnTo>
                <a:lnTo>
                  <a:pt x="28939" y="15216"/>
                </a:lnTo>
                <a:lnTo>
                  <a:pt x="27970" y="15640"/>
                </a:lnTo>
                <a:lnTo>
                  <a:pt x="26961" y="16024"/>
                </a:lnTo>
                <a:lnTo>
                  <a:pt x="25952" y="16387"/>
                </a:lnTo>
                <a:lnTo>
                  <a:pt x="24923" y="16730"/>
                </a:lnTo>
                <a:lnTo>
                  <a:pt x="23873" y="17033"/>
                </a:lnTo>
                <a:lnTo>
                  <a:pt x="22804" y="17315"/>
                </a:lnTo>
                <a:lnTo>
                  <a:pt x="21714" y="17557"/>
                </a:lnTo>
                <a:lnTo>
                  <a:pt x="20604" y="17799"/>
                </a:lnTo>
                <a:lnTo>
                  <a:pt x="19494" y="18001"/>
                </a:lnTo>
                <a:lnTo>
                  <a:pt x="18344" y="18163"/>
                </a:lnTo>
                <a:lnTo>
                  <a:pt x="17194" y="18304"/>
                </a:lnTo>
                <a:lnTo>
                  <a:pt x="16023" y="18425"/>
                </a:lnTo>
                <a:lnTo>
                  <a:pt x="14833" y="18526"/>
                </a:lnTo>
                <a:lnTo>
                  <a:pt x="13622" y="18586"/>
                </a:lnTo>
                <a:lnTo>
                  <a:pt x="12391" y="18607"/>
                </a:lnTo>
                <a:lnTo>
                  <a:pt x="11160" y="18627"/>
                </a:lnTo>
                <a:lnTo>
                  <a:pt x="10091" y="18607"/>
                </a:lnTo>
                <a:lnTo>
                  <a:pt x="8981" y="18566"/>
                </a:lnTo>
                <a:lnTo>
                  <a:pt x="7810" y="18465"/>
                </a:lnTo>
                <a:lnTo>
                  <a:pt x="7205" y="18405"/>
                </a:lnTo>
                <a:lnTo>
                  <a:pt x="6599" y="18324"/>
                </a:lnTo>
                <a:lnTo>
                  <a:pt x="5994" y="18243"/>
                </a:lnTo>
                <a:lnTo>
                  <a:pt x="5368" y="18122"/>
                </a:lnTo>
                <a:lnTo>
                  <a:pt x="4763" y="17981"/>
                </a:lnTo>
                <a:lnTo>
                  <a:pt x="4137" y="17840"/>
                </a:lnTo>
                <a:lnTo>
                  <a:pt x="3532" y="17658"/>
                </a:lnTo>
                <a:lnTo>
                  <a:pt x="2927" y="17456"/>
                </a:lnTo>
                <a:lnTo>
                  <a:pt x="2321" y="17234"/>
                </a:lnTo>
                <a:lnTo>
                  <a:pt x="1716" y="16972"/>
                </a:lnTo>
                <a:lnTo>
                  <a:pt x="1312" y="16790"/>
                </a:lnTo>
                <a:lnTo>
                  <a:pt x="1131" y="16669"/>
                </a:lnTo>
                <a:lnTo>
                  <a:pt x="949" y="16548"/>
                </a:lnTo>
                <a:lnTo>
                  <a:pt x="767" y="16427"/>
                </a:lnTo>
                <a:lnTo>
                  <a:pt x="606" y="16286"/>
                </a:lnTo>
                <a:lnTo>
                  <a:pt x="465" y="16124"/>
                </a:lnTo>
                <a:lnTo>
                  <a:pt x="323" y="15963"/>
                </a:lnTo>
                <a:lnTo>
                  <a:pt x="243" y="15802"/>
                </a:lnTo>
                <a:lnTo>
                  <a:pt x="162" y="15640"/>
                </a:lnTo>
                <a:lnTo>
                  <a:pt x="122" y="15499"/>
                </a:lnTo>
                <a:lnTo>
                  <a:pt x="101" y="15337"/>
                </a:lnTo>
                <a:lnTo>
                  <a:pt x="81" y="15196"/>
                </a:lnTo>
                <a:lnTo>
                  <a:pt x="101" y="15055"/>
                </a:lnTo>
                <a:lnTo>
                  <a:pt x="122" y="14914"/>
                </a:lnTo>
                <a:lnTo>
                  <a:pt x="162" y="14772"/>
                </a:lnTo>
                <a:lnTo>
                  <a:pt x="222" y="14631"/>
                </a:lnTo>
                <a:lnTo>
                  <a:pt x="283" y="14490"/>
                </a:lnTo>
                <a:lnTo>
                  <a:pt x="444" y="14207"/>
                </a:lnTo>
                <a:lnTo>
                  <a:pt x="646" y="13945"/>
                </a:lnTo>
                <a:lnTo>
                  <a:pt x="868" y="13703"/>
                </a:lnTo>
                <a:lnTo>
                  <a:pt x="1453" y="13077"/>
                </a:lnTo>
                <a:lnTo>
                  <a:pt x="2059" y="12472"/>
                </a:lnTo>
                <a:lnTo>
                  <a:pt x="2684" y="11887"/>
                </a:lnTo>
                <a:lnTo>
                  <a:pt x="3310" y="11322"/>
                </a:lnTo>
                <a:lnTo>
                  <a:pt x="3936" y="10797"/>
                </a:lnTo>
                <a:lnTo>
                  <a:pt x="4602" y="10272"/>
                </a:lnTo>
                <a:lnTo>
                  <a:pt x="5267" y="9768"/>
                </a:lnTo>
                <a:lnTo>
                  <a:pt x="5974" y="9283"/>
                </a:lnTo>
                <a:lnTo>
                  <a:pt x="6680" y="8819"/>
                </a:lnTo>
                <a:lnTo>
                  <a:pt x="7427" y="8355"/>
                </a:lnTo>
                <a:lnTo>
                  <a:pt x="8173" y="7891"/>
                </a:lnTo>
                <a:lnTo>
                  <a:pt x="8960" y="7467"/>
                </a:lnTo>
                <a:lnTo>
                  <a:pt x="9808" y="7003"/>
                </a:lnTo>
                <a:lnTo>
                  <a:pt x="10676" y="6579"/>
                </a:lnTo>
                <a:lnTo>
                  <a:pt x="11564" y="6155"/>
                </a:lnTo>
                <a:lnTo>
                  <a:pt x="12492" y="5752"/>
                </a:lnTo>
                <a:lnTo>
                  <a:pt x="13380" y="5389"/>
                </a:lnTo>
                <a:lnTo>
                  <a:pt x="14268" y="5046"/>
                </a:lnTo>
                <a:lnTo>
                  <a:pt x="15176" y="4702"/>
                </a:lnTo>
                <a:lnTo>
                  <a:pt x="16084" y="4380"/>
                </a:lnTo>
                <a:lnTo>
                  <a:pt x="17012" y="4077"/>
                </a:lnTo>
                <a:lnTo>
                  <a:pt x="17920" y="3794"/>
                </a:lnTo>
                <a:lnTo>
                  <a:pt x="18849" y="3512"/>
                </a:lnTo>
                <a:lnTo>
                  <a:pt x="19777" y="3270"/>
                </a:lnTo>
                <a:lnTo>
                  <a:pt x="21613" y="2765"/>
                </a:lnTo>
                <a:lnTo>
                  <a:pt x="23470" y="2321"/>
                </a:lnTo>
                <a:lnTo>
                  <a:pt x="25286" y="1918"/>
                </a:lnTo>
                <a:lnTo>
                  <a:pt x="27102" y="1534"/>
                </a:lnTo>
                <a:lnTo>
                  <a:pt x="29362" y="1070"/>
                </a:lnTo>
                <a:lnTo>
                  <a:pt x="30452" y="868"/>
                </a:lnTo>
                <a:lnTo>
                  <a:pt x="31502" y="687"/>
                </a:lnTo>
                <a:lnTo>
                  <a:pt x="32531" y="525"/>
                </a:lnTo>
                <a:lnTo>
                  <a:pt x="33560" y="384"/>
                </a:lnTo>
                <a:lnTo>
                  <a:pt x="34569" y="263"/>
                </a:lnTo>
                <a:lnTo>
                  <a:pt x="35578" y="162"/>
                </a:lnTo>
                <a:lnTo>
                  <a:pt x="36486" y="81"/>
                </a:lnTo>
                <a:close/>
                <a:moveTo>
                  <a:pt x="36486" y="1"/>
                </a:moveTo>
                <a:lnTo>
                  <a:pt x="35558" y="81"/>
                </a:lnTo>
                <a:lnTo>
                  <a:pt x="34549" y="182"/>
                </a:lnTo>
                <a:lnTo>
                  <a:pt x="33540" y="303"/>
                </a:lnTo>
                <a:lnTo>
                  <a:pt x="32511" y="444"/>
                </a:lnTo>
                <a:lnTo>
                  <a:pt x="31481" y="606"/>
                </a:lnTo>
                <a:lnTo>
                  <a:pt x="30432" y="788"/>
                </a:lnTo>
                <a:lnTo>
                  <a:pt x="29362" y="989"/>
                </a:lnTo>
                <a:lnTo>
                  <a:pt x="27082" y="1453"/>
                </a:lnTo>
                <a:lnTo>
                  <a:pt x="25286" y="1837"/>
                </a:lnTo>
                <a:lnTo>
                  <a:pt x="23450" y="2241"/>
                </a:lnTo>
                <a:lnTo>
                  <a:pt x="21593" y="2705"/>
                </a:lnTo>
                <a:lnTo>
                  <a:pt x="19757" y="3189"/>
                </a:lnTo>
                <a:lnTo>
                  <a:pt x="18828" y="3451"/>
                </a:lnTo>
                <a:lnTo>
                  <a:pt x="17900" y="3714"/>
                </a:lnTo>
                <a:lnTo>
                  <a:pt x="16992" y="3996"/>
                </a:lnTo>
                <a:lnTo>
                  <a:pt x="16064" y="4299"/>
                </a:lnTo>
                <a:lnTo>
                  <a:pt x="15156" y="4622"/>
                </a:lnTo>
                <a:lnTo>
                  <a:pt x="14248" y="4965"/>
                </a:lnTo>
                <a:lnTo>
                  <a:pt x="13339" y="5308"/>
                </a:lnTo>
                <a:lnTo>
                  <a:pt x="12452" y="5691"/>
                </a:lnTo>
                <a:lnTo>
                  <a:pt x="11543" y="6095"/>
                </a:lnTo>
                <a:lnTo>
                  <a:pt x="10635" y="6499"/>
                </a:lnTo>
                <a:lnTo>
                  <a:pt x="9768" y="6942"/>
                </a:lnTo>
                <a:lnTo>
                  <a:pt x="8920" y="7386"/>
                </a:lnTo>
                <a:lnTo>
                  <a:pt x="8133" y="7830"/>
                </a:lnTo>
                <a:lnTo>
                  <a:pt x="7386" y="8274"/>
                </a:lnTo>
                <a:lnTo>
                  <a:pt x="6640" y="8738"/>
                </a:lnTo>
                <a:lnTo>
                  <a:pt x="5933" y="9223"/>
                </a:lnTo>
                <a:lnTo>
                  <a:pt x="5227" y="9707"/>
                </a:lnTo>
                <a:lnTo>
                  <a:pt x="4541" y="10212"/>
                </a:lnTo>
                <a:lnTo>
                  <a:pt x="3895" y="10736"/>
                </a:lnTo>
                <a:lnTo>
                  <a:pt x="3270" y="11261"/>
                </a:lnTo>
                <a:lnTo>
                  <a:pt x="2624" y="11826"/>
                </a:lnTo>
                <a:lnTo>
                  <a:pt x="1998" y="12411"/>
                </a:lnTo>
                <a:lnTo>
                  <a:pt x="1393" y="13017"/>
                </a:lnTo>
                <a:lnTo>
                  <a:pt x="808" y="13642"/>
                </a:lnTo>
                <a:lnTo>
                  <a:pt x="586" y="13905"/>
                </a:lnTo>
                <a:lnTo>
                  <a:pt x="364" y="14187"/>
                </a:lnTo>
                <a:lnTo>
                  <a:pt x="202" y="14470"/>
                </a:lnTo>
                <a:lnTo>
                  <a:pt x="122" y="14611"/>
                </a:lnTo>
                <a:lnTo>
                  <a:pt x="81" y="14752"/>
                </a:lnTo>
                <a:lnTo>
                  <a:pt x="41" y="14893"/>
                </a:lnTo>
                <a:lnTo>
                  <a:pt x="0" y="15055"/>
                </a:lnTo>
                <a:lnTo>
                  <a:pt x="0" y="15196"/>
                </a:lnTo>
                <a:lnTo>
                  <a:pt x="0" y="15358"/>
                </a:lnTo>
                <a:lnTo>
                  <a:pt x="41" y="15519"/>
                </a:lnTo>
                <a:lnTo>
                  <a:pt x="101" y="15680"/>
                </a:lnTo>
                <a:lnTo>
                  <a:pt x="162" y="15842"/>
                </a:lnTo>
                <a:lnTo>
                  <a:pt x="263" y="16003"/>
                </a:lnTo>
                <a:lnTo>
                  <a:pt x="404" y="16185"/>
                </a:lnTo>
                <a:lnTo>
                  <a:pt x="545" y="16346"/>
                </a:lnTo>
                <a:lnTo>
                  <a:pt x="727" y="16488"/>
                </a:lnTo>
                <a:lnTo>
                  <a:pt x="888" y="16629"/>
                </a:lnTo>
                <a:lnTo>
                  <a:pt x="1090" y="16750"/>
                </a:lnTo>
                <a:lnTo>
                  <a:pt x="1272" y="16851"/>
                </a:lnTo>
                <a:lnTo>
                  <a:pt x="1675" y="17053"/>
                </a:lnTo>
                <a:lnTo>
                  <a:pt x="2281" y="17295"/>
                </a:lnTo>
                <a:lnTo>
                  <a:pt x="2886" y="17537"/>
                </a:lnTo>
                <a:lnTo>
                  <a:pt x="3512" y="17739"/>
                </a:lnTo>
                <a:lnTo>
                  <a:pt x="4117" y="17920"/>
                </a:lnTo>
                <a:lnTo>
                  <a:pt x="4743" y="18062"/>
                </a:lnTo>
                <a:lnTo>
                  <a:pt x="5348" y="18203"/>
                </a:lnTo>
                <a:lnTo>
                  <a:pt x="5974" y="18324"/>
                </a:lnTo>
                <a:lnTo>
                  <a:pt x="6579" y="18405"/>
                </a:lnTo>
                <a:lnTo>
                  <a:pt x="7185" y="18485"/>
                </a:lnTo>
                <a:lnTo>
                  <a:pt x="7790" y="18546"/>
                </a:lnTo>
                <a:lnTo>
                  <a:pt x="8960" y="18647"/>
                </a:lnTo>
                <a:lnTo>
                  <a:pt x="10091" y="18687"/>
                </a:lnTo>
                <a:lnTo>
                  <a:pt x="11160" y="18707"/>
                </a:lnTo>
                <a:lnTo>
                  <a:pt x="11443" y="18707"/>
                </a:lnTo>
                <a:lnTo>
                  <a:pt x="12653" y="18687"/>
                </a:lnTo>
                <a:lnTo>
                  <a:pt x="13864" y="18647"/>
                </a:lnTo>
                <a:lnTo>
                  <a:pt x="15055" y="18586"/>
                </a:lnTo>
                <a:lnTo>
                  <a:pt x="16225" y="18485"/>
                </a:lnTo>
                <a:lnTo>
                  <a:pt x="17376" y="18364"/>
                </a:lnTo>
                <a:lnTo>
                  <a:pt x="18526" y="18223"/>
                </a:lnTo>
                <a:lnTo>
                  <a:pt x="19636" y="18042"/>
                </a:lnTo>
                <a:lnTo>
                  <a:pt x="20746" y="17840"/>
                </a:lnTo>
                <a:lnTo>
                  <a:pt x="21835" y="17618"/>
                </a:lnTo>
                <a:lnTo>
                  <a:pt x="22905" y="17376"/>
                </a:lnTo>
                <a:lnTo>
                  <a:pt x="23974" y="17093"/>
                </a:lnTo>
                <a:lnTo>
                  <a:pt x="25004" y="16790"/>
                </a:lnTo>
                <a:lnTo>
                  <a:pt x="26033" y="16447"/>
                </a:lnTo>
                <a:lnTo>
                  <a:pt x="27022" y="16084"/>
                </a:lnTo>
                <a:lnTo>
                  <a:pt x="28010" y="15701"/>
                </a:lnTo>
                <a:lnTo>
                  <a:pt x="28979" y="15297"/>
                </a:lnTo>
                <a:lnTo>
                  <a:pt x="29544" y="15035"/>
                </a:lnTo>
                <a:lnTo>
                  <a:pt x="30109" y="14752"/>
                </a:lnTo>
                <a:lnTo>
                  <a:pt x="30674" y="14449"/>
                </a:lnTo>
                <a:lnTo>
                  <a:pt x="31239" y="14086"/>
                </a:lnTo>
                <a:lnTo>
                  <a:pt x="31784" y="13703"/>
                </a:lnTo>
                <a:lnTo>
                  <a:pt x="32046" y="13501"/>
                </a:lnTo>
                <a:lnTo>
                  <a:pt x="32289" y="13279"/>
                </a:lnTo>
                <a:lnTo>
                  <a:pt x="32531" y="13057"/>
                </a:lnTo>
                <a:lnTo>
                  <a:pt x="32773" y="12815"/>
                </a:lnTo>
                <a:lnTo>
                  <a:pt x="32995" y="12553"/>
                </a:lnTo>
                <a:lnTo>
                  <a:pt x="33197" y="12290"/>
                </a:lnTo>
                <a:lnTo>
                  <a:pt x="33439" y="11927"/>
                </a:lnTo>
                <a:lnTo>
                  <a:pt x="33661" y="11544"/>
                </a:lnTo>
                <a:lnTo>
                  <a:pt x="33863" y="11140"/>
                </a:lnTo>
                <a:lnTo>
                  <a:pt x="34044" y="10736"/>
                </a:lnTo>
                <a:lnTo>
                  <a:pt x="34226" y="10333"/>
                </a:lnTo>
                <a:lnTo>
                  <a:pt x="34367" y="9909"/>
                </a:lnTo>
                <a:lnTo>
                  <a:pt x="34670" y="9061"/>
                </a:lnTo>
                <a:lnTo>
                  <a:pt x="34952" y="8274"/>
                </a:lnTo>
                <a:lnTo>
                  <a:pt x="35235" y="7487"/>
                </a:lnTo>
                <a:lnTo>
                  <a:pt x="35416" y="7104"/>
                </a:lnTo>
                <a:lnTo>
                  <a:pt x="35598" y="6741"/>
                </a:lnTo>
                <a:lnTo>
                  <a:pt x="35800" y="6377"/>
                </a:lnTo>
                <a:lnTo>
                  <a:pt x="36022" y="6014"/>
                </a:lnTo>
                <a:lnTo>
                  <a:pt x="36264" y="5671"/>
                </a:lnTo>
                <a:lnTo>
                  <a:pt x="36526" y="5348"/>
                </a:lnTo>
                <a:lnTo>
                  <a:pt x="36809" y="5046"/>
                </a:lnTo>
                <a:lnTo>
                  <a:pt x="37112" y="4743"/>
                </a:lnTo>
                <a:lnTo>
                  <a:pt x="37737" y="4178"/>
                </a:lnTo>
                <a:lnTo>
                  <a:pt x="38383" y="3633"/>
                </a:lnTo>
                <a:lnTo>
                  <a:pt x="39170" y="2947"/>
                </a:lnTo>
                <a:lnTo>
                  <a:pt x="39574" y="2584"/>
                </a:lnTo>
                <a:lnTo>
                  <a:pt x="39937" y="2200"/>
                </a:lnTo>
                <a:lnTo>
                  <a:pt x="40118" y="2019"/>
                </a:lnTo>
                <a:lnTo>
                  <a:pt x="40280" y="1797"/>
                </a:lnTo>
                <a:lnTo>
                  <a:pt x="40340" y="1675"/>
                </a:lnTo>
                <a:lnTo>
                  <a:pt x="40381" y="1554"/>
                </a:lnTo>
                <a:lnTo>
                  <a:pt x="40401" y="1433"/>
                </a:lnTo>
                <a:lnTo>
                  <a:pt x="40421" y="1292"/>
                </a:lnTo>
                <a:lnTo>
                  <a:pt x="40401" y="1191"/>
                </a:lnTo>
                <a:lnTo>
                  <a:pt x="40381" y="1090"/>
                </a:lnTo>
                <a:lnTo>
                  <a:pt x="40340" y="989"/>
                </a:lnTo>
                <a:lnTo>
                  <a:pt x="40280" y="909"/>
                </a:lnTo>
                <a:lnTo>
                  <a:pt x="40159" y="747"/>
                </a:lnTo>
                <a:lnTo>
                  <a:pt x="40018" y="626"/>
                </a:lnTo>
                <a:lnTo>
                  <a:pt x="39836" y="505"/>
                </a:lnTo>
                <a:lnTo>
                  <a:pt x="39674" y="424"/>
                </a:lnTo>
                <a:lnTo>
                  <a:pt x="39392" y="303"/>
                </a:lnTo>
                <a:lnTo>
                  <a:pt x="38908" y="182"/>
                </a:lnTo>
                <a:lnTo>
                  <a:pt x="38423" y="81"/>
                </a:lnTo>
                <a:lnTo>
                  <a:pt x="37939" y="21"/>
                </a:lnTo>
                <a:lnTo>
                  <a:pt x="37455" y="1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90" name="Google Shape;1290;p16"/>
          <p:cNvSpPr/>
          <p:nvPr/>
        </p:nvSpPr>
        <p:spPr>
          <a:xfrm flipH="1">
            <a:off x="2927054" y="3870546"/>
            <a:ext cx="1730784" cy="1441910"/>
          </a:xfrm>
          <a:custGeom>
            <a:rect b="b" l="l" r="r" t="t"/>
            <a:pathLst>
              <a:path extrusionOk="0" h="25791" w="30958">
                <a:moveTo>
                  <a:pt x="13179" y="81"/>
                </a:moveTo>
                <a:lnTo>
                  <a:pt x="14551" y="101"/>
                </a:lnTo>
                <a:lnTo>
                  <a:pt x="15257" y="121"/>
                </a:lnTo>
                <a:lnTo>
                  <a:pt x="15963" y="162"/>
                </a:lnTo>
                <a:lnTo>
                  <a:pt x="16690" y="242"/>
                </a:lnTo>
                <a:lnTo>
                  <a:pt x="17416" y="323"/>
                </a:lnTo>
                <a:lnTo>
                  <a:pt x="18143" y="444"/>
                </a:lnTo>
                <a:lnTo>
                  <a:pt x="18869" y="586"/>
                </a:lnTo>
                <a:lnTo>
                  <a:pt x="19576" y="767"/>
                </a:lnTo>
                <a:lnTo>
                  <a:pt x="20282" y="969"/>
                </a:lnTo>
                <a:lnTo>
                  <a:pt x="20988" y="1211"/>
                </a:lnTo>
                <a:lnTo>
                  <a:pt x="21654" y="1494"/>
                </a:lnTo>
                <a:lnTo>
                  <a:pt x="21997" y="1655"/>
                </a:lnTo>
                <a:lnTo>
                  <a:pt x="22320" y="1837"/>
                </a:lnTo>
                <a:lnTo>
                  <a:pt x="22643" y="2018"/>
                </a:lnTo>
                <a:lnTo>
                  <a:pt x="22946" y="2200"/>
                </a:lnTo>
                <a:lnTo>
                  <a:pt x="23269" y="2402"/>
                </a:lnTo>
                <a:lnTo>
                  <a:pt x="23551" y="2624"/>
                </a:lnTo>
                <a:lnTo>
                  <a:pt x="23854" y="2866"/>
                </a:lnTo>
                <a:lnTo>
                  <a:pt x="24136" y="3108"/>
                </a:lnTo>
                <a:lnTo>
                  <a:pt x="24540" y="3491"/>
                </a:lnTo>
                <a:lnTo>
                  <a:pt x="24923" y="3895"/>
                </a:lnTo>
                <a:lnTo>
                  <a:pt x="25287" y="4339"/>
                </a:lnTo>
                <a:lnTo>
                  <a:pt x="25670" y="4823"/>
                </a:lnTo>
                <a:lnTo>
                  <a:pt x="26013" y="5348"/>
                </a:lnTo>
                <a:lnTo>
                  <a:pt x="26356" y="5913"/>
                </a:lnTo>
                <a:lnTo>
                  <a:pt x="26719" y="6518"/>
                </a:lnTo>
                <a:lnTo>
                  <a:pt x="27042" y="7164"/>
                </a:lnTo>
                <a:lnTo>
                  <a:pt x="27345" y="7749"/>
                </a:lnTo>
                <a:lnTo>
                  <a:pt x="27607" y="8335"/>
                </a:lnTo>
                <a:lnTo>
                  <a:pt x="27870" y="8940"/>
                </a:lnTo>
                <a:lnTo>
                  <a:pt x="28112" y="9546"/>
                </a:lnTo>
                <a:lnTo>
                  <a:pt x="28556" y="10756"/>
                </a:lnTo>
                <a:lnTo>
                  <a:pt x="28959" y="11947"/>
                </a:lnTo>
                <a:lnTo>
                  <a:pt x="29343" y="13138"/>
                </a:lnTo>
                <a:lnTo>
                  <a:pt x="29666" y="14328"/>
                </a:lnTo>
                <a:lnTo>
                  <a:pt x="29948" y="15478"/>
                </a:lnTo>
                <a:lnTo>
                  <a:pt x="30231" y="16588"/>
                </a:lnTo>
                <a:lnTo>
                  <a:pt x="30453" y="17577"/>
                </a:lnTo>
                <a:lnTo>
                  <a:pt x="30654" y="18606"/>
                </a:lnTo>
                <a:lnTo>
                  <a:pt x="30735" y="19111"/>
                </a:lnTo>
                <a:lnTo>
                  <a:pt x="30816" y="19636"/>
                </a:lnTo>
                <a:lnTo>
                  <a:pt x="30856" y="20160"/>
                </a:lnTo>
                <a:lnTo>
                  <a:pt x="30876" y="20685"/>
                </a:lnTo>
                <a:lnTo>
                  <a:pt x="30876" y="21169"/>
                </a:lnTo>
                <a:lnTo>
                  <a:pt x="30856" y="21674"/>
                </a:lnTo>
                <a:lnTo>
                  <a:pt x="30796" y="22219"/>
                </a:lnTo>
                <a:lnTo>
                  <a:pt x="30695" y="22784"/>
                </a:lnTo>
                <a:lnTo>
                  <a:pt x="30614" y="23046"/>
                </a:lnTo>
                <a:lnTo>
                  <a:pt x="30533" y="23329"/>
                </a:lnTo>
                <a:lnTo>
                  <a:pt x="30412" y="23611"/>
                </a:lnTo>
                <a:lnTo>
                  <a:pt x="30311" y="23873"/>
                </a:lnTo>
                <a:lnTo>
                  <a:pt x="30170" y="24136"/>
                </a:lnTo>
                <a:lnTo>
                  <a:pt x="30009" y="24398"/>
                </a:lnTo>
                <a:lnTo>
                  <a:pt x="29847" y="24640"/>
                </a:lnTo>
                <a:lnTo>
                  <a:pt x="29645" y="24882"/>
                </a:lnTo>
                <a:lnTo>
                  <a:pt x="29383" y="25145"/>
                </a:lnTo>
                <a:lnTo>
                  <a:pt x="29242" y="25266"/>
                </a:lnTo>
                <a:lnTo>
                  <a:pt x="29101" y="25387"/>
                </a:lnTo>
                <a:lnTo>
                  <a:pt x="28939" y="25468"/>
                </a:lnTo>
                <a:lnTo>
                  <a:pt x="28798" y="25548"/>
                </a:lnTo>
                <a:lnTo>
                  <a:pt x="28657" y="25609"/>
                </a:lnTo>
                <a:lnTo>
                  <a:pt x="28515" y="25649"/>
                </a:lnTo>
                <a:lnTo>
                  <a:pt x="28334" y="25690"/>
                </a:lnTo>
                <a:lnTo>
                  <a:pt x="28152" y="25710"/>
                </a:lnTo>
                <a:lnTo>
                  <a:pt x="27991" y="25710"/>
                </a:lnTo>
                <a:lnTo>
                  <a:pt x="27809" y="25690"/>
                </a:lnTo>
                <a:lnTo>
                  <a:pt x="27648" y="25669"/>
                </a:lnTo>
                <a:lnTo>
                  <a:pt x="27466" y="25629"/>
                </a:lnTo>
                <a:lnTo>
                  <a:pt x="27143" y="25508"/>
                </a:lnTo>
                <a:lnTo>
                  <a:pt x="26800" y="25347"/>
                </a:lnTo>
                <a:lnTo>
                  <a:pt x="26477" y="25165"/>
                </a:lnTo>
                <a:lnTo>
                  <a:pt x="26154" y="24963"/>
                </a:lnTo>
                <a:lnTo>
                  <a:pt x="25852" y="24741"/>
                </a:lnTo>
                <a:lnTo>
                  <a:pt x="25145" y="24196"/>
                </a:lnTo>
                <a:lnTo>
                  <a:pt x="24419" y="23631"/>
                </a:lnTo>
                <a:lnTo>
                  <a:pt x="23692" y="23046"/>
                </a:lnTo>
                <a:lnTo>
                  <a:pt x="22946" y="22420"/>
                </a:lnTo>
                <a:lnTo>
                  <a:pt x="22199" y="21775"/>
                </a:lnTo>
                <a:lnTo>
                  <a:pt x="21412" y="21109"/>
                </a:lnTo>
                <a:lnTo>
                  <a:pt x="20625" y="20382"/>
                </a:lnTo>
                <a:lnTo>
                  <a:pt x="19798" y="19636"/>
                </a:lnTo>
                <a:lnTo>
                  <a:pt x="18506" y="18405"/>
                </a:lnTo>
                <a:lnTo>
                  <a:pt x="17215" y="17153"/>
                </a:lnTo>
                <a:lnTo>
                  <a:pt x="14692" y="14671"/>
                </a:lnTo>
                <a:lnTo>
                  <a:pt x="12270" y="12290"/>
                </a:lnTo>
                <a:lnTo>
                  <a:pt x="11039" y="11079"/>
                </a:lnTo>
                <a:lnTo>
                  <a:pt x="9808" y="9909"/>
                </a:lnTo>
                <a:lnTo>
                  <a:pt x="8376" y="8597"/>
                </a:lnTo>
                <a:lnTo>
                  <a:pt x="7024" y="7406"/>
                </a:lnTo>
                <a:lnTo>
                  <a:pt x="5732" y="6317"/>
                </a:lnTo>
                <a:lnTo>
                  <a:pt x="4461" y="5308"/>
                </a:lnTo>
                <a:lnTo>
                  <a:pt x="4118" y="5086"/>
                </a:lnTo>
                <a:lnTo>
                  <a:pt x="3593" y="4743"/>
                </a:lnTo>
                <a:lnTo>
                  <a:pt x="2523" y="4057"/>
                </a:lnTo>
                <a:lnTo>
                  <a:pt x="1958" y="3673"/>
                </a:lnTo>
                <a:lnTo>
                  <a:pt x="1414" y="3290"/>
                </a:lnTo>
                <a:lnTo>
                  <a:pt x="929" y="2886"/>
                </a:lnTo>
                <a:lnTo>
                  <a:pt x="707" y="2704"/>
                </a:lnTo>
                <a:lnTo>
                  <a:pt x="526" y="2503"/>
                </a:lnTo>
                <a:lnTo>
                  <a:pt x="364" y="2341"/>
                </a:lnTo>
                <a:lnTo>
                  <a:pt x="223" y="2160"/>
                </a:lnTo>
                <a:lnTo>
                  <a:pt x="142" y="1998"/>
                </a:lnTo>
                <a:lnTo>
                  <a:pt x="82" y="1857"/>
                </a:lnTo>
                <a:lnTo>
                  <a:pt x="82" y="1776"/>
                </a:lnTo>
                <a:lnTo>
                  <a:pt x="82" y="1716"/>
                </a:lnTo>
                <a:lnTo>
                  <a:pt x="102" y="1655"/>
                </a:lnTo>
                <a:lnTo>
                  <a:pt x="142" y="1595"/>
                </a:lnTo>
                <a:lnTo>
                  <a:pt x="243" y="1473"/>
                </a:lnTo>
                <a:lnTo>
                  <a:pt x="364" y="1373"/>
                </a:lnTo>
                <a:lnTo>
                  <a:pt x="485" y="1292"/>
                </a:lnTo>
                <a:lnTo>
                  <a:pt x="647" y="1231"/>
                </a:lnTo>
                <a:lnTo>
                  <a:pt x="788" y="1171"/>
                </a:lnTo>
                <a:lnTo>
                  <a:pt x="949" y="1130"/>
                </a:lnTo>
                <a:lnTo>
                  <a:pt x="1292" y="1070"/>
                </a:lnTo>
                <a:lnTo>
                  <a:pt x="2745" y="848"/>
                </a:lnTo>
                <a:lnTo>
                  <a:pt x="4219" y="646"/>
                </a:lnTo>
                <a:lnTo>
                  <a:pt x="5712" y="464"/>
                </a:lnTo>
                <a:lnTo>
                  <a:pt x="7185" y="323"/>
                </a:lnTo>
                <a:lnTo>
                  <a:pt x="8658" y="222"/>
                </a:lnTo>
                <a:lnTo>
                  <a:pt x="10152" y="142"/>
                </a:lnTo>
                <a:lnTo>
                  <a:pt x="11645" y="81"/>
                </a:lnTo>
                <a:close/>
                <a:moveTo>
                  <a:pt x="11645" y="0"/>
                </a:moveTo>
                <a:lnTo>
                  <a:pt x="10152" y="61"/>
                </a:lnTo>
                <a:lnTo>
                  <a:pt x="8658" y="142"/>
                </a:lnTo>
                <a:lnTo>
                  <a:pt x="7185" y="242"/>
                </a:lnTo>
                <a:lnTo>
                  <a:pt x="5692" y="384"/>
                </a:lnTo>
                <a:lnTo>
                  <a:pt x="4219" y="565"/>
                </a:lnTo>
                <a:lnTo>
                  <a:pt x="2745" y="767"/>
                </a:lnTo>
                <a:lnTo>
                  <a:pt x="1272" y="989"/>
                </a:lnTo>
                <a:lnTo>
                  <a:pt x="929" y="1070"/>
                </a:lnTo>
                <a:lnTo>
                  <a:pt x="768" y="1110"/>
                </a:lnTo>
                <a:lnTo>
                  <a:pt x="606" y="1151"/>
                </a:lnTo>
                <a:lnTo>
                  <a:pt x="445" y="1231"/>
                </a:lnTo>
                <a:lnTo>
                  <a:pt x="304" y="1312"/>
                </a:lnTo>
                <a:lnTo>
                  <a:pt x="183" y="1413"/>
                </a:lnTo>
                <a:lnTo>
                  <a:pt x="82" y="1554"/>
                </a:lnTo>
                <a:lnTo>
                  <a:pt x="41" y="1615"/>
                </a:lnTo>
                <a:lnTo>
                  <a:pt x="1" y="1695"/>
                </a:lnTo>
                <a:lnTo>
                  <a:pt x="1" y="1776"/>
                </a:lnTo>
                <a:lnTo>
                  <a:pt x="1" y="1857"/>
                </a:lnTo>
                <a:lnTo>
                  <a:pt x="61" y="2018"/>
                </a:lnTo>
                <a:lnTo>
                  <a:pt x="142" y="2180"/>
                </a:lnTo>
                <a:lnTo>
                  <a:pt x="283" y="2361"/>
                </a:lnTo>
                <a:lnTo>
                  <a:pt x="445" y="2543"/>
                </a:lnTo>
                <a:lnTo>
                  <a:pt x="627" y="2725"/>
                </a:lnTo>
                <a:lnTo>
                  <a:pt x="849" y="2926"/>
                </a:lnTo>
                <a:lnTo>
                  <a:pt x="1333" y="3310"/>
                </a:lnTo>
                <a:lnTo>
                  <a:pt x="1878" y="3713"/>
                </a:lnTo>
                <a:lnTo>
                  <a:pt x="2443" y="4097"/>
                </a:lnTo>
                <a:lnTo>
                  <a:pt x="3532" y="4803"/>
                </a:lnTo>
                <a:lnTo>
                  <a:pt x="4077" y="5146"/>
                </a:lnTo>
                <a:lnTo>
                  <a:pt x="4420" y="5388"/>
                </a:lnTo>
                <a:lnTo>
                  <a:pt x="5672" y="6377"/>
                </a:lnTo>
                <a:lnTo>
                  <a:pt x="6963" y="7467"/>
                </a:lnTo>
                <a:lnTo>
                  <a:pt x="8315" y="8658"/>
                </a:lnTo>
                <a:lnTo>
                  <a:pt x="9748" y="9969"/>
                </a:lnTo>
                <a:lnTo>
                  <a:pt x="10999" y="11140"/>
                </a:lnTo>
                <a:lnTo>
                  <a:pt x="12230" y="12351"/>
                </a:lnTo>
                <a:lnTo>
                  <a:pt x="14631" y="14732"/>
                </a:lnTo>
                <a:lnTo>
                  <a:pt x="17154" y="17214"/>
                </a:lnTo>
                <a:lnTo>
                  <a:pt x="18445" y="18465"/>
                </a:lnTo>
                <a:lnTo>
                  <a:pt x="19737" y="19696"/>
                </a:lnTo>
                <a:lnTo>
                  <a:pt x="20564" y="20443"/>
                </a:lnTo>
                <a:lnTo>
                  <a:pt x="21372" y="21169"/>
                </a:lnTo>
                <a:lnTo>
                  <a:pt x="22138" y="21835"/>
                </a:lnTo>
                <a:lnTo>
                  <a:pt x="22885" y="22501"/>
                </a:lnTo>
                <a:lnTo>
                  <a:pt x="23632" y="23107"/>
                </a:lnTo>
                <a:lnTo>
                  <a:pt x="24358" y="23692"/>
                </a:lnTo>
                <a:lnTo>
                  <a:pt x="25085" y="24257"/>
                </a:lnTo>
                <a:lnTo>
                  <a:pt x="25811" y="24802"/>
                </a:lnTo>
                <a:lnTo>
                  <a:pt x="26336" y="25165"/>
                </a:lnTo>
                <a:lnTo>
                  <a:pt x="26598" y="25326"/>
                </a:lnTo>
                <a:lnTo>
                  <a:pt x="26881" y="25488"/>
                </a:lnTo>
                <a:lnTo>
                  <a:pt x="27183" y="25609"/>
                </a:lnTo>
                <a:lnTo>
                  <a:pt x="27466" y="25710"/>
                </a:lnTo>
                <a:lnTo>
                  <a:pt x="27769" y="25770"/>
                </a:lnTo>
                <a:lnTo>
                  <a:pt x="28051" y="25790"/>
                </a:lnTo>
                <a:lnTo>
                  <a:pt x="28293" y="25770"/>
                </a:lnTo>
                <a:lnTo>
                  <a:pt x="28536" y="25730"/>
                </a:lnTo>
                <a:lnTo>
                  <a:pt x="28677" y="25690"/>
                </a:lnTo>
                <a:lnTo>
                  <a:pt x="28838" y="25609"/>
                </a:lnTo>
                <a:lnTo>
                  <a:pt x="28979" y="25548"/>
                </a:lnTo>
                <a:lnTo>
                  <a:pt x="29141" y="25447"/>
                </a:lnTo>
                <a:lnTo>
                  <a:pt x="29282" y="25347"/>
                </a:lnTo>
                <a:lnTo>
                  <a:pt x="29423" y="25225"/>
                </a:lnTo>
                <a:lnTo>
                  <a:pt x="29706" y="24923"/>
                </a:lnTo>
                <a:lnTo>
                  <a:pt x="29908" y="24681"/>
                </a:lnTo>
                <a:lnTo>
                  <a:pt x="30089" y="24438"/>
                </a:lnTo>
                <a:lnTo>
                  <a:pt x="30231" y="24176"/>
                </a:lnTo>
                <a:lnTo>
                  <a:pt x="30372" y="23914"/>
                </a:lnTo>
                <a:lnTo>
                  <a:pt x="30493" y="23631"/>
                </a:lnTo>
                <a:lnTo>
                  <a:pt x="30594" y="23369"/>
                </a:lnTo>
                <a:lnTo>
                  <a:pt x="30695" y="23086"/>
                </a:lnTo>
                <a:lnTo>
                  <a:pt x="30755" y="22804"/>
                </a:lnTo>
                <a:lnTo>
                  <a:pt x="30816" y="22521"/>
                </a:lnTo>
                <a:lnTo>
                  <a:pt x="30876" y="22239"/>
                </a:lnTo>
                <a:lnTo>
                  <a:pt x="30937" y="21694"/>
                </a:lnTo>
                <a:lnTo>
                  <a:pt x="30957" y="21169"/>
                </a:lnTo>
                <a:lnTo>
                  <a:pt x="30957" y="20685"/>
                </a:lnTo>
                <a:lnTo>
                  <a:pt x="30937" y="20160"/>
                </a:lnTo>
                <a:lnTo>
                  <a:pt x="30897" y="19636"/>
                </a:lnTo>
                <a:lnTo>
                  <a:pt x="30816" y="19111"/>
                </a:lnTo>
                <a:lnTo>
                  <a:pt x="30735" y="18586"/>
                </a:lnTo>
                <a:lnTo>
                  <a:pt x="30533" y="17557"/>
                </a:lnTo>
                <a:lnTo>
                  <a:pt x="30311" y="16568"/>
                </a:lnTo>
                <a:lnTo>
                  <a:pt x="30029" y="15458"/>
                </a:lnTo>
                <a:lnTo>
                  <a:pt x="29746" y="14308"/>
                </a:lnTo>
                <a:lnTo>
                  <a:pt x="29403" y="13117"/>
                </a:lnTo>
                <a:lnTo>
                  <a:pt x="29040" y="11927"/>
                </a:lnTo>
                <a:lnTo>
                  <a:pt x="28636" y="10716"/>
                </a:lnTo>
                <a:lnTo>
                  <a:pt x="28192" y="9505"/>
                </a:lnTo>
                <a:lnTo>
                  <a:pt x="27950" y="8900"/>
                </a:lnTo>
                <a:lnTo>
                  <a:pt x="27688" y="8315"/>
                </a:lnTo>
                <a:lnTo>
                  <a:pt x="27405" y="7709"/>
                </a:lnTo>
                <a:lnTo>
                  <a:pt x="27123" y="7124"/>
                </a:lnTo>
                <a:lnTo>
                  <a:pt x="26780" y="6478"/>
                </a:lnTo>
                <a:lnTo>
                  <a:pt x="26437" y="5853"/>
                </a:lnTo>
                <a:lnTo>
                  <a:pt x="26074" y="5288"/>
                </a:lnTo>
                <a:lnTo>
                  <a:pt x="25730" y="4783"/>
                </a:lnTo>
                <a:lnTo>
                  <a:pt x="25367" y="4279"/>
                </a:lnTo>
                <a:lnTo>
                  <a:pt x="24984" y="3835"/>
                </a:lnTo>
                <a:lnTo>
                  <a:pt x="24600" y="3431"/>
                </a:lnTo>
                <a:lnTo>
                  <a:pt x="24197" y="3048"/>
                </a:lnTo>
                <a:lnTo>
                  <a:pt x="23672" y="2604"/>
                </a:lnTo>
                <a:lnTo>
                  <a:pt x="23127" y="2220"/>
                </a:lnTo>
                <a:lnTo>
                  <a:pt x="22522" y="1857"/>
                </a:lnTo>
                <a:lnTo>
                  <a:pt x="21896" y="1514"/>
                </a:lnTo>
                <a:lnTo>
                  <a:pt x="21251" y="1231"/>
                </a:lnTo>
                <a:lnTo>
                  <a:pt x="20544" y="969"/>
                </a:lnTo>
                <a:lnTo>
                  <a:pt x="19798" y="727"/>
                </a:lnTo>
                <a:lnTo>
                  <a:pt x="19031" y="525"/>
                </a:lnTo>
                <a:lnTo>
                  <a:pt x="18405" y="404"/>
                </a:lnTo>
                <a:lnTo>
                  <a:pt x="17759" y="303"/>
                </a:lnTo>
                <a:lnTo>
                  <a:pt x="17093" y="202"/>
                </a:lnTo>
                <a:lnTo>
                  <a:pt x="16387" y="121"/>
                </a:lnTo>
                <a:lnTo>
                  <a:pt x="15640" y="61"/>
                </a:lnTo>
                <a:lnTo>
                  <a:pt x="14853" y="21"/>
                </a:lnTo>
                <a:lnTo>
                  <a:pt x="14046" y="0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91" name="Google Shape;1291;p16"/>
          <p:cNvSpPr/>
          <p:nvPr/>
        </p:nvSpPr>
        <p:spPr>
          <a:xfrm flipH="1">
            <a:off x="1573651" y="-294838"/>
            <a:ext cx="2123367" cy="1193681"/>
          </a:xfrm>
          <a:custGeom>
            <a:rect b="b" l="l" r="r" t="t"/>
            <a:pathLst>
              <a:path extrusionOk="0" h="21351" w="37980">
                <a:moveTo>
                  <a:pt x="10776" y="81"/>
                </a:moveTo>
                <a:lnTo>
                  <a:pt x="11341" y="101"/>
                </a:lnTo>
                <a:lnTo>
                  <a:pt x="11927" y="121"/>
                </a:lnTo>
                <a:lnTo>
                  <a:pt x="12532" y="182"/>
                </a:lnTo>
                <a:lnTo>
                  <a:pt x="13178" y="222"/>
                </a:lnTo>
                <a:lnTo>
                  <a:pt x="13824" y="303"/>
                </a:lnTo>
                <a:lnTo>
                  <a:pt x="14510" y="404"/>
                </a:lnTo>
                <a:lnTo>
                  <a:pt x="15216" y="505"/>
                </a:lnTo>
                <a:lnTo>
                  <a:pt x="15943" y="626"/>
                </a:lnTo>
                <a:lnTo>
                  <a:pt x="16709" y="767"/>
                </a:lnTo>
                <a:lnTo>
                  <a:pt x="17496" y="949"/>
                </a:lnTo>
                <a:lnTo>
                  <a:pt x="18324" y="1130"/>
                </a:lnTo>
                <a:lnTo>
                  <a:pt x="19171" y="1332"/>
                </a:lnTo>
                <a:lnTo>
                  <a:pt x="20039" y="1554"/>
                </a:lnTo>
                <a:lnTo>
                  <a:pt x="20947" y="1796"/>
                </a:lnTo>
                <a:lnTo>
                  <a:pt x="21875" y="2059"/>
                </a:lnTo>
                <a:lnTo>
                  <a:pt x="23571" y="2583"/>
                </a:lnTo>
                <a:lnTo>
                  <a:pt x="24418" y="2866"/>
                </a:lnTo>
                <a:lnTo>
                  <a:pt x="25286" y="3148"/>
                </a:lnTo>
                <a:lnTo>
                  <a:pt x="26154" y="3471"/>
                </a:lnTo>
                <a:lnTo>
                  <a:pt x="27021" y="3794"/>
                </a:lnTo>
                <a:lnTo>
                  <a:pt x="27889" y="4157"/>
                </a:lnTo>
                <a:lnTo>
                  <a:pt x="28757" y="4541"/>
                </a:lnTo>
                <a:lnTo>
                  <a:pt x="29625" y="4944"/>
                </a:lnTo>
                <a:lnTo>
                  <a:pt x="30472" y="5368"/>
                </a:lnTo>
                <a:lnTo>
                  <a:pt x="31300" y="5832"/>
                </a:lnTo>
                <a:lnTo>
                  <a:pt x="32127" y="6317"/>
                </a:lnTo>
                <a:lnTo>
                  <a:pt x="32954" y="6841"/>
                </a:lnTo>
                <a:lnTo>
                  <a:pt x="33741" y="7406"/>
                </a:lnTo>
                <a:lnTo>
                  <a:pt x="34508" y="7992"/>
                </a:lnTo>
                <a:lnTo>
                  <a:pt x="35255" y="8637"/>
                </a:lnTo>
                <a:lnTo>
                  <a:pt x="35638" y="8980"/>
                </a:lnTo>
                <a:lnTo>
                  <a:pt x="36001" y="9344"/>
                </a:lnTo>
                <a:lnTo>
                  <a:pt x="36345" y="9687"/>
                </a:lnTo>
                <a:lnTo>
                  <a:pt x="36627" y="10030"/>
                </a:lnTo>
                <a:lnTo>
                  <a:pt x="36910" y="10373"/>
                </a:lnTo>
                <a:lnTo>
                  <a:pt x="37132" y="10696"/>
                </a:lnTo>
                <a:lnTo>
                  <a:pt x="37354" y="11039"/>
                </a:lnTo>
                <a:lnTo>
                  <a:pt x="37535" y="11382"/>
                </a:lnTo>
                <a:lnTo>
                  <a:pt x="37656" y="11624"/>
                </a:lnTo>
                <a:lnTo>
                  <a:pt x="37737" y="11846"/>
                </a:lnTo>
                <a:lnTo>
                  <a:pt x="37818" y="12068"/>
                </a:lnTo>
                <a:lnTo>
                  <a:pt x="37858" y="12290"/>
                </a:lnTo>
                <a:lnTo>
                  <a:pt x="37898" y="12492"/>
                </a:lnTo>
                <a:lnTo>
                  <a:pt x="37898" y="12694"/>
                </a:lnTo>
                <a:lnTo>
                  <a:pt x="37878" y="12875"/>
                </a:lnTo>
                <a:lnTo>
                  <a:pt x="37838" y="13057"/>
                </a:lnTo>
                <a:lnTo>
                  <a:pt x="37757" y="13259"/>
                </a:lnTo>
                <a:lnTo>
                  <a:pt x="37636" y="13460"/>
                </a:lnTo>
                <a:lnTo>
                  <a:pt x="37495" y="13662"/>
                </a:lnTo>
                <a:lnTo>
                  <a:pt x="37313" y="13824"/>
                </a:lnTo>
                <a:lnTo>
                  <a:pt x="37111" y="13985"/>
                </a:lnTo>
                <a:lnTo>
                  <a:pt x="36869" y="14106"/>
                </a:lnTo>
                <a:lnTo>
                  <a:pt x="36627" y="14207"/>
                </a:lnTo>
                <a:lnTo>
                  <a:pt x="36365" y="14288"/>
                </a:lnTo>
                <a:lnTo>
                  <a:pt x="36102" y="14328"/>
                </a:lnTo>
                <a:lnTo>
                  <a:pt x="35860" y="14368"/>
                </a:lnTo>
                <a:lnTo>
                  <a:pt x="35336" y="14368"/>
                </a:lnTo>
                <a:lnTo>
                  <a:pt x="34831" y="14328"/>
                </a:lnTo>
                <a:lnTo>
                  <a:pt x="34327" y="14268"/>
                </a:lnTo>
                <a:lnTo>
                  <a:pt x="34306" y="14268"/>
                </a:lnTo>
                <a:lnTo>
                  <a:pt x="32934" y="14106"/>
                </a:lnTo>
                <a:lnTo>
                  <a:pt x="31501" y="13945"/>
                </a:lnTo>
                <a:lnTo>
                  <a:pt x="30028" y="13803"/>
                </a:lnTo>
                <a:lnTo>
                  <a:pt x="28535" y="13682"/>
                </a:lnTo>
                <a:lnTo>
                  <a:pt x="26981" y="13561"/>
                </a:lnTo>
                <a:lnTo>
                  <a:pt x="25387" y="13481"/>
                </a:lnTo>
                <a:lnTo>
                  <a:pt x="23772" y="13420"/>
                </a:lnTo>
                <a:lnTo>
                  <a:pt x="22138" y="13400"/>
                </a:lnTo>
                <a:lnTo>
                  <a:pt x="20483" y="13420"/>
                </a:lnTo>
                <a:lnTo>
                  <a:pt x="18788" y="13460"/>
                </a:lnTo>
                <a:lnTo>
                  <a:pt x="17093" y="13561"/>
                </a:lnTo>
                <a:lnTo>
                  <a:pt x="16245" y="13622"/>
                </a:lnTo>
                <a:lnTo>
                  <a:pt x="15398" y="13703"/>
                </a:lnTo>
                <a:lnTo>
                  <a:pt x="14530" y="13803"/>
                </a:lnTo>
                <a:lnTo>
                  <a:pt x="13682" y="13904"/>
                </a:lnTo>
                <a:lnTo>
                  <a:pt x="12815" y="14025"/>
                </a:lnTo>
                <a:lnTo>
                  <a:pt x="11967" y="14146"/>
                </a:lnTo>
                <a:lnTo>
                  <a:pt x="11099" y="14308"/>
                </a:lnTo>
                <a:lnTo>
                  <a:pt x="10252" y="14469"/>
                </a:lnTo>
                <a:lnTo>
                  <a:pt x="9384" y="14651"/>
                </a:lnTo>
                <a:lnTo>
                  <a:pt x="8536" y="14833"/>
                </a:lnTo>
                <a:lnTo>
                  <a:pt x="7992" y="14974"/>
                </a:lnTo>
                <a:lnTo>
                  <a:pt x="7467" y="15115"/>
                </a:lnTo>
                <a:lnTo>
                  <a:pt x="6922" y="15277"/>
                </a:lnTo>
                <a:lnTo>
                  <a:pt x="6397" y="15458"/>
                </a:lnTo>
                <a:lnTo>
                  <a:pt x="5873" y="15660"/>
                </a:lnTo>
                <a:lnTo>
                  <a:pt x="5368" y="15902"/>
                </a:lnTo>
                <a:lnTo>
                  <a:pt x="4864" y="16164"/>
                </a:lnTo>
                <a:lnTo>
                  <a:pt x="4379" y="16467"/>
                </a:lnTo>
                <a:lnTo>
                  <a:pt x="4137" y="16649"/>
                </a:lnTo>
                <a:lnTo>
                  <a:pt x="3875" y="16851"/>
                </a:lnTo>
                <a:lnTo>
                  <a:pt x="3613" y="17073"/>
                </a:lnTo>
                <a:lnTo>
                  <a:pt x="3350" y="17335"/>
                </a:lnTo>
                <a:lnTo>
                  <a:pt x="3108" y="17617"/>
                </a:lnTo>
                <a:lnTo>
                  <a:pt x="2866" y="17940"/>
                </a:lnTo>
                <a:lnTo>
                  <a:pt x="2644" y="18283"/>
                </a:lnTo>
                <a:lnTo>
                  <a:pt x="2462" y="18667"/>
                </a:lnTo>
                <a:lnTo>
                  <a:pt x="2382" y="18889"/>
                </a:lnTo>
                <a:lnTo>
                  <a:pt x="2341" y="19131"/>
                </a:lnTo>
                <a:lnTo>
                  <a:pt x="2260" y="19635"/>
                </a:lnTo>
                <a:lnTo>
                  <a:pt x="2220" y="19918"/>
                </a:lnTo>
                <a:lnTo>
                  <a:pt x="2180" y="20201"/>
                </a:lnTo>
                <a:lnTo>
                  <a:pt x="2099" y="20463"/>
                </a:lnTo>
                <a:lnTo>
                  <a:pt x="2059" y="20584"/>
                </a:lnTo>
                <a:lnTo>
                  <a:pt x="1998" y="20705"/>
                </a:lnTo>
                <a:lnTo>
                  <a:pt x="1897" y="20846"/>
                </a:lnTo>
                <a:lnTo>
                  <a:pt x="1816" y="20988"/>
                </a:lnTo>
                <a:lnTo>
                  <a:pt x="1716" y="21088"/>
                </a:lnTo>
                <a:lnTo>
                  <a:pt x="1615" y="21169"/>
                </a:lnTo>
                <a:lnTo>
                  <a:pt x="1514" y="21210"/>
                </a:lnTo>
                <a:lnTo>
                  <a:pt x="1413" y="21250"/>
                </a:lnTo>
                <a:lnTo>
                  <a:pt x="1312" y="21270"/>
                </a:lnTo>
                <a:lnTo>
                  <a:pt x="1211" y="21250"/>
                </a:lnTo>
                <a:lnTo>
                  <a:pt x="1110" y="21210"/>
                </a:lnTo>
                <a:lnTo>
                  <a:pt x="1009" y="21149"/>
                </a:lnTo>
                <a:lnTo>
                  <a:pt x="908" y="21068"/>
                </a:lnTo>
                <a:lnTo>
                  <a:pt x="807" y="20967"/>
                </a:lnTo>
                <a:lnTo>
                  <a:pt x="707" y="20846"/>
                </a:lnTo>
                <a:lnTo>
                  <a:pt x="626" y="20725"/>
                </a:lnTo>
                <a:lnTo>
                  <a:pt x="464" y="20422"/>
                </a:lnTo>
                <a:lnTo>
                  <a:pt x="323" y="20100"/>
                </a:lnTo>
                <a:lnTo>
                  <a:pt x="222" y="19777"/>
                </a:lnTo>
                <a:lnTo>
                  <a:pt x="162" y="19454"/>
                </a:lnTo>
                <a:lnTo>
                  <a:pt x="121" y="19151"/>
                </a:lnTo>
                <a:lnTo>
                  <a:pt x="101" y="18223"/>
                </a:lnTo>
                <a:lnTo>
                  <a:pt x="81" y="17274"/>
                </a:lnTo>
                <a:lnTo>
                  <a:pt x="81" y="16326"/>
                </a:lnTo>
                <a:lnTo>
                  <a:pt x="101" y="15377"/>
                </a:lnTo>
                <a:lnTo>
                  <a:pt x="142" y="14449"/>
                </a:lnTo>
                <a:lnTo>
                  <a:pt x="182" y="13501"/>
                </a:lnTo>
                <a:lnTo>
                  <a:pt x="263" y="12572"/>
                </a:lnTo>
                <a:lnTo>
                  <a:pt x="343" y="11624"/>
                </a:lnTo>
                <a:lnTo>
                  <a:pt x="444" y="10696"/>
                </a:lnTo>
                <a:lnTo>
                  <a:pt x="545" y="9747"/>
                </a:lnTo>
                <a:lnTo>
                  <a:pt x="686" y="8819"/>
                </a:lnTo>
                <a:lnTo>
                  <a:pt x="828" y="7891"/>
                </a:lnTo>
                <a:lnTo>
                  <a:pt x="989" y="6962"/>
                </a:lnTo>
                <a:lnTo>
                  <a:pt x="1171" y="6034"/>
                </a:lnTo>
                <a:lnTo>
                  <a:pt x="1373" y="5126"/>
                </a:lnTo>
                <a:lnTo>
                  <a:pt x="1574" y="4198"/>
                </a:lnTo>
                <a:lnTo>
                  <a:pt x="1736" y="3572"/>
                </a:lnTo>
                <a:lnTo>
                  <a:pt x="1837" y="3269"/>
                </a:lnTo>
                <a:lnTo>
                  <a:pt x="1958" y="2967"/>
                </a:lnTo>
                <a:lnTo>
                  <a:pt x="2079" y="2664"/>
                </a:lnTo>
                <a:lnTo>
                  <a:pt x="2220" y="2402"/>
                </a:lnTo>
                <a:lnTo>
                  <a:pt x="2402" y="2139"/>
                </a:lnTo>
                <a:lnTo>
                  <a:pt x="2604" y="1897"/>
                </a:lnTo>
                <a:lnTo>
                  <a:pt x="2825" y="1695"/>
                </a:lnTo>
                <a:lnTo>
                  <a:pt x="3068" y="1514"/>
                </a:lnTo>
                <a:lnTo>
                  <a:pt x="3330" y="1352"/>
                </a:lnTo>
                <a:lnTo>
                  <a:pt x="3592" y="1211"/>
                </a:lnTo>
                <a:lnTo>
                  <a:pt x="3875" y="1090"/>
                </a:lnTo>
                <a:lnTo>
                  <a:pt x="4157" y="989"/>
                </a:lnTo>
                <a:lnTo>
                  <a:pt x="4702" y="807"/>
                </a:lnTo>
                <a:lnTo>
                  <a:pt x="5247" y="666"/>
                </a:lnTo>
                <a:lnTo>
                  <a:pt x="5832" y="525"/>
                </a:lnTo>
                <a:lnTo>
                  <a:pt x="6458" y="404"/>
                </a:lnTo>
                <a:lnTo>
                  <a:pt x="7104" y="303"/>
                </a:lnTo>
                <a:lnTo>
                  <a:pt x="7810" y="202"/>
                </a:lnTo>
                <a:lnTo>
                  <a:pt x="8577" y="142"/>
                </a:lnTo>
                <a:lnTo>
                  <a:pt x="9384" y="81"/>
                </a:lnTo>
                <a:close/>
                <a:moveTo>
                  <a:pt x="9848" y="0"/>
                </a:moveTo>
                <a:lnTo>
                  <a:pt x="9303" y="20"/>
                </a:lnTo>
                <a:lnTo>
                  <a:pt x="8758" y="41"/>
                </a:lnTo>
                <a:lnTo>
                  <a:pt x="8234" y="81"/>
                </a:lnTo>
                <a:lnTo>
                  <a:pt x="7709" y="142"/>
                </a:lnTo>
                <a:lnTo>
                  <a:pt x="7184" y="202"/>
                </a:lnTo>
                <a:lnTo>
                  <a:pt x="6680" y="283"/>
                </a:lnTo>
                <a:lnTo>
                  <a:pt x="6175" y="384"/>
                </a:lnTo>
                <a:lnTo>
                  <a:pt x="5671" y="485"/>
                </a:lnTo>
                <a:lnTo>
                  <a:pt x="5166" y="606"/>
                </a:lnTo>
                <a:lnTo>
                  <a:pt x="4682" y="727"/>
                </a:lnTo>
                <a:lnTo>
                  <a:pt x="4117" y="908"/>
                </a:lnTo>
                <a:lnTo>
                  <a:pt x="3834" y="1009"/>
                </a:lnTo>
                <a:lnTo>
                  <a:pt x="3552" y="1130"/>
                </a:lnTo>
                <a:lnTo>
                  <a:pt x="3269" y="1272"/>
                </a:lnTo>
                <a:lnTo>
                  <a:pt x="3007" y="1433"/>
                </a:lnTo>
                <a:lnTo>
                  <a:pt x="2765" y="1635"/>
                </a:lnTo>
                <a:lnTo>
                  <a:pt x="2543" y="1837"/>
                </a:lnTo>
                <a:lnTo>
                  <a:pt x="2341" y="2079"/>
                </a:lnTo>
                <a:lnTo>
                  <a:pt x="2160" y="2341"/>
                </a:lnTo>
                <a:lnTo>
                  <a:pt x="1998" y="2624"/>
                </a:lnTo>
                <a:lnTo>
                  <a:pt x="1877" y="2926"/>
                </a:lnTo>
                <a:lnTo>
                  <a:pt x="1776" y="3229"/>
                </a:lnTo>
                <a:lnTo>
                  <a:pt x="1675" y="3552"/>
                </a:lnTo>
                <a:lnTo>
                  <a:pt x="1514" y="4178"/>
                </a:lnTo>
                <a:lnTo>
                  <a:pt x="1292" y="5106"/>
                </a:lnTo>
                <a:lnTo>
                  <a:pt x="1090" y="6014"/>
                </a:lnTo>
                <a:lnTo>
                  <a:pt x="908" y="6942"/>
                </a:lnTo>
                <a:lnTo>
                  <a:pt x="747" y="7870"/>
                </a:lnTo>
                <a:lnTo>
                  <a:pt x="606" y="8819"/>
                </a:lnTo>
                <a:lnTo>
                  <a:pt x="485" y="9747"/>
                </a:lnTo>
                <a:lnTo>
                  <a:pt x="364" y="10676"/>
                </a:lnTo>
                <a:lnTo>
                  <a:pt x="263" y="11624"/>
                </a:lnTo>
                <a:lnTo>
                  <a:pt x="182" y="12552"/>
                </a:lnTo>
                <a:lnTo>
                  <a:pt x="101" y="13501"/>
                </a:lnTo>
                <a:lnTo>
                  <a:pt x="61" y="14449"/>
                </a:lnTo>
                <a:lnTo>
                  <a:pt x="20" y="15377"/>
                </a:lnTo>
                <a:lnTo>
                  <a:pt x="0" y="16326"/>
                </a:lnTo>
                <a:lnTo>
                  <a:pt x="0" y="17274"/>
                </a:lnTo>
                <a:lnTo>
                  <a:pt x="20" y="18223"/>
                </a:lnTo>
                <a:lnTo>
                  <a:pt x="41" y="19171"/>
                </a:lnTo>
                <a:lnTo>
                  <a:pt x="81" y="19474"/>
                </a:lnTo>
                <a:lnTo>
                  <a:pt x="162" y="19797"/>
                </a:lnTo>
                <a:lnTo>
                  <a:pt x="263" y="20140"/>
                </a:lnTo>
                <a:lnTo>
                  <a:pt x="404" y="20483"/>
                </a:lnTo>
                <a:lnTo>
                  <a:pt x="565" y="20766"/>
                </a:lnTo>
                <a:lnTo>
                  <a:pt x="666" y="20907"/>
                </a:lnTo>
                <a:lnTo>
                  <a:pt x="767" y="21028"/>
                </a:lnTo>
                <a:lnTo>
                  <a:pt x="868" y="21129"/>
                </a:lnTo>
                <a:lnTo>
                  <a:pt x="969" y="21210"/>
                </a:lnTo>
                <a:lnTo>
                  <a:pt x="1070" y="21290"/>
                </a:lnTo>
                <a:lnTo>
                  <a:pt x="1191" y="21331"/>
                </a:lnTo>
                <a:lnTo>
                  <a:pt x="1332" y="21351"/>
                </a:lnTo>
                <a:lnTo>
                  <a:pt x="1433" y="21331"/>
                </a:lnTo>
                <a:lnTo>
                  <a:pt x="1514" y="21310"/>
                </a:lnTo>
                <a:lnTo>
                  <a:pt x="1615" y="21250"/>
                </a:lnTo>
                <a:lnTo>
                  <a:pt x="1716" y="21189"/>
                </a:lnTo>
                <a:lnTo>
                  <a:pt x="1796" y="21109"/>
                </a:lnTo>
                <a:lnTo>
                  <a:pt x="1897" y="21008"/>
                </a:lnTo>
                <a:lnTo>
                  <a:pt x="2059" y="20745"/>
                </a:lnTo>
                <a:lnTo>
                  <a:pt x="2119" y="20624"/>
                </a:lnTo>
                <a:lnTo>
                  <a:pt x="2180" y="20503"/>
                </a:lnTo>
                <a:lnTo>
                  <a:pt x="2260" y="20221"/>
                </a:lnTo>
                <a:lnTo>
                  <a:pt x="2301" y="19938"/>
                </a:lnTo>
                <a:lnTo>
                  <a:pt x="2341" y="19635"/>
                </a:lnTo>
                <a:lnTo>
                  <a:pt x="2422" y="19151"/>
                </a:lnTo>
                <a:lnTo>
                  <a:pt x="2462" y="18909"/>
                </a:lnTo>
                <a:lnTo>
                  <a:pt x="2543" y="18687"/>
                </a:lnTo>
                <a:lnTo>
                  <a:pt x="2725" y="18324"/>
                </a:lnTo>
                <a:lnTo>
                  <a:pt x="2926" y="17981"/>
                </a:lnTo>
                <a:lnTo>
                  <a:pt x="3169" y="17678"/>
                </a:lnTo>
                <a:lnTo>
                  <a:pt x="3411" y="17395"/>
                </a:lnTo>
                <a:lnTo>
                  <a:pt x="3673" y="17133"/>
                </a:lnTo>
                <a:lnTo>
                  <a:pt x="3935" y="16911"/>
                </a:lnTo>
                <a:lnTo>
                  <a:pt x="4198" y="16709"/>
                </a:lnTo>
                <a:lnTo>
                  <a:pt x="4440" y="16528"/>
                </a:lnTo>
                <a:lnTo>
                  <a:pt x="4904" y="16245"/>
                </a:lnTo>
                <a:lnTo>
                  <a:pt x="5388" y="15983"/>
                </a:lnTo>
                <a:lnTo>
                  <a:pt x="5913" y="15741"/>
                </a:lnTo>
                <a:lnTo>
                  <a:pt x="6418" y="15539"/>
                </a:lnTo>
                <a:lnTo>
                  <a:pt x="6962" y="15357"/>
                </a:lnTo>
                <a:lnTo>
                  <a:pt x="7487" y="15196"/>
                </a:lnTo>
                <a:lnTo>
                  <a:pt x="8032" y="15055"/>
                </a:lnTo>
                <a:lnTo>
                  <a:pt x="8557" y="14913"/>
                </a:lnTo>
                <a:lnTo>
                  <a:pt x="9404" y="14732"/>
                </a:lnTo>
                <a:lnTo>
                  <a:pt x="10272" y="14550"/>
                </a:lnTo>
                <a:lnTo>
                  <a:pt x="11119" y="14389"/>
                </a:lnTo>
                <a:lnTo>
                  <a:pt x="11987" y="14227"/>
                </a:lnTo>
                <a:lnTo>
                  <a:pt x="12835" y="14106"/>
                </a:lnTo>
                <a:lnTo>
                  <a:pt x="13703" y="13985"/>
                </a:lnTo>
                <a:lnTo>
                  <a:pt x="14550" y="13884"/>
                </a:lnTo>
                <a:lnTo>
                  <a:pt x="15398" y="13783"/>
                </a:lnTo>
                <a:lnTo>
                  <a:pt x="16265" y="13703"/>
                </a:lnTo>
                <a:lnTo>
                  <a:pt x="17113" y="13642"/>
                </a:lnTo>
                <a:lnTo>
                  <a:pt x="18808" y="13541"/>
                </a:lnTo>
                <a:lnTo>
                  <a:pt x="20483" y="13501"/>
                </a:lnTo>
                <a:lnTo>
                  <a:pt x="22138" y="13481"/>
                </a:lnTo>
                <a:lnTo>
                  <a:pt x="23772" y="13501"/>
                </a:lnTo>
                <a:lnTo>
                  <a:pt x="25387" y="13561"/>
                </a:lnTo>
                <a:lnTo>
                  <a:pt x="26981" y="13642"/>
                </a:lnTo>
                <a:lnTo>
                  <a:pt x="28515" y="13763"/>
                </a:lnTo>
                <a:lnTo>
                  <a:pt x="30028" y="13884"/>
                </a:lnTo>
                <a:lnTo>
                  <a:pt x="31501" y="14025"/>
                </a:lnTo>
                <a:lnTo>
                  <a:pt x="32934" y="14187"/>
                </a:lnTo>
                <a:lnTo>
                  <a:pt x="34306" y="14348"/>
                </a:lnTo>
                <a:lnTo>
                  <a:pt x="34831" y="14409"/>
                </a:lnTo>
                <a:lnTo>
                  <a:pt x="35356" y="14449"/>
                </a:lnTo>
                <a:lnTo>
                  <a:pt x="35860" y="14449"/>
                </a:lnTo>
                <a:lnTo>
                  <a:pt x="36123" y="14409"/>
                </a:lnTo>
                <a:lnTo>
                  <a:pt x="36385" y="14368"/>
                </a:lnTo>
                <a:lnTo>
                  <a:pt x="36647" y="14288"/>
                </a:lnTo>
                <a:lnTo>
                  <a:pt x="36910" y="14187"/>
                </a:lnTo>
                <a:lnTo>
                  <a:pt x="37152" y="14046"/>
                </a:lnTo>
                <a:lnTo>
                  <a:pt x="37374" y="13884"/>
                </a:lnTo>
                <a:lnTo>
                  <a:pt x="37555" y="13703"/>
                </a:lnTo>
                <a:lnTo>
                  <a:pt x="37717" y="13501"/>
                </a:lnTo>
                <a:lnTo>
                  <a:pt x="37838" y="13299"/>
                </a:lnTo>
                <a:lnTo>
                  <a:pt x="37919" y="13077"/>
                </a:lnTo>
                <a:lnTo>
                  <a:pt x="37959" y="12895"/>
                </a:lnTo>
                <a:lnTo>
                  <a:pt x="37979" y="12694"/>
                </a:lnTo>
                <a:lnTo>
                  <a:pt x="37979" y="12492"/>
                </a:lnTo>
                <a:lnTo>
                  <a:pt x="37939" y="12290"/>
                </a:lnTo>
                <a:lnTo>
                  <a:pt x="37898" y="12068"/>
                </a:lnTo>
                <a:lnTo>
                  <a:pt x="37818" y="11826"/>
                </a:lnTo>
                <a:lnTo>
                  <a:pt x="37737" y="11604"/>
                </a:lnTo>
                <a:lnTo>
                  <a:pt x="37616" y="11341"/>
                </a:lnTo>
                <a:lnTo>
                  <a:pt x="37414" y="10998"/>
                </a:lnTo>
                <a:lnTo>
                  <a:pt x="37212" y="10655"/>
                </a:lnTo>
                <a:lnTo>
                  <a:pt x="36970" y="10312"/>
                </a:lnTo>
                <a:lnTo>
                  <a:pt x="36708" y="9969"/>
                </a:lnTo>
                <a:lnTo>
                  <a:pt x="36405" y="9626"/>
                </a:lnTo>
                <a:lnTo>
                  <a:pt x="36062" y="9283"/>
                </a:lnTo>
                <a:lnTo>
                  <a:pt x="35699" y="8920"/>
                </a:lnTo>
                <a:lnTo>
                  <a:pt x="35315" y="8577"/>
                </a:lnTo>
                <a:lnTo>
                  <a:pt x="34569" y="7931"/>
                </a:lnTo>
                <a:lnTo>
                  <a:pt x="33782" y="7346"/>
                </a:lnTo>
                <a:lnTo>
                  <a:pt x="32995" y="6781"/>
                </a:lnTo>
                <a:lnTo>
                  <a:pt x="32187" y="6256"/>
                </a:lnTo>
                <a:lnTo>
                  <a:pt x="31360" y="5772"/>
                </a:lnTo>
                <a:lnTo>
                  <a:pt x="30512" y="5308"/>
                </a:lnTo>
                <a:lnTo>
                  <a:pt x="29665" y="4864"/>
                </a:lnTo>
                <a:lnTo>
                  <a:pt x="28797" y="4460"/>
                </a:lnTo>
                <a:lnTo>
                  <a:pt x="27929" y="4077"/>
                </a:lnTo>
                <a:lnTo>
                  <a:pt x="27062" y="3734"/>
                </a:lnTo>
                <a:lnTo>
                  <a:pt x="26194" y="3390"/>
                </a:lnTo>
                <a:lnTo>
                  <a:pt x="25306" y="3088"/>
                </a:lnTo>
                <a:lnTo>
                  <a:pt x="24458" y="2785"/>
                </a:lnTo>
                <a:lnTo>
                  <a:pt x="23591" y="2503"/>
                </a:lnTo>
                <a:lnTo>
                  <a:pt x="21896" y="1998"/>
                </a:lnTo>
                <a:lnTo>
                  <a:pt x="20685" y="1635"/>
                </a:lnTo>
                <a:lnTo>
                  <a:pt x="19494" y="1332"/>
                </a:lnTo>
                <a:lnTo>
                  <a:pt x="18364" y="1050"/>
                </a:lnTo>
                <a:lnTo>
                  <a:pt x="17295" y="807"/>
                </a:lnTo>
                <a:lnTo>
                  <a:pt x="16245" y="585"/>
                </a:lnTo>
                <a:lnTo>
                  <a:pt x="15236" y="404"/>
                </a:lnTo>
                <a:lnTo>
                  <a:pt x="14268" y="263"/>
                </a:lnTo>
                <a:lnTo>
                  <a:pt x="13299" y="162"/>
                </a:lnTo>
                <a:lnTo>
                  <a:pt x="12128" y="61"/>
                </a:lnTo>
                <a:lnTo>
                  <a:pt x="10978" y="0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92" name="Google Shape;1292;p16"/>
          <p:cNvSpPr/>
          <p:nvPr/>
        </p:nvSpPr>
        <p:spPr>
          <a:xfrm flipH="1">
            <a:off x="2789873" y="831061"/>
            <a:ext cx="415281" cy="285520"/>
          </a:xfrm>
          <a:custGeom>
            <a:rect b="b" l="l" r="r" t="t"/>
            <a:pathLst>
              <a:path extrusionOk="0" h="5107" w="7428">
                <a:moveTo>
                  <a:pt x="7124" y="82"/>
                </a:moveTo>
                <a:lnTo>
                  <a:pt x="7205" y="102"/>
                </a:lnTo>
                <a:lnTo>
                  <a:pt x="7286" y="142"/>
                </a:lnTo>
                <a:lnTo>
                  <a:pt x="7326" y="223"/>
                </a:lnTo>
                <a:lnTo>
                  <a:pt x="7346" y="344"/>
                </a:lnTo>
                <a:lnTo>
                  <a:pt x="7346" y="485"/>
                </a:lnTo>
                <a:lnTo>
                  <a:pt x="7306" y="647"/>
                </a:lnTo>
                <a:lnTo>
                  <a:pt x="7225" y="808"/>
                </a:lnTo>
                <a:lnTo>
                  <a:pt x="7064" y="1212"/>
                </a:lnTo>
                <a:lnTo>
                  <a:pt x="6842" y="1615"/>
                </a:lnTo>
                <a:lnTo>
                  <a:pt x="6600" y="1999"/>
                </a:lnTo>
                <a:lnTo>
                  <a:pt x="6357" y="2362"/>
                </a:lnTo>
                <a:lnTo>
                  <a:pt x="6055" y="2786"/>
                </a:lnTo>
                <a:lnTo>
                  <a:pt x="5732" y="3149"/>
                </a:lnTo>
                <a:lnTo>
                  <a:pt x="5389" y="3472"/>
                </a:lnTo>
                <a:lnTo>
                  <a:pt x="5026" y="3775"/>
                </a:lnTo>
                <a:lnTo>
                  <a:pt x="4642" y="4037"/>
                </a:lnTo>
                <a:lnTo>
                  <a:pt x="4259" y="4279"/>
                </a:lnTo>
                <a:lnTo>
                  <a:pt x="3835" y="4501"/>
                </a:lnTo>
                <a:lnTo>
                  <a:pt x="3411" y="4683"/>
                </a:lnTo>
                <a:lnTo>
                  <a:pt x="2987" y="4824"/>
                </a:lnTo>
                <a:lnTo>
                  <a:pt x="2745" y="4905"/>
                </a:lnTo>
                <a:lnTo>
                  <a:pt x="2463" y="4965"/>
                </a:lnTo>
                <a:lnTo>
                  <a:pt x="2160" y="5006"/>
                </a:lnTo>
                <a:lnTo>
                  <a:pt x="1837" y="5026"/>
                </a:lnTo>
                <a:lnTo>
                  <a:pt x="1514" y="5006"/>
                </a:lnTo>
                <a:lnTo>
                  <a:pt x="1353" y="4965"/>
                </a:lnTo>
                <a:lnTo>
                  <a:pt x="1171" y="4945"/>
                </a:lnTo>
                <a:lnTo>
                  <a:pt x="1010" y="4885"/>
                </a:lnTo>
                <a:lnTo>
                  <a:pt x="848" y="4824"/>
                </a:lnTo>
                <a:lnTo>
                  <a:pt x="707" y="4743"/>
                </a:lnTo>
                <a:lnTo>
                  <a:pt x="546" y="4642"/>
                </a:lnTo>
                <a:lnTo>
                  <a:pt x="445" y="4562"/>
                </a:lnTo>
                <a:lnTo>
                  <a:pt x="364" y="4461"/>
                </a:lnTo>
                <a:lnTo>
                  <a:pt x="283" y="4380"/>
                </a:lnTo>
                <a:lnTo>
                  <a:pt x="203" y="4279"/>
                </a:lnTo>
                <a:lnTo>
                  <a:pt x="162" y="4178"/>
                </a:lnTo>
                <a:lnTo>
                  <a:pt x="122" y="4057"/>
                </a:lnTo>
                <a:lnTo>
                  <a:pt x="81" y="3956"/>
                </a:lnTo>
                <a:lnTo>
                  <a:pt x="81" y="3855"/>
                </a:lnTo>
                <a:lnTo>
                  <a:pt x="81" y="3654"/>
                </a:lnTo>
                <a:lnTo>
                  <a:pt x="142" y="3492"/>
                </a:lnTo>
                <a:lnTo>
                  <a:pt x="243" y="3331"/>
                </a:lnTo>
                <a:lnTo>
                  <a:pt x="364" y="3169"/>
                </a:lnTo>
                <a:lnTo>
                  <a:pt x="505" y="3028"/>
                </a:lnTo>
                <a:lnTo>
                  <a:pt x="647" y="2907"/>
                </a:lnTo>
                <a:lnTo>
                  <a:pt x="949" y="2685"/>
                </a:lnTo>
                <a:lnTo>
                  <a:pt x="1656" y="2261"/>
                </a:lnTo>
                <a:lnTo>
                  <a:pt x="2362" y="1858"/>
                </a:lnTo>
                <a:lnTo>
                  <a:pt x="3088" y="1474"/>
                </a:lnTo>
                <a:lnTo>
                  <a:pt x="3835" y="1131"/>
                </a:lnTo>
                <a:lnTo>
                  <a:pt x="4602" y="828"/>
                </a:lnTo>
                <a:lnTo>
                  <a:pt x="5369" y="566"/>
                </a:lnTo>
                <a:lnTo>
                  <a:pt x="6156" y="324"/>
                </a:lnTo>
                <a:lnTo>
                  <a:pt x="6943" y="122"/>
                </a:lnTo>
                <a:lnTo>
                  <a:pt x="7044" y="102"/>
                </a:lnTo>
                <a:lnTo>
                  <a:pt x="7124" y="82"/>
                </a:lnTo>
                <a:close/>
                <a:moveTo>
                  <a:pt x="7145" y="1"/>
                </a:moveTo>
                <a:lnTo>
                  <a:pt x="7084" y="21"/>
                </a:lnTo>
                <a:lnTo>
                  <a:pt x="6923" y="41"/>
                </a:lnTo>
                <a:lnTo>
                  <a:pt x="6136" y="243"/>
                </a:lnTo>
                <a:lnTo>
                  <a:pt x="5348" y="485"/>
                </a:lnTo>
                <a:lnTo>
                  <a:pt x="4561" y="768"/>
                </a:lnTo>
                <a:lnTo>
                  <a:pt x="3795" y="1071"/>
                </a:lnTo>
                <a:lnTo>
                  <a:pt x="3048" y="1414"/>
                </a:lnTo>
                <a:lnTo>
                  <a:pt x="2321" y="1777"/>
                </a:lnTo>
                <a:lnTo>
                  <a:pt x="1595" y="2180"/>
                </a:lnTo>
                <a:lnTo>
                  <a:pt x="909" y="2624"/>
                </a:lnTo>
                <a:lnTo>
                  <a:pt x="586" y="2846"/>
                </a:lnTo>
                <a:lnTo>
                  <a:pt x="445" y="2988"/>
                </a:lnTo>
                <a:lnTo>
                  <a:pt x="283" y="3129"/>
                </a:lnTo>
                <a:lnTo>
                  <a:pt x="162" y="3290"/>
                </a:lnTo>
                <a:lnTo>
                  <a:pt x="81" y="3472"/>
                </a:lnTo>
                <a:lnTo>
                  <a:pt x="21" y="3654"/>
                </a:lnTo>
                <a:lnTo>
                  <a:pt x="1" y="3754"/>
                </a:lnTo>
                <a:lnTo>
                  <a:pt x="1" y="3855"/>
                </a:lnTo>
                <a:lnTo>
                  <a:pt x="1" y="3976"/>
                </a:lnTo>
                <a:lnTo>
                  <a:pt x="41" y="4077"/>
                </a:lnTo>
                <a:lnTo>
                  <a:pt x="81" y="4198"/>
                </a:lnTo>
                <a:lnTo>
                  <a:pt x="142" y="4320"/>
                </a:lnTo>
                <a:lnTo>
                  <a:pt x="203" y="4420"/>
                </a:lnTo>
                <a:lnTo>
                  <a:pt x="303" y="4521"/>
                </a:lnTo>
                <a:lnTo>
                  <a:pt x="384" y="4622"/>
                </a:lnTo>
                <a:lnTo>
                  <a:pt x="505" y="4703"/>
                </a:lnTo>
                <a:lnTo>
                  <a:pt x="667" y="4804"/>
                </a:lnTo>
                <a:lnTo>
                  <a:pt x="808" y="4885"/>
                </a:lnTo>
                <a:lnTo>
                  <a:pt x="990" y="4965"/>
                </a:lnTo>
                <a:lnTo>
                  <a:pt x="1151" y="5006"/>
                </a:lnTo>
                <a:lnTo>
                  <a:pt x="1312" y="5046"/>
                </a:lnTo>
                <a:lnTo>
                  <a:pt x="1494" y="5086"/>
                </a:lnTo>
                <a:lnTo>
                  <a:pt x="1837" y="5107"/>
                </a:lnTo>
                <a:lnTo>
                  <a:pt x="2160" y="5086"/>
                </a:lnTo>
                <a:lnTo>
                  <a:pt x="2483" y="5046"/>
                </a:lnTo>
                <a:lnTo>
                  <a:pt x="2765" y="4985"/>
                </a:lnTo>
                <a:lnTo>
                  <a:pt x="3008" y="4905"/>
                </a:lnTo>
                <a:lnTo>
                  <a:pt x="3452" y="4763"/>
                </a:lnTo>
                <a:lnTo>
                  <a:pt x="3875" y="4582"/>
                </a:lnTo>
                <a:lnTo>
                  <a:pt x="4299" y="4360"/>
                </a:lnTo>
                <a:lnTo>
                  <a:pt x="4703" y="4118"/>
                </a:lnTo>
                <a:lnTo>
                  <a:pt x="5086" y="3835"/>
                </a:lnTo>
                <a:lnTo>
                  <a:pt x="5449" y="3532"/>
                </a:lnTo>
                <a:lnTo>
                  <a:pt x="5792" y="3189"/>
                </a:lnTo>
                <a:lnTo>
                  <a:pt x="6115" y="2846"/>
                </a:lnTo>
                <a:lnTo>
                  <a:pt x="6398" y="2443"/>
                </a:lnTo>
                <a:lnTo>
                  <a:pt x="6640" y="2080"/>
                </a:lnTo>
                <a:lnTo>
                  <a:pt x="6882" y="1676"/>
                </a:lnTo>
                <a:lnTo>
                  <a:pt x="7124" y="1252"/>
                </a:lnTo>
                <a:lnTo>
                  <a:pt x="7306" y="849"/>
                </a:lnTo>
                <a:lnTo>
                  <a:pt x="7366" y="667"/>
                </a:lnTo>
                <a:lnTo>
                  <a:pt x="7407" y="485"/>
                </a:lnTo>
                <a:lnTo>
                  <a:pt x="7427" y="324"/>
                </a:lnTo>
                <a:lnTo>
                  <a:pt x="7407" y="203"/>
                </a:lnTo>
                <a:lnTo>
                  <a:pt x="7387" y="142"/>
                </a:lnTo>
                <a:lnTo>
                  <a:pt x="7346" y="82"/>
                </a:lnTo>
                <a:lnTo>
                  <a:pt x="7286" y="41"/>
                </a:lnTo>
                <a:lnTo>
                  <a:pt x="7225" y="21"/>
                </a:lnTo>
                <a:lnTo>
                  <a:pt x="7145" y="1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93" name="Google Shape;1293;p16"/>
          <p:cNvSpPr/>
          <p:nvPr/>
        </p:nvSpPr>
        <p:spPr>
          <a:xfrm flipH="1">
            <a:off x="4011278" y="4861544"/>
            <a:ext cx="135464" cy="154584"/>
          </a:xfrm>
          <a:custGeom>
            <a:rect b="b" l="l" r="r" t="t"/>
            <a:pathLst>
              <a:path extrusionOk="0" h="2765" w="2423">
                <a:moveTo>
                  <a:pt x="747" y="81"/>
                </a:moveTo>
                <a:lnTo>
                  <a:pt x="888" y="101"/>
                </a:lnTo>
                <a:lnTo>
                  <a:pt x="1050" y="121"/>
                </a:lnTo>
                <a:lnTo>
                  <a:pt x="1191" y="161"/>
                </a:lnTo>
                <a:lnTo>
                  <a:pt x="1332" y="202"/>
                </a:lnTo>
                <a:lnTo>
                  <a:pt x="1474" y="262"/>
                </a:lnTo>
                <a:lnTo>
                  <a:pt x="1615" y="343"/>
                </a:lnTo>
                <a:lnTo>
                  <a:pt x="1736" y="424"/>
                </a:lnTo>
                <a:lnTo>
                  <a:pt x="1837" y="505"/>
                </a:lnTo>
                <a:lnTo>
                  <a:pt x="1998" y="686"/>
                </a:lnTo>
                <a:lnTo>
                  <a:pt x="2140" y="888"/>
                </a:lnTo>
                <a:lnTo>
                  <a:pt x="2240" y="1130"/>
                </a:lnTo>
                <a:lnTo>
                  <a:pt x="2321" y="1372"/>
                </a:lnTo>
                <a:lnTo>
                  <a:pt x="2341" y="1635"/>
                </a:lnTo>
                <a:lnTo>
                  <a:pt x="2341" y="1897"/>
                </a:lnTo>
                <a:lnTo>
                  <a:pt x="2321" y="2018"/>
                </a:lnTo>
                <a:lnTo>
                  <a:pt x="2281" y="2139"/>
                </a:lnTo>
                <a:lnTo>
                  <a:pt x="2220" y="2260"/>
                </a:lnTo>
                <a:lnTo>
                  <a:pt x="2160" y="2381"/>
                </a:lnTo>
                <a:lnTo>
                  <a:pt x="2099" y="2442"/>
                </a:lnTo>
                <a:lnTo>
                  <a:pt x="2039" y="2543"/>
                </a:lnTo>
                <a:lnTo>
                  <a:pt x="1938" y="2603"/>
                </a:lnTo>
                <a:lnTo>
                  <a:pt x="1837" y="2664"/>
                </a:lnTo>
                <a:lnTo>
                  <a:pt x="1716" y="2684"/>
                </a:lnTo>
                <a:lnTo>
                  <a:pt x="1575" y="2684"/>
                </a:lnTo>
                <a:lnTo>
                  <a:pt x="1433" y="2623"/>
                </a:lnTo>
                <a:lnTo>
                  <a:pt x="1292" y="2563"/>
                </a:lnTo>
                <a:lnTo>
                  <a:pt x="1110" y="2422"/>
                </a:lnTo>
                <a:lnTo>
                  <a:pt x="929" y="2220"/>
                </a:lnTo>
                <a:lnTo>
                  <a:pt x="727" y="1978"/>
                </a:lnTo>
                <a:lnTo>
                  <a:pt x="525" y="1715"/>
                </a:lnTo>
                <a:lnTo>
                  <a:pt x="344" y="1433"/>
                </a:lnTo>
                <a:lnTo>
                  <a:pt x="202" y="1150"/>
                </a:lnTo>
                <a:lnTo>
                  <a:pt x="101" y="888"/>
                </a:lnTo>
                <a:lnTo>
                  <a:pt x="81" y="787"/>
                </a:lnTo>
                <a:lnTo>
                  <a:pt x="81" y="686"/>
                </a:lnTo>
                <a:lnTo>
                  <a:pt x="101" y="484"/>
                </a:lnTo>
                <a:lnTo>
                  <a:pt x="122" y="404"/>
                </a:lnTo>
                <a:lnTo>
                  <a:pt x="162" y="343"/>
                </a:lnTo>
                <a:lnTo>
                  <a:pt x="222" y="283"/>
                </a:lnTo>
                <a:lnTo>
                  <a:pt x="283" y="222"/>
                </a:lnTo>
                <a:lnTo>
                  <a:pt x="344" y="182"/>
                </a:lnTo>
                <a:lnTo>
                  <a:pt x="424" y="141"/>
                </a:lnTo>
                <a:lnTo>
                  <a:pt x="566" y="101"/>
                </a:lnTo>
                <a:lnTo>
                  <a:pt x="747" y="81"/>
                </a:lnTo>
                <a:close/>
                <a:moveTo>
                  <a:pt x="767" y="0"/>
                </a:moveTo>
                <a:lnTo>
                  <a:pt x="566" y="20"/>
                </a:lnTo>
                <a:lnTo>
                  <a:pt x="384" y="61"/>
                </a:lnTo>
                <a:lnTo>
                  <a:pt x="303" y="101"/>
                </a:lnTo>
                <a:lnTo>
                  <a:pt x="222" y="161"/>
                </a:lnTo>
                <a:lnTo>
                  <a:pt x="162" y="222"/>
                </a:lnTo>
                <a:lnTo>
                  <a:pt x="101" y="303"/>
                </a:lnTo>
                <a:lnTo>
                  <a:pt x="61" y="383"/>
                </a:lnTo>
                <a:lnTo>
                  <a:pt x="21" y="464"/>
                </a:lnTo>
                <a:lnTo>
                  <a:pt x="1" y="565"/>
                </a:lnTo>
                <a:lnTo>
                  <a:pt x="1" y="666"/>
                </a:lnTo>
                <a:lnTo>
                  <a:pt x="1" y="787"/>
                </a:lnTo>
                <a:lnTo>
                  <a:pt x="21" y="908"/>
                </a:lnTo>
                <a:lnTo>
                  <a:pt x="61" y="1029"/>
                </a:lnTo>
                <a:lnTo>
                  <a:pt x="122" y="1170"/>
                </a:lnTo>
                <a:lnTo>
                  <a:pt x="263" y="1453"/>
                </a:lnTo>
                <a:lnTo>
                  <a:pt x="444" y="1756"/>
                </a:lnTo>
                <a:lnTo>
                  <a:pt x="646" y="2018"/>
                </a:lnTo>
                <a:lnTo>
                  <a:pt x="868" y="2280"/>
                </a:lnTo>
                <a:lnTo>
                  <a:pt x="1070" y="2482"/>
                </a:lnTo>
                <a:lnTo>
                  <a:pt x="1231" y="2623"/>
                </a:lnTo>
                <a:lnTo>
                  <a:pt x="1353" y="2684"/>
                </a:lnTo>
                <a:lnTo>
                  <a:pt x="1453" y="2724"/>
                </a:lnTo>
                <a:lnTo>
                  <a:pt x="1575" y="2765"/>
                </a:lnTo>
                <a:lnTo>
                  <a:pt x="1776" y="2765"/>
                </a:lnTo>
                <a:lnTo>
                  <a:pt x="1857" y="2744"/>
                </a:lnTo>
                <a:lnTo>
                  <a:pt x="1958" y="2684"/>
                </a:lnTo>
                <a:lnTo>
                  <a:pt x="2059" y="2623"/>
                </a:lnTo>
                <a:lnTo>
                  <a:pt x="2160" y="2523"/>
                </a:lnTo>
                <a:lnTo>
                  <a:pt x="2240" y="2422"/>
                </a:lnTo>
                <a:lnTo>
                  <a:pt x="2301" y="2301"/>
                </a:lnTo>
                <a:lnTo>
                  <a:pt x="2362" y="2159"/>
                </a:lnTo>
                <a:lnTo>
                  <a:pt x="2402" y="2038"/>
                </a:lnTo>
                <a:lnTo>
                  <a:pt x="2422" y="1897"/>
                </a:lnTo>
                <a:lnTo>
                  <a:pt x="2422" y="1776"/>
                </a:lnTo>
                <a:lnTo>
                  <a:pt x="2422" y="1635"/>
                </a:lnTo>
                <a:lnTo>
                  <a:pt x="2402" y="1372"/>
                </a:lnTo>
                <a:lnTo>
                  <a:pt x="2321" y="1110"/>
                </a:lnTo>
                <a:lnTo>
                  <a:pt x="2200" y="868"/>
                </a:lnTo>
                <a:lnTo>
                  <a:pt x="2059" y="626"/>
                </a:lnTo>
                <a:lnTo>
                  <a:pt x="1877" y="444"/>
                </a:lnTo>
                <a:lnTo>
                  <a:pt x="1736" y="323"/>
                </a:lnTo>
                <a:lnTo>
                  <a:pt x="1575" y="222"/>
                </a:lnTo>
                <a:lnTo>
                  <a:pt x="1393" y="141"/>
                </a:lnTo>
                <a:lnTo>
                  <a:pt x="1171" y="61"/>
                </a:lnTo>
                <a:lnTo>
                  <a:pt x="969" y="20"/>
                </a:lnTo>
                <a:lnTo>
                  <a:pt x="767" y="0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94" name="Google Shape;1294;p16"/>
          <p:cNvSpPr/>
          <p:nvPr/>
        </p:nvSpPr>
        <p:spPr>
          <a:xfrm flipH="1">
            <a:off x="6569954" y="-15594"/>
            <a:ext cx="1642730" cy="740159"/>
          </a:xfrm>
          <a:custGeom>
            <a:rect b="b" l="l" r="r" t="t"/>
            <a:pathLst>
              <a:path extrusionOk="0" h="13239" w="29383">
                <a:moveTo>
                  <a:pt x="28272" y="81"/>
                </a:moveTo>
                <a:lnTo>
                  <a:pt x="28474" y="102"/>
                </a:lnTo>
                <a:lnTo>
                  <a:pt x="28696" y="142"/>
                </a:lnTo>
                <a:lnTo>
                  <a:pt x="28898" y="202"/>
                </a:lnTo>
                <a:lnTo>
                  <a:pt x="29019" y="243"/>
                </a:lnTo>
                <a:lnTo>
                  <a:pt x="29140" y="303"/>
                </a:lnTo>
                <a:lnTo>
                  <a:pt x="29201" y="364"/>
                </a:lnTo>
                <a:lnTo>
                  <a:pt x="29261" y="404"/>
                </a:lnTo>
                <a:lnTo>
                  <a:pt x="29281" y="465"/>
                </a:lnTo>
                <a:lnTo>
                  <a:pt x="29302" y="545"/>
                </a:lnTo>
                <a:lnTo>
                  <a:pt x="29302" y="626"/>
                </a:lnTo>
                <a:lnTo>
                  <a:pt x="29281" y="707"/>
                </a:lnTo>
                <a:lnTo>
                  <a:pt x="29201" y="848"/>
                </a:lnTo>
                <a:lnTo>
                  <a:pt x="29059" y="1070"/>
                </a:lnTo>
                <a:lnTo>
                  <a:pt x="28918" y="1272"/>
                </a:lnTo>
                <a:lnTo>
                  <a:pt x="28595" y="1676"/>
                </a:lnTo>
                <a:lnTo>
                  <a:pt x="28232" y="2079"/>
                </a:lnTo>
                <a:lnTo>
                  <a:pt x="27889" y="2442"/>
                </a:lnTo>
                <a:lnTo>
                  <a:pt x="27566" y="2785"/>
                </a:lnTo>
                <a:lnTo>
                  <a:pt x="27263" y="3129"/>
                </a:lnTo>
                <a:lnTo>
                  <a:pt x="26961" y="3492"/>
                </a:lnTo>
                <a:lnTo>
                  <a:pt x="26698" y="3855"/>
                </a:lnTo>
                <a:lnTo>
                  <a:pt x="26476" y="4198"/>
                </a:lnTo>
                <a:lnTo>
                  <a:pt x="26295" y="4521"/>
                </a:lnTo>
                <a:lnTo>
                  <a:pt x="26133" y="4884"/>
                </a:lnTo>
                <a:lnTo>
                  <a:pt x="25972" y="5247"/>
                </a:lnTo>
                <a:lnTo>
                  <a:pt x="25689" y="5974"/>
                </a:lnTo>
                <a:lnTo>
                  <a:pt x="25447" y="6721"/>
                </a:lnTo>
                <a:lnTo>
                  <a:pt x="25124" y="7649"/>
                </a:lnTo>
                <a:lnTo>
                  <a:pt x="24943" y="8113"/>
                </a:lnTo>
                <a:lnTo>
                  <a:pt x="24741" y="8557"/>
                </a:lnTo>
                <a:lnTo>
                  <a:pt x="24539" y="8981"/>
                </a:lnTo>
                <a:lnTo>
                  <a:pt x="24297" y="9405"/>
                </a:lnTo>
                <a:lnTo>
                  <a:pt x="24014" y="9788"/>
                </a:lnTo>
                <a:lnTo>
                  <a:pt x="23853" y="9990"/>
                </a:lnTo>
                <a:lnTo>
                  <a:pt x="23692" y="10171"/>
                </a:lnTo>
                <a:lnTo>
                  <a:pt x="23409" y="10414"/>
                </a:lnTo>
                <a:lnTo>
                  <a:pt x="23106" y="10676"/>
                </a:lnTo>
                <a:lnTo>
                  <a:pt x="22784" y="10898"/>
                </a:lnTo>
                <a:lnTo>
                  <a:pt x="22420" y="11100"/>
                </a:lnTo>
                <a:lnTo>
                  <a:pt x="22017" y="11301"/>
                </a:lnTo>
                <a:lnTo>
                  <a:pt x="21593" y="11483"/>
                </a:lnTo>
                <a:lnTo>
                  <a:pt x="21129" y="11645"/>
                </a:lnTo>
                <a:lnTo>
                  <a:pt x="20644" y="11786"/>
                </a:lnTo>
                <a:lnTo>
                  <a:pt x="19958" y="11947"/>
                </a:lnTo>
                <a:lnTo>
                  <a:pt x="19272" y="12088"/>
                </a:lnTo>
                <a:lnTo>
                  <a:pt x="18566" y="12210"/>
                </a:lnTo>
                <a:lnTo>
                  <a:pt x="17880" y="12290"/>
                </a:lnTo>
                <a:lnTo>
                  <a:pt x="17173" y="12371"/>
                </a:lnTo>
                <a:lnTo>
                  <a:pt x="16467" y="12432"/>
                </a:lnTo>
                <a:lnTo>
                  <a:pt x="15075" y="12532"/>
                </a:lnTo>
                <a:lnTo>
                  <a:pt x="14106" y="12593"/>
                </a:lnTo>
                <a:lnTo>
                  <a:pt x="12774" y="12694"/>
                </a:lnTo>
                <a:lnTo>
                  <a:pt x="11442" y="12815"/>
                </a:lnTo>
                <a:lnTo>
                  <a:pt x="9142" y="12997"/>
                </a:lnTo>
                <a:lnTo>
                  <a:pt x="7971" y="13077"/>
                </a:lnTo>
                <a:lnTo>
                  <a:pt x="6801" y="13138"/>
                </a:lnTo>
                <a:lnTo>
                  <a:pt x="5630" y="13158"/>
                </a:lnTo>
                <a:lnTo>
                  <a:pt x="4480" y="13158"/>
                </a:lnTo>
                <a:lnTo>
                  <a:pt x="3895" y="13138"/>
                </a:lnTo>
                <a:lnTo>
                  <a:pt x="3310" y="13098"/>
                </a:lnTo>
                <a:lnTo>
                  <a:pt x="2725" y="13057"/>
                </a:lnTo>
                <a:lnTo>
                  <a:pt x="2139" y="12976"/>
                </a:lnTo>
                <a:lnTo>
                  <a:pt x="1857" y="12936"/>
                </a:lnTo>
                <a:lnTo>
                  <a:pt x="1554" y="12855"/>
                </a:lnTo>
                <a:lnTo>
                  <a:pt x="1251" y="12754"/>
                </a:lnTo>
                <a:lnTo>
                  <a:pt x="969" y="12613"/>
                </a:lnTo>
                <a:lnTo>
                  <a:pt x="707" y="12452"/>
                </a:lnTo>
                <a:lnTo>
                  <a:pt x="485" y="12270"/>
                </a:lnTo>
                <a:lnTo>
                  <a:pt x="384" y="12169"/>
                </a:lnTo>
                <a:lnTo>
                  <a:pt x="303" y="12048"/>
                </a:lnTo>
                <a:lnTo>
                  <a:pt x="222" y="11947"/>
                </a:lnTo>
                <a:lnTo>
                  <a:pt x="162" y="11826"/>
                </a:lnTo>
                <a:lnTo>
                  <a:pt x="121" y="11685"/>
                </a:lnTo>
                <a:lnTo>
                  <a:pt x="81" y="11544"/>
                </a:lnTo>
                <a:lnTo>
                  <a:pt x="81" y="11382"/>
                </a:lnTo>
                <a:lnTo>
                  <a:pt x="101" y="11241"/>
                </a:lnTo>
                <a:lnTo>
                  <a:pt x="142" y="11079"/>
                </a:lnTo>
                <a:lnTo>
                  <a:pt x="202" y="10938"/>
                </a:lnTo>
                <a:lnTo>
                  <a:pt x="283" y="10777"/>
                </a:lnTo>
                <a:lnTo>
                  <a:pt x="384" y="10615"/>
                </a:lnTo>
                <a:lnTo>
                  <a:pt x="646" y="10313"/>
                </a:lnTo>
                <a:lnTo>
                  <a:pt x="929" y="10010"/>
                </a:lnTo>
                <a:lnTo>
                  <a:pt x="1272" y="9727"/>
                </a:lnTo>
                <a:lnTo>
                  <a:pt x="1635" y="9465"/>
                </a:lnTo>
                <a:lnTo>
                  <a:pt x="2038" y="9203"/>
                </a:lnTo>
                <a:lnTo>
                  <a:pt x="2422" y="8940"/>
                </a:lnTo>
                <a:lnTo>
                  <a:pt x="3229" y="8476"/>
                </a:lnTo>
                <a:lnTo>
                  <a:pt x="4016" y="7992"/>
                </a:lnTo>
                <a:lnTo>
                  <a:pt x="5005" y="7407"/>
                </a:lnTo>
                <a:lnTo>
                  <a:pt x="6014" y="6821"/>
                </a:lnTo>
                <a:lnTo>
                  <a:pt x="7063" y="6277"/>
                </a:lnTo>
                <a:lnTo>
                  <a:pt x="8153" y="5732"/>
                </a:lnTo>
                <a:lnTo>
                  <a:pt x="9283" y="5207"/>
                </a:lnTo>
                <a:lnTo>
                  <a:pt x="10433" y="4682"/>
                </a:lnTo>
                <a:lnTo>
                  <a:pt x="11644" y="4198"/>
                </a:lnTo>
                <a:lnTo>
                  <a:pt x="12895" y="3714"/>
                </a:lnTo>
                <a:lnTo>
                  <a:pt x="14146" y="3250"/>
                </a:lnTo>
                <a:lnTo>
                  <a:pt x="15438" y="2826"/>
                </a:lnTo>
                <a:lnTo>
                  <a:pt x="16790" y="2382"/>
                </a:lnTo>
                <a:lnTo>
                  <a:pt x="18182" y="1958"/>
                </a:lnTo>
                <a:lnTo>
                  <a:pt x="19151" y="1676"/>
                </a:lnTo>
                <a:lnTo>
                  <a:pt x="20180" y="1393"/>
                </a:lnTo>
                <a:lnTo>
                  <a:pt x="21250" y="1111"/>
                </a:lnTo>
                <a:lnTo>
                  <a:pt x="22380" y="848"/>
                </a:lnTo>
                <a:lnTo>
                  <a:pt x="23550" y="606"/>
                </a:lnTo>
                <a:lnTo>
                  <a:pt x="24761" y="404"/>
                </a:lnTo>
                <a:lnTo>
                  <a:pt x="25972" y="223"/>
                </a:lnTo>
                <a:lnTo>
                  <a:pt x="26598" y="162"/>
                </a:lnTo>
                <a:lnTo>
                  <a:pt x="27223" y="102"/>
                </a:lnTo>
                <a:lnTo>
                  <a:pt x="27647" y="81"/>
                </a:lnTo>
                <a:close/>
                <a:moveTo>
                  <a:pt x="27647" y="1"/>
                </a:moveTo>
                <a:lnTo>
                  <a:pt x="27223" y="21"/>
                </a:lnTo>
                <a:lnTo>
                  <a:pt x="26598" y="81"/>
                </a:lnTo>
                <a:lnTo>
                  <a:pt x="25972" y="142"/>
                </a:lnTo>
                <a:lnTo>
                  <a:pt x="24741" y="324"/>
                </a:lnTo>
                <a:lnTo>
                  <a:pt x="23550" y="525"/>
                </a:lnTo>
                <a:lnTo>
                  <a:pt x="22360" y="767"/>
                </a:lnTo>
                <a:lnTo>
                  <a:pt x="21230" y="1030"/>
                </a:lnTo>
                <a:lnTo>
                  <a:pt x="20160" y="1312"/>
                </a:lnTo>
                <a:lnTo>
                  <a:pt x="19131" y="1595"/>
                </a:lnTo>
                <a:lnTo>
                  <a:pt x="18162" y="1877"/>
                </a:lnTo>
                <a:lnTo>
                  <a:pt x="16750" y="2301"/>
                </a:lnTo>
                <a:lnTo>
                  <a:pt x="15418" y="2745"/>
                </a:lnTo>
                <a:lnTo>
                  <a:pt x="14106" y="3189"/>
                </a:lnTo>
                <a:lnTo>
                  <a:pt x="12855" y="3633"/>
                </a:lnTo>
                <a:lnTo>
                  <a:pt x="11604" y="4117"/>
                </a:lnTo>
                <a:lnTo>
                  <a:pt x="10413" y="4622"/>
                </a:lnTo>
                <a:lnTo>
                  <a:pt x="9243" y="5126"/>
                </a:lnTo>
                <a:lnTo>
                  <a:pt x="8113" y="5651"/>
                </a:lnTo>
                <a:lnTo>
                  <a:pt x="7023" y="6196"/>
                </a:lnTo>
                <a:lnTo>
                  <a:pt x="5974" y="6761"/>
                </a:lnTo>
                <a:lnTo>
                  <a:pt x="4965" y="7326"/>
                </a:lnTo>
                <a:lnTo>
                  <a:pt x="3976" y="7931"/>
                </a:lnTo>
                <a:lnTo>
                  <a:pt x="3189" y="8396"/>
                </a:lnTo>
                <a:lnTo>
                  <a:pt x="2381" y="8880"/>
                </a:lnTo>
                <a:lnTo>
                  <a:pt x="1978" y="9142"/>
                </a:lnTo>
                <a:lnTo>
                  <a:pt x="1594" y="9405"/>
                </a:lnTo>
                <a:lnTo>
                  <a:pt x="1211" y="9667"/>
                </a:lnTo>
                <a:lnTo>
                  <a:pt x="888" y="9949"/>
                </a:lnTo>
                <a:lnTo>
                  <a:pt x="585" y="10252"/>
                </a:lnTo>
                <a:lnTo>
                  <a:pt x="444" y="10414"/>
                </a:lnTo>
                <a:lnTo>
                  <a:pt x="323" y="10575"/>
                </a:lnTo>
                <a:lnTo>
                  <a:pt x="202" y="10736"/>
                </a:lnTo>
                <a:lnTo>
                  <a:pt x="121" y="10898"/>
                </a:lnTo>
                <a:lnTo>
                  <a:pt x="61" y="11059"/>
                </a:lnTo>
                <a:lnTo>
                  <a:pt x="20" y="11241"/>
                </a:lnTo>
                <a:lnTo>
                  <a:pt x="0" y="11382"/>
                </a:lnTo>
                <a:lnTo>
                  <a:pt x="0" y="11544"/>
                </a:lnTo>
                <a:lnTo>
                  <a:pt x="41" y="11705"/>
                </a:lnTo>
                <a:lnTo>
                  <a:pt x="101" y="11867"/>
                </a:lnTo>
                <a:lnTo>
                  <a:pt x="202" y="12048"/>
                </a:lnTo>
                <a:lnTo>
                  <a:pt x="343" y="12230"/>
                </a:lnTo>
                <a:lnTo>
                  <a:pt x="545" y="12411"/>
                </a:lnTo>
                <a:lnTo>
                  <a:pt x="787" y="12593"/>
                </a:lnTo>
                <a:lnTo>
                  <a:pt x="1070" y="12754"/>
                </a:lnTo>
                <a:lnTo>
                  <a:pt x="1393" y="12896"/>
                </a:lnTo>
                <a:lnTo>
                  <a:pt x="1736" y="12997"/>
                </a:lnTo>
                <a:lnTo>
                  <a:pt x="2139" y="13057"/>
                </a:lnTo>
                <a:lnTo>
                  <a:pt x="2947" y="13158"/>
                </a:lnTo>
                <a:lnTo>
                  <a:pt x="3754" y="13198"/>
                </a:lnTo>
                <a:lnTo>
                  <a:pt x="4561" y="13239"/>
                </a:lnTo>
                <a:lnTo>
                  <a:pt x="6135" y="13239"/>
                </a:lnTo>
                <a:lnTo>
                  <a:pt x="6902" y="13219"/>
                </a:lnTo>
                <a:lnTo>
                  <a:pt x="8435" y="13138"/>
                </a:lnTo>
                <a:lnTo>
                  <a:pt x="9949" y="13017"/>
                </a:lnTo>
                <a:lnTo>
                  <a:pt x="11442" y="12896"/>
                </a:lnTo>
                <a:lnTo>
                  <a:pt x="12774" y="12775"/>
                </a:lnTo>
                <a:lnTo>
                  <a:pt x="14106" y="12674"/>
                </a:lnTo>
                <a:lnTo>
                  <a:pt x="15075" y="12613"/>
                </a:lnTo>
                <a:lnTo>
                  <a:pt x="16467" y="12512"/>
                </a:lnTo>
                <a:lnTo>
                  <a:pt x="17173" y="12452"/>
                </a:lnTo>
                <a:lnTo>
                  <a:pt x="17880" y="12371"/>
                </a:lnTo>
                <a:lnTo>
                  <a:pt x="18586" y="12290"/>
                </a:lnTo>
                <a:lnTo>
                  <a:pt x="19272" y="12169"/>
                </a:lnTo>
                <a:lnTo>
                  <a:pt x="19978" y="12028"/>
                </a:lnTo>
                <a:lnTo>
                  <a:pt x="20665" y="11867"/>
                </a:lnTo>
                <a:lnTo>
                  <a:pt x="21149" y="11705"/>
                </a:lnTo>
                <a:lnTo>
                  <a:pt x="21613" y="11544"/>
                </a:lnTo>
                <a:lnTo>
                  <a:pt x="22057" y="11362"/>
                </a:lnTo>
                <a:lnTo>
                  <a:pt x="22461" y="11180"/>
                </a:lnTo>
                <a:lnTo>
                  <a:pt x="22824" y="10958"/>
                </a:lnTo>
                <a:lnTo>
                  <a:pt x="23167" y="10736"/>
                </a:lnTo>
                <a:lnTo>
                  <a:pt x="23470" y="10474"/>
                </a:lnTo>
                <a:lnTo>
                  <a:pt x="23752" y="10212"/>
                </a:lnTo>
                <a:lnTo>
                  <a:pt x="23914" y="10030"/>
                </a:lnTo>
                <a:lnTo>
                  <a:pt x="24075" y="9849"/>
                </a:lnTo>
                <a:lnTo>
                  <a:pt x="24358" y="9445"/>
                </a:lnTo>
                <a:lnTo>
                  <a:pt x="24600" y="9021"/>
                </a:lnTo>
                <a:lnTo>
                  <a:pt x="24822" y="8597"/>
                </a:lnTo>
                <a:lnTo>
                  <a:pt x="25023" y="8133"/>
                </a:lnTo>
                <a:lnTo>
                  <a:pt x="25185" y="7669"/>
                </a:lnTo>
                <a:lnTo>
                  <a:pt x="25508" y="6741"/>
                </a:lnTo>
                <a:lnTo>
                  <a:pt x="25770" y="6014"/>
                </a:lnTo>
                <a:lnTo>
                  <a:pt x="26053" y="5268"/>
                </a:lnTo>
                <a:lnTo>
                  <a:pt x="26194" y="4925"/>
                </a:lnTo>
                <a:lnTo>
                  <a:pt x="26376" y="4561"/>
                </a:lnTo>
                <a:lnTo>
                  <a:pt x="26557" y="4238"/>
                </a:lnTo>
                <a:lnTo>
                  <a:pt x="26759" y="3895"/>
                </a:lnTo>
                <a:lnTo>
                  <a:pt x="27021" y="3532"/>
                </a:lnTo>
                <a:lnTo>
                  <a:pt x="27324" y="3169"/>
                </a:lnTo>
                <a:lnTo>
                  <a:pt x="27627" y="2826"/>
                </a:lnTo>
                <a:lnTo>
                  <a:pt x="27950" y="2503"/>
                </a:lnTo>
                <a:lnTo>
                  <a:pt x="28293" y="2120"/>
                </a:lnTo>
                <a:lnTo>
                  <a:pt x="28656" y="1736"/>
                </a:lnTo>
                <a:lnTo>
                  <a:pt x="28979" y="1333"/>
                </a:lnTo>
                <a:lnTo>
                  <a:pt x="29120" y="1111"/>
                </a:lnTo>
                <a:lnTo>
                  <a:pt x="29261" y="889"/>
                </a:lnTo>
                <a:lnTo>
                  <a:pt x="29362" y="727"/>
                </a:lnTo>
                <a:lnTo>
                  <a:pt x="29382" y="626"/>
                </a:lnTo>
                <a:lnTo>
                  <a:pt x="29382" y="545"/>
                </a:lnTo>
                <a:lnTo>
                  <a:pt x="29362" y="445"/>
                </a:lnTo>
                <a:lnTo>
                  <a:pt x="29322" y="364"/>
                </a:lnTo>
                <a:lnTo>
                  <a:pt x="29261" y="303"/>
                </a:lnTo>
                <a:lnTo>
                  <a:pt x="29201" y="243"/>
                </a:lnTo>
                <a:lnTo>
                  <a:pt x="29059" y="162"/>
                </a:lnTo>
                <a:lnTo>
                  <a:pt x="28918" y="122"/>
                </a:lnTo>
                <a:lnTo>
                  <a:pt x="28716" y="61"/>
                </a:lnTo>
                <a:lnTo>
                  <a:pt x="28494" y="21"/>
                </a:lnTo>
                <a:lnTo>
                  <a:pt x="28293" y="1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95" name="Google Shape;1295;p16"/>
          <p:cNvSpPr/>
          <p:nvPr/>
        </p:nvSpPr>
        <p:spPr>
          <a:xfrm flipH="1">
            <a:off x="1698886" y="-233956"/>
            <a:ext cx="1884195" cy="733450"/>
          </a:xfrm>
          <a:custGeom>
            <a:rect b="b" l="l" r="r" t="t"/>
            <a:pathLst>
              <a:path extrusionOk="0" h="13119" w="33702">
                <a:moveTo>
                  <a:pt x="8436" y="82"/>
                </a:moveTo>
                <a:lnTo>
                  <a:pt x="9041" y="102"/>
                </a:lnTo>
                <a:lnTo>
                  <a:pt x="9667" y="142"/>
                </a:lnTo>
                <a:lnTo>
                  <a:pt x="10312" y="183"/>
                </a:lnTo>
                <a:lnTo>
                  <a:pt x="10978" y="263"/>
                </a:lnTo>
                <a:lnTo>
                  <a:pt x="12532" y="465"/>
                </a:lnTo>
                <a:lnTo>
                  <a:pt x="14005" y="707"/>
                </a:lnTo>
                <a:lnTo>
                  <a:pt x="15398" y="949"/>
                </a:lnTo>
                <a:lnTo>
                  <a:pt x="16689" y="1192"/>
                </a:lnTo>
                <a:lnTo>
                  <a:pt x="17900" y="1454"/>
                </a:lnTo>
                <a:lnTo>
                  <a:pt x="19030" y="1716"/>
                </a:lnTo>
                <a:lnTo>
                  <a:pt x="20080" y="1979"/>
                </a:lnTo>
                <a:lnTo>
                  <a:pt x="21048" y="2241"/>
                </a:lnTo>
                <a:lnTo>
                  <a:pt x="21956" y="2523"/>
                </a:lnTo>
                <a:lnTo>
                  <a:pt x="22804" y="2786"/>
                </a:lnTo>
                <a:lnTo>
                  <a:pt x="23571" y="3068"/>
                </a:lnTo>
                <a:lnTo>
                  <a:pt x="24277" y="3331"/>
                </a:lnTo>
                <a:lnTo>
                  <a:pt x="24943" y="3593"/>
                </a:lnTo>
                <a:lnTo>
                  <a:pt x="25548" y="3835"/>
                </a:lnTo>
                <a:lnTo>
                  <a:pt x="26598" y="4320"/>
                </a:lnTo>
                <a:lnTo>
                  <a:pt x="27607" y="4824"/>
                </a:lnTo>
                <a:lnTo>
                  <a:pt x="28071" y="5066"/>
                </a:lnTo>
                <a:lnTo>
                  <a:pt x="28535" y="5329"/>
                </a:lnTo>
                <a:lnTo>
                  <a:pt x="28999" y="5611"/>
                </a:lnTo>
                <a:lnTo>
                  <a:pt x="29423" y="5894"/>
                </a:lnTo>
                <a:lnTo>
                  <a:pt x="29847" y="6176"/>
                </a:lnTo>
                <a:lnTo>
                  <a:pt x="30271" y="6459"/>
                </a:lnTo>
                <a:lnTo>
                  <a:pt x="30654" y="6761"/>
                </a:lnTo>
                <a:lnTo>
                  <a:pt x="31058" y="7064"/>
                </a:lnTo>
                <a:lnTo>
                  <a:pt x="31421" y="7367"/>
                </a:lnTo>
                <a:lnTo>
                  <a:pt x="31784" y="7690"/>
                </a:lnTo>
                <a:lnTo>
                  <a:pt x="32127" y="8012"/>
                </a:lnTo>
                <a:lnTo>
                  <a:pt x="32450" y="8335"/>
                </a:lnTo>
                <a:lnTo>
                  <a:pt x="32773" y="8678"/>
                </a:lnTo>
                <a:lnTo>
                  <a:pt x="33076" y="9021"/>
                </a:lnTo>
                <a:lnTo>
                  <a:pt x="33237" y="9223"/>
                </a:lnTo>
                <a:lnTo>
                  <a:pt x="33378" y="9425"/>
                </a:lnTo>
                <a:lnTo>
                  <a:pt x="33520" y="9667"/>
                </a:lnTo>
                <a:lnTo>
                  <a:pt x="33560" y="9788"/>
                </a:lnTo>
                <a:lnTo>
                  <a:pt x="33600" y="9909"/>
                </a:lnTo>
                <a:lnTo>
                  <a:pt x="33620" y="10030"/>
                </a:lnTo>
                <a:lnTo>
                  <a:pt x="33620" y="10172"/>
                </a:lnTo>
                <a:lnTo>
                  <a:pt x="33600" y="10293"/>
                </a:lnTo>
                <a:lnTo>
                  <a:pt x="33580" y="10414"/>
                </a:lnTo>
                <a:lnTo>
                  <a:pt x="33520" y="10535"/>
                </a:lnTo>
                <a:lnTo>
                  <a:pt x="33459" y="10636"/>
                </a:lnTo>
                <a:lnTo>
                  <a:pt x="33378" y="10737"/>
                </a:lnTo>
                <a:lnTo>
                  <a:pt x="33257" y="10797"/>
                </a:lnTo>
                <a:lnTo>
                  <a:pt x="33176" y="10838"/>
                </a:lnTo>
                <a:lnTo>
                  <a:pt x="33096" y="10858"/>
                </a:lnTo>
                <a:lnTo>
                  <a:pt x="32894" y="10878"/>
                </a:lnTo>
                <a:lnTo>
                  <a:pt x="32692" y="10858"/>
                </a:lnTo>
                <a:lnTo>
                  <a:pt x="32470" y="10817"/>
                </a:lnTo>
                <a:lnTo>
                  <a:pt x="29019" y="10152"/>
                </a:lnTo>
                <a:lnTo>
                  <a:pt x="26840" y="9748"/>
                </a:lnTo>
                <a:lnTo>
                  <a:pt x="25750" y="9566"/>
                </a:lnTo>
                <a:lnTo>
                  <a:pt x="24640" y="9385"/>
                </a:lnTo>
                <a:lnTo>
                  <a:pt x="23551" y="9223"/>
                </a:lnTo>
                <a:lnTo>
                  <a:pt x="22420" y="9102"/>
                </a:lnTo>
                <a:lnTo>
                  <a:pt x="21311" y="9021"/>
                </a:lnTo>
                <a:lnTo>
                  <a:pt x="20201" y="8981"/>
                </a:lnTo>
                <a:lnTo>
                  <a:pt x="19071" y="8961"/>
                </a:lnTo>
                <a:lnTo>
                  <a:pt x="17941" y="9021"/>
                </a:lnTo>
                <a:lnTo>
                  <a:pt x="16831" y="9102"/>
                </a:lnTo>
                <a:lnTo>
                  <a:pt x="15721" y="9223"/>
                </a:lnTo>
                <a:lnTo>
                  <a:pt x="14591" y="9385"/>
                </a:lnTo>
                <a:lnTo>
                  <a:pt x="13501" y="9566"/>
                </a:lnTo>
                <a:lnTo>
                  <a:pt x="12391" y="9788"/>
                </a:lnTo>
                <a:lnTo>
                  <a:pt x="11281" y="10051"/>
                </a:lnTo>
                <a:lnTo>
                  <a:pt x="10191" y="10313"/>
                </a:lnTo>
                <a:lnTo>
                  <a:pt x="9081" y="10596"/>
                </a:lnTo>
                <a:lnTo>
                  <a:pt x="7992" y="10918"/>
                </a:lnTo>
                <a:lnTo>
                  <a:pt x="6922" y="11241"/>
                </a:lnTo>
                <a:lnTo>
                  <a:pt x="4763" y="11907"/>
                </a:lnTo>
                <a:lnTo>
                  <a:pt x="2604" y="12593"/>
                </a:lnTo>
                <a:lnTo>
                  <a:pt x="1595" y="12936"/>
                </a:lnTo>
                <a:lnTo>
                  <a:pt x="1433" y="12977"/>
                </a:lnTo>
                <a:lnTo>
                  <a:pt x="1231" y="13017"/>
                </a:lnTo>
                <a:lnTo>
                  <a:pt x="1050" y="13037"/>
                </a:lnTo>
                <a:lnTo>
                  <a:pt x="949" y="13037"/>
                </a:lnTo>
                <a:lnTo>
                  <a:pt x="868" y="13017"/>
                </a:lnTo>
                <a:lnTo>
                  <a:pt x="767" y="12997"/>
                </a:lnTo>
                <a:lnTo>
                  <a:pt x="687" y="12957"/>
                </a:lnTo>
                <a:lnTo>
                  <a:pt x="606" y="12896"/>
                </a:lnTo>
                <a:lnTo>
                  <a:pt x="525" y="12835"/>
                </a:lnTo>
                <a:lnTo>
                  <a:pt x="404" y="12674"/>
                </a:lnTo>
                <a:lnTo>
                  <a:pt x="323" y="12492"/>
                </a:lnTo>
                <a:lnTo>
                  <a:pt x="243" y="12291"/>
                </a:lnTo>
                <a:lnTo>
                  <a:pt x="202" y="12089"/>
                </a:lnTo>
                <a:lnTo>
                  <a:pt x="162" y="11867"/>
                </a:lnTo>
                <a:lnTo>
                  <a:pt x="142" y="11665"/>
                </a:lnTo>
                <a:lnTo>
                  <a:pt x="101" y="10838"/>
                </a:lnTo>
                <a:lnTo>
                  <a:pt x="81" y="9990"/>
                </a:lnTo>
                <a:lnTo>
                  <a:pt x="101" y="9163"/>
                </a:lnTo>
                <a:lnTo>
                  <a:pt x="142" y="8315"/>
                </a:lnTo>
                <a:lnTo>
                  <a:pt x="202" y="7488"/>
                </a:lnTo>
                <a:lnTo>
                  <a:pt x="283" y="6660"/>
                </a:lnTo>
                <a:lnTo>
                  <a:pt x="404" y="5833"/>
                </a:lnTo>
                <a:lnTo>
                  <a:pt x="545" y="5006"/>
                </a:lnTo>
                <a:lnTo>
                  <a:pt x="666" y="4441"/>
                </a:lnTo>
                <a:lnTo>
                  <a:pt x="808" y="3896"/>
                </a:lnTo>
                <a:lnTo>
                  <a:pt x="909" y="3654"/>
                </a:lnTo>
                <a:lnTo>
                  <a:pt x="989" y="3411"/>
                </a:lnTo>
                <a:lnTo>
                  <a:pt x="1110" y="3189"/>
                </a:lnTo>
                <a:lnTo>
                  <a:pt x="1231" y="2967"/>
                </a:lnTo>
                <a:lnTo>
                  <a:pt x="1413" y="2685"/>
                </a:lnTo>
                <a:lnTo>
                  <a:pt x="1635" y="2402"/>
                </a:lnTo>
                <a:lnTo>
                  <a:pt x="1877" y="2140"/>
                </a:lnTo>
                <a:lnTo>
                  <a:pt x="2160" y="1898"/>
                </a:lnTo>
                <a:lnTo>
                  <a:pt x="2462" y="1656"/>
                </a:lnTo>
                <a:lnTo>
                  <a:pt x="2805" y="1434"/>
                </a:lnTo>
                <a:lnTo>
                  <a:pt x="3189" y="1232"/>
                </a:lnTo>
                <a:lnTo>
                  <a:pt x="3572" y="1030"/>
                </a:lnTo>
                <a:lnTo>
                  <a:pt x="4117" y="808"/>
                </a:lnTo>
                <a:lnTo>
                  <a:pt x="4662" y="627"/>
                </a:lnTo>
                <a:lnTo>
                  <a:pt x="5227" y="465"/>
                </a:lnTo>
                <a:lnTo>
                  <a:pt x="5832" y="324"/>
                </a:lnTo>
                <a:lnTo>
                  <a:pt x="6438" y="223"/>
                </a:lnTo>
                <a:lnTo>
                  <a:pt x="7084" y="142"/>
                </a:lnTo>
                <a:lnTo>
                  <a:pt x="7750" y="102"/>
                </a:lnTo>
                <a:lnTo>
                  <a:pt x="8436" y="82"/>
                </a:lnTo>
                <a:close/>
                <a:moveTo>
                  <a:pt x="8335" y="1"/>
                </a:moveTo>
                <a:lnTo>
                  <a:pt x="7830" y="21"/>
                </a:lnTo>
                <a:lnTo>
                  <a:pt x="7346" y="41"/>
                </a:lnTo>
                <a:lnTo>
                  <a:pt x="6882" y="82"/>
                </a:lnTo>
                <a:lnTo>
                  <a:pt x="6438" y="142"/>
                </a:lnTo>
                <a:lnTo>
                  <a:pt x="5974" y="223"/>
                </a:lnTo>
                <a:lnTo>
                  <a:pt x="5550" y="304"/>
                </a:lnTo>
                <a:lnTo>
                  <a:pt x="5126" y="405"/>
                </a:lnTo>
                <a:lnTo>
                  <a:pt x="4723" y="526"/>
                </a:lnTo>
                <a:lnTo>
                  <a:pt x="4319" y="647"/>
                </a:lnTo>
                <a:lnTo>
                  <a:pt x="3915" y="808"/>
                </a:lnTo>
                <a:lnTo>
                  <a:pt x="3552" y="970"/>
                </a:lnTo>
                <a:lnTo>
                  <a:pt x="3149" y="1151"/>
                </a:lnTo>
                <a:lnTo>
                  <a:pt x="2765" y="1373"/>
                </a:lnTo>
                <a:lnTo>
                  <a:pt x="2422" y="1595"/>
                </a:lnTo>
                <a:lnTo>
                  <a:pt x="2099" y="1837"/>
                </a:lnTo>
                <a:lnTo>
                  <a:pt x="1817" y="2080"/>
                </a:lnTo>
                <a:lnTo>
                  <a:pt x="1575" y="2362"/>
                </a:lnTo>
                <a:lnTo>
                  <a:pt x="1353" y="2624"/>
                </a:lnTo>
                <a:lnTo>
                  <a:pt x="1151" y="2927"/>
                </a:lnTo>
                <a:lnTo>
                  <a:pt x="1030" y="3169"/>
                </a:lnTo>
                <a:lnTo>
                  <a:pt x="909" y="3432"/>
                </a:lnTo>
                <a:lnTo>
                  <a:pt x="808" y="3694"/>
                </a:lnTo>
                <a:lnTo>
                  <a:pt x="707" y="3956"/>
                </a:lnTo>
                <a:lnTo>
                  <a:pt x="586" y="4481"/>
                </a:lnTo>
                <a:lnTo>
                  <a:pt x="465" y="4985"/>
                </a:lnTo>
                <a:lnTo>
                  <a:pt x="323" y="5813"/>
                </a:lnTo>
                <a:lnTo>
                  <a:pt x="222" y="6660"/>
                </a:lnTo>
                <a:lnTo>
                  <a:pt x="122" y="7488"/>
                </a:lnTo>
                <a:lnTo>
                  <a:pt x="61" y="8315"/>
                </a:lnTo>
                <a:lnTo>
                  <a:pt x="21" y="9163"/>
                </a:lnTo>
                <a:lnTo>
                  <a:pt x="0" y="9990"/>
                </a:lnTo>
                <a:lnTo>
                  <a:pt x="21" y="10838"/>
                </a:lnTo>
                <a:lnTo>
                  <a:pt x="61" y="11665"/>
                </a:lnTo>
                <a:lnTo>
                  <a:pt x="101" y="11968"/>
                </a:lnTo>
                <a:lnTo>
                  <a:pt x="142" y="12230"/>
                </a:lnTo>
                <a:lnTo>
                  <a:pt x="222" y="12452"/>
                </a:lnTo>
                <a:lnTo>
                  <a:pt x="303" y="12654"/>
                </a:lnTo>
                <a:lnTo>
                  <a:pt x="404" y="12815"/>
                </a:lnTo>
                <a:lnTo>
                  <a:pt x="545" y="12936"/>
                </a:lnTo>
                <a:lnTo>
                  <a:pt x="687" y="13037"/>
                </a:lnTo>
                <a:lnTo>
                  <a:pt x="848" y="13098"/>
                </a:lnTo>
                <a:lnTo>
                  <a:pt x="949" y="13118"/>
                </a:lnTo>
                <a:lnTo>
                  <a:pt x="1191" y="13118"/>
                </a:lnTo>
                <a:lnTo>
                  <a:pt x="1353" y="13078"/>
                </a:lnTo>
                <a:lnTo>
                  <a:pt x="1615" y="12997"/>
                </a:lnTo>
                <a:lnTo>
                  <a:pt x="2644" y="12674"/>
                </a:lnTo>
                <a:lnTo>
                  <a:pt x="4783" y="11988"/>
                </a:lnTo>
                <a:lnTo>
                  <a:pt x="6942" y="11302"/>
                </a:lnTo>
                <a:lnTo>
                  <a:pt x="8012" y="10999"/>
                </a:lnTo>
                <a:lnTo>
                  <a:pt x="9102" y="10676"/>
                </a:lnTo>
                <a:lnTo>
                  <a:pt x="10191" y="10394"/>
                </a:lnTo>
                <a:lnTo>
                  <a:pt x="11301" y="10131"/>
                </a:lnTo>
                <a:lnTo>
                  <a:pt x="12391" y="9869"/>
                </a:lnTo>
                <a:lnTo>
                  <a:pt x="13501" y="9647"/>
                </a:lnTo>
                <a:lnTo>
                  <a:pt x="14611" y="9465"/>
                </a:lnTo>
                <a:lnTo>
                  <a:pt x="15721" y="9304"/>
                </a:lnTo>
                <a:lnTo>
                  <a:pt x="16831" y="9183"/>
                </a:lnTo>
                <a:lnTo>
                  <a:pt x="17961" y="9102"/>
                </a:lnTo>
                <a:lnTo>
                  <a:pt x="19071" y="9042"/>
                </a:lnTo>
                <a:lnTo>
                  <a:pt x="20201" y="9062"/>
                </a:lnTo>
                <a:lnTo>
                  <a:pt x="21311" y="9102"/>
                </a:lnTo>
                <a:lnTo>
                  <a:pt x="22420" y="9183"/>
                </a:lnTo>
                <a:lnTo>
                  <a:pt x="23530" y="9304"/>
                </a:lnTo>
                <a:lnTo>
                  <a:pt x="24640" y="9465"/>
                </a:lnTo>
                <a:lnTo>
                  <a:pt x="25750" y="9647"/>
                </a:lnTo>
                <a:lnTo>
                  <a:pt x="26840" y="9829"/>
                </a:lnTo>
                <a:lnTo>
                  <a:pt x="28999" y="10232"/>
                </a:lnTo>
                <a:lnTo>
                  <a:pt x="32470" y="10898"/>
                </a:lnTo>
                <a:lnTo>
                  <a:pt x="32692" y="10939"/>
                </a:lnTo>
                <a:lnTo>
                  <a:pt x="32894" y="10959"/>
                </a:lnTo>
                <a:lnTo>
                  <a:pt x="33116" y="10939"/>
                </a:lnTo>
                <a:lnTo>
                  <a:pt x="33197" y="10918"/>
                </a:lnTo>
                <a:lnTo>
                  <a:pt x="33298" y="10878"/>
                </a:lnTo>
                <a:lnTo>
                  <a:pt x="33419" y="10797"/>
                </a:lnTo>
                <a:lnTo>
                  <a:pt x="33520" y="10696"/>
                </a:lnTo>
                <a:lnTo>
                  <a:pt x="33600" y="10575"/>
                </a:lnTo>
                <a:lnTo>
                  <a:pt x="33661" y="10454"/>
                </a:lnTo>
                <a:lnTo>
                  <a:pt x="33681" y="10313"/>
                </a:lnTo>
                <a:lnTo>
                  <a:pt x="33701" y="10172"/>
                </a:lnTo>
                <a:lnTo>
                  <a:pt x="33701" y="10030"/>
                </a:lnTo>
                <a:lnTo>
                  <a:pt x="33681" y="9889"/>
                </a:lnTo>
                <a:lnTo>
                  <a:pt x="33641" y="9768"/>
                </a:lnTo>
                <a:lnTo>
                  <a:pt x="33600" y="9627"/>
                </a:lnTo>
                <a:lnTo>
                  <a:pt x="33459" y="9385"/>
                </a:lnTo>
                <a:lnTo>
                  <a:pt x="33298" y="9163"/>
                </a:lnTo>
                <a:lnTo>
                  <a:pt x="33136" y="8961"/>
                </a:lnTo>
                <a:lnTo>
                  <a:pt x="32833" y="8618"/>
                </a:lnTo>
                <a:lnTo>
                  <a:pt x="32511" y="8275"/>
                </a:lnTo>
                <a:lnTo>
                  <a:pt x="32188" y="7952"/>
                </a:lnTo>
                <a:lnTo>
                  <a:pt x="31824" y="7629"/>
                </a:lnTo>
                <a:lnTo>
                  <a:pt x="31481" y="7306"/>
                </a:lnTo>
                <a:lnTo>
                  <a:pt x="31098" y="7003"/>
                </a:lnTo>
                <a:lnTo>
                  <a:pt x="30714" y="6701"/>
                </a:lnTo>
                <a:lnTo>
                  <a:pt x="30311" y="6398"/>
                </a:lnTo>
                <a:lnTo>
                  <a:pt x="29907" y="6095"/>
                </a:lnTo>
                <a:lnTo>
                  <a:pt x="29483" y="5813"/>
                </a:lnTo>
                <a:lnTo>
                  <a:pt x="29040" y="5530"/>
                </a:lnTo>
                <a:lnTo>
                  <a:pt x="28575" y="5268"/>
                </a:lnTo>
                <a:lnTo>
                  <a:pt x="28111" y="5006"/>
                </a:lnTo>
                <a:lnTo>
                  <a:pt x="27627" y="4743"/>
                </a:lnTo>
                <a:lnTo>
                  <a:pt x="26638" y="4259"/>
                </a:lnTo>
                <a:lnTo>
                  <a:pt x="25569" y="3775"/>
                </a:lnTo>
                <a:lnTo>
                  <a:pt x="24963" y="3512"/>
                </a:lnTo>
                <a:lnTo>
                  <a:pt x="24317" y="3250"/>
                </a:lnTo>
                <a:lnTo>
                  <a:pt x="23591" y="2988"/>
                </a:lnTo>
                <a:lnTo>
                  <a:pt x="22824" y="2725"/>
                </a:lnTo>
                <a:lnTo>
                  <a:pt x="21977" y="2443"/>
                </a:lnTo>
                <a:lnTo>
                  <a:pt x="21068" y="2180"/>
                </a:lnTo>
                <a:lnTo>
                  <a:pt x="20100" y="1898"/>
                </a:lnTo>
                <a:lnTo>
                  <a:pt x="19050" y="1636"/>
                </a:lnTo>
                <a:lnTo>
                  <a:pt x="17920" y="1373"/>
                </a:lnTo>
                <a:lnTo>
                  <a:pt x="16710" y="1111"/>
                </a:lnTo>
                <a:lnTo>
                  <a:pt x="15398" y="869"/>
                </a:lnTo>
                <a:lnTo>
                  <a:pt x="14026" y="627"/>
                </a:lnTo>
                <a:lnTo>
                  <a:pt x="12552" y="405"/>
                </a:lnTo>
                <a:lnTo>
                  <a:pt x="10978" y="183"/>
                </a:lnTo>
                <a:lnTo>
                  <a:pt x="10413" y="122"/>
                </a:lnTo>
                <a:lnTo>
                  <a:pt x="9889" y="62"/>
                </a:lnTo>
                <a:lnTo>
                  <a:pt x="9344" y="41"/>
                </a:lnTo>
                <a:lnTo>
                  <a:pt x="8839" y="21"/>
                </a:lnTo>
                <a:lnTo>
                  <a:pt x="8335" y="1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96" name="Google Shape;1296;p16"/>
          <p:cNvSpPr/>
          <p:nvPr/>
        </p:nvSpPr>
        <p:spPr>
          <a:xfrm flipH="1">
            <a:off x="2934340" y="940525"/>
            <a:ext cx="166996" cy="99348"/>
          </a:xfrm>
          <a:custGeom>
            <a:rect b="b" l="l" r="r" t="t"/>
            <a:pathLst>
              <a:path extrusionOk="0" h="1777" w="2987">
                <a:moveTo>
                  <a:pt x="2240" y="81"/>
                </a:moveTo>
                <a:lnTo>
                  <a:pt x="2442" y="101"/>
                </a:lnTo>
                <a:lnTo>
                  <a:pt x="2644" y="122"/>
                </a:lnTo>
                <a:lnTo>
                  <a:pt x="2745" y="162"/>
                </a:lnTo>
                <a:lnTo>
                  <a:pt x="2805" y="182"/>
                </a:lnTo>
                <a:lnTo>
                  <a:pt x="2866" y="243"/>
                </a:lnTo>
                <a:lnTo>
                  <a:pt x="2906" y="283"/>
                </a:lnTo>
                <a:lnTo>
                  <a:pt x="2906" y="364"/>
                </a:lnTo>
                <a:lnTo>
                  <a:pt x="2906" y="444"/>
                </a:lnTo>
                <a:lnTo>
                  <a:pt x="2846" y="525"/>
                </a:lnTo>
                <a:lnTo>
                  <a:pt x="2765" y="626"/>
                </a:lnTo>
                <a:lnTo>
                  <a:pt x="2543" y="868"/>
                </a:lnTo>
                <a:lnTo>
                  <a:pt x="2281" y="1070"/>
                </a:lnTo>
                <a:lnTo>
                  <a:pt x="1998" y="1252"/>
                </a:lnTo>
                <a:lnTo>
                  <a:pt x="1716" y="1413"/>
                </a:lnTo>
                <a:lnTo>
                  <a:pt x="1393" y="1534"/>
                </a:lnTo>
                <a:lnTo>
                  <a:pt x="1090" y="1615"/>
                </a:lnTo>
                <a:lnTo>
                  <a:pt x="747" y="1675"/>
                </a:lnTo>
                <a:lnTo>
                  <a:pt x="424" y="1696"/>
                </a:lnTo>
                <a:lnTo>
                  <a:pt x="263" y="1696"/>
                </a:lnTo>
                <a:lnTo>
                  <a:pt x="182" y="1655"/>
                </a:lnTo>
                <a:lnTo>
                  <a:pt x="121" y="1615"/>
                </a:lnTo>
                <a:lnTo>
                  <a:pt x="81" y="1554"/>
                </a:lnTo>
                <a:lnTo>
                  <a:pt x="81" y="1494"/>
                </a:lnTo>
                <a:lnTo>
                  <a:pt x="81" y="1433"/>
                </a:lnTo>
                <a:lnTo>
                  <a:pt x="101" y="1373"/>
                </a:lnTo>
                <a:lnTo>
                  <a:pt x="182" y="1252"/>
                </a:lnTo>
                <a:lnTo>
                  <a:pt x="263" y="1151"/>
                </a:lnTo>
                <a:lnTo>
                  <a:pt x="485" y="949"/>
                </a:lnTo>
                <a:lnTo>
                  <a:pt x="686" y="747"/>
                </a:lnTo>
                <a:lnTo>
                  <a:pt x="929" y="586"/>
                </a:lnTo>
                <a:lnTo>
                  <a:pt x="1171" y="424"/>
                </a:lnTo>
                <a:lnTo>
                  <a:pt x="1413" y="283"/>
                </a:lnTo>
                <a:lnTo>
                  <a:pt x="1675" y="182"/>
                </a:lnTo>
                <a:lnTo>
                  <a:pt x="1958" y="101"/>
                </a:lnTo>
                <a:lnTo>
                  <a:pt x="2240" y="81"/>
                </a:lnTo>
                <a:close/>
                <a:moveTo>
                  <a:pt x="2119" y="0"/>
                </a:moveTo>
                <a:lnTo>
                  <a:pt x="1938" y="21"/>
                </a:lnTo>
                <a:lnTo>
                  <a:pt x="1776" y="61"/>
                </a:lnTo>
                <a:lnTo>
                  <a:pt x="1615" y="122"/>
                </a:lnTo>
                <a:lnTo>
                  <a:pt x="1453" y="182"/>
                </a:lnTo>
                <a:lnTo>
                  <a:pt x="1292" y="243"/>
                </a:lnTo>
                <a:lnTo>
                  <a:pt x="1009" y="424"/>
                </a:lnTo>
                <a:lnTo>
                  <a:pt x="727" y="626"/>
                </a:lnTo>
                <a:lnTo>
                  <a:pt x="464" y="848"/>
                </a:lnTo>
                <a:lnTo>
                  <a:pt x="222" y="1090"/>
                </a:lnTo>
                <a:lnTo>
                  <a:pt x="101" y="1211"/>
                </a:lnTo>
                <a:lnTo>
                  <a:pt x="21" y="1332"/>
                </a:lnTo>
                <a:lnTo>
                  <a:pt x="0" y="1433"/>
                </a:lnTo>
                <a:lnTo>
                  <a:pt x="0" y="1514"/>
                </a:lnTo>
                <a:lnTo>
                  <a:pt x="21" y="1595"/>
                </a:lnTo>
                <a:lnTo>
                  <a:pt x="61" y="1655"/>
                </a:lnTo>
                <a:lnTo>
                  <a:pt x="121" y="1716"/>
                </a:lnTo>
                <a:lnTo>
                  <a:pt x="222" y="1756"/>
                </a:lnTo>
                <a:lnTo>
                  <a:pt x="303" y="1776"/>
                </a:lnTo>
                <a:lnTo>
                  <a:pt x="424" y="1776"/>
                </a:lnTo>
                <a:lnTo>
                  <a:pt x="767" y="1756"/>
                </a:lnTo>
                <a:lnTo>
                  <a:pt x="1110" y="1696"/>
                </a:lnTo>
                <a:lnTo>
                  <a:pt x="1433" y="1615"/>
                </a:lnTo>
                <a:lnTo>
                  <a:pt x="1736" y="1474"/>
                </a:lnTo>
                <a:lnTo>
                  <a:pt x="2039" y="1332"/>
                </a:lnTo>
                <a:lnTo>
                  <a:pt x="2321" y="1131"/>
                </a:lnTo>
                <a:lnTo>
                  <a:pt x="2604" y="929"/>
                </a:lnTo>
                <a:lnTo>
                  <a:pt x="2826" y="687"/>
                </a:lnTo>
                <a:lnTo>
                  <a:pt x="2926" y="565"/>
                </a:lnTo>
                <a:lnTo>
                  <a:pt x="2987" y="465"/>
                </a:lnTo>
                <a:lnTo>
                  <a:pt x="2987" y="343"/>
                </a:lnTo>
                <a:lnTo>
                  <a:pt x="2967" y="263"/>
                </a:lnTo>
                <a:lnTo>
                  <a:pt x="2926" y="182"/>
                </a:lnTo>
                <a:lnTo>
                  <a:pt x="2866" y="122"/>
                </a:lnTo>
                <a:lnTo>
                  <a:pt x="2765" y="81"/>
                </a:lnTo>
                <a:lnTo>
                  <a:pt x="2664" y="41"/>
                </a:lnTo>
                <a:lnTo>
                  <a:pt x="2462" y="21"/>
                </a:lnTo>
                <a:lnTo>
                  <a:pt x="2281" y="0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97" name="Google Shape;1297;p16"/>
          <p:cNvSpPr/>
          <p:nvPr/>
        </p:nvSpPr>
        <p:spPr>
          <a:xfrm flipH="1">
            <a:off x="3150469" y="3941603"/>
            <a:ext cx="1058329" cy="998564"/>
          </a:xfrm>
          <a:custGeom>
            <a:rect b="b" l="l" r="r" t="t"/>
            <a:pathLst>
              <a:path extrusionOk="0" h="17861" w="18930">
                <a:moveTo>
                  <a:pt x="3431" y="81"/>
                </a:moveTo>
                <a:lnTo>
                  <a:pt x="4117" y="102"/>
                </a:lnTo>
                <a:lnTo>
                  <a:pt x="4824" y="162"/>
                </a:lnTo>
                <a:lnTo>
                  <a:pt x="5510" y="263"/>
                </a:lnTo>
                <a:lnTo>
                  <a:pt x="6216" y="404"/>
                </a:lnTo>
                <a:lnTo>
                  <a:pt x="6882" y="566"/>
                </a:lnTo>
                <a:lnTo>
                  <a:pt x="7568" y="768"/>
                </a:lnTo>
                <a:lnTo>
                  <a:pt x="8234" y="1010"/>
                </a:lnTo>
                <a:lnTo>
                  <a:pt x="8880" y="1272"/>
                </a:lnTo>
                <a:lnTo>
                  <a:pt x="9505" y="1575"/>
                </a:lnTo>
                <a:lnTo>
                  <a:pt x="10131" y="1918"/>
                </a:lnTo>
                <a:lnTo>
                  <a:pt x="10736" y="2281"/>
                </a:lnTo>
                <a:lnTo>
                  <a:pt x="11301" y="2664"/>
                </a:lnTo>
                <a:lnTo>
                  <a:pt x="11866" y="3088"/>
                </a:lnTo>
                <a:lnTo>
                  <a:pt x="12391" y="3552"/>
                </a:lnTo>
                <a:lnTo>
                  <a:pt x="12896" y="4017"/>
                </a:lnTo>
                <a:lnTo>
                  <a:pt x="13380" y="4521"/>
                </a:lnTo>
                <a:lnTo>
                  <a:pt x="13824" y="5026"/>
                </a:lnTo>
                <a:lnTo>
                  <a:pt x="14248" y="5570"/>
                </a:lnTo>
                <a:lnTo>
                  <a:pt x="14651" y="6115"/>
                </a:lnTo>
                <a:lnTo>
                  <a:pt x="15035" y="6680"/>
                </a:lnTo>
                <a:lnTo>
                  <a:pt x="15418" y="7245"/>
                </a:lnTo>
                <a:lnTo>
                  <a:pt x="15761" y="7831"/>
                </a:lnTo>
                <a:lnTo>
                  <a:pt x="16084" y="8416"/>
                </a:lnTo>
                <a:lnTo>
                  <a:pt x="16387" y="9021"/>
                </a:lnTo>
                <a:lnTo>
                  <a:pt x="16689" y="9627"/>
                </a:lnTo>
                <a:lnTo>
                  <a:pt x="16972" y="10232"/>
                </a:lnTo>
                <a:lnTo>
                  <a:pt x="17497" y="11423"/>
                </a:lnTo>
                <a:lnTo>
                  <a:pt x="17981" y="12593"/>
                </a:lnTo>
                <a:lnTo>
                  <a:pt x="18183" y="13158"/>
                </a:lnTo>
                <a:lnTo>
                  <a:pt x="18385" y="13723"/>
                </a:lnTo>
                <a:lnTo>
                  <a:pt x="18566" y="14288"/>
                </a:lnTo>
                <a:lnTo>
                  <a:pt x="18707" y="14853"/>
                </a:lnTo>
                <a:lnTo>
                  <a:pt x="18768" y="15136"/>
                </a:lnTo>
                <a:lnTo>
                  <a:pt x="18808" y="15438"/>
                </a:lnTo>
                <a:lnTo>
                  <a:pt x="18829" y="15721"/>
                </a:lnTo>
                <a:lnTo>
                  <a:pt x="18849" y="16003"/>
                </a:lnTo>
                <a:lnTo>
                  <a:pt x="18849" y="16286"/>
                </a:lnTo>
                <a:lnTo>
                  <a:pt x="18829" y="16589"/>
                </a:lnTo>
                <a:lnTo>
                  <a:pt x="18788" y="16871"/>
                </a:lnTo>
                <a:lnTo>
                  <a:pt x="18728" y="17154"/>
                </a:lnTo>
                <a:lnTo>
                  <a:pt x="18687" y="17295"/>
                </a:lnTo>
                <a:lnTo>
                  <a:pt x="18647" y="17416"/>
                </a:lnTo>
                <a:lnTo>
                  <a:pt x="18586" y="17537"/>
                </a:lnTo>
                <a:lnTo>
                  <a:pt x="18486" y="17658"/>
                </a:lnTo>
                <a:lnTo>
                  <a:pt x="18405" y="17699"/>
                </a:lnTo>
                <a:lnTo>
                  <a:pt x="18324" y="17739"/>
                </a:lnTo>
                <a:lnTo>
                  <a:pt x="18243" y="17759"/>
                </a:lnTo>
                <a:lnTo>
                  <a:pt x="18163" y="17779"/>
                </a:lnTo>
                <a:lnTo>
                  <a:pt x="17981" y="17759"/>
                </a:lnTo>
                <a:lnTo>
                  <a:pt x="17799" y="17699"/>
                </a:lnTo>
                <a:lnTo>
                  <a:pt x="17638" y="17618"/>
                </a:lnTo>
                <a:lnTo>
                  <a:pt x="17477" y="17517"/>
                </a:lnTo>
                <a:lnTo>
                  <a:pt x="17234" y="17315"/>
                </a:lnTo>
                <a:lnTo>
                  <a:pt x="16346" y="16548"/>
                </a:lnTo>
                <a:lnTo>
                  <a:pt x="15418" y="15701"/>
                </a:lnTo>
                <a:lnTo>
                  <a:pt x="14429" y="14793"/>
                </a:lnTo>
                <a:lnTo>
                  <a:pt x="13319" y="13743"/>
                </a:lnTo>
                <a:lnTo>
                  <a:pt x="11140" y="11645"/>
                </a:lnTo>
                <a:lnTo>
                  <a:pt x="8860" y="9465"/>
                </a:lnTo>
                <a:lnTo>
                  <a:pt x="7709" y="8375"/>
                </a:lnTo>
                <a:lnTo>
                  <a:pt x="6539" y="7306"/>
                </a:lnTo>
                <a:lnTo>
                  <a:pt x="5611" y="6478"/>
                </a:lnTo>
                <a:lnTo>
                  <a:pt x="4703" y="5691"/>
                </a:lnTo>
                <a:lnTo>
                  <a:pt x="3835" y="4965"/>
                </a:lnTo>
                <a:lnTo>
                  <a:pt x="3007" y="4279"/>
                </a:lnTo>
                <a:lnTo>
                  <a:pt x="2644" y="4017"/>
                </a:lnTo>
                <a:lnTo>
                  <a:pt x="2220" y="3734"/>
                </a:lnTo>
                <a:lnTo>
                  <a:pt x="1575" y="3290"/>
                </a:lnTo>
                <a:lnTo>
                  <a:pt x="1252" y="3048"/>
                </a:lnTo>
                <a:lnTo>
                  <a:pt x="929" y="2806"/>
                </a:lnTo>
                <a:lnTo>
                  <a:pt x="667" y="2564"/>
                </a:lnTo>
                <a:lnTo>
                  <a:pt x="424" y="2301"/>
                </a:lnTo>
                <a:lnTo>
                  <a:pt x="323" y="2160"/>
                </a:lnTo>
                <a:lnTo>
                  <a:pt x="243" y="2019"/>
                </a:lnTo>
                <a:lnTo>
                  <a:pt x="182" y="1898"/>
                </a:lnTo>
                <a:lnTo>
                  <a:pt x="122" y="1756"/>
                </a:lnTo>
                <a:lnTo>
                  <a:pt x="81" y="1575"/>
                </a:lnTo>
                <a:lnTo>
                  <a:pt x="102" y="1413"/>
                </a:lnTo>
                <a:lnTo>
                  <a:pt x="122" y="1232"/>
                </a:lnTo>
                <a:lnTo>
                  <a:pt x="202" y="1070"/>
                </a:lnTo>
                <a:lnTo>
                  <a:pt x="283" y="909"/>
                </a:lnTo>
                <a:lnTo>
                  <a:pt x="384" y="768"/>
                </a:lnTo>
                <a:lnTo>
                  <a:pt x="505" y="646"/>
                </a:lnTo>
                <a:lnTo>
                  <a:pt x="646" y="546"/>
                </a:lnTo>
                <a:lnTo>
                  <a:pt x="808" y="445"/>
                </a:lnTo>
                <a:lnTo>
                  <a:pt x="969" y="384"/>
                </a:lnTo>
                <a:lnTo>
                  <a:pt x="1131" y="324"/>
                </a:lnTo>
                <a:lnTo>
                  <a:pt x="1312" y="263"/>
                </a:lnTo>
                <a:lnTo>
                  <a:pt x="1655" y="202"/>
                </a:lnTo>
                <a:lnTo>
                  <a:pt x="2019" y="142"/>
                </a:lnTo>
                <a:lnTo>
                  <a:pt x="2725" y="102"/>
                </a:lnTo>
                <a:lnTo>
                  <a:pt x="3431" y="81"/>
                </a:lnTo>
                <a:close/>
                <a:moveTo>
                  <a:pt x="3431" y="1"/>
                </a:moveTo>
                <a:lnTo>
                  <a:pt x="2725" y="21"/>
                </a:lnTo>
                <a:lnTo>
                  <a:pt x="2019" y="61"/>
                </a:lnTo>
                <a:lnTo>
                  <a:pt x="1655" y="122"/>
                </a:lnTo>
                <a:lnTo>
                  <a:pt x="1272" y="182"/>
                </a:lnTo>
                <a:lnTo>
                  <a:pt x="1111" y="243"/>
                </a:lnTo>
                <a:lnTo>
                  <a:pt x="929" y="303"/>
                </a:lnTo>
                <a:lnTo>
                  <a:pt x="767" y="384"/>
                </a:lnTo>
                <a:lnTo>
                  <a:pt x="606" y="485"/>
                </a:lnTo>
                <a:lnTo>
                  <a:pt x="465" y="586"/>
                </a:lnTo>
                <a:lnTo>
                  <a:pt x="323" y="727"/>
                </a:lnTo>
                <a:lnTo>
                  <a:pt x="223" y="868"/>
                </a:lnTo>
                <a:lnTo>
                  <a:pt x="122" y="1050"/>
                </a:lnTo>
                <a:lnTo>
                  <a:pt x="41" y="1211"/>
                </a:lnTo>
                <a:lnTo>
                  <a:pt x="21" y="1393"/>
                </a:lnTo>
                <a:lnTo>
                  <a:pt x="1" y="1595"/>
                </a:lnTo>
                <a:lnTo>
                  <a:pt x="41" y="1777"/>
                </a:lnTo>
                <a:lnTo>
                  <a:pt x="102" y="1918"/>
                </a:lnTo>
                <a:lnTo>
                  <a:pt x="162" y="2059"/>
                </a:lnTo>
                <a:lnTo>
                  <a:pt x="263" y="2200"/>
                </a:lnTo>
                <a:lnTo>
                  <a:pt x="364" y="2342"/>
                </a:lnTo>
                <a:lnTo>
                  <a:pt x="586" y="2604"/>
                </a:lnTo>
                <a:lnTo>
                  <a:pt x="868" y="2866"/>
                </a:lnTo>
                <a:lnTo>
                  <a:pt x="1191" y="3108"/>
                </a:lnTo>
                <a:lnTo>
                  <a:pt x="1514" y="3351"/>
                </a:lnTo>
                <a:lnTo>
                  <a:pt x="2180" y="3795"/>
                </a:lnTo>
                <a:lnTo>
                  <a:pt x="2604" y="4077"/>
                </a:lnTo>
                <a:lnTo>
                  <a:pt x="2947" y="4339"/>
                </a:lnTo>
                <a:lnTo>
                  <a:pt x="3794" y="5026"/>
                </a:lnTo>
                <a:lnTo>
                  <a:pt x="4662" y="5752"/>
                </a:lnTo>
                <a:lnTo>
                  <a:pt x="5550" y="6539"/>
                </a:lnTo>
                <a:lnTo>
                  <a:pt x="6499" y="7366"/>
                </a:lnTo>
                <a:lnTo>
                  <a:pt x="7649" y="8436"/>
                </a:lnTo>
                <a:lnTo>
                  <a:pt x="8799" y="9526"/>
                </a:lnTo>
                <a:lnTo>
                  <a:pt x="11079" y="11705"/>
                </a:lnTo>
                <a:lnTo>
                  <a:pt x="13279" y="13804"/>
                </a:lnTo>
                <a:lnTo>
                  <a:pt x="14369" y="14853"/>
                </a:lnTo>
                <a:lnTo>
                  <a:pt x="15358" y="15761"/>
                </a:lnTo>
                <a:lnTo>
                  <a:pt x="16286" y="16609"/>
                </a:lnTo>
                <a:lnTo>
                  <a:pt x="17174" y="17376"/>
                </a:lnTo>
                <a:lnTo>
                  <a:pt x="17355" y="17537"/>
                </a:lnTo>
                <a:lnTo>
                  <a:pt x="17598" y="17678"/>
                </a:lnTo>
                <a:lnTo>
                  <a:pt x="17719" y="17739"/>
                </a:lnTo>
                <a:lnTo>
                  <a:pt x="17860" y="17800"/>
                </a:lnTo>
                <a:lnTo>
                  <a:pt x="18001" y="17840"/>
                </a:lnTo>
                <a:lnTo>
                  <a:pt x="18142" y="17860"/>
                </a:lnTo>
                <a:lnTo>
                  <a:pt x="18243" y="17840"/>
                </a:lnTo>
                <a:lnTo>
                  <a:pt x="18344" y="17820"/>
                </a:lnTo>
                <a:lnTo>
                  <a:pt x="18445" y="17779"/>
                </a:lnTo>
                <a:lnTo>
                  <a:pt x="18526" y="17719"/>
                </a:lnTo>
                <a:lnTo>
                  <a:pt x="18647" y="17598"/>
                </a:lnTo>
                <a:lnTo>
                  <a:pt x="18707" y="17456"/>
                </a:lnTo>
                <a:lnTo>
                  <a:pt x="18768" y="17315"/>
                </a:lnTo>
                <a:lnTo>
                  <a:pt x="18808" y="17174"/>
                </a:lnTo>
                <a:lnTo>
                  <a:pt x="18869" y="16891"/>
                </a:lnTo>
                <a:lnTo>
                  <a:pt x="18909" y="16589"/>
                </a:lnTo>
                <a:lnTo>
                  <a:pt x="18929" y="16306"/>
                </a:lnTo>
                <a:lnTo>
                  <a:pt x="18929" y="16003"/>
                </a:lnTo>
                <a:lnTo>
                  <a:pt x="18909" y="15721"/>
                </a:lnTo>
                <a:lnTo>
                  <a:pt x="18889" y="15418"/>
                </a:lnTo>
                <a:lnTo>
                  <a:pt x="18849" y="15136"/>
                </a:lnTo>
                <a:lnTo>
                  <a:pt x="18788" y="14853"/>
                </a:lnTo>
                <a:lnTo>
                  <a:pt x="18647" y="14268"/>
                </a:lnTo>
                <a:lnTo>
                  <a:pt x="18465" y="13703"/>
                </a:lnTo>
                <a:lnTo>
                  <a:pt x="18264" y="13138"/>
                </a:lnTo>
                <a:lnTo>
                  <a:pt x="18042" y="12573"/>
                </a:lnTo>
                <a:lnTo>
                  <a:pt x="17577" y="11382"/>
                </a:lnTo>
                <a:lnTo>
                  <a:pt x="17053" y="10192"/>
                </a:lnTo>
                <a:lnTo>
                  <a:pt x="16770" y="9586"/>
                </a:lnTo>
                <a:lnTo>
                  <a:pt x="16468" y="8981"/>
                </a:lnTo>
                <a:lnTo>
                  <a:pt x="16145" y="8375"/>
                </a:lnTo>
                <a:lnTo>
                  <a:pt x="15822" y="7790"/>
                </a:lnTo>
                <a:lnTo>
                  <a:pt x="15479" y="7205"/>
                </a:lnTo>
                <a:lnTo>
                  <a:pt x="15115" y="6620"/>
                </a:lnTo>
                <a:lnTo>
                  <a:pt x="14732" y="6055"/>
                </a:lnTo>
                <a:lnTo>
                  <a:pt x="14308" y="5510"/>
                </a:lnTo>
                <a:lnTo>
                  <a:pt x="13884" y="4965"/>
                </a:lnTo>
                <a:lnTo>
                  <a:pt x="13441" y="4460"/>
                </a:lnTo>
                <a:lnTo>
                  <a:pt x="12956" y="3956"/>
                </a:lnTo>
                <a:lnTo>
                  <a:pt x="12452" y="3492"/>
                </a:lnTo>
                <a:lnTo>
                  <a:pt x="11927" y="3028"/>
                </a:lnTo>
                <a:lnTo>
                  <a:pt x="11362" y="2604"/>
                </a:lnTo>
                <a:lnTo>
                  <a:pt x="10777" y="2200"/>
                </a:lnTo>
                <a:lnTo>
                  <a:pt x="10171" y="1837"/>
                </a:lnTo>
                <a:lnTo>
                  <a:pt x="9546" y="1494"/>
                </a:lnTo>
                <a:lnTo>
                  <a:pt x="8900" y="1191"/>
                </a:lnTo>
                <a:lnTo>
                  <a:pt x="8254" y="929"/>
                </a:lnTo>
                <a:lnTo>
                  <a:pt x="7588" y="687"/>
                </a:lnTo>
                <a:lnTo>
                  <a:pt x="6902" y="485"/>
                </a:lnTo>
                <a:lnTo>
                  <a:pt x="6216" y="324"/>
                </a:lnTo>
                <a:lnTo>
                  <a:pt x="5530" y="182"/>
                </a:lnTo>
                <a:lnTo>
                  <a:pt x="4824" y="81"/>
                </a:lnTo>
                <a:lnTo>
                  <a:pt x="4138" y="21"/>
                </a:lnTo>
                <a:lnTo>
                  <a:pt x="3431" y="1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98" name="Google Shape;1298;p16"/>
          <p:cNvSpPr/>
          <p:nvPr/>
        </p:nvSpPr>
        <p:spPr>
          <a:xfrm flipH="1">
            <a:off x="7141961" y="395094"/>
            <a:ext cx="235874" cy="188464"/>
          </a:xfrm>
          <a:custGeom>
            <a:rect b="b" l="l" r="r" t="t"/>
            <a:pathLst>
              <a:path extrusionOk="0" h="3371" w="4219">
                <a:moveTo>
                  <a:pt x="3875" y="81"/>
                </a:moveTo>
                <a:lnTo>
                  <a:pt x="3976" y="101"/>
                </a:lnTo>
                <a:lnTo>
                  <a:pt x="4057" y="182"/>
                </a:lnTo>
                <a:lnTo>
                  <a:pt x="4097" y="263"/>
                </a:lnTo>
                <a:lnTo>
                  <a:pt x="4137" y="363"/>
                </a:lnTo>
                <a:lnTo>
                  <a:pt x="4137" y="464"/>
                </a:lnTo>
                <a:lnTo>
                  <a:pt x="4137" y="585"/>
                </a:lnTo>
                <a:lnTo>
                  <a:pt x="4077" y="807"/>
                </a:lnTo>
                <a:lnTo>
                  <a:pt x="3936" y="1130"/>
                </a:lnTo>
                <a:lnTo>
                  <a:pt x="3794" y="1433"/>
                </a:lnTo>
                <a:lnTo>
                  <a:pt x="3613" y="1715"/>
                </a:lnTo>
                <a:lnTo>
                  <a:pt x="3411" y="1998"/>
                </a:lnTo>
                <a:lnTo>
                  <a:pt x="3189" y="2240"/>
                </a:lnTo>
                <a:lnTo>
                  <a:pt x="2947" y="2482"/>
                </a:lnTo>
                <a:lnTo>
                  <a:pt x="2684" y="2684"/>
                </a:lnTo>
                <a:lnTo>
                  <a:pt x="2422" y="2866"/>
                </a:lnTo>
                <a:lnTo>
                  <a:pt x="2180" y="2967"/>
                </a:lnTo>
                <a:lnTo>
                  <a:pt x="1897" y="3088"/>
                </a:lnTo>
                <a:lnTo>
                  <a:pt x="1575" y="3189"/>
                </a:lnTo>
                <a:lnTo>
                  <a:pt x="1252" y="3249"/>
                </a:lnTo>
                <a:lnTo>
                  <a:pt x="929" y="3290"/>
                </a:lnTo>
                <a:lnTo>
                  <a:pt x="626" y="3290"/>
                </a:lnTo>
                <a:lnTo>
                  <a:pt x="505" y="3269"/>
                </a:lnTo>
                <a:lnTo>
                  <a:pt x="384" y="3249"/>
                </a:lnTo>
                <a:lnTo>
                  <a:pt x="283" y="3209"/>
                </a:lnTo>
                <a:lnTo>
                  <a:pt x="202" y="3148"/>
                </a:lnTo>
                <a:lnTo>
                  <a:pt x="142" y="3088"/>
                </a:lnTo>
                <a:lnTo>
                  <a:pt x="122" y="3007"/>
                </a:lnTo>
                <a:lnTo>
                  <a:pt x="101" y="2926"/>
                </a:lnTo>
                <a:lnTo>
                  <a:pt x="81" y="2846"/>
                </a:lnTo>
                <a:lnTo>
                  <a:pt x="101" y="2745"/>
                </a:lnTo>
                <a:lnTo>
                  <a:pt x="122" y="2624"/>
                </a:lnTo>
                <a:lnTo>
                  <a:pt x="222" y="2381"/>
                </a:lnTo>
                <a:lnTo>
                  <a:pt x="344" y="2159"/>
                </a:lnTo>
                <a:lnTo>
                  <a:pt x="485" y="1958"/>
                </a:lnTo>
                <a:lnTo>
                  <a:pt x="666" y="1756"/>
                </a:lnTo>
                <a:lnTo>
                  <a:pt x="848" y="1574"/>
                </a:lnTo>
                <a:lnTo>
                  <a:pt x="1070" y="1393"/>
                </a:lnTo>
                <a:lnTo>
                  <a:pt x="1292" y="1231"/>
                </a:lnTo>
                <a:lnTo>
                  <a:pt x="1534" y="1070"/>
                </a:lnTo>
                <a:lnTo>
                  <a:pt x="1776" y="928"/>
                </a:lnTo>
                <a:lnTo>
                  <a:pt x="2261" y="666"/>
                </a:lnTo>
                <a:lnTo>
                  <a:pt x="2765" y="444"/>
                </a:lnTo>
                <a:lnTo>
                  <a:pt x="3229" y="263"/>
                </a:lnTo>
                <a:lnTo>
                  <a:pt x="3653" y="101"/>
                </a:lnTo>
                <a:lnTo>
                  <a:pt x="3774" y="81"/>
                </a:lnTo>
                <a:close/>
                <a:moveTo>
                  <a:pt x="3754" y="0"/>
                </a:moveTo>
                <a:lnTo>
                  <a:pt x="3633" y="41"/>
                </a:lnTo>
                <a:lnTo>
                  <a:pt x="3209" y="182"/>
                </a:lnTo>
                <a:lnTo>
                  <a:pt x="2725" y="363"/>
                </a:lnTo>
                <a:lnTo>
                  <a:pt x="2220" y="606"/>
                </a:lnTo>
                <a:lnTo>
                  <a:pt x="1716" y="868"/>
                </a:lnTo>
                <a:lnTo>
                  <a:pt x="1474" y="1009"/>
                </a:lnTo>
                <a:lnTo>
                  <a:pt x="1231" y="1171"/>
                </a:lnTo>
                <a:lnTo>
                  <a:pt x="1009" y="1352"/>
                </a:lnTo>
                <a:lnTo>
                  <a:pt x="787" y="1514"/>
                </a:lnTo>
                <a:lnTo>
                  <a:pt x="606" y="1715"/>
                </a:lnTo>
                <a:lnTo>
                  <a:pt x="424" y="1917"/>
                </a:lnTo>
                <a:lnTo>
                  <a:pt x="283" y="2119"/>
                </a:lnTo>
                <a:lnTo>
                  <a:pt x="142" y="2341"/>
                </a:lnTo>
                <a:lnTo>
                  <a:pt x="81" y="2482"/>
                </a:lnTo>
                <a:lnTo>
                  <a:pt x="41" y="2624"/>
                </a:lnTo>
                <a:lnTo>
                  <a:pt x="21" y="2745"/>
                </a:lnTo>
                <a:lnTo>
                  <a:pt x="0" y="2866"/>
                </a:lnTo>
                <a:lnTo>
                  <a:pt x="21" y="2967"/>
                </a:lnTo>
                <a:lnTo>
                  <a:pt x="41" y="3047"/>
                </a:lnTo>
                <a:lnTo>
                  <a:pt x="81" y="3128"/>
                </a:lnTo>
                <a:lnTo>
                  <a:pt x="142" y="3209"/>
                </a:lnTo>
                <a:lnTo>
                  <a:pt x="263" y="3290"/>
                </a:lnTo>
                <a:lnTo>
                  <a:pt x="404" y="3330"/>
                </a:lnTo>
                <a:lnTo>
                  <a:pt x="586" y="3370"/>
                </a:lnTo>
                <a:lnTo>
                  <a:pt x="989" y="3370"/>
                </a:lnTo>
                <a:lnTo>
                  <a:pt x="1211" y="3350"/>
                </a:lnTo>
                <a:lnTo>
                  <a:pt x="1453" y="3290"/>
                </a:lnTo>
                <a:lnTo>
                  <a:pt x="1675" y="3229"/>
                </a:lnTo>
                <a:lnTo>
                  <a:pt x="2119" y="3088"/>
                </a:lnTo>
                <a:lnTo>
                  <a:pt x="2301" y="3007"/>
                </a:lnTo>
                <a:lnTo>
                  <a:pt x="2462" y="2926"/>
                </a:lnTo>
                <a:lnTo>
                  <a:pt x="2745" y="2745"/>
                </a:lnTo>
                <a:lnTo>
                  <a:pt x="3007" y="2543"/>
                </a:lnTo>
                <a:lnTo>
                  <a:pt x="3249" y="2301"/>
                </a:lnTo>
                <a:lnTo>
                  <a:pt x="3471" y="2038"/>
                </a:lnTo>
                <a:lnTo>
                  <a:pt x="3673" y="1776"/>
                </a:lnTo>
                <a:lnTo>
                  <a:pt x="3855" y="1473"/>
                </a:lnTo>
                <a:lnTo>
                  <a:pt x="4016" y="1150"/>
                </a:lnTo>
                <a:lnTo>
                  <a:pt x="4137" y="828"/>
                </a:lnTo>
                <a:lnTo>
                  <a:pt x="4218" y="585"/>
                </a:lnTo>
                <a:lnTo>
                  <a:pt x="4218" y="464"/>
                </a:lnTo>
                <a:lnTo>
                  <a:pt x="4218" y="343"/>
                </a:lnTo>
                <a:lnTo>
                  <a:pt x="4178" y="222"/>
                </a:lnTo>
                <a:lnTo>
                  <a:pt x="4097" y="121"/>
                </a:lnTo>
                <a:lnTo>
                  <a:pt x="3996" y="41"/>
                </a:lnTo>
                <a:lnTo>
                  <a:pt x="3956" y="0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99" name="Google Shape;1299;p16"/>
          <p:cNvSpPr/>
          <p:nvPr/>
        </p:nvSpPr>
        <p:spPr>
          <a:xfrm flipH="1">
            <a:off x="3447176" y="4052186"/>
            <a:ext cx="453633" cy="455870"/>
          </a:xfrm>
          <a:custGeom>
            <a:rect b="b" l="l" r="r" t="t"/>
            <a:pathLst>
              <a:path extrusionOk="0" h="8154" w="8114">
                <a:moveTo>
                  <a:pt x="1010" y="81"/>
                </a:moveTo>
                <a:lnTo>
                  <a:pt x="1151" y="101"/>
                </a:lnTo>
                <a:lnTo>
                  <a:pt x="1413" y="162"/>
                </a:lnTo>
                <a:lnTo>
                  <a:pt x="1696" y="263"/>
                </a:lnTo>
                <a:lnTo>
                  <a:pt x="1938" y="384"/>
                </a:lnTo>
                <a:lnTo>
                  <a:pt x="2200" y="545"/>
                </a:lnTo>
                <a:lnTo>
                  <a:pt x="2422" y="707"/>
                </a:lnTo>
                <a:lnTo>
                  <a:pt x="2644" y="888"/>
                </a:lnTo>
                <a:lnTo>
                  <a:pt x="3108" y="1251"/>
                </a:lnTo>
                <a:lnTo>
                  <a:pt x="3552" y="1635"/>
                </a:lnTo>
                <a:lnTo>
                  <a:pt x="3976" y="2039"/>
                </a:lnTo>
                <a:lnTo>
                  <a:pt x="4400" y="2422"/>
                </a:lnTo>
                <a:lnTo>
                  <a:pt x="4783" y="2826"/>
                </a:lnTo>
                <a:lnTo>
                  <a:pt x="5167" y="3229"/>
                </a:lnTo>
                <a:lnTo>
                  <a:pt x="5530" y="3653"/>
                </a:lnTo>
                <a:lnTo>
                  <a:pt x="5873" y="4077"/>
                </a:lnTo>
                <a:lnTo>
                  <a:pt x="6196" y="4500"/>
                </a:lnTo>
                <a:lnTo>
                  <a:pt x="6499" y="4924"/>
                </a:lnTo>
                <a:lnTo>
                  <a:pt x="6781" y="5348"/>
                </a:lnTo>
                <a:lnTo>
                  <a:pt x="7064" y="5792"/>
                </a:lnTo>
                <a:lnTo>
                  <a:pt x="7306" y="6236"/>
                </a:lnTo>
                <a:lnTo>
                  <a:pt x="7548" y="6680"/>
                </a:lnTo>
                <a:lnTo>
                  <a:pt x="7770" y="7144"/>
                </a:lnTo>
                <a:lnTo>
                  <a:pt x="7972" y="7588"/>
                </a:lnTo>
                <a:lnTo>
                  <a:pt x="8012" y="7729"/>
                </a:lnTo>
                <a:lnTo>
                  <a:pt x="8032" y="7871"/>
                </a:lnTo>
                <a:lnTo>
                  <a:pt x="8032" y="7931"/>
                </a:lnTo>
                <a:lnTo>
                  <a:pt x="8012" y="7992"/>
                </a:lnTo>
                <a:lnTo>
                  <a:pt x="7972" y="8032"/>
                </a:lnTo>
                <a:lnTo>
                  <a:pt x="7932" y="8052"/>
                </a:lnTo>
                <a:lnTo>
                  <a:pt x="7851" y="8072"/>
                </a:lnTo>
                <a:lnTo>
                  <a:pt x="7790" y="8072"/>
                </a:lnTo>
                <a:lnTo>
                  <a:pt x="7649" y="8012"/>
                </a:lnTo>
                <a:lnTo>
                  <a:pt x="7346" y="7830"/>
                </a:lnTo>
                <a:lnTo>
                  <a:pt x="7084" y="7628"/>
                </a:lnTo>
                <a:lnTo>
                  <a:pt x="6822" y="7386"/>
                </a:lnTo>
                <a:lnTo>
                  <a:pt x="6559" y="7164"/>
                </a:lnTo>
                <a:lnTo>
                  <a:pt x="2523" y="3310"/>
                </a:lnTo>
                <a:lnTo>
                  <a:pt x="2180" y="3007"/>
                </a:lnTo>
                <a:lnTo>
                  <a:pt x="1514" y="2462"/>
                </a:lnTo>
                <a:lnTo>
                  <a:pt x="1151" y="2119"/>
                </a:lnTo>
                <a:lnTo>
                  <a:pt x="808" y="1776"/>
                </a:lnTo>
                <a:lnTo>
                  <a:pt x="485" y="1413"/>
                </a:lnTo>
                <a:lnTo>
                  <a:pt x="364" y="1251"/>
                </a:lnTo>
                <a:lnTo>
                  <a:pt x="243" y="1070"/>
                </a:lnTo>
                <a:lnTo>
                  <a:pt x="162" y="908"/>
                </a:lnTo>
                <a:lnTo>
                  <a:pt x="102" y="767"/>
                </a:lnTo>
                <a:lnTo>
                  <a:pt x="81" y="626"/>
                </a:lnTo>
                <a:lnTo>
                  <a:pt x="81" y="485"/>
                </a:lnTo>
                <a:lnTo>
                  <a:pt x="122" y="424"/>
                </a:lnTo>
                <a:lnTo>
                  <a:pt x="142" y="364"/>
                </a:lnTo>
                <a:lnTo>
                  <a:pt x="243" y="263"/>
                </a:lnTo>
                <a:lnTo>
                  <a:pt x="404" y="182"/>
                </a:lnTo>
                <a:lnTo>
                  <a:pt x="606" y="101"/>
                </a:lnTo>
                <a:lnTo>
                  <a:pt x="747" y="81"/>
                </a:lnTo>
                <a:close/>
                <a:moveTo>
                  <a:pt x="727" y="0"/>
                </a:moveTo>
                <a:lnTo>
                  <a:pt x="586" y="41"/>
                </a:lnTo>
                <a:lnTo>
                  <a:pt x="364" y="101"/>
                </a:lnTo>
                <a:lnTo>
                  <a:pt x="203" y="202"/>
                </a:lnTo>
                <a:lnTo>
                  <a:pt x="122" y="263"/>
                </a:lnTo>
                <a:lnTo>
                  <a:pt x="81" y="323"/>
                </a:lnTo>
                <a:lnTo>
                  <a:pt x="41" y="384"/>
                </a:lnTo>
                <a:lnTo>
                  <a:pt x="21" y="464"/>
                </a:lnTo>
                <a:lnTo>
                  <a:pt x="1" y="606"/>
                </a:lnTo>
                <a:lnTo>
                  <a:pt x="21" y="767"/>
                </a:lnTo>
                <a:lnTo>
                  <a:pt x="81" y="908"/>
                </a:lnTo>
                <a:lnTo>
                  <a:pt x="162" y="1090"/>
                </a:lnTo>
                <a:lnTo>
                  <a:pt x="263" y="1251"/>
                </a:lnTo>
                <a:lnTo>
                  <a:pt x="404" y="1433"/>
                </a:lnTo>
                <a:lnTo>
                  <a:pt x="707" y="1796"/>
                </a:lnTo>
                <a:lnTo>
                  <a:pt x="1070" y="2139"/>
                </a:lnTo>
                <a:lnTo>
                  <a:pt x="1434" y="2482"/>
                </a:lnTo>
                <a:lnTo>
                  <a:pt x="2120" y="3088"/>
                </a:lnTo>
                <a:lnTo>
                  <a:pt x="2463" y="3370"/>
                </a:lnTo>
                <a:lnTo>
                  <a:pt x="6499" y="7225"/>
                </a:lnTo>
                <a:lnTo>
                  <a:pt x="6761" y="7467"/>
                </a:lnTo>
                <a:lnTo>
                  <a:pt x="7023" y="7689"/>
                </a:lnTo>
                <a:lnTo>
                  <a:pt x="7306" y="7911"/>
                </a:lnTo>
                <a:lnTo>
                  <a:pt x="7609" y="8093"/>
                </a:lnTo>
                <a:lnTo>
                  <a:pt x="7730" y="8133"/>
                </a:lnTo>
                <a:lnTo>
                  <a:pt x="7851" y="8153"/>
                </a:lnTo>
                <a:lnTo>
                  <a:pt x="7911" y="8153"/>
                </a:lnTo>
                <a:lnTo>
                  <a:pt x="7972" y="8133"/>
                </a:lnTo>
                <a:lnTo>
                  <a:pt x="8032" y="8093"/>
                </a:lnTo>
                <a:lnTo>
                  <a:pt x="8073" y="8032"/>
                </a:lnTo>
                <a:lnTo>
                  <a:pt x="8093" y="7971"/>
                </a:lnTo>
                <a:lnTo>
                  <a:pt x="8113" y="7891"/>
                </a:lnTo>
                <a:lnTo>
                  <a:pt x="8093" y="7729"/>
                </a:lnTo>
                <a:lnTo>
                  <a:pt x="8032" y="7568"/>
                </a:lnTo>
                <a:lnTo>
                  <a:pt x="7831" y="7104"/>
                </a:lnTo>
                <a:lnTo>
                  <a:pt x="7629" y="6640"/>
                </a:lnTo>
                <a:lnTo>
                  <a:pt x="7387" y="6196"/>
                </a:lnTo>
                <a:lnTo>
                  <a:pt x="7124" y="5752"/>
                </a:lnTo>
                <a:lnTo>
                  <a:pt x="6862" y="5308"/>
                </a:lnTo>
                <a:lnTo>
                  <a:pt x="6559" y="4884"/>
                </a:lnTo>
                <a:lnTo>
                  <a:pt x="6257" y="4440"/>
                </a:lnTo>
                <a:lnTo>
                  <a:pt x="5934" y="4016"/>
                </a:lnTo>
                <a:lnTo>
                  <a:pt x="5591" y="3592"/>
                </a:lnTo>
                <a:lnTo>
                  <a:pt x="5227" y="3189"/>
                </a:lnTo>
                <a:lnTo>
                  <a:pt x="4844" y="2785"/>
                </a:lnTo>
                <a:lnTo>
                  <a:pt x="4461" y="2382"/>
                </a:lnTo>
                <a:lnTo>
                  <a:pt x="4037" y="1978"/>
                </a:lnTo>
                <a:lnTo>
                  <a:pt x="3613" y="1574"/>
                </a:lnTo>
                <a:lnTo>
                  <a:pt x="3169" y="1191"/>
                </a:lnTo>
                <a:lnTo>
                  <a:pt x="2705" y="808"/>
                </a:lnTo>
                <a:lnTo>
                  <a:pt x="2463" y="646"/>
                </a:lnTo>
                <a:lnTo>
                  <a:pt x="2221" y="464"/>
                </a:lnTo>
                <a:lnTo>
                  <a:pt x="1978" y="323"/>
                </a:lnTo>
                <a:lnTo>
                  <a:pt x="1716" y="182"/>
                </a:lnTo>
                <a:lnTo>
                  <a:pt x="1434" y="81"/>
                </a:lnTo>
                <a:lnTo>
                  <a:pt x="1151" y="21"/>
                </a:lnTo>
                <a:lnTo>
                  <a:pt x="1010" y="0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00" name="Google Shape;1300;p16"/>
          <p:cNvSpPr/>
          <p:nvPr/>
        </p:nvSpPr>
        <p:spPr>
          <a:xfrm flipH="1">
            <a:off x="2898133" y="4875300"/>
            <a:ext cx="100466" cy="100466"/>
          </a:xfrm>
          <a:custGeom>
            <a:rect b="b" l="l" r="r" t="t"/>
            <a:pathLst>
              <a:path extrusionOk="0" h="1797" w="1797">
                <a:moveTo>
                  <a:pt x="908" y="0"/>
                </a:moveTo>
                <a:lnTo>
                  <a:pt x="727" y="21"/>
                </a:lnTo>
                <a:lnTo>
                  <a:pt x="545" y="61"/>
                </a:lnTo>
                <a:lnTo>
                  <a:pt x="404" y="162"/>
                </a:lnTo>
                <a:lnTo>
                  <a:pt x="263" y="263"/>
                </a:lnTo>
                <a:lnTo>
                  <a:pt x="162" y="404"/>
                </a:lnTo>
                <a:lnTo>
                  <a:pt x="81" y="545"/>
                </a:lnTo>
                <a:lnTo>
                  <a:pt x="20" y="727"/>
                </a:lnTo>
                <a:lnTo>
                  <a:pt x="0" y="908"/>
                </a:lnTo>
                <a:lnTo>
                  <a:pt x="20" y="1090"/>
                </a:lnTo>
                <a:lnTo>
                  <a:pt x="81" y="1252"/>
                </a:lnTo>
                <a:lnTo>
                  <a:pt x="162" y="1393"/>
                </a:lnTo>
                <a:lnTo>
                  <a:pt x="263" y="1534"/>
                </a:lnTo>
                <a:lnTo>
                  <a:pt x="404" y="1655"/>
                </a:lnTo>
                <a:lnTo>
                  <a:pt x="545" y="1736"/>
                </a:lnTo>
                <a:lnTo>
                  <a:pt x="727" y="1776"/>
                </a:lnTo>
                <a:lnTo>
                  <a:pt x="908" y="1796"/>
                </a:lnTo>
                <a:lnTo>
                  <a:pt x="1090" y="1776"/>
                </a:lnTo>
                <a:lnTo>
                  <a:pt x="1251" y="1736"/>
                </a:lnTo>
                <a:lnTo>
                  <a:pt x="1413" y="1655"/>
                </a:lnTo>
                <a:lnTo>
                  <a:pt x="1534" y="1534"/>
                </a:lnTo>
                <a:lnTo>
                  <a:pt x="1655" y="1393"/>
                </a:lnTo>
                <a:lnTo>
                  <a:pt x="1736" y="1252"/>
                </a:lnTo>
                <a:lnTo>
                  <a:pt x="1796" y="1090"/>
                </a:lnTo>
                <a:lnTo>
                  <a:pt x="1796" y="908"/>
                </a:lnTo>
                <a:lnTo>
                  <a:pt x="1796" y="727"/>
                </a:lnTo>
                <a:lnTo>
                  <a:pt x="1736" y="545"/>
                </a:lnTo>
                <a:lnTo>
                  <a:pt x="1655" y="404"/>
                </a:lnTo>
                <a:lnTo>
                  <a:pt x="1534" y="263"/>
                </a:lnTo>
                <a:lnTo>
                  <a:pt x="1413" y="162"/>
                </a:lnTo>
                <a:lnTo>
                  <a:pt x="1251" y="61"/>
                </a:lnTo>
                <a:lnTo>
                  <a:pt x="1090" y="21"/>
                </a:lnTo>
                <a:lnTo>
                  <a:pt x="908" y="0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01" name="Google Shape;1301;p16"/>
          <p:cNvSpPr/>
          <p:nvPr/>
        </p:nvSpPr>
        <p:spPr>
          <a:xfrm flipH="1">
            <a:off x="6427987" y="76090"/>
            <a:ext cx="100466" cy="100466"/>
          </a:xfrm>
          <a:custGeom>
            <a:rect b="b" l="l" r="r" t="t"/>
            <a:pathLst>
              <a:path extrusionOk="0" h="1797" w="1797">
                <a:moveTo>
                  <a:pt x="909" y="0"/>
                </a:moveTo>
                <a:lnTo>
                  <a:pt x="727" y="20"/>
                </a:lnTo>
                <a:lnTo>
                  <a:pt x="546" y="61"/>
                </a:lnTo>
                <a:lnTo>
                  <a:pt x="404" y="162"/>
                </a:lnTo>
                <a:lnTo>
                  <a:pt x="263" y="263"/>
                </a:lnTo>
                <a:lnTo>
                  <a:pt x="162" y="404"/>
                </a:lnTo>
                <a:lnTo>
                  <a:pt x="61" y="545"/>
                </a:lnTo>
                <a:lnTo>
                  <a:pt x="21" y="727"/>
                </a:lnTo>
                <a:lnTo>
                  <a:pt x="1" y="908"/>
                </a:lnTo>
                <a:lnTo>
                  <a:pt x="21" y="1090"/>
                </a:lnTo>
                <a:lnTo>
                  <a:pt x="61" y="1251"/>
                </a:lnTo>
                <a:lnTo>
                  <a:pt x="162" y="1393"/>
                </a:lnTo>
                <a:lnTo>
                  <a:pt x="263" y="1534"/>
                </a:lnTo>
                <a:lnTo>
                  <a:pt x="404" y="1655"/>
                </a:lnTo>
                <a:lnTo>
                  <a:pt x="546" y="1736"/>
                </a:lnTo>
                <a:lnTo>
                  <a:pt x="727" y="1776"/>
                </a:lnTo>
                <a:lnTo>
                  <a:pt x="909" y="1796"/>
                </a:lnTo>
                <a:lnTo>
                  <a:pt x="1090" y="1776"/>
                </a:lnTo>
                <a:lnTo>
                  <a:pt x="1252" y="1736"/>
                </a:lnTo>
                <a:lnTo>
                  <a:pt x="1413" y="1655"/>
                </a:lnTo>
                <a:lnTo>
                  <a:pt x="1534" y="1534"/>
                </a:lnTo>
                <a:lnTo>
                  <a:pt x="1655" y="1393"/>
                </a:lnTo>
                <a:lnTo>
                  <a:pt x="1736" y="1251"/>
                </a:lnTo>
                <a:lnTo>
                  <a:pt x="1777" y="1090"/>
                </a:lnTo>
                <a:lnTo>
                  <a:pt x="1797" y="908"/>
                </a:lnTo>
                <a:lnTo>
                  <a:pt x="1777" y="727"/>
                </a:lnTo>
                <a:lnTo>
                  <a:pt x="1736" y="545"/>
                </a:lnTo>
                <a:lnTo>
                  <a:pt x="1655" y="404"/>
                </a:lnTo>
                <a:lnTo>
                  <a:pt x="1534" y="263"/>
                </a:lnTo>
                <a:lnTo>
                  <a:pt x="1413" y="162"/>
                </a:lnTo>
                <a:lnTo>
                  <a:pt x="1252" y="61"/>
                </a:lnTo>
                <a:lnTo>
                  <a:pt x="1090" y="20"/>
                </a:lnTo>
                <a:lnTo>
                  <a:pt x="909" y="0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02" name="Google Shape;1302;p16"/>
          <p:cNvSpPr/>
          <p:nvPr/>
        </p:nvSpPr>
        <p:spPr>
          <a:xfrm flipH="1" rot="7510477">
            <a:off x="6092453" y="4413042"/>
            <a:ext cx="101587" cy="101643"/>
          </a:xfrm>
          <a:custGeom>
            <a:rect b="b" l="l" r="r" t="t"/>
            <a:pathLst>
              <a:path extrusionOk="0" h="1818" w="1817">
                <a:moveTo>
                  <a:pt x="908" y="1"/>
                </a:moveTo>
                <a:lnTo>
                  <a:pt x="727" y="21"/>
                </a:lnTo>
                <a:lnTo>
                  <a:pt x="565" y="82"/>
                </a:lnTo>
                <a:lnTo>
                  <a:pt x="404" y="162"/>
                </a:lnTo>
                <a:lnTo>
                  <a:pt x="262" y="263"/>
                </a:lnTo>
                <a:lnTo>
                  <a:pt x="162" y="404"/>
                </a:lnTo>
                <a:lnTo>
                  <a:pt x="81" y="566"/>
                </a:lnTo>
                <a:lnTo>
                  <a:pt x="20" y="727"/>
                </a:lnTo>
                <a:lnTo>
                  <a:pt x="0" y="909"/>
                </a:lnTo>
                <a:lnTo>
                  <a:pt x="20" y="1091"/>
                </a:lnTo>
                <a:lnTo>
                  <a:pt x="81" y="1252"/>
                </a:lnTo>
                <a:lnTo>
                  <a:pt x="162" y="1413"/>
                </a:lnTo>
                <a:lnTo>
                  <a:pt x="262" y="1555"/>
                </a:lnTo>
                <a:lnTo>
                  <a:pt x="404" y="1656"/>
                </a:lnTo>
                <a:lnTo>
                  <a:pt x="565" y="1736"/>
                </a:lnTo>
                <a:lnTo>
                  <a:pt x="727" y="1797"/>
                </a:lnTo>
                <a:lnTo>
                  <a:pt x="908" y="1817"/>
                </a:lnTo>
                <a:lnTo>
                  <a:pt x="1090" y="1797"/>
                </a:lnTo>
                <a:lnTo>
                  <a:pt x="1251" y="1736"/>
                </a:lnTo>
                <a:lnTo>
                  <a:pt x="1413" y="1656"/>
                </a:lnTo>
                <a:lnTo>
                  <a:pt x="1534" y="1555"/>
                </a:lnTo>
                <a:lnTo>
                  <a:pt x="1655" y="1413"/>
                </a:lnTo>
                <a:lnTo>
                  <a:pt x="1736" y="1252"/>
                </a:lnTo>
                <a:lnTo>
                  <a:pt x="1796" y="1091"/>
                </a:lnTo>
                <a:lnTo>
                  <a:pt x="1816" y="909"/>
                </a:lnTo>
                <a:lnTo>
                  <a:pt x="1796" y="727"/>
                </a:lnTo>
                <a:lnTo>
                  <a:pt x="1736" y="566"/>
                </a:lnTo>
                <a:lnTo>
                  <a:pt x="1655" y="404"/>
                </a:lnTo>
                <a:lnTo>
                  <a:pt x="1534" y="263"/>
                </a:lnTo>
                <a:lnTo>
                  <a:pt x="1413" y="162"/>
                </a:lnTo>
                <a:lnTo>
                  <a:pt x="1251" y="82"/>
                </a:lnTo>
                <a:lnTo>
                  <a:pt x="1090" y="21"/>
                </a:lnTo>
                <a:lnTo>
                  <a:pt x="908" y="1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03" name="Google Shape;1303;p16"/>
          <p:cNvSpPr/>
          <p:nvPr/>
        </p:nvSpPr>
        <p:spPr>
          <a:xfrm flipH="1">
            <a:off x="2994648" y="4130008"/>
            <a:ext cx="101584" cy="100466"/>
          </a:xfrm>
          <a:custGeom>
            <a:rect b="b" l="l" r="r" t="t"/>
            <a:pathLst>
              <a:path extrusionOk="0" h="1797" w="1817">
                <a:moveTo>
                  <a:pt x="909" y="1"/>
                </a:moveTo>
                <a:lnTo>
                  <a:pt x="727" y="21"/>
                </a:lnTo>
                <a:lnTo>
                  <a:pt x="566" y="61"/>
                </a:lnTo>
                <a:lnTo>
                  <a:pt x="404" y="142"/>
                </a:lnTo>
                <a:lnTo>
                  <a:pt x="283" y="263"/>
                </a:lnTo>
                <a:lnTo>
                  <a:pt x="162" y="384"/>
                </a:lnTo>
                <a:lnTo>
                  <a:pt x="81" y="546"/>
                </a:lnTo>
                <a:lnTo>
                  <a:pt x="21" y="707"/>
                </a:lnTo>
                <a:lnTo>
                  <a:pt x="1" y="889"/>
                </a:lnTo>
                <a:lnTo>
                  <a:pt x="21" y="1070"/>
                </a:lnTo>
                <a:lnTo>
                  <a:pt x="81" y="1252"/>
                </a:lnTo>
                <a:lnTo>
                  <a:pt x="162" y="1393"/>
                </a:lnTo>
                <a:lnTo>
                  <a:pt x="283" y="1534"/>
                </a:lnTo>
                <a:lnTo>
                  <a:pt x="404" y="1635"/>
                </a:lnTo>
                <a:lnTo>
                  <a:pt x="566" y="1716"/>
                </a:lnTo>
                <a:lnTo>
                  <a:pt x="727" y="1777"/>
                </a:lnTo>
                <a:lnTo>
                  <a:pt x="909" y="1797"/>
                </a:lnTo>
                <a:lnTo>
                  <a:pt x="1090" y="1777"/>
                </a:lnTo>
                <a:lnTo>
                  <a:pt x="1272" y="1716"/>
                </a:lnTo>
                <a:lnTo>
                  <a:pt x="1413" y="1635"/>
                </a:lnTo>
                <a:lnTo>
                  <a:pt x="1554" y="1534"/>
                </a:lnTo>
                <a:lnTo>
                  <a:pt x="1655" y="1393"/>
                </a:lnTo>
                <a:lnTo>
                  <a:pt x="1736" y="1252"/>
                </a:lnTo>
                <a:lnTo>
                  <a:pt x="1797" y="1070"/>
                </a:lnTo>
                <a:lnTo>
                  <a:pt x="1817" y="889"/>
                </a:lnTo>
                <a:lnTo>
                  <a:pt x="1797" y="707"/>
                </a:lnTo>
                <a:lnTo>
                  <a:pt x="1736" y="546"/>
                </a:lnTo>
                <a:lnTo>
                  <a:pt x="1655" y="384"/>
                </a:lnTo>
                <a:lnTo>
                  <a:pt x="1554" y="263"/>
                </a:lnTo>
                <a:lnTo>
                  <a:pt x="1413" y="142"/>
                </a:lnTo>
                <a:lnTo>
                  <a:pt x="1272" y="61"/>
                </a:lnTo>
                <a:lnTo>
                  <a:pt x="1090" y="21"/>
                </a:lnTo>
                <a:lnTo>
                  <a:pt x="909" y="1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04" name="Google Shape;1304;p16"/>
          <p:cNvSpPr/>
          <p:nvPr/>
        </p:nvSpPr>
        <p:spPr>
          <a:xfrm flipH="1">
            <a:off x="3334673" y="569675"/>
            <a:ext cx="4584" cy="51994"/>
          </a:xfrm>
          <a:custGeom>
            <a:rect b="b" l="l" r="r" t="t"/>
            <a:pathLst>
              <a:path extrusionOk="0" h="930" w="82">
                <a:moveTo>
                  <a:pt x="1" y="1"/>
                </a:moveTo>
                <a:lnTo>
                  <a:pt x="1" y="929"/>
                </a:lnTo>
                <a:lnTo>
                  <a:pt x="82" y="929"/>
                </a:lnTo>
                <a:lnTo>
                  <a:pt x="82" y="1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05" name="Google Shape;1305;p16"/>
          <p:cNvSpPr/>
          <p:nvPr/>
        </p:nvSpPr>
        <p:spPr>
          <a:xfrm flipH="1">
            <a:off x="3310968" y="593380"/>
            <a:ext cx="51938" cy="4584"/>
          </a:xfrm>
          <a:custGeom>
            <a:rect b="b" l="l" r="r" t="t"/>
            <a:pathLst>
              <a:path extrusionOk="0" h="82" w="929">
                <a:moveTo>
                  <a:pt x="0" y="1"/>
                </a:moveTo>
                <a:lnTo>
                  <a:pt x="0" y="81"/>
                </a:lnTo>
                <a:lnTo>
                  <a:pt x="928" y="81"/>
                </a:lnTo>
                <a:lnTo>
                  <a:pt x="928" y="1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06" name="Google Shape;1306;p16"/>
          <p:cNvSpPr/>
          <p:nvPr/>
        </p:nvSpPr>
        <p:spPr>
          <a:xfrm flipH="1">
            <a:off x="4067690" y="5142025"/>
            <a:ext cx="4584" cy="55348"/>
          </a:xfrm>
          <a:custGeom>
            <a:rect b="b" l="l" r="r" t="t"/>
            <a:pathLst>
              <a:path extrusionOk="0" h="990" w="82">
                <a:moveTo>
                  <a:pt x="0" y="0"/>
                </a:moveTo>
                <a:lnTo>
                  <a:pt x="0" y="989"/>
                </a:lnTo>
                <a:lnTo>
                  <a:pt x="81" y="989"/>
                </a:lnTo>
                <a:lnTo>
                  <a:pt x="81" y="0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07" name="Google Shape;1307;p16"/>
          <p:cNvSpPr/>
          <p:nvPr/>
        </p:nvSpPr>
        <p:spPr>
          <a:xfrm flipH="1">
            <a:off x="4042867" y="5166848"/>
            <a:ext cx="55348" cy="4529"/>
          </a:xfrm>
          <a:custGeom>
            <a:rect b="b" l="l" r="r" t="t"/>
            <a:pathLst>
              <a:path extrusionOk="0" h="81" w="990">
                <a:moveTo>
                  <a:pt x="0" y="0"/>
                </a:moveTo>
                <a:lnTo>
                  <a:pt x="0" y="81"/>
                </a:lnTo>
                <a:lnTo>
                  <a:pt x="989" y="81"/>
                </a:lnTo>
                <a:lnTo>
                  <a:pt x="989" y="0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308" name="Google Shape;1308;p16"/>
          <p:cNvGrpSpPr/>
          <p:nvPr/>
        </p:nvGrpSpPr>
        <p:grpSpPr>
          <a:xfrm>
            <a:off x="4143084" y="3504855"/>
            <a:ext cx="2393464" cy="2343623"/>
            <a:chOff x="3516837" y="3428655"/>
            <a:chExt cx="2393464" cy="2343623"/>
          </a:xfrm>
        </p:grpSpPr>
        <p:sp>
          <p:nvSpPr>
            <p:cNvPr id="1309" name="Google Shape;1309;p16"/>
            <p:cNvSpPr/>
            <p:nvPr/>
          </p:nvSpPr>
          <p:spPr>
            <a:xfrm flipH="1" rot="7510477">
              <a:off x="3915329" y="3698962"/>
              <a:ext cx="1596481" cy="1803008"/>
            </a:xfrm>
            <a:custGeom>
              <a:rect b="b" l="l" r="r" t="t"/>
              <a:pathLst>
                <a:path extrusionOk="0" h="32249" w="28555">
                  <a:moveTo>
                    <a:pt x="20483" y="82"/>
                  </a:moveTo>
                  <a:lnTo>
                    <a:pt x="20947" y="102"/>
                  </a:lnTo>
                  <a:lnTo>
                    <a:pt x="21411" y="122"/>
                  </a:lnTo>
                  <a:lnTo>
                    <a:pt x="21875" y="203"/>
                  </a:lnTo>
                  <a:lnTo>
                    <a:pt x="22319" y="283"/>
                  </a:lnTo>
                  <a:lnTo>
                    <a:pt x="22763" y="404"/>
                  </a:lnTo>
                  <a:lnTo>
                    <a:pt x="23187" y="566"/>
                  </a:lnTo>
                  <a:lnTo>
                    <a:pt x="23611" y="748"/>
                  </a:lnTo>
                  <a:lnTo>
                    <a:pt x="23994" y="949"/>
                  </a:lnTo>
                  <a:lnTo>
                    <a:pt x="24378" y="1191"/>
                  </a:lnTo>
                  <a:lnTo>
                    <a:pt x="24741" y="1454"/>
                  </a:lnTo>
                  <a:lnTo>
                    <a:pt x="25124" y="1777"/>
                  </a:lnTo>
                  <a:lnTo>
                    <a:pt x="25487" y="2140"/>
                  </a:lnTo>
                  <a:lnTo>
                    <a:pt x="25851" y="2564"/>
                  </a:lnTo>
                  <a:lnTo>
                    <a:pt x="26174" y="3008"/>
                  </a:lnTo>
                  <a:lnTo>
                    <a:pt x="26496" y="3492"/>
                  </a:lnTo>
                  <a:lnTo>
                    <a:pt x="26779" y="4017"/>
                  </a:lnTo>
                  <a:lnTo>
                    <a:pt x="27062" y="4582"/>
                  </a:lnTo>
                  <a:lnTo>
                    <a:pt x="27324" y="5187"/>
                  </a:lnTo>
                  <a:lnTo>
                    <a:pt x="27546" y="5772"/>
                  </a:lnTo>
                  <a:lnTo>
                    <a:pt x="27748" y="6358"/>
                  </a:lnTo>
                  <a:lnTo>
                    <a:pt x="27909" y="6943"/>
                  </a:lnTo>
                  <a:lnTo>
                    <a:pt x="28071" y="7548"/>
                  </a:lnTo>
                  <a:lnTo>
                    <a:pt x="28192" y="8154"/>
                  </a:lnTo>
                  <a:lnTo>
                    <a:pt x="28293" y="8739"/>
                  </a:lnTo>
                  <a:lnTo>
                    <a:pt x="28373" y="9344"/>
                  </a:lnTo>
                  <a:lnTo>
                    <a:pt x="28434" y="9950"/>
                  </a:lnTo>
                  <a:lnTo>
                    <a:pt x="28474" y="10555"/>
                  </a:lnTo>
                  <a:lnTo>
                    <a:pt x="28474" y="11160"/>
                  </a:lnTo>
                  <a:lnTo>
                    <a:pt x="28474" y="11766"/>
                  </a:lnTo>
                  <a:lnTo>
                    <a:pt x="28434" y="12371"/>
                  </a:lnTo>
                  <a:lnTo>
                    <a:pt x="28373" y="12977"/>
                  </a:lnTo>
                  <a:lnTo>
                    <a:pt x="28272" y="13562"/>
                  </a:lnTo>
                  <a:lnTo>
                    <a:pt x="28171" y="14167"/>
                  </a:lnTo>
                  <a:lnTo>
                    <a:pt x="28030" y="14732"/>
                  </a:lnTo>
                  <a:lnTo>
                    <a:pt x="27869" y="15338"/>
                  </a:lnTo>
                  <a:lnTo>
                    <a:pt x="27667" y="15923"/>
                  </a:lnTo>
                  <a:lnTo>
                    <a:pt x="27465" y="16488"/>
                  </a:lnTo>
                  <a:lnTo>
                    <a:pt x="27223" y="17053"/>
                  </a:lnTo>
                  <a:lnTo>
                    <a:pt x="26961" y="17618"/>
                  </a:lnTo>
                  <a:lnTo>
                    <a:pt x="26678" y="18143"/>
                  </a:lnTo>
                  <a:lnTo>
                    <a:pt x="26355" y="18667"/>
                  </a:lnTo>
                  <a:lnTo>
                    <a:pt x="26032" y="19192"/>
                  </a:lnTo>
                  <a:lnTo>
                    <a:pt x="25669" y="19676"/>
                  </a:lnTo>
                  <a:lnTo>
                    <a:pt x="25306" y="20161"/>
                  </a:lnTo>
                  <a:lnTo>
                    <a:pt x="24922" y="20625"/>
                  </a:lnTo>
                  <a:lnTo>
                    <a:pt x="24499" y="21069"/>
                  </a:lnTo>
                  <a:lnTo>
                    <a:pt x="24075" y="21493"/>
                  </a:lnTo>
                  <a:lnTo>
                    <a:pt x="23631" y="21896"/>
                  </a:lnTo>
                  <a:lnTo>
                    <a:pt x="23167" y="22280"/>
                  </a:lnTo>
                  <a:lnTo>
                    <a:pt x="22703" y="22643"/>
                  </a:lnTo>
                  <a:lnTo>
                    <a:pt x="22238" y="22946"/>
                  </a:lnTo>
                  <a:lnTo>
                    <a:pt x="21795" y="23228"/>
                  </a:lnTo>
                  <a:lnTo>
                    <a:pt x="21310" y="23511"/>
                  </a:lnTo>
                  <a:lnTo>
                    <a:pt x="20846" y="23773"/>
                  </a:lnTo>
                  <a:lnTo>
                    <a:pt x="19877" y="24277"/>
                  </a:lnTo>
                  <a:lnTo>
                    <a:pt x="18909" y="24742"/>
                  </a:lnTo>
                  <a:lnTo>
                    <a:pt x="17940" y="25226"/>
                  </a:lnTo>
                  <a:lnTo>
                    <a:pt x="16951" y="25751"/>
                  </a:lnTo>
                  <a:lnTo>
                    <a:pt x="16467" y="26013"/>
                  </a:lnTo>
                  <a:lnTo>
                    <a:pt x="15983" y="26296"/>
                  </a:lnTo>
                  <a:lnTo>
                    <a:pt x="15519" y="26598"/>
                  </a:lnTo>
                  <a:lnTo>
                    <a:pt x="15075" y="26901"/>
                  </a:lnTo>
                  <a:lnTo>
                    <a:pt x="14510" y="27325"/>
                  </a:lnTo>
                  <a:lnTo>
                    <a:pt x="13965" y="27789"/>
                  </a:lnTo>
                  <a:lnTo>
                    <a:pt x="13420" y="28253"/>
                  </a:lnTo>
                  <a:lnTo>
                    <a:pt x="12895" y="28717"/>
                  </a:lnTo>
                  <a:lnTo>
                    <a:pt x="12148" y="29383"/>
                  </a:lnTo>
                  <a:lnTo>
                    <a:pt x="11402" y="30029"/>
                  </a:lnTo>
                  <a:lnTo>
                    <a:pt x="10998" y="30332"/>
                  </a:lnTo>
                  <a:lnTo>
                    <a:pt x="10595" y="30614"/>
                  </a:lnTo>
                  <a:lnTo>
                    <a:pt x="10171" y="30897"/>
                  </a:lnTo>
                  <a:lnTo>
                    <a:pt x="9747" y="31159"/>
                  </a:lnTo>
                  <a:lnTo>
                    <a:pt x="9303" y="31381"/>
                  </a:lnTo>
                  <a:lnTo>
                    <a:pt x="8839" y="31583"/>
                  </a:lnTo>
                  <a:lnTo>
                    <a:pt x="8375" y="31764"/>
                  </a:lnTo>
                  <a:lnTo>
                    <a:pt x="7890" y="31906"/>
                  </a:lnTo>
                  <a:lnTo>
                    <a:pt x="7406" y="32027"/>
                  </a:lnTo>
                  <a:lnTo>
                    <a:pt x="6922" y="32107"/>
                  </a:lnTo>
                  <a:lnTo>
                    <a:pt x="6417" y="32148"/>
                  </a:lnTo>
                  <a:lnTo>
                    <a:pt x="5933" y="32168"/>
                  </a:lnTo>
                  <a:lnTo>
                    <a:pt x="5893" y="32168"/>
                  </a:lnTo>
                  <a:lnTo>
                    <a:pt x="5368" y="32148"/>
                  </a:lnTo>
                  <a:lnTo>
                    <a:pt x="4843" y="32087"/>
                  </a:lnTo>
                  <a:lnTo>
                    <a:pt x="4359" y="31986"/>
                  </a:lnTo>
                  <a:lnTo>
                    <a:pt x="3875" y="31845"/>
                  </a:lnTo>
                  <a:lnTo>
                    <a:pt x="3431" y="31684"/>
                  </a:lnTo>
                  <a:lnTo>
                    <a:pt x="2987" y="31462"/>
                  </a:lnTo>
                  <a:lnTo>
                    <a:pt x="2583" y="31219"/>
                  </a:lnTo>
                  <a:lnTo>
                    <a:pt x="2200" y="30957"/>
                  </a:lnTo>
                  <a:lnTo>
                    <a:pt x="1998" y="30775"/>
                  </a:lnTo>
                  <a:lnTo>
                    <a:pt x="1816" y="30614"/>
                  </a:lnTo>
                  <a:lnTo>
                    <a:pt x="1635" y="30412"/>
                  </a:lnTo>
                  <a:lnTo>
                    <a:pt x="1453" y="30231"/>
                  </a:lnTo>
                  <a:lnTo>
                    <a:pt x="1292" y="30029"/>
                  </a:lnTo>
                  <a:lnTo>
                    <a:pt x="1150" y="29807"/>
                  </a:lnTo>
                  <a:lnTo>
                    <a:pt x="1009" y="29585"/>
                  </a:lnTo>
                  <a:lnTo>
                    <a:pt x="868" y="29363"/>
                  </a:lnTo>
                  <a:lnTo>
                    <a:pt x="747" y="29121"/>
                  </a:lnTo>
                  <a:lnTo>
                    <a:pt x="626" y="28879"/>
                  </a:lnTo>
                  <a:lnTo>
                    <a:pt x="525" y="28616"/>
                  </a:lnTo>
                  <a:lnTo>
                    <a:pt x="424" y="28354"/>
                  </a:lnTo>
                  <a:lnTo>
                    <a:pt x="343" y="28092"/>
                  </a:lnTo>
                  <a:lnTo>
                    <a:pt x="283" y="27829"/>
                  </a:lnTo>
                  <a:lnTo>
                    <a:pt x="222" y="27547"/>
                  </a:lnTo>
                  <a:lnTo>
                    <a:pt x="162" y="27264"/>
                  </a:lnTo>
                  <a:lnTo>
                    <a:pt x="101" y="26719"/>
                  </a:lnTo>
                  <a:lnTo>
                    <a:pt x="81" y="26154"/>
                  </a:lnTo>
                  <a:lnTo>
                    <a:pt x="121" y="25609"/>
                  </a:lnTo>
                  <a:lnTo>
                    <a:pt x="182" y="25065"/>
                  </a:lnTo>
                  <a:lnTo>
                    <a:pt x="283" y="24520"/>
                  </a:lnTo>
                  <a:lnTo>
                    <a:pt x="444" y="23995"/>
                  </a:lnTo>
                  <a:lnTo>
                    <a:pt x="626" y="23490"/>
                  </a:lnTo>
                  <a:lnTo>
                    <a:pt x="868" y="23006"/>
                  </a:lnTo>
                  <a:lnTo>
                    <a:pt x="1029" y="22724"/>
                  </a:lnTo>
                  <a:lnTo>
                    <a:pt x="1191" y="22441"/>
                  </a:lnTo>
                  <a:lnTo>
                    <a:pt x="1372" y="22179"/>
                  </a:lnTo>
                  <a:lnTo>
                    <a:pt x="1574" y="21916"/>
                  </a:lnTo>
                  <a:lnTo>
                    <a:pt x="1776" y="21654"/>
                  </a:lnTo>
                  <a:lnTo>
                    <a:pt x="1998" y="21392"/>
                  </a:lnTo>
                  <a:lnTo>
                    <a:pt x="2240" y="21129"/>
                  </a:lnTo>
                  <a:lnTo>
                    <a:pt x="2482" y="20867"/>
                  </a:lnTo>
                  <a:lnTo>
                    <a:pt x="3027" y="20383"/>
                  </a:lnTo>
                  <a:lnTo>
                    <a:pt x="3612" y="19898"/>
                  </a:lnTo>
                  <a:lnTo>
                    <a:pt x="4258" y="19414"/>
                  </a:lnTo>
                  <a:lnTo>
                    <a:pt x="4964" y="18970"/>
                  </a:lnTo>
                  <a:lnTo>
                    <a:pt x="5691" y="18526"/>
                  </a:lnTo>
                  <a:lnTo>
                    <a:pt x="6438" y="18102"/>
                  </a:lnTo>
                  <a:lnTo>
                    <a:pt x="7951" y="17336"/>
                  </a:lnTo>
                  <a:lnTo>
                    <a:pt x="9021" y="16771"/>
                  </a:lnTo>
                  <a:lnTo>
                    <a:pt x="10110" y="16185"/>
                  </a:lnTo>
                  <a:lnTo>
                    <a:pt x="10433" y="15983"/>
                  </a:lnTo>
                  <a:lnTo>
                    <a:pt x="10716" y="15802"/>
                  </a:lnTo>
                  <a:lnTo>
                    <a:pt x="10978" y="15600"/>
                  </a:lnTo>
                  <a:lnTo>
                    <a:pt x="11220" y="15398"/>
                  </a:lnTo>
                  <a:lnTo>
                    <a:pt x="11442" y="15196"/>
                  </a:lnTo>
                  <a:lnTo>
                    <a:pt x="11644" y="14974"/>
                  </a:lnTo>
                  <a:lnTo>
                    <a:pt x="11805" y="14752"/>
                  </a:lnTo>
                  <a:lnTo>
                    <a:pt x="11967" y="14510"/>
                  </a:lnTo>
                  <a:lnTo>
                    <a:pt x="12088" y="14268"/>
                  </a:lnTo>
                  <a:lnTo>
                    <a:pt x="12189" y="13986"/>
                  </a:lnTo>
                  <a:lnTo>
                    <a:pt x="12290" y="13723"/>
                  </a:lnTo>
                  <a:lnTo>
                    <a:pt x="12350" y="13421"/>
                  </a:lnTo>
                  <a:lnTo>
                    <a:pt x="12411" y="13098"/>
                  </a:lnTo>
                  <a:lnTo>
                    <a:pt x="12451" y="12755"/>
                  </a:lnTo>
                  <a:lnTo>
                    <a:pt x="12471" y="12391"/>
                  </a:lnTo>
                  <a:lnTo>
                    <a:pt x="12471" y="12008"/>
                  </a:lnTo>
                  <a:lnTo>
                    <a:pt x="12492" y="11302"/>
                  </a:lnTo>
                  <a:lnTo>
                    <a:pt x="12512" y="10616"/>
                  </a:lnTo>
                  <a:lnTo>
                    <a:pt x="12532" y="9950"/>
                  </a:lnTo>
                  <a:lnTo>
                    <a:pt x="12592" y="9324"/>
                  </a:lnTo>
                  <a:lnTo>
                    <a:pt x="12653" y="8698"/>
                  </a:lnTo>
                  <a:lnTo>
                    <a:pt x="12714" y="8113"/>
                  </a:lnTo>
                  <a:lnTo>
                    <a:pt x="12814" y="7548"/>
                  </a:lnTo>
                  <a:lnTo>
                    <a:pt x="12915" y="7003"/>
                  </a:lnTo>
                  <a:lnTo>
                    <a:pt x="13036" y="6479"/>
                  </a:lnTo>
                  <a:lnTo>
                    <a:pt x="13157" y="5974"/>
                  </a:lnTo>
                  <a:lnTo>
                    <a:pt x="13299" y="5510"/>
                  </a:lnTo>
                  <a:lnTo>
                    <a:pt x="13460" y="5046"/>
                  </a:lnTo>
                  <a:lnTo>
                    <a:pt x="13642" y="4622"/>
                  </a:lnTo>
                  <a:lnTo>
                    <a:pt x="13823" y="4218"/>
                  </a:lnTo>
                  <a:lnTo>
                    <a:pt x="14025" y="3835"/>
                  </a:lnTo>
                  <a:lnTo>
                    <a:pt x="14247" y="3472"/>
                  </a:lnTo>
                  <a:lnTo>
                    <a:pt x="14429" y="3169"/>
                  </a:lnTo>
                  <a:lnTo>
                    <a:pt x="14631" y="2887"/>
                  </a:lnTo>
                  <a:lnTo>
                    <a:pt x="14853" y="2644"/>
                  </a:lnTo>
                  <a:lnTo>
                    <a:pt x="15054" y="2402"/>
                  </a:lnTo>
                  <a:lnTo>
                    <a:pt x="15276" y="2180"/>
                  </a:lnTo>
                  <a:lnTo>
                    <a:pt x="15498" y="1979"/>
                  </a:lnTo>
                  <a:lnTo>
                    <a:pt x="15700" y="1797"/>
                  </a:lnTo>
                  <a:lnTo>
                    <a:pt x="15942" y="1635"/>
                  </a:lnTo>
                  <a:lnTo>
                    <a:pt x="16386" y="1333"/>
                  </a:lnTo>
                  <a:lnTo>
                    <a:pt x="16830" y="1091"/>
                  </a:lnTo>
                  <a:lnTo>
                    <a:pt x="17274" y="869"/>
                  </a:lnTo>
                  <a:lnTo>
                    <a:pt x="17698" y="667"/>
                  </a:lnTo>
                  <a:lnTo>
                    <a:pt x="18142" y="505"/>
                  </a:lnTo>
                  <a:lnTo>
                    <a:pt x="18606" y="364"/>
                  </a:lnTo>
                  <a:lnTo>
                    <a:pt x="19070" y="243"/>
                  </a:lnTo>
                  <a:lnTo>
                    <a:pt x="19534" y="162"/>
                  </a:lnTo>
                  <a:lnTo>
                    <a:pt x="19999" y="102"/>
                  </a:lnTo>
                  <a:lnTo>
                    <a:pt x="20483" y="82"/>
                  </a:lnTo>
                  <a:close/>
                  <a:moveTo>
                    <a:pt x="20483" y="1"/>
                  </a:moveTo>
                  <a:lnTo>
                    <a:pt x="19999" y="21"/>
                  </a:lnTo>
                  <a:lnTo>
                    <a:pt x="19534" y="82"/>
                  </a:lnTo>
                  <a:lnTo>
                    <a:pt x="19050" y="162"/>
                  </a:lnTo>
                  <a:lnTo>
                    <a:pt x="18586" y="283"/>
                  </a:lnTo>
                  <a:lnTo>
                    <a:pt x="18122" y="425"/>
                  </a:lnTo>
                  <a:lnTo>
                    <a:pt x="17678" y="606"/>
                  </a:lnTo>
                  <a:lnTo>
                    <a:pt x="17214" y="808"/>
                  </a:lnTo>
                  <a:lnTo>
                    <a:pt x="16750" y="1050"/>
                  </a:lnTo>
                  <a:lnTo>
                    <a:pt x="16285" y="1313"/>
                  </a:lnTo>
                  <a:lnTo>
                    <a:pt x="15841" y="1615"/>
                  </a:lnTo>
                  <a:lnTo>
                    <a:pt x="15619" y="1777"/>
                  </a:lnTo>
                  <a:lnTo>
                    <a:pt x="15397" y="1979"/>
                  </a:lnTo>
                  <a:lnTo>
                    <a:pt x="15175" y="2180"/>
                  </a:lnTo>
                  <a:lnTo>
                    <a:pt x="14974" y="2382"/>
                  </a:lnTo>
                  <a:lnTo>
                    <a:pt x="14752" y="2624"/>
                  </a:lnTo>
                  <a:lnTo>
                    <a:pt x="14550" y="2866"/>
                  </a:lnTo>
                  <a:lnTo>
                    <a:pt x="14368" y="3129"/>
                  </a:lnTo>
                  <a:lnTo>
                    <a:pt x="14166" y="3411"/>
                  </a:lnTo>
                  <a:lnTo>
                    <a:pt x="13944" y="3795"/>
                  </a:lnTo>
                  <a:lnTo>
                    <a:pt x="13743" y="4178"/>
                  </a:lnTo>
                  <a:lnTo>
                    <a:pt x="13561" y="4582"/>
                  </a:lnTo>
                  <a:lnTo>
                    <a:pt x="13400" y="5026"/>
                  </a:lnTo>
                  <a:lnTo>
                    <a:pt x="13238" y="5470"/>
                  </a:lnTo>
                  <a:lnTo>
                    <a:pt x="13077" y="5954"/>
                  </a:lnTo>
                  <a:lnTo>
                    <a:pt x="12956" y="6458"/>
                  </a:lnTo>
                  <a:lnTo>
                    <a:pt x="12835" y="6983"/>
                  </a:lnTo>
                  <a:lnTo>
                    <a:pt x="12734" y="7528"/>
                  </a:lnTo>
                  <a:lnTo>
                    <a:pt x="12653" y="8093"/>
                  </a:lnTo>
                  <a:lnTo>
                    <a:pt x="12572" y="8678"/>
                  </a:lnTo>
                  <a:lnTo>
                    <a:pt x="12512" y="9304"/>
                  </a:lnTo>
                  <a:lnTo>
                    <a:pt x="12451" y="9950"/>
                  </a:lnTo>
                  <a:lnTo>
                    <a:pt x="12431" y="10616"/>
                  </a:lnTo>
                  <a:lnTo>
                    <a:pt x="12411" y="11302"/>
                  </a:lnTo>
                  <a:lnTo>
                    <a:pt x="12391" y="12008"/>
                  </a:lnTo>
                  <a:lnTo>
                    <a:pt x="12391" y="12391"/>
                  </a:lnTo>
                  <a:lnTo>
                    <a:pt x="12370" y="12755"/>
                  </a:lnTo>
                  <a:lnTo>
                    <a:pt x="12330" y="13078"/>
                  </a:lnTo>
                  <a:lnTo>
                    <a:pt x="12270" y="13400"/>
                  </a:lnTo>
                  <a:lnTo>
                    <a:pt x="12209" y="13683"/>
                  </a:lnTo>
                  <a:lnTo>
                    <a:pt x="12128" y="13965"/>
                  </a:lnTo>
                  <a:lnTo>
                    <a:pt x="12007" y="14228"/>
                  </a:lnTo>
                  <a:lnTo>
                    <a:pt x="11886" y="14470"/>
                  </a:lnTo>
                  <a:lnTo>
                    <a:pt x="11745" y="14712"/>
                  </a:lnTo>
                  <a:lnTo>
                    <a:pt x="11563" y="14934"/>
                  </a:lnTo>
                  <a:lnTo>
                    <a:pt x="11382" y="15136"/>
                  </a:lnTo>
                  <a:lnTo>
                    <a:pt x="11160" y="15338"/>
                  </a:lnTo>
                  <a:lnTo>
                    <a:pt x="10938" y="15540"/>
                  </a:lnTo>
                  <a:lnTo>
                    <a:pt x="10675" y="15741"/>
                  </a:lnTo>
                  <a:lnTo>
                    <a:pt x="10373" y="15923"/>
                  </a:lnTo>
                  <a:lnTo>
                    <a:pt x="10070" y="16105"/>
                  </a:lnTo>
                  <a:lnTo>
                    <a:pt x="8980" y="16690"/>
                  </a:lnTo>
                  <a:lnTo>
                    <a:pt x="7911" y="17255"/>
                  </a:lnTo>
                  <a:lnTo>
                    <a:pt x="6397" y="18042"/>
                  </a:lnTo>
                  <a:lnTo>
                    <a:pt x="5651" y="18466"/>
                  </a:lnTo>
                  <a:lnTo>
                    <a:pt x="4924" y="18889"/>
                  </a:lnTo>
                  <a:lnTo>
                    <a:pt x="4218" y="19354"/>
                  </a:lnTo>
                  <a:lnTo>
                    <a:pt x="3552" y="19838"/>
                  </a:lnTo>
                  <a:lnTo>
                    <a:pt x="2967" y="20322"/>
                  </a:lnTo>
                  <a:lnTo>
                    <a:pt x="2422" y="20827"/>
                  </a:lnTo>
                  <a:lnTo>
                    <a:pt x="2180" y="21069"/>
                  </a:lnTo>
                  <a:lnTo>
                    <a:pt x="1937" y="21331"/>
                  </a:lnTo>
                  <a:lnTo>
                    <a:pt x="1715" y="21594"/>
                  </a:lnTo>
                  <a:lnTo>
                    <a:pt x="1514" y="21856"/>
                  </a:lnTo>
                  <a:lnTo>
                    <a:pt x="1312" y="22138"/>
                  </a:lnTo>
                  <a:lnTo>
                    <a:pt x="1130" y="22401"/>
                  </a:lnTo>
                  <a:lnTo>
                    <a:pt x="949" y="22683"/>
                  </a:lnTo>
                  <a:lnTo>
                    <a:pt x="807" y="22966"/>
                  </a:lnTo>
                  <a:lnTo>
                    <a:pt x="565" y="23450"/>
                  </a:lnTo>
                  <a:lnTo>
                    <a:pt x="363" y="23975"/>
                  </a:lnTo>
                  <a:lnTo>
                    <a:pt x="222" y="24499"/>
                  </a:lnTo>
                  <a:lnTo>
                    <a:pt x="101" y="25044"/>
                  </a:lnTo>
                  <a:lnTo>
                    <a:pt x="40" y="25589"/>
                  </a:lnTo>
                  <a:lnTo>
                    <a:pt x="0" y="26154"/>
                  </a:lnTo>
                  <a:lnTo>
                    <a:pt x="20" y="26719"/>
                  </a:lnTo>
                  <a:lnTo>
                    <a:pt x="81" y="27284"/>
                  </a:lnTo>
                  <a:lnTo>
                    <a:pt x="141" y="27567"/>
                  </a:lnTo>
                  <a:lnTo>
                    <a:pt x="202" y="27849"/>
                  </a:lnTo>
                  <a:lnTo>
                    <a:pt x="262" y="28112"/>
                  </a:lnTo>
                  <a:lnTo>
                    <a:pt x="363" y="28394"/>
                  </a:lnTo>
                  <a:lnTo>
                    <a:pt x="444" y="28657"/>
                  </a:lnTo>
                  <a:lnTo>
                    <a:pt x="545" y="28899"/>
                  </a:lnTo>
                  <a:lnTo>
                    <a:pt x="666" y="29161"/>
                  </a:lnTo>
                  <a:lnTo>
                    <a:pt x="787" y="29403"/>
                  </a:lnTo>
                  <a:lnTo>
                    <a:pt x="928" y="29625"/>
                  </a:lnTo>
                  <a:lnTo>
                    <a:pt x="1070" y="29847"/>
                  </a:lnTo>
                  <a:lnTo>
                    <a:pt x="1231" y="30069"/>
                  </a:lnTo>
                  <a:lnTo>
                    <a:pt x="1393" y="30271"/>
                  </a:lnTo>
                  <a:lnTo>
                    <a:pt x="1574" y="30473"/>
                  </a:lnTo>
                  <a:lnTo>
                    <a:pt x="1756" y="30654"/>
                  </a:lnTo>
                  <a:lnTo>
                    <a:pt x="1958" y="30836"/>
                  </a:lnTo>
                  <a:lnTo>
                    <a:pt x="2159" y="31018"/>
                  </a:lnTo>
                  <a:lnTo>
                    <a:pt x="2543" y="31300"/>
                  </a:lnTo>
                  <a:lnTo>
                    <a:pt x="2967" y="31542"/>
                  </a:lnTo>
                  <a:lnTo>
                    <a:pt x="3390" y="31744"/>
                  </a:lnTo>
                  <a:lnTo>
                    <a:pt x="3854" y="31926"/>
                  </a:lnTo>
                  <a:lnTo>
                    <a:pt x="4339" y="32067"/>
                  </a:lnTo>
                  <a:lnTo>
                    <a:pt x="4843" y="32168"/>
                  </a:lnTo>
                  <a:lnTo>
                    <a:pt x="5348" y="32228"/>
                  </a:lnTo>
                  <a:lnTo>
                    <a:pt x="5893" y="32249"/>
                  </a:lnTo>
                  <a:lnTo>
                    <a:pt x="5933" y="32249"/>
                  </a:lnTo>
                  <a:lnTo>
                    <a:pt x="6438" y="32228"/>
                  </a:lnTo>
                  <a:lnTo>
                    <a:pt x="6922" y="32188"/>
                  </a:lnTo>
                  <a:lnTo>
                    <a:pt x="7426" y="32107"/>
                  </a:lnTo>
                  <a:lnTo>
                    <a:pt x="7911" y="31986"/>
                  </a:lnTo>
                  <a:lnTo>
                    <a:pt x="8395" y="31845"/>
                  </a:lnTo>
                  <a:lnTo>
                    <a:pt x="8879" y="31663"/>
                  </a:lnTo>
                  <a:lnTo>
                    <a:pt x="9343" y="31462"/>
                  </a:lnTo>
                  <a:lnTo>
                    <a:pt x="9787" y="31219"/>
                  </a:lnTo>
                  <a:lnTo>
                    <a:pt x="10211" y="30977"/>
                  </a:lnTo>
                  <a:lnTo>
                    <a:pt x="10635" y="30695"/>
                  </a:lnTo>
                  <a:lnTo>
                    <a:pt x="11039" y="30392"/>
                  </a:lnTo>
                  <a:lnTo>
                    <a:pt x="11442" y="30089"/>
                  </a:lnTo>
                  <a:lnTo>
                    <a:pt x="12209" y="29444"/>
                  </a:lnTo>
                  <a:lnTo>
                    <a:pt x="12956" y="28778"/>
                  </a:lnTo>
                  <a:lnTo>
                    <a:pt x="13480" y="28314"/>
                  </a:lnTo>
                  <a:lnTo>
                    <a:pt x="14005" y="27849"/>
                  </a:lnTo>
                  <a:lnTo>
                    <a:pt x="14550" y="27405"/>
                  </a:lnTo>
                  <a:lnTo>
                    <a:pt x="15115" y="26961"/>
                  </a:lnTo>
                  <a:lnTo>
                    <a:pt x="15559" y="26659"/>
                  </a:lnTo>
                  <a:lnTo>
                    <a:pt x="16023" y="26356"/>
                  </a:lnTo>
                  <a:lnTo>
                    <a:pt x="16507" y="26074"/>
                  </a:lnTo>
                  <a:lnTo>
                    <a:pt x="16992" y="25811"/>
                  </a:lnTo>
                  <a:lnTo>
                    <a:pt x="17960" y="25307"/>
                  </a:lnTo>
                  <a:lnTo>
                    <a:pt x="18949" y="24822"/>
                  </a:lnTo>
                  <a:lnTo>
                    <a:pt x="19918" y="24338"/>
                  </a:lnTo>
                  <a:lnTo>
                    <a:pt x="20886" y="23834"/>
                  </a:lnTo>
                  <a:lnTo>
                    <a:pt x="21351" y="23571"/>
                  </a:lnTo>
                  <a:lnTo>
                    <a:pt x="21835" y="23309"/>
                  </a:lnTo>
                  <a:lnTo>
                    <a:pt x="22299" y="23006"/>
                  </a:lnTo>
                  <a:lnTo>
                    <a:pt x="22743" y="22703"/>
                  </a:lnTo>
                  <a:lnTo>
                    <a:pt x="23227" y="22340"/>
                  </a:lnTo>
                  <a:lnTo>
                    <a:pt x="23691" y="21957"/>
                  </a:lnTo>
                  <a:lnTo>
                    <a:pt x="24135" y="21553"/>
                  </a:lnTo>
                  <a:lnTo>
                    <a:pt x="24559" y="21129"/>
                  </a:lnTo>
                  <a:lnTo>
                    <a:pt x="24983" y="20685"/>
                  </a:lnTo>
                  <a:lnTo>
                    <a:pt x="25366" y="20221"/>
                  </a:lnTo>
                  <a:lnTo>
                    <a:pt x="25750" y="19737"/>
                  </a:lnTo>
                  <a:lnTo>
                    <a:pt x="26093" y="19232"/>
                  </a:lnTo>
                  <a:lnTo>
                    <a:pt x="26436" y="18728"/>
                  </a:lnTo>
                  <a:lnTo>
                    <a:pt x="26739" y="18183"/>
                  </a:lnTo>
                  <a:lnTo>
                    <a:pt x="27021" y="17638"/>
                  </a:lnTo>
                  <a:lnTo>
                    <a:pt x="27304" y="17093"/>
                  </a:lnTo>
                  <a:lnTo>
                    <a:pt x="27546" y="16528"/>
                  </a:lnTo>
                  <a:lnTo>
                    <a:pt x="27748" y="15943"/>
                  </a:lnTo>
                  <a:lnTo>
                    <a:pt x="27949" y="15358"/>
                  </a:lnTo>
                  <a:lnTo>
                    <a:pt x="28111" y="14752"/>
                  </a:lnTo>
                  <a:lnTo>
                    <a:pt x="28252" y="14167"/>
                  </a:lnTo>
                  <a:lnTo>
                    <a:pt x="28353" y="13582"/>
                  </a:lnTo>
                  <a:lnTo>
                    <a:pt x="28454" y="12977"/>
                  </a:lnTo>
                  <a:lnTo>
                    <a:pt x="28514" y="12391"/>
                  </a:lnTo>
                  <a:lnTo>
                    <a:pt x="28555" y="11786"/>
                  </a:lnTo>
                  <a:lnTo>
                    <a:pt x="28555" y="11181"/>
                  </a:lnTo>
                  <a:lnTo>
                    <a:pt x="28555" y="10555"/>
                  </a:lnTo>
                  <a:lnTo>
                    <a:pt x="28514" y="9950"/>
                  </a:lnTo>
                  <a:lnTo>
                    <a:pt x="28454" y="9344"/>
                  </a:lnTo>
                  <a:lnTo>
                    <a:pt x="28373" y="8739"/>
                  </a:lnTo>
                  <a:lnTo>
                    <a:pt x="28272" y="8133"/>
                  </a:lnTo>
                  <a:lnTo>
                    <a:pt x="28151" y="7528"/>
                  </a:lnTo>
                  <a:lnTo>
                    <a:pt x="27990" y="6923"/>
                  </a:lnTo>
                  <a:lnTo>
                    <a:pt x="27828" y="6337"/>
                  </a:lnTo>
                  <a:lnTo>
                    <a:pt x="27627" y="5752"/>
                  </a:lnTo>
                  <a:lnTo>
                    <a:pt x="27405" y="5167"/>
                  </a:lnTo>
                  <a:lnTo>
                    <a:pt x="27142" y="4541"/>
                  </a:lnTo>
                  <a:lnTo>
                    <a:pt x="26860" y="3976"/>
                  </a:lnTo>
                  <a:lnTo>
                    <a:pt x="26557" y="3452"/>
                  </a:lnTo>
                  <a:lnTo>
                    <a:pt x="26234" y="2947"/>
                  </a:lnTo>
                  <a:lnTo>
                    <a:pt x="25911" y="2503"/>
                  </a:lnTo>
                  <a:lnTo>
                    <a:pt x="25548" y="2100"/>
                  </a:lnTo>
                  <a:lnTo>
                    <a:pt x="25185" y="1716"/>
                  </a:lnTo>
                  <a:lnTo>
                    <a:pt x="24801" y="1393"/>
                  </a:lnTo>
                  <a:lnTo>
                    <a:pt x="24438" y="1111"/>
                  </a:lnTo>
                  <a:lnTo>
                    <a:pt x="24055" y="889"/>
                  </a:lnTo>
                  <a:lnTo>
                    <a:pt x="23651" y="667"/>
                  </a:lnTo>
                  <a:lnTo>
                    <a:pt x="23227" y="485"/>
                  </a:lnTo>
                  <a:lnTo>
                    <a:pt x="22783" y="344"/>
                  </a:lnTo>
                  <a:lnTo>
                    <a:pt x="22339" y="223"/>
                  </a:lnTo>
                  <a:lnTo>
                    <a:pt x="21895" y="122"/>
                  </a:lnTo>
                  <a:lnTo>
                    <a:pt x="21411" y="61"/>
                  </a:lnTo>
                  <a:lnTo>
                    <a:pt x="20947" y="21"/>
                  </a:lnTo>
                  <a:lnTo>
                    <a:pt x="20483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10" name="Google Shape;1310;p16"/>
            <p:cNvSpPr/>
            <p:nvPr/>
          </p:nvSpPr>
          <p:spPr>
            <a:xfrm flipH="1" rot="7510477">
              <a:off x="3995921" y="3784607"/>
              <a:ext cx="1395656" cy="1650712"/>
            </a:xfrm>
            <a:custGeom>
              <a:rect b="b" l="l" r="r" t="t"/>
              <a:pathLst>
                <a:path extrusionOk="0" h="29525" w="24963">
                  <a:moveTo>
                    <a:pt x="18727" y="81"/>
                  </a:moveTo>
                  <a:lnTo>
                    <a:pt x="19211" y="102"/>
                  </a:lnTo>
                  <a:lnTo>
                    <a:pt x="19514" y="142"/>
                  </a:lnTo>
                  <a:lnTo>
                    <a:pt x="19837" y="223"/>
                  </a:lnTo>
                  <a:lnTo>
                    <a:pt x="20140" y="303"/>
                  </a:lnTo>
                  <a:lnTo>
                    <a:pt x="20442" y="404"/>
                  </a:lnTo>
                  <a:lnTo>
                    <a:pt x="20745" y="525"/>
                  </a:lnTo>
                  <a:lnTo>
                    <a:pt x="21048" y="667"/>
                  </a:lnTo>
                  <a:lnTo>
                    <a:pt x="21330" y="828"/>
                  </a:lnTo>
                  <a:lnTo>
                    <a:pt x="21613" y="1010"/>
                  </a:lnTo>
                  <a:lnTo>
                    <a:pt x="21895" y="1212"/>
                  </a:lnTo>
                  <a:lnTo>
                    <a:pt x="22158" y="1413"/>
                  </a:lnTo>
                  <a:lnTo>
                    <a:pt x="22420" y="1655"/>
                  </a:lnTo>
                  <a:lnTo>
                    <a:pt x="22662" y="1898"/>
                  </a:lnTo>
                  <a:lnTo>
                    <a:pt x="22904" y="2160"/>
                  </a:lnTo>
                  <a:lnTo>
                    <a:pt x="23126" y="2443"/>
                  </a:lnTo>
                  <a:lnTo>
                    <a:pt x="23328" y="2725"/>
                  </a:lnTo>
                  <a:lnTo>
                    <a:pt x="23530" y="3028"/>
                  </a:lnTo>
                  <a:lnTo>
                    <a:pt x="23691" y="3290"/>
                  </a:lnTo>
                  <a:lnTo>
                    <a:pt x="23833" y="3573"/>
                  </a:lnTo>
                  <a:lnTo>
                    <a:pt x="24095" y="4138"/>
                  </a:lnTo>
                  <a:lnTo>
                    <a:pt x="24317" y="4723"/>
                  </a:lnTo>
                  <a:lnTo>
                    <a:pt x="24499" y="5369"/>
                  </a:lnTo>
                  <a:lnTo>
                    <a:pt x="24660" y="6035"/>
                  </a:lnTo>
                  <a:lnTo>
                    <a:pt x="24761" y="6721"/>
                  </a:lnTo>
                  <a:lnTo>
                    <a:pt x="24842" y="7467"/>
                  </a:lnTo>
                  <a:lnTo>
                    <a:pt x="24882" y="8214"/>
                  </a:lnTo>
                  <a:lnTo>
                    <a:pt x="24882" y="8880"/>
                  </a:lnTo>
                  <a:lnTo>
                    <a:pt x="24862" y="9546"/>
                  </a:lnTo>
                  <a:lnTo>
                    <a:pt x="24822" y="10232"/>
                  </a:lnTo>
                  <a:lnTo>
                    <a:pt x="24761" y="10938"/>
                  </a:lnTo>
                  <a:lnTo>
                    <a:pt x="24660" y="11665"/>
                  </a:lnTo>
                  <a:lnTo>
                    <a:pt x="24539" y="12411"/>
                  </a:lnTo>
                  <a:lnTo>
                    <a:pt x="24398" y="13178"/>
                  </a:lnTo>
                  <a:lnTo>
                    <a:pt x="24216" y="13986"/>
                  </a:lnTo>
                  <a:lnTo>
                    <a:pt x="23994" y="14853"/>
                  </a:lnTo>
                  <a:lnTo>
                    <a:pt x="23873" y="15297"/>
                  </a:lnTo>
                  <a:lnTo>
                    <a:pt x="23732" y="15721"/>
                  </a:lnTo>
                  <a:lnTo>
                    <a:pt x="23570" y="16145"/>
                  </a:lnTo>
                  <a:lnTo>
                    <a:pt x="23369" y="16569"/>
                  </a:lnTo>
                  <a:lnTo>
                    <a:pt x="23167" y="16972"/>
                  </a:lnTo>
                  <a:lnTo>
                    <a:pt x="22925" y="17356"/>
                  </a:lnTo>
                  <a:lnTo>
                    <a:pt x="22682" y="17658"/>
                  </a:lnTo>
                  <a:lnTo>
                    <a:pt x="22440" y="17961"/>
                  </a:lnTo>
                  <a:lnTo>
                    <a:pt x="22158" y="18244"/>
                  </a:lnTo>
                  <a:lnTo>
                    <a:pt x="21875" y="18506"/>
                  </a:lnTo>
                  <a:lnTo>
                    <a:pt x="21573" y="18748"/>
                  </a:lnTo>
                  <a:lnTo>
                    <a:pt x="21270" y="18990"/>
                  </a:lnTo>
                  <a:lnTo>
                    <a:pt x="20947" y="19212"/>
                  </a:lnTo>
                  <a:lnTo>
                    <a:pt x="20604" y="19414"/>
                  </a:lnTo>
                  <a:lnTo>
                    <a:pt x="20261" y="19616"/>
                  </a:lnTo>
                  <a:lnTo>
                    <a:pt x="19918" y="19818"/>
                  </a:lnTo>
                  <a:lnTo>
                    <a:pt x="19211" y="20181"/>
                  </a:lnTo>
                  <a:lnTo>
                    <a:pt x="18465" y="20524"/>
                  </a:lnTo>
                  <a:lnTo>
                    <a:pt x="17738" y="20847"/>
                  </a:lnTo>
                  <a:lnTo>
                    <a:pt x="17133" y="21109"/>
                  </a:lnTo>
                  <a:lnTo>
                    <a:pt x="16245" y="21513"/>
                  </a:lnTo>
                  <a:lnTo>
                    <a:pt x="15418" y="21916"/>
                  </a:lnTo>
                  <a:lnTo>
                    <a:pt x="14651" y="22340"/>
                  </a:lnTo>
                  <a:lnTo>
                    <a:pt x="13924" y="22744"/>
                  </a:lnTo>
                  <a:lnTo>
                    <a:pt x="13258" y="23167"/>
                  </a:lnTo>
                  <a:lnTo>
                    <a:pt x="12633" y="23611"/>
                  </a:lnTo>
                  <a:lnTo>
                    <a:pt x="12048" y="24055"/>
                  </a:lnTo>
                  <a:lnTo>
                    <a:pt x="11503" y="24520"/>
                  </a:lnTo>
                  <a:lnTo>
                    <a:pt x="11099" y="24883"/>
                  </a:lnTo>
                  <a:lnTo>
                    <a:pt x="10695" y="25246"/>
                  </a:lnTo>
                  <a:lnTo>
                    <a:pt x="9949" y="26013"/>
                  </a:lnTo>
                  <a:lnTo>
                    <a:pt x="9323" y="26638"/>
                  </a:lnTo>
                  <a:lnTo>
                    <a:pt x="8698" y="27244"/>
                  </a:lnTo>
                  <a:lnTo>
                    <a:pt x="8355" y="27526"/>
                  </a:lnTo>
                  <a:lnTo>
                    <a:pt x="8032" y="27809"/>
                  </a:lnTo>
                  <a:lnTo>
                    <a:pt x="7668" y="28091"/>
                  </a:lnTo>
                  <a:lnTo>
                    <a:pt x="7325" y="28334"/>
                  </a:lnTo>
                  <a:lnTo>
                    <a:pt x="6902" y="28596"/>
                  </a:lnTo>
                  <a:lnTo>
                    <a:pt x="6498" y="28818"/>
                  </a:lnTo>
                  <a:lnTo>
                    <a:pt x="6094" y="29000"/>
                  </a:lnTo>
                  <a:lnTo>
                    <a:pt x="5711" y="29141"/>
                  </a:lnTo>
                  <a:lnTo>
                    <a:pt x="5328" y="29262"/>
                  </a:lnTo>
                  <a:lnTo>
                    <a:pt x="4964" y="29343"/>
                  </a:lnTo>
                  <a:lnTo>
                    <a:pt x="4601" y="29403"/>
                  </a:lnTo>
                  <a:lnTo>
                    <a:pt x="4238" y="29423"/>
                  </a:lnTo>
                  <a:lnTo>
                    <a:pt x="3915" y="29423"/>
                  </a:lnTo>
                  <a:lnTo>
                    <a:pt x="3592" y="29403"/>
                  </a:lnTo>
                  <a:lnTo>
                    <a:pt x="3289" y="29363"/>
                  </a:lnTo>
                  <a:lnTo>
                    <a:pt x="2987" y="29302"/>
                  </a:lnTo>
                  <a:lnTo>
                    <a:pt x="2724" y="29221"/>
                  </a:lnTo>
                  <a:lnTo>
                    <a:pt x="2462" y="29121"/>
                  </a:lnTo>
                  <a:lnTo>
                    <a:pt x="2240" y="29020"/>
                  </a:lnTo>
                  <a:lnTo>
                    <a:pt x="2018" y="28899"/>
                  </a:lnTo>
                  <a:lnTo>
                    <a:pt x="1715" y="28677"/>
                  </a:lnTo>
                  <a:lnTo>
                    <a:pt x="1433" y="28414"/>
                  </a:lnTo>
                  <a:lnTo>
                    <a:pt x="1170" y="28132"/>
                  </a:lnTo>
                  <a:lnTo>
                    <a:pt x="928" y="27809"/>
                  </a:lnTo>
                  <a:lnTo>
                    <a:pt x="706" y="27446"/>
                  </a:lnTo>
                  <a:lnTo>
                    <a:pt x="525" y="27062"/>
                  </a:lnTo>
                  <a:lnTo>
                    <a:pt x="363" y="26659"/>
                  </a:lnTo>
                  <a:lnTo>
                    <a:pt x="242" y="26235"/>
                  </a:lnTo>
                  <a:lnTo>
                    <a:pt x="182" y="25952"/>
                  </a:lnTo>
                  <a:lnTo>
                    <a:pt x="121" y="25670"/>
                  </a:lnTo>
                  <a:lnTo>
                    <a:pt x="101" y="25387"/>
                  </a:lnTo>
                  <a:lnTo>
                    <a:pt x="81" y="25105"/>
                  </a:lnTo>
                  <a:lnTo>
                    <a:pt x="81" y="24802"/>
                  </a:lnTo>
                  <a:lnTo>
                    <a:pt x="81" y="24520"/>
                  </a:lnTo>
                  <a:lnTo>
                    <a:pt x="101" y="24237"/>
                  </a:lnTo>
                  <a:lnTo>
                    <a:pt x="141" y="23954"/>
                  </a:lnTo>
                  <a:lnTo>
                    <a:pt x="202" y="23672"/>
                  </a:lnTo>
                  <a:lnTo>
                    <a:pt x="262" y="23389"/>
                  </a:lnTo>
                  <a:lnTo>
                    <a:pt x="343" y="23107"/>
                  </a:lnTo>
                  <a:lnTo>
                    <a:pt x="424" y="22824"/>
                  </a:lnTo>
                  <a:lnTo>
                    <a:pt x="545" y="22562"/>
                  </a:lnTo>
                  <a:lnTo>
                    <a:pt x="666" y="22300"/>
                  </a:lnTo>
                  <a:lnTo>
                    <a:pt x="787" y="22037"/>
                  </a:lnTo>
                  <a:lnTo>
                    <a:pt x="928" y="21795"/>
                  </a:lnTo>
                  <a:lnTo>
                    <a:pt x="1211" y="21392"/>
                  </a:lnTo>
                  <a:lnTo>
                    <a:pt x="1514" y="21008"/>
                  </a:lnTo>
                  <a:lnTo>
                    <a:pt x="1836" y="20645"/>
                  </a:lnTo>
                  <a:lnTo>
                    <a:pt x="2200" y="20302"/>
                  </a:lnTo>
                  <a:lnTo>
                    <a:pt x="2563" y="19959"/>
                  </a:lnTo>
                  <a:lnTo>
                    <a:pt x="2926" y="19656"/>
                  </a:lnTo>
                  <a:lnTo>
                    <a:pt x="3693" y="19071"/>
                  </a:lnTo>
                  <a:lnTo>
                    <a:pt x="4238" y="18687"/>
                  </a:lnTo>
                  <a:lnTo>
                    <a:pt x="4803" y="18304"/>
                  </a:lnTo>
                  <a:lnTo>
                    <a:pt x="5368" y="17921"/>
                  </a:lnTo>
                  <a:lnTo>
                    <a:pt x="5953" y="17557"/>
                  </a:lnTo>
                  <a:lnTo>
                    <a:pt x="6518" y="17194"/>
                  </a:lnTo>
                  <a:lnTo>
                    <a:pt x="7124" y="16851"/>
                  </a:lnTo>
                  <a:lnTo>
                    <a:pt x="7709" y="16528"/>
                  </a:lnTo>
                  <a:lnTo>
                    <a:pt x="8314" y="16205"/>
                  </a:lnTo>
                  <a:lnTo>
                    <a:pt x="8556" y="16084"/>
                  </a:lnTo>
                  <a:lnTo>
                    <a:pt x="9162" y="15761"/>
                  </a:lnTo>
                  <a:lnTo>
                    <a:pt x="9464" y="15580"/>
                  </a:lnTo>
                  <a:lnTo>
                    <a:pt x="9767" y="15398"/>
                  </a:lnTo>
                  <a:lnTo>
                    <a:pt x="10050" y="15196"/>
                  </a:lnTo>
                  <a:lnTo>
                    <a:pt x="10312" y="14995"/>
                  </a:lnTo>
                  <a:lnTo>
                    <a:pt x="10574" y="14752"/>
                  </a:lnTo>
                  <a:lnTo>
                    <a:pt x="10796" y="14490"/>
                  </a:lnTo>
                  <a:lnTo>
                    <a:pt x="10938" y="14308"/>
                  </a:lnTo>
                  <a:lnTo>
                    <a:pt x="11059" y="14107"/>
                  </a:lnTo>
                  <a:lnTo>
                    <a:pt x="11180" y="13905"/>
                  </a:lnTo>
                  <a:lnTo>
                    <a:pt x="11281" y="13683"/>
                  </a:lnTo>
                  <a:lnTo>
                    <a:pt x="11482" y="13219"/>
                  </a:lnTo>
                  <a:lnTo>
                    <a:pt x="11624" y="12755"/>
                  </a:lnTo>
                  <a:lnTo>
                    <a:pt x="11745" y="12270"/>
                  </a:lnTo>
                  <a:lnTo>
                    <a:pt x="11846" y="11766"/>
                  </a:lnTo>
                  <a:lnTo>
                    <a:pt x="11926" y="11261"/>
                  </a:lnTo>
                  <a:lnTo>
                    <a:pt x="11987" y="10777"/>
                  </a:lnTo>
                  <a:lnTo>
                    <a:pt x="12088" y="9889"/>
                  </a:lnTo>
                  <a:lnTo>
                    <a:pt x="12169" y="9001"/>
                  </a:lnTo>
                  <a:lnTo>
                    <a:pt x="12229" y="8153"/>
                  </a:lnTo>
                  <a:lnTo>
                    <a:pt x="12330" y="7286"/>
                  </a:lnTo>
                  <a:lnTo>
                    <a:pt x="12451" y="6438"/>
                  </a:lnTo>
                  <a:lnTo>
                    <a:pt x="12532" y="6014"/>
                  </a:lnTo>
                  <a:lnTo>
                    <a:pt x="12633" y="5591"/>
                  </a:lnTo>
                  <a:lnTo>
                    <a:pt x="12814" y="5005"/>
                  </a:lnTo>
                  <a:lnTo>
                    <a:pt x="13016" y="4420"/>
                  </a:lnTo>
                  <a:lnTo>
                    <a:pt x="13258" y="3875"/>
                  </a:lnTo>
                  <a:lnTo>
                    <a:pt x="13541" y="3351"/>
                  </a:lnTo>
                  <a:lnTo>
                    <a:pt x="13844" y="2866"/>
                  </a:lnTo>
                  <a:lnTo>
                    <a:pt x="14187" y="2422"/>
                  </a:lnTo>
                  <a:lnTo>
                    <a:pt x="14550" y="1999"/>
                  </a:lnTo>
                  <a:lnTo>
                    <a:pt x="14933" y="1615"/>
                  </a:lnTo>
                  <a:lnTo>
                    <a:pt x="15135" y="1434"/>
                  </a:lnTo>
                  <a:lnTo>
                    <a:pt x="15357" y="1272"/>
                  </a:lnTo>
                  <a:lnTo>
                    <a:pt x="15801" y="949"/>
                  </a:lnTo>
                  <a:lnTo>
                    <a:pt x="16265" y="707"/>
                  </a:lnTo>
                  <a:lnTo>
                    <a:pt x="16729" y="485"/>
                  </a:lnTo>
                  <a:lnTo>
                    <a:pt x="17234" y="303"/>
                  </a:lnTo>
                  <a:lnTo>
                    <a:pt x="17738" y="182"/>
                  </a:lnTo>
                  <a:lnTo>
                    <a:pt x="17980" y="142"/>
                  </a:lnTo>
                  <a:lnTo>
                    <a:pt x="18223" y="102"/>
                  </a:lnTo>
                  <a:lnTo>
                    <a:pt x="18485" y="81"/>
                  </a:lnTo>
                  <a:close/>
                  <a:moveTo>
                    <a:pt x="18646" y="1"/>
                  </a:moveTo>
                  <a:lnTo>
                    <a:pt x="18364" y="21"/>
                  </a:lnTo>
                  <a:lnTo>
                    <a:pt x="18081" y="41"/>
                  </a:lnTo>
                  <a:lnTo>
                    <a:pt x="17799" y="81"/>
                  </a:lnTo>
                  <a:lnTo>
                    <a:pt x="17516" y="142"/>
                  </a:lnTo>
                  <a:lnTo>
                    <a:pt x="17234" y="223"/>
                  </a:lnTo>
                  <a:lnTo>
                    <a:pt x="16951" y="324"/>
                  </a:lnTo>
                  <a:lnTo>
                    <a:pt x="16669" y="425"/>
                  </a:lnTo>
                  <a:lnTo>
                    <a:pt x="16406" y="546"/>
                  </a:lnTo>
                  <a:lnTo>
                    <a:pt x="16124" y="667"/>
                  </a:lnTo>
                  <a:lnTo>
                    <a:pt x="15862" y="828"/>
                  </a:lnTo>
                  <a:lnTo>
                    <a:pt x="15599" y="990"/>
                  </a:lnTo>
                  <a:lnTo>
                    <a:pt x="15357" y="1151"/>
                  </a:lnTo>
                  <a:lnTo>
                    <a:pt x="15115" y="1353"/>
                  </a:lnTo>
                  <a:lnTo>
                    <a:pt x="14873" y="1555"/>
                  </a:lnTo>
                  <a:lnTo>
                    <a:pt x="14489" y="1938"/>
                  </a:lnTo>
                  <a:lnTo>
                    <a:pt x="14126" y="2362"/>
                  </a:lnTo>
                  <a:lnTo>
                    <a:pt x="13783" y="2826"/>
                  </a:lnTo>
                  <a:lnTo>
                    <a:pt x="13460" y="3310"/>
                  </a:lnTo>
                  <a:lnTo>
                    <a:pt x="13198" y="3835"/>
                  </a:lnTo>
                  <a:lnTo>
                    <a:pt x="12956" y="4400"/>
                  </a:lnTo>
                  <a:lnTo>
                    <a:pt x="12734" y="4965"/>
                  </a:lnTo>
                  <a:lnTo>
                    <a:pt x="12552" y="5570"/>
                  </a:lnTo>
                  <a:lnTo>
                    <a:pt x="12471" y="5994"/>
                  </a:lnTo>
                  <a:lnTo>
                    <a:pt x="12370" y="6418"/>
                  </a:lnTo>
                  <a:lnTo>
                    <a:pt x="12310" y="6842"/>
                  </a:lnTo>
                  <a:lnTo>
                    <a:pt x="12249" y="7286"/>
                  </a:lnTo>
                  <a:lnTo>
                    <a:pt x="12148" y="8133"/>
                  </a:lnTo>
                  <a:lnTo>
                    <a:pt x="12088" y="9001"/>
                  </a:lnTo>
                  <a:lnTo>
                    <a:pt x="12007" y="9889"/>
                  </a:lnTo>
                  <a:lnTo>
                    <a:pt x="11906" y="10777"/>
                  </a:lnTo>
                  <a:lnTo>
                    <a:pt x="11846" y="11261"/>
                  </a:lnTo>
                  <a:lnTo>
                    <a:pt x="11765" y="11746"/>
                  </a:lnTo>
                  <a:lnTo>
                    <a:pt x="11664" y="12230"/>
                  </a:lnTo>
                  <a:lnTo>
                    <a:pt x="11543" y="12714"/>
                  </a:lnTo>
                  <a:lnTo>
                    <a:pt x="11402" y="13198"/>
                  </a:lnTo>
                  <a:lnTo>
                    <a:pt x="11220" y="13642"/>
                  </a:lnTo>
                  <a:lnTo>
                    <a:pt x="11119" y="13844"/>
                  </a:lnTo>
                  <a:lnTo>
                    <a:pt x="10998" y="14066"/>
                  </a:lnTo>
                  <a:lnTo>
                    <a:pt x="10877" y="14248"/>
                  </a:lnTo>
                  <a:lnTo>
                    <a:pt x="10736" y="14450"/>
                  </a:lnTo>
                  <a:lnTo>
                    <a:pt x="10514" y="14692"/>
                  </a:lnTo>
                  <a:lnTo>
                    <a:pt x="10272" y="14934"/>
                  </a:lnTo>
                  <a:lnTo>
                    <a:pt x="9989" y="15136"/>
                  </a:lnTo>
                  <a:lnTo>
                    <a:pt x="9707" y="15338"/>
                  </a:lnTo>
                  <a:lnTo>
                    <a:pt x="9424" y="15519"/>
                  </a:lnTo>
                  <a:lnTo>
                    <a:pt x="9121" y="15681"/>
                  </a:lnTo>
                  <a:lnTo>
                    <a:pt x="8516" y="16004"/>
                  </a:lnTo>
                  <a:lnTo>
                    <a:pt x="8274" y="16145"/>
                  </a:lnTo>
                  <a:lnTo>
                    <a:pt x="7668" y="16447"/>
                  </a:lnTo>
                  <a:lnTo>
                    <a:pt x="7083" y="16791"/>
                  </a:lnTo>
                  <a:lnTo>
                    <a:pt x="6478" y="17134"/>
                  </a:lnTo>
                  <a:lnTo>
                    <a:pt x="5913" y="17497"/>
                  </a:lnTo>
                  <a:lnTo>
                    <a:pt x="5328" y="17860"/>
                  </a:lnTo>
                  <a:lnTo>
                    <a:pt x="4763" y="18223"/>
                  </a:lnTo>
                  <a:lnTo>
                    <a:pt x="4198" y="18607"/>
                  </a:lnTo>
                  <a:lnTo>
                    <a:pt x="3653" y="19010"/>
                  </a:lnTo>
                  <a:lnTo>
                    <a:pt x="2866" y="19596"/>
                  </a:lnTo>
                  <a:lnTo>
                    <a:pt x="2502" y="19918"/>
                  </a:lnTo>
                  <a:lnTo>
                    <a:pt x="2139" y="20241"/>
                  </a:lnTo>
                  <a:lnTo>
                    <a:pt x="1776" y="20584"/>
                  </a:lnTo>
                  <a:lnTo>
                    <a:pt x="1453" y="20948"/>
                  </a:lnTo>
                  <a:lnTo>
                    <a:pt x="1150" y="21331"/>
                  </a:lnTo>
                  <a:lnTo>
                    <a:pt x="868" y="21755"/>
                  </a:lnTo>
                  <a:lnTo>
                    <a:pt x="727" y="21997"/>
                  </a:lnTo>
                  <a:lnTo>
                    <a:pt x="585" y="22259"/>
                  </a:lnTo>
                  <a:lnTo>
                    <a:pt x="464" y="22542"/>
                  </a:lnTo>
                  <a:lnTo>
                    <a:pt x="363" y="22804"/>
                  </a:lnTo>
                  <a:lnTo>
                    <a:pt x="262" y="23087"/>
                  </a:lnTo>
                  <a:lnTo>
                    <a:pt x="182" y="23369"/>
                  </a:lnTo>
                  <a:lnTo>
                    <a:pt x="121" y="23652"/>
                  </a:lnTo>
                  <a:lnTo>
                    <a:pt x="61" y="23934"/>
                  </a:lnTo>
                  <a:lnTo>
                    <a:pt x="20" y="24217"/>
                  </a:lnTo>
                  <a:lnTo>
                    <a:pt x="0" y="24520"/>
                  </a:lnTo>
                  <a:lnTo>
                    <a:pt x="0" y="24802"/>
                  </a:lnTo>
                  <a:lnTo>
                    <a:pt x="0" y="25105"/>
                  </a:lnTo>
                  <a:lnTo>
                    <a:pt x="20" y="25387"/>
                  </a:lnTo>
                  <a:lnTo>
                    <a:pt x="61" y="25690"/>
                  </a:lnTo>
                  <a:lnTo>
                    <a:pt x="101" y="25972"/>
                  </a:lnTo>
                  <a:lnTo>
                    <a:pt x="161" y="26255"/>
                  </a:lnTo>
                  <a:lnTo>
                    <a:pt x="283" y="26699"/>
                  </a:lnTo>
                  <a:lnTo>
                    <a:pt x="444" y="27103"/>
                  </a:lnTo>
                  <a:lnTo>
                    <a:pt x="646" y="27486"/>
                  </a:lnTo>
                  <a:lnTo>
                    <a:pt x="848" y="27849"/>
                  </a:lnTo>
                  <a:lnTo>
                    <a:pt x="1110" y="28172"/>
                  </a:lnTo>
                  <a:lnTo>
                    <a:pt x="1372" y="28475"/>
                  </a:lnTo>
                  <a:lnTo>
                    <a:pt x="1675" y="28737"/>
                  </a:lnTo>
                  <a:lnTo>
                    <a:pt x="1978" y="28959"/>
                  </a:lnTo>
                  <a:lnTo>
                    <a:pt x="2220" y="29100"/>
                  </a:lnTo>
                  <a:lnTo>
                    <a:pt x="2462" y="29221"/>
                  </a:lnTo>
                  <a:lnTo>
                    <a:pt x="2704" y="29302"/>
                  </a:lnTo>
                  <a:lnTo>
                    <a:pt x="2967" y="29383"/>
                  </a:lnTo>
                  <a:lnTo>
                    <a:pt x="3209" y="29443"/>
                  </a:lnTo>
                  <a:lnTo>
                    <a:pt x="3471" y="29484"/>
                  </a:lnTo>
                  <a:lnTo>
                    <a:pt x="3733" y="29504"/>
                  </a:lnTo>
                  <a:lnTo>
                    <a:pt x="3996" y="29524"/>
                  </a:lnTo>
                  <a:lnTo>
                    <a:pt x="4460" y="29484"/>
                  </a:lnTo>
                  <a:lnTo>
                    <a:pt x="4904" y="29423"/>
                  </a:lnTo>
                  <a:lnTo>
                    <a:pt x="5368" y="29322"/>
                  </a:lnTo>
                  <a:lnTo>
                    <a:pt x="5812" y="29181"/>
                  </a:lnTo>
                  <a:lnTo>
                    <a:pt x="6236" y="29020"/>
                  </a:lnTo>
                  <a:lnTo>
                    <a:pt x="6639" y="28838"/>
                  </a:lnTo>
                  <a:lnTo>
                    <a:pt x="7003" y="28636"/>
                  </a:lnTo>
                  <a:lnTo>
                    <a:pt x="7366" y="28414"/>
                  </a:lnTo>
                  <a:lnTo>
                    <a:pt x="7729" y="28152"/>
                  </a:lnTo>
                  <a:lnTo>
                    <a:pt x="8072" y="27890"/>
                  </a:lnTo>
                  <a:lnTo>
                    <a:pt x="8415" y="27587"/>
                  </a:lnTo>
                  <a:lnTo>
                    <a:pt x="8738" y="27304"/>
                  </a:lnTo>
                  <a:lnTo>
                    <a:pt x="9384" y="26699"/>
                  </a:lnTo>
                  <a:lnTo>
                    <a:pt x="9989" y="26073"/>
                  </a:lnTo>
                  <a:lnTo>
                    <a:pt x="10756" y="25307"/>
                  </a:lnTo>
                  <a:lnTo>
                    <a:pt x="11139" y="24943"/>
                  </a:lnTo>
                  <a:lnTo>
                    <a:pt x="11543" y="24580"/>
                  </a:lnTo>
                  <a:lnTo>
                    <a:pt x="12108" y="24116"/>
                  </a:lnTo>
                  <a:lnTo>
                    <a:pt x="12693" y="23672"/>
                  </a:lnTo>
                  <a:lnTo>
                    <a:pt x="13299" y="23248"/>
                  </a:lnTo>
                  <a:lnTo>
                    <a:pt x="13985" y="22824"/>
                  </a:lnTo>
                  <a:lnTo>
                    <a:pt x="14691" y="22401"/>
                  </a:lnTo>
                  <a:lnTo>
                    <a:pt x="15458" y="21997"/>
                  </a:lnTo>
                  <a:lnTo>
                    <a:pt x="16285" y="21593"/>
                  </a:lnTo>
                  <a:lnTo>
                    <a:pt x="17173" y="21170"/>
                  </a:lnTo>
                  <a:lnTo>
                    <a:pt x="17758" y="20907"/>
                  </a:lnTo>
                  <a:lnTo>
                    <a:pt x="18505" y="20584"/>
                  </a:lnTo>
                  <a:lnTo>
                    <a:pt x="19252" y="20241"/>
                  </a:lnTo>
                  <a:lnTo>
                    <a:pt x="19958" y="19878"/>
                  </a:lnTo>
                  <a:lnTo>
                    <a:pt x="20321" y="19696"/>
                  </a:lnTo>
                  <a:lnTo>
                    <a:pt x="20664" y="19495"/>
                  </a:lnTo>
                  <a:lnTo>
                    <a:pt x="20987" y="19273"/>
                  </a:lnTo>
                  <a:lnTo>
                    <a:pt x="21330" y="19051"/>
                  </a:lnTo>
                  <a:lnTo>
                    <a:pt x="21633" y="18809"/>
                  </a:lnTo>
                  <a:lnTo>
                    <a:pt x="21936" y="18566"/>
                  </a:lnTo>
                  <a:lnTo>
                    <a:pt x="22218" y="18304"/>
                  </a:lnTo>
                  <a:lnTo>
                    <a:pt x="22501" y="18022"/>
                  </a:lnTo>
                  <a:lnTo>
                    <a:pt x="22743" y="17719"/>
                  </a:lnTo>
                  <a:lnTo>
                    <a:pt x="22985" y="17396"/>
                  </a:lnTo>
                  <a:lnTo>
                    <a:pt x="23227" y="17013"/>
                  </a:lnTo>
                  <a:lnTo>
                    <a:pt x="23449" y="16589"/>
                  </a:lnTo>
                  <a:lnTo>
                    <a:pt x="23631" y="16185"/>
                  </a:lnTo>
                  <a:lnTo>
                    <a:pt x="23792" y="15761"/>
                  </a:lnTo>
                  <a:lnTo>
                    <a:pt x="23954" y="15317"/>
                  </a:lnTo>
                  <a:lnTo>
                    <a:pt x="24075" y="14873"/>
                  </a:lnTo>
                  <a:lnTo>
                    <a:pt x="24297" y="14006"/>
                  </a:lnTo>
                  <a:lnTo>
                    <a:pt x="24478" y="13198"/>
                  </a:lnTo>
                  <a:lnTo>
                    <a:pt x="24620" y="12432"/>
                  </a:lnTo>
                  <a:lnTo>
                    <a:pt x="24741" y="11685"/>
                  </a:lnTo>
                  <a:lnTo>
                    <a:pt x="24842" y="10938"/>
                  </a:lnTo>
                  <a:lnTo>
                    <a:pt x="24902" y="10232"/>
                  </a:lnTo>
                  <a:lnTo>
                    <a:pt x="24943" y="9546"/>
                  </a:lnTo>
                  <a:lnTo>
                    <a:pt x="24963" y="8880"/>
                  </a:lnTo>
                  <a:lnTo>
                    <a:pt x="24963" y="8214"/>
                  </a:lnTo>
                  <a:lnTo>
                    <a:pt x="24922" y="7447"/>
                  </a:lnTo>
                  <a:lnTo>
                    <a:pt x="24842" y="6721"/>
                  </a:lnTo>
                  <a:lnTo>
                    <a:pt x="24741" y="6014"/>
                  </a:lnTo>
                  <a:lnTo>
                    <a:pt x="24579" y="5348"/>
                  </a:lnTo>
                  <a:lnTo>
                    <a:pt x="24398" y="4703"/>
                  </a:lnTo>
                  <a:lnTo>
                    <a:pt x="24156" y="4097"/>
                  </a:lnTo>
                  <a:lnTo>
                    <a:pt x="23893" y="3532"/>
                  </a:lnTo>
                  <a:lnTo>
                    <a:pt x="23752" y="3250"/>
                  </a:lnTo>
                  <a:lnTo>
                    <a:pt x="23591" y="2987"/>
                  </a:lnTo>
                  <a:lnTo>
                    <a:pt x="23389" y="2685"/>
                  </a:lnTo>
                  <a:lnTo>
                    <a:pt x="23187" y="2382"/>
                  </a:lnTo>
                  <a:lnTo>
                    <a:pt x="22965" y="2099"/>
                  </a:lnTo>
                  <a:lnTo>
                    <a:pt x="22723" y="1837"/>
                  </a:lnTo>
                  <a:lnTo>
                    <a:pt x="22460" y="1595"/>
                  </a:lnTo>
                  <a:lnTo>
                    <a:pt x="22218" y="1353"/>
                  </a:lnTo>
                  <a:lnTo>
                    <a:pt x="21936" y="1151"/>
                  </a:lnTo>
                  <a:lnTo>
                    <a:pt x="21653" y="949"/>
                  </a:lnTo>
                  <a:lnTo>
                    <a:pt x="21371" y="768"/>
                  </a:lnTo>
                  <a:lnTo>
                    <a:pt x="21088" y="606"/>
                  </a:lnTo>
                  <a:lnTo>
                    <a:pt x="20785" y="445"/>
                  </a:lnTo>
                  <a:lnTo>
                    <a:pt x="20483" y="324"/>
                  </a:lnTo>
                  <a:lnTo>
                    <a:pt x="20160" y="223"/>
                  </a:lnTo>
                  <a:lnTo>
                    <a:pt x="19857" y="142"/>
                  </a:lnTo>
                  <a:lnTo>
                    <a:pt x="19534" y="61"/>
                  </a:lnTo>
                  <a:lnTo>
                    <a:pt x="19211" y="21"/>
                  </a:lnTo>
                  <a:lnTo>
                    <a:pt x="18929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11" name="Google Shape;1311;p16"/>
            <p:cNvSpPr/>
            <p:nvPr/>
          </p:nvSpPr>
          <p:spPr>
            <a:xfrm flipH="1" rot="7510477">
              <a:off x="4097216" y="3895863"/>
              <a:ext cx="1193712" cy="1427300"/>
            </a:xfrm>
            <a:custGeom>
              <a:rect b="b" l="l" r="r" t="t"/>
              <a:pathLst>
                <a:path extrusionOk="0" h="25529" w="21351">
                  <a:moveTo>
                    <a:pt x="16709" y="81"/>
                  </a:moveTo>
                  <a:lnTo>
                    <a:pt x="17052" y="122"/>
                  </a:lnTo>
                  <a:lnTo>
                    <a:pt x="17416" y="202"/>
                  </a:lnTo>
                  <a:lnTo>
                    <a:pt x="17759" y="303"/>
                  </a:lnTo>
                  <a:lnTo>
                    <a:pt x="18102" y="424"/>
                  </a:lnTo>
                  <a:lnTo>
                    <a:pt x="18445" y="586"/>
                  </a:lnTo>
                  <a:lnTo>
                    <a:pt x="18788" y="788"/>
                  </a:lnTo>
                  <a:lnTo>
                    <a:pt x="19111" y="1010"/>
                  </a:lnTo>
                  <a:lnTo>
                    <a:pt x="19434" y="1272"/>
                  </a:lnTo>
                  <a:lnTo>
                    <a:pt x="19736" y="1575"/>
                  </a:lnTo>
                  <a:lnTo>
                    <a:pt x="19999" y="1897"/>
                  </a:lnTo>
                  <a:lnTo>
                    <a:pt x="20261" y="2261"/>
                  </a:lnTo>
                  <a:lnTo>
                    <a:pt x="20483" y="2644"/>
                  </a:lnTo>
                  <a:lnTo>
                    <a:pt x="20644" y="2947"/>
                  </a:lnTo>
                  <a:lnTo>
                    <a:pt x="20766" y="3250"/>
                  </a:lnTo>
                  <a:lnTo>
                    <a:pt x="20887" y="3572"/>
                  </a:lnTo>
                  <a:lnTo>
                    <a:pt x="20987" y="3895"/>
                  </a:lnTo>
                  <a:lnTo>
                    <a:pt x="21068" y="4238"/>
                  </a:lnTo>
                  <a:lnTo>
                    <a:pt x="21149" y="4581"/>
                  </a:lnTo>
                  <a:lnTo>
                    <a:pt x="21209" y="4945"/>
                  </a:lnTo>
                  <a:lnTo>
                    <a:pt x="21250" y="5308"/>
                  </a:lnTo>
                  <a:lnTo>
                    <a:pt x="21270" y="5691"/>
                  </a:lnTo>
                  <a:lnTo>
                    <a:pt x="21270" y="6075"/>
                  </a:lnTo>
                  <a:lnTo>
                    <a:pt x="21270" y="6478"/>
                  </a:lnTo>
                  <a:lnTo>
                    <a:pt x="21250" y="6882"/>
                  </a:lnTo>
                  <a:lnTo>
                    <a:pt x="21230" y="7306"/>
                  </a:lnTo>
                  <a:lnTo>
                    <a:pt x="21169" y="7750"/>
                  </a:lnTo>
                  <a:lnTo>
                    <a:pt x="21109" y="8194"/>
                  </a:lnTo>
                  <a:lnTo>
                    <a:pt x="21028" y="8658"/>
                  </a:lnTo>
                  <a:lnTo>
                    <a:pt x="20947" y="9122"/>
                  </a:lnTo>
                  <a:lnTo>
                    <a:pt x="20846" y="9586"/>
                  </a:lnTo>
                  <a:lnTo>
                    <a:pt x="20725" y="10010"/>
                  </a:lnTo>
                  <a:lnTo>
                    <a:pt x="20604" y="10434"/>
                  </a:lnTo>
                  <a:lnTo>
                    <a:pt x="20483" y="10857"/>
                  </a:lnTo>
                  <a:lnTo>
                    <a:pt x="20342" y="11261"/>
                  </a:lnTo>
                  <a:lnTo>
                    <a:pt x="20180" y="11644"/>
                  </a:lnTo>
                  <a:lnTo>
                    <a:pt x="20019" y="12008"/>
                  </a:lnTo>
                  <a:lnTo>
                    <a:pt x="19857" y="12371"/>
                  </a:lnTo>
                  <a:lnTo>
                    <a:pt x="19676" y="12714"/>
                  </a:lnTo>
                  <a:lnTo>
                    <a:pt x="19474" y="13037"/>
                  </a:lnTo>
                  <a:lnTo>
                    <a:pt x="19272" y="13340"/>
                  </a:lnTo>
                  <a:lnTo>
                    <a:pt x="19070" y="13642"/>
                  </a:lnTo>
                  <a:lnTo>
                    <a:pt x="18848" y="13945"/>
                  </a:lnTo>
                  <a:lnTo>
                    <a:pt x="18606" y="14207"/>
                  </a:lnTo>
                  <a:lnTo>
                    <a:pt x="18364" y="14470"/>
                  </a:lnTo>
                  <a:lnTo>
                    <a:pt x="18142" y="14692"/>
                  </a:lnTo>
                  <a:lnTo>
                    <a:pt x="17920" y="14893"/>
                  </a:lnTo>
                  <a:lnTo>
                    <a:pt x="17436" y="15297"/>
                  </a:lnTo>
                  <a:lnTo>
                    <a:pt x="16931" y="15640"/>
                  </a:lnTo>
                  <a:lnTo>
                    <a:pt x="16386" y="15983"/>
                  </a:lnTo>
                  <a:lnTo>
                    <a:pt x="15842" y="16306"/>
                  </a:lnTo>
                  <a:lnTo>
                    <a:pt x="15297" y="16589"/>
                  </a:lnTo>
                  <a:lnTo>
                    <a:pt x="14187" y="17154"/>
                  </a:lnTo>
                  <a:lnTo>
                    <a:pt x="13481" y="17497"/>
                  </a:lnTo>
                  <a:lnTo>
                    <a:pt x="12774" y="17860"/>
                  </a:lnTo>
                  <a:lnTo>
                    <a:pt x="12088" y="18264"/>
                  </a:lnTo>
                  <a:lnTo>
                    <a:pt x="11422" y="18667"/>
                  </a:lnTo>
                  <a:lnTo>
                    <a:pt x="10958" y="18990"/>
                  </a:lnTo>
                  <a:lnTo>
                    <a:pt x="10494" y="19333"/>
                  </a:lnTo>
                  <a:lnTo>
                    <a:pt x="10070" y="19696"/>
                  </a:lnTo>
                  <a:lnTo>
                    <a:pt x="9646" y="20060"/>
                  </a:lnTo>
                  <a:lnTo>
                    <a:pt x="8799" y="20847"/>
                  </a:lnTo>
                  <a:lnTo>
                    <a:pt x="7992" y="21613"/>
                  </a:lnTo>
                  <a:lnTo>
                    <a:pt x="7205" y="22400"/>
                  </a:lnTo>
                  <a:lnTo>
                    <a:pt x="6377" y="23167"/>
                  </a:lnTo>
                  <a:lnTo>
                    <a:pt x="5953" y="23531"/>
                  </a:lnTo>
                  <a:lnTo>
                    <a:pt x="5509" y="23894"/>
                  </a:lnTo>
                  <a:lnTo>
                    <a:pt x="5065" y="24237"/>
                  </a:lnTo>
                  <a:lnTo>
                    <a:pt x="4601" y="24560"/>
                  </a:lnTo>
                  <a:lnTo>
                    <a:pt x="4178" y="24822"/>
                  </a:lnTo>
                  <a:lnTo>
                    <a:pt x="3935" y="24963"/>
                  </a:lnTo>
                  <a:lnTo>
                    <a:pt x="3673" y="25084"/>
                  </a:lnTo>
                  <a:lnTo>
                    <a:pt x="3411" y="25205"/>
                  </a:lnTo>
                  <a:lnTo>
                    <a:pt x="3148" y="25306"/>
                  </a:lnTo>
                  <a:lnTo>
                    <a:pt x="2866" y="25367"/>
                  </a:lnTo>
                  <a:lnTo>
                    <a:pt x="2563" y="25427"/>
                  </a:lnTo>
                  <a:lnTo>
                    <a:pt x="2260" y="25448"/>
                  </a:lnTo>
                  <a:lnTo>
                    <a:pt x="1978" y="25427"/>
                  </a:lnTo>
                  <a:lnTo>
                    <a:pt x="1695" y="25367"/>
                  </a:lnTo>
                  <a:lnTo>
                    <a:pt x="1433" y="25286"/>
                  </a:lnTo>
                  <a:lnTo>
                    <a:pt x="1171" y="25185"/>
                  </a:lnTo>
                  <a:lnTo>
                    <a:pt x="949" y="25044"/>
                  </a:lnTo>
                  <a:lnTo>
                    <a:pt x="747" y="24883"/>
                  </a:lnTo>
                  <a:lnTo>
                    <a:pt x="585" y="24701"/>
                  </a:lnTo>
                  <a:lnTo>
                    <a:pt x="424" y="24459"/>
                  </a:lnTo>
                  <a:lnTo>
                    <a:pt x="303" y="24196"/>
                  </a:lnTo>
                  <a:lnTo>
                    <a:pt x="222" y="23894"/>
                  </a:lnTo>
                  <a:lnTo>
                    <a:pt x="142" y="23551"/>
                  </a:lnTo>
                  <a:lnTo>
                    <a:pt x="101" y="23167"/>
                  </a:lnTo>
                  <a:lnTo>
                    <a:pt x="81" y="22784"/>
                  </a:lnTo>
                  <a:lnTo>
                    <a:pt x="101" y="22421"/>
                  </a:lnTo>
                  <a:lnTo>
                    <a:pt x="142" y="22037"/>
                  </a:lnTo>
                  <a:lnTo>
                    <a:pt x="202" y="21654"/>
                  </a:lnTo>
                  <a:lnTo>
                    <a:pt x="303" y="21291"/>
                  </a:lnTo>
                  <a:lnTo>
                    <a:pt x="424" y="20947"/>
                  </a:lnTo>
                  <a:lnTo>
                    <a:pt x="585" y="20584"/>
                  </a:lnTo>
                  <a:lnTo>
                    <a:pt x="727" y="20342"/>
                  </a:lnTo>
                  <a:lnTo>
                    <a:pt x="868" y="20080"/>
                  </a:lnTo>
                  <a:lnTo>
                    <a:pt x="1029" y="19838"/>
                  </a:lnTo>
                  <a:lnTo>
                    <a:pt x="1211" y="19616"/>
                  </a:lnTo>
                  <a:lnTo>
                    <a:pt x="1393" y="19373"/>
                  </a:lnTo>
                  <a:lnTo>
                    <a:pt x="1574" y="19172"/>
                  </a:lnTo>
                  <a:lnTo>
                    <a:pt x="1978" y="18768"/>
                  </a:lnTo>
                  <a:lnTo>
                    <a:pt x="2402" y="18385"/>
                  </a:lnTo>
                  <a:lnTo>
                    <a:pt x="2825" y="18042"/>
                  </a:lnTo>
                  <a:lnTo>
                    <a:pt x="3249" y="17739"/>
                  </a:lnTo>
                  <a:lnTo>
                    <a:pt x="3673" y="17456"/>
                  </a:lnTo>
                  <a:lnTo>
                    <a:pt x="4561" y="16871"/>
                  </a:lnTo>
                  <a:lnTo>
                    <a:pt x="5489" y="16306"/>
                  </a:lnTo>
                  <a:lnTo>
                    <a:pt x="6438" y="15761"/>
                  </a:lnTo>
                  <a:lnTo>
                    <a:pt x="7366" y="15257"/>
                  </a:lnTo>
                  <a:lnTo>
                    <a:pt x="7568" y="15136"/>
                  </a:lnTo>
                  <a:lnTo>
                    <a:pt x="8153" y="14793"/>
                  </a:lnTo>
                  <a:lnTo>
                    <a:pt x="8758" y="14429"/>
                  </a:lnTo>
                  <a:lnTo>
                    <a:pt x="9041" y="14228"/>
                  </a:lnTo>
                  <a:lnTo>
                    <a:pt x="9323" y="14026"/>
                  </a:lnTo>
                  <a:lnTo>
                    <a:pt x="9606" y="13804"/>
                  </a:lnTo>
                  <a:lnTo>
                    <a:pt x="9868" y="13541"/>
                  </a:lnTo>
                  <a:lnTo>
                    <a:pt x="10070" y="13340"/>
                  </a:lnTo>
                  <a:lnTo>
                    <a:pt x="10232" y="13138"/>
                  </a:lnTo>
                  <a:lnTo>
                    <a:pt x="10393" y="12916"/>
                  </a:lnTo>
                  <a:lnTo>
                    <a:pt x="10534" y="12694"/>
                  </a:lnTo>
                  <a:lnTo>
                    <a:pt x="10675" y="12452"/>
                  </a:lnTo>
                  <a:lnTo>
                    <a:pt x="10797" y="12210"/>
                  </a:lnTo>
                  <a:lnTo>
                    <a:pt x="10897" y="11967"/>
                  </a:lnTo>
                  <a:lnTo>
                    <a:pt x="10978" y="11725"/>
                  </a:lnTo>
                  <a:lnTo>
                    <a:pt x="11140" y="11221"/>
                  </a:lnTo>
                  <a:lnTo>
                    <a:pt x="11261" y="10716"/>
                  </a:lnTo>
                  <a:lnTo>
                    <a:pt x="11362" y="10191"/>
                  </a:lnTo>
                  <a:lnTo>
                    <a:pt x="11463" y="9647"/>
                  </a:lnTo>
                  <a:lnTo>
                    <a:pt x="11563" y="8839"/>
                  </a:lnTo>
                  <a:lnTo>
                    <a:pt x="11664" y="8012"/>
                  </a:lnTo>
                  <a:lnTo>
                    <a:pt x="11846" y="6599"/>
                  </a:lnTo>
                  <a:lnTo>
                    <a:pt x="11947" y="5893"/>
                  </a:lnTo>
                  <a:lnTo>
                    <a:pt x="12088" y="5187"/>
                  </a:lnTo>
                  <a:lnTo>
                    <a:pt x="12209" y="4682"/>
                  </a:lnTo>
                  <a:lnTo>
                    <a:pt x="12330" y="4218"/>
                  </a:lnTo>
                  <a:lnTo>
                    <a:pt x="12472" y="3754"/>
                  </a:lnTo>
                  <a:lnTo>
                    <a:pt x="12633" y="3330"/>
                  </a:lnTo>
                  <a:lnTo>
                    <a:pt x="12794" y="2947"/>
                  </a:lnTo>
                  <a:lnTo>
                    <a:pt x="12976" y="2563"/>
                  </a:lnTo>
                  <a:lnTo>
                    <a:pt x="13158" y="2220"/>
                  </a:lnTo>
                  <a:lnTo>
                    <a:pt x="13359" y="1897"/>
                  </a:lnTo>
                  <a:lnTo>
                    <a:pt x="13561" y="1615"/>
                  </a:lnTo>
                  <a:lnTo>
                    <a:pt x="13803" y="1332"/>
                  </a:lnTo>
                  <a:lnTo>
                    <a:pt x="14025" y="1090"/>
                  </a:lnTo>
                  <a:lnTo>
                    <a:pt x="14288" y="868"/>
                  </a:lnTo>
                  <a:lnTo>
                    <a:pt x="14550" y="687"/>
                  </a:lnTo>
                  <a:lnTo>
                    <a:pt x="14812" y="525"/>
                  </a:lnTo>
                  <a:lnTo>
                    <a:pt x="15115" y="364"/>
                  </a:lnTo>
                  <a:lnTo>
                    <a:pt x="15418" y="263"/>
                  </a:lnTo>
                  <a:lnTo>
                    <a:pt x="15721" y="162"/>
                  </a:lnTo>
                  <a:lnTo>
                    <a:pt x="16043" y="101"/>
                  </a:lnTo>
                  <a:lnTo>
                    <a:pt x="16366" y="81"/>
                  </a:lnTo>
                  <a:close/>
                  <a:moveTo>
                    <a:pt x="16467" y="1"/>
                  </a:moveTo>
                  <a:lnTo>
                    <a:pt x="16104" y="21"/>
                  </a:lnTo>
                  <a:lnTo>
                    <a:pt x="15741" y="81"/>
                  </a:lnTo>
                  <a:lnTo>
                    <a:pt x="15377" y="182"/>
                  </a:lnTo>
                  <a:lnTo>
                    <a:pt x="15075" y="303"/>
                  </a:lnTo>
                  <a:lnTo>
                    <a:pt x="14792" y="445"/>
                  </a:lnTo>
                  <a:lnTo>
                    <a:pt x="14510" y="606"/>
                  </a:lnTo>
                  <a:lnTo>
                    <a:pt x="14227" y="808"/>
                  </a:lnTo>
                  <a:lnTo>
                    <a:pt x="13985" y="1030"/>
                  </a:lnTo>
                  <a:lnTo>
                    <a:pt x="13743" y="1272"/>
                  </a:lnTo>
                  <a:lnTo>
                    <a:pt x="13501" y="1554"/>
                  </a:lnTo>
                  <a:lnTo>
                    <a:pt x="13299" y="1857"/>
                  </a:lnTo>
                  <a:lnTo>
                    <a:pt x="13097" y="2180"/>
                  </a:lnTo>
                  <a:lnTo>
                    <a:pt x="12895" y="2523"/>
                  </a:lnTo>
                  <a:lnTo>
                    <a:pt x="12714" y="2906"/>
                  </a:lnTo>
                  <a:lnTo>
                    <a:pt x="12552" y="3310"/>
                  </a:lnTo>
                  <a:lnTo>
                    <a:pt x="12391" y="3734"/>
                  </a:lnTo>
                  <a:lnTo>
                    <a:pt x="12250" y="4178"/>
                  </a:lnTo>
                  <a:lnTo>
                    <a:pt x="12128" y="4662"/>
                  </a:lnTo>
                  <a:lnTo>
                    <a:pt x="12007" y="5187"/>
                  </a:lnTo>
                  <a:lnTo>
                    <a:pt x="11886" y="5873"/>
                  </a:lnTo>
                  <a:lnTo>
                    <a:pt x="11765" y="6599"/>
                  </a:lnTo>
                  <a:lnTo>
                    <a:pt x="11584" y="7992"/>
                  </a:lnTo>
                  <a:lnTo>
                    <a:pt x="11483" y="8819"/>
                  </a:lnTo>
                  <a:lnTo>
                    <a:pt x="11382" y="9647"/>
                  </a:lnTo>
                  <a:lnTo>
                    <a:pt x="11281" y="10171"/>
                  </a:lnTo>
                  <a:lnTo>
                    <a:pt x="11180" y="10696"/>
                  </a:lnTo>
                  <a:lnTo>
                    <a:pt x="11059" y="11200"/>
                  </a:lnTo>
                  <a:lnTo>
                    <a:pt x="10918" y="11705"/>
                  </a:lnTo>
                  <a:lnTo>
                    <a:pt x="10817" y="11947"/>
                  </a:lnTo>
                  <a:lnTo>
                    <a:pt x="10716" y="12169"/>
                  </a:lnTo>
                  <a:lnTo>
                    <a:pt x="10595" y="12411"/>
                  </a:lnTo>
                  <a:lnTo>
                    <a:pt x="10474" y="12633"/>
                  </a:lnTo>
                  <a:lnTo>
                    <a:pt x="10332" y="12855"/>
                  </a:lnTo>
                  <a:lnTo>
                    <a:pt x="10171" y="13077"/>
                  </a:lnTo>
                  <a:lnTo>
                    <a:pt x="10010" y="13279"/>
                  </a:lnTo>
                  <a:lnTo>
                    <a:pt x="9808" y="13501"/>
                  </a:lnTo>
                  <a:lnTo>
                    <a:pt x="9545" y="13743"/>
                  </a:lnTo>
                  <a:lnTo>
                    <a:pt x="9283" y="13965"/>
                  </a:lnTo>
                  <a:lnTo>
                    <a:pt x="9001" y="14167"/>
                  </a:lnTo>
                  <a:lnTo>
                    <a:pt x="8718" y="14369"/>
                  </a:lnTo>
                  <a:lnTo>
                    <a:pt x="8113" y="14732"/>
                  </a:lnTo>
                  <a:lnTo>
                    <a:pt x="7527" y="15055"/>
                  </a:lnTo>
                  <a:lnTo>
                    <a:pt x="7326" y="15176"/>
                  </a:lnTo>
                  <a:lnTo>
                    <a:pt x="6397" y="15701"/>
                  </a:lnTo>
                  <a:lnTo>
                    <a:pt x="5449" y="16246"/>
                  </a:lnTo>
                  <a:lnTo>
                    <a:pt x="4521" y="16790"/>
                  </a:lnTo>
                  <a:lnTo>
                    <a:pt x="3612" y="17376"/>
                  </a:lnTo>
                  <a:lnTo>
                    <a:pt x="3209" y="17658"/>
                  </a:lnTo>
                  <a:lnTo>
                    <a:pt x="2765" y="17981"/>
                  </a:lnTo>
                  <a:lnTo>
                    <a:pt x="2341" y="18324"/>
                  </a:lnTo>
                  <a:lnTo>
                    <a:pt x="1917" y="18707"/>
                  </a:lnTo>
                  <a:lnTo>
                    <a:pt x="1514" y="19111"/>
                  </a:lnTo>
                  <a:lnTo>
                    <a:pt x="1312" y="19333"/>
                  </a:lnTo>
                  <a:lnTo>
                    <a:pt x="1130" y="19555"/>
                  </a:lnTo>
                  <a:lnTo>
                    <a:pt x="969" y="19797"/>
                  </a:lnTo>
                  <a:lnTo>
                    <a:pt x="807" y="20039"/>
                  </a:lnTo>
                  <a:lnTo>
                    <a:pt x="646" y="20302"/>
                  </a:lnTo>
                  <a:lnTo>
                    <a:pt x="505" y="20564"/>
                  </a:lnTo>
                  <a:lnTo>
                    <a:pt x="364" y="20907"/>
                  </a:lnTo>
                  <a:lnTo>
                    <a:pt x="222" y="21270"/>
                  </a:lnTo>
                  <a:lnTo>
                    <a:pt x="142" y="21654"/>
                  </a:lnTo>
                  <a:lnTo>
                    <a:pt x="61" y="22017"/>
                  </a:lnTo>
                  <a:lnTo>
                    <a:pt x="20" y="22400"/>
                  </a:lnTo>
                  <a:lnTo>
                    <a:pt x="0" y="22784"/>
                  </a:lnTo>
                  <a:lnTo>
                    <a:pt x="20" y="23167"/>
                  </a:lnTo>
                  <a:lnTo>
                    <a:pt x="61" y="23551"/>
                  </a:lnTo>
                  <a:lnTo>
                    <a:pt x="142" y="23914"/>
                  </a:lnTo>
                  <a:lnTo>
                    <a:pt x="242" y="24237"/>
                  </a:lnTo>
                  <a:lnTo>
                    <a:pt x="364" y="24499"/>
                  </a:lnTo>
                  <a:lnTo>
                    <a:pt x="505" y="24741"/>
                  </a:lnTo>
                  <a:lnTo>
                    <a:pt x="666" y="24923"/>
                  </a:lnTo>
                  <a:lnTo>
                    <a:pt x="848" y="25064"/>
                  </a:lnTo>
                  <a:lnTo>
                    <a:pt x="1050" y="25205"/>
                  </a:lnTo>
                  <a:lnTo>
                    <a:pt x="1251" y="25327"/>
                  </a:lnTo>
                  <a:lnTo>
                    <a:pt x="1494" y="25407"/>
                  </a:lnTo>
                  <a:lnTo>
                    <a:pt x="1736" y="25468"/>
                  </a:lnTo>
                  <a:lnTo>
                    <a:pt x="1978" y="25508"/>
                  </a:lnTo>
                  <a:lnTo>
                    <a:pt x="2260" y="25528"/>
                  </a:lnTo>
                  <a:lnTo>
                    <a:pt x="2563" y="25508"/>
                  </a:lnTo>
                  <a:lnTo>
                    <a:pt x="2866" y="25448"/>
                  </a:lnTo>
                  <a:lnTo>
                    <a:pt x="3169" y="25367"/>
                  </a:lnTo>
                  <a:lnTo>
                    <a:pt x="3451" y="25286"/>
                  </a:lnTo>
                  <a:lnTo>
                    <a:pt x="3713" y="25165"/>
                  </a:lnTo>
                  <a:lnTo>
                    <a:pt x="3976" y="25044"/>
                  </a:lnTo>
                  <a:lnTo>
                    <a:pt x="4218" y="24903"/>
                  </a:lnTo>
                  <a:lnTo>
                    <a:pt x="4642" y="24620"/>
                  </a:lnTo>
                  <a:lnTo>
                    <a:pt x="5106" y="24297"/>
                  </a:lnTo>
                  <a:lnTo>
                    <a:pt x="5550" y="23954"/>
                  </a:lnTo>
                  <a:lnTo>
                    <a:pt x="5994" y="23611"/>
                  </a:lnTo>
                  <a:lnTo>
                    <a:pt x="6418" y="23228"/>
                  </a:lnTo>
                  <a:lnTo>
                    <a:pt x="7245" y="22461"/>
                  </a:lnTo>
                  <a:lnTo>
                    <a:pt x="8052" y="21674"/>
                  </a:lnTo>
                  <a:lnTo>
                    <a:pt x="8859" y="20907"/>
                  </a:lnTo>
                  <a:lnTo>
                    <a:pt x="9687" y="20140"/>
                  </a:lnTo>
                  <a:lnTo>
                    <a:pt x="10110" y="19757"/>
                  </a:lnTo>
                  <a:lnTo>
                    <a:pt x="10554" y="19394"/>
                  </a:lnTo>
                  <a:lnTo>
                    <a:pt x="10998" y="19051"/>
                  </a:lnTo>
                  <a:lnTo>
                    <a:pt x="11463" y="18728"/>
                  </a:lnTo>
                  <a:lnTo>
                    <a:pt x="12128" y="18324"/>
                  </a:lnTo>
                  <a:lnTo>
                    <a:pt x="12815" y="17941"/>
                  </a:lnTo>
                  <a:lnTo>
                    <a:pt x="13521" y="17577"/>
                  </a:lnTo>
                  <a:lnTo>
                    <a:pt x="14207" y="17234"/>
                  </a:lnTo>
                  <a:lnTo>
                    <a:pt x="15337" y="16669"/>
                  </a:lnTo>
                  <a:lnTo>
                    <a:pt x="15902" y="16367"/>
                  </a:lnTo>
                  <a:lnTo>
                    <a:pt x="16447" y="16044"/>
                  </a:lnTo>
                  <a:lnTo>
                    <a:pt x="16972" y="15721"/>
                  </a:lnTo>
                  <a:lnTo>
                    <a:pt x="17476" y="15358"/>
                  </a:lnTo>
                  <a:lnTo>
                    <a:pt x="17981" y="14954"/>
                  </a:lnTo>
                  <a:lnTo>
                    <a:pt x="18203" y="14752"/>
                  </a:lnTo>
                  <a:lnTo>
                    <a:pt x="18425" y="14530"/>
                  </a:lnTo>
                  <a:lnTo>
                    <a:pt x="18667" y="14268"/>
                  </a:lnTo>
                  <a:lnTo>
                    <a:pt x="18909" y="13985"/>
                  </a:lnTo>
                  <a:lnTo>
                    <a:pt x="19131" y="13703"/>
                  </a:lnTo>
                  <a:lnTo>
                    <a:pt x="19333" y="13400"/>
                  </a:lnTo>
                  <a:lnTo>
                    <a:pt x="19535" y="13077"/>
                  </a:lnTo>
                  <a:lnTo>
                    <a:pt x="19736" y="12754"/>
                  </a:lnTo>
                  <a:lnTo>
                    <a:pt x="19918" y="12411"/>
                  </a:lnTo>
                  <a:lnTo>
                    <a:pt x="20100" y="12048"/>
                  </a:lnTo>
                  <a:lnTo>
                    <a:pt x="20261" y="11665"/>
                  </a:lnTo>
                  <a:lnTo>
                    <a:pt x="20402" y="11281"/>
                  </a:lnTo>
                  <a:lnTo>
                    <a:pt x="20544" y="10878"/>
                  </a:lnTo>
                  <a:lnTo>
                    <a:pt x="20685" y="10474"/>
                  </a:lnTo>
                  <a:lnTo>
                    <a:pt x="20806" y="10050"/>
                  </a:lnTo>
                  <a:lnTo>
                    <a:pt x="20927" y="9606"/>
                  </a:lnTo>
                  <a:lnTo>
                    <a:pt x="21028" y="9142"/>
                  </a:lnTo>
                  <a:lnTo>
                    <a:pt x="21109" y="8678"/>
                  </a:lnTo>
                  <a:lnTo>
                    <a:pt x="21189" y="8214"/>
                  </a:lnTo>
                  <a:lnTo>
                    <a:pt x="21250" y="7750"/>
                  </a:lnTo>
                  <a:lnTo>
                    <a:pt x="21310" y="7326"/>
                  </a:lnTo>
                  <a:lnTo>
                    <a:pt x="21331" y="6882"/>
                  </a:lnTo>
                  <a:lnTo>
                    <a:pt x="21351" y="6478"/>
                  </a:lnTo>
                  <a:lnTo>
                    <a:pt x="21351" y="6075"/>
                  </a:lnTo>
                  <a:lnTo>
                    <a:pt x="21351" y="5671"/>
                  </a:lnTo>
                  <a:lnTo>
                    <a:pt x="21331" y="5288"/>
                  </a:lnTo>
                  <a:lnTo>
                    <a:pt x="21270" y="4924"/>
                  </a:lnTo>
                  <a:lnTo>
                    <a:pt x="21230" y="4561"/>
                  </a:lnTo>
                  <a:lnTo>
                    <a:pt x="21149" y="4218"/>
                  </a:lnTo>
                  <a:lnTo>
                    <a:pt x="21068" y="3875"/>
                  </a:lnTo>
                  <a:lnTo>
                    <a:pt x="20967" y="3532"/>
                  </a:lnTo>
                  <a:lnTo>
                    <a:pt x="20846" y="3229"/>
                  </a:lnTo>
                  <a:lnTo>
                    <a:pt x="20705" y="2906"/>
                  </a:lnTo>
                  <a:lnTo>
                    <a:pt x="20564" y="2624"/>
                  </a:lnTo>
                  <a:lnTo>
                    <a:pt x="20362" y="2281"/>
                  </a:lnTo>
                  <a:lnTo>
                    <a:pt x="20140" y="1958"/>
                  </a:lnTo>
                  <a:lnTo>
                    <a:pt x="19898" y="1655"/>
                  </a:lnTo>
                  <a:lnTo>
                    <a:pt x="19615" y="1373"/>
                  </a:lnTo>
                  <a:lnTo>
                    <a:pt x="19333" y="1110"/>
                  </a:lnTo>
                  <a:lnTo>
                    <a:pt x="19010" y="868"/>
                  </a:lnTo>
                  <a:lnTo>
                    <a:pt x="18687" y="646"/>
                  </a:lnTo>
                  <a:lnTo>
                    <a:pt x="18344" y="465"/>
                  </a:lnTo>
                  <a:lnTo>
                    <a:pt x="17981" y="283"/>
                  </a:lnTo>
                  <a:lnTo>
                    <a:pt x="17597" y="162"/>
                  </a:lnTo>
                  <a:lnTo>
                    <a:pt x="17214" y="61"/>
                  </a:lnTo>
                  <a:lnTo>
                    <a:pt x="16851" y="21"/>
                  </a:lnTo>
                  <a:lnTo>
                    <a:pt x="16467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12" name="Google Shape;1312;p16"/>
            <p:cNvSpPr/>
            <p:nvPr/>
          </p:nvSpPr>
          <p:spPr>
            <a:xfrm flipH="1" rot="7510477">
              <a:off x="4251510" y="4078874"/>
              <a:ext cx="901532" cy="1104594"/>
            </a:xfrm>
            <a:custGeom>
              <a:rect b="b" l="l" r="r" t="t"/>
              <a:pathLst>
                <a:path extrusionOk="0" h="19757" w="16125">
                  <a:moveTo>
                    <a:pt x="13945" y="81"/>
                  </a:moveTo>
                  <a:lnTo>
                    <a:pt x="14187" y="142"/>
                  </a:lnTo>
                  <a:lnTo>
                    <a:pt x="14449" y="222"/>
                  </a:lnTo>
                  <a:lnTo>
                    <a:pt x="14671" y="323"/>
                  </a:lnTo>
                  <a:lnTo>
                    <a:pt x="14893" y="464"/>
                  </a:lnTo>
                  <a:lnTo>
                    <a:pt x="15095" y="626"/>
                  </a:lnTo>
                  <a:lnTo>
                    <a:pt x="15277" y="807"/>
                  </a:lnTo>
                  <a:lnTo>
                    <a:pt x="15438" y="1009"/>
                  </a:lnTo>
                  <a:lnTo>
                    <a:pt x="15620" y="1332"/>
                  </a:lnTo>
                  <a:lnTo>
                    <a:pt x="15761" y="1655"/>
                  </a:lnTo>
                  <a:lnTo>
                    <a:pt x="15862" y="1998"/>
                  </a:lnTo>
                  <a:lnTo>
                    <a:pt x="15943" y="2341"/>
                  </a:lnTo>
                  <a:lnTo>
                    <a:pt x="16003" y="2704"/>
                  </a:lnTo>
                  <a:lnTo>
                    <a:pt x="16023" y="3068"/>
                  </a:lnTo>
                  <a:lnTo>
                    <a:pt x="16044" y="3431"/>
                  </a:lnTo>
                  <a:lnTo>
                    <a:pt x="16044" y="3814"/>
                  </a:lnTo>
                  <a:lnTo>
                    <a:pt x="16023" y="4319"/>
                  </a:lnTo>
                  <a:lnTo>
                    <a:pt x="16003" y="4803"/>
                  </a:lnTo>
                  <a:lnTo>
                    <a:pt x="15963" y="5287"/>
                  </a:lnTo>
                  <a:lnTo>
                    <a:pt x="15923" y="5731"/>
                  </a:lnTo>
                  <a:lnTo>
                    <a:pt x="15862" y="6175"/>
                  </a:lnTo>
                  <a:lnTo>
                    <a:pt x="15781" y="6599"/>
                  </a:lnTo>
                  <a:lnTo>
                    <a:pt x="15701" y="7003"/>
                  </a:lnTo>
                  <a:lnTo>
                    <a:pt x="15600" y="7386"/>
                  </a:lnTo>
                  <a:lnTo>
                    <a:pt x="15479" y="7749"/>
                  </a:lnTo>
                  <a:lnTo>
                    <a:pt x="15337" y="8113"/>
                  </a:lnTo>
                  <a:lnTo>
                    <a:pt x="15196" y="8436"/>
                  </a:lnTo>
                  <a:lnTo>
                    <a:pt x="15055" y="8758"/>
                  </a:lnTo>
                  <a:lnTo>
                    <a:pt x="14873" y="9081"/>
                  </a:lnTo>
                  <a:lnTo>
                    <a:pt x="14692" y="9364"/>
                  </a:lnTo>
                  <a:lnTo>
                    <a:pt x="14490" y="9646"/>
                  </a:lnTo>
                  <a:lnTo>
                    <a:pt x="14268" y="9909"/>
                  </a:lnTo>
                  <a:lnTo>
                    <a:pt x="14086" y="10131"/>
                  </a:lnTo>
                  <a:lnTo>
                    <a:pt x="13884" y="10332"/>
                  </a:lnTo>
                  <a:lnTo>
                    <a:pt x="13683" y="10514"/>
                  </a:lnTo>
                  <a:lnTo>
                    <a:pt x="13461" y="10716"/>
                  </a:lnTo>
                  <a:lnTo>
                    <a:pt x="13017" y="11059"/>
                  </a:lnTo>
                  <a:lnTo>
                    <a:pt x="12532" y="11362"/>
                  </a:lnTo>
                  <a:lnTo>
                    <a:pt x="12048" y="11664"/>
                  </a:lnTo>
                  <a:lnTo>
                    <a:pt x="11543" y="11947"/>
                  </a:lnTo>
                  <a:lnTo>
                    <a:pt x="10514" y="12451"/>
                  </a:lnTo>
                  <a:lnTo>
                    <a:pt x="9586" y="12915"/>
                  </a:lnTo>
                  <a:lnTo>
                    <a:pt x="9122" y="13178"/>
                  </a:lnTo>
                  <a:lnTo>
                    <a:pt x="8678" y="13420"/>
                  </a:lnTo>
                  <a:lnTo>
                    <a:pt x="8032" y="13844"/>
                  </a:lnTo>
                  <a:lnTo>
                    <a:pt x="7427" y="14288"/>
                  </a:lnTo>
                  <a:lnTo>
                    <a:pt x="6821" y="14752"/>
                  </a:lnTo>
                  <a:lnTo>
                    <a:pt x="6236" y="15236"/>
                  </a:lnTo>
                  <a:lnTo>
                    <a:pt x="5671" y="15761"/>
                  </a:lnTo>
                  <a:lnTo>
                    <a:pt x="5106" y="16265"/>
                  </a:lnTo>
                  <a:lnTo>
                    <a:pt x="4037" y="17335"/>
                  </a:lnTo>
                  <a:lnTo>
                    <a:pt x="3350" y="18001"/>
                  </a:lnTo>
                  <a:lnTo>
                    <a:pt x="2644" y="18667"/>
                  </a:lnTo>
                  <a:lnTo>
                    <a:pt x="2281" y="18990"/>
                  </a:lnTo>
                  <a:lnTo>
                    <a:pt x="2099" y="19151"/>
                  </a:lnTo>
                  <a:lnTo>
                    <a:pt x="1897" y="19292"/>
                  </a:lnTo>
                  <a:lnTo>
                    <a:pt x="1696" y="19413"/>
                  </a:lnTo>
                  <a:lnTo>
                    <a:pt x="1474" y="19514"/>
                  </a:lnTo>
                  <a:lnTo>
                    <a:pt x="1272" y="19595"/>
                  </a:lnTo>
                  <a:lnTo>
                    <a:pt x="1030" y="19656"/>
                  </a:lnTo>
                  <a:lnTo>
                    <a:pt x="808" y="19676"/>
                  </a:lnTo>
                  <a:lnTo>
                    <a:pt x="687" y="19656"/>
                  </a:lnTo>
                  <a:lnTo>
                    <a:pt x="566" y="19635"/>
                  </a:lnTo>
                  <a:lnTo>
                    <a:pt x="444" y="19595"/>
                  </a:lnTo>
                  <a:lnTo>
                    <a:pt x="344" y="19555"/>
                  </a:lnTo>
                  <a:lnTo>
                    <a:pt x="243" y="19474"/>
                  </a:lnTo>
                  <a:lnTo>
                    <a:pt x="162" y="19373"/>
                  </a:lnTo>
                  <a:lnTo>
                    <a:pt x="101" y="19232"/>
                  </a:lnTo>
                  <a:lnTo>
                    <a:pt x="81" y="19091"/>
                  </a:lnTo>
                  <a:lnTo>
                    <a:pt x="81" y="18929"/>
                  </a:lnTo>
                  <a:lnTo>
                    <a:pt x="122" y="18788"/>
                  </a:lnTo>
                  <a:lnTo>
                    <a:pt x="162" y="18667"/>
                  </a:lnTo>
                  <a:lnTo>
                    <a:pt x="222" y="18546"/>
                  </a:lnTo>
                  <a:lnTo>
                    <a:pt x="323" y="18364"/>
                  </a:lnTo>
                  <a:lnTo>
                    <a:pt x="444" y="18203"/>
                  </a:lnTo>
                  <a:lnTo>
                    <a:pt x="566" y="18021"/>
                  </a:lnTo>
                  <a:lnTo>
                    <a:pt x="868" y="17718"/>
                  </a:lnTo>
                  <a:lnTo>
                    <a:pt x="1171" y="17436"/>
                  </a:lnTo>
                  <a:lnTo>
                    <a:pt x="1494" y="17173"/>
                  </a:lnTo>
                  <a:lnTo>
                    <a:pt x="2220" y="16588"/>
                  </a:lnTo>
                  <a:lnTo>
                    <a:pt x="2987" y="16043"/>
                  </a:lnTo>
                  <a:lnTo>
                    <a:pt x="3754" y="15499"/>
                  </a:lnTo>
                  <a:lnTo>
                    <a:pt x="4521" y="14974"/>
                  </a:lnTo>
                  <a:lnTo>
                    <a:pt x="5308" y="14429"/>
                  </a:lnTo>
                  <a:lnTo>
                    <a:pt x="6075" y="13884"/>
                  </a:lnTo>
                  <a:lnTo>
                    <a:pt x="6862" y="13319"/>
                  </a:lnTo>
                  <a:lnTo>
                    <a:pt x="7608" y="12734"/>
                  </a:lnTo>
                  <a:lnTo>
                    <a:pt x="8153" y="12270"/>
                  </a:lnTo>
                  <a:lnTo>
                    <a:pt x="8436" y="12007"/>
                  </a:lnTo>
                  <a:lnTo>
                    <a:pt x="8718" y="11725"/>
                  </a:lnTo>
                  <a:lnTo>
                    <a:pt x="9001" y="11422"/>
                  </a:lnTo>
                  <a:lnTo>
                    <a:pt x="9283" y="11119"/>
                  </a:lnTo>
                  <a:lnTo>
                    <a:pt x="9546" y="10776"/>
                  </a:lnTo>
                  <a:lnTo>
                    <a:pt x="9788" y="10413"/>
                  </a:lnTo>
                  <a:lnTo>
                    <a:pt x="9949" y="10131"/>
                  </a:lnTo>
                  <a:lnTo>
                    <a:pt x="10111" y="9828"/>
                  </a:lnTo>
                  <a:lnTo>
                    <a:pt x="10252" y="9525"/>
                  </a:lnTo>
                  <a:lnTo>
                    <a:pt x="10393" y="9202"/>
                  </a:lnTo>
                  <a:lnTo>
                    <a:pt x="10494" y="8879"/>
                  </a:lnTo>
                  <a:lnTo>
                    <a:pt x="10615" y="8557"/>
                  </a:lnTo>
                  <a:lnTo>
                    <a:pt x="10777" y="7911"/>
                  </a:lnTo>
                  <a:lnTo>
                    <a:pt x="10938" y="7245"/>
                  </a:lnTo>
                  <a:lnTo>
                    <a:pt x="11039" y="6559"/>
                  </a:lnTo>
                  <a:lnTo>
                    <a:pt x="11241" y="5207"/>
                  </a:lnTo>
                  <a:lnTo>
                    <a:pt x="11342" y="4399"/>
                  </a:lnTo>
                  <a:lnTo>
                    <a:pt x="11463" y="3612"/>
                  </a:lnTo>
                  <a:lnTo>
                    <a:pt x="11604" y="2825"/>
                  </a:lnTo>
                  <a:lnTo>
                    <a:pt x="11685" y="2422"/>
                  </a:lnTo>
                  <a:lnTo>
                    <a:pt x="11786" y="2038"/>
                  </a:lnTo>
                  <a:lnTo>
                    <a:pt x="11866" y="1756"/>
                  </a:lnTo>
                  <a:lnTo>
                    <a:pt x="11987" y="1473"/>
                  </a:lnTo>
                  <a:lnTo>
                    <a:pt x="12109" y="1171"/>
                  </a:lnTo>
                  <a:lnTo>
                    <a:pt x="12250" y="888"/>
                  </a:lnTo>
                  <a:lnTo>
                    <a:pt x="12452" y="626"/>
                  </a:lnTo>
                  <a:lnTo>
                    <a:pt x="12552" y="525"/>
                  </a:lnTo>
                  <a:lnTo>
                    <a:pt x="12674" y="404"/>
                  </a:lnTo>
                  <a:lnTo>
                    <a:pt x="12795" y="323"/>
                  </a:lnTo>
                  <a:lnTo>
                    <a:pt x="12916" y="242"/>
                  </a:lnTo>
                  <a:lnTo>
                    <a:pt x="13077" y="182"/>
                  </a:lnTo>
                  <a:lnTo>
                    <a:pt x="13218" y="121"/>
                  </a:lnTo>
                  <a:lnTo>
                    <a:pt x="13461" y="81"/>
                  </a:lnTo>
                  <a:close/>
                  <a:moveTo>
                    <a:pt x="13541" y="0"/>
                  </a:moveTo>
                  <a:lnTo>
                    <a:pt x="13380" y="20"/>
                  </a:lnTo>
                  <a:lnTo>
                    <a:pt x="13218" y="41"/>
                  </a:lnTo>
                  <a:lnTo>
                    <a:pt x="13037" y="101"/>
                  </a:lnTo>
                  <a:lnTo>
                    <a:pt x="12896" y="162"/>
                  </a:lnTo>
                  <a:lnTo>
                    <a:pt x="12754" y="242"/>
                  </a:lnTo>
                  <a:lnTo>
                    <a:pt x="12613" y="343"/>
                  </a:lnTo>
                  <a:lnTo>
                    <a:pt x="12492" y="464"/>
                  </a:lnTo>
                  <a:lnTo>
                    <a:pt x="12391" y="565"/>
                  </a:lnTo>
                  <a:lnTo>
                    <a:pt x="12189" y="848"/>
                  </a:lnTo>
                  <a:lnTo>
                    <a:pt x="12028" y="1130"/>
                  </a:lnTo>
                  <a:lnTo>
                    <a:pt x="11907" y="1433"/>
                  </a:lnTo>
                  <a:lnTo>
                    <a:pt x="11806" y="1736"/>
                  </a:lnTo>
                  <a:lnTo>
                    <a:pt x="11705" y="2018"/>
                  </a:lnTo>
                  <a:lnTo>
                    <a:pt x="11604" y="2402"/>
                  </a:lnTo>
                  <a:lnTo>
                    <a:pt x="11523" y="2805"/>
                  </a:lnTo>
                  <a:lnTo>
                    <a:pt x="11382" y="3592"/>
                  </a:lnTo>
                  <a:lnTo>
                    <a:pt x="11261" y="4399"/>
                  </a:lnTo>
                  <a:lnTo>
                    <a:pt x="11160" y="5187"/>
                  </a:lnTo>
                  <a:lnTo>
                    <a:pt x="10958" y="6539"/>
                  </a:lnTo>
                  <a:lnTo>
                    <a:pt x="10857" y="7225"/>
                  </a:lnTo>
                  <a:lnTo>
                    <a:pt x="10716" y="7870"/>
                  </a:lnTo>
                  <a:lnTo>
                    <a:pt x="10534" y="8536"/>
                  </a:lnTo>
                  <a:lnTo>
                    <a:pt x="10434" y="8859"/>
                  </a:lnTo>
                  <a:lnTo>
                    <a:pt x="10313" y="9162"/>
                  </a:lnTo>
                  <a:lnTo>
                    <a:pt x="10191" y="9485"/>
                  </a:lnTo>
                  <a:lnTo>
                    <a:pt x="10050" y="9788"/>
                  </a:lnTo>
                  <a:lnTo>
                    <a:pt x="9889" y="10090"/>
                  </a:lnTo>
                  <a:lnTo>
                    <a:pt x="9707" y="10373"/>
                  </a:lnTo>
                  <a:lnTo>
                    <a:pt x="9465" y="10736"/>
                  </a:lnTo>
                  <a:lnTo>
                    <a:pt x="9223" y="11059"/>
                  </a:lnTo>
                  <a:lnTo>
                    <a:pt x="8940" y="11382"/>
                  </a:lnTo>
                  <a:lnTo>
                    <a:pt x="8658" y="11664"/>
                  </a:lnTo>
                  <a:lnTo>
                    <a:pt x="8375" y="11947"/>
                  </a:lnTo>
                  <a:lnTo>
                    <a:pt x="8093" y="12209"/>
                  </a:lnTo>
                  <a:lnTo>
                    <a:pt x="7568" y="12653"/>
                  </a:lnTo>
                  <a:lnTo>
                    <a:pt x="6801" y="13259"/>
                  </a:lnTo>
                  <a:lnTo>
                    <a:pt x="6034" y="13824"/>
                  </a:lnTo>
                  <a:lnTo>
                    <a:pt x="5247" y="14368"/>
                  </a:lnTo>
                  <a:lnTo>
                    <a:pt x="4480" y="14913"/>
                  </a:lnTo>
                  <a:lnTo>
                    <a:pt x="3714" y="15438"/>
                  </a:lnTo>
                  <a:lnTo>
                    <a:pt x="2927" y="15983"/>
                  </a:lnTo>
                  <a:lnTo>
                    <a:pt x="2180" y="16528"/>
                  </a:lnTo>
                  <a:lnTo>
                    <a:pt x="1433" y="17113"/>
                  </a:lnTo>
                  <a:lnTo>
                    <a:pt x="1131" y="17375"/>
                  </a:lnTo>
                  <a:lnTo>
                    <a:pt x="808" y="17658"/>
                  </a:lnTo>
                  <a:lnTo>
                    <a:pt x="505" y="17981"/>
                  </a:lnTo>
                  <a:lnTo>
                    <a:pt x="384" y="18142"/>
                  </a:lnTo>
                  <a:lnTo>
                    <a:pt x="243" y="18324"/>
                  </a:lnTo>
                  <a:lnTo>
                    <a:pt x="142" y="18526"/>
                  </a:lnTo>
                  <a:lnTo>
                    <a:pt x="81" y="18667"/>
                  </a:lnTo>
                  <a:lnTo>
                    <a:pt x="21" y="18808"/>
                  </a:lnTo>
                  <a:lnTo>
                    <a:pt x="1" y="18949"/>
                  </a:lnTo>
                  <a:lnTo>
                    <a:pt x="1" y="19111"/>
                  </a:lnTo>
                  <a:lnTo>
                    <a:pt x="21" y="19272"/>
                  </a:lnTo>
                  <a:lnTo>
                    <a:pt x="101" y="19434"/>
                  </a:lnTo>
                  <a:lnTo>
                    <a:pt x="162" y="19514"/>
                  </a:lnTo>
                  <a:lnTo>
                    <a:pt x="243" y="19575"/>
                  </a:lnTo>
                  <a:lnTo>
                    <a:pt x="323" y="19635"/>
                  </a:lnTo>
                  <a:lnTo>
                    <a:pt x="424" y="19676"/>
                  </a:lnTo>
                  <a:lnTo>
                    <a:pt x="626" y="19736"/>
                  </a:lnTo>
                  <a:lnTo>
                    <a:pt x="828" y="19757"/>
                  </a:lnTo>
                  <a:lnTo>
                    <a:pt x="1050" y="19736"/>
                  </a:lnTo>
                  <a:lnTo>
                    <a:pt x="1292" y="19676"/>
                  </a:lnTo>
                  <a:lnTo>
                    <a:pt x="1514" y="19595"/>
                  </a:lnTo>
                  <a:lnTo>
                    <a:pt x="1736" y="19494"/>
                  </a:lnTo>
                  <a:lnTo>
                    <a:pt x="1938" y="19353"/>
                  </a:lnTo>
                  <a:lnTo>
                    <a:pt x="2140" y="19212"/>
                  </a:lnTo>
                  <a:lnTo>
                    <a:pt x="2341" y="19050"/>
                  </a:lnTo>
                  <a:lnTo>
                    <a:pt x="2705" y="18727"/>
                  </a:lnTo>
                  <a:lnTo>
                    <a:pt x="3411" y="18061"/>
                  </a:lnTo>
                  <a:lnTo>
                    <a:pt x="4077" y="17395"/>
                  </a:lnTo>
                  <a:lnTo>
                    <a:pt x="5167" y="16326"/>
                  </a:lnTo>
                  <a:lnTo>
                    <a:pt x="5732" y="15821"/>
                  </a:lnTo>
                  <a:lnTo>
                    <a:pt x="6297" y="15297"/>
                  </a:lnTo>
                  <a:lnTo>
                    <a:pt x="6862" y="14812"/>
                  </a:lnTo>
                  <a:lnTo>
                    <a:pt x="7467" y="14348"/>
                  </a:lnTo>
                  <a:lnTo>
                    <a:pt x="8093" y="13904"/>
                  </a:lnTo>
                  <a:lnTo>
                    <a:pt x="8718" y="13501"/>
                  </a:lnTo>
                  <a:lnTo>
                    <a:pt x="9162" y="13238"/>
                  </a:lnTo>
                  <a:lnTo>
                    <a:pt x="9626" y="12996"/>
                  </a:lnTo>
                  <a:lnTo>
                    <a:pt x="10555" y="12532"/>
                  </a:lnTo>
                  <a:lnTo>
                    <a:pt x="11584" y="12007"/>
                  </a:lnTo>
                  <a:lnTo>
                    <a:pt x="12088" y="11725"/>
                  </a:lnTo>
                  <a:lnTo>
                    <a:pt x="12573" y="11442"/>
                  </a:lnTo>
                  <a:lnTo>
                    <a:pt x="13057" y="11119"/>
                  </a:lnTo>
                  <a:lnTo>
                    <a:pt x="13521" y="10776"/>
                  </a:lnTo>
                  <a:lnTo>
                    <a:pt x="13743" y="10575"/>
                  </a:lnTo>
                  <a:lnTo>
                    <a:pt x="13945" y="10393"/>
                  </a:lnTo>
                  <a:lnTo>
                    <a:pt x="14147" y="10171"/>
                  </a:lnTo>
                  <a:lnTo>
                    <a:pt x="14328" y="9969"/>
                  </a:lnTo>
                  <a:lnTo>
                    <a:pt x="14550" y="9687"/>
                  </a:lnTo>
                  <a:lnTo>
                    <a:pt x="14752" y="9404"/>
                  </a:lnTo>
                  <a:lnTo>
                    <a:pt x="14934" y="9122"/>
                  </a:lnTo>
                  <a:lnTo>
                    <a:pt x="15115" y="8799"/>
                  </a:lnTo>
                  <a:lnTo>
                    <a:pt x="15277" y="8476"/>
                  </a:lnTo>
                  <a:lnTo>
                    <a:pt x="15418" y="8133"/>
                  </a:lnTo>
                  <a:lnTo>
                    <a:pt x="15559" y="7790"/>
                  </a:lnTo>
                  <a:lnTo>
                    <a:pt x="15660" y="7406"/>
                  </a:lnTo>
                  <a:lnTo>
                    <a:pt x="15761" y="7023"/>
                  </a:lnTo>
                  <a:lnTo>
                    <a:pt x="15862" y="6619"/>
                  </a:lnTo>
                  <a:lnTo>
                    <a:pt x="15943" y="6196"/>
                  </a:lnTo>
                  <a:lnTo>
                    <a:pt x="16003" y="5752"/>
                  </a:lnTo>
                  <a:lnTo>
                    <a:pt x="16044" y="5287"/>
                  </a:lnTo>
                  <a:lnTo>
                    <a:pt x="16084" y="4823"/>
                  </a:lnTo>
                  <a:lnTo>
                    <a:pt x="16104" y="4319"/>
                  </a:lnTo>
                  <a:lnTo>
                    <a:pt x="16124" y="3814"/>
                  </a:lnTo>
                  <a:lnTo>
                    <a:pt x="16124" y="3431"/>
                  </a:lnTo>
                  <a:lnTo>
                    <a:pt x="16104" y="3068"/>
                  </a:lnTo>
                  <a:lnTo>
                    <a:pt x="16084" y="2684"/>
                  </a:lnTo>
                  <a:lnTo>
                    <a:pt x="16023" y="2321"/>
                  </a:lnTo>
                  <a:lnTo>
                    <a:pt x="15943" y="1958"/>
                  </a:lnTo>
                  <a:lnTo>
                    <a:pt x="15842" y="1615"/>
                  </a:lnTo>
                  <a:lnTo>
                    <a:pt x="15701" y="1292"/>
                  </a:lnTo>
                  <a:lnTo>
                    <a:pt x="15519" y="969"/>
                  </a:lnTo>
                  <a:lnTo>
                    <a:pt x="15418" y="828"/>
                  </a:lnTo>
                  <a:lnTo>
                    <a:pt x="15297" y="707"/>
                  </a:lnTo>
                  <a:lnTo>
                    <a:pt x="15196" y="585"/>
                  </a:lnTo>
                  <a:lnTo>
                    <a:pt x="15055" y="485"/>
                  </a:lnTo>
                  <a:lnTo>
                    <a:pt x="14934" y="384"/>
                  </a:lnTo>
                  <a:lnTo>
                    <a:pt x="14792" y="303"/>
                  </a:lnTo>
                  <a:lnTo>
                    <a:pt x="14490" y="142"/>
                  </a:lnTo>
                  <a:lnTo>
                    <a:pt x="14187" y="61"/>
                  </a:lnTo>
                  <a:lnTo>
                    <a:pt x="14026" y="20"/>
                  </a:lnTo>
                  <a:lnTo>
                    <a:pt x="13864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13" name="Google Shape;1313;p16"/>
            <p:cNvSpPr/>
            <p:nvPr/>
          </p:nvSpPr>
          <p:spPr>
            <a:xfrm flipH="1" rot="7510477">
              <a:off x="5013466" y="4329445"/>
              <a:ext cx="130939" cy="390468"/>
            </a:xfrm>
            <a:custGeom>
              <a:rect b="b" l="l" r="r" t="t"/>
              <a:pathLst>
                <a:path extrusionOk="0" h="6984" w="2342">
                  <a:moveTo>
                    <a:pt x="1494" y="82"/>
                  </a:moveTo>
                  <a:lnTo>
                    <a:pt x="1615" y="122"/>
                  </a:lnTo>
                  <a:lnTo>
                    <a:pt x="1716" y="162"/>
                  </a:lnTo>
                  <a:lnTo>
                    <a:pt x="1817" y="223"/>
                  </a:lnTo>
                  <a:lnTo>
                    <a:pt x="1897" y="304"/>
                  </a:lnTo>
                  <a:lnTo>
                    <a:pt x="1978" y="404"/>
                  </a:lnTo>
                  <a:lnTo>
                    <a:pt x="2039" y="485"/>
                  </a:lnTo>
                  <a:lnTo>
                    <a:pt x="2099" y="586"/>
                  </a:lnTo>
                  <a:lnTo>
                    <a:pt x="2160" y="707"/>
                  </a:lnTo>
                  <a:lnTo>
                    <a:pt x="2200" y="828"/>
                  </a:lnTo>
                  <a:lnTo>
                    <a:pt x="2240" y="1070"/>
                  </a:lnTo>
                  <a:lnTo>
                    <a:pt x="2261" y="1333"/>
                  </a:lnTo>
                  <a:lnTo>
                    <a:pt x="2261" y="1595"/>
                  </a:lnTo>
                  <a:lnTo>
                    <a:pt x="2240" y="2281"/>
                  </a:lnTo>
                  <a:lnTo>
                    <a:pt x="2180" y="2967"/>
                  </a:lnTo>
                  <a:lnTo>
                    <a:pt x="2059" y="3694"/>
                  </a:lnTo>
                  <a:lnTo>
                    <a:pt x="1897" y="4521"/>
                  </a:lnTo>
                  <a:lnTo>
                    <a:pt x="1837" y="4763"/>
                  </a:lnTo>
                  <a:lnTo>
                    <a:pt x="1776" y="5026"/>
                  </a:lnTo>
                  <a:lnTo>
                    <a:pt x="1675" y="5308"/>
                  </a:lnTo>
                  <a:lnTo>
                    <a:pt x="1554" y="5591"/>
                  </a:lnTo>
                  <a:lnTo>
                    <a:pt x="1413" y="5893"/>
                  </a:lnTo>
                  <a:lnTo>
                    <a:pt x="1231" y="6176"/>
                  </a:lnTo>
                  <a:lnTo>
                    <a:pt x="1030" y="6459"/>
                  </a:lnTo>
                  <a:lnTo>
                    <a:pt x="808" y="6741"/>
                  </a:lnTo>
                  <a:lnTo>
                    <a:pt x="707" y="6822"/>
                  </a:lnTo>
                  <a:lnTo>
                    <a:pt x="626" y="6862"/>
                  </a:lnTo>
                  <a:lnTo>
                    <a:pt x="566" y="6902"/>
                  </a:lnTo>
                  <a:lnTo>
                    <a:pt x="485" y="6882"/>
                  </a:lnTo>
                  <a:lnTo>
                    <a:pt x="444" y="6862"/>
                  </a:lnTo>
                  <a:lnTo>
                    <a:pt x="384" y="6822"/>
                  </a:lnTo>
                  <a:lnTo>
                    <a:pt x="303" y="6701"/>
                  </a:lnTo>
                  <a:lnTo>
                    <a:pt x="243" y="6539"/>
                  </a:lnTo>
                  <a:lnTo>
                    <a:pt x="182" y="6317"/>
                  </a:lnTo>
                  <a:lnTo>
                    <a:pt x="142" y="6055"/>
                  </a:lnTo>
                  <a:lnTo>
                    <a:pt x="101" y="5752"/>
                  </a:lnTo>
                  <a:lnTo>
                    <a:pt x="81" y="5086"/>
                  </a:lnTo>
                  <a:lnTo>
                    <a:pt x="81" y="4602"/>
                  </a:lnTo>
                  <a:lnTo>
                    <a:pt x="81" y="4097"/>
                  </a:lnTo>
                  <a:lnTo>
                    <a:pt x="101" y="3976"/>
                  </a:lnTo>
                  <a:lnTo>
                    <a:pt x="122" y="3310"/>
                  </a:lnTo>
                  <a:lnTo>
                    <a:pt x="162" y="2685"/>
                  </a:lnTo>
                  <a:lnTo>
                    <a:pt x="222" y="2100"/>
                  </a:lnTo>
                  <a:lnTo>
                    <a:pt x="283" y="1535"/>
                  </a:lnTo>
                  <a:lnTo>
                    <a:pt x="323" y="1353"/>
                  </a:lnTo>
                  <a:lnTo>
                    <a:pt x="384" y="1131"/>
                  </a:lnTo>
                  <a:lnTo>
                    <a:pt x="444" y="909"/>
                  </a:lnTo>
                  <a:lnTo>
                    <a:pt x="545" y="667"/>
                  </a:lnTo>
                  <a:lnTo>
                    <a:pt x="687" y="465"/>
                  </a:lnTo>
                  <a:lnTo>
                    <a:pt x="767" y="364"/>
                  </a:lnTo>
                  <a:lnTo>
                    <a:pt x="848" y="263"/>
                  </a:lnTo>
                  <a:lnTo>
                    <a:pt x="949" y="203"/>
                  </a:lnTo>
                  <a:lnTo>
                    <a:pt x="1070" y="142"/>
                  </a:lnTo>
                  <a:lnTo>
                    <a:pt x="1191" y="102"/>
                  </a:lnTo>
                  <a:lnTo>
                    <a:pt x="1312" y="82"/>
                  </a:lnTo>
                  <a:close/>
                  <a:moveTo>
                    <a:pt x="1312" y="1"/>
                  </a:moveTo>
                  <a:lnTo>
                    <a:pt x="1171" y="21"/>
                  </a:lnTo>
                  <a:lnTo>
                    <a:pt x="1030" y="61"/>
                  </a:lnTo>
                  <a:lnTo>
                    <a:pt x="868" y="162"/>
                  </a:lnTo>
                  <a:lnTo>
                    <a:pt x="707" y="304"/>
                  </a:lnTo>
                  <a:lnTo>
                    <a:pt x="566" y="485"/>
                  </a:lnTo>
                  <a:lnTo>
                    <a:pt x="485" y="606"/>
                  </a:lnTo>
                  <a:lnTo>
                    <a:pt x="424" y="748"/>
                  </a:lnTo>
                  <a:lnTo>
                    <a:pt x="364" y="909"/>
                  </a:lnTo>
                  <a:lnTo>
                    <a:pt x="303" y="1091"/>
                  </a:lnTo>
                  <a:lnTo>
                    <a:pt x="263" y="1292"/>
                  </a:lnTo>
                  <a:lnTo>
                    <a:pt x="222" y="1514"/>
                  </a:lnTo>
                  <a:lnTo>
                    <a:pt x="142" y="2079"/>
                  </a:lnTo>
                  <a:lnTo>
                    <a:pt x="81" y="2685"/>
                  </a:lnTo>
                  <a:lnTo>
                    <a:pt x="41" y="3310"/>
                  </a:lnTo>
                  <a:lnTo>
                    <a:pt x="21" y="3976"/>
                  </a:lnTo>
                  <a:lnTo>
                    <a:pt x="1" y="4097"/>
                  </a:lnTo>
                  <a:lnTo>
                    <a:pt x="1" y="4602"/>
                  </a:lnTo>
                  <a:lnTo>
                    <a:pt x="1" y="5106"/>
                  </a:lnTo>
                  <a:lnTo>
                    <a:pt x="21" y="5752"/>
                  </a:lnTo>
                  <a:lnTo>
                    <a:pt x="61" y="6055"/>
                  </a:lnTo>
                  <a:lnTo>
                    <a:pt x="101" y="6337"/>
                  </a:lnTo>
                  <a:lnTo>
                    <a:pt x="142" y="6499"/>
                  </a:lnTo>
                  <a:lnTo>
                    <a:pt x="202" y="6680"/>
                  </a:lnTo>
                  <a:lnTo>
                    <a:pt x="263" y="6781"/>
                  </a:lnTo>
                  <a:lnTo>
                    <a:pt x="303" y="6862"/>
                  </a:lnTo>
                  <a:lnTo>
                    <a:pt x="384" y="6923"/>
                  </a:lnTo>
                  <a:lnTo>
                    <a:pt x="465" y="6963"/>
                  </a:lnTo>
                  <a:lnTo>
                    <a:pt x="525" y="6983"/>
                  </a:lnTo>
                  <a:lnTo>
                    <a:pt x="606" y="6963"/>
                  </a:lnTo>
                  <a:lnTo>
                    <a:pt x="687" y="6923"/>
                  </a:lnTo>
                  <a:lnTo>
                    <a:pt x="767" y="6882"/>
                  </a:lnTo>
                  <a:lnTo>
                    <a:pt x="868" y="6802"/>
                  </a:lnTo>
                  <a:lnTo>
                    <a:pt x="1090" y="6519"/>
                  </a:lnTo>
                  <a:lnTo>
                    <a:pt x="1292" y="6237"/>
                  </a:lnTo>
                  <a:lnTo>
                    <a:pt x="1474" y="5934"/>
                  </a:lnTo>
                  <a:lnTo>
                    <a:pt x="1615" y="5631"/>
                  </a:lnTo>
                  <a:lnTo>
                    <a:pt x="1736" y="5349"/>
                  </a:lnTo>
                  <a:lnTo>
                    <a:pt x="1837" y="5046"/>
                  </a:lnTo>
                  <a:lnTo>
                    <a:pt x="1918" y="4784"/>
                  </a:lnTo>
                  <a:lnTo>
                    <a:pt x="1978" y="4521"/>
                  </a:lnTo>
                  <a:lnTo>
                    <a:pt x="2140" y="3714"/>
                  </a:lnTo>
                  <a:lnTo>
                    <a:pt x="2261" y="2967"/>
                  </a:lnTo>
                  <a:lnTo>
                    <a:pt x="2321" y="2281"/>
                  </a:lnTo>
                  <a:lnTo>
                    <a:pt x="2341" y="1595"/>
                  </a:lnTo>
                  <a:lnTo>
                    <a:pt x="2341" y="1333"/>
                  </a:lnTo>
                  <a:lnTo>
                    <a:pt x="2321" y="1050"/>
                  </a:lnTo>
                  <a:lnTo>
                    <a:pt x="2261" y="788"/>
                  </a:lnTo>
                  <a:lnTo>
                    <a:pt x="2220" y="667"/>
                  </a:lnTo>
                  <a:lnTo>
                    <a:pt x="2180" y="546"/>
                  </a:lnTo>
                  <a:lnTo>
                    <a:pt x="2119" y="445"/>
                  </a:lnTo>
                  <a:lnTo>
                    <a:pt x="2039" y="324"/>
                  </a:lnTo>
                  <a:lnTo>
                    <a:pt x="1938" y="243"/>
                  </a:lnTo>
                  <a:lnTo>
                    <a:pt x="1837" y="142"/>
                  </a:lnTo>
                  <a:lnTo>
                    <a:pt x="1716" y="82"/>
                  </a:lnTo>
                  <a:lnTo>
                    <a:pt x="1595" y="21"/>
                  </a:lnTo>
                  <a:lnTo>
                    <a:pt x="1453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14" name="Google Shape;1314;p16"/>
            <p:cNvSpPr/>
            <p:nvPr/>
          </p:nvSpPr>
          <p:spPr>
            <a:xfrm flipH="1" rot="7510477">
              <a:off x="5095056" y="4516892"/>
              <a:ext cx="4585" cy="55350"/>
            </a:xfrm>
            <a:custGeom>
              <a:rect b="b" l="l" r="r" t="t"/>
              <a:pathLst>
                <a:path extrusionOk="0" h="990" w="82">
                  <a:moveTo>
                    <a:pt x="1" y="0"/>
                  </a:moveTo>
                  <a:lnTo>
                    <a:pt x="1" y="989"/>
                  </a:lnTo>
                  <a:lnTo>
                    <a:pt x="81" y="989"/>
                  </a:lnTo>
                  <a:lnTo>
                    <a:pt x="81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15" name="Google Shape;1315;p16"/>
            <p:cNvSpPr/>
            <p:nvPr/>
          </p:nvSpPr>
          <p:spPr>
            <a:xfrm flipH="1" rot="7510477">
              <a:off x="5070454" y="4542140"/>
              <a:ext cx="55350" cy="4585"/>
            </a:xfrm>
            <a:custGeom>
              <a:rect b="b" l="l" r="r" t="t"/>
              <a:pathLst>
                <a:path extrusionOk="0" h="82" w="990">
                  <a:moveTo>
                    <a:pt x="1" y="0"/>
                  </a:moveTo>
                  <a:lnTo>
                    <a:pt x="1" y="81"/>
                  </a:lnTo>
                  <a:lnTo>
                    <a:pt x="990" y="81"/>
                  </a:lnTo>
                  <a:lnTo>
                    <a:pt x="990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316" name="Google Shape;1316;p16"/>
          <p:cNvSpPr/>
          <p:nvPr/>
        </p:nvSpPr>
        <p:spPr>
          <a:xfrm>
            <a:off x="8433200" y="3849629"/>
            <a:ext cx="597600" cy="597600"/>
          </a:xfrm>
          <a:prstGeom prst="ellipse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17" name="Google Shape;1317;p16"/>
          <p:cNvSpPr/>
          <p:nvPr/>
        </p:nvSpPr>
        <p:spPr>
          <a:xfrm rot="5400000">
            <a:off x="8431434" y="4454735"/>
            <a:ext cx="597600" cy="597600"/>
          </a:xfrm>
          <a:prstGeom prst="rtTriangle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18" name="Google Shape;1318;p16"/>
          <p:cNvSpPr/>
          <p:nvPr/>
        </p:nvSpPr>
        <p:spPr>
          <a:xfrm>
            <a:off x="144856" y="139885"/>
            <a:ext cx="457237" cy="429412"/>
          </a:xfrm>
          <a:custGeom>
            <a:rect b="b" l="l" r="r" t="t"/>
            <a:pathLst>
              <a:path extrusionOk="0" h="92099" w="98067">
                <a:moveTo>
                  <a:pt x="49019" y="0"/>
                </a:moveTo>
                <a:lnTo>
                  <a:pt x="48824" y="1171"/>
                </a:lnTo>
                <a:lnTo>
                  <a:pt x="48629" y="2064"/>
                </a:lnTo>
                <a:lnTo>
                  <a:pt x="48378" y="3151"/>
                </a:lnTo>
                <a:lnTo>
                  <a:pt x="48071" y="4434"/>
                </a:lnTo>
                <a:lnTo>
                  <a:pt x="47709" y="5884"/>
                </a:lnTo>
                <a:lnTo>
                  <a:pt x="47263" y="7501"/>
                </a:lnTo>
                <a:lnTo>
                  <a:pt x="46733" y="9230"/>
                </a:lnTo>
                <a:lnTo>
                  <a:pt x="46119" y="11070"/>
                </a:lnTo>
                <a:lnTo>
                  <a:pt x="45422" y="13050"/>
                </a:lnTo>
                <a:lnTo>
                  <a:pt x="44641" y="15085"/>
                </a:lnTo>
                <a:lnTo>
                  <a:pt x="43777" y="17177"/>
                </a:lnTo>
                <a:lnTo>
                  <a:pt x="43303" y="18264"/>
                </a:lnTo>
                <a:lnTo>
                  <a:pt x="42801" y="19351"/>
                </a:lnTo>
                <a:lnTo>
                  <a:pt x="42271" y="20439"/>
                </a:lnTo>
                <a:lnTo>
                  <a:pt x="41742" y="21554"/>
                </a:lnTo>
                <a:lnTo>
                  <a:pt x="41156" y="22670"/>
                </a:lnTo>
                <a:lnTo>
                  <a:pt x="40543" y="23785"/>
                </a:lnTo>
                <a:lnTo>
                  <a:pt x="39929" y="24900"/>
                </a:lnTo>
                <a:lnTo>
                  <a:pt x="39260" y="25988"/>
                </a:lnTo>
                <a:lnTo>
                  <a:pt x="38563" y="27103"/>
                </a:lnTo>
                <a:lnTo>
                  <a:pt x="37838" y="28218"/>
                </a:lnTo>
                <a:lnTo>
                  <a:pt x="37113" y="29306"/>
                </a:lnTo>
                <a:lnTo>
                  <a:pt x="36332" y="30421"/>
                </a:lnTo>
                <a:lnTo>
                  <a:pt x="35524" y="31481"/>
                </a:lnTo>
                <a:lnTo>
                  <a:pt x="34687" y="32568"/>
                </a:lnTo>
                <a:lnTo>
                  <a:pt x="33795" y="33600"/>
                </a:lnTo>
                <a:lnTo>
                  <a:pt x="32903" y="34659"/>
                </a:lnTo>
                <a:lnTo>
                  <a:pt x="31954" y="35663"/>
                </a:lnTo>
                <a:lnTo>
                  <a:pt x="30979" y="36667"/>
                </a:lnTo>
                <a:lnTo>
                  <a:pt x="29975" y="37643"/>
                </a:lnTo>
                <a:lnTo>
                  <a:pt x="28943" y="38591"/>
                </a:lnTo>
                <a:lnTo>
                  <a:pt x="27856" y="39511"/>
                </a:lnTo>
                <a:lnTo>
                  <a:pt x="26740" y="40403"/>
                </a:lnTo>
                <a:lnTo>
                  <a:pt x="25597" y="41268"/>
                </a:lnTo>
                <a:lnTo>
                  <a:pt x="24426" y="42104"/>
                </a:lnTo>
                <a:lnTo>
                  <a:pt x="23199" y="42885"/>
                </a:lnTo>
                <a:lnTo>
                  <a:pt x="21944" y="43638"/>
                </a:lnTo>
                <a:lnTo>
                  <a:pt x="20634" y="44363"/>
                </a:lnTo>
                <a:lnTo>
                  <a:pt x="19295" y="45060"/>
                </a:lnTo>
                <a:lnTo>
                  <a:pt x="17929" y="45673"/>
                </a:lnTo>
                <a:lnTo>
                  <a:pt x="16507" y="46287"/>
                </a:lnTo>
                <a:lnTo>
                  <a:pt x="15057" y="46816"/>
                </a:lnTo>
                <a:lnTo>
                  <a:pt x="13551" y="47318"/>
                </a:lnTo>
                <a:lnTo>
                  <a:pt x="12018" y="47765"/>
                </a:lnTo>
                <a:lnTo>
                  <a:pt x="10428" y="48155"/>
                </a:lnTo>
                <a:lnTo>
                  <a:pt x="8811" y="48489"/>
                </a:lnTo>
                <a:lnTo>
                  <a:pt x="7138" y="48768"/>
                </a:lnTo>
                <a:lnTo>
                  <a:pt x="5409" y="48991"/>
                </a:lnTo>
                <a:lnTo>
                  <a:pt x="3653" y="49159"/>
                </a:lnTo>
                <a:lnTo>
                  <a:pt x="1868" y="49242"/>
                </a:lnTo>
                <a:lnTo>
                  <a:pt x="948" y="49270"/>
                </a:lnTo>
                <a:lnTo>
                  <a:pt x="0" y="49298"/>
                </a:lnTo>
                <a:lnTo>
                  <a:pt x="474" y="49438"/>
                </a:lnTo>
                <a:lnTo>
                  <a:pt x="1840" y="49856"/>
                </a:lnTo>
                <a:lnTo>
                  <a:pt x="3959" y="50581"/>
                </a:lnTo>
                <a:lnTo>
                  <a:pt x="5270" y="51055"/>
                </a:lnTo>
                <a:lnTo>
                  <a:pt x="6720" y="51585"/>
                </a:lnTo>
                <a:lnTo>
                  <a:pt x="8309" y="52226"/>
                </a:lnTo>
                <a:lnTo>
                  <a:pt x="10010" y="52951"/>
                </a:lnTo>
                <a:lnTo>
                  <a:pt x="11823" y="53732"/>
                </a:lnTo>
                <a:lnTo>
                  <a:pt x="13719" y="54624"/>
                </a:lnTo>
                <a:lnTo>
                  <a:pt x="15698" y="55600"/>
                </a:lnTo>
                <a:lnTo>
                  <a:pt x="17762" y="56631"/>
                </a:lnTo>
                <a:lnTo>
                  <a:pt x="19853" y="57775"/>
                </a:lnTo>
                <a:lnTo>
                  <a:pt x="21972" y="59001"/>
                </a:lnTo>
                <a:lnTo>
                  <a:pt x="23032" y="59671"/>
                </a:lnTo>
                <a:lnTo>
                  <a:pt x="24119" y="60340"/>
                </a:lnTo>
                <a:lnTo>
                  <a:pt x="25179" y="61037"/>
                </a:lnTo>
                <a:lnTo>
                  <a:pt x="26266" y="61762"/>
                </a:lnTo>
                <a:lnTo>
                  <a:pt x="27354" y="62487"/>
                </a:lnTo>
                <a:lnTo>
                  <a:pt x="28413" y="63268"/>
                </a:lnTo>
                <a:lnTo>
                  <a:pt x="29473" y="64048"/>
                </a:lnTo>
                <a:lnTo>
                  <a:pt x="30532" y="64857"/>
                </a:lnTo>
                <a:lnTo>
                  <a:pt x="31592" y="65693"/>
                </a:lnTo>
                <a:lnTo>
                  <a:pt x="32624" y="66558"/>
                </a:lnTo>
                <a:lnTo>
                  <a:pt x="33627" y="67450"/>
                </a:lnTo>
                <a:lnTo>
                  <a:pt x="34659" y="68370"/>
                </a:lnTo>
                <a:lnTo>
                  <a:pt x="35635" y="69290"/>
                </a:lnTo>
                <a:lnTo>
                  <a:pt x="36611" y="70266"/>
                </a:lnTo>
                <a:lnTo>
                  <a:pt x="37559" y="71242"/>
                </a:lnTo>
                <a:lnTo>
                  <a:pt x="38507" y="72274"/>
                </a:lnTo>
                <a:lnTo>
                  <a:pt x="39399" y="73306"/>
                </a:lnTo>
                <a:lnTo>
                  <a:pt x="40292" y="74365"/>
                </a:lnTo>
                <a:lnTo>
                  <a:pt x="41156" y="75453"/>
                </a:lnTo>
                <a:lnTo>
                  <a:pt x="41993" y="76568"/>
                </a:lnTo>
                <a:lnTo>
                  <a:pt x="42773" y="77711"/>
                </a:lnTo>
                <a:lnTo>
                  <a:pt x="43554" y="78882"/>
                </a:lnTo>
                <a:lnTo>
                  <a:pt x="44279" y="80081"/>
                </a:lnTo>
                <a:lnTo>
                  <a:pt x="44976" y="81308"/>
                </a:lnTo>
                <a:lnTo>
                  <a:pt x="45617" y="82563"/>
                </a:lnTo>
                <a:lnTo>
                  <a:pt x="46259" y="83846"/>
                </a:lnTo>
                <a:lnTo>
                  <a:pt x="46816" y="85156"/>
                </a:lnTo>
                <a:lnTo>
                  <a:pt x="47374" y="86494"/>
                </a:lnTo>
                <a:lnTo>
                  <a:pt x="47848" y="87833"/>
                </a:lnTo>
                <a:lnTo>
                  <a:pt x="48294" y="89227"/>
                </a:lnTo>
                <a:lnTo>
                  <a:pt x="48685" y="90649"/>
                </a:lnTo>
                <a:lnTo>
                  <a:pt x="49019" y="92099"/>
                </a:lnTo>
                <a:lnTo>
                  <a:pt x="49382" y="90649"/>
                </a:lnTo>
                <a:lnTo>
                  <a:pt x="49772" y="89227"/>
                </a:lnTo>
                <a:lnTo>
                  <a:pt x="50218" y="87833"/>
                </a:lnTo>
                <a:lnTo>
                  <a:pt x="50692" y="86494"/>
                </a:lnTo>
                <a:lnTo>
                  <a:pt x="51250" y="85156"/>
                </a:lnTo>
                <a:lnTo>
                  <a:pt x="51808" y="83846"/>
                </a:lnTo>
                <a:lnTo>
                  <a:pt x="52421" y="82563"/>
                </a:lnTo>
                <a:lnTo>
                  <a:pt x="53090" y="81308"/>
                </a:lnTo>
                <a:lnTo>
                  <a:pt x="53787" y="80081"/>
                </a:lnTo>
                <a:lnTo>
                  <a:pt x="54512" y="78882"/>
                </a:lnTo>
                <a:lnTo>
                  <a:pt x="55293" y="77711"/>
                </a:lnTo>
                <a:lnTo>
                  <a:pt x="56074" y="76568"/>
                </a:lnTo>
                <a:lnTo>
                  <a:pt x="56910" y="75453"/>
                </a:lnTo>
                <a:lnTo>
                  <a:pt x="57775" y="74365"/>
                </a:lnTo>
                <a:lnTo>
                  <a:pt x="58639" y="73306"/>
                </a:lnTo>
                <a:lnTo>
                  <a:pt x="59559" y="72274"/>
                </a:lnTo>
                <a:lnTo>
                  <a:pt x="60479" y="71242"/>
                </a:lnTo>
                <a:lnTo>
                  <a:pt x="61455" y="70266"/>
                </a:lnTo>
                <a:lnTo>
                  <a:pt x="62431" y="69290"/>
                </a:lnTo>
                <a:lnTo>
                  <a:pt x="63407" y="68370"/>
                </a:lnTo>
                <a:lnTo>
                  <a:pt x="64411" y="67450"/>
                </a:lnTo>
                <a:lnTo>
                  <a:pt x="65443" y="66558"/>
                </a:lnTo>
                <a:lnTo>
                  <a:pt x="66474" y="65693"/>
                </a:lnTo>
                <a:lnTo>
                  <a:pt x="67534" y="64857"/>
                </a:lnTo>
                <a:lnTo>
                  <a:pt x="68593" y="64048"/>
                </a:lnTo>
                <a:lnTo>
                  <a:pt x="69653" y="63268"/>
                </a:lnTo>
                <a:lnTo>
                  <a:pt x="70713" y="62487"/>
                </a:lnTo>
                <a:lnTo>
                  <a:pt x="71800" y="61762"/>
                </a:lnTo>
                <a:lnTo>
                  <a:pt x="72860" y="61037"/>
                </a:lnTo>
                <a:lnTo>
                  <a:pt x="73947" y="60340"/>
                </a:lnTo>
                <a:lnTo>
                  <a:pt x="75034" y="59671"/>
                </a:lnTo>
                <a:lnTo>
                  <a:pt x="76094" y="59001"/>
                </a:lnTo>
                <a:lnTo>
                  <a:pt x="78213" y="57775"/>
                </a:lnTo>
                <a:lnTo>
                  <a:pt x="80304" y="56631"/>
                </a:lnTo>
                <a:lnTo>
                  <a:pt x="82368" y="55600"/>
                </a:lnTo>
                <a:lnTo>
                  <a:pt x="84348" y="54624"/>
                </a:lnTo>
                <a:lnTo>
                  <a:pt x="86244" y="53732"/>
                </a:lnTo>
                <a:lnTo>
                  <a:pt x="88056" y="52951"/>
                </a:lnTo>
                <a:lnTo>
                  <a:pt x="89757" y="52226"/>
                </a:lnTo>
                <a:lnTo>
                  <a:pt x="91346" y="51585"/>
                </a:lnTo>
                <a:lnTo>
                  <a:pt x="92796" y="51055"/>
                </a:lnTo>
                <a:lnTo>
                  <a:pt x="94107" y="50581"/>
                </a:lnTo>
                <a:lnTo>
                  <a:pt x="96226" y="49856"/>
                </a:lnTo>
                <a:lnTo>
                  <a:pt x="97592" y="49438"/>
                </a:lnTo>
                <a:lnTo>
                  <a:pt x="98066" y="49298"/>
                </a:lnTo>
                <a:lnTo>
                  <a:pt x="97118" y="49270"/>
                </a:lnTo>
                <a:lnTo>
                  <a:pt x="96198" y="49242"/>
                </a:lnTo>
                <a:lnTo>
                  <a:pt x="94413" y="49159"/>
                </a:lnTo>
                <a:lnTo>
                  <a:pt x="92657" y="48991"/>
                </a:lnTo>
                <a:lnTo>
                  <a:pt x="90928" y="48768"/>
                </a:lnTo>
                <a:lnTo>
                  <a:pt x="89255" y="48489"/>
                </a:lnTo>
                <a:lnTo>
                  <a:pt x="87638" y="48155"/>
                </a:lnTo>
                <a:lnTo>
                  <a:pt x="86048" y="47765"/>
                </a:lnTo>
                <a:lnTo>
                  <a:pt x="84515" y="47318"/>
                </a:lnTo>
                <a:lnTo>
                  <a:pt x="83009" y="46816"/>
                </a:lnTo>
                <a:lnTo>
                  <a:pt x="81559" y="46287"/>
                </a:lnTo>
                <a:lnTo>
                  <a:pt x="80137" y="45673"/>
                </a:lnTo>
                <a:lnTo>
                  <a:pt x="78771" y="45060"/>
                </a:lnTo>
                <a:lnTo>
                  <a:pt x="77432" y="44363"/>
                </a:lnTo>
                <a:lnTo>
                  <a:pt x="76122" y="43638"/>
                </a:lnTo>
                <a:lnTo>
                  <a:pt x="74867" y="42885"/>
                </a:lnTo>
                <a:lnTo>
                  <a:pt x="73640" y="42104"/>
                </a:lnTo>
                <a:lnTo>
                  <a:pt x="72469" y="41268"/>
                </a:lnTo>
                <a:lnTo>
                  <a:pt x="71298" y="40403"/>
                </a:lnTo>
                <a:lnTo>
                  <a:pt x="70211" y="39511"/>
                </a:lnTo>
                <a:lnTo>
                  <a:pt x="69123" y="38591"/>
                </a:lnTo>
                <a:lnTo>
                  <a:pt x="68091" y="37643"/>
                </a:lnTo>
                <a:lnTo>
                  <a:pt x="67088" y="36667"/>
                </a:lnTo>
                <a:lnTo>
                  <a:pt x="66112" y="35663"/>
                </a:lnTo>
                <a:lnTo>
                  <a:pt x="65164" y="34659"/>
                </a:lnTo>
                <a:lnTo>
                  <a:pt x="64271" y="33600"/>
                </a:lnTo>
                <a:lnTo>
                  <a:pt x="63379" y="32568"/>
                </a:lnTo>
                <a:lnTo>
                  <a:pt x="62543" y="31481"/>
                </a:lnTo>
                <a:lnTo>
                  <a:pt x="61734" y="30421"/>
                </a:lnTo>
                <a:lnTo>
                  <a:pt x="60953" y="29306"/>
                </a:lnTo>
                <a:lnTo>
                  <a:pt x="60200" y="28218"/>
                </a:lnTo>
                <a:lnTo>
                  <a:pt x="59503" y="27103"/>
                </a:lnTo>
                <a:lnTo>
                  <a:pt x="58806" y="25988"/>
                </a:lnTo>
                <a:lnTo>
                  <a:pt x="58137" y="24900"/>
                </a:lnTo>
                <a:lnTo>
                  <a:pt x="57524" y="23785"/>
                </a:lnTo>
                <a:lnTo>
                  <a:pt x="56910" y="22670"/>
                </a:lnTo>
                <a:lnTo>
                  <a:pt x="56325" y="21554"/>
                </a:lnTo>
                <a:lnTo>
                  <a:pt x="55795" y="20439"/>
                </a:lnTo>
                <a:lnTo>
                  <a:pt x="55265" y="19351"/>
                </a:lnTo>
                <a:lnTo>
                  <a:pt x="54763" y="18264"/>
                </a:lnTo>
                <a:lnTo>
                  <a:pt x="54289" y="17177"/>
                </a:lnTo>
                <a:lnTo>
                  <a:pt x="53425" y="15085"/>
                </a:lnTo>
                <a:lnTo>
                  <a:pt x="52644" y="13050"/>
                </a:lnTo>
                <a:lnTo>
                  <a:pt x="51947" y="11070"/>
                </a:lnTo>
                <a:lnTo>
                  <a:pt x="51334" y="9230"/>
                </a:lnTo>
                <a:lnTo>
                  <a:pt x="50804" y="7501"/>
                </a:lnTo>
                <a:lnTo>
                  <a:pt x="50358" y="5884"/>
                </a:lnTo>
                <a:lnTo>
                  <a:pt x="49995" y="4434"/>
                </a:lnTo>
                <a:lnTo>
                  <a:pt x="49688" y="3151"/>
                </a:lnTo>
                <a:lnTo>
                  <a:pt x="49437" y="2064"/>
                </a:lnTo>
                <a:lnTo>
                  <a:pt x="49242" y="1171"/>
                </a:lnTo>
                <a:lnTo>
                  <a:pt x="49019" y="0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19" name="Google Shape;1319;p16"/>
          <p:cNvSpPr/>
          <p:nvPr/>
        </p:nvSpPr>
        <p:spPr>
          <a:xfrm flipH="1">
            <a:off x="3451848" y="4425283"/>
            <a:ext cx="101584" cy="100466"/>
          </a:xfrm>
          <a:custGeom>
            <a:rect b="b" l="l" r="r" t="t"/>
            <a:pathLst>
              <a:path extrusionOk="0" h="1797" w="1817">
                <a:moveTo>
                  <a:pt x="909" y="1"/>
                </a:moveTo>
                <a:lnTo>
                  <a:pt x="727" y="21"/>
                </a:lnTo>
                <a:lnTo>
                  <a:pt x="566" y="61"/>
                </a:lnTo>
                <a:lnTo>
                  <a:pt x="404" y="142"/>
                </a:lnTo>
                <a:lnTo>
                  <a:pt x="283" y="263"/>
                </a:lnTo>
                <a:lnTo>
                  <a:pt x="162" y="384"/>
                </a:lnTo>
                <a:lnTo>
                  <a:pt x="81" y="546"/>
                </a:lnTo>
                <a:lnTo>
                  <a:pt x="21" y="707"/>
                </a:lnTo>
                <a:lnTo>
                  <a:pt x="1" y="889"/>
                </a:lnTo>
                <a:lnTo>
                  <a:pt x="21" y="1070"/>
                </a:lnTo>
                <a:lnTo>
                  <a:pt x="81" y="1252"/>
                </a:lnTo>
                <a:lnTo>
                  <a:pt x="162" y="1393"/>
                </a:lnTo>
                <a:lnTo>
                  <a:pt x="283" y="1534"/>
                </a:lnTo>
                <a:lnTo>
                  <a:pt x="404" y="1635"/>
                </a:lnTo>
                <a:lnTo>
                  <a:pt x="566" y="1716"/>
                </a:lnTo>
                <a:lnTo>
                  <a:pt x="727" y="1777"/>
                </a:lnTo>
                <a:lnTo>
                  <a:pt x="909" y="1797"/>
                </a:lnTo>
                <a:lnTo>
                  <a:pt x="1090" y="1777"/>
                </a:lnTo>
                <a:lnTo>
                  <a:pt x="1272" y="1716"/>
                </a:lnTo>
                <a:lnTo>
                  <a:pt x="1413" y="1635"/>
                </a:lnTo>
                <a:lnTo>
                  <a:pt x="1554" y="1534"/>
                </a:lnTo>
                <a:lnTo>
                  <a:pt x="1655" y="1393"/>
                </a:lnTo>
                <a:lnTo>
                  <a:pt x="1736" y="1252"/>
                </a:lnTo>
                <a:lnTo>
                  <a:pt x="1797" y="1070"/>
                </a:lnTo>
                <a:lnTo>
                  <a:pt x="1817" y="889"/>
                </a:lnTo>
                <a:lnTo>
                  <a:pt x="1797" y="707"/>
                </a:lnTo>
                <a:lnTo>
                  <a:pt x="1736" y="546"/>
                </a:lnTo>
                <a:lnTo>
                  <a:pt x="1655" y="384"/>
                </a:lnTo>
                <a:lnTo>
                  <a:pt x="1554" y="263"/>
                </a:lnTo>
                <a:lnTo>
                  <a:pt x="1413" y="142"/>
                </a:lnTo>
                <a:lnTo>
                  <a:pt x="1272" y="61"/>
                </a:lnTo>
                <a:lnTo>
                  <a:pt x="1090" y="21"/>
                </a:lnTo>
                <a:lnTo>
                  <a:pt x="909" y="1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20" name="Google Shape;1320;p16"/>
          <p:cNvSpPr/>
          <p:nvPr/>
        </p:nvSpPr>
        <p:spPr>
          <a:xfrm flipH="1">
            <a:off x="4975848" y="3929983"/>
            <a:ext cx="101584" cy="100466"/>
          </a:xfrm>
          <a:custGeom>
            <a:rect b="b" l="l" r="r" t="t"/>
            <a:pathLst>
              <a:path extrusionOk="0" h="1797" w="1817">
                <a:moveTo>
                  <a:pt x="909" y="1"/>
                </a:moveTo>
                <a:lnTo>
                  <a:pt x="727" y="21"/>
                </a:lnTo>
                <a:lnTo>
                  <a:pt x="566" y="61"/>
                </a:lnTo>
                <a:lnTo>
                  <a:pt x="404" y="142"/>
                </a:lnTo>
                <a:lnTo>
                  <a:pt x="283" y="263"/>
                </a:lnTo>
                <a:lnTo>
                  <a:pt x="162" y="384"/>
                </a:lnTo>
                <a:lnTo>
                  <a:pt x="81" y="546"/>
                </a:lnTo>
                <a:lnTo>
                  <a:pt x="21" y="707"/>
                </a:lnTo>
                <a:lnTo>
                  <a:pt x="1" y="889"/>
                </a:lnTo>
                <a:lnTo>
                  <a:pt x="21" y="1070"/>
                </a:lnTo>
                <a:lnTo>
                  <a:pt x="81" y="1252"/>
                </a:lnTo>
                <a:lnTo>
                  <a:pt x="162" y="1393"/>
                </a:lnTo>
                <a:lnTo>
                  <a:pt x="283" y="1534"/>
                </a:lnTo>
                <a:lnTo>
                  <a:pt x="404" y="1635"/>
                </a:lnTo>
                <a:lnTo>
                  <a:pt x="566" y="1716"/>
                </a:lnTo>
                <a:lnTo>
                  <a:pt x="727" y="1777"/>
                </a:lnTo>
                <a:lnTo>
                  <a:pt x="909" y="1797"/>
                </a:lnTo>
                <a:lnTo>
                  <a:pt x="1090" y="1777"/>
                </a:lnTo>
                <a:lnTo>
                  <a:pt x="1272" y="1716"/>
                </a:lnTo>
                <a:lnTo>
                  <a:pt x="1413" y="1635"/>
                </a:lnTo>
                <a:lnTo>
                  <a:pt x="1554" y="1534"/>
                </a:lnTo>
                <a:lnTo>
                  <a:pt x="1655" y="1393"/>
                </a:lnTo>
                <a:lnTo>
                  <a:pt x="1736" y="1252"/>
                </a:lnTo>
                <a:lnTo>
                  <a:pt x="1797" y="1070"/>
                </a:lnTo>
                <a:lnTo>
                  <a:pt x="1817" y="889"/>
                </a:lnTo>
                <a:lnTo>
                  <a:pt x="1797" y="707"/>
                </a:lnTo>
                <a:lnTo>
                  <a:pt x="1736" y="546"/>
                </a:lnTo>
                <a:lnTo>
                  <a:pt x="1655" y="384"/>
                </a:lnTo>
                <a:lnTo>
                  <a:pt x="1554" y="263"/>
                </a:lnTo>
                <a:lnTo>
                  <a:pt x="1413" y="142"/>
                </a:lnTo>
                <a:lnTo>
                  <a:pt x="1272" y="61"/>
                </a:lnTo>
                <a:lnTo>
                  <a:pt x="1090" y="21"/>
                </a:lnTo>
                <a:lnTo>
                  <a:pt x="909" y="1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21" name="Google Shape;1321;p16"/>
          <p:cNvSpPr/>
          <p:nvPr/>
        </p:nvSpPr>
        <p:spPr>
          <a:xfrm>
            <a:off x="144856" y="622060"/>
            <a:ext cx="457237" cy="429412"/>
          </a:xfrm>
          <a:custGeom>
            <a:rect b="b" l="l" r="r" t="t"/>
            <a:pathLst>
              <a:path extrusionOk="0" h="92099" w="98067">
                <a:moveTo>
                  <a:pt x="49019" y="0"/>
                </a:moveTo>
                <a:lnTo>
                  <a:pt x="48824" y="1171"/>
                </a:lnTo>
                <a:lnTo>
                  <a:pt x="48629" y="2064"/>
                </a:lnTo>
                <a:lnTo>
                  <a:pt x="48378" y="3151"/>
                </a:lnTo>
                <a:lnTo>
                  <a:pt x="48071" y="4434"/>
                </a:lnTo>
                <a:lnTo>
                  <a:pt x="47709" y="5884"/>
                </a:lnTo>
                <a:lnTo>
                  <a:pt x="47263" y="7501"/>
                </a:lnTo>
                <a:lnTo>
                  <a:pt x="46733" y="9230"/>
                </a:lnTo>
                <a:lnTo>
                  <a:pt x="46119" y="11070"/>
                </a:lnTo>
                <a:lnTo>
                  <a:pt x="45422" y="13050"/>
                </a:lnTo>
                <a:lnTo>
                  <a:pt x="44641" y="15085"/>
                </a:lnTo>
                <a:lnTo>
                  <a:pt x="43777" y="17177"/>
                </a:lnTo>
                <a:lnTo>
                  <a:pt x="43303" y="18264"/>
                </a:lnTo>
                <a:lnTo>
                  <a:pt x="42801" y="19351"/>
                </a:lnTo>
                <a:lnTo>
                  <a:pt x="42271" y="20439"/>
                </a:lnTo>
                <a:lnTo>
                  <a:pt x="41742" y="21554"/>
                </a:lnTo>
                <a:lnTo>
                  <a:pt x="41156" y="22670"/>
                </a:lnTo>
                <a:lnTo>
                  <a:pt x="40543" y="23785"/>
                </a:lnTo>
                <a:lnTo>
                  <a:pt x="39929" y="24900"/>
                </a:lnTo>
                <a:lnTo>
                  <a:pt x="39260" y="25988"/>
                </a:lnTo>
                <a:lnTo>
                  <a:pt x="38563" y="27103"/>
                </a:lnTo>
                <a:lnTo>
                  <a:pt x="37838" y="28218"/>
                </a:lnTo>
                <a:lnTo>
                  <a:pt x="37113" y="29306"/>
                </a:lnTo>
                <a:lnTo>
                  <a:pt x="36332" y="30421"/>
                </a:lnTo>
                <a:lnTo>
                  <a:pt x="35524" y="31481"/>
                </a:lnTo>
                <a:lnTo>
                  <a:pt x="34687" y="32568"/>
                </a:lnTo>
                <a:lnTo>
                  <a:pt x="33795" y="33600"/>
                </a:lnTo>
                <a:lnTo>
                  <a:pt x="32903" y="34659"/>
                </a:lnTo>
                <a:lnTo>
                  <a:pt x="31954" y="35663"/>
                </a:lnTo>
                <a:lnTo>
                  <a:pt x="30979" y="36667"/>
                </a:lnTo>
                <a:lnTo>
                  <a:pt x="29975" y="37643"/>
                </a:lnTo>
                <a:lnTo>
                  <a:pt x="28943" y="38591"/>
                </a:lnTo>
                <a:lnTo>
                  <a:pt x="27856" y="39511"/>
                </a:lnTo>
                <a:lnTo>
                  <a:pt x="26740" y="40403"/>
                </a:lnTo>
                <a:lnTo>
                  <a:pt x="25597" y="41268"/>
                </a:lnTo>
                <a:lnTo>
                  <a:pt x="24426" y="42104"/>
                </a:lnTo>
                <a:lnTo>
                  <a:pt x="23199" y="42885"/>
                </a:lnTo>
                <a:lnTo>
                  <a:pt x="21944" y="43638"/>
                </a:lnTo>
                <a:lnTo>
                  <a:pt x="20634" y="44363"/>
                </a:lnTo>
                <a:lnTo>
                  <a:pt x="19295" y="45060"/>
                </a:lnTo>
                <a:lnTo>
                  <a:pt x="17929" y="45673"/>
                </a:lnTo>
                <a:lnTo>
                  <a:pt x="16507" y="46287"/>
                </a:lnTo>
                <a:lnTo>
                  <a:pt x="15057" y="46816"/>
                </a:lnTo>
                <a:lnTo>
                  <a:pt x="13551" y="47318"/>
                </a:lnTo>
                <a:lnTo>
                  <a:pt x="12018" y="47765"/>
                </a:lnTo>
                <a:lnTo>
                  <a:pt x="10428" y="48155"/>
                </a:lnTo>
                <a:lnTo>
                  <a:pt x="8811" y="48489"/>
                </a:lnTo>
                <a:lnTo>
                  <a:pt x="7138" y="48768"/>
                </a:lnTo>
                <a:lnTo>
                  <a:pt x="5409" y="48991"/>
                </a:lnTo>
                <a:lnTo>
                  <a:pt x="3653" y="49159"/>
                </a:lnTo>
                <a:lnTo>
                  <a:pt x="1868" y="49242"/>
                </a:lnTo>
                <a:lnTo>
                  <a:pt x="948" y="49270"/>
                </a:lnTo>
                <a:lnTo>
                  <a:pt x="0" y="49298"/>
                </a:lnTo>
                <a:lnTo>
                  <a:pt x="474" y="49438"/>
                </a:lnTo>
                <a:lnTo>
                  <a:pt x="1840" y="49856"/>
                </a:lnTo>
                <a:lnTo>
                  <a:pt x="3959" y="50581"/>
                </a:lnTo>
                <a:lnTo>
                  <a:pt x="5270" y="51055"/>
                </a:lnTo>
                <a:lnTo>
                  <a:pt x="6720" y="51585"/>
                </a:lnTo>
                <a:lnTo>
                  <a:pt x="8309" y="52226"/>
                </a:lnTo>
                <a:lnTo>
                  <a:pt x="10010" y="52951"/>
                </a:lnTo>
                <a:lnTo>
                  <a:pt x="11823" y="53732"/>
                </a:lnTo>
                <a:lnTo>
                  <a:pt x="13719" y="54624"/>
                </a:lnTo>
                <a:lnTo>
                  <a:pt x="15698" y="55600"/>
                </a:lnTo>
                <a:lnTo>
                  <a:pt x="17762" y="56631"/>
                </a:lnTo>
                <a:lnTo>
                  <a:pt x="19853" y="57775"/>
                </a:lnTo>
                <a:lnTo>
                  <a:pt x="21972" y="59001"/>
                </a:lnTo>
                <a:lnTo>
                  <a:pt x="23032" y="59671"/>
                </a:lnTo>
                <a:lnTo>
                  <a:pt x="24119" y="60340"/>
                </a:lnTo>
                <a:lnTo>
                  <a:pt x="25179" y="61037"/>
                </a:lnTo>
                <a:lnTo>
                  <a:pt x="26266" y="61762"/>
                </a:lnTo>
                <a:lnTo>
                  <a:pt x="27354" y="62487"/>
                </a:lnTo>
                <a:lnTo>
                  <a:pt x="28413" y="63268"/>
                </a:lnTo>
                <a:lnTo>
                  <a:pt x="29473" y="64048"/>
                </a:lnTo>
                <a:lnTo>
                  <a:pt x="30532" y="64857"/>
                </a:lnTo>
                <a:lnTo>
                  <a:pt x="31592" y="65693"/>
                </a:lnTo>
                <a:lnTo>
                  <a:pt x="32624" y="66558"/>
                </a:lnTo>
                <a:lnTo>
                  <a:pt x="33627" y="67450"/>
                </a:lnTo>
                <a:lnTo>
                  <a:pt x="34659" y="68370"/>
                </a:lnTo>
                <a:lnTo>
                  <a:pt x="35635" y="69290"/>
                </a:lnTo>
                <a:lnTo>
                  <a:pt x="36611" y="70266"/>
                </a:lnTo>
                <a:lnTo>
                  <a:pt x="37559" y="71242"/>
                </a:lnTo>
                <a:lnTo>
                  <a:pt x="38507" y="72274"/>
                </a:lnTo>
                <a:lnTo>
                  <a:pt x="39399" y="73306"/>
                </a:lnTo>
                <a:lnTo>
                  <a:pt x="40292" y="74365"/>
                </a:lnTo>
                <a:lnTo>
                  <a:pt x="41156" y="75453"/>
                </a:lnTo>
                <a:lnTo>
                  <a:pt x="41993" y="76568"/>
                </a:lnTo>
                <a:lnTo>
                  <a:pt x="42773" y="77711"/>
                </a:lnTo>
                <a:lnTo>
                  <a:pt x="43554" y="78882"/>
                </a:lnTo>
                <a:lnTo>
                  <a:pt x="44279" y="80081"/>
                </a:lnTo>
                <a:lnTo>
                  <a:pt x="44976" y="81308"/>
                </a:lnTo>
                <a:lnTo>
                  <a:pt x="45617" y="82563"/>
                </a:lnTo>
                <a:lnTo>
                  <a:pt x="46259" y="83846"/>
                </a:lnTo>
                <a:lnTo>
                  <a:pt x="46816" y="85156"/>
                </a:lnTo>
                <a:lnTo>
                  <a:pt x="47374" y="86494"/>
                </a:lnTo>
                <a:lnTo>
                  <a:pt x="47848" y="87833"/>
                </a:lnTo>
                <a:lnTo>
                  <a:pt x="48294" y="89227"/>
                </a:lnTo>
                <a:lnTo>
                  <a:pt x="48685" y="90649"/>
                </a:lnTo>
                <a:lnTo>
                  <a:pt x="49019" y="92099"/>
                </a:lnTo>
                <a:lnTo>
                  <a:pt x="49382" y="90649"/>
                </a:lnTo>
                <a:lnTo>
                  <a:pt x="49772" y="89227"/>
                </a:lnTo>
                <a:lnTo>
                  <a:pt x="50218" y="87833"/>
                </a:lnTo>
                <a:lnTo>
                  <a:pt x="50692" y="86494"/>
                </a:lnTo>
                <a:lnTo>
                  <a:pt x="51250" y="85156"/>
                </a:lnTo>
                <a:lnTo>
                  <a:pt x="51808" y="83846"/>
                </a:lnTo>
                <a:lnTo>
                  <a:pt x="52421" y="82563"/>
                </a:lnTo>
                <a:lnTo>
                  <a:pt x="53090" y="81308"/>
                </a:lnTo>
                <a:lnTo>
                  <a:pt x="53787" y="80081"/>
                </a:lnTo>
                <a:lnTo>
                  <a:pt x="54512" y="78882"/>
                </a:lnTo>
                <a:lnTo>
                  <a:pt x="55293" y="77711"/>
                </a:lnTo>
                <a:lnTo>
                  <a:pt x="56074" y="76568"/>
                </a:lnTo>
                <a:lnTo>
                  <a:pt x="56910" y="75453"/>
                </a:lnTo>
                <a:lnTo>
                  <a:pt x="57775" y="74365"/>
                </a:lnTo>
                <a:lnTo>
                  <a:pt x="58639" y="73306"/>
                </a:lnTo>
                <a:lnTo>
                  <a:pt x="59559" y="72274"/>
                </a:lnTo>
                <a:lnTo>
                  <a:pt x="60479" y="71242"/>
                </a:lnTo>
                <a:lnTo>
                  <a:pt x="61455" y="70266"/>
                </a:lnTo>
                <a:lnTo>
                  <a:pt x="62431" y="69290"/>
                </a:lnTo>
                <a:lnTo>
                  <a:pt x="63407" y="68370"/>
                </a:lnTo>
                <a:lnTo>
                  <a:pt x="64411" y="67450"/>
                </a:lnTo>
                <a:lnTo>
                  <a:pt x="65443" y="66558"/>
                </a:lnTo>
                <a:lnTo>
                  <a:pt x="66474" y="65693"/>
                </a:lnTo>
                <a:lnTo>
                  <a:pt x="67534" y="64857"/>
                </a:lnTo>
                <a:lnTo>
                  <a:pt x="68593" y="64048"/>
                </a:lnTo>
                <a:lnTo>
                  <a:pt x="69653" y="63268"/>
                </a:lnTo>
                <a:lnTo>
                  <a:pt x="70713" y="62487"/>
                </a:lnTo>
                <a:lnTo>
                  <a:pt x="71800" y="61762"/>
                </a:lnTo>
                <a:lnTo>
                  <a:pt x="72860" y="61037"/>
                </a:lnTo>
                <a:lnTo>
                  <a:pt x="73947" y="60340"/>
                </a:lnTo>
                <a:lnTo>
                  <a:pt x="75034" y="59671"/>
                </a:lnTo>
                <a:lnTo>
                  <a:pt x="76094" y="59001"/>
                </a:lnTo>
                <a:lnTo>
                  <a:pt x="78213" y="57775"/>
                </a:lnTo>
                <a:lnTo>
                  <a:pt x="80304" y="56631"/>
                </a:lnTo>
                <a:lnTo>
                  <a:pt x="82368" y="55600"/>
                </a:lnTo>
                <a:lnTo>
                  <a:pt x="84348" y="54624"/>
                </a:lnTo>
                <a:lnTo>
                  <a:pt x="86244" y="53732"/>
                </a:lnTo>
                <a:lnTo>
                  <a:pt x="88056" y="52951"/>
                </a:lnTo>
                <a:lnTo>
                  <a:pt x="89757" y="52226"/>
                </a:lnTo>
                <a:lnTo>
                  <a:pt x="91346" y="51585"/>
                </a:lnTo>
                <a:lnTo>
                  <a:pt x="92796" y="51055"/>
                </a:lnTo>
                <a:lnTo>
                  <a:pt x="94107" y="50581"/>
                </a:lnTo>
                <a:lnTo>
                  <a:pt x="96226" y="49856"/>
                </a:lnTo>
                <a:lnTo>
                  <a:pt x="97592" y="49438"/>
                </a:lnTo>
                <a:lnTo>
                  <a:pt x="98066" y="49298"/>
                </a:lnTo>
                <a:lnTo>
                  <a:pt x="97118" y="49270"/>
                </a:lnTo>
                <a:lnTo>
                  <a:pt x="96198" y="49242"/>
                </a:lnTo>
                <a:lnTo>
                  <a:pt x="94413" y="49159"/>
                </a:lnTo>
                <a:lnTo>
                  <a:pt x="92657" y="48991"/>
                </a:lnTo>
                <a:lnTo>
                  <a:pt x="90928" y="48768"/>
                </a:lnTo>
                <a:lnTo>
                  <a:pt x="89255" y="48489"/>
                </a:lnTo>
                <a:lnTo>
                  <a:pt x="87638" y="48155"/>
                </a:lnTo>
                <a:lnTo>
                  <a:pt x="86048" y="47765"/>
                </a:lnTo>
                <a:lnTo>
                  <a:pt x="84515" y="47318"/>
                </a:lnTo>
                <a:lnTo>
                  <a:pt x="83009" y="46816"/>
                </a:lnTo>
                <a:lnTo>
                  <a:pt x="81559" y="46287"/>
                </a:lnTo>
                <a:lnTo>
                  <a:pt x="80137" y="45673"/>
                </a:lnTo>
                <a:lnTo>
                  <a:pt x="78771" y="45060"/>
                </a:lnTo>
                <a:lnTo>
                  <a:pt x="77432" y="44363"/>
                </a:lnTo>
                <a:lnTo>
                  <a:pt x="76122" y="43638"/>
                </a:lnTo>
                <a:lnTo>
                  <a:pt x="74867" y="42885"/>
                </a:lnTo>
                <a:lnTo>
                  <a:pt x="73640" y="42104"/>
                </a:lnTo>
                <a:lnTo>
                  <a:pt x="72469" y="41268"/>
                </a:lnTo>
                <a:lnTo>
                  <a:pt x="71298" y="40403"/>
                </a:lnTo>
                <a:lnTo>
                  <a:pt x="70211" y="39511"/>
                </a:lnTo>
                <a:lnTo>
                  <a:pt x="69123" y="38591"/>
                </a:lnTo>
                <a:lnTo>
                  <a:pt x="68091" y="37643"/>
                </a:lnTo>
                <a:lnTo>
                  <a:pt x="67088" y="36667"/>
                </a:lnTo>
                <a:lnTo>
                  <a:pt x="66112" y="35663"/>
                </a:lnTo>
                <a:lnTo>
                  <a:pt x="65164" y="34659"/>
                </a:lnTo>
                <a:lnTo>
                  <a:pt x="64271" y="33600"/>
                </a:lnTo>
                <a:lnTo>
                  <a:pt x="63379" y="32568"/>
                </a:lnTo>
                <a:lnTo>
                  <a:pt x="62543" y="31481"/>
                </a:lnTo>
                <a:lnTo>
                  <a:pt x="61734" y="30421"/>
                </a:lnTo>
                <a:lnTo>
                  <a:pt x="60953" y="29306"/>
                </a:lnTo>
                <a:lnTo>
                  <a:pt x="60200" y="28218"/>
                </a:lnTo>
                <a:lnTo>
                  <a:pt x="59503" y="27103"/>
                </a:lnTo>
                <a:lnTo>
                  <a:pt x="58806" y="25988"/>
                </a:lnTo>
                <a:lnTo>
                  <a:pt x="58137" y="24900"/>
                </a:lnTo>
                <a:lnTo>
                  <a:pt x="57524" y="23785"/>
                </a:lnTo>
                <a:lnTo>
                  <a:pt x="56910" y="22670"/>
                </a:lnTo>
                <a:lnTo>
                  <a:pt x="56325" y="21554"/>
                </a:lnTo>
                <a:lnTo>
                  <a:pt x="55795" y="20439"/>
                </a:lnTo>
                <a:lnTo>
                  <a:pt x="55265" y="19351"/>
                </a:lnTo>
                <a:lnTo>
                  <a:pt x="54763" y="18264"/>
                </a:lnTo>
                <a:lnTo>
                  <a:pt x="54289" y="17177"/>
                </a:lnTo>
                <a:lnTo>
                  <a:pt x="53425" y="15085"/>
                </a:lnTo>
                <a:lnTo>
                  <a:pt x="52644" y="13050"/>
                </a:lnTo>
                <a:lnTo>
                  <a:pt x="51947" y="11070"/>
                </a:lnTo>
                <a:lnTo>
                  <a:pt x="51334" y="9230"/>
                </a:lnTo>
                <a:lnTo>
                  <a:pt x="50804" y="7501"/>
                </a:lnTo>
                <a:lnTo>
                  <a:pt x="50358" y="5884"/>
                </a:lnTo>
                <a:lnTo>
                  <a:pt x="49995" y="4434"/>
                </a:lnTo>
                <a:lnTo>
                  <a:pt x="49688" y="3151"/>
                </a:lnTo>
                <a:lnTo>
                  <a:pt x="49437" y="2064"/>
                </a:lnTo>
                <a:lnTo>
                  <a:pt x="49242" y="1171"/>
                </a:lnTo>
                <a:lnTo>
                  <a:pt x="49019" y="0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22" name="Google Shape;1322;p16"/>
          <p:cNvSpPr/>
          <p:nvPr/>
        </p:nvSpPr>
        <p:spPr>
          <a:xfrm flipH="1">
            <a:off x="7094737" y="380890"/>
            <a:ext cx="100466" cy="100466"/>
          </a:xfrm>
          <a:custGeom>
            <a:rect b="b" l="l" r="r" t="t"/>
            <a:pathLst>
              <a:path extrusionOk="0" h="1797" w="1797">
                <a:moveTo>
                  <a:pt x="909" y="0"/>
                </a:moveTo>
                <a:lnTo>
                  <a:pt x="727" y="20"/>
                </a:lnTo>
                <a:lnTo>
                  <a:pt x="546" y="61"/>
                </a:lnTo>
                <a:lnTo>
                  <a:pt x="404" y="162"/>
                </a:lnTo>
                <a:lnTo>
                  <a:pt x="263" y="263"/>
                </a:lnTo>
                <a:lnTo>
                  <a:pt x="162" y="404"/>
                </a:lnTo>
                <a:lnTo>
                  <a:pt x="61" y="545"/>
                </a:lnTo>
                <a:lnTo>
                  <a:pt x="21" y="727"/>
                </a:lnTo>
                <a:lnTo>
                  <a:pt x="1" y="908"/>
                </a:lnTo>
                <a:lnTo>
                  <a:pt x="21" y="1090"/>
                </a:lnTo>
                <a:lnTo>
                  <a:pt x="61" y="1251"/>
                </a:lnTo>
                <a:lnTo>
                  <a:pt x="162" y="1393"/>
                </a:lnTo>
                <a:lnTo>
                  <a:pt x="263" y="1534"/>
                </a:lnTo>
                <a:lnTo>
                  <a:pt x="404" y="1655"/>
                </a:lnTo>
                <a:lnTo>
                  <a:pt x="546" y="1736"/>
                </a:lnTo>
                <a:lnTo>
                  <a:pt x="727" y="1776"/>
                </a:lnTo>
                <a:lnTo>
                  <a:pt x="909" y="1796"/>
                </a:lnTo>
                <a:lnTo>
                  <a:pt x="1090" y="1776"/>
                </a:lnTo>
                <a:lnTo>
                  <a:pt x="1252" y="1736"/>
                </a:lnTo>
                <a:lnTo>
                  <a:pt x="1413" y="1655"/>
                </a:lnTo>
                <a:lnTo>
                  <a:pt x="1534" y="1534"/>
                </a:lnTo>
                <a:lnTo>
                  <a:pt x="1655" y="1393"/>
                </a:lnTo>
                <a:lnTo>
                  <a:pt x="1736" y="1251"/>
                </a:lnTo>
                <a:lnTo>
                  <a:pt x="1777" y="1090"/>
                </a:lnTo>
                <a:lnTo>
                  <a:pt x="1797" y="908"/>
                </a:lnTo>
                <a:lnTo>
                  <a:pt x="1777" y="727"/>
                </a:lnTo>
                <a:lnTo>
                  <a:pt x="1736" y="545"/>
                </a:lnTo>
                <a:lnTo>
                  <a:pt x="1655" y="404"/>
                </a:lnTo>
                <a:lnTo>
                  <a:pt x="1534" y="263"/>
                </a:lnTo>
                <a:lnTo>
                  <a:pt x="1413" y="162"/>
                </a:lnTo>
                <a:lnTo>
                  <a:pt x="1252" y="61"/>
                </a:lnTo>
                <a:lnTo>
                  <a:pt x="1090" y="20"/>
                </a:lnTo>
                <a:lnTo>
                  <a:pt x="909" y="0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23" name="Google Shape;1323;p16"/>
          <p:cNvSpPr/>
          <p:nvPr/>
        </p:nvSpPr>
        <p:spPr>
          <a:xfrm flipH="1">
            <a:off x="8466337" y="609490"/>
            <a:ext cx="100466" cy="100466"/>
          </a:xfrm>
          <a:custGeom>
            <a:rect b="b" l="l" r="r" t="t"/>
            <a:pathLst>
              <a:path extrusionOk="0" h="1797" w="1797">
                <a:moveTo>
                  <a:pt x="909" y="0"/>
                </a:moveTo>
                <a:lnTo>
                  <a:pt x="727" y="20"/>
                </a:lnTo>
                <a:lnTo>
                  <a:pt x="546" y="61"/>
                </a:lnTo>
                <a:lnTo>
                  <a:pt x="404" y="162"/>
                </a:lnTo>
                <a:lnTo>
                  <a:pt x="263" y="263"/>
                </a:lnTo>
                <a:lnTo>
                  <a:pt x="162" y="404"/>
                </a:lnTo>
                <a:lnTo>
                  <a:pt x="61" y="545"/>
                </a:lnTo>
                <a:lnTo>
                  <a:pt x="21" y="727"/>
                </a:lnTo>
                <a:lnTo>
                  <a:pt x="1" y="908"/>
                </a:lnTo>
                <a:lnTo>
                  <a:pt x="21" y="1090"/>
                </a:lnTo>
                <a:lnTo>
                  <a:pt x="61" y="1251"/>
                </a:lnTo>
                <a:lnTo>
                  <a:pt x="162" y="1393"/>
                </a:lnTo>
                <a:lnTo>
                  <a:pt x="263" y="1534"/>
                </a:lnTo>
                <a:lnTo>
                  <a:pt x="404" y="1655"/>
                </a:lnTo>
                <a:lnTo>
                  <a:pt x="546" y="1736"/>
                </a:lnTo>
                <a:lnTo>
                  <a:pt x="727" y="1776"/>
                </a:lnTo>
                <a:lnTo>
                  <a:pt x="909" y="1796"/>
                </a:lnTo>
                <a:lnTo>
                  <a:pt x="1090" y="1776"/>
                </a:lnTo>
                <a:lnTo>
                  <a:pt x="1252" y="1736"/>
                </a:lnTo>
                <a:lnTo>
                  <a:pt x="1413" y="1655"/>
                </a:lnTo>
                <a:lnTo>
                  <a:pt x="1534" y="1534"/>
                </a:lnTo>
                <a:lnTo>
                  <a:pt x="1655" y="1393"/>
                </a:lnTo>
                <a:lnTo>
                  <a:pt x="1736" y="1251"/>
                </a:lnTo>
                <a:lnTo>
                  <a:pt x="1777" y="1090"/>
                </a:lnTo>
                <a:lnTo>
                  <a:pt x="1797" y="908"/>
                </a:lnTo>
                <a:lnTo>
                  <a:pt x="1777" y="727"/>
                </a:lnTo>
                <a:lnTo>
                  <a:pt x="1736" y="545"/>
                </a:lnTo>
                <a:lnTo>
                  <a:pt x="1655" y="404"/>
                </a:lnTo>
                <a:lnTo>
                  <a:pt x="1534" y="263"/>
                </a:lnTo>
                <a:lnTo>
                  <a:pt x="1413" y="162"/>
                </a:lnTo>
                <a:lnTo>
                  <a:pt x="1252" y="61"/>
                </a:lnTo>
                <a:lnTo>
                  <a:pt x="1090" y="20"/>
                </a:lnTo>
                <a:lnTo>
                  <a:pt x="909" y="0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24" name="Google Shape;1324;p16"/>
          <p:cNvSpPr/>
          <p:nvPr/>
        </p:nvSpPr>
        <p:spPr>
          <a:xfrm flipH="1">
            <a:off x="7780537" y="971440"/>
            <a:ext cx="100466" cy="100466"/>
          </a:xfrm>
          <a:custGeom>
            <a:rect b="b" l="l" r="r" t="t"/>
            <a:pathLst>
              <a:path extrusionOk="0" h="1797" w="1797">
                <a:moveTo>
                  <a:pt x="909" y="0"/>
                </a:moveTo>
                <a:lnTo>
                  <a:pt x="727" y="20"/>
                </a:lnTo>
                <a:lnTo>
                  <a:pt x="546" y="61"/>
                </a:lnTo>
                <a:lnTo>
                  <a:pt x="404" y="162"/>
                </a:lnTo>
                <a:lnTo>
                  <a:pt x="263" y="263"/>
                </a:lnTo>
                <a:lnTo>
                  <a:pt x="162" y="404"/>
                </a:lnTo>
                <a:lnTo>
                  <a:pt x="61" y="545"/>
                </a:lnTo>
                <a:lnTo>
                  <a:pt x="21" y="727"/>
                </a:lnTo>
                <a:lnTo>
                  <a:pt x="1" y="908"/>
                </a:lnTo>
                <a:lnTo>
                  <a:pt x="21" y="1090"/>
                </a:lnTo>
                <a:lnTo>
                  <a:pt x="61" y="1251"/>
                </a:lnTo>
                <a:lnTo>
                  <a:pt x="162" y="1393"/>
                </a:lnTo>
                <a:lnTo>
                  <a:pt x="263" y="1534"/>
                </a:lnTo>
                <a:lnTo>
                  <a:pt x="404" y="1655"/>
                </a:lnTo>
                <a:lnTo>
                  <a:pt x="546" y="1736"/>
                </a:lnTo>
                <a:lnTo>
                  <a:pt x="727" y="1776"/>
                </a:lnTo>
                <a:lnTo>
                  <a:pt x="909" y="1796"/>
                </a:lnTo>
                <a:lnTo>
                  <a:pt x="1090" y="1776"/>
                </a:lnTo>
                <a:lnTo>
                  <a:pt x="1252" y="1736"/>
                </a:lnTo>
                <a:lnTo>
                  <a:pt x="1413" y="1655"/>
                </a:lnTo>
                <a:lnTo>
                  <a:pt x="1534" y="1534"/>
                </a:lnTo>
                <a:lnTo>
                  <a:pt x="1655" y="1393"/>
                </a:lnTo>
                <a:lnTo>
                  <a:pt x="1736" y="1251"/>
                </a:lnTo>
                <a:lnTo>
                  <a:pt x="1777" y="1090"/>
                </a:lnTo>
                <a:lnTo>
                  <a:pt x="1797" y="908"/>
                </a:lnTo>
                <a:lnTo>
                  <a:pt x="1777" y="727"/>
                </a:lnTo>
                <a:lnTo>
                  <a:pt x="1736" y="545"/>
                </a:lnTo>
                <a:lnTo>
                  <a:pt x="1655" y="404"/>
                </a:lnTo>
                <a:lnTo>
                  <a:pt x="1534" y="263"/>
                </a:lnTo>
                <a:lnTo>
                  <a:pt x="1413" y="162"/>
                </a:lnTo>
                <a:lnTo>
                  <a:pt x="1252" y="61"/>
                </a:lnTo>
                <a:lnTo>
                  <a:pt x="1090" y="20"/>
                </a:lnTo>
                <a:lnTo>
                  <a:pt x="909" y="0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 3">
  <p:cSld name="CUSTOM_10_1_1">
    <p:bg>
      <p:bgPr>
        <a:solidFill>
          <a:schemeClr val="lt2"/>
        </a:solidFill>
      </p:bgPr>
    </p:bg>
    <p:spTree>
      <p:nvGrpSpPr>
        <p:cNvPr id="1325" name="Shape 13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6" name="Google Shape;1326;p17"/>
          <p:cNvSpPr txBox="1"/>
          <p:nvPr>
            <p:ph type="title"/>
          </p:nvPr>
        </p:nvSpPr>
        <p:spPr>
          <a:xfrm>
            <a:off x="2514600" y="1484478"/>
            <a:ext cx="4114800" cy="411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600"/>
              <a:buNone/>
              <a:defRPr sz="45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327" name="Google Shape;1327;p17"/>
          <p:cNvSpPr txBox="1"/>
          <p:nvPr>
            <p:ph idx="1" type="subTitle"/>
          </p:nvPr>
        </p:nvSpPr>
        <p:spPr>
          <a:xfrm>
            <a:off x="3037200" y="2100917"/>
            <a:ext cx="3069600" cy="3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9pPr>
          </a:lstStyle>
          <a:p/>
        </p:txBody>
      </p:sp>
      <p:sp>
        <p:nvSpPr>
          <p:cNvPr id="1328" name="Google Shape;1328;p17"/>
          <p:cNvSpPr txBox="1"/>
          <p:nvPr>
            <p:ph hasCustomPrompt="1" idx="2" type="title"/>
          </p:nvPr>
        </p:nvSpPr>
        <p:spPr>
          <a:xfrm>
            <a:off x="4027950" y="2947572"/>
            <a:ext cx="1088100" cy="475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4500">
                <a:solidFill>
                  <a:schemeClr val="lt1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6000"/>
              <a:buNone/>
              <a:defRPr sz="6000">
                <a:solidFill>
                  <a:schemeClr val="dk2"/>
                </a:solidFill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6000"/>
              <a:buNone/>
              <a:defRPr sz="6000">
                <a:solidFill>
                  <a:schemeClr val="dk2"/>
                </a:solidFill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6000"/>
              <a:buNone/>
              <a:defRPr sz="6000">
                <a:solidFill>
                  <a:schemeClr val="dk2"/>
                </a:solidFill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6000"/>
              <a:buNone/>
              <a:defRPr sz="6000">
                <a:solidFill>
                  <a:schemeClr val="dk2"/>
                </a:solidFill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6000"/>
              <a:buNone/>
              <a:defRPr sz="6000">
                <a:solidFill>
                  <a:schemeClr val="dk2"/>
                </a:solidFill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6000"/>
              <a:buNone/>
              <a:defRPr sz="6000">
                <a:solidFill>
                  <a:schemeClr val="dk2"/>
                </a:solidFill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6000"/>
              <a:buNone/>
              <a:defRPr sz="6000">
                <a:solidFill>
                  <a:schemeClr val="dk2"/>
                </a:solidFill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6000"/>
              <a:buNone/>
              <a:defRPr sz="6000">
                <a:solidFill>
                  <a:schemeClr val="dk2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1329" name="Google Shape;1329;p17"/>
          <p:cNvSpPr/>
          <p:nvPr/>
        </p:nvSpPr>
        <p:spPr>
          <a:xfrm>
            <a:off x="2530200" y="0"/>
            <a:ext cx="4083600" cy="51435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30" name="Google Shape;1330;p17"/>
          <p:cNvSpPr/>
          <p:nvPr/>
        </p:nvSpPr>
        <p:spPr>
          <a:xfrm>
            <a:off x="8133850" y="182191"/>
            <a:ext cx="597600" cy="5976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31" name="Google Shape;1331;p17"/>
          <p:cNvSpPr/>
          <p:nvPr/>
        </p:nvSpPr>
        <p:spPr>
          <a:xfrm rot="5400000">
            <a:off x="8133850" y="787293"/>
            <a:ext cx="597600" cy="597600"/>
          </a:xfrm>
          <a:prstGeom prst="rtTriangle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32" name="Google Shape;1332;p17"/>
          <p:cNvSpPr/>
          <p:nvPr/>
        </p:nvSpPr>
        <p:spPr>
          <a:xfrm rot="3449335">
            <a:off x="1473204" y="-1086091"/>
            <a:ext cx="1596402" cy="1802919"/>
          </a:xfrm>
          <a:custGeom>
            <a:rect b="b" l="l" r="r" t="t"/>
            <a:pathLst>
              <a:path extrusionOk="0" h="32249" w="28555">
                <a:moveTo>
                  <a:pt x="20483" y="82"/>
                </a:moveTo>
                <a:lnTo>
                  <a:pt x="20947" y="102"/>
                </a:lnTo>
                <a:lnTo>
                  <a:pt x="21411" y="122"/>
                </a:lnTo>
                <a:lnTo>
                  <a:pt x="21875" y="203"/>
                </a:lnTo>
                <a:lnTo>
                  <a:pt x="22319" y="283"/>
                </a:lnTo>
                <a:lnTo>
                  <a:pt x="22763" y="404"/>
                </a:lnTo>
                <a:lnTo>
                  <a:pt x="23187" y="566"/>
                </a:lnTo>
                <a:lnTo>
                  <a:pt x="23611" y="748"/>
                </a:lnTo>
                <a:lnTo>
                  <a:pt x="23994" y="949"/>
                </a:lnTo>
                <a:lnTo>
                  <a:pt x="24378" y="1191"/>
                </a:lnTo>
                <a:lnTo>
                  <a:pt x="24741" y="1454"/>
                </a:lnTo>
                <a:lnTo>
                  <a:pt x="25124" y="1777"/>
                </a:lnTo>
                <a:lnTo>
                  <a:pt x="25487" y="2140"/>
                </a:lnTo>
                <a:lnTo>
                  <a:pt x="25851" y="2564"/>
                </a:lnTo>
                <a:lnTo>
                  <a:pt x="26174" y="3008"/>
                </a:lnTo>
                <a:lnTo>
                  <a:pt x="26496" y="3492"/>
                </a:lnTo>
                <a:lnTo>
                  <a:pt x="26779" y="4017"/>
                </a:lnTo>
                <a:lnTo>
                  <a:pt x="27062" y="4582"/>
                </a:lnTo>
                <a:lnTo>
                  <a:pt x="27324" y="5187"/>
                </a:lnTo>
                <a:lnTo>
                  <a:pt x="27546" y="5772"/>
                </a:lnTo>
                <a:lnTo>
                  <a:pt x="27748" y="6358"/>
                </a:lnTo>
                <a:lnTo>
                  <a:pt x="27909" y="6943"/>
                </a:lnTo>
                <a:lnTo>
                  <a:pt x="28071" y="7548"/>
                </a:lnTo>
                <a:lnTo>
                  <a:pt x="28192" y="8154"/>
                </a:lnTo>
                <a:lnTo>
                  <a:pt x="28293" y="8739"/>
                </a:lnTo>
                <a:lnTo>
                  <a:pt x="28373" y="9344"/>
                </a:lnTo>
                <a:lnTo>
                  <a:pt x="28434" y="9950"/>
                </a:lnTo>
                <a:lnTo>
                  <a:pt x="28474" y="10555"/>
                </a:lnTo>
                <a:lnTo>
                  <a:pt x="28474" y="11160"/>
                </a:lnTo>
                <a:lnTo>
                  <a:pt x="28474" y="11766"/>
                </a:lnTo>
                <a:lnTo>
                  <a:pt x="28434" y="12371"/>
                </a:lnTo>
                <a:lnTo>
                  <a:pt x="28373" y="12977"/>
                </a:lnTo>
                <a:lnTo>
                  <a:pt x="28272" y="13562"/>
                </a:lnTo>
                <a:lnTo>
                  <a:pt x="28171" y="14167"/>
                </a:lnTo>
                <a:lnTo>
                  <a:pt x="28030" y="14732"/>
                </a:lnTo>
                <a:lnTo>
                  <a:pt x="27869" y="15338"/>
                </a:lnTo>
                <a:lnTo>
                  <a:pt x="27667" y="15923"/>
                </a:lnTo>
                <a:lnTo>
                  <a:pt x="27465" y="16488"/>
                </a:lnTo>
                <a:lnTo>
                  <a:pt x="27223" y="17053"/>
                </a:lnTo>
                <a:lnTo>
                  <a:pt x="26961" y="17618"/>
                </a:lnTo>
                <a:lnTo>
                  <a:pt x="26678" y="18143"/>
                </a:lnTo>
                <a:lnTo>
                  <a:pt x="26355" y="18667"/>
                </a:lnTo>
                <a:lnTo>
                  <a:pt x="26032" y="19192"/>
                </a:lnTo>
                <a:lnTo>
                  <a:pt x="25669" y="19676"/>
                </a:lnTo>
                <a:lnTo>
                  <a:pt x="25306" y="20161"/>
                </a:lnTo>
                <a:lnTo>
                  <a:pt x="24922" y="20625"/>
                </a:lnTo>
                <a:lnTo>
                  <a:pt x="24499" y="21069"/>
                </a:lnTo>
                <a:lnTo>
                  <a:pt x="24075" y="21493"/>
                </a:lnTo>
                <a:lnTo>
                  <a:pt x="23631" y="21896"/>
                </a:lnTo>
                <a:lnTo>
                  <a:pt x="23167" y="22280"/>
                </a:lnTo>
                <a:lnTo>
                  <a:pt x="22703" y="22643"/>
                </a:lnTo>
                <a:lnTo>
                  <a:pt x="22238" y="22946"/>
                </a:lnTo>
                <a:lnTo>
                  <a:pt x="21795" y="23228"/>
                </a:lnTo>
                <a:lnTo>
                  <a:pt x="21310" y="23511"/>
                </a:lnTo>
                <a:lnTo>
                  <a:pt x="20846" y="23773"/>
                </a:lnTo>
                <a:lnTo>
                  <a:pt x="19877" y="24277"/>
                </a:lnTo>
                <a:lnTo>
                  <a:pt x="18909" y="24742"/>
                </a:lnTo>
                <a:lnTo>
                  <a:pt x="17940" y="25226"/>
                </a:lnTo>
                <a:lnTo>
                  <a:pt x="16951" y="25751"/>
                </a:lnTo>
                <a:lnTo>
                  <a:pt x="16467" y="26013"/>
                </a:lnTo>
                <a:lnTo>
                  <a:pt x="15983" y="26296"/>
                </a:lnTo>
                <a:lnTo>
                  <a:pt x="15519" y="26598"/>
                </a:lnTo>
                <a:lnTo>
                  <a:pt x="15075" y="26901"/>
                </a:lnTo>
                <a:lnTo>
                  <a:pt x="14510" y="27325"/>
                </a:lnTo>
                <a:lnTo>
                  <a:pt x="13965" y="27789"/>
                </a:lnTo>
                <a:lnTo>
                  <a:pt x="13420" y="28253"/>
                </a:lnTo>
                <a:lnTo>
                  <a:pt x="12895" y="28717"/>
                </a:lnTo>
                <a:lnTo>
                  <a:pt x="12148" y="29383"/>
                </a:lnTo>
                <a:lnTo>
                  <a:pt x="11402" y="30029"/>
                </a:lnTo>
                <a:lnTo>
                  <a:pt x="10998" y="30332"/>
                </a:lnTo>
                <a:lnTo>
                  <a:pt x="10595" y="30614"/>
                </a:lnTo>
                <a:lnTo>
                  <a:pt x="10171" y="30897"/>
                </a:lnTo>
                <a:lnTo>
                  <a:pt x="9747" y="31159"/>
                </a:lnTo>
                <a:lnTo>
                  <a:pt x="9303" y="31381"/>
                </a:lnTo>
                <a:lnTo>
                  <a:pt x="8839" y="31583"/>
                </a:lnTo>
                <a:lnTo>
                  <a:pt x="8375" y="31764"/>
                </a:lnTo>
                <a:lnTo>
                  <a:pt x="7890" y="31906"/>
                </a:lnTo>
                <a:lnTo>
                  <a:pt x="7406" y="32027"/>
                </a:lnTo>
                <a:lnTo>
                  <a:pt x="6922" y="32107"/>
                </a:lnTo>
                <a:lnTo>
                  <a:pt x="6417" y="32148"/>
                </a:lnTo>
                <a:lnTo>
                  <a:pt x="5933" y="32168"/>
                </a:lnTo>
                <a:lnTo>
                  <a:pt x="5893" y="32168"/>
                </a:lnTo>
                <a:lnTo>
                  <a:pt x="5368" y="32148"/>
                </a:lnTo>
                <a:lnTo>
                  <a:pt x="4843" y="32087"/>
                </a:lnTo>
                <a:lnTo>
                  <a:pt x="4359" y="31986"/>
                </a:lnTo>
                <a:lnTo>
                  <a:pt x="3875" y="31845"/>
                </a:lnTo>
                <a:lnTo>
                  <a:pt x="3431" y="31684"/>
                </a:lnTo>
                <a:lnTo>
                  <a:pt x="2987" y="31462"/>
                </a:lnTo>
                <a:lnTo>
                  <a:pt x="2583" y="31219"/>
                </a:lnTo>
                <a:lnTo>
                  <a:pt x="2200" y="30957"/>
                </a:lnTo>
                <a:lnTo>
                  <a:pt x="1998" y="30775"/>
                </a:lnTo>
                <a:lnTo>
                  <a:pt x="1816" y="30614"/>
                </a:lnTo>
                <a:lnTo>
                  <a:pt x="1635" y="30412"/>
                </a:lnTo>
                <a:lnTo>
                  <a:pt x="1453" y="30231"/>
                </a:lnTo>
                <a:lnTo>
                  <a:pt x="1292" y="30029"/>
                </a:lnTo>
                <a:lnTo>
                  <a:pt x="1150" y="29807"/>
                </a:lnTo>
                <a:lnTo>
                  <a:pt x="1009" y="29585"/>
                </a:lnTo>
                <a:lnTo>
                  <a:pt x="868" y="29363"/>
                </a:lnTo>
                <a:lnTo>
                  <a:pt x="747" y="29121"/>
                </a:lnTo>
                <a:lnTo>
                  <a:pt x="626" y="28879"/>
                </a:lnTo>
                <a:lnTo>
                  <a:pt x="525" y="28616"/>
                </a:lnTo>
                <a:lnTo>
                  <a:pt x="424" y="28354"/>
                </a:lnTo>
                <a:lnTo>
                  <a:pt x="343" y="28092"/>
                </a:lnTo>
                <a:lnTo>
                  <a:pt x="283" y="27829"/>
                </a:lnTo>
                <a:lnTo>
                  <a:pt x="222" y="27547"/>
                </a:lnTo>
                <a:lnTo>
                  <a:pt x="162" y="27264"/>
                </a:lnTo>
                <a:lnTo>
                  <a:pt x="101" y="26719"/>
                </a:lnTo>
                <a:lnTo>
                  <a:pt x="81" y="26154"/>
                </a:lnTo>
                <a:lnTo>
                  <a:pt x="121" y="25609"/>
                </a:lnTo>
                <a:lnTo>
                  <a:pt x="182" y="25065"/>
                </a:lnTo>
                <a:lnTo>
                  <a:pt x="283" y="24520"/>
                </a:lnTo>
                <a:lnTo>
                  <a:pt x="444" y="23995"/>
                </a:lnTo>
                <a:lnTo>
                  <a:pt x="626" y="23490"/>
                </a:lnTo>
                <a:lnTo>
                  <a:pt x="868" y="23006"/>
                </a:lnTo>
                <a:lnTo>
                  <a:pt x="1029" y="22724"/>
                </a:lnTo>
                <a:lnTo>
                  <a:pt x="1191" y="22441"/>
                </a:lnTo>
                <a:lnTo>
                  <a:pt x="1372" y="22179"/>
                </a:lnTo>
                <a:lnTo>
                  <a:pt x="1574" y="21916"/>
                </a:lnTo>
                <a:lnTo>
                  <a:pt x="1776" y="21654"/>
                </a:lnTo>
                <a:lnTo>
                  <a:pt x="1998" y="21392"/>
                </a:lnTo>
                <a:lnTo>
                  <a:pt x="2240" y="21129"/>
                </a:lnTo>
                <a:lnTo>
                  <a:pt x="2482" y="20867"/>
                </a:lnTo>
                <a:lnTo>
                  <a:pt x="3027" y="20383"/>
                </a:lnTo>
                <a:lnTo>
                  <a:pt x="3612" y="19898"/>
                </a:lnTo>
                <a:lnTo>
                  <a:pt x="4258" y="19414"/>
                </a:lnTo>
                <a:lnTo>
                  <a:pt x="4964" y="18970"/>
                </a:lnTo>
                <a:lnTo>
                  <a:pt x="5691" y="18526"/>
                </a:lnTo>
                <a:lnTo>
                  <a:pt x="6438" y="18102"/>
                </a:lnTo>
                <a:lnTo>
                  <a:pt x="7951" y="17336"/>
                </a:lnTo>
                <a:lnTo>
                  <a:pt x="9021" y="16771"/>
                </a:lnTo>
                <a:lnTo>
                  <a:pt x="10110" y="16185"/>
                </a:lnTo>
                <a:lnTo>
                  <a:pt x="10433" y="15983"/>
                </a:lnTo>
                <a:lnTo>
                  <a:pt x="10716" y="15802"/>
                </a:lnTo>
                <a:lnTo>
                  <a:pt x="10978" y="15600"/>
                </a:lnTo>
                <a:lnTo>
                  <a:pt x="11220" y="15398"/>
                </a:lnTo>
                <a:lnTo>
                  <a:pt x="11442" y="15196"/>
                </a:lnTo>
                <a:lnTo>
                  <a:pt x="11644" y="14974"/>
                </a:lnTo>
                <a:lnTo>
                  <a:pt x="11805" y="14752"/>
                </a:lnTo>
                <a:lnTo>
                  <a:pt x="11967" y="14510"/>
                </a:lnTo>
                <a:lnTo>
                  <a:pt x="12088" y="14268"/>
                </a:lnTo>
                <a:lnTo>
                  <a:pt x="12189" y="13986"/>
                </a:lnTo>
                <a:lnTo>
                  <a:pt x="12290" y="13723"/>
                </a:lnTo>
                <a:lnTo>
                  <a:pt x="12350" y="13421"/>
                </a:lnTo>
                <a:lnTo>
                  <a:pt x="12411" y="13098"/>
                </a:lnTo>
                <a:lnTo>
                  <a:pt x="12451" y="12755"/>
                </a:lnTo>
                <a:lnTo>
                  <a:pt x="12471" y="12391"/>
                </a:lnTo>
                <a:lnTo>
                  <a:pt x="12471" y="12008"/>
                </a:lnTo>
                <a:lnTo>
                  <a:pt x="12492" y="11302"/>
                </a:lnTo>
                <a:lnTo>
                  <a:pt x="12512" y="10616"/>
                </a:lnTo>
                <a:lnTo>
                  <a:pt x="12532" y="9950"/>
                </a:lnTo>
                <a:lnTo>
                  <a:pt x="12592" y="9324"/>
                </a:lnTo>
                <a:lnTo>
                  <a:pt x="12653" y="8698"/>
                </a:lnTo>
                <a:lnTo>
                  <a:pt x="12714" y="8113"/>
                </a:lnTo>
                <a:lnTo>
                  <a:pt x="12814" y="7548"/>
                </a:lnTo>
                <a:lnTo>
                  <a:pt x="12915" y="7003"/>
                </a:lnTo>
                <a:lnTo>
                  <a:pt x="13036" y="6479"/>
                </a:lnTo>
                <a:lnTo>
                  <a:pt x="13157" y="5974"/>
                </a:lnTo>
                <a:lnTo>
                  <a:pt x="13299" y="5510"/>
                </a:lnTo>
                <a:lnTo>
                  <a:pt x="13460" y="5046"/>
                </a:lnTo>
                <a:lnTo>
                  <a:pt x="13642" y="4622"/>
                </a:lnTo>
                <a:lnTo>
                  <a:pt x="13823" y="4218"/>
                </a:lnTo>
                <a:lnTo>
                  <a:pt x="14025" y="3835"/>
                </a:lnTo>
                <a:lnTo>
                  <a:pt x="14247" y="3472"/>
                </a:lnTo>
                <a:lnTo>
                  <a:pt x="14429" y="3169"/>
                </a:lnTo>
                <a:lnTo>
                  <a:pt x="14631" y="2887"/>
                </a:lnTo>
                <a:lnTo>
                  <a:pt x="14853" y="2644"/>
                </a:lnTo>
                <a:lnTo>
                  <a:pt x="15054" y="2402"/>
                </a:lnTo>
                <a:lnTo>
                  <a:pt x="15276" y="2180"/>
                </a:lnTo>
                <a:lnTo>
                  <a:pt x="15498" y="1979"/>
                </a:lnTo>
                <a:lnTo>
                  <a:pt x="15700" y="1797"/>
                </a:lnTo>
                <a:lnTo>
                  <a:pt x="15942" y="1635"/>
                </a:lnTo>
                <a:lnTo>
                  <a:pt x="16386" y="1333"/>
                </a:lnTo>
                <a:lnTo>
                  <a:pt x="16830" y="1091"/>
                </a:lnTo>
                <a:lnTo>
                  <a:pt x="17274" y="869"/>
                </a:lnTo>
                <a:lnTo>
                  <a:pt x="17698" y="667"/>
                </a:lnTo>
                <a:lnTo>
                  <a:pt x="18142" y="505"/>
                </a:lnTo>
                <a:lnTo>
                  <a:pt x="18606" y="364"/>
                </a:lnTo>
                <a:lnTo>
                  <a:pt x="19070" y="243"/>
                </a:lnTo>
                <a:lnTo>
                  <a:pt x="19534" y="162"/>
                </a:lnTo>
                <a:lnTo>
                  <a:pt x="19999" y="102"/>
                </a:lnTo>
                <a:lnTo>
                  <a:pt x="20483" y="82"/>
                </a:lnTo>
                <a:close/>
                <a:moveTo>
                  <a:pt x="20483" y="1"/>
                </a:moveTo>
                <a:lnTo>
                  <a:pt x="19999" y="21"/>
                </a:lnTo>
                <a:lnTo>
                  <a:pt x="19534" y="82"/>
                </a:lnTo>
                <a:lnTo>
                  <a:pt x="19050" y="162"/>
                </a:lnTo>
                <a:lnTo>
                  <a:pt x="18586" y="283"/>
                </a:lnTo>
                <a:lnTo>
                  <a:pt x="18122" y="425"/>
                </a:lnTo>
                <a:lnTo>
                  <a:pt x="17678" y="606"/>
                </a:lnTo>
                <a:lnTo>
                  <a:pt x="17214" y="808"/>
                </a:lnTo>
                <a:lnTo>
                  <a:pt x="16750" y="1050"/>
                </a:lnTo>
                <a:lnTo>
                  <a:pt x="16285" y="1313"/>
                </a:lnTo>
                <a:lnTo>
                  <a:pt x="15841" y="1615"/>
                </a:lnTo>
                <a:lnTo>
                  <a:pt x="15619" y="1777"/>
                </a:lnTo>
                <a:lnTo>
                  <a:pt x="15397" y="1979"/>
                </a:lnTo>
                <a:lnTo>
                  <a:pt x="15175" y="2180"/>
                </a:lnTo>
                <a:lnTo>
                  <a:pt x="14974" y="2382"/>
                </a:lnTo>
                <a:lnTo>
                  <a:pt x="14752" y="2624"/>
                </a:lnTo>
                <a:lnTo>
                  <a:pt x="14550" y="2866"/>
                </a:lnTo>
                <a:lnTo>
                  <a:pt x="14368" y="3129"/>
                </a:lnTo>
                <a:lnTo>
                  <a:pt x="14166" y="3411"/>
                </a:lnTo>
                <a:lnTo>
                  <a:pt x="13944" y="3795"/>
                </a:lnTo>
                <a:lnTo>
                  <a:pt x="13743" y="4178"/>
                </a:lnTo>
                <a:lnTo>
                  <a:pt x="13561" y="4582"/>
                </a:lnTo>
                <a:lnTo>
                  <a:pt x="13400" y="5026"/>
                </a:lnTo>
                <a:lnTo>
                  <a:pt x="13238" y="5470"/>
                </a:lnTo>
                <a:lnTo>
                  <a:pt x="13077" y="5954"/>
                </a:lnTo>
                <a:lnTo>
                  <a:pt x="12956" y="6458"/>
                </a:lnTo>
                <a:lnTo>
                  <a:pt x="12835" y="6983"/>
                </a:lnTo>
                <a:lnTo>
                  <a:pt x="12734" y="7528"/>
                </a:lnTo>
                <a:lnTo>
                  <a:pt x="12653" y="8093"/>
                </a:lnTo>
                <a:lnTo>
                  <a:pt x="12572" y="8678"/>
                </a:lnTo>
                <a:lnTo>
                  <a:pt x="12512" y="9304"/>
                </a:lnTo>
                <a:lnTo>
                  <a:pt x="12451" y="9950"/>
                </a:lnTo>
                <a:lnTo>
                  <a:pt x="12431" y="10616"/>
                </a:lnTo>
                <a:lnTo>
                  <a:pt x="12411" y="11302"/>
                </a:lnTo>
                <a:lnTo>
                  <a:pt x="12391" y="12008"/>
                </a:lnTo>
                <a:lnTo>
                  <a:pt x="12391" y="12391"/>
                </a:lnTo>
                <a:lnTo>
                  <a:pt x="12370" y="12755"/>
                </a:lnTo>
                <a:lnTo>
                  <a:pt x="12330" y="13078"/>
                </a:lnTo>
                <a:lnTo>
                  <a:pt x="12270" y="13400"/>
                </a:lnTo>
                <a:lnTo>
                  <a:pt x="12209" y="13683"/>
                </a:lnTo>
                <a:lnTo>
                  <a:pt x="12128" y="13965"/>
                </a:lnTo>
                <a:lnTo>
                  <a:pt x="12007" y="14228"/>
                </a:lnTo>
                <a:lnTo>
                  <a:pt x="11886" y="14470"/>
                </a:lnTo>
                <a:lnTo>
                  <a:pt x="11745" y="14712"/>
                </a:lnTo>
                <a:lnTo>
                  <a:pt x="11563" y="14934"/>
                </a:lnTo>
                <a:lnTo>
                  <a:pt x="11382" y="15136"/>
                </a:lnTo>
                <a:lnTo>
                  <a:pt x="11160" y="15338"/>
                </a:lnTo>
                <a:lnTo>
                  <a:pt x="10938" y="15540"/>
                </a:lnTo>
                <a:lnTo>
                  <a:pt x="10675" y="15741"/>
                </a:lnTo>
                <a:lnTo>
                  <a:pt x="10373" y="15923"/>
                </a:lnTo>
                <a:lnTo>
                  <a:pt x="10070" y="16105"/>
                </a:lnTo>
                <a:lnTo>
                  <a:pt x="8980" y="16690"/>
                </a:lnTo>
                <a:lnTo>
                  <a:pt x="7911" y="17255"/>
                </a:lnTo>
                <a:lnTo>
                  <a:pt x="6397" y="18042"/>
                </a:lnTo>
                <a:lnTo>
                  <a:pt x="5651" y="18466"/>
                </a:lnTo>
                <a:lnTo>
                  <a:pt x="4924" y="18889"/>
                </a:lnTo>
                <a:lnTo>
                  <a:pt x="4218" y="19354"/>
                </a:lnTo>
                <a:lnTo>
                  <a:pt x="3552" y="19838"/>
                </a:lnTo>
                <a:lnTo>
                  <a:pt x="2967" y="20322"/>
                </a:lnTo>
                <a:lnTo>
                  <a:pt x="2422" y="20827"/>
                </a:lnTo>
                <a:lnTo>
                  <a:pt x="2180" y="21069"/>
                </a:lnTo>
                <a:lnTo>
                  <a:pt x="1937" y="21331"/>
                </a:lnTo>
                <a:lnTo>
                  <a:pt x="1715" y="21594"/>
                </a:lnTo>
                <a:lnTo>
                  <a:pt x="1514" y="21856"/>
                </a:lnTo>
                <a:lnTo>
                  <a:pt x="1312" y="22138"/>
                </a:lnTo>
                <a:lnTo>
                  <a:pt x="1130" y="22401"/>
                </a:lnTo>
                <a:lnTo>
                  <a:pt x="949" y="22683"/>
                </a:lnTo>
                <a:lnTo>
                  <a:pt x="807" y="22966"/>
                </a:lnTo>
                <a:lnTo>
                  <a:pt x="565" y="23450"/>
                </a:lnTo>
                <a:lnTo>
                  <a:pt x="363" y="23975"/>
                </a:lnTo>
                <a:lnTo>
                  <a:pt x="222" y="24499"/>
                </a:lnTo>
                <a:lnTo>
                  <a:pt x="101" y="25044"/>
                </a:lnTo>
                <a:lnTo>
                  <a:pt x="40" y="25589"/>
                </a:lnTo>
                <a:lnTo>
                  <a:pt x="0" y="26154"/>
                </a:lnTo>
                <a:lnTo>
                  <a:pt x="20" y="26719"/>
                </a:lnTo>
                <a:lnTo>
                  <a:pt x="81" y="27284"/>
                </a:lnTo>
                <a:lnTo>
                  <a:pt x="141" y="27567"/>
                </a:lnTo>
                <a:lnTo>
                  <a:pt x="202" y="27849"/>
                </a:lnTo>
                <a:lnTo>
                  <a:pt x="262" y="28112"/>
                </a:lnTo>
                <a:lnTo>
                  <a:pt x="363" y="28394"/>
                </a:lnTo>
                <a:lnTo>
                  <a:pt x="444" y="28657"/>
                </a:lnTo>
                <a:lnTo>
                  <a:pt x="545" y="28899"/>
                </a:lnTo>
                <a:lnTo>
                  <a:pt x="666" y="29161"/>
                </a:lnTo>
                <a:lnTo>
                  <a:pt x="787" y="29403"/>
                </a:lnTo>
                <a:lnTo>
                  <a:pt x="928" y="29625"/>
                </a:lnTo>
                <a:lnTo>
                  <a:pt x="1070" y="29847"/>
                </a:lnTo>
                <a:lnTo>
                  <a:pt x="1231" y="30069"/>
                </a:lnTo>
                <a:lnTo>
                  <a:pt x="1393" y="30271"/>
                </a:lnTo>
                <a:lnTo>
                  <a:pt x="1574" y="30473"/>
                </a:lnTo>
                <a:lnTo>
                  <a:pt x="1756" y="30654"/>
                </a:lnTo>
                <a:lnTo>
                  <a:pt x="1958" y="30836"/>
                </a:lnTo>
                <a:lnTo>
                  <a:pt x="2159" y="31018"/>
                </a:lnTo>
                <a:lnTo>
                  <a:pt x="2543" y="31300"/>
                </a:lnTo>
                <a:lnTo>
                  <a:pt x="2967" y="31542"/>
                </a:lnTo>
                <a:lnTo>
                  <a:pt x="3390" y="31744"/>
                </a:lnTo>
                <a:lnTo>
                  <a:pt x="3854" y="31926"/>
                </a:lnTo>
                <a:lnTo>
                  <a:pt x="4339" y="32067"/>
                </a:lnTo>
                <a:lnTo>
                  <a:pt x="4843" y="32168"/>
                </a:lnTo>
                <a:lnTo>
                  <a:pt x="5348" y="32228"/>
                </a:lnTo>
                <a:lnTo>
                  <a:pt x="5893" y="32249"/>
                </a:lnTo>
                <a:lnTo>
                  <a:pt x="5933" y="32249"/>
                </a:lnTo>
                <a:lnTo>
                  <a:pt x="6438" y="32228"/>
                </a:lnTo>
                <a:lnTo>
                  <a:pt x="6922" y="32188"/>
                </a:lnTo>
                <a:lnTo>
                  <a:pt x="7426" y="32107"/>
                </a:lnTo>
                <a:lnTo>
                  <a:pt x="7911" y="31986"/>
                </a:lnTo>
                <a:lnTo>
                  <a:pt x="8395" y="31845"/>
                </a:lnTo>
                <a:lnTo>
                  <a:pt x="8879" y="31663"/>
                </a:lnTo>
                <a:lnTo>
                  <a:pt x="9343" y="31462"/>
                </a:lnTo>
                <a:lnTo>
                  <a:pt x="9787" y="31219"/>
                </a:lnTo>
                <a:lnTo>
                  <a:pt x="10211" y="30977"/>
                </a:lnTo>
                <a:lnTo>
                  <a:pt x="10635" y="30695"/>
                </a:lnTo>
                <a:lnTo>
                  <a:pt x="11039" y="30392"/>
                </a:lnTo>
                <a:lnTo>
                  <a:pt x="11442" y="30089"/>
                </a:lnTo>
                <a:lnTo>
                  <a:pt x="12209" y="29444"/>
                </a:lnTo>
                <a:lnTo>
                  <a:pt x="12956" y="28778"/>
                </a:lnTo>
                <a:lnTo>
                  <a:pt x="13480" y="28314"/>
                </a:lnTo>
                <a:lnTo>
                  <a:pt x="14005" y="27849"/>
                </a:lnTo>
                <a:lnTo>
                  <a:pt x="14550" y="27405"/>
                </a:lnTo>
                <a:lnTo>
                  <a:pt x="15115" y="26961"/>
                </a:lnTo>
                <a:lnTo>
                  <a:pt x="15559" y="26659"/>
                </a:lnTo>
                <a:lnTo>
                  <a:pt x="16023" y="26356"/>
                </a:lnTo>
                <a:lnTo>
                  <a:pt x="16507" y="26074"/>
                </a:lnTo>
                <a:lnTo>
                  <a:pt x="16992" y="25811"/>
                </a:lnTo>
                <a:lnTo>
                  <a:pt x="17960" y="25307"/>
                </a:lnTo>
                <a:lnTo>
                  <a:pt x="18949" y="24822"/>
                </a:lnTo>
                <a:lnTo>
                  <a:pt x="19918" y="24338"/>
                </a:lnTo>
                <a:lnTo>
                  <a:pt x="20886" y="23834"/>
                </a:lnTo>
                <a:lnTo>
                  <a:pt x="21351" y="23571"/>
                </a:lnTo>
                <a:lnTo>
                  <a:pt x="21835" y="23309"/>
                </a:lnTo>
                <a:lnTo>
                  <a:pt x="22299" y="23006"/>
                </a:lnTo>
                <a:lnTo>
                  <a:pt x="22743" y="22703"/>
                </a:lnTo>
                <a:lnTo>
                  <a:pt x="23227" y="22340"/>
                </a:lnTo>
                <a:lnTo>
                  <a:pt x="23691" y="21957"/>
                </a:lnTo>
                <a:lnTo>
                  <a:pt x="24135" y="21553"/>
                </a:lnTo>
                <a:lnTo>
                  <a:pt x="24559" y="21129"/>
                </a:lnTo>
                <a:lnTo>
                  <a:pt x="24983" y="20685"/>
                </a:lnTo>
                <a:lnTo>
                  <a:pt x="25366" y="20221"/>
                </a:lnTo>
                <a:lnTo>
                  <a:pt x="25750" y="19737"/>
                </a:lnTo>
                <a:lnTo>
                  <a:pt x="26093" y="19232"/>
                </a:lnTo>
                <a:lnTo>
                  <a:pt x="26436" y="18728"/>
                </a:lnTo>
                <a:lnTo>
                  <a:pt x="26739" y="18183"/>
                </a:lnTo>
                <a:lnTo>
                  <a:pt x="27021" y="17638"/>
                </a:lnTo>
                <a:lnTo>
                  <a:pt x="27304" y="17093"/>
                </a:lnTo>
                <a:lnTo>
                  <a:pt x="27546" y="16528"/>
                </a:lnTo>
                <a:lnTo>
                  <a:pt x="27748" y="15943"/>
                </a:lnTo>
                <a:lnTo>
                  <a:pt x="27949" y="15358"/>
                </a:lnTo>
                <a:lnTo>
                  <a:pt x="28111" y="14752"/>
                </a:lnTo>
                <a:lnTo>
                  <a:pt x="28252" y="14167"/>
                </a:lnTo>
                <a:lnTo>
                  <a:pt x="28353" y="13582"/>
                </a:lnTo>
                <a:lnTo>
                  <a:pt x="28454" y="12977"/>
                </a:lnTo>
                <a:lnTo>
                  <a:pt x="28514" y="12391"/>
                </a:lnTo>
                <a:lnTo>
                  <a:pt x="28555" y="11786"/>
                </a:lnTo>
                <a:lnTo>
                  <a:pt x="28555" y="11181"/>
                </a:lnTo>
                <a:lnTo>
                  <a:pt x="28555" y="10555"/>
                </a:lnTo>
                <a:lnTo>
                  <a:pt x="28514" y="9950"/>
                </a:lnTo>
                <a:lnTo>
                  <a:pt x="28454" y="9344"/>
                </a:lnTo>
                <a:lnTo>
                  <a:pt x="28373" y="8739"/>
                </a:lnTo>
                <a:lnTo>
                  <a:pt x="28272" y="8133"/>
                </a:lnTo>
                <a:lnTo>
                  <a:pt x="28151" y="7528"/>
                </a:lnTo>
                <a:lnTo>
                  <a:pt x="27990" y="6923"/>
                </a:lnTo>
                <a:lnTo>
                  <a:pt x="27828" y="6337"/>
                </a:lnTo>
                <a:lnTo>
                  <a:pt x="27627" y="5752"/>
                </a:lnTo>
                <a:lnTo>
                  <a:pt x="27405" y="5167"/>
                </a:lnTo>
                <a:lnTo>
                  <a:pt x="27142" y="4541"/>
                </a:lnTo>
                <a:lnTo>
                  <a:pt x="26860" y="3976"/>
                </a:lnTo>
                <a:lnTo>
                  <a:pt x="26557" y="3452"/>
                </a:lnTo>
                <a:lnTo>
                  <a:pt x="26234" y="2947"/>
                </a:lnTo>
                <a:lnTo>
                  <a:pt x="25911" y="2503"/>
                </a:lnTo>
                <a:lnTo>
                  <a:pt x="25548" y="2100"/>
                </a:lnTo>
                <a:lnTo>
                  <a:pt x="25185" y="1716"/>
                </a:lnTo>
                <a:lnTo>
                  <a:pt x="24801" y="1393"/>
                </a:lnTo>
                <a:lnTo>
                  <a:pt x="24438" y="1111"/>
                </a:lnTo>
                <a:lnTo>
                  <a:pt x="24055" y="889"/>
                </a:lnTo>
                <a:lnTo>
                  <a:pt x="23651" y="667"/>
                </a:lnTo>
                <a:lnTo>
                  <a:pt x="23227" y="485"/>
                </a:lnTo>
                <a:lnTo>
                  <a:pt x="22783" y="344"/>
                </a:lnTo>
                <a:lnTo>
                  <a:pt x="22339" y="223"/>
                </a:lnTo>
                <a:lnTo>
                  <a:pt x="21895" y="122"/>
                </a:lnTo>
                <a:lnTo>
                  <a:pt x="21411" y="61"/>
                </a:lnTo>
                <a:lnTo>
                  <a:pt x="20947" y="21"/>
                </a:lnTo>
                <a:lnTo>
                  <a:pt x="20483" y="1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33" name="Google Shape;1333;p17"/>
          <p:cNvSpPr/>
          <p:nvPr/>
        </p:nvSpPr>
        <p:spPr>
          <a:xfrm>
            <a:off x="7290020" y="98147"/>
            <a:ext cx="6754688" cy="4497143"/>
          </a:xfrm>
          <a:custGeom>
            <a:rect b="b" l="l" r="r" t="t"/>
            <a:pathLst>
              <a:path extrusionOk="0" h="80439" w="120819">
                <a:moveTo>
                  <a:pt x="94887" y="81"/>
                </a:moveTo>
                <a:lnTo>
                  <a:pt x="96400" y="122"/>
                </a:lnTo>
                <a:lnTo>
                  <a:pt x="97914" y="182"/>
                </a:lnTo>
                <a:lnTo>
                  <a:pt x="99427" y="283"/>
                </a:lnTo>
                <a:lnTo>
                  <a:pt x="100941" y="424"/>
                </a:lnTo>
                <a:lnTo>
                  <a:pt x="102454" y="586"/>
                </a:lnTo>
                <a:lnTo>
                  <a:pt x="103968" y="788"/>
                </a:lnTo>
                <a:lnTo>
                  <a:pt x="105481" y="1030"/>
                </a:lnTo>
                <a:lnTo>
                  <a:pt x="106894" y="1272"/>
                </a:lnTo>
                <a:lnTo>
                  <a:pt x="107620" y="1413"/>
                </a:lnTo>
                <a:lnTo>
                  <a:pt x="108367" y="1595"/>
                </a:lnTo>
                <a:lnTo>
                  <a:pt x="109114" y="1777"/>
                </a:lnTo>
                <a:lnTo>
                  <a:pt x="109860" y="1998"/>
                </a:lnTo>
                <a:lnTo>
                  <a:pt x="110607" y="2241"/>
                </a:lnTo>
                <a:lnTo>
                  <a:pt x="111354" y="2503"/>
                </a:lnTo>
                <a:lnTo>
                  <a:pt x="112100" y="2806"/>
                </a:lnTo>
                <a:lnTo>
                  <a:pt x="112827" y="3129"/>
                </a:lnTo>
                <a:lnTo>
                  <a:pt x="113533" y="3492"/>
                </a:lnTo>
                <a:lnTo>
                  <a:pt x="114219" y="3895"/>
                </a:lnTo>
                <a:lnTo>
                  <a:pt x="114562" y="4117"/>
                </a:lnTo>
                <a:lnTo>
                  <a:pt x="114885" y="4339"/>
                </a:lnTo>
                <a:lnTo>
                  <a:pt x="115208" y="4582"/>
                </a:lnTo>
                <a:lnTo>
                  <a:pt x="115531" y="4824"/>
                </a:lnTo>
                <a:lnTo>
                  <a:pt x="115834" y="5086"/>
                </a:lnTo>
                <a:lnTo>
                  <a:pt x="116136" y="5369"/>
                </a:lnTo>
                <a:lnTo>
                  <a:pt x="116419" y="5651"/>
                </a:lnTo>
                <a:lnTo>
                  <a:pt x="116701" y="5934"/>
                </a:lnTo>
                <a:lnTo>
                  <a:pt x="117044" y="6317"/>
                </a:lnTo>
                <a:lnTo>
                  <a:pt x="117367" y="6721"/>
                </a:lnTo>
                <a:lnTo>
                  <a:pt x="117690" y="7165"/>
                </a:lnTo>
                <a:lnTo>
                  <a:pt x="118033" y="7669"/>
                </a:lnTo>
                <a:lnTo>
                  <a:pt x="118336" y="8194"/>
                </a:lnTo>
                <a:lnTo>
                  <a:pt x="118659" y="8799"/>
                </a:lnTo>
                <a:lnTo>
                  <a:pt x="118941" y="9445"/>
                </a:lnTo>
                <a:lnTo>
                  <a:pt x="119224" y="10171"/>
                </a:lnTo>
                <a:lnTo>
                  <a:pt x="119486" y="10958"/>
                </a:lnTo>
                <a:lnTo>
                  <a:pt x="119728" y="11826"/>
                </a:lnTo>
                <a:lnTo>
                  <a:pt x="119950" y="12795"/>
                </a:lnTo>
                <a:lnTo>
                  <a:pt x="120152" y="13824"/>
                </a:lnTo>
                <a:lnTo>
                  <a:pt x="120334" y="14974"/>
                </a:lnTo>
                <a:lnTo>
                  <a:pt x="120475" y="16205"/>
                </a:lnTo>
                <a:lnTo>
                  <a:pt x="120576" y="17557"/>
                </a:lnTo>
                <a:lnTo>
                  <a:pt x="120657" y="19010"/>
                </a:lnTo>
                <a:lnTo>
                  <a:pt x="120697" y="20241"/>
                </a:lnTo>
                <a:lnTo>
                  <a:pt x="120717" y="21472"/>
                </a:lnTo>
                <a:lnTo>
                  <a:pt x="120737" y="22683"/>
                </a:lnTo>
                <a:lnTo>
                  <a:pt x="120737" y="23914"/>
                </a:lnTo>
                <a:lnTo>
                  <a:pt x="120717" y="25145"/>
                </a:lnTo>
                <a:lnTo>
                  <a:pt x="120697" y="26376"/>
                </a:lnTo>
                <a:lnTo>
                  <a:pt x="120657" y="27607"/>
                </a:lnTo>
                <a:lnTo>
                  <a:pt x="120616" y="28838"/>
                </a:lnTo>
                <a:lnTo>
                  <a:pt x="120536" y="30049"/>
                </a:lnTo>
                <a:lnTo>
                  <a:pt x="120455" y="31280"/>
                </a:lnTo>
                <a:lnTo>
                  <a:pt x="120374" y="32511"/>
                </a:lnTo>
                <a:lnTo>
                  <a:pt x="120253" y="33722"/>
                </a:lnTo>
                <a:lnTo>
                  <a:pt x="120152" y="34953"/>
                </a:lnTo>
                <a:lnTo>
                  <a:pt x="120011" y="36163"/>
                </a:lnTo>
                <a:lnTo>
                  <a:pt x="119870" y="37394"/>
                </a:lnTo>
                <a:lnTo>
                  <a:pt x="119708" y="38605"/>
                </a:lnTo>
                <a:lnTo>
                  <a:pt x="119567" y="39533"/>
                </a:lnTo>
                <a:lnTo>
                  <a:pt x="119405" y="40462"/>
                </a:lnTo>
                <a:lnTo>
                  <a:pt x="119224" y="41390"/>
                </a:lnTo>
                <a:lnTo>
                  <a:pt x="119103" y="41834"/>
                </a:lnTo>
                <a:lnTo>
                  <a:pt x="118982" y="42278"/>
                </a:lnTo>
                <a:lnTo>
                  <a:pt x="118820" y="42722"/>
                </a:lnTo>
                <a:lnTo>
                  <a:pt x="118659" y="43166"/>
                </a:lnTo>
                <a:lnTo>
                  <a:pt x="118497" y="43590"/>
                </a:lnTo>
                <a:lnTo>
                  <a:pt x="118296" y="43993"/>
                </a:lnTo>
                <a:lnTo>
                  <a:pt x="118074" y="44397"/>
                </a:lnTo>
                <a:lnTo>
                  <a:pt x="117831" y="44800"/>
                </a:lnTo>
                <a:lnTo>
                  <a:pt x="117549" y="45164"/>
                </a:lnTo>
                <a:lnTo>
                  <a:pt x="117266" y="45527"/>
                </a:lnTo>
                <a:lnTo>
                  <a:pt x="117105" y="45709"/>
                </a:lnTo>
                <a:lnTo>
                  <a:pt x="116943" y="45870"/>
                </a:lnTo>
                <a:lnTo>
                  <a:pt x="116782" y="45991"/>
                </a:lnTo>
                <a:lnTo>
                  <a:pt x="116621" y="46112"/>
                </a:lnTo>
                <a:lnTo>
                  <a:pt x="116459" y="46193"/>
                </a:lnTo>
                <a:lnTo>
                  <a:pt x="116298" y="46253"/>
                </a:lnTo>
                <a:lnTo>
                  <a:pt x="116136" y="46294"/>
                </a:lnTo>
                <a:lnTo>
                  <a:pt x="115975" y="46314"/>
                </a:lnTo>
                <a:lnTo>
                  <a:pt x="115813" y="46314"/>
                </a:lnTo>
                <a:lnTo>
                  <a:pt x="115632" y="46294"/>
                </a:lnTo>
                <a:lnTo>
                  <a:pt x="115490" y="46253"/>
                </a:lnTo>
                <a:lnTo>
                  <a:pt x="115349" y="46193"/>
                </a:lnTo>
                <a:lnTo>
                  <a:pt x="115228" y="46092"/>
                </a:lnTo>
                <a:lnTo>
                  <a:pt x="115107" y="45991"/>
                </a:lnTo>
                <a:lnTo>
                  <a:pt x="115006" y="45890"/>
                </a:lnTo>
                <a:lnTo>
                  <a:pt x="114905" y="45749"/>
                </a:lnTo>
                <a:lnTo>
                  <a:pt x="114724" y="45446"/>
                </a:lnTo>
                <a:lnTo>
                  <a:pt x="114562" y="45103"/>
                </a:lnTo>
                <a:lnTo>
                  <a:pt x="114441" y="44740"/>
                </a:lnTo>
                <a:lnTo>
                  <a:pt x="114300" y="44336"/>
                </a:lnTo>
                <a:lnTo>
                  <a:pt x="114360" y="44316"/>
                </a:lnTo>
                <a:lnTo>
                  <a:pt x="114199" y="43751"/>
                </a:lnTo>
                <a:lnTo>
                  <a:pt x="114017" y="43186"/>
                </a:lnTo>
                <a:lnTo>
                  <a:pt x="113816" y="42641"/>
                </a:lnTo>
                <a:lnTo>
                  <a:pt x="113594" y="42096"/>
                </a:lnTo>
                <a:lnTo>
                  <a:pt x="113331" y="41551"/>
                </a:lnTo>
                <a:lnTo>
                  <a:pt x="113049" y="41027"/>
                </a:lnTo>
                <a:lnTo>
                  <a:pt x="112746" y="40522"/>
                </a:lnTo>
                <a:lnTo>
                  <a:pt x="112403" y="40018"/>
                </a:lnTo>
                <a:lnTo>
                  <a:pt x="112040" y="39533"/>
                </a:lnTo>
                <a:lnTo>
                  <a:pt x="111656" y="39049"/>
                </a:lnTo>
                <a:lnTo>
                  <a:pt x="111253" y="38605"/>
                </a:lnTo>
                <a:lnTo>
                  <a:pt x="110829" y="38161"/>
                </a:lnTo>
                <a:lnTo>
                  <a:pt x="110365" y="37717"/>
                </a:lnTo>
                <a:lnTo>
                  <a:pt x="109901" y="37314"/>
                </a:lnTo>
                <a:lnTo>
                  <a:pt x="109396" y="36910"/>
                </a:lnTo>
                <a:lnTo>
                  <a:pt x="108892" y="36547"/>
                </a:lnTo>
                <a:lnTo>
                  <a:pt x="108367" y="36184"/>
                </a:lnTo>
                <a:lnTo>
                  <a:pt x="107822" y="35861"/>
                </a:lnTo>
                <a:lnTo>
                  <a:pt x="107277" y="35558"/>
                </a:lnTo>
                <a:lnTo>
                  <a:pt x="106712" y="35275"/>
                </a:lnTo>
                <a:lnTo>
                  <a:pt x="106147" y="35033"/>
                </a:lnTo>
                <a:lnTo>
                  <a:pt x="105582" y="34811"/>
                </a:lnTo>
                <a:lnTo>
                  <a:pt x="104997" y="34610"/>
                </a:lnTo>
                <a:lnTo>
                  <a:pt x="104412" y="34428"/>
                </a:lnTo>
                <a:lnTo>
                  <a:pt x="103826" y="34287"/>
                </a:lnTo>
                <a:lnTo>
                  <a:pt x="103241" y="34166"/>
                </a:lnTo>
                <a:lnTo>
                  <a:pt x="102636" y="34065"/>
                </a:lnTo>
                <a:lnTo>
                  <a:pt x="102051" y="34004"/>
                </a:lnTo>
                <a:lnTo>
                  <a:pt x="101445" y="33964"/>
                </a:lnTo>
                <a:lnTo>
                  <a:pt x="100860" y="33944"/>
                </a:lnTo>
                <a:lnTo>
                  <a:pt x="100255" y="33964"/>
                </a:lnTo>
                <a:lnTo>
                  <a:pt x="99669" y="34004"/>
                </a:lnTo>
                <a:lnTo>
                  <a:pt x="99084" y="34085"/>
                </a:lnTo>
                <a:lnTo>
                  <a:pt x="98499" y="34166"/>
                </a:lnTo>
                <a:lnTo>
                  <a:pt x="97914" y="34307"/>
                </a:lnTo>
                <a:lnTo>
                  <a:pt x="97349" y="34448"/>
                </a:lnTo>
                <a:lnTo>
                  <a:pt x="96763" y="34630"/>
                </a:lnTo>
                <a:lnTo>
                  <a:pt x="96198" y="34831"/>
                </a:lnTo>
                <a:lnTo>
                  <a:pt x="95654" y="35053"/>
                </a:lnTo>
                <a:lnTo>
                  <a:pt x="95109" y="35296"/>
                </a:lnTo>
                <a:lnTo>
                  <a:pt x="94564" y="35578"/>
                </a:lnTo>
                <a:lnTo>
                  <a:pt x="94019" y="35861"/>
                </a:lnTo>
                <a:lnTo>
                  <a:pt x="93494" y="36184"/>
                </a:lnTo>
                <a:lnTo>
                  <a:pt x="92990" y="36527"/>
                </a:lnTo>
                <a:lnTo>
                  <a:pt x="92485" y="36910"/>
                </a:lnTo>
                <a:lnTo>
                  <a:pt x="92001" y="37293"/>
                </a:lnTo>
                <a:lnTo>
                  <a:pt x="91517" y="37697"/>
                </a:lnTo>
                <a:lnTo>
                  <a:pt x="91052" y="38141"/>
                </a:lnTo>
                <a:lnTo>
                  <a:pt x="90609" y="38585"/>
                </a:lnTo>
                <a:lnTo>
                  <a:pt x="90185" y="39049"/>
                </a:lnTo>
                <a:lnTo>
                  <a:pt x="89781" y="39513"/>
                </a:lnTo>
                <a:lnTo>
                  <a:pt x="89398" y="40018"/>
                </a:lnTo>
                <a:lnTo>
                  <a:pt x="89055" y="40502"/>
                </a:lnTo>
                <a:lnTo>
                  <a:pt x="88712" y="41027"/>
                </a:lnTo>
                <a:lnTo>
                  <a:pt x="88389" y="41551"/>
                </a:lnTo>
                <a:lnTo>
                  <a:pt x="88086" y="42076"/>
                </a:lnTo>
                <a:lnTo>
                  <a:pt x="87824" y="42621"/>
                </a:lnTo>
                <a:lnTo>
                  <a:pt x="87561" y="43186"/>
                </a:lnTo>
                <a:lnTo>
                  <a:pt x="87339" y="43751"/>
                </a:lnTo>
                <a:lnTo>
                  <a:pt x="87138" y="44316"/>
                </a:lnTo>
                <a:lnTo>
                  <a:pt x="86956" y="44881"/>
                </a:lnTo>
                <a:lnTo>
                  <a:pt x="86815" y="45466"/>
                </a:lnTo>
                <a:lnTo>
                  <a:pt x="86673" y="46052"/>
                </a:lnTo>
                <a:lnTo>
                  <a:pt x="86573" y="46637"/>
                </a:lnTo>
                <a:lnTo>
                  <a:pt x="86492" y="47283"/>
                </a:lnTo>
                <a:lnTo>
                  <a:pt x="86411" y="47928"/>
                </a:lnTo>
                <a:lnTo>
                  <a:pt x="86290" y="49240"/>
                </a:lnTo>
                <a:lnTo>
                  <a:pt x="86209" y="50330"/>
                </a:lnTo>
                <a:lnTo>
                  <a:pt x="86088" y="51399"/>
                </a:lnTo>
                <a:lnTo>
                  <a:pt x="86007" y="51924"/>
                </a:lnTo>
                <a:lnTo>
                  <a:pt x="85927" y="52449"/>
                </a:lnTo>
                <a:lnTo>
                  <a:pt x="85806" y="52973"/>
                </a:lnTo>
                <a:lnTo>
                  <a:pt x="85685" y="53458"/>
                </a:lnTo>
                <a:lnTo>
                  <a:pt x="85543" y="53962"/>
                </a:lnTo>
                <a:lnTo>
                  <a:pt x="85362" y="54426"/>
                </a:lnTo>
                <a:lnTo>
                  <a:pt x="85160" y="54870"/>
                </a:lnTo>
                <a:lnTo>
                  <a:pt x="84918" y="55314"/>
                </a:lnTo>
                <a:lnTo>
                  <a:pt x="84655" y="55718"/>
                </a:lnTo>
                <a:lnTo>
                  <a:pt x="84353" y="56101"/>
                </a:lnTo>
                <a:lnTo>
                  <a:pt x="84171" y="56303"/>
                </a:lnTo>
                <a:lnTo>
                  <a:pt x="84010" y="56465"/>
                </a:lnTo>
                <a:lnTo>
                  <a:pt x="83808" y="56646"/>
                </a:lnTo>
                <a:lnTo>
                  <a:pt x="83606" y="56808"/>
                </a:lnTo>
                <a:lnTo>
                  <a:pt x="83344" y="56989"/>
                </a:lnTo>
                <a:lnTo>
                  <a:pt x="83041" y="57191"/>
                </a:lnTo>
                <a:lnTo>
                  <a:pt x="82658" y="57393"/>
                </a:lnTo>
                <a:lnTo>
                  <a:pt x="82173" y="57595"/>
                </a:lnTo>
                <a:lnTo>
                  <a:pt x="81628" y="57776"/>
                </a:lnTo>
                <a:lnTo>
                  <a:pt x="81326" y="57877"/>
                </a:lnTo>
                <a:lnTo>
                  <a:pt x="80983" y="57958"/>
                </a:lnTo>
                <a:lnTo>
                  <a:pt x="80599" y="58018"/>
                </a:lnTo>
                <a:lnTo>
                  <a:pt x="80216" y="58099"/>
                </a:lnTo>
                <a:lnTo>
                  <a:pt x="79792" y="58160"/>
                </a:lnTo>
                <a:lnTo>
                  <a:pt x="79328" y="58200"/>
                </a:lnTo>
                <a:lnTo>
                  <a:pt x="78642" y="58261"/>
                </a:lnTo>
                <a:lnTo>
                  <a:pt x="77935" y="58281"/>
                </a:lnTo>
                <a:lnTo>
                  <a:pt x="77249" y="58301"/>
                </a:lnTo>
                <a:lnTo>
                  <a:pt x="76543" y="58301"/>
                </a:lnTo>
                <a:lnTo>
                  <a:pt x="75837" y="58281"/>
                </a:lnTo>
                <a:lnTo>
                  <a:pt x="75151" y="58240"/>
                </a:lnTo>
                <a:lnTo>
                  <a:pt x="74444" y="58180"/>
                </a:lnTo>
                <a:lnTo>
                  <a:pt x="73758" y="58119"/>
                </a:lnTo>
                <a:lnTo>
                  <a:pt x="72366" y="57958"/>
                </a:lnTo>
                <a:lnTo>
                  <a:pt x="70994" y="57776"/>
                </a:lnTo>
                <a:lnTo>
                  <a:pt x="69601" y="57574"/>
                </a:lnTo>
                <a:lnTo>
                  <a:pt x="68249" y="57352"/>
                </a:lnTo>
                <a:lnTo>
                  <a:pt x="66937" y="57151"/>
                </a:lnTo>
                <a:lnTo>
                  <a:pt x="65605" y="56949"/>
                </a:lnTo>
                <a:lnTo>
                  <a:pt x="64294" y="56767"/>
                </a:lnTo>
                <a:lnTo>
                  <a:pt x="62962" y="56606"/>
                </a:lnTo>
                <a:lnTo>
                  <a:pt x="61771" y="56505"/>
                </a:lnTo>
                <a:lnTo>
                  <a:pt x="60581" y="56424"/>
                </a:lnTo>
                <a:lnTo>
                  <a:pt x="59390" y="56384"/>
                </a:lnTo>
                <a:lnTo>
                  <a:pt x="58179" y="56364"/>
                </a:lnTo>
                <a:lnTo>
                  <a:pt x="56968" y="56384"/>
                </a:lnTo>
                <a:lnTo>
                  <a:pt x="55778" y="56444"/>
                </a:lnTo>
                <a:lnTo>
                  <a:pt x="54567" y="56525"/>
                </a:lnTo>
                <a:lnTo>
                  <a:pt x="53356" y="56646"/>
                </a:lnTo>
                <a:lnTo>
                  <a:pt x="52145" y="56787"/>
                </a:lnTo>
                <a:lnTo>
                  <a:pt x="50935" y="56949"/>
                </a:lnTo>
                <a:lnTo>
                  <a:pt x="49744" y="57151"/>
                </a:lnTo>
                <a:lnTo>
                  <a:pt x="48553" y="57393"/>
                </a:lnTo>
                <a:lnTo>
                  <a:pt x="47343" y="57655"/>
                </a:lnTo>
                <a:lnTo>
                  <a:pt x="46172" y="57958"/>
                </a:lnTo>
                <a:lnTo>
                  <a:pt x="44981" y="58281"/>
                </a:lnTo>
                <a:lnTo>
                  <a:pt x="43811" y="58644"/>
                </a:lnTo>
                <a:lnTo>
                  <a:pt x="42661" y="59027"/>
                </a:lnTo>
                <a:lnTo>
                  <a:pt x="41510" y="59451"/>
                </a:lnTo>
                <a:lnTo>
                  <a:pt x="40380" y="59895"/>
                </a:lnTo>
                <a:lnTo>
                  <a:pt x="39250" y="60359"/>
                </a:lnTo>
                <a:lnTo>
                  <a:pt x="38140" y="60864"/>
                </a:lnTo>
                <a:lnTo>
                  <a:pt x="37031" y="61409"/>
                </a:lnTo>
                <a:lnTo>
                  <a:pt x="35961" y="61954"/>
                </a:lnTo>
                <a:lnTo>
                  <a:pt x="34891" y="62539"/>
                </a:lnTo>
                <a:lnTo>
                  <a:pt x="33842" y="63144"/>
                </a:lnTo>
                <a:lnTo>
                  <a:pt x="32813" y="63790"/>
                </a:lnTo>
                <a:lnTo>
                  <a:pt x="31784" y="64436"/>
                </a:lnTo>
                <a:lnTo>
                  <a:pt x="30795" y="65122"/>
                </a:lnTo>
                <a:lnTo>
                  <a:pt x="29826" y="65828"/>
                </a:lnTo>
                <a:lnTo>
                  <a:pt x="28878" y="66555"/>
                </a:lnTo>
                <a:lnTo>
                  <a:pt x="27950" y="67321"/>
                </a:lnTo>
                <a:lnTo>
                  <a:pt x="27041" y="68088"/>
                </a:lnTo>
                <a:lnTo>
                  <a:pt x="26113" y="68916"/>
                </a:lnTo>
                <a:lnTo>
                  <a:pt x="25205" y="69763"/>
                </a:lnTo>
                <a:lnTo>
                  <a:pt x="23429" y="71499"/>
                </a:lnTo>
                <a:lnTo>
                  <a:pt x="22279" y="72609"/>
                </a:lnTo>
                <a:lnTo>
                  <a:pt x="21129" y="73719"/>
                </a:lnTo>
                <a:lnTo>
                  <a:pt x="19938" y="74788"/>
                </a:lnTo>
                <a:lnTo>
                  <a:pt x="19333" y="75313"/>
                </a:lnTo>
                <a:lnTo>
                  <a:pt x="18707" y="75837"/>
                </a:lnTo>
                <a:lnTo>
                  <a:pt x="18081" y="76342"/>
                </a:lnTo>
                <a:lnTo>
                  <a:pt x="17456" y="76826"/>
                </a:lnTo>
                <a:lnTo>
                  <a:pt x="16810" y="77290"/>
                </a:lnTo>
                <a:lnTo>
                  <a:pt x="16144" y="77734"/>
                </a:lnTo>
                <a:lnTo>
                  <a:pt x="15458" y="78158"/>
                </a:lnTo>
                <a:lnTo>
                  <a:pt x="14772" y="78542"/>
                </a:lnTo>
                <a:lnTo>
                  <a:pt x="14066" y="78925"/>
                </a:lnTo>
                <a:lnTo>
                  <a:pt x="13339" y="79268"/>
                </a:lnTo>
                <a:lnTo>
                  <a:pt x="12915" y="79450"/>
                </a:lnTo>
                <a:lnTo>
                  <a:pt x="12492" y="79611"/>
                </a:lnTo>
                <a:lnTo>
                  <a:pt x="12048" y="79752"/>
                </a:lnTo>
                <a:lnTo>
                  <a:pt x="11604" y="79894"/>
                </a:lnTo>
                <a:lnTo>
                  <a:pt x="11160" y="79995"/>
                </a:lnTo>
                <a:lnTo>
                  <a:pt x="10716" y="80095"/>
                </a:lnTo>
                <a:lnTo>
                  <a:pt x="10252" y="80196"/>
                </a:lnTo>
                <a:lnTo>
                  <a:pt x="9787" y="80257"/>
                </a:lnTo>
                <a:lnTo>
                  <a:pt x="9344" y="80297"/>
                </a:lnTo>
                <a:lnTo>
                  <a:pt x="8879" y="80338"/>
                </a:lnTo>
                <a:lnTo>
                  <a:pt x="8415" y="80358"/>
                </a:lnTo>
                <a:lnTo>
                  <a:pt x="7951" y="80358"/>
                </a:lnTo>
                <a:lnTo>
                  <a:pt x="7507" y="80338"/>
                </a:lnTo>
                <a:lnTo>
                  <a:pt x="7063" y="80317"/>
                </a:lnTo>
                <a:lnTo>
                  <a:pt x="6619" y="80257"/>
                </a:lnTo>
                <a:lnTo>
                  <a:pt x="6175" y="80196"/>
                </a:lnTo>
                <a:lnTo>
                  <a:pt x="5691" y="80095"/>
                </a:lnTo>
                <a:lnTo>
                  <a:pt x="5247" y="79974"/>
                </a:lnTo>
                <a:lnTo>
                  <a:pt x="4803" y="79853"/>
                </a:lnTo>
                <a:lnTo>
                  <a:pt x="4379" y="79692"/>
                </a:lnTo>
                <a:lnTo>
                  <a:pt x="3955" y="79510"/>
                </a:lnTo>
                <a:lnTo>
                  <a:pt x="3572" y="79329"/>
                </a:lnTo>
                <a:lnTo>
                  <a:pt x="3189" y="79107"/>
                </a:lnTo>
                <a:lnTo>
                  <a:pt x="2846" y="78885"/>
                </a:lnTo>
                <a:lnTo>
                  <a:pt x="2502" y="78642"/>
                </a:lnTo>
                <a:lnTo>
                  <a:pt x="2180" y="78380"/>
                </a:lnTo>
                <a:lnTo>
                  <a:pt x="1897" y="78098"/>
                </a:lnTo>
                <a:lnTo>
                  <a:pt x="1615" y="77795"/>
                </a:lnTo>
                <a:lnTo>
                  <a:pt x="1352" y="77472"/>
                </a:lnTo>
                <a:lnTo>
                  <a:pt x="1130" y="77149"/>
                </a:lnTo>
                <a:lnTo>
                  <a:pt x="908" y="76806"/>
                </a:lnTo>
                <a:lnTo>
                  <a:pt x="727" y="76443"/>
                </a:lnTo>
                <a:lnTo>
                  <a:pt x="585" y="76180"/>
                </a:lnTo>
                <a:lnTo>
                  <a:pt x="484" y="75898"/>
                </a:lnTo>
                <a:lnTo>
                  <a:pt x="384" y="75636"/>
                </a:lnTo>
                <a:lnTo>
                  <a:pt x="303" y="75353"/>
                </a:lnTo>
                <a:lnTo>
                  <a:pt x="242" y="75050"/>
                </a:lnTo>
                <a:lnTo>
                  <a:pt x="182" y="74768"/>
                </a:lnTo>
                <a:lnTo>
                  <a:pt x="141" y="74465"/>
                </a:lnTo>
                <a:lnTo>
                  <a:pt x="101" y="74162"/>
                </a:lnTo>
                <a:lnTo>
                  <a:pt x="81" y="73860"/>
                </a:lnTo>
                <a:lnTo>
                  <a:pt x="81" y="73557"/>
                </a:lnTo>
                <a:lnTo>
                  <a:pt x="101" y="73254"/>
                </a:lnTo>
                <a:lnTo>
                  <a:pt x="121" y="72952"/>
                </a:lnTo>
                <a:lnTo>
                  <a:pt x="162" y="72629"/>
                </a:lnTo>
                <a:lnTo>
                  <a:pt x="202" y="72306"/>
                </a:lnTo>
                <a:lnTo>
                  <a:pt x="262" y="71983"/>
                </a:lnTo>
                <a:lnTo>
                  <a:pt x="343" y="71680"/>
                </a:lnTo>
                <a:lnTo>
                  <a:pt x="525" y="71075"/>
                </a:lnTo>
                <a:lnTo>
                  <a:pt x="727" y="70490"/>
                </a:lnTo>
                <a:lnTo>
                  <a:pt x="989" y="69925"/>
                </a:lnTo>
                <a:lnTo>
                  <a:pt x="1292" y="69380"/>
                </a:lnTo>
                <a:lnTo>
                  <a:pt x="1615" y="68835"/>
                </a:lnTo>
                <a:lnTo>
                  <a:pt x="1998" y="68330"/>
                </a:lnTo>
                <a:lnTo>
                  <a:pt x="2381" y="67846"/>
                </a:lnTo>
                <a:lnTo>
                  <a:pt x="2825" y="67382"/>
                </a:lnTo>
                <a:lnTo>
                  <a:pt x="3209" y="67019"/>
                </a:lnTo>
                <a:lnTo>
                  <a:pt x="3612" y="66676"/>
                </a:lnTo>
                <a:lnTo>
                  <a:pt x="4036" y="66353"/>
                </a:lnTo>
                <a:lnTo>
                  <a:pt x="4500" y="66030"/>
                </a:lnTo>
                <a:lnTo>
                  <a:pt x="4964" y="65727"/>
                </a:lnTo>
                <a:lnTo>
                  <a:pt x="5449" y="65445"/>
                </a:lnTo>
                <a:lnTo>
                  <a:pt x="5973" y="65162"/>
                </a:lnTo>
                <a:lnTo>
                  <a:pt x="6518" y="64900"/>
                </a:lnTo>
                <a:lnTo>
                  <a:pt x="7063" y="64658"/>
                </a:lnTo>
                <a:lnTo>
                  <a:pt x="7669" y="64415"/>
                </a:lnTo>
                <a:lnTo>
                  <a:pt x="8274" y="64194"/>
                </a:lnTo>
                <a:lnTo>
                  <a:pt x="8920" y="63992"/>
                </a:lnTo>
                <a:lnTo>
                  <a:pt x="9586" y="63790"/>
                </a:lnTo>
                <a:lnTo>
                  <a:pt x="10272" y="63608"/>
                </a:lnTo>
                <a:lnTo>
                  <a:pt x="10978" y="63427"/>
                </a:lnTo>
                <a:lnTo>
                  <a:pt x="11745" y="63265"/>
                </a:lnTo>
                <a:lnTo>
                  <a:pt x="12673" y="63084"/>
                </a:lnTo>
                <a:lnTo>
                  <a:pt x="13460" y="62942"/>
                </a:lnTo>
                <a:lnTo>
                  <a:pt x="14227" y="62781"/>
                </a:lnTo>
                <a:lnTo>
                  <a:pt x="15014" y="62579"/>
                </a:lnTo>
                <a:lnTo>
                  <a:pt x="15761" y="62377"/>
                </a:lnTo>
                <a:lnTo>
                  <a:pt x="16144" y="62256"/>
                </a:lnTo>
                <a:lnTo>
                  <a:pt x="16507" y="62115"/>
                </a:lnTo>
                <a:lnTo>
                  <a:pt x="16871" y="61974"/>
                </a:lnTo>
                <a:lnTo>
                  <a:pt x="17234" y="61812"/>
                </a:lnTo>
                <a:lnTo>
                  <a:pt x="17577" y="61631"/>
                </a:lnTo>
                <a:lnTo>
                  <a:pt x="17920" y="61429"/>
                </a:lnTo>
                <a:lnTo>
                  <a:pt x="18243" y="61227"/>
                </a:lnTo>
                <a:lnTo>
                  <a:pt x="18566" y="61005"/>
                </a:lnTo>
                <a:lnTo>
                  <a:pt x="18909" y="60723"/>
                </a:lnTo>
                <a:lnTo>
                  <a:pt x="19232" y="60420"/>
                </a:lnTo>
                <a:lnTo>
                  <a:pt x="19534" y="60097"/>
                </a:lnTo>
                <a:lnTo>
                  <a:pt x="19817" y="59754"/>
                </a:lnTo>
                <a:lnTo>
                  <a:pt x="20099" y="59391"/>
                </a:lnTo>
                <a:lnTo>
                  <a:pt x="20362" y="59007"/>
                </a:lnTo>
                <a:lnTo>
                  <a:pt x="20604" y="58604"/>
                </a:lnTo>
                <a:lnTo>
                  <a:pt x="20826" y="58160"/>
                </a:lnTo>
                <a:lnTo>
                  <a:pt x="21028" y="57716"/>
                </a:lnTo>
                <a:lnTo>
                  <a:pt x="21230" y="57252"/>
                </a:lnTo>
                <a:lnTo>
                  <a:pt x="21391" y="56767"/>
                </a:lnTo>
                <a:lnTo>
                  <a:pt x="21552" y="56263"/>
                </a:lnTo>
                <a:lnTo>
                  <a:pt x="21694" y="55738"/>
                </a:lnTo>
                <a:lnTo>
                  <a:pt x="21795" y="55213"/>
                </a:lnTo>
                <a:lnTo>
                  <a:pt x="21895" y="54648"/>
                </a:lnTo>
                <a:lnTo>
                  <a:pt x="21976" y="54083"/>
                </a:lnTo>
                <a:lnTo>
                  <a:pt x="22037" y="53478"/>
                </a:lnTo>
                <a:lnTo>
                  <a:pt x="22077" y="52872"/>
                </a:lnTo>
                <a:lnTo>
                  <a:pt x="22097" y="52267"/>
                </a:lnTo>
                <a:lnTo>
                  <a:pt x="22117" y="51662"/>
                </a:lnTo>
                <a:lnTo>
                  <a:pt x="22097" y="51056"/>
                </a:lnTo>
                <a:lnTo>
                  <a:pt x="22077" y="50451"/>
                </a:lnTo>
                <a:lnTo>
                  <a:pt x="21996" y="49240"/>
                </a:lnTo>
                <a:lnTo>
                  <a:pt x="21875" y="48029"/>
                </a:lnTo>
                <a:lnTo>
                  <a:pt x="21734" y="46818"/>
                </a:lnTo>
                <a:lnTo>
                  <a:pt x="21552" y="45608"/>
                </a:lnTo>
                <a:lnTo>
                  <a:pt x="21371" y="44417"/>
                </a:lnTo>
                <a:lnTo>
                  <a:pt x="21068" y="42359"/>
                </a:lnTo>
                <a:lnTo>
                  <a:pt x="20927" y="41309"/>
                </a:lnTo>
                <a:lnTo>
                  <a:pt x="20806" y="40280"/>
                </a:lnTo>
                <a:lnTo>
                  <a:pt x="20745" y="39493"/>
                </a:lnTo>
                <a:lnTo>
                  <a:pt x="20685" y="38706"/>
                </a:lnTo>
                <a:lnTo>
                  <a:pt x="20665" y="37879"/>
                </a:lnTo>
                <a:lnTo>
                  <a:pt x="20665" y="37031"/>
                </a:lnTo>
                <a:lnTo>
                  <a:pt x="20685" y="36184"/>
                </a:lnTo>
                <a:lnTo>
                  <a:pt x="20765" y="35316"/>
                </a:lnTo>
                <a:lnTo>
                  <a:pt x="20866" y="34448"/>
                </a:lnTo>
                <a:lnTo>
                  <a:pt x="21008" y="33560"/>
                </a:lnTo>
                <a:lnTo>
                  <a:pt x="21088" y="33136"/>
                </a:lnTo>
                <a:lnTo>
                  <a:pt x="21189" y="32713"/>
                </a:lnTo>
                <a:lnTo>
                  <a:pt x="21290" y="32269"/>
                </a:lnTo>
                <a:lnTo>
                  <a:pt x="21431" y="31845"/>
                </a:lnTo>
                <a:lnTo>
                  <a:pt x="21552" y="31441"/>
                </a:lnTo>
                <a:lnTo>
                  <a:pt x="21714" y="31017"/>
                </a:lnTo>
                <a:lnTo>
                  <a:pt x="21875" y="30614"/>
                </a:lnTo>
                <a:lnTo>
                  <a:pt x="22057" y="30210"/>
                </a:lnTo>
                <a:lnTo>
                  <a:pt x="22259" y="29807"/>
                </a:lnTo>
                <a:lnTo>
                  <a:pt x="22461" y="29423"/>
                </a:lnTo>
                <a:lnTo>
                  <a:pt x="22703" y="29040"/>
                </a:lnTo>
                <a:lnTo>
                  <a:pt x="22945" y="28677"/>
                </a:lnTo>
                <a:lnTo>
                  <a:pt x="23207" y="28313"/>
                </a:lnTo>
                <a:lnTo>
                  <a:pt x="23470" y="27950"/>
                </a:lnTo>
                <a:lnTo>
                  <a:pt x="23772" y="27607"/>
                </a:lnTo>
                <a:lnTo>
                  <a:pt x="24095" y="27284"/>
                </a:lnTo>
                <a:lnTo>
                  <a:pt x="24458" y="26921"/>
                </a:lnTo>
                <a:lnTo>
                  <a:pt x="24862" y="26578"/>
                </a:lnTo>
                <a:lnTo>
                  <a:pt x="25266" y="26275"/>
                </a:lnTo>
                <a:lnTo>
                  <a:pt x="25710" y="25972"/>
                </a:lnTo>
                <a:lnTo>
                  <a:pt x="26153" y="25690"/>
                </a:lnTo>
                <a:lnTo>
                  <a:pt x="26597" y="25448"/>
                </a:lnTo>
                <a:lnTo>
                  <a:pt x="27082" y="25226"/>
                </a:lnTo>
                <a:lnTo>
                  <a:pt x="27586" y="25004"/>
                </a:lnTo>
                <a:lnTo>
                  <a:pt x="28091" y="24822"/>
                </a:lnTo>
                <a:lnTo>
                  <a:pt x="28615" y="24661"/>
                </a:lnTo>
                <a:lnTo>
                  <a:pt x="29160" y="24519"/>
                </a:lnTo>
                <a:lnTo>
                  <a:pt x="29705" y="24398"/>
                </a:lnTo>
                <a:lnTo>
                  <a:pt x="30290" y="24297"/>
                </a:lnTo>
                <a:lnTo>
                  <a:pt x="30876" y="24217"/>
                </a:lnTo>
                <a:lnTo>
                  <a:pt x="31481" y="24176"/>
                </a:lnTo>
                <a:lnTo>
                  <a:pt x="32086" y="24136"/>
                </a:lnTo>
                <a:lnTo>
                  <a:pt x="33297" y="24136"/>
                </a:lnTo>
                <a:lnTo>
                  <a:pt x="33903" y="24176"/>
                </a:lnTo>
                <a:lnTo>
                  <a:pt x="34508" y="24217"/>
                </a:lnTo>
                <a:lnTo>
                  <a:pt x="35113" y="24277"/>
                </a:lnTo>
                <a:lnTo>
                  <a:pt x="35699" y="24358"/>
                </a:lnTo>
                <a:lnTo>
                  <a:pt x="36264" y="24459"/>
                </a:lnTo>
                <a:lnTo>
                  <a:pt x="36829" y="24580"/>
                </a:lnTo>
                <a:lnTo>
                  <a:pt x="37394" y="24681"/>
                </a:lnTo>
                <a:lnTo>
                  <a:pt x="38443" y="24943"/>
                </a:lnTo>
                <a:lnTo>
                  <a:pt x="39412" y="25246"/>
                </a:lnTo>
                <a:lnTo>
                  <a:pt x="40320" y="25549"/>
                </a:lnTo>
                <a:lnTo>
                  <a:pt x="41147" y="25851"/>
                </a:lnTo>
                <a:lnTo>
                  <a:pt x="41874" y="26134"/>
                </a:lnTo>
                <a:lnTo>
                  <a:pt x="42600" y="26437"/>
                </a:lnTo>
                <a:lnTo>
                  <a:pt x="43327" y="26759"/>
                </a:lnTo>
                <a:lnTo>
                  <a:pt x="44033" y="27082"/>
                </a:lnTo>
                <a:lnTo>
                  <a:pt x="45466" y="27768"/>
                </a:lnTo>
                <a:lnTo>
                  <a:pt x="46878" y="28495"/>
                </a:lnTo>
                <a:lnTo>
                  <a:pt x="48271" y="29242"/>
                </a:lnTo>
                <a:lnTo>
                  <a:pt x="49643" y="30008"/>
                </a:lnTo>
                <a:lnTo>
                  <a:pt x="52367" y="31542"/>
                </a:lnTo>
                <a:lnTo>
                  <a:pt x="54486" y="32753"/>
                </a:lnTo>
                <a:lnTo>
                  <a:pt x="56646" y="33944"/>
                </a:lnTo>
                <a:lnTo>
                  <a:pt x="57735" y="34529"/>
                </a:lnTo>
                <a:lnTo>
                  <a:pt x="58825" y="35094"/>
                </a:lnTo>
                <a:lnTo>
                  <a:pt x="59935" y="35639"/>
                </a:lnTo>
                <a:lnTo>
                  <a:pt x="61045" y="36163"/>
                </a:lnTo>
                <a:lnTo>
                  <a:pt x="61953" y="36547"/>
                </a:lnTo>
                <a:lnTo>
                  <a:pt x="62821" y="36890"/>
                </a:lnTo>
                <a:lnTo>
                  <a:pt x="63668" y="37193"/>
                </a:lnTo>
                <a:lnTo>
                  <a:pt x="64496" y="37435"/>
                </a:lnTo>
                <a:lnTo>
                  <a:pt x="65283" y="37637"/>
                </a:lnTo>
                <a:lnTo>
                  <a:pt x="66049" y="37798"/>
                </a:lnTo>
                <a:lnTo>
                  <a:pt x="66816" y="37899"/>
                </a:lnTo>
                <a:lnTo>
                  <a:pt x="67523" y="37959"/>
                </a:lnTo>
                <a:lnTo>
                  <a:pt x="68229" y="37980"/>
                </a:lnTo>
                <a:lnTo>
                  <a:pt x="68552" y="37959"/>
                </a:lnTo>
                <a:lnTo>
                  <a:pt x="68895" y="37939"/>
                </a:lnTo>
                <a:lnTo>
                  <a:pt x="69218" y="37899"/>
                </a:lnTo>
                <a:lnTo>
                  <a:pt x="69541" y="37859"/>
                </a:lnTo>
                <a:lnTo>
                  <a:pt x="69843" y="37798"/>
                </a:lnTo>
                <a:lnTo>
                  <a:pt x="70166" y="37737"/>
                </a:lnTo>
                <a:lnTo>
                  <a:pt x="70449" y="37657"/>
                </a:lnTo>
                <a:lnTo>
                  <a:pt x="70751" y="37556"/>
                </a:lnTo>
                <a:lnTo>
                  <a:pt x="71034" y="37455"/>
                </a:lnTo>
                <a:lnTo>
                  <a:pt x="71316" y="37334"/>
                </a:lnTo>
                <a:lnTo>
                  <a:pt x="71579" y="37193"/>
                </a:lnTo>
                <a:lnTo>
                  <a:pt x="71861" y="37051"/>
                </a:lnTo>
                <a:lnTo>
                  <a:pt x="72103" y="36890"/>
                </a:lnTo>
                <a:lnTo>
                  <a:pt x="72366" y="36728"/>
                </a:lnTo>
                <a:lnTo>
                  <a:pt x="72628" y="36547"/>
                </a:lnTo>
                <a:lnTo>
                  <a:pt x="72870" y="36345"/>
                </a:lnTo>
                <a:lnTo>
                  <a:pt x="73112" y="36143"/>
                </a:lnTo>
                <a:lnTo>
                  <a:pt x="73355" y="35921"/>
                </a:lnTo>
                <a:lnTo>
                  <a:pt x="73577" y="35679"/>
                </a:lnTo>
                <a:lnTo>
                  <a:pt x="73778" y="35437"/>
                </a:lnTo>
                <a:lnTo>
                  <a:pt x="74000" y="35195"/>
                </a:lnTo>
                <a:lnTo>
                  <a:pt x="74182" y="34912"/>
                </a:lnTo>
                <a:lnTo>
                  <a:pt x="74384" y="34650"/>
                </a:lnTo>
                <a:lnTo>
                  <a:pt x="74565" y="34347"/>
                </a:lnTo>
                <a:lnTo>
                  <a:pt x="74727" y="34065"/>
                </a:lnTo>
                <a:lnTo>
                  <a:pt x="74888" y="33742"/>
                </a:lnTo>
                <a:lnTo>
                  <a:pt x="75050" y="33419"/>
                </a:lnTo>
                <a:lnTo>
                  <a:pt x="75191" y="33096"/>
                </a:lnTo>
                <a:lnTo>
                  <a:pt x="75312" y="32753"/>
                </a:lnTo>
                <a:lnTo>
                  <a:pt x="75433" y="32410"/>
                </a:lnTo>
                <a:lnTo>
                  <a:pt x="75635" y="31784"/>
                </a:lnTo>
                <a:lnTo>
                  <a:pt x="75796" y="31139"/>
                </a:lnTo>
                <a:lnTo>
                  <a:pt x="75917" y="30473"/>
                </a:lnTo>
                <a:lnTo>
                  <a:pt x="76018" y="29786"/>
                </a:lnTo>
                <a:lnTo>
                  <a:pt x="76099" y="29080"/>
                </a:lnTo>
                <a:lnTo>
                  <a:pt x="76139" y="28374"/>
                </a:lnTo>
                <a:lnTo>
                  <a:pt x="76139" y="27627"/>
                </a:lnTo>
                <a:lnTo>
                  <a:pt x="76119" y="26901"/>
                </a:lnTo>
                <a:lnTo>
                  <a:pt x="76059" y="25791"/>
                </a:lnTo>
                <a:lnTo>
                  <a:pt x="75998" y="24721"/>
                </a:lnTo>
                <a:lnTo>
                  <a:pt x="75837" y="22703"/>
                </a:lnTo>
                <a:lnTo>
                  <a:pt x="75655" y="20786"/>
                </a:lnTo>
                <a:lnTo>
                  <a:pt x="75453" y="18950"/>
                </a:lnTo>
                <a:lnTo>
                  <a:pt x="75252" y="16932"/>
                </a:lnTo>
                <a:lnTo>
                  <a:pt x="75050" y="14833"/>
                </a:lnTo>
                <a:lnTo>
                  <a:pt x="74929" y="13642"/>
                </a:lnTo>
                <a:lnTo>
                  <a:pt x="74787" y="12452"/>
                </a:lnTo>
                <a:lnTo>
                  <a:pt x="74606" y="11140"/>
                </a:lnTo>
                <a:lnTo>
                  <a:pt x="74545" y="10494"/>
                </a:lnTo>
                <a:lnTo>
                  <a:pt x="74485" y="9849"/>
                </a:lnTo>
                <a:lnTo>
                  <a:pt x="74444" y="9203"/>
                </a:lnTo>
                <a:lnTo>
                  <a:pt x="74424" y="8577"/>
                </a:lnTo>
                <a:lnTo>
                  <a:pt x="74424" y="7952"/>
                </a:lnTo>
                <a:lnTo>
                  <a:pt x="74464" y="7346"/>
                </a:lnTo>
                <a:lnTo>
                  <a:pt x="74525" y="6741"/>
                </a:lnTo>
                <a:lnTo>
                  <a:pt x="74646" y="6176"/>
                </a:lnTo>
                <a:lnTo>
                  <a:pt x="74707" y="5893"/>
                </a:lnTo>
                <a:lnTo>
                  <a:pt x="74787" y="5611"/>
                </a:lnTo>
                <a:lnTo>
                  <a:pt x="74888" y="5348"/>
                </a:lnTo>
                <a:lnTo>
                  <a:pt x="74989" y="5066"/>
                </a:lnTo>
                <a:lnTo>
                  <a:pt x="75110" y="4824"/>
                </a:lnTo>
                <a:lnTo>
                  <a:pt x="75231" y="4561"/>
                </a:lnTo>
                <a:lnTo>
                  <a:pt x="75393" y="4319"/>
                </a:lnTo>
                <a:lnTo>
                  <a:pt x="75554" y="4077"/>
                </a:lnTo>
                <a:lnTo>
                  <a:pt x="75716" y="3835"/>
                </a:lnTo>
                <a:lnTo>
                  <a:pt x="75917" y="3613"/>
                </a:lnTo>
                <a:lnTo>
                  <a:pt x="76119" y="3391"/>
                </a:lnTo>
                <a:lnTo>
                  <a:pt x="76341" y="3189"/>
                </a:lnTo>
                <a:lnTo>
                  <a:pt x="76604" y="2967"/>
                </a:lnTo>
                <a:lnTo>
                  <a:pt x="76886" y="2765"/>
                </a:lnTo>
                <a:lnTo>
                  <a:pt x="77169" y="2584"/>
                </a:lnTo>
                <a:lnTo>
                  <a:pt x="77471" y="2422"/>
                </a:lnTo>
                <a:lnTo>
                  <a:pt x="77754" y="2261"/>
                </a:lnTo>
                <a:lnTo>
                  <a:pt x="78077" y="2120"/>
                </a:lnTo>
                <a:lnTo>
                  <a:pt x="78379" y="1998"/>
                </a:lnTo>
                <a:lnTo>
                  <a:pt x="78702" y="1877"/>
                </a:lnTo>
                <a:lnTo>
                  <a:pt x="79348" y="1676"/>
                </a:lnTo>
                <a:lnTo>
                  <a:pt x="80014" y="1514"/>
                </a:lnTo>
                <a:lnTo>
                  <a:pt x="80660" y="1373"/>
                </a:lnTo>
                <a:lnTo>
                  <a:pt x="81306" y="1232"/>
                </a:lnTo>
                <a:lnTo>
                  <a:pt x="82799" y="989"/>
                </a:lnTo>
                <a:lnTo>
                  <a:pt x="84312" y="747"/>
                </a:lnTo>
                <a:lnTo>
                  <a:pt x="85826" y="566"/>
                </a:lnTo>
                <a:lnTo>
                  <a:pt x="87319" y="404"/>
                </a:lnTo>
                <a:lnTo>
                  <a:pt x="88833" y="283"/>
                </a:lnTo>
                <a:lnTo>
                  <a:pt x="90346" y="182"/>
                </a:lnTo>
                <a:lnTo>
                  <a:pt x="91860" y="122"/>
                </a:lnTo>
                <a:lnTo>
                  <a:pt x="93373" y="81"/>
                </a:lnTo>
                <a:close/>
                <a:moveTo>
                  <a:pt x="93373" y="1"/>
                </a:moveTo>
                <a:lnTo>
                  <a:pt x="91860" y="41"/>
                </a:lnTo>
                <a:lnTo>
                  <a:pt x="90346" y="102"/>
                </a:lnTo>
                <a:lnTo>
                  <a:pt x="88833" y="202"/>
                </a:lnTo>
                <a:lnTo>
                  <a:pt x="87319" y="324"/>
                </a:lnTo>
                <a:lnTo>
                  <a:pt x="85806" y="485"/>
                </a:lnTo>
                <a:lnTo>
                  <a:pt x="84292" y="667"/>
                </a:lnTo>
                <a:lnTo>
                  <a:pt x="82799" y="909"/>
                </a:lnTo>
                <a:lnTo>
                  <a:pt x="81285" y="1171"/>
                </a:lnTo>
                <a:lnTo>
                  <a:pt x="80640" y="1292"/>
                </a:lnTo>
                <a:lnTo>
                  <a:pt x="79994" y="1433"/>
                </a:lnTo>
                <a:lnTo>
                  <a:pt x="79328" y="1595"/>
                </a:lnTo>
                <a:lnTo>
                  <a:pt x="78682" y="1797"/>
                </a:lnTo>
                <a:lnTo>
                  <a:pt x="78359" y="1918"/>
                </a:lnTo>
                <a:lnTo>
                  <a:pt x="78036" y="2059"/>
                </a:lnTo>
                <a:lnTo>
                  <a:pt x="77734" y="2200"/>
                </a:lnTo>
                <a:lnTo>
                  <a:pt x="77411" y="2342"/>
                </a:lnTo>
                <a:lnTo>
                  <a:pt x="77128" y="2523"/>
                </a:lnTo>
                <a:lnTo>
                  <a:pt x="76846" y="2705"/>
                </a:lnTo>
                <a:lnTo>
                  <a:pt x="76563" y="2907"/>
                </a:lnTo>
                <a:lnTo>
                  <a:pt x="76301" y="3129"/>
                </a:lnTo>
                <a:lnTo>
                  <a:pt x="76059" y="3330"/>
                </a:lnTo>
                <a:lnTo>
                  <a:pt x="75857" y="3552"/>
                </a:lnTo>
                <a:lnTo>
                  <a:pt x="75655" y="3795"/>
                </a:lnTo>
                <a:lnTo>
                  <a:pt x="75473" y="4017"/>
                </a:lnTo>
                <a:lnTo>
                  <a:pt x="75312" y="4259"/>
                </a:lnTo>
                <a:lnTo>
                  <a:pt x="75171" y="4521"/>
                </a:lnTo>
                <a:lnTo>
                  <a:pt x="75030" y="4763"/>
                </a:lnTo>
                <a:lnTo>
                  <a:pt x="74908" y="5026"/>
                </a:lnTo>
                <a:lnTo>
                  <a:pt x="74808" y="5308"/>
                </a:lnTo>
                <a:lnTo>
                  <a:pt x="74707" y="5570"/>
                </a:lnTo>
                <a:lnTo>
                  <a:pt x="74626" y="5853"/>
                </a:lnTo>
                <a:lnTo>
                  <a:pt x="74565" y="6135"/>
                </a:lnTo>
                <a:lnTo>
                  <a:pt x="74444" y="6721"/>
                </a:lnTo>
                <a:lnTo>
                  <a:pt x="74384" y="7326"/>
                </a:lnTo>
                <a:lnTo>
                  <a:pt x="74343" y="7931"/>
                </a:lnTo>
                <a:lnTo>
                  <a:pt x="74343" y="8557"/>
                </a:lnTo>
                <a:lnTo>
                  <a:pt x="74364" y="9203"/>
                </a:lnTo>
                <a:lnTo>
                  <a:pt x="74404" y="9849"/>
                </a:lnTo>
                <a:lnTo>
                  <a:pt x="74464" y="10494"/>
                </a:lnTo>
                <a:lnTo>
                  <a:pt x="74525" y="11160"/>
                </a:lnTo>
                <a:lnTo>
                  <a:pt x="74707" y="12472"/>
                </a:lnTo>
                <a:lnTo>
                  <a:pt x="74848" y="13663"/>
                </a:lnTo>
                <a:lnTo>
                  <a:pt x="74969" y="14833"/>
                </a:lnTo>
                <a:lnTo>
                  <a:pt x="75171" y="16932"/>
                </a:lnTo>
                <a:lnTo>
                  <a:pt x="75373" y="18950"/>
                </a:lnTo>
                <a:lnTo>
                  <a:pt x="75574" y="20806"/>
                </a:lnTo>
                <a:lnTo>
                  <a:pt x="75756" y="22703"/>
                </a:lnTo>
                <a:lnTo>
                  <a:pt x="75917" y="24741"/>
                </a:lnTo>
                <a:lnTo>
                  <a:pt x="75978" y="25791"/>
                </a:lnTo>
                <a:lnTo>
                  <a:pt x="76039" y="26901"/>
                </a:lnTo>
                <a:lnTo>
                  <a:pt x="76059" y="27627"/>
                </a:lnTo>
                <a:lnTo>
                  <a:pt x="76059" y="28354"/>
                </a:lnTo>
                <a:lnTo>
                  <a:pt x="76018" y="29080"/>
                </a:lnTo>
                <a:lnTo>
                  <a:pt x="75938" y="29766"/>
                </a:lnTo>
                <a:lnTo>
                  <a:pt x="75837" y="30452"/>
                </a:lnTo>
                <a:lnTo>
                  <a:pt x="75716" y="31118"/>
                </a:lnTo>
                <a:lnTo>
                  <a:pt x="75554" y="31764"/>
                </a:lnTo>
                <a:lnTo>
                  <a:pt x="75373" y="32370"/>
                </a:lnTo>
                <a:lnTo>
                  <a:pt x="75252" y="32733"/>
                </a:lnTo>
                <a:lnTo>
                  <a:pt x="75110" y="33056"/>
                </a:lnTo>
                <a:lnTo>
                  <a:pt x="74969" y="33399"/>
                </a:lnTo>
                <a:lnTo>
                  <a:pt x="74808" y="33701"/>
                </a:lnTo>
                <a:lnTo>
                  <a:pt x="74666" y="34024"/>
                </a:lnTo>
                <a:lnTo>
                  <a:pt x="74485" y="34307"/>
                </a:lnTo>
                <a:lnTo>
                  <a:pt x="74303" y="34589"/>
                </a:lnTo>
                <a:lnTo>
                  <a:pt x="74121" y="34872"/>
                </a:lnTo>
                <a:lnTo>
                  <a:pt x="73920" y="35134"/>
                </a:lnTo>
                <a:lnTo>
                  <a:pt x="73718" y="35397"/>
                </a:lnTo>
                <a:lnTo>
                  <a:pt x="73516" y="35639"/>
                </a:lnTo>
                <a:lnTo>
                  <a:pt x="73294" y="35861"/>
                </a:lnTo>
                <a:lnTo>
                  <a:pt x="73052" y="36083"/>
                </a:lnTo>
                <a:lnTo>
                  <a:pt x="72830" y="36284"/>
                </a:lnTo>
                <a:lnTo>
                  <a:pt x="72568" y="36486"/>
                </a:lnTo>
                <a:lnTo>
                  <a:pt x="72325" y="36668"/>
                </a:lnTo>
                <a:lnTo>
                  <a:pt x="72063" y="36829"/>
                </a:lnTo>
                <a:lnTo>
                  <a:pt x="71821" y="36991"/>
                </a:lnTo>
                <a:lnTo>
                  <a:pt x="71538" y="37132"/>
                </a:lnTo>
                <a:lnTo>
                  <a:pt x="71276" y="37253"/>
                </a:lnTo>
                <a:lnTo>
                  <a:pt x="70994" y="37374"/>
                </a:lnTo>
                <a:lnTo>
                  <a:pt x="70711" y="37475"/>
                </a:lnTo>
                <a:lnTo>
                  <a:pt x="70428" y="37576"/>
                </a:lnTo>
                <a:lnTo>
                  <a:pt x="70126" y="37657"/>
                </a:lnTo>
                <a:lnTo>
                  <a:pt x="69823" y="37717"/>
                </a:lnTo>
                <a:lnTo>
                  <a:pt x="69520" y="37778"/>
                </a:lnTo>
                <a:lnTo>
                  <a:pt x="69197" y="37838"/>
                </a:lnTo>
                <a:lnTo>
                  <a:pt x="68875" y="37859"/>
                </a:lnTo>
                <a:lnTo>
                  <a:pt x="68209" y="37899"/>
                </a:lnTo>
                <a:lnTo>
                  <a:pt x="67523" y="37879"/>
                </a:lnTo>
                <a:lnTo>
                  <a:pt x="66796" y="37818"/>
                </a:lnTo>
                <a:lnTo>
                  <a:pt x="66070" y="37717"/>
                </a:lnTo>
                <a:lnTo>
                  <a:pt x="65303" y="37556"/>
                </a:lnTo>
                <a:lnTo>
                  <a:pt x="64496" y="37354"/>
                </a:lnTo>
                <a:lnTo>
                  <a:pt x="63688" y="37112"/>
                </a:lnTo>
                <a:lnTo>
                  <a:pt x="62841" y="36829"/>
                </a:lnTo>
                <a:lnTo>
                  <a:pt x="61973" y="36486"/>
                </a:lnTo>
                <a:lnTo>
                  <a:pt x="61085" y="36083"/>
                </a:lnTo>
                <a:lnTo>
                  <a:pt x="59975" y="35558"/>
                </a:lnTo>
                <a:lnTo>
                  <a:pt x="58865" y="35013"/>
                </a:lnTo>
                <a:lnTo>
                  <a:pt x="57776" y="34448"/>
                </a:lnTo>
                <a:lnTo>
                  <a:pt x="56686" y="33863"/>
                </a:lnTo>
                <a:lnTo>
                  <a:pt x="54527" y="32672"/>
                </a:lnTo>
                <a:lnTo>
                  <a:pt x="52408" y="31461"/>
                </a:lnTo>
                <a:lnTo>
                  <a:pt x="49683" y="29928"/>
                </a:lnTo>
                <a:lnTo>
                  <a:pt x="48311" y="29161"/>
                </a:lnTo>
                <a:lnTo>
                  <a:pt x="46919" y="28414"/>
                </a:lnTo>
                <a:lnTo>
                  <a:pt x="45506" y="27708"/>
                </a:lnTo>
                <a:lnTo>
                  <a:pt x="44073" y="27022"/>
                </a:lnTo>
                <a:lnTo>
                  <a:pt x="43347" y="26679"/>
                </a:lnTo>
                <a:lnTo>
                  <a:pt x="42641" y="26376"/>
                </a:lnTo>
                <a:lnTo>
                  <a:pt x="41894" y="26053"/>
                </a:lnTo>
                <a:lnTo>
                  <a:pt x="41167" y="25771"/>
                </a:lnTo>
                <a:lnTo>
                  <a:pt x="40300" y="25448"/>
                </a:lnTo>
                <a:lnTo>
                  <a:pt x="39331" y="25125"/>
                </a:lnTo>
                <a:lnTo>
                  <a:pt x="38282" y="24822"/>
                </a:lnTo>
                <a:lnTo>
                  <a:pt x="37717" y="24681"/>
                </a:lnTo>
                <a:lnTo>
                  <a:pt x="37152" y="24560"/>
                </a:lnTo>
                <a:lnTo>
                  <a:pt x="36566" y="24439"/>
                </a:lnTo>
                <a:lnTo>
                  <a:pt x="35961" y="24318"/>
                </a:lnTo>
                <a:lnTo>
                  <a:pt x="35335" y="24237"/>
                </a:lnTo>
                <a:lnTo>
                  <a:pt x="34710" y="24156"/>
                </a:lnTo>
                <a:lnTo>
                  <a:pt x="34064" y="24096"/>
                </a:lnTo>
                <a:lnTo>
                  <a:pt x="33418" y="24055"/>
                </a:lnTo>
                <a:lnTo>
                  <a:pt x="32086" y="24055"/>
                </a:lnTo>
                <a:lnTo>
                  <a:pt x="31461" y="24096"/>
                </a:lnTo>
                <a:lnTo>
                  <a:pt x="30855" y="24136"/>
                </a:lnTo>
                <a:lnTo>
                  <a:pt x="30270" y="24217"/>
                </a:lnTo>
                <a:lnTo>
                  <a:pt x="29685" y="24318"/>
                </a:lnTo>
                <a:lnTo>
                  <a:pt x="29140" y="24439"/>
                </a:lnTo>
                <a:lnTo>
                  <a:pt x="28595" y="24580"/>
                </a:lnTo>
                <a:lnTo>
                  <a:pt x="28050" y="24741"/>
                </a:lnTo>
                <a:lnTo>
                  <a:pt x="27546" y="24943"/>
                </a:lnTo>
                <a:lnTo>
                  <a:pt x="27041" y="25145"/>
                </a:lnTo>
                <a:lnTo>
                  <a:pt x="26577" y="25367"/>
                </a:lnTo>
                <a:lnTo>
                  <a:pt x="26113" y="25629"/>
                </a:lnTo>
                <a:lnTo>
                  <a:pt x="25649" y="25912"/>
                </a:lnTo>
                <a:lnTo>
                  <a:pt x="25225" y="26194"/>
                </a:lnTo>
                <a:lnTo>
                  <a:pt x="24801" y="26517"/>
                </a:lnTo>
                <a:lnTo>
                  <a:pt x="24418" y="26860"/>
                </a:lnTo>
                <a:lnTo>
                  <a:pt x="24035" y="27224"/>
                </a:lnTo>
                <a:lnTo>
                  <a:pt x="23712" y="27546"/>
                </a:lnTo>
                <a:lnTo>
                  <a:pt x="23409" y="27890"/>
                </a:lnTo>
                <a:lnTo>
                  <a:pt x="23147" y="28253"/>
                </a:lnTo>
                <a:lnTo>
                  <a:pt x="22884" y="28616"/>
                </a:lnTo>
                <a:lnTo>
                  <a:pt x="22622" y="28999"/>
                </a:lnTo>
                <a:lnTo>
                  <a:pt x="22400" y="29383"/>
                </a:lnTo>
                <a:lnTo>
                  <a:pt x="22178" y="29766"/>
                </a:lnTo>
                <a:lnTo>
                  <a:pt x="21996" y="30170"/>
                </a:lnTo>
                <a:lnTo>
                  <a:pt x="21815" y="30573"/>
                </a:lnTo>
                <a:lnTo>
                  <a:pt x="21633" y="30977"/>
                </a:lnTo>
                <a:lnTo>
                  <a:pt x="21492" y="31401"/>
                </a:lnTo>
                <a:lnTo>
                  <a:pt x="21351" y="31825"/>
                </a:lnTo>
                <a:lnTo>
                  <a:pt x="21230" y="32248"/>
                </a:lnTo>
                <a:lnTo>
                  <a:pt x="21108" y="32672"/>
                </a:lnTo>
                <a:lnTo>
                  <a:pt x="21008" y="33116"/>
                </a:lnTo>
                <a:lnTo>
                  <a:pt x="20927" y="33540"/>
                </a:lnTo>
                <a:lnTo>
                  <a:pt x="20786" y="34428"/>
                </a:lnTo>
                <a:lnTo>
                  <a:pt x="20685" y="35296"/>
                </a:lnTo>
                <a:lnTo>
                  <a:pt x="20604" y="36163"/>
                </a:lnTo>
                <a:lnTo>
                  <a:pt x="20584" y="37031"/>
                </a:lnTo>
                <a:lnTo>
                  <a:pt x="20584" y="37879"/>
                </a:lnTo>
                <a:lnTo>
                  <a:pt x="20604" y="38706"/>
                </a:lnTo>
                <a:lnTo>
                  <a:pt x="20665" y="39513"/>
                </a:lnTo>
                <a:lnTo>
                  <a:pt x="20725" y="40280"/>
                </a:lnTo>
                <a:lnTo>
                  <a:pt x="20846" y="41329"/>
                </a:lnTo>
                <a:lnTo>
                  <a:pt x="20987" y="42359"/>
                </a:lnTo>
                <a:lnTo>
                  <a:pt x="21290" y="44437"/>
                </a:lnTo>
                <a:lnTo>
                  <a:pt x="21472" y="45628"/>
                </a:lnTo>
                <a:lnTo>
                  <a:pt x="21653" y="46818"/>
                </a:lnTo>
                <a:lnTo>
                  <a:pt x="21795" y="48029"/>
                </a:lnTo>
                <a:lnTo>
                  <a:pt x="21916" y="49240"/>
                </a:lnTo>
                <a:lnTo>
                  <a:pt x="21996" y="50451"/>
                </a:lnTo>
                <a:lnTo>
                  <a:pt x="22017" y="51056"/>
                </a:lnTo>
                <a:lnTo>
                  <a:pt x="22037" y="51662"/>
                </a:lnTo>
                <a:lnTo>
                  <a:pt x="22017" y="52267"/>
                </a:lnTo>
                <a:lnTo>
                  <a:pt x="21996" y="52872"/>
                </a:lnTo>
                <a:lnTo>
                  <a:pt x="21956" y="53478"/>
                </a:lnTo>
                <a:lnTo>
                  <a:pt x="21895" y="54083"/>
                </a:lnTo>
                <a:lnTo>
                  <a:pt x="21815" y="54648"/>
                </a:lnTo>
                <a:lnTo>
                  <a:pt x="21734" y="55193"/>
                </a:lnTo>
                <a:lnTo>
                  <a:pt x="21613" y="55718"/>
                </a:lnTo>
                <a:lnTo>
                  <a:pt x="21472" y="56243"/>
                </a:lnTo>
                <a:lnTo>
                  <a:pt x="21330" y="56727"/>
                </a:lnTo>
                <a:lnTo>
                  <a:pt x="21149" y="57211"/>
                </a:lnTo>
                <a:lnTo>
                  <a:pt x="20967" y="57675"/>
                </a:lnTo>
                <a:lnTo>
                  <a:pt x="20745" y="58119"/>
                </a:lnTo>
                <a:lnTo>
                  <a:pt x="20523" y="58543"/>
                </a:lnTo>
                <a:lnTo>
                  <a:pt x="20281" y="58967"/>
                </a:lnTo>
                <a:lnTo>
                  <a:pt x="20039" y="59350"/>
                </a:lnTo>
                <a:lnTo>
                  <a:pt x="19756" y="59714"/>
                </a:lnTo>
                <a:lnTo>
                  <a:pt x="19474" y="60057"/>
                </a:lnTo>
                <a:lnTo>
                  <a:pt x="19171" y="60359"/>
                </a:lnTo>
                <a:lnTo>
                  <a:pt x="18848" y="60662"/>
                </a:lnTo>
                <a:lnTo>
                  <a:pt x="18505" y="60945"/>
                </a:lnTo>
                <a:lnTo>
                  <a:pt x="18203" y="61167"/>
                </a:lnTo>
                <a:lnTo>
                  <a:pt x="17880" y="61368"/>
                </a:lnTo>
                <a:lnTo>
                  <a:pt x="17537" y="61570"/>
                </a:lnTo>
                <a:lnTo>
                  <a:pt x="17194" y="61732"/>
                </a:lnTo>
                <a:lnTo>
                  <a:pt x="16830" y="61893"/>
                </a:lnTo>
                <a:lnTo>
                  <a:pt x="16467" y="62034"/>
                </a:lnTo>
                <a:lnTo>
                  <a:pt x="16104" y="62176"/>
                </a:lnTo>
                <a:lnTo>
                  <a:pt x="15741" y="62297"/>
                </a:lnTo>
                <a:lnTo>
                  <a:pt x="14974" y="62519"/>
                </a:lnTo>
                <a:lnTo>
                  <a:pt x="14207" y="62700"/>
                </a:lnTo>
                <a:lnTo>
                  <a:pt x="13440" y="62862"/>
                </a:lnTo>
                <a:lnTo>
                  <a:pt x="12653" y="63003"/>
                </a:lnTo>
                <a:lnTo>
                  <a:pt x="11725" y="63185"/>
                </a:lnTo>
                <a:lnTo>
                  <a:pt x="10978" y="63346"/>
                </a:lnTo>
                <a:lnTo>
                  <a:pt x="10252" y="63528"/>
                </a:lnTo>
                <a:lnTo>
                  <a:pt x="9545" y="63709"/>
                </a:lnTo>
                <a:lnTo>
                  <a:pt x="8879" y="63911"/>
                </a:lnTo>
                <a:lnTo>
                  <a:pt x="8234" y="64113"/>
                </a:lnTo>
                <a:lnTo>
                  <a:pt x="7628" y="64335"/>
                </a:lnTo>
                <a:lnTo>
                  <a:pt x="7043" y="64577"/>
                </a:lnTo>
                <a:lnTo>
                  <a:pt x="6478" y="64819"/>
                </a:lnTo>
                <a:lnTo>
                  <a:pt x="5933" y="65081"/>
                </a:lnTo>
                <a:lnTo>
                  <a:pt x="5408" y="65364"/>
                </a:lnTo>
                <a:lnTo>
                  <a:pt x="4924" y="65646"/>
                </a:lnTo>
                <a:lnTo>
                  <a:pt x="4440" y="65969"/>
                </a:lnTo>
                <a:lnTo>
                  <a:pt x="3996" y="66272"/>
                </a:lnTo>
                <a:lnTo>
                  <a:pt x="3572" y="66615"/>
                </a:lnTo>
                <a:lnTo>
                  <a:pt x="3148" y="66958"/>
                </a:lnTo>
                <a:lnTo>
                  <a:pt x="2765" y="67321"/>
                </a:lnTo>
                <a:lnTo>
                  <a:pt x="2321" y="67786"/>
                </a:lnTo>
                <a:lnTo>
                  <a:pt x="1917" y="68270"/>
                </a:lnTo>
                <a:lnTo>
                  <a:pt x="1554" y="68795"/>
                </a:lnTo>
                <a:lnTo>
                  <a:pt x="1211" y="69339"/>
                </a:lnTo>
                <a:lnTo>
                  <a:pt x="928" y="69884"/>
                </a:lnTo>
                <a:lnTo>
                  <a:pt x="666" y="70470"/>
                </a:lnTo>
                <a:lnTo>
                  <a:pt x="444" y="71055"/>
                </a:lnTo>
                <a:lnTo>
                  <a:pt x="262" y="71660"/>
                </a:lnTo>
                <a:lnTo>
                  <a:pt x="182" y="71983"/>
                </a:lnTo>
                <a:lnTo>
                  <a:pt x="121" y="72306"/>
                </a:lnTo>
                <a:lnTo>
                  <a:pt x="81" y="72609"/>
                </a:lnTo>
                <a:lnTo>
                  <a:pt x="41" y="72931"/>
                </a:lnTo>
                <a:lnTo>
                  <a:pt x="20" y="73254"/>
                </a:lnTo>
                <a:lnTo>
                  <a:pt x="0" y="73557"/>
                </a:lnTo>
                <a:lnTo>
                  <a:pt x="0" y="73880"/>
                </a:lnTo>
                <a:lnTo>
                  <a:pt x="20" y="74183"/>
                </a:lnTo>
                <a:lnTo>
                  <a:pt x="61" y="74485"/>
                </a:lnTo>
                <a:lnTo>
                  <a:pt x="101" y="74788"/>
                </a:lnTo>
                <a:lnTo>
                  <a:pt x="162" y="75071"/>
                </a:lnTo>
                <a:lnTo>
                  <a:pt x="222" y="75373"/>
                </a:lnTo>
                <a:lnTo>
                  <a:pt x="323" y="75656"/>
                </a:lnTo>
                <a:lnTo>
                  <a:pt x="404" y="75938"/>
                </a:lnTo>
                <a:lnTo>
                  <a:pt x="525" y="76201"/>
                </a:lnTo>
                <a:lnTo>
                  <a:pt x="646" y="76483"/>
                </a:lnTo>
                <a:lnTo>
                  <a:pt x="828" y="76846"/>
                </a:lnTo>
                <a:lnTo>
                  <a:pt x="1050" y="77189"/>
                </a:lnTo>
                <a:lnTo>
                  <a:pt x="1292" y="77533"/>
                </a:lnTo>
                <a:lnTo>
                  <a:pt x="1554" y="77855"/>
                </a:lnTo>
                <a:lnTo>
                  <a:pt x="1837" y="78158"/>
                </a:lnTo>
                <a:lnTo>
                  <a:pt x="2139" y="78441"/>
                </a:lnTo>
                <a:lnTo>
                  <a:pt x="2462" y="78703"/>
                </a:lnTo>
                <a:lnTo>
                  <a:pt x="2785" y="78945"/>
                </a:lnTo>
                <a:lnTo>
                  <a:pt x="3148" y="79187"/>
                </a:lnTo>
                <a:lnTo>
                  <a:pt x="3532" y="79389"/>
                </a:lnTo>
                <a:lnTo>
                  <a:pt x="3935" y="79591"/>
                </a:lnTo>
                <a:lnTo>
                  <a:pt x="4339" y="79773"/>
                </a:lnTo>
                <a:lnTo>
                  <a:pt x="4763" y="79914"/>
                </a:lnTo>
                <a:lnTo>
                  <a:pt x="5227" y="80055"/>
                </a:lnTo>
                <a:lnTo>
                  <a:pt x="5691" y="80176"/>
                </a:lnTo>
                <a:lnTo>
                  <a:pt x="6155" y="80277"/>
                </a:lnTo>
                <a:lnTo>
                  <a:pt x="6660" y="80338"/>
                </a:lnTo>
                <a:lnTo>
                  <a:pt x="7144" y="80398"/>
                </a:lnTo>
                <a:lnTo>
                  <a:pt x="7648" y="80438"/>
                </a:lnTo>
                <a:lnTo>
                  <a:pt x="8153" y="80438"/>
                </a:lnTo>
                <a:lnTo>
                  <a:pt x="8819" y="80418"/>
                </a:lnTo>
                <a:lnTo>
                  <a:pt x="9485" y="80378"/>
                </a:lnTo>
                <a:lnTo>
                  <a:pt x="10171" y="80277"/>
                </a:lnTo>
                <a:lnTo>
                  <a:pt x="10817" y="80156"/>
                </a:lnTo>
                <a:lnTo>
                  <a:pt x="11483" y="80015"/>
                </a:lnTo>
                <a:lnTo>
                  <a:pt x="12128" y="79813"/>
                </a:lnTo>
                <a:lnTo>
                  <a:pt x="12754" y="79591"/>
                </a:lnTo>
                <a:lnTo>
                  <a:pt x="13380" y="79329"/>
                </a:lnTo>
                <a:lnTo>
                  <a:pt x="14106" y="78986"/>
                </a:lnTo>
                <a:lnTo>
                  <a:pt x="14812" y="78622"/>
                </a:lnTo>
                <a:lnTo>
                  <a:pt x="15498" y="78219"/>
                </a:lnTo>
                <a:lnTo>
                  <a:pt x="16185" y="77795"/>
                </a:lnTo>
                <a:lnTo>
                  <a:pt x="16850" y="77351"/>
                </a:lnTo>
                <a:lnTo>
                  <a:pt x="17496" y="76887"/>
                </a:lnTo>
                <a:lnTo>
                  <a:pt x="18142" y="76402"/>
                </a:lnTo>
                <a:lnTo>
                  <a:pt x="18768" y="75898"/>
                </a:lnTo>
                <a:lnTo>
                  <a:pt x="19373" y="75393"/>
                </a:lnTo>
                <a:lnTo>
                  <a:pt x="19978" y="74869"/>
                </a:lnTo>
                <a:lnTo>
                  <a:pt x="21169" y="73779"/>
                </a:lnTo>
                <a:lnTo>
                  <a:pt x="22339" y="72669"/>
                </a:lnTo>
                <a:lnTo>
                  <a:pt x="23490" y="71559"/>
                </a:lnTo>
                <a:lnTo>
                  <a:pt x="25266" y="69824"/>
                </a:lnTo>
                <a:lnTo>
                  <a:pt x="26174" y="68976"/>
                </a:lnTo>
                <a:lnTo>
                  <a:pt x="27102" y="68149"/>
                </a:lnTo>
                <a:lnTo>
                  <a:pt x="27990" y="67382"/>
                </a:lnTo>
                <a:lnTo>
                  <a:pt x="28918" y="66615"/>
                </a:lnTo>
                <a:lnTo>
                  <a:pt x="29867" y="65889"/>
                </a:lnTo>
                <a:lnTo>
                  <a:pt x="30855" y="65182"/>
                </a:lnTo>
                <a:lnTo>
                  <a:pt x="31844" y="64496"/>
                </a:lnTo>
                <a:lnTo>
                  <a:pt x="32853" y="63850"/>
                </a:lnTo>
                <a:lnTo>
                  <a:pt x="33882" y="63225"/>
                </a:lnTo>
                <a:lnTo>
                  <a:pt x="34932" y="62599"/>
                </a:lnTo>
                <a:lnTo>
                  <a:pt x="36001" y="62034"/>
                </a:lnTo>
                <a:lnTo>
                  <a:pt x="37071" y="61469"/>
                </a:lnTo>
                <a:lnTo>
                  <a:pt x="38161" y="60945"/>
                </a:lnTo>
                <a:lnTo>
                  <a:pt x="39271" y="60440"/>
                </a:lnTo>
                <a:lnTo>
                  <a:pt x="40401" y="59976"/>
                </a:lnTo>
                <a:lnTo>
                  <a:pt x="41531" y="59532"/>
                </a:lnTo>
                <a:lnTo>
                  <a:pt x="42681" y="59108"/>
                </a:lnTo>
                <a:lnTo>
                  <a:pt x="43851" y="58725"/>
                </a:lnTo>
                <a:lnTo>
                  <a:pt x="45002" y="58361"/>
                </a:lnTo>
                <a:lnTo>
                  <a:pt x="46192" y="58039"/>
                </a:lnTo>
                <a:lnTo>
                  <a:pt x="47363" y="57736"/>
                </a:lnTo>
                <a:lnTo>
                  <a:pt x="48553" y="57474"/>
                </a:lnTo>
                <a:lnTo>
                  <a:pt x="49764" y="57231"/>
                </a:lnTo>
                <a:lnTo>
                  <a:pt x="50955" y="57030"/>
                </a:lnTo>
                <a:lnTo>
                  <a:pt x="52166" y="56868"/>
                </a:lnTo>
                <a:lnTo>
                  <a:pt x="53356" y="56707"/>
                </a:lnTo>
                <a:lnTo>
                  <a:pt x="54567" y="56606"/>
                </a:lnTo>
                <a:lnTo>
                  <a:pt x="55778" y="56525"/>
                </a:lnTo>
                <a:lnTo>
                  <a:pt x="56989" y="56465"/>
                </a:lnTo>
                <a:lnTo>
                  <a:pt x="58179" y="56444"/>
                </a:lnTo>
                <a:lnTo>
                  <a:pt x="59390" y="56465"/>
                </a:lnTo>
                <a:lnTo>
                  <a:pt x="60581" y="56505"/>
                </a:lnTo>
                <a:lnTo>
                  <a:pt x="61771" y="56586"/>
                </a:lnTo>
                <a:lnTo>
                  <a:pt x="62962" y="56687"/>
                </a:lnTo>
                <a:lnTo>
                  <a:pt x="64274" y="56848"/>
                </a:lnTo>
                <a:lnTo>
                  <a:pt x="65605" y="57030"/>
                </a:lnTo>
                <a:lnTo>
                  <a:pt x="66917" y="57231"/>
                </a:lnTo>
                <a:lnTo>
                  <a:pt x="68229" y="57433"/>
                </a:lnTo>
                <a:lnTo>
                  <a:pt x="69601" y="57655"/>
                </a:lnTo>
                <a:lnTo>
                  <a:pt x="70973" y="57857"/>
                </a:lnTo>
                <a:lnTo>
                  <a:pt x="72366" y="58039"/>
                </a:lnTo>
                <a:lnTo>
                  <a:pt x="73758" y="58200"/>
                </a:lnTo>
                <a:lnTo>
                  <a:pt x="74444" y="58261"/>
                </a:lnTo>
                <a:lnTo>
                  <a:pt x="75151" y="58321"/>
                </a:lnTo>
                <a:lnTo>
                  <a:pt x="75837" y="58361"/>
                </a:lnTo>
                <a:lnTo>
                  <a:pt x="76543" y="58382"/>
                </a:lnTo>
                <a:lnTo>
                  <a:pt x="77249" y="58382"/>
                </a:lnTo>
                <a:lnTo>
                  <a:pt x="77935" y="58361"/>
                </a:lnTo>
                <a:lnTo>
                  <a:pt x="78642" y="58341"/>
                </a:lnTo>
                <a:lnTo>
                  <a:pt x="79328" y="58281"/>
                </a:lnTo>
                <a:lnTo>
                  <a:pt x="79812" y="58220"/>
                </a:lnTo>
                <a:lnTo>
                  <a:pt x="80337" y="58160"/>
                </a:lnTo>
                <a:lnTo>
                  <a:pt x="80882" y="58059"/>
                </a:lnTo>
                <a:lnTo>
                  <a:pt x="81467" y="57918"/>
                </a:lnTo>
                <a:lnTo>
                  <a:pt x="82032" y="57736"/>
                </a:lnTo>
                <a:lnTo>
                  <a:pt x="82315" y="57635"/>
                </a:lnTo>
                <a:lnTo>
                  <a:pt x="82597" y="57514"/>
                </a:lnTo>
                <a:lnTo>
                  <a:pt x="82880" y="57373"/>
                </a:lnTo>
                <a:lnTo>
                  <a:pt x="83142" y="57231"/>
                </a:lnTo>
                <a:lnTo>
                  <a:pt x="83404" y="57050"/>
                </a:lnTo>
                <a:lnTo>
                  <a:pt x="83667" y="56868"/>
                </a:lnTo>
                <a:lnTo>
                  <a:pt x="83868" y="56707"/>
                </a:lnTo>
                <a:lnTo>
                  <a:pt x="84050" y="56525"/>
                </a:lnTo>
                <a:lnTo>
                  <a:pt x="84232" y="56343"/>
                </a:lnTo>
                <a:lnTo>
                  <a:pt x="84413" y="56162"/>
                </a:lnTo>
                <a:lnTo>
                  <a:pt x="84716" y="55778"/>
                </a:lnTo>
                <a:lnTo>
                  <a:pt x="84998" y="55355"/>
                </a:lnTo>
                <a:lnTo>
                  <a:pt x="85220" y="54931"/>
                </a:lnTo>
                <a:lnTo>
                  <a:pt x="85442" y="54467"/>
                </a:lnTo>
                <a:lnTo>
                  <a:pt x="85604" y="53982"/>
                </a:lnTo>
                <a:lnTo>
                  <a:pt x="85765" y="53498"/>
                </a:lnTo>
                <a:lnTo>
                  <a:pt x="85886" y="52994"/>
                </a:lnTo>
                <a:lnTo>
                  <a:pt x="86007" y="52489"/>
                </a:lnTo>
                <a:lnTo>
                  <a:pt x="86088" y="51964"/>
                </a:lnTo>
                <a:lnTo>
                  <a:pt x="86169" y="51420"/>
                </a:lnTo>
                <a:lnTo>
                  <a:pt x="86290" y="50350"/>
                </a:lnTo>
                <a:lnTo>
                  <a:pt x="86371" y="49260"/>
                </a:lnTo>
                <a:lnTo>
                  <a:pt x="86492" y="47949"/>
                </a:lnTo>
                <a:lnTo>
                  <a:pt x="86573" y="47283"/>
                </a:lnTo>
                <a:lnTo>
                  <a:pt x="86653" y="46637"/>
                </a:lnTo>
                <a:lnTo>
                  <a:pt x="86754" y="46052"/>
                </a:lnTo>
                <a:lnTo>
                  <a:pt x="86895" y="45487"/>
                </a:lnTo>
                <a:lnTo>
                  <a:pt x="87037" y="44901"/>
                </a:lnTo>
                <a:lnTo>
                  <a:pt x="87218" y="44336"/>
                </a:lnTo>
                <a:lnTo>
                  <a:pt x="87420" y="43771"/>
                </a:lnTo>
                <a:lnTo>
                  <a:pt x="87642" y="43206"/>
                </a:lnTo>
                <a:lnTo>
                  <a:pt x="87884" y="42661"/>
                </a:lnTo>
                <a:lnTo>
                  <a:pt x="88167" y="42117"/>
                </a:lnTo>
                <a:lnTo>
                  <a:pt x="88449" y="41592"/>
                </a:lnTo>
                <a:lnTo>
                  <a:pt x="88772" y="41067"/>
                </a:lnTo>
                <a:lnTo>
                  <a:pt x="89115" y="40563"/>
                </a:lnTo>
                <a:lnTo>
                  <a:pt x="89478" y="40058"/>
                </a:lnTo>
                <a:lnTo>
                  <a:pt x="89842" y="39574"/>
                </a:lnTo>
                <a:lnTo>
                  <a:pt x="90245" y="39089"/>
                </a:lnTo>
                <a:lnTo>
                  <a:pt x="90669" y="38646"/>
                </a:lnTo>
                <a:lnTo>
                  <a:pt x="91113" y="38202"/>
                </a:lnTo>
                <a:lnTo>
                  <a:pt x="91577" y="37758"/>
                </a:lnTo>
                <a:lnTo>
                  <a:pt x="92041" y="37354"/>
                </a:lnTo>
                <a:lnTo>
                  <a:pt x="92526" y="36971"/>
                </a:lnTo>
                <a:lnTo>
                  <a:pt x="93030" y="36607"/>
                </a:lnTo>
                <a:lnTo>
                  <a:pt x="93535" y="36264"/>
                </a:lnTo>
                <a:lnTo>
                  <a:pt x="94059" y="35941"/>
                </a:lnTo>
                <a:lnTo>
                  <a:pt x="94584" y="35639"/>
                </a:lnTo>
                <a:lnTo>
                  <a:pt x="95129" y="35376"/>
                </a:lnTo>
                <a:lnTo>
                  <a:pt x="95674" y="35114"/>
                </a:lnTo>
                <a:lnTo>
                  <a:pt x="96239" y="34892"/>
                </a:lnTo>
                <a:lnTo>
                  <a:pt x="96804" y="34690"/>
                </a:lnTo>
                <a:lnTo>
                  <a:pt x="97369" y="34529"/>
                </a:lnTo>
                <a:lnTo>
                  <a:pt x="97934" y="34367"/>
                </a:lnTo>
                <a:lnTo>
                  <a:pt x="98519" y="34246"/>
                </a:lnTo>
                <a:lnTo>
                  <a:pt x="99084" y="34166"/>
                </a:lnTo>
                <a:lnTo>
                  <a:pt x="99669" y="34085"/>
                </a:lnTo>
                <a:lnTo>
                  <a:pt x="100255" y="34044"/>
                </a:lnTo>
                <a:lnTo>
                  <a:pt x="100860" y="34024"/>
                </a:lnTo>
                <a:lnTo>
                  <a:pt x="101445" y="34044"/>
                </a:lnTo>
                <a:lnTo>
                  <a:pt x="102051" y="34085"/>
                </a:lnTo>
                <a:lnTo>
                  <a:pt x="102636" y="34145"/>
                </a:lnTo>
                <a:lnTo>
                  <a:pt x="103221" y="34246"/>
                </a:lnTo>
                <a:lnTo>
                  <a:pt x="103806" y="34367"/>
                </a:lnTo>
                <a:lnTo>
                  <a:pt x="104391" y="34509"/>
                </a:lnTo>
                <a:lnTo>
                  <a:pt x="104977" y="34690"/>
                </a:lnTo>
                <a:lnTo>
                  <a:pt x="105542" y="34892"/>
                </a:lnTo>
                <a:lnTo>
                  <a:pt x="106127" y="35114"/>
                </a:lnTo>
                <a:lnTo>
                  <a:pt x="106672" y="35356"/>
                </a:lnTo>
                <a:lnTo>
                  <a:pt x="107237" y="35639"/>
                </a:lnTo>
                <a:lnTo>
                  <a:pt x="107782" y="35941"/>
                </a:lnTo>
                <a:lnTo>
                  <a:pt x="108306" y="36264"/>
                </a:lnTo>
                <a:lnTo>
                  <a:pt x="108831" y="36607"/>
                </a:lnTo>
                <a:lnTo>
                  <a:pt x="109336" y="36971"/>
                </a:lnTo>
                <a:lnTo>
                  <a:pt x="109820" y="37354"/>
                </a:lnTo>
                <a:lnTo>
                  <a:pt x="110284" y="37758"/>
                </a:lnTo>
                <a:lnTo>
                  <a:pt x="110728" y="38161"/>
                </a:lnTo>
                <a:lnTo>
                  <a:pt x="111152" y="38585"/>
                </a:lnTo>
                <a:lnTo>
                  <a:pt x="111535" y="39029"/>
                </a:lnTo>
                <a:lnTo>
                  <a:pt x="111919" y="39493"/>
                </a:lnTo>
                <a:lnTo>
                  <a:pt x="112262" y="39957"/>
                </a:lnTo>
                <a:lnTo>
                  <a:pt x="112605" y="40442"/>
                </a:lnTo>
                <a:lnTo>
                  <a:pt x="112907" y="40946"/>
                </a:lnTo>
                <a:lnTo>
                  <a:pt x="113190" y="41451"/>
                </a:lnTo>
                <a:lnTo>
                  <a:pt x="113452" y="41955"/>
                </a:lnTo>
                <a:lnTo>
                  <a:pt x="113674" y="42480"/>
                </a:lnTo>
                <a:lnTo>
                  <a:pt x="113876" y="43025"/>
                </a:lnTo>
                <a:lnTo>
                  <a:pt x="114058" y="43569"/>
                </a:lnTo>
                <a:lnTo>
                  <a:pt x="114219" y="44114"/>
                </a:lnTo>
                <a:lnTo>
                  <a:pt x="114038" y="43610"/>
                </a:lnTo>
                <a:lnTo>
                  <a:pt x="113937" y="43368"/>
                </a:lnTo>
                <a:lnTo>
                  <a:pt x="113816" y="43126"/>
                </a:lnTo>
                <a:lnTo>
                  <a:pt x="113694" y="42904"/>
                </a:lnTo>
                <a:lnTo>
                  <a:pt x="113573" y="42682"/>
                </a:lnTo>
                <a:lnTo>
                  <a:pt x="113432" y="42500"/>
                </a:lnTo>
                <a:lnTo>
                  <a:pt x="113251" y="42318"/>
                </a:lnTo>
                <a:lnTo>
                  <a:pt x="113210" y="42379"/>
                </a:lnTo>
                <a:lnTo>
                  <a:pt x="113372" y="42560"/>
                </a:lnTo>
                <a:lnTo>
                  <a:pt x="113533" y="42782"/>
                </a:lnTo>
                <a:lnTo>
                  <a:pt x="113674" y="43025"/>
                </a:lnTo>
                <a:lnTo>
                  <a:pt x="113816" y="43267"/>
                </a:lnTo>
                <a:lnTo>
                  <a:pt x="113916" y="43529"/>
                </a:lnTo>
                <a:lnTo>
                  <a:pt x="114017" y="43812"/>
                </a:lnTo>
                <a:lnTo>
                  <a:pt x="114219" y="44377"/>
                </a:lnTo>
                <a:lnTo>
                  <a:pt x="114360" y="44760"/>
                </a:lnTo>
                <a:lnTo>
                  <a:pt x="114502" y="45144"/>
                </a:lnTo>
                <a:lnTo>
                  <a:pt x="114663" y="45507"/>
                </a:lnTo>
                <a:lnTo>
                  <a:pt x="114744" y="45668"/>
                </a:lnTo>
                <a:lnTo>
                  <a:pt x="114845" y="45809"/>
                </a:lnTo>
                <a:lnTo>
                  <a:pt x="114946" y="45951"/>
                </a:lnTo>
                <a:lnTo>
                  <a:pt x="115067" y="46072"/>
                </a:lnTo>
                <a:lnTo>
                  <a:pt x="115188" y="46173"/>
                </a:lnTo>
                <a:lnTo>
                  <a:pt x="115309" y="46274"/>
                </a:lnTo>
                <a:lnTo>
                  <a:pt x="115470" y="46334"/>
                </a:lnTo>
                <a:lnTo>
                  <a:pt x="115632" y="46375"/>
                </a:lnTo>
                <a:lnTo>
                  <a:pt x="115793" y="46395"/>
                </a:lnTo>
                <a:lnTo>
                  <a:pt x="115995" y="46395"/>
                </a:lnTo>
                <a:lnTo>
                  <a:pt x="116156" y="46375"/>
                </a:lnTo>
                <a:lnTo>
                  <a:pt x="116318" y="46334"/>
                </a:lnTo>
                <a:lnTo>
                  <a:pt x="116479" y="46274"/>
                </a:lnTo>
                <a:lnTo>
                  <a:pt x="116641" y="46173"/>
                </a:lnTo>
                <a:lnTo>
                  <a:pt x="116822" y="46072"/>
                </a:lnTo>
                <a:lnTo>
                  <a:pt x="116984" y="45931"/>
                </a:lnTo>
                <a:lnTo>
                  <a:pt x="117145" y="45769"/>
                </a:lnTo>
                <a:lnTo>
                  <a:pt x="117327" y="45587"/>
                </a:lnTo>
                <a:lnTo>
                  <a:pt x="117630" y="45224"/>
                </a:lnTo>
                <a:lnTo>
                  <a:pt x="117892" y="44841"/>
                </a:lnTo>
                <a:lnTo>
                  <a:pt x="118134" y="44437"/>
                </a:lnTo>
                <a:lnTo>
                  <a:pt x="118356" y="44034"/>
                </a:lnTo>
                <a:lnTo>
                  <a:pt x="118558" y="43630"/>
                </a:lnTo>
                <a:lnTo>
                  <a:pt x="118739" y="43186"/>
                </a:lnTo>
                <a:lnTo>
                  <a:pt x="118901" y="42762"/>
                </a:lnTo>
                <a:lnTo>
                  <a:pt x="119042" y="42318"/>
                </a:lnTo>
                <a:lnTo>
                  <a:pt x="119183" y="41854"/>
                </a:lnTo>
                <a:lnTo>
                  <a:pt x="119284" y="41410"/>
                </a:lnTo>
                <a:lnTo>
                  <a:pt x="119486" y="40482"/>
                </a:lnTo>
                <a:lnTo>
                  <a:pt x="119648" y="39554"/>
                </a:lnTo>
                <a:lnTo>
                  <a:pt x="119789" y="38625"/>
                </a:lnTo>
                <a:lnTo>
                  <a:pt x="119950" y="37394"/>
                </a:lnTo>
                <a:lnTo>
                  <a:pt x="120092" y="36184"/>
                </a:lnTo>
                <a:lnTo>
                  <a:pt x="120233" y="34953"/>
                </a:lnTo>
                <a:lnTo>
                  <a:pt x="120334" y="33742"/>
                </a:lnTo>
                <a:lnTo>
                  <a:pt x="120455" y="32511"/>
                </a:lnTo>
                <a:lnTo>
                  <a:pt x="120536" y="31280"/>
                </a:lnTo>
                <a:lnTo>
                  <a:pt x="120616" y="30069"/>
                </a:lnTo>
                <a:lnTo>
                  <a:pt x="120697" y="28838"/>
                </a:lnTo>
                <a:lnTo>
                  <a:pt x="120737" y="27607"/>
                </a:lnTo>
                <a:lnTo>
                  <a:pt x="120778" y="26376"/>
                </a:lnTo>
                <a:lnTo>
                  <a:pt x="120798" y="25145"/>
                </a:lnTo>
                <a:lnTo>
                  <a:pt x="120818" y="23914"/>
                </a:lnTo>
                <a:lnTo>
                  <a:pt x="120818" y="22683"/>
                </a:lnTo>
                <a:lnTo>
                  <a:pt x="120798" y="21452"/>
                </a:lnTo>
                <a:lnTo>
                  <a:pt x="120778" y="20241"/>
                </a:lnTo>
                <a:lnTo>
                  <a:pt x="120737" y="19010"/>
                </a:lnTo>
                <a:lnTo>
                  <a:pt x="120697" y="18143"/>
                </a:lnTo>
                <a:lnTo>
                  <a:pt x="120636" y="17275"/>
                </a:lnTo>
                <a:lnTo>
                  <a:pt x="120576" y="16407"/>
                </a:lnTo>
                <a:lnTo>
                  <a:pt x="120495" y="15519"/>
                </a:lnTo>
                <a:lnTo>
                  <a:pt x="120374" y="14651"/>
                </a:lnTo>
                <a:lnTo>
                  <a:pt x="120233" y="13763"/>
                </a:lnTo>
                <a:lnTo>
                  <a:pt x="120071" y="12896"/>
                </a:lnTo>
                <a:lnTo>
                  <a:pt x="119870" y="12048"/>
                </a:lnTo>
                <a:lnTo>
                  <a:pt x="119648" y="11201"/>
                </a:lnTo>
                <a:lnTo>
                  <a:pt x="119365" y="10353"/>
                </a:lnTo>
                <a:lnTo>
                  <a:pt x="119062" y="9546"/>
                </a:lnTo>
                <a:lnTo>
                  <a:pt x="118881" y="9142"/>
                </a:lnTo>
                <a:lnTo>
                  <a:pt x="118699" y="8759"/>
                </a:lnTo>
                <a:lnTo>
                  <a:pt x="118497" y="8375"/>
                </a:lnTo>
                <a:lnTo>
                  <a:pt x="118296" y="7992"/>
                </a:lnTo>
                <a:lnTo>
                  <a:pt x="118074" y="7609"/>
                </a:lnTo>
                <a:lnTo>
                  <a:pt x="117831" y="7245"/>
                </a:lnTo>
                <a:lnTo>
                  <a:pt x="117589" y="6902"/>
                </a:lnTo>
                <a:lnTo>
                  <a:pt x="117327" y="6559"/>
                </a:lnTo>
                <a:lnTo>
                  <a:pt x="117044" y="6216"/>
                </a:lnTo>
                <a:lnTo>
                  <a:pt x="116762" y="5873"/>
                </a:lnTo>
                <a:lnTo>
                  <a:pt x="116257" y="5369"/>
                </a:lnTo>
                <a:lnTo>
                  <a:pt x="115712" y="4884"/>
                </a:lnTo>
                <a:lnTo>
                  <a:pt x="115127" y="4420"/>
                </a:lnTo>
                <a:lnTo>
                  <a:pt x="114502" y="3976"/>
                </a:lnTo>
                <a:lnTo>
                  <a:pt x="113836" y="3573"/>
                </a:lnTo>
                <a:lnTo>
                  <a:pt x="113129" y="3189"/>
                </a:lnTo>
                <a:lnTo>
                  <a:pt x="112403" y="2846"/>
                </a:lnTo>
                <a:lnTo>
                  <a:pt x="111596" y="2503"/>
                </a:lnTo>
                <a:lnTo>
                  <a:pt x="110970" y="2261"/>
                </a:lnTo>
                <a:lnTo>
                  <a:pt x="110284" y="2039"/>
                </a:lnTo>
                <a:lnTo>
                  <a:pt x="109578" y="1837"/>
                </a:lnTo>
                <a:lnTo>
                  <a:pt x="108851" y="1635"/>
                </a:lnTo>
                <a:lnTo>
                  <a:pt x="108064" y="1433"/>
                </a:lnTo>
                <a:lnTo>
                  <a:pt x="107257" y="1272"/>
                </a:lnTo>
                <a:lnTo>
                  <a:pt x="106389" y="1090"/>
                </a:lnTo>
                <a:lnTo>
                  <a:pt x="105481" y="949"/>
                </a:lnTo>
                <a:lnTo>
                  <a:pt x="103988" y="707"/>
                </a:lnTo>
                <a:lnTo>
                  <a:pt x="102474" y="505"/>
                </a:lnTo>
                <a:lnTo>
                  <a:pt x="100961" y="344"/>
                </a:lnTo>
                <a:lnTo>
                  <a:pt x="99447" y="202"/>
                </a:lnTo>
                <a:lnTo>
                  <a:pt x="97934" y="102"/>
                </a:lnTo>
                <a:lnTo>
                  <a:pt x="96420" y="41"/>
                </a:lnTo>
                <a:lnTo>
                  <a:pt x="94887" y="1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34" name="Google Shape;1334;p17"/>
          <p:cNvSpPr/>
          <p:nvPr/>
        </p:nvSpPr>
        <p:spPr>
          <a:xfrm>
            <a:off x="9011602" y="-25"/>
            <a:ext cx="2289244" cy="1739785"/>
          </a:xfrm>
          <a:custGeom>
            <a:rect b="b" l="l" r="r" t="t"/>
            <a:pathLst>
              <a:path extrusionOk="0" h="31119" w="40947">
                <a:moveTo>
                  <a:pt x="32571" y="82"/>
                </a:moveTo>
                <a:lnTo>
                  <a:pt x="33116" y="102"/>
                </a:lnTo>
                <a:lnTo>
                  <a:pt x="33601" y="162"/>
                </a:lnTo>
                <a:lnTo>
                  <a:pt x="33823" y="203"/>
                </a:lnTo>
                <a:lnTo>
                  <a:pt x="34024" y="243"/>
                </a:lnTo>
                <a:lnTo>
                  <a:pt x="34206" y="304"/>
                </a:lnTo>
                <a:lnTo>
                  <a:pt x="34388" y="384"/>
                </a:lnTo>
                <a:lnTo>
                  <a:pt x="34549" y="465"/>
                </a:lnTo>
                <a:lnTo>
                  <a:pt x="34690" y="546"/>
                </a:lnTo>
                <a:lnTo>
                  <a:pt x="34832" y="647"/>
                </a:lnTo>
                <a:lnTo>
                  <a:pt x="34933" y="748"/>
                </a:lnTo>
                <a:lnTo>
                  <a:pt x="35033" y="869"/>
                </a:lnTo>
                <a:lnTo>
                  <a:pt x="35134" y="990"/>
                </a:lnTo>
                <a:lnTo>
                  <a:pt x="35195" y="1131"/>
                </a:lnTo>
                <a:lnTo>
                  <a:pt x="35255" y="1272"/>
                </a:lnTo>
                <a:lnTo>
                  <a:pt x="35296" y="1454"/>
                </a:lnTo>
                <a:lnTo>
                  <a:pt x="35316" y="1656"/>
                </a:lnTo>
                <a:lnTo>
                  <a:pt x="35336" y="1858"/>
                </a:lnTo>
                <a:lnTo>
                  <a:pt x="35316" y="2059"/>
                </a:lnTo>
                <a:lnTo>
                  <a:pt x="35235" y="2443"/>
                </a:lnTo>
                <a:lnTo>
                  <a:pt x="35155" y="2826"/>
                </a:lnTo>
                <a:lnTo>
                  <a:pt x="35074" y="3169"/>
                </a:lnTo>
                <a:lnTo>
                  <a:pt x="34993" y="3492"/>
                </a:lnTo>
                <a:lnTo>
                  <a:pt x="34973" y="3835"/>
                </a:lnTo>
                <a:lnTo>
                  <a:pt x="34973" y="3997"/>
                </a:lnTo>
                <a:lnTo>
                  <a:pt x="34973" y="4158"/>
                </a:lnTo>
                <a:lnTo>
                  <a:pt x="35033" y="4400"/>
                </a:lnTo>
                <a:lnTo>
                  <a:pt x="35094" y="4642"/>
                </a:lnTo>
                <a:lnTo>
                  <a:pt x="35175" y="4864"/>
                </a:lnTo>
                <a:lnTo>
                  <a:pt x="35276" y="5086"/>
                </a:lnTo>
                <a:lnTo>
                  <a:pt x="35498" y="5510"/>
                </a:lnTo>
                <a:lnTo>
                  <a:pt x="35760" y="5914"/>
                </a:lnTo>
                <a:lnTo>
                  <a:pt x="36083" y="6438"/>
                </a:lnTo>
                <a:lnTo>
                  <a:pt x="36486" y="7165"/>
                </a:lnTo>
                <a:lnTo>
                  <a:pt x="36890" y="7912"/>
                </a:lnTo>
                <a:lnTo>
                  <a:pt x="37273" y="8658"/>
                </a:lnTo>
                <a:lnTo>
                  <a:pt x="37637" y="9425"/>
                </a:lnTo>
                <a:lnTo>
                  <a:pt x="37980" y="10212"/>
                </a:lnTo>
                <a:lnTo>
                  <a:pt x="38303" y="10999"/>
                </a:lnTo>
                <a:lnTo>
                  <a:pt x="38625" y="11786"/>
                </a:lnTo>
                <a:lnTo>
                  <a:pt x="38908" y="12573"/>
                </a:lnTo>
                <a:lnTo>
                  <a:pt x="39170" y="13380"/>
                </a:lnTo>
                <a:lnTo>
                  <a:pt x="39412" y="14188"/>
                </a:lnTo>
                <a:lnTo>
                  <a:pt x="39655" y="14995"/>
                </a:lnTo>
                <a:lnTo>
                  <a:pt x="39856" y="15802"/>
                </a:lnTo>
                <a:lnTo>
                  <a:pt x="40038" y="16629"/>
                </a:lnTo>
                <a:lnTo>
                  <a:pt x="40220" y="17457"/>
                </a:lnTo>
                <a:lnTo>
                  <a:pt x="40361" y="18284"/>
                </a:lnTo>
                <a:lnTo>
                  <a:pt x="40502" y="19112"/>
                </a:lnTo>
                <a:lnTo>
                  <a:pt x="40603" y="19939"/>
                </a:lnTo>
                <a:lnTo>
                  <a:pt x="40704" y="20766"/>
                </a:lnTo>
                <a:lnTo>
                  <a:pt x="40765" y="21614"/>
                </a:lnTo>
                <a:lnTo>
                  <a:pt x="40825" y="22441"/>
                </a:lnTo>
                <a:lnTo>
                  <a:pt x="40845" y="23269"/>
                </a:lnTo>
                <a:lnTo>
                  <a:pt x="40865" y="24116"/>
                </a:lnTo>
                <a:lnTo>
                  <a:pt x="40865" y="24944"/>
                </a:lnTo>
                <a:lnTo>
                  <a:pt x="40825" y="25771"/>
                </a:lnTo>
                <a:lnTo>
                  <a:pt x="40785" y="26437"/>
                </a:lnTo>
                <a:lnTo>
                  <a:pt x="40744" y="26800"/>
                </a:lnTo>
                <a:lnTo>
                  <a:pt x="40684" y="27163"/>
                </a:lnTo>
                <a:lnTo>
                  <a:pt x="40603" y="27547"/>
                </a:lnTo>
                <a:lnTo>
                  <a:pt x="40502" y="27950"/>
                </a:lnTo>
                <a:lnTo>
                  <a:pt x="40401" y="28334"/>
                </a:lnTo>
                <a:lnTo>
                  <a:pt x="40260" y="28717"/>
                </a:lnTo>
                <a:lnTo>
                  <a:pt x="40099" y="29081"/>
                </a:lnTo>
                <a:lnTo>
                  <a:pt x="39917" y="29424"/>
                </a:lnTo>
                <a:lnTo>
                  <a:pt x="39695" y="29767"/>
                </a:lnTo>
                <a:lnTo>
                  <a:pt x="39453" y="30069"/>
                </a:lnTo>
                <a:lnTo>
                  <a:pt x="39191" y="30332"/>
                </a:lnTo>
                <a:lnTo>
                  <a:pt x="39029" y="30453"/>
                </a:lnTo>
                <a:lnTo>
                  <a:pt x="38868" y="30574"/>
                </a:lnTo>
                <a:lnTo>
                  <a:pt x="38706" y="30675"/>
                </a:lnTo>
                <a:lnTo>
                  <a:pt x="38525" y="30776"/>
                </a:lnTo>
                <a:lnTo>
                  <a:pt x="38343" y="30856"/>
                </a:lnTo>
                <a:lnTo>
                  <a:pt x="38141" y="30917"/>
                </a:lnTo>
                <a:lnTo>
                  <a:pt x="37960" y="30977"/>
                </a:lnTo>
                <a:lnTo>
                  <a:pt x="37758" y="30998"/>
                </a:lnTo>
                <a:lnTo>
                  <a:pt x="37394" y="31038"/>
                </a:lnTo>
                <a:lnTo>
                  <a:pt x="37011" y="31038"/>
                </a:lnTo>
                <a:lnTo>
                  <a:pt x="36628" y="30998"/>
                </a:lnTo>
                <a:lnTo>
                  <a:pt x="36244" y="30937"/>
                </a:lnTo>
                <a:lnTo>
                  <a:pt x="35881" y="30836"/>
                </a:lnTo>
                <a:lnTo>
                  <a:pt x="35538" y="30735"/>
                </a:lnTo>
                <a:lnTo>
                  <a:pt x="35215" y="30634"/>
                </a:lnTo>
                <a:lnTo>
                  <a:pt x="34690" y="30433"/>
                </a:lnTo>
                <a:lnTo>
                  <a:pt x="34186" y="30231"/>
                </a:lnTo>
                <a:lnTo>
                  <a:pt x="33681" y="30009"/>
                </a:lnTo>
                <a:lnTo>
                  <a:pt x="33177" y="29767"/>
                </a:lnTo>
                <a:lnTo>
                  <a:pt x="32693" y="29524"/>
                </a:lnTo>
                <a:lnTo>
                  <a:pt x="32208" y="29262"/>
                </a:lnTo>
                <a:lnTo>
                  <a:pt x="31724" y="28980"/>
                </a:lnTo>
                <a:lnTo>
                  <a:pt x="31260" y="28697"/>
                </a:lnTo>
                <a:lnTo>
                  <a:pt x="30796" y="28394"/>
                </a:lnTo>
                <a:lnTo>
                  <a:pt x="30331" y="28071"/>
                </a:lnTo>
                <a:lnTo>
                  <a:pt x="29888" y="27749"/>
                </a:lnTo>
                <a:lnTo>
                  <a:pt x="29444" y="27406"/>
                </a:lnTo>
                <a:lnTo>
                  <a:pt x="28576" y="26719"/>
                </a:lnTo>
                <a:lnTo>
                  <a:pt x="27728" y="25993"/>
                </a:lnTo>
                <a:lnTo>
                  <a:pt x="26901" y="25226"/>
                </a:lnTo>
                <a:lnTo>
                  <a:pt x="26094" y="24419"/>
                </a:lnTo>
                <a:lnTo>
                  <a:pt x="25307" y="23612"/>
                </a:lnTo>
                <a:lnTo>
                  <a:pt x="24540" y="22784"/>
                </a:lnTo>
                <a:lnTo>
                  <a:pt x="23773" y="21937"/>
                </a:lnTo>
                <a:lnTo>
                  <a:pt x="23026" y="21069"/>
                </a:lnTo>
                <a:lnTo>
                  <a:pt x="21573" y="19334"/>
                </a:lnTo>
                <a:lnTo>
                  <a:pt x="21150" y="18809"/>
                </a:lnTo>
                <a:lnTo>
                  <a:pt x="19757" y="17134"/>
                </a:lnTo>
                <a:lnTo>
                  <a:pt x="18345" y="15479"/>
                </a:lnTo>
                <a:lnTo>
                  <a:pt x="17638" y="14652"/>
                </a:lnTo>
                <a:lnTo>
                  <a:pt x="16892" y="13845"/>
                </a:lnTo>
                <a:lnTo>
                  <a:pt x="16145" y="13058"/>
                </a:lnTo>
                <a:lnTo>
                  <a:pt x="15378" y="12291"/>
                </a:lnTo>
                <a:lnTo>
                  <a:pt x="14591" y="11544"/>
                </a:lnTo>
                <a:lnTo>
                  <a:pt x="13804" y="10838"/>
                </a:lnTo>
                <a:lnTo>
                  <a:pt x="12977" y="10131"/>
                </a:lnTo>
                <a:lnTo>
                  <a:pt x="12129" y="9486"/>
                </a:lnTo>
                <a:lnTo>
                  <a:pt x="11261" y="8880"/>
                </a:lnTo>
                <a:lnTo>
                  <a:pt x="10797" y="8578"/>
                </a:lnTo>
                <a:lnTo>
                  <a:pt x="10353" y="8295"/>
                </a:lnTo>
                <a:lnTo>
                  <a:pt x="9889" y="8012"/>
                </a:lnTo>
                <a:lnTo>
                  <a:pt x="9425" y="7770"/>
                </a:lnTo>
                <a:lnTo>
                  <a:pt x="8941" y="7508"/>
                </a:lnTo>
                <a:lnTo>
                  <a:pt x="8456" y="7266"/>
                </a:lnTo>
                <a:lnTo>
                  <a:pt x="7911" y="7024"/>
                </a:lnTo>
                <a:lnTo>
                  <a:pt x="7346" y="6782"/>
                </a:lnTo>
                <a:lnTo>
                  <a:pt x="6781" y="6560"/>
                </a:lnTo>
                <a:lnTo>
                  <a:pt x="6196" y="6358"/>
                </a:lnTo>
                <a:lnTo>
                  <a:pt x="5066" y="5954"/>
                </a:lnTo>
                <a:lnTo>
                  <a:pt x="3916" y="5591"/>
                </a:lnTo>
                <a:lnTo>
                  <a:pt x="2342" y="5066"/>
                </a:lnTo>
                <a:lnTo>
                  <a:pt x="2079" y="4965"/>
                </a:lnTo>
                <a:lnTo>
                  <a:pt x="1716" y="4804"/>
                </a:lnTo>
                <a:lnTo>
                  <a:pt x="1313" y="4602"/>
                </a:lnTo>
                <a:lnTo>
                  <a:pt x="1111" y="4461"/>
                </a:lnTo>
                <a:lnTo>
                  <a:pt x="909" y="4340"/>
                </a:lnTo>
                <a:lnTo>
                  <a:pt x="727" y="4178"/>
                </a:lnTo>
                <a:lnTo>
                  <a:pt x="546" y="4017"/>
                </a:lnTo>
                <a:lnTo>
                  <a:pt x="384" y="3835"/>
                </a:lnTo>
                <a:lnTo>
                  <a:pt x="263" y="3633"/>
                </a:lnTo>
                <a:lnTo>
                  <a:pt x="162" y="3432"/>
                </a:lnTo>
                <a:lnTo>
                  <a:pt x="102" y="3210"/>
                </a:lnTo>
                <a:lnTo>
                  <a:pt x="82" y="2967"/>
                </a:lnTo>
                <a:lnTo>
                  <a:pt x="102" y="2725"/>
                </a:lnTo>
                <a:lnTo>
                  <a:pt x="162" y="2544"/>
                </a:lnTo>
                <a:lnTo>
                  <a:pt x="223" y="2382"/>
                </a:lnTo>
                <a:lnTo>
                  <a:pt x="324" y="2221"/>
                </a:lnTo>
                <a:lnTo>
                  <a:pt x="425" y="2080"/>
                </a:lnTo>
                <a:lnTo>
                  <a:pt x="526" y="1938"/>
                </a:lnTo>
                <a:lnTo>
                  <a:pt x="647" y="1837"/>
                </a:lnTo>
                <a:lnTo>
                  <a:pt x="889" y="1636"/>
                </a:lnTo>
                <a:lnTo>
                  <a:pt x="1070" y="1494"/>
                </a:lnTo>
                <a:lnTo>
                  <a:pt x="1272" y="1393"/>
                </a:lnTo>
                <a:lnTo>
                  <a:pt x="1474" y="1293"/>
                </a:lnTo>
                <a:lnTo>
                  <a:pt x="1676" y="1192"/>
                </a:lnTo>
                <a:lnTo>
                  <a:pt x="2100" y="1030"/>
                </a:lnTo>
                <a:lnTo>
                  <a:pt x="2523" y="909"/>
                </a:lnTo>
                <a:lnTo>
                  <a:pt x="2967" y="808"/>
                </a:lnTo>
                <a:lnTo>
                  <a:pt x="3411" y="727"/>
                </a:lnTo>
                <a:lnTo>
                  <a:pt x="3855" y="667"/>
                </a:lnTo>
                <a:lnTo>
                  <a:pt x="4279" y="627"/>
                </a:lnTo>
                <a:lnTo>
                  <a:pt x="5349" y="526"/>
                </a:lnTo>
                <a:lnTo>
                  <a:pt x="6438" y="465"/>
                </a:lnTo>
                <a:lnTo>
                  <a:pt x="7528" y="405"/>
                </a:lnTo>
                <a:lnTo>
                  <a:pt x="8598" y="364"/>
                </a:lnTo>
                <a:lnTo>
                  <a:pt x="10757" y="304"/>
                </a:lnTo>
                <a:lnTo>
                  <a:pt x="12896" y="284"/>
                </a:lnTo>
                <a:lnTo>
                  <a:pt x="32471" y="82"/>
                </a:lnTo>
                <a:close/>
                <a:moveTo>
                  <a:pt x="32471" y="1"/>
                </a:moveTo>
                <a:lnTo>
                  <a:pt x="12896" y="203"/>
                </a:lnTo>
                <a:lnTo>
                  <a:pt x="10757" y="223"/>
                </a:lnTo>
                <a:lnTo>
                  <a:pt x="8598" y="284"/>
                </a:lnTo>
                <a:lnTo>
                  <a:pt x="7508" y="324"/>
                </a:lnTo>
                <a:lnTo>
                  <a:pt x="6438" y="384"/>
                </a:lnTo>
                <a:lnTo>
                  <a:pt x="5349" y="445"/>
                </a:lnTo>
                <a:lnTo>
                  <a:pt x="4279" y="546"/>
                </a:lnTo>
                <a:lnTo>
                  <a:pt x="3835" y="586"/>
                </a:lnTo>
                <a:lnTo>
                  <a:pt x="3391" y="647"/>
                </a:lnTo>
                <a:lnTo>
                  <a:pt x="2947" y="727"/>
                </a:lnTo>
                <a:lnTo>
                  <a:pt x="2503" y="828"/>
                </a:lnTo>
                <a:lnTo>
                  <a:pt x="2059" y="949"/>
                </a:lnTo>
                <a:lnTo>
                  <a:pt x="1635" y="1111"/>
                </a:lnTo>
                <a:lnTo>
                  <a:pt x="1434" y="1212"/>
                </a:lnTo>
                <a:lnTo>
                  <a:pt x="1232" y="1313"/>
                </a:lnTo>
                <a:lnTo>
                  <a:pt x="1030" y="1434"/>
                </a:lnTo>
                <a:lnTo>
                  <a:pt x="848" y="1575"/>
                </a:lnTo>
                <a:lnTo>
                  <a:pt x="586" y="1777"/>
                </a:lnTo>
                <a:lnTo>
                  <a:pt x="465" y="1898"/>
                </a:lnTo>
                <a:lnTo>
                  <a:pt x="344" y="2039"/>
                </a:lnTo>
                <a:lnTo>
                  <a:pt x="243" y="2180"/>
                </a:lnTo>
                <a:lnTo>
                  <a:pt x="142" y="2342"/>
                </a:lnTo>
                <a:lnTo>
                  <a:pt x="82" y="2524"/>
                </a:lnTo>
                <a:lnTo>
                  <a:pt x="21" y="2705"/>
                </a:lnTo>
                <a:lnTo>
                  <a:pt x="1" y="2846"/>
                </a:lnTo>
                <a:lnTo>
                  <a:pt x="1" y="2967"/>
                </a:lnTo>
                <a:lnTo>
                  <a:pt x="21" y="3210"/>
                </a:lnTo>
                <a:lnTo>
                  <a:pt x="82" y="3452"/>
                </a:lnTo>
                <a:lnTo>
                  <a:pt x="183" y="3674"/>
                </a:lnTo>
                <a:lnTo>
                  <a:pt x="324" y="3876"/>
                </a:lnTo>
                <a:lnTo>
                  <a:pt x="465" y="4057"/>
                </a:lnTo>
                <a:lnTo>
                  <a:pt x="647" y="4219"/>
                </a:lnTo>
                <a:lnTo>
                  <a:pt x="848" y="4380"/>
                </a:lnTo>
                <a:lnTo>
                  <a:pt x="1050" y="4521"/>
                </a:lnTo>
                <a:lnTo>
                  <a:pt x="1252" y="4663"/>
                </a:lnTo>
                <a:lnTo>
                  <a:pt x="1676" y="4864"/>
                </a:lnTo>
                <a:lnTo>
                  <a:pt x="2039" y="5026"/>
                </a:lnTo>
                <a:lnTo>
                  <a:pt x="2322" y="5147"/>
                </a:lnTo>
                <a:lnTo>
                  <a:pt x="3896" y="5651"/>
                </a:lnTo>
                <a:lnTo>
                  <a:pt x="5026" y="6035"/>
                </a:lnTo>
                <a:lnTo>
                  <a:pt x="6176" y="6438"/>
                </a:lnTo>
                <a:lnTo>
                  <a:pt x="6741" y="6640"/>
                </a:lnTo>
                <a:lnTo>
                  <a:pt x="7306" y="6862"/>
                </a:lnTo>
                <a:lnTo>
                  <a:pt x="7871" y="7104"/>
                </a:lnTo>
                <a:lnTo>
                  <a:pt x="8416" y="7347"/>
                </a:lnTo>
                <a:lnTo>
                  <a:pt x="8900" y="7589"/>
                </a:lnTo>
                <a:lnTo>
                  <a:pt x="9385" y="7831"/>
                </a:lnTo>
                <a:lnTo>
                  <a:pt x="9849" y="8093"/>
                </a:lnTo>
                <a:lnTo>
                  <a:pt x="10313" y="8356"/>
                </a:lnTo>
                <a:lnTo>
                  <a:pt x="10757" y="8638"/>
                </a:lnTo>
                <a:lnTo>
                  <a:pt x="11201" y="8941"/>
                </a:lnTo>
                <a:lnTo>
                  <a:pt x="12089" y="9546"/>
                </a:lnTo>
                <a:lnTo>
                  <a:pt x="12936" y="10212"/>
                </a:lnTo>
                <a:lnTo>
                  <a:pt x="13743" y="10898"/>
                </a:lnTo>
                <a:lnTo>
                  <a:pt x="14551" y="11605"/>
                </a:lnTo>
                <a:lnTo>
                  <a:pt x="15338" y="12351"/>
                </a:lnTo>
                <a:lnTo>
                  <a:pt x="16084" y="13118"/>
                </a:lnTo>
                <a:lnTo>
                  <a:pt x="16831" y="13905"/>
                </a:lnTo>
                <a:lnTo>
                  <a:pt x="17578" y="14712"/>
                </a:lnTo>
                <a:lnTo>
                  <a:pt x="18284" y="15519"/>
                </a:lnTo>
                <a:lnTo>
                  <a:pt x="19697" y="17194"/>
                </a:lnTo>
                <a:lnTo>
                  <a:pt x="21089" y="18869"/>
                </a:lnTo>
                <a:lnTo>
                  <a:pt x="21513" y="19394"/>
                </a:lnTo>
                <a:lnTo>
                  <a:pt x="22986" y="21130"/>
                </a:lnTo>
                <a:lnTo>
                  <a:pt x="23712" y="21977"/>
                </a:lnTo>
                <a:lnTo>
                  <a:pt x="24479" y="22845"/>
                </a:lnTo>
                <a:lnTo>
                  <a:pt x="25246" y="23672"/>
                </a:lnTo>
                <a:lnTo>
                  <a:pt x="26053" y="24500"/>
                </a:lnTo>
                <a:lnTo>
                  <a:pt x="26861" y="25287"/>
                </a:lnTo>
                <a:lnTo>
                  <a:pt x="27688" y="26053"/>
                </a:lnTo>
                <a:lnTo>
                  <a:pt x="28535" y="26780"/>
                </a:lnTo>
                <a:lnTo>
                  <a:pt x="29403" y="27486"/>
                </a:lnTo>
                <a:lnTo>
                  <a:pt x="29847" y="27809"/>
                </a:lnTo>
                <a:lnTo>
                  <a:pt x="30291" y="28152"/>
                </a:lnTo>
                <a:lnTo>
                  <a:pt x="30755" y="28455"/>
                </a:lnTo>
                <a:lnTo>
                  <a:pt x="31219" y="28758"/>
                </a:lnTo>
                <a:lnTo>
                  <a:pt x="31684" y="29040"/>
                </a:lnTo>
                <a:lnTo>
                  <a:pt x="32168" y="29323"/>
                </a:lnTo>
                <a:lnTo>
                  <a:pt x="32652" y="29585"/>
                </a:lnTo>
                <a:lnTo>
                  <a:pt x="33137" y="29847"/>
                </a:lnTo>
                <a:lnTo>
                  <a:pt x="33641" y="30090"/>
                </a:lnTo>
                <a:lnTo>
                  <a:pt x="34146" y="30311"/>
                </a:lnTo>
                <a:lnTo>
                  <a:pt x="34670" y="30513"/>
                </a:lnTo>
                <a:lnTo>
                  <a:pt x="35195" y="30715"/>
                </a:lnTo>
                <a:lnTo>
                  <a:pt x="35659" y="30856"/>
                </a:lnTo>
                <a:lnTo>
                  <a:pt x="36164" y="30998"/>
                </a:lnTo>
                <a:lnTo>
                  <a:pt x="36426" y="31058"/>
                </a:lnTo>
                <a:lnTo>
                  <a:pt x="36688" y="31099"/>
                </a:lnTo>
                <a:lnTo>
                  <a:pt x="36971" y="31119"/>
                </a:lnTo>
                <a:lnTo>
                  <a:pt x="37475" y="31119"/>
                </a:lnTo>
                <a:lnTo>
                  <a:pt x="37697" y="31099"/>
                </a:lnTo>
                <a:lnTo>
                  <a:pt x="37939" y="31058"/>
                </a:lnTo>
                <a:lnTo>
                  <a:pt x="38161" y="30998"/>
                </a:lnTo>
                <a:lnTo>
                  <a:pt x="38363" y="30917"/>
                </a:lnTo>
                <a:lnTo>
                  <a:pt x="38565" y="30836"/>
                </a:lnTo>
                <a:lnTo>
                  <a:pt x="38747" y="30755"/>
                </a:lnTo>
                <a:lnTo>
                  <a:pt x="38908" y="30655"/>
                </a:lnTo>
                <a:lnTo>
                  <a:pt x="39069" y="30533"/>
                </a:lnTo>
                <a:lnTo>
                  <a:pt x="39231" y="30412"/>
                </a:lnTo>
                <a:lnTo>
                  <a:pt x="39372" y="30271"/>
                </a:lnTo>
                <a:lnTo>
                  <a:pt x="39513" y="30130"/>
                </a:lnTo>
                <a:lnTo>
                  <a:pt x="39756" y="29827"/>
                </a:lnTo>
                <a:lnTo>
                  <a:pt x="39978" y="29484"/>
                </a:lnTo>
                <a:lnTo>
                  <a:pt x="40179" y="29121"/>
                </a:lnTo>
                <a:lnTo>
                  <a:pt x="40341" y="28758"/>
                </a:lnTo>
                <a:lnTo>
                  <a:pt x="40462" y="28374"/>
                </a:lnTo>
                <a:lnTo>
                  <a:pt x="40583" y="27971"/>
                </a:lnTo>
                <a:lnTo>
                  <a:pt x="40684" y="27587"/>
                </a:lnTo>
                <a:lnTo>
                  <a:pt x="40765" y="27184"/>
                </a:lnTo>
                <a:lnTo>
                  <a:pt x="40805" y="26820"/>
                </a:lnTo>
                <a:lnTo>
                  <a:pt x="40865" y="26437"/>
                </a:lnTo>
                <a:lnTo>
                  <a:pt x="40906" y="25771"/>
                </a:lnTo>
                <a:lnTo>
                  <a:pt x="40946" y="24944"/>
                </a:lnTo>
                <a:lnTo>
                  <a:pt x="40946" y="24116"/>
                </a:lnTo>
                <a:lnTo>
                  <a:pt x="40926" y="23269"/>
                </a:lnTo>
                <a:lnTo>
                  <a:pt x="40906" y="22441"/>
                </a:lnTo>
                <a:lnTo>
                  <a:pt x="40845" y="21594"/>
                </a:lnTo>
                <a:lnTo>
                  <a:pt x="40785" y="20766"/>
                </a:lnTo>
                <a:lnTo>
                  <a:pt x="40684" y="19939"/>
                </a:lnTo>
                <a:lnTo>
                  <a:pt x="40583" y="19091"/>
                </a:lnTo>
                <a:lnTo>
                  <a:pt x="40442" y="18264"/>
                </a:lnTo>
                <a:lnTo>
                  <a:pt x="40300" y="17437"/>
                </a:lnTo>
                <a:lnTo>
                  <a:pt x="40119" y="16609"/>
                </a:lnTo>
                <a:lnTo>
                  <a:pt x="39937" y="15782"/>
                </a:lnTo>
                <a:lnTo>
                  <a:pt x="39715" y="14975"/>
                </a:lnTo>
                <a:lnTo>
                  <a:pt x="39493" y="14147"/>
                </a:lnTo>
                <a:lnTo>
                  <a:pt x="39251" y="13360"/>
                </a:lnTo>
                <a:lnTo>
                  <a:pt x="38989" y="12553"/>
                </a:lnTo>
                <a:lnTo>
                  <a:pt x="38686" y="11746"/>
                </a:lnTo>
                <a:lnTo>
                  <a:pt x="38383" y="10959"/>
                </a:lnTo>
                <a:lnTo>
                  <a:pt x="38060" y="10172"/>
                </a:lnTo>
                <a:lnTo>
                  <a:pt x="37717" y="9405"/>
                </a:lnTo>
                <a:lnTo>
                  <a:pt x="37354" y="8638"/>
                </a:lnTo>
                <a:lnTo>
                  <a:pt x="36971" y="7871"/>
                </a:lnTo>
                <a:lnTo>
                  <a:pt x="36567" y="7125"/>
                </a:lnTo>
                <a:lnTo>
                  <a:pt x="36143" y="6398"/>
                </a:lnTo>
                <a:lnTo>
                  <a:pt x="35841" y="5873"/>
                </a:lnTo>
                <a:lnTo>
                  <a:pt x="35578" y="5470"/>
                </a:lnTo>
                <a:lnTo>
                  <a:pt x="35336" y="5046"/>
                </a:lnTo>
                <a:lnTo>
                  <a:pt x="35255" y="4844"/>
                </a:lnTo>
                <a:lnTo>
                  <a:pt x="35175" y="4622"/>
                </a:lnTo>
                <a:lnTo>
                  <a:pt x="35094" y="4380"/>
                </a:lnTo>
                <a:lnTo>
                  <a:pt x="35054" y="4158"/>
                </a:lnTo>
                <a:lnTo>
                  <a:pt x="35054" y="3997"/>
                </a:lnTo>
                <a:lnTo>
                  <a:pt x="35054" y="3835"/>
                </a:lnTo>
                <a:lnTo>
                  <a:pt x="35074" y="3492"/>
                </a:lnTo>
                <a:lnTo>
                  <a:pt x="35155" y="3169"/>
                </a:lnTo>
                <a:lnTo>
                  <a:pt x="35235" y="2846"/>
                </a:lnTo>
                <a:lnTo>
                  <a:pt x="35316" y="2463"/>
                </a:lnTo>
                <a:lnTo>
                  <a:pt x="35397" y="2059"/>
                </a:lnTo>
                <a:lnTo>
                  <a:pt x="35417" y="1858"/>
                </a:lnTo>
                <a:lnTo>
                  <a:pt x="35397" y="1656"/>
                </a:lnTo>
                <a:lnTo>
                  <a:pt x="35376" y="1454"/>
                </a:lnTo>
                <a:lnTo>
                  <a:pt x="35336" y="1252"/>
                </a:lnTo>
                <a:lnTo>
                  <a:pt x="35276" y="1091"/>
                </a:lnTo>
                <a:lnTo>
                  <a:pt x="35195" y="949"/>
                </a:lnTo>
                <a:lnTo>
                  <a:pt x="35094" y="808"/>
                </a:lnTo>
                <a:lnTo>
                  <a:pt x="34993" y="687"/>
                </a:lnTo>
                <a:lnTo>
                  <a:pt x="34872" y="586"/>
                </a:lnTo>
                <a:lnTo>
                  <a:pt x="34731" y="485"/>
                </a:lnTo>
                <a:lnTo>
                  <a:pt x="34569" y="384"/>
                </a:lnTo>
                <a:lnTo>
                  <a:pt x="34408" y="304"/>
                </a:lnTo>
                <a:lnTo>
                  <a:pt x="34226" y="223"/>
                </a:lnTo>
                <a:lnTo>
                  <a:pt x="34024" y="162"/>
                </a:lnTo>
                <a:lnTo>
                  <a:pt x="33802" y="122"/>
                </a:lnTo>
                <a:lnTo>
                  <a:pt x="33560" y="82"/>
                </a:lnTo>
                <a:lnTo>
                  <a:pt x="33056" y="21"/>
                </a:lnTo>
                <a:lnTo>
                  <a:pt x="32471" y="1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35" name="Google Shape;1335;p17"/>
          <p:cNvSpPr/>
          <p:nvPr/>
        </p:nvSpPr>
        <p:spPr>
          <a:xfrm>
            <a:off x="7182848" y="1854781"/>
            <a:ext cx="1001862" cy="1525380"/>
          </a:xfrm>
          <a:custGeom>
            <a:rect b="b" l="l" r="r" t="t"/>
            <a:pathLst>
              <a:path extrusionOk="0" h="27284" w="17920">
                <a:moveTo>
                  <a:pt x="9041" y="81"/>
                </a:moveTo>
                <a:lnTo>
                  <a:pt x="9464" y="101"/>
                </a:lnTo>
                <a:lnTo>
                  <a:pt x="9888" y="141"/>
                </a:lnTo>
                <a:lnTo>
                  <a:pt x="10312" y="222"/>
                </a:lnTo>
                <a:lnTo>
                  <a:pt x="10716" y="323"/>
                </a:lnTo>
                <a:lnTo>
                  <a:pt x="11139" y="444"/>
                </a:lnTo>
                <a:lnTo>
                  <a:pt x="11543" y="605"/>
                </a:lnTo>
                <a:lnTo>
                  <a:pt x="11947" y="767"/>
                </a:lnTo>
                <a:lnTo>
                  <a:pt x="12350" y="969"/>
                </a:lnTo>
                <a:lnTo>
                  <a:pt x="12734" y="1191"/>
                </a:lnTo>
                <a:lnTo>
                  <a:pt x="13117" y="1433"/>
                </a:lnTo>
                <a:lnTo>
                  <a:pt x="13480" y="1715"/>
                </a:lnTo>
                <a:lnTo>
                  <a:pt x="13844" y="1998"/>
                </a:lnTo>
                <a:lnTo>
                  <a:pt x="14187" y="2301"/>
                </a:lnTo>
                <a:lnTo>
                  <a:pt x="14530" y="2644"/>
                </a:lnTo>
                <a:lnTo>
                  <a:pt x="14832" y="2987"/>
                </a:lnTo>
                <a:lnTo>
                  <a:pt x="15155" y="3350"/>
                </a:lnTo>
                <a:lnTo>
                  <a:pt x="15397" y="3673"/>
                </a:lnTo>
                <a:lnTo>
                  <a:pt x="15619" y="4016"/>
                </a:lnTo>
                <a:lnTo>
                  <a:pt x="15841" y="4359"/>
                </a:lnTo>
                <a:lnTo>
                  <a:pt x="16063" y="4722"/>
                </a:lnTo>
                <a:lnTo>
                  <a:pt x="16265" y="5106"/>
                </a:lnTo>
                <a:lnTo>
                  <a:pt x="16447" y="5489"/>
                </a:lnTo>
                <a:lnTo>
                  <a:pt x="16628" y="5893"/>
                </a:lnTo>
                <a:lnTo>
                  <a:pt x="16790" y="6296"/>
                </a:lnTo>
                <a:lnTo>
                  <a:pt x="16931" y="6720"/>
                </a:lnTo>
                <a:lnTo>
                  <a:pt x="17072" y="7144"/>
                </a:lnTo>
                <a:lnTo>
                  <a:pt x="17214" y="7588"/>
                </a:lnTo>
                <a:lnTo>
                  <a:pt x="17315" y="8052"/>
                </a:lnTo>
                <a:lnTo>
                  <a:pt x="17436" y="8516"/>
                </a:lnTo>
                <a:lnTo>
                  <a:pt x="17516" y="8980"/>
                </a:lnTo>
                <a:lnTo>
                  <a:pt x="17597" y="9485"/>
                </a:lnTo>
                <a:lnTo>
                  <a:pt x="17678" y="9969"/>
                </a:lnTo>
                <a:lnTo>
                  <a:pt x="17738" y="10514"/>
                </a:lnTo>
                <a:lnTo>
                  <a:pt x="17779" y="11079"/>
                </a:lnTo>
                <a:lnTo>
                  <a:pt x="17819" y="11624"/>
                </a:lnTo>
                <a:lnTo>
                  <a:pt x="17839" y="12189"/>
                </a:lnTo>
                <a:lnTo>
                  <a:pt x="17839" y="12774"/>
                </a:lnTo>
                <a:lnTo>
                  <a:pt x="17819" y="13339"/>
                </a:lnTo>
                <a:lnTo>
                  <a:pt x="17799" y="13924"/>
                </a:lnTo>
                <a:lnTo>
                  <a:pt x="17758" y="14510"/>
                </a:lnTo>
                <a:lnTo>
                  <a:pt x="17718" y="15115"/>
                </a:lnTo>
                <a:lnTo>
                  <a:pt x="17637" y="15720"/>
                </a:lnTo>
                <a:lnTo>
                  <a:pt x="17557" y="16326"/>
                </a:lnTo>
                <a:lnTo>
                  <a:pt x="17456" y="16951"/>
                </a:lnTo>
                <a:lnTo>
                  <a:pt x="17355" y="17577"/>
                </a:lnTo>
                <a:lnTo>
                  <a:pt x="17234" y="18202"/>
                </a:lnTo>
                <a:lnTo>
                  <a:pt x="17093" y="18848"/>
                </a:lnTo>
                <a:lnTo>
                  <a:pt x="16931" y="19514"/>
                </a:lnTo>
                <a:lnTo>
                  <a:pt x="16709" y="20362"/>
                </a:lnTo>
                <a:lnTo>
                  <a:pt x="16447" y="21230"/>
                </a:lnTo>
                <a:lnTo>
                  <a:pt x="16285" y="21673"/>
                </a:lnTo>
                <a:lnTo>
                  <a:pt x="16124" y="22117"/>
                </a:lnTo>
                <a:lnTo>
                  <a:pt x="15942" y="22561"/>
                </a:lnTo>
                <a:lnTo>
                  <a:pt x="15740" y="23005"/>
                </a:lnTo>
                <a:lnTo>
                  <a:pt x="15518" y="23429"/>
                </a:lnTo>
                <a:lnTo>
                  <a:pt x="15276" y="23873"/>
                </a:lnTo>
                <a:lnTo>
                  <a:pt x="15014" y="24277"/>
                </a:lnTo>
                <a:lnTo>
                  <a:pt x="14731" y="24680"/>
                </a:lnTo>
                <a:lnTo>
                  <a:pt x="14429" y="25064"/>
                </a:lnTo>
                <a:lnTo>
                  <a:pt x="14106" y="25427"/>
                </a:lnTo>
                <a:lnTo>
                  <a:pt x="13743" y="25770"/>
                </a:lnTo>
                <a:lnTo>
                  <a:pt x="13359" y="26093"/>
                </a:lnTo>
                <a:lnTo>
                  <a:pt x="13077" y="26295"/>
                </a:lnTo>
                <a:lnTo>
                  <a:pt x="12774" y="26476"/>
                </a:lnTo>
                <a:lnTo>
                  <a:pt x="12491" y="26658"/>
                </a:lnTo>
                <a:lnTo>
                  <a:pt x="12209" y="26799"/>
                </a:lnTo>
                <a:lnTo>
                  <a:pt x="11906" y="26920"/>
                </a:lnTo>
                <a:lnTo>
                  <a:pt x="11624" y="27021"/>
                </a:lnTo>
                <a:lnTo>
                  <a:pt x="11321" y="27102"/>
                </a:lnTo>
                <a:lnTo>
                  <a:pt x="11018" y="27162"/>
                </a:lnTo>
                <a:lnTo>
                  <a:pt x="10716" y="27203"/>
                </a:lnTo>
                <a:lnTo>
                  <a:pt x="10110" y="27203"/>
                </a:lnTo>
                <a:lnTo>
                  <a:pt x="9808" y="27183"/>
                </a:lnTo>
                <a:lnTo>
                  <a:pt x="9485" y="27142"/>
                </a:lnTo>
                <a:lnTo>
                  <a:pt x="9182" y="27062"/>
                </a:lnTo>
                <a:lnTo>
                  <a:pt x="8859" y="26981"/>
                </a:lnTo>
                <a:lnTo>
                  <a:pt x="8556" y="26860"/>
                </a:lnTo>
                <a:lnTo>
                  <a:pt x="8234" y="26739"/>
                </a:lnTo>
                <a:lnTo>
                  <a:pt x="7931" y="26577"/>
                </a:lnTo>
                <a:lnTo>
                  <a:pt x="7628" y="26416"/>
                </a:lnTo>
                <a:lnTo>
                  <a:pt x="7346" y="26234"/>
                </a:lnTo>
                <a:lnTo>
                  <a:pt x="7063" y="26053"/>
                </a:lnTo>
                <a:lnTo>
                  <a:pt x="6781" y="25851"/>
                </a:lnTo>
                <a:lnTo>
                  <a:pt x="6256" y="25427"/>
                </a:lnTo>
                <a:lnTo>
                  <a:pt x="5772" y="24983"/>
                </a:lnTo>
                <a:lnTo>
                  <a:pt x="5328" y="24539"/>
                </a:lnTo>
                <a:lnTo>
                  <a:pt x="4944" y="24095"/>
                </a:lnTo>
                <a:lnTo>
                  <a:pt x="4581" y="23671"/>
                </a:lnTo>
                <a:lnTo>
                  <a:pt x="4238" y="23227"/>
                </a:lnTo>
                <a:lnTo>
                  <a:pt x="3895" y="22763"/>
                </a:lnTo>
                <a:lnTo>
                  <a:pt x="3572" y="22279"/>
                </a:lnTo>
                <a:lnTo>
                  <a:pt x="3249" y="21815"/>
                </a:lnTo>
                <a:lnTo>
                  <a:pt x="2967" y="21330"/>
                </a:lnTo>
                <a:lnTo>
                  <a:pt x="2664" y="20826"/>
                </a:lnTo>
                <a:lnTo>
                  <a:pt x="2401" y="20342"/>
                </a:lnTo>
                <a:lnTo>
                  <a:pt x="2139" y="19837"/>
                </a:lnTo>
                <a:lnTo>
                  <a:pt x="1897" y="19333"/>
                </a:lnTo>
                <a:lnTo>
                  <a:pt x="1675" y="18808"/>
                </a:lnTo>
                <a:lnTo>
                  <a:pt x="1453" y="18303"/>
                </a:lnTo>
                <a:lnTo>
                  <a:pt x="1251" y="17779"/>
                </a:lnTo>
                <a:lnTo>
                  <a:pt x="1070" y="17254"/>
                </a:lnTo>
                <a:lnTo>
                  <a:pt x="888" y="16729"/>
                </a:lnTo>
                <a:lnTo>
                  <a:pt x="727" y="16205"/>
                </a:lnTo>
                <a:lnTo>
                  <a:pt x="585" y="15680"/>
                </a:lnTo>
                <a:lnTo>
                  <a:pt x="464" y="15095"/>
                </a:lnTo>
                <a:lnTo>
                  <a:pt x="343" y="14530"/>
                </a:lnTo>
                <a:lnTo>
                  <a:pt x="262" y="13965"/>
                </a:lnTo>
                <a:lnTo>
                  <a:pt x="182" y="13400"/>
                </a:lnTo>
                <a:lnTo>
                  <a:pt x="121" y="12835"/>
                </a:lnTo>
                <a:lnTo>
                  <a:pt x="101" y="12270"/>
                </a:lnTo>
                <a:lnTo>
                  <a:pt x="81" y="11725"/>
                </a:lnTo>
                <a:lnTo>
                  <a:pt x="81" y="11160"/>
                </a:lnTo>
                <a:lnTo>
                  <a:pt x="101" y="10615"/>
                </a:lnTo>
                <a:lnTo>
                  <a:pt x="141" y="10070"/>
                </a:lnTo>
                <a:lnTo>
                  <a:pt x="202" y="9525"/>
                </a:lnTo>
                <a:lnTo>
                  <a:pt x="283" y="9000"/>
                </a:lnTo>
                <a:lnTo>
                  <a:pt x="383" y="8476"/>
                </a:lnTo>
                <a:lnTo>
                  <a:pt x="505" y="7951"/>
                </a:lnTo>
                <a:lnTo>
                  <a:pt x="646" y="7447"/>
                </a:lnTo>
                <a:lnTo>
                  <a:pt x="787" y="6942"/>
                </a:lnTo>
                <a:lnTo>
                  <a:pt x="1049" y="6236"/>
                </a:lnTo>
                <a:lnTo>
                  <a:pt x="1352" y="5570"/>
                </a:lnTo>
                <a:lnTo>
                  <a:pt x="1695" y="4924"/>
                </a:lnTo>
                <a:lnTo>
                  <a:pt x="2079" y="4298"/>
                </a:lnTo>
                <a:lnTo>
                  <a:pt x="2482" y="3693"/>
                </a:lnTo>
                <a:lnTo>
                  <a:pt x="2946" y="3128"/>
                </a:lnTo>
                <a:lnTo>
                  <a:pt x="3188" y="2866"/>
                </a:lnTo>
                <a:lnTo>
                  <a:pt x="3431" y="2603"/>
                </a:lnTo>
                <a:lnTo>
                  <a:pt x="3673" y="2361"/>
                </a:lnTo>
                <a:lnTo>
                  <a:pt x="3935" y="2119"/>
                </a:lnTo>
                <a:lnTo>
                  <a:pt x="4218" y="1877"/>
                </a:lnTo>
                <a:lnTo>
                  <a:pt x="4520" y="1655"/>
                </a:lnTo>
                <a:lnTo>
                  <a:pt x="4803" y="1433"/>
                </a:lnTo>
                <a:lnTo>
                  <a:pt x="5106" y="1231"/>
                </a:lnTo>
                <a:lnTo>
                  <a:pt x="5408" y="1049"/>
                </a:lnTo>
                <a:lnTo>
                  <a:pt x="5731" y="888"/>
                </a:lnTo>
                <a:lnTo>
                  <a:pt x="6034" y="727"/>
                </a:lnTo>
                <a:lnTo>
                  <a:pt x="6337" y="605"/>
                </a:lnTo>
                <a:lnTo>
                  <a:pt x="6659" y="484"/>
                </a:lnTo>
                <a:lnTo>
                  <a:pt x="6982" y="363"/>
                </a:lnTo>
                <a:lnTo>
                  <a:pt x="7305" y="283"/>
                </a:lnTo>
                <a:lnTo>
                  <a:pt x="7628" y="202"/>
                </a:lnTo>
                <a:lnTo>
                  <a:pt x="7951" y="162"/>
                </a:lnTo>
                <a:lnTo>
                  <a:pt x="8274" y="121"/>
                </a:lnTo>
                <a:lnTo>
                  <a:pt x="8597" y="81"/>
                </a:lnTo>
                <a:close/>
                <a:moveTo>
                  <a:pt x="8698" y="0"/>
                </a:moveTo>
                <a:lnTo>
                  <a:pt x="8355" y="20"/>
                </a:lnTo>
                <a:lnTo>
                  <a:pt x="8032" y="61"/>
                </a:lnTo>
                <a:lnTo>
                  <a:pt x="7689" y="121"/>
                </a:lnTo>
                <a:lnTo>
                  <a:pt x="7366" y="182"/>
                </a:lnTo>
                <a:lnTo>
                  <a:pt x="7023" y="283"/>
                </a:lnTo>
                <a:lnTo>
                  <a:pt x="6700" y="383"/>
                </a:lnTo>
                <a:lnTo>
                  <a:pt x="6377" y="505"/>
                </a:lnTo>
                <a:lnTo>
                  <a:pt x="6054" y="646"/>
                </a:lnTo>
                <a:lnTo>
                  <a:pt x="5731" y="787"/>
                </a:lnTo>
                <a:lnTo>
                  <a:pt x="5408" y="969"/>
                </a:lnTo>
                <a:lnTo>
                  <a:pt x="5085" y="1150"/>
                </a:lnTo>
                <a:lnTo>
                  <a:pt x="4783" y="1352"/>
                </a:lnTo>
                <a:lnTo>
                  <a:pt x="4480" y="1574"/>
                </a:lnTo>
                <a:lnTo>
                  <a:pt x="4177" y="1816"/>
                </a:lnTo>
                <a:lnTo>
                  <a:pt x="3895" y="2058"/>
                </a:lnTo>
                <a:lnTo>
                  <a:pt x="3632" y="2301"/>
                </a:lnTo>
                <a:lnTo>
                  <a:pt x="3370" y="2543"/>
                </a:lnTo>
                <a:lnTo>
                  <a:pt x="3128" y="2805"/>
                </a:lnTo>
                <a:lnTo>
                  <a:pt x="2886" y="3088"/>
                </a:lnTo>
                <a:lnTo>
                  <a:pt x="2422" y="3653"/>
                </a:lnTo>
                <a:lnTo>
                  <a:pt x="1998" y="4258"/>
                </a:lnTo>
                <a:lnTo>
                  <a:pt x="1614" y="4884"/>
                </a:lnTo>
                <a:lnTo>
                  <a:pt x="1271" y="5529"/>
                </a:lnTo>
                <a:lnTo>
                  <a:pt x="969" y="6216"/>
                </a:lnTo>
                <a:lnTo>
                  <a:pt x="848" y="6559"/>
                </a:lnTo>
                <a:lnTo>
                  <a:pt x="727" y="6902"/>
                </a:lnTo>
                <a:lnTo>
                  <a:pt x="565" y="7406"/>
                </a:lnTo>
                <a:lnTo>
                  <a:pt x="424" y="7931"/>
                </a:lnTo>
                <a:lnTo>
                  <a:pt x="303" y="8456"/>
                </a:lnTo>
                <a:lnTo>
                  <a:pt x="202" y="8980"/>
                </a:lnTo>
                <a:lnTo>
                  <a:pt x="121" y="9525"/>
                </a:lnTo>
                <a:lnTo>
                  <a:pt x="61" y="10070"/>
                </a:lnTo>
                <a:lnTo>
                  <a:pt x="20" y="10615"/>
                </a:lnTo>
                <a:lnTo>
                  <a:pt x="0" y="11160"/>
                </a:lnTo>
                <a:lnTo>
                  <a:pt x="0" y="11725"/>
                </a:lnTo>
                <a:lnTo>
                  <a:pt x="20" y="12270"/>
                </a:lnTo>
                <a:lnTo>
                  <a:pt x="40" y="12835"/>
                </a:lnTo>
                <a:lnTo>
                  <a:pt x="101" y="13400"/>
                </a:lnTo>
                <a:lnTo>
                  <a:pt x="182" y="13965"/>
                </a:lnTo>
                <a:lnTo>
                  <a:pt x="262" y="14550"/>
                </a:lnTo>
                <a:lnTo>
                  <a:pt x="383" y="15115"/>
                </a:lnTo>
                <a:lnTo>
                  <a:pt x="525" y="15700"/>
                </a:lnTo>
                <a:lnTo>
                  <a:pt x="666" y="16225"/>
                </a:lnTo>
                <a:lnTo>
                  <a:pt x="807" y="16750"/>
                </a:lnTo>
                <a:lnTo>
                  <a:pt x="989" y="17274"/>
                </a:lnTo>
                <a:lnTo>
                  <a:pt x="1170" y="17799"/>
                </a:lnTo>
                <a:lnTo>
                  <a:pt x="1372" y="18324"/>
                </a:lnTo>
                <a:lnTo>
                  <a:pt x="1594" y="18848"/>
                </a:lnTo>
                <a:lnTo>
                  <a:pt x="1816" y="19353"/>
                </a:lnTo>
                <a:lnTo>
                  <a:pt x="2058" y="19877"/>
                </a:lnTo>
                <a:lnTo>
                  <a:pt x="2321" y="20382"/>
                </a:lnTo>
                <a:lnTo>
                  <a:pt x="2603" y="20866"/>
                </a:lnTo>
                <a:lnTo>
                  <a:pt x="2886" y="21371"/>
                </a:lnTo>
                <a:lnTo>
                  <a:pt x="3188" y="21855"/>
                </a:lnTo>
                <a:lnTo>
                  <a:pt x="3511" y="22339"/>
                </a:lnTo>
                <a:lnTo>
                  <a:pt x="3834" y="22804"/>
                </a:lnTo>
                <a:lnTo>
                  <a:pt x="4177" y="23268"/>
                </a:lnTo>
                <a:lnTo>
                  <a:pt x="4520" y="23732"/>
                </a:lnTo>
                <a:lnTo>
                  <a:pt x="4964" y="24236"/>
                </a:lnTo>
                <a:lnTo>
                  <a:pt x="5206" y="24519"/>
                </a:lnTo>
                <a:lnTo>
                  <a:pt x="5489" y="24822"/>
                </a:lnTo>
                <a:lnTo>
                  <a:pt x="5792" y="25104"/>
                </a:lnTo>
                <a:lnTo>
                  <a:pt x="6115" y="25407"/>
                </a:lnTo>
                <a:lnTo>
                  <a:pt x="6458" y="25689"/>
                </a:lnTo>
                <a:lnTo>
                  <a:pt x="6821" y="25972"/>
                </a:lnTo>
                <a:lnTo>
                  <a:pt x="7204" y="26254"/>
                </a:lnTo>
                <a:lnTo>
                  <a:pt x="7608" y="26497"/>
                </a:lnTo>
                <a:lnTo>
                  <a:pt x="8032" y="26718"/>
                </a:lnTo>
                <a:lnTo>
                  <a:pt x="8455" y="26900"/>
                </a:lnTo>
                <a:lnTo>
                  <a:pt x="8920" y="27062"/>
                </a:lnTo>
                <a:lnTo>
                  <a:pt x="9364" y="27183"/>
                </a:lnTo>
                <a:lnTo>
                  <a:pt x="9606" y="27223"/>
                </a:lnTo>
                <a:lnTo>
                  <a:pt x="9848" y="27263"/>
                </a:lnTo>
                <a:lnTo>
                  <a:pt x="10090" y="27284"/>
                </a:lnTo>
                <a:lnTo>
                  <a:pt x="10695" y="27284"/>
                </a:lnTo>
                <a:lnTo>
                  <a:pt x="11079" y="27223"/>
                </a:lnTo>
                <a:lnTo>
                  <a:pt x="11462" y="27142"/>
                </a:lnTo>
                <a:lnTo>
                  <a:pt x="11846" y="27021"/>
                </a:lnTo>
                <a:lnTo>
                  <a:pt x="12229" y="26880"/>
                </a:lnTo>
                <a:lnTo>
                  <a:pt x="12613" y="26678"/>
                </a:lnTo>
                <a:lnTo>
                  <a:pt x="12996" y="26436"/>
                </a:lnTo>
                <a:lnTo>
                  <a:pt x="13400" y="26153"/>
                </a:lnTo>
                <a:lnTo>
                  <a:pt x="13783" y="25831"/>
                </a:lnTo>
                <a:lnTo>
                  <a:pt x="14146" y="25488"/>
                </a:lnTo>
                <a:lnTo>
                  <a:pt x="14489" y="25124"/>
                </a:lnTo>
                <a:lnTo>
                  <a:pt x="14792" y="24721"/>
                </a:lnTo>
                <a:lnTo>
                  <a:pt x="15095" y="24317"/>
                </a:lnTo>
                <a:lnTo>
                  <a:pt x="15357" y="23913"/>
                </a:lnTo>
                <a:lnTo>
                  <a:pt x="15599" y="23490"/>
                </a:lnTo>
                <a:lnTo>
                  <a:pt x="15821" y="23046"/>
                </a:lnTo>
                <a:lnTo>
                  <a:pt x="16023" y="22602"/>
                </a:lnTo>
                <a:lnTo>
                  <a:pt x="16205" y="22158"/>
                </a:lnTo>
                <a:lnTo>
                  <a:pt x="16366" y="21714"/>
                </a:lnTo>
                <a:lnTo>
                  <a:pt x="16527" y="21270"/>
                </a:lnTo>
                <a:lnTo>
                  <a:pt x="16790" y="20382"/>
                </a:lnTo>
                <a:lnTo>
                  <a:pt x="17012" y="19534"/>
                </a:lnTo>
                <a:lnTo>
                  <a:pt x="17173" y="18868"/>
                </a:lnTo>
                <a:lnTo>
                  <a:pt x="17315" y="18223"/>
                </a:lnTo>
                <a:lnTo>
                  <a:pt x="17436" y="17597"/>
                </a:lnTo>
                <a:lnTo>
                  <a:pt x="17537" y="16951"/>
                </a:lnTo>
                <a:lnTo>
                  <a:pt x="17637" y="16346"/>
                </a:lnTo>
                <a:lnTo>
                  <a:pt x="17718" y="15720"/>
                </a:lnTo>
                <a:lnTo>
                  <a:pt x="17799" y="15115"/>
                </a:lnTo>
                <a:lnTo>
                  <a:pt x="17839" y="14530"/>
                </a:lnTo>
                <a:lnTo>
                  <a:pt x="17880" y="13924"/>
                </a:lnTo>
                <a:lnTo>
                  <a:pt x="17900" y="13339"/>
                </a:lnTo>
                <a:lnTo>
                  <a:pt x="17920" y="12774"/>
                </a:lnTo>
                <a:lnTo>
                  <a:pt x="17920" y="12189"/>
                </a:lnTo>
                <a:lnTo>
                  <a:pt x="17900" y="11624"/>
                </a:lnTo>
                <a:lnTo>
                  <a:pt x="17859" y="11059"/>
                </a:lnTo>
                <a:lnTo>
                  <a:pt x="17819" y="10514"/>
                </a:lnTo>
                <a:lnTo>
                  <a:pt x="17758" y="9969"/>
                </a:lnTo>
                <a:lnTo>
                  <a:pt x="17678" y="9465"/>
                </a:lnTo>
                <a:lnTo>
                  <a:pt x="17597" y="8980"/>
                </a:lnTo>
                <a:lnTo>
                  <a:pt x="17516" y="8496"/>
                </a:lnTo>
                <a:lnTo>
                  <a:pt x="17395" y="8032"/>
                </a:lnTo>
                <a:lnTo>
                  <a:pt x="17294" y="7568"/>
                </a:lnTo>
                <a:lnTo>
                  <a:pt x="17153" y="7124"/>
                </a:lnTo>
                <a:lnTo>
                  <a:pt x="17012" y="6700"/>
                </a:lnTo>
                <a:lnTo>
                  <a:pt x="16850" y="6276"/>
                </a:lnTo>
                <a:lnTo>
                  <a:pt x="16689" y="5852"/>
                </a:lnTo>
                <a:lnTo>
                  <a:pt x="16507" y="5449"/>
                </a:lnTo>
                <a:lnTo>
                  <a:pt x="16326" y="5065"/>
                </a:lnTo>
                <a:lnTo>
                  <a:pt x="16124" y="4682"/>
                </a:lnTo>
                <a:lnTo>
                  <a:pt x="15922" y="4319"/>
                </a:lnTo>
                <a:lnTo>
                  <a:pt x="15700" y="3976"/>
                </a:lnTo>
                <a:lnTo>
                  <a:pt x="15458" y="3632"/>
                </a:lnTo>
                <a:lnTo>
                  <a:pt x="15216" y="3310"/>
                </a:lnTo>
                <a:lnTo>
                  <a:pt x="14913" y="2926"/>
                </a:lnTo>
                <a:lnTo>
                  <a:pt x="14590" y="2583"/>
                </a:lnTo>
                <a:lnTo>
                  <a:pt x="14247" y="2240"/>
                </a:lnTo>
                <a:lnTo>
                  <a:pt x="13904" y="1937"/>
                </a:lnTo>
                <a:lnTo>
                  <a:pt x="13541" y="1635"/>
                </a:lnTo>
                <a:lnTo>
                  <a:pt x="13157" y="1372"/>
                </a:lnTo>
                <a:lnTo>
                  <a:pt x="12774" y="1130"/>
                </a:lnTo>
                <a:lnTo>
                  <a:pt x="12391" y="908"/>
                </a:lnTo>
                <a:lnTo>
                  <a:pt x="11987" y="706"/>
                </a:lnTo>
                <a:lnTo>
                  <a:pt x="11583" y="525"/>
                </a:lnTo>
                <a:lnTo>
                  <a:pt x="11160" y="363"/>
                </a:lnTo>
                <a:lnTo>
                  <a:pt x="10736" y="242"/>
                </a:lnTo>
                <a:lnTo>
                  <a:pt x="10312" y="141"/>
                </a:lnTo>
                <a:lnTo>
                  <a:pt x="9888" y="61"/>
                </a:lnTo>
                <a:lnTo>
                  <a:pt x="9464" y="20"/>
                </a:lnTo>
                <a:lnTo>
                  <a:pt x="9041" y="0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36" name="Google Shape;1336;p17"/>
          <p:cNvSpPr/>
          <p:nvPr/>
        </p:nvSpPr>
        <p:spPr>
          <a:xfrm>
            <a:off x="7364488" y="113968"/>
            <a:ext cx="2383952" cy="1642730"/>
          </a:xfrm>
          <a:custGeom>
            <a:rect b="b" l="l" r="r" t="t"/>
            <a:pathLst>
              <a:path extrusionOk="0" h="29383" w="42641">
                <a:moveTo>
                  <a:pt x="9364" y="81"/>
                </a:moveTo>
                <a:lnTo>
                  <a:pt x="10796" y="141"/>
                </a:lnTo>
                <a:lnTo>
                  <a:pt x="12209" y="222"/>
                </a:lnTo>
                <a:lnTo>
                  <a:pt x="13642" y="363"/>
                </a:lnTo>
                <a:lnTo>
                  <a:pt x="15054" y="505"/>
                </a:lnTo>
                <a:lnTo>
                  <a:pt x="16467" y="706"/>
                </a:lnTo>
                <a:lnTo>
                  <a:pt x="17880" y="928"/>
                </a:lnTo>
                <a:lnTo>
                  <a:pt x="19292" y="1191"/>
                </a:lnTo>
                <a:lnTo>
                  <a:pt x="20685" y="1494"/>
                </a:lnTo>
                <a:lnTo>
                  <a:pt x="22077" y="1816"/>
                </a:lnTo>
                <a:lnTo>
                  <a:pt x="23469" y="2180"/>
                </a:lnTo>
                <a:lnTo>
                  <a:pt x="24842" y="2563"/>
                </a:lnTo>
                <a:lnTo>
                  <a:pt x="26194" y="2987"/>
                </a:lnTo>
                <a:lnTo>
                  <a:pt x="27546" y="3451"/>
                </a:lnTo>
                <a:lnTo>
                  <a:pt x="28878" y="3935"/>
                </a:lnTo>
                <a:lnTo>
                  <a:pt x="30210" y="4460"/>
                </a:lnTo>
                <a:lnTo>
                  <a:pt x="31340" y="4944"/>
                </a:lnTo>
                <a:lnTo>
                  <a:pt x="32409" y="5429"/>
                </a:lnTo>
                <a:lnTo>
                  <a:pt x="33418" y="5933"/>
                </a:lnTo>
                <a:lnTo>
                  <a:pt x="34346" y="6438"/>
                </a:lnTo>
                <a:lnTo>
                  <a:pt x="35234" y="6962"/>
                </a:lnTo>
                <a:lnTo>
                  <a:pt x="36062" y="7487"/>
                </a:lnTo>
                <a:lnTo>
                  <a:pt x="36829" y="8032"/>
                </a:lnTo>
                <a:lnTo>
                  <a:pt x="37555" y="8597"/>
                </a:lnTo>
                <a:lnTo>
                  <a:pt x="37979" y="8960"/>
                </a:lnTo>
                <a:lnTo>
                  <a:pt x="38403" y="9344"/>
                </a:lnTo>
                <a:lnTo>
                  <a:pt x="38806" y="9727"/>
                </a:lnTo>
                <a:lnTo>
                  <a:pt x="39190" y="10131"/>
                </a:lnTo>
                <a:lnTo>
                  <a:pt x="39573" y="10534"/>
                </a:lnTo>
                <a:lnTo>
                  <a:pt x="39916" y="10938"/>
                </a:lnTo>
                <a:lnTo>
                  <a:pt x="40239" y="11362"/>
                </a:lnTo>
                <a:lnTo>
                  <a:pt x="40562" y="11785"/>
                </a:lnTo>
                <a:lnTo>
                  <a:pt x="40844" y="12209"/>
                </a:lnTo>
                <a:lnTo>
                  <a:pt x="41127" y="12653"/>
                </a:lnTo>
                <a:lnTo>
                  <a:pt x="41369" y="13097"/>
                </a:lnTo>
                <a:lnTo>
                  <a:pt x="41611" y="13541"/>
                </a:lnTo>
                <a:lnTo>
                  <a:pt x="41813" y="14005"/>
                </a:lnTo>
                <a:lnTo>
                  <a:pt x="42015" y="14469"/>
                </a:lnTo>
                <a:lnTo>
                  <a:pt x="42176" y="14913"/>
                </a:lnTo>
                <a:lnTo>
                  <a:pt x="42338" y="15398"/>
                </a:lnTo>
                <a:lnTo>
                  <a:pt x="42459" y="15862"/>
                </a:lnTo>
                <a:lnTo>
                  <a:pt x="42499" y="16104"/>
                </a:lnTo>
                <a:lnTo>
                  <a:pt x="42540" y="16366"/>
                </a:lnTo>
                <a:lnTo>
                  <a:pt x="42560" y="16608"/>
                </a:lnTo>
                <a:lnTo>
                  <a:pt x="42560" y="16851"/>
                </a:lnTo>
                <a:lnTo>
                  <a:pt x="42540" y="17113"/>
                </a:lnTo>
                <a:lnTo>
                  <a:pt x="42519" y="17355"/>
                </a:lnTo>
                <a:lnTo>
                  <a:pt x="42479" y="17577"/>
                </a:lnTo>
                <a:lnTo>
                  <a:pt x="42418" y="17799"/>
                </a:lnTo>
                <a:lnTo>
                  <a:pt x="42338" y="18021"/>
                </a:lnTo>
                <a:lnTo>
                  <a:pt x="42217" y="18223"/>
                </a:lnTo>
                <a:lnTo>
                  <a:pt x="42096" y="18404"/>
                </a:lnTo>
                <a:lnTo>
                  <a:pt x="41954" y="18566"/>
                </a:lnTo>
                <a:lnTo>
                  <a:pt x="41773" y="18707"/>
                </a:lnTo>
                <a:lnTo>
                  <a:pt x="41571" y="18848"/>
                </a:lnTo>
                <a:lnTo>
                  <a:pt x="41409" y="18909"/>
                </a:lnTo>
                <a:lnTo>
                  <a:pt x="41228" y="18969"/>
                </a:lnTo>
                <a:lnTo>
                  <a:pt x="41046" y="19010"/>
                </a:lnTo>
                <a:lnTo>
                  <a:pt x="40865" y="19050"/>
                </a:lnTo>
                <a:lnTo>
                  <a:pt x="40461" y="19070"/>
                </a:lnTo>
                <a:lnTo>
                  <a:pt x="40057" y="19070"/>
                </a:lnTo>
                <a:lnTo>
                  <a:pt x="38948" y="19050"/>
                </a:lnTo>
                <a:lnTo>
                  <a:pt x="37838" y="19010"/>
                </a:lnTo>
                <a:lnTo>
                  <a:pt x="35618" y="18909"/>
                </a:lnTo>
                <a:lnTo>
                  <a:pt x="33398" y="18788"/>
                </a:lnTo>
                <a:lnTo>
                  <a:pt x="31198" y="18626"/>
                </a:lnTo>
                <a:lnTo>
                  <a:pt x="28918" y="18485"/>
                </a:lnTo>
                <a:lnTo>
                  <a:pt x="26597" y="18344"/>
                </a:lnTo>
                <a:lnTo>
                  <a:pt x="24277" y="18243"/>
                </a:lnTo>
                <a:lnTo>
                  <a:pt x="23126" y="18223"/>
                </a:lnTo>
                <a:lnTo>
                  <a:pt x="21956" y="18203"/>
                </a:lnTo>
                <a:lnTo>
                  <a:pt x="20806" y="18182"/>
                </a:lnTo>
                <a:lnTo>
                  <a:pt x="19635" y="18203"/>
                </a:lnTo>
                <a:lnTo>
                  <a:pt x="18465" y="18243"/>
                </a:lnTo>
                <a:lnTo>
                  <a:pt x="17315" y="18304"/>
                </a:lnTo>
                <a:lnTo>
                  <a:pt x="16164" y="18384"/>
                </a:lnTo>
                <a:lnTo>
                  <a:pt x="14994" y="18485"/>
                </a:lnTo>
                <a:lnTo>
                  <a:pt x="13844" y="18626"/>
                </a:lnTo>
                <a:lnTo>
                  <a:pt x="12693" y="18788"/>
                </a:lnTo>
                <a:lnTo>
                  <a:pt x="12007" y="18909"/>
                </a:lnTo>
                <a:lnTo>
                  <a:pt x="11321" y="19050"/>
                </a:lnTo>
                <a:lnTo>
                  <a:pt x="10615" y="19232"/>
                </a:lnTo>
                <a:lnTo>
                  <a:pt x="10272" y="19333"/>
                </a:lnTo>
                <a:lnTo>
                  <a:pt x="9929" y="19454"/>
                </a:lnTo>
                <a:lnTo>
                  <a:pt x="9586" y="19595"/>
                </a:lnTo>
                <a:lnTo>
                  <a:pt x="9263" y="19736"/>
                </a:lnTo>
                <a:lnTo>
                  <a:pt x="8940" y="19898"/>
                </a:lnTo>
                <a:lnTo>
                  <a:pt x="8617" y="20059"/>
                </a:lnTo>
                <a:lnTo>
                  <a:pt x="8314" y="20261"/>
                </a:lnTo>
                <a:lnTo>
                  <a:pt x="8032" y="20463"/>
                </a:lnTo>
                <a:lnTo>
                  <a:pt x="7749" y="20705"/>
                </a:lnTo>
                <a:lnTo>
                  <a:pt x="7487" y="20947"/>
                </a:lnTo>
                <a:lnTo>
                  <a:pt x="7245" y="21230"/>
                </a:lnTo>
                <a:lnTo>
                  <a:pt x="7003" y="21512"/>
                </a:lnTo>
                <a:lnTo>
                  <a:pt x="6801" y="21815"/>
                </a:lnTo>
                <a:lnTo>
                  <a:pt x="6619" y="22118"/>
                </a:lnTo>
                <a:lnTo>
                  <a:pt x="6458" y="22440"/>
                </a:lnTo>
                <a:lnTo>
                  <a:pt x="6316" y="22763"/>
                </a:lnTo>
                <a:lnTo>
                  <a:pt x="6195" y="23086"/>
                </a:lnTo>
                <a:lnTo>
                  <a:pt x="6094" y="23429"/>
                </a:lnTo>
                <a:lnTo>
                  <a:pt x="5994" y="23752"/>
                </a:lnTo>
                <a:lnTo>
                  <a:pt x="5913" y="24075"/>
                </a:lnTo>
                <a:lnTo>
                  <a:pt x="5792" y="24701"/>
                </a:lnTo>
                <a:lnTo>
                  <a:pt x="5711" y="25306"/>
                </a:lnTo>
                <a:lnTo>
                  <a:pt x="5650" y="25871"/>
                </a:lnTo>
                <a:lnTo>
                  <a:pt x="5650" y="26154"/>
                </a:lnTo>
                <a:lnTo>
                  <a:pt x="5650" y="26497"/>
                </a:lnTo>
                <a:lnTo>
                  <a:pt x="5650" y="27243"/>
                </a:lnTo>
                <a:lnTo>
                  <a:pt x="5630" y="27627"/>
                </a:lnTo>
                <a:lnTo>
                  <a:pt x="5610" y="28010"/>
                </a:lnTo>
                <a:lnTo>
                  <a:pt x="5529" y="28373"/>
                </a:lnTo>
                <a:lnTo>
                  <a:pt x="5489" y="28555"/>
                </a:lnTo>
                <a:lnTo>
                  <a:pt x="5428" y="28696"/>
                </a:lnTo>
                <a:lnTo>
                  <a:pt x="5368" y="28838"/>
                </a:lnTo>
                <a:lnTo>
                  <a:pt x="5287" y="28979"/>
                </a:lnTo>
                <a:lnTo>
                  <a:pt x="5206" y="29080"/>
                </a:lnTo>
                <a:lnTo>
                  <a:pt x="5106" y="29181"/>
                </a:lnTo>
                <a:lnTo>
                  <a:pt x="5005" y="29221"/>
                </a:lnTo>
                <a:lnTo>
                  <a:pt x="4904" y="29261"/>
                </a:lnTo>
                <a:lnTo>
                  <a:pt x="4803" y="29281"/>
                </a:lnTo>
                <a:lnTo>
                  <a:pt x="4702" y="29302"/>
                </a:lnTo>
                <a:lnTo>
                  <a:pt x="4581" y="29302"/>
                </a:lnTo>
                <a:lnTo>
                  <a:pt x="4440" y="29281"/>
                </a:lnTo>
                <a:lnTo>
                  <a:pt x="4177" y="29201"/>
                </a:lnTo>
                <a:lnTo>
                  <a:pt x="3955" y="29100"/>
                </a:lnTo>
                <a:lnTo>
                  <a:pt x="3774" y="28959"/>
                </a:lnTo>
                <a:lnTo>
                  <a:pt x="3592" y="28797"/>
                </a:lnTo>
                <a:lnTo>
                  <a:pt x="3451" y="28616"/>
                </a:lnTo>
                <a:lnTo>
                  <a:pt x="3310" y="28414"/>
                </a:lnTo>
                <a:lnTo>
                  <a:pt x="3188" y="28192"/>
                </a:lnTo>
                <a:lnTo>
                  <a:pt x="2946" y="27728"/>
                </a:lnTo>
                <a:lnTo>
                  <a:pt x="2523" y="26678"/>
                </a:lnTo>
                <a:lnTo>
                  <a:pt x="2119" y="25629"/>
                </a:lnTo>
                <a:lnTo>
                  <a:pt x="1756" y="24539"/>
                </a:lnTo>
                <a:lnTo>
                  <a:pt x="1433" y="23429"/>
                </a:lnTo>
                <a:lnTo>
                  <a:pt x="1130" y="22279"/>
                </a:lnTo>
                <a:lnTo>
                  <a:pt x="868" y="21129"/>
                </a:lnTo>
                <a:lnTo>
                  <a:pt x="646" y="19938"/>
                </a:lnTo>
                <a:lnTo>
                  <a:pt x="464" y="18707"/>
                </a:lnTo>
                <a:lnTo>
                  <a:pt x="323" y="17476"/>
                </a:lnTo>
                <a:lnTo>
                  <a:pt x="202" y="16205"/>
                </a:lnTo>
                <a:lnTo>
                  <a:pt x="141" y="14913"/>
                </a:lnTo>
                <a:lnTo>
                  <a:pt x="101" y="13602"/>
                </a:lnTo>
                <a:lnTo>
                  <a:pt x="81" y="12250"/>
                </a:lnTo>
                <a:lnTo>
                  <a:pt x="121" y="10897"/>
                </a:lnTo>
                <a:lnTo>
                  <a:pt x="202" y="9505"/>
                </a:lnTo>
                <a:lnTo>
                  <a:pt x="303" y="8092"/>
                </a:lnTo>
                <a:lnTo>
                  <a:pt x="404" y="7144"/>
                </a:lnTo>
                <a:lnTo>
                  <a:pt x="464" y="6639"/>
                </a:lnTo>
                <a:lnTo>
                  <a:pt x="545" y="6135"/>
                </a:lnTo>
                <a:lnTo>
                  <a:pt x="646" y="5630"/>
                </a:lnTo>
                <a:lnTo>
                  <a:pt x="767" y="5106"/>
                </a:lnTo>
                <a:lnTo>
                  <a:pt x="928" y="4601"/>
                </a:lnTo>
                <a:lnTo>
                  <a:pt x="1090" y="4097"/>
                </a:lnTo>
                <a:lnTo>
                  <a:pt x="1292" y="3612"/>
                </a:lnTo>
                <a:lnTo>
                  <a:pt x="1514" y="3128"/>
                </a:lnTo>
                <a:lnTo>
                  <a:pt x="1776" y="2684"/>
                </a:lnTo>
                <a:lnTo>
                  <a:pt x="2058" y="2240"/>
                </a:lnTo>
                <a:lnTo>
                  <a:pt x="2220" y="2038"/>
                </a:lnTo>
                <a:lnTo>
                  <a:pt x="2381" y="1837"/>
                </a:lnTo>
                <a:lnTo>
                  <a:pt x="2563" y="1655"/>
                </a:lnTo>
                <a:lnTo>
                  <a:pt x="2765" y="1473"/>
                </a:lnTo>
                <a:lnTo>
                  <a:pt x="2967" y="1312"/>
                </a:lnTo>
                <a:lnTo>
                  <a:pt x="3168" y="1150"/>
                </a:lnTo>
                <a:lnTo>
                  <a:pt x="3390" y="989"/>
                </a:lnTo>
                <a:lnTo>
                  <a:pt x="3612" y="848"/>
                </a:lnTo>
                <a:lnTo>
                  <a:pt x="3854" y="727"/>
                </a:lnTo>
                <a:lnTo>
                  <a:pt x="4117" y="626"/>
                </a:lnTo>
                <a:lnTo>
                  <a:pt x="4359" y="525"/>
                </a:lnTo>
                <a:lnTo>
                  <a:pt x="4621" y="424"/>
                </a:lnTo>
                <a:lnTo>
                  <a:pt x="5146" y="303"/>
                </a:lnTo>
                <a:lnTo>
                  <a:pt x="5691" y="202"/>
                </a:lnTo>
                <a:lnTo>
                  <a:pt x="6236" y="141"/>
                </a:lnTo>
                <a:lnTo>
                  <a:pt x="6760" y="101"/>
                </a:lnTo>
                <a:lnTo>
                  <a:pt x="7305" y="81"/>
                </a:lnTo>
                <a:close/>
                <a:moveTo>
                  <a:pt x="7305" y="0"/>
                </a:moveTo>
                <a:lnTo>
                  <a:pt x="6760" y="20"/>
                </a:lnTo>
                <a:lnTo>
                  <a:pt x="6215" y="61"/>
                </a:lnTo>
                <a:lnTo>
                  <a:pt x="5671" y="121"/>
                </a:lnTo>
                <a:lnTo>
                  <a:pt x="5126" y="222"/>
                </a:lnTo>
                <a:lnTo>
                  <a:pt x="4601" y="363"/>
                </a:lnTo>
                <a:lnTo>
                  <a:pt x="4339" y="444"/>
                </a:lnTo>
                <a:lnTo>
                  <a:pt x="4076" y="545"/>
                </a:lnTo>
                <a:lnTo>
                  <a:pt x="3834" y="666"/>
                </a:lnTo>
                <a:lnTo>
                  <a:pt x="3572" y="787"/>
                </a:lnTo>
                <a:lnTo>
                  <a:pt x="3350" y="928"/>
                </a:lnTo>
                <a:lnTo>
                  <a:pt x="3128" y="1070"/>
                </a:lnTo>
                <a:lnTo>
                  <a:pt x="2906" y="1231"/>
                </a:lnTo>
                <a:lnTo>
                  <a:pt x="2704" y="1413"/>
                </a:lnTo>
                <a:lnTo>
                  <a:pt x="2523" y="1594"/>
                </a:lnTo>
                <a:lnTo>
                  <a:pt x="2341" y="1776"/>
                </a:lnTo>
                <a:lnTo>
                  <a:pt x="2159" y="1978"/>
                </a:lnTo>
                <a:lnTo>
                  <a:pt x="1998" y="2200"/>
                </a:lnTo>
                <a:lnTo>
                  <a:pt x="1695" y="2624"/>
                </a:lnTo>
                <a:lnTo>
                  <a:pt x="1453" y="3088"/>
                </a:lnTo>
                <a:lnTo>
                  <a:pt x="1211" y="3572"/>
                </a:lnTo>
                <a:lnTo>
                  <a:pt x="1009" y="4056"/>
                </a:lnTo>
                <a:lnTo>
                  <a:pt x="848" y="4561"/>
                </a:lnTo>
                <a:lnTo>
                  <a:pt x="706" y="5086"/>
                </a:lnTo>
                <a:lnTo>
                  <a:pt x="585" y="5590"/>
                </a:lnTo>
                <a:lnTo>
                  <a:pt x="464" y="6115"/>
                </a:lnTo>
                <a:lnTo>
                  <a:pt x="383" y="6619"/>
                </a:lnTo>
                <a:lnTo>
                  <a:pt x="323" y="7124"/>
                </a:lnTo>
                <a:lnTo>
                  <a:pt x="222" y="8092"/>
                </a:lnTo>
                <a:lnTo>
                  <a:pt x="121" y="9505"/>
                </a:lnTo>
                <a:lnTo>
                  <a:pt x="40" y="10897"/>
                </a:lnTo>
                <a:lnTo>
                  <a:pt x="0" y="12250"/>
                </a:lnTo>
                <a:lnTo>
                  <a:pt x="20" y="13602"/>
                </a:lnTo>
                <a:lnTo>
                  <a:pt x="61" y="14913"/>
                </a:lnTo>
                <a:lnTo>
                  <a:pt x="121" y="16205"/>
                </a:lnTo>
                <a:lnTo>
                  <a:pt x="242" y="17476"/>
                </a:lnTo>
                <a:lnTo>
                  <a:pt x="383" y="18727"/>
                </a:lnTo>
                <a:lnTo>
                  <a:pt x="565" y="19938"/>
                </a:lnTo>
                <a:lnTo>
                  <a:pt x="787" y="21149"/>
                </a:lnTo>
                <a:lnTo>
                  <a:pt x="1049" y="22319"/>
                </a:lnTo>
                <a:lnTo>
                  <a:pt x="1352" y="23449"/>
                </a:lnTo>
                <a:lnTo>
                  <a:pt x="1675" y="24559"/>
                </a:lnTo>
                <a:lnTo>
                  <a:pt x="2038" y="25649"/>
                </a:lnTo>
                <a:lnTo>
                  <a:pt x="2442" y="26719"/>
                </a:lnTo>
                <a:lnTo>
                  <a:pt x="2886" y="27748"/>
                </a:lnTo>
                <a:lnTo>
                  <a:pt x="3108" y="28232"/>
                </a:lnTo>
                <a:lnTo>
                  <a:pt x="3249" y="28454"/>
                </a:lnTo>
                <a:lnTo>
                  <a:pt x="3390" y="28676"/>
                </a:lnTo>
                <a:lnTo>
                  <a:pt x="3552" y="28858"/>
                </a:lnTo>
                <a:lnTo>
                  <a:pt x="3733" y="29019"/>
                </a:lnTo>
                <a:lnTo>
                  <a:pt x="3915" y="29160"/>
                </a:lnTo>
                <a:lnTo>
                  <a:pt x="4137" y="29261"/>
                </a:lnTo>
                <a:lnTo>
                  <a:pt x="4419" y="29362"/>
                </a:lnTo>
                <a:lnTo>
                  <a:pt x="4541" y="29382"/>
                </a:lnTo>
                <a:lnTo>
                  <a:pt x="4662" y="29382"/>
                </a:lnTo>
                <a:lnTo>
                  <a:pt x="4803" y="29362"/>
                </a:lnTo>
                <a:lnTo>
                  <a:pt x="4924" y="29342"/>
                </a:lnTo>
                <a:lnTo>
                  <a:pt x="5045" y="29302"/>
                </a:lnTo>
                <a:lnTo>
                  <a:pt x="5146" y="29241"/>
                </a:lnTo>
                <a:lnTo>
                  <a:pt x="5247" y="29140"/>
                </a:lnTo>
                <a:lnTo>
                  <a:pt x="5348" y="29039"/>
                </a:lnTo>
                <a:lnTo>
                  <a:pt x="5428" y="28898"/>
                </a:lnTo>
                <a:lnTo>
                  <a:pt x="5509" y="28757"/>
                </a:lnTo>
                <a:lnTo>
                  <a:pt x="5570" y="28595"/>
                </a:lnTo>
                <a:lnTo>
                  <a:pt x="5610" y="28414"/>
                </a:lnTo>
                <a:lnTo>
                  <a:pt x="5671" y="28051"/>
                </a:lnTo>
                <a:lnTo>
                  <a:pt x="5711" y="27647"/>
                </a:lnTo>
                <a:lnTo>
                  <a:pt x="5731" y="27243"/>
                </a:lnTo>
                <a:lnTo>
                  <a:pt x="5731" y="26497"/>
                </a:lnTo>
                <a:lnTo>
                  <a:pt x="5731" y="26154"/>
                </a:lnTo>
                <a:lnTo>
                  <a:pt x="5731" y="25891"/>
                </a:lnTo>
                <a:lnTo>
                  <a:pt x="5792" y="25326"/>
                </a:lnTo>
                <a:lnTo>
                  <a:pt x="5872" y="24721"/>
                </a:lnTo>
                <a:lnTo>
                  <a:pt x="5994" y="24095"/>
                </a:lnTo>
                <a:lnTo>
                  <a:pt x="6074" y="23772"/>
                </a:lnTo>
                <a:lnTo>
                  <a:pt x="6155" y="23449"/>
                </a:lnTo>
                <a:lnTo>
                  <a:pt x="6276" y="23127"/>
                </a:lnTo>
                <a:lnTo>
                  <a:pt x="6397" y="22804"/>
                </a:lnTo>
                <a:lnTo>
                  <a:pt x="6538" y="22481"/>
                </a:lnTo>
                <a:lnTo>
                  <a:pt x="6700" y="22178"/>
                </a:lnTo>
                <a:lnTo>
                  <a:pt x="6881" y="21855"/>
                </a:lnTo>
                <a:lnTo>
                  <a:pt x="7083" y="21573"/>
                </a:lnTo>
                <a:lnTo>
                  <a:pt x="7305" y="21270"/>
                </a:lnTo>
                <a:lnTo>
                  <a:pt x="7547" y="21008"/>
                </a:lnTo>
                <a:lnTo>
                  <a:pt x="7810" y="20765"/>
                </a:lnTo>
                <a:lnTo>
                  <a:pt x="8092" y="20523"/>
                </a:lnTo>
                <a:lnTo>
                  <a:pt x="8375" y="20322"/>
                </a:lnTo>
                <a:lnTo>
                  <a:pt x="8677" y="20140"/>
                </a:lnTo>
                <a:lnTo>
                  <a:pt x="8980" y="19958"/>
                </a:lnTo>
                <a:lnTo>
                  <a:pt x="9303" y="19797"/>
                </a:lnTo>
                <a:lnTo>
                  <a:pt x="9626" y="19656"/>
                </a:lnTo>
                <a:lnTo>
                  <a:pt x="9969" y="19535"/>
                </a:lnTo>
                <a:lnTo>
                  <a:pt x="10292" y="19413"/>
                </a:lnTo>
                <a:lnTo>
                  <a:pt x="10635" y="19313"/>
                </a:lnTo>
                <a:lnTo>
                  <a:pt x="11341" y="19131"/>
                </a:lnTo>
                <a:lnTo>
                  <a:pt x="12027" y="18990"/>
                </a:lnTo>
                <a:lnTo>
                  <a:pt x="12713" y="18869"/>
                </a:lnTo>
                <a:lnTo>
                  <a:pt x="13864" y="18707"/>
                </a:lnTo>
                <a:lnTo>
                  <a:pt x="15014" y="18566"/>
                </a:lnTo>
                <a:lnTo>
                  <a:pt x="16164" y="18465"/>
                </a:lnTo>
                <a:lnTo>
                  <a:pt x="17315" y="18384"/>
                </a:lnTo>
                <a:lnTo>
                  <a:pt x="18485" y="18324"/>
                </a:lnTo>
                <a:lnTo>
                  <a:pt x="19635" y="18283"/>
                </a:lnTo>
                <a:lnTo>
                  <a:pt x="20806" y="18263"/>
                </a:lnTo>
                <a:lnTo>
                  <a:pt x="21956" y="18283"/>
                </a:lnTo>
                <a:lnTo>
                  <a:pt x="23126" y="18304"/>
                </a:lnTo>
                <a:lnTo>
                  <a:pt x="24277" y="18324"/>
                </a:lnTo>
                <a:lnTo>
                  <a:pt x="26597" y="18425"/>
                </a:lnTo>
                <a:lnTo>
                  <a:pt x="28918" y="18566"/>
                </a:lnTo>
                <a:lnTo>
                  <a:pt x="31198" y="18707"/>
                </a:lnTo>
                <a:lnTo>
                  <a:pt x="33398" y="18869"/>
                </a:lnTo>
                <a:lnTo>
                  <a:pt x="35618" y="18990"/>
                </a:lnTo>
                <a:lnTo>
                  <a:pt x="37838" y="19091"/>
                </a:lnTo>
                <a:lnTo>
                  <a:pt x="38948" y="19131"/>
                </a:lnTo>
                <a:lnTo>
                  <a:pt x="40057" y="19151"/>
                </a:lnTo>
                <a:lnTo>
                  <a:pt x="40481" y="19151"/>
                </a:lnTo>
                <a:lnTo>
                  <a:pt x="40885" y="19131"/>
                </a:lnTo>
                <a:lnTo>
                  <a:pt x="41066" y="19091"/>
                </a:lnTo>
                <a:lnTo>
                  <a:pt x="41248" y="19050"/>
                </a:lnTo>
                <a:lnTo>
                  <a:pt x="41430" y="18990"/>
                </a:lnTo>
                <a:lnTo>
                  <a:pt x="41611" y="18909"/>
                </a:lnTo>
                <a:lnTo>
                  <a:pt x="41813" y="18788"/>
                </a:lnTo>
                <a:lnTo>
                  <a:pt x="41995" y="18626"/>
                </a:lnTo>
                <a:lnTo>
                  <a:pt x="42156" y="18465"/>
                </a:lnTo>
                <a:lnTo>
                  <a:pt x="42297" y="18263"/>
                </a:lnTo>
                <a:lnTo>
                  <a:pt x="42398" y="18061"/>
                </a:lnTo>
                <a:lnTo>
                  <a:pt x="42479" y="17839"/>
                </a:lnTo>
                <a:lnTo>
                  <a:pt x="42560" y="17617"/>
                </a:lnTo>
                <a:lnTo>
                  <a:pt x="42600" y="17375"/>
                </a:lnTo>
                <a:lnTo>
                  <a:pt x="42620" y="17133"/>
                </a:lnTo>
                <a:lnTo>
                  <a:pt x="42640" y="16871"/>
                </a:lnTo>
                <a:lnTo>
                  <a:pt x="42640" y="16608"/>
                </a:lnTo>
                <a:lnTo>
                  <a:pt x="42620" y="16366"/>
                </a:lnTo>
                <a:lnTo>
                  <a:pt x="42580" y="16104"/>
                </a:lnTo>
                <a:lnTo>
                  <a:pt x="42540" y="15862"/>
                </a:lnTo>
                <a:lnTo>
                  <a:pt x="42418" y="15357"/>
                </a:lnTo>
                <a:lnTo>
                  <a:pt x="42257" y="14893"/>
                </a:lnTo>
                <a:lnTo>
                  <a:pt x="42096" y="14429"/>
                </a:lnTo>
                <a:lnTo>
                  <a:pt x="41894" y="13965"/>
                </a:lnTo>
                <a:lnTo>
                  <a:pt x="41672" y="13521"/>
                </a:lnTo>
                <a:lnTo>
                  <a:pt x="41450" y="13057"/>
                </a:lnTo>
                <a:lnTo>
                  <a:pt x="41187" y="12613"/>
                </a:lnTo>
                <a:lnTo>
                  <a:pt x="40925" y="12169"/>
                </a:lnTo>
                <a:lnTo>
                  <a:pt x="40622" y="11745"/>
                </a:lnTo>
                <a:lnTo>
                  <a:pt x="40320" y="11301"/>
                </a:lnTo>
                <a:lnTo>
                  <a:pt x="39977" y="10897"/>
                </a:lnTo>
                <a:lnTo>
                  <a:pt x="39634" y="10474"/>
                </a:lnTo>
                <a:lnTo>
                  <a:pt x="39250" y="10070"/>
                </a:lnTo>
                <a:lnTo>
                  <a:pt x="38867" y="9666"/>
                </a:lnTo>
                <a:lnTo>
                  <a:pt x="38463" y="9283"/>
                </a:lnTo>
                <a:lnTo>
                  <a:pt x="38039" y="8900"/>
                </a:lnTo>
                <a:lnTo>
                  <a:pt x="37595" y="8536"/>
                </a:lnTo>
                <a:lnTo>
                  <a:pt x="36869" y="7971"/>
                </a:lnTo>
                <a:lnTo>
                  <a:pt x="36102" y="7426"/>
                </a:lnTo>
                <a:lnTo>
                  <a:pt x="35275" y="6882"/>
                </a:lnTo>
                <a:lnTo>
                  <a:pt x="34387" y="6377"/>
                </a:lnTo>
                <a:lnTo>
                  <a:pt x="33459" y="5873"/>
                </a:lnTo>
                <a:lnTo>
                  <a:pt x="32450" y="5368"/>
                </a:lnTo>
                <a:lnTo>
                  <a:pt x="31380" y="4884"/>
                </a:lnTo>
                <a:lnTo>
                  <a:pt x="30230" y="4379"/>
                </a:lnTo>
                <a:lnTo>
                  <a:pt x="28918" y="3875"/>
                </a:lnTo>
                <a:lnTo>
                  <a:pt x="27586" y="3370"/>
                </a:lnTo>
                <a:lnTo>
                  <a:pt x="26234" y="2906"/>
                </a:lnTo>
                <a:lnTo>
                  <a:pt x="24862" y="2482"/>
                </a:lnTo>
                <a:lnTo>
                  <a:pt x="23490" y="2099"/>
                </a:lnTo>
                <a:lnTo>
                  <a:pt x="22097" y="1736"/>
                </a:lnTo>
                <a:lnTo>
                  <a:pt x="20705" y="1413"/>
                </a:lnTo>
                <a:lnTo>
                  <a:pt x="19312" y="1110"/>
                </a:lnTo>
                <a:lnTo>
                  <a:pt x="17900" y="848"/>
                </a:lnTo>
                <a:lnTo>
                  <a:pt x="16487" y="626"/>
                </a:lnTo>
                <a:lnTo>
                  <a:pt x="15075" y="424"/>
                </a:lnTo>
                <a:lnTo>
                  <a:pt x="13642" y="283"/>
                </a:lnTo>
                <a:lnTo>
                  <a:pt x="12229" y="141"/>
                </a:lnTo>
                <a:lnTo>
                  <a:pt x="10796" y="61"/>
                </a:lnTo>
                <a:lnTo>
                  <a:pt x="9364" y="0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37" name="Google Shape;1337;p17"/>
          <p:cNvSpPr/>
          <p:nvPr/>
        </p:nvSpPr>
        <p:spPr>
          <a:xfrm>
            <a:off x="8605498" y="3630536"/>
            <a:ext cx="2946940" cy="1512969"/>
          </a:xfrm>
          <a:custGeom>
            <a:rect b="b" l="l" r="r" t="t"/>
            <a:pathLst>
              <a:path extrusionOk="0" h="27062" w="52711">
                <a:moveTo>
                  <a:pt x="48008" y="81"/>
                </a:moveTo>
                <a:lnTo>
                  <a:pt x="48654" y="122"/>
                </a:lnTo>
                <a:lnTo>
                  <a:pt x="49300" y="202"/>
                </a:lnTo>
                <a:lnTo>
                  <a:pt x="49623" y="243"/>
                </a:lnTo>
                <a:lnTo>
                  <a:pt x="49946" y="323"/>
                </a:lnTo>
                <a:lnTo>
                  <a:pt x="50248" y="404"/>
                </a:lnTo>
                <a:lnTo>
                  <a:pt x="50551" y="485"/>
                </a:lnTo>
                <a:lnTo>
                  <a:pt x="50854" y="606"/>
                </a:lnTo>
                <a:lnTo>
                  <a:pt x="51156" y="727"/>
                </a:lnTo>
                <a:lnTo>
                  <a:pt x="51399" y="848"/>
                </a:lnTo>
                <a:lnTo>
                  <a:pt x="51621" y="989"/>
                </a:lnTo>
                <a:lnTo>
                  <a:pt x="51822" y="1131"/>
                </a:lnTo>
                <a:lnTo>
                  <a:pt x="52004" y="1272"/>
                </a:lnTo>
                <a:lnTo>
                  <a:pt x="52165" y="1413"/>
                </a:lnTo>
                <a:lnTo>
                  <a:pt x="52287" y="1575"/>
                </a:lnTo>
                <a:lnTo>
                  <a:pt x="52408" y="1756"/>
                </a:lnTo>
                <a:lnTo>
                  <a:pt x="52488" y="1938"/>
                </a:lnTo>
                <a:lnTo>
                  <a:pt x="52569" y="2180"/>
                </a:lnTo>
                <a:lnTo>
                  <a:pt x="52609" y="2301"/>
                </a:lnTo>
                <a:lnTo>
                  <a:pt x="52630" y="2442"/>
                </a:lnTo>
                <a:lnTo>
                  <a:pt x="52630" y="2604"/>
                </a:lnTo>
                <a:lnTo>
                  <a:pt x="52609" y="2765"/>
                </a:lnTo>
                <a:lnTo>
                  <a:pt x="52589" y="2947"/>
                </a:lnTo>
                <a:lnTo>
                  <a:pt x="52549" y="3128"/>
                </a:lnTo>
                <a:lnTo>
                  <a:pt x="52488" y="3330"/>
                </a:lnTo>
                <a:lnTo>
                  <a:pt x="52408" y="3532"/>
                </a:lnTo>
                <a:lnTo>
                  <a:pt x="52307" y="3754"/>
                </a:lnTo>
                <a:lnTo>
                  <a:pt x="52186" y="3976"/>
                </a:lnTo>
                <a:lnTo>
                  <a:pt x="52024" y="4218"/>
                </a:lnTo>
                <a:lnTo>
                  <a:pt x="51843" y="4460"/>
                </a:lnTo>
                <a:lnTo>
                  <a:pt x="51641" y="4702"/>
                </a:lnTo>
                <a:lnTo>
                  <a:pt x="51399" y="4965"/>
                </a:lnTo>
                <a:lnTo>
                  <a:pt x="50854" y="5530"/>
                </a:lnTo>
                <a:lnTo>
                  <a:pt x="50269" y="6075"/>
                </a:lnTo>
                <a:lnTo>
                  <a:pt x="49118" y="7124"/>
                </a:lnTo>
                <a:lnTo>
                  <a:pt x="48311" y="7851"/>
                </a:lnTo>
                <a:lnTo>
                  <a:pt x="47524" y="8597"/>
                </a:lnTo>
                <a:lnTo>
                  <a:pt x="47141" y="8981"/>
                </a:lnTo>
                <a:lnTo>
                  <a:pt x="46777" y="9364"/>
                </a:lnTo>
                <a:lnTo>
                  <a:pt x="46414" y="9747"/>
                </a:lnTo>
                <a:lnTo>
                  <a:pt x="46071" y="10151"/>
                </a:lnTo>
                <a:lnTo>
                  <a:pt x="45748" y="10555"/>
                </a:lnTo>
                <a:lnTo>
                  <a:pt x="45446" y="10978"/>
                </a:lnTo>
                <a:lnTo>
                  <a:pt x="45163" y="11422"/>
                </a:lnTo>
                <a:lnTo>
                  <a:pt x="44901" y="11866"/>
                </a:lnTo>
                <a:lnTo>
                  <a:pt x="44658" y="12331"/>
                </a:lnTo>
                <a:lnTo>
                  <a:pt x="44457" y="12795"/>
                </a:lnTo>
                <a:lnTo>
                  <a:pt x="44295" y="13299"/>
                </a:lnTo>
                <a:lnTo>
                  <a:pt x="44154" y="13804"/>
                </a:lnTo>
                <a:lnTo>
                  <a:pt x="44093" y="14127"/>
                </a:lnTo>
                <a:lnTo>
                  <a:pt x="44033" y="14449"/>
                </a:lnTo>
                <a:lnTo>
                  <a:pt x="43972" y="15095"/>
                </a:lnTo>
                <a:lnTo>
                  <a:pt x="43932" y="15761"/>
                </a:lnTo>
                <a:lnTo>
                  <a:pt x="43912" y="16407"/>
                </a:lnTo>
                <a:lnTo>
                  <a:pt x="43871" y="17194"/>
                </a:lnTo>
                <a:lnTo>
                  <a:pt x="43811" y="17981"/>
                </a:lnTo>
                <a:lnTo>
                  <a:pt x="43771" y="18385"/>
                </a:lnTo>
                <a:lnTo>
                  <a:pt x="43710" y="18768"/>
                </a:lnTo>
                <a:lnTo>
                  <a:pt x="43609" y="19151"/>
                </a:lnTo>
                <a:lnTo>
                  <a:pt x="43508" y="19535"/>
                </a:lnTo>
                <a:lnTo>
                  <a:pt x="43306" y="20039"/>
                </a:lnTo>
                <a:lnTo>
                  <a:pt x="43064" y="20544"/>
                </a:lnTo>
                <a:lnTo>
                  <a:pt x="42782" y="21028"/>
                </a:lnTo>
                <a:lnTo>
                  <a:pt x="42459" y="21492"/>
                </a:lnTo>
                <a:lnTo>
                  <a:pt x="42096" y="21936"/>
                </a:lnTo>
                <a:lnTo>
                  <a:pt x="41692" y="22360"/>
                </a:lnTo>
                <a:lnTo>
                  <a:pt x="41248" y="22764"/>
                </a:lnTo>
                <a:lnTo>
                  <a:pt x="40784" y="23127"/>
                </a:lnTo>
                <a:lnTo>
                  <a:pt x="40300" y="23470"/>
                </a:lnTo>
                <a:lnTo>
                  <a:pt x="39795" y="23773"/>
                </a:lnTo>
                <a:lnTo>
                  <a:pt x="39270" y="24035"/>
                </a:lnTo>
                <a:lnTo>
                  <a:pt x="38746" y="24277"/>
                </a:lnTo>
                <a:lnTo>
                  <a:pt x="38181" y="24479"/>
                </a:lnTo>
                <a:lnTo>
                  <a:pt x="37636" y="24640"/>
                </a:lnTo>
                <a:lnTo>
                  <a:pt x="37071" y="24782"/>
                </a:lnTo>
                <a:lnTo>
                  <a:pt x="36506" y="24862"/>
                </a:lnTo>
                <a:lnTo>
                  <a:pt x="34790" y="25125"/>
                </a:lnTo>
                <a:lnTo>
                  <a:pt x="32894" y="25387"/>
                </a:lnTo>
                <a:lnTo>
                  <a:pt x="30250" y="25791"/>
                </a:lnTo>
                <a:lnTo>
                  <a:pt x="27485" y="26174"/>
                </a:lnTo>
                <a:lnTo>
                  <a:pt x="26093" y="26356"/>
                </a:lnTo>
                <a:lnTo>
                  <a:pt x="24680" y="26517"/>
                </a:lnTo>
                <a:lnTo>
                  <a:pt x="23247" y="26679"/>
                </a:lnTo>
                <a:lnTo>
                  <a:pt x="21855" y="26800"/>
                </a:lnTo>
                <a:lnTo>
                  <a:pt x="20564" y="26901"/>
                </a:lnTo>
                <a:lnTo>
                  <a:pt x="19252" y="26961"/>
                </a:lnTo>
                <a:lnTo>
                  <a:pt x="17900" y="26981"/>
                </a:lnTo>
                <a:lnTo>
                  <a:pt x="16548" y="26961"/>
                </a:lnTo>
                <a:lnTo>
                  <a:pt x="15175" y="26901"/>
                </a:lnTo>
                <a:lnTo>
                  <a:pt x="13783" y="26820"/>
                </a:lnTo>
                <a:lnTo>
                  <a:pt x="12370" y="26699"/>
                </a:lnTo>
                <a:lnTo>
                  <a:pt x="10958" y="26558"/>
                </a:lnTo>
                <a:lnTo>
                  <a:pt x="10837" y="26537"/>
                </a:lnTo>
                <a:lnTo>
                  <a:pt x="9626" y="26396"/>
                </a:lnTo>
                <a:lnTo>
                  <a:pt x="8334" y="26214"/>
                </a:lnTo>
                <a:lnTo>
                  <a:pt x="7648" y="26093"/>
                </a:lnTo>
                <a:lnTo>
                  <a:pt x="6962" y="25972"/>
                </a:lnTo>
                <a:lnTo>
                  <a:pt x="6276" y="25851"/>
                </a:lnTo>
                <a:lnTo>
                  <a:pt x="5590" y="25690"/>
                </a:lnTo>
                <a:lnTo>
                  <a:pt x="4924" y="25508"/>
                </a:lnTo>
                <a:lnTo>
                  <a:pt x="4258" y="25327"/>
                </a:lnTo>
                <a:lnTo>
                  <a:pt x="3612" y="25105"/>
                </a:lnTo>
                <a:lnTo>
                  <a:pt x="3007" y="24862"/>
                </a:lnTo>
                <a:lnTo>
                  <a:pt x="2422" y="24580"/>
                </a:lnTo>
                <a:lnTo>
                  <a:pt x="1877" y="24277"/>
                </a:lnTo>
                <a:lnTo>
                  <a:pt x="1614" y="24136"/>
                </a:lnTo>
                <a:lnTo>
                  <a:pt x="1372" y="23954"/>
                </a:lnTo>
                <a:lnTo>
                  <a:pt x="1130" y="23773"/>
                </a:lnTo>
                <a:lnTo>
                  <a:pt x="908" y="23591"/>
                </a:lnTo>
                <a:lnTo>
                  <a:pt x="727" y="23409"/>
                </a:lnTo>
                <a:lnTo>
                  <a:pt x="545" y="23208"/>
                </a:lnTo>
                <a:lnTo>
                  <a:pt x="404" y="23026"/>
                </a:lnTo>
                <a:lnTo>
                  <a:pt x="283" y="22824"/>
                </a:lnTo>
                <a:lnTo>
                  <a:pt x="202" y="22643"/>
                </a:lnTo>
                <a:lnTo>
                  <a:pt x="121" y="22441"/>
                </a:lnTo>
                <a:lnTo>
                  <a:pt x="101" y="22239"/>
                </a:lnTo>
                <a:lnTo>
                  <a:pt x="81" y="22037"/>
                </a:lnTo>
                <a:lnTo>
                  <a:pt x="101" y="21815"/>
                </a:lnTo>
                <a:lnTo>
                  <a:pt x="141" y="21593"/>
                </a:lnTo>
                <a:lnTo>
                  <a:pt x="202" y="21371"/>
                </a:lnTo>
                <a:lnTo>
                  <a:pt x="303" y="21149"/>
                </a:lnTo>
                <a:lnTo>
                  <a:pt x="424" y="20947"/>
                </a:lnTo>
                <a:lnTo>
                  <a:pt x="565" y="20725"/>
                </a:lnTo>
                <a:lnTo>
                  <a:pt x="706" y="20524"/>
                </a:lnTo>
                <a:lnTo>
                  <a:pt x="888" y="20302"/>
                </a:lnTo>
                <a:lnTo>
                  <a:pt x="1251" y="19898"/>
                </a:lnTo>
                <a:lnTo>
                  <a:pt x="1675" y="19494"/>
                </a:lnTo>
                <a:lnTo>
                  <a:pt x="2099" y="19111"/>
                </a:lnTo>
                <a:lnTo>
                  <a:pt x="2543" y="18748"/>
                </a:lnTo>
                <a:lnTo>
                  <a:pt x="3168" y="18183"/>
                </a:lnTo>
                <a:lnTo>
                  <a:pt x="3451" y="17920"/>
                </a:lnTo>
                <a:lnTo>
                  <a:pt x="3713" y="17658"/>
                </a:lnTo>
                <a:lnTo>
                  <a:pt x="4641" y="16669"/>
                </a:lnTo>
                <a:lnTo>
                  <a:pt x="5570" y="15701"/>
                </a:lnTo>
                <a:lnTo>
                  <a:pt x="6498" y="14793"/>
                </a:lnTo>
                <a:lnTo>
                  <a:pt x="7426" y="13925"/>
                </a:lnTo>
                <a:lnTo>
                  <a:pt x="8375" y="13097"/>
                </a:lnTo>
                <a:lnTo>
                  <a:pt x="9323" y="12310"/>
                </a:lnTo>
                <a:lnTo>
                  <a:pt x="10272" y="11564"/>
                </a:lnTo>
                <a:lnTo>
                  <a:pt x="11240" y="10857"/>
                </a:lnTo>
                <a:lnTo>
                  <a:pt x="12370" y="10091"/>
                </a:lnTo>
                <a:lnTo>
                  <a:pt x="13521" y="9324"/>
                </a:lnTo>
                <a:lnTo>
                  <a:pt x="14711" y="8597"/>
                </a:lnTo>
                <a:lnTo>
                  <a:pt x="15922" y="7911"/>
                </a:lnTo>
                <a:lnTo>
                  <a:pt x="17153" y="7245"/>
                </a:lnTo>
                <a:lnTo>
                  <a:pt x="18424" y="6599"/>
                </a:lnTo>
                <a:lnTo>
                  <a:pt x="19716" y="5994"/>
                </a:lnTo>
                <a:lnTo>
                  <a:pt x="21028" y="5429"/>
                </a:lnTo>
                <a:lnTo>
                  <a:pt x="22380" y="4864"/>
                </a:lnTo>
                <a:lnTo>
                  <a:pt x="23752" y="4339"/>
                </a:lnTo>
                <a:lnTo>
                  <a:pt x="25165" y="3855"/>
                </a:lnTo>
                <a:lnTo>
                  <a:pt x="26597" y="3391"/>
                </a:lnTo>
                <a:lnTo>
                  <a:pt x="28050" y="2967"/>
                </a:lnTo>
                <a:lnTo>
                  <a:pt x="29544" y="2563"/>
                </a:lnTo>
                <a:lnTo>
                  <a:pt x="31037" y="2180"/>
                </a:lnTo>
                <a:lnTo>
                  <a:pt x="32591" y="1837"/>
                </a:lnTo>
                <a:lnTo>
                  <a:pt x="34145" y="1514"/>
                </a:lnTo>
                <a:lnTo>
                  <a:pt x="35739" y="1231"/>
                </a:lnTo>
                <a:lnTo>
                  <a:pt x="37374" y="989"/>
                </a:lnTo>
                <a:lnTo>
                  <a:pt x="39028" y="747"/>
                </a:lnTo>
                <a:lnTo>
                  <a:pt x="40723" y="566"/>
                </a:lnTo>
                <a:lnTo>
                  <a:pt x="42439" y="384"/>
                </a:lnTo>
                <a:lnTo>
                  <a:pt x="44194" y="243"/>
                </a:lnTo>
                <a:lnTo>
                  <a:pt x="45970" y="142"/>
                </a:lnTo>
                <a:lnTo>
                  <a:pt x="46656" y="101"/>
                </a:lnTo>
                <a:lnTo>
                  <a:pt x="47342" y="81"/>
                </a:lnTo>
                <a:close/>
                <a:moveTo>
                  <a:pt x="47302" y="1"/>
                </a:moveTo>
                <a:lnTo>
                  <a:pt x="46636" y="21"/>
                </a:lnTo>
                <a:lnTo>
                  <a:pt x="45970" y="61"/>
                </a:lnTo>
                <a:lnTo>
                  <a:pt x="44194" y="162"/>
                </a:lnTo>
                <a:lnTo>
                  <a:pt x="42439" y="303"/>
                </a:lnTo>
                <a:lnTo>
                  <a:pt x="40703" y="485"/>
                </a:lnTo>
                <a:lnTo>
                  <a:pt x="39028" y="666"/>
                </a:lnTo>
                <a:lnTo>
                  <a:pt x="37353" y="909"/>
                </a:lnTo>
                <a:lnTo>
                  <a:pt x="35739" y="1151"/>
                </a:lnTo>
                <a:lnTo>
                  <a:pt x="34145" y="1453"/>
                </a:lnTo>
                <a:lnTo>
                  <a:pt x="32571" y="1756"/>
                </a:lnTo>
                <a:lnTo>
                  <a:pt x="31017" y="2099"/>
                </a:lnTo>
                <a:lnTo>
                  <a:pt x="29523" y="2483"/>
                </a:lnTo>
                <a:lnTo>
                  <a:pt x="28030" y="2886"/>
                </a:lnTo>
                <a:lnTo>
                  <a:pt x="26577" y="3310"/>
                </a:lnTo>
                <a:lnTo>
                  <a:pt x="25144" y="3774"/>
                </a:lnTo>
                <a:lnTo>
                  <a:pt x="23732" y="4279"/>
                </a:lnTo>
                <a:lnTo>
                  <a:pt x="22339" y="4803"/>
                </a:lnTo>
                <a:lnTo>
                  <a:pt x="20987" y="5348"/>
                </a:lnTo>
                <a:lnTo>
                  <a:pt x="19676" y="5933"/>
                </a:lnTo>
                <a:lnTo>
                  <a:pt x="18384" y="6539"/>
                </a:lnTo>
                <a:lnTo>
                  <a:pt x="17113" y="7164"/>
                </a:lnTo>
                <a:lnTo>
                  <a:pt x="15882" y="7830"/>
                </a:lnTo>
                <a:lnTo>
                  <a:pt x="14671" y="8537"/>
                </a:lnTo>
                <a:lnTo>
                  <a:pt x="13480" y="9263"/>
                </a:lnTo>
                <a:lnTo>
                  <a:pt x="12330" y="10010"/>
                </a:lnTo>
                <a:lnTo>
                  <a:pt x="11200" y="10797"/>
                </a:lnTo>
                <a:lnTo>
                  <a:pt x="10231" y="11503"/>
                </a:lnTo>
                <a:lnTo>
                  <a:pt x="9263" y="12250"/>
                </a:lnTo>
                <a:lnTo>
                  <a:pt x="8314" y="13037"/>
                </a:lnTo>
                <a:lnTo>
                  <a:pt x="7386" y="13864"/>
                </a:lnTo>
                <a:lnTo>
                  <a:pt x="6438" y="14732"/>
                </a:lnTo>
                <a:lnTo>
                  <a:pt x="5509" y="15640"/>
                </a:lnTo>
                <a:lnTo>
                  <a:pt x="4581" y="16609"/>
                </a:lnTo>
                <a:lnTo>
                  <a:pt x="3653" y="17598"/>
                </a:lnTo>
                <a:lnTo>
                  <a:pt x="3390" y="17860"/>
                </a:lnTo>
                <a:lnTo>
                  <a:pt x="3108" y="18122"/>
                </a:lnTo>
                <a:lnTo>
                  <a:pt x="2482" y="18687"/>
                </a:lnTo>
                <a:lnTo>
                  <a:pt x="2038" y="19051"/>
                </a:lnTo>
                <a:lnTo>
                  <a:pt x="1614" y="19454"/>
                </a:lnTo>
                <a:lnTo>
                  <a:pt x="1191" y="19858"/>
                </a:lnTo>
                <a:lnTo>
                  <a:pt x="807" y="20261"/>
                </a:lnTo>
                <a:lnTo>
                  <a:pt x="646" y="20483"/>
                </a:lnTo>
                <a:lnTo>
                  <a:pt x="484" y="20685"/>
                </a:lnTo>
                <a:lnTo>
                  <a:pt x="343" y="20907"/>
                </a:lnTo>
                <a:lnTo>
                  <a:pt x="222" y="21129"/>
                </a:lnTo>
                <a:lnTo>
                  <a:pt x="141" y="21351"/>
                </a:lnTo>
                <a:lnTo>
                  <a:pt x="61" y="21573"/>
                </a:lnTo>
                <a:lnTo>
                  <a:pt x="20" y="21795"/>
                </a:lnTo>
                <a:lnTo>
                  <a:pt x="0" y="22037"/>
                </a:lnTo>
                <a:lnTo>
                  <a:pt x="20" y="22239"/>
                </a:lnTo>
                <a:lnTo>
                  <a:pt x="61" y="22441"/>
                </a:lnTo>
                <a:lnTo>
                  <a:pt x="121" y="22663"/>
                </a:lnTo>
                <a:lnTo>
                  <a:pt x="222" y="22865"/>
                </a:lnTo>
                <a:lnTo>
                  <a:pt x="343" y="23066"/>
                </a:lnTo>
                <a:lnTo>
                  <a:pt x="484" y="23268"/>
                </a:lnTo>
                <a:lnTo>
                  <a:pt x="666" y="23470"/>
                </a:lnTo>
                <a:lnTo>
                  <a:pt x="868" y="23652"/>
                </a:lnTo>
                <a:lnTo>
                  <a:pt x="1090" y="23833"/>
                </a:lnTo>
                <a:lnTo>
                  <a:pt x="1312" y="24015"/>
                </a:lnTo>
                <a:lnTo>
                  <a:pt x="1574" y="24196"/>
                </a:lnTo>
                <a:lnTo>
                  <a:pt x="1836" y="24358"/>
                </a:lnTo>
                <a:lnTo>
                  <a:pt x="2381" y="24661"/>
                </a:lnTo>
                <a:lnTo>
                  <a:pt x="2967" y="24923"/>
                </a:lnTo>
                <a:lnTo>
                  <a:pt x="3592" y="25165"/>
                </a:lnTo>
                <a:lnTo>
                  <a:pt x="4218" y="25387"/>
                </a:lnTo>
                <a:lnTo>
                  <a:pt x="4884" y="25589"/>
                </a:lnTo>
                <a:lnTo>
                  <a:pt x="5570" y="25770"/>
                </a:lnTo>
                <a:lnTo>
                  <a:pt x="6256" y="25912"/>
                </a:lnTo>
                <a:lnTo>
                  <a:pt x="6942" y="26053"/>
                </a:lnTo>
                <a:lnTo>
                  <a:pt x="7628" y="26174"/>
                </a:lnTo>
                <a:lnTo>
                  <a:pt x="8314" y="26295"/>
                </a:lnTo>
                <a:lnTo>
                  <a:pt x="9606" y="26477"/>
                </a:lnTo>
                <a:lnTo>
                  <a:pt x="10817" y="26618"/>
                </a:lnTo>
                <a:lnTo>
                  <a:pt x="10938" y="26638"/>
                </a:lnTo>
                <a:lnTo>
                  <a:pt x="11826" y="26739"/>
                </a:lnTo>
                <a:lnTo>
                  <a:pt x="12693" y="26820"/>
                </a:lnTo>
                <a:lnTo>
                  <a:pt x="13561" y="26880"/>
                </a:lnTo>
                <a:lnTo>
                  <a:pt x="14429" y="26941"/>
                </a:lnTo>
                <a:lnTo>
                  <a:pt x="15276" y="27001"/>
                </a:lnTo>
                <a:lnTo>
                  <a:pt x="16124" y="27022"/>
                </a:lnTo>
                <a:lnTo>
                  <a:pt x="16971" y="27042"/>
                </a:lnTo>
                <a:lnTo>
                  <a:pt x="17799" y="27062"/>
                </a:lnTo>
                <a:lnTo>
                  <a:pt x="18828" y="27042"/>
                </a:lnTo>
                <a:lnTo>
                  <a:pt x="19857" y="27022"/>
                </a:lnTo>
                <a:lnTo>
                  <a:pt x="20866" y="26961"/>
                </a:lnTo>
                <a:lnTo>
                  <a:pt x="21855" y="26880"/>
                </a:lnTo>
                <a:lnTo>
                  <a:pt x="23268" y="26759"/>
                </a:lnTo>
                <a:lnTo>
                  <a:pt x="24680" y="26598"/>
                </a:lnTo>
                <a:lnTo>
                  <a:pt x="26093" y="26436"/>
                </a:lnTo>
                <a:lnTo>
                  <a:pt x="27505" y="26255"/>
                </a:lnTo>
                <a:lnTo>
                  <a:pt x="30270" y="25871"/>
                </a:lnTo>
                <a:lnTo>
                  <a:pt x="32914" y="25468"/>
                </a:lnTo>
                <a:lnTo>
                  <a:pt x="34790" y="25205"/>
                </a:lnTo>
                <a:lnTo>
                  <a:pt x="36506" y="24943"/>
                </a:lnTo>
                <a:lnTo>
                  <a:pt x="37091" y="24862"/>
                </a:lnTo>
                <a:lnTo>
                  <a:pt x="37656" y="24721"/>
                </a:lnTo>
                <a:lnTo>
                  <a:pt x="38221" y="24539"/>
                </a:lnTo>
                <a:lnTo>
                  <a:pt x="38766" y="24338"/>
                </a:lnTo>
                <a:lnTo>
                  <a:pt x="39311" y="24096"/>
                </a:lnTo>
                <a:lnTo>
                  <a:pt x="39835" y="23833"/>
                </a:lnTo>
                <a:lnTo>
                  <a:pt x="40340" y="23530"/>
                </a:lnTo>
                <a:lnTo>
                  <a:pt x="40824" y="23208"/>
                </a:lnTo>
                <a:lnTo>
                  <a:pt x="41309" y="22824"/>
                </a:lnTo>
                <a:lnTo>
                  <a:pt x="41753" y="22421"/>
                </a:lnTo>
                <a:lnTo>
                  <a:pt x="42156" y="21977"/>
                </a:lnTo>
                <a:lnTo>
                  <a:pt x="42540" y="21533"/>
                </a:lnTo>
                <a:lnTo>
                  <a:pt x="42862" y="21069"/>
                </a:lnTo>
                <a:lnTo>
                  <a:pt x="43145" y="20584"/>
                </a:lnTo>
                <a:lnTo>
                  <a:pt x="43387" y="20080"/>
                </a:lnTo>
                <a:lnTo>
                  <a:pt x="43589" y="19555"/>
                </a:lnTo>
                <a:lnTo>
                  <a:pt x="43690" y="19172"/>
                </a:lnTo>
                <a:lnTo>
                  <a:pt x="43771" y="18788"/>
                </a:lnTo>
                <a:lnTo>
                  <a:pt x="43851" y="18385"/>
                </a:lnTo>
                <a:lnTo>
                  <a:pt x="43892" y="18001"/>
                </a:lnTo>
                <a:lnTo>
                  <a:pt x="43952" y="17194"/>
                </a:lnTo>
                <a:lnTo>
                  <a:pt x="43993" y="16407"/>
                </a:lnTo>
                <a:lnTo>
                  <a:pt x="44013" y="15761"/>
                </a:lnTo>
                <a:lnTo>
                  <a:pt x="44053" y="15115"/>
                </a:lnTo>
                <a:lnTo>
                  <a:pt x="44114" y="14449"/>
                </a:lnTo>
                <a:lnTo>
                  <a:pt x="44174" y="14147"/>
                </a:lnTo>
                <a:lnTo>
                  <a:pt x="44235" y="13824"/>
                </a:lnTo>
                <a:lnTo>
                  <a:pt x="44376" y="13319"/>
                </a:lnTo>
                <a:lnTo>
                  <a:pt x="44537" y="12815"/>
                </a:lnTo>
                <a:lnTo>
                  <a:pt x="44739" y="12351"/>
                </a:lnTo>
                <a:lnTo>
                  <a:pt x="44981" y="11887"/>
                </a:lnTo>
                <a:lnTo>
                  <a:pt x="45224" y="11443"/>
                </a:lnTo>
                <a:lnTo>
                  <a:pt x="45506" y="11019"/>
                </a:lnTo>
                <a:lnTo>
                  <a:pt x="45809" y="10595"/>
                </a:lnTo>
                <a:lnTo>
                  <a:pt x="46152" y="10191"/>
                </a:lnTo>
                <a:lnTo>
                  <a:pt x="46475" y="9788"/>
                </a:lnTo>
                <a:lnTo>
                  <a:pt x="46838" y="9404"/>
                </a:lnTo>
                <a:lnTo>
                  <a:pt x="47201" y="9021"/>
                </a:lnTo>
                <a:lnTo>
                  <a:pt x="47585" y="8658"/>
                </a:lnTo>
                <a:lnTo>
                  <a:pt x="48372" y="7911"/>
                </a:lnTo>
                <a:lnTo>
                  <a:pt x="49159" y="7185"/>
                </a:lnTo>
                <a:lnTo>
                  <a:pt x="50329" y="6135"/>
                </a:lnTo>
                <a:lnTo>
                  <a:pt x="50894" y="5590"/>
                </a:lnTo>
                <a:lnTo>
                  <a:pt x="51459" y="5025"/>
                </a:lnTo>
                <a:lnTo>
                  <a:pt x="51742" y="4702"/>
                </a:lnTo>
                <a:lnTo>
                  <a:pt x="52024" y="4359"/>
                </a:lnTo>
                <a:lnTo>
                  <a:pt x="52266" y="3976"/>
                </a:lnTo>
                <a:lnTo>
                  <a:pt x="52387" y="3774"/>
                </a:lnTo>
                <a:lnTo>
                  <a:pt x="52468" y="3572"/>
                </a:lnTo>
                <a:lnTo>
                  <a:pt x="52569" y="3371"/>
                </a:lnTo>
                <a:lnTo>
                  <a:pt x="52630" y="3169"/>
                </a:lnTo>
                <a:lnTo>
                  <a:pt x="52670" y="2947"/>
                </a:lnTo>
                <a:lnTo>
                  <a:pt x="52710" y="2745"/>
                </a:lnTo>
                <a:lnTo>
                  <a:pt x="52710" y="2523"/>
                </a:lnTo>
                <a:lnTo>
                  <a:pt x="52690" y="2321"/>
                </a:lnTo>
                <a:lnTo>
                  <a:pt x="52650" y="2099"/>
                </a:lnTo>
                <a:lnTo>
                  <a:pt x="52569" y="1897"/>
                </a:lnTo>
                <a:lnTo>
                  <a:pt x="52468" y="1716"/>
                </a:lnTo>
                <a:lnTo>
                  <a:pt x="52367" y="1534"/>
                </a:lnTo>
                <a:lnTo>
                  <a:pt x="52226" y="1373"/>
                </a:lnTo>
                <a:lnTo>
                  <a:pt x="52065" y="1211"/>
                </a:lnTo>
                <a:lnTo>
                  <a:pt x="51883" y="1070"/>
                </a:lnTo>
                <a:lnTo>
                  <a:pt x="51661" y="909"/>
                </a:lnTo>
                <a:lnTo>
                  <a:pt x="51439" y="788"/>
                </a:lnTo>
                <a:lnTo>
                  <a:pt x="51197" y="666"/>
                </a:lnTo>
                <a:lnTo>
                  <a:pt x="50894" y="525"/>
                </a:lnTo>
                <a:lnTo>
                  <a:pt x="50571" y="424"/>
                </a:lnTo>
                <a:lnTo>
                  <a:pt x="50269" y="323"/>
                </a:lnTo>
                <a:lnTo>
                  <a:pt x="49946" y="243"/>
                </a:lnTo>
                <a:lnTo>
                  <a:pt x="49623" y="182"/>
                </a:lnTo>
                <a:lnTo>
                  <a:pt x="49300" y="122"/>
                </a:lnTo>
                <a:lnTo>
                  <a:pt x="48654" y="41"/>
                </a:lnTo>
                <a:lnTo>
                  <a:pt x="47988" y="1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38" name="Google Shape;1338;p17"/>
          <p:cNvSpPr/>
          <p:nvPr/>
        </p:nvSpPr>
        <p:spPr>
          <a:xfrm>
            <a:off x="7917290" y="1315452"/>
            <a:ext cx="631867" cy="441222"/>
          </a:xfrm>
          <a:custGeom>
            <a:rect b="b" l="l" r="r" t="t"/>
            <a:pathLst>
              <a:path extrusionOk="0" h="7892" w="11302">
                <a:moveTo>
                  <a:pt x="10030" y="82"/>
                </a:moveTo>
                <a:lnTo>
                  <a:pt x="10252" y="102"/>
                </a:lnTo>
                <a:lnTo>
                  <a:pt x="10494" y="142"/>
                </a:lnTo>
                <a:lnTo>
                  <a:pt x="10696" y="203"/>
                </a:lnTo>
                <a:lnTo>
                  <a:pt x="10797" y="243"/>
                </a:lnTo>
                <a:lnTo>
                  <a:pt x="10897" y="304"/>
                </a:lnTo>
                <a:lnTo>
                  <a:pt x="10978" y="364"/>
                </a:lnTo>
                <a:lnTo>
                  <a:pt x="11059" y="445"/>
                </a:lnTo>
                <a:lnTo>
                  <a:pt x="11119" y="526"/>
                </a:lnTo>
                <a:lnTo>
                  <a:pt x="11180" y="627"/>
                </a:lnTo>
                <a:lnTo>
                  <a:pt x="11220" y="727"/>
                </a:lnTo>
                <a:lnTo>
                  <a:pt x="11220" y="828"/>
                </a:lnTo>
                <a:lnTo>
                  <a:pt x="11220" y="949"/>
                </a:lnTo>
                <a:lnTo>
                  <a:pt x="11180" y="1050"/>
                </a:lnTo>
                <a:lnTo>
                  <a:pt x="11140" y="1131"/>
                </a:lnTo>
                <a:lnTo>
                  <a:pt x="11079" y="1192"/>
                </a:lnTo>
                <a:lnTo>
                  <a:pt x="11019" y="1252"/>
                </a:lnTo>
                <a:lnTo>
                  <a:pt x="10938" y="1313"/>
                </a:lnTo>
                <a:lnTo>
                  <a:pt x="10756" y="1393"/>
                </a:lnTo>
                <a:lnTo>
                  <a:pt x="10554" y="1474"/>
                </a:lnTo>
                <a:lnTo>
                  <a:pt x="10433" y="1535"/>
                </a:lnTo>
                <a:lnTo>
                  <a:pt x="10131" y="1676"/>
                </a:lnTo>
                <a:lnTo>
                  <a:pt x="9888" y="1858"/>
                </a:lnTo>
                <a:lnTo>
                  <a:pt x="9666" y="2039"/>
                </a:lnTo>
                <a:lnTo>
                  <a:pt x="9505" y="2261"/>
                </a:lnTo>
                <a:lnTo>
                  <a:pt x="9364" y="2503"/>
                </a:lnTo>
                <a:lnTo>
                  <a:pt x="9243" y="2745"/>
                </a:lnTo>
                <a:lnTo>
                  <a:pt x="9021" y="3290"/>
                </a:lnTo>
                <a:lnTo>
                  <a:pt x="8819" y="3795"/>
                </a:lnTo>
                <a:lnTo>
                  <a:pt x="8617" y="4239"/>
                </a:lnTo>
                <a:lnTo>
                  <a:pt x="8415" y="4663"/>
                </a:lnTo>
                <a:lnTo>
                  <a:pt x="8193" y="5046"/>
                </a:lnTo>
                <a:lnTo>
                  <a:pt x="7992" y="5389"/>
                </a:lnTo>
                <a:lnTo>
                  <a:pt x="7749" y="5712"/>
                </a:lnTo>
                <a:lnTo>
                  <a:pt x="7527" y="6015"/>
                </a:lnTo>
                <a:lnTo>
                  <a:pt x="7285" y="6277"/>
                </a:lnTo>
                <a:lnTo>
                  <a:pt x="7023" y="6519"/>
                </a:lnTo>
                <a:lnTo>
                  <a:pt x="6821" y="6701"/>
                </a:lnTo>
                <a:lnTo>
                  <a:pt x="6599" y="6862"/>
                </a:lnTo>
                <a:lnTo>
                  <a:pt x="6357" y="7024"/>
                </a:lnTo>
                <a:lnTo>
                  <a:pt x="6115" y="7165"/>
                </a:lnTo>
                <a:lnTo>
                  <a:pt x="5873" y="7286"/>
                </a:lnTo>
                <a:lnTo>
                  <a:pt x="5630" y="7407"/>
                </a:lnTo>
                <a:lnTo>
                  <a:pt x="5368" y="7508"/>
                </a:lnTo>
                <a:lnTo>
                  <a:pt x="5086" y="7589"/>
                </a:lnTo>
                <a:lnTo>
                  <a:pt x="4823" y="7669"/>
                </a:lnTo>
                <a:lnTo>
                  <a:pt x="4541" y="7730"/>
                </a:lnTo>
                <a:lnTo>
                  <a:pt x="4278" y="7770"/>
                </a:lnTo>
                <a:lnTo>
                  <a:pt x="3996" y="7790"/>
                </a:lnTo>
                <a:lnTo>
                  <a:pt x="3713" y="7811"/>
                </a:lnTo>
                <a:lnTo>
                  <a:pt x="3431" y="7811"/>
                </a:lnTo>
                <a:lnTo>
                  <a:pt x="3169" y="7790"/>
                </a:lnTo>
                <a:lnTo>
                  <a:pt x="2886" y="7750"/>
                </a:lnTo>
                <a:lnTo>
                  <a:pt x="2603" y="7690"/>
                </a:lnTo>
                <a:lnTo>
                  <a:pt x="2321" y="7629"/>
                </a:lnTo>
                <a:lnTo>
                  <a:pt x="2059" y="7528"/>
                </a:lnTo>
                <a:lnTo>
                  <a:pt x="1796" y="7427"/>
                </a:lnTo>
                <a:lnTo>
                  <a:pt x="1554" y="7306"/>
                </a:lnTo>
                <a:lnTo>
                  <a:pt x="1332" y="7165"/>
                </a:lnTo>
                <a:lnTo>
                  <a:pt x="1110" y="7024"/>
                </a:lnTo>
                <a:lnTo>
                  <a:pt x="908" y="6842"/>
                </a:lnTo>
                <a:lnTo>
                  <a:pt x="707" y="6640"/>
                </a:lnTo>
                <a:lnTo>
                  <a:pt x="545" y="6418"/>
                </a:lnTo>
                <a:lnTo>
                  <a:pt x="384" y="6176"/>
                </a:lnTo>
                <a:lnTo>
                  <a:pt x="263" y="5934"/>
                </a:lnTo>
                <a:lnTo>
                  <a:pt x="182" y="5692"/>
                </a:lnTo>
                <a:lnTo>
                  <a:pt x="101" y="5429"/>
                </a:lnTo>
                <a:lnTo>
                  <a:pt x="81" y="5167"/>
                </a:lnTo>
                <a:lnTo>
                  <a:pt x="81" y="4905"/>
                </a:lnTo>
                <a:lnTo>
                  <a:pt x="101" y="4663"/>
                </a:lnTo>
                <a:lnTo>
                  <a:pt x="142" y="4441"/>
                </a:lnTo>
                <a:lnTo>
                  <a:pt x="222" y="4239"/>
                </a:lnTo>
                <a:lnTo>
                  <a:pt x="303" y="4037"/>
                </a:lnTo>
                <a:lnTo>
                  <a:pt x="404" y="3835"/>
                </a:lnTo>
                <a:lnTo>
                  <a:pt x="525" y="3654"/>
                </a:lnTo>
                <a:lnTo>
                  <a:pt x="646" y="3472"/>
                </a:lnTo>
                <a:lnTo>
                  <a:pt x="787" y="3311"/>
                </a:lnTo>
                <a:lnTo>
                  <a:pt x="1090" y="3008"/>
                </a:lnTo>
                <a:lnTo>
                  <a:pt x="1393" y="2745"/>
                </a:lnTo>
                <a:lnTo>
                  <a:pt x="1695" y="2523"/>
                </a:lnTo>
                <a:lnTo>
                  <a:pt x="1978" y="2342"/>
                </a:lnTo>
                <a:lnTo>
                  <a:pt x="2361" y="2120"/>
                </a:lnTo>
                <a:lnTo>
                  <a:pt x="2745" y="1918"/>
                </a:lnTo>
                <a:lnTo>
                  <a:pt x="3128" y="1736"/>
                </a:lnTo>
                <a:lnTo>
                  <a:pt x="3532" y="1555"/>
                </a:lnTo>
                <a:lnTo>
                  <a:pt x="4319" y="1252"/>
                </a:lnTo>
                <a:lnTo>
                  <a:pt x="5106" y="990"/>
                </a:lnTo>
                <a:lnTo>
                  <a:pt x="6175" y="647"/>
                </a:lnTo>
                <a:lnTo>
                  <a:pt x="6740" y="505"/>
                </a:lnTo>
                <a:lnTo>
                  <a:pt x="7326" y="364"/>
                </a:lnTo>
                <a:lnTo>
                  <a:pt x="7911" y="243"/>
                </a:lnTo>
                <a:lnTo>
                  <a:pt x="8496" y="162"/>
                </a:lnTo>
                <a:lnTo>
                  <a:pt x="9101" y="102"/>
                </a:lnTo>
                <a:lnTo>
                  <a:pt x="9727" y="82"/>
                </a:lnTo>
                <a:close/>
                <a:moveTo>
                  <a:pt x="9384" y="1"/>
                </a:moveTo>
                <a:lnTo>
                  <a:pt x="8718" y="62"/>
                </a:lnTo>
                <a:lnTo>
                  <a:pt x="8092" y="142"/>
                </a:lnTo>
                <a:lnTo>
                  <a:pt x="7447" y="243"/>
                </a:lnTo>
                <a:lnTo>
                  <a:pt x="6841" y="384"/>
                </a:lnTo>
                <a:lnTo>
                  <a:pt x="6236" y="546"/>
                </a:lnTo>
                <a:lnTo>
                  <a:pt x="5651" y="727"/>
                </a:lnTo>
                <a:lnTo>
                  <a:pt x="5086" y="909"/>
                </a:lnTo>
                <a:lnTo>
                  <a:pt x="4299" y="1171"/>
                </a:lnTo>
                <a:lnTo>
                  <a:pt x="3491" y="1474"/>
                </a:lnTo>
                <a:lnTo>
                  <a:pt x="3108" y="1656"/>
                </a:lnTo>
                <a:lnTo>
                  <a:pt x="2704" y="1837"/>
                </a:lnTo>
                <a:lnTo>
                  <a:pt x="2321" y="2039"/>
                </a:lnTo>
                <a:lnTo>
                  <a:pt x="1938" y="2261"/>
                </a:lnTo>
                <a:lnTo>
                  <a:pt x="1655" y="2443"/>
                </a:lnTo>
                <a:lnTo>
                  <a:pt x="1352" y="2685"/>
                </a:lnTo>
                <a:lnTo>
                  <a:pt x="1029" y="2947"/>
                </a:lnTo>
                <a:lnTo>
                  <a:pt x="727" y="3250"/>
                </a:lnTo>
                <a:lnTo>
                  <a:pt x="585" y="3432"/>
                </a:lnTo>
                <a:lnTo>
                  <a:pt x="464" y="3613"/>
                </a:lnTo>
                <a:lnTo>
                  <a:pt x="343" y="3795"/>
                </a:lnTo>
                <a:lnTo>
                  <a:pt x="222" y="3997"/>
                </a:lnTo>
                <a:lnTo>
                  <a:pt x="142" y="4219"/>
                </a:lnTo>
                <a:lnTo>
                  <a:pt x="61" y="4441"/>
                </a:lnTo>
                <a:lnTo>
                  <a:pt x="20" y="4663"/>
                </a:lnTo>
                <a:lnTo>
                  <a:pt x="0" y="4905"/>
                </a:lnTo>
                <a:lnTo>
                  <a:pt x="0" y="5167"/>
                </a:lnTo>
                <a:lnTo>
                  <a:pt x="20" y="5429"/>
                </a:lnTo>
                <a:lnTo>
                  <a:pt x="101" y="5712"/>
                </a:lnTo>
                <a:lnTo>
                  <a:pt x="202" y="5974"/>
                </a:lnTo>
                <a:lnTo>
                  <a:pt x="323" y="6216"/>
                </a:lnTo>
                <a:lnTo>
                  <a:pt x="485" y="6459"/>
                </a:lnTo>
                <a:lnTo>
                  <a:pt x="646" y="6701"/>
                </a:lnTo>
                <a:lnTo>
                  <a:pt x="868" y="6903"/>
                </a:lnTo>
                <a:lnTo>
                  <a:pt x="1070" y="7084"/>
                </a:lnTo>
                <a:lnTo>
                  <a:pt x="1272" y="7225"/>
                </a:lnTo>
                <a:lnTo>
                  <a:pt x="1514" y="7367"/>
                </a:lnTo>
                <a:lnTo>
                  <a:pt x="1756" y="7488"/>
                </a:lnTo>
                <a:lnTo>
                  <a:pt x="2018" y="7609"/>
                </a:lnTo>
                <a:lnTo>
                  <a:pt x="2301" y="7690"/>
                </a:lnTo>
                <a:lnTo>
                  <a:pt x="2583" y="7770"/>
                </a:lnTo>
                <a:lnTo>
                  <a:pt x="2886" y="7831"/>
                </a:lnTo>
                <a:lnTo>
                  <a:pt x="3269" y="7871"/>
                </a:lnTo>
                <a:lnTo>
                  <a:pt x="3673" y="7891"/>
                </a:lnTo>
                <a:lnTo>
                  <a:pt x="4137" y="7871"/>
                </a:lnTo>
                <a:lnTo>
                  <a:pt x="4601" y="7811"/>
                </a:lnTo>
                <a:lnTo>
                  <a:pt x="5045" y="7710"/>
                </a:lnTo>
                <a:lnTo>
                  <a:pt x="5489" y="7548"/>
                </a:lnTo>
                <a:lnTo>
                  <a:pt x="5913" y="7367"/>
                </a:lnTo>
                <a:lnTo>
                  <a:pt x="6337" y="7145"/>
                </a:lnTo>
                <a:lnTo>
                  <a:pt x="6720" y="6882"/>
                </a:lnTo>
                <a:lnTo>
                  <a:pt x="7083" y="6580"/>
                </a:lnTo>
                <a:lnTo>
                  <a:pt x="7346" y="6338"/>
                </a:lnTo>
                <a:lnTo>
                  <a:pt x="7588" y="6055"/>
                </a:lnTo>
                <a:lnTo>
                  <a:pt x="7830" y="5752"/>
                </a:lnTo>
                <a:lnTo>
                  <a:pt x="8052" y="5429"/>
                </a:lnTo>
                <a:lnTo>
                  <a:pt x="8274" y="5086"/>
                </a:lnTo>
                <a:lnTo>
                  <a:pt x="8476" y="4703"/>
                </a:lnTo>
                <a:lnTo>
                  <a:pt x="8698" y="4279"/>
                </a:lnTo>
                <a:lnTo>
                  <a:pt x="8900" y="3815"/>
                </a:lnTo>
                <a:lnTo>
                  <a:pt x="9101" y="3311"/>
                </a:lnTo>
                <a:lnTo>
                  <a:pt x="9303" y="2786"/>
                </a:lnTo>
                <a:lnTo>
                  <a:pt x="9424" y="2544"/>
                </a:lnTo>
                <a:lnTo>
                  <a:pt x="9566" y="2322"/>
                </a:lnTo>
                <a:lnTo>
                  <a:pt x="9727" y="2100"/>
                </a:lnTo>
                <a:lnTo>
                  <a:pt x="9929" y="1918"/>
                </a:lnTo>
                <a:lnTo>
                  <a:pt x="10171" y="1757"/>
                </a:lnTo>
                <a:lnTo>
                  <a:pt x="10454" y="1615"/>
                </a:lnTo>
                <a:lnTo>
                  <a:pt x="10595" y="1555"/>
                </a:lnTo>
                <a:lnTo>
                  <a:pt x="10797" y="1474"/>
                </a:lnTo>
                <a:lnTo>
                  <a:pt x="10978" y="1373"/>
                </a:lnTo>
                <a:lnTo>
                  <a:pt x="11059" y="1313"/>
                </a:lnTo>
                <a:lnTo>
                  <a:pt x="11140" y="1252"/>
                </a:lnTo>
                <a:lnTo>
                  <a:pt x="11200" y="1171"/>
                </a:lnTo>
                <a:lnTo>
                  <a:pt x="11261" y="1071"/>
                </a:lnTo>
                <a:lnTo>
                  <a:pt x="11301" y="970"/>
                </a:lnTo>
                <a:lnTo>
                  <a:pt x="11301" y="849"/>
                </a:lnTo>
                <a:lnTo>
                  <a:pt x="11301" y="727"/>
                </a:lnTo>
                <a:lnTo>
                  <a:pt x="11261" y="606"/>
                </a:lnTo>
                <a:lnTo>
                  <a:pt x="11200" y="485"/>
                </a:lnTo>
                <a:lnTo>
                  <a:pt x="11119" y="384"/>
                </a:lnTo>
                <a:lnTo>
                  <a:pt x="11039" y="304"/>
                </a:lnTo>
                <a:lnTo>
                  <a:pt x="10938" y="223"/>
                </a:lnTo>
                <a:lnTo>
                  <a:pt x="10837" y="162"/>
                </a:lnTo>
                <a:lnTo>
                  <a:pt x="10736" y="122"/>
                </a:lnTo>
                <a:lnTo>
                  <a:pt x="10514" y="62"/>
                </a:lnTo>
                <a:lnTo>
                  <a:pt x="10272" y="21"/>
                </a:lnTo>
                <a:lnTo>
                  <a:pt x="10030" y="1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39" name="Google Shape;1339;p17"/>
          <p:cNvSpPr/>
          <p:nvPr/>
        </p:nvSpPr>
        <p:spPr>
          <a:xfrm>
            <a:off x="1573619" y="4469485"/>
            <a:ext cx="935332" cy="741278"/>
          </a:xfrm>
          <a:custGeom>
            <a:rect b="b" l="l" r="r" t="t"/>
            <a:pathLst>
              <a:path extrusionOk="0" h="13259" w="16730">
                <a:moveTo>
                  <a:pt x="14550" y="81"/>
                </a:moveTo>
                <a:lnTo>
                  <a:pt x="14772" y="122"/>
                </a:lnTo>
                <a:lnTo>
                  <a:pt x="15014" y="202"/>
                </a:lnTo>
                <a:lnTo>
                  <a:pt x="15216" y="324"/>
                </a:lnTo>
                <a:lnTo>
                  <a:pt x="15438" y="465"/>
                </a:lnTo>
                <a:lnTo>
                  <a:pt x="15640" y="667"/>
                </a:lnTo>
                <a:lnTo>
                  <a:pt x="15821" y="889"/>
                </a:lnTo>
                <a:lnTo>
                  <a:pt x="15983" y="1131"/>
                </a:lnTo>
                <a:lnTo>
                  <a:pt x="16144" y="1413"/>
                </a:lnTo>
                <a:lnTo>
                  <a:pt x="16245" y="1655"/>
                </a:lnTo>
                <a:lnTo>
                  <a:pt x="16346" y="1898"/>
                </a:lnTo>
                <a:lnTo>
                  <a:pt x="16427" y="2140"/>
                </a:lnTo>
                <a:lnTo>
                  <a:pt x="16487" y="2422"/>
                </a:lnTo>
                <a:lnTo>
                  <a:pt x="16548" y="2685"/>
                </a:lnTo>
                <a:lnTo>
                  <a:pt x="16588" y="2967"/>
                </a:lnTo>
                <a:lnTo>
                  <a:pt x="16628" y="3250"/>
                </a:lnTo>
                <a:lnTo>
                  <a:pt x="16649" y="3552"/>
                </a:lnTo>
                <a:lnTo>
                  <a:pt x="16649" y="3855"/>
                </a:lnTo>
                <a:lnTo>
                  <a:pt x="16649" y="4178"/>
                </a:lnTo>
                <a:lnTo>
                  <a:pt x="16588" y="4844"/>
                </a:lnTo>
                <a:lnTo>
                  <a:pt x="16487" y="5550"/>
                </a:lnTo>
                <a:lnTo>
                  <a:pt x="16326" y="6317"/>
                </a:lnTo>
                <a:lnTo>
                  <a:pt x="16144" y="7044"/>
                </a:lnTo>
                <a:lnTo>
                  <a:pt x="15942" y="7709"/>
                </a:lnTo>
                <a:lnTo>
                  <a:pt x="15720" y="8315"/>
                </a:lnTo>
                <a:lnTo>
                  <a:pt x="15458" y="8860"/>
                </a:lnTo>
                <a:lnTo>
                  <a:pt x="15317" y="9122"/>
                </a:lnTo>
                <a:lnTo>
                  <a:pt x="15176" y="9364"/>
                </a:lnTo>
                <a:lnTo>
                  <a:pt x="15014" y="9586"/>
                </a:lnTo>
                <a:lnTo>
                  <a:pt x="14873" y="9808"/>
                </a:lnTo>
                <a:lnTo>
                  <a:pt x="14691" y="10010"/>
                </a:lnTo>
                <a:lnTo>
                  <a:pt x="14530" y="10212"/>
                </a:lnTo>
                <a:lnTo>
                  <a:pt x="14348" y="10393"/>
                </a:lnTo>
                <a:lnTo>
                  <a:pt x="14146" y="10555"/>
                </a:lnTo>
                <a:lnTo>
                  <a:pt x="13803" y="10837"/>
                </a:lnTo>
                <a:lnTo>
                  <a:pt x="13440" y="11080"/>
                </a:lnTo>
                <a:lnTo>
                  <a:pt x="13036" y="11302"/>
                </a:lnTo>
                <a:lnTo>
                  <a:pt x="12633" y="11483"/>
                </a:lnTo>
                <a:lnTo>
                  <a:pt x="12229" y="11665"/>
                </a:lnTo>
                <a:lnTo>
                  <a:pt x="11805" y="11806"/>
                </a:lnTo>
                <a:lnTo>
                  <a:pt x="11402" y="11947"/>
                </a:lnTo>
                <a:lnTo>
                  <a:pt x="10978" y="12068"/>
                </a:lnTo>
                <a:lnTo>
                  <a:pt x="10373" y="12230"/>
                </a:lnTo>
                <a:lnTo>
                  <a:pt x="9787" y="12371"/>
                </a:lnTo>
                <a:lnTo>
                  <a:pt x="9202" y="12512"/>
                </a:lnTo>
                <a:lnTo>
                  <a:pt x="8597" y="12633"/>
                </a:lnTo>
                <a:lnTo>
                  <a:pt x="7991" y="12734"/>
                </a:lnTo>
                <a:lnTo>
                  <a:pt x="7386" y="12835"/>
                </a:lnTo>
                <a:lnTo>
                  <a:pt x="6801" y="12936"/>
                </a:lnTo>
                <a:lnTo>
                  <a:pt x="6195" y="12997"/>
                </a:lnTo>
                <a:lnTo>
                  <a:pt x="5590" y="13057"/>
                </a:lnTo>
                <a:lnTo>
                  <a:pt x="4964" y="13118"/>
                </a:lnTo>
                <a:lnTo>
                  <a:pt x="4359" y="13158"/>
                </a:lnTo>
                <a:lnTo>
                  <a:pt x="3754" y="13178"/>
                </a:lnTo>
                <a:lnTo>
                  <a:pt x="1917" y="13178"/>
                </a:lnTo>
                <a:lnTo>
                  <a:pt x="1312" y="13138"/>
                </a:lnTo>
                <a:lnTo>
                  <a:pt x="1070" y="13118"/>
                </a:lnTo>
                <a:lnTo>
                  <a:pt x="848" y="13077"/>
                </a:lnTo>
                <a:lnTo>
                  <a:pt x="646" y="13017"/>
                </a:lnTo>
                <a:lnTo>
                  <a:pt x="484" y="12956"/>
                </a:lnTo>
                <a:lnTo>
                  <a:pt x="343" y="12855"/>
                </a:lnTo>
                <a:lnTo>
                  <a:pt x="242" y="12754"/>
                </a:lnTo>
                <a:lnTo>
                  <a:pt x="162" y="12613"/>
                </a:lnTo>
                <a:lnTo>
                  <a:pt x="101" y="12472"/>
                </a:lnTo>
                <a:lnTo>
                  <a:pt x="81" y="12351"/>
                </a:lnTo>
                <a:lnTo>
                  <a:pt x="81" y="12210"/>
                </a:lnTo>
                <a:lnTo>
                  <a:pt x="101" y="12068"/>
                </a:lnTo>
                <a:lnTo>
                  <a:pt x="121" y="11907"/>
                </a:lnTo>
                <a:lnTo>
                  <a:pt x="182" y="11745"/>
                </a:lnTo>
                <a:lnTo>
                  <a:pt x="242" y="11584"/>
                </a:lnTo>
                <a:lnTo>
                  <a:pt x="384" y="11241"/>
                </a:lnTo>
                <a:lnTo>
                  <a:pt x="606" y="10878"/>
                </a:lnTo>
                <a:lnTo>
                  <a:pt x="848" y="10515"/>
                </a:lnTo>
                <a:lnTo>
                  <a:pt x="1110" y="10131"/>
                </a:lnTo>
                <a:lnTo>
                  <a:pt x="1413" y="9768"/>
                </a:lnTo>
                <a:lnTo>
                  <a:pt x="1715" y="9405"/>
                </a:lnTo>
                <a:lnTo>
                  <a:pt x="2038" y="9062"/>
                </a:lnTo>
                <a:lnTo>
                  <a:pt x="2341" y="8739"/>
                </a:lnTo>
                <a:lnTo>
                  <a:pt x="2644" y="8456"/>
                </a:lnTo>
                <a:lnTo>
                  <a:pt x="2926" y="8194"/>
                </a:lnTo>
                <a:lnTo>
                  <a:pt x="3189" y="7972"/>
                </a:lnTo>
                <a:lnTo>
                  <a:pt x="3411" y="7790"/>
                </a:lnTo>
                <a:lnTo>
                  <a:pt x="3592" y="7669"/>
                </a:lnTo>
                <a:lnTo>
                  <a:pt x="4198" y="7306"/>
                </a:lnTo>
                <a:lnTo>
                  <a:pt x="4823" y="6983"/>
                </a:lnTo>
                <a:lnTo>
                  <a:pt x="6095" y="6357"/>
                </a:lnTo>
                <a:lnTo>
                  <a:pt x="6720" y="6055"/>
                </a:lnTo>
                <a:lnTo>
                  <a:pt x="7346" y="5752"/>
                </a:lnTo>
                <a:lnTo>
                  <a:pt x="7971" y="5409"/>
                </a:lnTo>
                <a:lnTo>
                  <a:pt x="8597" y="5066"/>
                </a:lnTo>
                <a:lnTo>
                  <a:pt x="9101" y="4723"/>
                </a:lnTo>
                <a:lnTo>
                  <a:pt x="9606" y="4360"/>
                </a:lnTo>
                <a:lnTo>
                  <a:pt x="10110" y="3976"/>
                </a:lnTo>
                <a:lnTo>
                  <a:pt x="10574" y="3573"/>
                </a:lnTo>
                <a:lnTo>
                  <a:pt x="11018" y="3149"/>
                </a:lnTo>
                <a:lnTo>
                  <a:pt x="11442" y="2705"/>
                </a:lnTo>
                <a:lnTo>
                  <a:pt x="11866" y="2241"/>
                </a:lnTo>
                <a:lnTo>
                  <a:pt x="12249" y="1756"/>
                </a:lnTo>
                <a:lnTo>
                  <a:pt x="12290" y="1716"/>
                </a:lnTo>
                <a:lnTo>
                  <a:pt x="12754" y="1131"/>
                </a:lnTo>
                <a:lnTo>
                  <a:pt x="12996" y="868"/>
                </a:lnTo>
                <a:lnTo>
                  <a:pt x="13238" y="606"/>
                </a:lnTo>
                <a:lnTo>
                  <a:pt x="13521" y="404"/>
                </a:lnTo>
                <a:lnTo>
                  <a:pt x="13662" y="303"/>
                </a:lnTo>
                <a:lnTo>
                  <a:pt x="13803" y="223"/>
                </a:lnTo>
                <a:lnTo>
                  <a:pt x="13965" y="162"/>
                </a:lnTo>
                <a:lnTo>
                  <a:pt x="14126" y="122"/>
                </a:lnTo>
                <a:lnTo>
                  <a:pt x="14288" y="102"/>
                </a:lnTo>
                <a:lnTo>
                  <a:pt x="14449" y="81"/>
                </a:lnTo>
                <a:close/>
                <a:moveTo>
                  <a:pt x="14368" y="1"/>
                </a:moveTo>
                <a:lnTo>
                  <a:pt x="14187" y="21"/>
                </a:lnTo>
                <a:lnTo>
                  <a:pt x="14025" y="61"/>
                </a:lnTo>
                <a:lnTo>
                  <a:pt x="13864" y="122"/>
                </a:lnTo>
                <a:lnTo>
                  <a:pt x="13702" y="202"/>
                </a:lnTo>
                <a:lnTo>
                  <a:pt x="13541" y="283"/>
                </a:lnTo>
                <a:lnTo>
                  <a:pt x="13400" y="384"/>
                </a:lnTo>
                <a:lnTo>
                  <a:pt x="13238" y="505"/>
                </a:lnTo>
                <a:lnTo>
                  <a:pt x="12976" y="768"/>
                </a:lnTo>
                <a:lnTo>
                  <a:pt x="12714" y="1050"/>
                </a:lnTo>
                <a:lnTo>
                  <a:pt x="12451" y="1353"/>
                </a:lnTo>
                <a:lnTo>
                  <a:pt x="12229" y="1655"/>
                </a:lnTo>
                <a:lnTo>
                  <a:pt x="12189" y="1716"/>
                </a:lnTo>
                <a:lnTo>
                  <a:pt x="11805" y="2200"/>
                </a:lnTo>
                <a:lnTo>
                  <a:pt x="11382" y="2664"/>
                </a:lnTo>
                <a:lnTo>
                  <a:pt x="10958" y="3088"/>
                </a:lnTo>
                <a:lnTo>
                  <a:pt x="10514" y="3512"/>
                </a:lnTo>
                <a:lnTo>
                  <a:pt x="10050" y="3916"/>
                </a:lnTo>
                <a:lnTo>
                  <a:pt x="9565" y="4299"/>
                </a:lnTo>
                <a:lnTo>
                  <a:pt x="9061" y="4662"/>
                </a:lnTo>
                <a:lnTo>
                  <a:pt x="8556" y="4985"/>
                </a:lnTo>
                <a:lnTo>
                  <a:pt x="7931" y="5348"/>
                </a:lnTo>
                <a:lnTo>
                  <a:pt x="7305" y="5671"/>
                </a:lnTo>
                <a:lnTo>
                  <a:pt x="6680" y="5994"/>
                </a:lnTo>
                <a:lnTo>
                  <a:pt x="6054" y="6297"/>
                </a:lnTo>
                <a:lnTo>
                  <a:pt x="4783" y="6902"/>
                </a:lnTo>
                <a:lnTo>
                  <a:pt x="4157" y="7245"/>
                </a:lnTo>
                <a:lnTo>
                  <a:pt x="3552" y="7588"/>
                </a:lnTo>
                <a:lnTo>
                  <a:pt x="3370" y="7709"/>
                </a:lnTo>
                <a:lnTo>
                  <a:pt x="3168" y="7891"/>
                </a:lnTo>
                <a:lnTo>
                  <a:pt x="2624" y="8375"/>
                </a:lnTo>
                <a:lnTo>
                  <a:pt x="2321" y="8658"/>
                </a:lnTo>
                <a:lnTo>
                  <a:pt x="1998" y="8981"/>
                </a:lnTo>
                <a:lnTo>
                  <a:pt x="1675" y="9344"/>
                </a:lnTo>
                <a:lnTo>
                  <a:pt x="1352" y="9707"/>
                </a:lnTo>
                <a:lnTo>
                  <a:pt x="1050" y="10071"/>
                </a:lnTo>
                <a:lnTo>
                  <a:pt x="787" y="10454"/>
                </a:lnTo>
                <a:lnTo>
                  <a:pt x="525" y="10837"/>
                </a:lnTo>
                <a:lnTo>
                  <a:pt x="323" y="11201"/>
                </a:lnTo>
                <a:lnTo>
                  <a:pt x="162" y="11564"/>
                </a:lnTo>
                <a:lnTo>
                  <a:pt x="101" y="11725"/>
                </a:lnTo>
                <a:lnTo>
                  <a:pt x="41" y="11907"/>
                </a:lnTo>
                <a:lnTo>
                  <a:pt x="20" y="12068"/>
                </a:lnTo>
                <a:lnTo>
                  <a:pt x="0" y="12210"/>
                </a:lnTo>
                <a:lnTo>
                  <a:pt x="0" y="12371"/>
                </a:lnTo>
                <a:lnTo>
                  <a:pt x="41" y="12492"/>
                </a:lnTo>
                <a:lnTo>
                  <a:pt x="81" y="12654"/>
                </a:lnTo>
                <a:lnTo>
                  <a:pt x="182" y="12795"/>
                </a:lnTo>
                <a:lnTo>
                  <a:pt x="283" y="12916"/>
                </a:lnTo>
                <a:lnTo>
                  <a:pt x="444" y="13017"/>
                </a:lnTo>
                <a:lnTo>
                  <a:pt x="606" y="13098"/>
                </a:lnTo>
                <a:lnTo>
                  <a:pt x="807" y="13158"/>
                </a:lnTo>
                <a:lnTo>
                  <a:pt x="1050" y="13198"/>
                </a:lnTo>
                <a:lnTo>
                  <a:pt x="1312" y="13219"/>
                </a:lnTo>
                <a:lnTo>
                  <a:pt x="2099" y="13259"/>
                </a:lnTo>
                <a:lnTo>
                  <a:pt x="2886" y="13259"/>
                </a:lnTo>
                <a:lnTo>
                  <a:pt x="3915" y="13239"/>
                </a:lnTo>
                <a:lnTo>
                  <a:pt x="4944" y="13198"/>
                </a:lnTo>
                <a:lnTo>
                  <a:pt x="5973" y="13098"/>
                </a:lnTo>
                <a:lnTo>
                  <a:pt x="6982" y="12976"/>
                </a:lnTo>
                <a:lnTo>
                  <a:pt x="7991" y="12835"/>
                </a:lnTo>
                <a:lnTo>
                  <a:pt x="9000" y="12633"/>
                </a:lnTo>
                <a:lnTo>
                  <a:pt x="10009" y="12411"/>
                </a:lnTo>
                <a:lnTo>
                  <a:pt x="10998" y="12149"/>
                </a:lnTo>
                <a:lnTo>
                  <a:pt x="11422" y="12028"/>
                </a:lnTo>
                <a:lnTo>
                  <a:pt x="11846" y="11887"/>
                </a:lnTo>
                <a:lnTo>
                  <a:pt x="12270" y="11725"/>
                </a:lnTo>
                <a:lnTo>
                  <a:pt x="12673" y="11564"/>
                </a:lnTo>
                <a:lnTo>
                  <a:pt x="13077" y="11362"/>
                </a:lnTo>
                <a:lnTo>
                  <a:pt x="13480" y="11160"/>
                </a:lnTo>
                <a:lnTo>
                  <a:pt x="13844" y="10898"/>
                </a:lnTo>
                <a:lnTo>
                  <a:pt x="14207" y="10615"/>
                </a:lnTo>
                <a:lnTo>
                  <a:pt x="14409" y="10454"/>
                </a:lnTo>
                <a:lnTo>
                  <a:pt x="14590" y="10272"/>
                </a:lnTo>
                <a:lnTo>
                  <a:pt x="14752" y="10071"/>
                </a:lnTo>
                <a:lnTo>
                  <a:pt x="14933" y="9869"/>
                </a:lnTo>
                <a:lnTo>
                  <a:pt x="15095" y="9647"/>
                </a:lnTo>
                <a:lnTo>
                  <a:pt x="15236" y="9405"/>
                </a:lnTo>
                <a:lnTo>
                  <a:pt x="15398" y="9162"/>
                </a:lnTo>
                <a:lnTo>
                  <a:pt x="15519" y="8900"/>
                </a:lnTo>
                <a:lnTo>
                  <a:pt x="15781" y="8355"/>
                </a:lnTo>
                <a:lnTo>
                  <a:pt x="16023" y="7730"/>
                </a:lnTo>
                <a:lnTo>
                  <a:pt x="16225" y="7064"/>
                </a:lnTo>
                <a:lnTo>
                  <a:pt x="16407" y="6337"/>
                </a:lnTo>
                <a:lnTo>
                  <a:pt x="16568" y="5570"/>
                </a:lnTo>
                <a:lnTo>
                  <a:pt x="16669" y="4844"/>
                </a:lnTo>
                <a:lnTo>
                  <a:pt x="16729" y="4178"/>
                </a:lnTo>
                <a:lnTo>
                  <a:pt x="16729" y="3855"/>
                </a:lnTo>
                <a:lnTo>
                  <a:pt x="16729" y="3532"/>
                </a:lnTo>
                <a:lnTo>
                  <a:pt x="16709" y="3250"/>
                </a:lnTo>
                <a:lnTo>
                  <a:pt x="16669" y="2947"/>
                </a:lnTo>
                <a:lnTo>
                  <a:pt x="16628" y="2664"/>
                </a:lnTo>
                <a:lnTo>
                  <a:pt x="16568" y="2382"/>
                </a:lnTo>
                <a:lnTo>
                  <a:pt x="16507" y="2120"/>
                </a:lnTo>
                <a:lnTo>
                  <a:pt x="16427" y="1857"/>
                </a:lnTo>
                <a:lnTo>
                  <a:pt x="16326" y="1615"/>
                </a:lnTo>
                <a:lnTo>
                  <a:pt x="16205" y="1373"/>
                </a:lnTo>
                <a:lnTo>
                  <a:pt x="16063" y="1090"/>
                </a:lnTo>
                <a:lnTo>
                  <a:pt x="15882" y="828"/>
                </a:lnTo>
                <a:lnTo>
                  <a:pt x="15680" y="606"/>
                </a:lnTo>
                <a:lnTo>
                  <a:pt x="15478" y="404"/>
                </a:lnTo>
                <a:lnTo>
                  <a:pt x="15256" y="243"/>
                </a:lnTo>
                <a:lnTo>
                  <a:pt x="15034" y="122"/>
                </a:lnTo>
                <a:lnTo>
                  <a:pt x="14792" y="41"/>
                </a:lnTo>
                <a:lnTo>
                  <a:pt x="14550" y="1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40" name="Google Shape;1340;p17"/>
          <p:cNvSpPr/>
          <p:nvPr/>
        </p:nvSpPr>
        <p:spPr>
          <a:xfrm rot="3449335">
            <a:off x="1554254" y="-1020347"/>
            <a:ext cx="1395586" cy="1650631"/>
          </a:xfrm>
          <a:custGeom>
            <a:rect b="b" l="l" r="r" t="t"/>
            <a:pathLst>
              <a:path extrusionOk="0" h="29525" w="24963">
                <a:moveTo>
                  <a:pt x="18727" y="81"/>
                </a:moveTo>
                <a:lnTo>
                  <a:pt x="19211" y="102"/>
                </a:lnTo>
                <a:lnTo>
                  <a:pt x="19514" y="142"/>
                </a:lnTo>
                <a:lnTo>
                  <a:pt x="19837" y="223"/>
                </a:lnTo>
                <a:lnTo>
                  <a:pt x="20140" y="303"/>
                </a:lnTo>
                <a:lnTo>
                  <a:pt x="20442" y="404"/>
                </a:lnTo>
                <a:lnTo>
                  <a:pt x="20745" y="525"/>
                </a:lnTo>
                <a:lnTo>
                  <a:pt x="21048" y="667"/>
                </a:lnTo>
                <a:lnTo>
                  <a:pt x="21330" y="828"/>
                </a:lnTo>
                <a:lnTo>
                  <a:pt x="21613" y="1010"/>
                </a:lnTo>
                <a:lnTo>
                  <a:pt x="21895" y="1212"/>
                </a:lnTo>
                <a:lnTo>
                  <a:pt x="22158" y="1413"/>
                </a:lnTo>
                <a:lnTo>
                  <a:pt x="22420" y="1655"/>
                </a:lnTo>
                <a:lnTo>
                  <a:pt x="22662" y="1898"/>
                </a:lnTo>
                <a:lnTo>
                  <a:pt x="22904" y="2160"/>
                </a:lnTo>
                <a:lnTo>
                  <a:pt x="23126" y="2443"/>
                </a:lnTo>
                <a:lnTo>
                  <a:pt x="23328" y="2725"/>
                </a:lnTo>
                <a:lnTo>
                  <a:pt x="23530" y="3028"/>
                </a:lnTo>
                <a:lnTo>
                  <a:pt x="23691" y="3290"/>
                </a:lnTo>
                <a:lnTo>
                  <a:pt x="23833" y="3573"/>
                </a:lnTo>
                <a:lnTo>
                  <a:pt x="24095" y="4138"/>
                </a:lnTo>
                <a:lnTo>
                  <a:pt x="24317" y="4723"/>
                </a:lnTo>
                <a:lnTo>
                  <a:pt x="24499" y="5369"/>
                </a:lnTo>
                <a:lnTo>
                  <a:pt x="24660" y="6035"/>
                </a:lnTo>
                <a:lnTo>
                  <a:pt x="24761" y="6721"/>
                </a:lnTo>
                <a:lnTo>
                  <a:pt x="24842" y="7467"/>
                </a:lnTo>
                <a:lnTo>
                  <a:pt x="24882" y="8214"/>
                </a:lnTo>
                <a:lnTo>
                  <a:pt x="24882" y="8880"/>
                </a:lnTo>
                <a:lnTo>
                  <a:pt x="24862" y="9546"/>
                </a:lnTo>
                <a:lnTo>
                  <a:pt x="24822" y="10232"/>
                </a:lnTo>
                <a:lnTo>
                  <a:pt x="24761" y="10938"/>
                </a:lnTo>
                <a:lnTo>
                  <a:pt x="24660" y="11665"/>
                </a:lnTo>
                <a:lnTo>
                  <a:pt x="24539" y="12411"/>
                </a:lnTo>
                <a:lnTo>
                  <a:pt x="24398" y="13178"/>
                </a:lnTo>
                <a:lnTo>
                  <a:pt x="24216" y="13986"/>
                </a:lnTo>
                <a:lnTo>
                  <a:pt x="23994" y="14853"/>
                </a:lnTo>
                <a:lnTo>
                  <a:pt x="23873" y="15297"/>
                </a:lnTo>
                <a:lnTo>
                  <a:pt x="23732" y="15721"/>
                </a:lnTo>
                <a:lnTo>
                  <a:pt x="23570" y="16145"/>
                </a:lnTo>
                <a:lnTo>
                  <a:pt x="23369" y="16569"/>
                </a:lnTo>
                <a:lnTo>
                  <a:pt x="23167" y="16972"/>
                </a:lnTo>
                <a:lnTo>
                  <a:pt x="22925" y="17356"/>
                </a:lnTo>
                <a:lnTo>
                  <a:pt x="22682" y="17658"/>
                </a:lnTo>
                <a:lnTo>
                  <a:pt x="22440" y="17961"/>
                </a:lnTo>
                <a:lnTo>
                  <a:pt x="22158" y="18244"/>
                </a:lnTo>
                <a:lnTo>
                  <a:pt x="21875" y="18506"/>
                </a:lnTo>
                <a:lnTo>
                  <a:pt x="21573" y="18748"/>
                </a:lnTo>
                <a:lnTo>
                  <a:pt x="21270" y="18990"/>
                </a:lnTo>
                <a:lnTo>
                  <a:pt x="20947" y="19212"/>
                </a:lnTo>
                <a:lnTo>
                  <a:pt x="20604" y="19414"/>
                </a:lnTo>
                <a:lnTo>
                  <a:pt x="20261" y="19616"/>
                </a:lnTo>
                <a:lnTo>
                  <a:pt x="19918" y="19818"/>
                </a:lnTo>
                <a:lnTo>
                  <a:pt x="19211" y="20181"/>
                </a:lnTo>
                <a:lnTo>
                  <a:pt x="18465" y="20524"/>
                </a:lnTo>
                <a:lnTo>
                  <a:pt x="17738" y="20847"/>
                </a:lnTo>
                <a:lnTo>
                  <a:pt x="17133" y="21109"/>
                </a:lnTo>
                <a:lnTo>
                  <a:pt x="16245" y="21513"/>
                </a:lnTo>
                <a:lnTo>
                  <a:pt x="15418" y="21916"/>
                </a:lnTo>
                <a:lnTo>
                  <a:pt x="14651" y="22340"/>
                </a:lnTo>
                <a:lnTo>
                  <a:pt x="13924" y="22744"/>
                </a:lnTo>
                <a:lnTo>
                  <a:pt x="13258" y="23167"/>
                </a:lnTo>
                <a:lnTo>
                  <a:pt x="12633" y="23611"/>
                </a:lnTo>
                <a:lnTo>
                  <a:pt x="12048" y="24055"/>
                </a:lnTo>
                <a:lnTo>
                  <a:pt x="11503" y="24520"/>
                </a:lnTo>
                <a:lnTo>
                  <a:pt x="11099" y="24883"/>
                </a:lnTo>
                <a:lnTo>
                  <a:pt x="10695" y="25246"/>
                </a:lnTo>
                <a:lnTo>
                  <a:pt x="9949" y="26013"/>
                </a:lnTo>
                <a:lnTo>
                  <a:pt x="9323" y="26638"/>
                </a:lnTo>
                <a:lnTo>
                  <a:pt x="8698" y="27244"/>
                </a:lnTo>
                <a:lnTo>
                  <a:pt x="8355" y="27526"/>
                </a:lnTo>
                <a:lnTo>
                  <a:pt x="8032" y="27809"/>
                </a:lnTo>
                <a:lnTo>
                  <a:pt x="7668" y="28091"/>
                </a:lnTo>
                <a:lnTo>
                  <a:pt x="7325" y="28334"/>
                </a:lnTo>
                <a:lnTo>
                  <a:pt x="6902" y="28596"/>
                </a:lnTo>
                <a:lnTo>
                  <a:pt x="6498" y="28818"/>
                </a:lnTo>
                <a:lnTo>
                  <a:pt x="6094" y="29000"/>
                </a:lnTo>
                <a:lnTo>
                  <a:pt x="5711" y="29141"/>
                </a:lnTo>
                <a:lnTo>
                  <a:pt x="5328" y="29262"/>
                </a:lnTo>
                <a:lnTo>
                  <a:pt x="4964" y="29343"/>
                </a:lnTo>
                <a:lnTo>
                  <a:pt x="4601" y="29403"/>
                </a:lnTo>
                <a:lnTo>
                  <a:pt x="4238" y="29423"/>
                </a:lnTo>
                <a:lnTo>
                  <a:pt x="3915" y="29423"/>
                </a:lnTo>
                <a:lnTo>
                  <a:pt x="3592" y="29403"/>
                </a:lnTo>
                <a:lnTo>
                  <a:pt x="3289" y="29363"/>
                </a:lnTo>
                <a:lnTo>
                  <a:pt x="2987" y="29302"/>
                </a:lnTo>
                <a:lnTo>
                  <a:pt x="2724" y="29221"/>
                </a:lnTo>
                <a:lnTo>
                  <a:pt x="2462" y="29121"/>
                </a:lnTo>
                <a:lnTo>
                  <a:pt x="2240" y="29020"/>
                </a:lnTo>
                <a:lnTo>
                  <a:pt x="2018" y="28899"/>
                </a:lnTo>
                <a:lnTo>
                  <a:pt x="1715" y="28677"/>
                </a:lnTo>
                <a:lnTo>
                  <a:pt x="1433" y="28414"/>
                </a:lnTo>
                <a:lnTo>
                  <a:pt x="1170" y="28132"/>
                </a:lnTo>
                <a:lnTo>
                  <a:pt x="928" y="27809"/>
                </a:lnTo>
                <a:lnTo>
                  <a:pt x="706" y="27446"/>
                </a:lnTo>
                <a:lnTo>
                  <a:pt x="525" y="27062"/>
                </a:lnTo>
                <a:lnTo>
                  <a:pt x="363" y="26659"/>
                </a:lnTo>
                <a:lnTo>
                  <a:pt x="242" y="26235"/>
                </a:lnTo>
                <a:lnTo>
                  <a:pt x="182" y="25952"/>
                </a:lnTo>
                <a:lnTo>
                  <a:pt x="121" y="25670"/>
                </a:lnTo>
                <a:lnTo>
                  <a:pt x="101" y="25387"/>
                </a:lnTo>
                <a:lnTo>
                  <a:pt x="81" y="25105"/>
                </a:lnTo>
                <a:lnTo>
                  <a:pt x="81" y="24802"/>
                </a:lnTo>
                <a:lnTo>
                  <a:pt x="81" y="24520"/>
                </a:lnTo>
                <a:lnTo>
                  <a:pt x="101" y="24237"/>
                </a:lnTo>
                <a:lnTo>
                  <a:pt x="141" y="23954"/>
                </a:lnTo>
                <a:lnTo>
                  <a:pt x="202" y="23672"/>
                </a:lnTo>
                <a:lnTo>
                  <a:pt x="262" y="23389"/>
                </a:lnTo>
                <a:lnTo>
                  <a:pt x="343" y="23107"/>
                </a:lnTo>
                <a:lnTo>
                  <a:pt x="424" y="22824"/>
                </a:lnTo>
                <a:lnTo>
                  <a:pt x="545" y="22562"/>
                </a:lnTo>
                <a:lnTo>
                  <a:pt x="666" y="22300"/>
                </a:lnTo>
                <a:lnTo>
                  <a:pt x="787" y="22037"/>
                </a:lnTo>
                <a:lnTo>
                  <a:pt x="928" y="21795"/>
                </a:lnTo>
                <a:lnTo>
                  <a:pt x="1211" y="21392"/>
                </a:lnTo>
                <a:lnTo>
                  <a:pt x="1514" y="21008"/>
                </a:lnTo>
                <a:lnTo>
                  <a:pt x="1836" y="20645"/>
                </a:lnTo>
                <a:lnTo>
                  <a:pt x="2200" y="20302"/>
                </a:lnTo>
                <a:lnTo>
                  <a:pt x="2563" y="19959"/>
                </a:lnTo>
                <a:lnTo>
                  <a:pt x="2926" y="19656"/>
                </a:lnTo>
                <a:lnTo>
                  <a:pt x="3693" y="19071"/>
                </a:lnTo>
                <a:lnTo>
                  <a:pt x="4238" y="18687"/>
                </a:lnTo>
                <a:lnTo>
                  <a:pt x="4803" y="18304"/>
                </a:lnTo>
                <a:lnTo>
                  <a:pt x="5368" y="17921"/>
                </a:lnTo>
                <a:lnTo>
                  <a:pt x="5953" y="17557"/>
                </a:lnTo>
                <a:lnTo>
                  <a:pt x="6518" y="17194"/>
                </a:lnTo>
                <a:lnTo>
                  <a:pt x="7124" y="16851"/>
                </a:lnTo>
                <a:lnTo>
                  <a:pt x="7709" y="16528"/>
                </a:lnTo>
                <a:lnTo>
                  <a:pt x="8314" y="16205"/>
                </a:lnTo>
                <a:lnTo>
                  <a:pt x="8556" y="16084"/>
                </a:lnTo>
                <a:lnTo>
                  <a:pt x="9162" y="15761"/>
                </a:lnTo>
                <a:lnTo>
                  <a:pt x="9464" y="15580"/>
                </a:lnTo>
                <a:lnTo>
                  <a:pt x="9767" y="15398"/>
                </a:lnTo>
                <a:lnTo>
                  <a:pt x="10050" y="15196"/>
                </a:lnTo>
                <a:lnTo>
                  <a:pt x="10312" y="14995"/>
                </a:lnTo>
                <a:lnTo>
                  <a:pt x="10574" y="14752"/>
                </a:lnTo>
                <a:lnTo>
                  <a:pt x="10796" y="14490"/>
                </a:lnTo>
                <a:lnTo>
                  <a:pt x="10938" y="14308"/>
                </a:lnTo>
                <a:lnTo>
                  <a:pt x="11059" y="14107"/>
                </a:lnTo>
                <a:lnTo>
                  <a:pt x="11180" y="13905"/>
                </a:lnTo>
                <a:lnTo>
                  <a:pt x="11281" y="13683"/>
                </a:lnTo>
                <a:lnTo>
                  <a:pt x="11482" y="13219"/>
                </a:lnTo>
                <a:lnTo>
                  <a:pt x="11624" y="12755"/>
                </a:lnTo>
                <a:lnTo>
                  <a:pt x="11745" y="12270"/>
                </a:lnTo>
                <a:lnTo>
                  <a:pt x="11846" y="11766"/>
                </a:lnTo>
                <a:lnTo>
                  <a:pt x="11926" y="11261"/>
                </a:lnTo>
                <a:lnTo>
                  <a:pt x="11987" y="10777"/>
                </a:lnTo>
                <a:lnTo>
                  <a:pt x="12088" y="9889"/>
                </a:lnTo>
                <a:lnTo>
                  <a:pt x="12169" y="9001"/>
                </a:lnTo>
                <a:lnTo>
                  <a:pt x="12229" y="8153"/>
                </a:lnTo>
                <a:lnTo>
                  <a:pt x="12330" y="7286"/>
                </a:lnTo>
                <a:lnTo>
                  <a:pt x="12451" y="6438"/>
                </a:lnTo>
                <a:lnTo>
                  <a:pt x="12532" y="6014"/>
                </a:lnTo>
                <a:lnTo>
                  <a:pt x="12633" y="5591"/>
                </a:lnTo>
                <a:lnTo>
                  <a:pt x="12814" y="5005"/>
                </a:lnTo>
                <a:lnTo>
                  <a:pt x="13016" y="4420"/>
                </a:lnTo>
                <a:lnTo>
                  <a:pt x="13258" y="3875"/>
                </a:lnTo>
                <a:lnTo>
                  <a:pt x="13541" y="3351"/>
                </a:lnTo>
                <a:lnTo>
                  <a:pt x="13844" y="2866"/>
                </a:lnTo>
                <a:lnTo>
                  <a:pt x="14187" y="2422"/>
                </a:lnTo>
                <a:lnTo>
                  <a:pt x="14550" y="1999"/>
                </a:lnTo>
                <a:lnTo>
                  <a:pt x="14933" y="1615"/>
                </a:lnTo>
                <a:lnTo>
                  <a:pt x="15135" y="1434"/>
                </a:lnTo>
                <a:lnTo>
                  <a:pt x="15357" y="1272"/>
                </a:lnTo>
                <a:lnTo>
                  <a:pt x="15801" y="949"/>
                </a:lnTo>
                <a:lnTo>
                  <a:pt x="16265" y="707"/>
                </a:lnTo>
                <a:lnTo>
                  <a:pt x="16729" y="485"/>
                </a:lnTo>
                <a:lnTo>
                  <a:pt x="17234" y="303"/>
                </a:lnTo>
                <a:lnTo>
                  <a:pt x="17738" y="182"/>
                </a:lnTo>
                <a:lnTo>
                  <a:pt x="17980" y="142"/>
                </a:lnTo>
                <a:lnTo>
                  <a:pt x="18223" y="102"/>
                </a:lnTo>
                <a:lnTo>
                  <a:pt x="18485" y="81"/>
                </a:lnTo>
                <a:close/>
                <a:moveTo>
                  <a:pt x="18646" y="1"/>
                </a:moveTo>
                <a:lnTo>
                  <a:pt x="18364" y="21"/>
                </a:lnTo>
                <a:lnTo>
                  <a:pt x="18081" y="41"/>
                </a:lnTo>
                <a:lnTo>
                  <a:pt x="17799" y="81"/>
                </a:lnTo>
                <a:lnTo>
                  <a:pt x="17516" y="142"/>
                </a:lnTo>
                <a:lnTo>
                  <a:pt x="17234" y="223"/>
                </a:lnTo>
                <a:lnTo>
                  <a:pt x="16951" y="324"/>
                </a:lnTo>
                <a:lnTo>
                  <a:pt x="16669" y="425"/>
                </a:lnTo>
                <a:lnTo>
                  <a:pt x="16406" y="546"/>
                </a:lnTo>
                <a:lnTo>
                  <a:pt x="16124" y="667"/>
                </a:lnTo>
                <a:lnTo>
                  <a:pt x="15862" y="828"/>
                </a:lnTo>
                <a:lnTo>
                  <a:pt x="15599" y="990"/>
                </a:lnTo>
                <a:lnTo>
                  <a:pt x="15357" y="1151"/>
                </a:lnTo>
                <a:lnTo>
                  <a:pt x="15115" y="1353"/>
                </a:lnTo>
                <a:lnTo>
                  <a:pt x="14873" y="1555"/>
                </a:lnTo>
                <a:lnTo>
                  <a:pt x="14489" y="1938"/>
                </a:lnTo>
                <a:lnTo>
                  <a:pt x="14126" y="2362"/>
                </a:lnTo>
                <a:lnTo>
                  <a:pt x="13783" y="2826"/>
                </a:lnTo>
                <a:lnTo>
                  <a:pt x="13460" y="3310"/>
                </a:lnTo>
                <a:lnTo>
                  <a:pt x="13198" y="3835"/>
                </a:lnTo>
                <a:lnTo>
                  <a:pt x="12956" y="4400"/>
                </a:lnTo>
                <a:lnTo>
                  <a:pt x="12734" y="4965"/>
                </a:lnTo>
                <a:lnTo>
                  <a:pt x="12552" y="5570"/>
                </a:lnTo>
                <a:lnTo>
                  <a:pt x="12471" y="5994"/>
                </a:lnTo>
                <a:lnTo>
                  <a:pt x="12370" y="6418"/>
                </a:lnTo>
                <a:lnTo>
                  <a:pt x="12310" y="6842"/>
                </a:lnTo>
                <a:lnTo>
                  <a:pt x="12249" y="7286"/>
                </a:lnTo>
                <a:lnTo>
                  <a:pt x="12148" y="8133"/>
                </a:lnTo>
                <a:lnTo>
                  <a:pt x="12088" y="9001"/>
                </a:lnTo>
                <a:lnTo>
                  <a:pt x="12007" y="9889"/>
                </a:lnTo>
                <a:lnTo>
                  <a:pt x="11906" y="10777"/>
                </a:lnTo>
                <a:lnTo>
                  <a:pt x="11846" y="11261"/>
                </a:lnTo>
                <a:lnTo>
                  <a:pt x="11765" y="11746"/>
                </a:lnTo>
                <a:lnTo>
                  <a:pt x="11664" y="12230"/>
                </a:lnTo>
                <a:lnTo>
                  <a:pt x="11543" y="12714"/>
                </a:lnTo>
                <a:lnTo>
                  <a:pt x="11402" y="13198"/>
                </a:lnTo>
                <a:lnTo>
                  <a:pt x="11220" y="13642"/>
                </a:lnTo>
                <a:lnTo>
                  <a:pt x="11119" y="13844"/>
                </a:lnTo>
                <a:lnTo>
                  <a:pt x="10998" y="14066"/>
                </a:lnTo>
                <a:lnTo>
                  <a:pt x="10877" y="14248"/>
                </a:lnTo>
                <a:lnTo>
                  <a:pt x="10736" y="14450"/>
                </a:lnTo>
                <a:lnTo>
                  <a:pt x="10514" y="14692"/>
                </a:lnTo>
                <a:lnTo>
                  <a:pt x="10272" y="14934"/>
                </a:lnTo>
                <a:lnTo>
                  <a:pt x="9989" y="15136"/>
                </a:lnTo>
                <a:lnTo>
                  <a:pt x="9707" y="15338"/>
                </a:lnTo>
                <a:lnTo>
                  <a:pt x="9424" y="15519"/>
                </a:lnTo>
                <a:lnTo>
                  <a:pt x="9121" y="15681"/>
                </a:lnTo>
                <a:lnTo>
                  <a:pt x="8516" y="16004"/>
                </a:lnTo>
                <a:lnTo>
                  <a:pt x="8274" y="16145"/>
                </a:lnTo>
                <a:lnTo>
                  <a:pt x="7668" y="16447"/>
                </a:lnTo>
                <a:lnTo>
                  <a:pt x="7083" y="16791"/>
                </a:lnTo>
                <a:lnTo>
                  <a:pt x="6478" y="17134"/>
                </a:lnTo>
                <a:lnTo>
                  <a:pt x="5913" y="17497"/>
                </a:lnTo>
                <a:lnTo>
                  <a:pt x="5328" y="17860"/>
                </a:lnTo>
                <a:lnTo>
                  <a:pt x="4763" y="18223"/>
                </a:lnTo>
                <a:lnTo>
                  <a:pt x="4198" y="18607"/>
                </a:lnTo>
                <a:lnTo>
                  <a:pt x="3653" y="19010"/>
                </a:lnTo>
                <a:lnTo>
                  <a:pt x="2866" y="19596"/>
                </a:lnTo>
                <a:lnTo>
                  <a:pt x="2502" y="19918"/>
                </a:lnTo>
                <a:lnTo>
                  <a:pt x="2139" y="20241"/>
                </a:lnTo>
                <a:lnTo>
                  <a:pt x="1776" y="20584"/>
                </a:lnTo>
                <a:lnTo>
                  <a:pt x="1453" y="20948"/>
                </a:lnTo>
                <a:lnTo>
                  <a:pt x="1150" y="21331"/>
                </a:lnTo>
                <a:lnTo>
                  <a:pt x="868" y="21755"/>
                </a:lnTo>
                <a:lnTo>
                  <a:pt x="727" y="21997"/>
                </a:lnTo>
                <a:lnTo>
                  <a:pt x="585" y="22259"/>
                </a:lnTo>
                <a:lnTo>
                  <a:pt x="464" y="22542"/>
                </a:lnTo>
                <a:lnTo>
                  <a:pt x="363" y="22804"/>
                </a:lnTo>
                <a:lnTo>
                  <a:pt x="262" y="23087"/>
                </a:lnTo>
                <a:lnTo>
                  <a:pt x="182" y="23369"/>
                </a:lnTo>
                <a:lnTo>
                  <a:pt x="121" y="23652"/>
                </a:lnTo>
                <a:lnTo>
                  <a:pt x="61" y="23934"/>
                </a:lnTo>
                <a:lnTo>
                  <a:pt x="20" y="24217"/>
                </a:lnTo>
                <a:lnTo>
                  <a:pt x="0" y="24520"/>
                </a:lnTo>
                <a:lnTo>
                  <a:pt x="0" y="24802"/>
                </a:lnTo>
                <a:lnTo>
                  <a:pt x="0" y="25105"/>
                </a:lnTo>
                <a:lnTo>
                  <a:pt x="20" y="25387"/>
                </a:lnTo>
                <a:lnTo>
                  <a:pt x="61" y="25690"/>
                </a:lnTo>
                <a:lnTo>
                  <a:pt x="101" y="25972"/>
                </a:lnTo>
                <a:lnTo>
                  <a:pt x="161" y="26255"/>
                </a:lnTo>
                <a:lnTo>
                  <a:pt x="283" y="26699"/>
                </a:lnTo>
                <a:lnTo>
                  <a:pt x="444" y="27103"/>
                </a:lnTo>
                <a:lnTo>
                  <a:pt x="646" y="27486"/>
                </a:lnTo>
                <a:lnTo>
                  <a:pt x="848" y="27849"/>
                </a:lnTo>
                <a:lnTo>
                  <a:pt x="1110" y="28172"/>
                </a:lnTo>
                <a:lnTo>
                  <a:pt x="1372" y="28475"/>
                </a:lnTo>
                <a:lnTo>
                  <a:pt x="1675" y="28737"/>
                </a:lnTo>
                <a:lnTo>
                  <a:pt x="1978" y="28959"/>
                </a:lnTo>
                <a:lnTo>
                  <a:pt x="2220" y="29100"/>
                </a:lnTo>
                <a:lnTo>
                  <a:pt x="2462" y="29221"/>
                </a:lnTo>
                <a:lnTo>
                  <a:pt x="2704" y="29302"/>
                </a:lnTo>
                <a:lnTo>
                  <a:pt x="2967" y="29383"/>
                </a:lnTo>
                <a:lnTo>
                  <a:pt x="3209" y="29443"/>
                </a:lnTo>
                <a:lnTo>
                  <a:pt x="3471" y="29484"/>
                </a:lnTo>
                <a:lnTo>
                  <a:pt x="3733" y="29504"/>
                </a:lnTo>
                <a:lnTo>
                  <a:pt x="3996" y="29524"/>
                </a:lnTo>
                <a:lnTo>
                  <a:pt x="4460" y="29484"/>
                </a:lnTo>
                <a:lnTo>
                  <a:pt x="4904" y="29423"/>
                </a:lnTo>
                <a:lnTo>
                  <a:pt x="5368" y="29322"/>
                </a:lnTo>
                <a:lnTo>
                  <a:pt x="5812" y="29181"/>
                </a:lnTo>
                <a:lnTo>
                  <a:pt x="6236" y="29020"/>
                </a:lnTo>
                <a:lnTo>
                  <a:pt x="6639" y="28838"/>
                </a:lnTo>
                <a:lnTo>
                  <a:pt x="7003" y="28636"/>
                </a:lnTo>
                <a:lnTo>
                  <a:pt x="7366" y="28414"/>
                </a:lnTo>
                <a:lnTo>
                  <a:pt x="7729" y="28152"/>
                </a:lnTo>
                <a:lnTo>
                  <a:pt x="8072" y="27890"/>
                </a:lnTo>
                <a:lnTo>
                  <a:pt x="8415" y="27587"/>
                </a:lnTo>
                <a:lnTo>
                  <a:pt x="8738" y="27304"/>
                </a:lnTo>
                <a:lnTo>
                  <a:pt x="9384" y="26699"/>
                </a:lnTo>
                <a:lnTo>
                  <a:pt x="9989" y="26073"/>
                </a:lnTo>
                <a:lnTo>
                  <a:pt x="10756" y="25307"/>
                </a:lnTo>
                <a:lnTo>
                  <a:pt x="11139" y="24943"/>
                </a:lnTo>
                <a:lnTo>
                  <a:pt x="11543" y="24580"/>
                </a:lnTo>
                <a:lnTo>
                  <a:pt x="12108" y="24116"/>
                </a:lnTo>
                <a:lnTo>
                  <a:pt x="12693" y="23672"/>
                </a:lnTo>
                <a:lnTo>
                  <a:pt x="13299" y="23248"/>
                </a:lnTo>
                <a:lnTo>
                  <a:pt x="13985" y="22824"/>
                </a:lnTo>
                <a:lnTo>
                  <a:pt x="14691" y="22401"/>
                </a:lnTo>
                <a:lnTo>
                  <a:pt x="15458" y="21997"/>
                </a:lnTo>
                <a:lnTo>
                  <a:pt x="16285" y="21593"/>
                </a:lnTo>
                <a:lnTo>
                  <a:pt x="17173" y="21170"/>
                </a:lnTo>
                <a:lnTo>
                  <a:pt x="17758" y="20907"/>
                </a:lnTo>
                <a:lnTo>
                  <a:pt x="18505" y="20584"/>
                </a:lnTo>
                <a:lnTo>
                  <a:pt x="19252" y="20241"/>
                </a:lnTo>
                <a:lnTo>
                  <a:pt x="19958" y="19878"/>
                </a:lnTo>
                <a:lnTo>
                  <a:pt x="20321" y="19696"/>
                </a:lnTo>
                <a:lnTo>
                  <a:pt x="20664" y="19495"/>
                </a:lnTo>
                <a:lnTo>
                  <a:pt x="20987" y="19273"/>
                </a:lnTo>
                <a:lnTo>
                  <a:pt x="21330" y="19051"/>
                </a:lnTo>
                <a:lnTo>
                  <a:pt x="21633" y="18809"/>
                </a:lnTo>
                <a:lnTo>
                  <a:pt x="21936" y="18566"/>
                </a:lnTo>
                <a:lnTo>
                  <a:pt x="22218" y="18304"/>
                </a:lnTo>
                <a:lnTo>
                  <a:pt x="22501" y="18022"/>
                </a:lnTo>
                <a:lnTo>
                  <a:pt x="22743" y="17719"/>
                </a:lnTo>
                <a:lnTo>
                  <a:pt x="22985" y="17396"/>
                </a:lnTo>
                <a:lnTo>
                  <a:pt x="23227" y="17013"/>
                </a:lnTo>
                <a:lnTo>
                  <a:pt x="23449" y="16589"/>
                </a:lnTo>
                <a:lnTo>
                  <a:pt x="23631" y="16185"/>
                </a:lnTo>
                <a:lnTo>
                  <a:pt x="23792" y="15761"/>
                </a:lnTo>
                <a:lnTo>
                  <a:pt x="23954" y="15317"/>
                </a:lnTo>
                <a:lnTo>
                  <a:pt x="24075" y="14873"/>
                </a:lnTo>
                <a:lnTo>
                  <a:pt x="24297" y="14006"/>
                </a:lnTo>
                <a:lnTo>
                  <a:pt x="24478" y="13198"/>
                </a:lnTo>
                <a:lnTo>
                  <a:pt x="24620" y="12432"/>
                </a:lnTo>
                <a:lnTo>
                  <a:pt x="24741" y="11685"/>
                </a:lnTo>
                <a:lnTo>
                  <a:pt x="24842" y="10938"/>
                </a:lnTo>
                <a:lnTo>
                  <a:pt x="24902" y="10232"/>
                </a:lnTo>
                <a:lnTo>
                  <a:pt x="24943" y="9546"/>
                </a:lnTo>
                <a:lnTo>
                  <a:pt x="24963" y="8880"/>
                </a:lnTo>
                <a:lnTo>
                  <a:pt x="24963" y="8214"/>
                </a:lnTo>
                <a:lnTo>
                  <a:pt x="24922" y="7447"/>
                </a:lnTo>
                <a:lnTo>
                  <a:pt x="24842" y="6721"/>
                </a:lnTo>
                <a:lnTo>
                  <a:pt x="24741" y="6014"/>
                </a:lnTo>
                <a:lnTo>
                  <a:pt x="24579" y="5348"/>
                </a:lnTo>
                <a:lnTo>
                  <a:pt x="24398" y="4703"/>
                </a:lnTo>
                <a:lnTo>
                  <a:pt x="24156" y="4097"/>
                </a:lnTo>
                <a:lnTo>
                  <a:pt x="23893" y="3532"/>
                </a:lnTo>
                <a:lnTo>
                  <a:pt x="23752" y="3250"/>
                </a:lnTo>
                <a:lnTo>
                  <a:pt x="23591" y="2987"/>
                </a:lnTo>
                <a:lnTo>
                  <a:pt x="23389" y="2685"/>
                </a:lnTo>
                <a:lnTo>
                  <a:pt x="23187" y="2382"/>
                </a:lnTo>
                <a:lnTo>
                  <a:pt x="22965" y="2099"/>
                </a:lnTo>
                <a:lnTo>
                  <a:pt x="22723" y="1837"/>
                </a:lnTo>
                <a:lnTo>
                  <a:pt x="22460" y="1595"/>
                </a:lnTo>
                <a:lnTo>
                  <a:pt x="22218" y="1353"/>
                </a:lnTo>
                <a:lnTo>
                  <a:pt x="21936" y="1151"/>
                </a:lnTo>
                <a:lnTo>
                  <a:pt x="21653" y="949"/>
                </a:lnTo>
                <a:lnTo>
                  <a:pt x="21371" y="768"/>
                </a:lnTo>
                <a:lnTo>
                  <a:pt x="21088" y="606"/>
                </a:lnTo>
                <a:lnTo>
                  <a:pt x="20785" y="445"/>
                </a:lnTo>
                <a:lnTo>
                  <a:pt x="20483" y="324"/>
                </a:lnTo>
                <a:lnTo>
                  <a:pt x="20160" y="223"/>
                </a:lnTo>
                <a:lnTo>
                  <a:pt x="19857" y="142"/>
                </a:lnTo>
                <a:lnTo>
                  <a:pt x="19534" y="61"/>
                </a:lnTo>
                <a:lnTo>
                  <a:pt x="19211" y="21"/>
                </a:lnTo>
                <a:lnTo>
                  <a:pt x="18929" y="1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41" name="Google Shape;1341;p17"/>
          <p:cNvSpPr/>
          <p:nvPr/>
        </p:nvSpPr>
        <p:spPr>
          <a:xfrm>
            <a:off x="8938198" y="3915546"/>
            <a:ext cx="2259893" cy="1045918"/>
          </a:xfrm>
          <a:custGeom>
            <a:rect b="b" l="l" r="r" t="t"/>
            <a:pathLst>
              <a:path extrusionOk="0" h="18708" w="40422">
                <a:moveTo>
                  <a:pt x="37434" y="81"/>
                </a:moveTo>
                <a:lnTo>
                  <a:pt x="37919" y="101"/>
                </a:lnTo>
                <a:lnTo>
                  <a:pt x="38403" y="162"/>
                </a:lnTo>
                <a:lnTo>
                  <a:pt x="38887" y="263"/>
                </a:lnTo>
                <a:lnTo>
                  <a:pt x="39372" y="384"/>
                </a:lnTo>
                <a:lnTo>
                  <a:pt x="39634" y="485"/>
                </a:lnTo>
                <a:lnTo>
                  <a:pt x="39796" y="566"/>
                </a:lnTo>
                <a:lnTo>
                  <a:pt x="39957" y="666"/>
                </a:lnTo>
                <a:lnTo>
                  <a:pt x="40098" y="808"/>
                </a:lnTo>
                <a:lnTo>
                  <a:pt x="40219" y="949"/>
                </a:lnTo>
                <a:lnTo>
                  <a:pt x="40260" y="1030"/>
                </a:lnTo>
                <a:lnTo>
                  <a:pt x="40300" y="1110"/>
                </a:lnTo>
                <a:lnTo>
                  <a:pt x="40320" y="1211"/>
                </a:lnTo>
                <a:lnTo>
                  <a:pt x="40340" y="1292"/>
                </a:lnTo>
                <a:lnTo>
                  <a:pt x="40320" y="1413"/>
                </a:lnTo>
                <a:lnTo>
                  <a:pt x="40300" y="1534"/>
                </a:lnTo>
                <a:lnTo>
                  <a:pt x="40260" y="1655"/>
                </a:lnTo>
                <a:lnTo>
                  <a:pt x="40199" y="1756"/>
                </a:lnTo>
                <a:lnTo>
                  <a:pt x="40058" y="1958"/>
                </a:lnTo>
                <a:lnTo>
                  <a:pt x="39876" y="2160"/>
                </a:lnTo>
                <a:lnTo>
                  <a:pt x="39513" y="2523"/>
                </a:lnTo>
                <a:lnTo>
                  <a:pt x="39130" y="2886"/>
                </a:lnTo>
                <a:lnTo>
                  <a:pt x="38322" y="3572"/>
                </a:lnTo>
                <a:lnTo>
                  <a:pt x="37677" y="4117"/>
                </a:lnTo>
                <a:lnTo>
                  <a:pt x="37051" y="4682"/>
                </a:lnTo>
                <a:lnTo>
                  <a:pt x="36748" y="4985"/>
                </a:lnTo>
                <a:lnTo>
                  <a:pt x="36466" y="5308"/>
                </a:lnTo>
                <a:lnTo>
                  <a:pt x="36203" y="5631"/>
                </a:lnTo>
                <a:lnTo>
                  <a:pt x="35961" y="5974"/>
                </a:lnTo>
                <a:lnTo>
                  <a:pt x="35719" y="6337"/>
                </a:lnTo>
                <a:lnTo>
                  <a:pt x="35517" y="6700"/>
                </a:lnTo>
                <a:lnTo>
                  <a:pt x="35336" y="7084"/>
                </a:lnTo>
                <a:lnTo>
                  <a:pt x="35174" y="7467"/>
                </a:lnTo>
                <a:lnTo>
                  <a:pt x="34872" y="8254"/>
                </a:lnTo>
                <a:lnTo>
                  <a:pt x="34589" y="9041"/>
                </a:lnTo>
                <a:lnTo>
                  <a:pt x="34307" y="9869"/>
                </a:lnTo>
                <a:lnTo>
                  <a:pt x="34145" y="10292"/>
                </a:lnTo>
                <a:lnTo>
                  <a:pt x="33984" y="10696"/>
                </a:lnTo>
                <a:lnTo>
                  <a:pt x="33802" y="11100"/>
                </a:lnTo>
                <a:lnTo>
                  <a:pt x="33600" y="11503"/>
                </a:lnTo>
                <a:lnTo>
                  <a:pt x="33378" y="11887"/>
                </a:lnTo>
                <a:lnTo>
                  <a:pt x="33136" y="12250"/>
                </a:lnTo>
                <a:lnTo>
                  <a:pt x="32914" y="12512"/>
                </a:lnTo>
                <a:lnTo>
                  <a:pt x="32712" y="12754"/>
                </a:lnTo>
                <a:lnTo>
                  <a:pt x="32470" y="12996"/>
                </a:lnTo>
                <a:lnTo>
                  <a:pt x="32228" y="13239"/>
                </a:lnTo>
                <a:lnTo>
                  <a:pt x="31986" y="13440"/>
                </a:lnTo>
                <a:lnTo>
                  <a:pt x="31724" y="13642"/>
                </a:lnTo>
                <a:lnTo>
                  <a:pt x="31199" y="14026"/>
                </a:lnTo>
                <a:lnTo>
                  <a:pt x="30634" y="14369"/>
                </a:lnTo>
                <a:lnTo>
                  <a:pt x="30069" y="14692"/>
                </a:lnTo>
                <a:lnTo>
                  <a:pt x="29504" y="14954"/>
                </a:lnTo>
                <a:lnTo>
                  <a:pt x="28939" y="15216"/>
                </a:lnTo>
                <a:lnTo>
                  <a:pt x="27970" y="15640"/>
                </a:lnTo>
                <a:lnTo>
                  <a:pt x="26961" y="16024"/>
                </a:lnTo>
                <a:lnTo>
                  <a:pt x="25952" y="16387"/>
                </a:lnTo>
                <a:lnTo>
                  <a:pt x="24923" y="16730"/>
                </a:lnTo>
                <a:lnTo>
                  <a:pt x="23873" y="17033"/>
                </a:lnTo>
                <a:lnTo>
                  <a:pt x="22804" y="17315"/>
                </a:lnTo>
                <a:lnTo>
                  <a:pt x="21714" y="17557"/>
                </a:lnTo>
                <a:lnTo>
                  <a:pt x="20604" y="17799"/>
                </a:lnTo>
                <a:lnTo>
                  <a:pt x="19494" y="18001"/>
                </a:lnTo>
                <a:lnTo>
                  <a:pt x="18344" y="18163"/>
                </a:lnTo>
                <a:lnTo>
                  <a:pt x="17194" y="18304"/>
                </a:lnTo>
                <a:lnTo>
                  <a:pt x="16023" y="18425"/>
                </a:lnTo>
                <a:lnTo>
                  <a:pt x="14833" y="18526"/>
                </a:lnTo>
                <a:lnTo>
                  <a:pt x="13622" y="18586"/>
                </a:lnTo>
                <a:lnTo>
                  <a:pt x="12391" y="18607"/>
                </a:lnTo>
                <a:lnTo>
                  <a:pt x="11160" y="18627"/>
                </a:lnTo>
                <a:lnTo>
                  <a:pt x="10091" y="18607"/>
                </a:lnTo>
                <a:lnTo>
                  <a:pt x="8981" y="18566"/>
                </a:lnTo>
                <a:lnTo>
                  <a:pt x="7810" y="18465"/>
                </a:lnTo>
                <a:lnTo>
                  <a:pt x="7205" y="18405"/>
                </a:lnTo>
                <a:lnTo>
                  <a:pt x="6599" y="18324"/>
                </a:lnTo>
                <a:lnTo>
                  <a:pt x="5994" y="18243"/>
                </a:lnTo>
                <a:lnTo>
                  <a:pt x="5368" y="18122"/>
                </a:lnTo>
                <a:lnTo>
                  <a:pt x="4763" y="17981"/>
                </a:lnTo>
                <a:lnTo>
                  <a:pt x="4137" y="17840"/>
                </a:lnTo>
                <a:lnTo>
                  <a:pt x="3532" y="17658"/>
                </a:lnTo>
                <a:lnTo>
                  <a:pt x="2927" y="17456"/>
                </a:lnTo>
                <a:lnTo>
                  <a:pt x="2321" y="17234"/>
                </a:lnTo>
                <a:lnTo>
                  <a:pt x="1716" y="16972"/>
                </a:lnTo>
                <a:lnTo>
                  <a:pt x="1312" y="16790"/>
                </a:lnTo>
                <a:lnTo>
                  <a:pt x="1131" y="16669"/>
                </a:lnTo>
                <a:lnTo>
                  <a:pt x="949" y="16548"/>
                </a:lnTo>
                <a:lnTo>
                  <a:pt x="767" y="16427"/>
                </a:lnTo>
                <a:lnTo>
                  <a:pt x="606" y="16286"/>
                </a:lnTo>
                <a:lnTo>
                  <a:pt x="465" y="16124"/>
                </a:lnTo>
                <a:lnTo>
                  <a:pt x="323" y="15963"/>
                </a:lnTo>
                <a:lnTo>
                  <a:pt x="243" y="15802"/>
                </a:lnTo>
                <a:lnTo>
                  <a:pt x="162" y="15640"/>
                </a:lnTo>
                <a:lnTo>
                  <a:pt x="122" y="15499"/>
                </a:lnTo>
                <a:lnTo>
                  <a:pt x="101" y="15337"/>
                </a:lnTo>
                <a:lnTo>
                  <a:pt x="81" y="15196"/>
                </a:lnTo>
                <a:lnTo>
                  <a:pt x="101" y="15055"/>
                </a:lnTo>
                <a:lnTo>
                  <a:pt x="122" y="14914"/>
                </a:lnTo>
                <a:lnTo>
                  <a:pt x="162" y="14772"/>
                </a:lnTo>
                <a:lnTo>
                  <a:pt x="222" y="14631"/>
                </a:lnTo>
                <a:lnTo>
                  <a:pt x="283" y="14490"/>
                </a:lnTo>
                <a:lnTo>
                  <a:pt x="444" y="14207"/>
                </a:lnTo>
                <a:lnTo>
                  <a:pt x="646" y="13945"/>
                </a:lnTo>
                <a:lnTo>
                  <a:pt x="868" y="13703"/>
                </a:lnTo>
                <a:lnTo>
                  <a:pt x="1453" y="13077"/>
                </a:lnTo>
                <a:lnTo>
                  <a:pt x="2059" y="12472"/>
                </a:lnTo>
                <a:lnTo>
                  <a:pt x="2684" y="11887"/>
                </a:lnTo>
                <a:lnTo>
                  <a:pt x="3310" y="11322"/>
                </a:lnTo>
                <a:lnTo>
                  <a:pt x="3936" y="10797"/>
                </a:lnTo>
                <a:lnTo>
                  <a:pt x="4602" y="10272"/>
                </a:lnTo>
                <a:lnTo>
                  <a:pt x="5267" y="9768"/>
                </a:lnTo>
                <a:lnTo>
                  <a:pt x="5974" y="9283"/>
                </a:lnTo>
                <a:lnTo>
                  <a:pt x="6680" y="8819"/>
                </a:lnTo>
                <a:lnTo>
                  <a:pt x="7427" y="8355"/>
                </a:lnTo>
                <a:lnTo>
                  <a:pt x="8173" y="7891"/>
                </a:lnTo>
                <a:lnTo>
                  <a:pt x="8960" y="7467"/>
                </a:lnTo>
                <a:lnTo>
                  <a:pt x="9808" y="7003"/>
                </a:lnTo>
                <a:lnTo>
                  <a:pt x="10676" y="6579"/>
                </a:lnTo>
                <a:lnTo>
                  <a:pt x="11564" y="6155"/>
                </a:lnTo>
                <a:lnTo>
                  <a:pt x="12492" y="5752"/>
                </a:lnTo>
                <a:lnTo>
                  <a:pt x="13380" y="5389"/>
                </a:lnTo>
                <a:lnTo>
                  <a:pt x="14268" y="5046"/>
                </a:lnTo>
                <a:lnTo>
                  <a:pt x="15176" y="4702"/>
                </a:lnTo>
                <a:lnTo>
                  <a:pt x="16084" y="4380"/>
                </a:lnTo>
                <a:lnTo>
                  <a:pt x="17012" y="4077"/>
                </a:lnTo>
                <a:lnTo>
                  <a:pt x="17920" y="3794"/>
                </a:lnTo>
                <a:lnTo>
                  <a:pt x="18849" y="3512"/>
                </a:lnTo>
                <a:lnTo>
                  <a:pt x="19777" y="3270"/>
                </a:lnTo>
                <a:lnTo>
                  <a:pt x="21613" y="2765"/>
                </a:lnTo>
                <a:lnTo>
                  <a:pt x="23470" y="2321"/>
                </a:lnTo>
                <a:lnTo>
                  <a:pt x="25286" y="1918"/>
                </a:lnTo>
                <a:lnTo>
                  <a:pt x="27102" y="1534"/>
                </a:lnTo>
                <a:lnTo>
                  <a:pt x="29362" y="1070"/>
                </a:lnTo>
                <a:lnTo>
                  <a:pt x="30452" y="868"/>
                </a:lnTo>
                <a:lnTo>
                  <a:pt x="31502" y="687"/>
                </a:lnTo>
                <a:lnTo>
                  <a:pt x="32531" y="525"/>
                </a:lnTo>
                <a:lnTo>
                  <a:pt x="33560" y="384"/>
                </a:lnTo>
                <a:lnTo>
                  <a:pt x="34569" y="263"/>
                </a:lnTo>
                <a:lnTo>
                  <a:pt x="35578" y="162"/>
                </a:lnTo>
                <a:lnTo>
                  <a:pt x="36486" y="81"/>
                </a:lnTo>
                <a:close/>
                <a:moveTo>
                  <a:pt x="36486" y="1"/>
                </a:moveTo>
                <a:lnTo>
                  <a:pt x="35558" y="81"/>
                </a:lnTo>
                <a:lnTo>
                  <a:pt x="34549" y="182"/>
                </a:lnTo>
                <a:lnTo>
                  <a:pt x="33540" y="303"/>
                </a:lnTo>
                <a:lnTo>
                  <a:pt x="32511" y="444"/>
                </a:lnTo>
                <a:lnTo>
                  <a:pt x="31481" y="606"/>
                </a:lnTo>
                <a:lnTo>
                  <a:pt x="30432" y="788"/>
                </a:lnTo>
                <a:lnTo>
                  <a:pt x="29362" y="989"/>
                </a:lnTo>
                <a:lnTo>
                  <a:pt x="27082" y="1453"/>
                </a:lnTo>
                <a:lnTo>
                  <a:pt x="25286" y="1837"/>
                </a:lnTo>
                <a:lnTo>
                  <a:pt x="23450" y="2241"/>
                </a:lnTo>
                <a:lnTo>
                  <a:pt x="21593" y="2705"/>
                </a:lnTo>
                <a:lnTo>
                  <a:pt x="19757" y="3189"/>
                </a:lnTo>
                <a:lnTo>
                  <a:pt x="18828" y="3451"/>
                </a:lnTo>
                <a:lnTo>
                  <a:pt x="17900" y="3714"/>
                </a:lnTo>
                <a:lnTo>
                  <a:pt x="16992" y="3996"/>
                </a:lnTo>
                <a:lnTo>
                  <a:pt x="16064" y="4299"/>
                </a:lnTo>
                <a:lnTo>
                  <a:pt x="15156" y="4622"/>
                </a:lnTo>
                <a:lnTo>
                  <a:pt x="14248" y="4965"/>
                </a:lnTo>
                <a:lnTo>
                  <a:pt x="13339" y="5308"/>
                </a:lnTo>
                <a:lnTo>
                  <a:pt x="12452" y="5691"/>
                </a:lnTo>
                <a:lnTo>
                  <a:pt x="11543" y="6095"/>
                </a:lnTo>
                <a:lnTo>
                  <a:pt x="10635" y="6499"/>
                </a:lnTo>
                <a:lnTo>
                  <a:pt x="9768" y="6942"/>
                </a:lnTo>
                <a:lnTo>
                  <a:pt x="8920" y="7386"/>
                </a:lnTo>
                <a:lnTo>
                  <a:pt x="8133" y="7830"/>
                </a:lnTo>
                <a:lnTo>
                  <a:pt x="7386" y="8274"/>
                </a:lnTo>
                <a:lnTo>
                  <a:pt x="6640" y="8738"/>
                </a:lnTo>
                <a:lnTo>
                  <a:pt x="5933" y="9223"/>
                </a:lnTo>
                <a:lnTo>
                  <a:pt x="5227" y="9707"/>
                </a:lnTo>
                <a:lnTo>
                  <a:pt x="4541" y="10212"/>
                </a:lnTo>
                <a:lnTo>
                  <a:pt x="3895" y="10736"/>
                </a:lnTo>
                <a:lnTo>
                  <a:pt x="3270" y="11261"/>
                </a:lnTo>
                <a:lnTo>
                  <a:pt x="2624" y="11826"/>
                </a:lnTo>
                <a:lnTo>
                  <a:pt x="1998" y="12411"/>
                </a:lnTo>
                <a:lnTo>
                  <a:pt x="1393" y="13017"/>
                </a:lnTo>
                <a:lnTo>
                  <a:pt x="808" y="13642"/>
                </a:lnTo>
                <a:lnTo>
                  <a:pt x="586" y="13905"/>
                </a:lnTo>
                <a:lnTo>
                  <a:pt x="364" y="14187"/>
                </a:lnTo>
                <a:lnTo>
                  <a:pt x="202" y="14470"/>
                </a:lnTo>
                <a:lnTo>
                  <a:pt x="122" y="14611"/>
                </a:lnTo>
                <a:lnTo>
                  <a:pt x="81" y="14752"/>
                </a:lnTo>
                <a:lnTo>
                  <a:pt x="41" y="14893"/>
                </a:lnTo>
                <a:lnTo>
                  <a:pt x="0" y="15055"/>
                </a:lnTo>
                <a:lnTo>
                  <a:pt x="0" y="15196"/>
                </a:lnTo>
                <a:lnTo>
                  <a:pt x="0" y="15358"/>
                </a:lnTo>
                <a:lnTo>
                  <a:pt x="41" y="15519"/>
                </a:lnTo>
                <a:lnTo>
                  <a:pt x="101" y="15680"/>
                </a:lnTo>
                <a:lnTo>
                  <a:pt x="162" y="15842"/>
                </a:lnTo>
                <a:lnTo>
                  <a:pt x="263" y="16003"/>
                </a:lnTo>
                <a:lnTo>
                  <a:pt x="404" y="16185"/>
                </a:lnTo>
                <a:lnTo>
                  <a:pt x="545" y="16346"/>
                </a:lnTo>
                <a:lnTo>
                  <a:pt x="727" y="16488"/>
                </a:lnTo>
                <a:lnTo>
                  <a:pt x="888" y="16629"/>
                </a:lnTo>
                <a:lnTo>
                  <a:pt x="1090" y="16750"/>
                </a:lnTo>
                <a:lnTo>
                  <a:pt x="1272" y="16851"/>
                </a:lnTo>
                <a:lnTo>
                  <a:pt x="1675" y="17053"/>
                </a:lnTo>
                <a:lnTo>
                  <a:pt x="2281" y="17295"/>
                </a:lnTo>
                <a:lnTo>
                  <a:pt x="2886" y="17537"/>
                </a:lnTo>
                <a:lnTo>
                  <a:pt x="3512" y="17739"/>
                </a:lnTo>
                <a:lnTo>
                  <a:pt x="4117" y="17920"/>
                </a:lnTo>
                <a:lnTo>
                  <a:pt x="4743" y="18062"/>
                </a:lnTo>
                <a:lnTo>
                  <a:pt x="5348" y="18203"/>
                </a:lnTo>
                <a:lnTo>
                  <a:pt x="5974" y="18324"/>
                </a:lnTo>
                <a:lnTo>
                  <a:pt x="6579" y="18405"/>
                </a:lnTo>
                <a:lnTo>
                  <a:pt x="7185" y="18485"/>
                </a:lnTo>
                <a:lnTo>
                  <a:pt x="7790" y="18546"/>
                </a:lnTo>
                <a:lnTo>
                  <a:pt x="8960" y="18647"/>
                </a:lnTo>
                <a:lnTo>
                  <a:pt x="10091" y="18687"/>
                </a:lnTo>
                <a:lnTo>
                  <a:pt x="11160" y="18707"/>
                </a:lnTo>
                <a:lnTo>
                  <a:pt x="11443" y="18707"/>
                </a:lnTo>
                <a:lnTo>
                  <a:pt x="12653" y="18687"/>
                </a:lnTo>
                <a:lnTo>
                  <a:pt x="13864" y="18647"/>
                </a:lnTo>
                <a:lnTo>
                  <a:pt x="15055" y="18586"/>
                </a:lnTo>
                <a:lnTo>
                  <a:pt x="16225" y="18485"/>
                </a:lnTo>
                <a:lnTo>
                  <a:pt x="17376" y="18364"/>
                </a:lnTo>
                <a:lnTo>
                  <a:pt x="18526" y="18223"/>
                </a:lnTo>
                <a:lnTo>
                  <a:pt x="19636" y="18042"/>
                </a:lnTo>
                <a:lnTo>
                  <a:pt x="20746" y="17840"/>
                </a:lnTo>
                <a:lnTo>
                  <a:pt x="21835" y="17618"/>
                </a:lnTo>
                <a:lnTo>
                  <a:pt x="22905" y="17376"/>
                </a:lnTo>
                <a:lnTo>
                  <a:pt x="23974" y="17093"/>
                </a:lnTo>
                <a:lnTo>
                  <a:pt x="25004" y="16790"/>
                </a:lnTo>
                <a:lnTo>
                  <a:pt x="26033" y="16447"/>
                </a:lnTo>
                <a:lnTo>
                  <a:pt x="27022" y="16084"/>
                </a:lnTo>
                <a:lnTo>
                  <a:pt x="28010" y="15701"/>
                </a:lnTo>
                <a:lnTo>
                  <a:pt x="28979" y="15297"/>
                </a:lnTo>
                <a:lnTo>
                  <a:pt x="29544" y="15035"/>
                </a:lnTo>
                <a:lnTo>
                  <a:pt x="30109" y="14752"/>
                </a:lnTo>
                <a:lnTo>
                  <a:pt x="30674" y="14449"/>
                </a:lnTo>
                <a:lnTo>
                  <a:pt x="31239" y="14086"/>
                </a:lnTo>
                <a:lnTo>
                  <a:pt x="31784" y="13703"/>
                </a:lnTo>
                <a:lnTo>
                  <a:pt x="32046" y="13501"/>
                </a:lnTo>
                <a:lnTo>
                  <a:pt x="32289" y="13279"/>
                </a:lnTo>
                <a:lnTo>
                  <a:pt x="32531" y="13057"/>
                </a:lnTo>
                <a:lnTo>
                  <a:pt x="32773" y="12815"/>
                </a:lnTo>
                <a:lnTo>
                  <a:pt x="32995" y="12553"/>
                </a:lnTo>
                <a:lnTo>
                  <a:pt x="33197" y="12290"/>
                </a:lnTo>
                <a:lnTo>
                  <a:pt x="33439" y="11927"/>
                </a:lnTo>
                <a:lnTo>
                  <a:pt x="33661" y="11544"/>
                </a:lnTo>
                <a:lnTo>
                  <a:pt x="33863" y="11140"/>
                </a:lnTo>
                <a:lnTo>
                  <a:pt x="34044" y="10736"/>
                </a:lnTo>
                <a:lnTo>
                  <a:pt x="34226" y="10333"/>
                </a:lnTo>
                <a:lnTo>
                  <a:pt x="34367" y="9909"/>
                </a:lnTo>
                <a:lnTo>
                  <a:pt x="34670" y="9061"/>
                </a:lnTo>
                <a:lnTo>
                  <a:pt x="34952" y="8274"/>
                </a:lnTo>
                <a:lnTo>
                  <a:pt x="35235" y="7487"/>
                </a:lnTo>
                <a:lnTo>
                  <a:pt x="35416" y="7104"/>
                </a:lnTo>
                <a:lnTo>
                  <a:pt x="35598" y="6741"/>
                </a:lnTo>
                <a:lnTo>
                  <a:pt x="35800" y="6377"/>
                </a:lnTo>
                <a:lnTo>
                  <a:pt x="36022" y="6014"/>
                </a:lnTo>
                <a:lnTo>
                  <a:pt x="36264" y="5671"/>
                </a:lnTo>
                <a:lnTo>
                  <a:pt x="36526" y="5348"/>
                </a:lnTo>
                <a:lnTo>
                  <a:pt x="36809" y="5046"/>
                </a:lnTo>
                <a:lnTo>
                  <a:pt x="37112" y="4743"/>
                </a:lnTo>
                <a:lnTo>
                  <a:pt x="37737" y="4178"/>
                </a:lnTo>
                <a:lnTo>
                  <a:pt x="38383" y="3633"/>
                </a:lnTo>
                <a:lnTo>
                  <a:pt x="39170" y="2947"/>
                </a:lnTo>
                <a:lnTo>
                  <a:pt x="39574" y="2584"/>
                </a:lnTo>
                <a:lnTo>
                  <a:pt x="39937" y="2200"/>
                </a:lnTo>
                <a:lnTo>
                  <a:pt x="40118" y="2019"/>
                </a:lnTo>
                <a:lnTo>
                  <a:pt x="40280" y="1797"/>
                </a:lnTo>
                <a:lnTo>
                  <a:pt x="40340" y="1675"/>
                </a:lnTo>
                <a:lnTo>
                  <a:pt x="40381" y="1554"/>
                </a:lnTo>
                <a:lnTo>
                  <a:pt x="40401" y="1433"/>
                </a:lnTo>
                <a:lnTo>
                  <a:pt x="40421" y="1292"/>
                </a:lnTo>
                <a:lnTo>
                  <a:pt x="40401" y="1191"/>
                </a:lnTo>
                <a:lnTo>
                  <a:pt x="40381" y="1090"/>
                </a:lnTo>
                <a:lnTo>
                  <a:pt x="40340" y="989"/>
                </a:lnTo>
                <a:lnTo>
                  <a:pt x="40280" y="909"/>
                </a:lnTo>
                <a:lnTo>
                  <a:pt x="40159" y="747"/>
                </a:lnTo>
                <a:lnTo>
                  <a:pt x="40018" y="626"/>
                </a:lnTo>
                <a:lnTo>
                  <a:pt x="39836" y="505"/>
                </a:lnTo>
                <a:lnTo>
                  <a:pt x="39674" y="424"/>
                </a:lnTo>
                <a:lnTo>
                  <a:pt x="39392" y="303"/>
                </a:lnTo>
                <a:lnTo>
                  <a:pt x="38908" y="182"/>
                </a:lnTo>
                <a:lnTo>
                  <a:pt x="38423" y="81"/>
                </a:lnTo>
                <a:lnTo>
                  <a:pt x="37939" y="21"/>
                </a:lnTo>
                <a:lnTo>
                  <a:pt x="37455" y="1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42" name="Google Shape;1342;p17"/>
          <p:cNvSpPr/>
          <p:nvPr/>
        </p:nvSpPr>
        <p:spPr>
          <a:xfrm>
            <a:off x="1754085" y="4576657"/>
            <a:ext cx="653335" cy="572101"/>
          </a:xfrm>
          <a:custGeom>
            <a:rect b="b" l="l" r="r" t="t"/>
            <a:pathLst>
              <a:path extrusionOk="0" h="10233" w="11686">
                <a:moveTo>
                  <a:pt x="10817" y="82"/>
                </a:moveTo>
                <a:lnTo>
                  <a:pt x="10918" y="102"/>
                </a:lnTo>
                <a:lnTo>
                  <a:pt x="10979" y="142"/>
                </a:lnTo>
                <a:lnTo>
                  <a:pt x="11039" y="182"/>
                </a:lnTo>
                <a:lnTo>
                  <a:pt x="11120" y="303"/>
                </a:lnTo>
                <a:lnTo>
                  <a:pt x="11201" y="445"/>
                </a:lnTo>
                <a:lnTo>
                  <a:pt x="11241" y="586"/>
                </a:lnTo>
                <a:lnTo>
                  <a:pt x="11382" y="1191"/>
                </a:lnTo>
                <a:lnTo>
                  <a:pt x="11504" y="1797"/>
                </a:lnTo>
                <a:lnTo>
                  <a:pt x="11564" y="2422"/>
                </a:lnTo>
                <a:lnTo>
                  <a:pt x="11604" y="3028"/>
                </a:lnTo>
                <a:lnTo>
                  <a:pt x="11584" y="3653"/>
                </a:lnTo>
                <a:lnTo>
                  <a:pt x="11544" y="4259"/>
                </a:lnTo>
                <a:lnTo>
                  <a:pt x="11463" y="4884"/>
                </a:lnTo>
                <a:lnTo>
                  <a:pt x="11342" y="5490"/>
                </a:lnTo>
                <a:lnTo>
                  <a:pt x="11241" y="5853"/>
                </a:lnTo>
                <a:lnTo>
                  <a:pt x="11140" y="6176"/>
                </a:lnTo>
                <a:lnTo>
                  <a:pt x="11019" y="6499"/>
                </a:lnTo>
                <a:lnTo>
                  <a:pt x="10878" y="6781"/>
                </a:lnTo>
                <a:lnTo>
                  <a:pt x="10737" y="7044"/>
                </a:lnTo>
                <a:lnTo>
                  <a:pt x="10575" y="7286"/>
                </a:lnTo>
                <a:lnTo>
                  <a:pt x="10414" y="7488"/>
                </a:lnTo>
                <a:lnTo>
                  <a:pt x="10212" y="7669"/>
                </a:lnTo>
                <a:lnTo>
                  <a:pt x="10030" y="7831"/>
                </a:lnTo>
                <a:lnTo>
                  <a:pt x="9849" y="7972"/>
                </a:lnTo>
                <a:lnTo>
                  <a:pt x="9647" y="8093"/>
                </a:lnTo>
                <a:lnTo>
                  <a:pt x="9425" y="8194"/>
                </a:lnTo>
                <a:lnTo>
                  <a:pt x="9001" y="8396"/>
                </a:lnTo>
                <a:lnTo>
                  <a:pt x="8557" y="8557"/>
                </a:lnTo>
                <a:lnTo>
                  <a:pt x="7730" y="8840"/>
                </a:lnTo>
                <a:lnTo>
                  <a:pt x="6862" y="9142"/>
                </a:lnTo>
                <a:lnTo>
                  <a:pt x="5974" y="9405"/>
                </a:lnTo>
                <a:lnTo>
                  <a:pt x="5066" y="9647"/>
                </a:lnTo>
                <a:lnTo>
                  <a:pt x="4158" y="9849"/>
                </a:lnTo>
                <a:lnTo>
                  <a:pt x="3714" y="9950"/>
                </a:lnTo>
                <a:lnTo>
                  <a:pt x="3270" y="10010"/>
                </a:lnTo>
                <a:lnTo>
                  <a:pt x="2806" y="10071"/>
                </a:lnTo>
                <a:lnTo>
                  <a:pt x="2362" y="10111"/>
                </a:lnTo>
                <a:lnTo>
                  <a:pt x="1918" y="10151"/>
                </a:lnTo>
                <a:lnTo>
                  <a:pt x="1252" y="10151"/>
                </a:lnTo>
                <a:lnTo>
                  <a:pt x="1070" y="10131"/>
                </a:lnTo>
                <a:lnTo>
                  <a:pt x="889" y="10071"/>
                </a:lnTo>
                <a:lnTo>
                  <a:pt x="707" y="10010"/>
                </a:lnTo>
                <a:lnTo>
                  <a:pt x="566" y="9950"/>
                </a:lnTo>
                <a:lnTo>
                  <a:pt x="425" y="9849"/>
                </a:lnTo>
                <a:lnTo>
                  <a:pt x="324" y="9748"/>
                </a:lnTo>
                <a:lnTo>
                  <a:pt x="223" y="9627"/>
                </a:lnTo>
                <a:lnTo>
                  <a:pt x="162" y="9526"/>
                </a:lnTo>
                <a:lnTo>
                  <a:pt x="122" y="9405"/>
                </a:lnTo>
                <a:lnTo>
                  <a:pt x="102" y="9284"/>
                </a:lnTo>
                <a:lnTo>
                  <a:pt x="82" y="9163"/>
                </a:lnTo>
                <a:lnTo>
                  <a:pt x="102" y="9021"/>
                </a:lnTo>
                <a:lnTo>
                  <a:pt x="122" y="8880"/>
                </a:lnTo>
                <a:lnTo>
                  <a:pt x="162" y="8739"/>
                </a:lnTo>
                <a:lnTo>
                  <a:pt x="223" y="8577"/>
                </a:lnTo>
                <a:lnTo>
                  <a:pt x="324" y="8416"/>
                </a:lnTo>
                <a:lnTo>
                  <a:pt x="425" y="8234"/>
                </a:lnTo>
                <a:lnTo>
                  <a:pt x="546" y="8073"/>
                </a:lnTo>
                <a:lnTo>
                  <a:pt x="667" y="7911"/>
                </a:lnTo>
                <a:lnTo>
                  <a:pt x="970" y="7589"/>
                </a:lnTo>
                <a:lnTo>
                  <a:pt x="1292" y="7306"/>
                </a:lnTo>
                <a:lnTo>
                  <a:pt x="1615" y="7064"/>
                </a:lnTo>
                <a:lnTo>
                  <a:pt x="1979" y="6822"/>
                </a:lnTo>
                <a:lnTo>
                  <a:pt x="2322" y="6620"/>
                </a:lnTo>
                <a:lnTo>
                  <a:pt x="2645" y="6438"/>
                </a:lnTo>
                <a:lnTo>
                  <a:pt x="3008" y="6257"/>
                </a:lnTo>
                <a:lnTo>
                  <a:pt x="3391" y="6075"/>
                </a:lnTo>
                <a:lnTo>
                  <a:pt x="4138" y="5752"/>
                </a:lnTo>
                <a:lnTo>
                  <a:pt x="5107" y="5328"/>
                </a:lnTo>
                <a:lnTo>
                  <a:pt x="5591" y="5086"/>
                </a:lnTo>
                <a:lnTo>
                  <a:pt x="6055" y="4824"/>
                </a:lnTo>
                <a:lnTo>
                  <a:pt x="6459" y="4582"/>
                </a:lnTo>
                <a:lnTo>
                  <a:pt x="6822" y="4319"/>
                </a:lnTo>
                <a:lnTo>
                  <a:pt x="7185" y="4017"/>
                </a:lnTo>
                <a:lnTo>
                  <a:pt x="7528" y="3714"/>
                </a:lnTo>
                <a:lnTo>
                  <a:pt x="7851" y="3391"/>
                </a:lnTo>
                <a:lnTo>
                  <a:pt x="8174" y="3048"/>
                </a:lnTo>
                <a:lnTo>
                  <a:pt x="8456" y="2685"/>
                </a:lnTo>
                <a:lnTo>
                  <a:pt x="8719" y="2301"/>
                </a:lnTo>
                <a:lnTo>
                  <a:pt x="9021" y="1817"/>
                </a:lnTo>
                <a:lnTo>
                  <a:pt x="9324" y="1353"/>
                </a:lnTo>
                <a:lnTo>
                  <a:pt x="9465" y="1131"/>
                </a:lnTo>
                <a:lnTo>
                  <a:pt x="9647" y="909"/>
                </a:lnTo>
                <a:lnTo>
                  <a:pt x="9808" y="707"/>
                </a:lnTo>
                <a:lnTo>
                  <a:pt x="10010" y="525"/>
                </a:lnTo>
                <a:lnTo>
                  <a:pt x="10212" y="344"/>
                </a:lnTo>
                <a:lnTo>
                  <a:pt x="10434" y="203"/>
                </a:lnTo>
                <a:lnTo>
                  <a:pt x="10575" y="122"/>
                </a:lnTo>
                <a:lnTo>
                  <a:pt x="10696" y="102"/>
                </a:lnTo>
                <a:lnTo>
                  <a:pt x="10817" y="82"/>
                </a:lnTo>
                <a:close/>
                <a:moveTo>
                  <a:pt x="10838" y="1"/>
                </a:moveTo>
                <a:lnTo>
                  <a:pt x="10696" y="21"/>
                </a:lnTo>
                <a:lnTo>
                  <a:pt x="10555" y="61"/>
                </a:lnTo>
                <a:lnTo>
                  <a:pt x="10394" y="122"/>
                </a:lnTo>
                <a:lnTo>
                  <a:pt x="10152" y="283"/>
                </a:lnTo>
                <a:lnTo>
                  <a:pt x="9950" y="445"/>
                </a:lnTo>
                <a:lnTo>
                  <a:pt x="9748" y="647"/>
                </a:lnTo>
                <a:lnTo>
                  <a:pt x="9586" y="848"/>
                </a:lnTo>
                <a:lnTo>
                  <a:pt x="9405" y="1070"/>
                </a:lnTo>
                <a:lnTo>
                  <a:pt x="9264" y="1312"/>
                </a:lnTo>
                <a:lnTo>
                  <a:pt x="8961" y="1777"/>
                </a:lnTo>
                <a:lnTo>
                  <a:pt x="8658" y="2261"/>
                </a:lnTo>
                <a:lnTo>
                  <a:pt x="8396" y="2624"/>
                </a:lnTo>
                <a:lnTo>
                  <a:pt x="8113" y="2987"/>
                </a:lnTo>
                <a:lnTo>
                  <a:pt x="7790" y="3331"/>
                </a:lnTo>
                <a:lnTo>
                  <a:pt x="7468" y="3653"/>
                </a:lnTo>
                <a:lnTo>
                  <a:pt x="7145" y="3956"/>
                </a:lnTo>
                <a:lnTo>
                  <a:pt x="6781" y="4239"/>
                </a:lnTo>
                <a:lnTo>
                  <a:pt x="6398" y="4521"/>
                </a:lnTo>
                <a:lnTo>
                  <a:pt x="6015" y="4763"/>
                </a:lnTo>
                <a:lnTo>
                  <a:pt x="5550" y="5026"/>
                </a:lnTo>
                <a:lnTo>
                  <a:pt x="5066" y="5248"/>
                </a:lnTo>
                <a:lnTo>
                  <a:pt x="4097" y="5692"/>
                </a:lnTo>
                <a:lnTo>
                  <a:pt x="3351" y="6014"/>
                </a:lnTo>
                <a:lnTo>
                  <a:pt x="2988" y="6176"/>
                </a:lnTo>
                <a:lnTo>
                  <a:pt x="2604" y="6358"/>
                </a:lnTo>
                <a:lnTo>
                  <a:pt x="2281" y="6539"/>
                </a:lnTo>
                <a:lnTo>
                  <a:pt x="1918" y="6761"/>
                </a:lnTo>
                <a:lnTo>
                  <a:pt x="1575" y="7003"/>
                </a:lnTo>
                <a:lnTo>
                  <a:pt x="1232" y="7266"/>
                </a:lnTo>
                <a:lnTo>
                  <a:pt x="909" y="7548"/>
                </a:lnTo>
                <a:lnTo>
                  <a:pt x="606" y="7851"/>
                </a:lnTo>
                <a:lnTo>
                  <a:pt x="485" y="8012"/>
                </a:lnTo>
                <a:lnTo>
                  <a:pt x="364" y="8194"/>
                </a:lnTo>
                <a:lnTo>
                  <a:pt x="243" y="8376"/>
                </a:lnTo>
                <a:lnTo>
                  <a:pt x="162" y="8557"/>
                </a:lnTo>
                <a:lnTo>
                  <a:pt x="102" y="8719"/>
                </a:lnTo>
                <a:lnTo>
                  <a:pt x="41" y="8860"/>
                </a:lnTo>
                <a:lnTo>
                  <a:pt x="21" y="9021"/>
                </a:lnTo>
                <a:lnTo>
                  <a:pt x="1" y="9163"/>
                </a:lnTo>
                <a:lnTo>
                  <a:pt x="21" y="9304"/>
                </a:lnTo>
                <a:lnTo>
                  <a:pt x="41" y="9425"/>
                </a:lnTo>
                <a:lnTo>
                  <a:pt x="102" y="9546"/>
                </a:lnTo>
                <a:lnTo>
                  <a:pt x="162" y="9667"/>
                </a:lnTo>
                <a:lnTo>
                  <a:pt x="263" y="9808"/>
                </a:lnTo>
                <a:lnTo>
                  <a:pt x="384" y="9909"/>
                </a:lnTo>
                <a:lnTo>
                  <a:pt x="526" y="10010"/>
                </a:lnTo>
                <a:lnTo>
                  <a:pt x="687" y="10091"/>
                </a:lnTo>
                <a:lnTo>
                  <a:pt x="849" y="10151"/>
                </a:lnTo>
                <a:lnTo>
                  <a:pt x="1050" y="10192"/>
                </a:lnTo>
                <a:lnTo>
                  <a:pt x="1252" y="10232"/>
                </a:lnTo>
                <a:lnTo>
                  <a:pt x="1918" y="10232"/>
                </a:lnTo>
                <a:lnTo>
                  <a:pt x="2362" y="10192"/>
                </a:lnTo>
                <a:lnTo>
                  <a:pt x="2826" y="10151"/>
                </a:lnTo>
                <a:lnTo>
                  <a:pt x="3270" y="10091"/>
                </a:lnTo>
                <a:lnTo>
                  <a:pt x="3734" y="10030"/>
                </a:lnTo>
                <a:lnTo>
                  <a:pt x="4178" y="9929"/>
                </a:lnTo>
                <a:lnTo>
                  <a:pt x="5086" y="9728"/>
                </a:lnTo>
                <a:lnTo>
                  <a:pt x="5994" y="9485"/>
                </a:lnTo>
                <a:lnTo>
                  <a:pt x="6882" y="9223"/>
                </a:lnTo>
                <a:lnTo>
                  <a:pt x="7750" y="8920"/>
                </a:lnTo>
                <a:lnTo>
                  <a:pt x="8577" y="8638"/>
                </a:lnTo>
                <a:lnTo>
                  <a:pt x="9021" y="8456"/>
                </a:lnTo>
                <a:lnTo>
                  <a:pt x="9465" y="8275"/>
                </a:lnTo>
                <a:lnTo>
                  <a:pt x="9687" y="8154"/>
                </a:lnTo>
                <a:lnTo>
                  <a:pt x="9889" y="8032"/>
                </a:lnTo>
                <a:lnTo>
                  <a:pt x="10091" y="7891"/>
                </a:lnTo>
                <a:lnTo>
                  <a:pt x="10273" y="7730"/>
                </a:lnTo>
                <a:lnTo>
                  <a:pt x="10474" y="7548"/>
                </a:lnTo>
                <a:lnTo>
                  <a:pt x="10636" y="7326"/>
                </a:lnTo>
                <a:lnTo>
                  <a:pt x="10817" y="7084"/>
                </a:lnTo>
                <a:lnTo>
                  <a:pt x="10959" y="6822"/>
                </a:lnTo>
                <a:lnTo>
                  <a:pt x="11100" y="6539"/>
                </a:lnTo>
                <a:lnTo>
                  <a:pt x="11221" y="6216"/>
                </a:lnTo>
                <a:lnTo>
                  <a:pt x="11322" y="5873"/>
                </a:lnTo>
                <a:lnTo>
                  <a:pt x="11423" y="5510"/>
                </a:lnTo>
                <a:lnTo>
                  <a:pt x="11544" y="4884"/>
                </a:lnTo>
                <a:lnTo>
                  <a:pt x="11625" y="4279"/>
                </a:lnTo>
                <a:lnTo>
                  <a:pt x="11665" y="3653"/>
                </a:lnTo>
                <a:lnTo>
                  <a:pt x="11685" y="3028"/>
                </a:lnTo>
                <a:lnTo>
                  <a:pt x="11645" y="2402"/>
                </a:lnTo>
                <a:lnTo>
                  <a:pt x="11584" y="1797"/>
                </a:lnTo>
                <a:lnTo>
                  <a:pt x="11463" y="1171"/>
                </a:lnTo>
                <a:lnTo>
                  <a:pt x="11322" y="566"/>
                </a:lnTo>
                <a:lnTo>
                  <a:pt x="11261" y="404"/>
                </a:lnTo>
                <a:lnTo>
                  <a:pt x="11201" y="263"/>
                </a:lnTo>
                <a:lnTo>
                  <a:pt x="11140" y="182"/>
                </a:lnTo>
                <a:lnTo>
                  <a:pt x="11100" y="122"/>
                </a:lnTo>
                <a:lnTo>
                  <a:pt x="11019" y="82"/>
                </a:lnTo>
                <a:lnTo>
                  <a:pt x="10959" y="41"/>
                </a:lnTo>
                <a:lnTo>
                  <a:pt x="10838" y="1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43" name="Google Shape;1343;p17"/>
          <p:cNvSpPr/>
          <p:nvPr/>
        </p:nvSpPr>
        <p:spPr>
          <a:xfrm>
            <a:off x="7475015" y="1977720"/>
            <a:ext cx="560808" cy="1296383"/>
          </a:xfrm>
          <a:custGeom>
            <a:rect b="b" l="l" r="r" t="t"/>
            <a:pathLst>
              <a:path extrusionOk="0" h="23188" w="10031">
                <a:moveTo>
                  <a:pt x="4703" y="61"/>
                </a:moveTo>
                <a:lnTo>
                  <a:pt x="4985" y="81"/>
                </a:lnTo>
                <a:lnTo>
                  <a:pt x="5268" y="122"/>
                </a:lnTo>
                <a:lnTo>
                  <a:pt x="5550" y="202"/>
                </a:lnTo>
                <a:lnTo>
                  <a:pt x="5833" y="303"/>
                </a:lnTo>
                <a:lnTo>
                  <a:pt x="6075" y="424"/>
                </a:lnTo>
                <a:lnTo>
                  <a:pt x="6297" y="566"/>
                </a:lnTo>
                <a:lnTo>
                  <a:pt x="6519" y="707"/>
                </a:lnTo>
                <a:lnTo>
                  <a:pt x="6741" y="868"/>
                </a:lnTo>
                <a:lnTo>
                  <a:pt x="6963" y="1070"/>
                </a:lnTo>
                <a:lnTo>
                  <a:pt x="7165" y="1272"/>
                </a:lnTo>
                <a:lnTo>
                  <a:pt x="7366" y="1494"/>
                </a:lnTo>
                <a:lnTo>
                  <a:pt x="7548" y="1736"/>
                </a:lnTo>
                <a:lnTo>
                  <a:pt x="7730" y="1999"/>
                </a:lnTo>
                <a:lnTo>
                  <a:pt x="7911" y="2281"/>
                </a:lnTo>
                <a:lnTo>
                  <a:pt x="8073" y="2584"/>
                </a:lnTo>
                <a:lnTo>
                  <a:pt x="8234" y="2907"/>
                </a:lnTo>
                <a:lnTo>
                  <a:pt x="8396" y="3230"/>
                </a:lnTo>
                <a:lnTo>
                  <a:pt x="8537" y="3593"/>
                </a:lnTo>
                <a:lnTo>
                  <a:pt x="8678" y="3976"/>
                </a:lnTo>
                <a:lnTo>
                  <a:pt x="8819" y="4380"/>
                </a:lnTo>
                <a:lnTo>
                  <a:pt x="9082" y="5207"/>
                </a:lnTo>
                <a:lnTo>
                  <a:pt x="9304" y="6075"/>
                </a:lnTo>
                <a:lnTo>
                  <a:pt x="9505" y="6922"/>
                </a:lnTo>
                <a:lnTo>
                  <a:pt x="9647" y="7790"/>
                </a:lnTo>
                <a:lnTo>
                  <a:pt x="9788" y="8678"/>
                </a:lnTo>
                <a:lnTo>
                  <a:pt x="9869" y="9546"/>
                </a:lnTo>
                <a:lnTo>
                  <a:pt x="9929" y="10434"/>
                </a:lnTo>
                <a:lnTo>
                  <a:pt x="9949" y="11302"/>
                </a:lnTo>
                <a:lnTo>
                  <a:pt x="9949" y="12189"/>
                </a:lnTo>
                <a:lnTo>
                  <a:pt x="9909" y="13077"/>
                </a:lnTo>
                <a:lnTo>
                  <a:pt x="9828" y="13945"/>
                </a:lnTo>
                <a:lnTo>
                  <a:pt x="9727" y="14833"/>
                </a:lnTo>
                <a:lnTo>
                  <a:pt x="9586" y="15701"/>
                </a:lnTo>
                <a:lnTo>
                  <a:pt x="9405" y="16569"/>
                </a:lnTo>
                <a:lnTo>
                  <a:pt x="9203" y="17416"/>
                </a:lnTo>
                <a:lnTo>
                  <a:pt x="8961" y="18264"/>
                </a:lnTo>
                <a:lnTo>
                  <a:pt x="8799" y="18768"/>
                </a:lnTo>
                <a:lnTo>
                  <a:pt x="8618" y="19293"/>
                </a:lnTo>
                <a:lnTo>
                  <a:pt x="8396" y="19838"/>
                </a:lnTo>
                <a:lnTo>
                  <a:pt x="8133" y="20362"/>
                </a:lnTo>
                <a:lnTo>
                  <a:pt x="7992" y="20625"/>
                </a:lnTo>
                <a:lnTo>
                  <a:pt x="7831" y="20867"/>
                </a:lnTo>
                <a:lnTo>
                  <a:pt x="7669" y="21129"/>
                </a:lnTo>
                <a:lnTo>
                  <a:pt x="7487" y="21371"/>
                </a:lnTo>
                <a:lnTo>
                  <a:pt x="7286" y="21593"/>
                </a:lnTo>
                <a:lnTo>
                  <a:pt x="7084" y="21815"/>
                </a:lnTo>
                <a:lnTo>
                  <a:pt x="6862" y="22037"/>
                </a:lnTo>
                <a:lnTo>
                  <a:pt x="6620" y="22239"/>
                </a:lnTo>
                <a:lnTo>
                  <a:pt x="6398" y="22401"/>
                </a:lnTo>
                <a:lnTo>
                  <a:pt x="6196" y="22542"/>
                </a:lnTo>
                <a:lnTo>
                  <a:pt x="5974" y="22663"/>
                </a:lnTo>
                <a:lnTo>
                  <a:pt x="5772" y="22764"/>
                </a:lnTo>
                <a:lnTo>
                  <a:pt x="5550" y="22865"/>
                </a:lnTo>
                <a:lnTo>
                  <a:pt x="5348" y="22945"/>
                </a:lnTo>
                <a:lnTo>
                  <a:pt x="5147" y="23006"/>
                </a:lnTo>
                <a:lnTo>
                  <a:pt x="4945" y="23046"/>
                </a:lnTo>
                <a:lnTo>
                  <a:pt x="4743" y="23087"/>
                </a:lnTo>
                <a:lnTo>
                  <a:pt x="4541" y="23107"/>
                </a:lnTo>
                <a:lnTo>
                  <a:pt x="4339" y="23107"/>
                </a:lnTo>
                <a:lnTo>
                  <a:pt x="4138" y="23087"/>
                </a:lnTo>
                <a:lnTo>
                  <a:pt x="3936" y="23046"/>
                </a:lnTo>
                <a:lnTo>
                  <a:pt x="3754" y="23006"/>
                </a:lnTo>
                <a:lnTo>
                  <a:pt x="3552" y="22925"/>
                </a:lnTo>
                <a:lnTo>
                  <a:pt x="3351" y="22845"/>
                </a:lnTo>
                <a:lnTo>
                  <a:pt x="3169" y="22764"/>
                </a:lnTo>
                <a:lnTo>
                  <a:pt x="2987" y="22643"/>
                </a:lnTo>
                <a:lnTo>
                  <a:pt x="2806" y="22522"/>
                </a:lnTo>
                <a:lnTo>
                  <a:pt x="2644" y="22380"/>
                </a:lnTo>
                <a:lnTo>
                  <a:pt x="2321" y="22078"/>
                </a:lnTo>
                <a:lnTo>
                  <a:pt x="1999" y="21714"/>
                </a:lnTo>
                <a:lnTo>
                  <a:pt x="1716" y="21331"/>
                </a:lnTo>
                <a:lnTo>
                  <a:pt x="1454" y="20927"/>
                </a:lnTo>
                <a:lnTo>
                  <a:pt x="1211" y="20483"/>
                </a:lnTo>
                <a:lnTo>
                  <a:pt x="990" y="20019"/>
                </a:lnTo>
                <a:lnTo>
                  <a:pt x="788" y="19535"/>
                </a:lnTo>
                <a:lnTo>
                  <a:pt x="626" y="19051"/>
                </a:lnTo>
                <a:lnTo>
                  <a:pt x="465" y="18566"/>
                </a:lnTo>
                <a:lnTo>
                  <a:pt x="344" y="18082"/>
                </a:lnTo>
                <a:lnTo>
                  <a:pt x="243" y="17598"/>
                </a:lnTo>
                <a:lnTo>
                  <a:pt x="162" y="17134"/>
                </a:lnTo>
                <a:lnTo>
                  <a:pt x="122" y="16690"/>
                </a:lnTo>
                <a:lnTo>
                  <a:pt x="102" y="16286"/>
                </a:lnTo>
                <a:lnTo>
                  <a:pt x="81" y="15600"/>
                </a:lnTo>
                <a:lnTo>
                  <a:pt x="81" y="14934"/>
                </a:lnTo>
                <a:lnTo>
                  <a:pt x="102" y="14268"/>
                </a:lnTo>
                <a:lnTo>
                  <a:pt x="142" y="13582"/>
                </a:lnTo>
                <a:lnTo>
                  <a:pt x="182" y="12916"/>
                </a:lnTo>
                <a:lnTo>
                  <a:pt x="243" y="12250"/>
                </a:lnTo>
                <a:lnTo>
                  <a:pt x="404" y="10918"/>
                </a:lnTo>
                <a:lnTo>
                  <a:pt x="586" y="9586"/>
                </a:lnTo>
                <a:lnTo>
                  <a:pt x="788" y="8254"/>
                </a:lnTo>
                <a:lnTo>
                  <a:pt x="1252" y="5631"/>
                </a:lnTo>
                <a:lnTo>
                  <a:pt x="1454" y="4622"/>
                </a:lnTo>
                <a:lnTo>
                  <a:pt x="1555" y="4117"/>
                </a:lnTo>
                <a:lnTo>
                  <a:pt x="1676" y="3613"/>
                </a:lnTo>
                <a:lnTo>
                  <a:pt x="1837" y="3108"/>
                </a:lnTo>
                <a:lnTo>
                  <a:pt x="1999" y="2604"/>
                </a:lnTo>
                <a:lnTo>
                  <a:pt x="2200" y="2140"/>
                </a:lnTo>
                <a:lnTo>
                  <a:pt x="2442" y="1655"/>
                </a:lnTo>
                <a:lnTo>
                  <a:pt x="2584" y="1393"/>
                </a:lnTo>
                <a:lnTo>
                  <a:pt x="2745" y="1151"/>
                </a:lnTo>
                <a:lnTo>
                  <a:pt x="2927" y="949"/>
                </a:lnTo>
                <a:lnTo>
                  <a:pt x="3108" y="747"/>
                </a:lnTo>
                <a:lnTo>
                  <a:pt x="3290" y="586"/>
                </a:lnTo>
                <a:lnTo>
                  <a:pt x="3472" y="445"/>
                </a:lnTo>
                <a:lnTo>
                  <a:pt x="3673" y="324"/>
                </a:lnTo>
                <a:lnTo>
                  <a:pt x="3875" y="223"/>
                </a:lnTo>
                <a:lnTo>
                  <a:pt x="4077" y="162"/>
                </a:lnTo>
                <a:lnTo>
                  <a:pt x="4279" y="102"/>
                </a:lnTo>
                <a:lnTo>
                  <a:pt x="4481" y="81"/>
                </a:lnTo>
                <a:lnTo>
                  <a:pt x="4703" y="61"/>
                </a:lnTo>
                <a:close/>
                <a:moveTo>
                  <a:pt x="4561" y="1"/>
                </a:moveTo>
                <a:lnTo>
                  <a:pt x="4319" y="21"/>
                </a:lnTo>
                <a:lnTo>
                  <a:pt x="4077" y="61"/>
                </a:lnTo>
                <a:lnTo>
                  <a:pt x="3855" y="142"/>
                </a:lnTo>
                <a:lnTo>
                  <a:pt x="3633" y="243"/>
                </a:lnTo>
                <a:lnTo>
                  <a:pt x="3431" y="364"/>
                </a:lnTo>
                <a:lnTo>
                  <a:pt x="3229" y="525"/>
                </a:lnTo>
                <a:lnTo>
                  <a:pt x="3048" y="687"/>
                </a:lnTo>
                <a:lnTo>
                  <a:pt x="2866" y="889"/>
                </a:lnTo>
                <a:lnTo>
                  <a:pt x="2685" y="1111"/>
                </a:lnTo>
                <a:lnTo>
                  <a:pt x="2523" y="1353"/>
                </a:lnTo>
                <a:lnTo>
                  <a:pt x="2362" y="1615"/>
                </a:lnTo>
                <a:lnTo>
                  <a:pt x="2120" y="2099"/>
                </a:lnTo>
                <a:lnTo>
                  <a:pt x="1918" y="2584"/>
                </a:lnTo>
                <a:lnTo>
                  <a:pt x="1756" y="3068"/>
                </a:lnTo>
                <a:lnTo>
                  <a:pt x="1615" y="3573"/>
                </a:lnTo>
                <a:lnTo>
                  <a:pt x="1474" y="4097"/>
                </a:lnTo>
                <a:lnTo>
                  <a:pt x="1373" y="4602"/>
                </a:lnTo>
                <a:lnTo>
                  <a:pt x="1171" y="5631"/>
                </a:lnTo>
                <a:lnTo>
                  <a:pt x="707" y="8254"/>
                </a:lnTo>
                <a:lnTo>
                  <a:pt x="505" y="9566"/>
                </a:lnTo>
                <a:lnTo>
                  <a:pt x="324" y="10898"/>
                </a:lnTo>
                <a:lnTo>
                  <a:pt x="162" y="12250"/>
                </a:lnTo>
                <a:lnTo>
                  <a:pt x="102" y="12916"/>
                </a:lnTo>
                <a:lnTo>
                  <a:pt x="61" y="13582"/>
                </a:lnTo>
                <a:lnTo>
                  <a:pt x="21" y="14268"/>
                </a:lnTo>
                <a:lnTo>
                  <a:pt x="1" y="14934"/>
                </a:lnTo>
                <a:lnTo>
                  <a:pt x="1" y="15600"/>
                </a:lnTo>
                <a:lnTo>
                  <a:pt x="21" y="16286"/>
                </a:lnTo>
                <a:lnTo>
                  <a:pt x="41" y="16710"/>
                </a:lnTo>
                <a:lnTo>
                  <a:pt x="81" y="17154"/>
                </a:lnTo>
                <a:lnTo>
                  <a:pt x="162" y="17618"/>
                </a:lnTo>
                <a:lnTo>
                  <a:pt x="263" y="18102"/>
                </a:lnTo>
                <a:lnTo>
                  <a:pt x="404" y="18587"/>
                </a:lnTo>
                <a:lnTo>
                  <a:pt x="546" y="19071"/>
                </a:lnTo>
                <a:lnTo>
                  <a:pt x="727" y="19575"/>
                </a:lnTo>
                <a:lnTo>
                  <a:pt x="929" y="20060"/>
                </a:lnTo>
                <a:lnTo>
                  <a:pt x="1151" y="20524"/>
                </a:lnTo>
                <a:lnTo>
                  <a:pt x="1393" y="20968"/>
                </a:lnTo>
                <a:lnTo>
                  <a:pt x="1655" y="21392"/>
                </a:lnTo>
                <a:lnTo>
                  <a:pt x="1958" y="21775"/>
                </a:lnTo>
                <a:lnTo>
                  <a:pt x="2261" y="22138"/>
                </a:lnTo>
                <a:lnTo>
                  <a:pt x="2604" y="22461"/>
                </a:lnTo>
                <a:lnTo>
                  <a:pt x="2765" y="22582"/>
                </a:lnTo>
                <a:lnTo>
                  <a:pt x="2947" y="22723"/>
                </a:lnTo>
                <a:lnTo>
                  <a:pt x="3129" y="22824"/>
                </a:lnTo>
                <a:lnTo>
                  <a:pt x="3330" y="22925"/>
                </a:lnTo>
                <a:lnTo>
                  <a:pt x="3593" y="23046"/>
                </a:lnTo>
                <a:lnTo>
                  <a:pt x="3875" y="23127"/>
                </a:lnTo>
                <a:lnTo>
                  <a:pt x="4158" y="23167"/>
                </a:lnTo>
                <a:lnTo>
                  <a:pt x="4460" y="23188"/>
                </a:lnTo>
                <a:lnTo>
                  <a:pt x="4723" y="23167"/>
                </a:lnTo>
                <a:lnTo>
                  <a:pt x="4985" y="23127"/>
                </a:lnTo>
                <a:lnTo>
                  <a:pt x="5268" y="23067"/>
                </a:lnTo>
                <a:lnTo>
                  <a:pt x="5550" y="22966"/>
                </a:lnTo>
                <a:lnTo>
                  <a:pt x="5813" y="22845"/>
                </a:lnTo>
                <a:lnTo>
                  <a:pt x="6095" y="22683"/>
                </a:lnTo>
                <a:lnTo>
                  <a:pt x="6378" y="22501"/>
                </a:lnTo>
                <a:lnTo>
                  <a:pt x="6680" y="22300"/>
                </a:lnTo>
                <a:lnTo>
                  <a:pt x="6922" y="22098"/>
                </a:lnTo>
                <a:lnTo>
                  <a:pt x="7144" y="21876"/>
                </a:lnTo>
                <a:lnTo>
                  <a:pt x="7346" y="21654"/>
                </a:lnTo>
                <a:lnTo>
                  <a:pt x="7548" y="21412"/>
                </a:lnTo>
                <a:lnTo>
                  <a:pt x="7730" y="21170"/>
                </a:lnTo>
                <a:lnTo>
                  <a:pt x="7911" y="20927"/>
                </a:lnTo>
                <a:lnTo>
                  <a:pt x="8053" y="20665"/>
                </a:lnTo>
                <a:lnTo>
                  <a:pt x="8214" y="20403"/>
                </a:lnTo>
                <a:lnTo>
                  <a:pt x="8476" y="19878"/>
                </a:lnTo>
                <a:lnTo>
                  <a:pt x="8698" y="19333"/>
                </a:lnTo>
                <a:lnTo>
                  <a:pt x="8880" y="18809"/>
                </a:lnTo>
                <a:lnTo>
                  <a:pt x="9041" y="18284"/>
                </a:lnTo>
                <a:lnTo>
                  <a:pt x="9283" y="17436"/>
                </a:lnTo>
                <a:lnTo>
                  <a:pt x="9485" y="16589"/>
                </a:lnTo>
                <a:lnTo>
                  <a:pt x="9667" y="15721"/>
                </a:lnTo>
                <a:lnTo>
                  <a:pt x="9808" y="14833"/>
                </a:lnTo>
                <a:lnTo>
                  <a:pt x="9909" y="13965"/>
                </a:lnTo>
                <a:lnTo>
                  <a:pt x="9990" y="13077"/>
                </a:lnTo>
                <a:lnTo>
                  <a:pt x="10030" y="12189"/>
                </a:lnTo>
                <a:lnTo>
                  <a:pt x="10030" y="11302"/>
                </a:lnTo>
                <a:lnTo>
                  <a:pt x="10010" y="10434"/>
                </a:lnTo>
                <a:lnTo>
                  <a:pt x="9949" y="9546"/>
                </a:lnTo>
                <a:lnTo>
                  <a:pt x="9869" y="8658"/>
                </a:lnTo>
                <a:lnTo>
                  <a:pt x="9727" y="7790"/>
                </a:lnTo>
                <a:lnTo>
                  <a:pt x="9566" y="6902"/>
                </a:lnTo>
                <a:lnTo>
                  <a:pt x="9384" y="6055"/>
                </a:lnTo>
                <a:lnTo>
                  <a:pt x="9162" y="5187"/>
                </a:lnTo>
                <a:lnTo>
                  <a:pt x="8900" y="4339"/>
                </a:lnTo>
                <a:lnTo>
                  <a:pt x="8759" y="3936"/>
                </a:lnTo>
                <a:lnTo>
                  <a:pt x="8618" y="3552"/>
                </a:lnTo>
                <a:lnTo>
                  <a:pt x="8476" y="3209"/>
                </a:lnTo>
                <a:lnTo>
                  <a:pt x="8315" y="2866"/>
                </a:lnTo>
                <a:lnTo>
                  <a:pt x="8153" y="2523"/>
                </a:lnTo>
                <a:lnTo>
                  <a:pt x="7972" y="2220"/>
                </a:lnTo>
                <a:lnTo>
                  <a:pt x="7790" y="1938"/>
                </a:lnTo>
                <a:lnTo>
                  <a:pt x="7609" y="1676"/>
                </a:lnTo>
                <a:lnTo>
                  <a:pt x="7407" y="1433"/>
                </a:lnTo>
                <a:lnTo>
                  <a:pt x="7225" y="1211"/>
                </a:lnTo>
                <a:lnTo>
                  <a:pt x="7003" y="990"/>
                </a:lnTo>
                <a:lnTo>
                  <a:pt x="6801" y="808"/>
                </a:lnTo>
                <a:lnTo>
                  <a:pt x="6579" y="646"/>
                </a:lnTo>
                <a:lnTo>
                  <a:pt x="6337" y="485"/>
                </a:lnTo>
                <a:lnTo>
                  <a:pt x="6095" y="344"/>
                </a:lnTo>
                <a:lnTo>
                  <a:pt x="5853" y="243"/>
                </a:lnTo>
                <a:lnTo>
                  <a:pt x="5591" y="142"/>
                </a:lnTo>
                <a:lnTo>
                  <a:pt x="5328" y="61"/>
                </a:lnTo>
                <a:lnTo>
                  <a:pt x="5066" y="21"/>
                </a:lnTo>
                <a:lnTo>
                  <a:pt x="4824" y="1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44" name="Google Shape;1344;p17"/>
          <p:cNvSpPr/>
          <p:nvPr/>
        </p:nvSpPr>
        <p:spPr>
          <a:xfrm>
            <a:off x="7497601" y="258374"/>
            <a:ext cx="2123367" cy="1193681"/>
          </a:xfrm>
          <a:custGeom>
            <a:rect b="b" l="l" r="r" t="t"/>
            <a:pathLst>
              <a:path extrusionOk="0" h="21351" w="37980">
                <a:moveTo>
                  <a:pt x="10776" y="81"/>
                </a:moveTo>
                <a:lnTo>
                  <a:pt x="11341" y="101"/>
                </a:lnTo>
                <a:lnTo>
                  <a:pt x="11927" y="121"/>
                </a:lnTo>
                <a:lnTo>
                  <a:pt x="12532" y="182"/>
                </a:lnTo>
                <a:lnTo>
                  <a:pt x="13178" y="222"/>
                </a:lnTo>
                <a:lnTo>
                  <a:pt x="13824" y="303"/>
                </a:lnTo>
                <a:lnTo>
                  <a:pt x="14510" y="404"/>
                </a:lnTo>
                <a:lnTo>
                  <a:pt x="15216" y="505"/>
                </a:lnTo>
                <a:lnTo>
                  <a:pt x="15943" y="626"/>
                </a:lnTo>
                <a:lnTo>
                  <a:pt x="16709" y="767"/>
                </a:lnTo>
                <a:lnTo>
                  <a:pt x="17496" y="949"/>
                </a:lnTo>
                <a:lnTo>
                  <a:pt x="18324" y="1130"/>
                </a:lnTo>
                <a:lnTo>
                  <a:pt x="19171" y="1332"/>
                </a:lnTo>
                <a:lnTo>
                  <a:pt x="20039" y="1554"/>
                </a:lnTo>
                <a:lnTo>
                  <a:pt x="20947" y="1796"/>
                </a:lnTo>
                <a:lnTo>
                  <a:pt x="21875" y="2059"/>
                </a:lnTo>
                <a:lnTo>
                  <a:pt x="23571" y="2583"/>
                </a:lnTo>
                <a:lnTo>
                  <a:pt x="24418" y="2866"/>
                </a:lnTo>
                <a:lnTo>
                  <a:pt x="25286" y="3148"/>
                </a:lnTo>
                <a:lnTo>
                  <a:pt x="26154" y="3471"/>
                </a:lnTo>
                <a:lnTo>
                  <a:pt x="27021" y="3794"/>
                </a:lnTo>
                <a:lnTo>
                  <a:pt x="27889" y="4157"/>
                </a:lnTo>
                <a:lnTo>
                  <a:pt x="28757" y="4541"/>
                </a:lnTo>
                <a:lnTo>
                  <a:pt x="29625" y="4944"/>
                </a:lnTo>
                <a:lnTo>
                  <a:pt x="30472" y="5368"/>
                </a:lnTo>
                <a:lnTo>
                  <a:pt x="31300" y="5832"/>
                </a:lnTo>
                <a:lnTo>
                  <a:pt x="32127" y="6317"/>
                </a:lnTo>
                <a:lnTo>
                  <a:pt x="32954" y="6841"/>
                </a:lnTo>
                <a:lnTo>
                  <a:pt x="33741" y="7406"/>
                </a:lnTo>
                <a:lnTo>
                  <a:pt x="34508" y="7992"/>
                </a:lnTo>
                <a:lnTo>
                  <a:pt x="35255" y="8637"/>
                </a:lnTo>
                <a:lnTo>
                  <a:pt x="35638" y="8980"/>
                </a:lnTo>
                <a:lnTo>
                  <a:pt x="36001" y="9344"/>
                </a:lnTo>
                <a:lnTo>
                  <a:pt x="36345" y="9687"/>
                </a:lnTo>
                <a:lnTo>
                  <a:pt x="36627" y="10030"/>
                </a:lnTo>
                <a:lnTo>
                  <a:pt x="36910" y="10373"/>
                </a:lnTo>
                <a:lnTo>
                  <a:pt x="37132" y="10696"/>
                </a:lnTo>
                <a:lnTo>
                  <a:pt x="37354" y="11039"/>
                </a:lnTo>
                <a:lnTo>
                  <a:pt x="37535" y="11382"/>
                </a:lnTo>
                <a:lnTo>
                  <a:pt x="37656" y="11624"/>
                </a:lnTo>
                <a:lnTo>
                  <a:pt x="37737" y="11846"/>
                </a:lnTo>
                <a:lnTo>
                  <a:pt x="37818" y="12068"/>
                </a:lnTo>
                <a:lnTo>
                  <a:pt x="37858" y="12290"/>
                </a:lnTo>
                <a:lnTo>
                  <a:pt x="37898" y="12492"/>
                </a:lnTo>
                <a:lnTo>
                  <a:pt x="37898" y="12694"/>
                </a:lnTo>
                <a:lnTo>
                  <a:pt x="37878" y="12875"/>
                </a:lnTo>
                <a:lnTo>
                  <a:pt x="37838" y="13057"/>
                </a:lnTo>
                <a:lnTo>
                  <a:pt x="37757" y="13259"/>
                </a:lnTo>
                <a:lnTo>
                  <a:pt x="37636" y="13460"/>
                </a:lnTo>
                <a:lnTo>
                  <a:pt x="37495" y="13662"/>
                </a:lnTo>
                <a:lnTo>
                  <a:pt x="37313" y="13824"/>
                </a:lnTo>
                <a:lnTo>
                  <a:pt x="37111" y="13985"/>
                </a:lnTo>
                <a:lnTo>
                  <a:pt x="36869" y="14106"/>
                </a:lnTo>
                <a:lnTo>
                  <a:pt x="36627" y="14207"/>
                </a:lnTo>
                <a:lnTo>
                  <a:pt x="36365" y="14288"/>
                </a:lnTo>
                <a:lnTo>
                  <a:pt x="36102" y="14328"/>
                </a:lnTo>
                <a:lnTo>
                  <a:pt x="35860" y="14368"/>
                </a:lnTo>
                <a:lnTo>
                  <a:pt x="35336" y="14368"/>
                </a:lnTo>
                <a:lnTo>
                  <a:pt x="34831" y="14328"/>
                </a:lnTo>
                <a:lnTo>
                  <a:pt x="34327" y="14268"/>
                </a:lnTo>
                <a:lnTo>
                  <a:pt x="34306" y="14268"/>
                </a:lnTo>
                <a:lnTo>
                  <a:pt x="32934" y="14106"/>
                </a:lnTo>
                <a:lnTo>
                  <a:pt x="31501" y="13945"/>
                </a:lnTo>
                <a:lnTo>
                  <a:pt x="30028" y="13803"/>
                </a:lnTo>
                <a:lnTo>
                  <a:pt x="28535" y="13682"/>
                </a:lnTo>
                <a:lnTo>
                  <a:pt x="26981" y="13561"/>
                </a:lnTo>
                <a:lnTo>
                  <a:pt x="25387" y="13481"/>
                </a:lnTo>
                <a:lnTo>
                  <a:pt x="23772" y="13420"/>
                </a:lnTo>
                <a:lnTo>
                  <a:pt x="22138" y="13400"/>
                </a:lnTo>
                <a:lnTo>
                  <a:pt x="20483" y="13420"/>
                </a:lnTo>
                <a:lnTo>
                  <a:pt x="18788" y="13460"/>
                </a:lnTo>
                <a:lnTo>
                  <a:pt x="17093" y="13561"/>
                </a:lnTo>
                <a:lnTo>
                  <a:pt x="16245" y="13622"/>
                </a:lnTo>
                <a:lnTo>
                  <a:pt x="15398" y="13703"/>
                </a:lnTo>
                <a:lnTo>
                  <a:pt x="14530" y="13803"/>
                </a:lnTo>
                <a:lnTo>
                  <a:pt x="13682" y="13904"/>
                </a:lnTo>
                <a:lnTo>
                  <a:pt x="12815" y="14025"/>
                </a:lnTo>
                <a:lnTo>
                  <a:pt x="11967" y="14146"/>
                </a:lnTo>
                <a:lnTo>
                  <a:pt x="11099" y="14308"/>
                </a:lnTo>
                <a:lnTo>
                  <a:pt x="10252" y="14469"/>
                </a:lnTo>
                <a:lnTo>
                  <a:pt x="9384" y="14651"/>
                </a:lnTo>
                <a:lnTo>
                  <a:pt x="8536" y="14833"/>
                </a:lnTo>
                <a:lnTo>
                  <a:pt x="7992" y="14974"/>
                </a:lnTo>
                <a:lnTo>
                  <a:pt x="7467" y="15115"/>
                </a:lnTo>
                <a:lnTo>
                  <a:pt x="6922" y="15277"/>
                </a:lnTo>
                <a:lnTo>
                  <a:pt x="6397" y="15458"/>
                </a:lnTo>
                <a:lnTo>
                  <a:pt x="5873" y="15660"/>
                </a:lnTo>
                <a:lnTo>
                  <a:pt x="5368" y="15902"/>
                </a:lnTo>
                <a:lnTo>
                  <a:pt x="4864" y="16164"/>
                </a:lnTo>
                <a:lnTo>
                  <a:pt x="4379" y="16467"/>
                </a:lnTo>
                <a:lnTo>
                  <a:pt x="4137" y="16649"/>
                </a:lnTo>
                <a:lnTo>
                  <a:pt x="3875" y="16851"/>
                </a:lnTo>
                <a:lnTo>
                  <a:pt x="3613" y="17073"/>
                </a:lnTo>
                <a:lnTo>
                  <a:pt x="3350" y="17335"/>
                </a:lnTo>
                <a:lnTo>
                  <a:pt x="3108" y="17617"/>
                </a:lnTo>
                <a:lnTo>
                  <a:pt x="2866" y="17940"/>
                </a:lnTo>
                <a:lnTo>
                  <a:pt x="2644" y="18283"/>
                </a:lnTo>
                <a:lnTo>
                  <a:pt x="2462" y="18667"/>
                </a:lnTo>
                <a:lnTo>
                  <a:pt x="2382" y="18889"/>
                </a:lnTo>
                <a:lnTo>
                  <a:pt x="2341" y="19131"/>
                </a:lnTo>
                <a:lnTo>
                  <a:pt x="2260" y="19635"/>
                </a:lnTo>
                <a:lnTo>
                  <a:pt x="2220" y="19918"/>
                </a:lnTo>
                <a:lnTo>
                  <a:pt x="2180" y="20201"/>
                </a:lnTo>
                <a:lnTo>
                  <a:pt x="2099" y="20463"/>
                </a:lnTo>
                <a:lnTo>
                  <a:pt x="2059" y="20584"/>
                </a:lnTo>
                <a:lnTo>
                  <a:pt x="1998" y="20705"/>
                </a:lnTo>
                <a:lnTo>
                  <a:pt x="1897" y="20846"/>
                </a:lnTo>
                <a:lnTo>
                  <a:pt x="1816" y="20988"/>
                </a:lnTo>
                <a:lnTo>
                  <a:pt x="1716" y="21088"/>
                </a:lnTo>
                <a:lnTo>
                  <a:pt x="1615" y="21169"/>
                </a:lnTo>
                <a:lnTo>
                  <a:pt x="1514" y="21210"/>
                </a:lnTo>
                <a:lnTo>
                  <a:pt x="1413" y="21250"/>
                </a:lnTo>
                <a:lnTo>
                  <a:pt x="1312" y="21270"/>
                </a:lnTo>
                <a:lnTo>
                  <a:pt x="1211" y="21250"/>
                </a:lnTo>
                <a:lnTo>
                  <a:pt x="1110" y="21210"/>
                </a:lnTo>
                <a:lnTo>
                  <a:pt x="1009" y="21149"/>
                </a:lnTo>
                <a:lnTo>
                  <a:pt x="908" y="21068"/>
                </a:lnTo>
                <a:lnTo>
                  <a:pt x="807" y="20967"/>
                </a:lnTo>
                <a:lnTo>
                  <a:pt x="707" y="20846"/>
                </a:lnTo>
                <a:lnTo>
                  <a:pt x="626" y="20725"/>
                </a:lnTo>
                <a:lnTo>
                  <a:pt x="464" y="20422"/>
                </a:lnTo>
                <a:lnTo>
                  <a:pt x="323" y="20100"/>
                </a:lnTo>
                <a:lnTo>
                  <a:pt x="222" y="19777"/>
                </a:lnTo>
                <a:lnTo>
                  <a:pt x="162" y="19454"/>
                </a:lnTo>
                <a:lnTo>
                  <a:pt x="121" y="19151"/>
                </a:lnTo>
                <a:lnTo>
                  <a:pt x="101" y="18223"/>
                </a:lnTo>
                <a:lnTo>
                  <a:pt x="81" y="17274"/>
                </a:lnTo>
                <a:lnTo>
                  <a:pt x="81" y="16326"/>
                </a:lnTo>
                <a:lnTo>
                  <a:pt x="101" y="15377"/>
                </a:lnTo>
                <a:lnTo>
                  <a:pt x="142" y="14449"/>
                </a:lnTo>
                <a:lnTo>
                  <a:pt x="182" y="13501"/>
                </a:lnTo>
                <a:lnTo>
                  <a:pt x="263" y="12572"/>
                </a:lnTo>
                <a:lnTo>
                  <a:pt x="343" y="11624"/>
                </a:lnTo>
                <a:lnTo>
                  <a:pt x="444" y="10696"/>
                </a:lnTo>
                <a:lnTo>
                  <a:pt x="545" y="9747"/>
                </a:lnTo>
                <a:lnTo>
                  <a:pt x="686" y="8819"/>
                </a:lnTo>
                <a:lnTo>
                  <a:pt x="828" y="7891"/>
                </a:lnTo>
                <a:lnTo>
                  <a:pt x="989" y="6962"/>
                </a:lnTo>
                <a:lnTo>
                  <a:pt x="1171" y="6034"/>
                </a:lnTo>
                <a:lnTo>
                  <a:pt x="1373" y="5126"/>
                </a:lnTo>
                <a:lnTo>
                  <a:pt x="1574" y="4198"/>
                </a:lnTo>
                <a:lnTo>
                  <a:pt x="1736" y="3572"/>
                </a:lnTo>
                <a:lnTo>
                  <a:pt x="1837" y="3269"/>
                </a:lnTo>
                <a:lnTo>
                  <a:pt x="1958" y="2967"/>
                </a:lnTo>
                <a:lnTo>
                  <a:pt x="2079" y="2664"/>
                </a:lnTo>
                <a:lnTo>
                  <a:pt x="2220" y="2402"/>
                </a:lnTo>
                <a:lnTo>
                  <a:pt x="2402" y="2139"/>
                </a:lnTo>
                <a:lnTo>
                  <a:pt x="2604" y="1897"/>
                </a:lnTo>
                <a:lnTo>
                  <a:pt x="2825" y="1695"/>
                </a:lnTo>
                <a:lnTo>
                  <a:pt x="3068" y="1514"/>
                </a:lnTo>
                <a:lnTo>
                  <a:pt x="3330" y="1352"/>
                </a:lnTo>
                <a:lnTo>
                  <a:pt x="3592" y="1211"/>
                </a:lnTo>
                <a:lnTo>
                  <a:pt x="3875" y="1090"/>
                </a:lnTo>
                <a:lnTo>
                  <a:pt x="4157" y="989"/>
                </a:lnTo>
                <a:lnTo>
                  <a:pt x="4702" y="807"/>
                </a:lnTo>
                <a:lnTo>
                  <a:pt x="5247" y="666"/>
                </a:lnTo>
                <a:lnTo>
                  <a:pt x="5832" y="525"/>
                </a:lnTo>
                <a:lnTo>
                  <a:pt x="6458" y="404"/>
                </a:lnTo>
                <a:lnTo>
                  <a:pt x="7104" y="303"/>
                </a:lnTo>
                <a:lnTo>
                  <a:pt x="7810" y="202"/>
                </a:lnTo>
                <a:lnTo>
                  <a:pt x="8577" y="142"/>
                </a:lnTo>
                <a:lnTo>
                  <a:pt x="9384" y="81"/>
                </a:lnTo>
                <a:close/>
                <a:moveTo>
                  <a:pt x="9848" y="0"/>
                </a:moveTo>
                <a:lnTo>
                  <a:pt x="9303" y="20"/>
                </a:lnTo>
                <a:lnTo>
                  <a:pt x="8758" y="41"/>
                </a:lnTo>
                <a:lnTo>
                  <a:pt x="8234" y="81"/>
                </a:lnTo>
                <a:lnTo>
                  <a:pt x="7709" y="142"/>
                </a:lnTo>
                <a:lnTo>
                  <a:pt x="7184" y="202"/>
                </a:lnTo>
                <a:lnTo>
                  <a:pt x="6680" y="283"/>
                </a:lnTo>
                <a:lnTo>
                  <a:pt x="6175" y="384"/>
                </a:lnTo>
                <a:lnTo>
                  <a:pt x="5671" y="485"/>
                </a:lnTo>
                <a:lnTo>
                  <a:pt x="5166" y="606"/>
                </a:lnTo>
                <a:lnTo>
                  <a:pt x="4682" y="727"/>
                </a:lnTo>
                <a:lnTo>
                  <a:pt x="4117" y="908"/>
                </a:lnTo>
                <a:lnTo>
                  <a:pt x="3834" y="1009"/>
                </a:lnTo>
                <a:lnTo>
                  <a:pt x="3552" y="1130"/>
                </a:lnTo>
                <a:lnTo>
                  <a:pt x="3269" y="1272"/>
                </a:lnTo>
                <a:lnTo>
                  <a:pt x="3007" y="1433"/>
                </a:lnTo>
                <a:lnTo>
                  <a:pt x="2765" y="1635"/>
                </a:lnTo>
                <a:lnTo>
                  <a:pt x="2543" y="1837"/>
                </a:lnTo>
                <a:lnTo>
                  <a:pt x="2341" y="2079"/>
                </a:lnTo>
                <a:lnTo>
                  <a:pt x="2160" y="2341"/>
                </a:lnTo>
                <a:lnTo>
                  <a:pt x="1998" y="2624"/>
                </a:lnTo>
                <a:lnTo>
                  <a:pt x="1877" y="2926"/>
                </a:lnTo>
                <a:lnTo>
                  <a:pt x="1776" y="3229"/>
                </a:lnTo>
                <a:lnTo>
                  <a:pt x="1675" y="3552"/>
                </a:lnTo>
                <a:lnTo>
                  <a:pt x="1514" y="4178"/>
                </a:lnTo>
                <a:lnTo>
                  <a:pt x="1292" y="5106"/>
                </a:lnTo>
                <a:lnTo>
                  <a:pt x="1090" y="6014"/>
                </a:lnTo>
                <a:lnTo>
                  <a:pt x="908" y="6942"/>
                </a:lnTo>
                <a:lnTo>
                  <a:pt x="747" y="7870"/>
                </a:lnTo>
                <a:lnTo>
                  <a:pt x="606" y="8819"/>
                </a:lnTo>
                <a:lnTo>
                  <a:pt x="485" y="9747"/>
                </a:lnTo>
                <a:lnTo>
                  <a:pt x="364" y="10676"/>
                </a:lnTo>
                <a:lnTo>
                  <a:pt x="263" y="11624"/>
                </a:lnTo>
                <a:lnTo>
                  <a:pt x="182" y="12552"/>
                </a:lnTo>
                <a:lnTo>
                  <a:pt x="101" y="13501"/>
                </a:lnTo>
                <a:lnTo>
                  <a:pt x="61" y="14449"/>
                </a:lnTo>
                <a:lnTo>
                  <a:pt x="20" y="15377"/>
                </a:lnTo>
                <a:lnTo>
                  <a:pt x="0" y="16326"/>
                </a:lnTo>
                <a:lnTo>
                  <a:pt x="0" y="17274"/>
                </a:lnTo>
                <a:lnTo>
                  <a:pt x="20" y="18223"/>
                </a:lnTo>
                <a:lnTo>
                  <a:pt x="41" y="19171"/>
                </a:lnTo>
                <a:lnTo>
                  <a:pt x="81" y="19474"/>
                </a:lnTo>
                <a:lnTo>
                  <a:pt x="162" y="19797"/>
                </a:lnTo>
                <a:lnTo>
                  <a:pt x="263" y="20140"/>
                </a:lnTo>
                <a:lnTo>
                  <a:pt x="404" y="20483"/>
                </a:lnTo>
                <a:lnTo>
                  <a:pt x="565" y="20766"/>
                </a:lnTo>
                <a:lnTo>
                  <a:pt x="666" y="20907"/>
                </a:lnTo>
                <a:lnTo>
                  <a:pt x="767" y="21028"/>
                </a:lnTo>
                <a:lnTo>
                  <a:pt x="868" y="21129"/>
                </a:lnTo>
                <a:lnTo>
                  <a:pt x="969" y="21210"/>
                </a:lnTo>
                <a:lnTo>
                  <a:pt x="1070" y="21290"/>
                </a:lnTo>
                <a:lnTo>
                  <a:pt x="1191" y="21331"/>
                </a:lnTo>
                <a:lnTo>
                  <a:pt x="1332" y="21351"/>
                </a:lnTo>
                <a:lnTo>
                  <a:pt x="1433" y="21331"/>
                </a:lnTo>
                <a:lnTo>
                  <a:pt x="1514" y="21310"/>
                </a:lnTo>
                <a:lnTo>
                  <a:pt x="1615" y="21250"/>
                </a:lnTo>
                <a:lnTo>
                  <a:pt x="1716" y="21189"/>
                </a:lnTo>
                <a:lnTo>
                  <a:pt x="1796" y="21109"/>
                </a:lnTo>
                <a:lnTo>
                  <a:pt x="1897" y="21008"/>
                </a:lnTo>
                <a:lnTo>
                  <a:pt x="2059" y="20745"/>
                </a:lnTo>
                <a:lnTo>
                  <a:pt x="2119" y="20624"/>
                </a:lnTo>
                <a:lnTo>
                  <a:pt x="2180" y="20503"/>
                </a:lnTo>
                <a:lnTo>
                  <a:pt x="2260" y="20221"/>
                </a:lnTo>
                <a:lnTo>
                  <a:pt x="2301" y="19938"/>
                </a:lnTo>
                <a:lnTo>
                  <a:pt x="2341" y="19635"/>
                </a:lnTo>
                <a:lnTo>
                  <a:pt x="2422" y="19151"/>
                </a:lnTo>
                <a:lnTo>
                  <a:pt x="2462" y="18909"/>
                </a:lnTo>
                <a:lnTo>
                  <a:pt x="2543" y="18687"/>
                </a:lnTo>
                <a:lnTo>
                  <a:pt x="2725" y="18324"/>
                </a:lnTo>
                <a:lnTo>
                  <a:pt x="2926" y="17981"/>
                </a:lnTo>
                <a:lnTo>
                  <a:pt x="3169" y="17678"/>
                </a:lnTo>
                <a:lnTo>
                  <a:pt x="3411" y="17395"/>
                </a:lnTo>
                <a:lnTo>
                  <a:pt x="3673" y="17133"/>
                </a:lnTo>
                <a:lnTo>
                  <a:pt x="3935" y="16911"/>
                </a:lnTo>
                <a:lnTo>
                  <a:pt x="4198" y="16709"/>
                </a:lnTo>
                <a:lnTo>
                  <a:pt x="4440" y="16528"/>
                </a:lnTo>
                <a:lnTo>
                  <a:pt x="4904" y="16245"/>
                </a:lnTo>
                <a:lnTo>
                  <a:pt x="5388" y="15983"/>
                </a:lnTo>
                <a:lnTo>
                  <a:pt x="5913" y="15741"/>
                </a:lnTo>
                <a:lnTo>
                  <a:pt x="6418" y="15539"/>
                </a:lnTo>
                <a:lnTo>
                  <a:pt x="6962" y="15357"/>
                </a:lnTo>
                <a:lnTo>
                  <a:pt x="7487" y="15196"/>
                </a:lnTo>
                <a:lnTo>
                  <a:pt x="8032" y="15055"/>
                </a:lnTo>
                <a:lnTo>
                  <a:pt x="8557" y="14913"/>
                </a:lnTo>
                <a:lnTo>
                  <a:pt x="9404" y="14732"/>
                </a:lnTo>
                <a:lnTo>
                  <a:pt x="10272" y="14550"/>
                </a:lnTo>
                <a:lnTo>
                  <a:pt x="11119" y="14389"/>
                </a:lnTo>
                <a:lnTo>
                  <a:pt x="11987" y="14227"/>
                </a:lnTo>
                <a:lnTo>
                  <a:pt x="12835" y="14106"/>
                </a:lnTo>
                <a:lnTo>
                  <a:pt x="13703" y="13985"/>
                </a:lnTo>
                <a:lnTo>
                  <a:pt x="14550" y="13884"/>
                </a:lnTo>
                <a:lnTo>
                  <a:pt x="15398" y="13783"/>
                </a:lnTo>
                <a:lnTo>
                  <a:pt x="16265" y="13703"/>
                </a:lnTo>
                <a:lnTo>
                  <a:pt x="17113" y="13642"/>
                </a:lnTo>
                <a:lnTo>
                  <a:pt x="18808" y="13541"/>
                </a:lnTo>
                <a:lnTo>
                  <a:pt x="20483" y="13501"/>
                </a:lnTo>
                <a:lnTo>
                  <a:pt x="22138" y="13481"/>
                </a:lnTo>
                <a:lnTo>
                  <a:pt x="23772" y="13501"/>
                </a:lnTo>
                <a:lnTo>
                  <a:pt x="25387" y="13561"/>
                </a:lnTo>
                <a:lnTo>
                  <a:pt x="26981" y="13642"/>
                </a:lnTo>
                <a:lnTo>
                  <a:pt x="28515" y="13763"/>
                </a:lnTo>
                <a:lnTo>
                  <a:pt x="30028" y="13884"/>
                </a:lnTo>
                <a:lnTo>
                  <a:pt x="31501" y="14025"/>
                </a:lnTo>
                <a:lnTo>
                  <a:pt x="32934" y="14187"/>
                </a:lnTo>
                <a:lnTo>
                  <a:pt x="34306" y="14348"/>
                </a:lnTo>
                <a:lnTo>
                  <a:pt x="34831" y="14409"/>
                </a:lnTo>
                <a:lnTo>
                  <a:pt x="35356" y="14449"/>
                </a:lnTo>
                <a:lnTo>
                  <a:pt x="35860" y="14449"/>
                </a:lnTo>
                <a:lnTo>
                  <a:pt x="36123" y="14409"/>
                </a:lnTo>
                <a:lnTo>
                  <a:pt x="36385" y="14368"/>
                </a:lnTo>
                <a:lnTo>
                  <a:pt x="36647" y="14288"/>
                </a:lnTo>
                <a:lnTo>
                  <a:pt x="36910" y="14187"/>
                </a:lnTo>
                <a:lnTo>
                  <a:pt x="37152" y="14046"/>
                </a:lnTo>
                <a:lnTo>
                  <a:pt x="37374" y="13884"/>
                </a:lnTo>
                <a:lnTo>
                  <a:pt x="37555" y="13703"/>
                </a:lnTo>
                <a:lnTo>
                  <a:pt x="37717" y="13501"/>
                </a:lnTo>
                <a:lnTo>
                  <a:pt x="37838" y="13299"/>
                </a:lnTo>
                <a:lnTo>
                  <a:pt x="37919" y="13077"/>
                </a:lnTo>
                <a:lnTo>
                  <a:pt x="37959" y="12895"/>
                </a:lnTo>
                <a:lnTo>
                  <a:pt x="37979" y="12694"/>
                </a:lnTo>
                <a:lnTo>
                  <a:pt x="37979" y="12492"/>
                </a:lnTo>
                <a:lnTo>
                  <a:pt x="37939" y="12290"/>
                </a:lnTo>
                <a:lnTo>
                  <a:pt x="37898" y="12068"/>
                </a:lnTo>
                <a:lnTo>
                  <a:pt x="37818" y="11826"/>
                </a:lnTo>
                <a:lnTo>
                  <a:pt x="37737" y="11604"/>
                </a:lnTo>
                <a:lnTo>
                  <a:pt x="37616" y="11341"/>
                </a:lnTo>
                <a:lnTo>
                  <a:pt x="37414" y="10998"/>
                </a:lnTo>
                <a:lnTo>
                  <a:pt x="37212" y="10655"/>
                </a:lnTo>
                <a:lnTo>
                  <a:pt x="36970" y="10312"/>
                </a:lnTo>
                <a:lnTo>
                  <a:pt x="36708" y="9969"/>
                </a:lnTo>
                <a:lnTo>
                  <a:pt x="36405" y="9626"/>
                </a:lnTo>
                <a:lnTo>
                  <a:pt x="36062" y="9283"/>
                </a:lnTo>
                <a:lnTo>
                  <a:pt x="35699" y="8920"/>
                </a:lnTo>
                <a:lnTo>
                  <a:pt x="35315" y="8577"/>
                </a:lnTo>
                <a:lnTo>
                  <a:pt x="34569" y="7931"/>
                </a:lnTo>
                <a:lnTo>
                  <a:pt x="33782" y="7346"/>
                </a:lnTo>
                <a:lnTo>
                  <a:pt x="32995" y="6781"/>
                </a:lnTo>
                <a:lnTo>
                  <a:pt x="32187" y="6256"/>
                </a:lnTo>
                <a:lnTo>
                  <a:pt x="31360" y="5772"/>
                </a:lnTo>
                <a:lnTo>
                  <a:pt x="30512" y="5308"/>
                </a:lnTo>
                <a:lnTo>
                  <a:pt x="29665" y="4864"/>
                </a:lnTo>
                <a:lnTo>
                  <a:pt x="28797" y="4460"/>
                </a:lnTo>
                <a:lnTo>
                  <a:pt x="27929" y="4077"/>
                </a:lnTo>
                <a:lnTo>
                  <a:pt x="27062" y="3734"/>
                </a:lnTo>
                <a:lnTo>
                  <a:pt x="26194" y="3390"/>
                </a:lnTo>
                <a:lnTo>
                  <a:pt x="25306" y="3088"/>
                </a:lnTo>
                <a:lnTo>
                  <a:pt x="24458" y="2785"/>
                </a:lnTo>
                <a:lnTo>
                  <a:pt x="23591" y="2503"/>
                </a:lnTo>
                <a:lnTo>
                  <a:pt x="21896" y="1998"/>
                </a:lnTo>
                <a:lnTo>
                  <a:pt x="20685" y="1635"/>
                </a:lnTo>
                <a:lnTo>
                  <a:pt x="19494" y="1332"/>
                </a:lnTo>
                <a:lnTo>
                  <a:pt x="18364" y="1050"/>
                </a:lnTo>
                <a:lnTo>
                  <a:pt x="17295" y="807"/>
                </a:lnTo>
                <a:lnTo>
                  <a:pt x="16245" y="585"/>
                </a:lnTo>
                <a:lnTo>
                  <a:pt x="15236" y="404"/>
                </a:lnTo>
                <a:lnTo>
                  <a:pt x="14268" y="263"/>
                </a:lnTo>
                <a:lnTo>
                  <a:pt x="13299" y="162"/>
                </a:lnTo>
                <a:lnTo>
                  <a:pt x="12128" y="61"/>
                </a:lnTo>
                <a:lnTo>
                  <a:pt x="10978" y="0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45" name="Google Shape;1345;p17"/>
          <p:cNvSpPr/>
          <p:nvPr/>
        </p:nvSpPr>
        <p:spPr>
          <a:xfrm>
            <a:off x="7989465" y="1384273"/>
            <a:ext cx="415281" cy="285520"/>
          </a:xfrm>
          <a:custGeom>
            <a:rect b="b" l="l" r="r" t="t"/>
            <a:pathLst>
              <a:path extrusionOk="0" h="5107" w="7428">
                <a:moveTo>
                  <a:pt x="7124" y="82"/>
                </a:moveTo>
                <a:lnTo>
                  <a:pt x="7205" y="102"/>
                </a:lnTo>
                <a:lnTo>
                  <a:pt x="7286" y="142"/>
                </a:lnTo>
                <a:lnTo>
                  <a:pt x="7326" y="223"/>
                </a:lnTo>
                <a:lnTo>
                  <a:pt x="7346" y="344"/>
                </a:lnTo>
                <a:lnTo>
                  <a:pt x="7346" y="485"/>
                </a:lnTo>
                <a:lnTo>
                  <a:pt x="7306" y="647"/>
                </a:lnTo>
                <a:lnTo>
                  <a:pt x="7225" y="808"/>
                </a:lnTo>
                <a:lnTo>
                  <a:pt x="7064" y="1212"/>
                </a:lnTo>
                <a:lnTo>
                  <a:pt x="6842" y="1615"/>
                </a:lnTo>
                <a:lnTo>
                  <a:pt x="6600" y="1999"/>
                </a:lnTo>
                <a:lnTo>
                  <a:pt x="6357" y="2362"/>
                </a:lnTo>
                <a:lnTo>
                  <a:pt x="6055" y="2786"/>
                </a:lnTo>
                <a:lnTo>
                  <a:pt x="5732" y="3149"/>
                </a:lnTo>
                <a:lnTo>
                  <a:pt x="5389" y="3472"/>
                </a:lnTo>
                <a:lnTo>
                  <a:pt x="5026" y="3775"/>
                </a:lnTo>
                <a:lnTo>
                  <a:pt x="4642" y="4037"/>
                </a:lnTo>
                <a:lnTo>
                  <a:pt x="4259" y="4279"/>
                </a:lnTo>
                <a:lnTo>
                  <a:pt x="3835" y="4501"/>
                </a:lnTo>
                <a:lnTo>
                  <a:pt x="3411" y="4683"/>
                </a:lnTo>
                <a:lnTo>
                  <a:pt x="2987" y="4824"/>
                </a:lnTo>
                <a:lnTo>
                  <a:pt x="2745" y="4905"/>
                </a:lnTo>
                <a:lnTo>
                  <a:pt x="2463" y="4965"/>
                </a:lnTo>
                <a:lnTo>
                  <a:pt x="2160" y="5006"/>
                </a:lnTo>
                <a:lnTo>
                  <a:pt x="1837" y="5026"/>
                </a:lnTo>
                <a:lnTo>
                  <a:pt x="1514" y="5006"/>
                </a:lnTo>
                <a:lnTo>
                  <a:pt x="1353" y="4965"/>
                </a:lnTo>
                <a:lnTo>
                  <a:pt x="1171" y="4945"/>
                </a:lnTo>
                <a:lnTo>
                  <a:pt x="1010" y="4885"/>
                </a:lnTo>
                <a:lnTo>
                  <a:pt x="848" y="4824"/>
                </a:lnTo>
                <a:lnTo>
                  <a:pt x="707" y="4743"/>
                </a:lnTo>
                <a:lnTo>
                  <a:pt x="546" y="4642"/>
                </a:lnTo>
                <a:lnTo>
                  <a:pt x="445" y="4562"/>
                </a:lnTo>
                <a:lnTo>
                  <a:pt x="364" y="4461"/>
                </a:lnTo>
                <a:lnTo>
                  <a:pt x="283" y="4380"/>
                </a:lnTo>
                <a:lnTo>
                  <a:pt x="203" y="4279"/>
                </a:lnTo>
                <a:lnTo>
                  <a:pt x="162" y="4178"/>
                </a:lnTo>
                <a:lnTo>
                  <a:pt x="122" y="4057"/>
                </a:lnTo>
                <a:lnTo>
                  <a:pt x="81" y="3956"/>
                </a:lnTo>
                <a:lnTo>
                  <a:pt x="81" y="3855"/>
                </a:lnTo>
                <a:lnTo>
                  <a:pt x="81" y="3654"/>
                </a:lnTo>
                <a:lnTo>
                  <a:pt x="142" y="3492"/>
                </a:lnTo>
                <a:lnTo>
                  <a:pt x="243" y="3331"/>
                </a:lnTo>
                <a:lnTo>
                  <a:pt x="364" y="3169"/>
                </a:lnTo>
                <a:lnTo>
                  <a:pt x="505" y="3028"/>
                </a:lnTo>
                <a:lnTo>
                  <a:pt x="647" y="2907"/>
                </a:lnTo>
                <a:lnTo>
                  <a:pt x="949" y="2685"/>
                </a:lnTo>
                <a:lnTo>
                  <a:pt x="1656" y="2261"/>
                </a:lnTo>
                <a:lnTo>
                  <a:pt x="2362" y="1858"/>
                </a:lnTo>
                <a:lnTo>
                  <a:pt x="3088" y="1474"/>
                </a:lnTo>
                <a:lnTo>
                  <a:pt x="3835" y="1131"/>
                </a:lnTo>
                <a:lnTo>
                  <a:pt x="4602" y="828"/>
                </a:lnTo>
                <a:lnTo>
                  <a:pt x="5369" y="566"/>
                </a:lnTo>
                <a:lnTo>
                  <a:pt x="6156" y="324"/>
                </a:lnTo>
                <a:lnTo>
                  <a:pt x="6943" y="122"/>
                </a:lnTo>
                <a:lnTo>
                  <a:pt x="7044" y="102"/>
                </a:lnTo>
                <a:lnTo>
                  <a:pt x="7124" y="82"/>
                </a:lnTo>
                <a:close/>
                <a:moveTo>
                  <a:pt x="7145" y="1"/>
                </a:moveTo>
                <a:lnTo>
                  <a:pt x="7084" y="21"/>
                </a:lnTo>
                <a:lnTo>
                  <a:pt x="6923" y="41"/>
                </a:lnTo>
                <a:lnTo>
                  <a:pt x="6136" y="243"/>
                </a:lnTo>
                <a:lnTo>
                  <a:pt x="5348" y="485"/>
                </a:lnTo>
                <a:lnTo>
                  <a:pt x="4561" y="768"/>
                </a:lnTo>
                <a:lnTo>
                  <a:pt x="3795" y="1071"/>
                </a:lnTo>
                <a:lnTo>
                  <a:pt x="3048" y="1414"/>
                </a:lnTo>
                <a:lnTo>
                  <a:pt x="2321" y="1777"/>
                </a:lnTo>
                <a:lnTo>
                  <a:pt x="1595" y="2180"/>
                </a:lnTo>
                <a:lnTo>
                  <a:pt x="909" y="2624"/>
                </a:lnTo>
                <a:lnTo>
                  <a:pt x="586" y="2846"/>
                </a:lnTo>
                <a:lnTo>
                  <a:pt x="445" y="2988"/>
                </a:lnTo>
                <a:lnTo>
                  <a:pt x="283" y="3129"/>
                </a:lnTo>
                <a:lnTo>
                  <a:pt x="162" y="3290"/>
                </a:lnTo>
                <a:lnTo>
                  <a:pt x="81" y="3472"/>
                </a:lnTo>
                <a:lnTo>
                  <a:pt x="21" y="3654"/>
                </a:lnTo>
                <a:lnTo>
                  <a:pt x="1" y="3754"/>
                </a:lnTo>
                <a:lnTo>
                  <a:pt x="1" y="3855"/>
                </a:lnTo>
                <a:lnTo>
                  <a:pt x="1" y="3976"/>
                </a:lnTo>
                <a:lnTo>
                  <a:pt x="41" y="4077"/>
                </a:lnTo>
                <a:lnTo>
                  <a:pt x="81" y="4198"/>
                </a:lnTo>
                <a:lnTo>
                  <a:pt x="142" y="4320"/>
                </a:lnTo>
                <a:lnTo>
                  <a:pt x="203" y="4420"/>
                </a:lnTo>
                <a:lnTo>
                  <a:pt x="303" y="4521"/>
                </a:lnTo>
                <a:lnTo>
                  <a:pt x="384" y="4622"/>
                </a:lnTo>
                <a:lnTo>
                  <a:pt x="505" y="4703"/>
                </a:lnTo>
                <a:lnTo>
                  <a:pt x="667" y="4804"/>
                </a:lnTo>
                <a:lnTo>
                  <a:pt x="808" y="4885"/>
                </a:lnTo>
                <a:lnTo>
                  <a:pt x="990" y="4965"/>
                </a:lnTo>
                <a:lnTo>
                  <a:pt x="1151" y="5006"/>
                </a:lnTo>
                <a:lnTo>
                  <a:pt x="1312" y="5046"/>
                </a:lnTo>
                <a:lnTo>
                  <a:pt x="1494" y="5086"/>
                </a:lnTo>
                <a:lnTo>
                  <a:pt x="1837" y="5107"/>
                </a:lnTo>
                <a:lnTo>
                  <a:pt x="2160" y="5086"/>
                </a:lnTo>
                <a:lnTo>
                  <a:pt x="2483" y="5046"/>
                </a:lnTo>
                <a:lnTo>
                  <a:pt x="2765" y="4985"/>
                </a:lnTo>
                <a:lnTo>
                  <a:pt x="3008" y="4905"/>
                </a:lnTo>
                <a:lnTo>
                  <a:pt x="3452" y="4763"/>
                </a:lnTo>
                <a:lnTo>
                  <a:pt x="3875" y="4582"/>
                </a:lnTo>
                <a:lnTo>
                  <a:pt x="4299" y="4360"/>
                </a:lnTo>
                <a:lnTo>
                  <a:pt x="4703" y="4118"/>
                </a:lnTo>
                <a:lnTo>
                  <a:pt x="5086" y="3835"/>
                </a:lnTo>
                <a:lnTo>
                  <a:pt x="5449" y="3532"/>
                </a:lnTo>
                <a:lnTo>
                  <a:pt x="5792" y="3189"/>
                </a:lnTo>
                <a:lnTo>
                  <a:pt x="6115" y="2846"/>
                </a:lnTo>
                <a:lnTo>
                  <a:pt x="6398" y="2443"/>
                </a:lnTo>
                <a:lnTo>
                  <a:pt x="6640" y="2080"/>
                </a:lnTo>
                <a:lnTo>
                  <a:pt x="6882" y="1676"/>
                </a:lnTo>
                <a:lnTo>
                  <a:pt x="7124" y="1252"/>
                </a:lnTo>
                <a:lnTo>
                  <a:pt x="7306" y="849"/>
                </a:lnTo>
                <a:lnTo>
                  <a:pt x="7366" y="667"/>
                </a:lnTo>
                <a:lnTo>
                  <a:pt x="7407" y="485"/>
                </a:lnTo>
                <a:lnTo>
                  <a:pt x="7427" y="324"/>
                </a:lnTo>
                <a:lnTo>
                  <a:pt x="7407" y="203"/>
                </a:lnTo>
                <a:lnTo>
                  <a:pt x="7387" y="142"/>
                </a:lnTo>
                <a:lnTo>
                  <a:pt x="7346" y="82"/>
                </a:lnTo>
                <a:lnTo>
                  <a:pt x="7286" y="41"/>
                </a:lnTo>
                <a:lnTo>
                  <a:pt x="7225" y="21"/>
                </a:lnTo>
                <a:lnTo>
                  <a:pt x="7145" y="1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46" name="Google Shape;1346;p17"/>
          <p:cNvSpPr/>
          <p:nvPr/>
        </p:nvSpPr>
        <p:spPr>
          <a:xfrm rot="3449335">
            <a:off x="1655522" y="-908175"/>
            <a:ext cx="1193653" cy="1427229"/>
          </a:xfrm>
          <a:custGeom>
            <a:rect b="b" l="l" r="r" t="t"/>
            <a:pathLst>
              <a:path extrusionOk="0" h="25529" w="21351">
                <a:moveTo>
                  <a:pt x="16709" y="81"/>
                </a:moveTo>
                <a:lnTo>
                  <a:pt x="17052" y="122"/>
                </a:lnTo>
                <a:lnTo>
                  <a:pt x="17416" y="202"/>
                </a:lnTo>
                <a:lnTo>
                  <a:pt x="17759" y="303"/>
                </a:lnTo>
                <a:lnTo>
                  <a:pt x="18102" y="424"/>
                </a:lnTo>
                <a:lnTo>
                  <a:pt x="18445" y="586"/>
                </a:lnTo>
                <a:lnTo>
                  <a:pt x="18788" y="788"/>
                </a:lnTo>
                <a:lnTo>
                  <a:pt x="19111" y="1010"/>
                </a:lnTo>
                <a:lnTo>
                  <a:pt x="19434" y="1272"/>
                </a:lnTo>
                <a:lnTo>
                  <a:pt x="19736" y="1575"/>
                </a:lnTo>
                <a:lnTo>
                  <a:pt x="19999" y="1897"/>
                </a:lnTo>
                <a:lnTo>
                  <a:pt x="20261" y="2261"/>
                </a:lnTo>
                <a:lnTo>
                  <a:pt x="20483" y="2644"/>
                </a:lnTo>
                <a:lnTo>
                  <a:pt x="20644" y="2947"/>
                </a:lnTo>
                <a:lnTo>
                  <a:pt x="20766" y="3250"/>
                </a:lnTo>
                <a:lnTo>
                  <a:pt x="20887" y="3572"/>
                </a:lnTo>
                <a:lnTo>
                  <a:pt x="20987" y="3895"/>
                </a:lnTo>
                <a:lnTo>
                  <a:pt x="21068" y="4238"/>
                </a:lnTo>
                <a:lnTo>
                  <a:pt x="21149" y="4581"/>
                </a:lnTo>
                <a:lnTo>
                  <a:pt x="21209" y="4945"/>
                </a:lnTo>
                <a:lnTo>
                  <a:pt x="21250" y="5308"/>
                </a:lnTo>
                <a:lnTo>
                  <a:pt x="21270" y="5691"/>
                </a:lnTo>
                <a:lnTo>
                  <a:pt x="21270" y="6075"/>
                </a:lnTo>
                <a:lnTo>
                  <a:pt x="21270" y="6478"/>
                </a:lnTo>
                <a:lnTo>
                  <a:pt x="21250" y="6882"/>
                </a:lnTo>
                <a:lnTo>
                  <a:pt x="21230" y="7306"/>
                </a:lnTo>
                <a:lnTo>
                  <a:pt x="21169" y="7750"/>
                </a:lnTo>
                <a:lnTo>
                  <a:pt x="21109" y="8194"/>
                </a:lnTo>
                <a:lnTo>
                  <a:pt x="21028" y="8658"/>
                </a:lnTo>
                <a:lnTo>
                  <a:pt x="20947" y="9122"/>
                </a:lnTo>
                <a:lnTo>
                  <a:pt x="20846" y="9586"/>
                </a:lnTo>
                <a:lnTo>
                  <a:pt x="20725" y="10010"/>
                </a:lnTo>
                <a:lnTo>
                  <a:pt x="20604" y="10434"/>
                </a:lnTo>
                <a:lnTo>
                  <a:pt x="20483" y="10857"/>
                </a:lnTo>
                <a:lnTo>
                  <a:pt x="20342" y="11261"/>
                </a:lnTo>
                <a:lnTo>
                  <a:pt x="20180" y="11644"/>
                </a:lnTo>
                <a:lnTo>
                  <a:pt x="20019" y="12008"/>
                </a:lnTo>
                <a:lnTo>
                  <a:pt x="19857" y="12371"/>
                </a:lnTo>
                <a:lnTo>
                  <a:pt x="19676" y="12714"/>
                </a:lnTo>
                <a:lnTo>
                  <a:pt x="19474" y="13037"/>
                </a:lnTo>
                <a:lnTo>
                  <a:pt x="19272" y="13340"/>
                </a:lnTo>
                <a:lnTo>
                  <a:pt x="19070" y="13642"/>
                </a:lnTo>
                <a:lnTo>
                  <a:pt x="18848" y="13945"/>
                </a:lnTo>
                <a:lnTo>
                  <a:pt x="18606" y="14207"/>
                </a:lnTo>
                <a:lnTo>
                  <a:pt x="18364" y="14470"/>
                </a:lnTo>
                <a:lnTo>
                  <a:pt x="18142" y="14692"/>
                </a:lnTo>
                <a:lnTo>
                  <a:pt x="17920" y="14893"/>
                </a:lnTo>
                <a:lnTo>
                  <a:pt x="17436" y="15297"/>
                </a:lnTo>
                <a:lnTo>
                  <a:pt x="16931" y="15640"/>
                </a:lnTo>
                <a:lnTo>
                  <a:pt x="16386" y="15983"/>
                </a:lnTo>
                <a:lnTo>
                  <a:pt x="15842" y="16306"/>
                </a:lnTo>
                <a:lnTo>
                  <a:pt x="15297" y="16589"/>
                </a:lnTo>
                <a:lnTo>
                  <a:pt x="14187" y="17154"/>
                </a:lnTo>
                <a:lnTo>
                  <a:pt x="13481" y="17497"/>
                </a:lnTo>
                <a:lnTo>
                  <a:pt x="12774" y="17860"/>
                </a:lnTo>
                <a:lnTo>
                  <a:pt x="12088" y="18264"/>
                </a:lnTo>
                <a:lnTo>
                  <a:pt x="11422" y="18667"/>
                </a:lnTo>
                <a:lnTo>
                  <a:pt x="10958" y="18990"/>
                </a:lnTo>
                <a:lnTo>
                  <a:pt x="10494" y="19333"/>
                </a:lnTo>
                <a:lnTo>
                  <a:pt x="10070" y="19696"/>
                </a:lnTo>
                <a:lnTo>
                  <a:pt x="9646" y="20060"/>
                </a:lnTo>
                <a:lnTo>
                  <a:pt x="8799" y="20847"/>
                </a:lnTo>
                <a:lnTo>
                  <a:pt x="7992" y="21613"/>
                </a:lnTo>
                <a:lnTo>
                  <a:pt x="7205" y="22400"/>
                </a:lnTo>
                <a:lnTo>
                  <a:pt x="6377" y="23167"/>
                </a:lnTo>
                <a:lnTo>
                  <a:pt x="5953" y="23531"/>
                </a:lnTo>
                <a:lnTo>
                  <a:pt x="5509" y="23894"/>
                </a:lnTo>
                <a:lnTo>
                  <a:pt x="5065" y="24237"/>
                </a:lnTo>
                <a:lnTo>
                  <a:pt x="4601" y="24560"/>
                </a:lnTo>
                <a:lnTo>
                  <a:pt x="4178" y="24822"/>
                </a:lnTo>
                <a:lnTo>
                  <a:pt x="3935" y="24963"/>
                </a:lnTo>
                <a:lnTo>
                  <a:pt x="3673" y="25084"/>
                </a:lnTo>
                <a:lnTo>
                  <a:pt x="3411" y="25205"/>
                </a:lnTo>
                <a:lnTo>
                  <a:pt x="3148" y="25306"/>
                </a:lnTo>
                <a:lnTo>
                  <a:pt x="2866" y="25367"/>
                </a:lnTo>
                <a:lnTo>
                  <a:pt x="2563" y="25427"/>
                </a:lnTo>
                <a:lnTo>
                  <a:pt x="2260" y="25448"/>
                </a:lnTo>
                <a:lnTo>
                  <a:pt x="1978" y="25427"/>
                </a:lnTo>
                <a:lnTo>
                  <a:pt x="1695" y="25367"/>
                </a:lnTo>
                <a:lnTo>
                  <a:pt x="1433" y="25286"/>
                </a:lnTo>
                <a:lnTo>
                  <a:pt x="1171" y="25185"/>
                </a:lnTo>
                <a:lnTo>
                  <a:pt x="949" y="25044"/>
                </a:lnTo>
                <a:lnTo>
                  <a:pt x="747" y="24883"/>
                </a:lnTo>
                <a:lnTo>
                  <a:pt x="585" y="24701"/>
                </a:lnTo>
                <a:lnTo>
                  <a:pt x="424" y="24459"/>
                </a:lnTo>
                <a:lnTo>
                  <a:pt x="303" y="24196"/>
                </a:lnTo>
                <a:lnTo>
                  <a:pt x="222" y="23894"/>
                </a:lnTo>
                <a:lnTo>
                  <a:pt x="142" y="23551"/>
                </a:lnTo>
                <a:lnTo>
                  <a:pt x="101" y="23167"/>
                </a:lnTo>
                <a:lnTo>
                  <a:pt x="81" y="22784"/>
                </a:lnTo>
                <a:lnTo>
                  <a:pt x="101" y="22421"/>
                </a:lnTo>
                <a:lnTo>
                  <a:pt x="142" y="22037"/>
                </a:lnTo>
                <a:lnTo>
                  <a:pt x="202" y="21654"/>
                </a:lnTo>
                <a:lnTo>
                  <a:pt x="303" y="21291"/>
                </a:lnTo>
                <a:lnTo>
                  <a:pt x="424" y="20947"/>
                </a:lnTo>
                <a:lnTo>
                  <a:pt x="585" y="20584"/>
                </a:lnTo>
                <a:lnTo>
                  <a:pt x="727" y="20342"/>
                </a:lnTo>
                <a:lnTo>
                  <a:pt x="868" y="20080"/>
                </a:lnTo>
                <a:lnTo>
                  <a:pt x="1029" y="19838"/>
                </a:lnTo>
                <a:lnTo>
                  <a:pt x="1211" y="19616"/>
                </a:lnTo>
                <a:lnTo>
                  <a:pt x="1393" y="19373"/>
                </a:lnTo>
                <a:lnTo>
                  <a:pt x="1574" y="19172"/>
                </a:lnTo>
                <a:lnTo>
                  <a:pt x="1978" y="18768"/>
                </a:lnTo>
                <a:lnTo>
                  <a:pt x="2402" y="18385"/>
                </a:lnTo>
                <a:lnTo>
                  <a:pt x="2825" y="18042"/>
                </a:lnTo>
                <a:lnTo>
                  <a:pt x="3249" y="17739"/>
                </a:lnTo>
                <a:lnTo>
                  <a:pt x="3673" y="17456"/>
                </a:lnTo>
                <a:lnTo>
                  <a:pt x="4561" y="16871"/>
                </a:lnTo>
                <a:lnTo>
                  <a:pt x="5489" y="16306"/>
                </a:lnTo>
                <a:lnTo>
                  <a:pt x="6438" y="15761"/>
                </a:lnTo>
                <a:lnTo>
                  <a:pt x="7366" y="15257"/>
                </a:lnTo>
                <a:lnTo>
                  <a:pt x="7568" y="15136"/>
                </a:lnTo>
                <a:lnTo>
                  <a:pt x="8153" y="14793"/>
                </a:lnTo>
                <a:lnTo>
                  <a:pt x="8758" y="14429"/>
                </a:lnTo>
                <a:lnTo>
                  <a:pt x="9041" y="14228"/>
                </a:lnTo>
                <a:lnTo>
                  <a:pt x="9323" y="14026"/>
                </a:lnTo>
                <a:lnTo>
                  <a:pt x="9606" y="13804"/>
                </a:lnTo>
                <a:lnTo>
                  <a:pt x="9868" y="13541"/>
                </a:lnTo>
                <a:lnTo>
                  <a:pt x="10070" y="13340"/>
                </a:lnTo>
                <a:lnTo>
                  <a:pt x="10232" y="13138"/>
                </a:lnTo>
                <a:lnTo>
                  <a:pt x="10393" y="12916"/>
                </a:lnTo>
                <a:lnTo>
                  <a:pt x="10534" y="12694"/>
                </a:lnTo>
                <a:lnTo>
                  <a:pt x="10675" y="12452"/>
                </a:lnTo>
                <a:lnTo>
                  <a:pt x="10797" y="12210"/>
                </a:lnTo>
                <a:lnTo>
                  <a:pt x="10897" y="11967"/>
                </a:lnTo>
                <a:lnTo>
                  <a:pt x="10978" y="11725"/>
                </a:lnTo>
                <a:lnTo>
                  <a:pt x="11140" y="11221"/>
                </a:lnTo>
                <a:lnTo>
                  <a:pt x="11261" y="10716"/>
                </a:lnTo>
                <a:lnTo>
                  <a:pt x="11362" y="10191"/>
                </a:lnTo>
                <a:lnTo>
                  <a:pt x="11463" y="9647"/>
                </a:lnTo>
                <a:lnTo>
                  <a:pt x="11563" y="8839"/>
                </a:lnTo>
                <a:lnTo>
                  <a:pt x="11664" y="8012"/>
                </a:lnTo>
                <a:lnTo>
                  <a:pt x="11846" y="6599"/>
                </a:lnTo>
                <a:lnTo>
                  <a:pt x="11947" y="5893"/>
                </a:lnTo>
                <a:lnTo>
                  <a:pt x="12088" y="5187"/>
                </a:lnTo>
                <a:lnTo>
                  <a:pt x="12209" y="4682"/>
                </a:lnTo>
                <a:lnTo>
                  <a:pt x="12330" y="4218"/>
                </a:lnTo>
                <a:lnTo>
                  <a:pt x="12472" y="3754"/>
                </a:lnTo>
                <a:lnTo>
                  <a:pt x="12633" y="3330"/>
                </a:lnTo>
                <a:lnTo>
                  <a:pt x="12794" y="2947"/>
                </a:lnTo>
                <a:lnTo>
                  <a:pt x="12976" y="2563"/>
                </a:lnTo>
                <a:lnTo>
                  <a:pt x="13158" y="2220"/>
                </a:lnTo>
                <a:lnTo>
                  <a:pt x="13359" y="1897"/>
                </a:lnTo>
                <a:lnTo>
                  <a:pt x="13561" y="1615"/>
                </a:lnTo>
                <a:lnTo>
                  <a:pt x="13803" y="1332"/>
                </a:lnTo>
                <a:lnTo>
                  <a:pt x="14025" y="1090"/>
                </a:lnTo>
                <a:lnTo>
                  <a:pt x="14288" y="868"/>
                </a:lnTo>
                <a:lnTo>
                  <a:pt x="14550" y="687"/>
                </a:lnTo>
                <a:lnTo>
                  <a:pt x="14812" y="525"/>
                </a:lnTo>
                <a:lnTo>
                  <a:pt x="15115" y="364"/>
                </a:lnTo>
                <a:lnTo>
                  <a:pt x="15418" y="263"/>
                </a:lnTo>
                <a:lnTo>
                  <a:pt x="15721" y="162"/>
                </a:lnTo>
                <a:lnTo>
                  <a:pt x="16043" y="101"/>
                </a:lnTo>
                <a:lnTo>
                  <a:pt x="16366" y="81"/>
                </a:lnTo>
                <a:close/>
                <a:moveTo>
                  <a:pt x="16467" y="1"/>
                </a:moveTo>
                <a:lnTo>
                  <a:pt x="16104" y="21"/>
                </a:lnTo>
                <a:lnTo>
                  <a:pt x="15741" y="81"/>
                </a:lnTo>
                <a:lnTo>
                  <a:pt x="15377" y="182"/>
                </a:lnTo>
                <a:lnTo>
                  <a:pt x="15075" y="303"/>
                </a:lnTo>
                <a:lnTo>
                  <a:pt x="14792" y="445"/>
                </a:lnTo>
                <a:lnTo>
                  <a:pt x="14510" y="606"/>
                </a:lnTo>
                <a:lnTo>
                  <a:pt x="14227" y="808"/>
                </a:lnTo>
                <a:lnTo>
                  <a:pt x="13985" y="1030"/>
                </a:lnTo>
                <a:lnTo>
                  <a:pt x="13743" y="1272"/>
                </a:lnTo>
                <a:lnTo>
                  <a:pt x="13501" y="1554"/>
                </a:lnTo>
                <a:lnTo>
                  <a:pt x="13299" y="1857"/>
                </a:lnTo>
                <a:lnTo>
                  <a:pt x="13097" y="2180"/>
                </a:lnTo>
                <a:lnTo>
                  <a:pt x="12895" y="2523"/>
                </a:lnTo>
                <a:lnTo>
                  <a:pt x="12714" y="2906"/>
                </a:lnTo>
                <a:lnTo>
                  <a:pt x="12552" y="3310"/>
                </a:lnTo>
                <a:lnTo>
                  <a:pt x="12391" y="3734"/>
                </a:lnTo>
                <a:lnTo>
                  <a:pt x="12250" y="4178"/>
                </a:lnTo>
                <a:lnTo>
                  <a:pt x="12128" y="4662"/>
                </a:lnTo>
                <a:lnTo>
                  <a:pt x="12007" y="5187"/>
                </a:lnTo>
                <a:lnTo>
                  <a:pt x="11886" y="5873"/>
                </a:lnTo>
                <a:lnTo>
                  <a:pt x="11765" y="6599"/>
                </a:lnTo>
                <a:lnTo>
                  <a:pt x="11584" y="7992"/>
                </a:lnTo>
                <a:lnTo>
                  <a:pt x="11483" y="8819"/>
                </a:lnTo>
                <a:lnTo>
                  <a:pt x="11382" y="9647"/>
                </a:lnTo>
                <a:lnTo>
                  <a:pt x="11281" y="10171"/>
                </a:lnTo>
                <a:lnTo>
                  <a:pt x="11180" y="10696"/>
                </a:lnTo>
                <a:lnTo>
                  <a:pt x="11059" y="11200"/>
                </a:lnTo>
                <a:lnTo>
                  <a:pt x="10918" y="11705"/>
                </a:lnTo>
                <a:lnTo>
                  <a:pt x="10817" y="11947"/>
                </a:lnTo>
                <a:lnTo>
                  <a:pt x="10716" y="12169"/>
                </a:lnTo>
                <a:lnTo>
                  <a:pt x="10595" y="12411"/>
                </a:lnTo>
                <a:lnTo>
                  <a:pt x="10474" y="12633"/>
                </a:lnTo>
                <a:lnTo>
                  <a:pt x="10332" y="12855"/>
                </a:lnTo>
                <a:lnTo>
                  <a:pt x="10171" y="13077"/>
                </a:lnTo>
                <a:lnTo>
                  <a:pt x="10010" y="13279"/>
                </a:lnTo>
                <a:lnTo>
                  <a:pt x="9808" y="13501"/>
                </a:lnTo>
                <a:lnTo>
                  <a:pt x="9545" y="13743"/>
                </a:lnTo>
                <a:lnTo>
                  <a:pt x="9283" y="13965"/>
                </a:lnTo>
                <a:lnTo>
                  <a:pt x="9001" y="14167"/>
                </a:lnTo>
                <a:lnTo>
                  <a:pt x="8718" y="14369"/>
                </a:lnTo>
                <a:lnTo>
                  <a:pt x="8113" y="14732"/>
                </a:lnTo>
                <a:lnTo>
                  <a:pt x="7527" y="15055"/>
                </a:lnTo>
                <a:lnTo>
                  <a:pt x="7326" y="15176"/>
                </a:lnTo>
                <a:lnTo>
                  <a:pt x="6397" y="15701"/>
                </a:lnTo>
                <a:lnTo>
                  <a:pt x="5449" y="16246"/>
                </a:lnTo>
                <a:lnTo>
                  <a:pt x="4521" y="16790"/>
                </a:lnTo>
                <a:lnTo>
                  <a:pt x="3612" y="17376"/>
                </a:lnTo>
                <a:lnTo>
                  <a:pt x="3209" y="17658"/>
                </a:lnTo>
                <a:lnTo>
                  <a:pt x="2765" y="17981"/>
                </a:lnTo>
                <a:lnTo>
                  <a:pt x="2341" y="18324"/>
                </a:lnTo>
                <a:lnTo>
                  <a:pt x="1917" y="18707"/>
                </a:lnTo>
                <a:lnTo>
                  <a:pt x="1514" y="19111"/>
                </a:lnTo>
                <a:lnTo>
                  <a:pt x="1312" y="19333"/>
                </a:lnTo>
                <a:lnTo>
                  <a:pt x="1130" y="19555"/>
                </a:lnTo>
                <a:lnTo>
                  <a:pt x="969" y="19797"/>
                </a:lnTo>
                <a:lnTo>
                  <a:pt x="807" y="20039"/>
                </a:lnTo>
                <a:lnTo>
                  <a:pt x="646" y="20302"/>
                </a:lnTo>
                <a:lnTo>
                  <a:pt x="505" y="20564"/>
                </a:lnTo>
                <a:lnTo>
                  <a:pt x="364" y="20907"/>
                </a:lnTo>
                <a:lnTo>
                  <a:pt x="222" y="21270"/>
                </a:lnTo>
                <a:lnTo>
                  <a:pt x="142" y="21654"/>
                </a:lnTo>
                <a:lnTo>
                  <a:pt x="61" y="22017"/>
                </a:lnTo>
                <a:lnTo>
                  <a:pt x="20" y="22400"/>
                </a:lnTo>
                <a:lnTo>
                  <a:pt x="0" y="22784"/>
                </a:lnTo>
                <a:lnTo>
                  <a:pt x="20" y="23167"/>
                </a:lnTo>
                <a:lnTo>
                  <a:pt x="61" y="23551"/>
                </a:lnTo>
                <a:lnTo>
                  <a:pt x="142" y="23914"/>
                </a:lnTo>
                <a:lnTo>
                  <a:pt x="242" y="24237"/>
                </a:lnTo>
                <a:lnTo>
                  <a:pt x="364" y="24499"/>
                </a:lnTo>
                <a:lnTo>
                  <a:pt x="505" y="24741"/>
                </a:lnTo>
                <a:lnTo>
                  <a:pt x="666" y="24923"/>
                </a:lnTo>
                <a:lnTo>
                  <a:pt x="848" y="25064"/>
                </a:lnTo>
                <a:lnTo>
                  <a:pt x="1050" y="25205"/>
                </a:lnTo>
                <a:lnTo>
                  <a:pt x="1251" y="25327"/>
                </a:lnTo>
                <a:lnTo>
                  <a:pt x="1494" y="25407"/>
                </a:lnTo>
                <a:lnTo>
                  <a:pt x="1736" y="25468"/>
                </a:lnTo>
                <a:lnTo>
                  <a:pt x="1978" y="25508"/>
                </a:lnTo>
                <a:lnTo>
                  <a:pt x="2260" y="25528"/>
                </a:lnTo>
                <a:lnTo>
                  <a:pt x="2563" y="25508"/>
                </a:lnTo>
                <a:lnTo>
                  <a:pt x="2866" y="25448"/>
                </a:lnTo>
                <a:lnTo>
                  <a:pt x="3169" y="25367"/>
                </a:lnTo>
                <a:lnTo>
                  <a:pt x="3451" y="25286"/>
                </a:lnTo>
                <a:lnTo>
                  <a:pt x="3713" y="25165"/>
                </a:lnTo>
                <a:lnTo>
                  <a:pt x="3976" y="25044"/>
                </a:lnTo>
                <a:lnTo>
                  <a:pt x="4218" y="24903"/>
                </a:lnTo>
                <a:lnTo>
                  <a:pt x="4642" y="24620"/>
                </a:lnTo>
                <a:lnTo>
                  <a:pt x="5106" y="24297"/>
                </a:lnTo>
                <a:lnTo>
                  <a:pt x="5550" y="23954"/>
                </a:lnTo>
                <a:lnTo>
                  <a:pt x="5994" y="23611"/>
                </a:lnTo>
                <a:lnTo>
                  <a:pt x="6418" y="23228"/>
                </a:lnTo>
                <a:lnTo>
                  <a:pt x="7245" y="22461"/>
                </a:lnTo>
                <a:lnTo>
                  <a:pt x="8052" y="21674"/>
                </a:lnTo>
                <a:lnTo>
                  <a:pt x="8859" y="20907"/>
                </a:lnTo>
                <a:lnTo>
                  <a:pt x="9687" y="20140"/>
                </a:lnTo>
                <a:lnTo>
                  <a:pt x="10110" y="19757"/>
                </a:lnTo>
                <a:lnTo>
                  <a:pt x="10554" y="19394"/>
                </a:lnTo>
                <a:lnTo>
                  <a:pt x="10998" y="19051"/>
                </a:lnTo>
                <a:lnTo>
                  <a:pt x="11463" y="18728"/>
                </a:lnTo>
                <a:lnTo>
                  <a:pt x="12128" y="18324"/>
                </a:lnTo>
                <a:lnTo>
                  <a:pt x="12815" y="17941"/>
                </a:lnTo>
                <a:lnTo>
                  <a:pt x="13521" y="17577"/>
                </a:lnTo>
                <a:lnTo>
                  <a:pt x="14207" y="17234"/>
                </a:lnTo>
                <a:lnTo>
                  <a:pt x="15337" y="16669"/>
                </a:lnTo>
                <a:lnTo>
                  <a:pt x="15902" y="16367"/>
                </a:lnTo>
                <a:lnTo>
                  <a:pt x="16447" y="16044"/>
                </a:lnTo>
                <a:lnTo>
                  <a:pt x="16972" y="15721"/>
                </a:lnTo>
                <a:lnTo>
                  <a:pt x="17476" y="15358"/>
                </a:lnTo>
                <a:lnTo>
                  <a:pt x="17981" y="14954"/>
                </a:lnTo>
                <a:lnTo>
                  <a:pt x="18203" y="14752"/>
                </a:lnTo>
                <a:lnTo>
                  <a:pt x="18425" y="14530"/>
                </a:lnTo>
                <a:lnTo>
                  <a:pt x="18667" y="14268"/>
                </a:lnTo>
                <a:lnTo>
                  <a:pt x="18909" y="13985"/>
                </a:lnTo>
                <a:lnTo>
                  <a:pt x="19131" y="13703"/>
                </a:lnTo>
                <a:lnTo>
                  <a:pt x="19333" y="13400"/>
                </a:lnTo>
                <a:lnTo>
                  <a:pt x="19535" y="13077"/>
                </a:lnTo>
                <a:lnTo>
                  <a:pt x="19736" y="12754"/>
                </a:lnTo>
                <a:lnTo>
                  <a:pt x="19918" y="12411"/>
                </a:lnTo>
                <a:lnTo>
                  <a:pt x="20100" y="12048"/>
                </a:lnTo>
                <a:lnTo>
                  <a:pt x="20261" y="11665"/>
                </a:lnTo>
                <a:lnTo>
                  <a:pt x="20402" y="11281"/>
                </a:lnTo>
                <a:lnTo>
                  <a:pt x="20544" y="10878"/>
                </a:lnTo>
                <a:lnTo>
                  <a:pt x="20685" y="10474"/>
                </a:lnTo>
                <a:lnTo>
                  <a:pt x="20806" y="10050"/>
                </a:lnTo>
                <a:lnTo>
                  <a:pt x="20927" y="9606"/>
                </a:lnTo>
                <a:lnTo>
                  <a:pt x="21028" y="9142"/>
                </a:lnTo>
                <a:lnTo>
                  <a:pt x="21109" y="8678"/>
                </a:lnTo>
                <a:lnTo>
                  <a:pt x="21189" y="8214"/>
                </a:lnTo>
                <a:lnTo>
                  <a:pt x="21250" y="7750"/>
                </a:lnTo>
                <a:lnTo>
                  <a:pt x="21310" y="7326"/>
                </a:lnTo>
                <a:lnTo>
                  <a:pt x="21331" y="6882"/>
                </a:lnTo>
                <a:lnTo>
                  <a:pt x="21351" y="6478"/>
                </a:lnTo>
                <a:lnTo>
                  <a:pt x="21351" y="6075"/>
                </a:lnTo>
                <a:lnTo>
                  <a:pt x="21351" y="5671"/>
                </a:lnTo>
                <a:lnTo>
                  <a:pt x="21331" y="5288"/>
                </a:lnTo>
                <a:lnTo>
                  <a:pt x="21270" y="4924"/>
                </a:lnTo>
                <a:lnTo>
                  <a:pt x="21230" y="4561"/>
                </a:lnTo>
                <a:lnTo>
                  <a:pt x="21149" y="4218"/>
                </a:lnTo>
                <a:lnTo>
                  <a:pt x="21068" y="3875"/>
                </a:lnTo>
                <a:lnTo>
                  <a:pt x="20967" y="3532"/>
                </a:lnTo>
                <a:lnTo>
                  <a:pt x="20846" y="3229"/>
                </a:lnTo>
                <a:lnTo>
                  <a:pt x="20705" y="2906"/>
                </a:lnTo>
                <a:lnTo>
                  <a:pt x="20564" y="2624"/>
                </a:lnTo>
                <a:lnTo>
                  <a:pt x="20362" y="2281"/>
                </a:lnTo>
                <a:lnTo>
                  <a:pt x="20140" y="1958"/>
                </a:lnTo>
                <a:lnTo>
                  <a:pt x="19898" y="1655"/>
                </a:lnTo>
                <a:lnTo>
                  <a:pt x="19615" y="1373"/>
                </a:lnTo>
                <a:lnTo>
                  <a:pt x="19333" y="1110"/>
                </a:lnTo>
                <a:lnTo>
                  <a:pt x="19010" y="868"/>
                </a:lnTo>
                <a:lnTo>
                  <a:pt x="18687" y="646"/>
                </a:lnTo>
                <a:lnTo>
                  <a:pt x="18344" y="465"/>
                </a:lnTo>
                <a:lnTo>
                  <a:pt x="17981" y="283"/>
                </a:lnTo>
                <a:lnTo>
                  <a:pt x="17597" y="162"/>
                </a:lnTo>
                <a:lnTo>
                  <a:pt x="17214" y="61"/>
                </a:lnTo>
                <a:lnTo>
                  <a:pt x="16851" y="21"/>
                </a:lnTo>
                <a:lnTo>
                  <a:pt x="16467" y="1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47" name="Google Shape;1347;p17"/>
          <p:cNvSpPr/>
          <p:nvPr/>
        </p:nvSpPr>
        <p:spPr>
          <a:xfrm>
            <a:off x="7611538" y="319256"/>
            <a:ext cx="1884195" cy="733450"/>
          </a:xfrm>
          <a:custGeom>
            <a:rect b="b" l="l" r="r" t="t"/>
            <a:pathLst>
              <a:path extrusionOk="0" h="13119" w="33702">
                <a:moveTo>
                  <a:pt x="8436" y="82"/>
                </a:moveTo>
                <a:lnTo>
                  <a:pt x="9041" y="102"/>
                </a:lnTo>
                <a:lnTo>
                  <a:pt x="9667" y="142"/>
                </a:lnTo>
                <a:lnTo>
                  <a:pt x="10312" y="183"/>
                </a:lnTo>
                <a:lnTo>
                  <a:pt x="10978" y="263"/>
                </a:lnTo>
                <a:lnTo>
                  <a:pt x="12532" y="465"/>
                </a:lnTo>
                <a:lnTo>
                  <a:pt x="14005" y="707"/>
                </a:lnTo>
                <a:lnTo>
                  <a:pt x="15398" y="949"/>
                </a:lnTo>
                <a:lnTo>
                  <a:pt x="16689" y="1192"/>
                </a:lnTo>
                <a:lnTo>
                  <a:pt x="17900" y="1454"/>
                </a:lnTo>
                <a:lnTo>
                  <a:pt x="19030" y="1716"/>
                </a:lnTo>
                <a:lnTo>
                  <a:pt x="20080" y="1979"/>
                </a:lnTo>
                <a:lnTo>
                  <a:pt x="21048" y="2241"/>
                </a:lnTo>
                <a:lnTo>
                  <a:pt x="21956" y="2523"/>
                </a:lnTo>
                <a:lnTo>
                  <a:pt x="22804" y="2786"/>
                </a:lnTo>
                <a:lnTo>
                  <a:pt x="23571" y="3068"/>
                </a:lnTo>
                <a:lnTo>
                  <a:pt x="24277" y="3331"/>
                </a:lnTo>
                <a:lnTo>
                  <a:pt x="24943" y="3593"/>
                </a:lnTo>
                <a:lnTo>
                  <a:pt x="25548" y="3835"/>
                </a:lnTo>
                <a:lnTo>
                  <a:pt x="26598" y="4320"/>
                </a:lnTo>
                <a:lnTo>
                  <a:pt x="27607" y="4824"/>
                </a:lnTo>
                <a:lnTo>
                  <a:pt x="28071" y="5066"/>
                </a:lnTo>
                <a:lnTo>
                  <a:pt x="28535" y="5329"/>
                </a:lnTo>
                <a:lnTo>
                  <a:pt x="28999" y="5611"/>
                </a:lnTo>
                <a:lnTo>
                  <a:pt x="29423" y="5894"/>
                </a:lnTo>
                <a:lnTo>
                  <a:pt x="29847" y="6176"/>
                </a:lnTo>
                <a:lnTo>
                  <a:pt x="30271" y="6459"/>
                </a:lnTo>
                <a:lnTo>
                  <a:pt x="30654" y="6761"/>
                </a:lnTo>
                <a:lnTo>
                  <a:pt x="31058" y="7064"/>
                </a:lnTo>
                <a:lnTo>
                  <a:pt x="31421" y="7367"/>
                </a:lnTo>
                <a:lnTo>
                  <a:pt x="31784" y="7690"/>
                </a:lnTo>
                <a:lnTo>
                  <a:pt x="32127" y="8012"/>
                </a:lnTo>
                <a:lnTo>
                  <a:pt x="32450" y="8335"/>
                </a:lnTo>
                <a:lnTo>
                  <a:pt x="32773" y="8678"/>
                </a:lnTo>
                <a:lnTo>
                  <a:pt x="33076" y="9021"/>
                </a:lnTo>
                <a:lnTo>
                  <a:pt x="33237" y="9223"/>
                </a:lnTo>
                <a:lnTo>
                  <a:pt x="33378" y="9425"/>
                </a:lnTo>
                <a:lnTo>
                  <a:pt x="33520" y="9667"/>
                </a:lnTo>
                <a:lnTo>
                  <a:pt x="33560" y="9788"/>
                </a:lnTo>
                <a:lnTo>
                  <a:pt x="33600" y="9909"/>
                </a:lnTo>
                <a:lnTo>
                  <a:pt x="33620" y="10030"/>
                </a:lnTo>
                <a:lnTo>
                  <a:pt x="33620" y="10172"/>
                </a:lnTo>
                <a:lnTo>
                  <a:pt x="33600" y="10293"/>
                </a:lnTo>
                <a:lnTo>
                  <a:pt x="33580" y="10414"/>
                </a:lnTo>
                <a:lnTo>
                  <a:pt x="33520" y="10535"/>
                </a:lnTo>
                <a:lnTo>
                  <a:pt x="33459" y="10636"/>
                </a:lnTo>
                <a:lnTo>
                  <a:pt x="33378" y="10737"/>
                </a:lnTo>
                <a:lnTo>
                  <a:pt x="33257" y="10797"/>
                </a:lnTo>
                <a:lnTo>
                  <a:pt x="33176" y="10838"/>
                </a:lnTo>
                <a:lnTo>
                  <a:pt x="33096" y="10858"/>
                </a:lnTo>
                <a:lnTo>
                  <a:pt x="32894" y="10878"/>
                </a:lnTo>
                <a:lnTo>
                  <a:pt x="32692" y="10858"/>
                </a:lnTo>
                <a:lnTo>
                  <a:pt x="32470" y="10817"/>
                </a:lnTo>
                <a:lnTo>
                  <a:pt x="29019" y="10152"/>
                </a:lnTo>
                <a:lnTo>
                  <a:pt x="26840" y="9748"/>
                </a:lnTo>
                <a:lnTo>
                  <a:pt x="25750" y="9566"/>
                </a:lnTo>
                <a:lnTo>
                  <a:pt x="24640" y="9385"/>
                </a:lnTo>
                <a:lnTo>
                  <a:pt x="23551" y="9223"/>
                </a:lnTo>
                <a:lnTo>
                  <a:pt x="22420" y="9102"/>
                </a:lnTo>
                <a:lnTo>
                  <a:pt x="21311" y="9021"/>
                </a:lnTo>
                <a:lnTo>
                  <a:pt x="20201" y="8981"/>
                </a:lnTo>
                <a:lnTo>
                  <a:pt x="19071" y="8961"/>
                </a:lnTo>
                <a:lnTo>
                  <a:pt x="17941" y="9021"/>
                </a:lnTo>
                <a:lnTo>
                  <a:pt x="16831" y="9102"/>
                </a:lnTo>
                <a:lnTo>
                  <a:pt x="15721" y="9223"/>
                </a:lnTo>
                <a:lnTo>
                  <a:pt x="14591" y="9385"/>
                </a:lnTo>
                <a:lnTo>
                  <a:pt x="13501" y="9566"/>
                </a:lnTo>
                <a:lnTo>
                  <a:pt x="12391" y="9788"/>
                </a:lnTo>
                <a:lnTo>
                  <a:pt x="11281" y="10051"/>
                </a:lnTo>
                <a:lnTo>
                  <a:pt x="10191" y="10313"/>
                </a:lnTo>
                <a:lnTo>
                  <a:pt x="9081" y="10596"/>
                </a:lnTo>
                <a:lnTo>
                  <a:pt x="7992" y="10918"/>
                </a:lnTo>
                <a:lnTo>
                  <a:pt x="6922" y="11241"/>
                </a:lnTo>
                <a:lnTo>
                  <a:pt x="4763" y="11907"/>
                </a:lnTo>
                <a:lnTo>
                  <a:pt x="2604" y="12593"/>
                </a:lnTo>
                <a:lnTo>
                  <a:pt x="1595" y="12936"/>
                </a:lnTo>
                <a:lnTo>
                  <a:pt x="1433" y="12977"/>
                </a:lnTo>
                <a:lnTo>
                  <a:pt x="1231" y="13017"/>
                </a:lnTo>
                <a:lnTo>
                  <a:pt x="1050" y="13037"/>
                </a:lnTo>
                <a:lnTo>
                  <a:pt x="949" y="13037"/>
                </a:lnTo>
                <a:lnTo>
                  <a:pt x="868" y="13017"/>
                </a:lnTo>
                <a:lnTo>
                  <a:pt x="767" y="12997"/>
                </a:lnTo>
                <a:lnTo>
                  <a:pt x="687" y="12957"/>
                </a:lnTo>
                <a:lnTo>
                  <a:pt x="606" y="12896"/>
                </a:lnTo>
                <a:lnTo>
                  <a:pt x="525" y="12835"/>
                </a:lnTo>
                <a:lnTo>
                  <a:pt x="404" y="12674"/>
                </a:lnTo>
                <a:lnTo>
                  <a:pt x="323" y="12492"/>
                </a:lnTo>
                <a:lnTo>
                  <a:pt x="243" y="12291"/>
                </a:lnTo>
                <a:lnTo>
                  <a:pt x="202" y="12089"/>
                </a:lnTo>
                <a:lnTo>
                  <a:pt x="162" y="11867"/>
                </a:lnTo>
                <a:lnTo>
                  <a:pt x="142" y="11665"/>
                </a:lnTo>
                <a:lnTo>
                  <a:pt x="101" y="10838"/>
                </a:lnTo>
                <a:lnTo>
                  <a:pt x="81" y="9990"/>
                </a:lnTo>
                <a:lnTo>
                  <a:pt x="101" y="9163"/>
                </a:lnTo>
                <a:lnTo>
                  <a:pt x="142" y="8315"/>
                </a:lnTo>
                <a:lnTo>
                  <a:pt x="202" y="7488"/>
                </a:lnTo>
                <a:lnTo>
                  <a:pt x="283" y="6660"/>
                </a:lnTo>
                <a:lnTo>
                  <a:pt x="404" y="5833"/>
                </a:lnTo>
                <a:lnTo>
                  <a:pt x="545" y="5006"/>
                </a:lnTo>
                <a:lnTo>
                  <a:pt x="666" y="4441"/>
                </a:lnTo>
                <a:lnTo>
                  <a:pt x="808" y="3896"/>
                </a:lnTo>
                <a:lnTo>
                  <a:pt x="909" y="3654"/>
                </a:lnTo>
                <a:lnTo>
                  <a:pt x="989" y="3411"/>
                </a:lnTo>
                <a:lnTo>
                  <a:pt x="1110" y="3189"/>
                </a:lnTo>
                <a:lnTo>
                  <a:pt x="1231" y="2967"/>
                </a:lnTo>
                <a:lnTo>
                  <a:pt x="1413" y="2685"/>
                </a:lnTo>
                <a:lnTo>
                  <a:pt x="1635" y="2402"/>
                </a:lnTo>
                <a:lnTo>
                  <a:pt x="1877" y="2140"/>
                </a:lnTo>
                <a:lnTo>
                  <a:pt x="2160" y="1898"/>
                </a:lnTo>
                <a:lnTo>
                  <a:pt x="2462" y="1656"/>
                </a:lnTo>
                <a:lnTo>
                  <a:pt x="2805" y="1434"/>
                </a:lnTo>
                <a:lnTo>
                  <a:pt x="3189" y="1232"/>
                </a:lnTo>
                <a:lnTo>
                  <a:pt x="3572" y="1030"/>
                </a:lnTo>
                <a:lnTo>
                  <a:pt x="4117" y="808"/>
                </a:lnTo>
                <a:lnTo>
                  <a:pt x="4662" y="627"/>
                </a:lnTo>
                <a:lnTo>
                  <a:pt x="5227" y="465"/>
                </a:lnTo>
                <a:lnTo>
                  <a:pt x="5832" y="324"/>
                </a:lnTo>
                <a:lnTo>
                  <a:pt x="6438" y="223"/>
                </a:lnTo>
                <a:lnTo>
                  <a:pt x="7084" y="142"/>
                </a:lnTo>
                <a:lnTo>
                  <a:pt x="7750" y="102"/>
                </a:lnTo>
                <a:lnTo>
                  <a:pt x="8436" y="82"/>
                </a:lnTo>
                <a:close/>
                <a:moveTo>
                  <a:pt x="8335" y="1"/>
                </a:moveTo>
                <a:lnTo>
                  <a:pt x="7830" y="21"/>
                </a:lnTo>
                <a:lnTo>
                  <a:pt x="7346" y="41"/>
                </a:lnTo>
                <a:lnTo>
                  <a:pt x="6882" y="82"/>
                </a:lnTo>
                <a:lnTo>
                  <a:pt x="6438" y="142"/>
                </a:lnTo>
                <a:lnTo>
                  <a:pt x="5974" y="223"/>
                </a:lnTo>
                <a:lnTo>
                  <a:pt x="5550" y="304"/>
                </a:lnTo>
                <a:lnTo>
                  <a:pt x="5126" y="405"/>
                </a:lnTo>
                <a:lnTo>
                  <a:pt x="4723" y="526"/>
                </a:lnTo>
                <a:lnTo>
                  <a:pt x="4319" y="647"/>
                </a:lnTo>
                <a:lnTo>
                  <a:pt x="3915" y="808"/>
                </a:lnTo>
                <a:lnTo>
                  <a:pt x="3552" y="970"/>
                </a:lnTo>
                <a:lnTo>
                  <a:pt x="3149" y="1151"/>
                </a:lnTo>
                <a:lnTo>
                  <a:pt x="2765" y="1373"/>
                </a:lnTo>
                <a:lnTo>
                  <a:pt x="2422" y="1595"/>
                </a:lnTo>
                <a:lnTo>
                  <a:pt x="2099" y="1837"/>
                </a:lnTo>
                <a:lnTo>
                  <a:pt x="1817" y="2080"/>
                </a:lnTo>
                <a:lnTo>
                  <a:pt x="1575" y="2362"/>
                </a:lnTo>
                <a:lnTo>
                  <a:pt x="1353" y="2624"/>
                </a:lnTo>
                <a:lnTo>
                  <a:pt x="1151" y="2927"/>
                </a:lnTo>
                <a:lnTo>
                  <a:pt x="1030" y="3169"/>
                </a:lnTo>
                <a:lnTo>
                  <a:pt x="909" y="3432"/>
                </a:lnTo>
                <a:lnTo>
                  <a:pt x="808" y="3694"/>
                </a:lnTo>
                <a:lnTo>
                  <a:pt x="707" y="3956"/>
                </a:lnTo>
                <a:lnTo>
                  <a:pt x="586" y="4481"/>
                </a:lnTo>
                <a:lnTo>
                  <a:pt x="465" y="4985"/>
                </a:lnTo>
                <a:lnTo>
                  <a:pt x="323" y="5813"/>
                </a:lnTo>
                <a:lnTo>
                  <a:pt x="222" y="6660"/>
                </a:lnTo>
                <a:lnTo>
                  <a:pt x="122" y="7488"/>
                </a:lnTo>
                <a:lnTo>
                  <a:pt x="61" y="8315"/>
                </a:lnTo>
                <a:lnTo>
                  <a:pt x="21" y="9163"/>
                </a:lnTo>
                <a:lnTo>
                  <a:pt x="0" y="9990"/>
                </a:lnTo>
                <a:lnTo>
                  <a:pt x="21" y="10838"/>
                </a:lnTo>
                <a:lnTo>
                  <a:pt x="61" y="11665"/>
                </a:lnTo>
                <a:lnTo>
                  <a:pt x="101" y="11968"/>
                </a:lnTo>
                <a:lnTo>
                  <a:pt x="142" y="12230"/>
                </a:lnTo>
                <a:lnTo>
                  <a:pt x="222" y="12452"/>
                </a:lnTo>
                <a:lnTo>
                  <a:pt x="303" y="12654"/>
                </a:lnTo>
                <a:lnTo>
                  <a:pt x="404" y="12815"/>
                </a:lnTo>
                <a:lnTo>
                  <a:pt x="545" y="12936"/>
                </a:lnTo>
                <a:lnTo>
                  <a:pt x="687" y="13037"/>
                </a:lnTo>
                <a:lnTo>
                  <a:pt x="848" y="13098"/>
                </a:lnTo>
                <a:lnTo>
                  <a:pt x="949" y="13118"/>
                </a:lnTo>
                <a:lnTo>
                  <a:pt x="1191" y="13118"/>
                </a:lnTo>
                <a:lnTo>
                  <a:pt x="1353" y="13078"/>
                </a:lnTo>
                <a:lnTo>
                  <a:pt x="1615" y="12997"/>
                </a:lnTo>
                <a:lnTo>
                  <a:pt x="2644" y="12674"/>
                </a:lnTo>
                <a:lnTo>
                  <a:pt x="4783" y="11988"/>
                </a:lnTo>
                <a:lnTo>
                  <a:pt x="6942" y="11302"/>
                </a:lnTo>
                <a:lnTo>
                  <a:pt x="8012" y="10999"/>
                </a:lnTo>
                <a:lnTo>
                  <a:pt x="9102" y="10676"/>
                </a:lnTo>
                <a:lnTo>
                  <a:pt x="10191" y="10394"/>
                </a:lnTo>
                <a:lnTo>
                  <a:pt x="11301" y="10131"/>
                </a:lnTo>
                <a:lnTo>
                  <a:pt x="12391" y="9869"/>
                </a:lnTo>
                <a:lnTo>
                  <a:pt x="13501" y="9647"/>
                </a:lnTo>
                <a:lnTo>
                  <a:pt x="14611" y="9465"/>
                </a:lnTo>
                <a:lnTo>
                  <a:pt x="15721" y="9304"/>
                </a:lnTo>
                <a:lnTo>
                  <a:pt x="16831" y="9183"/>
                </a:lnTo>
                <a:lnTo>
                  <a:pt x="17961" y="9102"/>
                </a:lnTo>
                <a:lnTo>
                  <a:pt x="19071" y="9042"/>
                </a:lnTo>
                <a:lnTo>
                  <a:pt x="20201" y="9062"/>
                </a:lnTo>
                <a:lnTo>
                  <a:pt x="21311" y="9102"/>
                </a:lnTo>
                <a:lnTo>
                  <a:pt x="22420" y="9183"/>
                </a:lnTo>
                <a:lnTo>
                  <a:pt x="23530" y="9304"/>
                </a:lnTo>
                <a:lnTo>
                  <a:pt x="24640" y="9465"/>
                </a:lnTo>
                <a:lnTo>
                  <a:pt x="25750" y="9647"/>
                </a:lnTo>
                <a:lnTo>
                  <a:pt x="26840" y="9829"/>
                </a:lnTo>
                <a:lnTo>
                  <a:pt x="28999" y="10232"/>
                </a:lnTo>
                <a:lnTo>
                  <a:pt x="32470" y="10898"/>
                </a:lnTo>
                <a:lnTo>
                  <a:pt x="32692" y="10939"/>
                </a:lnTo>
                <a:lnTo>
                  <a:pt x="32894" y="10959"/>
                </a:lnTo>
                <a:lnTo>
                  <a:pt x="33116" y="10939"/>
                </a:lnTo>
                <a:lnTo>
                  <a:pt x="33197" y="10918"/>
                </a:lnTo>
                <a:lnTo>
                  <a:pt x="33298" y="10878"/>
                </a:lnTo>
                <a:lnTo>
                  <a:pt x="33419" y="10797"/>
                </a:lnTo>
                <a:lnTo>
                  <a:pt x="33520" y="10696"/>
                </a:lnTo>
                <a:lnTo>
                  <a:pt x="33600" y="10575"/>
                </a:lnTo>
                <a:lnTo>
                  <a:pt x="33661" y="10454"/>
                </a:lnTo>
                <a:lnTo>
                  <a:pt x="33681" y="10313"/>
                </a:lnTo>
                <a:lnTo>
                  <a:pt x="33701" y="10172"/>
                </a:lnTo>
                <a:lnTo>
                  <a:pt x="33701" y="10030"/>
                </a:lnTo>
                <a:lnTo>
                  <a:pt x="33681" y="9889"/>
                </a:lnTo>
                <a:lnTo>
                  <a:pt x="33641" y="9768"/>
                </a:lnTo>
                <a:lnTo>
                  <a:pt x="33600" y="9627"/>
                </a:lnTo>
                <a:lnTo>
                  <a:pt x="33459" y="9385"/>
                </a:lnTo>
                <a:lnTo>
                  <a:pt x="33298" y="9163"/>
                </a:lnTo>
                <a:lnTo>
                  <a:pt x="33136" y="8961"/>
                </a:lnTo>
                <a:lnTo>
                  <a:pt x="32833" y="8618"/>
                </a:lnTo>
                <a:lnTo>
                  <a:pt x="32511" y="8275"/>
                </a:lnTo>
                <a:lnTo>
                  <a:pt x="32188" y="7952"/>
                </a:lnTo>
                <a:lnTo>
                  <a:pt x="31824" y="7629"/>
                </a:lnTo>
                <a:lnTo>
                  <a:pt x="31481" y="7306"/>
                </a:lnTo>
                <a:lnTo>
                  <a:pt x="31098" y="7003"/>
                </a:lnTo>
                <a:lnTo>
                  <a:pt x="30714" y="6701"/>
                </a:lnTo>
                <a:lnTo>
                  <a:pt x="30311" y="6398"/>
                </a:lnTo>
                <a:lnTo>
                  <a:pt x="29907" y="6095"/>
                </a:lnTo>
                <a:lnTo>
                  <a:pt x="29483" y="5813"/>
                </a:lnTo>
                <a:lnTo>
                  <a:pt x="29040" y="5530"/>
                </a:lnTo>
                <a:lnTo>
                  <a:pt x="28575" y="5268"/>
                </a:lnTo>
                <a:lnTo>
                  <a:pt x="28111" y="5006"/>
                </a:lnTo>
                <a:lnTo>
                  <a:pt x="27627" y="4743"/>
                </a:lnTo>
                <a:lnTo>
                  <a:pt x="26638" y="4259"/>
                </a:lnTo>
                <a:lnTo>
                  <a:pt x="25569" y="3775"/>
                </a:lnTo>
                <a:lnTo>
                  <a:pt x="24963" y="3512"/>
                </a:lnTo>
                <a:lnTo>
                  <a:pt x="24317" y="3250"/>
                </a:lnTo>
                <a:lnTo>
                  <a:pt x="23591" y="2988"/>
                </a:lnTo>
                <a:lnTo>
                  <a:pt x="22824" y="2725"/>
                </a:lnTo>
                <a:lnTo>
                  <a:pt x="21977" y="2443"/>
                </a:lnTo>
                <a:lnTo>
                  <a:pt x="21068" y="2180"/>
                </a:lnTo>
                <a:lnTo>
                  <a:pt x="20100" y="1898"/>
                </a:lnTo>
                <a:lnTo>
                  <a:pt x="19050" y="1636"/>
                </a:lnTo>
                <a:lnTo>
                  <a:pt x="17920" y="1373"/>
                </a:lnTo>
                <a:lnTo>
                  <a:pt x="16710" y="1111"/>
                </a:lnTo>
                <a:lnTo>
                  <a:pt x="15398" y="869"/>
                </a:lnTo>
                <a:lnTo>
                  <a:pt x="14026" y="627"/>
                </a:lnTo>
                <a:lnTo>
                  <a:pt x="12552" y="405"/>
                </a:lnTo>
                <a:lnTo>
                  <a:pt x="10978" y="183"/>
                </a:lnTo>
                <a:lnTo>
                  <a:pt x="10413" y="122"/>
                </a:lnTo>
                <a:lnTo>
                  <a:pt x="9889" y="62"/>
                </a:lnTo>
                <a:lnTo>
                  <a:pt x="9344" y="41"/>
                </a:lnTo>
                <a:lnTo>
                  <a:pt x="8839" y="21"/>
                </a:lnTo>
                <a:lnTo>
                  <a:pt x="8335" y="1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48" name="Google Shape;1348;p17"/>
          <p:cNvSpPr/>
          <p:nvPr/>
        </p:nvSpPr>
        <p:spPr>
          <a:xfrm>
            <a:off x="8093284" y="1493738"/>
            <a:ext cx="166996" cy="99348"/>
          </a:xfrm>
          <a:custGeom>
            <a:rect b="b" l="l" r="r" t="t"/>
            <a:pathLst>
              <a:path extrusionOk="0" h="1777" w="2987">
                <a:moveTo>
                  <a:pt x="2240" y="81"/>
                </a:moveTo>
                <a:lnTo>
                  <a:pt x="2442" y="101"/>
                </a:lnTo>
                <a:lnTo>
                  <a:pt x="2644" y="122"/>
                </a:lnTo>
                <a:lnTo>
                  <a:pt x="2745" y="162"/>
                </a:lnTo>
                <a:lnTo>
                  <a:pt x="2805" y="182"/>
                </a:lnTo>
                <a:lnTo>
                  <a:pt x="2866" y="243"/>
                </a:lnTo>
                <a:lnTo>
                  <a:pt x="2906" y="283"/>
                </a:lnTo>
                <a:lnTo>
                  <a:pt x="2906" y="364"/>
                </a:lnTo>
                <a:lnTo>
                  <a:pt x="2906" y="444"/>
                </a:lnTo>
                <a:lnTo>
                  <a:pt x="2846" y="525"/>
                </a:lnTo>
                <a:lnTo>
                  <a:pt x="2765" y="626"/>
                </a:lnTo>
                <a:lnTo>
                  <a:pt x="2543" y="868"/>
                </a:lnTo>
                <a:lnTo>
                  <a:pt x="2281" y="1070"/>
                </a:lnTo>
                <a:lnTo>
                  <a:pt x="1998" y="1252"/>
                </a:lnTo>
                <a:lnTo>
                  <a:pt x="1716" y="1413"/>
                </a:lnTo>
                <a:lnTo>
                  <a:pt x="1393" y="1534"/>
                </a:lnTo>
                <a:lnTo>
                  <a:pt x="1090" y="1615"/>
                </a:lnTo>
                <a:lnTo>
                  <a:pt x="747" y="1675"/>
                </a:lnTo>
                <a:lnTo>
                  <a:pt x="424" y="1696"/>
                </a:lnTo>
                <a:lnTo>
                  <a:pt x="263" y="1696"/>
                </a:lnTo>
                <a:lnTo>
                  <a:pt x="182" y="1655"/>
                </a:lnTo>
                <a:lnTo>
                  <a:pt x="121" y="1615"/>
                </a:lnTo>
                <a:lnTo>
                  <a:pt x="81" y="1554"/>
                </a:lnTo>
                <a:lnTo>
                  <a:pt x="81" y="1494"/>
                </a:lnTo>
                <a:lnTo>
                  <a:pt x="81" y="1433"/>
                </a:lnTo>
                <a:lnTo>
                  <a:pt x="101" y="1373"/>
                </a:lnTo>
                <a:lnTo>
                  <a:pt x="182" y="1252"/>
                </a:lnTo>
                <a:lnTo>
                  <a:pt x="263" y="1151"/>
                </a:lnTo>
                <a:lnTo>
                  <a:pt x="485" y="949"/>
                </a:lnTo>
                <a:lnTo>
                  <a:pt x="686" y="747"/>
                </a:lnTo>
                <a:lnTo>
                  <a:pt x="929" y="586"/>
                </a:lnTo>
                <a:lnTo>
                  <a:pt x="1171" y="424"/>
                </a:lnTo>
                <a:lnTo>
                  <a:pt x="1413" y="283"/>
                </a:lnTo>
                <a:lnTo>
                  <a:pt x="1675" y="182"/>
                </a:lnTo>
                <a:lnTo>
                  <a:pt x="1958" y="101"/>
                </a:lnTo>
                <a:lnTo>
                  <a:pt x="2240" y="81"/>
                </a:lnTo>
                <a:close/>
                <a:moveTo>
                  <a:pt x="2119" y="0"/>
                </a:moveTo>
                <a:lnTo>
                  <a:pt x="1938" y="21"/>
                </a:lnTo>
                <a:lnTo>
                  <a:pt x="1776" y="61"/>
                </a:lnTo>
                <a:lnTo>
                  <a:pt x="1615" y="122"/>
                </a:lnTo>
                <a:lnTo>
                  <a:pt x="1453" y="182"/>
                </a:lnTo>
                <a:lnTo>
                  <a:pt x="1292" y="243"/>
                </a:lnTo>
                <a:lnTo>
                  <a:pt x="1009" y="424"/>
                </a:lnTo>
                <a:lnTo>
                  <a:pt x="727" y="626"/>
                </a:lnTo>
                <a:lnTo>
                  <a:pt x="464" y="848"/>
                </a:lnTo>
                <a:lnTo>
                  <a:pt x="222" y="1090"/>
                </a:lnTo>
                <a:lnTo>
                  <a:pt x="101" y="1211"/>
                </a:lnTo>
                <a:lnTo>
                  <a:pt x="21" y="1332"/>
                </a:lnTo>
                <a:lnTo>
                  <a:pt x="0" y="1433"/>
                </a:lnTo>
                <a:lnTo>
                  <a:pt x="0" y="1514"/>
                </a:lnTo>
                <a:lnTo>
                  <a:pt x="21" y="1595"/>
                </a:lnTo>
                <a:lnTo>
                  <a:pt x="61" y="1655"/>
                </a:lnTo>
                <a:lnTo>
                  <a:pt x="121" y="1716"/>
                </a:lnTo>
                <a:lnTo>
                  <a:pt x="222" y="1756"/>
                </a:lnTo>
                <a:lnTo>
                  <a:pt x="303" y="1776"/>
                </a:lnTo>
                <a:lnTo>
                  <a:pt x="424" y="1776"/>
                </a:lnTo>
                <a:lnTo>
                  <a:pt x="767" y="1756"/>
                </a:lnTo>
                <a:lnTo>
                  <a:pt x="1110" y="1696"/>
                </a:lnTo>
                <a:lnTo>
                  <a:pt x="1433" y="1615"/>
                </a:lnTo>
                <a:lnTo>
                  <a:pt x="1736" y="1474"/>
                </a:lnTo>
                <a:lnTo>
                  <a:pt x="2039" y="1332"/>
                </a:lnTo>
                <a:lnTo>
                  <a:pt x="2321" y="1131"/>
                </a:lnTo>
                <a:lnTo>
                  <a:pt x="2604" y="929"/>
                </a:lnTo>
                <a:lnTo>
                  <a:pt x="2826" y="687"/>
                </a:lnTo>
                <a:lnTo>
                  <a:pt x="2926" y="565"/>
                </a:lnTo>
                <a:lnTo>
                  <a:pt x="2987" y="465"/>
                </a:lnTo>
                <a:lnTo>
                  <a:pt x="2987" y="343"/>
                </a:lnTo>
                <a:lnTo>
                  <a:pt x="2967" y="263"/>
                </a:lnTo>
                <a:lnTo>
                  <a:pt x="2926" y="182"/>
                </a:lnTo>
                <a:lnTo>
                  <a:pt x="2866" y="122"/>
                </a:lnTo>
                <a:lnTo>
                  <a:pt x="2765" y="81"/>
                </a:lnTo>
                <a:lnTo>
                  <a:pt x="2664" y="41"/>
                </a:lnTo>
                <a:lnTo>
                  <a:pt x="2462" y="21"/>
                </a:lnTo>
                <a:lnTo>
                  <a:pt x="2281" y="0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49" name="Google Shape;1349;p17"/>
          <p:cNvSpPr/>
          <p:nvPr/>
        </p:nvSpPr>
        <p:spPr>
          <a:xfrm rot="3449335">
            <a:off x="1810805" y="-768073"/>
            <a:ext cx="901487" cy="1104539"/>
          </a:xfrm>
          <a:custGeom>
            <a:rect b="b" l="l" r="r" t="t"/>
            <a:pathLst>
              <a:path extrusionOk="0" h="19757" w="16125">
                <a:moveTo>
                  <a:pt x="13945" y="81"/>
                </a:moveTo>
                <a:lnTo>
                  <a:pt x="14187" y="142"/>
                </a:lnTo>
                <a:lnTo>
                  <a:pt x="14449" y="222"/>
                </a:lnTo>
                <a:lnTo>
                  <a:pt x="14671" y="323"/>
                </a:lnTo>
                <a:lnTo>
                  <a:pt x="14893" y="464"/>
                </a:lnTo>
                <a:lnTo>
                  <a:pt x="15095" y="626"/>
                </a:lnTo>
                <a:lnTo>
                  <a:pt x="15277" y="807"/>
                </a:lnTo>
                <a:lnTo>
                  <a:pt x="15438" y="1009"/>
                </a:lnTo>
                <a:lnTo>
                  <a:pt x="15620" y="1332"/>
                </a:lnTo>
                <a:lnTo>
                  <a:pt x="15761" y="1655"/>
                </a:lnTo>
                <a:lnTo>
                  <a:pt x="15862" y="1998"/>
                </a:lnTo>
                <a:lnTo>
                  <a:pt x="15943" y="2341"/>
                </a:lnTo>
                <a:lnTo>
                  <a:pt x="16003" y="2704"/>
                </a:lnTo>
                <a:lnTo>
                  <a:pt x="16023" y="3068"/>
                </a:lnTo>
                <a:lnTo>
                  <a:pt x="16044" y="3431"/>
                </a:lnTo>
                <a:lnTo>
                  <a:pt x="16044" y="3814"/>
                </a:lnTo>
                <a:lnTo>
                  <a:pt x="16023" y="4319"/>
                </a:lnTo>
                <a:lnTo>
                  <a:pt x="16003" y="4803"/>
                </a:lnTo>
                <a:lnTo>
                  <a:pt x="15963" y="5287"/>
                </a:lnTo>
                <a:lnTo>
                  <a:pt x="15923" y="5731"/>
                </a:lnTo>
                <a:lnTo>
                  <a:pt x="15862" y="6175"/>
                </a:lnTo>
                <a:lnTo>
                  <a:pt x="15781" y="6599"/>
                </a:lnTo>
                <a:lnTo>
                  <a:pt x="15701" y="7003"/>
                </a:lnTo>
                <a:lnTo>
                  <a:pt x="15600" y="7386"/>
                </a:lnTo>
                <a:lnTo>
                  <a:pt x="15479" y="7749"/>
                </a:lnTo>
                <a:lnTo>
                  <a:pt x="15337" y="8113"/>
                </a:lnTo>
                <a:lnTo>
                  <a:pt x="15196" y="8436"/>
                </a:lnTo>
                <a:lnTo>
                  <a:pt x="15055" y="8758"/>
                </a:lnTo>
                <a:lnTo>
                  <a:pt x="14873" y="9081"/>
                </a:lnTo>
                <a:lnTo>
                  <a:pt x="14692" y="9364"/>
                </a:lnTo>
                <a:lnTo>
                  <a:pt x="14490" y="9646"/>
                </a:lnTo>
                <a:lnTo>
                  <a:pt x="14268" y="9909"/>
                </a:lnTo>
                <a:lnTo>
                  <a:pt x="14086" y="10131"/>
                </a:lnTo>
                <a:lnTo>
                  <a:pt x="13884" y="10332"/>
                </a:lnTo>
                <a:lnTo>
                  <a:pt x="13683" y="10514"/>
                </a:lnTo>
                <a:lnTo>
                  <a:pt x="13461" y="10716"/>
                </a:lnTo>
                <a:lnTo>
                  <a:pt x="13017" y="11059"/>
                </a:lnTo>
                <a:lnTo>
                  <a:pt x="12532" y="11362"/>
                </a:lnTo>
                <a:lnTo>
                  <a:pt x="12048" y="11664"/>
                </a:lnTo>
                <a:lnTo>
                  <a:pt x="11543" y="11947"/>
                </a:lnTo>
                <a:lnTo>
                  <a:pt x="10514" y="12451"/>
                </a:lnTo>
                <a:lnTo>
                  <a:pt x="9586" y="12915"/>
                </a:lnTo>
                <a:lnTo>
                  <a:pt x="9122" y="13178"/>
                </a:lnTo>
                <a:lnTo>
                  <a:pt x="8678" y="13420"/>
                </a:lnTo>
                <a:lnTo>
                  <a:pt x="8032" y="13844"/>
                </a:lnTo>
                <a:lnTo>
                  <a:pt x="7427" y="14288"/>
                </a:lnTo>
                <a:lnTo>
                  <a:pt x="6821" y="14752"/>
                </a:lnTo>
                <a:lnTo>
                  <a:pt x="6236" y="15236"/>
                </a:lnTo>
                <a:lnTo>
                  <a:pt x="5671" y="15761"/>
                </a:lnTo>
                <a:lnTo>
                  <a:pt x="5106" y="16265"/>
                </a:lnTo>
                <a:lnTo>
                  <a:pt x="4037" y="17335"/>
                </a:lnTo>
                <a:lnTo>
                  <a:pt x="3350" y="18001"/>
                </a:lnTo>
                <a:lnTo>
                  <a:pt x="2644" y="18667"/>
                </a:lnTo>
                <a:lnTo>
                  <a:pt x="2281" y="18990"/>
                </a:lnTo>
                <a:lnTo>
                  <a:pt x="2099" y="19151"/>
                </a:lnTo>
                <a:lnTo>
                  <a:pt x="1897" y="19292"/>
                </a:lnTo>
                <a:lnTo>
                  <a:pt x="1696" y="19413"/>
                </a:lnTo>
                <a:lnTo>
                  <a:pt x="1474" y="19514"/>
                </a:lnTo>
                <a:lnTo>
                  <a:pt x="1272" y="19595"/>
                </a:lnTo>
                <a:lnTo>
                  <a:pt x="1030" y="19656"/>
                </a:lnTo>
                <a:lnTo>
                  <a:pt x="808" y="19676"/>
                </a:lnTo>
                <a:lnTo>
                  <a:pt x="687" y="19656"/>
                </a:lnTo>
                <a:lnTo>
                  <a:pt x="566" y="19635"/>
                </a:lnTo>
                <a:lnTo>
                  <a:pt x="444" y="19595"/>
                </a:lnTo>
                <a:lnTo>
                  <a:pt x="344" y="19555"/>
                </a:lnTo>
                <a:lnTo>
                  <a:pt x="243" y="19474"/>
                </a:lnTo>
                <a:lnTo>
                  <a:pt x="162" y="19373"/>
                </a:lnTo>
                <a:lnTo>
                  <a:pt x="101" y="19232"/>
                </a:lnTo>
                <a:lnTo>
                  <a:pt x="81" y="19091"/>
                </a:lnTo>
                <a:lnTo>
                  <a:pt x="81" y="18929"/>
                </a:lnTo>
                <a:lnTo>
                  <a:pt x="122" y="18788"/>
                </a:lnTo>
                <a:lnTo>
                  <a:pt x="162" y="18667"/>
                </a:lnTo>
                <a:lnTo>
                  <a:pt x="222" y="18546"/>
                </a:lnTo>
                <a:lnTo>
                  <a:pt x="323" y="18364"/>
                </a:lnTo>
                <a:lnTo>
                  <a:pt x="444" y="18203"/>
                </a:lnTo>
                <a:lnTo>
                  <a:pt x="566" y="18021"/>
                </a:lnTo>
                <a:lnTo>
                  <a:pt x="868" y="17718"/>
                </a:lnTo>
                <a:lnTo>
                  <a:pt x="1171" y="17436"/>
                </a:lnTo>
                <a:lnTo>
                  <a:pt x="1494" y="17173"/>
                </a:lnTo>
                <a:lnTo>
                  <a:pt x="2220" y="16588"/>
                </a:lnTo>
                <a:lnTo>
                  <a:pt x="2987" y="16043"/>
                </a:lnTo>
                <a:lnTo>
                  <a:pt x="3754" y="15499"/>
                </a:lnTo>
                <a:lnTo>
                  <a:pt x="4521" y="14974"/>
                </a:lnTo>
                <a:lnTo>
                  <a:pt x="5308" y="14429"/>
                </a:lnTo>
                <a:lnTo>
                  <a:pt x="6075" y="13884"/>
                </a:lnTo>
                <a:lnTo>
                  <a:pt x="6862" y="13319"/>
                </a:lnTo>
                <a:lnTo>
                  <a:pt x="7608" y="12734"/>
                </a:lnTo>
                <a:lnTo>
                  <a:pt x="8153" y="12270"/>
                </a:lnTo>
                <a:lnTo>
                  <a:pt x="8436" y="12007"/>
                </a:lnTo>
                <a:lnTo>
                  <a:pt x="8718" y="11725"/>
                </a:lnTo>
                <a:lnTo>
                  <a:pt x="9001" y="11422"/>
                </a:lnTo>
                <a:lnTo>
                  <a:pt x="9283" y="11119"/>
                </a:lnTo>
                <a:lnTo>
                  <a:pt x="9546" y="10776"/>
                </a:lnTo>
                <a:lnTo>
                  <a:pt x="9788" y="10413"/>
                </a:lnTo>
                <a:lnTo>
                  <a:pt x="9949" y="10131"/>
                </a:lnTo>
                <a:lnTo>
                  <a:pt x="10111" y="9828"/>
                </a:lnTo>
                <a:lnTo>
                  <a:pt x="10252" y="9525"/>
                </a:lnTo>
                <a:lnTo>
                  <a:pt x="10393" y="9202"/>
                </a:lnTo>
                <a:lnTo>
                  <a:pt x="10494" y="8879"/>
                </a:lnTo>
                <a:lnTo>
                  <a:pt x="10615" y="8557"/>
                </a:lnTo>
                <a:lnTo>
                  <a:pt x="10777" y="7911"/>
                </a:lnTo>
                <a:lnTo>
                  <a:pt x="10938" y="7245"/>
                </a:lnTo>
                <a:lnTo>
                  <a:pt x="11039" y="6559"/>
                </a:lnTo>
                <a:lnTo>
                  <a:pt x="11241" y="5207"/>
                </a:lnTo>
                <a:lnTo>
                  <a:pt x="11342" y="4399"/>
                </a:lnTo>
                <a:lnTo>
                  <a:pt x="11463" y="3612"/>
                </a:lnTo>
                <a:lnTo>
                  <a:pt x="11604" y="2825"/>
                </a:lnTo>
                <a:lnTo>
                  <a:pt x="11685" y="2422"/>
                </a:lnTo>
                <a:lnTo>
                  <a:pt x="11786" y="2038"/>
                </a:lnTo>
                <a:lnTo>
                  <a:pt x="11866" y="1756"/>
                </a:lnTo>
                <a:lnTo>
                  <a:pt x="11987" y="1473"/>
                </a:lnTo>
                <a:lnTo>
                  <a:pt x="12109" y="1171"/>
                </a:lnTo>
                <a:lnTo>
                  <a:pt x="12250" y="888"/>
                </a:lnTo>
                <a:lnTo>
                  <a:pt x="12452" y="626"/>
                </a:lnTo>
                <a:lnTo>
                  <a:pt x="12552" y="525"/>
                </a:lnTo>
                <a:lnTo>
                  <a:pt x="12674" y="404"/>
                </a:lnTo>
                <a:lnTo>
                  <a:pt x="12795" y="323"/>
                </a:lnTo>
                <a:lnTo>
                  <a:pt x="12916" y="242"/>
                </a:lnTo>
                <a:lnTo>
                  <a:pt x="13077" y="182"/>
                </a:lnTo>
                <a:lnTo>
                  <a:pt x="13218" y="121"/>
                </a:lnTo>
                <a:lnTo>
                  <a:pt x="13461" y="81"/>
                </a:lnTo>
                <a:close/>
                <a:moveTo>
                  <a:pt x="13541" y="0"/>
                </a:moveTo>
                <a:lnTo>
                  <a:pt x="13380" y="20"/>
                </a:lnTo>
                <a:lnTo>
                  <a:pt x="13218" y="41"/>
                </a:lnTo>
                <a:lnTo>
                  <a:pt x="13037" y="101"/>
                </a:lnTo>
                <a:lnTo>
                  <a:pt x="12896" y="162"/>
                </a:lnTo>
                <a:lnTo>
                  <a:pt x="12754" y="242"/>
                </a:lnTo>
                <a:lnTo>
                  <a:pt x="12613" y="343"/>
                </a:lnTo>
                <a:lnTo>
                  <a:pt x="12492" y="464"/>
                </a:lnTo>
                <a:lnTo>
                  <a:pt x="12391" y="565"/>
                </a:lnTo>
                <a:lnTo>
                  <a:pt x="12189" y="848"/>
                </a:lnTo>
                <a:lnTo>
                  <a:pt x="12028" y="1130"/>
                </a:lnTo>
                <a:lnTo>
                  <a:pt x="11907" y="1433"/>
                </a:lnTo>
                <a:lnTo>
                  <a:pt x="11806" y="1736"/>
                </a:lnTo>
                <a:lnTo>
                  <a:pt x="11705" y="2018"/>
                </a:lnTo>
                <a:lnTo>
                  <a:pt x="11604" y="2402"/>
                </a:lnTo>
                <a:lnTo>
                  <a:pt x="11523" y="2805"/>
                </a:lnTo>
                <a:lnTo>
                  <a:pt x="11382" y="3592"/>
                </a:lnTo>
                <a:lnTo>
                  <a:pt x="11261" y="4399"/>
                </a:lnTo>
                <a:lnTo>
                  <a:pt x="11160" y="5187"/>
                </a:lnTo>
                <a:lnTo>
                  <a:pt x="10958" y="6539"/>
                </a:lnTo>
                <a:lnTo>
                  <a:pt x="10857" y="7225"/>
                </a:lnTo>
                <a:lnTo>
                  <a:pt x="10716" y="7870"/>
                </a:lnTo>
                <a:lnTo>
                  <a:pt x="10534" y="8536"/>
                </a:lnTo>
                <a:lnTo>
                  <a:pt x="10434" y="8859"/>
                </a:lnTo>
                <a:lnTo>
                  <a:pt x="10313" y="9162"/>
                </a:lnTo>
                <a:lnTo>
                  <a:pt x="10191" y="9485"/>
                </a:lnTo>
                <a:lnTo>
                  <a:pt x="10050" y="9788"/>
                </a:lnTo>
                <a:lnTo>
                  <a:pt x="9889" y="10090"/>
                </a:lnTo>
                <a:lnTo>
                  <a:pt x="9707" y="10373"/>
                </a:lnTo>
                <a:lnTo>
                  <a:pt x="9465" y="10736"/>
                </a:lnTo>
                <a:lnTo>
                  <a:pt x="9223" y="11059"/>
                </a:lnTo>
                <a:lnTo>
                  <a:pt x="8940" y="11382"/>
                </a:lnTo>
                <a:lnTo>
                  <a:pt x="8658" y="11664"/>
                </a:lnTo>
                <a:lnTo>
                  <a:pt x="8375" y="11947"/>
                </a:lnTo>
                <a:lnTo>
                  <a:pt x="8093" y="12209"/>
                </a:lnTo>
                <a:lnTo>
                  <a:pt x="7568" y="12653"/>
                </a:lnTo>
                <a:lnTo>
                  <a:pt x="6801" y="13259"/>
                </a:lnTo>
                <a:lnTo>
                  <a:pt x="6034" y="13824"/>
                </a:lnTo>
                <a:lnTo>
                  <a:pt x="5247" y="14368"/>
                </a:lnTo>
                <a:lnTo>
                  <a:pt x="4480" y="14913"/>
                </a:lnTo>
                <a:lnTo>
                  <a:pt x="3714" y="15438"/>
                </a:lnTo>
                <a:lnTo>
                  <a:pt x="2927" y="15983"/>
                </a:lnTo>
                <a:lnTo>
                  <a:pt x="2180" y="16528"/>
                </a:lnTo>
                <a:lnTo>
                  <a:pt x="1433" y="17113"/>
                </a:lnTo>
                <a:lnTo>
                  <a:pt x="1131" y="17375"/>
                </a:lnTo>
                <a:lnTo>
                  <a:pt x="808" y="17658"/>
                </a:lnTo>
                <a:lnTo>
                  <a:pt x="505" y="17981"/>
                </a:lnTo>
                <a:lnTo>
                  <a:pt x="384" y="18142"/>
                </a:lnTo>
                <a:lnTo>
                  <a:pt x="243" y="18324"/>
                </a:lnTo>
                <a:lnTo>
                  <a:pt x="142" y="18526"/>
                </a:lnTo>
                <a:lnTo>
                  <a:pt x="81" y="18667"/>
                </a:lnTo>
                <a:lnTo>
                  <a:pt x="21" y="18808"/>
                </a:lnTo>
                <a:lnTo>
                  <a:pt x="1" y="18949"/>
                </a:lnTo>
                <a:lnTo>
                  <a:pt x="1" y="19111"/>
                </a:lnTo>
                <a:lnTo>
                  <a:pt x="21" y="19272"/>
                </a:lnTo>
                <a:lnTo>
                  <a:pt x="101" y="19434"/>
                </a:lnTo>
                <a:lnTo>
                  <a:pt x="162" y="19514"/>
                </a:lnTo>
                <a:lnTo>
                  <a:pt x="243" y="19575"/>
                </a:lnTo>
                <a:lnTo>
                  <a:pt x="323" y="19635"/>
                </a:lnTo>
                <a:lnTo>
                  <a:pt x="424" y="19676"/>
                </a:lnTo>
                <a:lnTo>
                  <a:pt x="626" y="19736"/>
                </a:lnTo>
                <a:lnTo>
                  <a:pt x="828" y="19757"/>
                </a:lnTo>
                <a:lnTo>
                  <a:pt x="1050" y="19736"/>
                </a:lnTo>
                <a:lnTo>
                  <a:pt x="1292" y="19676"/>
                </a:lnTo>
                <a:lnTo>
                  <a:pt x="1514" y="19595"/>
                </a:lnTo>
                <a:lnTo>
                  <a:pt x="1736" y="19494"/>
                </a:lnTo>
                <a:lnTo>
                  <a:pt x="1938" y="19353"/>
                </a:lnTo>
                <a:lnTo>
                  <a:pt x="2140" y="19212"/>
                </a:lnTo>
                <a:lnTo>
                  <a:pt x="2341" y="19050"/>
                </a:lnTo>
                <a:lnTo>
                  <a:pt x="2705" y="18727"/>
                </a:lnTo>
                <a:lnTo>
                  <a:pt x="3411" y="18061"/>
                </a:lnTo>
                <a:lnTo>
                  <a:pt x="4077" y="17395"/>
                </a:lnTo>
                <a:lnTo>
                  <a:pt x="5167" y="16326"/>
                </a:lnTo>
                <a:lnTo>
                  <a:pt x="5732" y="15821"/>
                </a:lnTo>
                <a:lnTo>
                  <a:pt x="6297" y="15297"/>
                </a:lnTo>
                <a:lnTo>
                  <a:pt x="6862" y="14812"/>
                </a:lnTo>
                <a:lnTo>
                  <a:pt x="7467" y="14348"/>
                </a:lnTo>
                <a:lnTo>
                  <a:pt x="8093" y="13904"/>
                </a:lnTo>
                <a:lnTo>
                  <a:pt x="8718" y="13501"/>
                </a:lnTo>
                <a:lnTo>
                  <a:pt x="9162" y="13238"/>
                </a:lnTo>
                <a:lnTo>
                  <a:pt x="9626" y="12996"/>
                </a:lnTo>
                <a:lnTo>
                  <a:pt x="10555" y="12532"/>
                </a:lnTo>
                <a:lnTo>
                  <a:pt x="11584" y="12007"/>
                </a:lnTo>
                <a:lnTo>
                  <a:pt x="12088" y="11725"/>
                </a:lnTo>
                <a:lnTo>
                  <a:pt x="12573" y="11442"/>
                </a:lnTo>
                <a:lnTo>
                  <a:pt x="13057" y="11119"/>
                </a:lnTo>
                <a:lnTo>
                  <a:pt x="13521" y="10776"/>
                </a:lnTo>
                <a:lnTo>
                  <a:pt x="13743" y="10575"/>
                </a:lnTo>
                <a:lnTo>
                  <a:pt x="13945" y="10393"/>
                </a:lnTo>
                <a:lnTo>
                  <a:pt x="14147" y="10171"/>
                </a:lnTo>
                <a:lnTo>
                  <a:pt x="14328" y="9969"/>
                </a:lnTo>
                <a:lnTo>
                  <a:pt x="14550" y="9687"/>
                </a:lnTo>
                <a:lnTo>
                  <a:pt x="14752" y="9404"/>
                </a:lnTo>
                <a:lnTo>
                  <a:pt x="14934" y="9122"/>
                </a:lnTo>
                <a:lnTo>
                  <a:pt x="15115" y="8799"/>
                </a:lnTo>
                <a:lnTo>
                  <a:pt x="15277" y="8476"/>
                </a:lnTo>
                <a:lnTo>
                  <a:pt x="15418" y="8133"/>
                </a:lnTo>
                <a:lnTo>
                  <a:pt x="15559" y="7790"/>
                </a:lnTo>
                <a:lnTo>
                  <a:pt x="15660" y="7406"/>
                </a:lnTo>
                <a:lnTo>
                  <a:pt x="15761" y="7023"/>
                </a:lnTo>
                <a:lnTo>
                  <a:pt x="15862" y="6619"/>
                </a:lnTo>
                <a:lnTo>
                  <a:pt x="15943" y="6196"/>
                </a:lnTo>
                <a:lnTo>
                  <a:pt x="16003" y="5752"/>
                </a:lnTo>
                <a:lnTo>
                  <a:pt x="16044" y="5287"/>
                </a:lnTo>
                <a:lnTo>
                  <a:pt x="16084" y="4823"/>
                </a:lnTo>
                <a:lnTo>
                  <a:pt x="16104" y="4319"/>
                </a:lnTo>
                <a:lnTo>
                  <a:pt x="16124" y="3814"/>
                </a:lnTo>
                <a:lnTo>
                  <a:pt x="16124" y="3431"/>
                </a:lnTo>
                <a:lnTo>
                  <a:pt x="16104" y="3068"/>
                </a:lnTo>
                <a:lnTo>
                  <a:pt x="16084" y="2684"/>
                </a:lnTo>
                <a:lnTo>
                  <a:pt x="16023" y="2321"/>
                </a:lnTo>
                <a:lnTo>
                  <a:pt x="15943" y="1958"/>
                </a:lnTo>
                <a:lnTo>
                  <a:pt x="15842" y="1615"/>
                </a:lnTo>
                <a:lnTo>
                  <a:pt x="15701" y="1292"/>
                </a:lnTo>
                <a:lnTo>
                  <a:pt x="15519" y="969"/>
                </a:lnTo>
                <a:lnTo>
                  <a:pt x="15418" y="828"/>
                </a:lnTo>
                <a:lnTo>
                  <a:pt x="15297" y="707"/>
                </a:lnTo>
                <a:lnTo>
                  <a:pt x="15196" y="585"/>
                </a:lnTo>
                <a:lnTo>
                  <a:pt x="15055" y="485"/>
                </a:lnTo>
                <a:lnTo>
                  <a:pt x="14934" y="384"/>
                </a:lnTo>
                <a:lnTo>
                  <a:pt x="14792" y="303"/>
                </a:lnTo>
                <a:lnTo>
                  <a:pt x="14490" y="142"/>
                </a:lnTo>
                <a:lnTo>
                  <a:pt x="14187" y="61"/>
                </a:lnTo>
                <a:lnTo>
                  <a:pt x="14026" y="20"/>
                </a:lnTo>
                <a:lnTo>
                  <a:pt x="13864" y="0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50" name="Google Shape;1350;p17"/>
          <p:cNvSpPr/>
          <p:nvPr/>
        </p:nvSpPr>
        <p:spPr>
          <a:xfrm>
            <a:off x="8740847" y="1813019"/>
            <a:ext cx="2960526" cy="1551321"/>
          </a:xfrm>
          <a:custGeom>
            <a:rect b="b" l="l" r="r" t="t"/>
            <a:pathLst>
              <a:path extrusionOk="0" h="27748" w="52954">
                <a:moveTo>
                  <a:pt x="8698" y="81"/>
                </a:moveTo>
                <a:lnTo>
                  <a:pt x="9162" y="121"/>
                </a:lnTo>
                <a:lnTo>
                  <a:pt x="9647" y="162"/>
                </a:lnTo>
                <a:lnTo>
                  <a:pt x="10111" y="243"/>
                </a:lnTo>
                <a:lnTo>
                  <a:pt x="10555" y="343"/>
                </a:lnTo>
                <a:lnTo>
                  <a:pt x="10999" y="444"/>
                </a:lnTo>
                <a:lnTo>
                  <a:pt x="11443" y="565"/>
                </a:lnTo>
                <a:lnTo>
                  <a:pt x="11887" y="707"/>
                </a:lnTo>
                <a:lnTo>
                  <a:pt x="12311" y="848"/>
                </a:lnTo>
                <a:lnTo>
                  <a:pt x="12734" y="1009"/>
                </a:lnTo>
                <a:lnTo>
                  <a:pt x="13582" y="1373"/>
                </a:lnTo>
                <a:lnTo>
                  <a:pt x="14389" y="1756"/>
                </a:lnTo>
                <a:lnTo>
                  <a:pt x="15176" y="2160"/>
                </a:lnTo>
                <a:lnTo>
                  <a:pt x="15943" y="2563"/>
                </a:lnTo>
                <a:lnTo>
                  <a:pt x="16669" y="2987"/>
                </a:lnTo>
                <a:lnTo>
                  <a:pt x="18021" y="3754"/>
                </a:lnTo>
                <a:lnTo>
                  <a:pt x="19353" y="4561"/>
                </a:lnTo>
                <a:lnTo>
                  <a:pt x="22017" y="6176"/>
                </a:lnTo>
                <a:lnTo>
                  <a:pt x="24439" y="7649"/>
                </a:lnTo>
                <a:lnTo>
                  <a:pt x="25670" y="8395"/>
                </a:lnTo>
                <a:lnTo>
                  <a:pt x="26901" y="9102"/>
                </a:lnTo>
                <a:lnTo>
                  <a:pt x="28152" y="9808"/>
                </a:lnTo>
                <a:lnTo>
                  <a:pt x="29403" y="10494"/>
                </a:lnTo>
                <a:lnTo>
                  <a:pt x="30654" y="11160"/>
                </a:lnTo>
                <a:lnTo>
                  <a:pt x="31925" y="11806"/>
                </a:lnTo>
                <a:lnTo>
                  <a:pt x="33217" y="12391"/>
                </a:lnTo>
                <a:lnTo>
                  <a:pt x="34509" y="12956"/>
                </a:lnTo>
                <a:lnTo>
                  <a:pt x="35820" y="13481"/>
                </a:lnTo>
                <a:lnTo>
                  <a:pt x="36486" y="13743"/>
                </a:lnTo>
                <a:lnTo>
                  <a:pt x="37152" y="13965"/>
                </a:lnTo>
                <a:lnTo>
                  <a:pt x="37818" y="14187"/>
                </a:lnTo>
                <a:lnTo>
                  <a:pt x="38484" y="14389"/>
                </a:lnTo>
                <a:lnTo>
                  <a:pt x="39170" y="14591"/>
                </a:lnTo>
                <a:lnTo>
                  <a:pt x="39856" y="14772"/>
                </a:lnTo>
                <a:lnTo>
                  <a:pt x="40542" y="14934"/>
                </a:lnTo>
                <a:lnTo>
                  <a:pt x="41228" y="15075"/>
                </a:lnTo>
                <a:lnTo>
                  <a:pt x="41935" y="15216"/>
                </a:lnTo>
                <a:lnTo>
                  <a:pt x="42621" y="15317"/>
                </a:lnTo>
                <a:lnTo>
                  <a:pt x="43246" y="15418"/>
                </a:lnTo>
                <a:lnTo>
                  <a:pt x="43852" y="15479"/>
                </a:lnTo>
                <a:lnTo>
                  <a:pt x="44437" y="15519"/>
                </a:lnTo>
                <a:lnTo>
                  <a:pt x="45002" y="15539"/>
                </a:lnTo>
                <a:lnTo>
                  <a:pt x="45567" y="15539"/>
                </a:lnTo>
                <a:lnTo>
                  <a:pt x="46092" y="15519"/>
                </a:lnTo>
                <a:lnTo>
                  <a:pt x="46596" y="15479"/>
                </a:lnTo>
                <a:lnTo>
                  <a:pt x="47081" y="15398"/>
                </a:lnTo>
                <a:lnTo>
                  <a:pt x="47565" y="15317"/>
                </a:lnTo>
                <a:lnTo>
                  <a:pt x="48009" y="15216"/>
                </a:lnTo>
                <a:lnTo>
                  <a:pt x="48453" y="15075"/>
                </a:lnTo>
                <a:lnTo>
                  <a:pt x="48877" y="14934"/>
                </a:lnTo>
                <a:lnTo>
                  <a:pt x="49280" y="14752"/>
                </a:lnTo>
                <a:lnTo>
                  <a:pt x="49664" y="14550"/>
                </a:lnTo>
                <a:lnTo>
                  <a:pt x="50027" y="14348"/>
                </a:lnTo>
                <a:lnTo>
                  <a:pt x="50390" y="14106"/>
                </a:lnTo>
                <a:lnTo>
                  <a:pt x="50612" y="13925"/>
                </a:lnTo>
                <a:lnTo>
                  <a:pt x="50814" y="13763"/>
                </a:lnTo>
                <a:lnTo>
                  <a:pt x="51036" y="13622"/>
                </a:lnTo>
                <a:lnTo>
                  <a:pt x="51258" y="13481"/>
                </a:lnTo>
                <a:lnTo>
                  <a:pt x="51500" y="13380"/>
                </a:lnTo>
                <a:lnTo>
                  <a:pt x="51662" y="13339"/>
                </a:lnTo>
                <a:lnTo>
                  <a:pt x="51823" y="13299"/>
                </a:lnTo>
                <a:lnTo>
                  <a:pt x="51984" y="13299"/>
                </a:lnTo>
                <a:lnTo>
                  <a:pt x="52146" y="13319"/>
                </a:lnTo>
                <a:lnTo>
                  <a:pt x="52307" y="13360"/>
                </a:lnTo>
                <a:lnTo>
                  <a:pt x="52449" y="13420"/>
                </a:lnTo>
                <a:lnTo>
                  <a:pt x="52570" y="13521"/>
                </a:lnTo>
                <a:lnTo>
                  <a:pt x="52691" y="13642"/>
                </a:lnTo>
                <a:lnTo>
                  <a:pt x="52771" y="13804"/>
                </a:lnTo>
                <a:lnTo>
                  <a:pt x="52832" y="13985"/>
                </a:lnTo>
                <a:lnTo>
                  <a:pt x="52852" y="14167"/>
                </a:lnTo>
                <a:lnTo>
                  <a:pt x="52872" y="14348"/>
                </a:lnTo>
                <a:lnTo>
                  <a:pt x="52872" y="14893"/>
                </a:lnTo>
                <a:lnTo>
                  <a:pt x="52832" y="15398"/>
                </a:lnTo>
                <a:lnTo>
                  <a:pt x="52751" y="15902"/>
                </a:lnTo>
                <a:lnTo>
                  <a:pt x="52630" y="16366"/>
                </a:lnTo>
                <a:lnTo>
                  <a:pt x="52489" y="16831"/>
                </a:lnTo>
                <a:lnTo>
                  <a:pt x="52307" y="17254"/>
                </a:lnTo>
                <a:lnTo>
                  <a:pt x="52085" y="17658"/>
                </a:lnTo>
                <a:lnTo>
                  <a:pt x="51823" y="18041"/>
                </a:lnTo>
                <a:lnTo>
                  <a:pt x="51540" y="18405"/>
                </a:lnTo>
                <a:lnTo>
                  <a:pt x="51238" y="18728"/>
                </a:lnTo>
                <a:lnTo>
                  <a:pt x="50895" y="19030"/>
                </a:lnTo>
                <a:lnTo>
                  <a:pt x="50511" y="19293"/>
                </a:lnTo>
                <a:lnTo>
                  <a:pt x="50128" y="19535"/>
                </a:lnTo>
                <a:lnTo>
                  <a:pt x="49684" y="19737"/>
                </a:lnTo>
                <a:lnTo>
                  <a:pt x="49240" y="19898"/>
                </a:lnTo>
                <a:lnTo>
                  <a:pt x="48756" y="20039"/>
                </a:lnTo>
                <a:lnTo>
                  <a:pt x="48211" y="20140"/>
                </a:lnTo>
                <a:lnTo>
                  <a:pt x="47666" y="20221"/>
                </a:lnTo>
                <a:lnTo>
                  <a:pt x="47121" y="20261"/>
                </a:lnTo>
                <a:lnTo>
                  <a:pt x="46031" y="20261"/>
                </a:lnTo>
                <a:lnTo>
                  <a:pt x="45507" y="20241"/>
                </a:lnTo>
                <a:lnTo>
                  <a:pt x="44437" y="20160"/>
                </a:lnTo>
                <a:lnTo>
                  <a:pt x="42924" y="20019"/>
                </a:lnTo>
                <a:lnTo>
                  <a:pt x="41410" y="19858"/>
                </a:lnTo>
                <a:lnTo>
                  <a:pt x="38403" y="19494"/>
                </a:lnTo>
                <a:lnTo>
                  <a:pt x="36183" y="19212"/>
                </a:lnTo>
                <a:lnTo>
                  <a:pt x="33964" y="18970"/>
                </a:lnTo>
                <a:lnTo>
                  <a:pt x="32834" y="18849"/>
                </a:lnTo>
                <a:lnTo>
                  <a:pt x="31724" y="18768"/>
                </a:lnTo>
                <a:lnTo>
                  <a:pt x="30614" y="18687"/>
                </a:lnTo>
                <a:lnTo>
                  <a:pt x="29484" y="18627"/>
                </a:lnTo>
                <a:lnTo>
                  <a:pt x="28374" y="18606"/>
                </a:lnTo>
                <a:lnTo>
                  <a:pt x="27264" y="18606"/>
                </a:lnTo>
                <a:lnTo>
                  <a:pt x="26134" y="18627"/>
                </a:lnTo>
                <a:lnTo>
                  <a:pt x="25024" y="18687"/>
                </a:lnTo>
                <a:lnTo>
                  <a:pt x="23914" y="18788"/>
                </a:lnTo>
                <a:lnTo>
                  <a:pt x="22824" y="18909"/>
                </a:lnTo>
                <a:lnTo>
                  <a:pt x="21714" y="19091"/>
                </a:lnTo>
                <a:lnTo>
                  <a:pt x="20625" y="19313"/>
                </a:lnTo>
                <a:lnTo>
                  <a:pt x="19555" y="19595"/>
                </a:lnTo>
                <a:lnTo>
                  <a:pt x="18486" y="19898"/>
                </a:lnTo>
                <a:lnTo>
                  <a:pt x="17456" y="20241"/>
                </a:lnTo>
                <a:lnTo>
                  <a:pt x="16407" y="20645"/>
                </a:lnTo>
                <a:lnTo>
                  <a:pt x="15398" y="21048"/>
                </a:lnTo>
                <a:lnTo>
                  <a:pt x="14389" y="21512"/>
                </a:lnTo>
                <a:lnTo>
                  <a:pt x="13400" y="21977"/>
                </a:lnTo>
                <a:lnTo>
                  <a:pt x="12411" y="22481"/>
                </a:lnTo>
                <a:lnTo>
                  <a:pt x="11423" y="23006"/>
                </a:lnTo>
                <a:lnTo>
                  <a:pt x="10454" y="23551"/>
                </a:lnTo>
                <a:lnTo>
                  <a:pt x="9505" y="24116"/>
                </a:lnTo>
                <a:lnTo>
                  <a:pt x="8537" y="24681"/>
                </a:lnTo>
                <a:lnTo>
                  <a:pt x="6660" y="25851"/>
                </a:lnTo>
                <a:lnTo>
                  <a:pt x="4783" y="27022"/>
                </a:lnTo>
                <a:lnTo>
                  <a:pt x="4703" y="27082"/>
                </a:lnTo>
                <a:lnTo>
                  <a:pt x="4339" y="27304"/>
                </a:lnTo>
                <a:lnTo>
                  <a:pt x="4017" y="27465"/>
                </a:lnTo>
                <a:lnTo>
                  <a:pt x="3694" y="27587"/>
                </a:lnTo>
                <a:lnTo>
                  <a:pt x="3411" y="27647"/>
                </a:lnTo>
                <a:lnTo>
                  <a:pt x="3149" y="27667"/>
                </a:lnTo>
                <a:lnTo>
                  <a:pt x="3028" y="27667"/>
                </a:lnTo>
                <a:lnTo>
                  <a:pt x="2907" y="27647"/>
                </a:lnTo>
                <a:lnTo>
                  <a:pt x="2806" y="27607"/>
                </a:lnTo>
                <a:lnTo>
                  <a:pt x="2685" y="27566"/>
                </a:lnTo>
                <a:lnTo>
                  <a:pt x="2584" y="27506"/>
                </a:lnTo>
                <a:lnTo>
                  <a:pt x="2503" y="27445"/>
                </a:lnTo>
                <a:lnTo>
                  <a:pt x="2382" y="27344"/>
                </a:lnTo>
                <a:lnTo>
                  <a:pt x="2301" y="27223"/>
                </a:lnTo>
                <a:lnTo>
                  <a:pt x="2220" y="27082"/>
                </a:lnTo>
                <a:lnTo>
                  <a:pt x="2140" y="26941"/>
                </a:lnTo>
                <a:lnTo>
                  <a:pt x="2039" y="26638"/>
                </a:lnTo>
                <a:lnTo>
                  <a:pt x="1958" y="26295"/>
                </a:lnTo>
                <a:lnTo>
                  <a:pt x="1716" y="25064"/>
                </a:lnTo>
                <a:lnTo>
                  <a:pt x="1474" y="23813"/>
                </a:lnTo>
                <a:lnTo>
                  <a:pt x="1232" y="22562"/>
                </a:lnTo>
                <a:lnTo>
                  <a:pt x="1030" y="21311"/>
                </a:lnTo>
                <a:lnTo>
                  <a:pt x="828" y="20059"/>
                </a:lnTo>
                <a:lnTo>
                  <a:pt x="667" y="18808"/>
                </a:lnTo>
                <a:lnTo>
                  <a:pt x="505" y="17537"/>
                </a:lnTo>
                <a:lnTo>
                  <a:pt x="364" y="16286"/>
                </a:lnTo>
                <a:lnTo>
                  <a:pt x="283" y="15378"/>
                </a:lnTo>
                <a:lnTo>
                  <a:pt x="202" y="14550"/>
                </a:lnTo>
                <a:lnTo>
                  <a:pt x="162" y="13743"/>
                </a:lnTo>
                <a:lnTo>
                  <a:pt x="122" y="13017"/>
                </a:lnTo>
                <a:lnTo>
                  <a:pt x="102" y="12310"/>
                </a:lnTo>
                <a:lnTo>
                  <a:pt x="81" y="11664"/>
                </a:lnTo>
                <a:lnTo>
                  <a:pt x="102" y="11059"/>
                </a:lnTo>
                <a:lnTo>
                  <a:pt x="102" y="10494"/>
                </a:lnTo>
                <a:lnTo>
                  <a:pt x="162" y="9485"/>
                </a:lnTo>
                <a:lnTo>
                  <a:pt x="263" y="8597"/>
                </a:lnTo>
                <a:lnTo>
                  <a:pt x="364" y="7810"/>
                </a:lnTo>
                <a:lnTo>
                  <a:pt x="505" y="7124"/>
                </a:lnTo>
                <a:lnTo>
                  <a:pt x="606" y="6680"/>
                </a:lnTo>
                <a:lnTo>
                  <a:pt x="707" y="6236"/>
                </a:lnTo>
                <a:lnTo>
                  <a:pt x="828" y="5812"/>
                </a:lnTo>
                <a:lnTo>
                  <a:pt x="969" y="5409"/>
                </a:lnTo>
                <a:lnTo>
                  <a:pt x="1111" y="5005"/>
                </a:lnTo>
                <a:lnTo>
                  <a:pt x="1252" y="4642"/>
                </a:lnTo>
                <a:lnTo>
                  <a:pt x="1413" y="4279"/>
                </a:lnTo>
                <a:lnTo>
                  <a:pt x="1595" y="3915"/>
                </a:lnTo>
                <a:lnTo>
                  <a:pt x="1777" y="3592"/>
                </a:lnTo>
                <a:lnTo>
                  <a:pt x="1978" y="3270"/>
                </a:lnTo>
                <a:lnTo>
                  <a:pt x="2180" y="2967"/>
                </a:lnTo>
                <a:lnTo>
                  <a:pt x="2402" y="2684"/>
                </a:lnTo>
                <a:lnTo>
                  <a:pt x="2624" y="2402"/>
                </a:lnTo>
                <a:lnTo>
                  <a:pt x="2866" y="2160"/>
                </a:lnTo>
                <a:lnTo>
                  <a:pt x="3108" y="1918"/>
                </a:lnTo>
                <a:lnTo>
                  <a:pt x="3371" y="1675"/>
                </a:lnTo>
                <a:lnTo>
                  <a:pt x="3613" y="1494"/>
                </a:lnTo>
                <a:lnTo>
                  <a:pt x="3855" y="1312"/>
                </a:lnTo>
                <a:lnTo>
                  <a:pt x="4117" y="1151"/>
                </a:lnTo>
                <a:lnTo>
                  <a:pt x="4400" y="989"/>
                </a:lnTo>
                <a:lnTo>
                  <a:pt x="4682" y="848"/>
                </a:lnTo>
                <a:lnTo>
                  <a:pt x="4965" y="707"/>
                </a:lnTo>
                <a:lnTo>
                  <a:pt x="5268" y="586"/>
                </a:lnTo>
                <a:lnTo>
                  <a:pt x="5570" y="485"/>
                </a:lnTo>
                <a:lnTo>
                  <a:pt x="5893" y="384"/>
                </a:lnTo>
                <a:lnTo>
                  <a:pt x="6196" y="303"/>
                </a:lnTo>
                <a:lnTo>
                  <a:pt x="6539" y="243"/>
                </a:lnTo>
                <a:lnTo>
                  <a:pt x="6862" y="182"/>
                </a:lnTo>
                <a:lnTo>
                  <a:pt x="7205" y="121"/>
                </a:lnTo>
                <a:lnTo>
                  <a:pt x="7548" y="101"/>
                </a:lnTo>
                <a:lnTo>
                  <a:pt x="7891" y="81"/>
                </a:lnTo>
                <a:close/>
                <a:moveTo>
                  <a:pt x="7730" y="0"/>
                </a:moveTo>
                <a:lnTo>
                  <a:pt x="7265" y="41"/>
                </a:lnTo>
                <a:lnTo>
                  <a:pt x="6801" y="101"/>
                </a:lnTo>
                <a:lnTo>
                  <a:pt x="6378" y="182"/>
                </a:lnTo>
                <a:lnTo>
                  <a:pt x="5934" y="283"/>
                </a:lnTo>
                <a:lnTo>
                  <a:pt x="5530" y="424"/>
                </a:lnTo>
                <a:lnTo>
                  <a:pt x="5106" y="565"/>
                </a:lnTo>
                <a:lnTo>
                  <a:pt x="4723" y="727"/>
                </a:lnTo>
                <a:lnTo>
                  <a:pt x="4339" y="929"/>
                </a:lnTo>
                <a:lnTo>
                  <a:pt x="3976" y="1130"/>
                </a:lnTo>
                <a:lnTo>
                  <a:pt x="3633" y="1373"/>
                </a:lnTo>
                <a:lnTo>
                  <a:pt x="3310" y="1615"/>
                </a:lnTo>
                <a:lnTo>
                  <a:pt x="3048" y="1857"/>
                </a:lnTo>
                <a:lnTo>
                  <a:pt x="2806" y="2099"/>
                </a:lnTo>
                <a:lnTo>
                  <a:pt x="2564" y="2361"/>
                </a:lnTo>
                <a:lnTo>
                  <a:pt x="2342" y="2624"/>
                </a:lnTo>
                <a:lnTo>
                  <a:pt x="2120" y="2927"/>
                </a:lnTo>
                <a:lnTo>
                  <a:pt x="1918" y="3229"/>
                </a:lnTo>
                <a:lnTo>
                  <a:pt x="1716" y="3552"/>
                </a:lnTo>
                <a:lnTo>
                  <a:pt x="1534" y="3875"/>
                </a:lnTo>
                <a:lnTo>
                  <a:pt x="1353" y="4238"/>
                </a:lnTo>
                <a:lnTo>
                  <a:pt x="1191" y="4601"/>
                </a:lnTo>
                <a:lnTo>
                  <a:pt x="1030" y="4985"/>
                </a:lnTo>
                <a:lnTo>
                  <a:pt x="889" y="5388"/>
                </a:lnTo>
                <a:lnTo>
                  <a:pt x="747" y="5792"/>
                </a:lnTo>
                <a:lnTo>
                  <a:pt x="626" y="6216"/>
                </a:lnTo>
                <a:lnTo>
                  <a:pt x="525" y="6660"/>
                </a:lnTo>
                <a:lnTo>
                  <a:pt x="424" y="7104"/>
                </a:lnTo>
                <a:lnTo>
                  <a:pt x="283" y="7810"/>
                </a:lnTo>
                <a:lnTo>
                  <a:pt x="182" y="8577"/>
                </a:lnTo>
                <a:lnTo>
                  <a:pt x="81" y="9485"/>
                </a:lnTo>
                <a:lnTo>
                  <a:pt x="21" y="10494"/>
                </a:lnTo>
                <a:lnTo>
                  <a:pt x="21" y="11059"/>
                </a:lnTo>
                <a:lnTo>
                  <a:pt x="1" y="11664"/>
                </a:lnTo>
                <a:lnTo>
                  <a:pt x="21" y="12310"/>
                </a:lnTo>
                <a:lnTo>
                  <a:pt x="41" y="13017"/>
                </a:lnTo>
                <a:lnTo>
                  <a:pt x="81" y="13743"/>
                </a:lnTo>
                <a:lnTo>
                  <a:pt x="122" y="14550"/>
                </a:lnTo>
                <a:lnTo>
                  <a:pt x="202" y="15398"/>
                </a:lnTo>
                <a:lnTo>
                  <a:pt x="283" y="16306"/>
                </a:lnTo>
                <a:lnTo>
                  <a:pt x="424" y="17557"/>
                </a:lnTo>
                <a:lnTo>
                  <a:pt x="586" y="18808"/>
                </a:lnTo>
                <a:lnTo>
                  <a:pt x="768" y="20080"/>
                </a:lnTo>
                <a:lnTo>
                  <a:pt x="949" y="21331"/>
                </a:lnTo>
                <a:lnTo>
                  <a:pt x="1151" y="22582"/>
                </a:lnTo>
                <a:lnTo>
                  <a:pt x="1393" y="23833"/>
                </a:lnTo>
                <a:lnTo>
                  <a:pt x="1635" y="25084"/>
                </a:lnTo>
                <a:lnTo>
                  <a:pt x="1877" y="26315"/>
                </a:lnTo>
                <a:lnTo>
                  <a:pt x="1978" y="26658"/>
                </a:lnTo>
                <a:lnTo>
                  <a:pt x="2079" y="26981"/>
                </a:lnTo>
                <a:lnTo>
                  <a:pt x="2140" y="27143"/>
                </a:lnTo>
                <a:lnTo>
                  <a:pt x="2241" y="27264"/>
                </a:lnTo>
                <a:lnTo>
                  <a:pt x="2342" y="27405"/>
                </a:lnTo>
                <a:lnTo>
                  <a:pt x="2442" y="27506"/>
                </a:lnTo>
                <a:lnTo>
                  <a:pt x="2604" y="27607"/>
                </a:lnTo>
                <a:lnTo>
                  <a:pt x="2786" y="27687"/>
                </a:lnTo>
                <a:lnTo>
                  <a:pt x="2967" y="27728"/>
                </a:lnTo>
                <a:lnTo>
                  <a:pt x="3169" y="27748"/>
                </a:lnTo>
                <a:lnTo>
                  <a:pt x="3330" y="27748"/>
                </a:lnTo>
                <a:lnTo>
                  <a:pt x="3512" y="27708"/>
                </a:lnTo>
                <a:lnTo>
                  <a:pt x="3694" y="27667"/>
                </a:lnTo>
                <a:lnTo>
                  <a:pt x="3875" y="27607"/>
                </a:lnTo>
                <a:lnTo>
                  <a:pt x="4077" y="27526"/>
                </a:lnTo>
                <a:lnTo>
                  <a:pt x="4299" y="27425"/>
                </a:lnTo>
                <a:lnTo>
                  <a:pt x="4743" y="27163"/>
                </a:lnTo>
                <a:lnTo>
                  <a:pt x="4844" y="27102"/>
                </a:lnTo>
                <a:lnTo>
                  <a:pt x="6700" y="25912"/>
                </a:lnTo>
                <a:lnTo>
                  <a:pt x="8577" y="24761"/>
                </a:lnTo>
                <a:lnTo>
                  <a:pt x="9546" y="24176"/>
                </a:lnTo>
                <a:lnTo>
                  <a:pt x="10494" y="23631"/>
                </a:lnTo>
                <a:lnTo>
                  <a:pt x="11463" y="23086"/>
                </a:lnTo>
                <a:lnTo>
                  <a:pt x="12432" y="22562"/>
                </a:lnTo>
                <a:lnTo>
                  <a:pt x="13420" y="22057"/>
                </a:lnTo>
                <a:lnTo>
                  <a:pt x="14429" y="21573"/>
                </a:lnTo>
                <a:lnTo>
                  <a:pt x="15418" y="21129"/>
                </a:lnTo>
                <a:lnTo>
                  <a:pt x="16447" y="20705"/>
                </a:lnTo>
                <a:lnTo>
                  <a:pt x="17477" y="20322"/>
                </a:lnTo>
                <a:lnTo>
                  <a:pt x="18506" y="19979"/>
                </a:lnTo>
                <a:lnTo>
                  <a:pt x="19575" y="19676"/>
                </a:lnTo>
                <a:lnTo>
                  <a:pt x="20645" y="19393"/>
                </a:lnTo>
                <a:lnTo>
                  <a:pt x="21735" y="19171"/>
                </a:lnTo>
                <a:lnTo>
                  <a:pt x="22824" y="18990"/>
                </a:lnTo>
                <a:lnTo>
                  <a:pt x="23934" y="18869"/>
                </a:lnTo>
                <a:lnTo>
                  <a:pt x="25044" y="18768"/>
                </a:lnTo>
                <a:lnTo>
                  <a:pt x="26154" y="18707"/>
                </a:lnTo>
                <a:lnTo>
                  <a:pt x="27264" y="18687"/>
                </a:lnTo>
                <a:lnTo>
                  <a:pt x="28374" y="18687"/>
                </a:lnTo>
                <a:lnTo>
                  <a:pt x="29484" y="18707"/>
                </a:lnTo>
                <a:lnTo>
                  <a:pt x="30614" y="18768"/>
                </a:lnTo>
                <a:lnTo>
                  <a:pt x="31724" y="18849"/>
                </a:lnTo>
                <a:lnTo>
                  <a:pt x="32834" y="18929"/>
                </a:lnTo>
                <a:lnTo>
                  <a:pt x="33944" y="19050"/>
                </a:lnTo>
                <a:lnTo>
                  <a:pt x="36183" y="19293"/>
                </a:lnTo>
                <a:lnTo>
                  <a:pt x="38383" y="19575"/>
                </a:lnTo>
                <a:lnTo>
                  <a:pt x="41390" y="19938"/>
                </a:lnTo>
                <a:lnTo>
                  <a:pt x="42924" y="20100"/>
                </a:lnTo>
                <a:lnTo>
                  <a:pt x="44437" y="20241"/>
                </a:lnTo>
                <a:lnTo>
                  <a:pt x="45507" y="20322"/>
                </a:lnTo>
                <a:lnTo>
                  <a:pt x="46031" y="20342"/>
                </a:lnTo>
                <a:lnTo>
                  <a:pt x="47141" y="20342"/>
                </a:lnTo>
                <a:lnTo>
                  <a:pt x="47686" y="20302"/>
                </a:lnTo>
                <a:lnTo>
                  <a:pt x="48231" y="20221"/>
                </a:lnTo>
                <a:lnTo>
                  <a:pt x="48776" y="20120"/>
                </a:lnTo>
                <a:lnTo>
                  <a:pt x="49260" y="19979"/>
                </a:lnTo>
                <a:lnTo>
                  <a:pt x="49724" y="19797"/>
                </a:lnTo>
                <a:lnTo>
                  <a:pt x="50168" y="19595"/>
                </a:lnTo>
                <a:lnTo>
                  <a:pt x="50572" y="19353"/>
                </a:lnTo>
                <a:lnTo>
                  <a:pt x="50955" y="19071"/>
                </a:lnTo>
                <a:lnTo>
                  <a:pt x="51319" y="18748"/>
                </a:lnTo>
                <a:lnTo>
                  <a:pt x="51641" y="18405"/>
                </a:lnTo>
                <a:lnTo>
                  <a:pt x="51924" y="18041"/>
                </a:lnTo>
                <a:lnTo>
                  <a:pt x="52186" y="17638"/>
                </a:lnTo>
                <a:lnTo>
                  <a:pt x="52388" y="17234"/>
                </a:lnTo>
                <a:lnTo>
                  <a:pt x="52570" y="16790"/>
                </a:lnTo>
                <a:lnTo>
                  <a:pt x="52731" y="16346"/>
                </a:lnTo>
                <a:lnTo>
                  <a:pt x="52832" y="15862"/>
                </a:lnTo>
                <a:lnTo>
                  <a:pt x="52913" y="15378"/>
                </a:lnTo>
                <a:lnTo>
                  <a:pt x="52953" y="14873"/>
                </a:lnTo>
                <a:lnTo>
                  <a:pt x="52953" y="14348"/>
                </a:lnTo>
                <a:lnTo>
                  <a:pt x="52933" y="14147"/>
                </a:lnTo>
                <a:lnTo>
                  <a:pt x="52913" y="13965"/>
                </a:lnTo>
                <a:lnTo>
                  <a:pt x="52852" y="13763"/>
                </a:lnTo>
                <a:lnTo>
                  <a:pt x="52812" y="13662"/>
                </a:lnTo>
                <a:lnTo>
                  <a:pt x="52751" y="13582"/>
                </a:lnTo>
                <a:lnTo>
                  <a:pt x="52630" y="13461"/>
                </a:lnTo>
                <a:lnTo>
                  <a:pt x="52489" y="13360"/>
                </a:lnTo>
                <a:lnTo>
                  <a:pt x="52348" y="13279"/>
                </a:lnTo>
                <a:lnTo>
                  <a:pt x="52166" y="13239"/>
                </a:lnTo>
                <a:lnTo>
                  <a:pt x="51984" y="13218"/>
                </a:lnTo>
                <a:lnTo>
                  <a:pt x="51823" y="13218"/>
                </a:lnTo>
                <a:lnTo>
                  <a:pt x="51641" y="13259"/>
                </a:lnTo>
                <a:lnTo>
                  <a:pt x="51480" y="13299"/>
                </a:lnTo>
                <a:lnTo>
                  <a:pt x="51238" y="13400"/>
                </a:lnTo>
                <a:lnTo>
                  <a:pt x="50996" y="13541"/>
                </a:lnTo>
                <a:lnTo>
                  <a:pt x="50774" y="13703"/>
                </a:lnTo>
                <a:lnTo>
                  <a:pt x="50572" y="13864"/>
                </a:lnTo>
                <a:lnTo>
                  <a:pt x="50330" y="14026"/>
                </a:lnTo>
                <a:lnTo>
                  <a:pt x="49987" y="14268"/>
                </a:lnTo>
                <a:lnTo>
                  <a:pt x="49623" y="14490"/>
                </a:lnTo>
                <a:lnTo>
                  <a:pt x="49240" y="14691"/>
                </a:lnTo>
                <a:lnTo>
                  <a:pt x="48836" y="14853"/>
                </a:lnTo>
                <a:lnTo>
                  <a:pt x="48433" y="15014"/>
                </a:lnTo>
                <a:lnTo>
                  <a:pt x="47989" y="15135"/>
                </a:lnTo>
                <a:lnTo>
                  <a:pt x="47545" y="15236"/>
                </a:lnTo>
                <a:lnTo>
                  <a:pt x="47061" y="15337"/>
                </a:lnTo>
                <a:lnTo>
                  <a:pt x="46576" y="15398"/>
                </a:lnTo>
                <a:lnTo>
                  <a:pt x="46072" y="15438"/>
                </a:lnTo>
                <a:lnTo>
                  <a:pt x="45547" y="15458"/>
                </a:lnTo>
                <a:lnTo>
                  <a:pt x="45002" y="15458"/>
                </a:lnTo>
                <a:lnTo>
                  <a:pt x="44437" y="15438"/>
                </a:lnTo>
                <a:lnTo>
                  <a:pt x="43872" y="15398"/>
                </a:lnTo>
                <a:lnTo>
                  <a:pt x="43267" y="15337"/>
                </a:lnTo>
                <a:lnTo>
                  <a:pt x="42641" y="15236"/>
                </a:lnTo>
                <a:lnTo>
                  <a:pt x="41935" y="15135"/>
                </a:lnTo>
                <a:lnTo>
                  <a:pt x="41249" y="14994"/>
                </a:lnTo>
                <a:lnTo>
                  <a:pt x="40563" y="14853"/>
                </a:lnTo>
                <a:lnTo>
                  <a:pt x="39876" y="14691"/>
                </a:lnTo>
                <a:lnTo>
                  <a:pt x="39190" y="14510"/>
                </a:lnTo>
                <a:lnTo>
                  <a:pt x="38504" y="14308"/>
                </a:lnTo>
                <a:lnTo>
                  <a:pt x="37838" y="14106"/>
                </a:lnTo>
                <a:lnTo>
                  <a:pt x="37172" y="13884"/>
                </a:lnTo>
                <a:lnTo>
                  <a:pt x="36506" y="13662"/>
                </a:lnTo>
                <a:lnTo>
                  <a:pt x="35840" y="13420"/>
                </a:lnTo>
                <a:lnTo>
                  <a:pt x="34529" y="12895"/>
                </a:lnTo>
                <a:lnTo>
                  <a:pt x="33237" y="12330"/>
                </a:lnTo>
                <a:lnTo>
                  <a:pt x="31966" y="11725"/>
                </a:lnTo>
                <a:lnTo>
                  <a:pt x="30695" y="11079"/>
                </a:lnTo>
                <a:lnTo>
                  <a:pt x="29423" y="10434"/>
                </a:lnTo>
                <a:lnTo>
                  <a:pt x="28172" y="9747"/>
                </a:lnTo>
                <a:lnTo>
                  <a:pt x="26941" y="9041"/>
                </a:lnTo>
                <a:lnTo>
                  <a:pt x="25710" y="8315"/>
                </a:lnTo>
                <a:lnTo>
                  <a:pt x="24479" y="7588"/>
                </a:lnTo>
                <a:lnTo>
                  <a:pt x="22057" y="6115"/>
                </a:lnTo>
                <a:lnTo>
                  <a:pt x="19394" y="4501"/>
                </a:lnTo>
                <a:lnTo>
                  <a:pt x="18062" y="3693"/>
                </a:lnTo>
                <a:lnTo>
                  <a:pt x="16710" y="2906"/>
                </a:lnTo>
                <a:lnTo>
                  <a:pt x="15983" y="2503"/>
                </a:lnTo>
                <a:lnTo>
                  <a:pt x="15216" y="2079"/>
                </a:lnTo>
                <a:lnTo>
                  <a:pt x="14429" y="1675"/>
                </a:lnTo>
                <a:lnTo>
                  <a:pt x="13602" y="1292"/>
                </a:lnTo>
                <a:lnTo>
                  <a:pt x="12775" y="949"/>
                </a:lnTo>
                <a:lnTo>
                  <a:pt x="12331" y="787"/>
                </a:lnTo>
                <a:lnTo>
                  <a:pt x="11907" y="626"/>
                </a:lnTo>
                <a:lnTo>
                  <a:pt x="11463" y="485"/>
                </a:lnTo>
                <a:lnTo>
                  <a:pt x="11019" y="364"/>
                </a:lnTo>
                <a:lnTo>
                  <a:pt x="10575" y="263"/>
                </a:lnTo>
                <a:lnTo>
                  <a:pt x="10131" y="162"/>
                </a:lnTo>
                <a:lnTo>
                  <a:pt x="9627" y="81"/>
                </a:lnTo>
                <a:lnTo>
                  <a:pt x="9142" y="41"/>
                </a:lnTo>
                <a:lnTo>
                  <a:pt x="8658" y="0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51" name="Google Shape;1351;p17"/>
          <p:cNvSpPr/>
          <p:nvPr/>
        </p:nvSpPr>
        <p:spPr>
          <a:xfrm>
            <a:off x="7850706" y="3773824"/>
            <a:ext cx="530339" cy="361051"/>
          </a:xfrm>
          <a:custGeom>
            <a:rect b="b" l="l" r="r" t="t"/>
            <a:pathLst>
              <a:path extrusionOk="0" h="6458" w="9486">
                <a:moveTo>
                  <a:pt x="8880" y="81"/>
                </a:moveTo>
                <a:lnTo>
                  <a:pt x="9021" y="101"/>
                </a:lnTo>
                <a:lnTo>
                  <a:pt x="9142" y="142"/>
                </a:lnTo>
                <a:lnTo>
                  <a:pt x="9203" y="182"/>
                </a:lnTo>
                <a:lnTo>
                  <a:pt x="9263" y="243"/>
                </a:lnTo>
                <a:lnTo>
                  <a:pt x="9324" y="364"/>
                </a:lnTo>
                <a:lnTo>
                  <a:pt x="9364" y="505"/>
                </a:lnTo>
                <a:lnTo>
                  <a:pt x="9384" y="646"/>
                </a:lnTo>
                <a:lnTo>
                  <a:pt x="9405" y="868"/>
                </a:lnTo>
                <a:lnTo>
                  <a:pt x="9384" y="1070"/>
                </a:lnTo>
                <a:lnTo>
                  <a:pt x="9364" y="1272"/>
                </a:lnTo>
                <a:lnTo>
                  <a:pt x="9324" y="1474"/>
                </a:lnTo>
                <a:lnTo>
                  <a:pt x="9263" y="1675"/>
                </a:lnTo>
                <a:lnTo>
                  <a:pt x="9183" y="1877"/>
                </a:lnTo>
                <a:lnTo>
                  <a:pt x="9001" y="2261"/>
                </a:lnTo>
                <a:lnTo>
                  <a:pt x="8779" y="2624"/>
                </a:lnTo>
                <a:lnTo>
                  <a:pt x="8537" y="2967"/>
                </a:lnTo>
                <a:lnTo>
                  <a:pt x="8274" y="3290"/>
                </a:lnTo>
                <a:lnTo>
                  <a:pt x="8012" y="3592"/>
                </a:lnTo>
                <a:lnTo>
                  <a:pt x="7689" y="3936"/>
                </a:lnTo>
                <a:lnTo>
                  <a:pt x="7346" y="4299"/>
                </a:lnTo>
                <a:lnTo>
                  <a:pt x="6983" y="4662"/>
                </a:lnTo>
                <a:lnTo>
                  <a:pt x="6579" y="5005"/>
                </a:lnTo>
                <a:lnTo>
                  <a:pt x="6135" y="5348"/>
                </a:lnTo>
                <a:lnTo>
                  <a:pt x="5691" y="5651"/>
                </a:lnTo>
                <a:lnTo>
                  <a:pt x="5449" y="5772"/>
                </a:lnTo>
                <a:lnTo>
                  <a:pt x="5207" y="5913"/>
                </a:lnTo>
                <a:lnTo>
                  <a:pt x="4945" y="6014"/>
                </a:lnTo>
                <a:lnTo>
                  <a:pt x="4682" y="6115"/>
                </a:lnTo>
                <a:lnTo>
                  <a:pt x="4460" y="6196"/>
                </a:lnTo>
                <a:lnTo>
                  <a:pt x="4218" y="6256"/>
                </a:lnTo>
                <a:lnTo>
                  <a:pt x="3956" y="6317"/>
                </a:lnTo>
                <a:lnTo>
                  <a:pt x="3714" y="6357"/>
                </a:lnTo>
                <a:lnTo>
                  <a:pt x="3451" y="6377"/>
                </a:lnTo>
                <a:lnTo>
                  <a:pt x="2927" y="6377"/>
                </a:lnTo>
                <a:lnTo>
                  <a:pt x="2664" y="6337"/>
                </a:lnTo>
                <a:lnTo>
                  <a:pt x="2402" y="6297"/>
                </a:lnTo>
                <a:lnTo>
                  <a:pt x="2140" y="6236"/>
                </a:lnTo>
                <a:lnTo>
                  <a:pt x="1898" y="6155"/>
                </a:lnTo>
                <a:lnTo>
                  <a:pt x="1655" y="6054"/>
                </a:lnTo>
                <a:lnTo>
                  <a:pt x="1413" y="5933"/>
                </a:lnTo>
                <a:lnTo>
                  <a:pt x="1191" y="5792"/>
                </a:lnTo>
                <a:lnTo>
                  <a:pt x="969" y="5631"/>
                </a:lnTo>
                <a:lnTo>
                  <a:pt x="767" y="5429"/>
                </a:lnTo>
                <a:lnTo>
                  <a:pt x="586" y="5227"/>
                </a:lnTo>
                <a:lnTo>
                  <a:pt x="424" y="4985"/>
                </a:lnTo>
                <a:lnTo>
                  <a:pt x="303" y="4743"/>
                </a:lnTo>
                <a:lnTo>
                  <a:pt x="202" y="4501"/>
                </a:lnTo>
                <a:lnTo>
                  <a:pt x="122" y="4258"/>
                </a:lnTo>
                <a:lnTo>
                  <a:pt x="81" y="4016"/>
                </a:lnTo>
                <a:lnTo>
                  <a:pt x="81" y="3774"/>
                </a:lnTo>
                <a:lnTo>
                  <a:pt x="122" y="3532"/>
                </a:lnTo>
                <a:lnTo>
                  <a:pt x="182" y="3370"/>
                </a:lnTo>
                <a:lnTo>
                  <a:pt x="243" y="3189"/>
                </a:lnTo>
                <a:lnTo>
                  <a:pt x="344" y="3048"/>
                </a:lnTo>
                <a:lnTo>
                  <a:pt x="445" y="2906"/>
                </a:lnTo>
                <a:lnTo>
                  <a:pt x="586" y="2785"/>
                </a:lnTo>
                <a:lnTo>
                  <a:pt x="747" y="2664"/>
                </a:lnTo>
                <a:lnTo>
                  <a:pt x="909" y="2563"/>
                </a:lnTo>
                <a:lnTo>
                  <a:pt x="1111" y="2483"/>
                </a:lnTo>
                <a:lnTo>
                  <a:pt x="3310" y="1655"/>
                </a:lnTo>
                <a:lnTo>
                  <a:pt x="5530" y="868"/>
                </a:lnTo>
                <a:lnTo>
                  <a:pt x="6357" y="606"/>
                </a:lnTo>
                <a:lnTo>
                  <a:pt x="7165" y="364"/>
                </a:lnTo>
                <a:lnTo>
                  <a:pt x="7568" y="263"/>
                </a:lnTo>
                <a:lnTo>
                  <a:pt x="7972" y="182"/>
                </a:lnTo>
                <a:lnTo>
                  <a:pt x="8375" y="121"/>
                </a:lnTo>
                <a:lnTo>
                  <a:pt x="8779" y="81"/>
                </a:lnTo>
                <a:close/>
                <a:moveTo>
                  <a:pt x="8759" y="0"/>
                </a:moveTo>
                <a:lnTo>
                  <a:pt x="8355" y="41"/>
                </a:lnTo>
                <a:lnTo>
                  <a:pt x="7952" y="101"/>
                </a:lnTo>
                <a:lnTo>
                  <a:pt x="7548" y="182"/>
                </a:lnTo>
                <a:lnTo>
                  <a:pt x="7144" y="283"/>
                </a:lnTo>
                <a:lnTo>
                  <a:pt x="6337" y="525"/>
                </a:lnTo>
                <a:lnTo>
                  <a:pt x="5510" y="787"/>
                </a:lnTo>
                <a:lnTo>
                  <a:pt x="3290" y="1574"/>
                </a:lnTo>
                <a:lnTo>
                  <a:pt x="1070" y="2402"/>
                </a:lnTo>
                <a:lnTo>
                  <a:pt x="868" y="2503"/>
                </a:lnTo>
                <a:lnTo>
                  <a:pt x="687" y="2604"/>
                </a:lnTo>
                <a:lnTo>
                  <a:pt x="525" y="2725"/>
                </a:lnTo>
                <a:lnTo>
                  <a:pt x="384" y="2846"/>
                </a:lnTo>
                <a:lnTo>
                  <a:pt x="263" y="3007"/>
                </a:lnTo>
                <a:lnTo>
                  <a:pt x="182" y="3169"/>
                </a:lnTo>
                <a:lnTo>
                  <a:pt x="102" y="3330"/>
                </a:lnTo>
                <a:lnTo>
                  <a:pt x="41" y="3512"/>
                </a:lnTo>
                <a:lnTo>
                  <a:pt x="1" y="3754"/>
                </a:lnTo>
                <a:lnTo>
                  <a:pt x="1" y="4016"/>
                </a:lnTo>
                <a:lnTo>
                  <a:pt x="41" y="4279"/>
                </a:lnTo>
                <a:lnTo>
                  <a:pt x="122" y="4521"/>
                </a:lnTo>
                <a:lnTo>
                  <a:pt x="223" y="4783"/>
                </a:lnTo>
                <a:lnTo>
                  <a:pt x="364" y="5025"/>
                </a:lnTo>
                <a:lnTo>
                  <a:pt x="525" y="5267"/>
                </a:lnTo>
                <a:lnTo>
                  <a:pt x="707" y="5489"/>
                </a:lnTo>
                <a:lnTo>
                  <a:pt x="969" y="5732"/>
                </a:lnTo>
                <a:lnTo>
                  <a:pt x="1252" y="5933"/>
                </a:lnTo>
                <a:lnTo>
                  <a:pt x="1554" y="6095"/>
                </a:lnTo>
                <a:lnTo>
                  <a:pt x="1877" y="6236"/>
                </a:lnTo>
                <a:lnTo>
                  <a:pt x="2200" y="6337"/>
                </a:lnTo>
                <a:lnTo>
                  <a:pt x="2523" y="6397"/>
                </a:lnTo>
                <a:lnTo>
                  <a:pt x="2866" y="6438"/>
                </a:lnTo>
                <a:lnTo>
                  <a:pt x="3189" y="6458"/>
                </a:lnTo>
                <a:lnTo>
                  <a:pt x="3593" y="6438"/>
                </a:lnTo>
                <a:lnTo>
                  <a:pt x="3976" y="6397"/>
                </a:lnTo>
                <a:lnTo>
                  <a:pt x="4360" y="6317"/>
                </a:lnTo>
                <a:lnTo>
                  <a:pt x="4723" y="6196"/>
                </a:lnTo>
                <a:lnTo>
                  <a:pt x="4985" y="6095"/>
                </a:lnTo>
                <a:lnTo>
                  <a:pt x="5227" y="5974"/>
                </a:lnTo>
                <a:lnTo>
                  <a:pt x="5490" y="5853"/>
                </a:lnTo>
                <a:lnTo>
                  <a:pt x="5712" y="5711"/>
                </a:lnTo>
                <a:lnTo>
                  <a:pt x="6176" y="5409"/>
                </a:lnTo>
                <a:lnTo>
                  <a:pt x="6620" y="5066"/>
                </a:lnTo>
                <a:lnTo>
                  <a:pt x="7023" y="4723"/>
                </a:lnTo>
                <a:lnTo>
                  <a:pt x="7407" y="4359"/>
                </a:lnTo>
                <a:lnTo>
                  <a:pt x="7750" y="3996"/>
                </a:lnTo>
                <a:lnTo>
                  <a:pt x="8073" y="3653"/>
                </a:lnTo>
                <a:lnTo>
                  <a:pt x="8335" y="3330"/>
                </a:lnTo>
                <a:lnTo>
                  <a:pt x="8597" y="3007"/>
                </a:lnTo>
                <a:lnTo>
                  <a:pt x="8860" y="2664"/>
                </a:lnTo>
                <a:lnTo>
                  <a:pt x="9082" y="2281"/>
                </a:lnTo>
                <a:lnTo>
                  <a:pt x="9263" y="1897"/>
                </a:lnTo>
                <a:lnTo>
                  <a:pt x="9324" y="1696"/>
                </a:lnTo>
                <a:lnTo>
                  <a:pt x="9405" y="1494"/>
                </a:lnTo>
                <a:lnTo>
                  <a:pt x="9445" y="1292"/>
                </a:lnTo>
                <a:lnTo>
                  <a:pt x="9465" y="1070"/>
                </a:lnTo>
                <a:lnTo>
                  <a:pt x="9485" y="868"/>
                </a:lnTo>
                <a:lnTo>
                  <a:pt x="9465" y="646"/>
                </a:lnTo>
                <a:lnTo>
                  <a:pt x="9445" y="444"/>
                </a:lnTo>
                <a:lnTo>
                  <a:pt x="9384" y="283"/>
                </a:lnTo>
                <a:lnTo>
                  <a:pt x="9304" y="162"/>
                </a:lnTo>
                <a:lnTo>
                  <a:pt x="9183" y="61"/>
                </a:lnTo>
                <a:lnTo>
                  <a:pt x="9082" y="21"/>
                </a:lnTo>
                <a:lnTo>
                  <a:pt x="8981" y="0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52" name="Google Shape;1352;p17"/>
          <p:cNvSpPr/>
          <p:nvPr/>
        </p:nvSpPr>
        <p:spPr>
          <a:xfrm rot="3449335">
            <a:off x="2567386" y="-287123"/>
            <a:ext cx="130932" cy="390449"/>
          </a:xfrm>
          <a:custGeom>
            <a:rect b="b" l="l" r="r" t="t"/>
            <a:pathLst>
              <a:path extrusionOk="0" h="6984" w="2342">
                <a:moveTo>
                  <a:pt x="1494" y="82"/>
                </a:moveTo>
                <a:lnTo>
                  <a:pt x="1615" y="122"/>
                </a:lnTo>
                <a:lnTo>
                  <a:pt x="1716" y="162"/>
                </a:lnTo>
                <a:lnTo>
                  <a:pt x="1817" y="223"/>
                </a:lnTo>
                <a:lnTo>
                  <a:pt x="1897" y="304"/>
                </a:lnTo>
                <a:lnTo>
                  <a:pt x="1978" y="404"/>
                </a:lnTo>
                <a:lnTo>
                  <a:pt x="2039" y="485"/>
                </a:lnTo>
                <a:lnTo>
                  <a:pt x="2099" y="586"/>
                </a:lnTo>
                <a:lnTo>
                  <a:pt x="2160" y="707"/>
                </a:lnTo>
                <a:lnTo>
                  <a:pt x="2200" y="828"/>
                </a:lnTo>
                <a:lnTo>
                  <a:pt x="2240" y="1070"/>
                </a:lnTo>
                <a:lnTo>
                  <a:pt x="2261" y="1333"/>
                </a:lnTo>
                <a:lnTo>
                  <a:pt x="2261" y="1595"/>
                </a:lnTo>
                <a:lnTo>
                  <a:pt x="2240" y="2281"/>
                </a:lnTo>
                <a:lnTo>
                  <a:pt x="2180" y="2967"/>
                </a:lnTo>
                <a:lnTo>
                  <a:pt x="2059" y="3694"/>
                </a:lnTo>
                <a:lnTo>
                  <a:pt x="1897" y="4521"/>
                </a:lnTo>
                <a:lnTo>
                  <a:pt x="1837" y="4763"/>
                </a:lnTo>
                <a:lnTo>
                  <a:pt x="1776" y="5026"/>
                </a:lnTo>
                <a:lnTo>
                  <a:pt x="1675" y="5308"/>
                </a:lnTo>
                <a:lnTo>
                  <a:pt x="1554" y="5591"/>
                </a:lnTo>
                <a:lnTo>
                  <a:pt x="1413" y="5893"/>
                </a:lnTo>
                <a:lnTo>
                  <a:pt x="1231" y="6176"/>
                </a:lnTo>
                <a:lnTo>
                  <a:pt x="1030" y="6459"/>
                </a:lnTo>
                <a:lnTo>
                  <a:pt x="808" y="6741"/>
                </a:lnTo>
                <a:lnTo>
                  <a:pt x="707" y="6822"/>
                </a:lnTo>
                <a:lnTo>
                  <a:pt x="626" y="6862"/>
                </a:lnTo>
                <a:lnTo>
                  <a:pt x="566" y="6902"/>
                </a:lnTo>
                <a:lnTo>
                  <a:pt x="485" y="6882"/>
                </a:lnTo>
                <a:lnTo>
                  <a:pt x="444" y="6862"/>
                </a:lnTo>
                <a:lnTo>
                  <a:pt x="384" y="6822"/>
                </a:lnTo>
                <a:lnTo>
                  <a:pt x="303" y="6701"/>
                </a:lnTo>
                <a:lnTo>
                  <a:pt x="243" y="6539"/>
                </a:lnTo>
                <a:lnTo>
                  <a:pt x="182" y="6317"/>
                </a:lnTo>
                <a:lnTo>
                  <a:pt x="142" y="6055"/>
                </a:lnTo>
                <a:lnTo>
                  <a:pt x="101" y="5752"/>
                </a:lnTo>
                <a:lnTo>
                  <a:pt x="81" y="5086"/>
                </a:lnTo>
                <a:lnTo>
                  <a:pt x="81" y="4602"/>
                </a:lnTo>
                <a:lnTo>
                  <a:pt x="81" y="4097"/>
                </a:lnTo>
                <a:lnTo>
                  <a:pt x="101" y="3976"/>
                </a:lnTo>
                <a:lnTo>
                  <a:pt x="122" y="3310"/>
                </a:lnTo>
                <a:lnTo>
                  <a:pt x="162" y="2685"/>
                </a:lnTo>
                <a:lnTo>
                  <a:pt x="222" y="2100"/>
                </a:lnTo>
                <a:lnTo>
                  <a:pt x="283" y="1535"/>
                </a:lnTo>
                <a:lnTo>
                  <a:pt x="323" y="1353"/>
                </a:lnTo>
                <a:lnTo>
                  <a:pt x="384" y="1131"/>
                </a:lnTo>
                <a:lnTo>
                  <a:pt x="444" y="909"/>
                </a:lnTo>
                <a:lnTo>
                  <a:pt x="545" y="667"/>
                </a:lnTo>
                <a:lnTo>
                  <a:pt x="687" y="465"/>
                </a:lnTo>
                <a:lnTo>
                  <a:pt x="767" y="364"/>
                </a:lnTo>
                <a:lnTo>
                  <a:pt x="848" y="263"/>
                </a:lnTo>
                <a:lnTo>
                  <a:pt x="949" y="203"/>
                </a:lnTo>
                <a:lnTo>
                  <a:pt x="1070" y="142"/>
                </a:lnTo>
                <a:lnTo>
                  <a:pt x="1191" y="102"/>
                </a:lnTo>
                <a:lnTo>
                  <a:pt x="1312" y="82"/>
                </a:lnTo>
                <a:close/>
                <a:moveTo>
                  <a:pt x="1312" y="1"/>
                </a:moveTo>
                <a:lnTo>
                  <a:pt x="1171" y="21"/>
                </a:lnTo>
                <a:lnTo>
                  <a:pt x="1030" y="61"/>
                </a:lnTo>
                <a:lnTo>
                  <a:pt x="868" y="162"/>
                </a:lnTo>
                <a:lnTo>
                  <a:pt x="707" y="304"/>
                </a:lnTo>
                <a:lnTo>
                  <a:pt x="566" y="485"/>
                </a:lnTo>
                <a:lnTo>
                  <a:pt x="485" y="606"/>
                </a:lnTo>
                <a:lnTo>
                  <a:pt x="424" y="748"/>
                </a:lnTo>
                <a:lnTo>
                  <a:pt x="364" y="909"/>
                </a:lnTo>
                <a:lnTo>
                  <a:pt x="303" y="1091"/>
                </a:lnTo>
                <a:lnTo>
                  <a:pt x="263" y="1292"/>
                </a:lnTo>
                <a:lnTo>
                  <a:pt x="222" y="1514"/>
                </a:lnTo>
                <a:lnTo>
                  <a:pt x="142" y="2079"/>
                </a:lnTo>
                <a:lnTo>
                  <a:pt x="81" y="2685"/>
                </a:lnTo>
                <a:lnTo>
                  <a:pt x="41" y="3310"/>
                </a:lnTo>
                <a:lnTo>
                  <a:pt x="21" y="3976"/>
                </a:lnTo>
                <a:lnTo>
                  <a:pt x="1" y="4097"/>
                </a:lnTo>
                <a:lnTo>
                  <a:pt x="1" y="4602"/>
                </a:lnTo>
                <a:lnTo>
                  <a:pt x="1" y="5106"/>
                </a:lnTo>
                <a:lnTo>
                  <a:pt x="21" y="5752"/>
                </a:lnTo>
                <a:lnTo>
                  <a:pt x="61" y="6055"/>
                </a:lnTo>
                <a:lnTo>
                  <a:pt x="101" y="6337"/>
                </a:lnTo>
                <a:lnTo>
                  <a:pt x="142" y="6499"/>
                </a:lnTo>
                <a:lnTo>
                  <a:pt x="202" y="6680"/>
                </a:lnTo>
                <a:lnTo>
                  <a:pt x="263" y="6781"/>
                </a:lnTo>
                <a:lnTo>
                  <a:pt x="303" y="6862"/>
                </a:lnTo>
                <a:lnTo>
                  <a:pt x="384" y="6923"/>
                </a:lnTo>
                <a:lnTo>
                  <a:pt x="465" y="6963"/>
                </a:lnTo>
                <a:lnTo>
                  <a:pt x="525" y="6983"/>
                </a:lnTo>
                <a:lnTo>
                  <a:pt x="606" y="6963"/>
                </a:lnTo>
                <a:lnTo>
                  <a:pt x="687" y="6923"/>
                </a:lnTo>
                <a:lnTo>
                  <a:pt x="767" y="6882"/>
                </a:lnTo>
                <a:lnTo>
                  <a:pt x="868" y="6802"/>
                </a:lnTo>
                <a:lnTo>
                  <a:pt x="1090" y="6519"/>
                </a:lnTo>
                <a:lnTo>
                  <a:pt x="1292" y="6237"/>
                </a:lnTo>
                <a:lnTo>
                  <a:pt x="1474" y="5934"/>
                </a:lnTo>
                <a:lnTo>
                  <a:pt x="1615" y="5631"/>
                </a:lnTo>
                <a:lnTo>
                  <a:pt x="1736" y="5349"/>
                </a:lnTo>
                <a:lnTo>
                  <a:pt x="1837" y="5046"/>
                </a:lnTo>
                <a:lnTo>
                  <a:pt x="1918" y="4784"/>
                </a:lnTo>
                <a:lnTo>
                  <a:pt x="1978" y="4521"/>
                </a:lnTo>
                <a:lnTo>
                  <a:pt x="2140" y="3714"/>
                </a:lnTo>
                <a:lnTo>
                  <a:pt x="2261" y="2967"/>
                </a:lnTo>
                <a:lnTo>
                  <a:pt x="2321" y="2281"/>
                </a:lnTo>
                <a:lnTo>
                  <a:pt x="2341" y="1595"/>
                </a:lnTo>
                <a:lnTo>
                  <a:pt x="2341" y="1333"/>
                </a:lnTo>
                <a:lnTo>
                  <a:pt x="2321" y="1050"/>
                </a:lnTo>
                <a:lnTo>
                  <a:pt x="2261" y="788"/>
                </a:lnTo>
                <a:lnTo>
                  <a:pt x="2220" y="667"/>
                </a:lnTo>
                <a:lnTo>
                  <a:pt x="2180" y="546"/>
                </a:lnTo>
                <a:lnTo>
                  <a:pt x="2119" y="445"/>
                </a:lnTo>
                <a:lnTo>
                  <a:pt x="2039" y="324"/>
                </a:lnTo>
                <a:lnTo>
                  <a:pt x="1938" y="243"/>
                </a:lnTo>
                <a:lnTo>
                  <a:pt x="1837" y="142"/>
                </a:lnTo>
                <a:lnTo>
                  <a:pt x="1716" y="82"/>
                </a:lnTo>
                <a:lnTo>
                  <a:pt x="1595" y="21"/>
                </a:lnTo>
                <a:lnTo>
                  <a:pt x="1453" y="1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53" name="Google Shape;1353;p17"/>
          <p:cNvSpPr/>
          <p:nvPr/>
        </p:nvSpPr>
        <p:spPr>
          <a:xfrm>
            <a:off x="13470249" y="372312"/>
            <a:ext cx="206522" cy="1040271"/>
          </a:xfrm>
          <a:custGeom>
            <a:rect b="b" l="l" r="r" t="t"/>
            <a:pathLst>
              <a:path extrusionOk="0" h="18607" w="3694">
                <a:moveTo>
                  <a:pt x="2160" y="0"/>
                </a:moveTo>
                <a:lnTo>
                  <a:pt x="2099" y="61"/>
                </a:lnTo>
                <a:lnTo>
                  <a:pt x="2281" y="283"/>
                </a:lnTo>
                <a:lnTo>
                  <a:pt x="2462" y="545"/>
                </a:lnTo>
                <a:lnTo>
                  <a:pt x="2624" y="787"/>
                </a:lnTo>
                <a:lnTo>
                  <a:pt x="2765" y="1050"/>
                </a:lnTo>
                <a:lnTo>
                  <a:pt x="2886" y="1292"/>
                </a:lnTo>
                <a:lnTo>
                  <a:pt x="3007" y="1554"/>
                </a:lnTo>
                <a:lnTo>
                  <a:pt x="3209" y="2079"/>
                </a:lnTo>
                <a:lnTo>
                  <a:pt x="3350" y="2604"/>
                </a:lnTo>
                <a:lnTo>
                  <a:pt x="3471" y="3108"/>
                </a:lnTo>
                <a:lnTo>
                  <a:pt x="3532" y="3592"/>
                </a:lnTo>
                <a:lnTo>
                  <a:pt x="3572" y="4036"/>
                </a:lnTo>
                <a:lnTo>
                  <a:pt x="3613" y="4581"/>
                </a:lnTo>
                <a:lnTo>
                  <a:pt x="3613" y="5126"/>
                </a:lnTo>
                <a:lnTo>
                  <a:pt x="3592" y="5671"/>
                </a:lnTo>
                <a:lnTo>
                  <a:pt x="3552" y="6216"/>
                </a:lnTo>
                <a:lnTo>
                  <a:pt x="3431" y="7285"/>
                </a:lnTo>
                <a:lnTo>
                  <a:pt x="3290" y="8355"/>
                </a:lnTo>
                <a:lnTo>
                  <a:pt x="2684" y="12734"/>
                </a:lnTo>
                <a:lnTo>
                  <a:pt x="2604" y="13360"/>
                </a:lnTo>
                <a:lnTo>
                  <a:pt x="2503" y="14026"/>
                </a:lnTo>
                <a:lnTo>
                  <a:pt x="2361" y="14712"/>
                </a:lnTo>
                <a:lnTo>
                  <a:pt x="2281" y="15055"/>
                </a:lnTo>
                <a:lnTo>
                  <a:pt x="2180" y="15398"/>
                </a:lnTo>
                <a:lnTo>
                  <a:pt x="2059" y="15741"/>
                </a:lnTo>
                <a:lnTo>
                  <a:pt x="1938" y="16084"/>
                </a:lnTo>
                <a:lnTo>
                  <a:pt x="1796" y="16407"/>
                </a:lnTo>
                <a:lnTo>
                  <a:pt x="1635" y="16730"/>
                </a:lnTo>
                <a:lnTo>
                  <a:pt x="1453" y="17053"/>
                </a:lnTo>
                <a:lnTo>
                  <a:pt x="1252" y="17355"/>
                </a:lnTo>
                <a:lnTo>
                  <a:pt x="1030" y="17638"/>
                </a:lnTo>
                <a:lnTo>
                  <a:pt x="787" y="17900"/>
                </a:lnTo>
                <a:lnTo>
                  <a:pt x="606" y="18082"/>
                </a:lnTo>
                <a:lnTo>
                  <a:pt x="404" y="18243"/>
                </a:lnTo>
                <a:lnTo>
                  <a:pt x="202" y="18384"/>
                </a:lnTo>
                <a:lnTo>
                  <a:pt x="0" y="18526"/>
                </a:lnTo>
                <a:lnTo>
                  <a:pt x="41" y="18606"/>
                </a:lnTo>
                <a:lnTo>
                  <a:pt x="263" y="18465"/>
                </a:lnTo>
                <a:lnTo>
                  <a:pt x="465" y="18304"/>
                </a:lnTo>
                <a:lnTo>
                  <a:pt x="666" y="18142"/>
                </a:lnTo>
                <a:lnTo>
                  <a:pt x="848" y="17961"/>
                </a:lnTo>
                <a:lnTo>
                  <a:pt x="1090" y="17678"/>
                </a:lnTo>
                <a:lnTo>
                  <a:pt x="1332" y="17396"/>
                </a:lnTo>
                <a:lnTo>
                  <a:pt x="1534" y="17093"/>
                </a:lnTo>
                <a:lnTo>
                  <a:pt x="1716" y="16790"/>
                </a:lnTo>
                <a:lnTo>
                  <a:pt x="1877" y="16447"/>
                </a:lnTo>
                <a:lnTo>
                  <a:pt x="2018" y="16124"/>
                </a:lnTo>
                <a:lnTo>
                  <a:pt x="2139" y="15781"/>
                </a:lnTo>
                <a:lnTo>
                  <a:pt x="2240" y="15438"/>
                </a:lnTo>
                <a:lnTo>
                  <a:pt x="2341" y="15075"/>
                </a:lnTo>
                <a:lnTo>
                  <a:pt x="2442" y="14732"/>
                </a:lnTo>
                <a:lnTo>
                  <a:pt x="2563" y="14046"/>
                </a:lnTo>
                <a:lnTo>
                  <a:pt x="2684" y="13380"/>
                </a:lnTo>
                <a:lnTo>
                  <a:pt x="2765" y="12734"/>
                </a:lnTo>
                <a:lnTo>
                  <a:pt x="3370" y="8375"/>
                </a:lnTo>
                <a:lnTo>
                  <a:pt x="3512" y="7306"/>
                </a:lnTo>
                <a:lnTo>
                  <a:pt x="3633" y="6216"/>
                </a:lnTo>
                <a:lnTo>
                  <a:pt x="3673" y="5671"/>
                </a:lnTo>
                <a:lnTo>
                  <a:pt x="3693" y="5126"/>
                </a:lnTo>
                <a:lnTo>
                  <a:pt x="3693" y="4581"/>
                </a:lnTo>
                <a:lnTo>
                  <a:pt x="3653" y="4036"/>
                </a:lnTo>
                <a:lnTo>
                  <a:pt x="3613" y="3572"/>
                </a:lnTo>
                <a:lnTo>
                  <a:pt x="3532" y="3088"/>
                </a:lnTo>
                <a:lnTo>
                  <a:pt x="3431" y="2583"/>
                </a:lnTo>
                <a:lnTo>
                  <a:pt x="3290" y="2059"/>
                </a:lnTo>
                <a:lnTo>
                  <a:pt x="3088" y="1534"/>
                </a:lnTo>
                <a:lnTo>
                  <a:pt x="2967" y="1272"/>
                </a:lnTo>
                <a:lnTo>
                  <a:pt x="2826" y="1009"/>
                </a:lnTo>
                <a:lnTo>
                  <a:pt x="2684" y="747"/>
                </a:lnTo>
                <a:lnTo>
                  <a:pt x="2523" y="485"/>
                </a:lnTo>
                <a:lnTo>
                  <a:pt x="2341" y="243"/>
                </a:lnTo>
                <a:lnTo>
                  <a:pt x="2160" y="0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54" name="Google Shape;1354;p17"/>
          <p:cNvSpPr/>
          <p:nvPr/>
        </p:nvSpPr>
        <p:spPr>
          <a:xfrm>
            <a:off x="8905548" y="1936013"/>
            <a:ext cx="1826666" cy="1093271"/>
          </a:xfrm>
          <a:custGeom>
            <a:rect b="b" l="l" r="r" t="t"/>
            <a:pathLst>
              <a:path extrusionOk="0" h="19555" w="32673">
                <a:moveTo>
                  <a:pt x="4340" y="81"/>
                </a:moveTo>
                <a:lnTo>
                  <a:pt x="4622" y="101"/>
                </a:lnTo>
                <a:lnTo>
                  <a:pt x="4885" y="121"/>
                </a:lnTo>
                <a:lnTo>
                  <a:pt x="5167" y="161"/>
                </a:lnTo>
                <a:lnTo>
                  <a:pt x="5450" y="222"/>
                </a:lnTo>
                <a:lnTo>
                  <a:pt x="5712" y="283"/>
                </a:lnTo>
                <a:lnTo>
                  <a:pt x="6216" y="444"/>
                </a:lnTo>
                <a:lnTo>
                  <a:pt x="6640" y="626"/>
                </a:lnTo>
                <a:lnTo>
                  <a:pt x="7003" y="787"/>
                </a:lnTo>
                <a:lnTo>
                  <a:pt x="7266" y="928"/>
                </a:lnTo>
                <a:lnTo>
                  <a:pt x="7629" y="1130"/>
                </a:lnTo>
                <a:lnTo>
                  <a:pt x="7972" y="1352"/>
                </a:lnTo>
                <a:lnTo>
                  <a:pt x="8315" y="1594"/>
                </a:lnTo>
                <a:lnTo>
                  <a:pt x="8658" y="1836"/>
                </a:lnTo>
                <a:lnTo>
                  <a:pt x="9324" y="2341"/>
                </a:lnTo>
                <a:lnTo>
                  <a:pt x="9950" y="2866"/>
                </a:lnTo>
                <a:lnTo>
                  <a:pt x="10918" y="3632"/>
                </a:lnTo>
                <a:lnTo>
                  <a:pt x="11746" y="4258"/>
                </a:lnTo>
                <a:lnTo>
                  <a:pt x="12613" y="4843"/>
                </a:lnTo>
                <a:lnTo>
                  <a:pt x="13481" y="5388"/>
                </a:lnTo>
                <a:lnTo>
                  <a:pt x="14369" y="5913"/>
                </a:lnTo>
                <a:lnTo>
                  <a:pt x="15297" y="6397"/>
                </a:lnTo>
                <a:lnTo>
                  <a:pt x="16226" y="6861"/>
                </a:lnTo>
                <a:lnTo>
                  <a:pt x="17174" y="7285"/>
                </a:lnTo>
                <a:lnTo>
                  <a:pt x="18143" y="7709"/>
                </a:lnTo>
                <a:lnTo>
                  <a:pt x="19132" y="8092"/>
                </a:lnTo>
                <a:lnTo>
                  <a:pt x="20120" y="8476"/>
                </a:lnTo>
                <a:lnTo>
                  <a:pt x="21129" y="8839"/>
                </a:lnTo>
                <a:lnTo>
                  <a:pt x="22138" y="9182"/>
                </a:lnTo>
                <a:lnTo>
                  <a:pt x="23168" y="9505"/>
                </a:lnTo>
                <a:lnTo>
                  <a:pt x="24217" y="9848"/>
                </a:lnTo>
                <a:lnTo>
                  <a:pt x="26316" y="10473"/>
                </a:lnTo>
                <a:lnTo>
                  <a:pt x="26376" y="10494"/>
                </a:lnTo>
                <a:lnTo>
                  <a:pt x="27627" y="10877"/>
                </a:lnTo>
                <a:lnTo>
                  <a:pt x="28253" y="11079"/>
                </a:lnTo>
                <a:lnTo>
                  <a:pt x="28879" y="11301"/>
                </a:lnTo>
                <a:lnTo>
                  <a:pt x="29484" y="11523"/>
                </a:lnTo>
                <a:lnTo>
                  <a:pt x="30089" y="11805"/>
                </a:lnTo>
                <a:lnTo>
                  <a:pt x="30675" y="12088"/>
                </a:lnTo>
                <a:lnTo>
                  <a:pt x="31240" y="12411"/>
                </a:lnTo>
                <a:lnTo>
                  <a:pt x="31583" y="12633"/>
                </a:lnTo>
                <a:lnTo>
                  <a:pt x="31744" y="12754"/>
                </a:lnTo>
                <a:lnTo>
                  <a:pt x="31906" y="12895"/>
                </a:lnTo>
                <a:lnTo>
                  <a:pt x="32067" y="13036"/>
                </a:lnTo>
                <a:lnTo>
                  <a:pt x="32208" y="13198"/>
                </a:lnTo>
                <a:lnTo>
                  <a:pt x="32329" y="13379"/>
                </a:lnTo>
                <a:lnTo>
                  <a:pt x="32450" y="13581"/>
                </a:lnTo>
                <a:lnTo>
                  <a:pt x="32511" y="13763"/>
                </a:lnTo>
                <a:lnTo>
                  <a:pt x="32572" y="13965"/>
                </a:lnTo>
                <a:lnTo>
                  <a:pt x="32592" y="14166"/>
                </a:lnTo>
                <a:lnTo>
                  <a:pt x="32592" y="14368"/>
                </a:lnTo>
                <a:lnTo>
                  <a:pt x="32551" y="14570"/>
                </a:lnTo>
                <a:lnTo>
                  <a:pt x="32471" y="14772"/>
                </a:lnTo>
                <a:lnTo>
                  <a:pt x="32370" y="14953"/>
                </a:lnTo>
                <a:lnTo>
                  <a:pt x="32289" y="15034"/>
                </a:lnTo>
                <a:lnTo>
                  <a:pt x="32208" y="15095"/>
                </a:lnTo>
                <a:lnTo>
                  <a:pt x="32067" y="15196"/>
                </a:lnTo>
                <a:lnTo>
                  <a:pt x="31926" y="15256"/>
                </a:lnTo>
                <a:lnTo>
                  <a:pt x="31764" y="15317"/>
                </a:lnTo>
                <a:lnTo>
                  <a:pt x="31603" y="15337"/>
                </a:lnTo>
                <a:lnTo>
                  <a:pt x="31421" y="15357"/>
                </a:lnTo>
                <a:lnTo>
                  <a:pt x="31240" y="15377"/>
                </a:lnTo>
                <a:lnTo>
                  <a:pt x="30876" y="15357"/>
                </a:lnTo>
                <a:lnTo>
                  <a:pt x="29625" y="15276"/>
                </a:lnTo>
                <a:lnTo>
                  <a:pt x="28354" y="15196"/>
                </a:lnTo>
                <a:lnTo>
                  <a:pt x="25872" y="14974"/>
                </a:lnTo>
                <a:lnTo>
                  <a:pt x="24116" y="14832"/>
                </a:lnTo>
                <a:lnTo>
                  <a:pt x="22360" y="14691"/>
                </a:lnTo>
                <a:lnTo>
                  <a:pt x="20585" y="14590"/>
                </a:lnTo>
                <a:lnTo>
                  <a:pt x="19697" y="14550"/>
                </a:lnTo>
                <a:lnTo>
                  <a:pt x="18809" y="14530"/>
                </a:lnTo>
                <a:lnTo>
                  <a:pt x="17073" y="14530"/>
                </a:lnTo>
                <a:lnTo>
                  <a:pt x="16226" y="14570"/>
                </a:lnTo>
                <a:lnTo>
                  <a:pt x="15398" y="14631"/>
                </a:lnTo>
                <a:lnTo>
                  <a:pt x="14591" y="14691"/>
                </a:lnTo>
                <a:lnTo>
                  <a:pt x="13824" y="14792"/>
                </a:lnTo>
                <a:lnTo>
                  <a:pt x="13057" y="14893"/>
                </a:lnTo>
                <a:lnTo>
                  <a:pt x="12311" y="15034"/>
                </a:lnTo>
                <a:lnTo>
                  <a:pt x="11584" y="15175"/>
                </a:lnTo>
                <a:lnTo>
                  <a:pt x="10878" y="15337"/>
                </a:lnTo>
                <a:lnTo>
                  <a:pt x="10192" y="15539"/>
                </a:lnTo>
                <a:lnTo>
                  <a:pt x="9526" y="15740"/>
                </a:lnTo>
                <a:lnTo>
                  <a:pt x="8880" y="15962"/>
                </a:lnTo>
                <a:lnTo>
                  <a:pt x="8255" y="16205"/>
                </a:lnTo>
                <a:lnTo>
                  <a:pt x="7629" y="16487"/>
                </a:lnTo>
                <a:lnTo>
                  <a:pt x="7024" y="16770"/>
                </a:lnTo>
                <a:lnTo>
                  <a:pt x="6539" y="17012"/>
                </a:lnTo>
                <a:lnTo>
                  <a:pt x="6055" y="17294"/>
                </a:lnTo>
                <a:lnTo>
                  <a:pt x="5086" y="17839"/>
                </a:lnTo>
                <a:lnTo>
                  <a:pt x="4441" y="18202"/>
                </a:lnTo>
                <a:lnTo>
                  <a:pt x="3775" y="18586"/>
                </a:lnTo>
                <a:lnTo>
                  <a:pt x="3089" y="18929"/>
                </a:lnTo>
                <a:lnTo>
                  <a:pt x="2382" y="19252"/>
                </a:lnTo>
                <a:lnTo>
                  <a:pt x="2160" y="19353"/>
                </a:lnTo>
                <a:lnTo>
                  <a:pt x="1918" y="19413"/>
                </a:lnTo>
                <a:lnTo>
                  <a:pt x="1676" y="19454"/>
                </a:lnTo>
                <a:lnTo>
                  <a:pt x="1434" y="19454"/>
                </a:lnTo>
                <a:lnTo>
                  <a:pt x="1333" y="19413"/>
                </a:lnTo>
                <a:lnTo>
                  <a:pt x="1212" y="19373"/>
                </a:lnTo>
                <a:lnTo>
                  <a:pt x="1030" y="19272"/>
                </a:lnTo>
                <a:lnTo>
                  <a:pt x="869" y="19111"/>
                </a:lnTo>
                <a:lnTo>
                  <a:pt x="748" y="18949"/>
                </a:lnTo>
                <a:lnTo>
                  <a:pt x="627" y="18788"/>
                </a:lnTo>
                <a:lnTo>
                  <a:pt x="546" y="18606"/>
                </a:lnTo>
                <a:lnTo>
                  <a:pt x="425" y="18324"/>
                </a:lnTo>
                <a:lnTo>
                  <a:pt x="324" y="18001"/>
                </a:lnTo>
                <a:lnTo>
                  <a:pt x="263" y="17678"/>
                </a:lnTo>
                <a:lnTo>
                  <a:pt x="203" y="17335"/>
                </a:lnTo>
                <a:lnTo>
                  <a:pt x="162" y="16992"/>
                </a:lnTo>
                <a:lnTo>
                  <a:pt x="122" y="16326"/>
                </a:lnTo>
                <a:lnTo>
                  <a:pt x="102" y="15660"/>
                </a:lnTo>
                <a:lnTo>
                  <a:pt x="102" y="14368"/>
                </a:lnTo>
                <a:lnTo>
                  <a:pt x="82" y="13137"/>
                </a:lnTo>
                <a:lnTo>
                  <a:pt x="102" y="11947"/>
                </a:lnTo>
                <a:lnTo>
                  <a:pt x="122" y="10756"/>
                </a:lnTo>
                <a:lnTo>
                  <a:pt x="203" y="9485"/>
                </a:lnTo>
                <a:lnTo>
                  <a:pt x="324" y="8274"/>
                </a:lnTo>
                <a:lnTo>
                  <a:pt x="405" y="7689"/>
                </a:lnTo>
                <a:lnTo>
                  <a:pt x="485" y="7124"/>
                </a:lnTo>
                <a:lnTo>
                  <a:pt x="586" y="6579"/>
                </a:lnTo>
                <a:lnTo>
                  <a:pt x="687" y="6054"/>
                </a:lnTo>
                <a:lnTo>
                  <a:pt x="808" y="5529"/>
                </a:lnTo>
                <a:lnTo>
                  <a:pt x="929" y="5025"/>
                </a:lnTo>
                <a:lnTo>
                  <a:pt x="1071" y="4541"/>
                </a:lnTo>
                <a:lnTo>
                  <a:pt x="1232" y="4056"/>
                </a:lnTo>
                <a:lnTo>
                  <a:pt x="1393" y="3592"/>
                </a:lnTo>
                <a:lnTo>
                  <a:pt x="1555" y="3128"/>
                </a:lnTo>
                <a:lnTo>
                  <a:pt x="1736" y="2684"/>
                </a:lnTo>
                <a:lnTo>
                  <a:pt x="1938" y="2260"/>
                </a:lnTo>
                <a:lnTo>
                  <a:pt x="2039" y="2038"/>
                </a:lnTo>
                <a:lnTo>
                  <a:pt x="2301" y="1493"/>
                </a:lnTo>
                <a:lnTo>
                  <a:pt x="2463" y="1231"/>
                </a:lnTo>
                <a:lnTo>
                  <a:pt x="2624" y="969"/>
                </a:lnTo>
                <a:lnTo>
                  <a:pt x="2806" y="727"/>
                </a:lnTo>
                <a:lnTo>
                  <a:pt x="3008" y="525"/>
                </a:lnTo>
                <a:lnTo>
                  <a:pt x="3129" y="444"/>
                </a:lnTo>
                <a:lnTo>
                  <a:pt x="3250" y="363"/>
                </a:lnTo>
                <a:lnTo>
                  <a:pt x="3391" y="283"/>
                </a:lnTo>
                <a:lnTo>
                  <a:pt x="3532" y="222"/>
                </a:lnTo>
                <a:lnTo>
                  <a:pt x="3795" y="161"/>
                </a:lnTo>
                <a:lnTo>
                  <a:pt x="4057" y="101"/>
                </a:lnTo>
                <a:lnTo>
                  <a:pt x="4340" y="81"/>
                </a:lnTo>
                <a:close/>
                <a:moveTo>
                  <a:pt x="4360" y="0"/>
                </a:moveTo>
                <a:lnTo>
                  <a:pt x="3997" y="40"/>
                </a:lnTo>
                <a:lnTo>
                  <a:pt x="3714" y="81"/>
                </a:lnTo>
                <a:lnTo>
                  <a:pt x="3492" y="161"/>
                </a:lnTo>
                <a:lnTo>
                  <a:pt x="3351" y="222"/>
                </a:lnTo>
                <a:lnTo>
                  <a:pt x="3210" y="283"/>
                </a:lnTo>
                <a:lnTo>
                  <a:pt x="3089" y="363"/>
                </a:lnTo>
                <a:lnTo>
                  <a:pt x="2967" y="464"/>
                </a:lnTo>
                <a:lnTo>
                  <a:pt x="2745" y="666"/>
                </a:lnTo>
                <a:lnTo>
                  <a:pt x="2564" y="908"/>
                </a:lnTo>
                <a:lnTo>
                  <a:pt x="2382" y="1170"/>
                </a:lnTo>
                <a:lnTo>
                  <a:pt x="2241" y="1453"/>
                </a:lnTo>
                <a:lnTo>
                  <a:pt x="1958" y="2018"/>
                </a:lnTo>
                <a:lnTo>
                  <a:pt x="1878" y="2220"/>
                </a:lnTo>
                <a:lnTo>
                  <a:pt x="1676" y="2664"/>
                </a:lnTo>
                <a:lnTo>
                  <a:pt x="1494" y="3108"/>
                </a:lnTo>
                <a:lnTo>
                  <a:pt x="1313" y="3552"/>
                </a:lnTo>
                <a:lnTo>
                  <a:pt x="1151" y="4036"/>
                </a:lnTo>
                <a:lnTo>
                  <a:pt x="990" y="4500"/>
                </a:lnTo>
                <a:lnTo>
                  <a:pt x="849" y="5005"/>
                </a:lnTo>
                <a:lnTo>
                  <a:pt x="727" y="5509"/>
                </a:lnTo>
                <a:lnTo>
                  <a:pt x="606" y="6034"/>
                </a:lnTo>
                <a:lnTo>
                  <a:pt x="505" y="6559"/>
                </a:lnTo>
                <a:lnTo>
                  <a:pt x="405" y="7103"/>
                </a:lnTo>
                <a:lnTo>
                  <a:pt x="324" y="7668"/>
                </a:lnTo>
                <a:lnTo>
                  <a:pt x="243" y="8254"/>
                </a:lnTo>
                <a:lnTo>
                  <a:pt x="122" y="9464"/>
                </a:lnTo>
                <a:lnTo>
                  <a:pt x="41" y="10756"/>
                </a:lnTo>
                <a:lnTo>
                  <a:pt x="21" y="11947"/>
                </a:lnTo>
                <a:lnTo>
                  <a:pt x="1" y="13137"/>
                </a:lnTo>
                <a:lnTo>
                  <a:pt x="21" y="14368"/>
                </a:lnTo>
                <a:lnTo>
                  <a:pt x="21" y="15660"/>
                </a:lnTo>
                <a:lnTo>
                  <a:pt x="41" y="16326"/>
                </a:lnTo>
                <a:lnTo>
                  <a:pt x="82" y="17012"/>
                </a:lnTo>
                <a:lnTo>
                  <a:pt x="122" y="17355"/>
                </a:lnTo>
                <a:lnTo>
                  <a:pt x="183" y="17678"/>
                </a:lnTo>
                <a:lnTo>
                  <a:pt x="263" y="18021"/>
                </a:lnTo>
                <a:lnTo>
                  <a:pt x="344" y="18344"/>
                </a:lnTo>
                <a:lnTo>
                  <a:pt x="405" y="18505"/>
                </a:lnTo>
                <a:lnTo>
                  <a:pt x="485" y="18687"/>
                </a:lnTo>
                <a:lnTo>
                  <a:pt x="586" y="18868"/>
                </a:lnTo>
                <a:lnTo>
                  <a:pt x="707" y="19030"/>
                </a:lnTo>
                <a:lnTo>
                  <a:pt x="849" y="19211"/>
                </a:lnTo>
                <a:lnTo>
                  <a:pt x="1010" y="19353"/>
                </a:lnTo>
                <a:lnTo>
                  <a:pt x="1192" y="19454"/>
                </a:lnTo>
                <a:lnTo>
                  <a:pt x="1313" y="19494"/>
                </a:lnTo>
                <a:lnTo>
                  <a:pt x="1414" y="19534"/>
                </a:lnTo>
                <a:lnTo>
                  <a:pt x="1615" y="19555"/>
                </a:lnTo>
                <a:lnTo>
                  <a:pt x="1817" y="19534"/>
                </a:lnTo>
                <a:lnTo>
                  <a:pt x="2039" y="19474"/>
                </a:lnTo>
                <a:lnTo>
                  <a:pt x="2241" y="19413"/>
                </a:lnTo>
                <a:lnTo>
                  <a:pt x="2423" y="19333"/>
                </a:lnTo>
                <a:lnTo>
                  <a:pt x="3129" y="19010"/>
                </a:lnTo>
                <a:lnTo>
                  <a:pt x="3795" y="18646"/>
                </a:lnTo>
                <a:lnTo>
                  <a:pt x="4481" y="18283"/>
                </a:lnTo>
                <a:lnTo>
                  <a:pt x="5127" y="17900"/>
                </a:lnTo>
                <a:lnTo>
                  <a:pt x="6095" y="17355"/>
                </a:lnTo>
                <a:lnTo>
                  <a:pt x="6580" y="17093"/>
                </a:lnTo>
                <a:lnTo>
                  <a:pt x="7064" y="16830"/>
                </a:lnTo>
                <a:lnTo>
                  <a:pt x="7669" y="16548"/>
                </a:lnTo>
                <a:lnTo>
                  <a:pt x="8275" y="16285"/>
                </a:lnTo>
                <a:lnTo>
                  <a:pt x="8900" y="16043"/>
                </a:lnTo>
                <a:lnTo>
                  <a:pt x="9566" y="15821"/>
                </a:lnTo>
                <a:lnTo>
                  <a:pt x="10232" y="15619"/>
                </a:lnTo>
                <a:lnTo>
                  <a:pt x="10898" y="15418"/>
                </a:lnTo>
                <a:lnTo>
                  <a:pt x="11604" y="15256"/>
                </a:lnTo>
                <a:lnTo>
                  <a:pt x="12331" y="15115"/>
                </a:lnTo>
                <a:lnTo>
                  <a:pt x="13078" y="14974"/>
                </a:lnTo>
                <a:lnTo>
                  <a:pt x="13824" y="14873"/>
                </a:lnTo>
                <a:lnTo>
                  <a:pt x="14611" y="14772"/>
                </a:lnTo>
                <a:lnTo>
                  <a:pt x="15419" y="14711"/>
                </a:lnTo>
                <a:lnTo>
                  <a:pt x="16226" y="14651"/>
                </a:lnTo>
                <a:lnTo>
                  <a:pt x="17073" y="14610"/>
                </a:lnTo>
                <a:lnTo>
                  <a:pt x="18809" y="14610"/>
                </a:lnTo>
                <a:lnTo>
                  <a:pt x="19697" y="14631"/>
                </a:lnTo>
                <a:lnTo>
                  <a:pt x="20585" y="14671"/>
                </a:lnTo>
                <a:lnTo>
                  <a:pt x="22360" y="14772"/>
                </a:lnTo>
                <a:lnTo>
                  <a:pt x="24116" y="14913"/>
                </a:lnTo>
                <a:lnTo>
                  <a:pt x="25852" y="15054"/>
                </a:lnTo>
                <a:lnTo>
                  <a:pt x="28354" y="15276"/>
                </a:lnTo>
                <a:lnTo>
                  <a:pt x="29605" y="15357"/>
                </a:lnTo>
                <a:lnTo>
                  <a:pt x="30876" y="15438"/>
                </a:lnTo>
                <a:lnTo>
                  <a:pt x="31240" y="15458"/>
                </a:lnTo>
                <a:lnTo>
                  <a:pt x="31441" y="15438"/>
                </a:lnTo>
                <a:lnTo>
                  <a:pt x="31623" y="15418"/>
                </a:lnTo>
                <a:lnTo>
                  <a:pt x="31785" y="15397"/>
                </a:lnTo>
                <a:lnTo>
                  <a:pt x="31966" y="15337"/>
                </a:lnTo>
                <a:lnTo>
                  <a:pt x="32128" y="15256"/>
                </a:lnTo>
                <a:lnTo>
                  <a:pt x="32269" y="15155"/>
                </a:lnTo>
                <a:lnTo>
                  <a:pt x="32350" y="15075"/>
                </a:lnTo>
                <a:lnTo>
                  <a:pt x="32430" y="14994"/>
                </a:lnTo>
                <a:lnTo>
                  <a:pt x="32551" y="14812"/>
                </a:lnTo>
                <a:lnTo>
                  <a:pt x="32612" y="14610"/>
                </a:lnTo>
                <a:lnTo>
                  <a:pt x="32672" y="14388"/>
                </a:lnTo>
                <a:lnTo>
                  <a:pt x="32672" y="14166"/>
                </a:lnTo>
                <a:lnTo>
                  <a:pt x="32652" y="13944"/>
                </a:lnTo>
                <a:lnTo>
                  <a:pt x="32592" y="13743"/>
                </a:lnTo>
                <a:lnTo>
                  <a:pt x="32511" y="13541"/>
                </a:lnTo>
                <a:lnTo>
                  <a:pt x="32410" y="13339"/>
                </a:lnTo>
                <a:lnTo>
                  <a:pt x="32269" y="13157"/>
                </a:lnTo>
                <a:lnTo>
                  <a:pt x="32128" y="12996"/>
                </a:lnTo>
                <a:lnTo>
                  <a:pt x="31966" y="12835"/>
                </a:lnTo>
                <a:lnTo>
                  <a:pt x="31805" y="12693"/>
                </a:lnTo>
                <a:lnTo>
                  <a:pt x="31623" y="12572"/>
                </a:lnTo>
                <a:lnTo>
                  <a:pt x="31280" y="12350"/>
                </a:lnTo>
                <a:lnTo>
                  <a:pt x="30715" y="12027"/>
                </a:lnTo>
                <a:lnTo>
                  <a:pt x="30130" y="11725"/>
                </a:lnTo>
                <a:lnTo>
                  <a:pt x="29524" y="11462"/>
                </a:lnTo>
                <a:lnTo>
                  <a:pt x="28919" y="11220"/>
                </a:lnTo>
                <a:lnTo>
                  <a:pt x="28293" y="10998"/>
                </a:lnTo>
                <a:lnTo>
                  <a:pt x="27648" y="10796"/>
                </a:lnTo>
                <a:lnTo>
                  <a:pt x="26396" y="10413"/>
                </a:lnTo>
                <a:lnTo>
                  <a:pt x="26336" y="10393"/>
                </a:lnTo>
                <a:lnTo>
                  <a:pt x="24237" y="9767"/>
                </a:lnTo>
                <a:lnTo>
                  <a:pt x="23208" y="9444"/>
                </a:lnTo>
                <a:lnTo>
                  <a:pt x="22179" y="9101"/>
                </a:lnTo>
                <a:lnTo>
                  <a:pt x="21170" y="8758"/>
                </a:lnTo>
                <a:lnTo>
                  <a:pt x="20161" y="8395"/>
                </a:lnTo>
                <a:lnTo>
                  <a:pt x="19152" y="8032"/>
                </a:lnTo>
                <a:lnTo>
                  <a:pt x="18183" y="7628"/>
                </a:lnTo>
                <a:lnTo>
                  <a:pt x="17215" y="7224"/>
                </a:lnTo>
                <a:lnTo>
                  <a:pt x="16266" y="6781"/>
                </a:lnTo>
                <a:lnTo>
                  <a:pt x="15338" y="6316"/>
                </a:lnTo>
                <a:lnTo>
                  <a:pt x="14410" y="5832"/>
                </a:lnTo>
                <a:lnTo>
                  <a:pt x="13522" y="5328"/>
                </a:lnTo>
                <a:lnTo>
                  <a:pt x="12654" y="4783"/>
                </a:lnTo>
                <a:lnTo>
                  <a:pt x="11806" y="4197"/>
                </a:lnTo>
                <a:lnTo>
                  <a:pt x="10979" y="3572"/>
                </a:lnTo>
                <a:lnTo>
                  <a:pt x="10010" y="2805"/>
                </a:lnTo>
                <a:lnTo>
                  <a:pt x="9365" y="2280"/>
                </a:lnTo>
                <a:lnTo>
                  <a:pt x="8699" y="1776"/>
                </a:lnTo>
                <a:lnTo>
                  <a:pt x="8356" y="1514"/>
                </a:lnTo>
                <a:lnTo>
                  <a:pt x="8012" y="1292"/>
                </a:lnTo>
                <a:lnTo>
                  <a:pt x="7669" y="1070"/>
                </a:lnTo>
                <a:lnTo>
                  <a:pt x="7306" y="848"/>
                </a:lnTo>
                <a:lnTo>
                  <a:pt x="6923" y="666"/>
                </a:lnTo>
                <a:lnTo>
                  <a:pt x="6559" y="505"/>
                </a:lnTo>
                <a:lnTo>
                  <a:pt x="6216" y="363"/>
                </a:lnTo>
                <a:lnTo>
                  <a:pt x="5894" y="242"/>
                </a:lnTo>
                <a:lnTo>
                  <a:pt x="5591" y="161"/>
                </a:lnTo>
                <a:lnTo>
                  <a:pt x="5308" y="101"/>
                </a:lnTo>
                <a:lnTo>
                  <a:pt x="5046" y="61"/>
                </a:lnTo>
                <a:lnTo>
                  <a:pt x="4804" y="20"/>
                </a:lnTo>
                <a:lnTo>
                  <a:pt x="4562" y="0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55" name="Google Shape;1355;p17"/>
          <p:cNvSpPr/>
          <p:nvPr/>
        </p:nvSpPr>
        <p:spPr>
          <a:xfrm>
            <a:off x="9054482" y="2190947"/>
            <a:ext cx="794334" cy="541632"/>
          </a:xfrm>
          <a:custGeom>
            <a:rect b="b" l="l" r="r" t="t"/>
            <a:pathLst>
              <a:path extrusionOk="0" h="9688" w="14208">
                <a:moveTo>
                  <a:pt x="2765" y="81"/>
                </a:moveTo>
                <a:lnTo>
                  <a:pt x="2967" y="142"/>
                </a:lnTo>
                <a:lnTo>
                  <a:pt x="3189" y="223"/>
                </a:lnTo>
                <a:lnTo>
                  <a:pt x="3431" y="324"/>
                </a:lnTo>
                <a:lnTo>
                  <a:pt x="3694" y="465"/>
                </a:lnTo>
                <a:lnTo>
                  <a:pt x="3956" y="626"/>
                </a:lnTo>
                <a:lnTo>
                  <a:pt x="4218" y="828"/>
                </a:lnTo>
                <a:lnTo>
                  <a:pt x="4501" y="1070"/>
                </a:lnTo>
                <a:lnTo>
                  <a:pt x="5005" y="1474"/>
                </a:lnTo>
                <a:lnTo>
                  <a:pt x="5510" y="1837"/>
                </a:lnTo>
                <a:lnTo>
                  <a:pt x="6055" y="2200"/>
                </a:lnTo>
                <a:lnTo>
                  <a:pt x="6600" y="2523"/>
                </a:lnTo>
                <a:lnTo>
                  <a:pt x="7165" y="2826"/>
                </a:lnTo>
                <a:lnTo>
                  <a:pt x="7750" y="3088"/>
                </a:lnTo>
                <a:lnTo>
                  <a:pt x="8335" y="3330"/>
                </a:lnTo>
                <a:lnTo>
                  <a:pt x="8940" y="3532"/>
                </a:lnTo>
                <a:lnTo>
                  <a:pt x="9566" y="3714"/>
                </a:lnTo>
                <a:lnTo>
                  <a:pt x="10171" y="3895"/>
                </a:lnTo>
                <a:lnTo>
                  <a:pt x="11140" y="4158"/>
                </a:lnTo>
                <a:lnTo>
                  <a:pt x="11624" y="4319"/>
                </a:lnTo>
                <a:lnTo>
                  <a:pt x="12089" y="4481"/>
                </a:lnTo>
                <a:lnTo>
                  <a:pt x="12533" y="4683"/>
                </a:lnTo>
                <a:lnTo>
                  <a:pt x="12956" y="4904"/>
                </a:lnTo>
                <a:lnTo>
                  <a:pt x="13178" y="5046"/>
                </a:lnTo>
                <a:lnTo>
                  <a:pt x="13380" y="5167"/>
                </a:lnTo>
                <a:lnTo>
                  <a:pt x="13562" y="5328"/>
                </a:lnTo>
                <a:lnTo>
                  <a:pt x="13764" y="5490"/>
                </a:lnTo>
                <a:lnTo>
                  <a:pt x="13945" y="5671"/>
                </a:lnTo>
                <a:lnTo>
                  <a:pt x="14066" y="5853"/>
                </a:lnTo>
                <a:lnTo>
                  <a:pt x="14086" y="5934"/>
                </a:lnTo>
                <a:lnTo>
                  <a:pt x="14127" y="6014"/>
                </a:lnTo>
                <a:lnTo>
                  <a:pt x="14127" y="6095"/>
                </a:lnTo>
                <a:lnTo>
                  <a:pt x="14127" y="6176"/>
                </a:lnTo>
                <a:lnTo>
                  <a:pt x="14086" y="6317"/>
                </a:lnTo>
                <a:lnTo>
                  <a:pt x="14006" y="6458"/>
                </a:lnTo>
                <a:lnTo>
                  <a:pt x="13864" y="6579"/>
                </a:lnTo>
                <a:lnTo>
                  <a:pt x="13683" y="6721"/>
                </a:lnTo>
                <a:lnTo>
                  <a:pt x="13461" y="6842"/>
                </a:lnTo>
                <a:lnTo>
                  <a:pt x="13239" y="6963"/>
                </a:lnTo>
                <a:lnTo>
                  <a:pt x="12997" y="7064"/>
                </a:lnTo>
                <a:lnTo>
                  <a:pt x="12755" y="7165"/>
                </a:lnTo>
                <a:lnTo>
                  <a:pt x="12512" y="7225"/>
                </a:lnTo>
                <a:lnTo>
                  <a:pt x="12270" y="7286"/>
                </a:lnTo>
                <a:lnTo>
                  <a:pt x="11766" y="7387"/>
                </a:lnTo>
                <a:lnTo>
                  <a:pt x="11261" y="7447"/>
                </a:lnTo>
                <a:lnTo>
                  <a:pt x="10716" y="7467"/>
                </a:lnTo>
                <a:lnTo>
                  <a:pt x="9647" y="7488"/>
                </a:lnTo>
                <a:lnTo>
                  <a:pt x="8940" y="7508"/>
                </a:lnTo>
                <a:lnTo>
                  <a:pt x="8234" y="7528"/>
                </a:lnTo>
                <a:lnTo>
                  <a:pt x="7891" y="7548"/>
                </a:lnTo>
                <a:lnTo>
                  <a:pt x="7548" y="7588"/>
                </a:lnTo>
                <a:lnTo>
                  <a:pt x="7205" y="7649"/>
                </a:lnTo>
                <a:lnTo>
                  <a:pt x="6862" y="7710"/>
                </a:lnTo>
                <a:lnTo>
                  <a:pt x="6559" y="7790"/>
                </a:lnTo>
                <a:lnTo>
                  <a:pt x="6236" y="7891"/>
                </a:lnTo>
                <a:lnTo>
                  <a:pt x="5651" y="8113"/>
                </a:lnTo>
                <a:lnTo>
                  <a:pt x="5066" y="8375"/>
                </a:lnTo>
                <a:lnTo>
                  <a:pt x="4501" y="8658"/>
                </a:lnTo>
                <a:lnTo>
                  <a:pt x="3653" y="9041"/>
                </a:lnTo>
                <a:lnTo>
                  <a:pt x="3209" y="9223"/>
                </a:lnTo>
                <a:lnTo>
                  <a:pt x="2786" y="9384"/>
                </a:lnTo>
                <a:lnTo>
                  <a:pt x="2483" y="9485"/>
                </a:lnTo>
                <a:lnTo>
                  <a:pt x="2221" y="9546"/>
                </a:lnTo>
                <a:lnTo>
                  <a:pt x="1978" y="9586"/>
                </a:lnTo>
                <a:lnTo>
                  <a:pt x="1756" y="9606"/>
                </a:lnTo>
                <a:lnTo>
                  <a:pt x="1555" y="9606"/>
                </a:lnTo>
                <a:lnTo>
                  <a:pt x="1373" y="9586"/>
                </a:lnTo>
                <a:lnTo>
                  <a:pt x="1212" y="9566"/>
                </a:lnTo>
                <a:lnTo>
                  <a:pt x="1070" y="9526"/>
                </a:lnTo>
                <a:lnTo>
                  <a:pt x="929" y="9465"/>
                </a:lnTo>
                <a:lnTo>
                  <a:pt x="808" y="9405"/>
                </a:lnTo>
                <a:lnTo>
                  <a:pt x="626" y="9284"/>
                </a:lnTo>
                <a:lnTo>
                  <a:pt x="485" y="9162"/>
                </a:lnTo>
                <a:lnTo>
                  <a:pt x="404" y="9082"/>
                </a:lnTo>
                <a:lnTo>
                  <a:pt x="303" y="8920"/>
                </a:lnTo>
                <a:lnTo>
                  <a:pt x="243" y="8759"/>
                </a:lnTo>
                <a:lnTo>
                  <a:pt x="182" y="8597"/>
                </a:lnTo>
                <a:lnTo>
                  <a:pt x="142" y="8436"/>
                </a:lnTo>
                <a:lnTo>
                  <a:pt x="102" y="8073"/>
                </a:lnTo>
                <a:lnTo>
                  <a:pt x="81" y="7730"/>
                </a:lnTo>
                <a:lnTo>
                  <a:pt x="102" y="6983"/>
                </a:lnTo>
                <a:lnTo>
                  <a:pt x="142" y="6236"/>
                </a:lnTo>
                <a:lnTo>
                  <a:pt x="243" y="5470"/>
                </a:lnTo>
                <a:lnTo>
                  <a:pt x="364" y="4703"/>
                </a:lnTo>
                <a:lnTo>
                  <a:pt x="525" y="3895"/>
                </a:lnTo>
                <a:lnTo>
                  <a:pt x="727" y="3068"/>
                </a:lnTo>
                <a:lnTo>
                  <a:pt x="990" y="2200"/>
                </a:lnTo>
                <a:lnTo>
                  <a:pt x="1272" y="1292"/>
                </a:lnTo>
                <a:lnTo>
                  <a:pt x="1373" y="1050"/>
                </a:lnTo>
                <a:lnTo>
                  <a:pt x="1454" y="848"/>
                </a:lnTo>
                <a:lnTo>
                  <a:pt x="1575" y="667"/>
                </a:lnTo>
                <a:lnTo>
                  <a:pt x="1696" y="505"/>
                </a:lnTo>
                <a:lnTo>
                  <a:pt x="1817" y="364"/>
                </a:lnTo>
                <a:lnTo>
                  <a:pt x="1958" y="263"/>
                </a:lnTo>
                <a:lnTo>
                  <a:pt x="2099" y="162"/>
                </a:lnTo>
                <a:lnTo>
                  <a:pt x="2261" y="122"/>
                </a:lnTo>
                <a:lnTo>
                  <a:pt x="2402" y="81"/>
                </a:lnTo>
                <a:close/>
                <a:moveTo>
                  <a:pt x="2463" y="1"/>
                </a:moveTo>
                <a:lnTo>
                  <a:pt x="2241" y="41"/>
                </a:lnTo>
                <a:lnTo>
                  <a:pt x="2079" y="102"/>
                </a:lnTo>
                <a:lnTo>
                  <a:pt x="1918" y="182"/>
                </a:lnTo>
                <a:lnTo>
                  <a:pt x="1777" y="303"/>
                </a:lnTo>
                <a:lnTo>
                  <a:pt x="1635" y="445"/>
                </a:lnTo>
                <a:lnTo>
                  <a:pt x="1514" y="606"/>
                </a:lnTo>
                <a:lnTo>
                  <a:pt x="1393" y="808"/>
                </a:lnTo>
                <a:lnTo>
                  <a:pt x="1292" y="1030"/>
                </a:lnTo>
                <a:lnTo>
                  <a:pt x="1191" y="1272"/>
                </a:lnTo>
                <a:lnTo>
                  <a:pt x="909" y="2180"/>
                </a:lnTo>
                <a:lnTo>
                  <a:pt x="646" y="3048"/>
                </a:lnTo>
                <a:lnTo>
                  <a:pt x="445" y="3875"/>
                </a:lnTo>
                <a:lnTo>
                  <a:pt x="283" y="4683"/>
                </a:lnTo>
                <a:lnTo>
                  <a:pt x="162" y="5470"/>
                </a:lnTo>
                <a:lnTo>
                  <a:pt x="61" y="6236"/>
                </a:lnTo>
                <a:lnTo>
                  <a:pt x="21" y="6983"/>
                </a:lnTo>
                <a:lnTo>
                  <a:pt x="1" y="7730"/>
                </a:lnTo>
                <a:lnTo>
                  <a:pt x="21" y="8093"/>
                </a:lnTo>
                <a:lnTo>
                  <a:pt x="41" y="8275"/>
                </a:lnTo>
                <a:lnTo>
                  <a:pt x="61" y="8456"/>
                </a:lnTo>
                <a:lnTo>
                  <a:pt x="102" y="8638"/>
                </a:lnTo>
                <a:lnTo>
                  <a:pt x="162" y="8799"/>
                </a:lnTo>
                <a:lnTo>
                  <a:pt x="243" y="8961"/>
                </a:lnTo>
                <a:lnTo>
                  <a:pt x="344" y="9122"/>
                </a:lnTo>
                <a:lnTo>
                  <a:pt x="465" y="9263"/>
                </a:lnTo>
                <a:lnTo>
                  <a:pt x="606" y="9384"/>
                </a:lnTo>
                <a:lnTo>
                  <a:pt x="768" y="9485"/>
                </a:lnTo>
                <a:lnTo>
                  <a:pt x="929" y="9566"/>
                </a:lnTo>
                <a:lnTo>
                  <a:pt x="1111" y="9627"/>
                </a:lnTo>
                <a:lnTo>
                  <a:pt x="1272" y="9647"/>
                </a:lnTo>
                <a:lnTo>
                  <a:pt x="1454" y="9667"/>
                </a:lnTo>
                <a:lnTo>
                  <a:pt x="1635" y="9687"/>
                </a:lnTo>
                <a:lnTo>
                  <a:pt x="1999" y="9667"/>
                </a:lnTo>
                <a:lnTo>
                  <a:pt x="2321" y="9606"/>
                </a:lnTo>
                <a:lnTo>
                  <a:pt x="2604" y="9526"/>
                </a:lnTo>
                <a:lnTo>
                  <a:pt x="2806" y="9465"/>
                </a:lnTo>
                <a:lnTo>
                  <a:pt x="3250" y="9304"/>
                </a:lnTo>
                <a:lnTo>
                  <a:pt x="3673" y="9122"/>
                </a:lnTo>
                <a:lnTo>
                  <a:pt x="4521" y="8719"/>
                </a:lnTo>
                <a:lnTo>
                  <a:pt x="5106" y="8456"/>
                </a:lnTo>
                <a:lnTo>
                  <a:pt x="5671" y="8194"/>
                </a:lnTo>
                <a:lnTo>
                  <a:pt x="6277" y="7972"/>
                </a:lnTo>
                <a:lnTo>
                  <a:pt x="6579" y="7871"/>
                </a:lnTo>
                <a:lnTo>
                  <a:pt x="6882" y="7790"/>
                </a:lnTo>
                <a:lnTo>
                  <a:pt x="7205" y="7730"/>
                </a:lnTo>
                <a:lnTo>
                  <a:pt x="7548" y="7669"/>
                </a:lnTo>
                <a:lnTo>
                  <a:pt x="7891" y="7629"/>
                </a:lnTo>
                <a:lnTo>
                  <a:pt x="8254" y="7609"/>
                </a:lnTo>
                <a:lnTo>
                  <a:pt x="8940" y="7588"/>
                </a:lnTo>
                <a:lnTo>
                  <a:pt x="9647" y="7568"/>
                </a:lnTo>
                <a:lnTo>
                  <a:pt x="10716" y="7548"/>
                </a:lnTo>
                <a:lnTo>
                  <a:pt x="11241" y="7528"/>
                </a:lnTo>
                <a:lnTo>
                  <a:pt x="11766" y="7467"/>
                </a:lnTo>
                <a:lnTo>
                  <a:pt x="12290" y="7366"/>
                </a:lnTo>
                <a:lnTo>
                  <a:pt x="12533" y="7306"/>
                </a:lnTo>
                <a:lnTo>
                  <a:pt x="12775" y="7225"/>
                </a:lnTo>
                <a:lnTo>
                  <a:pt x="13037" y="7144"/>
                </a:lnTo>
                <a:lnTo>
                  <a:pt x="13259" y="7044"/>
                </a:lnTo>
                <a:lnTo>
                  <a:pt x="13501" y="6922"/>
                </a:lnTo>
                <a:lnTo>
                  <a:pt x="13723" y="6781"/>
                </a:lnTo>
                <a:lnTo>
                  <a:pt x="13885" y="6680"/>
                </a:lnTo>
                <a:lnTo>
                  <a:pt x="14026" y="6559"/>
                </a:lnTo>
                <a:lnTo>
                  <a:pt x="14086" y="6479"/>
                </a:lnTo>
                <a:lnTo>
                  <a:pt x="14147" y="6398"/>
                </a:lnTo>
                <a:lnTo>
                  <a:pt x="14187" y="6297"/>
                </a:lnTo>
                <a:lnTo>
                  <a:pt x="14207" y="6196"/>
                </a:lnTo>
                <a:lnTo>
                  <a:pt x="14207" y="6095"/>
                </a:lnTo>
                <a:lnTo>
                  <a:pt x="14207" y="6014"/>
                </a:lnTo>
                <a:lnTo>
                  <a:pt x="14167" y="5913"/>
                </a:lnTo>
                <a:lnTo>
                  <a:pt x="14127" y="5813"/>
                </a:lnTo>
                <a:lnTo>
                  <a:pt x="14086" y="5712"/>
                </a:lnTo>
                <a:lnTo>
                  <a:pt x="14006" y="5631"/>
                </a:lnTo>
                <a:lnTo>
                  <a:pt x="13804" y="5429"/>
                </a:lnTo>
                <a:lnTo>
                  <a:pt x="13622" y="5268"/>
                </a:lnTo>
                <a:lnTo>
                  <a:pt x="13420" y="5106"/>
                </a:lnTo>
                <a:lnTo>
                  <a:pt x="13219" y="4965"/>
                </a:lnTo>
                <a:lnTo>
                  <a:pt x="13017" y="4844"/>
                </a:lnTo>
                <a:lnTo>
                  <a:pt x="12573" y="4602"/>
                </a:lnTo>
                <a:lnTo>
                  <a:pt x="12109" y="4420"/>
                </a:lnTo>
                <a:lnTo>
                  <a:pt x="11645" y="4239"/>
                </a:lnTo>
                <a:lnTo>
                  <a:pt x="11160" y="4077"/>
                </a:lnTo>
                <a:lnTo>
                  <a:pt x="10192" y="3815"/>
                </a:lnTo>
                <a:lnTo>
                  <a:pt x="9586" y="3653"/>
                </a:lnTo>
                <a:lnTo>
                  <a:pt x="8961" y="3452"/>
                </a:lnTo>
                <a:lnTo>
                  <a:pt x="8375" y="3250"/>
                </a:lnTo>
                <a:lnTo>
                  <a:pt x="7770" y="3008"/>
                </a:lnTo>
                <a:lnTo>
                  <a:pt x="7205" y="2745"/>
                </a:lnTo>
                <a:lnTo>
                  <a:pt x="6640" y="2443"/>
                </a:lnTo>
                <a:lnTo>
                  <a:pt x="6095" y="2120"/>
                </a:lnTo>
                <a:lnTo>
                  <a:pt x="5570" y="1777"/>
                </a:lnTo>
                <a:lnTo>
                  <a:pt x="5046" y="1413"/>
                </a:lnTo>
                <a:lnTo>
                  <a:pt x="4561" y="1010"/>
                </a:lnTo>
                <a:lnTo>
                  <a:pt x="4218" y="727"/>
                </a:lnTo>
                <a:lnTo>
                  <a:pt x="3875" y="485"/>
                </a:lnTo>
                <a:lnTo>
                  <a:pt x="3573" y="303"/>
                </a:lnTo>
                <a:lnTo>
                  <a:pt x="3270" y="162"/>
                </a:lnTo>
                <a:lnTo>
                  <a:pt x="2987" y="61"/>
                </a:lnTo>
                <a:lnTo>
                  <a:pt x="2725" y="1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56" name="Google Shape;1356;p17"/>
          <p:cNvSpPr/>
          <p:nvPr/>
        </p:nvSpPr>
        <p:spPr>
          <a:xfrm>
            <a:off x="8006405" y="3940817"/>
            <a:ext cx="152348" cy="92527"/>
          </a:xfrm>
          <a:custGeom>
            <a:rect b="b" l="l" r="r" t="t"/>
            <a:pathLst>
              <a:path extrusionOk="0" h="1655" w="2725">
                <a:moveTo>
                  <a:pt x="2099" y="81"/>
                </a:moveTo>
                <a:lnTo>
                  <a:pt x="2240" y="101"/>
                </a:lnTo>
                <a:lnTo>
                  <a:pt x="2382" y="121"/>
                </a:lnTo>
                <a:lnTo>
                  <a:pt x="2483" y="182"/>
                </a:lnTo>
                <a:lnTo>
                  <a:pt x="2563" y="262"/>
                </a:lnTo>
                <a:lnTo>
                  <a:pt x="2624" y="363"/>
                </a:lnTo>
                <a:lnTo>
                  <a:pt x="2644" y="424"/>
                </a:lnTo>
                <a:lnTo>
                  <a:pt x="2644" y="484"/>
                </a:lnTo>
                <a:lnTo>
                  <a:pt x="2644" y="565"/>
                </a:lnTo>
                <a:lnTo>
                  <a:pt x="2604" y="626"/>
                </a:lnTo>
                <a:lnTo>
                  <a:pt x="2503" y="767"/>
                </a:lnTo>
                <a:lnTo>
                  <a:pt x="2321" y="969"/>
                </a:lnTo>
                <a:lnTo>
                  <a:pt x="2099" y="1150"/>
                </a:lnTo>
                <a:lnTo>
                  <a:pt x="1857" y="1312"/>
                </a:lnTo>
                <a:lnTo>
                  <a:pt x="1595" y="1433"/>
                </a:lnTo>
                <a:lnTo>
                  <a:pt x="1332" y="1534"/>
                </a:lnTo>
                <a:lnTo>
                  <a:pt x="1191" y="1554"/>
                </a:lnTo>
                <a:lnTo>
                  <a:pt x="1050" y="1574"/>
                </a:lnTo>
                <a:lnTo>
                  <a:pt x="909" y="1574"/>
                </a:lnTo>
                <a:lnTo>
                  <a:pt x="767" y="1554"/>
                </a:lnTo>
                <a:lnTo>
                  <a:pt x="646" y="1514"/>
                </a:lnTo>
                <a:lnTo>
                  <a:pt x="505" y="1473"/>
                </a:lnTo>
                <a:lnTo>
                  <a:pt x="364" y="1392"/>
                </a:lnTo>
                <a:lnTo>
                  <a:pt x="263" y="1312"/>
                </a:lnTo>
                <a:lnTo>
                  <a:pt x="182" y="1231"/>
                </a:lnTo>
                <a:lnTo>
                  <a:pt x="122" y="1110"/>
                </a:lnTo>
                <a:lnTo>
                  <a:pt x="81" y="1009"/>
                </a:lnTo>
                <a:lnTo>
                  <a:pt x="101" y="868"/>
                </a:lnTo>
                <a:lnTo>
                  <a:pt x="142" y="747"/>
                </a:lnTo>
                <a:lnTo>
                  <a:pt x="222" y="646"/>
                </a:lnTo>
                <a:lnTo>
                  <a:pt x="364" y="505"/>
                </a:lnTo>
                <a:lnTo>
                  <a:pt x="566" y="404"/>
                </a:lnTo>
                <a:lnTo>
                  <a:pt x="787" y="303"/>
                </a:lnTo>
                <a:lnTo>
                  <a:pt x="1030" y="242"/>
                </a:lnTo>
                <a:lnTo>
                  <a:pt x="1252" y="182"/>
                </a:lnTo>
                <a:lnTo>
                  <a:pt x="1474" y="161"/>
                </a:lnTo>
                <a:lnTo>
                  <a:pt x="1655" y="121"/>
                </a:lnTo>
                <a:lnTo>
                  <a:pt x="1877" y="101"/>
                </a:lnTo>
                <a:lnTo>
                  <a:pt x="2099" y="81"/>
                </a:lnTo>
                <a:close/>
                <a:moveTo>
                  <a:pt x="2018" y="0"/>
                </a:moveTo>
                <a:lnTo>
                  <a:pt x="1837" y="20"/>
                </a:lnTo>
                <a:lnTo>
                  <a:pt x="1635" y="40"/>
                </a:lnTo>
                <a:lnTo>
                  <a:pt x="1474" y="81"/>
                </a:lnTo>
                <a:lnTo>
                  <a:pt x="1231" y="101"/>
                </a:lnTo>
                <a:lnTo>
                  <a:pt x="989" y="161"/>
                </a:lnTo>
                <a:lnTo>
                  <a:pt x="767" y="222"/>
                </a:lnTo>
                <a:lnTo>
                  <a:pt x="525" y="323"/>
                </a:lnTo>
                <a:lnTo>
                  <a:pt x="323" y="444"/>
                </a:lnTo>
                <a:lnTo>
                  <a:pt x="162" y="585"/>
                </a:lnTo>
                <a:lnTo>
                  <a:pt x="61" y="727"/>
                </a:lnTo>
                <a:lnTo>
                  <a:pt x="21" y="868"/>
                </a:lnTo>
                <a:lnTo>
                  <a:pt x="0" y="1009"/>
                </a:lnTo>
                <a:lnTo>
                  <a:pt x="41" y="1150"/>
                </a:lnTo>
                <a:lnTo>
                  <a:pt x="101" y="1271"/>
                </a:lnTo>
                <a:lnTo>
                  <a:pt x="202" y="1372"/>
                </a:lnTo>
                <a:lnTo>
                  <a:pt x="323" y="1473"/>
                </a:lnTo>
                <a:lnTo>
                  <a:pt x="465" y="1554"/>
                </a:lnTo>
                <a:lnTo>
                  <a:pt x="606" y="1594"/>
                </a:lnTo>
                <a:lnTo>
                  <a:pt x="727" y="1635"/>
                </a:lnTo>
                <a:lnTo>
                  <a:pt x="868" y="1635"/>
                </a:lnTo>
                <a:lnTo>
                  <a:pt x="989" y="1655"/>
                </a:lnTo>
                <a:lnTo>
                  <a:pt x="1211" y="1635"/>
                </a:lnTo>
                <a:lnTo>
                  <a:pt x="1433" y="1574"/>
                </a:lnTo>
                <a:lnTo>
                  <a:pt x="1655" y="1514"/>
                </a:lnTo>
                <a:lnTo>
                  <a:pt x="1857" y="1392"/>
                </a:lnTo>
                <a:lnTo>
                  <a:pt x="2059" y="1271"/>
                </a:lnTo>
                <a:lnTo>
                  <a:pt x="2240" y="1130"/>
                </a:lnTo>
                <a:lnTo>
                  <a:pt x="2422" y="969"/>
                </a:lnTo>
                <a:lnTo>
                  <a:pt x="2563" y="807"/>
                </a:lnTo>
                <a:lnTo>
                  <a:pt x="2684" y="666"/>
                </a:lnTo>
                <a:lnTo>
                  <a:pt x="2705" y="585"/>
                </a:lnTo>
                <a:lnTo>
                  <a:pt x="2725" y="484"/>
                </a:lnTo>
                <a:lnTo>
                  <a:pt x="2725" y="424"/>
                </a:lnTo>
                <a:lnTo>
                  <a:pt x="2705" y="343"/>
                </a:lnTo>
                <a:lnTo>
                  <a:pt x="2684" y="283"/>
                </a:lnTo>
                <a:lnTo>
                  <a:pt x="2644" y="222"/>
                </a:lnTo>
                <a:lnTo>
                  <a:pt x="2523" y="121"/>
                </a:lnTo>
                <a:lnTo>
                  <a:pt x="2402" y="40"/>
                </a:lnTo>
                <a:lnTo>
                  <a:pt x="2220" y="0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57" name="Google Shape;1357;p17"/>
          <p:cNvSpPr/>
          <p:nvPr/>
        </p:nvSpPr>
        <p:spPr>
          <a:xfrm>
            <a:off x="8024463" y="3383486"/>
            <a:ext cx="100466" cy="100466"/>
          </a:xfrm>
          <a:custGeom>
            <a:rect b="b" l="l" r="r" t="t"/>
            <a:pathLst>
              <a:path extrusionOk="0" h="1797" w="1797">
                <a:moveTo>
                  <a:pt x="908" y="0"/>
                </a:moveTo>
                <a:lnTo>
                  <a:pt x="727" y="20"/>
                </a:lnTo>
                <a:lnTo>
                  <a:pt x="545" y="61"/>
                </a:lnTo>
                <a:lnTo>
                  <a:pt x="404" y="162"/>
                </a:lnTo>
                <a:lnTo>
                  <a:pt x="263" y="262"/>
                </a:lnTo>
                <a:lnTo>
                  <a:pt x="162" y="404"/>
                </a:lnTo>
                <a:lnTo>
                  <a:pt x="81" y="545"/>
                </a:lnTo>
                <a:lnTo>
                  <a:pt x="21" y="727"/>
                </a:lnTo>
                <a:lnTo>
                  <a:pt x="0" y="908"/>
                </a:lnTo>
                <a:lnTo>
                  <a:pt x="21" y="1090"/>
                </a:lnTo>
                <a:lnTo>
                  <a:pt x="81" y="1251"/>
                </a:lnTo>
                <a:lnTo>
                  <a:pt x="162" y="1413"/>
                </a:lnTo>
                <a:lnTo>
                  <a:pt x="263" y="1534"/>
                </a:lnTo>
                <a:lnTo>
                  <a:pt x="404" y="1655"/>
                </a:lnTo>
                <a:lnTo>
                  <a:pt x="545" y="1736"/>
                </a:lnTo>
                <a:lnTo>
                  <a:pt x="727" y="1776"/>
                </a:lnTo>
                <a:lnTo>
                  <a:pt x="908" y="1796"/>
                </a:lnTo>
                <a:lnTo>
                  <a:pt x="1090" y="1776"/>
                </a:lnTo>
                <a:lnTo>
                  <a:pt x="1252" y="1736"/>
                </a:lnTo>
                <a:lnTo>
                  <a:pt x="1413" y="1655"/>
                </a:lnTo>
                <a:lnTo>
                  <a:pt x="1534" y="1534"/>
                </a:lnTo>
                <a:lnTo>
                  <a:pt x="1655" y="1413"/>
                </a:lnTo>
                <a:lnTo>
                  <a:pt x="1736" y="1251"/>
                </a:lnTo>
                <a:lnTo>
                  <a:pt x="1776" y="1090"/>
                </a:lnTo>
                <a:lnTo>
                  <a:pt x="1796" y="908"/>
                </a:lnTo>
                <a:lnTo>
                  <a:pt x="1776" y="727"/>
                </a:lnTo>
                <a:lnTo>
                  <a:pt x="1736" y="545"/>
                </a:lnTo>
                <a:lnTo>
                  <a:pt x="1655" y="404"/>
                </a:lnTo>
                <a:lnTo>
                  <a:pt x="1534" y="262"/>
                </a:lnTo>
                <a:lnTo>
                  <a:pt x="1413" y="162"/>
                </a:lnTo>
                <a:lnTo>
                  <a:pt x="1252" y="61"/>
                </a:lnTo>
                <a:lnTo>
                  <a:pt x="1090" y="20"/>
                </a:lnTo>
                <a:lnTo>
                  <a:pt x="908" y="0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58" name="Google Shape;1358;p17"/>
          <p:cNvSpPr/>
          <p:nvPr/>
        </p:nvSpPr>
        <p:spPr>
          <a:xfrm>
            <a:off x="8022171" y="3381194"/>
            <a:ext cx="104994" cy="104994"/>
          </a:xfrm>
          <a:custGeom>
            <a:rect b="b" l="l" r="r" t="t"/>
            <a:pathLst>
              <a:path extrusionOk="0" h="1878" w="1878">
                <a:moveTo>
                  <a:pt x="949" y="81"/>
                </a:moveTo>
                <a:lnTo>
                  <a:pt x="1111" y="102"/>
                </a:lnTo>
                <a:lnTo>
                  <a:pt x="1272" y="142"/>
                </a:lnTo>
                <a:lnTo>
                  <a:pt x="1414" y="223"/>
                </a:lnTo>
                <a:lnTo>
                  <a:pt x="1555" y="324"/>
                </a:lnTo>
                <a:lnTo>
                  <a:pt x="1656" y="465"/>
                </a:lnTo>
                <a:lnTo>
                  <a:pt x="1736" y="606"/>
                </a:lnTo>
                <a:lnTo>
                  <a:pt x="1777" y="768"/>
                </a:lnTo>
                <a:lnTo>
                  <a:pt x="1797" y="949"/>
                </a:lnTo>
                <a:lnTo>
                  <a:pt x="1777" y="1111"/>
                </a:lnTo>
                <a:lnTo>
                  <a:pt x="1736" y="1272"/>
                </a:lnTo>
                <a:lnTo>
                  <a:pt x="1656" y="1413"/>
                </a:lnTo>
                <a:lnTo>
                  <a:pt x="1555" y="1555"/>
                </a:lnTo>
                <a:lnTo>
                  <a:pt x="1414" y="1655"/>
                </a:lnTo>
                <a:lnTo>
                  <a:pt x="1272" y="1736"/>
                </a:lnTo>
                <a:lnTo>
                  <a:pt x="1111" y="1777"/>
                </a:lnTo>
                <a:lnTo>
                  <a:pt x="949" y="1797"/>
                </a:lnTo>
                <a:lnTo>
                  <a:pt x="768" y="1777"/>
                </a:lnTo>
                <a:lnTo>
                  <a:pt x="606" y="1736"/>
                </a:lnTo>
                <a:lnTo>
                  <a:pt x="465" y="1655"/>
                </a:lnTo>
                <a:lnTo>
                  <a:pt x="344" y="1555"/>
                </a:lnTo>
                <a:lnTo>
                  <a:pt x="223" y="1413"/>
                </a:lnTo>
                <a:lnTo>
                  <a:pt x="142" y="1272"/>
                </a:lnTo>
                <a:lnTo>
                  <a:pt x="102" y="1111"/>
                </a:lnTo>
                <a:lnTo>
                  <a:pt x="82" y="949"/>
                </a:lnTo>
                <a:lnTo>
                  <a:pt x="102" y="768"/>
                </a:lnTo>
                <a:lnTo>
                  <a:pt x="142" y="606"/>
                </a:lnTo>
                <a:lnTo>
                  <a:pt x="223" y="465"/>
                </a:lnTo>
                <a:lnTo>
                  <a:pt x="344" y="324"/>
                </a:lnTo>
                <a:lnTo>
                  <a:pt x="465" y="223"/>
                </a:lnTo>
                <a:lnTo>
                  <a:pt x="606" y="142"/>
                </a:lnTo>
                <a:lnTo>
                  <a:pt x="768" y="102"/>
                </a:lnTo>
                <a:lnTo>
                  <a:pt x="949" y="81"/>
                </a:lnTo>
                <a:close/>
                <a:moveTo>
                  <a:pt x="949" y="1"/>
                </a:moveTo>
                <a:lnTo>
                  <a:pt x="748" y="21"/>
                </a:lnTo>
                <a:lnTo>
                  <a:pt x="586" y="81"/>
                </a:lnTo>
                <a:lnTo>
                  <a:pt x="425" y="162"/>
                </a:lnTo>
                <a:lnTo>
                  <a:pt x="284" y="283"/>
                </a:lnTo>
                <a:lnTo>
                  <a:pt x="162" y="404"/>
                </a:lnTo>
                <a:lnTo>
                  <a:pt x="82" y="566"/>
                </a:lnTo>
                <a:lnTo>
                  <a:pt x="21" y="747"/>
                </a:lnTo>
                <a:lnTo>
                  <a:pt x="1" y="949"/>
                </a:lnTo>
                <a:lnTo>
                  <a:pt x="21" y="1131"/>
                </a:lnTo>
                <a:lnTo>
                  <a:pt x="82" y="1312"/>
                </a:lnTo>
                <a:lnTo>
                  <a:pt x="162" y="1474"/>
                </a:lnTo>
                <a:lnTo>
                  <a:pt x="284" y="1615"/>
                </a:lnTo>
                <a:lnTo>
                  <a:pt x="425" y="1716"/>
                </a:lnTo>
                <a:lnTo>
                  <a:pt x="586" y="1817"/>
                </a:lnTo>
                <a:lnTo>
                  <a:pt x="748" y="1857"/>
                </a:lnTo>
                <a:lnTo>
                  <a:pt x="949" y="1877"/>
                </a:lnTo>
                <a:lnTo>
                  <a:pt x="1131" y="1857"/>
                </a:lnTo>
                <a:lnTo>
                  <a:pt x="1313" y="1817"/>
                </a:lnTo>
                <a:lnTo>
                  <a:pt x="1474" y="1716"/>
                </a:lnTo>
                <a:lnTo>
                  <a:pt x="1615" y="1615"/>
                </a:lnTo>
                <a:lnTo>
                  <a:pt x="1716" y="1474"/>
                </a:lnTo>
                <a:lnTo>
                  <a:pt x="1817" y="1312"/>
                </a:lnTo>
                <a:lnTo>
                  <a:pt x="1858" y="1131"/>
                </a:lnTo>
                <a:lnTo>
                  <a:pt x="1878" y="949"/>
                </a:lnTo>
                <a:lnTo>
                  <a:pt x="1858" y="747"/>
                </a:lnTo>
                <a:lnTo>
                  <a:pt x="1817" y="566"/>
                </a:lnTo>
                <a:lnTo>
                  <a:pt x="1716" y="404"/>
                </a:lnTo>
                <a:lnTo>
                  <a:pt x="1615" y="283"/>
                </a:lnTo>
                <a:lnTo>
                  <a:pt x="1474" y="162"/>
                </a:lnTo>
                <a:lnTo>
                  <a:pt x="1313" y="81"/>
                </a:lnTo>
                <a:lnTo>
                  <a:pt x="1131" y="21"/>
                </a:lnTo>
                <a:lnTo>
                  <a:pt x="949" y="1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59" name="Google Shape;1359;p17"/>
          <p:cNvSpPr/>
          <p:nvPr/>
        </p:nvSpPr>
        <p:spPr>
          <a:xfrm>
            <a:off x="8252337" y="1963072"/>
            <a:ext cx="100466" cy="101584"/>
          </a:xfrm>
          <a:custGeom>
            <a:rect b="b" l="l" r="r" t="t"/>
            <a:pathLst>
              <a:path extrusionOk="0" h="1817" w="1797">
                <a:moveTo>
                  <a:pt x="889" y="0"/>
                </a:moveTo>
                <a:lnTo>
                  <a:pt x="707" y="21"/>
                </a:lnTo>
                <a:lnTo>
                  <a:pt x="546" y="81"/>
                </a:lnTo>
                <a:lnTo>
                  <a:pt x="384" y="162"/>
                </a:lnTo>
                <a:lnTo>
                  <a:pt x="263" y="263"/>
                </a:lnTo>
                <a:lnTo>
                  <a:pt x="142" y="404"/>
                </a:lnTo>
                <a:lnTo>
                  <a:pt x="61" y="565"/>
                </a:lnTo>
                <a:lnTo>
                  <a:pt x="21" y="727"/>
                </a:lnTo>
                <a:lnTo>
                  <a:pt x="1" y="908"/>
                </a:lnTo>
                <a:lnTo>
                  <a:pt x="21" y="1090"/>
                </a:lnTo>
                <a:lnTo>
                  <a:pt x="61" y="1252"/>
                </a:lnTo>
                <a:lnTo>
                  <a:pt x="142" y="1413"/>
                </a:lnTo>
                <a:lnTo>
                  <a:pt x="263" y="1554"/>
                </a:lnTo>
                <a:lnTo>
                  <a:pt x="384" y="1655"/>
                </a:lnTo>
                <a:lnTo>
                  <a:pt x="546" y="1736"/>
                </a:lnTo>
                <a:lnTo>
                  <a:pt x="707" y="1796"/>
                </a:lnTo>
                <a:lnTo>
                  <a:pt x="889" y="1817"/>
                </a:lnTo>
                <a:lnTo>
                  <a:pt x="1070" y="1796"/>
                </a:lnTo>
                <a:lnTo>
                  <a:pt x="1252" y="1736"/>
                </a:lnTo>
                <a:lnTo>
                  <a:pt x="1393" y="1655"/>
                </a:lnTo>
                <a:lnTo>
                  <a:pt x="1534" y="1554"/>
                </a:lnTo>
                <a:lnTo>
                  <a:pt x="1635" y="1413"/>
                </a:lnTo>
                <a:lnTo>
                  <a:pt x="1736" y="1252"/>
                </a:lnTo>
                <a:lnTo>
                  <a:pt x="1777" y="1090"/>
                </a:lnTo>
                <a:lnTo>
                  <a:pt x="1797" y="908"/>
                </a:lnTo>
                <a:lnTo>
                  <a:pt x="1777" y="727"/>
                </a:lnTo>
                <a:lnTo>
                  <a:pt x="1736" y="565"/>
                </a:lnTo>
                <a:lnTo>
                  <a:pt x="1635" y="404"/>
                </a:lnTo>
                <a:lnTo>
                  <a:pt x="1534" y="263"/>
                </a:lnTo>
                <a:lnTo>
                  <a:pt x="1393" y="162"/>
                </a:lnTo>
                <a:lnTo>
                  <a:pt x="1252" y="81"/>
                </a:lnTo>
                <a:lnTo>
                  <a:pt x="1070" y="21"/>
                </a:lnTo>
                <a:lnTo>
                  <a:pt x="889" y="0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60" name="Google Shape;1360;p17"/>
          <p:cNvSpPr/>
          <p:nvPr/>
        </p:nvSpPr>
        <p:spPr>
          <a:xfrm>
            <a:off x="8250101" y="1960780"/>
            <a:ext cx="104994" cy="106112"/>
          </a:xfrm>
          <a:custGeom>
            <a:rect b="b" l="l" r="r" t="t"/>
            <a:pathLst>
              <a:path extrusionOk="0" h="1898" w="1878">
                <a:moveTo>
                  <a:pt x="929" y="82"/>
                </a:moveTo>
                <a:lnTo>
                  <a:pt x="1110" y="102"/>
                </a:lnTo>
                <a:lnTo>
                  <a:pt x="1272" y="162"/>
                </a:lnTo>
                <a:lnTo>
                  <a:pt x="1413" y="243"/>
                </a:lnTo>
                <a:lnTo>
                  <a:pt x="1554" y="344"/>
                </a:lnTo>
                <a:lnTo>
                  <a:pt x="1655" y="465"/>
                </a:lnTo>
                <a:lnTo>
                  <a:pt x="1736" y="606"/>
                </a:lnTo>
                <a:lnTo>
                  <a:pt x="1776" y="768"/>
                </a:lnTo>
                <a:lnTo>
                  <a:pt x="1796" y="949"/>
                </a:lnTo>
                <a:lnTo>
                  <a:pt x="1776" y="1131"/>
                </a:lnTo>
                <a:lnTo>
                  <a:pt x="1736" y="1293"/>
                </a:lnTo>
                <a:lnTo>
                  <a:pt x="1655" y="1434"/>
                </a:lnTo>
                <a:lnTo>
                  <a:pt x="1554" y="1555"/>
                </a:lnTo>
                <a:lnTo>
                  <a:pt x="1413" y="1656"/>
                </a:lnTo>
                <a:lnTo>
                  <a:pt x="1272" y="1736"/>
                </a:lnTo>
                <a:lnTo>
                  <a:pt x="1110" y="1797"/>
                </a:lnTo>
                <a:lnTo>
                  <a:pt x="929" y="1817"/>
                </a:lnTo>
                <a:lnTo>
                  <a:pt x="767" y="1797"/>
                </a:lnTo>
                <a:lnTo>
                  <a:pt x="606" y="1736"/>
                </a:lnTo>
                <a:lnTo>
                  <a:pt x="465" y="1656"/>
                </a:lnTo>
                <a:lnTo>
                  <a:pt x="323" y="1555"/>
                </a:lnTo>
                <a:lnTo>
                  <a:pt x="222" y="1434"/>
                </a:lnTo>
                <a:lnTo>
                  <a:pt x="142" y="1293"/>
                </a:lnTo>
                <a:lnTo>
                  <a:pt x="101" y="1131"/>
                </a:lnTo>
                <a:lnTo>
                  <a:pt x="81" y="949"/>
                </a:lnTo>
                <a:lnTo>
                  <a:pt x="101" y="768"/>
                </a:lnTo>
                <a:lnTo>
                  <a:pt x="142" y="606"/>
                </a:lnTo>
                <a:lnTo>
                  <a:pt x="222" y="465"/>
                </a:lnTo>
                <a:lnTo>
                  <a:pt x="323" y="344"/>
                </a:lnTo>
                <a:lnTo>
                  <a:pt x="465" y="243"/>
                </a:lnTo>
                <a:lnTo>
                  <a:pt x="606" y="162"/>
                </a:lnTo>
                <a:lnTo>
                  <a:pt x="767" y="102"/>
                </a:lnTo>
                <a:lnTo>
                  <a:pt x="929" y="82"/>
                </a:lnTo>
                <a:close/>
                <a:moveTo>
                  <a:pt x="929" y="1"/>
                </a:moveTo>
                <a:lnTo>
                  <a:pt x="747" y="21"/>
                </a:lnTo>
                <a:lnTo>
                  <a:pt x="565" y="82"/>
                </a:lnTo>
                <a:lnTo>
                  <a:pt x="404" y="162"/>
                </a:lnTo>
                <a:lnTo>
                  <a:pt x="263" y="284"/>
                </a:lnTo>
                <a:lnTo>
                  <a:pt x="162" y="425"/>
                </a:lnTo>
                <a:lnTo>
                  <a:pt x="61" y="586"/>
                </a:lnTo>
                <a:lnTo>
                  <a:pt x="21" y="768"/>
                </a:lnTo>
                <a:lnTo>
                  <a:pt x="0" y="949"/>
                </a:lnTo>
                <a:lnTo>
                  <a:pt x="21" y="1131"/>
                </a:lnTo>
                <a:lnTo>
                  <a:pt x="61" y="1313"/>
                </a:lnTo>
                <a:lnTo>
                  <a:pt x="162" y="1474"/>
                </a:lnTo>
                <a:lnTo>
                  <a:pt x="263" y="1615"/>
                </a:lnTo>
                <a:lnTo>
                  <a:pt x="404" y="1736"/>
                </a:lnTo>
                <a:lnTo>
                  <a:pt x="565" y="1817"/>
                </a:lnTo>
                <a:lnTo>
                  <a:pt x="747" y="1878"/>
                </a:lnTo>
                <a:lnTo>
                  <a:pt x="929" y="1898"/>
                </a:lnTo>
                <a:lnTo>
                  <a:pt x="1130" y="1878"/>
                </a:lnTo>
                <a:lnTo>
                  <a:pt x="1312" y="1817"/>
                </a:lnTo>
                <a:lnTo>
                  <a:pt x="1453" y="1736"/>
                </a:lnTo>
                <a:lnTo>
                  <a:pt x="1595" y="1615"/>
                </a:lnTo>
                <a:lnTo>
                  <a:pt x="1716" y="1474"/>
                </a:lnTo>
                <a:lnTo>
                  <a:pt x="1796" y="1313"/>
                </a:lnTo>
                <a:lnTo>
                  <a:pt x="1857" y="1131"/>
                </a:lnTo>
                <a:lnTo>
                  <a:pt x="1877" y="949"/>
                </a:lnTo>
                <a:lnTo>
                  <a:pt x="1857" y="768"/>
                </a:lnTo>
                <a:lnTo>
                  <a:pt x="1796" y="586"/>
                </a:lnTo>
                <a:lnTo>
                  <a:pt x="1716" y="425"/>
                </a:lnTo>
                <a:lnTo>
                  <a:pt x="1595" y="284"/>
                </a:lnTo>
                <a:lnTo>
                  <a:pt x="1453" y="162"/>
                </a:lnTo>
                <a:lnTo>
                  <a:pt x="1312" y="82"/>
                </a:lnTo>
                <a:lnTo>
                  <a:pt x="1130" y="21"/>
                </a:lnTo>
                <a:lnTo>
                  <a:pt x="929" y="1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61" name="Google Shape;1361;p17"/>
          <p:cNvSpPr/>
          <p:nvPr/>
        </p:nvSpPr>
        <p:spPr>
          <a:xfrm>
            <a:off x="8947481" y="1091884"/>
            <a:ext cx="100466" cy="101640"/>
          </a:xfrm>
          <a:custGeom>
            <a:rect b="b" l="l" r="r" t="t"/>
            <a:pathLst>
              <a:path extrusionOk="0" h="1818" w="1797">
                <a:moveTo>
                  <a:pt x="908" y="1"/>
                </a:moveTo>
                <a:lnTo>
                  <a:pt x="727" y="21"/>
                </a:lnTo>
                <a:lnTo>
                  <a:pt x="545" y="82"/>
                </a:lnTo>
                <a:lnTo>
                  <a:pt x="404" y="162"/>
                </a:lnTo>
                <a:lnTo>
                  <a:pt x="262" y="263"/>
                </a:lnTo>
                <a:lnTo>
                  <a:pt x="162" y="405"/>
                </a:lnTo>
                <a:lnTo>
                  <a:pt x="61" y="566"/>
                </a:lnTo>
                <a:lnTo>
                  <a:pt x="20" y="727"/>
                </a:lnTo>
                <a:lnTo>
                  <a:pt x="0" y="909"/>
                </a:lnTo>
                <a:lnTo>
                  <a:pt x="20" y="1091"/>
                </a:lnTo>
                <a:lnTo>
                  <a:pt x="61" y="1252"/>
                </a:lnTo>
                <a:lnTo>
                  <a:pt x="162" y="1414"/>
                </a:lnTo>
                <a:lnTo>
                  <a:pt x="262" y="1535"/>
                </a:lnTo>
                <a:lnTo>
                  <a:pt x="404" y="1656"/>
                </a:lnTo>
                <a:lnTo>
                  <a:pt x="545" y="1736"/>
                </a:lnTo>
                <a:lnTo>
                  <a:pt x="727" y="1797"/>
                </a:lnTo>
                <a:lnTo>
                  <a:pt x="908" y="1817"/>
                </a:lnTo>
                <a:lnTo>
                  <a:pt x="1090" y="1797"/>
                </a:lnTo>
                <a:lnTo>
                  <a:pt x="1251" y="1736"/>
                </a:lnTo>
                <a:lnTo>
                  <a:pt x="1413" y="1656"/>
                </a:lnTo>
                <a:lnTo>
                  <a:pt x="1534" y="1535"/>
                </a:lnTo>
                <a:lnTo>
                  <a:pt x="1655" y="1414"/>
                </a:lnTo>
                <a:lnTo>
                  <a:pt x="1736" y="1252"/>
                </a:lnTo>
                <a:lnTo>
                  <a:pt x="1776" y="1091"/>
                </a:lnTo>
                <a:lnTo>
                  <a:pt x="1796" y="909"/>
                </a:lnTo>
                <a:lnTo>
                  <a:pt x="1776" y="727"/>
                </a:lnTo>
                <a:lnTo>
                  <a:pt x="1736" y="566"/>
                </a:lnTo>
                <a:lnTo>
                  <a:pt x="1655" y="405"/>
                </a:lnTo>
                <a:lnTo>
                  <a:pt x="1534" y="263"/>
                </a:lnTo>
                <a:lnTo>
                  <a:pt x="1413" y="162"/>
                </a:lnTo>
                <a:lnTo>
                  <a:pt x="1251" y="82"/>
                </a:lnTo>
                <a:lnTo>
                  <a:pt x="1090" y="21"/>
                </a:lnTo>
                <a:lnTo>
                  <a:pt x="908" y="1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62" name="Google Shape;1362;p17"/>
          <p:cNvSpPr/>
          <p:nvPr/>
        </p:nvSpPr>
        <p:spPr>
          <a:xfrm>
            <a:off x="9048679" y="1373263"/>
            <a:ext cx="100466" cy="100466"/>
          </a:xfrm>
          <a:custGeom>
            <a:rect b="b" l="l" r="r" t="t"/>
            <a:pathLst>
              <a:path extrusionOk="0" h="1797" w="1797">
                <a:moveTo>
                  <a:pt x="908" y="0"/>
                </a:moveTo>
                <a:lnTo>
                  <a:pt x="727" y="21"/>
                </a:lnTo>
                <a:lnTo>
                  <a:pt x="545" y="61"/>
                </a:lnTo>
                <a:lnTo>
                  <a:pt x="404" y="162"/>
                </a:lnTo>
                <a:lnTo>
                  <a:pt x="263" y="263"/>
                </a:lnTo>
                <a:lnTo>
                  <a:pt x="162" y="404"/>
                </a:lnTo>
                <a:lnTo>
                  <a:pt x="81" y="545"/>
                </a:lnTo>
                <a:lnTo>
                  <a:pt x="20" y="727"/>
                </a:lnTo>
                <a:lnTo>
                  <a:pt x="0" y="908"/>
                </a:lnTo>
                <a:lnTo>
                  <a:pt x="20" y="1090"/>
                </a:lnTo>
                <a:lnTo>
                  <a:pt x="81" y="1252"/>
                </a:lnTo>
                <a:lnTo>
                  <a:pt x="162" y="1393"/>
                </a:lnTo>
                <a:lnTo>
                  <a:pt x="263" y="1534"/>
                </a:lnTo>
                <a:lnTo>
                  <a:pt x="404" y="1655"/>
                </a:lnTo>
                <a:lnTo>
                  <a:pt x="545" y="1736"/>
                </a:lnTo>
                <a:lnTo>
                  <a:pt x="727" y="1776"/>
                </a:lnTo>
                <a:lnTo>
                  <a:pt x="908" y="1796"/>
                </a:lnTo>
                <a:lnTo>
                  <a:pt x="1090" y="1776"/>
                </a:lnTo>
                <a:lnTo>
                  <a:pt x="1251" y="1736"/>
                </a:lnTo>
                <a:lnTo>
                  <a:pt x="1413" y="1655"/>
                </a:lnTo>
                <a:lnTo>
                  <a:pt x="1534" y="1534"/>
                </a:lnTo>
                <a:lnTo>
                  <a:pt x="1655" y="1393"/>
                </a:lnTo>
                <a:lnTo>
                  <a:pt x="1736" y="1252"/>
                </a:lnTo>
                <a:lnTo>
                  <a:pt x="1796" y="1090"/>
                </a:lnTo>
                <a:lnTo>
                  <a:pt x="1796" y="908"/>
                </a:lnTo>
                <a:lnTo>
                  <a:pt x="1796" y="727"/>
                </a:lnTo>
                <a:lnTo>
                  <a:pt x="1736" y="545"/>
                </a:lnTo>
                <a:lnTo>
                  <a:pt x="1655" y="404"/>
                </a:lnTo>
                <a:lnTo>
                  <a:pt x="1534" y="263"/>
                </a:lnTo>
                <a:lnTo>
                  <a:pt x="1413" y="162"/>
                </a:lnTo>
                <a:lnTo>
                  <a:pt x="1251" y="61"/>
                </a:lnTo>
                <a:lnTo>
                  <a:pt x="1090" y="21"/>
                </a:lnTo>
                <a:lnTo>
                  <a:pt x="908" y="0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63" name="Google Shape;1363;p17"/>
          <p:cNvSpPr/>
          <p:nvPr/>
        </p:nvSpPr>
        <p:spPr>
          <a:xfrm>
            <a:off x="9064657" y="3902409"/>
            <a:ext cx="100466" cy="100466"/>
          </a:xfrm>
          <a:custGeom>
            <a:rect b="b" l="l" r="r" t="t"/>
            <a:pathLst>
              <a:path extrusionOk="0" h="1797" w="1797">
                <a:moveTo>
                  <a:pt x="888" y="1"/>
                </a:moveTo>
                <a:lnTo>
                  <a:pt x="707" y="21"/>
                </a:lnTo>
                <a:lnTo>
                  <a:pt x="545" y="82"/>
                </a:lnTo>
                <a:lnTo>
                  <a:pt x="384" y="162"/>
                </a:lnTo>
                <a:lnTo>
                  <a:pt x="263" y="263"/>
                </a:lnTo>
                <a:lnTo>
                  <a:pt x="142" y="405"/>
                </a:lnTo>
                <a:lnTo>
                  <a:pt x="61" y="546"/>
                </a:lnTo>
                <a:lnTo>
                  <a:pt x="21" y="727"/>
                </a:lnTo>
                <a:lnTo>
                  <a:pt x="0" y="909"/>
                </a:lnTo>
                <a:lnTo>
                  <a:pt x="21" y="1091"/>
                </a:lnTo>
                <a:lnTo>
                  <a:pt x="61" y="1252"/>
                </a:lnTo>
                <a:lnTo>
                  <a:pt x="142" y="1414"/>
                </a:lnTo>
                <a:lnTo>
                  <a:pt x="263" y="1535"/>
                </a:lnTo>
                <a:lnTo>
                  <a:pt x="384" y="1656"/>
                </a:lnTo>
                <a:lnTo>
                  <a:pt x="545" y="1736"/>
                </a:lnTo>
                <a:lnTo>
                  <a:pt x="707" y="1797"/>
                </a:lnTo>
                <a:lnTo>
                  <a:pt x="1070" y="1797"/>
                </a:lnTo>
                <a:lnTo>
                  <a:pt x="1252" y="1736"/>
                </a:lnTo>
                <a:lnTo>
                  <a:pt x="1393" y="1656"/>
                </a:lnTo>
                <a:lnTo>
                  <a:pt x="1534" y="1535"/>
                </a:lnTo>
                <a:lnTo>
                  <a:pt x="1635" y="1414"/>
                </a:lnTo>
                <a:lnTo>
                  <a:pt x="1716" y="1252"/>
                </a:lnTo>
                <a:lnTo>
                  <a:pt x="1776" y="1091"/>
                </a:lnTo>
                <a:lnTo>
                  <a:pt x="1796" y="909"/>
                </a:lnTo>
                <a:lnTo>
                  <a:pt x="1776" y="727"/>
                </a:lnTo>
                <a:lnTo>
                  <a:pt x="1716" y="546"/>
                </a:lnTo>
                <a:lnTo>
                  <a:pt x="1635" y="405"/>
                </a:lnTo>
                <a:lnTo>
                  <a:pt x="1534" y="263"/>
                </a:lnTo>
                <a:lnTo>
                  <a:pt x="1393" y="162"/>
                </a:lnTo>
                <a:lnTo>
                  <a:pt x="1252" y="82"/>
                </a:lnTo>
                <a:lnTo>
                  <a:pt x="1070" y="21"/>
                </a:lnTo>
                <a:lnTo>
                  <a:pt x="888" y="1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64" name="Google Shape;1364;p17"/>
          <p:cNvSpPr/>
          <p:nvPr/>
        </p:nvSpPr>
        <p:spPr>
          <a:xfrm>
            <a:off x="9062365" y="3900173"/>
            <a:ext cx="104994" cy="104994"/>
          </a:xfrm>
          <a:custGeom>
            <a:rect b="b" l="l" r="r" t="t"/>
            <a:pathLst>
              <a:path extrusionOk="0" h="1878" w="1878">
                <a:moveTo>
                  <a:pt x="929" y="81"/>
                </a:moveTo>
                <a:lnTo>
                  <a:pt x="1111" y="101"/>
                </a:lnTo>
                <a:lnTo>
                  <a:pt x="1272" y="142"/>
                </a:lnTo>
                <a:lnTo>
                  <a:pt x="1414" y="223"/>
                </a:lnTo>
                <a:lnTo>
                  <a:pt x="1535" y="344"/>
                </a:lnTo>
                <a:lnTo>
                  <a:pt x="1656" y="465"/>
                </a:lnTo>
                <a:lnTo>
                  <a:pt x="1736" y="606"/>
                </a:lnTo>
                <a:lnTo>
                  <a:pt x="1777" y="767"/>
                </a:lnTo>
                <a:lnTo>
                  <a:pt x="1797" y="949"/>
                </a:lnTo>
                <a:lnTo>
                  <a:pt x="1777" y="1110"/>
                </a:lnTo>
                <a:lnTo>
                  <a:pt x="1736" y="1272"/>
                </a:lnTo>
                <a:lnTo>
                  <a:pt x="1656" y="1433"/>
                </a:lnTo>
                <a:lnTo>
                  <a:pt x="1535" y="1554"/>
                </a:lnTo>
                <a:lnTo>
                  <a:pt x="1414" y="1655"/>
                </a:lnTo>
                <a:lnTo>
                  <a:pt x="1272" y="1736"/>
                </a:lnTo>
                <a:lnTo>
                  <a:pt x="1111" y="1797"/>
                </a:lnTo>
                <a:lnTo>
                  <a:pt x="768" y="1797"/>
                </a:lnTo>
                <a:lnTo>
                  <a:pt x="606" y="1736"/>
                </a:lnTo>
                <a:lnTo>
                  <a:pt x="445" y="1655"/>
                </a:lnTo>
                <a:lnTo>
                  <a:pt x="324" y="1554"/>
                </a:lnTo>
                <a:lnTo>
                  <a:pt x="223" y="1433"/>
                </a:lnTo>
                <a:lnTo>
                  <a:pt x="142" y="1272"/>
                </a:lnTo>
                <a:lnTo>
                  <a:pt x="82" y="1110"/>
                </a:lnTo>
                <a:lnTo>
                  <a:pt x="82" y="949"/>
                </a:lnTo>
                <a:lnTo>
                  <a:pt x="82" y="767"/>
                </a:lnTo>
                <a:lnTo>
                  <a:pt x="142" y="606"/>
                </a:lnTo>
                <a:lnTo>
                  <a:pt x="223" y="465"/>
                </a:lnTo>
                <a:lnTo>
                  <a:pt x="324" y="344"/>
                </a:lnTo>
                <a:lnTo>
                  <a:pt x="445" y="223"/>
                </a:lnTo>
                <a:lnTo>
                  <a:pt x="606" y="142"/>
                </a:lnTo>
                <a:lnTo>
                  <a:pt x="768" y="101"/>
                </a:lnTo>
                <a:lnTo>
                  <a:pt x="929" y="81"/>
                </a:lnTo>
                <a:close/>
                <a:moveTo>
                  <a:pt x="929" y="1"/>
                </a:moveTo>
                <a:lnTo>
                  <a:pt x="748" y="21"/>
                </a:lnTo>
                <a:lnTo>
                  <a:pt x="566" y="81"/>
                </a:lnTo>
                <a:lnTo>
                  <a:pt x="405" y="162"/>
                </a:lnTo>
                <a:lnTo>
                  <a:pt x="263" y="283"/>
                </a:lnTo>
                <a:lnTo>
                  <a:pt x="162" y="424"/>
                </a:lnTo>
                <a:lnTo>
                  <a:pt x="62" y="586"/>
                </a:lnTo>
                <a:lnTo>
                  <a:pt x="21" y="747"/>
                </a:lnTo>
                <a:lnTo>
                  <a:pt x="1" y="949"/>
                </a:lnTo>
                <a:lnTo>
                  <a:pt x="21" y="1131"/>
                </a:lnTo>
                <a:lnTo>
                  <a:pt x="62" y="1312"/>
                </a:lnTo>
                <a:lnTo>
                  <a:pt x="162" y="1474"/>
                </a:lnTo>
                <a:lnTo>
                  <a:pt x="263" y="1615"/>
                </a:lnTo>
                <a:lnTo>
                  <a:pt x="405" y="1716"/>
                </a:lnTo>
                <a:lnTo>
                  <a:pt x="566" y="1817"/>
                </a:lnTo>
                <a:lnTo>
                  <a:pt x="748" y="1857"/>
                </a:lnTo>
                <a:lnTo>
                  <a:pt x="929" y="1877"/>
                </a:lnTo>
                <a:lnTo>
                  <a:pt x="1131" y="1857"/>
                </a:lnTo>
                <a:lnTo>
                  <a:pt x="1293" y="1817"/>
                </a:lnTo>
                <a:lnTo>
                  <a:pt x="1454" y="1716"/>
                </a:lnTo>
                <a:lnTo>
                  <a:pt x="1595" y="1615"/>
                </a:lnTo>
                <a:lnTo>
                  <a:pt x="1716" y="1474"/>
                </a:lnTo>
                <a:lnTo>
                  <a:pt x="1797" y="1312"/>
                </a:lnTo>
                <a:lnTo>
                  <a:pt x="1858" y="1131"/>
                </a:lnTo>
                <a:lnTo>
                  <a:pt x="1878" y="949"/>
                </a:lnTo>
                <a:lnTo>
                  <a:pt x="1858" y="747"/>
                </a:lnTo>
                <a:lnTo>
                  <a:pt x="1797" y="586"/>
                </a:lnTo>
                <a:lnTo>
                  <a:pt x="1716" y="424"/>
                </a:lnTo>
                <a:lnTo>
                  <a:pt x="1595" y="283"/>
                </a:lnTo>
                <a:lnTo>
                  <a:pt x="1454" y="162"/>
                </a:lnTo>
                <a:lnTo>
                  <a:pt x="1293" y="81"/>
                </a:lnTo>
                <a:lnTo>
                  <a:pt x="1131" y="21"/>
                </a:lnTo>
                <a:lnTo>
                  <a:pt x="929" y="1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65" name="Google Shape;1365;p17"/>
          <p:cNvSpPr/>
          <p:nvPr/>
        </p:nvSpPr>
        <p:spPr>
          <a:xfrm>
            <a:off x="7397129" y="4469477"/>
            <a:ext cx="100466" cy="100466"/>
          </a:xfrm>
          <a:custGeom>
            <a:rect b="b" l="l" r="r" t="t"/>
            <a:pathLst>
              <a:path extrusionOk="0" h="1797" w="1797">
                <a:moveTo>
                  <a:pt x="909" y="0"/>
                </a:moveTo>
                <a:lnTo>
                  <a:pt x="727" y="20"/>
                </a:lnTo>
                <a:lnTo>
                  <a:pt x="546" y="61"/>
                </a:lnTo>
                <a:lnTo>
                  <a:pt x="404" y="162"/>
                </a:lnTo>
                <a:lnTo>
                  <a:pt x="263" y="263"/>
                </a:lnTo>
                <a:lnTo>
                  <a:pt x="162" y="404"/>
                </a:lnTo>
                <a:lnTo>
                  <a:pt x="61" y="545"/>
                </a:lnTo>
                <a:lnTo>
                  <a:pt x="21" y="727"/>
                </a:lnTo>
                <a:lnTo>
                  <a:pt x="1" y="908"/>
                </a:lnTo>
                <a:lnTo>
                  <a:pt x="21" y="1090"/>
                </a:lnTo>
                <a:lnTo>
                  <a:pt x="61" y="1251"/>
                </a:lnTo>
                <a:lnTo>
                  <a:pt x="162" y="1393"/>
                </a:lnTo>
                <a:lnTo>
                  <a:pt x="263" y="1534"/>
                </a:lnTo>
                <a:lnTo>
                  <a:pt x="404" y="1655"/>
                </a:lnTo>
                <a:lnTo>
                  <a:pt x="546" y="1736"/>
                </a:lnTo>
                <a:lnTo>
                  <a:pt x="727" y="1776"/>
                </a:lnTo>
                <a:lnTo>
                  <a:pt x="909" y="1796"/>
                </a:lnTo>
                <a:lnTo>
                  <a:pt x="1090" y="1776"/>
                </a:lnTo>
                <a:lnTo>
                  <a:pt x="1252" y="1736"/>
                </a:lnTo>
                <a:lnTo>
                  <a:pt x="1413" y="1655"/>
                </a:lnTo>
                <a:lnTo>
                  <a:pt x="1534" y="1534"/>
                </a:lnTo>
                <a:lnTo>
                  <a:pt x="1655" y="1393"/>
                </a:lnTo>
                <a:lnTo>
                  <a:pt x="1736" y="1251"/>
                </a:lnTo>
                <a:lnTo>
                  <a:pt x="1777" y="1090"/>
                </a:lnTo>
                <a:lnTo>
                  <a:pt x="1797" y="908"/>
                </a:lnTo>
                <a:lnTo>
                  <a:pt x="1777" y="727"/>
                </a:lnTo>
                <a:lnTo>
                  <a:pt x="1736" y="545"/>
                </a:lnTo>
                <a:lnTo>
                  <a:pt x="1655" y="404"/>
                </a:lnTo>
                <a:lnTo>
                  <a:pt x="1534" y="263"/>
                </a:lnTo>
                <a:lnTo>
                  <a:pt x="1413" y="162"/>
                </a:lnTo>
                <a:lnTo>
                  <a:pt x="1252" y="61"/>
                </a:lnTo>
                <a:lnTo>
                  <a:pt x="1090" y="20"/>
                </a:lnTo>
                <a:lnTo>
                  <a:pt x="909" y="0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66" name="Google Shape;1366;p17"/>
          <p:cNvSpPr/>
          <p:nvPr/>
        </p:nvSpPr>
        <p:spPr>
          <a:xfrm>
            <a:off x="7665172" y="399370"/>
            <a:ext cx="101584" cy="100466"/>
          </a:xfrm>
          <a:custGeom>
            <a:rect b="b" l="l" r="r" t="t"/>
            <a:pathLst>
              <a:path extrusionOk="0" h="1797" w="1817">
                <a:moveTo>
                  <a:pt x="909" y="1"/>
                </a:moveTo>
                <a:lnTo>
                  <a:pt x="727" y="21"/>
                </a:lnTo>
                <a:lnTo>
                  <a:pt x="566" y="61"/>
                </a:lnTo>
                <a:lnTo>
                  <a:pt x="404" y="142"/>
                </a:lnTo>
                <a:lnTo>
                  <a:pt x="283" y="263"/>
                </a:lnTo>
                <a:lnTo>
                  <a:pt x="162" y="384"/>
                </a:lnTo>
                <a:lnTo>
                  <a:pt x="81" y="546"/>
                </a:lnTo>
                <a:lnTo>
                  <a:pt x="21" y="707"/>
                </a:lnTo>
                <a:lnTo>
                  <a:pt x="1" y="889"/>
                </a:lnTo>
                <a:lnTo>
                  <a:pt x="21" y="1070"/>
                </a:lnTo>
                <a:lnTo>
                  <a:pt x="81" y="1252"/>
                </a:lnTo>
                <a:lnTo>
                  <a:pt x="162" y="1393"/>
                </a:lnTo>
                <a:lnTo>
                  <a:pt x="283" y="1534"/>
                </a:lnTo>
                <a:lnTo>
                  <a:pt x="404" y="1635"/>
                </a:lnTo>
                <a:lnTo>
                  <a:pt x="566" y="1716"/>
                </a:lnTo>
                <a:lnTo>
                  <a:pt x="727" y="1777"/>
                </a:lnTo>
                <a:lnTo>
                  <a:pt x="909" y="1797"/>
                </a:lnTo>
                <a:lnTo>
                  <a:pt x="1090" y="1777"/>
                </a:lnTo>
                <a:lnTo>
                  <a:pt x="1272" y="1716"/>
                </a:lnTo>
                <a:lnTo>
                  <a:pt x="1413" y="1635"/>
                </a:lnTo>
                <a:lnTo>
                  <a:pt x="1554" y="1534"/>
                </a:lnTo>
                <a:lnTo>
                  <a:pt x="1655" y="1393"/>
                </a:lnTo>
                <a:lnTo>
                  <a:pt x="1736" y="1252"/>
                </a:lnTo>
                <a:lnTo>
                  <a:pt x="1797" y="1070"/>
                </a:lnTo>
                <a:lnTo>
                  <a:pt x="1817" y="889"/>
                </a:lnTo>
                <a:lnTo>
                  <a:pt x="1797" y="707"/>
                </a:lnTo>
                <a:lnTo>
                  <a:pt x="1736" y="546"/>
                </a:lnTo>
                <a:lnTo>
                  <a:pt x="1655" y="384"/>
                </a:lnTo>
                <a:lnTo>
                  <a:pt x="1554" y="263"/>
                </a:lnTo>
                <a:lnTo>
                  <a:pt x="1413" y="142"/>
                </a:lnTo>
                <a:lnTo>
                  <a:pt x="1272" y="61"/>
                </a:lnTo>
                <a:lnTo>
                  <a:pt x="1090" y="21"/>
                </a:lnTo>
                <a:lnTo>
                  <a:pt x="909" y="1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67" name="Google Shape;1367;p17"/>
          <p:cNvSpPr/>
          <p:nvPr/>
        </p:nvSpPr>
        <p:spPr>
          <a:xfrm>
            <a:off x="9325237" y="2442525"/>
            <a:ext cx="4584" cy="51994"/>
          </a:xfrm>
          <a:custGeom>
            <a:rect b="b" l="l" r="r" t="t"/>
            <a:pathLst>
              <a:path extrusionOk="0" h="930" w="82">
                <a:moveTo>
                  <a:pt x="1" y="1"/>
                </a:moveTo>
                <a:lnTo>
                  <a:pt x="1" y="929"/>
                </a:lnTo>
                <a:lnTo>
                  <a:pt x="82" y="929"/>
                </a:lnTo>
                <a:lnTo>
                  <a:pt x="82" y="1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68" name="Google Shape;1368;p17"/>
          <p:cNvSpPr/>
          <p:nvPr/>
        </p:nvSpPr>
        <p:spPr>
          <a:xfrm>
            <a:off x="9301588" y="2466230"/>
            <a:ext cx="51938" cy="4584"/>
          </a:xfrm>
          <a:custGeom>
            <a:rect b="b" l="l" r="r" t="t"/>
            <a:pathLst>
              <a:path extrusionOk="0" h="82" w="929">
                <a:moveTo>
                  <a:pt x="0" y="1"/>
                </a:moveTo>
                <a:lnTo>
                  <a:pt x="0" y="81"/>
                </a:lnTo>
                <a:lnTo>
                  <a:pt x="928" y="81"/>
                </a:lnTo>
                <a:lnTo>
                  <a:pt x="928" y="1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69" name="Google Shape;1369;p17"/>
          <p:cNvSpPr/>
          <p:nvPr/>
        </p:nvSpPr>
        <p:spPr>
          <a:xfrm rot="3449335">
            <a:off x="2649872" y="-138575"/>
            <a:ext cx="4584" cy="55347"/>
          </a:xfrm>
          <a:custGeom>
            <a:rect b="b" l="l" r="r" t="t"/>
            <a:pathLst>
              <a:path extrusionOk="0" h="990" w="82">
                <a:moveTo>
                  <a:pt x="1" y="0"/>
                </a:moveTo>
                <a:lnTo>
                  <a:pt x="1" y="989"/>
                </a:lnTo>
                <a:lnTo>
                  <a:pt x="81" y="989"/>
                </a:lnTo>
                <a:lnTo>
                  <a:pt x="81" y="0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70" name="Google Shape;1370;p17"/>
          <p:cNvSpPr/>
          <p:nvPr/>
        </p:nvSpPr>
        <p:spPr>
          <a:xfrm>
            <a:off x="-2003610" y="63728"/>
            <a:ext cx="2433600" cy="24336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71" name="Google Shape;1371;p17"/>
          <p:cNvSpPr/>
          <p:nvPr/>
        </p:nvSpPr>
        <p:spPr>
          <a:xfrm rot="3449335">
            <a:off x="2625262" y="-113023"/>
            <a:ext cx="55347" cy="4584"/>
          </a:xfrm>
          <a:custGeom>
            <a:rect b="b" l="l" r="r" t="t"/>
            <a:pathLst>
              <a:path extrusionOk="0" h="82" w="990">
                <a:moveTo>
                  <a:pt x="1" y="0"/>
                </a:moveTo>
                <a:lnTo>
                  <a:pt x="1" y="81"/>
                </a:lnTo>
                <a:lnTo>
                  <a:pt x="990" y="81"/>
                </a:lnTo>
                <a:lnTo>
                  <a:pt x="990" y="0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372" name="Google Shape;1372;p17"/>
          <p:cNvGrpSpPr/>
          <p:nvPr/>
        </p:nvGrpSpPr>
        <p:grpSpPr>
          <a:xfrm>
            <a:off x="3970982" y="4599416"/>
            <a:ext cx="1205112" cy="520243"/>
            <a:chOff x="3970982" y="4599416"/>
            <a:chExt cx="1205112" cy="520243"/>
          </a:xfrm>
        </p:grpSpPr>
        <p:sp>
          <p:nvSpPr>
            <p:cNvPr id="1373" name="Google Shape;1373;p17"/>
            <p:cNvSpPr/>
            <p:nvPr/>
          </p:nvSpPr>
          <p:spPr>
            <a:xfrm>
              <a:off x="4793927" y="5066973"/>
              <a:ext cx="53445" cy="50368"/>
            </a:xfrm>
            <a:custGeom>
              <a:rect b="b" l="l" r="r" t="t"/>
              <a:pathLst>
                <a:path extrusionOk="0" h="1326" w="1407">
                  <a:moveTo>
                    <a:pt x="724" y="1"/>
                  </a:moveTo>
                  <a:lnTo>
                    <a:pt x="1" y="683"/>
                  </a:lnTo>
                  <a:lnTo>
                    <a:pt x="21" y="724"/>
                  </a:lnTo>
                  <a:lnTo>
                    <a:pt x="61" y="744"/>
                  </a:lnTo>
                  <a:lnTo>
                    <a:pt x="181" y="784"/>
                  </a:lnTo>
                  <a:lnTo>
                    <a:pt x="322" y="824"/>
                  </a:lnTo>
                  <a:lnTo>
                    <a:pt x="382" y="864"/>
                  </a:lnTo>
                  <a:lnTo>
                    <a:pt x="422" y="884"/>
                  </a:lnTo>
                  <a:lnTo>
                    <a:pt x="503" y="1005"/>
                  </a:lnTo>
                  <a:lnTo>
                    <a:pt x="583" y="1105"/>
                  </a:lnTo>
                  <a:lnTo>
                    <a:pt x="704" y="1326"/>
                  </a:lnTo>
                  <a:lnTo>
                    <a:pt x="1406" y="623"/>
                  </a:lnTo>
                  <a:lnTo>
                    <a:pt x="724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74" name="Google Shape;1374;p17"/>
            <p:cNvSpPr/>
            <p:nvPr/>
          </p:nvSpPr>
          <p:spPr>
            <a:xfrm>
              <a:off x="4465205" y="4599416"/>
              <a:ext cx="54205" cy="50406"/>
            </a:xfrm>
            <a:custGeom>
              <a:rect b="b" l="l" r="r" t="t"/>
              <a:pathLst>
                <a:path extrusionOk="0" h="1327" w="1427">
                  <a:moveTo>
                    <a:pt x="723" y="1"/>
                  </a:moveTo>
                  <a:lnTo>
                    <a:pt x="1" y="684"/>
                  </a:lnTo>
                  <a:lnTo>
                    <a:pt x="221" y="784"/>
                  </a:lnTo>
                  <a:lnTo>
                    <a:pt x="322" y="824"/>
                  </a:lnTo>
                  <a:lnTo>
                    <a:pt x="422" y="884"/>
                  </a:lnTo>
                  <a:lnTo>
                    <a:pt x="502" y="1005"/>
                  </a:lnTo>
                  <a:lnTo>
                    <a:pt x="583" y="1105"/>
                  </a:lnTo>
                  <a:lnTo>
                    <a:pt x="723" y="1326"/>
                  </a:lnTo>
                  <a:lnTo>
                    <a:pt x="1426" y="643"/>
                  </a:lnTo>
                  <a:lnTo>
                    <a:pt x="723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75" name="Google Shape;1375;p17"/>
            <p:cNvSpPr/>
            <p:nvPr/>
          </p:nvSpPr>
          <p:spPr>
            <a:xfrm>
              <a:off x="4632225" y="4599416"/>
              <a:ext cx="50406" cy="48887"/>
            </a:xfrm>
            <a:custGeom>
              <a:rect b="b" l="l" r="r" t="t"/>
              <a:pathLst>
                <a:path extrusionOk="0" h="1287" w="1327">
                  <a:moveTo>
                    <a:pt x="664" y="1"/>
                  </a:moveTo>
                  <a:lnTo>
                    <a:pt x="1" y="664"/>
                  </a:lnTo>
                  <a:lnTo>
                    <a:pt x="664" y="1286"/>
                  </a:lnTo>
                  <a:lnTo>
                    <a:pt x="1326" y="623"/>
                  </a:lnTo>
                  <a:lnTo>
                    <a:pt x="664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76" name="Google Shape;1376;p17"/>
            <p:cNvSpPr/>
            <p:nvPr/>
          </p:nvSpPr>
          <p:spPr>
            <a:xfrm>
              <a:off x="4466725" y="4755040"/>
              <a:ext cx="54205" cy="51888"/>
            </a:xfrm>
            <a:custGeom>
              <a:rect b="b" l="l" r="r" t="t"/>
              <a:pathLst>
                <a:path extrusionOk="0" h="1366" w="1427">
                  <a:moveTo>
                    <a:pt x="703" y="0"/>
                  </a:moveTo>
                  <a:lnTo>
                    <a:pt x="1" y="643"/>
                  </a:lnTo>
                  <a:lnTo>
                    <a:pt x="744" y="1366"/>
                  </a:lnTo>
                  <a:lnTo>
                    <a:pt x="784" y="1225"/>
                  </a:lnTo>
                  <a:lnTo>
                    <a:pt x="844" y="1125"/>
                  </a:lnTo>
                  <a:lnTo>
                    <a:pt x="924" y="1024"/>
                  </a:lnTo>
                  <a:lnTo>
                    <a:pt x="1005" y="944"/>
                  </a:lnTo>
                  <a:lnTo>
                    <a:pt x="1105" y="864"/>
                  </a:lnTo>
                  <a:lnTo>
                    <a:pt x="1205" y="803"/>
                  </a:lnTo>
                  <a:lnTo>
                    <a:pt x="1426" y="683"/>
                  </a:lnTo>
                  <a:lnTo>
                    <a:pt x="1346" y="582"/>
                  </a:lnTo>
                  <a:lnTo>
                    <a:pt x="1266" y="522"/>
                  </a:lnTo>
                  <a:lnTo>
                    <a:pt x="1045" y="402"/>
                  </a:lnTo>
                  <a:lnTo>
                    <a:pt x="964" y="342"/>
                  </a:lnTo>
                  <a:lnTo>
                    <a:pt x="884" y="281"/>
                  </a:lnTo>
                  <a:lnTo>
                    <a:pt x="824" y="181"/>
                  </a:lnTo>
                  <a:lnTo>
                    <a:pt x="804" y="40"/>
                  </a:lnTo>
                  <a:lnTo>
                    <a:pt x="784" y="20"/>
                  </a:lnTo>
                  <a:lnTo>
                    <a:pt x="744" y="20"/>
                  </a:lnTo>
                  <a:lnTo>
                    <a:pt x="70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77" name="Google Shape;1377;p17"/>
            <p:cNvSpPr/>
            <p:nvPr/>
          </p:nvSpPr>
          <p:spPr>
            <a:xfrm>
              <a:off x="4629946" y="4754280"/>
              <a:ext cx="54205" cy="54167"/>
            </a:xfrm>
            <a:custGeom>
              <a:rect b="b" l="l" r="r" t="t"/>
              <a:pathLst>
                <a:path extrusionOk="0" h="1426" w="1427">
                  <a:moveTo>
                    <a:pt x="724" y="0"/>
                  </a:moveTo>
                  <a:lnTo>
                    <a:pt x="1" y="703"/>
                  </a:lnTo>
                  <a:lnTo>
                    <a:pt x="121" y="743"/>
                  </a:lnTo>
                  <a:lnTo>
                    <a:pt x="242" y="823"/>
                  </a:lnTo>
                  <a:lnTo>
                    <a:pt x="342" y="884"/>
                  </a:lnTo>
                  <a:lnTo>
                    <a:pt x="422" y="984"/>
                  </a:lnTo>
                  <a:lnTo>
                    <a:pt x="603" y="1185"/>
                  </a:lnTo>
                  <a:lnTo>
                    <a:pt x="744" y="1426"/>
                  </a:lnTo>
                  <a:lnTo>
                    <a:pt x="844" y="1165"/>
                  </a:lnTo>
                  <a:lnTo>
                    <a:pt x="904" y="1064"/>
                  </a:lnTo>
                  <a:lnTo>
                    <a:pt x="964" y="984"/>
                  </a:lnTo>
                  <a:lnTo>
                    <a:pt x="1065" y="904"/>
                  </a:lnTo>
                  <a:lnTo>
                    <a:pt x="1185" y="823"/>
                  </a:lnTo>
                  <a:lnTo>
                    <a:pt x="1426" y="683"/>
                  </a:lnTo>
                  <a:lnTo>
                    <a:pt x="724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78" name="Google Shape;1378;p17"/>
            <p:cNvSpPr/>
            <p:nvPr/>
          </p:nvSpPr>
          <p:spPr>
            <a:xfrm>
              <a:off x="4796206" y="4755040"/>
              <a:ext cx="51166" cy="47329"/>
            </a:xfrm>
            <a:custGeom>
              <a:rect b="b" l="l" r="r" t="t"/>
              <a:pathLst>
                <a:path extrusionOk="0" h="1246" w="1347">
                  <a:moveTo>
                    <a:pt x="664" y="0"/>
                  </a:moveTo>
                  <a:lnTo>
                    <a:pt x="1" y="663"/>
                  </a:lnTo>
                  <a:lnTo>
                    <a:pt x="664" y="1245"/>
                  </a:lnTo>
                  <a:lnTo>
                    <a:pt x="1346" y="663"/>
                  </a:lnTo>
                  <a:lnTo>
                    <a:pt x="664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79" name="Google Shape;1379;p17"/>
            <p:cNvSpPr/>
            <p:nvPr/>
          </p:nvSpPr>
          <p:spPr>
            <a:xfrm>
              <a:off x="4459090" y="4906031"/>
              <a:ext cx="64119" cy="55724"/>
            </a:xfrm>
            <a:custGeom>
              <a:rect b="b" l="l" r="r" t="t"/>
              <a:pathLst>
                <a:path extrusionOk="0" h="1467" w="1688">
                  <a:moveTo>
                    <a:pt x="864" y="1"/>
                  </a:moveTo>
                  <a:lnTo>
                    <a:pt x="764" y="262"/>
                  </a:lnTo>
                  <a:lnTo>
                    <a:pt x="704" y="362"/>
                  </a:lnTo>
                  <a:lnTo>
                    <a:pt x="643" y="463"/>
                  </a:lnTo>
                  <a:lnTo>
                    <a:pt x="523" y="543"/>
                  </a:lnTo>
                  <a:lnTo>
                    <a:pt x="382" y="623"/>
                  </a:lnTo>
                  <a:lnTo>
                    <a:pt x="1" y="844"/>
                  </a:lnTo>
                  <a:lnTo>
                    <a:pt x="162" y="864"/>
                  </a:lnTo>
                  <a:lnTo>
                    <a:pt x="302" y="904"/>
                  </a:lnTo>
                  <a:lnTo>
                    <a:pt x="423" y="965"/>
                  </a:lnTo>
                  <a:lnTo>
                    <a:pt x="543" y="1025"/>
                  </a:lnTo>
                  <a:lnTo>
                    <a:pt x="623" y="1085"/>
                  </a:lnTo>
                  <a:lnTo>
                    <a:pt x="704" y="1186"/>
                  </a:lnTo>
                  <a:lnTo>
                    <a:pt x="744" y="1286"/>
                  </a:lnTo>
                  <a:lnTo>
                    <a:pt x="784" y="1406"/>
                  </a:lnTo>
                  <a:lnTo>
                    <a:pt x="804" y="1427"/>
                  </a:lnTo>
                  <a:lnTo>
                    <a:pt x="864" y="1447"/>
                  </a:lnTo>
                  <a:lnTo>
                    <a:pt x="985" y="1467"/>
                  </a:lnTo>
                  <a:lnTo>
                    <a:pt x="1045" y="1286"/>
                  </a:lnTo>
                  <a:lnTo>
                    <a:pt x="1065" y="1206"/>
                  </a:lnTo>
                  <a:lnTo>
                    <a:pt x="1105" y="1145"/>
                  </a:lnTo>
                  <a:lnTo>
                    <a:pt x="1246" y="1045"/>
                  </a:lnTo>
                  <a:lnTo>
                    <a:pt x="1386" y="945"/>
                  </a:lnTo>
                  <a:lnTo>
                    <a:pt x="1688" y="744"/>
                  </a:lnTo>
                  <a:lnTo>
                    <a:pt x="1547" y="684"/>
                  </a:lnTo>
                  <a:lnTo>
                    <a:pt x="1427" y="623"/>
                  </a:lnTo>
                  <a:lnTo>
                    <a:pt x="1306" y="543"/>
                  </a:lnTo>
                  <a:lnTo>
                    <a:pt x="1206" y="463"/>
                  </a:lnTo>
                  <a:lnTo>
                    <a:pt x="1105" y="362"/>
                  </a:lnTo>
                  <a:lnTo>
                    <a:pt x="1025" y="262"/>
                  </a:lnTo>
                  <a:lnTo>
                    <a:pt x="864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80" name="Google Shape;1380;p17"/>
            <p:cNvSpPr/>
            <p:nvPr/>
          </p:nvSpPr>
          <p:spPr>
            <a:xfrm>
              <a:off x="4631466" y="4910627"/>
              <a:ext cx="53445" cy="50368"/>
            </a:xfrm>
            <a:custGeom>
              <a:rect b="b" l="l" r="r" t="t"/>
              <a:pathLst>
                <a:path extrusionOk="0" h="1326" w="1407">
                  <a:moveTo>
                    <a:pt x="684" y="0"/>
                  </a:moveTo>
                  <a:lnTo>
                    <a:pt x="1" y="663"/>
                  </a:lnTo>
                  <a:lnTo>
                    <a:pt x="724" y="1326"/>
                  </a:lnTo>
                  <a:lnTo>
                    <a:pt x="764" y="1225"/>
                  </a:lnTo>
                  <a:lnTo>
                    <a:pt x="824" y="1105"/>
                  </a:lnTo>
                  <a:lnTo>
                    <a:pt x="904" y="1024"/>
                  </a:lnTo>
                  <a:lnTo>
                    <a:pt x="985" y="944"/>
                  </a:lnTo>
                  <a:lnTo>
                    <a:pt x="1186" y="804"/>
                  </a:lnTo>
                  <a:lnTo>
                    <a:pt x="1406" y="683"/>
                  </a:lnTo>
                  <a:lnTo>
                    <a:pt x="1326" y="583"/>
                  </a:lnTo>
                  <a:lnTo>
                    <a:pt x="1246" y="522"/>
                  </a:lnTo>
                  <a:lnTo>
                    <a:pt x="1045" y="402"/>
                  </a:lnTo>
                  <a:lnTo>
                    <a:pt x="945" y="342"/>
                  </a:lnTo>
                  <a:lnTo>
                    <a:pt x="864" y="261"/>
                  </a:lnTo>
                  <a:lnTo>
                    <a:pt x="804" y="161"/>
                  </a:lnTo>
                  <a:lnTo>
                    <a:pt x="784" y="41"/>
                  </a:lnTo>
                  <a:lnTo>
                    <a:pt x="764" y="20"/>
                  </a:lnTo>
                  <a:lnTo>
                    <a:pt x="724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81" name="Google Shape;1381;p17"/>
            <p:cNvSpPr/>
            <p:nvPr/>
          </p:nvSpPr>
          <p:spPr>
            <a:xfrm>
              <a:off x="4796206" y="4911386"/>
              <a:ext cx="51166" cy="48089"/>
            </a:xfrm>
            <a:custGeom>
              <a:rect b="b" l="l" r="r" t="t"/>
              <a:pathLst>
                <a:path extrusionOk="0" h="1266" w="1347">
                  <a:moveTo>
                    <a:pt x="664" y="0"/>
                  </a:moveTo>
                  <a:lnTo>
                    <a:pt x="1" y="623"/>
                  </a:lnTo>
                  <a:lnTo>
                    <a:pt x="684" y="1265"/>
                  </a:lnTo>
                  <a:lnTo>
                    <a:pt x="1346" y="603"/>
                  </a:lnTo>
                  <a:lnTo>
                    <a:pt x="664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82" name="Google Shape;1382;p17"/>
            <p:cNvSpPr/>
            <p:nvPr/>
          </p:nvSpPr>
          <p:spPr>
            <a:xfrm>
              <a:off x="4462166" y="5065454"/>
              <a:ext cx="58003" cy="53445"/>
            </a:xfrm>
            <a:custGeom>
              <a:rect b="b" l="l" r="r" t="t"/>
              <a:pathLst>
                <a:path extrusionOk="0" h="1407" w="1527">
                  <a:moveTo>
                    <a:pt x="783" y="1"/>
                  </a:moveTo>
                  <a:lnTo>
                    <a:pt x="683" y="161"/>
                  </a:lnTo>
                  <a:lnTo>
                    <a:pt x="623" y="282"/>
                  </a:lnTo>
                  <a:lnTo>
                    <a:pt x="542" y="362"/>
                  </a:lnTo>
                  <a:lnTo>
                    <a:pt x="422" y="442"/>
                  </a:lnTo>
                  <a:lnTo>
                    <a:pt x="301" y="523"/>
                  </a:lnTo>
                  <a:lnTo>
                    <a:pt x="0" y="663"/>
                  </a:lnTo>
                  <a:lnTo>
                    <a:pt x="301" y="844"/>
                  </a:lnTo>
                  <a:lnTo>
                    <a:pt x="422" y="904"/>
                  </a:lnTo>
                  <a:lnTo>
                    <a:pt x="542" y="984"/>
                  </a:lnTo>
                  <a:lnTo>
                    <a:pt x="582" y="1045"/>
                  </a:lnTo>
                  <a:lnTo>
                    <a:pt x="603" y="1105"/>
                  </a:lnTo>
                  <a:lnTo>
                    <a:pt x="643" y="1225"/>
                  </a:lnTo>
                  <a:lnTo>
                    <a:pt x="683" y="1346"/>
                  </a:lnTo>
                  <a:lnTo>
                    <a:pt x="703" y="1386"/>
                  </a:lnTo>
                  <a:lnTo>
                    <a:pt x="763" y="1406"/>
                  </a:lnTo>
                  <a:lnTo>
                    <a:pt x="1526" y="683"/>
                  </a:lnTo>
                  <a:lnTo>
                    <a:pt x="783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83" name="Google Shape;1383;p17"/>
            <p:cNvSpPr/>
            <p:nvPr/>
          </p:nvSpPr>
          <p:spPr>
            <a:xfrm>
              <a:off x="4630706" y="5066213"/>
              <a:ext cx="53445" cy="50368"/>
            </a:xfrm>
            <a:custGeom>
              <a:rect b="b" l="l" r="r" t="t"/>
              <a:pathLst>
                <a:path extrusionOk="0" h="1326" w="1407">
                  <a:moveTo>
                    <a:pt x="704" y="1"/>
                  </a:moveTo>
                  <a:lnTo>
                    <a:pt x="1" y="663"/>
                  </a:lnTo>
                  <a:lnTo>
                    <a:pt x="704" y="1326"/>
                  </a:lnTo>
                  <a:lnTo>
                    <a:pt x="1406" y="663"/>
                  </a:lnTo>
                  <a:lnTo>
                    <a:pt x="704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84" name="Google Shape;1384;p17"/>
            <p:cNvSpPr/>
            <p:nvPr/>
          </p:nvSpPr>
          <p:spPr>
            <a:xfrm>
              <a:off x="4797004" y="4600213"/>
              <a:ext cx="50368" cy="46532"/>
            </a:xfrm>
            <a:custGeom>
              <a:rect b="b" l="l" r="r" t="t"/>
              <a:pathLst>
                <a:path extrusionOk="0" h="1225" w="1326">
                  <a:moveTo>
                    <a:pt x="643" y="0"/>
                  </a:moveTo>
                  <a:lnTo>
                    <a:pt x="0" y="622"/>
                  </a:lnTo>
                  <a:lnTo>
                    <a:pt x="643" y="1225"/>
                  </a:lnTo>
                  <a:lnTo>
                    <a:pt x="1325" y="643"/>
                  </a:lnTo>
                  <a:lnTo>
                    <a:pt x="64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85" name="Google Shape;1385;p17"/>
            <p:cNvSpPr/>
            <p:nvPr/>
          </p:nvSpPr>
          <p:spPr>
            <a:xfrm>
              <a:off x="4960985" y="4602492"/>
              <a:ext cx="49608" cy="44253"/>
            </a:xfrm>
            <a:custGeom>
              <a:rect b="b" l="l" r="r" t="t"/>
              <a:pathLst>
                <a:path extrusionOk="0" h="1165" w="1306">
                  <a:moveTo>
                    <a:pt x="663" y="0"/>
                  </a:moveTo>
                  <a:lnTo>
                    <a:pt x="0" y="562"/>
                  </a:lnTo>
                  <a:lnTo>
                    <a:pt x="643" y="1165"/>
                  </a:lnTo>
                  <a:lnTo>
                    <a:pt x="1305" y="583"/>
                  </a:lnTo>
                  <a:lnTo>
                    <a:pt x="66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86" name="Google Shape;1386;p17"/>
            <p:cNvSpPr/>
            <p:nvPr/>
          </p:nvSpPr>
          <p:spPr>
            <a:xfrm>
              <a:off x="4303503" y="4600213"/>
              <a:ext cx="53445" cy="54167"/>
            </a:xfrm>
            <a:custGeom>
              <a:rect b="b" l="l" r="r" t="t"/>
              <a:pathLst>
                <a:path extrusionOk="0" h="1426" w="1407">
                  <a:moveTo>
                    <a:pt x="683" y="0"/>
                  </a:moveTo>
                  <a:lnTo>
                    <a:pt x="1" y="622"/>
                  </a:lnTo>
                  <a:lnTo>
                    <a:pt x="804" y="1426"/>
                  </a:lnTo>
                  <a:lnTo>
                    <a:pt x="804" y="1265"/>
                  </a:lnTo>
                  <a:lnTo>
                    <a:pt x="824" y="1145"/>
                  </a:lnTo>
                  <a:lnTo>
                    <a:pt x="864" y="1024"/>
                  </a:lnTo>
                  <a:lnTo>
                    <a:pt x="904" y="944"/>
                  </a:lnTo>
                  <a:lnTo>
                    <a:pt x="985" y="884"/>
                  </a:lnTo>
                  <a:lnTo>
                    <a:pt x="1065" y="823"/>
                  </a:lnTo>
                  <a:lnTo>
                    <a:pt x="1165" y="783"/>
                  </a:lnTo>
                  <a:lnTo>
                    <a:pt x="1286" y="763"/>
                  </a:lnTo>
                  <a:lnTo>
                    <a:pt x="1326" y="743"/>
                  </a:lnTo>
                  <a:lnTo>
                    <a:pt x="1366" y="703"/>
                  </a:lnTo>
                  <a:lnTo>
                    <a:pt x="1386" y="683"/>
                  </a:lnTo>
                  <a:lnTo>
                    <a:pt x="1406" y="643"/>
                  </a:lnTo>
                  <a:lnTo>
                    <a:pt x="1386" y="602"/>
                  </a:lnTo>
                  <a:lnTo>
                    <a:pt x="1366" y="562"/>
                  </a:lnTo>
                  <a:lnTo>
                    <a:pt x="1306" y="502"/>
                  </a:lnTo>
                  <a:lnTo>
                    <a:pt x="1145" y="442"/>
                  </a:lnTo>
                  <a:lnTo>
                    <a:pt x="985" y="361"/>
                  </a:lnTo>
                  <a:lnTo>
                    <a:pt x="924" y="321"/>
                  </a:lnTo>
                  <a:lnTo>
                    <a:pt x="864" y="261"/>
                  </a:lnTo>
                  <a:lnTo>
                    <a:pt x="824" y="181"/>
                  </a:lnTo>
                  <a:lnTo>
                    <a:pt x="804" y="80"/>
                  </a:lnTo>
                  <a:lnTo>
                    <a:pt x="784" y="40"/>
                  </a:lnTo>
                  <a:lnTo>
                    <a:pt x="744" y="20"/>
                  </a:lnTo>
                  <a:lnTo>
                    <a:pt x="68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87" name="Google Shape;1387;p17"/>
            <p:cNvSpPr/>
            <p:nvPr/>
          </p:nvSpPr>
          <p:spPr>
            <a:xfrm>
              <a:off x="4303503" y="4755040"/>
              <a:ext cx="52685" cy="49608"/>
            </a:xfrm>
            <a:custGeom>
              <a:rect b="b" l="l" r="r" t="t"/>
              <a:pathLst>
                <a:path extrusionOk="0" h="1306" w="1387">
                  <a:moveTo>
                    <a:pt x="663" y="0"/>
                  </a:moveTo>
                  <a:lnTo>
                    <a:pt x="583" y="60"/>
                  </a:lnTo>
                  <a:lnTo>
                    <a:pt x="523" y="141"/>
                  </a:lnTo>
                  <a:lnTo>
                    <a:pt x="422" y="301"/>
                  </a:lnTo>
                  <a:lnTo>
                    <a:pt x="342" y="382"/>
                  </a:lnTo>
                  <a:lnTo>
                    <a:pt x="262" y="462"/>
                  </a:lnTo>
                  <a:lnTo>
                    <a:pt x="161" y="522"/>
                  </a:lnTo>
                  <a:lnTo>
                    <a:pt x="41" y="542"/>
                  </a:lnTo>
                  <a:lnTo>
                    <a:pt x="21" y="562"/>
                  </a:lnTo>
                  <a:lnTo>
                    <a:pt x="21" y="603"/>
                  </a:lnTo>
                  <a:lnTo>
                    <a:pt x="1" y="643"/>
                  </a:lnTo>
                  <a:lnTo>
                    <a:pt x="663" y="1305"/>
                  </a:lnTo>
                  <a:lnTo>
                    <a:pt x="1386" y="663"/>
                  </a:lnTo>
                  <a:lnTo>
                    <a:pt x="66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88" name="Google Shape;1388;p17"/>
            <p:cNvSpPr/>
            <p:nvPr/>
          </p:nvSpPr>
          <p:spPr>
            <a:xfrm>
              <a:off x="4959428" y="5066973"/>
              <a:ext cx="51925" cy="48089"/>
            </a:xfrm>
            <a:custGeom>
              <a:rect b="b" l="l" r="r" t="t"/>
              <a:pathLst>
                <a:path extrusionOk="0" h="1266" w="1367">
                  <a:moveTo>
                    <a:pt x="704" y="1"/>
                  </a:moveTo>
                  <a:lnTo>
                    <a:pt x="1" y="623"/>
                  </a:lnTo>
                  <a:lnTo>
                    <a:pt x="704" y="1266"/>
                  </a:lnTo>
                  <a:lnTo>
                    <a:pt x="1366" y="643"/>
                  </a:lnTo>
                  <a:lnTo>
                    <a:pt x="704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89" name="Google Shape;1389;p17"/>
            <p:cNvSpPr/>
            <p:nvPr/>
          </p:nvSpPr>
          <p:spPr>
            <a:xfrm>
              <a:off x="4301984" y="5066213"/>
              <a:ext cx="55724" cy="53445"/>
            </a:xfrm>
            <a:custGeom>
              <a:rect b="b" l="l" r="r" t="t"/>
              <a:pathLst>
                <a:path extrusionOk="0" h="1407" w="1467">
                  <a:moveTo>
                    <a:pt x="703" y="1"/>
                  </a:moveTo>
                  <a:lnTo>
                    <a:pt x="0" y="663"/>
                  </a:lnTo>
                  <a:lnTo>
                    <a:pt x="804" y="1406"/>
                  </a:lnTo>
                  <a:lnTo>
                    <a:pt x="824" y="1246"/>
                  </a:lnTo>
                  <a:lnTo>
                    <a:pt x="864" y="1125"/>
                  </a:lnTo>
                  <a:lnTo>
                    <a:pt x="944" y="1025"/>
                  </a:lnTo>
                  <a:lnTo>
                    <a:pt x="1045" y="944"/>
                  </a:lnTo>
                  <a:lnTo>
                    <a:pt x="1145" y="884"/>
                  </a:lnTo>
                  <a:lnTo>
                    <a:pt x="1245" y="824"/>
                  </a:lnTo>
                  <a:lnTo>
                    <a:pt x="1466" y="683"/>
                  </a:lnTo>
                  <a:lnTo>
                    <a:pt x="703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90" name="Google Shape;1390;p17"/>
            <p:cNvSpPr/>
            <p:nvPr/>
          </p:nvSpPr>
          <p:spPr>
            <a:xfrm>
              <a:off x="4960226" y="4757319"/>
              <a:ext cx="51128" cy="45050"/>
            </a:xfrm>
            <a:custGeom>
              <a:rect b="b" l="l" r="r" t="t"/>
              <a:pathLst>
                <a:path extrusionOk="0" h="1186" w="1346">
                  <a:moveTo>
                    <a:pt x="663" y="0"/>
                  </a:moveTo>
                  <a:lnTo>
                    <a:pt x="0" y="583"/>
                  </a:lnTo>
                  <a:lnTo>
                    <a:pt x="663" y="1185"/>
                  </a:lnTo>
                  <a:lnTo>
                    <a:pt x="1345" y="603"/>
                  </a:lnTo>
                  <a:lnTo>
                    <a:pt x="66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91" name="Google Shape;1391;p17"/>
            <p:cNvSpPr/>
            <p:nvPr/>
          </p:nvSpPr>
          <p:spPr>
            <a:xfrm>
              <a:off x="4137243" y="5064694"/>
              <a:ext cx="58763" cy="54964"/>
            </a:xfrm>
            <a:custGeom>
              <a:rect b="b" l="l" r="r" t="t"/>
              <a:pathLst>
                <a:path extrusionOk="0" h="1447" w="1547">
                  <a:moveTo>
                    <a:pt x="763" y="0"/>
                  </a:moveTo>
                  <a:lnTo>
                    <a:pt x="0" y="703"/>
                  </a:lnTo>
                  <a:lnTo>
                    <a:pt x="804" y="1446"/>
                  </a:lnTo>
                  <a:lnTo>
                    <a:pt x="824" y="1306"/>
                  </a:lnTo>
                  <a:lnTo>
                    <a:pt x="884" y="1165"/>
                  </a:lnTo>
                  <a:lnTo>
                    <a:pt x="964" y="1065"/>
                  </a:lnTo>
                  <a:lnTo>
                    <a:pt x="1065" y="984"/>
                  </a:lnTo>
                  <a:lnTo>
                    <a:pt x="1165" y="904"/>
                  </a:lnTo>
                  <a:lnTo>
                    <a:pt x="1285" y="844"/>
                  </a:lnTo>
                  <a:lnTo>
                    <a:pt x="1546" y="683"/>
                  </a:lnTo>
                  <a:lnTo>
                    <a:pt x="1245" y="543"/>
                  </a:lnTo>
                  <a:lnTo>
                    <a:pt x="1125" y="482"/>
                  </a:lnTo>
                  <a:lnTo>
                    <a:pt x="1024" y="402"/>
                  </a:lnTo>
                  <a:lnTo>
                    <a:pt x="944" y="322"/>
                  </a:lnTo>
                  <a:lnTo>
                    <a:pt x="864" y="201"/>
                  </a:lnTo>
                  <a:lnTo>
                    <a:pt x="76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92" name="Google Shape;1392;p17"/>
            <p:cNvSpPr/>
            <p:nvPr/>
          </p:nvSpPr>
          <p:spPr>
            <a:xfrm>
              <a:off x="4959428" y="4912906"/>
              <a:ext cx="51925" cy="46570"/>
            </a:xfrm>
            <a:custGeom>
              <a:rect b="b" l="l" r="r" t="t"/>
              <a:pathLst>
                <a:path extrusionOk="0" h="1226" w="1367">
                  <a:moveTo>
                    <a:pt x="704" y="1"/>
                  </a:moveTo>
                  <a:lnTo>
                    <a:pt x="1" y="583"/>
                  </a:lnTo>
                  <a:lnTo>
                    <a:pt x="704" y="1225"/>
                  </a:lnTo>
                  <a:lnTo>
                    <a:pt x="1366" y="583"/>
                  </a:lnTo>
                  <a:lnTo>
                    <a:pt x="704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93" name="Google Shape;1393;p17"/>
            <p:cNvSpPr/>
            <p:nvPr/>
          </p:nvSpPr>
          <p:spPr>
            <a:xfrm>
              <a:off x="4302743" y="4909867"/>
              <a:ext cx="53445" cy="54964"/>
            </a:xfrm>
            <a:custGeom>
              <a:rect b="b" l="l" r="r" t="t"/>
              <a:pathLst>
                <a:path extrusionOk="0" h="1447" w="1407">
                  <a:moveTo>
                    <a:pt x="683" y="0"/>
                  </a:moveTo>
                  <a:lnTo>
                    <a:pt x="603" y="81"/>
                  </a:lnTo>
                  <a:lnTo>
                    <a:pt x="543" y="161"/>
                  </a:lnTo>
                  <a:lnTo>
                    <a:pt x="422" y="342"/>
                  </a:lnTo>
                  <a:lnTo>
                    <a:pt x="362" y="422"/>
                  </a:lnTo>
                  <a:lnTo>
                    <a:pt x="262" y="482"/>
                  </a:lnTo>
                  <a:lnTo>
                    <a:pt x="161" y="542"/>
                  </a:lnTo>
                  <a:lnTo>
                    <a:pt x="41" y="563"/>
                  </a:lnTo>
                  <a:lnTo>
                    <a:pt x="21" y="583"/>
                  </a:lnTo>
                  <a:lnTo>
                    <a:pt x="21" y="643"/>
                  </a:lnTo>
                  <a:lnTo>
                    <a:pt x="1" y="763"/>
                  </a:lnTo>
                  <a:lnTo>
                    <a:pt x="221" y="864"/>
                  </a:lnTo>
                  <a:lnTo>
                    <a:pt x="322" y="904"/>
                  </a:lnTo>
                  <a:lnTo>
                    <a:pt x="422" y="964"/>
                  </a:lnTo>
                  <a:lnTo>
                    <a:pt x="503" y="1085"/>
                  </a:lnTo>
                  <a:lnTo>
                    <a:pt x="563" y="1185"/>
                  </a:lnTo>
                  <a:lnTo>
                    <a:pt x="703" y="1446"/>
                  </a:lnTo>
                  <a:lnTo>
                    <a:pt x="1406" y="683"/>
                  </a:lnTo>
                  <a:lnTo>
                    <a:pt x="68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94" name="Google Shape;1394;p17"/>
            <p:cNvSpPr/>
            <p:nvPr/>
          </p:nvSpPr>
          <p:spPr>
            <a:xfrm>
              <a:off x="4138762" y="4901472"/>
              <a:ext cx="57243" cy="60282"/>
            </a:xfrm>
            <a:custGeom>
              <a:rect b="b" l="l" r="r" t="t"/>
              <a:pathLst>
                <a:path extrusionOk="0" h="1587" w="1507">
                  <a:moveTo>
                    <a:pt x="683" y="0"/>
                  </a:moveTo>
                  <a:lnTo>
                    <a:pt x="563" y="302"/>
                  </a:lnTo>
                  <a:lnTo>
                    <a:pt x="502" y="422"/>
                  </a:lnTo>
                  <a:lnTo>
                    <a:pt x="422" y="522"/>
                  </a:lnTo>
                  <a:lnTo>
                    <a:pt x="342" y="623"/>
                  </a:lnTo>
                  <a:lnTo>
                    <a:pt x="262" y="683"/>
                  </a:lnTo>
                  <a:lnTo>
                    <a:pt x="161" y="743"/>
                  </a:lnTo>
                  <a:lnTo>
                    <a:pt x="41" y="784"/>
                  </a:lnTo>
                  <a:lnTo>
                    <a:pt x="21" y="804"/>
                  </a:lnTo>
                  <a:lnTo>
                    <a:pt x="0" y="844"/>
                  </a:lnTo>
                  <a:lnTo>
                    <a:pt x="0" y="904"/>
                  </a:lnTo>
                  <a:lnTo>
                    <a:pt x="764" y="1587"/>
                  </a:lnTo>
                  <a:lnTo>
                    <a:pt x="824" y="1406"/>
                  </a:lnTo>
                  <a:lnTo>
                    <a:pt x="864" y="1306"/>
                  </a:lnTo>
                  <a:lnTo>
                    <a:pt x="904" y="1245"/>
                  </a:lnTo>
                  <a:lnTo>
                    <a:pt x="1045" y="1165"/>
                  </a:lnTo>
                  <a:lnTo>
                    <a:pt x="1185" y="1065"/>
                  </a:lnTo>
                  <a:lnTo>
                    <a:pt x="1506" y="884"/>
                  </a:lnTo>
                  <a:lnTo>
                    <a:pt x="1225" y="743"/>
                  </a:lnTo>
                  <a:lnTo>
                    <a:pt x="1105" y="663"/>
                  </a:lnTo>
                  <a:lnTo>
                    <a:pt x="1004" y="583"/>
                  </a:lnTo>
                  <a:lnTo>
                    <a:pt x="904" y="482"/>
                  </a:lnTo>
                  <a:lnTo>
                    <a:pt x="824" y="342"/>
                  </a:lnTo>
                  <a:lnTo>
                    <a:pt x="743" y="201"/>
                  </a:lnTo>
                  <a:lnTo>
                    <a:pt x="68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95" name="Google Shape;1395;p17"/>
            <p:cNvSpPr/>
            <p:nvPr/>
          </p:nvSpPr>
          <p:spPr>
            <a:xfrm>
              <a:off x="3970982" y="5065454"/>
              <a:ext cx="58003" cy="51128"/>
            </a:xfrm>
            <a:custGeom>
              <a:rect b="b" l="l" r="r" t="t"/>
              <a:pathLst>
                <a:path extrusionOk="0" h="1346" w="1527">
                  <a:moveTo>
                    <a:pt x="783" y="1"/>
                  </a:moveTo>
                  <a:lnTo>
                    <a:pt x="0" y="723"/>
                  </a:lnTo>
                  <a:lnTo>
                    <a:pt x="221" y="824"/>
                  </a:lnTo>
                  <a:lnTo>
                    <a:pt x="422" y="944"/>
                  </a:lnTo>
                  <a:lnTo>
                    <a:pt x="522" y="1025"/>
                  </a:lnTo>
                  <a:lnTo>
                    <a:pt x="582" y="1105"/>
                  </a:lnTo>
                  <a:lnTo>
                    <a:pt x="643" y="1205"/>
                  </a:lnTo>
                  <a:lnTo>
                    <a:pt x="703" y="1326"/>
                  </a:lnTo>
                  <a:lnTo>
                    <a:pt x="723" y="1346"/>
                  </a:lnTo>
                  <a:lnTo>
                    <a:pt x="783" y="1346"/>
                  </a:lnTo>
                  <a:lnTo>
                    <a:pt x="1526" y="663"/>
                  </a:lnTo>
                  <a:lnTo>
                    <a:pt x="783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96" name="Google Shape;1396;p17"/>
            <p:cNvSpPr/>
            <p:nvPr/>
          </p:nvSpPr>
          <p:spPr>
            <a:xfrm>
              <a:off x="3973261" y="4910627"/>
              <a:ext cx="54926" cy="50368"/>
            </a:xfrm>
            <a:custGeom>
              <a:rect b="b" l="l" r="r" t="t"/>
              <a:pathLst>
                <a:path extrusionOk="0" h="1326" w="1446">
                  <a:moveTo>
                    <a:pt x="703" y="0"/>
                  </a:moveTo>
                  <a:lnTo>
                    <a:pt x="0" y="663"/>
                  </a:lnTo>
                  <a:lnTo>
                    <a:pt x="723" y="1326"/>
                  </a:lnTo>
                  <a:lnTo>
                    <a:pt x="1446" y="663"/>
                  </a:lnTo>
                  <a:lnTo>
                    <a:pt x="70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97" name="Google Shape;1397;p17"/>
            <p:cNvSpPr/>
            <p:nvPr/>
          </p:nvSpPr>
          <p:spPr>
            <a:xfrm>
              <a:off x="5123447" y="5069252"/>
              <a:ext cx="52647" cy="44291"/>
            </a:xfrm>
            <a:custGeom>
              <a:rect b="b" l="l" r="r" t="t"/>
              <a:pathLst>
                <a:path extrusionOk="0" h="1166" w="1386">
                  <a:moveTo>
                    <a:pt x="683" y="1"/>
                  </a:moveTo>
                  <a:lnTo>
                    <a:pt x="0" y="563"/>
                  </a:lnTo>
                  <a:lnTo>
                    <a:pt x="723" y="1166"/>
                  </a:lnTo>
                  <a:lnTo>
                    <a:pt x="1386" y="543"/>
                  </a:lnTo>
                  <a:lnTo>
                    <a:pt x="683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98" name="Google Shape;1398;p17"/>
            <p:cNvSpPr/>
            <p:nvPr/>
          </p:nvSpPr>
          <p:spPr>
            <a:xfrm>
              <a:off x="4137243" y="4756560"/>
              <a:ext cx="56484" cy="48849"/>
            </a:xfrm>
            <a:custGeom>
              <a:rect b="b" l="l" r="r" t="t"/>
              <a:pathLst>
                <a:path extrusionOk="0" h="1286" w="1487">
                  <a:moveTo>
                    <a:pt x="743" y="0"/>
                  </a:moveTo>
                  <a:lnTo>
                    <a:pt x="0" y="623"/>
                  </a:lnTo>
                  <a:lnTo>
                    <a:pt x="783" y="1285"/>
                  </a:lnTo>
                  <a:lnTo>
                    <a:pt x="884" y="1085"/>
                  </a:lnTo>
                  <a:lnTo>
                    <a:pt x="944" y="984"/>
                  </a:lnTo>
                  <a:lnTo>
                    <a:pt x="1004" y="884"/>
                  </a:lnTo>
                  <a:lnTo>
                    <a:pt x="1125" y="824"/>
                  </a:lnTo>
                  <a:lnTo>
                    <a:pt x="1245" y="763"/>
                  </a:lnTo>
                  <a:lnTo>
                    <a:pt x="1486" y="643"/>
                  </a:lnTo>
                  <a:lnTo>
                    <a:pt x="74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99" name="Google Shape;1399;p17"/>
            <p:cNvSpPr/>
            <p:nvPr/>
          </p:nvSpPr>
          <p:spPr>
            <a:xfrm>
              <a:off x="4134964" y="4600973"/>
              <a:ext cx="55686" cy="46532"/>
            </a:xfrm>
            <a:custGeom>
              <a:rect b="b" l="l" r="r" t="t"/>
              <a:pathLst>
                <a:path extrusionOk="0" h="1225" w="1466">
                  <a:moveTo>
                    <a:pt x="783" y="0"/>
                  </a:moveTo>
                  <a:lnTo>
                    <a:pt x="0" y="663"/>
                  </a:lnTo>
                  <a:lnTo>
                    <a:pt x="221" y="743"/>
                  </a:lnTo>
                  <a:lnTo>
                    <a:pt x="341" y="783"/>
                  </a:lnTo>
                  <a:lnTo>
                    <a:pt x="422" y="843"/>
                  </a:lnTo>
                  <a:lnTo>
                    <a:pt x="522" y="924"/>
                  </a:lnTo>
                  <a:lnTo>
                    <a:pt x="582" y="1004"/>
                  </a:lnTo>
                  <a:lnTo>
                    <a:pt x="643" y="1084"/>
                  </a:lnTo>
                  <a:lnTo>
                    <a:pt x="703" y="1205"/>
                  </a:lnTo>
                  <a:lnTo>
                    <a:pt x="723" y="1225"/>
                  </a:lnTo>
                  <a:lnTo>
                    <a:pt x="783" y="1225"/>
                  </a:lnTo>
                  <a:lnTo>
                    <a:pt x="1466" y="602"/>
                  </a:lnTo>
                  <a:lnTo>
                    <a:pt x="78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00" name="Google Shape;1400;p17"/>
            <p:cNvSpPr/>
            <p:nvPr/>
          </p:nvSpPr>
          <p:spPr>
            <a:xfrm>
              <a:off x="5121890" y="4914425"/>
              <a:ext cx="54205" cy="44291"/>
            </a:xfrm>
            <a:custGeom>
              <a:rect b="b" l="l" r="r" t="t"/>
              <a:pathLst>
                <a:path extrusionOk="0" h="1166" w="1427">
                  <a:moveTo>
                    <a:pt x="724" y="1"/>
                  </a:moveTo>
                  <a:lnTo>
                    <a:pt x="1" y="603"/>
                  </a:lnTo>
                  <a:lnTo>
                    <a:pt x="242" y="683"/>
                  </a:lnTo>
                  <a:lnTo>
                    <a:pt x="342" y="724"/>
                  </a:lnTo>
                  <a:lnTo>
                    <a:pt x="423" y="784"/>
                  </a:lnTo>
                  <a:lnTo>
                    <a:pt x="503" y="864"/>
                  </a:lnTo>
                  <a:lnTo>
                    <a:pt x="563" y="965"/>
                  </a:lnTo>
                  <a:lnTo>
                    <a:pt x="684" y="1165"/>
                  </a:lnTo>
                  <a:lnTo>
                    <a:pt x="1427" y="543"/>
                  </a:lnTo>
                  <a:lnTo>
                    <a:pt x="724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01" name="Google Shape;1401;p17"/>
            <p:cNvSpPr/>
            <p:nvPr/>
          </p:nvSpPr>
          <p:spPr>
            <a:xfrm>
              <a:off x="5124207" y="4758839"/>
              <a:ext cx="45772" cy="42733"/>
            </a:xfrm>
            <a:custGeom>
              <a:rect b="b" l="l" r="r" t="t"/>
              <a:pathLst>
                <a:path extrusionOk="0" h="1125" w="1205">
                  <a:moveTo>
                    <a:pt x="663" y="1"/>
                  </a:moveTo>
                  <a:lnTo>
                    <a:pt x="0" y="543"/>
                  </a:lnTo>
                  <a:lnTo>
                    <a:pt x="703" y="1125"/>
                  </a:lnTo>
                  <a:lnTo>
                    <a:pt x="1205" y="663"/>
                  </a:lnTo>
                  <a:lnTo>
                    <a:pt x="663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02" name="Google Shape;1402;p17"/>
            <p:cNvSpPr/>
            <p:nvPr/>
          </p:nvSpPr>
          <p:spPr>
            <a:xfrm>
              <a:off x="3974781" y="4754280"/>
              <a:ext cx="53407" cy="49608"/>
            </a:xfrm>
            <a:custGeom>
              <a:rect b="b" l="l" r="r" t="t"/>
              <a:pathLst>
                <a:path extrusionOk="0" h="1306" w="1406">
                  <a:moveTo>
                    <a:pt x="663" y="0"/>
                  </a:moveTo>
                  <a:lnTo>
                    <a:pt x="563" y="161"/>
                  </a:lnTo>
                  <a:lnTo>
                    <a:pt x="502" y="261"/>
                  </a:lnTo>
                  <a:lnTo>
                    <a:pt x="422" y="341"/>
                  </a:lnTo>
                  <a:lnTo>
                    <a:pt x="322" y="422"/>
                  </a:lnTo>
                  <a:lnTo>
                    <a:pt x="221" y="502"/>
                  </a:lnTo>
                  <a:lnTo>
                    <a:pt x="0" y="663"/>
                  </a:lnTo>
                  <a:lnTo>
                    <a:pt x="683" y="1305"/>
                  </a:lnTo>
                  <a:lnTo>
                    <a:pt x="1406" y="663"/>
                  </a:lnTo>
                  <a:lnTo>
                    <a:pt x="66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03" name="Google Shape;1403;p17"/>
            <p:cNvSpPr/>
            <p:nvPr/>
          </p:nvSpPr>
          <p:spPr>
            <a:xfrm>
              <a:off x="3975541" y="4599416"/>
              <a:ext cx="54964" cy="48089"/>
            </a:xfrm>
            <a:custGeom>
              <a:rect b="b" l="l" r="r" t="t"/>
              <a:pathLst>
                <a:path extrusionOk="0" h="1266" w="1447">
                  <a:moveTo>
                    <a:pt x="683" y="1"/>
                  </a:moveTo>
                  <a:lnTo>
                    <a:pt x="0" y="664"/>
                  </a:lnTo>
                  <a:lnTo>
                    <a:pt x="663" y="1266"/>
                  </a:lnTo>
                  <a:lnTo>
                    <a:pt x="1446" y="603"/>
                  </a:lnTo>
                  <a:lnTo>
                    <a:pt x="1165" y="503"/>
                  </a:lnTo>
                  <a:lnTo>
                    <a:pt x="1065" y="443"/>
                  </a:lnTo>
                  <a:lnTo>
                    <a:pt x="964" y="382"/>
                  </a:lnTo>
                  <a:lnTo>
                    <a:pt x="884" y="282"/>
                  </a:lnTo>
                  <a:lnTo>
                    <a:pt x="804" y="182"/>
                  </a:lnTo>
                  <a:lnTo>
                    <a:pt x="683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04" name="Google Shape;1404;p17"/>
            <p:cNvSpPr/>
            <p:nvPr/>
          </p:nvSpPr>
          <p:spPr>
            <a:xfrm>
              <a:off x="5124967" y="4603252"/>
              <a:ext cx="44253" cy="41214"/>
            </a:xfrm>
            <a:custGeom>
              <a:rect b="b" l="l" r="r" t="t"/>
              <a:pathLst>
                <a:path extrusionOk="0" h="1085" w="1165">
                  <a:moveTo>
                    <a:pt x="643" y="0"/>
                  </a:moveTo>
                  <a:lnTo>
                    <a:pt x="0" y="563"/>
                  </a:lnTo>
                  <a:lnTo>
                    <a:pt x="443" y="911"/>
                  </a:lnTo>
                  <a:lnTo>
                    <a:pt x="443" y="911"/>
                  </a:lnTo>
                  <a:lnTo>
                    <a:pt x="1165" y="462"/>
                  </a:lnTo>
                  <a:lnTo>
                    <a:pt x="643" y="0"/>
                  </a:lnTo>
                  <a:close/>
                  <a:moveTo>
                    <a:pt x="443" y="911"/>
                  </a:moveTo>
                  <a:lnTo>
                    <a:pt x="422" y="924"/>
                  </a:lnTo>
                  <a:lnTo>
                    <a:pt x="663" y="1085"/>
                  </a:lnTo>
                  <a:lnTo>
                    <a:pt x="443" y="91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405" name="Google Shape;1405;p17"/>
          <p:cNvGrpSpPr/>
          <p:nvPr/>
        </p:nvGrpSpPr>
        <p:grpSpPr>
          <a:xfrm>
            <a:off x="3969444" y="51341"/>
            <a:ext cx="1205112" cy="520243"/>
            <a:chOff x="3970982" y="4599416"/>
            <a:chExt cx="1205112" cy="520243"/>
          </a:xfrm>
        </p:grpSpPr>
        <p:sp>
          <p:nvSpPr>
            <p:cNvPr id="1406" name="Google Shape;1406;p17"/>
            <p:cNvSpPr/>
            <p:nvPr/>
          </p:nvSpPr>
          <p:spPr>
            <a:xfrm>
              <a:off x="4793927" y="5066973"/>
              <a:ext cx="53445" cy="50368"/>
            </a:xfrm>
            <a:custGeom>
              <a:rect b="b" l="l" r="r" t="t"/>
              <a:pathLst>
                <a:path extrusionOk="0" h="1326" w="1407">
                  <a:moveTo>
                    <a:pt x="724" y="1"/>
                  </a:moveTo>
                  <a:lnTo>
                    <a:pt x="1" y="683"/>
                  </a:lnTo>
                  <a:lnTo>
                    <a:pt x="21" y="724"/>
                  </a:lnTo>
                  <a:lnTo>
                    <a:pt x="61" y="744"/>
                  </a:lnTo>
                  <a:lnTo>
                    <a:pt x="181" y="784"/>
                  </a:lnTo>
                  <a:lnTo>
                    <a:pt x="322" y="824"/>
                  </a:lnTo>
                  <a:lnTo>
                    <a:pt x="382" y="864"/>
                  </a:lnTo>
                  <a:lnTo>
                    <a:pt x="422" y="884"/>
                  </a:lnTo>
                  <a:lnTo>
                    <a:pt x="503" y="1005"/>
                  </a:lnTo>
                  <a:lnTo>
                    <a:pt x="583" y="1105"/>
                  </a:lnTo>
                  <a:lnTo>
                    <a:pt x="704" y="1326"/>
                  </a:lnTo>
                  <a:lnTo>
                    <a:pt x="1406" y="623"/>
                  </a:lnTo>
                  <a:lnTo>
                    <a:pt x="724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07" name="Google Shape;1407;p17"/>
            <p:cNvSpPr/>
            <p:nvPr/>
          </p:nvSpPr>
          <p:spPr>
            <a:xfrm>
              <a:off x="4465205" y="4599416"/>
              <a:ext cx="54205" cy="50406"/>
            </a:xfrm>
            <a:custGeom>
              <a:rect b="b" l="l" r="r" t="t"/>
              <a:pathLst>
                <a:path extrusionOk="0" h="1327" w="1427">
                  <a:moveTo>
                    <a:pt x="723" y="1"/>
                  </a:moveTo>
                  <a:lnTo>
                    <a:pt x="1" y="684"/>
                  </a:lnTo>
                  <a:lnTo>
                    <a:pt x="221" y="784"/>
                  </a:lnTo>
                  <a:lnTo>
                    <a:pt x="322" y="824"/>
                  </a:lnTo>
                  <a:lnTo>
                    <a:pt x="422" y="884"/>
                  </a:lnTo>
                  <a:lnTo>
                    <a:pt x="502" y="1005"/>
                  </a:lnTo>
                  <a:lnTo>
                    <a:pt x="583" y="1105"/>
                  </a:lnTo>
                  <a:lnTo>
                    <a:pt x="723" y="1326"/>
                  </a:lnTo>
                  <a:lnTo>
                    <a:pt x="1426" y="643"/>
                  </a:lnTo>
                  <a:lnTo>
                    <a:pt x="723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08" name="Google Shape;1408;p17"/>
            <p:cNvSpPr/>
            <p:nvPr/>
          </p:nvSpPr>
          <p:spPr>
            <a:xfrm>
              <a:off x="4632225" y="4599416"/>
              <a:ext cx="50406" cy="48887"/>
            </a:xfrm>
            <a:custGeom>
              <a:rect b="b" l="l" r="r" t="t"/>
              <a:pathLst>
                <a:path extrusionOk="0" h="1287" w="1327">
                  <a:moveTo>
                    <a:pt x="664" y="1"/>
                  </a:moveTo>
                  <a:lnTo>
                    <a:pt x="1" y="664"/>
                  </a:lnTo>
                  <a:lnTo>
                    <a:pt x="664" y="1286"/>
                  </a:lnTo>
                  <a:lnTo>
                    <a:pt x="1326" y="623"/>
                  </a:lnTo>
                  <a:lnTo>
                    <a:pt x="664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09" name="Google Shape;1409;p17"/>
            <p:cNvSpPr/>
            <p:nvPr/>
          </p:nvSpPr>
          <p:spPr>
            <a:xfrm>
              <a:off x="4466725" y="4755040"/>
              <a:ext cx="54205" cy="51888"/>
            </a:xfrm>
            <a:custGeom>
              <a:rect b="b" l="l" r="r" t="t"/>
              <a:pathLst>
                <a:path extrusionOk="0" h="1366" w="1427">
                  <a:moveTo>
                    <a:pt x="703" y="0"/>
                  </a:moveTo>
                  <a:lnTo>
                    <a:pt x="1" y="643"/>
                  </a:lnTo>
                  <a:lnTo>
                    <a:pt x="744" y="1366"/>
                  </a:lnTo>
                  <a:lnTo>
                    <a:pt x="784" y="1225"/>
                  </a:lnTo>
                  <a:lnTo>
                    <a:pt x="844" y="1125"/>
                  </a:lnTo>
                  <a:lnTo>
                    <a:pt x="924" y="1024"/>
                  </a:lnTo>
                  <a:lnTo>
                    <a:pt x="1005" y="944"/>
                  </a:lnTo>
                  <a:lnTo>
                    <a:pt x="1105" y="864"/>
                  </a:lnTo>
                  <a:lnTo>
                    <a:pt x="1205" y="803"/>
                  </a:lnTo>
                  <a:lnTo>
                    <a:pt x="1426" y="683"/>
                  </a:lnTo>
                  <a:lnTo>
                    <a:pt x="1346" y="582"/>
                  </a:lnTo>
                  <a:lnTo>
                    <a:pt x="1266" y="522"/>
                  </a:lnTo>
                  <a:lnTo>
                    <a:pt x="1045" y="402"/>
                  </a:lnTo>
                  <a:lnTo>
                    <a:pt x="964" y="342"/>
                  </a:lnTo>
                  <a:lnTo>
                    <a:pt x="884" y="281"/>
                  </a:lnTo>
                  <a:lnTo>
                    <a:pt x="824" y="181"/>
                  </a:lnTo>
                  <a:lnTo>
                    <a:pt x="804" y="40"/>
                  </a:lnTo>
                  <a:lnTo>
                    <a:pt x="784" y="20"/>
                  </a:lnTo>
                  <a:lnTo>
                    <a:pt x="744" y="20"/>
                  </a:lnTo>
                  <a:lnTo>
                    <a:pt x="70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10" name="Google Shape;1410;p17"/>
            <p:cNvSpPr/>
            <p:nvPr/>
          </p:nvSpPr>
          <p:spPr>
            <a:xfrm>
              <a:off x="4629946" y="4754280"/>
              <a:ext cx="54205" cy="54167"/>
            </a:xfrm>
            <a:custGeom>
              <a:rect b="b" l="l" r="r" t="t"/>
              <a:pathLst>
                <a:path extrusionOk="0" h="1426" w="1427">
                  <a:moveTo>
                    <a:pt x="724" y="0"/>
                  </a:moveTo>
                  <a:lnTo>
                    <a:pt x="1" y="703"/>
                  </a:lnTo>
                  <a:lnTo>
                    <a:pt x="121" y="743"/>
                  </a:lnTo>
                  <a:lnTo>
                    <a:pt x="242" y="823"/>
                  </a:lnTo>
                  <a:lnTo>
                    <a:pt x="342" y="884"/>
                  </a:lnTo>
                  <a:lnTo>
                    <a:pt x="422" y="984"/>
                  </a:lnTo>
                  <a:lnTo>
                    <a:pt x="603" y="1185"/>
                  </a:lnTo>
                  <a:lnTo>
                    <a:pt x="744" y="1426"/>
                  </a:lnTo>
                  <a:lnTo>
                    <a:pt x="844" y="1165"/>
                  </a:lnTo>
                  <a:lnTo>
                    <a:pt x="904" y="1064"/>
                  </a:lnTo>
                  <a:lnTo>
                    <a:pt x="964" y="984"/>
                  </a:lnTo>
                  <a:lnTo>
                    <a:pt x="1065" y="904"/>
                  </a:lnTo>
                  <a:lnTo>
                    <a:pt x="1185" y="823"/>
                  </a:lnTo>
                  <a:lnTo>
                    <a:pt x="1426" y="683"/>
                  </a:lnTo>
                  <a:lnTo>
                    <a:pt x="724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11" name="Google Shape;1411;p17"/>
            <p:cNvSpPr/>
            <p:nvPr/>
          </p:nvSpPr>
          <p:spPr>
            <a:xfrm>
              <a:off x="4796206" y="4755040"/>
              <a:ext cx="51166" cy="47329"/>
            </a:xfrm>
            <a:custGeom>
              <a:rect b="b" l="l" r="r" t="t"/>
              <a:pathLst>
                <a:path extrusionOk="0" h="1246" w="1347">
                  <a:moveTo>
                    <a:pt x="664" y="0"/>
                  </a:moveTo>
                  <a:lnTo>
                    <a:pt x="1" y="663"/>
                  </a:lnTo>
                  <a:lnTo>
                    <a:pt x="664" y="1245"/>
                  </a:lnTo>
                  <a:lnTo>
                    <a:pt x="1346" y="663"/>
                  </a:lnTo>
                  <a:lnTo>
                    <a:pt x="664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12" name="Google Shape;1412;p17"/>
            <p:cNvSpPr/>
            <p:nvPr/>
          </p:nvSpPr>
          <p:spPr>
            <a:xfrm>
              <a:off x="4459090" y="4906031"/>
              <a:ext cx="64119" cy="55724"/>
            </a:xfrm>
            <a:custGeom>
              <a:rect b="b" l="l" r="r" t="t"/>
              <a:pathLst>
                <a:path extrusionOk="0" h="1467" w="1688">
                  <a:moveTo>
                    <a:pt x="864" y="1"/>
                  </a:moveTo>
                  <a:lnTo>
                    <a:pt x="764" y="262"/>
                  </a:lnTo>
                  <a:lnTo>
                    <a:pt x="704" y="362"/>
                  </a:lnTo>
                  <a:lnTo>
                    <a:pt x="643" y="463"/>
                  </a:lnTo>
                  <a:lnTo>
                    <a:pt x="523" y="543"/>
                  </a:lnTo>
                  <a:lnTo>
                    <a:pt x="382" y="623"/>
                  </a:lnTo>
                  <a:lnTo>
                    <a:pt x="1" y="844"/>
                  </a:lnTo>
                  <a:lnTo>
                    <a:pt x="162" y="864"/>
                  </a:lnTo>
                  <a:lnTo>
                    <a:pt x="302" y="904"/>
                  </a:lnTo>
                  <a:lnTo>
                    <a:pt x="423" y="965"/>
                  </a:lnTo>
                  <a:lnTo>
                    <a:pt x="543" y="1025"/>
                  </a:lnTo>
                  <a:lnTo>
                    <a:pt x="623" y="1085"/>
                  </a:lnTo>
                  <a:lnTo>
                    <a:pt x="704" y="1186"/>
                  </a:lnTo>
                  <a:lnTo>
                    <a:pt x="744" y="1286"/>
                  </a:lnTo>
                  <a:lnTo>
                    <a:pt x="784" y="1406"/>
                  </a:lnTo>
                  <a:lnTo>
                    <a:pt x="804" y="1427"/>
                  </a:lnTo>
                  <a:lnTo>
                    <a:pt x="864" y="1447"/>
                  </a:lnTo>
                  <a:lnTo>
                    <a:pt x="985" y="1467"/>
                  </a:lnTo>
                  <a:lnTo>
                    <a:pt x="1045" y="1286"/>
                  </a:lnTo>
                  <a:lnTo>
                    <a:pt x="1065" y="1206"/>
                  </a:lnTo>
                  <a:lnTo>
                    <a:pt x="1105" y="1145"/>
                  </a:lnTo>
                  <a:lnTo>
                    <a:pt x="1246" y="1045"/>
                  </a:lnTo>
                  <a:lnTo>
                    <a:pt x="1386" y="945"/>
                  </a:lnTo>
                  <a:lnTo>
                    <a:pt x="1688" y="744"/>
                  </a:lnTo>
                  <a:lnTo>
                    <a:pt x="1547" y="684"/>
                  </a:lnTo>
                  <a:lnTo>
                    <a:pt x="1427" y="623"/>
                  </a:lnTo>
                  <a:lnTo>
                    <a:pt x="1306" y="543"/>
                  </a:lnTo>
                  <a:lnTo>
                    <a:pt x="1206" y="463"/>
                  </a:lnTo>
                  <a:lnTo>
                    <a:pt x="1105" y="362"/>
                  </a:lnTo>
                  <a:lnTo>
                    <a:pt x="1025" y="262"/>
                  </a:lnTo>
                  <a:lnTo>
                    <a:pt x="864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13" name="Google Shape;1413;p17"/>
            <p:cNvSpPr/>
            <p:nvPr/>
          </p:nvSpPr>
          <p:spPr>
            <a:xfrm>
              <a:off x="4631466" y="4910627"/>
              <a:ext cx="53445" cy="50368"/>
            </a:xfrm>
            <a:custGeom>
              <a:rect b="b" l="l" r="r" t="t"/>
              <a:pathLst>
                <a:path extrusionOk="0" h="1326" w="1407">
                  <a:moveTo>
                    <a:pt x="684" y="0"/>
                  </a:moveTo>
                  <a:lnTo>
                    <a:pt x="1" y="663"/>
                  </a:lnTo>
                  <a:lnTo>
                    <a:pt x="724" y="1326"/>
                  </a:lnTo>
                  <a:lnTo>
                    <a:pt x="764" y="1225"/>
                  </a:lnTo>
                  <a:lnTo>
                    <a:pt x="824" y="1105"/>
                  </a:lnTo>
                  <a:lnTo>
                    <a:pt x="904" y="1024"/>
                  </a:lnTo>
                  <a:lnTo>
                    <a:pt x="985" y="944"/>
                  </a:lnTo>
                  <a:lnTo>
                    <a:pt x="1186" y="804"/>
                  </a:lnTo>
                  <a:lnTo>
                    <a:pt x="1406" y="683"/>
                  </a:lnTo>
                  <a:lnTo>
                    <a:pt x="1326" y="583"/>
                  </a:lnTo>
                  <a:lnTo>
                    <a:pt x="1246" y="522"/>
                  </a:lnTo>
                  <a:lnTo>
                    <a:pt x="1045" y="402"/>
                  </a:lnTo>
                  <a:lnTo>
                    <a:pt x="945" y="342"/>
                  </a:lnTo>
                  <a:lnTo>
                    <a:pt x="864" y="261"/>
                  </a:lnTo>
                  <a:lnTo>
                    <a:pt x="804" y="161"/>
                  </a:lnTo>
                  <a:lnTo>
                    <a:pt x="784" y="41"/>
                  </a:lnTo>
                  <a:lnTo>
                    <a:pt x="764" y="20"/>
                  </a:lnTo>
                  <a:lnTo>
                    <a:pt x="724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14" name="Google Shape;1414;p17"/>
            <p:cNvSpPr/>
            <p:nvPr/>
          </p:nvSpPr>
          <p:spPr>
            <a:xfrm>
              <a:off x="4796206" y="4911386"/>
              <a:ext cx="51166" cy="48089"/>
            </a:xfrm>
            <a:custGeom>
              <a:rect b="b" l="l" r="r" t="t"/>
              <a:pathLst>
                <a:path extrusionOk="0" h="1266" w="1347">
                  <a:moveTo>
                    <a:pt x="664" y="0"/>
                  </a:moveTo>
                  <a:lnTo>
                    <a:pt x="1" y="623"/>
                  </a:lnTo>
                  <a:lnTo>
                    <a:pt x="684" y="1265"/>
                  </a:lnTo>
                  <a:lnTo>
                    <a:pt x="1346" y="603"/>
                  </a:lnTo>
                  <a:lnTo>
                    <a:pt x="664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15" name="Google Shape;1415;p17"/>
            <p:cNvSpPr/>
            <p:nvPr/>
          </p:nvSpPr>
          <p:spPr>
            <a:xfrm>
              <a:off x="4462166" y="5065454"/>
              <a:ext cx="58003" cy="53445"/>
            </a:xfrm>
            <a:custGeom>
              <a:rect b="b" l="l" r="r" t="t"/>
              <a:pathLst>
                <a:path extrusionOk="0" h="1407" w="1527">
                  <a:moveTo>
                    <a:pt x="783" y="1"/>
                  </a:moveTo>
                  <a:lnTo>
                    <a:pt x="683" y="161"/>
                  </a:lnTo>
                  <a:lnTo>
                    <a:pt x="623" y="282"/>
                  </a:lnTo>
                  <a:lnTo>
                    <a:pt x="542" y="362"/>
                  </a:lnTo>
                  <a:lnTo>
                    <a:pt x="422" y="442"/>
                  </a:lnTo>
                  <a:lnTo>
                    <a:pt x="301" y="523"/>
                  </a:lnTo>
                  <a:lnTo>
                    <a:pt x="0" y="663"/>
                  </a:lnTo>
                  <a:lnTo>
                    <a:pt x="301" y="844"/>
                  </a:lnTo>
                  <a:lnTo>
                    <a:pt x="422" y="904"/>
                  </a:lnTo>
                  <a:lnTo>
                    <a:pt x="542" y="984"/>
                  </a:lnTo>
                  <a:lnTo>
                    <a:pt x="582" y="1045"/>
                  </a:lnTo>
                  <a:lnTo>
                    <a:pt x="603" y="1105"/>
                  </a:lnTo>
                  <a:lnTo>
                    <a:pt x="643" y="1225"/>
                  </a:lnTo>
                  <a:lnTo>
                    <a:pt x="683" y="1346"/>
                  </a:lnTo>
                  <a:lnTo>
                    <a:pt x="703" y="1386"/>
                  </a:lnTo>
                  <a:lnTo>
                    <a:pt x="763" y="1406"/>
                  </a:lnTo>
                  <a:lnTo>
                    <a:pt x="1526" y="683"/>
                  </a:lnTo>
                  <a:lnTo>
                    <a:pt x="783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16" name="Google Shape;1416;p17"/>
            <p:cNvSpPr/>
            <p:nvPr/>
          </p:nvSpPr>
          <p:spPr>
            <a:xfrm>
              <a:off x="4630706" y="5066213"/>
              <a:ext cx="53445" cy="50368"/>
            </a:xfrm>
            <a:custGeom>
              <a:rect b="b" l="l" r="r" t="t"/>
              <a:pathLst>
                <a:path extrusionOk="0" h="1326" w="1407">
                  <a:moveTo>
                    <a:pt x="704" y="1"/>
                  </a:moveTo>
                  <a:lnTo>
                    <a:pt x="1" y="663"/>
                  </a:lnTo>
                  <a:lnTo>
                    <a:pt x="704" y="1326"/>
                  </a:lnTo>
                  <a:lnTo>
                    <a:pt x="1406" y="663"/>
                  </a:lnTo>
                  <a:lnTo>
                    <a:pt x="704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17" name="Google Shape;1417;p17"/>
            <p:cNvSpPr/>
            <p:nvPr/>
          </p:nvSpPr>
          <p:spPr>
            <a:xfrm>
              <a:off x="4797004" y="4600213"/>
              <a:ext cx="50368" cy="46532"/>
            </a:xfrm>
            <a:custGeom>
              <a:rect b="b" l="l" r="r" t="t"/>
              <a:pathLst>
                <a:path extrusionOk="0" h="1225" w="1326">
                  <a:moveTo>
                    <a:pt x="643" y="0"/>
                  </a:moveTo>
                  <a:lnTo>
                    <a:pt x="0" y="622"/>
                  </a:lnTo>
                  <a:lnTo>
                    <a:pt x="643" y="1225"/>
                  </a:lnTo>
                  <a:lnTo>
                    <a:pt x="1325" y="643"/>
                  </a:lnTo>
                  <a:lnTo>
                    <a:pt x="64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18" name="Google Shape;1418;p17"/>
            <p:cNvSpPr/>
            <p:nvPr/>
          </p:nvSpPr>
          <p:spPr>
            <a:xfrm>
              <a:off x="4960985" y="4602492"/>
              <a:ext cx="49608" cy="44253"/>
            </a:xfrm>
            <a:custGeom>
              <a:rect b="b" l="l" r="r" t="t"/>
              <a:pathLst>
                <a:path extrusionOk="0" h="1165" w="1306">
                  <a:moveTo>
                    <a:pt x="663" y="0"/>
                  </a:moveTo>
                  <a:lnTo>
                    <a:pt x="0" y="562"/>
                  </a:lnTo>
                  <a:lnTo>
                    <a:pt x="643" y="1165"/>
                  </a:lnTo>
                  <a:lnTo>
                    <a:pt x="1305" y="583"/>
                  </a:lnTo>
                  <a:lnTo>
                    <a:pt x="66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19" name="Google Shape;1419;p17"/>
            <p:cNvSpPr/>
            <p:nvPr/>
          </p:nvSpPr>
          <p:spPr>
            <a:xfrm>
              <a:off x="4303503" y="4600213"/>
              <a:ext cx="53445" cy="54167"/>
            </a:xfrm>
            <a:custGeom>
              <a:rect b="b" l="l" r="r" t="t"/>
              <a:pathLst>
                <a:path extrusionOk="0" h="1426" w="1407">
                  <a:moveTo>
                    <a:pt x="683" y="0"/>
                  </a:moveTo>
                  <a:lnTo>
                    <a:pt x="1" y="622"/>
                  </a:lnTo>
                  <a:lnTo>
                    <a:pt x="804" y="1426"/>
                  </a:lnTo>
                  <a:lnTo>
                    <a:pt x="804" y="1265"/>
                  </a:lnTo>
                  <a:lnTo>
                    <a:pt x="824" y="1145"/>
                  </a:lnTo>
                  <a:lnTo>
                    <a:pt x="864" y="1024"/>
                  </a:lnTo>
                  <a:lnTo>
                    <a:pt x="904" y="944"/>
                  </a:lnTo>
                  <a:lnTo>
                    <a:pt x="985" y="884"/>
                  </a:lnTo>
                  <a:lnTo>
                    <a:pt x="1065" y="823"/>
                  </a:lnTo>
                  <a:lnTo>
                    <a:pt x="1165" y="783"/>
                  </a:lnTo>
                  <a:lnTo>
                    <a:pt x="1286" y="763"/>
                  </a:lnTo>
                  <a:lnTo>
                    <a:pt x="1326" y="743"/>
                  </a:lnTo>
                  <a:lnTo>
                    <a:pt x="1366" y="703"/>
                  </a:lnTo>
                  <a:lnTo>
                    <a:pt x="1386" y="683"/>
                  </a:lnTo>
                  <a:lnTo>
                    <a:pt x="1406" y="643"/>
                  </a:lnTo>
                  <a:lnTo>
                    <a:pt x="1386" y="602"/>
                  </a:lnTo>
                  <a:lnTo>
                    <a:pt x="1366" y="562"/>
                  </a:lnTo>
                  <a:lnTo>
                    <a:pt x="1306" y="502"/>
                  </a:lnTo>
                  <a:lnTo>
                    <a:pt x="1145" y="442"/>
                  </a:lnTo>
                  <a:lnTo>
                    <a:pt x="985" y="361"/>
                  </a:lnTo>
                  <a:lnTo>
                    <a:pt x="924" y="321"/>
                  </a:lnTo>
                  <a:lnTo>
                    <a:pt x="864" y="261"/>
                  </a:lnTo>
                  <a:lnTo>
                    <a:pt x="824" y="181"/>
                  </a:lnTo>
                  <a:lnTo>
                    <a:pt x="804" y="80"/>
                  </a:lnTo>
                  <a:lnTo>
                    <a:pt x="784" y="40"/>
                  </a:lnTo>
                  <a:lnTo>
                    <a:pt x="744" y="20"/>
                  </a:lnTo>
                  <a:lnTo>
                    <a:pt x="68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20" name="Google Shape;1420;p17"/>
            <p:cNvSpPr/>
            <p:nvPr/>
          </p:nvSpPr>
          <p:spPr>
            <a:xfrm>
              <a:off x="4303503" y="4755040"/>
              <a:ext cx="52685" cy="49608"/>
            </a:xfrm>
            <a:custGeom>
              <a:rect b="b" l="l" r="r" t="t"/>
              <a:pathLst>
                <a:path extrusionOk="0" h="1306" w="1387">
                  <a:moveTo>
                    <a:pt x="663" y="0"/>
                  </a:moveTo>
                  <a:lnTo>
                    <a:pt x="583" y="60"/>
                  </a:lnTo>
                  <a:lnTo>
                    <a:pt x="523" y="141"/>
                  </a:lnTo>
                  <a:lnTo>
                    <a:pt x="422" y="301"/>
                  </a:lnTo>
                  <a:lnTo>
                    <a:pt x="342" y="382"/>
                  </a:lnTo>
                  <a:lnTo>
                    <a:pt x="262" y="462"/>
                  </a:lnTo>
                  <a:lnTo>
                    <a:pt x="161" y="522"/>
                  </a:lnTo>
                  <a:lnTo>
                    <a:pt x="41" y="542"/>
                  </a:lnTo>
                  <a:lnTo>
                    <a:pt x="21" y="562"/>
                  </a:lnTo>
                  <a:lnTo>
                    <a:pt x="21" y="603"/>
                  </a:lnTo>
                  <a:lnTo>
                    <a:pt x="1" y="643"/>
                  </a:lnTo>
                  <a:lnTo>
                    <a:pt x="663" y="1305"/>
                  </a:lnTo>
                  <a:lnTo>
                    <a:pt x="1386" y="663"/>
                  </a:lnTo>
                  <a:lnTo>
                    <a:pt x="66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21" name="Google Shape;1421;p17"/>
            <p:cNvSpPr/>
            <p:nvPr/>
          </p:nvSpPr>
          <p:spPr>
            <a:xfrm>
              <a:off x="4959428" y="5066973"/>
              <a:ext cx="51925" cy="48089"/>
            </a:xfrm>
            <a:custGeom>
              <a:rect b="b" l="l" r="r" t="t"/>
              <a:pathLst>
                <a:path extrusionOk="0" h="1266" w="1367">
                  <a:moveTo>
                    <a:pt x="704" y="1"/>
                  </a:moveTo>
                  <a:lnTo>
                    <a:pt x="1" y="623"/>
                  </a:lnTo>
                  <a:lnTo>
                    <a:pt x="704" y="1266"/>
                  </a:lnTo>
                  <a:lnTo>
                    <a:pt x="1366" y="643"/>
                  </a:lnTo>
                  <a:lnTo>
                    <a:pt x="704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22" name="Google Shape;1422;p17"/>
            <p:cNvSpPr/>
            <p:nvPr/>
          </p:nvSpPr>
          <p:spPr>
            <a:xfrm>
              <a:off x="4301984" y="5066213"/>
              <a:ext cx="55724" cy="53445"/>
            </a:xfrm>
            <a:custGeom>
              <a:rect b="b" l="l" r="r" t="t"/>
              <a:pathLst>
                <a:path extrusionOk="0" h="1407" w="1467">
                  <a:moveTo>
                    <a:pt x="703" y="1"/>
                  </a:moveTo>
                  <a:lnTo>
                    <a:pt x="0" y="663"/>
                  </a:lnTo>
                  <a:lnTo>
                    <a:pt x="804" y="1406"/>
                  </a:lnTo>
                  <a:lnTo>
                    <a:pt x="824" y="1246"/>
                  </a:lnTo>
                  <a:lnTo>
                    <a:pt x="864" y="1125"/>
                  </a:lnTo>
                  <a:lnTo>
                    <a:pt x="944" y="1025"/>
                  </a:lnTo>
                  <a:lnTo>
                    <a:pt x="1045" y="944"/>
                  </a:lnTo>
                  <a:lnTo>
                    <a:pt x="1145" y="884"/>
                  </a:lnTo>
                  <a:lnTo>
                    <a:pt x="1245" y="824"/>
                  </a:lnTo>
                  <a:lnTo>
                    <a:pt x="1466" y="683"/>
                  </a:lnTo>
                  <a:lnTo>
                    <a:pt x="703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23" name="Google Shape;1423;p17"/>
            <p:cNvSpPr/>
            <p:nvPr/>
          </p:nvSpPr>
          <p:spPr>
            <a:xfrm>
              <a:off x="4960226" y="4757319"/>
              <a:ext cx="51128" cy="45050"/>
            </a:xfrm>
            <a:custGeom>
              <a:rect b="b" l="l" r="r" t="t"/>
              <a:pathLst>
                <a:path extrusionOk="0" h="1186" w="1346">
                  <a:moveTo>
                    <a:pt x="663" y="0"/>
                  </a:moveTo>
                  <a:lnTo>
                    <a:pt x="0" y="583"/>
                  </a:lnTo>
                  <a:lnTo>
                    <a:pt x="663" y="1185"/>
                  </a:lnTo>
                  <a:lnTo>
                    <a:pt x="1345" y="603"/>
                  </a:lnTo>
                  <a:lnTo>
                    <a:pt x="66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24" name="Google Shape;1424;p17"/>
            <p:cNvSpPr/>
            <p:nvPr/>
          </p:nvSpPr>
          <p:spPr>
            <a:xfrm>
              <a:off x="4137243" y="5064694"/>
              <a:ext cx="58763" cy="54964"/>
            </a:xfrm>
            <a:custGeom>
              <a:rect b="b" l="l" r="r" t="t"/>
              <a:pathLst>
                <a:path extrusionOk="0" h="1447" w="1547">
                  <a:moveTo>
                    <a:pt x="763" y="0"/>
                  </a:moveTo>
                  <a:lnTo>
                    <a:pt x="0" y="703"/>
                  </a:lnTo>
                  <a:lnTo>
                    <a:pt x="804" y="1446"/>
                  </a:lnTo>
                  <a:lnTo>
                    <a:pt x="824" y="1306"/>
                  </a:lnTo>
                  <a:lnTo>
                    <a:pt x="884" y="1165"/>
                  </a:lnTo>
                  <a:lnTo>
                    <a:pt x="964" y="1065"/>
                  </a:lnTo>
                  <a:lnTo>
                    <a:pt x="1065" y="984"/>
                  </a:lnTo>
                  <a:lnTo>
                    <a:pt x="1165" y="904"/>
                  </a:lnTo>
                  <a:lnTo>
                    <a:pt x="1285" y="844"/>
                  </a:lnTo>
                  <a:lnTo>
                    <a:pt x="1546" y="683"/>
                  </a:lnTo>
                  <a:lnTo>
                    <a:pt x="1245" y="543"/>
                  </a:lnTo>
                  <a:lnTo>
                    <a:pt x="1125" y="482"/>
                  </a:lnTo>
                  <a:lnTo>
                    <a:pt x="1024" y="402"/>
                  </a:lnTo>
                  <a:lnTo>
                    <a:pt x="944" y="322"/>
                  </a:lnTo>
                  <a:lnTo>
                    <a:pt x="864" y="201"/>
                  </a:lnTo>
                  <a:lnTo>
                    <a:pt x="76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25" name="Google Shape;1425;p17"/>
            <p:cNvSpPr/>
            <p:nvPr/>
          </p:nvSpPr>
          <p:spPr>
            <a:xfrm>
              <a:off x="4959428" y="4912906"/>
              <a:ext cx="51925" cy="46570"/>
            </a:xfrm>
            <a:custGeom>
              <a:rect b="b" l="l" r="r" t="t"/>
              <a:pathLst>
                <a:path extrusionOk="0" h="1226" w="1367">
                  <a:moveTo>
                    <a:pt x="704" y="1"/>
                  </a:moveTo>
                  <a:lnTo>
                    <a:pt x="1" y="583"/>
                  </a:lnTo>
                  <a:lnTo>
                    <a:pt x="704" y="1225"/>
                  </a:lnTo>
                  <a:lnTo>
                    <a:pt x="1366" y="583"/>
                  </a:lnTo>
                  <a:lnTo>
                    <a:pt x="704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26" name="Google Shape;1426;p17"/>
            <p:cNvSpPr/>
            <p:nvPr/>
          </p:nvSpPr>
          <p:spPr>
            <a:xfrm>
              <a:off x="4302743" y="4909867"/>
              <a:ext cx="53445" cy="54964"/>
            </a:xfrm>
            <a:custGeom>
              <a:rect b="b" l="l" r="r" t="t"/>
              <a:pathLst>
                <a:path extrusionOk="0" h="1447" w="1407">
                  <a:moveTo>
                    <a:pt x="683" y="0"/>
                  </a:moveTo>
                  <a:lnTo>
                    <a:pt x="603" y="81"/>
                  </a:lnTo>
                  <a:lnTo>
                    <a:pt x="543" y="161"/>
                  </a:lnTo>
                  <a:lnTo>
                    <a:pt x="422" y="342"/>
                  </a:lnTo>
                  <a:lnTo>
                    <a:pt x="362" y="422"/>
                  </a:lnTo>
                  <a:lnTo>
                    <a:pt x="262" y="482"/>
                  </a:lnTo>
                  <a:lnTo>
                    <a:pt x="161" y="542"/>
                  </a:lnTo>
                  <a:lnTo>
                    <a:pt x="41" y="563"/>
                  </a:lnTo>
                  <a:lnTo>
                    <a:pt x="21" y="583"/>
                  </a:lnTo>
                  <a:lnTo>
                    <a:pt x="21" y="643"/>
                  </a:lnTo>
                  <a:lnTo>
                    <a:pt x="1" y="763"/>
                  </a:lnTo>
                  <a:lnTo>
                    <a:pt x="221" y="864"/>
                  </a:lnTo>
                  <a:lnTo>
                    <a:pt x="322" y="904"/>
                  </a:lnTo>
                  <a:lnTo>
                    <a:pt x="422" y="964"/>
                  </a:lnTo>
                  <a:lnTo>
                    <a:pt x="503" y="1085"/>
                  </a:lnTo>
                  <a:lnTo>
                    <a:pt x="563" y="1185"/>
                  </a:lnTo>
                  <a:lnTo>
                    <a:pt x="703" y="1446"/>
                  </a:lnTo>
                  <a:lnTo>
                    <a:pt x="1406" y="683"/>
                  </a:lnTo>
                  <a:lnTo>
                    <a:pt x="68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27" name="Google Shape;1427;p17"/>
            <p:cNvSpPr/>
            <p:nvPr/>
          </p:nvSpPr>
          <p:spPr>
            <a:xfrm>
              <a:off x="4138762" y="4901472"/>
              <a:ext cx="57243" cy="60282"/>
            </a:xfrm>
            <a:custGeom>
              <a:rect b="b" l="l" r="r" t="t"/>
              <a:pathLst>
                <a:path extrusionOk="0" h="1587" w="1507">
                  <a:moveTo>
                    <a:pt x="683" y="0"/>
                  </a:moveTo>
                  <a:lnTo>
                    <a:pt x="563" y="302"/>
                  </a:lnTo>
                  <a:lnTo>
                    <a:pt x="502" y="422"/>
                  </a:lnTo>
                  <a:lnTo>
                    <a:pt x="422" y="522"/>
                  </a:lnTo>
                  <a:lnTo>
                    <a:pt x="342" y="623"/>
                  </a:lnTo>
                  <a:lnTo>
                    <a:pt x="262" y="683"/>
                  </a:lnTo>
                  <a:lnTo>
                    <a:pt x="161" y="743"/>
                  </a:lnTo>
                  <a:lnTo>
                    <a:pt x="41" y="784"/>
                  </a:lnTo>
                  <a:lnTo>
                    <a:pt x="21" y="804"/>
                  </a:lnTo>
                  <a:lnTo>
                    <a:pt x="0" y="844"/>
                  </a:lnTo>
                  <a:lnTo>
                    <a:pt x="0" y="904"/>
                  </a:lnTo>
                  <a:lnTo>
                    <a:pt x="764" y="1587"/>
                  </a:lnTo>
                  <a:lnTo>
                    <a:pt x="824" y="1406"/>
                  </a:lnTo>
                  <a:lnTo>
                    <a:pt x="864" y="1306"/>
                  </a:lnTo>
                  <a:lnTo>
                    <a:pt x="904" y="1245"/>
                  </a:lnTo>
                  <a:lnTo>
                    <a:pt x="1045" y="1165"/>
                  </a:lnTo>
                  <a:lnTo>
                    <a:pt x="1185" y="1065"/>
                  </a:lnTo>
                  <a:lnTo>
                    <a:pt x="1506" y="884"/>
                  </a:lnTo>
                  <a:lnTo>
                    <a:pt x="1225" y="743"/>
                  </a:lnTo>
                  <a:lnTo>
                    <a:pt x="1105" y="663"/>
                  </a:lnTo>
                  <a:lnTo>
                    <a:pt x="1004" y="583"/>
                  </a:lnTo>
                  <a:lnTo>
                    <a:pt x="904" y="482"/>
                  </a:lnTo>
                  <a:lnTo>
                    <a:pt x="824" y="342"/>
                  </a:lnTo>
                  <a:lnTo>
                    <a:pt x="743" y="201"/>
                  </a:lnTo>
                  <a:lnTo>
                    <a:pt x="68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28" name="Google Shape;1428;p17"/>
            <p:cNvSpPr/>
            <p:nvPr/>
          </p:nvSpPr>
          <p:spPr>
            <a:xfrm>
              <a:off x="3970982" y="5065454"/>
              <a:ext cx="58003" cy="51128"/>
            </a:xfrm>
            <a:custGeom>
              <a:rect b="b" l="l" r="r" t="t"/>
              <a:pathLst>
                <a:path extrusionOk="0" h="1346" w="1527">
                  <a:moveTo>
                    <a:pt x="783" y="1"/>
                  </a:moveTo>
                  <a:lnTo>
                    <a:pt x="0" y="723"/>
                  </a:lnTo>
                  <a:lnTo>
                    <a:pt x="221" y="824"/>
                  </a:lnTo>
                  <a:lnTo>
                    <a:pt x="422" y="944"/>
                  </a:lnTo>
                  <a:lnTo>
                    <a:pt x="522" y="1025"/>
                  </a:lnTo>
                  <a:lnTo>
                    <a:pt x="582" y="1105"/>
                  </a:lnTo>
                  <a:lnTo>
                    <a:pt x="643" y="1205"/>
                  </a:lnTo>
                  <a:lnTo>
                    <a:pt x="703" y="1326"/>
                  </a:lnTo>
                  <a:lnTo>
                    <a:pt x="723" y="1346"/>
                  </a:lnTo>
                  <a:lnTo>
                    <a:pt x="783" y="1346"/>
                  </a:lnTo>
                  <a:lnTo>
                    <a:pt x="1526" y="663"/>
                  </a:lnTo>
                  <a:lnTo>
                    <a:pt x="783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29" name="Google Shape;1429;p17"/>
            <p:cNvSpPr/>
            <p:nvPr/>
          </p:nvSpPr>
          <p:spPr>
            <a:xfrm>
              <a:off x="3973261" y="4910627"/>
              <a:ext cx="54926" cy="50368"/>
            </a:xfrm>
            <a:custGeom>
              <a:rect b="b" l="l" r="r" t="t"/>
              <a:pathLst>
                <a:path extrusionOk="0" h="1326" w="1446">
                  <a:moveTo>
                    <a:pt x="703" y="0"/>
                  </a:moveTo>
                  <a:lnTo>
                    <a:pt x="0" y="663"/>
                  </a:lnTo>
                  <a:lnTo>
                    <a:pt x="723" y="1326"/>
                  </a:lnTo>
                  <a:lnTo>
                    <a:pt x="1446" y="663"/>
                  </a:lnTo>
                  <a:lnTo>
                    <a:pt x="70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30" name="Google Shape;1430;p17"/>
            <p:cNvSpPr/>
            <p:nvPr/>
          </p:nvSpPr>
          <p:spPr>
            <a:xfrm>
              <a:off x="5123447" y="5069252"/>
              <a:ext cx="52647" cy="44291"/>
            </a:xfrm>
            <a:custGeom>
              <a:rect b="b" l="l" r="r" t="t"/>
              <a:pathLst>
                <a:path extrusionOk="0" h="1166" w="1386">
                  <a:moveTo>
                    <a:pt x="683" y="1"/>
                  </a:moveTo>
                  <a:lnTo>
                    <a:pt x="0" y="563"/>
                  </a:lnTo>
                  <a:lnTo>
                    <a:pt x="723" y="1166"/>
                  </a:lnTo>
                  <a:lnTo>
                    <a:pt x="1386" y="543"/>
                  </a:lnTo>
                  <a:lnTo>
                    <a:pt x="683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31" name="Google Shape;1431;p17"/>
            <p:cNvSpPr/>
            <p:nvPr/>
          </p:nvSpPr>
          <p:spPr>
            <a:xfrm>
              <a:off x="4137243" y="4756560"/>
              <a:ext cx="56484" cy="48849"/>
            </a:xfrm>
            <a:custGeom>
              <a:rect b="b" l="l" r="r" t="t"/>
              <a:pathLst>
                <a:path extrusionOk="0" h="1286" w="1487">
                  <a:moveTo>
                    <a:pt x="743" y="0"/>
                  </a:moveTo>
                  <a:lnTo>
                    <a:pt x="0" y="623"/>
                  </a:lnTo>
                  <a:lnTo>
                    <a:pt x="783" y="1285"/>
                  </a:lnTo>
                  <a:lnTo>
                    <a:pt x="884" y="1085"/>
                  </a:lnTo>
                  <a:lnTo>
                    <a:pt x="944" y="984"/>
                  </a:lnTo>
                  <a:lnTo>
                    <a:pt x="1004" y="884"/>
                  </a:lnTo>
                  <a:lnTo>
                    <a:pt x="1125" y="824"/>
                  </a:lnTo>
                  <a:lnTo>
                    <a:pt x="1245" y="763"/>
                  </a:lnTo>
                  <a:lnTo>
                    <a:pt x="1486" y="643"/>
                  </a:lnTo>
                  <a:lnTo>
                    <a:pt x="74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32" name="Google Shape;1432;p17"/>
            <p:cNvSpPr/>
            <p:nvPr/>
          </p:nvSpPr>
          <p:spPr>
            <a:xfrm>
              <a:off x="4134964" y="4600973"/>
              <a:ext cx="55686" cy="46532"/>
            </a:xfrm>
            <a:custGeom>
              <a:rect b="b" l="l" r="r" t="t"/>
              <a:pathLst>
                <a:path extrusionOk="0" h="1225" w="1466">
                  <a:moveTo>
                    <a:pt x="783" y="0"/>
                  </a:moveTo>
                  <a:lnTo>
                    <a:pt x="0" y="663"/>
                  </a:lnTo>
                  <a:lnTo>
                    <a:pt x="221" y="743"/>
                  </a:lnTo>
                  <a:lnTo>
                    <a:pt x="341" y="783"/>
                  </a:lnTo>
                  <a:lnTo>
                    <a:pt x="422" y="843"/>
                  </a:lnTo>
                  <a:lnTo>
                    <a:pt x="522" y="924"/>
                  </a:lnTo>
                  <a:lnTo>
                    <a:pt x="582" y="1004"/>
                  </a:lnTo>
                  <a:lnTo>
                    <a:pt x="643" y="1084"/>
                  </a:lnTo>
                  <a:lnTo>
                    <a:pt x="703" y="1205"/>
                  </a:lnTo>
                  <a:lnTo>
                    <a:pt x="723" y="1225"/>
                  </a:lnTo>
                  <a:lnTo>
                    <a:pt x="783" y="1225"/>
                  </a:lnTo>
                  <a:lnTo>
                    <a:pt x="1466" y="602"/>
                  </a:lnTo>
                  <a:lnTo>
                    <a:pt x="78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33" name="Google Shape;1433;p17"/>
            <p:cNvSpPr/>
            <p:nvPr/>
          </p:nvSpPr>
          <p:spPr>
            <a:xfrm>
              <a:off x="5121890" y="4914425"/>
              <a:ext cx="54205" cy="44291"/>
            </a:xfrm>
            <a:custGeom>
              <a:rect b="b" l="l" r="r" t="t"/>
              <a:pathLst>
                <a:path extrusionOk="0" h="1166" w="1427">
                  <a:moveTo>
                    <a:pt x="724" y="1"/>
                  </a:moveTo>
                  <a:lnTo>
                    <a:pt x="1" y="603"/>
                  </a:lnTo>
                  <a:lnTo>
                    <a:pt x="242" y="683"/>
                  </a:lnTo>
                  <a:lnTo>
                    <a:pt x="342" y="724"/>
                  </a:lnTo>
                  <a:lnTo>
                    <a:pt x="423" y="784"/>
                  </a:lnTo>
                  <a:lnTo>
                    <a:pt x="503" y="864"/>
                  </a:lnTo>
                  <a:lnTo>
                    <a:pt x="563" y="965"/>
                  </a:lnTo>
                  <a:lnTo>
                    <a:pt x="684" y="1165"/>
                  </a:lnTo>
                  <a:lnTo>
                    <a:pt x="1427" y="543"/>
                  </a:lnTo>
                  <a:lnTo>
                    <a:pt x="724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34" name="Google Shape;1434;p17"/>
            <p:cNvSpPr/>
            <p:nvPr/>
          </p:nvSpPr>
          <p:spPr>
            <a:xfrm>
              <a:off x="5124207" y="4758839"/>
              <a:ext cx="45772" cy="42733"/>
            </a:xfrm>
            <a:custGeom>
              <a:rect b="b" l="l" r="r" t="t"/>
              <a:pathLst>
                <a:path extrusionOk="0" h="1125" w="1205">
                  <a:moveTo>
                    <a:pt x="663" y="1"/>
                  </a:moveTo>
                  <a:lnTo>
                    <a:pt x="0" y="543"/>
                  </a:lnTo>
                  <a:lnTo>
                    <a:pt x="703" y="1125"/>
                  </a:lnTo>
                  <a:lnTo>
                    <a:pt x="1205" y="663"/>
                  </a:lnTo>
                  <a:lnTo>
                    <a:pt x="663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35" name="Google Shape;1435;p17"/>
            <p:cNvSpPr/>
            <p:nvPr/>
          </p:nvSpPr>
          <p:spPr>
            <a:xfrm>
              <a:off x="3974781" y="4754280"/>
              <a:ext cx="53407" cy="49608"/>
            </a:xfrm>
            <a:custGeom>
              <a:rect b="b" l="l" r="r" t="t"/>
              <a:pathLst>
                <a:path extrusionOk="0" h="1306" w="1406">
                  <a:moveTo>
                    <a:pt x="663" y="0"/>
                  </a:moveTo>
                  <a:lnTo>
                    <a:pt x="563" y="161"/>
                  </a:lnTo>
                  <a:lnTo>
                    <a:pt x="502" y="261"/>
                  </a:lnTo>
                  <a:lnTo>
                    <a:pt x="422" y="341"/>
                  </a:lnTo>
                  <a:lnTo>
                    <a:pt x="322" y="422"/>
                  </a:lnTo>
                  <a:lnTo>
                    <a:pt x="221" y="502"/>
                  </a:lnTo>
                  <a:lnTo>
                    <a:pt x="0" y="663"/>
                  </a:lnTo>
                  <a:lnTo>
                    <a:pt x="683" y="1305"/>
                  </a:lnTo>
                  <a:lnTo>
                    <a:pt x="1406" y="663"/>
                  </a:lnTo>
                  <a:lnTo>
                    <a:pt x="66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36" name="Google Shape;1436;p17"/>
            <p:cNvSpPr/>
            <p:nvPr/>
          </p:nvSpPr>
          <p:spPr>
            <a:xfrm>
              <a:off x="3975541" y="4599416"/>
              <a:ext cx="54964" cy="48089"/>
            </a:xfrm>
            <a:custGeom>
              <a:rect b="b" l="l" r="r" t="t"/>
              <a:pathLst>
                <a:path extrusionOk="0" h="1266" w="1447">
                  <a:moveTo>
                    <a:pt x="683" y="1"/>
                  </a:moveTo>
                  <a:lnTo>
                    <a:pt x="0" y="664"/>
                  </a:lnTo>
                  <a:lnTo>
                    <a:pt x="663" y="1266"/>
                  </a:lnTo>
                  <a:lnTo>
                    <a:pt x="1446" y="603"/>
                  </a:lnTo>
                  <a:lnTo>
                    <a:pt x="1165" y="503"/>
                  </a:lnTo>
                  <a:lnTo>
                    <a:pt x="1065" y="443"/>
                  </a:lnTo>
                  <a:lnTo>
                    <a:pt x="964" y="382"/>
                  </a:lnTo>
                  <a:lnTo>
                    <a:pt x="884" y="282"/>
                  </a:lnTo>
                  <a:lnTo>
                    <a:pt x="804" y="182"/>
                  </a:lnTo>
                  <a:lnTo>
                    <a:pt x="683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37" name="Google Shape;1437;p17"/>
            <p:cNvSpPr/>
            <p:nvPr/>
          </p:nvSpPr>
          <p:spPr>
            <a:xfrm>
              <a:off x="5124967" y="4603252"/>
              <a:ext cx="44253" cy="41214"/>
            </a:xfrm>
            <a:custGeom>
              <a:rect b="b" l="l" r="r" t="t"/>
              <a:pathLst>
                <a:path extrusionOk="0" h="1085" w="1165">
                  <a:moveTo>
                    <a:pt x="643" y="0"/>
                  </a:moveTo>
                  <a:lnTo>
                    <a:pt x="0" y="563"/>
                  </a:lnTo>
                  <a:lnTo>
                    <a:pt x="443" y="911"/>
                  </a:lnTo>
                  <a:lnTo>
                    <a:pt x="443" y="911"/>
                  </a:lnTo>
                  <a:lnTo>
                    <a:pt x="1165" y="462"/>
                  </a:lnTo>
                  <a:lnTo>
                    <a:pt x="643" y="0"/>
                  </a:lnTo>
                  <a:close/>
                  <a:moveTo>
                    <a:pt x="443" y="911"/>
                  </a:moveTo>
                  <a:lnTo>
                    <a:pt x="422" y="924"/>
                  </a:lnTo>
                  <a:lnTo>
                    <a:pt x="663" y="1085"/>
                  </a:lnTo>
                  <a:lnTo>
                    <a:pt x="443" y="91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438" name="Google Shape;1438;p17"/>
          <p:cNvGrpSpPr/>
          <p:nvPr/>
        </p:nvGrpSpPr>
        <p:grpSpPr>
          <a:xfrm>
            <a:off x="335952" y="4224312"/>
            <a:ext cx="754524" cy="750237"/>
            <a:chOff x="8523754" y="10"/>
            <a:chExt cx="516408" cy="513439"/>
          </a:xfrm>
        </p:grpSpPr>
        <p:sp>
          <p:nvSpPr>
            <p:cNvPr id="1439" name="Google Shape;1439;p17"/>
            <p:cNvSpPr/>
            <p:nvPr/>
          </p:nvSpPr>
          <p:spPr>
            <a:xfrm>
              <a:off x="8523754" y="255242"/>
              <a:ext cx="516408" cy="258207"/>
            </a:xfrm>
            <a:custGeom>
              <a:rect b="b" l="l" r="r" t="t"/>
              <a:pathLst>
                <a:path extrusionOk="0" h="41798" w="83595">
                  <a:moveTo>
                    <a:pt x="41797" y="0"/>
                  </a:moveTo>
                  <a:lnTo>
                    <a:pt x="40710" y="28"/>
                  </a:lnTo>
                  <a:lnTo>
                    <a:pt x="39650" y="56"/>
                  </a:lnTo>
                  <a:lnTo>
                    <a:pt x="38591" y="112"/>
                  </a:lnTo>
                  <a:lnTo>
                    <a:pt x="37531" y="223"/>
                  </a:lnTo>
                  <a:lnTo>
                    <a:pt x="36472" y="335"/>
                  </a:lnTo>
                  <a:lnTo>
                    <a:pt x="35440" y="474"/>
                  </a:lnTo>
                  <a:lnTo>
                    <a:pt x="34408" y="669"/>
                  </a:lnTo>
                  <a:lnTo>
                    <a:pt x="33377" y="864"/>
                  </a:lnTo>
                  <a:lnTo>
                    <a:pt x="32373" y="1060"/>
                  </a:lnTo>
                  <a:lnTo>
                    <a:pt x="31369" y="1311"/>
                  </a:lnTo>
                  <a:lnTo>
                    <a:pt x="30365" y="1589"/>
                  </a:lnTo>
                  <a:lnTo>
                    <a:pt x="29361" y="1868"/>
                  </a:lnTo>
                  <a:lnTo>
                    <a:pt x="28385" y="2203"/>
                  </a:lnTo>
                  <a:lnTo>
                    <a:pt x="27437" y="2537"/>
                  </a:lnTo>
                  <a:lnTo>
                    <a:pt x="26489" y="2900"/>
                  </a:lnTo>
                  <a:lnTo>
                    <a:pt x="25541" y="3290"/>
                  </a:lnTo>
                  <a:lnTo>
                    <a:pt x="24593" y="3708"/>
                  </a:lnTo>
                  <a:lnTo>
                    <a:pt x="23673" y="4127"/>
                  </a:lnTo>
                  <a:lnTo>
                    <a:pt x="22781" y="4573"/>
                  </a:lnTo>
                  <a:lnTo>
                    <a:pt x="21889" y="5047"/>
                  </a:lnTo>
                  <a:lnTo>
                    <a:pt x="20996" y="5549"/>
                  </a:lnTo>
                  <a:lnTo>
                    <a:pt x="20132" y="6051"/>
                  </a:lnTo>
                  <a:lnTo>
                    <a:pt x="19267" y="6580"/>
                  </a:lnTo>
                  <a:lnTo>
                    <a:pt x="18431" y="7138"/>
                  </a:lnTo>
                  <a:lnTo>
                    <a:pt x="17594" y="7724"/>
                  </a:lnTo>
                  <a:lnTo>
                    <a:pt x="16786" y="8309"/>
                  </a:lnTo>
                  <a:lnTo>
                    <a:pt x="16005" y="8923"/>
                  </a:lnTo>
                  <a:lnTo>
                    <a:pt x="15224" y="9536"/>
                  </a:lnTo>
                  <a:lnTo>
                    <a:pt x="14444" y="10205"/>
                  </a:lnTo>
                  <a:lnTo>
                    <a:pt x="13691" y="10847"/>
                  </a:lnTo>
                  <a:lnTo>
                    <a:pt x="12966" y="11544"/>
                  </a:lnTo>
                  <a:lnTo>
                    <a:pt x="12241" y="12241"/>
                  </a:lnTo>
                  <a:lnTo>
                    <a:pt x="11544" y="12966"/>
                  </a:lnTo>
                  <a:lnTo>
                    <a:pt x="10875" y="13691"/>
                  </a:lnTo>
                  <a:lnTo>
                    <a:pt x="10205" y="14444"/>
                  </a:lnTo>
                  <a:lnTo>
                    <a:pt x="9564" y="15224"/>
                  </a:lnTo>
                  <a:lnTo>
                    <a:pt x="8923" y="16005"/>
                  </a:lnTo>
                  <a:lnTo>
                    <a:pt x="8309" y="16786"/>
                  </a:lnTo>
                  <a:lnTo>
                    <a:pt x="7724" y="17594"/>
                  </a:lnTo>
                  <a:lnTo>
                    <a:pt x="7138" y="18431"/>
                  </a:lnTo>
                  <a:lnTo>
                    <a:pt x="6581" y="19267"/>
                  </a:lnTo>
                  <a:lnTo>
                    <a:pt x="6051" y="20132"/>
                  </a:lnTo>
                  <a:lnTo>
                    <a:pt x="5549" y="20996"/>
                  </a:lnTo>
                  <a:lnTo>
                    <a:pt x="5047" y="21888"/>
                  </a:lnTo>
                  <a:lnTo>
                    <a:pt x="4573" y="22781"/>
                  </a:lnTo>
                  <a:lnTo>
                    <a:pt x="4127" y="23673"/>
                  </a:lnTo>
                  <a:lnTo>
                    <a:pt x="3709" y="24593"/>
                  </a:lnTo>
                  <a:lnTo>
                    <a:pt x="3290" y="25541"/>
                  </a:lnTo>
                  <a:lnTo>
                    <a:pt x="2900" y="26461"/>
                  </a:lnTo>
                  <a:lnTo>
                    <a:pt x="2537" y="27437"/>
                  </a:lnTo>
                  <a:lnTo>
                    <a:pt x="2203" y="28385"/>
                  </a:lnTo>
                  <a:lnTo>
                    <a:pt x="1896" y="29361"/>
                  </a:lnTo>
                  <a:lnTo>
                    <a:pt x="1589" y="30365"/>
                  </a:lnTo>
                  <a:lnTo>
                    <a:pt x="1311" y="31341"/>
                  </a:lnTo>
                  <a:lnTo>
                    <a:pt x="1087" y="32345"/>
                  </a:lnTo>
                  <a:lnTo>
                    <a:pt x="864" y="33376"/>
                  </a:lnTo>
                  <a:lnTo>
                    <a:pt x="669" y="34408"/>
                  </a:lnTo>
                  <a:lnTo>
                    <a:pt x="502" y="35440"/>
                  </a:lnTo>
                  <a:lnTo>
                    <a:pt x="335" y="36471"/>
                  </a:lnTo>
                  <a:lnTo>
                    <a:pt x="223" y="37531"/>
                  </a:lnTo>
                  <a:lnTo>
                    <a:pt x="139" y="38591"/>
                  </a:lnTo>
                  <a:lnTo>
                    <a:pt x="56" y="39650"/>
                  </a:lnTo>
                  <a:lnTo>
                    <a:pt x="28" y="40710"/>
                  </a:lnTo>
                  <a:lnTo>
                    <a:pt x="0" y="41797"/>
                  </a:lnTo>
                  <a:lnTo>
                    <a:pt x="83595" y="41797"/>
                  </a:lnTo>
                  <a:lnTo>
                    <a:pt x="83595" y="40710"/>
                  </a:lnTo>
                  <a:lnTo>
                    <a:pt x="83539" y="39650"/>
                  </a:lnTo>
                  <a:lnTo>
                    <a:pt x="83483" y="38591"/>
                  </a:lnTo>
                  <a:lnTo>
                    <a:pt x="83372" y="37531"/>
                  </a:lnTo>
                  <a:lnTo>
                    <a:pt x="83260" y="36471"/>
                  </a:lnTo>
                  <a:lnTo>
                    <a:pt x="83121" y="35440"/>
                  </a:lnTo>
                  <a:lnTo>
                    <a:pt x="82953" y="34408"/>
                  </a:lnTo>
                  <a:lnTo>
                    <a:pt x="82758" y="33376"/>
                  </a:lnTo>
                  <a:lnTo>
                    <a:pt x="82535" y="32345"/>
                  </a:lnTo>
                  <a:lnTo>
                    <a:pt x="82284" y="31341"/>
                  </a:lnTo>
                  <a:lnTo>
                    <a:pt x="82005" y="30365"/>
                  </a:lnTo>
                  <a:lnTo>
                    <a:pt x="81727" y="29361"/>
                  </a:lnTo>
                  <a:lnTo>
                    <a:pt x="81392" y="28385"/>
                  </a:lnTo>
                  <a:lnTo>
                    <a:pt x="81057" y="27437"/>
                  </a:lnTo>
                  <a:lnTo>
                    <a:pt x="80695" y="26461"/>
                  </a:lnTo>
                  <a:lnTo>
                    <a:pt x="80304" y="25541"/>
                  </a:lnTo>
                  <a:lnTo>
                    <a:pt x="79914" y="24593"/>
                  </a:lnTo>
                  <a:lnTo>
                    <a:pt x="79468" y="23673"/>
                  </a:lnTo>
                  <a:lnTo>
                    <a:pt x="79022" y="22781"/>
                  </a:lnTo>
                  <a:lnTo>
                    <a:pt x="78548" y="21888"/>
                  </a:lnTo>
                  <a:lnTo>
                    <a:pt x="78046" y="20996"/>
                  </a:lnTo>
                  <a:lnTo>
                    <a:pt x="77544" y="20132"/>
                  </a:lnTo>
                  <a:lnTo>
                    <a:pt x="77014" y="19267"/>
                  </a:lnTo>
                  <a:lnTo>
                    <a:pt x="76457" y="18431"/>
                  </a:lnTo>
                  <a:lnTo>
                    <a:pt x="75899" y="17594"/>
                  </a:lnTo>
                  <a:lnTo>
                    <a:pt x="75285" y="16786"/>
                  </a:lnTo>
                  <a:lnTo>
                    <a:pt x="74672" y="16005"/>
                  </a:lnTo>
                  <a:lnTo>
                    <a:pt x="74059" y="15224"/>
                  </a:lnTo>
                  <a:lnTo>
                    <a:pt x="73417" y="14444"/>
                  </a:lnTo>
                  <a:lnTo>
                    <a:pt x="72748" y="13691"/>
                  </a:lnTo>
                  <a:lnTo>
                    <a:pt x="72051" y="12966"/>
                  </a:lnTo>
                  <a:lnTo>
                    <a:pt x="71354" y="12241"/>
                  </a:lnTo>
                  <a:lnTo>
                    <a:pt x="70629" y="11544"/>
                  </a:lnTo>
                  <a:lnTo>
                    <a:pt x="69904" y="10847"/>
                  </a:lnTo>
                  <a:lnTo>
                    <a:pt x="69151" y="10205"/>
                  </a:lnTo>
                  <a:lnTo>
                    <a:pt x="68398" y="9536"/>
                  </a:lnTo>
                  <a:lnTo>
                    <a:pt x="67617" y="8923"/>
                  </a:lnTo>
                  <a:lnTo>
                    <a:pt x="66809" y="8309"/>
                  </a:lnTo>
                  <a:lnTo>
                    <a:pt x="66000" y="7724"/>
                  </a:lnTo>
                  <a:lnTo>
                    <a:pt x="65164" y="7138"/>
                  </a:lnTo>
                  <a:lnTo>
                    <a:pt x="64327" y="6580"/>
                  </a:lnTo>
                  <a:lnTo>
                    <a:pt x="63463" y="6051"/>
                  </a:lnTo>
                  <a:lnTo>
                    <a:pt x="62598" y="5549"/>
                  </a:lnTo>
                  <a:lnTo>
                    <a:pt x="61734" y="5047"/>
                  </a:lnTo>
                  <a:lnTo>
                    <a:pt x="60842" y="4573"/>
                  </a:lnTo>
                  <a:lnTo>
                    <a:pt x="59922" y="4127"/>
                  </a:lnTo>
                  <a:lnTo>
                    <a:pt x="59001" y="3708"/>
                  </a:lnTo>
                  <a:lnTo>
                    <a:pt x="58081" y="3290"/>
                  </a:lnTo>
                  <a:lnTo>
                    <a:pt x="57133" y="2900"/>
                  </a:lnTo>
                  <a:lnTo>
                    <a:pt x="56185" y="2537"/>
                  </a:lnTo>
                  <a:lnTo>
                    <a:pt x="55209" y="2203"/>
                  </a:lnTo>
                  <a:lnTo>
                    <a:pt x="54233" y="1868"/>
                  </a:lnTo>
                  <a:lnTo>
                    <a:pt x="53257" y="1589"/>
                  </a:lnTo>
                  <a:lnTo>
                    <a:pt x="52254" y="1311"/>
                  </a:lnTo>
                  <a:lnTo>
                    <a:pt x="51250" y="1060"/>
                  </a:lnTo>
                  <a:lnTo>
                    <a:pt x="50218" y="864"/>
                  </a:lnTo>
                  <a:lnTo>
                    <a:pt x="49214" y="669"/>
                  </a:lnTo>
                  <a:lnTo>
                    <a:pt x="48155" y="474"/>
                  </a:lnTo>
                  <a:lnTo>
                    <a:pt x="47123" y="335"/>
                  </a:lnTo>
                  <a:lnTo>
                    <a:pt x="46064" y="223"/>
                  </a:lnTo>
                  <a:lnTo>
                    <a:pt x="45032" y="112"/>
                  </a:lnTo>
                  <a:lnTo>
                    <a:pt x="43944" y="56"/>
                  </a:lnTo>
                  <a:lnTo>
                    <a:pt x="42885" y="28"/>
                  </a:lnTo>
                  <a:lnTo>
                    <a:pt x="41797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40" name="Google Shape;1440;p17"/>
            <p:cNvSpPr/>
            <p:nvPr/>
          </p:nvSpPr>
          <p:spPr>
            <a:xfrm>
              <a:off x="8523754" y="10"/>
              <a:ext cx="516408" cy="258207"/>
            </a:xfrm>
            <a:custGeom>
              <a:rect b="b" l="l" r="r" t="t"/>
              <a:pathLst>
                <a:path extrusionOk="0" h="41798" w="83595">
                  <a:moveTo>
                    <a:pt x="41797" y="0"/>
                  </a:moveTo>
                  <a:lnTo>
                    <a:pt x="40710" y="28"/>
                  </a:lnTo>
                  <a:lnTo>
                    <a:pt x="39650" y="56"/>
                  </a:lnTo>
                  <a:lnTo>
                    <a:pt x="38591" y="112"/>
                  </a:lnTo>
                  <a:lnTo>
                    <a:pt x="37531" y="223"/>
                  </a:lnTo>
                  <a:lnTo>
                    <a:pt x="36472" y="335"/>
                  </a:lnTo>
                  <a:lnTo>
                    <a:pt x="35440" y="474"/>
                  </a:lnTo>
                  <a:lnTo>
                    <a:pt x="34408" y="669"/>
                  </a:lnTo>
                  <a:lnTo>
                    <a:pt x="33377" y="864"/>
                  </a:lnTo>
                  <a:lnTo>
                    <a:pt x="32373" y="1060"/>
                  </a:lnTo>
                  <a:lnTo>
                    <a:pt x="31369" y="1311"/>
                  </a:lnTo>
                  <a:lnTo>
                    <a:pt x="30365" y="1589"/>
                  </a:lnTo>
                  <a:lnTo>
                    <a:pt x="29361" y="1868"/>
                  </a:lnTo>
                  <a:lnTo>
                    <a:pt x="28385" y="2203"/>
                  </a:lnTo>
                  <a:lnTo>
                    <a:pt x="27437" y="2537"/>
                  </a:lnTo>
                  <a:lnTo>
                    <a:pt x="26489" y="2900"/>
                  </a:lnTo>
                  <a:lnTo>
                    <a:pt x="25541" y="3290"/>
                  </a:lnTo>
                  <a:lnTo>
                    <a:pt x="24593" y="3708"/>
                  </a:lnTo>
                  <a:lnTo>
                    <a:pt x="23673" y="4127"/>
                  </a:lnTo>
                  <a:lnTo>
                    <a:pt x="22781" y="4573"/>
                  </a:lnTo>
                  <a:lnTo>
                    <a:pt x="21889" y="5047"/>
                  </a:lnTo>
                  <a:lnTo>
                    <a:pt x="20996" y="5549"/>
                  </a:lnTo>
                  <a:lnTo>
                    <a:pt x="20132" y="6051"/>
                  </a:lnTo>
                  <a:lnTo>
                    <a:pt x="19267" y="6580"/>
                  </a:lnTo>
                  <a:lnTo>
                    <a:pt x="18431" y="7138"/>
                  </a:lnTo>
                  <a:lnTo>
                    <a:pt x="17594" y="7724"/>
                  </a:lnTo>
                  <a:lnTo>
                    <a:pt x="16786" y="8309"/>
                  </a:lnTo>
                  <a:lnTo>
                    <a:pt x="16005" y="8923"/>
                  </a:lnTo>
                  <a:lnTo>
                    <a:pt x="15224" y="9536"/>
                  </a:lnTo>
                  <a:lnTo>
                    <a:pt x="14444" y="10205"/>
                  </a:lnTo>
                  <a:lnTo>
                    <a:pt x="13691" y="10847"/>
                  </a:lnTo>
                  <a:lnTo>
                    <a:pt x="12966" y="11544"/>
                  </a:lnTo>
                  <a:lnTo>
                    <a:pt x="12241" y="12241"/>
                  </a:lnTo>
                  <a:lnTo>
                    <a:pt x="11544" y="12966"/>
                  </a:lnTo>
                  <a:lnTo>
                    <a:pt x="10875" y="13691"/>
                  </a:lnTo>
                  <a:lnTo>
                    <a:pt x="10205" y="14444"/>
                  </a:lnTo>
                  <a:lnTo>
                    <a:pt x="9564" y="15224"/>
                  </a:lnTo>
                  <a:lnTo>
                    <a:pt x="8923" y="16005"/>
                  </a:lnTo>
                  <a:lnTo>
                    <a:pt x="8309" y="16786"/>
                  </a:lnTo>
                  <a:lnTo>
                    <a:pt x="7724" y="17594"/>
                  </a:lnTo>
                  <a:lnTo>
                    <a:pt x="7138" y="18431"/>
                  </a:lnTo>
                  <a:lnTo>
                    <a:pt x="6581" y="19267"/>
                  </a:lnTo>
                  <a:lnTo>
                    <a:pt x="6051" y="20132"/>
                  </a:lnTo>
                  <a:lnTo>
                    <a:pt x="5549" y="20996"/>
                  </a:lnTo>
                  <a:lnTo>
                    <a:pt x="5047" y="21888"/>
                  </a:lnTo>
                  <a:lnTo>
                    <a:pt x="4573" y="22781"/>
                  </a:lnTo>
                  <a:lnTo>
                    <a:pt x="4127" y="23673"/>
                  </a:lnTo>
                  <a:lnTo>
                    <a:pt x="3709" y="24593"/>
                  </a:lnTo>
                  <a:lnTo>
                    <a:pt x="3290" y="25541"/>
                  </a:lnTo>
                  <a:lnTo>
                    <a:pt x="2900" y="26461"/>
                  </a:lnTo>
                  <a:lnTo>
                    <a:pt x="2537" y="27437"/>
                  </a:lnTo>
                  <a:lnTo>
                    <a:pt x="2203" y="28385"/>
                  </a:lnTo>
                  <a:lnTo>
                    <a:pt x="1896" y="29361"/>
                  </a:lnTo>
                  <a:lnTo>
                    <a:pt x="1589" y="30365"/>
                  </a:lnTo>
                  <a:lnTo>
                    <a:pt x="1311" y="31341"/>
                  </a:lnTo>
                  <a:lnTo>
                    <a:pt x="1087" y="32345"/>
                  </a:lnTo>
                  <a:lnTo>
                    <a:pt x="864" y="33376"/>
                  </a:lnTo>
                  <a:lnTo>
                    <a:pt x="669" y="34408"/>
                  </a:lnTo>
                  <a:lnTo>
                    <a:pt x="502" y="35440"/>
                  </a:lnTo>
                  <a:lnTo>
                    <a:pt x="335" y="36471"/>
                  </a:lnTo>
                  <a:lnTo>
                    <a:pt x="223" y="37531"/>
                  </a:lnTo>
                  <a:lnTo>
                    <a:pt x="139" y="38591"/>
                  </a:lnTo>
                  <a:lnTo>
                    <a:pt x="56" y="39650"/>
                  </a:lnTo>
                  <a:lnTo>
                    <a:pt x="28" y="40710"/>
                  </a:lnTo>
                  <a:lnTo>
                    <a:pt x="0" y="41797"/>
                  </a:lnTo>
                  <a:lnTo>
                    <a:pt x="83595" y="41797"/>
                  </a:lnTo>
                  <a:lnTo>
                    <a:pt x="83595" y="40710"/>
                  </a:lnTo>
                  <a:lnTo>
                    <a:pt x="83539" y="39650"/>
                  </a:lnTo>
                  <a:lnTo>
                    <a:pt x="83483" y="38591"/>
                  </a:lnTo>
                  <a:lnTo>
                    <a:pt x="83372" y="37531"/>
                  </a:lnTo>
                  <a:lnTo>
                    <a:pt x="83260" y="36471"/>
                  </a:lnTo>
                  <a:lnTo>
                    <a:pt x="83121" y="35440"/>
                  </a:lnTo>
                  <a:lnTo>
                    <a:pt x="82953" y="34408"/>
                  </a:lnTo>
                  <a:lnTo>
                    <a:pt x="82758" y="33376"/>
                  </a:lnTo>
                  <a:lnTo>
                    <a:pt x="82535" y="32345"/>
                  </a:lnTo>
                  <a:lnTo>
                    <a:pt x="82284" y="31341"/>
                  </a:lnTo>
                  <a:lnTo>
                    <a:pt x="82005" y="30365"/>
                  </a:lnTo>
                  <a:lnTo>
                    <a:pt x="81727" y="29361"/>
                  </a:lnTo>
                  <a:lnTo>
                    <a:pt x="81392" y="28385"/>
                  </a:lnTo>
                  <a:lnTo>
                    <a:pt x="81057" y="27437"/>
                  </a:lnTo>
                  <a:lnTo>
                    <a:pt x="80695" y="26461"/>
                  </a:lnTo>
                  <a:lnTo>
                    <a:pt x="80304" y="25541"/>
                  </a:lnTo>
                  <a:lnTo>
                    <a:pt x="79914" y="24593"/>
                  </a:lnTo>
                  <a:lnTo>
                    <a:pt x="79468" y="23673"/>
                  </a:lnTo>
                  <a:lnTo>
                    <a:pt x="79022" y="22781"/>
                  </a:lnTo>
                  <a:lnTo>
                    <a:pt x="78548" y="21888"/>
                  </a:lnTo>
                  <a:lnTo>
                    <a:pt x="78046" y="20996"/>
                  </a:lnTo>
                  <a:lnTo>
                    <a:pt x="77544" y="20132"/>
                  </a:lnTo>
                  <a:lnTo>
                    <a:pt x="77014" y="19267"/>
                  </a:lnTo>
                  <a:lnTo>
                    <a:pt x="76457" y="18431"/>
                  </a:lnTo>
                  <a:lnTo>
                    <a:pt x="75899" y="17594"/>
                  </a:lnTo>
                  <a:lnTo>
                    <a:pt x="75285" y="16786"/>
                  </a:lnTo>
                  <a:lnTo>
                    <a:pt x="74672" y="16005"/>
                  </a:lnTo>
                  <a:lnTo>
                    <a:pt x="74059" y="15224"/>
                  </a:lnTo>
                  <a:lnTo>
                    <a:pt x="73417" y="14444"/>
                  </a:lnTo>
                  <a:lnTo>
                    <a:pt x="72748" y="13691"/>
                  </a:lnTo>
                  <a:lnTo>
                    <a:pt x="72051" y="12966"/>
                  </a:lnTo>
                  <a:lnTo>
                    <a:pt x="71354" y="12241"/>
                  </a:lnTo>
                  <a:lnTo>
                    <a:pt x="70629" y="11544"/>
                  </a:lnTo>
                  <a:lnTo>
                    <a:pt x="69904" y="10847"/>
                  </a:lnTo>
                  <a:lnTo>
                    <a:pt x="69151" y="10205"/>
                  </a:lnTo>
                  <a:lnTo>
                    <a:pt x="68398" y="9536"/>
                  </a:lnTo>
                  <a:lnTo>
                    <a:pt x="67617" y="8923"/>
                  </a:lnTo>
                  <a:lnTo>
                    <a:pt x="66809" y="8309"/>
                  </a:lnTo>
                  <a:lnTo>
                    <a:pt x="66000" y="7724"/>
                  </a:lnTo>
                  <a:lnTo>
                    <a:pt x="65164" y="7138"/>
                  </a:lnTo>
                  <a:lnTo>
                    <a:pt x="64327" y="6580"/>
                  </a:lnTo>
                  <a:lnTo>
                    <a:pt x="63463" y="6051"/>
                  </a:lnTo>
                  <a:lnTo>
                    <a:pt x="62598" y="5549"/>
                  </a:lnTo>
                  <a:lnTo>
                    <a:pt x="61734" y="5047"/>
                  </a:lnTo>
                  <a:lnTo>
                    <a:pt x="60842" y="4573"/>
                  </a:lnTo>
                  <a:lnTo>
                    <a:pt x="59922" y="4127"/>
                  </a:lnTo>
                  <a:lnTo>
                    <a:pt x="59001" y="3708"/>
                  </a:lnTo>
                  <a:lnTo>
                    <a:pt x="58081" y="3290"/>
                  </a:lnTo>
                  <a:lnTo>
                    <a:pt x="57133" y="2900"/>
                  </a:lnTo>
                  <a:lnTo>
                    <a:pt x="56185" y="2537"/>
                  </a:lnTo>
                  <a:lnTo>
                    <a:pt x="55209" y="2203"/>
                  </a:lnTo>
                  <a:lnTo>
                    <a:pt x="54233" y="1868"/>
                  </a:lnTo>
                  <a:lnTo>
                    <a:pt x="53257" y="1589"/>
                  </a:lnTo>
                  <a:lnTo>
                    <a:pt x="52254" y="1311"/>
                  </a:lnTo>
                  <a:lnTo>
                    <a:pt x="51250" y="1060"/>
                  </a:lnTo>
                  <a:lnTo>
                    <a:pt x="50218" y="864"/>
                  </a:lnTo>
                  <a:lnTo>
                    <a:pt x="49214" y="669"/>
                  </a:lnTo>
                  <a:lnTo>
                    <a:pt x="48155" y="474"/>
                  </a:lnTo>
                  <a:lnTo>
                    <a:pt x="47123" y="335"/>
                  </a:lnTo>
                  <a:lnTo>
                    <a:pt x="46064" y="223"/>
                  </a:lnTo>
                  <a:lnTo>
                    <a:pt x="45032" y="112"/>
                  </a:lnTo>
                  <a:lnTo>
                    <a:pt x="43944" y="56"/>
                  </a:lnTo>
                  <a:lnTo>
                    <a:pt x="42885" y="28"/>
                  </a:lnTo>
                  <a:lnTo>
                    <a:pt x="41797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441" name="Google Shape;1441;p17"/>
          <p:cNvSpPr/>
          <p:nvPr/>
        </p:nvSpPr>
        <p:spPr>
          <a:xfrm>
            <a:off x="8202150" y="4384722"/>
            <a:ext cx="457237" cy="429412"/>
          </a:xfrm>
          <a:custGeom>
            <a:rect b="b" l="l" r="r" t="t"/>
            <a:pathLst>
              <a:path extrusionOk="0" h="92099" w="98067">
                <a:moveTo>
                  <a:pt x="49019" y="0"/>
                </a:moveTo>
                <a:lnTo>
                  <a:pt x="48824" y="1171"/>
                </a:lnTo>
                <a:lnTo>
                  <a:pt x="48629" y="2064"/>
                </a:lnTo>
                <a:lnTo>
                  <a:pt x="48378" y="3151"/>
                </a:lnTo>
                <a:lnTo>
                  <a:pt x="48071" y="4434"/>
                </a:lnTo>
                <a:lnTo>
                  <a:pt x="47709" y="5884"/>
                </a:lnTo>
                <a:lnTo>
                  <a:pt x="47263" y="7501"/>
                </a:lnTo>
                <a:lnTo>
                  <a:pt x="46733" y="9230"/>
                </a:lnTo>
                <a:lnTo>
                  <a:pt x="46119" y="11070"/>
                </a:lnTo>
                <a:lnTo>
                  <a:pt x="45422" y="13050"/>
                </a:lnTo>
                <a:lnTo>
                  <a:pt x="44641" y="15085"/>
                </a:lnTo>
                <a:lnTo>
                  <a:pt x="43777" y="17177"/>
                </a:lnTo>
                <a:lnTo>
                  <a:pt x="43303" y="18264"/>
                </a:lnTo>
                <a:lnTo>
                  <a:pt x="42801" y="19351"/>
                </a:lnTo>
                <a:lnTo>
                  <a:pt x="42271" y="20439"/>
                </a:lnTo>
                <a:lnTo>
                  <a:pt x="41742" y="21554"/>
                </a:lnTo>
                <a:lnTo>
                  <a:pt x="41156" y="22670"/>
                </a:lnTo>
                <a:lnTo>
                  <a:pt x="40543" y="23785"/>
                </a:lnTo>
                <a:lnTo>
                  <a:pt x="39929" y="24900"/>
                </a:lnTo>
                <a:lnTo>
                  <a:pt x="39260" y="25988"/>
                </a:lnTo>
                <a:lnTo>
                  <a:pt x="38563" y="27103"/>
                </a:lnTo>
                <a:lnTo>
                  <a:pt x="37838" y="28218"/>
                </a:lnTo>
                <a:lnTo>
                  <a:pt x="37113" y="29306"/>
                </a:lnTo>
                <a:lnTo>
                  <a:pt x="36332" y="30421"/>
                </a:lnTo>
                <a:lnTo>
                  <a:pt x="35524" y="31481"/>
                </a:lnTo>
                <a:lnTo>
                  <a:pt x="34687" y="32568"/>
                </a:lnTo>
                <a:lnTo>
                  <a:pt x="33795" y="33600"/>
                </a:lnTo>
                <a:lnTo>
                  <a:pt x="32903" y="34659"/>
                </a:lnTo>
                <a:lnTo>
                  <a:pt x="31954" y="35663"/>
                </a:lnTo>
                <a:lnTo>
                  <a:pt x="30979" y="36667"/>
                </a:lnTo>
                <a:lnTo>
                  <a:pt x="29975" y="37643"/>
                </a:lnTo>
                <a:lnTo>
                  <a:pt x="28943" y="38591"/>
                </a:lnTo>
                <a:lnTo>
                  <a:pt x="27856" y="39511"/>
                </a:lnTo>
                <a:lnTo>
                  <a:pt x="26740" y="40403"/>
                </a:lnTo>
                <a:lnTo>
                  <a:pt x="25597" y="41268"/>
                </a:lnTo>
                <a:lnTo>
                  <a:pt x="24426" y="42104"/>
                </a:lnTo>
                <a:lnTo>
                  <a:pt x="23199" y="42885"/>
                </a:lnTo>
                <a:lnTo>
                  <a:pt x="21944" y="43638"/>
                </a:lnTo>
                <a:lnTo>
                  <a:pt x="20634" y="44363"/>
                </a:lnTo>
                <a:lnTo>
                  <a:pt x="19295" y="45060"/>
                </a:lnTo>
                <a:lnTo>
                  <a:pt x="17929" y="45673"/>
                </a:lnTo>
                <a:lnTo>
                  <a:pt x="16507" y="46287"/>
                </a:lnTo>
                <a:lnTo>
                  <a:pt x="15057" y="46816"/>
                </a:lnTo>
                <a:lnTo>
                  <a:pt x="13551" y="47318"/>
                </a:lnTo>
                <a:lnTo>
                  <a:pt x="12018" y="47765"/>
                </a:lnTo>
                <a:lnTo>
                  <a:pt x="10428" y="48155"/>
                </a:lnTo>
                <a:lnTo>
                  <a:pt x="8811" y="48489"/>
                </a:lnTo>
                <a:lnTo>
                  <a:pt x="7138" y="48768"/>
                </a:lnTo>
                <a:lnTo>
                  <a:pt x="5409" y="48991"/>
                </a:lnTo>
                <a:lnTo>
                  <a:pt x="3653" y="49159"/>
                </a:lnTo>
                <a:lnTo>
                  <a:pt x="1868" y="49242"/>
                </a:lnTo>
                <a:lnTo>
                  <a:pt x="948" y="49270"/>
                </a:lnTo>
                <a:lnTo>
                  <a:pt x="0" y="49298"/>
                </a:lnTo>
                <a:lnTo>
                  <a:pt x="474" y="49438"/>
                </a:lnTo>
                <a:lnTo>
                  <a:pt x="1840" y="49856"/>
                </a:lnTo>
                <a:lnTo>
                  <a:pt x="3959" y="50581"/>
                </a:lnTo>
                <a:lnTo>
                  <a:pt x="5270" y="51055"/>
                </a:lnTo>
                <a:lnTo>
                  <a:pt x="6720" y="51585"/>
                </a:lnTo>
                <a:lnTo>
                  <a:pt x="8309" y="52226"/>
                </a:lnTo>
                <a:lnTo>
                  <a:pt x="10010" y="52951"/>
                </a:lnTo>
                <a:lnTo>
                  <a:pt x="11823" y="53732"/>
                </a:lnTo>
                <a:lnTo>
                  <a:pt x="13719" y="54624"/>
                </a:lnTo>
                <a:lnTo>
                  <a:pt x="15698" y="55600"/>
                </a:lnTo>
                <a:lnTo>
                  <a:pt x="17762" y="56631"/>
                </a:lnTo>
                <a:lnTo>
                  <a:pt x="19853" y="57775"/>
                </a:lnTo>
                <a:lnTo>
                  <a:pt x="21972" y="59001"/>
                </a:lnTo>
                <a:lnTo>
                  <a:pt x="23032" y="59671"/>
                </a:lnTo>
                <a:lnTo>
                  <a:pt x="24119" y="60340"/>
                </a:lnTo>
                <a:lnTo>
                  <a:pt x="25179" y="61037"/>
                </a:lnTo>
                <a:lnTo>
                  <a:pt x="26266" y="61762"/>
                </a:lnTo>
                <a:lnTo>
                  <a:pt x="27354" y="62487"/>
                </a:lnTo>
                <a:lnTo>
                  <a:pt x="28413" y="63268"/>
                </a:lnTo>
                <a:lnTo>
                  <a:pt x="29473" y="64048"/>
                </a:lnTo>
                <a:lnTo>
                  <a:pt x="30532" y="64857"/>
                </a:lnTo>
                <a:lnTo>
                  <a:pt x="31592" y="65693"/>
                </a:lnTo>
                <a:lnTo>
                  <a:pt x="32624" y="66558"/>
                </a:lnTo>
                <a:lnTo>
                  <a:pt x="33627" y="67450"/>
                </a:lnTo>
                <a:lnTo>
                  <a:pt x="34659" y="68370"/>
                </a:lnTo>
                <a:lnTo>
                  <a:pt x="35635" y="69290"/>
                </a:lnTo>
                <a:lnTo>
                  <a:pt x="36611" y="70266"/>
                </a:lnTo>
                <a:lnTo>
                  <a:pt x="37559" y="71242"/>
                </a:lnTo>
                <a:lnTo>
                  <a:pt x="38507" y="72274"/>
                </a:lnTo>
                <a:lnTo>
                  <a:pt x="39399" y="73306"/>
                </a:lnTo>
                <a:lnTo>
                  <a:pt x="40292" y="74365"/>
                </a:lnTo>
                <a:lnTo>
                  <a:pt x="41156" y="75453"/>
                </a:lnTo>
                <a:lnTo>
                  <a:pt x="41993" y="76568"/>
                </a:lnTo>
                <a:lnTo>
                  <a:pt x="42773" y="77711"/>
                </a:lnTo>
                <a:lnTo>
                  <a:pt x="43554" y="78882"/>
                </a:lnTo>
                <a:lnTo>
                  <a:pt x="44279" y="80081"/>
                </a:lnTo>
                <a:lnTo>
                  <a:pt x="44976" y="81308"/>
                </a:lnTo>
                <a:lnTo>
                  <a:pt x="45617" y="82563"/>
                </a:lnTo>
                <a:lnTo>
                  <a:pt x="46259" y="83846"/>
                </a:lnTo>
                <a:lnTo>
                  <a:pt x="46816" y="85156"/>
                </a:lnTo>
                <a:lnTo>
                  <a:pt x="47374" y="86494"/>
                </a:lnTo>
                <a:lnTo>
                  <a:pt x="47848" y="87833"/>
                </a:lnTo>
                <a:lnTo>
                  <a:pt x="48294" y="89227"/>
                </a:lnTo>
                <a:lnTo>
                  <a:pt x="48685" y="90649"/>
                </a:lnTo>
                <a:lnTo>
                  <a:pt x="49019" y="92099"/>
                </a:lnTo>
                <a:lnTo>
                  <a:pt x="49382" y="90649"/>
                </a:lnTo>
                <a:lnTo>
                  <a:pt x="49772" y="89227"/>
                </a:lnTo>
                <a:lnTo>
                  <a:pt x="50218" y="87833"/>
                </a:lnTo>
                <a:lnTo>
                  <a:pt x="50692" y="86494"/>
                </a:lnTo>
                <a:lnTo>
                  <a:pt x="51250" y="85156"/>
                </a:lnTo>
                <a:lnTo>
                  <a:pt x="51808" y="83846"/>
                </a:lnTo>
                <a:lnTo>
                  <a:pt x="52421" y="82563"/>
                </a:lnTo>
                <a:lnTo>
                  <a:pt x="53090" y="81308"/>
                </a:lnTo>
                <a:lnTo>
                  <a:pt x="53787" y="80081"/>
                </a:lnTo>
                <a:lnTo>
                  <a:pt x="54512" y="78882"/>
                </a:lnTo>
                <a:lnTo>
                  <a:pt x="55293" y="77711"/>
                </a:lnTo>
                <a:lnTo>
                  <a:pt x="56074" y="76568"/>
                </a:lnTo>
                <a:lnTo>
                  <a:pt x="56910" y="75453"/>
                </a:lnTo>
                <a:lnTo>
                  <a:pt x="57775" y="74365"/>
                </a:lnTo>
                <a:lnTo>
                  <a:pt x="58639" y="73306"/>
                </a:lnTo>
                <a:lnTo>
                  <a:pt x="59559" y="72274"/>
                </a:lnTo>
                <a:lnTo>
                  <a:pt x="60479" y="71242"/>
                </a:lnTo>
                <a:lnTo>
                  <a:pt x="61455" y="70266"/>
                </a:lnTo>
                <a:lnTo>
                  <a:pt x="62431" y="69290"/>
                </a:lnTo>
                <a:lnTo>
                  <a:pt x="63407" y="68370"/>
                </a:lnTo>
                <a:lnTo>
                  <a:pt x="64411" y="67450"/>
                </a:lnTo>
                <a:lnTo>
                  <a:pt x="65443" y="66558"/>
                </a:lnTo>
                <a:lnTo>
                  <a:pt x="66474" y="65693"/>
                </a:lnTo>
                <a:lnTo>
                  <a:pt x="67534" y="64857"/>
                </a:lnTo>
                <a:lnTo>
                  <a:pt x="68593" y="64048"/>
                </a:lnTo>
                <a:lnTo>
                  <a:pt x="69653" y="63268"/>
                </a:lnTo>
                <a:lnTo>
                  <a:pt x="70713" y="62487"/>
                </a:lnTo>
                <a:lnTo>
                  <a:pt x="71800" y="61762"/>
                </a:lnTo>
                <a:lnTo>
                  <a:pt x="72860" y="61037"/>
                </a:lnTo>
                <a:lnTo>
                  <a:pt x="73947" y="60340"/>
                </a:lnTo>
                <a:lnTo>
                  <a:pt x="75034" y="59671"/>
                </a:lnTo>
                <a:lnTo>
                  <a:pt x="76094" y="59001"/>
                </a:lnTo>
                <a:lnTo>
                  <a:pt x="78213" y="57775"/>
                </a:lnTo>
                <a:lnTo>
                  <a:pt x="80304" y="56631"/>
                </a:lnTo>
                <a:lnTo>
                  <a:pt x="82368" y="55600"/>
                </a:lnTo>
                <a:lnTo>
                  <a:pt x="84348" y="54624"/>
                </a:lnTo>
                <a:lnTo>
                  <a:pt x="86244" y="53732"/>
                </a:lnTo>
                <a:lnTo>
                  <a:pt x="88056" y="52951"/>
                </a:lnTo>
                <a:lnTo>
                  <a:pt x="89757" y="52226"/>
                </a:lnTo>
                <a:lnTo>
                  <a:pt x="91346" y="51585"/>
                </a:lnTo>
                <a:lnTo>
                  <a:pt x="92796" y="51055"/>
                </a:lnTo>
                <a:lnTo>
                  <a:pt x="94107" y="50581"/>
                </a:lnTo>
                <a:lnTo>
                  <a:pt x="96226" y="49856"/>
                </a:lnTo>
                <a:lnTo>
                  <a:pt x="97592" y="49438"/>
                </a:lnTo>
                <a:lnTo>
                  <a:pt x="98066" y="49298"/>
                </a:lnTo>
                <a:lnTo>
                  <a:pt x="97118" y="49270"/>
                </a:lnTo>
                <a:lnTo>
                  <a:pt x="96198" y="49242"/>
                </a:lnTo>
                <a:lnTo>
                  <a:pt x="94413" y="49159"/>
                </a:lnTo>
                <a:lnTo>
                  <a:pt x="92657" y="48991"/>
                </a:lnTo>
                <a:lnTo>
                  <a:pt x="90928" y="48768"/>
                </a:lnTo>
                <a:lnTo>
                  <a:pt x="89255" y="48489"/>
                </a:lnTo>
                <a:lnTo>
                  <a:pt x="87638" y="48155"/>
                </a:lnTo>
                <a:lnTo>
                  <a:pt x="86048" y="47765"/>
                </a:lnTo>
                <a:lnTo>
                  <a:pt x="84515" y="47318"/>
                </a:lnTo>
                <a:lnTo>
                  <a:pt x="83009" y="46816"/>
                </a:lnTo>
                <a:lnTo>
                  <a:pt x="81559" y="46287"/>
                </a:lnTo>
                <a:lnTo>
                  <a:pt x="80137" y="45673"/>
                </a:lnTo>
                <a:lnTo>
                  <a:pt x="78771" y="45060"/>
                </a:lnTo>
                <a:lnTo>
                  <a:pt x="77432" y="44363"/>
                </a:lnTo>
                <a:lnTo>
                  <a:pt x="76122" y="43638"/>
                </a:lnTo>
                <a:lnTo>
                  <a:pt x="74867" y="42885"/>
                </a:lnTo>
                <a:lnTo>
                  <a:pt x="73640" y="42104"/>
                </a:lnTo>
                <a:lnTo>
                  <a:pt x="72469" y="41268"/>
                </a:lnTo>
                <a:lnTo>
                  <a:pt x="71298" y="40403"/>
                </a:lnTo>
                <a:lnTo>
                  <a:pt x="70211" y="39511"/>
                </a:lnTo>
                <a:lnTo>
                  <a:pt x="69123" y="38591"/>
                </a:lnTo>
                <a:lnTo>
                  <a:pt x="68091" y="37643"/>
                </a:lnTo>
                <a:lnTo>
                  <a:pt x="67088" y="36667"/>
                </a:lnTo>
                <a:lnTo>
                  <a:pt x="66112" y="35663"/>
                </a:lnTo>
                <a:lnTo>
                  <a:pt x="65164" y="34659"/>
                </a:lnTo>
                <a:lnTo>
                  <a:pt x="64271" y="33600"/>
                </a:lnTo>
                <a:lnTo>
                  <a:pt x="63379" y="32568"/>
                </a:lnTo>
                <a:lnTo>
                  <a:pt x="62543" y="31481"/>
                </a:lnTo>
                <a:lnTo>
                  <a:pt x="61734" y="30421"/>
                </a:lnTo>
                <a:lnTo>
                  <a:pt x="60953" y="29306"/>
                </a:lnTo>
                <a:lnTo>
                  <a:pt x="60200" y="28218"/>
                </a:lnTo>
                <a:lnTo>
                  <a:pt x="59503" y="27103"/>
                </a:lnTo>
                <a:lnTo>
                  <a:pt x="58806" y="25988"/>
                </a:lnTo>
                <a:lnTo>
                  <a:pt x="58137" y="24900"/>
                </a:lnTo>
                <a:lnTo>
                  <a:pt x="57524" y="23785"/>
                </a:lnTo>
                <a:lnTo>
                  <a:pt x="56910" y="22670"/>
                </a:lnTo>
                <a:lnTo>
                  <a:pt x="56325" y="21554"/>
                </a:lnTo>
                <a:lnTo>
                  <a:pt x="55795" y="20439"/>
                </a:lnTo>
                <a:lnTo>
                  <a:pt x="55265" y="19351"/>
                </a:lnTo>
                <a:lnTo>
                  <a:pt x="54763" y="18264"/>
                </a:lnTo>
                <a:lnTo>
                  <a:pt x="54289" y="17177"/>
                </a:lnTo>
                <a:lnTo>
                  <a:pt x="53425" y="15085"/>
                </a:lnTo>
                <a:lnTo>
                  <a:pt x="52644" y="13050"/>
                </a:lnTo>
                <a:lnTo>
                  <a:pt x="51947" y="11070"/>
                </a:lnTo>
                <a:lnTo>
                  <a:pt x="51334" y="9230"/>
                </a:lnTo>
                <a:lnTo>
                  <a:pt x="50804" y="7501"/>
                </a:lnTo>
                <a:lnTo>
                  <a:pt x="50358" y="5884"/>
                </a:lnTo>
                <a:lnTo>
                  <a:pt x="49995" y="4434"/>
                </a:lnTo>
                <a:lnTo>
                  <a:pt x="49688" y="3151"/>
                </a:lnTo>
                <a:lnTo>
                  <a:pt x="49437" y="2064"/>
                </a:lnTo>
                <a:lnTo>
                  <a:pt x="49242" y="1171"/>
                </a:lnTo>
                <a:lnTo>
                  <a:pt x="49019" y="0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42" name="Google Shape;1442;p17"/>
          <p:cNvSpPr/>
          <p:nvPr/>
        </p:nvSpPr>
        <p:spPr>
          <a:xfrm>
            <a:off x="484600" y="280722"/>
            <a:ext cx="457237" cy="429412"/>
          </a:xfrm>
          <a:custGeom>
            <a:rect b="b" l="l" r="r" t="t"/>
            <a:pathLst>
              <a:path extrusionOk="0" h="92099" w="98067">
                <a:moveTo>
                  <a:pt x="49019" y="0"/>
                </a:moveTo>
                <a:lnTo>
                  <a:pt x="48824" y="1171"/>
                </a:lnTo>
                <a:lnTo>
                  <a:pt x="48629" y="2064"/>
                </a:lnTo>
                <a:lnTo>
                  <a:pt x="48378" y="3151"/>
                </a:lnTo>
                <a:lnTo>
                  <a:pt x="48071" y="4434"/>
                </a:lnTo>
                <a:lnTo>
                  <a:pt x="47709" y="5884"/>
                </a:lnTo>
                <a:lnTo>
                  <a:pt x="47263" y="7501"/>
                </a:lnTo>
                <a:lnTo>
                  <a:pt x="46733" y="9230"/>
                </a:lnTo>
                <a:lnTo>
                  <a:pt x="46119" y="11070"/>
                </a:lnTo>
                <a:lnTo>
                  <a:pt x="45422" y="13050"/>
                </a:lnTo>
                <a:lnTo>
                  <a:pt x="44641" y="15085"/>
                </a:lnTo>
                <a:lnTo>
                  <a:pt x="43777" y="17177"/>
                </a:lnTo>
                <a:lnTo>
                  <a:pt x="43303" y="18264"/>
                </a:lnTo>
                <a:lnTo>
                  <a:pt x="42801" y="19351"/>
                </a:lnTo>
                <a:lnTo>
                  <a:pt x="42271" y="20439"/>
                </a:lnTo>
                <a:lnTo>
                  <a:pt x="41742" y="21554"/>
                </a:lnTo>
                <a:lnTo>
                  <a:pt x="41156" y="22670"/>
                </a:lnTo>
                <a:lnTo>
                  <a:pt x="40543" y="23785"/>
                </a:lnTo>
                <a:lnTo>
                  <a:pt x="39929" y="24900"/>
                </a:lnTo>
                <a:lnTo>
                  <a:pt x="39260" y="25988"/>
                </a:lnTo>
                <a:lnTo>
                  <a:pt x="38563" y="27103"/>
                </a:lnTo>
                <a:lnTo>
                  <a:pt x="37838" y="28218"/>
                </a:lnTo>
                <a:lnTo>
                  <a:pt x="37113" y="29306"/>
                </a:lnTo>
                <a:lnTo>
                  <a:pt x="36332" y="30421"/>
                </a:lnTo>
                <a:lnTo>
                  <a:pt x="35524" y="31481"/>
                </a:lnTo>
                <a:lnTo>
                  <a:pt x="34687" y="32568"/>
                </a:lnTo>
                <a:lnTo>
                  <a:pt x="33795" y="33600"/>
                </a:lnTo>
                <a:lnTo>
                  <a:pt x="32903" y="34659"/>
                </a:lnTo>
                <a:lnTo>
                  <a:pt x="31954" y="35663"/>
                </a:lnTo>
                <a:lnTo>
                  <a:pt x="30979" y="36667"/>
                </a:lnTo>
                <a:lnTo>
                  <a:pt x="29975" y="37643"/>
                </a:lnTo>
                <a:lnTo>
                  <a:pt x="28943" y="38591"/>
                </a:lnTo>
                <a:lnTo>
                  <a:pt x="27856" y="39511"/>
                </a:lnTo>
                <a:lnTo>
                  <a:pt x="26740" y="40403"/>
                </a:lnTo>
                <a:lnTo>
                  <a:pt x="25597" y="41268"/>
                </a:lnTo>
                <a:lnTo>
                  <a:pt x="24426" y="42104"/>
                </a:lnTo>
                <a:lnTo>
                  <a:pt x="23199" y="42885"/>
                </a:lnTo>
                <a:lnTo>
                  <a:pt x="21944" y="43638"/>
                </a:lnTo>
                <a:lnTo>
                  <a:pt x="20634" y="44363"/>
                </a:lnTo>
                <a:lnTo>
                  <a:pt x="19295" y="45060"/>
                </a:lnTo>
                <a:lnTo>
                  <a:pt x="17929" y="45673"/>
                </a:lnTo>
                <a:lnTo>
                  <a:pt x="16507" y="46287"/>
                </a:lnTo>
                <a:lnTo>
                  <a:pt x="15057" y="46816"/>
                </a:lnTo>
                <a:lnTo>
                  <a:pt x="13551" y="47318"/>
                </a:lnTo>
                <a:lnTo>
                  <a:pt x="12018" y="47765"/>
                </a:lnTo>
                <a:lnTo>
                  <a:pt x="10428" y="48155"/>
                </a:lnTo>
                <a:lnTo>
                  <a:pt x="8811" y="48489"/>
                </a:lnTo>
                <a:lnTo>
                  <a:pt x="7138" y="48768"/>
                </a:lnTo>
                <a:lnTo>
                  <a:pt x="5409" y="48991"/>
                </a:lnTo>
                <a:lnTo>
                  <a:pt x="3653" y="49159"/>
                </a:lnTo>
                <a:lnTo>
                  <a:pt x="1868" y="49242"/>
                </a:lnTo>
                <a:lnTo>
                  <a:pt x="948" y="49270"/>
                </a:lnTo>
                <a:lnTo>
                  <a:pt x="0" y="49298"/>
                </a:lnTo>
                <a:lnTo>
                  <a:pt x="474" y="49438"/>
                </a:lnTo>
                <a:lnTo>
                  <a:pt x="1840" y="49856"/>
                </a:lnTo>
                <a:lnTo>
                  <a:pt x="3959" y="50581"/>
                </a:lnTo>
                <a:lnTo>
                  <a:pt x="5270" y="51055"/>
                </a:lnTo>
                <a:lnTo>
                  <a:pt x="6720" y="51585"/>
                </a:lnTo>
                <a:lnTo>
                  <a:pt x="8309" y="52226"/>
                </a:lnTo>
                <a:lnTo>
                  <a:pt x="10010" y="52951"/>
                </a:lnTo>
                <a:lnTo>
                  <a:pt x="11823" y="53732"/>
                </a:lnTo>
                <a:lnTo>
                  <a:pt x="13719" y="54624"/>
                </a:lnTo>
                <a:lnTo>
                  <a:pt x="15698" y="55600"/>
                </a:lnTo>
                <a:lnTo>
                  <a:pt x="17762" y="56631"/>
                </a:lnTo>
                <a:lnTo>
                  <a:pt x="19853" y="57775"/>
                </a:lnTo>
                <a:lnTo>
                  <a:pt x="21972" y="59001"/>
                </a:lnTo>
                <a:lnTo>
                  <a:pt x="23032" y="59671"/>
                </a:lnTo>
                <a:lnTo>
                  <a:pt x="24119" y="60340"/>
                </a:lnTo>
                <a:lnTo>
                  <a:pt x="25179" y="61037"/>
                </a:lnTo>
                <a:lnTo>
                  <a:pt x="26266" y="61762"/>
                </a:lnTo>
                <a:lnTo>
                  <a:pt x="27354" y="62487"/>
                </a:lnTo>
                <a:lnTo>
                  <a:pt x="28413" y="63268"/>
                </a:lnTo>
                <a:lnTo>
                  <a:pt x="29473" y="64048"/>
                </a:lnTo>
                <a:lnTo>
                  <a:pt x="30532" y="64857"/>
                </a:lnTo>
                <a:lnTo>
                  <a:pt x="31592" y="65693"/>
                </a:lnTo>
                <a:lnTo>
                  <a:pt x="32624" y="66558"/>
                </a:lnTo>
                <a:lnTo>
                  <a:pt x="33627" y="67450"/>
                </a:lnTo>
                <a:lnTo>
                  <a:pt x="34659" y="68370"/>
                </a:lnTo>
                <a:lnTo>
                  <a:pt x="35635" y="69290"/>
                </a:lnTo>
                <a:lnTo>
                  <a:pt x="36611" y="70266"/>
                </a:lnTo>
                <a:lnTo>
                  <a:pt x="37559" y="71242"/>
                </a:lnTo>
                <a:lnTo>
                  <a:pt x="38507" y="72274"/>
                </a:lnTo>
                <a:lnTo>
                  <a:pt x="39399" y="73306"/>
                </a:lnTo>
                <a:lnTo>
                  <a:pt x="40292" y="74365"/>
                </a:lnTo>
                <a:lnTo>
                  <a:pt x="41156" y="75453"/>
                </a:lnTo>
                <a:lnTo>
                  <a:pt x="41993" y="76568"/>
                </a:lnTo>
                <a:lnTo>
                  <a:pt x="42773" y="77711"/>
                </a:lnTo>
                <a:lnTo>
                  <a:pt x="43554" y="78882"/>
                </a:lnTo>
                <a:lnTo>
                  <a:pt x="44279" y="80081"/>
                </a:lnTo>
                <a:lnTo>
                  <a:pt x="44976" y="81308"/>
                </a:lnTo>
                <a:lnTo>
                  <a:pt x="45617" y="82563"/>
                </a:lnTo>
                <a:lnTo>
                  <a:pt x="46259" y="83846"/>
                </a:lnTo>
                <a:lnTo>
                  <a:pt x="46816" y="85156"/>
                </a:lnTo>
                <a:lnTo>
                  <a:pt x="47374" y="86494"/>
                </a:lnTo>
                <a:lnTo>
                  <a:pt x="47848" y="87833"/>
                </a:lnTo>
                <a:lnTo>
                  <a:pt x="48294" y="89227"/>
                </a:lnTo>
                <a:lnTo>
                  <a:pt x="48685" y="90649"/>
                </a:lnTo>
                <a:lnTo>
                  <a:pt x="49019" y="92099"/>
                </a:lnTo>
                <a:lnTo>
                  <a:pt x="49382" y="90649"/>
                </a:lnTo>
                <a:lnTo>
                  <a:pt x="49772" y="89227"/>
                </a:lnTo>
                <a:lnTo>
                  <a:pt x="50218" y="87833"/>
                </a:lnTo>
                <a:lnTo>
                  <a:pt x="50692" y="86494"/>
                </a:lnTo>
                <a:lnTo>
                  <a:pt x="51250" y="85156"/>
                </a:lnTo>
                <a:lnTo>
                  <a:pt x="51808" y="83846"/>
                </a:lnTo>
                <a:lnTo>
                  <a:pt x="52421" y="82563"/>
                </a:lnTo>
                <a:lnTo>
                  <a:pt x="53090" y="81308"/>
                </a:lnTo>
                <a:lnTo>
                  <a:pt x="53787" y="80081"/>
                </a:lnTo>
                <a:lnTo>
                  <a:pt x="54512" y="78882"/>
                </a:lnTo>
                <a:lnTo>
                  <a:pt x="55293" y="77711"/>
                </a:lnTo>
                <a:lnTo>
                  <a:pt x="56074" y="76568"/>
                </a:lnTo>
                <a:lnTo>
                  <a:pt x="56910" y="75453"/>
                </a:lnTo>
                <a:lnTo>
                  <a:pt x="57775" y="74365"/>
                </a:lnTo>
                <a:lnTo>
                  <a:pt x="58639" y="73306"/>
                </a:lnTo>
                <a:lnTo>
                  <a:pt x="59559" y="72274"/>
                </a:lnTo>
                <a:lnTo>
                  <a:pt x="60479" y="71242"/>
                </a:lnTo>
                <a:lnTo>
                  <a:pt x="61455" y="70266"/>
                </a:lnTo>
                <a:lnTo>
                  <a:pt x="62431" y="69290"/>
                </a:lnTo>
                <a:lnTo>
                  <a:pt x="63407" y="68370"/>
                </a:lnTo>
                <a:lnTo>
                  <a:pt x="64411" y="67450"/>
                </a:lnTo>
                <a:lnTo>
                  <a:pt x="65443" y="66558"/>
                </a:lnTo>
                <a:lnTo>
                  <a:pt x="66474" y="65693"/>
                </a:lnTo>
                <a:lnTo>
                  <a:pt x="67534" y="64857"/>
                </a:lnTo>
                <a:lnTo>
                  <a:pt x="68593" y="64048"/>
                </a:lnTo>
                <a:lnTo>
                  <a:pt x="69653" y="63268"/>
                </a:lnTo>
                <a:lnTo>
                  <a:pt x="70713" y="62487"/>
                </a:lnTo>
                <a:lnTo>
                  <a:pt x="71800" y="61762"/>
                </a:lnTo>
                <a:lnTo>
                  <a:pt x="72860" y="61037"/>
                </a:lnTo>
                <a:lnTo>
                  <a:pt x="73947" y="60340"/>
                </a:lnTo>
                <a:lnTo>
                  <a:pt x="75034" y="59671"/>
                </a:lnTo>
                <a:lnTo>
                  <a:pt x="76094" y="59001"/>
                </a:lnTo>
                <a:lnTo>
                  <a:pt x="78213" y="57775"/>
                </a:lnTo>
                <a:lnTo>
                  <a:pt x="80304" y="56631"/>
                </a:lnTo>
                <a:lnTo>
                  <a:pt x="82368" y="55600"/>
                </a:lnTo>
                <a:lnTo>
                  <a:pt x="84348" y="54624"/>
                </a:lnTo>
                <a:lnTo>
                  <a:pt x="86244" y="53732"/>
                </a:lnTo>
                <a:lnTo>
                  <a:pt x="88056" y="52951"/>
                </a:lnTo>
                <a:lnTo>
                  <a:pt x="89757" y="52226"/>
                </a:lnTo>
                <a:lnTo>
                  <a:pt x="91346" y="51585"/>
                </a:lnTo>
                <a:lnTo>
                  <a:pt x="92796" y="51055"/>
                </a:lnTo>
                <a:lnTo>
                  <a:pt x="94107" y="50581"/>
                </a:lnTo>
                <a:lnTo>
                  <a:pt x="96226" y="49856"/>
                </a:lnTo>
                <a:lnTo>
                  <a:pt x="97592" y="49438"/>
                </a:lnTo>
                <a:lnTo>
                  <a:pt x="98066" y="49298"/>
                </a:lnTo>
                <a:lnTo>
                  <a:pt x="97118" y="49270"/>
                </a:lnTo>
                <a:lnTo>
                  <a:pt x="96198" y="49242"/>
                </a:lnTo>
                <a:lnTo>
                  <a:pt x="94413" y="49159"/>
                </a:lnTo>
                <a:lnTo>
                  <a:pt x="92657" y="48991"/>
                </a:lnTo>
                <a:lnTo>
                  <a:pt x="90928" y="48768"/>
                </a:lnTo>
                <a:lnTo>
                  <a:pt x="89255" y="48489"/>
                </a:lnTo>
                <a:lnTo>
                  <a:pt x="87638" y="48155"/>
                </a:lnTo>
                <a:lnTo>
                  <a:pt x="86048" y="47765"/>
                </a:lnTo>
                <a:lnTo>
                  <a:pt x="84515" y="47318"/>
                </a:lnTo>
                <a:lnTo>
                  <a:pt x="83009" y="46816"/>
                </a:lnTo>
                <a:lnTo>
                  <a:pt x="81559" y="46287"/>
                </a:lnTo>
                <a:lnTo>
                  <a:pt x="80137" y="45673"/>
                </a:lnTo>
                <a:lnTo>
                  <a:pt x="78771" y="45060"/>
                </a:lnTo>
                <a:lnTo>
                  <a:pt x="77432" y="44363"/>
                </a:lnTo>
                <a:lnTo>
                  <a:pt x="76122" y="43638"/>
                </a:lnTo>
                <a:lnTo>
                  <a:pt x="74867" y="42885"/>
                </a:lnTo>
                <a:lnTo>
                  <a:pt x="73640" y="42104"/>
                </a:lnTo>
                <a:lnTo>
                  <a:pt x="72469" y="41268"/>
                </a:lnTo>
                <a:lnTo>
                  <a:pt x="71298" y="40403"/>
                </a:lnTo>
                <a:lnTo>
                  <a:pt x="70211" y="39511"/>
                </a:lnTo>
                <a:lnTo>
                  <a:pt x="69123" y="38591"/>
                </a:lnTo>
                <a:lnTo>
                  <a:pt x="68091" y="37643"/>
                </a:lnTo>
                <a:lnTo>
                  <a:pt x="67088" y="36667"/>
                </a:lnTo>
                <a:lnTo>
                  <a:pt x="66112" y="35663"/>
                </a:lnTo>
                <a:lnTo>
                  <a:pt x="65164" y="34659"/>
                </a:lnTo>
                <a:lnTo>
                  <a:pt x="64271" y="33600"/>
                </a:lnTo>
                <a:lnTo>
                  <a:pt x="63379" y="32568"/>
                </a:lnTo>
                <a:lnTo>
                  <a:pt x="62543" y="31481"/>
                </a:lnTo>
                <a:lnTo>
                  <a:pt x="61734" y="30421"/>
                </a:lnTo>
                <a:lnTo>
                  <a:pt x="60953" y="29306"/>
                </a:lnTo>
                <a:lnTo>
                  <a:pt x="60200" y="28218"/>
                </a:lnTo>
                <a:lnTo>
                  <a:pt x="59503" y="27103"/>
                </a:lnTo>
                <a:lnTo>
                  <a:pt x="58806" y="25988"/>
                </a:lnTo>
                <a:lnTo>
                  <a:pt x="58137" y="24900"/>
                </a:lnTo>
                <a:lnTo>
                  <a:pt x="57524" y="23785"/>
                </a:lnTo>
                <a:lnTo>
                  <a:pt x="56910" y="22670"/>
                </a:lnTo>
                <a:lnTo>
                  <a:pt x="56325" y="21554"/>
                </a:lnTo>
                <a:lnTo>
                  <a:pt x="55795" y="20439"/>
                </a:lnTo>
                <a:lnTo>
                  <a:pt x="55265" y="19351"/>
                </a:lnTo>
                <a:lnTo>
                  <a:pt x="54763" y="18264"/>
                </a:lnTo>
                <a:lnTo>
                  <a:pt x="54289" y="17177"/>
                </a:lnTo>
                <a:lnTo>
                  <a:pt x="53425" y="15085"/>
                </a:lnTo>
                <a:lnTo>
                  <a:pt x="52644" y="13050"/>
                </a:lnTo>
                <a:lnTo>
                  <a:pt x="51947" y="11070"/>
                </a:lnTo>
                <a:lnTo>
                  <a:pt x="51334" y="9230"/>
                </a:lnTo>
                <a:lnTo>
                  <a:pt x="50804" y="7501"/>
                </a:lnTo>
                <a:lnTo>
                  <a:pt x="50358" y="5884"/>
                </a:lnTo>
                <a:lnTo>
                  <a:pt x="49995" y="4434"/>
                </a:lnTo>
                <a:lnTo>
                  <a:pt x="49688" y="3151"/>
                </a:lnTo>
                <a:lnTo>
                  <a:pt x="49437" y="2064"/>
                </a:lnTo>
                <a:lnTo>
                  <a:pt x="49242" y="1171"/>
                </a:lnTo>
                <a:lnTo>
                  <a:pt x="49019" y="0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443" name="Google Shape;1443;p17"/>
          <p:cNvGrpSpPr/>
          <p:nvPr/>
        </p:nvGrpSpPr>
        <p:grpSpPr>
          <a:xfrm flipH="1" rot="2700000">
            <a:off x="-2243747" y="347213"/>
            <a:ext cx="2946912" cy="1512954"/>
            <a:chOff x="-1306807" y="-1638114"/>
            <a:chExt cx="2946940" cy="1512969"/>
          </a:xfrm>
        </p:grpSpPr>
        <p:sp>
          <p:nvSpPr>
            <p:cNvPr id="1444" name="Google Shape;1444;p17"/>
            <p:cNvSpPr/>
            <p:nvPr/>
          </p:nvSpPr>
          <p:spPr>
            <a:xfrm flipH="1">
              <a:off x="-1306807" y="-1638114"/>
              <a:ext cx="2946940" cy="1512969"/>
            </a:xfrm>
            <a:custGeom>
              <a:rect b="b" l="l" r="r" t="t"/>
              <a:pathLst>
                <a:path extrusionOk="0" h="27062" w="52711">
                  <a:moveTo>
                    <a:pt x="48008" y="81"/>
                  </a:moveTo>
                  <a:lnTo>
                    <a:pt x="48654" y="122"/>
                  </a:lnTo>
                  <a:lnTo>
                    <a:pt x="49300" y="202"/>
                  </a:lnTo>
                  <a:lnTo>
                    <a:pt x="49623" y="243"/>
                  </a:lnTo>
                  <a:lnTo>
                    <a:pt x="49946" y="323"/>
                  </a:lnTo>
                  <a:lnTo>
                    <a:pt x="50248" y="404"/>
                  </a:lnTo>
                  <a:lnTo>
                    <a:pt x="50551" y="485"/>
                  </a:lnTo>
                  <a:lnTo>
                    <a:pt x="50854" y="606"/>
                  </a:lnTo>
                  <a:lnTo>
                    <a:pt x="51156" y="727"/>
                  </a:lnTo>
                  <a:lnTo>
                    <a:pt x="51399" y="848"/>
                  </a:lnTo>
                  <a:lnTo>
                    <a:pt x="51621" y="989"/>
                  </a:lnTo>
                  <a:lnTo>
                    <a:pt x="51822" y="1131"/>
                  </a:lnTo>
                  <a:lnTo>
                    <a:pt x="52004" y="1272"/>
                  </a:lnTo>
                  <a:lnTo>
                    <a:pt x="52165" y="1413"/>
                  </a:lnTo>
                  <a:lnTo>
                    <a:pt x="52287" y="1575"/>
                  </a:lnTo>
                  <a:lnTo>
                    <a:pt x="52408" y="1756"/>
                  </a:lnTo>
                  <a:lnTo>
                    <a:pt x="52488" y="1938"/>
                  </a:lnTo>
                  <a:lnTo>
                    <a:pt x="52569" y="2180"/>
                  </a:lnTo>
                  <a:lnTo>
                    <a:pt x="52609" y="2301"/>
                  </a:lnTo>
                  <a:lnTo>
                    <a:pt x="52630" y="2442"/>
                  </a:lnTo>
                  <a:lnTo>
                    <a:pt x="52630" y="2604"/>
                  </a:lnTo>
                  <a:lnTo>
                    <a:pt x="52609" y="2765"/>
                  </a:lnTo>
                  <a:lnTo>
                    <a:pt x="52589" y="2947"/>
                  </a:lnTo>
                  <a:lnTo>
                    <a:pt x="52549" y="3128"/>
                  </a:lnTo>
                  <a:lnTo>
                    <a:pt x="52488" y="3330"/>
                  </a:lnTo>
                  <a:lnTo>
                    <a:pt x="52408" y="3532"/>
                  </a:lnTo>
                  <a:lnTo>
                    <a:pt x="52307" y="3754"/>
                  </a:lnTo>
                  <a:lnTo>
                    <a:pt x="52186" y="3976"/>
                  </a:lnTo>
                  <a:lnTo>
                    <a:pt x="52024" y="4218"/>
                  </a:lnTo>
                  <a:lnTo>
                    <a:pt x="51843" y="4460"/>
                  </a:lnTo>
                  <a:lnTo>
                    <a:pt x="51641" y="4702"/>
                  </a:lnTo>
                  <a:lnTo>
                    <a:pt x="51399" y="4965"/>
                  </a:lnTo>
                  <a:lnTo>
                    <a:pt x="50854" y="5530"/>
                  </a:lnTo>
                  <a:lnTo>
                    <a:pt x="50269" y="6075"/>
                  </a:lnTo>
                  <a:lnTo>
                    <a:pt x="49118" y="7124"/>
                  </a:lnTo>
                  <a:lnTo>
                    <a:pt x="48311" y="7851"/>
                  </a:lnTo>
                  <a:lnTo>
                    <a:pt x="47524" y="8597"/>
                  </a:lnTo>
                  <a:lnTo>
                    <a:pt x="47141" y="8981"/>
                  </a:lnTo>
                  <a:lnTo>
                    <a:pt x="46777" y="9364"/>
                  </a:lnTo>
                  <a:lnTo>
                    <a:pt x="46414" y="9747"/>
                  </a:lnTo>
                  <a:lnTo>
                    <a:pt x="46071" y="10151"/>
                  </a:lnTo>
                  <a:lnTo>
                    <a:pt x="45748" y="10555"/>
                  </a:lnTo>
                  <a:lnTo>
                    <a:pt x="45446" y="10978"/>
                  </a:lnTo>
                  <a:lnTo>
                    <a:pt x="45163" y="11422"/>
                  </a:lnTo>
                  <a:lnTo>
                    <a:pt x="44901" y="11866"/>
                  </a:lnTo>
                  <a:lnTo>
                    <a:pt x="44658" y="12331"/>
                  </a:lnTo>
                  <a:lnTo>
                    <a:pt x="44457" y="12795"/>
                  </a:lnTo>
                  <a:lnTo>
                    <a:pt x="44295" y="13299"/>
                  </a:lnTo>
                  <a:lnTo>
                    <a:pt x="44154" y="13804"/>
                  </a:lnTo>
                  <a:lnTo>
                    <a:pt x="44093" y="14127"/>
                  </a:lnTo>
                  <a:lnTo>
                    <a:pt x="44033" y="14449"/>
                  </a:lnTo>
                  <a:lnTo>
                    <a:pt x="43972" y="15095"/>
                  </a:lnTo>
                  <a:lnTo>
                    <a:pt x="43932" y="15761"/>
                  </a:lnTo>
                  <a:lnTo>
                    <a:pt x="43912" y="16407"/>
                  </a:lnTo>
                  <a:lnTo>
                    <a:pt x="43871" y="17194"/>
                  </a:lnTo>
                  <a:lnTo>
                    <a:pt x="43811" y="17981"/>
                  </a:lnTo>
                  <a:lnTo>
                    <a:pt x="43771" y="18385"/>
                  </a:lnTo>
                  <a:lnTo>
                    <a:pt x="43710" y="18768"/>
                  </a:lnTo>
                  <a:lnTo>
                    <a:pt x="43609" y="19151"/>
                  </a:lnTo>
                  <a:lnTo>
                    <a:pt x="43508" y="19535"/>
                  </a:lnTo>
                  <a:lnTo>
                    <a:pt x="43306" y="20039"/>
                  </a:lnTo>
                  <a:lnTo>
                    <a:pt x="43064" y="20544"/>
                  </a:lnTo>
                  <a:lnTo>
                    <a:pt x="42782" y="21028"/>
                  </a:lnTo>
                  <a:lnTo>
                    <a:pt x="42459" y="21492"/>
                  </a:lnTo>
                  <a:lnTo>
                    <a:pt x="42096" y="21936"/>
                  </a:lnTo>
                  <a:lnTo>
                    <a:pt x="41692" y="22360"/>
                  </a:lnTo>
                  <a:lnTo>
                    <a:pt x="41248" y="22764"/>
                  </a:lnTo>
                  <a:lnTo>
                    <a:pt x="40784" y="23127"/>
                  </a:lnTo>
                  <a:lnTo>
                    <a:pt x="40300" y="23470"/>
                  </a:lnTo>
                  <a:lnTo>
                    <a:pt x="39795" y="23773"/>
                  </a:lnTo>
                  <a:lnTo>
                    <a:pt x="39270" y="24035"/>
                  </a:lnTo>
                  <a:lnTo>
                    <a:pt x="38746" y="24277"/>
                  </a:lnTo>
                  <a:lnTo>
                    <a:pt x="38181" y="24479"/>
                  </a:lnTo>
                  <a:lnTo>
                    <a:pt x="37636" y="24640"/>
                  </a:lnTo>
                  <a:lnTo>
                    <a:pt x="37071" y="24782"/>
                  </a:lnTo>
                  <a:lnTo>
                    <a:pt x="36506" y="24862"/>
                  </a:lnTo>
                  <a:lnTo>
                    <a:pt x="34790" y="25125"/>
                  </a:lnTo>
                  <a:lnTo>
                    <a:pt x="32894" y="25387"/>
                  </a:lnTo>
                  <a:lnTo>
                    <a:pt x="30250" y="25791"/>
                  </a:lnTo>
                  <a:lnTo>
                    <a:pt x="27485" y="26174"/>
                  </a:lnTo>
                  <a:lnTo>
                    <a:pt x="26093" y="26356"/>
                  </a:lnTo>
                  <a:lnTo>
                    <a:pt x="24680" y="26517"/>
                  </a:lnTo>
                  <a:lnTo>
                    <a:pt x="23247" y="26679"/>
                  </a:lnTo>
                  <a:lnTo>
                    <a:pt x="21855" y="26800"/>
                  </a:lnTo>
                  <a:lnTo>
                    <a:pt x="20564" y="26901"/>
                  </a:lnTo>
                  <a:lnTo>
                    <a:pt x="19252" y="26961"/>
                  </a:lnTo>
                  <a:lnTo>
                    <a:pt x="17900" y="26981"/>
                  </a:lnTo>
                  <a:lnTo>
                    <a:pt x="16548" y="26961"/>
                  </a:lnTo>
                  <a:lnTo>
                    <a:pt x="15175" y="26901"/>
                  </a:lnTo>
                  <a:lnTo>
                    <a:pt x="13783" y="26820"/>
                  </a:lnTo>
                  <a:lnTo>
                    <a:pt x="12370" y="26699"/>
                  </a:lnTo>
                  <a:lnTo>
                    <a:pt x="10958" y="26558"/>
                  </a:lnTo>
                  <a:lnTo>
                    <a:pt x="10837" y="26537"/>
                  </a:lnTo>
                  <a:lnTo>
                    <a:pt x="9626" y="26396"/>
                  </a:lnTo>
                  <a:lnTo>
                    <a:pt x="8334" y="26214"/>
                  </a:lnTo>
                  <a:lnTo>
                    <a:pt x="7648" y="26093"/>
                  </a:lnTo>
                  <a:lnTo>
                    <a:pt x="6962" y="25972"/>
                  </a:lnTo>
                  <a:lnTo>
                    <a:pt x="6276" y="25851"/>
                  </a:lnTo>
                  <a:lnTo>
                    <a:pt x="5590" y="25690"/>
                  </a:lnTo>
                  <a:lnTo>
                    <a:pt x="4924" y="25508"/>
                  </a:lnTo>
                  <a:lnTo>
                    <a:pt x="4258" y="25327"/>
                  </a:lnTo>
                  <a:lnTo>
                    <a:pt x="3612" y="25105"/>
                  </a:lnTo>
                  <a:lnTo>
                    <a:pt x="3007" y="24862"/>
                  </a:lnTo>
                  <a:lnTo>
                    <a:pt x="2422" y="24580"/>
                  </a:lnTo>
                  <a:lnTo>
                    <a:pt x="1877" y="24277"/>
                  </a:lnTo>
                  <a:lnTo>
                    <a:pt x="1614" y="24136"/>
                  </a:lnTo>
                  <a:lnTo>
                    <a:pt x="1372" y="23954"/>
                  </a:lnTo>
                  <a:lnTo>
                    <a:pt x="1130" y="23773"/>
                  </a:lnTo>
                  <a:lnTo>
                    <a:pt x="908" y="23591"/>
                  </a:lnTo>
                  <a:lnTo>
                    <a:pt x="727" y="23409"/>
                  </a:lnTo>
                  <a:lnTo>
                    <a:pt x="545" y="23208"/>
                  </a:lnTo>
                  <a:lnTo>
                    <a:pt x="404" y="23026"/>
                  </a:lnTo>
                  <a:lnTo>
                    <a:pt x="283" y="22824"/>
                  </a:lnTo>
                  <a:lnTo>
                    <a:pt x="202" y="22643"/>
                  </a:lnTo>
                  <a:lnTo>
                    <a:pt x="121" y="22441"/>
                  </a:lnTo>
                  <a:lnTo>
                    <a:pt x="101" y="22239"/>
                  </a:lnTo>
                  <a:lnTo>
                    <a:pt x="81" y="22037"/>
                  </a:lnTo>
                  <a:lnTo>
                    <a:pt x="101" y="21815"/>
                  </a:lnTo>
                  <a:lnTo>
                    <a:pt x="141" y="21593"/>
                  </a:lnTo>
                  <a:lnTo>
                    <a:pt x="202" y="21371"/>
                  </a:lnTo>
                  <a:lnTo>
                    <a:pt x="303" y="21149"/>
                  </a:lnTo>
                  <a:lnTo>
                    <a:pt x="424" y="20947"/>
                  </a:lnTo>
                  <a:lnTo>
                    <a:pt x="565" y="20725"/>
                  </a:lnTo>
                  <a:lnTo>
                    <a:pt x="706" y="20524"/>
                  </a:lnTo>
                  <a:lnTo>
                    <a:pt x="888" y="20302"/>
                  </a:lnTo>
                  <a:lnTo>
                    <a:pt x="1251" y="19898"/>
                  </a:lnTo>
                  <a:lnTo>
                    <a:pt x="1675" y="19494"/>
                  </a:lnTo>
                  <a:lnTo>
                    <a:pt x="2099" y="19111"/>
                  </a:lnTo>
                  <a:lnTo>
                    <a:pt x="2543" y="18748"/>
                  </a:lnTo>
                  <a:lnTo>
                    <a:pt x="3168" y="18183"/>
                  </a:lnTo>
                  <a:lnTo>
                    <a:pt x="3451" y="17920"/>
                  </a:lnTo>
                  <a:lnTo>
                    <a:pt x="3713" y="17658"/>
                  </a:lnTo>
                  <a:lnTo>
                    <a:pt x="4641" y="16669"/>
                  </a:lnTo>
                  <a:lnTo>
                    <a:pt x="5570" y="15701"/>
                  </a:lnTo>
                  <a:lnTo>
                    <a:pt x="6498" y="14793"/>
                  </a:lnTo>
                  <a:lnTo>
                    <a:pt x="7426" y="13925"/>
                  </a:lnTo>
                  <a:lnTo>
                    <a:pt x="8375" y="13097"/>
                  </a:lnTo>
                  <a:lnTo>
                    <a:pt x="9323" y="12310"/>
                  </a:lnTo>
                  <a:lnTo>
                    <a:pt x="10272" y="11564"/>
                  </a:lnTo>
                  <a:lnTo>
                    <a:pt x="11240" y="10857"/>
                  </a:lnTo>
                  <a:lnTo>
                    <a:pt x="12370" y="10091"/>
                  </a:lnTo>
                  <a:lnTo>
                    <a:pt x="13521" y="9324"/>
                  </a:lnTo>
                  <a:lnTo>
                    <a:pt x="14711" y="8597"/>
                  </a:lnTo>
                  <a:lnTo>
                    <a:pt x="15922" y="7911"/>
                  </a:lnTo>
                  <a:lnTo>
                    <a:pt x="17153" y="7245"/>
                  </a:lnTo>
                  <a:lnTo>
                    <a:pt x="18424" y="6599"/>
                  </a:lnTo>
                  <a:lnTo>
                    <a:pt x="19716" y="5994"/>
                  </a:lnTo>
                  <a:lnTo>
                    <a:pt x="21028" y="5429"/>
                  </a:lnTo>
                  <a:lnTo>
                    <a:pt x="22380" y="4864"/>
                  </a:lnTo>
                  <a:lnTo>
                    <a:pt x="23752" y="4339"/>
                  </a:lnTo>
                  <a:lnTo>
                    <a:pt x="25165" y="3855"/>
                  </a:lnTo>
                  <a:lnTo>
                    <a:pt x="26597" y="3391"/>
                  </a:lnTo>
                  <a:lnTo>
                    <a:pt x="28050" y="2967"/>
                  </a:lnTo>
                  <a:lnTo>
                    <a:pt x="29544" y="2563"/>
                  </a:lnTo>
                  <a:lnTo>
                    <a:pt x="31037" y="2180"/>
                  </a:lnTo>
                  <a:lnTo>
                    <a:pt x="32591" y="1837"/>
                  </a:lnTo>
                  <a:lnTo>
                    <a:pt x="34145" y="1514"/>
                  </a:lnTo>
                  <a:lnTo>
                    <a:pt x="35739" y="1231"/>
                  </a:lnTo>
                  <a:lnTo>
                    <a:pt x="37374" y="989"/>
                  </a:lnTo>
                  <a:lnTo>
                    <a:pt x="39028" y="747"/>
                  </a:lnTo>
                  <a:lnTo>
                    <a:pt x="40723" y="566"/>
                  </a:lnTo>
                  <a:lnTo>
                    <a:pt x="42439" y="384"/>
                  </a:lnTo>
                  <a:lnTo>
                    <a:pt x="44194" y="243"/>
                  </a:lnTo>
                  <a:lnTo>
                    <a:pt x="45970" y="142"/>
                  </a:lnTo>
                  <a:lnTo>
                    <a:pt x="46656" y="101"/>
                  </a:lnTo>
                  <a:lnTo>
                    <a:pt x="47342" y="81"/>
                  </a:lnTo>
                  <a:close/>
                  <a:moveTo>
                    <a:pt x="47302" y="1"/>
                  </a:moveTo>
                  <a:lnTo>
                    <a:pt x="46636" y="21"/>
                  </a:lnTo>
                  <a:lnTo>
                    <a:pt x="45970" y="61"/>
                  </a:lnTo>
                  <a:lnTo>
                    <a:pt x="44194" y="162"/>
                  </a:lnTo>
                  <a:lnTo>
                    <a:pt x="42439" y="303"/>
                  </a:lnTo>
                  <a:lnTo>
                    <a:pt x="40703" y="485"/>
                  </a:lnTo>
                  <a:lnTo>
                    <a:pt x="39028" y="666"/>
                  </a:lnTo>
                  <a:lnTo>
                    <a:pt x="37353" y="909"/>
                  </a:lnTo>
                  <a:lnTo>
                    <a:pt x="35739" y="1151"/>
                  </a:lnTo>
                  <a:lnTo>
                    <a:pt x="34145" y="1453"/>
                  </a:lnTo>
                  <a:lnTo>
                    <a:pt x="32571" y="1756"/>
                  </a:lnTo>
                  <a:lnTo>
                    <a:pt x="31017" y="2099"/>
                  </a:lnTo>
                  <a:lnTo>
                    <a:pt x="29523" y="2483"/>
                  </a:lnTo>
                  <a:lnTo>
                    <a:pt x="28030" y="2886"/>
                  </a:lnTo>
                  <a:lnTo>
                    <a:pt x="26577" y="3310"/>
                  </a:lnTo>
                  <a:lnTo>
                    <a:pt x="25144" y="3774"/>
                  </a:lnTo>
                  <a:lnTo>
                    <a:pt x="23732" y="4279"/>
                  </a:lnTo>
                  <a:lnTo>
                    <a:pt x="22339" y="4803"/>
                  </a:lnTo>
                  <a:lnTo>
                    <a:pt x="20987" y="5348"/>
                  </a:lnTo>
                  <a:lnTo>
                    <a:pt x="19676" y="5933"/>
                  </a:lnTo>
                  <a:lnTo>
                    <a:pt x="18384" y="6539"/>
                  </a:lnTo>
                  <a:lnTo>
                    <a:pt x="17113" y="7164"/>
                  </a:lnTo>
                  <a:lnTo>
                    <a:pt x="15882" y="7830"/>
                  </a:lnTo>
                  <a:lnTo>
                    <a:pt x="14671" y="8537"/>
                  </a:lnTo>
                  <a:lnTo>
                    <a:pt x="13480" y="9263"/>
                  </a:lnTo>
                  <a:lnTo>
                    <a:pt x="12330" y="10010"/>
                  </a:lnTo>
                  <a:lnTo>
                    <a:pt x="11200" y="10797"/>
                  </a:lnTo>
                  <a:lnTo>
                    <a:pt x="10231" y="11503"/>
                  </a:lnTo>
                  <a:lnTo>
                    <a:pt x="9263" y="12250"/>
                  </a:lnTo>
                  <a:lnTo>
                    <a:pt x="8314" y="13037"/>
                  </a:lnTo>
                  <a:lnTo>
                    <a:pt x="7386" y="13864"/>
                  </a:lnTo>
                  <a:lnTo>
                    <a:pt x="6438" y="14732"/>
                  </a:lnTo>
                  <a:lnTo>
                    <a:pt x="5509" y="15640"/>
                  </a:lnTo>
                  <a:lnTo>
                    <a:pt x="4581" y="16609"/>
                  </a:lnTo>
                  <a:lnTo>
                    <a:pt x="3653" y="17598"/>
                  </a:lnTo>
                  <a:lnTo>
                    <a:pt x="3390" y="17860"/>
                  </a:lnTo>
                  <a:lnTo>
                    <a:pt x="3108" y="18122"/>
                  </a:lnTo>
                  <a:lnTo>
                    <a:pt x="2482" y="18687"/>
                  </a:lnTo>
                  <a:lnTo>
                    <a:pt x="2038" y="19051"/>
                  </a:lnTo>
                  <a:lnTo>
                    <a:pt x="1614" y="19454"/>
                  </a:lnTo>
                  <a:lnTo>
                    <a:pt x="1191" y="19858"/>
                  </a:lnTo>
                  <a:lnTo>
                    <a:pt x="807" y="20261"/>
                  </a:lnTo>
                  <a:lnTo>
                    <a:pt x="646" y="20483"/>
                  </a:lnTo>
                  <a:lnTo>
                    <a:pt x="484" y="20685"/>
                  </a:lnTo>
                  <a:lnTo>
                    <a:pt x="343" y="20907"/>
                  </a:lnTo>
                  <a:lnTo>
                    <a:pt x="222" y="21129"/>
                  </a:lnTo>
                  <a:lnTo>
                    <a:pt x="141" y="21351"/>
                  </a:lnTo>
                  <a:lnTo>
                    <a:pt x="61" y="21573"/>
                  </a:lnTo>
                  <a:lnTo>
                    <a:pt x="20" y="21795"/>
                  </a:lnTo>
                  <a:lnTo>
                    <a:pt x="0" y="22037"/>
                  </a:lnTo>
                  <a:lnTo>
                    <a:pt x="20" y="22239"/>
                  </a:lnTo>
                  <a:lnTo>
                    <a:pt x="61" y="22441"/>
                  </a:lnTo>
                  <a:lnTo>
                    <a:pt x="121" y="22663"/>
                  </a:lnTo>
                  <a:lnTo>
                    <a:pt x="222" y="22865"/>
                  </a:lnTo>
                  <a:lnTo>
                    <a:pt x="343" y="23066"/>
                  </a:lnTo>
                  <a:lnTo>
                    <a:pt x="484" y="23268"/>
                  </a:lnTo>
                  <a:lnTo>
                    <a:pt x="666" y="23470"/>
                  </a:lnTo>
                  <a:lnTo>
                    <a:pt x="868" y="23652"/>
                  </a:lnTo>
                  <a:lnTo>
                    <a:pt x="1090" y="23833"/>
                  </a:lnTo>
                  <a:lnTo>
                    <a:pt x="1312" y="24015"/>
                  </a:lnTo>
                  <a:lnTo>
                    <a:pt x="1574" y="24196"/>
                  </a:lnTo>
                  <a:lnTo>
                    <a:pt x="1836" y="24358"/>
                  </a:lnTo>
                  <a:lnTo>
                    <a:pt x="2381" y="24661"/>
                  </a:lnTo>
                  <a:lnTo>
                    <a:pt x="2967" y="24923"/>
                  </a:lnTo>
                  <a:lnTo>
                    <a:pt x="3592" y="25165"/>
                  </a:lnTo>
                  <a:lnTo>
                    <a:pt x="4218" y="25387"/>
                  </a:lnTo>
                  <a:lnTo>
                    <a:pt x="4884" y="25589"/>
                  </a:lnTo>
                  <a:lnTo>
                    <a:pt x="5570" y="25770"/>
                  </a:lnTo>
                  <a:lnTo>
                    <a:pt x="6256" y="25912"/>
                  </a:lnTo>
                  <a:lnTo>
                    <a:pt x="6942" y="26053"/>
                  </a:lnTo>
                  <a:lnTo>
                    <a:pt x="7628" y="26174"/>
                  </a:lnTo>
                  <a:lnTo>
                    <a:pt x="8314" y="26295"/>
                  </a:lnTo>
                  <a:lnTo>
                    <a:pt x="9606" y="26477"/>
                  </a:lnTo>
                  <a:lnTo>
                    <a:pt x="10817" y="26618"/>
                  </a:lnTo>
                  <a:lnTo>
                    <a:pt x="10938" y="26638"/>
                  </a:lnTo>
                  <a:lnTo>
                    <a:pt x="11826" y="26739"/>
                  </a:lnTo>
                  <a:lnTo>
                    <a:pt x="12693" y="26820"/>
                  </a:lnTo>
                  <a:lnTo>
                    <a:pt x="13561" y="26880"/>
                  </a:lnTo>
                  <a:lnTo>
                    <a:pt x="14429" y="26941"/>
                  </a:lnTo>
                  <a:lnTo>
                    <a:pt x="15276" y="27001"/>
                  </a:lnTo>
                  <a:lnTo>
                    <a:pt x="16124" y="27022"/>
                  </a:lnTo>
                  <a:lnTo>
                    <a:pt x="16971" y="27042"/>
                  </a:lnTo>
                  <a:lnTo>
                    <a:pt x="17799" y="27062"/>
                  </a:lnTo>
                  <a:lnTo>
                    <a:pt x="18828" y="27042"/>
                  </a:lnTo>
                  <a:lnTo>
                    <a:pt x="19857" y="27022"/>
                  </a:lnTo>
                  <a:lnTo>
                    <a:pt x="20866" y="26961"/>
                  </a:lnTo>
                  <a:lnTo>
                    <a:pt x="21855" y="26880"/>
                  </a:lnTo>
                  <a:lnTo>
                    <a:pt x="23268" y="26759"/>
                  </a:lnTo>
                  <a:lnTo>
                    <a:pt x="24680" y="26598"/>
                  </a:lnTo>
                  <a:lnTo>
                    <a:pt x="26093" y="26436"/>
                  </a:lnTo>
                  <a:lnTo>
                    <a:pt x="27505" y="26255"/>
                  </a:lnTo>
                  <a:lnTo>
                    <a:pt x="30270" y="25871"/>
                  </a:lnTo>
                  <a:lnTo>
                    <a:pt x="32914" y="25468"/>
                  </a:lnTo>
                  <a:lnTo>
                    <a:pt x="34790" y="25205"/>
                  </a:lnTo>
                  <a:lnTo>
                    <a:pt x="36506" y="24943"/>
                  </a:lnTo>
                  <a:lnTo>
                    <a:pt x="37091" y="24862"/>
                  </a:lnTo>
                  <a:lnTo>
                    <a:pt x="37656" y="24721"/>
                  </a:lnTo>
                  <a:lnTo>
                    <a:pt x="38221" y="24539"/>
                  </a:lnTo>
                  <a:lnTo>
                    <a:pt x="38766" y="24338"/>
                  </a:lnTo>
                  <a:lnTo>
                    <a:pt x="39311" y="24096"/>
                  </a:lnTo>
                  <a:lnTo>
                    <a:pt x="39835" y="23833"/>
                  </a:lnTo>
                  <a:lnTo>
                    <a:pt x="40340" y="23530"/>
                  </a:lnTo>
                  <a:lnTo>
                    <a:pt x="40824" y="23208"/>
                  </a:lnTo>
                  <a:lnTo>
                    <a:pt x="41309" y="22824"/>
                  </a:lnTo>
                  <a:lnTo>
                    <a:pt x="41753" y="22421"/>
                  </a:lnTo>
                  <a:lnTo>
                    <a:pt x="42156" y="21977"/>
                  </a:lnTo>
                  <a:lnTo>
                    <a:pt x="42540" y="21533"/>
                  </a:lnTo>
                  <a:lnTo>
                    <a:pt x="42862" y="21069"/>
                  </a:lnTo>
                  <a:lnTo>
                    <a:pt x="43145" y="20584"/>
                  </a:lnTo>
                  <a:lnTo>
                    <a:pt x="43387" y="20080"/>
                  </a:lnTo>
                  <a:lnTo>
                    <a:pt x="43589" y="19555"/>
                  </a:lnTo>
                  <a:lnTo>
                    <a:pt x="43690" y="19172"/>
                  </a:lnTo>
                  <a:lnTo>
                    <a:pt x="43771" y="18788"/>
                  </a:lnTo>
                  <a:lnTo>
                    <a:pt x="43851" y="18385"/>
                  </a:lnTo>
                  <a:lnTo>
                    <a:pt x="43892" y="18001"/>
                  </a:lnTo>
                  <a:lnTo>
                    <a:pt x="43952" y="17194"/>
                  </a:lnTo>
                  <a:lnTo>
                    <a:pt x="43993" y="16407"/>
                  </a:lnTo>
                  <a:lnTo>
                    <a:pt x="44013" y="15761"/>
                  </a:lnTo>
                  <a:lnTo>
                    <a:pt x="44053" y="15115"/>
                  </a:lnTo>
                  <a:lnTo>
                    <a:pt x="44114" y="14449"/>
                  </a:lnTo>
                  <a:lnTo>
                    <a:pt x="44174" y="14147"/>
                  </a:lnTo>
                  <a:lnTo>
                    <a:pt x="44235" y="13824"/>
                  </a:lnTo>
                  <a:lnTo>
                    <a:pt x="44376" y="13319"/>
                  </a:lnTo>
                  <a:lnTo>
                    <a:pt x="44537" y="12815"/>
                  </a:lnTo>
                  <a:lnTo>
                    <a:pt x="44739" y="12351"/>
                  </a:lnTo>
                  <a:lnTo>
                    <a:pt x="44981" y="11887"/>
                  </a:lnTo>
                  <a:lnTo>
                    <a:pt x="45224" y="11443"/>
                  </a:lnTo>
                  <a:lnTo>
                    <a:pt x="45506" y="11019"/>
                  </a:lnTo>
                  <a:lnTo>
                    <a:pt x="45809" y="10595"/>
                  </a:lnTo>
                  <a:lnTo>
                    <a:pt x="46152" y="10191"/>
                  </a:lnTo>
                  <a:lnTo>
                    <a:pt x="46475" y="9788"/>
                  </a:lnTo>
                  <a:lnTo>
                    <a:pt x="46838" y="9404"/>
                  </a:lnTo>
                  <a:lnTo>
                    <a:pt x="47201" y="9021"/>
                  </a:lnTo>
                  <a:lnTo>
                    <a:pt x="47585" y="8658"/>
                  </a:lnTo>
                  <a:lnTo>
                    <a:pt x="48372" y="7911"/>
                  </a:lnTo>
                  <a:lnTo>
                    <a:pt x="49159" y="7185"/>
                  </a:lnTo>
                  <a:lnTo>
                    <a:pt x="50329" y="6135"/>
                  </a:lnTo>
                  <a:lnTo>
                    <a:pt x="50894" y="5590"/>
                  </a:lnTo>
                  <a:lnTo>
                    <a:pt x="51459" y="5025"/>
                  </a:lnTo>
                  <a:lnTo>
                    <a:pt x="51742" y="4702"/>
                  </a:lnTo>
                  <a:lnTo>
                    <a:pt x="52024" y="4359"/>
                  </a:lnTo>
                  <a:lnTo>
                    <a:pt x="52266" y="3976"/>
                  </a:lnTo>
                  <a:lnTo>
                    <a:pt x="52387" y="3774"/>
                  </a:lnTo>
                  <a:lnTo>
                    <a:pt x="52468" y="3572"/>
                  </a:lnTo>
                  <a:lnTo>
                    <a:pt x="52569" y="3371"/>
                  </a:lnTo>
                  <a:lnTo>
                    <a:pt x="52630" y="3169"/>
                  </a:lnTo>
                  <a:lnTo>
                    <a:pt x="52670" y="2947"/>
                  </a:lnTo>
                  <a:lnTo>
                    <a:pt x="52710" y="2745"/>
                  </a:lnTo>
                  <a:lnTo>
                    <a:pt x="52710" y="2523"/>
                  </a:lnTo>
                  <a:lnTo>
                    <a:pt x="52690" y="2321"/>
                  </a:lnTo>
                  <a:lnTo>
                    <a:pt x="52650" y="2099"/>
                  </a:lnTo>
                  <a:lnTo>
                    <a:pt x="52569" y="1897"/>
                  </a:lnTo>
                  <a:lnTo>
                    <a:pt x="52468" y="1716"/>
                  </a:lnTo>
                  <a:lnTo>
                    <a:pt x="52367" y="1534"/>
                  </a:lnTo>
                  <a:lnTo>
                    <a:pt x="52226" y="1373"/>
                  </a:lnTo>
                  <a:lnTo>
                    <a:pt x="52065" y="1211"/>
                  </a:lnTo>
                  <a:lnTo>
                    <a:pt x="51883" y="1070"/>
                  </a:lnTo>
                  <a:lnTo>
                    <a:pt x="51661" y="909"/>
                  </a:lnTo>
                  <a:lnTo>
                    <a:pt x="51439" y="788"/>
                  </a:lnTo>
                  <a:lnTo>
                    <a:pt x="51197" y="666"/>
                  </a:lnTo>
                  <a:lnTo>
                    <a:pt x="50894" y="525"/>
                  </a:lnTo>
                  <a:lnTo>
                    <a:pt x="50571" y="424"/>
                  </a:lnTo>
                  <a:lnTo>
                    <a:pt x="50269" y="323"/>
                  </a:lnTo>
                  <a:lnTo>
                    <a:pt x="49946" y="243"/>
                  </a:lnTo>
                  <a:lnTo>
                    <a:pt x="49623" y="182"/>
                  </a:lnTo>
                  <a:lnTo>
                    <a:pt x="49300" y="122"/>
                  </a:lnTo>
                  <a:lnTo>
                    <a:pt x="48654" y="41"/>
                  </a:lnTo>
                  <a:lnTo>
                    <a:pt x="47988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45" name="Google Shape;1445;p17"/>
            <p:cNvSpPr/>
            <p:nvPr/>
          </p:nvSpPr>
          <p:spPr>
            <a:xfrm flipH="1">
              <a:off x="-1104859" y="-1581704"/>
              <a:ext cx="2259893" cy="1045918"/>
            </a:xfrm>
            <a:custGeom>
              <a:rect b="b" l="l" r="r" t="t"/>
              <a:pathLst>
                <a:path extrusionOk="0" h="18708" w="40422">
                  <a:moveTo>
                    <a:pt x="37434" y="81"/>
                  </a:moveTo>
                  <a:lnTo>
                    <a:pt x="37919" y="101"/>
                  </a:lnTo>
                  <a:lnTo>
                    <a:pt x="38403" y="162"/>
                  </a:lnTo>
                  <a:lnTo>
                    <a:pt x="38887" y="263"/>
                  </a:lnTo>
                  <a:lnTo>
                    <a:pt x="39372" y="384"/>
                  </a:lnTo>
                  <a:lnTo>
                    <a:pt x="39634" y="485"/>
                  </a:lnTo>
                  <a:lnTo>
                    <a:pt x="39796" y="566"/>
                  </a:lnTo>
                  <a:lnTo>
                    <a:pt x="39957" y="666"/>
                  </a:lnTo>
                  <a:lnTo>
                    <a:pt x="40098" y="808"/>
                  </a:lnTo>
                  <a:lnTo>
                    <a:pt x="40219" y="949"/>
                  </a:lnTo>
                  <a:lnTo>
                    <a:pt x="40260" y="1030"/>
                  </a:lnTo>
                  <a:lnTo>
                    <a:pt x="40300" y="1110"/>
                  </a:lnTo>
                  <a:lnTo>
                    <a:pt x="40320" y="1211"/>
                  </a:lnTo>
                  <a:lnTo>
                    <a:pt x="40340" y="1292"/>
                  </a:lnTo>
                  <a:lnTo>
                    <a:pt x="40320" y="1413"/>
                  </a:lnTo>
                  <a:lnTo>
                    <a:pt x="40300" y="1534"/>
                  </a:lnTo>
                  <a:lnTo>
                    <a:pt x="40260" y="1655"/>
                  </a:lnTo>
                  <a:lnTo>
                    <a:pt x="40199" y="1756"/>
                  </a:lnTo>
                  <a:lnTo>
                    <a:pt x="40058" y="1958"/>
                  </a:lnTo>
                  <a:lnTo>
                    <a:pt x="39876" y="2160"/>
                  </a:lnTo>
                  <a:lnTo>
                    <a:pt x="39513" y="2523"/>
                  </a:lnTo>
                  <a:lnTo>
                    <a:pt x="39130" y="2886"/>
                  </a:lnTo>
                  <a:lnTo>
                    <a:pt x="38322" y="3572"/>
                  </a:lnTo>
                  <a:lnTo>
                    <a:pt x="37677" y="4117"/>
                  </a:lnTo>
                  <a:lnTo>
                    <a:pt x="37051" y="4682"/>
                  </a:lnTo>
                  <a:lnTo>
                    <a:pt x="36748" y="4985"/>
                  </a:lnTo>
                  <a:lnTo>
                    <a:pt x="36466" y="5308"/>
                  </a:lnTo>
                  <a:lnTo>
                    <a:pt x="36203" y="5631"/>
                  </a:lnTo>
                  <a:lnTo>
                    <a:pt x="35961" y="5974"/>
                  </a:lnTo>
                  <a:lnTo>
                    <a:pt x="35719" y="6337"/>
                  </a:lnTo>
                  <a:lnTo>
                    <a:pt x="35517" y="6700"/>
                  </a:lnTo>
                  <a:lnTo>
                    <a:pt x="35336" y="7084"/>
                  </a:lnTo>
                  <a:lnTo>
                    <a:pt x="35174" y="7467"/>
                  </a:lnTo>
                  <a:lnTo>
                    <a:pt x="34872" y="8254"/>
                  </a:lnTo>
                  <a:lnTo>
                    <a:pt x="34589" y="9041"/>
                  </a:lnTo>
                  <a:lnTo>
                    <a:pt x="34307" y="9869"/>
                  </a:lnTo>
                  <a:lnTo>
                    <a:pt x="34145" y="10292"/>
                  </a:lnTo>
                  <a:lnTo>
                    <a:pt x="33984" y="10696"/>
                  </a:lnTo>
                  <a:lnTo>
                    <a:pt x="33802" y="11100"/>
                  </a:lnTo>
                  <a:lnTo>
                    <a:pt x="33600" y="11503"/>
                  </a:lnTo>
                  <a:lnTo>
                    <a:pt x="33378" y="11887"/>
                  </a:lnTo>
                  <a:lnTo>
                    <a:pt x="33136" y="12250"/>
                  </a:lnTo>
                  <a:lnTo>
                    <a:pt x="32914" y="12512"/>
                  </a:lnTo>
                  <a:lnTo>
                    <a:pt x="32712" y="12754"/>
                  </a:lnTo>
                  <a:lnTo>
                    <a:pt x="32470" y="12996"/>
                  </a:lnTo>
                  <a:lnTo>
                    <a:pt x="32228" y="13239"/>
                  </a:lnTo>
                  <a:lnTo>
                    <a:pt x="31986" y="13440"/>
                  </a:lnTo>
                  <a:lnTo>
                    <a:pt x="31724" y="13642"/>
                  </a:lnTo>
                  <a:lnTo>
                    <a:pt x="31199" y="14026"/>
                  </a:lnTo>
                  <a:lnTo>
                    <a:pt x="30634" y="14369"/>
                  </a:lnTo>
                  <a:lnTo>
                    <a:pt x="30069" y="14692"/>
                  </a:lnTo>
                  <a:lnTo>
                    <a:pt x="29504" y="14954"/>
                  </a:lnTo>
                  <a:lnTo>
                    <a:pt x="28939" y="15216"/>
                  </a:lnTo>
                  <a:lnTo>
                    <a:pt x="27970" y="15640"/>
                  </a:lnTo>
                  <a:lnTo>
                    <a:pt x="26961" y="16024"/>
                  </a:lnTo>
                  <a:lnTo>
                    <a:pt x="25952" y="16387"/>
                  </a:lnTo>
                  <a:lnTo>
                    <a:pt x="24923" y="16730"/>
                  </a:lnTo>
                  <a:lnTo>
                    <a:pt x="23873" y="17033"/>
                  </a:lnTo>
                  <a:lnTo>
                    <a:pt x="22804" y="17315"/>
                  </a:lnTo>
                  <a:lnTo>
                    <a:pt x="21714" y="17557"/>
                  </a:lnTo>
                  <a:lnTo>
                    <a:pt x="20604" y="17799"/>
                  </a:lnTo>
                  <a:lnTo>
                    <a:pt x="19494" y="18001"/>
                  </a:lnTo>
                  <a:lnTo>
                    <a:pt x="18344" y="18163"/>
                  </a:lnTo>
                  <a:lnTo>
                    <a:pt x="17194" y="18304"/>
                  </a:lnTo>
                  <a:lnTo>
                    <a:pt x="16023" y="18425"/>
                  </a:lnTo>
                  <a:lnTo>
                    <a:pt x="14833" y="18526"/>
                  </a:lnTo>
                  <a:lnTo>
                    <a:pt x="13622" y="18586"/>
                  </a:lnTo>
                  <a:lnTo>
                    <a:pt x="12391" y="18607"/>
                  </a:lnTo>
                  <a:lnTo>
                    <a:pt x="11160" y="18627"/>
                  </a:lnTo>
                  <a:lnTo>
                    <a:pt x="10091" y="18607"/>
                  </a:lnTo>
                  <a:lnTo>
                    <a:pt x="8981" y="18566"/>
                  </a:lnTo>
                  <a:lnTo>
                    <a:pt x="7810" y="18465"/>
                  </a:lnTo>
                  <a:lnTo>
                    <a:pt x="7205" y="18405"/>
                  </a:lnTo>
                  <a:lnTo>
                    <a:pt x="6599" y="18324"/>
                  </a:lnTo>
                  <a:lnTo>
                    <a:pt x="5994" y="18243"/>
                  </a:lnTo>
                  <a:lnTo>
                    <a:pt x="5368" y="18122"/>
                  </a:lnTo>
                  <a:lnTo>
                    <a:pt x="4763" y="17981"/>
                  </a:lnTo>
                  <a:lnTo>
                    <a:pt x="4137" y="17840"/>
                  </a:lnTo>
                  <a:lnTo>
                    <a:pt x="3532" y="17658"/>
                  </a:lnTo>
                  <a:lnTo>
                    <a:pt x="2927" y="17456"/>
                  </a:lnTo>
                  <a:lnTo>
                    <a:pt x="2321" y="17234"/>
                  </a:lnTo>
                  <a:lnTo>
                    <a:pt x="1716" y="16972"/>
                  </a:lnTo>
                  <a:lnTo>
                    <a:pt x="1312" y="16790"/>
                  </a:lnTo>
                  <a:lnTo>
                    <a:pt x="1131" y="16669"/>
                  </a:lnTo>
                  <a:lnTo>
                    <a:pt x="949" y="16548"/>
                  </a:lnTo>
                  <a:lnTo>
                    <a:pt x="767" y="16427"/>
                  </a:lnTo>
                  <a:lnTo>
                    <a:pt x="606" y="16286"/>
                  </a:lnTo>
                  <a:lnTo>
                    <a:pt x="465" y="16124"/>
                  </a:lnTo>
                  <a:lnTo>
                    <a:pt x="323" y="15963"/>
                  </a:lnTo>
                  <a:lnTo>
                    <a:pt x="243" y="15802"/>
                  </a:lnTo>
                  <a:lnTo>
                    <a:pt x="162" y="15640"/>
                  </a:lnTo>
                  <a:lnTo>
                    <a:pt x="122" y="15499"/>
                  </a:lnTo>
                  <a:lnTo>
                    <a:pt x="101" y="15337"/>
                  </a:lnTo>
                  <a:lnTo>
                    <a:pt x="81" y="15196"/>
                  </a:lnTo>
                  <a:lnTo>
                    <a:pt x="101" y="15055"/>
                  </a:lnTo>
                  <a:lnTo>
                    <a:pt x="122" y="14914"/>
                  </a:lnTo>
                  <a:lnTo>
                    <a:pt x="162" y="14772"/>
                  </a:lnTo>
                  <a:lnTo>
                    <a:pt x="222" y="14631"/>
                  </a:lnTo>
                  <a:lnTo>
                    <a:pt x="283" y="14490"/>
                  </a:lnTo>
                  <a:lnTo>
                    <a:pt x="444" y="14207"/>
                  </a:lnTo>
                  <a:lnTo>
                    <a:pt x="646" y="13945"/>
                  </a:lnTo>
                  <a:lnTo>
                    <a:pt x="868" y="13703"/>
                  </a:lnTo>
                  <a:lnTo>
                    <a:pt x="1453" y="13077"/>
                  </a:lnTo>
                  <a:lnTo>
                    <a:pt x="2059" y="12472"/>
                  </a:lnTo>
                  <a:lnTo>
                    <a:pt x="2684" y="11887"/>
                  </a:lnTo>
                  <a:lnTo>
                    <a:pt x="3310" y="11322"/>
                  </a:lnTo>
                  <a:lnTo>
                    <a:pt x="3936" y="10797"/>
                  </a:lnTo>
                  <a:lnTo>
                    <a:pt x="4602" y="10272"/>
                  </a:lnTo>
                  <a:lnTo>
                    <a:pt x="5267" y="9768"/>
                  </a:lnTo>
                  <a:lnTo>
                    <a:pt x="5974" y="9283"/>
                  </a:lnTo>
                  <a:lnTo>
                    <a:pt x="6680" y="8819"/>
                  </a:lnTo>
                  <a:lnTo>
                    <a:pt x="7427" y="8355"/>
                  </a:lnTo>
                  <a:lnTo>
                    <a:pt x="8173" y="7891"/>
                  </a:lnTo>
                  <a:lnTo>
                    <a:pt x="8960" y="7467"/>
                  </a:lnTo>
                  <a:lnTo>
                    <a:pt x="9808" y="7003"/>
                  </a:lnTo>
                  <a:lnTo>
                    <a:pt x="10676" y="6579"/>
                  </a:lnTo>
                  <a:lnTo>
                    <a:pt x="11564" y="6155"/>
                  </a:lnTo>
                  <a:lnTo>
                    <a:pt x="12492" y="5752"/>
                  </a:lnTo>
                  <a:lnTo>
                    <a:pt x="13380" y="5389"/>
                  </a:lnTo>
                  <a:lnTo>
                    <a:pt x="14268" y="5046"/>
                  </a:lnTo>
                  <a:lnTo>
                    <a:pt x="15176" y="4702"/>
                  </a:lnTo>
                  <a:lnTo>
                    <a:pt x="16084" y="4380"/>
                  </a:lnTo>
                  <a:lnTo>
                    <a:pt x="17012" y="4077"/>
                  </a:lnTo>
                  <a:lnTo>
                    <a:pt x="17920" y="3794"/>
                  </a:lnTo>
                  <a:lnTo>
                    <a:pt x="18849" y="3512"/>
                  </a:lnTo>
                  <a:lnTo>
                    <a:pt x="19777" y="3270"/>
                  </a:lnTo>
                  <a:lnTo>
                    <a:pt x="21613" y="2765"/>
                  </a:lnTo>
                  <a:lnTo>
                    <a:pt x="23470" y="2321"/>
                  </a:lnTo>
                  <a:lnTo>
                    <a:pt x="25286" y="1918"/>
                  </a:lnTo>
                  <a:lnTo>
                    <a:pt x="27102" y="1534"/>
                  </a:lnTo>
                  <a:lnTo>
                    <a:pt x="29362" y="1070"/>
                  </a:lnTo>
                  <a:lnTo>
                    <a:pt x="30452" y="868"/>
                  </a:lnTo>
                  <a:lnTo>
                    <a:pt x="31502" y="687"/>
                  </a:lnTo>
                  <a:lnTo>
                    <a:pt x="32531" y="525"/>
                  </a:lnTo>
                  <a:lnTo>
                    <a:pt x="33560" y="384"/>
                  </a:lnTo>
                  <a:lnTo>
                    <a:pt x="34569" y="263"/>
                  </a:lnTo>
                  <a:lnTo>
                    <a:pt x="35578" y="162"/>
                  </a:lnTo>
                  <a:lnTo>
                    <a:pt x="36486" y="81"/>
                  </a:lnTo>
                  <a:close/>
                  <a:moveTo>
                    <a:pt x="36486" y="1"/>
                  </a:moveTo>
                  <a:lnTo>
                    <a:pt x="35558" y="81"/>
                  </a:lnTo>
                  <a:lnTo>
                    <a:pt x="34549" y="182"/>
                  </a:lnTo>
                  <a:lnTo>
                    <a:pt x="33540" y="303"/>
                  </a:lnTo>
                  <a:lnTo>
                    <a:pt x="32511" y="444"/>
                  </a:lnTo>
                  <a:lnTo>
                    <a:pt x="31481" y="606"/>
                  </a:lnTo>
                  <a:lnTo>
                    <a:pt x="30432" y="788"/>
                  </a:lnTo>
                  <a:lnTo>
                    <a:pt x="29362" y="989"/>
                  </a:lnTo>
                  <a:lnTo>
                    <a:pt x="27082" y="1453"/>
                  </a:lnTo>
                  <a:lnTo>
                    <a:pt x="25286" y="1837"/>
                  </a:lnTo>
                  <a:lnTo>
                    <a:pt x="23450" y="2241"/>
                  </a:lnTo>
                  <a:lnTo>
                    <a:pt x="21593" y="2705"/>
                  </a:lnTo>
                  <a:lnTo>
                    <a:pt x="19757" y="3189"/>
                  </a:lnTo>
                  <a:lnTo>
                    <a:pt x="18828" y="3451"/>
                  </a:lnTo>
                  <a:lnTo>
                    <a:pt x="17900" y="3714"/>
                  </a:lnTo>
                  <a:lnTo>
                    <a:pt x="16992" y="3996"/>
                  </a:lnTo>
                  <a:lnTo>
                    <a:pt x="16064" y="4299"/>
                  </a:lnTo>
                  <a:lnTo>
                    <a:pt x="15156" y="4622"/>
                  </a:lnTo>
                  <a:lnTo>
                    <a:pt x="14248" y="4965"/>
                  </a:lnTo>
                  <a:lnTo>
                    <a:pt x="13339" y="5308"/>
                  </a:lnTo>
                  <a:lnTo>
                    <a:pt x="12452" y="5691"/>
                  </a:lnTo>
                  <a:lnTo>
                    <a:pt x="11543" y="6095"/>
                  </a:lnTo>
                  <a:lnTo>
                    <a:pt x="10635" y="6499"/>
                  </a:lnTo>
                  <a:lnTo>
                    <a:pt x="9768" y="6942"/>
                  </a:lnTo>
                  <a:lnTo>
                    <a:pt x="8920" y="7386"/>
                  </a:lnTo>
                  <a:lnTo>
                    <a:pt x="8133" y="7830"/>
                  </a:lnTo>
                  <a:lnTo>
                    <a:pt x="7386" y="8274"/>
                  </a:lnTo>
                  <a:lnTo>
                    <a:pt x="6640" y="8738"/>
                  </a:lnTo>
                  <a:lnTo>
                    <a:pt x="5933" y="9223"/>
                  </a:lnTo>
                  <a:lnTo>
                    <a:pt x="5227" y="9707"/>
                  </a:lnTo>
                  <a:lnTo>
                    <a:pt x="4541" y="10212"/>
                  </a:lnTo>
                  <a:lnTo>
                    <a:pt x="3895" y="10736"/>
                  </a:lnTo>
                  <a:lnTo>
                    <a:pt x="3270" y="11261"/>
                  </a:lnTo>
                  <a:lnTo>
                    <a:pt x="2624" y="11826"/>
                  </a:lnTo>
                  <a:lnTo>
                    <a:pt x="1998" y="12411"/>
                  </a:lnTo>
                  <a:lnTo>
                    <a:pt x="1393" y="13017"/>
                  </a:lnTo>
                  <a:lnTo>
                    <a:pt x="808" y="13642"/>
                  </a:lnTo>
                  <a:lnTo>
                    <a:pt x="586" y="13905"/>
                  </a:lnTo>
                  <a:lnTo>
                    <a:pt x="364" y="14187"/>
                  </a:lnTo>
                  <a:lnTo>
                    <a:pt x="202" y="14470"/>
                  </a:lnTo>
                  <a:lnTo>
                    <a:pt x="122" y="14611"/>
                  </a:lnTo>
                  <a:lnTo>
                    <a:pt x="81" y="14752"/>
                  </a:lnTo>
                  <a:lnTo>
                    <a:pt x="41" y="14893"/>
                  </a:lnTo>
                  <a:lnTo>
                    <a:pt x="0" y="15055"/>
                  </a:lnTo>
                  <a:lnTo>
                    <a:pt x="0" y="15196"/>
                  </a:lnTo>
                  <a:lnTo>
                    <a:pt x="0" y="15358"/>
                  </a:lnTo>
                  <a:lnTo>
                    <a:pt x="41" y="15519"/>
                  </a:lnTo>
                  <a:lnTo>
                    <a:pt x="101" y="15680"/>
                  </a:lnTo>
                  <a:lnTo>
                    <a:pt x="162" y="15842"/>
                  </a:lnTo>
                  <a:lnTo>
                    <a:pt x="263" y="16003"/>
                  </a:lnTo>
                  <a:lnTo>
                    <a:pt x="404" y="16185"/>
                  </a:lnTo>
                  <a:lnTo>
                    <a:pt x="545" y="16346"/>
                  </a:lnTo>
                  <a:lnTo>
                    <a:pt x="727" y="16488"/>
                  </a:lnTo>
                  <a:lnTo>
                    <a:pt x="888" y="16629"/>
                  </a:lnTo>
                  <a:lnTo>
                    <a:pt x="1090" y="16750"/>
                  </a:lnTo>
                  <a:lnTo>
                    <a:pt x="1272" y="16851"/>
                  </a:lnTo>
                  <a:lnTo>
                    <a:pt x="1675" y="17053"/>
                  </a:lnTo>
                  <a:lnTo>
                    <a:pt x="2281" y="17295"/>
                  </a:lnTo>
                  <a:lnTo>
                    <a:pt x="2886" y="17537"/>
                  </a:lnTo>
                  <a:lnTo>
                    <a:pt x="3512" y="17739"/>
                  </a:lnTo>
                  <a:lnTo>
                    <a:pt x="4117" y="17920"/>
                  </a:lnTo>
                  <a:lnTo>
                    <a:pt x="4743" y="18062"/>
                  </a:lnTo>
                  <a:lnTo>
                    <a:pt x="5348" y="18203"/>
                  </a:lnTo>
                  <a:lnTo>
                    <a:pt x="5974" y="18324"/>
                  </a:lnTo>
                  <a:lnTo>
                    <a:pt x="6579" y="18405"/>
                  </a:lnTo>
                  <a:lnTo>
                    <a:pt x="7185" y="18485"/>
                  </a:lnTo>
                  <a:lnTo>
                    <a:pt x="7790" y="18546"/>
                  </a:lnTo>
                  <a:lnTo>
                    <a:pt x="8960" y="18647"/>
                  </a:lnTo>
                  <a:lnTo>
                    <a:pt x="10091" y="18687"/>
                  </a:lnTo>
                  <a:lnTo>
                    <a:pt x="11160" y="18707"/>
                  </a:lnTo>
                  <a:lnTo>
                    <a:pt x="11443" y="18707"/>
                  </a:lnTo>
                  <a:lnTo>
                    <a:pt x="12653" y="18687"/>
                  </a:lnTo>
                  <a:lnTo>
                    <a:pt x="13864" y="18647"/>
                  </a:lnTo>
                  <a:lnTo>
                    <a:pt x="15055" y="18586"/>
                  </a:lnTo>
                  <a:lnTo>
                    <a:pt x="16225" y="18485"/>
                  </a:lnTo>
                  <a:lnTo>
                    <a:pt x="17376" y="18364"/>
                  </a:lnTo>
                  <a:lnTo>
                    <a:pt x="18526" y="18223"/>
                  </a:lnTo>
                  <a:lnTo>
                    <a:pt x="19636" y="18042"/>
                  </a:lnTo>
                  <a:lnTo>
                    <a:pt x="20746" y="17840"/>
                  </a:lnTo>
                  <a:lnTo>
                    <a:pt x="21835" y="17618"/>
                  </a:lnTo>
                  <a:lnTo>
                    <a:pt x="22905" y="17376"/>
                  </a:lnTo>
                  <a:lnTo>
                    <a:pt x="23974" y="17093"/>
                  </a:lnTo>
                  <a:lnTo>
                    <a:pt x="25004" y="16790"/>
                  </a:lnTo>
                  <a:lnTo>
                    <a:pt x="26033" y="16447"/>
                  </a:lnTo>
                  <a:lnTo>
                    <a:pt x="27022" y="16084"/>
                  </a:lnTo>
                  <a:lnTo>
                    <a:pt x="28010" y="15701"/>
                  </a:lnTo>
                  <a:lnTo>
                    <a:pt x="28979" y="15297"/>
                  </a:lnTo>
                  <a:lnTo>
                    <a:pt x="29544" y="15035"/>
                  </a:lnTo>
                  <a:lnTo>
                    <a:pt x="30109" y="14752"/>
                  </a:lnTo>
                  <a:lnTo>
                    <a:pt x="30674" y="14449"/>
                  </a:lnTo>
                  <a:lnTo>
                    <a:pt x="31239" y="14086"/>
                  </a:lnTo>
                  <a:lnTo>
                    <a:pt x="31784" y="13703"/>
                  </a:lnTo>
                  <a:lnTo>
                    <a:pt x="32046" y="13501"/>
                  </a:lnTo>
                  <a:lnTo>
                    <a:pt x="32289" y="13279"/>
                  </a:lnTo>
                  <a:lnTo>
                    <a:pt x="32531" y="13057"/>
                  </a:lnTo>
                  <a:lnTo>
                    <a:pt x="32773" y="12815"/>
                  </a:lnTo>
                  <a:lnTo>
                    <a:pt x="32995" y="12553"/>
                  </a:lnTo>
                  <a:lnTo>
                    <a:pt x="33197" y="12290"/>
                  </a:lnTo>
                  <a:lnTo>
                    <a:pt x="33439" y="11927"/>
                  </a:lnTo>
                  <a:lnTo>
                    <a:pt x="33661" y="11544"/>
                  </a:lnTo>
                  <a:lnTo>
                    <a:pt x="33863" y="11140"/>
                  </a:lnTo>
                  <a:lnTo>
                    <a:pt x="34044" y="10736"/>
                  </a:lnTo>
                  <a:lnTo>
                    <a:pt x="34226" y="10333"/>
                  </a:lnTo>
                  <a:lnTo>
                    <a:pt x="34367" y="9909"/>
                  </a:lnTo>
                  <a:lnTo>
                    <a:pt x="34670" y="9061"/>
                  </a:lnTo>
                  <a:lnTo>
                    <a:pt x="34952" y="8274"/>
                  </a:lnTo>
                  <a:lnTo>
                    <a:pt x="35235" y="7487"/>
                  </a:lnTo>
                  <a:lnTo>
                    <a:pt x="35416" y="7104"/>
                  </a:lnTo>
                  <a:lnTo>
                    <a:pt x="35598" y="6741"/>
                  </a:lnTo>
                  <a:lnTo>
                    <a:pt x="35800" y="6377"/>
                  </a:lnTo>
                  <a:lnTo>
                    <a:pt x="36022" y="6014"/>
                  </a:lnTo>
                  <a:lnTo>
                    <a:pt x="36264" y="5671"/>
                  </a:lnTo>
                  <a:lnTo>
                    <a:pt x="36526" y="5348"/>
                  </a:lnTo>
                  <a:lnTo>
                    <a:pt x="36809" y="5046"/>
                  </a:lnTo>
                  <a:lnTo>
                    <a:pt x="37112" y="4743"/>
                  </a:lnTo>
                  <a:lnTo>
                    <a:pt x="37737" y="4178"/>
                  </a:lnTo>
                  <a:lnTo>
                    <a:pt x="38383" y="3633"/>
                  </a:lnTo>
                  <a:lnTo>
                    <a:pt x="39170" y="2947"/>
                  </a:lnTo>
                  <a:lnTo>
                    <a:pt x="39574" y="2584"/>
                  </a:lnTo>
                  <a:lnTo>
                    <a:pt x="39937" y="2200"/>
                  </a:lnTo>
                  <a:lnTo>
                    <a:pt x="40118" y="2019"/>
                  </a:lnTo>
                  <a:lnTo>
                    <a:pt x="40280" y="1797"/>
                  </a:lnTo>
                  <a:lnTo>
                    <a:pt x="40340" y="1675"/>
                  </a:lnTo>
                  <a:lnTo>
                    <a:pt x="40381" y="1554"/>
                  </a:lnTo>
                  <a:lnTo>
                    <a:pt x="40401" y="1433"/>
                  </a:lnTo>
                  <a:lnTo>
                    <a:pt x="40421" y="1292"/>
                  </a:lnTo>
                  <a:lnTo>
                    <a:pt x="40401" y="1191"/>
                  </a:lnTo>
                  <a:lnTo>
                    <a:pt x="40381" y="1090"/>
                  </a:lnTo>
                  <a:lnTo>
                    <a:pt x="40340" y="989"/>
                  </a:lnTo>
                  <a:lnTo>
                    <a:pt x="40280" y="909"/>
                  </a:lnTo>
                  <a:lnTo>
                    <a:pt x="40159" y="747"/>
                  </a:lnTo>
                  <a:lnTo>
                    <a:pt x="40018" y="626"/>
                  </a:lnTo>
                  <a:lnTo>
                    <a:pt x="39836" y="505"/>
                  </a:lnTo>
                  <a:lnTo>
                    <a:pt x="39674" y="424"/>
                  </a:lnTo>
                  <a:lnTo>
                    <a:pt x="39392" y="303"/>
                  </a:lnTo>
                  <a:lnTo>
                    <a:pt x="38908" y="182"/>
                  </a:lnTo>
                  <a:lnTo>
                    <a:pt x="38423" y="81"/>
                  </a:lnTo>
                  <a:lnTo>
                    <a:pt x="37939" y="21"/>
                  </a:lnTo>
                  <a:lnTo>
                    <a:pt x="37455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46" name="Google Shape;1446;p17"/>
            <p:cNvSpPr/>
            <p:nvPr/>
          </p:nvSpPr>
          <p:spPr>
            <a:xfrm flipH="1">
              <a:off x="-818271" y="-1474532"/>
              <a:ext cx="1642730" cy="740159"/>
            </a:xfrm>
            <a:custGeom>
              <a:rect b="b" l="l" r="r" t="t"/>
              <a:pathLst>
                <a:path extrusionOk="0" h="13239" w="29383">
                  <a:moveTo>
                    <a:pt x="28272" y="81"/>
                  </a:moveTo>
                  <a:lnTo>
                    <a:pt x="28474" y="102"/>
                  </a:lnTo>
                  <a:lnTo>
                    <a:pt x="28696" y="142"/>
                  </a:lnTo>
                  <a:lnTo>
                    <a:pt x="28898" y="202"/>
                  </a:lnTo>
                  <a:lnTo>
                    <a:pt x="29019" y="243"/>
                  </a:lnTo>
                  <a:lnTo>
                    <a:pt x="29140" y="303"/>
                  </a:lnTo>
                  <a:lnTo>
                    <a:pt x="29201" y="364"/>
                  </a:lnTo>
                  <a:lnTo>
                    <a:pt x="29261" y="404"/>
                  </a:lnTo>
                  <a:lnTo>
                    <a:pt x="29281" y="465"/>
                  </a:lnTo>
                  <a:lnTo>
                    <a:pt x="29302" y="545"/>
                  </a:lnTo>
                  <a:lnTo>
                    <a:pt x="29302" y="626"/>
                  </a:lnTo>
                  <a:lnTo>
                    <a:pt x="29281" y="707"/>
                  </a:lnTo>
                  <a:lnTo>
                    <a:pt x="29201" y="848"/>
                  </a:lnTo>
                  <a:lnTo>
                    <a:pt x="29059" y="1070"/>
                  </a:lnTo>
                  <a:lnTo>
                    <a:pt x="28918" y="1272"/>
                  </a:lnTo>
                  <a:lnTo>
                    <a:pt x="28595" y="1676"/>
                  </a:lnTo>
                  <a:lnTo>
                    <a:pt x="28232" y="2079"/>
                  </a:lnTo>
                  <a:lnTo>
                    <a:pt x="27889" y="2442"/>
                  </a:lnTo>
                  <a:lnTo>
                    <a:pt x="27566" y="2785"/>
                  </a:lnTo>
                  <a:lnTo>
                    <a:pt x="27263" y="3129"/>
                  </a:lnTo>
                  <a:lnTo>
                    <a:pt x="26961" y="3492"/>
                  </a:lnTo>
                  <a:lnTo>
                    <a:pt x="26698" y="3855"/>
                  </a:lnTo>
                  <a:lnTo>
                    <a:pt x="26476" y="4198"/>
                  </a:lnTo>
                  <a:lnTo>
                    <a:pt x="26295" y="4521"/>
                  </a:lnTo>
                  <a:lnTo>
                    <a:pt x="26133" y="4884"/>
                  </a:lnTo>
                  <a:lnTo>
                    <a:pt x="25972" y="5247"/>
                  </a:lnTo>
                  <a:lnTo>
                    <a:pt x="25689" y="5974"/>
                  </a:lnTo>
                  <a:lnTo>
                    <a:pt x="25447" y="6721"/>
                  </a:lnTo>
                  <a:lnTo>
                    <a:pt x="25124" y="7649"/>
                  </a:lnTo>
                  <a:lnTo>
                    <a:pt x="24943" y="8113"/>
                  </a:lnTo>
                  <a:lnTo>
                    <a:pt x="24741" y="8557"/>
                  </a:lnTo>
                  <a:lnTo>
                    <a:pt x="24539" y="8981"/>
                  </a:lnTo>
                  <a:lnTo>
                    <a:pt x="24297" y="9405"/>
                  </a:lnTo>
                  <a:lnTo>
                    <a:pt x="24014" y="9788"/>
                  </a:lnTo>
                  <a:lnTo>
                    <a:pt x="23853" y="9990"/>
                  </a:lnTo>
                  <a:lnTo>
                    <a:pt x="23692" y="10171"/>
                  </a:lnTo>
                  <a:lnTo>
                    <a:pt x="23409" y="10414"/>
                  </a:lnTo>
                  <a:lnTo>
                    <a:pt x="23106" y="10676"/>
                  </a:lnTo>
                  <a:lnTo>
                    <a:pt x="22784" y="10898"/>
                  </a:lnTo>
                  <a:lnTo>
                    <a:pt x="22420" y="11100"/>
                  </a:lnTo>
                  <a:lnTo>
                    <a:pt x="22017" y="11301"/>
                  </a:lnTo>
                  <a:lnTo>
                    <a:pt x="21593" y="11483"/>
                  </a:lnTo>
                  <a:lnTo>
                    <a:pt x="21129" y="11645"/>
                  </a:lnTo>
                  <a:lnTo>
                    <a:pt x="20644" y="11786"/>
                  </a:lnTo>
                  <a:lnTo>
                    <a:pt x="19958" y="11947"/>
                  </a:lnTo>
                  <a:lnTo>
                    <a:pt x="19272" y="12088"/>
                  </a:lnTo>
                  <a:lnTo>
                    <a:pt x="18566" y="12210"/>
                  </a:lnTo>
                  <a:lnTo>
                    <a:pt x="17880" y="12290"/>
                  </a:lnTo>
                  <a:lnTo>
                    <a:pt x="17173" y="12371"/>
                  </a:lnTo>
                  <a:lnTo>
                    <a:pt x="16467" y="12432"/>
                  </a:lnTo>
                  <a:lnTo>
                    <a:pt x="15075" y="12532"/>
                  </a:lnTo>
                  <a:lnTo>
                    <a:pt x="14106" y="12593"/>
                  </a:lnTo>
                  <a:lnTo>
                    <a:pt x="12774" y="12694"/>
                  </a:lnTo>
                  <a:lnTo>
                    <a:pt x="11442" y="12815"/>
                  </a:lnTo>
                  <a:lnTo>
                    <a:pt x="9142" y="12997"/>
                  </a:lnTo>
                  <a:lnTo>
                    <a:pt x="7971" y="13077"/>
                  </a:lnTo>
                  <a:lnTo>
                    <a:pt x="6801" y="13138"/>
                  </a:lnTo>
                  <a:lnTo>
                    <a:pt x="5630" y="13158"/>
                  </a:lnTo>
                  <a:lnTo>
                    <a:pt x="4480" y="13158"/>
                  </a:lnTo>
                  <a:lnTo>
                    <a:pt x="3895" y="13138"/>
                  </a:lnTo>
                  <a:lnTo>
                    <a:pt x="3310" y="13098"/>
                  </a:lnTo>
                  <a:lnTo>
                    <a:pt x="2725" y="13057"/>
                  </a:lnTo>
                  <a:lnTo>
                    <a:pt x="2139" y="12976"/>
                  </a:lnTo>
                  <a:lnTo>
                    <a:pt x="1857" y="12936"/>
                  </a:lnTo>
                  <a:lnTo>
                    <a:pt x="1554" y="12855"/>
                  </a:lnTo>
                  <a:lnTo>
                    <a:pt x="1251" y="12754"/>
                  </a:lnTo>
                  <a:lnTo>
                    <a:pt x="969" y="12613"/>
                  </a:lnTo>
                  <a:lnTo>
                    <a:pt x="707" y="12452"/>
                  </a:lnTo>
                  <a:lnTo>
                    <a:pt x="485" y="12270"/>
                  </a:lnTo>
                  <a:lnTo>
                    <a:pt x="384" y="12169"/>
                  </a:lnTo>
                  <a:lnTo>
                    <a:pt x="303" y="12048"/>
                  </a:lnTo>
                  <a:lnTo>
                    <a:pt x="222" y="11947"/>
                  </a:lnTo>
                  <a:lnTo>
                    <a:pt x="162" y="11826"/>
                  </a:lnTo>
                  <a:lnTo>
                    <a:pt x="121" y="11685"/>
                  </a:lnTo>
                  <a:lnTo>
                    <a:pt x="81" y="11544"/>
                  </a:lnTo>
                  <a:lnTo>
                    <a:pt x="81" y="11382"/>
                  </a:lnTo>
                  <a:lnTo>
                    <a:pt x="101" y="11241"/>
                  </a:lnTo>
                  <a:lnTo>
                    <a:pt x="142" y="11079"/>
                  </a:lnTo>
                  <a:lnTo>
                    <a:pt x="202" y="10938"/>
                  </a:lnTo>
                  <a:lnTo>
                    <a:pt x="283" y="10777"/>
                  </a:lnTo>
                  <a:lnTo>
                    <a:pt x="384" y="10615"/>
                  </a:lnTo>
                  <a:lnTo>
                    <a:pt x="646" y="10313"/>
                  </a:lnTo>
                  <a:lnTo>
                    <a:pt x="929" y="10010"/>
                  </a:lnTo>
                  <a:lnTo>
                    <a:pt x="1272" y="9727"/>
                  </a:lnTo>
                  <a:lnTo>
                    <a:pt x="1635" y="9465"/>
                  </a:lnTo>
                  <a:lnTo>
                    <a:pt x="2038" y="9203"/>
                  </a:lnTo>
                  <a:lnTo>
                    <a:pt x="2422" y="8940"/>
                  </a:lnTo>
                  <a:lnTo>
                    <a:pt x="3229" y="8476"/>
                  </a:lnTo>
                  <a:lnTo>
                    <a:pt x="4016" y="7992"/>
                  </a:lnTo>
                  <a:lnTo>
                    <a:pt x="5005" y="7407"/>
                  </a:lnTo>
                  <a:lnTo>
                    <a:pt x="6014" y="6821"/>
                  </a:lnTo>
                  <a:lnTo>
                    <a:pt x="7063" y="6277"/>
                  </a:lnTo>
                  <a:lnTo>
                    <a:pt x="8153" y="5732"/>
                  </a:lnTo>
                  <a:lnTo>
                    <a:pt x="9283" y="5207"/>
                  </a:lnTo>
                  <a:lnTo>
                    <a:pt x="10433" y="4682"/>
                  </a:lnTo>
                  <a:lnTo>
                    <a:pt x="11644" y="4198"/>
                  </a:lnTo>
                  <a:lnTo>
                    <a:pt x="12895" y="3714"/>
                  </a:lnTo>
                  <a:lnTo>
                    <a:pt x="14146" y="3250"/>
                  </a:lnTo>
                  <a:lnTo>
                    <a:pt x="15438" y="2826"/>
                  </a:lnTo>
                  <a:lnTo>
                    <a:pt x="16790" y="2382"/>
                  </a:lnTo>
                  <a:lnTo>
                    <a:pt x="18182" y="1958"/>
                  </a:lnTo>
                  <a:lnTo>
                    <a:pt x="19151" y="1676"/>
                  </a:lnTo>
                  <a:lnTo>
                    <a:pt x="20180" y="1393"/>
                  </a:lnTo>
                  <a:lnTo>
                    <a:pt x="21250" y="1111"/>
                  </a:lnTo>
                  <a:lnTo>
                    <a:pt x="22380" y="848"/>
                  </a:lnTo>
                  <a:lnTo>
                    <a:pt x="23550" y="606"/>
                  </a:lnTo>
                  <a:lnTo>
                    <a:pt x="24761" y="404"/>
                  </a:lnTo>
                  <a:lnTo>
                    <a:pt x="25972" y="223"/>
                  </a:lnTo>
                  <a:lnTo>
                    <a:pt x="26598" y="162"/>
                  </a:lnTo>
                  <a:lnTo>
                    <a:pt x="27223" y="102"/>
                  </a:lnTo>
                  <a:lnTo>
                    <a:pt x="27647" y="81"/>
                  </a:lnTo>
                  <a:close/>
                  <a:moveTo>
                    <a:pt x="27647" y="1"/>
                  </a:moveTo>
                  <a:lnTo>
                    <a:pt x="27223" y="21"/>
                  </a:lnTo>
                  <a:lnTo>
                    <a:pt x="26598" y="81"/>
                  </a:lnTo>
                  <a:lnTo>
                    <a:pt x="25972" y="142"/>
                  </a:lnTo>
                  <a:lnTo>
                    <a:pt x="24741" y="324"/>
                  </a:lnTo>
                  <a:lnTo>
                    <a:pt x="23550" y="525"/>
                  </a:lnTo>
                  <a:lnTo>
                    <a:pt x="22360" y="767"/>
                  </a:lnTo>
                  <a:lnTo>
                    <a:pt x="21230" y="1030"/>
                  </a:lnTo>
                  <a:lnTo>
                    <a:pt x="20160" y="1312"/>
                  </a:lnTo>
                  <a:lnTo>
                    <a:pt x="19131" y="1595"/>
                  </a:lnTo>
                  <a:lnTo>
                    <a:pt x="18162" y="1877"/>
                  </a:lnTo>
                  <a:lnTo>
                    <a:pt x="16750" y="2301"/>
                  </a:lnTo>
                  <a:lnTo>
                    <a:pt x="15418" y="2745"/>
                  </a:lnTo>
                  <a:lnTo>
                    <a:pt x="14106" y="3189"/>
                  </a:lnTo>
                  <a:lnTo>
                    <a:pt x="12855" y="3633"/>
                  </a:lnTo>
                  <a:lnTo>
                    <a:pt x="11604" y="4117"/>
                  </a:lnTo>
                  <a:lnTo>
                    <a:pt x="10413" y="4622"/>
                  </a:lnTo>
                  <a:lnTo>
                    <a:pt x="9243" y="5126"/>
                  </a:lnTo>
                  <a:lnTo>
                    <a:pt x="8113" y="5651"/>
                  </a:lnTo>
                  <a:lnTo>
                    <a:pt x="7023" y="6196"/>
                  </a:lnTo>
                  <a:lnTo>
                    <a:pt x="5974" y="6761"/>
                  </a:lnTo>
                  <a:lnTo>
                    <a:pt x="4965" y="7326"/>
                  </a:lnTo>
                  <a:lnTo>
                    <a:pt x="3976" y="7931"/>
                  </a:lnTo>
                  <a:lnTo>
                    <a:pt x="3189" y="8396"/>
                  </a:lnTo>
                  <a:lnTo>
                    <a:pt x="2381" y="8880"/>
                  </a:lnTo>
                  <a:lnTo>
                    <a:pt x="1978" y="9142"/>
                  </a:lnTo>
                  <a:lnTo>
                    <a:pt x="1594" y="9405"/>
                  </a:lnTo>
                  <a:lnTo>
                    <a:pt x="1211" y="9667"/>
                  </a:lnTo>
                  <a:lnTo>
                    <a:pt x="888" y="9949"/>
                  </a:lnTo>
                  <a:lnTo>
                    <a:pt x="585" y="10252"/>
                  </a:lnTo>
                  <a:lnTo>
                    <a:pt x="444" y="10414"/>
                  </a:lnTo>
                  <a:lnTo>
                    <a:pt x="323" y="10575"/>
                  </a:lnTo>
                  <a:lnTo>
                    <a:pt x="202" y="10736"/>
                  </a:lnTo>
                  <a:lnTo>
                    <a:pt x="121" y="10898"/>
                  </a:lnTo>
                  <a:lnTo>
                    <a:pt x="61" y="11059"/>
                  </a:lnTo>
                  <a:lnTo>
                    <a:pt x="20" y="11241"/>
                  </a:lnTo>
                  <a:lnTo>
                    <a:pt x="0" y="11382"/>
                  </a:lnTo>
                  <a:lnTo>
                    <a:pt x="0" y="11544"/>
                  </a:lnTo>
                  <a:lnTo>
                    <a:pt x="41" y="11705"/>
                  </a:lnTo>
                  <a:lnTo>
                    <a:pt x="101" y="11867"/>
                  </a:lnTo>
                  <a:lnTo>
                    <a:pt x="202" y="12048"/>
                  </a:lnTo>
                  <a:lnTo>
                    <a:pt x="343" y="12230"/>
                  </a:lnTo>
                  <a:lnTo>
                    <a:pt x="545" y="12411"/>
                  </a:lnTo>
                  <a:lnTo>
                    <a:pt x="787" y="12593"/>
                  </a:lnTo>
                  <a:lnTo>
                    <a:pt x="1070" y="12754"/>
                  </a:lnTo>
                  <a:lnTo>
                    <a:pt x="1393" y="12896"/>
                  </a:lnTo>
                  <a:lnTo>
                    <a:pt x="1736" y="12997"/>
                  </a:lnTo>
                  <a:lnTo>
                    <a:pt x="2139" y="13057"/>
                  </a:lnTo>
                  <a:lnTo>
                    <a:pt x="2947" y="13158"/>
                  </a:lnTo>
                  <a:lnTo>
                    <a:pt x="3754" y="13198"/>
                  </a:lnTo>
                  <a:lnTo>
                    <a:pt x="4561" y="13239"/>
                  </a:lnTo>
                  <a:lnTo>
                    <a:pt x="6135" y="13239"/>
                  </a:lnTo>
                  <a:lnTo>
                    <a:pt x="6902" y="13219"/>
                  </a:lnTo>
                  <a:lnTo>
                    <a:pt x="8435" y="13138"/>
                  </a:lnTo>
                  <a:lnTo>
                    <a:pt x="9949" y="13017"/>
                  </a:lnTo>
                  <a:lnTo>
                    <a:pt x="11442" y="12896"/>
                  </a:lnTo>
                  <a:lnTo>
                    <a:pt x="12774" y="12775"/>
                  </a:lnTo>
                  <a:lnTo>
                    <a:pt x="14106" y="12674"/>
                  </a:lnTo>
                  <a:lnTo>
                    <a:pt x="15075" y="12613"/>
                  </a:lnTo>
                  <a:lnTo>
                    <a:pt x="16467" y="12512"/>
                  </a:lnTo>
                  <a:lnTo>
                    <a:pt x="17173" y="12452"/>
                  </a:lnTo>
                  <a:lnTo>
                    <a:pt x="17880" y="12371"/>
                  </a:lnTo>
                  <a:lnTo>
                    <a:pt x="18586" y="12290"/>
                  </a:lnTo>
                  <a:lnTo>
                    <a:pt x="19272" y="12169"/>
                  </a:lnTo>
                  <a:lnTo>
                    <a:pt x="19978" y="12028"/>
                  </a:lnTo>
                  <a:lnTo>
                    <a:pt x="20665" y="11867"/>
                  </a:lnTo>
                  <a:lnTo>
                    <a:pt x="21149" y="11705"/>
                  </a:lnTo>
                  <a:lnTo>
                    <a:pt x="21613" y="11544"/>
                  </a:lnTo>
                  <a:lnTo>
                    <a:pt x="22057" y="11362"/>
                  </a:lnTo>
                  <a:lnTo>
                    <a:pt x="22461" y="11180"/>
                  </a:lnTo>
                  <a:lnTo>
                    <a:pt x="22824" y="10958"/>
                  </a:lnTo>
                  <a:lnTo>
                    <a:pt x="23167" y="10736"/>
                  </a:lnTo>
                  <a:lnTo>
                    <a:pt x="23470" y="10474"/>
                  </a:lnTo>
                  <a:lnTo>
                    <a:pt x="23752" y="10212"/>
                  </a:lnTo>
                  <a:lnTo>
                    <a:pt x="23914" y="10030"/>
                  </a:lnTo>
                  <a:lnTo>
                    <a:pt x="24075" y="9849"/>
                  </a:lnTo>
                  <a:lnTo>
                    <a:pt x="24358" y="9445"/>
                  </a:lnTo>
                  <a:lnTo>
                    <a:pt x="24600" y="9021"/>
                  </a:lnTo>
                  <a:lnTo>
                    <a:pt x="24822" y="8597"/>
                  </a:lnTo>
                  <a:lnTo>
                    <a:pt x="25023" y="8133"/>
                  </a:lnTo>
                  <a:lnTo>
                    <a:pt x="25185" y="7669"/>
                  </a:lnTo>
                  <a:lnTo>
                    <a:pt x="25508" y="6741"/>
                  </a:lnTo>
                  <a:lnTo>
                    <a:pt x="25770" y="6014"/>
                  </a:lnTo>
                  <a:lnTo>
                    <a:pt x="26053" y="5268"/>
                  </a:lnTo>
                  <a:lnTo>
                    <a:pt x="26194" y="4925"/>
                  </a:lnTo>
                  <a:lnTo>
                    <a:pt x="26376" y="4561"/>
                  </a:lnTo>
                  <a:lnTo>
                    <a:pt x="26557" y="4238"/>
                  </a:lnTo>
                  <a:lnTo>
                    <a:pt x="26759" y="3895"/>
                  </a:lnTo>
                  <a:lnTo>
                    <a:pt x="27021" y="3532"/>
                  </a:lnTo>
                  <a:lnTo>
                    <a:pt x="27324" y="3169"/>
                  </a:lnTo>
                  <a:lnTo>
                    <a:pt x="27627" y="2826"/>
                  </a:lnTo>
                  <a:lnTo>
                    <a:pt x="27950" y="2503"/>
                  </a:lnTo>
                  <a:lnTo>
                    <a:pt x="28293" y="2120"/>
                  </a:lnTo>
                  <a:lnTo>
                    <a:pt x="28656" y="1736"/>
                  </a:lnTo>
                  <a:lnTo>
                    <a:pt x="28979" y="1333"/>
                  </a:lnTo>
                  <a:lnTo>
                    <a:pt x="29120" y="1111"/>
                  </a:lnTo>
                  <a:lnTo>
                    <a:pt x="29261" y="889"/>
                  </a:lnTo>
                  <a:lnTo>
                    <a:pt x="29362" y="727"/>
                  </a:lnTo>
                  <a:lnTo>
                    <a:pt x="29382" y="626"/>
                  </a:lnTo>
                  <a:lnTo>
                    <a:pt x="29382" y="545"/>
                  </a:lnTo>
                  <a:lnTo>
                    <a:pt x="29362" y="445"/>
                  </a:lnTo>
                  <a:lnTo>
                    <a:pt x="29322" y="364"/>
                  </a:lnTo>
                  <a:lnTo>
                    <a:pt x="29261" y="303"/>
                  </a:lnTo>
                  <a:lnTo>
                    <a:pt x="29201" y="243"/>
                  </a:lnTo>
                  <a:lnTo>
                    <a:pt x="29059" y="162"/>
                  </a:lnTo>
                  <a:lnTo>
                    <a:pt x="28918" y="122"/>
                  </a:lnTo>
                  <a:lnTo>
                    <a:pt x="28716" y="61"/>
                  </a:lnTo>
                  <a:lnTo>
                    <a:pt x="28494" y="21"/>
                  </a:lnTo>
                  <a:lnTo>
                    <a:pt x="28293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447" name="Google Shape;1447;p17"/>
          <p:cNvSpPr/>
          <p:nvPr/>
        </p:nvSpPr>
        <p:spPr>
          <a:xfrm>
            <a:off x="322954" y="2732577"/>
            <a:ext cx="100466" cy="100466"/>
          </a:xfrm>
          <a:custGeom>
            <a:rect b="b" l="l" r="r" t="t"/>
            <a:pathLst>
              <a:path extrusionOk="0" h="1797" w="1797">
                <a:moveTo>
                  <a:pt x="909" y="0"/>
                </a:moveTo>
                <a:lnTo>
                  <a:pt x="727" y="20"/>
                </a:lnTo>
                <a:lnTo>
                  <a:pt x="546" y="61"/>
                </a:lnTo>
                <a:lnTo>
                  <a:pt x="404" y="162"/>
                </a:lnTo>
                <a:lnTo>
                  <a:pt x="263" y="263"/>
                </a:lnTo>
                <a:lnTo>
                  <a:pt x="162" y="404"/>
                </a:lnTo>
                <a:lnTo>
                  <a:pt x="61" y="545"/>
                </a:lnTo>
                <a:lnTo>
                  <a:pt x="21" y="727"/>
                </a:lnTo>
                <a:lnTo>
                  <a:pt x="1" y="908"/>
                </a:lnTo>
                <a:lnTo>
                  <a:pt x="21" y="1090"/>
                </a:lnTo>
                <a:lnTo>
                  <a:pt x="61" y="1251"/>
                </a:lnTo>
                <a:lnTo>
                  <a:pt x="162" y="1393"/>
                </a:lnTo>
                <a:lnTo>
                  <a:pt x="263" y="1534"/>
                </a:lnTo>
                <a:lnTo>
                  <a:pt x="404" y="1655"/>
                </a:lnTo>
                <a:lnTo>
                  <a:pt x="546" y="1736"/>
                </a:lnTo>
                <a:lnTo>
                  <a:pt x="727" y="1776"/>
                </a:lnTo>
                <a:lnTo>
                  <a:pt x="909" y="1796"/>
                </a:lnTo>
                <a:lnTo>
                  <a:pt x="1090" y="1776"/>
                </a:lnTo>
                <a:lnTo>
                  <a:pt x="1252" y="1736"/>
                </a:lnTo>
                <a:lnTo>
                  <a:pt x="1413" y="1655"/>
                </a:lnTo>
                <a:lnTo>
                  <a:pt x="1534" y="1534"/>
                </a:lnTo>
                <a:lnTo>
                  <a:pt x="1655" y="1393"/>
                </a:lnTo>
                <a:lnTo>
                  <a:pt x="1736" y="1251"/>
                </a:lnTo>
                <a:lnTo>
                  <a:pt x="1777" y="1090"/>
                </a:lnTo>
                <a:lnTo>
                  <a:pt x="1797" y="908"/>
                </a:lnTo>
                <a:lnTo>
                  <a:pt x="1777" y="727"/>
                </a:lnTo>
                <a:lnTo>
                  <a:pt x="1736" y="545"/>
                </a:lnTo>
                <a:lnTo>
                  <a:pt x="1655" y="404"/>
                </a:lnTo>
                <a:lnTo>
                  <a:pt x="1534" y="263"/>
                </a:lnTo>
                <a:lnTo>
                  <a:pt x="1413" y="162"/>
                </a:lnTo>
                <a:lnTo>
                  <a:pt x="1252" y="61"/>
                </a:lnTo>
                <a:lnTo>
                  <a:pt x="1090" y="20"/>
                </a:lnTo>
                <a:lnTo>
                  <a:pt x="909" y="0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48" name="Google Shape;1448;p17"/>
          <p:cNvSpPr/>
          <p:nvPr/>
        </p:nvSpPr>
        <p:spPr>
          <a:xfrm>
            <a:off x="2337742" y="162452"/>
            <a:ext cx="100466" cy="100466"/>
          </a:xfrm>
          <a:custGeom>
            <a:rect b="b" l="l" r="r" t="t"/>
            <a:pathLst>
              <a:path extrusionOk="0" h="1797" w="1797">
                <a:moveTo>
                  <a:pt x="909" y="0"/>
                </a:moveTo>
                <a:lnTo>
                  <a:pt x="727" y="20"/>
                </a:lnTo>
                <a:lnTo>
                  <a:pt x="546" y="61"/>
                </a:lnTo>
                <a:lnTo>
                  <a:pt x="404" y="162"/>
                </a:lnTo>
                <a:lnTo>
                  <a:pt x="263" y="263"/>
                </a:lnTo>
                <a:lnTo>
                  <a:pt x="162" y="404"/>
                </a:lnTo>
                <a:lnTo>
                  <a:pt x="61" y="545"/>
                </a:lnTo>
                <a:lnTo>
                  <a:pt x="21" y="727"/>
                </a:lnTo>
                <a:lnTo>
                  <a:pt x="1" y="908"/>
                </a:lnTo>
                <a:lnTo>
                  <a:pt x="21" y="1090"/>
                </a:lnTo>
                <a:lnTo>
                  <a:pt x="61" y="1251"/>
                </a:lnTo>
                <a:lnTo>
                  <a:pt x="162" y="1393"/>
                </a:lnTo>
                <a:lnTo>
                  <a:pt x="263" y="1534"/>
                </a:lnTo>
                <a:lnTo>
                  <a:pt x="404" y="1655"/>
                </a:lnTo>
                <a:lnTo>
                  <a:pt x="546" y="1736"/>
                </a:lnTo>
                <a:lnTo>
                  <a:pt x="727" y="1776"/>
                </a:lnTo>
                <a:lnTo>
                  <a:pt x="909" y="1796"/>
                </a:lnTo>
                <a:lnTo>
                  <a:pt x="1090" y="1776"/>
                </a:lnTo>
                <a:lnTo>
                  <a:pt x="1252" y="1736"/>
                </a:lnTo>
                <a:lnTo>
                  <a:pt x="1413" y="1655"/>
                </a:lnTo>
                <a:lnTo>
                  <a:pt x="1534" y="1534"/>
                </a:lnTo>
                <a:lnTo>
                  <a:pt x="1655" y="1393"/>
                </a:lnTo>
                <a:lnTo>
                  <a:pt x="1736" y="1251"/>
                </a:lnTo>
                <a:lnTo>
                  <a:pt x="1777" y="1090"/>
                </a:lnTo>
                <a:lnTo>
                  <a:pt x="1797" y="908"/>
                </a:lnTo>
                <a:lnTo>
                  <a:pt x="1777" y="727"/>
                </a:lnTo>
                <a:lnTo>
                  <a:pt x="1736" y="545"/>
                </a:lnTo>
                <a:lnTo>
                  <a:pt x="1655" y="404"/>
                </a:lnTo>
                <a:lnTo>
                  <a:pt x="1534" y="263"/>
                </a:lnTo>
                <a:lnTo>
                  <a:pt x="1413" y="162"/>
                </a:lnTo>
                <a:lnTo>
                  <a:pt x="1252" y="61"/>
                </a:lnTo>
                <a:lnTo>
                  <a:pt x="1090" y="20"/>
                </a:lnTo>
                <a:lnTo>
                  <a:pt x="909" y="0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49" name="Google Shape;1449;p17"/>
          <p:cNvSpPr/>
          <p:nvPr/>
        </p:nvSpPr>
        <p:spPr>
          <a:xfrm>
            <a:off x="266642" y="1375840"/>
            <a:ext cx="100466" cy="100466"/>
          </a:xfrm>
          <a:custGeom>
            <a:rect b="b" l="l" r="r" t="t"/>
            <a:pathLst>
              <a:path extrusionOk="0" h="1797" w="1797">
                <a:moveTo>
                  <a:pt x="909" y="0"/>
                </a:moveTo>
                <a:lnTo>
                  <a:pt x="727" y="20"/>
                </a:lnTo>
                <a:lnTo>
                  <a:pt x="546" y="61"/>
                </a:lnTo>
                <a:lnTo>
                  <a:pt x="404" y="162"/>
                </a:lnTo>
                <a:lnTo>
                  <a:pt x="263" y="263"/>
                </a:lnTo>
                <a:lnTo>
                  <a:pt x="162" y="404"/>
                </a:lnTo>
                <a:lnTo>
                  <a:pt x="61" y="545"/>
                </a:lnTo>
                <a:lnTo>
                  <a:pt x="21" y="727"/>
                </a:lnTo>
                <a:lnTo>
                  <a:pt x="1" y="908"/>
                </a:lnTo>
                <a:lnTo>
                  <a:pt x="21" y="1090"/>
                </a:lnTo>
                <a:lnTo>
                  <a:pt x="61" y="1251"/>
                </a:lnTo>
                <a:lnTo>
                  <a:pt x="162" y="1393"/>
                </a:lnTo>
                <a:lnTo>
                  <a:pt x="263" y="1534"/>
                </a:lnTo>
                <a:lnTo>
                  <a:pt x="404" y="1655"/>
                </a:lnTo>
                <a:lnTo>
                  <a:pt x="546" y="1736"/>
                </a:lnTo>
                <a:lnTo>
                  <a:pt x="727" y="1776"/>
                </a:lnTo>
                <a:lnTo>
                  <a:pt x="909" y="1796"/>
                </a:lnTo>
                <a:lnTo>
                  <a:pt x="1090" y="1776"/>
                </a:lnTo>
                <a:lnTo>
                  <a:pt x="1252" y="1736"/>
                </a:lnTo>
                <a:lnTo>
                  <a:pt x="1413" y="1655"/>
                </a:lnTo>
                <a:lnTo>
                  <a:pt x="1534" y="1534"/>
                </a:lnTo>
                <a:lnTo>
                  <a:pt x="1655" y="1393"/>
                </a:lnTo>
                <a:lnTo>
                  <a:pt x="1736" y="1251"/>
                </a:lnTo>
                <a:lnTo>
                  <a:pt x="1777" y="1090"/>
                </a:lnTo>
                <a:lnTo>
                  <a:pt x="1797" y="908"/>
                </a:lnTo>
                <a:lnTo>
                  <a:pt x="1777" y="727"/>
                </a:lnTo>
                <a:lnTo>
                  <a:pt x="1736" y="545"/>
                </a:lnTo>
                <a:lnTo>
                  <a:pt x="1655" y="404"/>
                </a:lnTo>
                <a:lnTo>
                  <a:pt x="1534" y="263"/>
                </a:lnTo>
                <a:lnTo>
                  <a:pt x="1413" y="162"/>
                </a:lnTo>
                <a:lnTo>
                  <a:pt x="1252" y="61"/>
                </a:lnTo>
                <a:lnTo>
                  <a:pt x="1090" y="20"/>
                </a:lnTo>
                <a:lnTo>
                  <a:pt x="909" y="0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50" name="Google Shape;1450;p17"/>
          <p:cNvSpPr/>
          <p:nvPr/>
        </p:nvSpPr>
        <p:spPr>
          <a:xfrm>
            <a:off x="523842" y="1693465"/>
            <a:ext cx="100466" cy="100466"/>
          </a:xfrm>
          <a:custGeom>
            <a:rect b="b" l="l" r="r" t="t"/>
            <a:pathLst>
              <a:path extrusionOk="0" h="1797" w="1797">
                <a:moveTo>
                  <a:pt x="909" y="0"/>
                </a:moveTo>
                <a:lnTo>
                  <a:pt x="727" y="20"/>
                </a:lnTo>
                <a:lnTo>
                  <a:pt x="546" y="61"/>
                </a:lnTo>
                <a:lnTo>
                  <a:pt x="404" y="162"/>
                </a:lnTo>
                <a:lnTo>
                  <a:pt x="263" y="263"/>
                </a:lnTo>
                <a:lnTo>
                  <a:pt x="162" y="404"/>
                </a:lnTo>
                <a:lnTo>
                  <a:pt x="61" y="545"/>
                </a:lnTo>
                <a:lnTo>
                  <a:pt x="21" y="727"/>
                </a:lnTo>
                <a:lnTo>
                  <a:pt x="1" y="908"/>
                </a:lnTo>
                <a:lnTo>
                  <a:pt x="21" y="1090"/>
                </a:lnTo>
                <a:lnTo>
                  <a:pt x="61" y="1251"/>
                </a:lnTo>
                <a:lnTo>
                  <a:pt x="162" y="1393"/>
                </a:lnTo>
                <a:lnTo>
                  <a:pt x="263" y="1534"/>
                </a:lnTo>
                <a:lnTo>
                  <a:pt x="404" y="1655"/>
                </a:lnTo>
                <a:lnTo>
                  <a:pt x="546" y="1736"/>
                </a:lnTo>
                <a:lnTo>
                  <a:pt x="727" y="1776"/>
                </a:lnTo>
                <a:lnTo>
                  <a:pt x="909" y="1796"/>
                </a:lnTo>
                <a:lnTo>
                  <a:pt x="1090" y="1776"/>
                </a:lnTo>
                <a:lnTo>
                  <a:pt x="1252" y="1736"/>
                </a:lnTo>
                <a:lnTo>
                  <a:pt x="1413" y="1655"/>
                </a:lnTo>
                <a:lnTo>
                  <a:pt x="1534" y="1534"/>
                </a:lnTo>
                <a:lnTo>
                  <a:pt x="1655" y="1393"/>
                </a:lnTo>
                <a:lnTo>
                  <a:pt x="1736" y="1251"/>
                </a:lnTo>
                <a:lnTo>
                  <a:pt x="1777" y="1090"/>
                </a:lnTo>
                <a:lnTo>
                  <a:pt x="1797" y="908"/>
                </a:lnTo>
                <a:lnTo>
                  <a:pt x="1777" y="727"/>
                </a:lnTo>
                <a:lnTo>
                  <a:pt x="1736" y="545"/>
                </a:lnTo>
                <a:lnTo>
                  <a:pt x="1655" y="404"/>
                </a:lnTo>
                <a:lnTo>
                  <a:pt x="1534" y="263"/>
                </a:lnTo>
                <a:lnTo>
                  <a:pt x="1413" y="162"/>
                </a:lnTo>
                <a:lnTo>
                  <a:pt x="1252" y="61"/>
                </a:lnTo>
                <a:lnTo>
                  <a:pt x="1090" y="20"/>
                </a:lnTo>
                <a:lnTo>
                  <a:pt x="909" y="0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51" name="Google Shape;1451;p17"/>
          <p:cNvSpPr/>
          <p:nvPr/>
        </p:nvSpPr>
        <p:spPr>
          <a:xfrm>
            <a:off x="3174892" y="-10"/>
            <a:ext cx="100466" cy="100466"/>
          </a:xfrm>
          <a:custGeom>
            <a:rect b="b" l="l" r="r" t="t"/>
            <a:pathLst>
              <a:path extrusionOk="0" h="1797" w="1797">
                <a:moveTo>
                  <a:pt x="909" y="0"/>
                </a:moveTo>
                <a:lnTo>
                  <a:pt x="727" y="20"/>
                </a:lnTo>
                <a:lnTo>
                  <a:pt x="546" y="61"/>
                </a:lnTo>
                <a:lnTo>
                  <a:pt x="404" y="162"/>
                </a:lnTo>
                <a:lnTo>
                  <a:pt x="263" y="263"/>
                </a:lnTo>
                <a:lnTo>
                  <a:pt x="162" y="404"/>
                </a:lnTo>
                <a:lnTo>
                  <a:pt x="61" y="545"/>
                </a:lnTo>
                <a:lnTo>
                  <a:pt x="21" y="727"/>
                </a:lnTo>
                <a:lnTo>
                  <a:pt x="1" y="908"/>
                </a:lnTo>
                <a:lnTo>
                  <a:pt x="21" y="1090"/>
                </a:lnTo>
                <a:lnTo>
                  <a:pt x="61" y="1251"/>
                </a:lnTo>
                <a:lnTo>
                  <a:pt x="162" y="1393"/>
                </a:lnTo>
                <a:lnTo>
                  <a:pt x="263" y="1534"/>
                </a:lnTo>
                <a:lnTo>
                  <a:pt x="404" y="1655"/>
                </a:lnTo>
                <a:lnTo>
                  <a:pt x="546" y="1736"/>
                </a:lnTo>
                <a:lnTo>
                  <a:pt x="727" y="1776"/>
                </a:lnTo>
                <a:lnTo>
                  <a:pt x="909" y="1796"/>
                </a:lnTo>
                <a:lnTo>
                  <a:pt x="1090" y="1776"/>
                </a:lnTo>
                <a:lnTo>
                  <a:pt x="1252" y="1736"/>
                </a:lnTo>
                <a:lnTo>
                  <a:pt x="1413" y="1655"/>
                </a:lnTo>
                <a:lnTo>
                  <a:pt x="1534" y="1534"/>
                </a:lnTo>
                <a:lnTo>
                  <a:pt x="1655" y="1393"/>
                </a:lnTo>
                <a:lnTo>
                  <a:pt x="1736" y="1251"/>
                </a:lnTo>
                <a:lnTo>
                  <a:pt x="1777" y="1090"/>
                </a:lnTo>
                <a:lnTo>
                  <a:pt x="1797" y="908"/>
                </a:lnTo>
                <a:lnTo>
                  <a:pt x="1777" y="727"/>
                </a:lnTo>
                <a:lnTo>
                  <a:pt x="1736" y="545"/>
                </a:lnTo>
                <a:lnTo>
                  <a:pt x="1655" y="404"/>
                </a:lnTo>
                <a:lnTo>
                  <a:pt x="1534" y="263"/>
                </a:lnTo>
                <a:lnTo>
                  <a:pt x="1413" y="162"/>
                </a:lnTo>
                <a:lnTo>
                  <a:pt x="1252" y="61"/>
                </a:lnTo>
                <a:lnTo>
                  <a:pt x="1090" y="20"/>
                </a:lnTo>
                <a:lnTo>
                  <a:pt x="909" y="0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 4">
  <p:cSld name="CUSTOM_10_1_1_1">
    <p:bg>
      <p:bgPr>
        <a:solidFill>
          <a:schemeClr val="lt2"/>
        </a:solidFill>
      </p:bgPr>
    </p:bg>
    <p:spTree>
      <p:nvGrpSpPr>
        <p:cNvPr id="1452" name="Shape 14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3" name="Google Shape;1453;p18"/>
          <p:cNvSpPr/>
          <p:nvPr/>
        </p:nvSpPr>
        <p:spPr>
          <a:xfrm>
            <a:off x="0" y="4075216"/>
            <a:ext cx="9144000" cy="10932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54" name="Google Shape;1454;p18"/>
          <p:cNvSpPr/>
          <p:nvPr/>
        </p:nvSpPr>
        <p:spPr>
          <a:xfrm>
            <a:off x="0" y="0"/>
            <a:ext cx="9144000" cy="10932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55" name="Google Shape;1455;p18"/>
          <p:cNvSpPr txBox="1"/>
          <p:nvPr>
            <p:ph type="title"/>
          </p:nvPr>
        </p:nvSpPr>
        <p:spPr>
          <a:xfrm>
            <a:off x="2514600" y="2671608"/>
            <a:ext cx="4114800" cy="411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600"/>
              <a:buNone/>
              <a:defRPr sz="45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456" name="Google Shape;1456;p18"/>
          <p:cNvSpPr txBox="1"/>
          <p:nvPr>
            <p:ph idx="1" type="subTitle"/>
          </p:nvPr>
        </p:nvSpPr>
        <p:spPr>
          <a:xfrm>
            <a:off x="3037200" y="3288047"/>
            <a:ext cx="3069600" cy="3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9pPr>
          </a:lstStyle>
          <a:p/>
        </p:txBody>
      </p:sp>
      <p:sp>
        <p:nvSpPr>
          <p:cNvPr id="1457" name="Google Shape;1457;p18"/>
          <p:cNvSpPr txBox="1"/>
          <p:nvPr>
            <p:ph hasCustomPrompt="1" idx="2" type="title"/>
          </p:nvPr>
        </p:nvSpPr>
        <p:spPr>
          <a:xfrm>
            <a:off x="4027950" y="1696303"/>
            <a:ext cx="1088100" cy="475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4500">
                <a:solidFill>
                  <a:schemeClr val="lt1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6000"/>
              <a:buNone/>
              <a:defRPr sz="6000">
                <a:solidFill>
                  <a:schemeClr val="dk2"/>
                </a:solidFill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6000"/>
              <a:buNone/>
              <a:defRPr sz="6000">
                <a:solidFill>
                  <a:schemeClr val="dk2"/>
                </a:solidFill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6000"/>
              <a:buNone/>
              <a:defRPr sz="6000">
                <a:solidFill>
                  <a:schemeClr val="dk2"/>
                </a:solidFill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6000"/>
              <a:buNone/>
              <a:defRPr sz="6000">
                <a:solidFill>
                  <a:schemeClr val="dk2"/>
                </a:solidFill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6000"/>
              <a:buNone/>
              <a:defRPr sz="6000">
                <a:solidFill>
                  <a:schemeClr val="dk2"/>
                </a:solidFill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6000"/>
              <a:buNone/>
              <a:defRPr sz="6000">
                <a:solidFill>
                  <a:schemeClr val="dk2"/>
                </a:solidFill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6000"/>
              <a:buNone/>
              <a:defRPr sz="6000">
                <a:solidFill>
                  <a:schemeClr val="dk2"/>
                </a:solidFill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6000"/>
              <a:buNone/>
              <a:defRPr sz="6000">
                <a:solidFill>
                  <a:schemeClr val="dk2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1458" name="Google Shape;1458;p18"/>
          <p:cNvSpPr/>
          <p:nvPr/>
        </p:nvSpPr>
        <p:spPr>
          <a:xfrm>
            <a:off x="8133850" y="182191"/>
            <a:ext cx="597600" cy="5976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59" name="Google Shape;1459;p18"/>
          <p:cNvSpPr/>
          <p:nvPr/>
        </p:nvSpPr>
        <p:spPr>
          <a:xfrm rot="5400000">
            <a:off x="8133850" y="787293"/>
            <a:ext cx="597600" cy="597600"/>
          </a:xfrm>
          <a:prstGeom prst="rtTriangle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60" name="Google Shape;1460;p18"/>
          <p:cNvSpPr/>
          <p:nvPr/>
        </p:nvSpPr>
        <p:spPr>
          <a:xfrm rot="3449335">
            <a:off x="1473204" y="-1086091"/>
            <a:ext cx="1596402" cy="1802919"/>
          </a:xfrm>
          <a:custGeom>
            <a:rect b="b" l="l" r="r" t="t"/>
            <a:pathLst>
              <a:path extrusionOk="0" h="32249" w="28555">
                <a:moveTo>
                  <a:pt x="20483" y="82"/>
                </a:moveTo>
                <a:lnTo>
                  <a:pt x="20947" y="102"/>
                </a:lnTo>
                <a:lnTo>
                  <a:pt x="21411" y="122"/>
                </a:lnTo>
                <a:lnTo>
                  <a:pt x="21875" y="203"/>
                </a:lnTo>
                <a:lnTo>
                  <a:pt x="22319" y="283"/>
                </a:lnTo>
                <a:lnTo>
                  <a:pt x="22763" y="404"/>
                </a:lnTo>
                <a:lnTo>
                  <a:pt x="23187" y="566"/>
                </a:lnTo>
                <a:lnTo>
                  <a:pt x="23611" y="748"/>
                </a:lnTo>
                <a:lnTo>
                  <a:pt x="23994" y="949"/>
                </a:lnTo>
                <a:lnTo>
                  <a:pt x="24378" y="1191"/>
                </a:lnTo>
                <a:lnTo>
                  <a:pt x="24741" y="1454"/>
                </a:lnTo>
                <a:lnTo>
                  <a:pt x="25124" y="1777"/>
                </a:lnTo>
                <a:lnTo>
                  <a:pt x="25487" y="2140"/>
                </a:lnTo>
                <a:lnTo>
                  <a:pt x="25851" y="2564"/>
                </a:lnTo>
                <a:lnTo>
                  <a:pt x="26174" y="3008"/>
                </a:lnTo>
                <a:lnTo>
                  <a:pt x="26496" y="3492"/>
                </a:lnTo>
                <a:lnTo>
                  <a:pt x="26779" y="4017"/>
                </a:lnTo>
                <a:lnTo>
                  <a:pt x="27062" y="4582"/>
                </a:lnTo>
                <a:lnTo>
                  <a:pt x="27324" y="5187"/>
                </a:lnTo>
                <a:lnTo>
                  <a:pt x="27546" y="5772"/>
                </a:lnTo>
                <a:lnTo>
                  <a:pt x="27748" y="6358"/>
                </a:lnTo>
                <a:lnTo>
                  <a:pt x="27909" y="6943"/>
                </a:lnTo>
                <a:lnTo>
                  <a:pt x="28071" y="7548"/>
                </a:lnTo>
                <a:lnTo>
                  <a:pt x="28192" y="8154"/>
                </a:lnTo>
                <a:lnTo>
                  <a:pt x="28293" y="8739"/>
                </a:lnTo>
                <a:lnTo>
                  <a:pt x="28373" y="9344"/>
                </a:lnTo>
                <a:lnTo>
                  <a:pt x="28434" y="9950"/>
                </a:lnTo>
                <a:lnTo>
                  <a:pt x="28474" y="10555"/>
                </a:lnTo>
                <a:lnTo>
                  <a:pt x="28474" y="11160"/>
                </a:lnTo>
                <a:lnTo>
                  <a:pt x="28474" y="11766"/>
                </a:lnTo>
                <a:lnTo>
                  <a:pt x="28434" y="12371"/>
                </a:lnTo>
                <a:lnTo>
                  <a:pt x="28373" y="12977"/>
                </a:lnTo>
                <a:lnTo>
                  <a:pt x="28272" y="13562"/>
                </a:lnTo>
                <a:lnTo>
                  <a:pt x="28171" y="14167"/>
                </a:lnTo>
                <a:lnTo>
                  <a:pt x="28030" y="14732"/>
                </a:lnTo>
                <a:lnTo>
                  <a:pt x="27869" y="15338"/>
                </a:lnTo>
                <a:lnTo>
                  <a:pt x="27667" y="15923"/>
                </a:lnTo>
                <a:lnTo>
                  <a:pt x="27465" y="16488"/>
                </a:lnTo>
                <a:lnTo>
                  <a:pt x="27223" y="17053"/>
                </a:lnTo>
                <a:lnTo>
                  <a:pt x="26961" y="17618"/>
                </a:lnTo>
                <a:lnTo>
                  <a:pt x="26678" y="18143"/>
                </a:lnTo>
                <a:lnTo>
                  <a:pt x="26355" y="18667"/>
                </a:lnTo>
                <a:lnTo>
                  <a:pt x="26032" y="19192"/>
                </a:lnTo>
                <a:lnTo>
                  <a:pt x="25669" y="19676"/>
                </a:lnTo>
                <a:lnTo>
                  <a:pt x="25306" y="20161"/>
                </a:lnTo>
                <a:lnTo>
                  <a:pt x="24922" y="20625"/>
                </a:lnTo>
                <a:lnTo>
                  <a:pt x="24499" y="21069"/>
                </a:lnTo>
                <a:lnTo>
                  <a:pt x="24075" y="21493"/>
                </a:lnTo>
                <a:lnTo>
                  <a:pt x="23631" y="21896"/>
                </a:lnTo>
                <a:lnTo>
                  <a:pt x="23167" y="22280"/>
                </a:lnTo>
                <a:lnTo>
                  <a:pt x="22703" y="22643"/>
                </a:lnTo>
                <a:lnTo>
                  <a:pt x="22238" y="22946"/>
                </a:lnTo>
                <a:lnTo>
                  <a:pt x="21795" y="23228"/>
                </a:lnTo>
                <a:lnTo>
                  <a:pt x="21310" y="23511"/>
                </a:lnTo>
                <a:lnTo>
                  <a:pt x="20846" y="23773"/>
                </a:lnTo>
                <a:lnTo>
                  <a:pt x="19877" y="24277"/>
                </a:lnTo>
                <a:lnTo>
                  <a:pt x="18909" y="24742"/>
                </a:lnTo>
                <a:lnTo>
                  <a:pt x="17940" y="25226"/>
                </a:lnTo>
                <a:lnTo>
                  <a:pt x="16951" y="25751"/>
                </a:lnTo>
                <a:lnTo>
                  <a:pt x="16467" y="26013"/>
                </a:lnTo>
                <a:lnTo>
                  <a:pt x="15983" y="26296"/>
                </a:lnTo>
                <a:lnTo>
                  <a:pt x="15519" y="26598"/>
                </a:lnTo>
                <a:lnTo>
                  <a:pt x="15075" y="26901"/>
                </a:lnTo>
                <a:lnTo>
                  <a:pt x="14510" y="27325"/>
                </a:lnTo>
                <a:lnTo>
                  <a:pt x="13965" y="27789"/>
                </a:lnTo>
                <a:lnTo>
                  <a:pt x="13420" y="28253"/>
                </a:lnTo>
                <a:lnTo>
                  <a:pt x="12895" y="28717"/>
                </a:lnTo>
                <a:lnTo>
                  <a:pt x="12148" y="29383"/>
                </a:lnTo>
                <a:lnTo>
                  <a:pt x="11402" y="30029"/>
                </a:lnTo>
                <a:lnTo>
                  <a:pt x="10998" y="30332"/>
                </a:lnTo>
                <a:lnTo>
                  <a:pt x="10595" y="30614"/>
                </a:lnTo>
                <a:lnTo>
                  <a:pt x="10171" y="30897"/>
                </a:lnTo>
                <a:lnTo>
                  <a:pt x="9747" y="31159"/>
                </a:lnTo>
                <a:lnTo>
                  <a:pt x="9303" y="31381"/>
                </a:lnTo>
                <a:lnTo>
                  <a:pt x="8839" y="31583"/>
                </a:lnTo>
                <a:lnTo>
                  <a:pt x="8375" y="31764"/>
                </a:lnTo>
                <a:lnTo>
                  <a:pt x="7890" y="31906"/>
                </a:lnTo>
                <a:lnTo>
                  <a:pt x="7406" y="32027"/>
                </a:lnTo>
                <a:lnTo>
                  <a:pt x="6922" y="32107"/>
                </a:lnTo>
                <a:lnTo>
                  <a:pt x="6417" y="32148"/>
                </a:lnTo>
                <a:lnTo>
                  <a:pt x="5933" y="32168"/>
                </a:lnTo>
                <a:lnTo>
                  <a:pt x="5893" y="32168"/>
                </a:lnTo>
                <a:lnTo>
                  <a:pt x="5368" y="32148"/>
                </a:lnTo>
                <a:lnTo>
                  <a:pt x="4843" y="32087"/>
                </a:lnTo>
                <a:lnTo>
                  <a:pt x="4359" y="31986"/>
                </a:lnTo>
                <a:lnTo>
                  <a:pt x="3875" y="31845"/>
                </a:lnTo>
                <a:lnTo>
                  <a:pt x="3431" y="31684"/>
                </a:lnTo>
                <a:lnTo>
                  <a:pt x="2987" y="31462"/>
                </a:lnTo>
                <a:lnTo>
                  <a:pt x="2583" y="31219"/>
                </a:lnTo>
                <a:lnTo>
                  <a:pt x="2200" y="30957"/>
                </a:lnTo>
                <a:lnTo>
                  <a:pt x="1998" y="30775"/>
                </a:lnTo>
                <a:lnTo>
                  <a:pt x="1816" y="30614"/>
                </a:lnTo>
                <a:lnTo>
                  <a:pt x="1635" y="30412"/>
                </a:lnTo>
                <a:lnTo>
                  <a:pt x="1453" y="30231"/>
                </a:lnTo>
                <a:lnTo>
                  <a:pt x="1292" y="30029"/>
                </a:lnTo>
                <a:lnTo>
                  <a:pt x="1150" y="29807"/>
                </a:lnTo>
                <a:lnTo>
                  <a:pt x="1009" y="29585"/>
                </a:lnTo>
                <a:lnTo>
                  <a:pt x="868" y="29363"/>
                </a:lnTo>
                <a:lnTo>
                  <a:pt x="747" y="29121"/>
                </a:lnTo>
                <a:lnTo>
                  <a:pt x="626" y="28879"/>
                </a:lnTo>
                <a:lnTo>
                  <a:pt x="525" y="28616"/>
                </a:lnTo>
                <a:lnTo>
                  <a:pt x="424" y="28354"/>
                </a:lnTo>
                <a:lnTo>
                  <a:pt x="343" y="28092"/>
                </a:lnTo>
                <a:lnTo>
                  <a:pt x="283" y="27829"/>
                </a:lnTo>
                <a:lnTo>
                  <a:pt x="222" y="27547"/>
                </a:lnTo>
                <a:lnTo>
                  <a:pt x="162" y="27264"/>
                </a:lnTo>
                <a:lnTo>
                  <a:pt x="101" y="26719"/>
                </a:lnTo>
                <a:lnTo>
                  <a:pt x="81" y="26154"/>
                </a:lnTo>
                <a:lnTo>
                  <a:pt x="121" y="25609"/>
                </a:lnTo>
                <a:lnTo>
                  <a:pt x="182" y="25065"/>
                </a:lnTo>
                <a:lnTo>
                  <a:pt x="283" y="24520"/>
                </a:lnTo>
                <a:lnTo>
                  <a:pt x="444" y="23995"/>
                </a:lnTo>
                <a:lnTo>
                  <a:pt x="626" y="23490"/>
                </a:lnTo>
                <a:lnTo>
                  <a:pt x="868" y="23006"/>
                </a:lnTo>
                <a:lnTo>
                  <a:pt x="1029" y="22724"/>
                </a:lnTo>
                <a:lnTo>
                  <a:pt x="1191" y="22441"/>
                </a:lnTo>
                <a:lnTo>
                  <a:pt x="1372" y="22179"/>
                </a:lnTo>
                <a:lnTo>
                  <a:pt x="1574" y="21916"/>
                </a:lnTo>
                <a:lnTo>
                  <a:pt x="1776" y="21654"/>
                </a:lnTo>
                <a:lnTo>
                  <a:pt x="1998" y="21392"/>
                </a:lnTo>
                <a:lnTo>
                  <a:pt x="2240" y="21129"/>
                </a:lnTo>
                <a:lnTo>
                  <a:pt x="2482" y="20867"/>
                </a:lnTo>
                <a:lnTo>
                  <a:pt x="3027" y="20383"/>
                </a:lnTo>
                <a:lnTo>
                  <a:pt x="3612" y="19898"/>
                </a:lnTo>
                <a:lnTo>
                  <a:pt x="4258" y="19414"/>
                </a:lnTo>
                <a:lnTo>
                  <a:pt x="4964" y="18970"/>
                </a:lnTo>
                <a:lnTo>
                  <a:pt x="5691" y="18526"/>
                </a:lnTo>
                <a:lnTo>
                  <a:pt x="6438" y="18102"/>
                </a:lnTo>
                <a:lnTo>
                  <a:pt x="7951" y="17336"/>
                </a:lnTo>
                <a:lnTo>
                  <a:pt x="9021" y="16771"/>
                </a:lnTo>
                <a:lnTo>
                  <a:pt x="10110" y="16185"/>
                </a:lnTo>
                <a:lnTo>
                  <a:pt x="10433" y="15983"/>
                </a:lnTo>
                <a:lnTo>
                  <a:pt x="10716" y="15802"/>
                </a:lnTo>
                <a:lnTo>
                  <a:pt x="10978" y="15600"/>
                </a:lnTo>
                <a:lnTo>
                  <a:pt x="11220" y="15398"/>
                </a:lnTo>
                <a:lnTo>
                  <a:pt x="11442" y="15196"/>
                </a:lnTo>
                <a:lnTo>
                  <a:pt x="11644" y="14974"/>
                </a:lnTo>
                <a:lnTo>
                  <a:pt x="11805" y="14752"/>
                </a:lnTo>
                <a:lnTo>
                  <a:pt x="11967" y="14510"/>
                </a:lnTo>
                <a:lnTo>
                  <a:pt x="12088" y="14268"/>
                </a:lnTo>
                <a:lnTo>
                  <a:pt x="12189" y="13986"/>
                </a:lnTo>
                <a:lnTo>
                  <a:pt x="12290" y="13723"/>
                </a:lnTo>
                <a:lnTo>
                  <a:pt x="12350" y="13421"/>
                </a:lnTo>
                <a:lnTo>
                  <a:pt x="12411" y="13098"/>
                </a:lnTo>
                <a:lnTo>
                  <a:pt x="12451" y="12755"/>
                </a:lnTo>
                <a:lnTo>
                  <a:pt x="12471" y="12391"/>
                </a:lnTo>
                <a:lnTo>
                  <a:pt x="12471" y="12008"/>
                </a:lnTo>
                <a:lnTo>
                  <a:pt x="12492" y="11302"/>
                </a:lnTo>
                <a:lnTo>
                  <a:pt x="12512" y="10616"/>
                </a:lnTo>
                <a:lnTo>
                  <a:pt x="12532" y="9950"/>
                </a:lnTo>
                <a:lnTo>
                  <a:pt x="12592" y="9324"/>
                </a:lnTo>
                <a:lnTo>
                  <a:pt x="12653" y="8698"/>
                </a:lnTo>
                <a:lnTo>
                  <a:pt x="12714" y="8113"/>
                </a:lnTo>
                <a:lnTo>
                  <a:pt x="12814" y="7548"/>
                </a:lnTo>
                <a:lnTo>
                  <a:pt x="12915" y="7003"/>
                </a:lnTo>
                <a:lnTo>
                  <a:pt x="13036" y="6479"/>
                </a:lnTo>
                <a:lnTo>
                  <a:pt x="13157" y="5974"/>
                </a:lnTo>
                <a:lnTo>
                  <a:pt x="13299" y="5510"/>
                </a:lnTo>
                <a:lnTo>
                  <a:pt x="13460" y="5046"/>
                </a:lnTo>
                <a:lnTo>
                  <a:pt x="13642" y="4622"/>
                </a:lnTo>
                <a:lnTo>
                  <a:pt x="13823" y="4218"/>
                </a:lnTo>
                <a:lnTo>
                  <a:pt x="14025" y="3835"/>
                </a:lnTo>
                <a:lnTo>
                  <a:pt x="14247" y="3472"/>
                </a:lnTo>
                <a:lnTo>
                  <a:pt x="14429" y="3169"/>
                </a:lnTo>
                <a:lnTo>
                  <a:pt x="14631" y="2887"/>
                </a:lnTo>
                <a:lnTo>
                  <a:pt x="14853" y="2644"/>
                </a:lnTo>
                <a:lnTo>
                  <a:pt x="15054" y="2402"/>
                </a:lnTo>
                <a:lnTo>
                  <a:pt x="15276" y="2180"/>
                </a:lnTo>
                <a:lnTo>
                  <a:pt x="15498" y="1979"/>
                </a:lnTo>
                <a:lnTo>
                  <a:pt x="15700" y="1797"/>
                </a:lnTo>
                <a:lnTo>
                  <a:pt x="15942" y="1635"/>
                </a:lnTo>
                <a:lnTo>
                  <a:pt x="16386" y="1333"/>
                </a:lnTo>
                <a:lnTo>
                  <a:pt x="16830" y="1091"/>
                </a:lnTo>
                <a:lnTo>
                  <a:pt x="17274" y="869"/>
                </a:lnTo>
                <a:lnTo>
                  <a:pt x="17698" y="667"/>
                </a:lnTo>
                <a:lnTo>
                  <a:pt x="18142" y="505"/>
                </a:lnTo>
                <a:lnTo>
                  <a:pt x="18606" y="364"/>
                </a:lnTo>
                <a:lnTo>
                  <a:pt x="19070" y="243"/>
                </a:lnTo>
                <a:lnTo>
                  <a:pt x="19534" y="162"/>
                </a:lnTo>
                <a:lnTo>
                  <a:pt x="19999" y="102"/>
                </a:lnTo>
                <a:lnTo>
                  <a:pt x="20483" y="82"/>
                </a:lnTo>
                <a:close/>
                <a:moveTo>
                  <a:pt x="20483" y="1"/>
                </a:moveTo>
                <a:lnTo>
                  <a:pt x="19999" y="21"/>
                </a:lnTo>
                <a:lnTo>
                  <a:pt x="19534" y="82"/>
                </a:lnTo>
                <a:lnTo>
                  <a:pt x="19050" y="162"/>
                </a:lnTo>
                <a:lnTo>
                  <a:pt x="18586" y="283"/>
                </a:lnTo>
                <a:lnTo>
                  <a:pt x="18122" y="425"/>
                </a:lnTo>
                <a:lnTo>
                  <a:pt x="17678" y="606"/>
                </a:lnTo>
                <a:lnTo>
                  <a:pt x="17214" y="808"/>
                </a:lnTo>
                <a:lnTo>
                  <a:pt x="16750" y="1050"/>
                </a:lnTo>
                <a:lnTo>
                  <a:pt x="16285" y="1313"/>
                </a:lnTo>
                <a:lnTo>
                  <a:pt x="15841" y="1615"/>
                </a:lnTo>
                <a:lnTo>
                  <a:pt x="15619" y="1777"/>
                </a:lnTo>
                <a:lnTo>
                  <a:pt x="15397" y="1979"/>
                </a:lnTo>
                <a:lnTo>
                  <a:pt x="15175" y="2180"/>
                </a:lnTo>
                <a:lnTo>
                  <a:pt x="14974" y="2382"/>
                </a:lnTo>
                <a:lnTo>
                  <a:pt x="14752" y="2624"/>
                </a:lnTo>
                <a:lnTo>
                  <a:pt x="14550" y="2866"/>
                </a:lnTo>
                <a:lnTo>
                  <a:pt x="14368" y="3129"/>
                </a:lnTo>
                <a:lnTo>
                  <a:pt x="14166" y="3411"/>
                </a:lnTo>
                <a:lnTo>
                  <a:pt x="13944" y="3795"/>
                </a:lnTo>
                <a:lnTo>
                  <a:pt x="13743" y="4178"/>
                </a:lnTo>
                <a:lnTo>
                  <a:pt x="13561" y="4582"/>
                </a:lnTo>
                <a:lnTo>
                  <a:pt x="13400" y="5026"/>
                </a:lnTo>
                <a:lnTo>
                  <a:pt x="13238" y="5470"/>
                </a:lnTo>
                <a:lnTo>
                  <a:pt x="13077" y="5954"/>
                </a:lnTo>
                <a:lnTo>
                  <a:pt x="12956" y="6458"/>
                </a:lnTo>
                <a:lnTo>
                  <a:pt x="12835" y="6983"/>
                </a:lnTo>
                <a:lnTo>
                  <a:pt x="12734" y="7528"/>
                </a:lnTo>
                <a:lnTo>
                  <a:pt x="12653" y="8093"/>
                </a:lnTo>
                <a:lnTo>
                  <a:pt x="12572" y="8678"/>
                </a:lnTo>
                <a:lnTo>
                  <a:pt x="12512" y="9304"/>
                </a:lnTo>
                <a:lnTo>
                  <a:pt x="12451" y="9950"/>
                </a:lnTo>
                <a:lnTo>
                  <a:pt x="12431" y="10616"/>
                </a:lnTo>
                <a:lnTo>
                  <a:pt x="12411" y="11302"/>
                </a:lnTo>
                <a:lnTo>
                  <a:pt x="12391" y="12008"/>
                </a:lnTo>
                <a:lnTo>
                  <a:pt x="12391" y="12391"/>
                </a:lnTo>
                <a:lnTo>
                  <a:pt x="12370" y="12755"/>
                </a:lnTo>
                <a:lnTo>
                  <a:pt x="12330" y="13078"/>
                </a:lnTo>
                <a:lnTo>
                  <a:pt x="12270" y="13400"/>
                </a:lnTo>
                <a:lnTo>
                  <a:pt x="12209" y="13683"/>
                </a:lnTo>
                <a:lnTo>
                  <a:pt x="12128" y="13965"/>
                </a:lnTo>
                <a:lnTo>
                  <a:pt x="12007" y="14228"/>
                </a:lnTo>
                <a:lnTo>
                  <a:pt x="11886" y="14470"/>
                </a:lnTo>
                <a:lnTo>
                  <a:pt x="11745" y="14712"/>
                </a:lnTo>
                <a:lnTo>
                  <a:pt x="11563" y="14934"/>
                </a:lnTo>
                <a:lnTo>
                  <a:pt x="11382" y="15136"/>
                </a:lnTo>
                <a:lnTo>
                  <a:pt x="11160" y="15338"/>
                </a:lnTo>
                <a:lnTo>
                  <a:pt x="10938" y="15540"/>
                </a:lnTo>
                <a:lnTo>
                  <a:pt x="10675" y="15741"/>
                </a:lnTo>
                <a:lnTo>
                  <a:pt x="10373" y="15923"/>
                </a:lnTo>
                <a:lnTo>
                  <a:pt x="10070" y="16105"/>
                </a:lnTo>
                <a:lnTo>
                  <a:pt x="8980" y="16690"/>
                </a:lnTo>
                <a:lnTo>
                  <a:pt x="7911" y="17255"/>
                </a:lnTo>
                <a:lnTo>
                  <a:pt x="6397" y="18042"/>
                </a:lnTo>
                <a:lnTo>
                  <a:pt x="5651" y="18466"/>
                </a:lnTo>
                <a:lnTo>
                  <a:pt x="4924" y="18889"/>
                </a:lnTo>
                <a:lnTo>
                  <a:pt x="4218" y="19354"/>
                </a:lnTo>
                <a:lnTo>
                  <a:pt x="3552" y="19838"/>
                </a:lnTo>
                <a:lnTo>
                  <a:pt x="2967" y="20322"/>
                </a:lnTo>
                <a:lnTo>
                  <a:pt x="2422" y="20827"/>
                </a:lnTo>
                <a:lnTo>
                  <a:pt x="2180" y="21069"/>
                </a:lnTo>
                <a:lnTo>
                  <a:pt x="1937" y="21331"/>
                </a:lnTo>
                <a:lnTo>
                  <a:pt x="1715" y="21594"/>
                </a:lnTo>
                <a:lnTo>
                  <a:pt x="1514" y="21856"/>
                </a:lnTo>
                <a:lnTo>
                  <a:pt x="1312" y="22138"/>
                </a:lnTo>
                <a:lnTo>
                  <a:pt x="1130" y="22401"/>
                </a:lnTo>
                <a:lnTo>
                  <a:pt x="949" y="22683"/>
                </a:lnTo>
                <a:lnTo>
                  <a:pt x="807" y="22966"/>
                </a:lnTo>
                <a:lnTo>
                  <a:pt x="565" y="23450"/>
                </a:lnTo>
                <a:lnTo>
                  <a:pt x="363" y="23975"/>
                </a:lnTo>
                <a:lnTo>
                  <a:pt x="222" y="24499"/>
                </a:lnTo>
                <a:lnTo>
                  <a:pt x="101" y="25044"/>
                </a:lnTo>
                <a:lnTo>
                  <a:pt x="40" y="25589"/>
                </a:lnTo>
                <a:lnTo>
                  <a:pt x="0" y="26154"/>
                </a:lnTo>
                <a:lnTo>
                  <a:pt x="20" y="26719"/>
                </a:lnTo>
                <a:lnTo>
                  <a:pt x="81" y="27284"/>
                </a:lnTo>
                <a:lnTo>
                  <a:pt x="141" y="27567"/>
                </a:lnTo>
                <a:lnTo>
                  <a:pt x="202" y="27849"/>
                </a:lnTo>
                <a:lnTo>
                  <a:pt x="262" y="28112"/>
                </a:lnTo>
                <a:lnTo>
                  <a:pt x="363" y="28394"/>
                </a:lnTo>
                <a:lnTo>
                  <a:pt x="444" y="28657"/>
                </a:lnTo>
                <a:lnTo>
                  <a:pt x="545" y="28899"/>
                </a:lnTo>
                <a:lnTo>
                  <a:pt x="666" y="29161"/>
                </a:lnTo>
                <a:lnTo>
                  <a:pt x="787" y="29403"/>
                </a:lnTo>
                <a:lnTo>
                  <a:pt x="928" y="29625"/>
                </a:lnTo>
                <a:lnTo>
                  <a:pt x="1070" y="29847"/>
                </a:lnTo>
                <a:lnTo>
                  <a:pt x="1231" y="30069"/>
                </a:lnTo>
                <a:lnTo>
                  <a:pt x="1393" y="30271"/>
                </a:lnTo>
                <a:lnTo>
                  <a:pt x="1574" y="30473"/>
                </a:lnTo>
                <a:lnTo>
                  <a:pt x="1756" y="30654"/>
                </a:lnTo>
                <a:lnTo>
                  <a:pt x="1958" y="30836"/>
                </a:lnTo>
                <a:lnTo>
                  <a:pt x="2159" y="31018"/>
                </a:lnTo>
                <a:lnTo>
                  <a:pt x="2543" y="31300"/>
                </a:lnTo>
                <a:lnTo>
                  <a:pt x="2967" y="31542"/>
                </a:lnTo>
                <a:lnTo>
                  <a:pt x="3390" y="31744"/>
                </a:lnTo>
                <a:lnTo>
                  <a:pt x="3854" y="31926"/>
                </a:lnTo>
                <a:lnTo>
                  <a:pt x="4339" y="32067"/>
                </a:lnTo>
                <a:lnTo>
                  <a:pt x="4843" y="32168"/>
                </a:lnTo>
                <a:lnTo>
                  <a:pt x="5348" y="32228"/>
                </a:lnTo>
                <a:lnTo>
                  <a:pt x="5893" y="32249"/>
                </a:lnTo>
                <a:lnTo>
                  <a:pt x="5933" y="32249"/>
                </a:lnTo>
                <a:lnTo>
                  <a:pt x="6438" y="32228"/>
                </a:lnTo>
                <a:lnTo>
                  <a:pt x="6922" y="32188"/>
                </a:lnTo>
                <a:lnTo>
                  <a:pt x="7426" y="32107"/>
                </a:lnTo>
                <a:lnTo>
                  <a:pt x="7911" y="31986"/>
                </a:lnTo>
                <a:lnTo>
                  <a:pt x="8395" y="31845"/>
                </a:lnTo>
                <a:lnTo>
                  <a:pt x="8879" y="31663"/>
                </a:lnTo>
                <a:lnTo>
                  <a:pt x="9343" y="31462"/>
                </a:lnTo>
                <a:lnTo>
                  <a:pt x="9787" y="31219"/>
                </a:lnTo>
                <a:lnTo>
                  <a:pt x="10211" y="30977"/>
                </a:lnTo>
                <a:lnTo>
                  <a:pt x="10635" y="30695"/>
                </a:lnTo>
                <a:lnTo>
                  <a:pt x="11039" y="30392"/>
                </a:lnTo>
                <a:lnTo>
                  <a:pt x="11442" y="30089"/>
                </a:lnTo>
                <a:lnTo>
                  <a:pt x="12209" y="29444"/>
                </a:lnTo>
                <a:lnTo>
                  <a:pt x="12956" y="28778"/>
                </a:lnTo>
                <a:lnTo>
                  <a:pt x="13480" y="28314"/>
                </a:lnTo>
                <a:lnTo>
                  <a:pt x="14005" y="27849"/>
                </a:lnTo>
                <a:lnTo>
                  <a:pt x="14550" y="27405"/>
                </a:lnTo>
                <a:lnTo>
                  <a:pt x="15115" y="26961"/>
                </a:lnTo>
                <a:lnTo>
                  <a:pt x="15559" y="26659"/>
                </a:lnTo>
                <a:lnTo>
                  <a:pt x="16023" y="26356"/>
                </a:lnTo>
                <a:lnTo>
                  <a:pt x="16507" y="26074"/>
                </a:lnTo>
                <a:lnTo>
                  <a:pt x="16992" y="25811"/>
                </a:lnTo>
                <a:lnTo>
                  <a:pt x="17960" y="25307"/>
                </a:lnTo>
                <a:lnTo>
                  <a:pt x="18949" y="24822"/>
                </a:lnTo>
                <a:lnTo>
                  <a:pt x="19918" y="24338"/>
                </a:lnTo>
                <a:lnTo>
                  <a:pt x="20886" y="23834"/>
                </a:lnTo>
                <a:lnTo>
                  <a:pt x="21351" y="23571"/>
                </a:lnTo>
                <a:lnTo>
                  <a:pt x="21835" y="23309"/>
                </a:lnTo>
                <a:lnTo>
                  <a:pt x="22299" y="23006"/>
                </a:lnTo>
                <a:lnTo>
                  <a:pt x="22743" y="22703"/>
                </a:lnTo>
                <a:lnTo>
                  <a:pt x="23227" y="22340"/>
                </a:lnTo>
                <a:lnTo>
                  <a:pt x="23691" y="21957"/>
                </a:lnTo>
                <a:lnTo>
                  <a:pt x="24135" y="21553"/>
                </a:lnTo>
                <a:lnTo>
                  <a:pt x="24559" y="21129"/>
                </a:lnTo>
                <a:lnTo>
                  <a:pt x="24983" y="20685"/>
                </a:lnTo>
                <a:lnTo>
                  <a:pt x="25366" y="20221"/>
                </a:lnTo>
                <a:lnTo>
                  <a:pt x="25750" y="19737"/>
                </a:lnTo>
                <a:lnTo>
                  <a:pt x="26093" y="19232"/>
                </a:lnTo>
                <a:lnTo>
                  <a:pt x="26436" y="18728"/>
                </a:lnTo>
                <a:lnTo>
                  <a:pt x="26739" y="18183"/>
                </a:lnTo>
                <a:lnTo>
                  <a:pt x="27021" y="17638"/>
                </a:lnTo>
                <a:lnTo>
                  <a:pt x="27304" y="17093"/>
                </a:lnTo>
                <a:lnTo>
                  <a:pt x="27546" y="16528"/>
                </a:lnTo>
                <a:lnTo>
                  <a:pt x="27748" y="15943"/>
                </a:lnTo>
                <a:lnTo>
                  <a:pt x="27949" y="15358"/>
                </a:lnTo>
                <a:lnTo>
                  <a:pt x="28111" y="14752"/>
                </a:lnTo>
                <a:lnTo>
                  <a:pt x="28252" y="14167"/>
                </a:lnTo>
                <a:lnTo>
                  <a:pt x="28353" y="13582"/>
                </a:lnTo>
                <a:lnTo>
                  <a:pt x="28454" y="12977"/>
                </a:lnTo>
                <a:lnTo>
                  <a:pt x="28514" y="12391"/>
                </a:lnTo>
                <a:lnTo>
                  <a:pt x="28555" y="11786"/>
                </a:lnTo>
                <a:lnTo>
                  <a:pt x="28555" y="11181"/>
                </a:lnTo>
                <a:lnTo>
                  <a:pt x="28555" y="10555"/>
                </a:lnTo>
                <a:lnTo>
                  <a:pt x="28514" y="9950"/>
                </a:lnTo>
                <a:lnTo>
                  <a:pt x="28454" y="9344"/>
                </a:lnTo>
                <a:lnTo>
                  <a:pt x="28373" y="8739"/>
                </a:lnTo>
                <a:lnTo>
                  <a:pt x="28272" y="8133"/>
                </a:lnTo>
                <a:lnTo>
                  <a:pt x="28151" y="7528"/>
                </a:lnTo>
                <a:lnTo>
                  <a:pt x="27990" y="6923"/>
                </a:lnTo>
                <a:lnTo>
                  <a:pt x="27828" y="6337"/>
                </a:lnTo>
                <a:lnTo>
                  <a:pt x="27627" y="5752"/>
                </a:lnTo>
                <a:lnTo>
                  <a:pt x="27405" y="5167"/>
                </a:lnTo>
                <a:lnTo>
                  <a:pt x="27142" y="4541"/>
                </a:lnTo>
                <a:lnTo>
                  <a:pt x="26860" y="3976"/>
                </a:lnTo>
                <a:lnTo>
                  <a:pt x="26557" y="3452"/>
                </a:lnTo>
                <a:lnTo>
                  <a:pt x="26234" y="2947"/>
                </a:lnTo>
                <a:lnTo>
                  <a:pt x="25911" y="2503"/>
                </a:lnTo>
                <a:lnTo>
                  <a:pt x="25548" y="2100"/>
                </a:lnTo>
                <a:lnTo>
                  <a:pt x="25185" y="1716"/>
                </a:lnTo>
                <a:lnTo>
                  <a:pt x="24801" y="1393"/>
                </a:lnTo>
                <a:lnTo>
                  <a:pt x="24438" y="1111"/>
                </a:lnTo>
                <a:lnTo>
                  <a:pt x="24055" y="889"/>
                </a:lnTo>
                <a:lnTo>
                  <a:pt x="23651" y="667"/>
                </a:lnTo>
                <a:lnTo>
                  <a:pt x="23227" y="485"/>
                </a:lnTo>
                <a:lnTo>
                  <a:pt x="22783" y="344"/>
                </a:lnTo>
                <a:lnTo>
                  <a:pt x="22339" y="223"/>
                </a:lnTo>
                <a:lnTo>
                  <a:pt x="21895" y="122"/>
                </a:lnTo>
                <a:lnTo>
                  <a:pt x="21411" y="61"/>
                </a:lnTo>
                <a:lnTo>
                  <a:pt x="20947" y="21"/>
                </a:lnTo>
                <a:lnTo>
                  <a:pt x="20483" y="1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61" name="Google Shape;1461;p18"/>
          <p:cNvSpPr/>
          <p:nvPr/>
        </p:nvSpPr>
        <p:spPr>
          <a:xfrm>
            <a:off x="7290020" y="98147"/>
            <a:ext cx="6754688" cy="4497143"/>
          </a:xfrm>
          <a:custGeom>
            <a:rect b="b" l="l" r="r" t="t"/>
            <a:pathLst>
              <a:path extrusionOk="0" h="80439" w="120819">
                <a:moveTo>
                  <a:pt x="94887" y="81"/>
                </a:moveTo>
                <a:lnTo>
                  <a:pt x="96400" y="122"/>
                </a:lnTo>
                <a:lnTo>
                  <a:pt x="97914" y="182"/>
                </a:lnTo>
                <a:lnTo>
                  <a:pt x="99427" y="283"/>
                </a:lnTo>
                <a:lnTo>
                  <a:pt x="100941" y="424"/>
                </a:lnTo>
                <a:lnTo>
                  <a:pt x="102454" y="586"/>
                </a:lnTo>
                <a:lnTo>
                  <a:pt x="103968" y="788"/>
                </a:lnTo>
                <a:lnTo>
                  <a:pt x="105481" y="1030"/>
                </a:lnTo>
                <a:lnTo>
                  <a:pt x="106894" y="1272"/>
                </a:lnTo>
                <a:lnTo>
                  <a:pt x="107620" y="1413"/>
                </a:lnTo>
                <a:lnTo>
                  <a:pt x="108367" y="1595"/>
                </a:lnTo>
                <a:lnTo>
                  <a:pt x="109114" y="1777"/>
                </a:lnTo>
                <a:lnTo>
                  <a:pt x="109860" y="1998"/>
                </a:lnTo>
                <a:lnTo>
                  <a:pt x="110607" y="2241"/>
                </a:lnTo>
                <a:lnTo>
                  <a:pt x="111354" y="2503"/>
                </a:lnTo>
                <a:lnTo>
                  <a:pt x="112100" y="2806"/>
                </a:lnTo>
                <a:lnTo>
                  <a:pt x="112827" y="3129"/>
                </a:lnTo>
                <a:lnTo>
                  <a:pt x="113533" y="3492"/>
                </a:lnTo>
                <a:lnTo>
                  <a:pt x="114219" y="3895"/>
                </a:lnTo>
                <a:lnTo>
                  <a:pt x="114562" y="4117"/>
                </a:lnTo>
                <a:lnTo>
                  <a:pt x="114885" y="4339"/>
                </a:lnTo>
                <a:lnTo>
                  <a:pt x="115208" y="4582"/>
                </a:lnTo>
                <a:lnTo>
                  <a:pt x="115531" y="4824"/>
                </a:lnTo>
                <a:lnTo>
                  <a:pt x="115834" y="5086"/>
                </a:lnTo>
                <a:lnTo>
                  <a:pt x="116136" y="5369"/>
                </a:lnTo>
                <a:lnTo>
                  <a:pt x="116419" y="5651"/>
                </a:lnTo>
                <a:lnTo>
                  <a:pt x="116701" y="5934"/>
                </a:lnTo>
                <a:lnTo>
                  <a:pt x="117044" y="6317"/>
                </a:lnTo>
                <a:lnTo>
                  <a:pt x="117367" y="6721"/>
                </a:lnTo>
                <a:lnTo>
                  <a:pt x="117690" y="7165"/>
                </a:lnTo>
                <a:lnTo>
                  <a:pt x="118033" y="7669"/>
                </a:lnTo>
                <a:lnTo>
                  <a:pt x="118336" y="8194"/>
                </a:lnTo>
                <a:lnTo>
                  <a:pt x="118659" y="8799"/>
                </a:lnTo>
                <a:lnTo>
                  <a:pt x="118941" y="9445"/>
                </a:lnTo>
                <a:lnTo>
                  <a:pt x="119224" y="10171"/>
                </a:lnTo>
                <a:lnTo>
                  <a:pt x="119486" y="10958"/>
                </a:lnTo>
                <a:lnTo>
                  <a:pt x="119728" y="11826"/>
                </a:lnTo>
                <a:lnTo>
                  <a:pt x="119950" y="12795"/>
                </a:lnTo>
                <a:lnTo>
                  <a:pt x="120152" y="13824"/>
                </a:lnTo>
                <a:lnTo>
                  <a:pt x="120334" y="14974"/>
                </a:lnTo>
                <a:lnTo>
                  <a:pt x="120475" y="16205"/>
                </a:lnTo>
                <a:lnTo>
                  <a:pt x="120576" y="17557"/>
                </a:lnTo>
                <a:lnTo>
                  <a:pt x="120657" y="19010"/>
                </a:lnTo>
                <a:lnTo>
                  <a:pt x="120697" y="20241"/>
                </a:lnTo>
                <a:lnTo>
                  <a:pt x="120717" y="21472"/>
                </a:lnTo>
                <a:lnTo>
                  <a:pt x="120737" y="22683"/>
                </a:lnTo>
                <a:lnTo>
                  <a:pt x="120737" y="23914"/>
                </a:lnTo>
                <a:lnTo>
                  <a:pt x="120717" y="25145"/>
                </a:lnTo>
                <a:lnTo>
                  <a:pt x="120697" y="26376"/>
                </a:lnTo>
                <a:lnTo>
                  <a:pt x="120657" y="27607"/>
                </a:lnTo>
                <a:lnTo>
                  <a:pt x="120616" y="28838"/>
                </a:lnTo>
                <a:lnTo>
                  <a:pt x="120536" y="30049"/>
                </a:lnTo>
                <a:lnTo>
                  <a:pt x="120455" y="31280"/>
                </a:lnTo>
                <a:lnTo>
                  <a:pt x="120374" y="32511"/>
                </a:lnTo>
                <a:lnTo>
                  <a:pt x="120253" y="33722"/>
                </a:lnTo>
                <a:lnTo>
                  <a:pt x="120152" y="34953"/>
                </a:lnTo>
                <a:lnTo>
                  <a:pt x="120011" y="36163"/>
                </a:lnTo>
                <a:lnTo>
                  <a:pt x="119870" y="37394"/>
                </a:lnTo>
                <a:lnTo>
                  <a:pt x="119708" y="38605"/>
                </a:lnTo>
                <a:lnTo>
                  <a:pt x="119567" y="39533"/>
                </a:lnTo>
                <a:lnTo>
                  <a:pt x="119405" y="40462"/>
                </a:lnTo>
                <a:lnTo>
                  <a:pt x="119224" y="41390"/>
                </a:lnTo>
                <a:lnTo>
                  <a:pt x="119103" y="41834"/>
                </a:lnTo>
                <a:lnTo>
                  <a:pt x="118982" y="42278"/>
                </a:lnTo>
                <a:lnTo>
                  <a:pt x="118820" y="42722"/>
                </a:lnTo>
                <a:lnTo>
                  <a:pt x="118659" y="43166"/>
                </a:lnTo>
                <a:lnTo>
                  <a:pt x="118497" y="43590"/>
                </a:lnTo>
                <a:lnTo>
                  <a:pt x="118296" y="43993"/>
                </a:lnTo>
                <a:lnTo>
                  <a:pt x="118074" y="44397"/>
                </a:lnTo>
                <a:lnTo>
                  <a:pt x="117831" y="44800"/>
                </a:lnTo>
                <a:lnTo>
                  <a:pt x="117549" y="45164"/>
                </a:lnTo>
                <a:lnTo>
                  <a:pt x="117266" y="45527"/>
                </a:lnTo>
                <a:lnTo>
                  <a:pt x="117105" y="45709"/>
                </a:lnTo>
                <a:lnTo>
                  <a:pt x="116943" y="45870"/>
                </a:lnTo>
                <a:lnTo>
                  <a:pt x="116782" y="45991"/>
                </a:lnTo>
                <a:lnTo>
                  <a:pt x="116621" y="46112"/>
                </a:lnTo>
                <a:lnTo>
                  <a:pt x="116459" y="46193"/>
                </a:lnTo>
                <a:lnTo>
                  <a:pt x="116298" y="46253"/>
                </a:lnTo>
                <a:lnTo>
                  <a:pt x="116136" y="46294"/>
                </a:lnTo>
                <a:lnTo>
                  <a:pt x="115975" y="46314"/>
                </a:lnTo>
                <a:lnTo>
                  <a:pt x="115813" y="46314"/>
                </a:lnTo>
                <a:lnTo>
                  <a:pt x="115632" y="46294"/>
                </a:lnTo>
                <a:lnTo>
                  <a:pt x="115490" y="46253"/>
                </a:lnTo>
                <a:lnTo>
                  <a:pt x="115349" y="46193"/>
                </a:lnTo>
                <a:lnTo>
                  <a:pt x="115228" y="46092"/>
                </a:lnTo>
                <a:lnTo>
                  <a:pt x="115107" y="45991"/>
                </a:lnTo>
                <a:lnTo>
                  <a:pt x="115006" y="45890"/>
                </a:lnTo>
                <a:lnTo>
                  <a:pt x="114905" y="45749"/>
                </a:lnTo>
                <a:lnTo>
                  <a:pt x="114724" y="45446"/>
                </a:lnTo>
                <a:lnTo>
                  <a:pt x="114562" y="45103"/>
                </a:lnTo>
                <a:lnTo>
                  <a:pt x="114441" y="44740"/>
                </a:lnTo>
                <a:lnTo>
                  <a:pt x="114300" y="44336"/>
                </a:lnTo>
                <a:lnTo>
                  <a:pt x="114360" y="44316"/>
                </a:lnTo>
                <a:lnTo>
                  <a:pt x="114199" y="43751"/>
                </a:lnTo>
                <a:lnTo>
                  <a:pt x="114017" y="43186"/>
                </a:lnTo>
                <a:lnTo>
                  <a:pt x="113816" y="42641"/>
                </a:lnTo>
                <a:lnTo>
                  <a:pt x="113594" y="42096"/>
                </a:lnTo>
                <a:lnTo>
                  <a:pt x="113331" y="41551"/>
                </a:lnTo>
                <a:lnTo>
                  <a:pt x="113049" y="41027"/>
                </a:lnTo>
                <a:lnTo>
                  <a:pt x="112746" y="40522"/>
                </a:lnTo>
                <a:lnTo>
                  <a:pt x="112403" y="40018"/>
                </a:lnTo>
                <a:lnTo>
                  <a:pt x="112040" y="39533"/>
                </a:lnTo>
                <a:lnTo>
                  <a:pt x="111656" y="39049"/>
                </a:lnTo>
                <a:lnTo>
                  <a:pt x="111253" y="38605"/>
                </a:lnTo>
                <a:lnTo>
                  <a:pt x="110829" y="38161"/>
                </a:lnTo>
                <a:lnTo>
                  <a:pt x="110365" y="37717"/>
                </a:lnTo>
                <a:lnTo>
                  <a:pt x="109901" y="37314"/>
                </a:lnTo>
                <a:lnTo>
                  <a:pt x="109396" y="36910"/>
                </a:lnTo>
                <a:lnTo>
                  <a:pt x="108892" y="36547"/>
                </a:lnTo>
                <a:lnTo>
                  <a:pt x="108367" y="36184"/>
                </a:lnTo>
                <a:lnTo>
                  <a:pt x="107822" y="35861"/>
                </a:lnTo>
                <a:lnTo>
                  <a:pt x="107277" y="35558"/>
                </a:lnTo>
                <a:lnTo>
                  <a:pt x="106712" y="35275"/>
                </a:lnTo>
                <a:lnTo>
                  <a:pt x="106147" y="35033"/>
                </a:lnTo>
                <a:lnTo>
                  <a:pt x="105582" y="34811"/>
                </a:lnTo>
                <a:lnTo>
                  <a:pt x="104997" y="34610"/>
                </a:lnTo>
                <a:lnTo>
                  <a:pt x="104412" y="34428"/>
                </a:lnTo>
                <a:lnTo>
                  <a:pt x="103826" y="34287"/>
                </a:lnTo>
                <a:lnTo>
                  <a:pt x="103241" y="34166"/>
                </a:lnTo>
                <a:lnTo>
                  <a:pt x="102636" y="34065"/>
                </a:lnTo>
                <a:lnTo>
                  <a:pt x="102051" y="34004"/>
                </a:lnTo>
                <a:lnTo>
                  <a:pt x="101445" y="33964"/>
                </a:lnTo>
                <a:lnTo>
                  <a:pt x="100860" y="33944"/>
                </a:lnTo>
                <a:lnTo>
                  <a:pt x="100255" y="33964"/>
                </a:lnTo>
                <a:lnTo>
                  <a:pt x="99669" y="34004"/>
                </a:lnTo>
                <a:lnTo>
                  <a:pt x="99084" y="34085"/>
                </a:lnTo>
                <a:lnTo>
                  <a:pt x="98499" y="34166"/>
                </a:lnTo>
                <a:lnTo>
                  <a:pt x="97914" y="34307"/>
                </a:lnTo>
                <a:lnTo>
                  <a:pt x="97349" y="34448"/>
                </a:lnTo>
                <a:lnTo>
                  <a:pt x="96763" y="34630"/>
                </a:lnTo>
                <a:lnTo>
                  <a:pt x="96198" y="34831"/>
                </a:lnTo>
                <a:lnTo>
                  <a:pt x="95654" y="35053"/>
                </a:lnTo>
                <a:lnTo>
                  <a:pt x="95109" y="35296"/>
                </a:lnTo>
                <a:lnTo>
                  <a:pt x="94564" y="35578"/>
                </a:lnTo>
                <a:lnTo>
                  <a:pt x="94019" y="35861"/>
                </a:lnTo>
                <a:lnTo>
                  <a:pt x="93494" y="36184"/>
                </a:lnTo>
                <a:lnTo>
                  <a:pt x="92990" y="36527"/>
                </a:lnTo>
                <a:lnTo>
                  <a:pt x="92485" y="36910"/>
                </a:lnTo>
                <a:lnTo>
                  <a:pt x="92001" y="37293"/>
                </a:lnTo>
                <a:lnTo>
                  <a:pt x="91517" y="37697"/>
                </a:lnTo>
                <a:lnTo>
                  <a:pt x="91052" y="38141"/>
                </a:lnTo>
                <a:lnTo>
                  <a:pt x="90609" y="38585"/>
                </a:lnTo>
                <a:lnTo>
                  <a:pt x="90185" y="39049"/>
                </a:lnTo>
                <a:lnTo>
                  <a:pt x="89781" y="39513"/>
                </a:lnTo>
                <a:lnTo>
                  <a:pt x="89398" y="40018"/>
                </a:lnTo>
                <a:lnTo>
                  <a:pt x="89055" y="40502"/>
                </a:lnTo>
                <a:lnTo>
                  <a:pt x="88712" y="41027"/>
                </a:lnTo>
                <a:lnTo>
                  <a:pt x="88389" y="41551"/>
                </a:lnTo>
                <a:lnTo>
                  <a:pt x="88086" y="42076"/>
                </a:lnTo>
                <a:lnTo>
                  <a:pt x="87824" y="42621"/>
                </a:lnTo>
                <a:lnTo>
                  <a:pt x="87561" y="43186"/>
                </a:lnTo>
                <a:lnTo>
                  <a:pt x="87339" y="43751"/>
                </a:lnTo>
                <a:lnTo>
                  <a:pt x="87138" y="44316"/>
                </a:lnTo>
                <a:lnTo>
                  <a:pt x="86956" y="44881"/>
                </a:lnTo>
                <a:lnTo>
                  <a:pt x="86815" y="45466"/>
                </a:lnTo>
                <a:lnTo>
                  <a:pt x="86673" y="46052"/>
                </a:lnTo>
                <a:lnTo>
                  <a:pt x="86573" y="46637"/>
                </a:lnTo>
                <a:lnTo>
                  <a:pt x="86492" y="47283"/>
                </a:lnTo>
                <a:lnTo>
                  <a:pt x="86411" y="47928"/>
                </a:lnTo>
                <a:lnTo>
                  <a:pt x="86290" y="49240"/>
                </a:lnTo>
                <a:lnTo>
                  <a:pt x="86209" y="50330"/>
                </a:lnTo>
                <a:lnTo>
                  <a:pt x="86088" y="51399"/>
                </a:lnTo>
                <a:lnTo>
                  <a:pt x="86007" y="51924"/>
                </a:lnTo>
                <a:lnTo>
                  <a:pt x="85927" y="52449"/>
                </a:lnTo>
                <a:lnTo>
                  <a:pt x="85806" y="52973"/>
                </a:lnTo>
                <a:lnTo>
                  <a:pt x="85685" y="53458"/>
                </a:lnTo>
                <a:lnTo>
                  <a:pt x="85543" y="53962"/>
                </a:lnTo>
                <a:lnTo>
                  <a:pt x="85362" y="54426"/>
                </a:lnTo>
                <a:lnTo>
                  <a:pt x="85160" y="54870"/>
                </a:lnTo>
                <a:lnTo>
                  <a:pt x="84918" y="55314"/>
                </a:lnTo>
                <a:lnTo>
                  <a:pt x="84655" y="55718"/>
                </a:lnTo>
                <a:lnTo>
                  <a:pt x="84353" y="56101"/>
                </a:lnTo>
                <a:lnTo>
                  <a:pt x="84171" y="56303"/>
                </a:lnTo>
                <a:lnTo>
                  <a:pt x="84010" y="56465"/>
                </a:lnTo>
                <a:lnTo>
                  <a:pt x="83808" y="56646"/>
                </a:lnTo>
                <a:lnTo>
                  <a:pt x="83606" y="56808"/>
                </a:lnTo>
                <a:lnTo>
                  <a:pt x="83344" y="56989"/>
                </a:lnTo>
                <a:lnTo>
                  <a:pt x="83041" y="57191"/>
                </a:lnTo>
                <a:lnTo>
                  <a:pt x="82658" y="57393"/>
                </a:lnTo>
                <a:lnTo>
                  <a:pt x="82173" y="57595"/>
                </a:lnTo>
                <a:lnTo>
                  <a:pt x="81628" y="57776"/>
                </a:lnTo>
                <a:lnTo>
                  <a:pt x="81326" y="57877"/>
                </a:lnTo>
                <a:lnTo>
                  <a:pt x="80983" y="57958"/>
                </a:lnTo>
                <a:lnTo>
                  <a:pt x="80599" y="58018"/>
                </a:lnTo>
                <a:lnTo>
                  <a:pt x="80216" y="58099"/>
                </a:lnTo>
                <a:lnTo>
                  <a:pt x="79792" y="58160"/>
                </a:lnTo>
                <a:lnTo>
                  <a:pt x="79328" y="58200"/>
                </a:lnTo>
                <a:lnTo>
                  <a:pt x="78642" y="58261"/>
                </a:lnTo>
                <a:lnTo>
                  <a:pt x="77935" y="58281"/>
                </a:lnTo>
                <a:lnTo>
                  <a:pt x="77249" y="58301"/>
                </a:lnTo>
                <a:lnTo>
                  <a:pt x="76543" y="58301"/>
                </a:lnTo>
                <a:lnTo>
                  <a:pt x="75837" y="58281"/>
                </a:lnTo>
                <a:lnTo>
                  <a:pt x="75151" y="58240"/>
                </a:lnTo>
                <a:lnTo>
                  <a:pt x="74444" y="58180"/>
                </a:lnTo>
                <a:lnTo>
                  <a:pt x="73758" y="58119"/>
                </a:lnTo>
                <a:lnTo>
                  <a:pt x="72366" y="57958"/>
                </a:lnTo>
                <a:lnTo>
                  <a:pt x="70994" y="57776"/>
                </a:lnTo>
                <a:lnTo>
                  <a:pt x="69601" y="57574"/>
                </a:lnTo>
                <a:lnTo>
                  <a:pt x="68249" y="57352"/>
                </a:lnTo>
                <a:lnTo>
                  <a:pt x="66937" y="57151"/>
                </a:lnTo>
                <a:lnTo>
                  <a:pt x="65605" y="56949"/>
                </a:lnTo>
                <a:lnTo>
                  <a:pt x="64294" y="56767"/>
                </a:lnTo>
                <a:lnTo>
                  <a:pt x="62962" y="56606"/>
                </a:lnTo>
                <a:lnTo>
                  <a:pt x="61771" y="56505"/>
                </a:lnTo>
                <a:lnTo>
                  <a:pt x="60581" y="56424"/>
                </a:lnTo>
                <a:lnTo>
                  <a:pt x="59390" y="56384"/>
                </a:lnTo>
                <a:lnTo>
                  <a:pt x="58179" y="56364"/>
                </a:lnTo>
                <a:lnTo>
                  <a:pt x="56968" y="56384"/>
                </a:lnTo>
                <a:lnTo>
                  <a:pt x="55778" y="56444"/>
                </a:lnTo>
                <a:lnTo>
                  <a:pt x="54567" y="56525"/>
                </a:lnTo>
                <a:lnTo>
                  <a:pt x="53356" y="56646"/>
                </a:lnTo>
                <a:lnTo>
                  <a:pt x="52145" y="56787"/>
                </a:lnTo>
                <a:lnTo>
                  <a:pt x="50935" y="56949"/>
                </a:lnTo>
                <a:lnTo>
                  <a:pt x="49744" y="57151"/>
                </a:lnTo>
                <a:lnTo>
                  <a:pt x="48553" y="57393"/>
                </a:lnTo>
                <a:lnTo>
                  <a:pt x="47343" y="57655"/>
                </a:lnTo>
                <a:lnTo>
                  <a:pt x="46172" y="57958"/>
                </a:lnTo>
                <a:lnTo>
                  <a:pt x="44981" y="58281"/>
                </a:lnTo>
                <a:lnTo>
                  <a:pt x="43811" y="58644"/>
                </a:lnTo>
                <a:lnTo>
                  <a:pt x="42661" y="59027"/>
                </a:lnTo>
                <a:lnTo>
                  <a:pt x="41510" y="59451"/>
                </a:lnTo>
                <a:lnTo>
                  <a:pt x="40380" y="59895"/>
                </a:lnTo>
                <a:lnTo>
                  <a:pt x="39250" y="60359"/>
                </a:lnTo>
                <a:lnTo>
                  <a:pt x="38140" y="60864"/>
                </a:lnTo>
                <a:lnTo>
                  <a:pt x="37031" y="61409"/>
                </a:lnTo>
                <a:lnTo>
                  <a:pt x="35961" y="61954"/>
                </a:lnTo>
                <a:lnTo>
                  <a:pt x="34891" y="62539"/>
                </a:lnTo>
                <a:lnTo>
                  <a:pt x="33842" y="63144"/>
                </a:lnTo>
                <a:lnTo>
                  <a:pt x="32813" y="63790"/>
                </a:lnTo>
                <a:lnTo>
                  <a:pt x="31784" y="64436"/>
                </a:lnTo>
                <a:lnTo>
                  <a:pt x="30795" y="65122"/>
                </a:lnTo>
                <a:lnTo>
                  <a:pt x="29826" y="65828"/>
                </a:lnTo>
                <a:lnTo>
                  <a:pt x="28878" y="66555"/>
                </a:lnTo>
                <a:lnTo>
                  <a:pt x="27950" y="67321"/>
                </a:lnTo>
                <a:lnTo>
                  <a:pt x="27041" y="68088"/>
                </a:lnTo>
                <a:lnTo>
                  <a:pt x="26113" y="68916"/>
                </a:lnTo>
                <a:lnTo>
                  <a:pt x="25205" y="69763"/>
                </a:lnTo>
                <a:lnTo>
                  <a:pt x="23429" y="71499"/>
                </a:lnTo>
                <a:lnTo>
                  <a:pt x="22279" y="72609"/>
                </a:lnTo>
                <a:lnTo>
                  <a:pt x="21129" y="73719"/>
                </a:lnTo>
                <a:lnTo>
                  <a:pt x="19938" y="74788"/>
                </a:lnTo>
                <a:lnTo>
                  <a:pt x="19333" y="75313"/>
                </a:lnTo>
                <a:lnTo>
                  <a:pt x="18707" y="75837"/>
                </a:lnTo>
                <a:lnTo>
                  <a:pt x="18081" y="76342"/>
                </a:lnTo>
                <a:lnTo>
                  <a:pt x="17456" y="76826"/>
                </a:lnTo>
                <a:lnTo>
                  <a:pt x="16810" y="77290"/>
                </a:lnTo>
                <a:lnTo>
                  <a:pt x="16144" y="77734"/>
                </a:lnTo>
                <a:lnTo>
                  <a:pt x="15458" y="78158"/>
                </a:lnTo>
                <a:lnTo>
                  <a:pt x="14772" y="78542"/>
                </a:lnTo>
                <a:lnTo>
                  <a:pt x="14066" y="78925"/>
                </a:lnTo>
                <a:lnTo>
                  <a:pt x="13339" y="79268"/>
                </a:lnTo>
                <a:lnTo>
                  <a:pt x="12915" y="79450"/>
                </a:lnTo>
                <a:lnTo>
                  <a:pt x="12492" y="79611"/>
                </a:lnTo>
                <a:lnTo>
                  <a:pt x="12048" y="79752"/>
                </a:lnTo>
                <a:lnTo>
                  <a:pt x="11604" y="79894"/>
                </a:lnTo>
                <a:lnTo>
                  <a:pt x="11160" y="79995"/>
                </a:lnTo>
                <a:lnTo>
                  <a:pt x="10716" y="80095"/>
                </a:lnTo>
                <a:lnTo>
                  <a:pt x="10252" y="80196"/>
                </a:lnTo>
                <a:lnTo>
                  <a:pt x="9787" y="80257"/>
                </a:lnTo>
                <a:lnTo>
                  <a:pt x="9344" y="80297"/>
                </a:lnTo>
                <a:lnTo>
                  <a:pt x="8879" y="80338"/>
                </a:lnTo>
                <a:lnTo>
                  <a:pt x="8415" y="80358"/>
                </a:lnTo>
                <a:lnTo>
                  <a:pt x="7951" y="80358"/>
                </a:lnTo>
                <a:lnTo>
                  <a:pt x="7507" y="80338"/>
                </a:lnTo>
                <a:lnTo>
                  <a:pt x="7063" y="80317"/>
                </a:lnTo>
                <a:lnTo>
                  <a:pt x="6619" y="80257"/>
                </a:lnTo>
                <a:lnTo>
                  <a:pt x="6175" y="80196"/>
                </a:lnTo>
                <a:lnTo>
                  <a:pt x="5691" y="80095"/>
                </a:lnTo>
                <a:lnTo>
                  <a:pt x="5247" y="79974"/>
                </a:lnTo>
                <a:lnTo>
                  <a:pt x="4803" y="79853"/>
                </a:lnTo>
                <a:lnTo>
                  <a:pt x="4379" y="79692"/>
                </a:lnTo>
                <a:lnTo>
                  <a:pt x="3955" y="79510"/>
                </a:lnTo>
                <a:lnTo>
                  <a:pt x="3572" y="79329"/>
                </a:lnTo>
                <a:lnTo>
                  <a:pt x="3189" y="79107"/>
                </a:lnTo>
                <a:lnTo>
                  <a:pt x="2846" y="78885"/>
                </a:lnTo>
                <a:lnTo>
                  <a:pt x="2502" y="78642"/>
                </a:lnTo>
                <a:lnTo>
                  <a:pt x="2180" y="78380"/>
                </a:lnTo>
                <a:lnTo>
                  <a:pt x="1897" y="78098"/>
                </a:lnTo>
                <a:lnTo>
                  <a:pt x="1615" y="77795"/>
                </a:lnTo>
                <a:lnTo>
                  <a:pt x="1352" y="77472"/>
                </a:lnTo>
                <a:lnTo>
                  <a:pt x="1130" y="77149"/>
                </a:lnTo>
                <a:lnTo>
                  <a:pt x="908" y="76806"/>
                </a:lnTo>
                <a:lnTo>
                  <a:pt x="727" y="76443"/>
                </a:lnTo>
                <a:lnTo>
                  <a:pt x="585" y="76180"/>
                </a:lnTo>
                <a:lnTo>
                  <a:pt x="484" y="75898"/>
                </a:lnTo>
                <a:lnTo>
                  <a:pt x="384" y="75636"/>
                </a:lnTo>
                <a:lnTo>
                  <a:pt x="303" y="75353"/>
                </a:lnTo>
                <a:lnTo>
                  <a:pt x="242" y="75050"/>
                </a:lnTo>
                <a:lnTo>
                  <a:pt x="182" y="74768"/>
                </a:lnTo>
                <a:lnTo>
                  <a:pt x="141" y="74465"/>
                </a:lnTo>
                <a:lnTo>
                  <a:pt x="101" y="74162"/>
                </a:lnTo>
                <a:lnTo>
                  <a:pt x="81" y="73860"/>
                </a:lnTo>
                <a:lnTo>
                  <a:pt x="81" y="73557"/>
                </a:lnTo>
                <a:lnTo>
                  <a:pt x="101" y="73254"/>
                </a:lnTo>
                <a:lnTo>
                  <a:pt x="121" y="72952"/>
                </a:lnTo>
                <a:lnTo>
                  <a:pt x="162" y="72629"/>
                </a:lnTo>
                <a:lnTo>
                  <a:pt x="202" y="72306"/>
                </a:lnTo>
                <a:lnTo>
                  <a:pt x="262" y="71983"/>
                </a:lnTo>
                <a:lnTo>
                  <a:pt x="343" y="71680"/>
                </a:lnTo>
                <a:lnTo>
                  <a:pt x="525" y="71075"/>
                </a:lnTo>
                <a:lnTo>
                  <a:pt x="727" y="70490"/>
                </a:lnTo>
                <a:lnTo>
                  <a:pt x="989" y="69925"/>
                </a:lnTo>
                <a:lnTo>
                  <a:pt x="1292" y="69380"/>
                </a:lnTo>
                <a:lnTo>
                  <a:pt x="1615" y="68835"/>
                </a:lnTo>
                <a:lnTo>
                  <a:pt x="1998" y="68330"/>
                </a:lnTo>
                <a:lnTo>
                  <a:pt x="2381" y="67846"/>
                </a:lnTo>
                <a:lnTo>
                  <a:pt x="2825" y="67382"/>
                </a:lnTo>
                <a:lnTo>
                  <a:pt x="3209" y="67019"/>
                </a:lnTo>
                <a:lnTo>
                  <a:pt x="3612" y="66676"/>
                </a:lnTo>
                <a:lnTo>
                  <a:pt x="4036" y="66353"/>
                </a:lnTo>
                <a:lnTo>
                  <a:pt x="4500" y="66030"/>
                </a:lnTo>
                <a:lnTo>
                  <a:pt x="4964" y="65727"/>
                </a:lnTo>
                <a:lnTo>
                  <a:pt x="5449" y="65445"/>
                </a:lnTo>
                <a:lnTo>
                  <a:pt x="5973" y="65162"/>
                </a:lnTo>
                <a:lnTo>
                  <a:pt x="6518" y="64900"/>
                </a:lnTo>
                <a:lnTo>
                  <a:pt x="7063" y="64658"/>
                </a:lnTo>
                <a:lnTo>
                  <a:pt x="7669" y="64415"/>
                </a:lnTo>
                <a:lnTo>
                  <a:pt x="8274" y="64194"/>
                </a:lnTo>
                <a:lnTo>
                  <a:pt x="8920" y="63992"/>
                </a:lnTo>
                <a:lnTo>
                  <a:pt x="9586" y="63790"/>
                </a:lnTo>
                <a:lnTo>
                  <a:pt x="10272" y="63608"/>
                </a:lnTo>
                <a:lnTo>
                  <a:pt x="10978" y="63427"/>
                </a:lnTo>
                <a:lnTo>
                  <a:pt x="11745" y="63265"/>
                </a:lnTo>
                <a:lnTo>
                  <a:pt x="12673" y="63084"/>
                </a:lnTo>
                <a:lnTo>
                  <a:pt x="13460" y="62942"/>
                </a:lnTo>
                <a:lnTo>
                  <a:pt x="14227" y="62781"/>
                </a:lnTo>
                <a:lnTo>
                  <a:pt x="15014" y="62579"/>
                </a:lnTo>
                <a:lnTo>
                  <a:pt x="15761" y="62377"/>
                </a:lnTo>
                <a:lnTo>
                  <a:pt x="16144" y="62256"/>
                </a:lnTo>
                <a:lnTo>
                  <a:pt x="16507" y="62115"/>
                </a:lnTo>
                <a:lnTo>
                  <a:pt x="16871" y="61974"/>
                </a:lnTo>
                <a:lnTo>
                  <a:pt x="17234" y="61812"/>
                </a:lnTo>
                <a:lnTo>
                  <a:pt x="17577" y="61631"/>
                </a:lnTo>
                <a:lnTo>
                  <a:pt x="17920" y="61429"/>
                </a:lnTo>
                <a:lnTo>
                  <a:pt x="18243" y="61227"/>
                </a:lnTo>
                <a:lnTo>
                  <a:pt x="18566" y="61005"/>
                </a:lnTo>
                <a:lnTo>
                  <a:pt x="18909" y="60723"/>
                </a:lnTo>
                <a:lnTo>
                  <a:pt x="19232" y="60420"/>
                </a:lnTo>
                <a:lnTo>
                  <a:pt x="19534" y="60097"/>
                </a:lnTo>
                <a:lnTo>
                  <a:pt x="19817" y="59754"/>
                </a:lnTo>
                <a:lnTo>
                  <a:pt x="20099" y="59391"/>
                </a:lnTo>
                <a:lnTo>
                  <a:pt x="20362" y="59007"/>
                </a:lnTo>
                <a:lnTo>
                  <a:pt x="20604" y="58604"/>
                </a:lnTo>
                <a:lnTo>
                  <a:pt x="20826" y="58160"/>
                </a:lnTo>
                <a:lnTo>
                  <a:pt x="21028" y="57716"/>
                </a:lnTo>
                <a:lnTo>
                  <a:pt x="21230" y="57252"/>
                </a:lnTo>
                <a:lnTo>
                  <a:pt x="21391" y="56767"/>
                </a:lnTo>
                <a:lnTo>
                  <a:pt x="21552" y="56263"/>
                </a:lnTo>
                <a:lnTo>
                  <a:pt x="21694" y="55738"/>
                </a:lnTo>
                <a:lnTo>
                  <a:pt x="21795" y="55213"/>
                </a:lnTo>
                <a:lnTo>
                  <a:pt x="21895" y="54648"/>
                </a:lnTo>
                <a:lnTo>
                  <a:pt x="21976" y="54083"/>
                </a:lnTo>
                <a:lnTo>
                  <a:pt x="22037" y="53478"/>
                </a:lnTo>
                <a:lnTo>
                  <a:pt x="22077" y="52872"/>
                </a:lnTo>
                <a:lnTo>
                  <a:pt x="22097" y="52267"/>
                </a:lnTo>
                <a:lnTo>
                  <a:pt x="22117" y="51662"/>
                </a:lnTo>
                <a:lnTo>
                  <a:pt x="22097" y="51056"/>
                </a:lnTo>
                <a:lnTo>
                  <a:pt x="22077" y="50451"/>
                </a:lnTo>
                <a:lnTo>
                  <a:pt x="21996" y="49240"/>
                </a:lnTo>
                <a:lnTo>
                  <a:pt x="21875" y="48029"/>
                </a:lnTo>
                <a:lnTo>
                  <a:pt x="21734" y="46818"/>
                </a:lnTo>
                <a:lnTo>
                  <a:pt x="21552" y="45608"/>
                </a:lnTo>
                <a:lnTo>
                  <a:pt x="21371" y="44417"/>
                </a:lnTo>
                <a:lnTo>
                  <a:pt x="21068" y="42359"/>
                </a:lnTo>
                <a:lnTo>
                  <a:pt x="20927" y="41309"/>
                </a:lnTo>
                <a:lnTo>
                  <a:pt x="20806" y="40280"/>
                </a:lnTo>
                <a:lnTo>
                  <a:pt x="20745" y="39493"/>
                </a:lnTo>
                <a:lnTo>
                  <a:pt x="20685" y="38706"/>
                </a:lnTo>
                <a:lnTo>
                  <a:pt x="20665" y="37879"/>
                </a:lnTo>
                <a:lnTo>
                  <a:pt x="20665" y="37031"/>
                </a:lnTo>
                <a:lnTo>
                  <a:pt x="20685" y="36184"/>
                </a:lnTo>
                <a:lnTo>
                  <a:pt x="20765" y="35316"/>
                </a:lnTo>
                <a:lnTo>
                  <a:pt x="20866" y="34448"/>
                </a:lnTo>
                <a:lnTo>
                  <a:pt x="21008" y="33560"/>
                </a:lnTo>
                <a:lnTo>
                  <a:pt x="21088" y="33136"/>
                </a:lnTo>
                <a:lnTo>
                  <a:pt x="21189" y="32713"/>
                </a:lnTo>
                <a:lnTo>
                  <a:pt x="21290" y="32269"/>
                </a:lnTo>
                <a:lnTo>
                  <a:pt x="21431" y="31845"/>
                </a:lnTo>
                <a:lnTo>
                  <a:pt x="21552" y="31441"/>
                </a:lnTo>
                <a:lnTo>
                  <a:pt x="21714" y="31017"/>
                </a:lnTo>
                <a:lnTo>
                  <a:pt x="21875" y="30614"/>
                </a:lnTo>
                <a:lnTo>
                  <a:pt x="22057" y="30210"/>
                </a:lnTo>
                <a:lnTo>
                  <a:pt x="22259" y="29807"/>
                </a:lnTo>
                <a:lnTo>
                  <a:pt x="22461" y="29423"/>
                </a:lnTo>
                <a:lnTo>
                  <a:pt x="22703" y="29040"/>
                </a:lnTo>
                <a:lnTo>
                  <a:pt x="22945" y="28677"/>
                </a:lnTo>
                <a:lnTo>
                  <a:pt x="23207" y="28313"/>
                </a:lnTo>
                <a:lnTo>
                  <a:pt x="23470" y="27950"/>
                </a:lnTo>
                <a:lnTo>
                  <a:pt x="23772" y="27607"/>
                </a:lnTo>
                <a:lnTo>
                  <a:pt x="24095" y="27284"/>
                </a:lnTo>
                <a:lnTo>
                  <a:pt x="24458" y="26921"/>
                </a:lnTo>
                <a:lnTo>
                  <a:pt x="24862" y="26578"/>
                </a:lnTo>
                <a:lnTo>
                  <a:pt x="25266" y="26275"/>
                </a:lnTo>
                <a:lnTo>
                  <a:pt x="25710" y="25972"/>
                </a:lnTo>
                <a:lnTo>
                  <a:pt x="26153" y="25690"/>
                </a:lnTo>
                <a:lnTo>
                  <a:pt x="26597" y="25448"/>
                </a:lnTo>
                <a:lnTo>
                  <a:pt x="27082" y="25226"/>
                </a:lnTo>
                <a:lnTo>
                  <a:pt x="27586" y="25004"/>
                </a:lnTo>
                <a:lnTo>
                  <a:pt x="28091" y="24822"/>
                </a:lnTo>
                <a:lnTo>
                  <a:pt x="28615" y="24661"/>
                </a:lnTo>
                <a:lnTo>
                  <a:pt x="29160" y="24519"/>
                </a:lnTo>
                <a:lnTo>
                  <a:pt x="29705" y="24398"/>
                </a:lnTo>
                <a:lnTo>
                  <a:pt x="30290" y="24297"/>
                </a:lnTo>
                <a:lnTo>
                  <a:pt x="30876" y="24217"/>
                </a:lnTo>
                <a:lnTo>
                  <a:pt x="31481" y="24176"/>
                </a:lnTo>
                <a:lnTo>
                  <a:pt x="32086" y="24136"/>
                </a:lnTo>
                <a:lnTo>
                  <a:pt x="33297" y="24136"/>
                </a:lnTo>
                <a:lnTo>
                  <a:pt x="33903" y="24176"/>
                </a:lnTo>
                <a:lnTo>
                  <a:pt x="34508" y="24217"/>
                </a:lnTo>
                <a:lnTo>
                  <a:pt x="35113" y="24277"/>
                </a:lnTo>
                <a:lnTo>
                  <a:pt x="35699" y="24358"/>
                </a:lnTo>
                <a:lnTo>
                  <a:pt x="36264" y="24459"/>
                </a:lnTo>
                <a:lnTo>
                  <a:pt x="36829" y="24580"/>
                </a:lnTo>
                <a:lnTo>
                  <a:pt x="37394" y="24681"/>
                </a:lnTo>
                <a:lnTo>
                  <a:pt x="38443" y="24943"/>
                </a:lnTo>
                <a:lnTo>
                  <a:pt x="39412" y="25246"/>
                </a:lnTo>
                <a:lnTo>
                  <a:pt x="40320" y="25549"/>
                </a:lnTo>
                <a:lnTo>
                  <a:pt x="41147" y="25851"/>
                </a:lnTo>
                <a:lnTo>
                  <a:pt x="41874" y="26134"/>
                </a:lnTo>
                <a:lnTo>
                  <a:pt x="42600" y="26437"/>
                </a:lnTo>
                <a:lnTo>
                  <a:pt x="43327" y="26759"/>
                </a:lnTo>
                <a:lnTo>
                  <a:pt x="44033" y="27082"/>
                </a:lnTo>
                <a:lnTo>
                  <a:pt x="45466" y="27768"/>
                </a:lnTo>
                <a:lnTo>
                  <a:pt x="46878" y="28495"/>
                </a:lnTo>
                <a:lnTo>
                  <a:pt x="48271" y="29242"/>
                </a:lnTo>
                <a:lnTo>
                  <a:pt x="49643" y="30008"/>
                </a:lnTo>
                <a:lnTo>
                  <a:pt x="52367" y="31542"/>
                </a:lnTo>
                <a:lnTo>
                  <a:pt x="54486" y="32753"/>
                </a:lnTo>
                <a:lnTo>
                  <a:pt x="56646" y="33944"/>
                </a:lnTo>
                <a:lnTo>
                  <a:pt x="57735" y="34529"/>
                </a:lnTo>
                <a:lnTo>
                  <a:pt x="58825" y="35094"/>
                </a:lnTo>
                <a:lnTo>
                  <a:pt x="59935" y="35639"/>
                </a:lnTo>
                <a:lnTo>
                  <a:pt x="61045" y="36163"/>
                </a:lnTo>
                <a:lnTo>
                  <a:pt x="61953" y="36547"/>
                </a:lnTo>
                <a:lnTo>
                  <a:pt x="62821" y="36890"/>
                </a:lnTo>
                <a:lnTo>
                  <a:pt x="63668" y="37193"/>
                </a:lnTo>
                <a:lnTo>
                  <a:pt x="64496" y="37435"/>
                </a:lnTo>
                <a:lnTo>
                  <a:pt x="65283" y="37637"/>
                </a:lnTo>
                <a:lnTo>
                  <a:pt x="66049" y="37798"/>
                </a:lnTo>
                <a:lnTo>
                  <a:pt x="66816" y="37899"/>
                </a:lnTo>
                <a:lnTo>
                  <a:pt x="67523" y="37959"/>
                </a:lnTo>
                <a:lnTo>
                  <a:pt x="68229" y="37980"/>
                </a:lnTo>
                <a:lnTo>
                  <a:pt x="68552" y="37959"/>
                </a:lnTo>
                <a:lnTo>
                  <a:pt x="68895" y="37939"/>
                </a:lnTo>
                <a:lnTo>
                  <a:pt x="69218" y="37899"/>
                </a:lnTo>
                <a:lnTo>
                  <a:pt x="69541" y="37859"/>
                </a:lnTo>
                <a:lnTo>
                  <a:pt x="69843" y="37798"/>
                </a:lnTo>
                <a:lnTo>
                  <a:pt x="70166" y="37737"/>
                </a:lnTo>
                <a:lnTo>
                  <a:pt x="70449" y="37657"/>
                </a:lnTo>
                <a:lnTo>
                  <a:pt x="70751" y="37556"/>
                </a:lnTo>
                <a:lnTo>
                  <a:pt x="71034" y="37455"/>
                </a:lnTo>
                <a:lnTo>
                  <a:pt x="71316" y="37334"/>
                </a:lnTo>
                <a:lnTo>
                  <a:pt x="71579" y="37193"/>
                </a:lnTo>
                <a:lnTo>
                  <a:pt x="71861" y="37051"/>
                </a:lnTo>
                <a:lnTo>
                  <a:pt x="72103" y="36890"/>
                </a:lnTo>
                <a:lnTo>
                  <a:pt x="72366" y="36728"/>
                </a:lnTo>
                <a:lnTo>
                  <a:pt x="72628" y="36547"/>
                </a:lnTo>
                <a:lnTo>
                  <a:pt x="72870" y="36345"/>
                </a:lnTo>
                <a:lnTo>
                  <a:pt x="73112" y="36143"/>
                </a:lnTo>
                <a:lnTo>
                  <a:pt x="73355" y="35921"/>
                </a:lnTo>
                <a:lnTo>
                  <a:pt x="73577" y="35679"/>
                </a:lnTo>
                <a:lnTo>
                  <a:pt x="73778" y="35437"/>
                </a:lnTo>
                <a:lnTo>
                  <a:pt x="74000" y="35195"/>
                </a:lnTo>
                <a:lnTo>
                  <a:pt x="74182" y="34912"/>
                </a:lnTo>
                <a:lnTo>
                  <a:pt x="74384" y="34650"/>
                </a:lnTo>
                <a:lnTo>
                  <a:pt x="74565" y="34347"/>
                </a:lnTo>
                <a:lnTo>
                  <a:pt x="74727" y="34065"/>
                </a:lnTo>
                <a:lnTo>
                  <a:pt x="74888" y="33742"/>
                </a:lnTo>
                <a:lnTo>
                  <a:pt x="75050" y="33419"/>
                </a:lnTo>
                <a:lnTo>
                  <a:pt x="75191" y="33096"/>
                </a:lnTo>
                <a:lnTo>
                  <a:pt x="75312" y="32753"/>
                </a:lnTo>
                <a:lnTo>
                  <a:pt x="75433" y="32410"/>
                </a:lnTo>
                <a:lnTo>
                  <a:pt x="75635" y="31784"/>
                </a:lnTo>
                <a:lnTo>
                  <a:pt x="75796" y="31139"/>
                </a:lnTo>
                <a:lnTo>
                  <a:pt x="75917" y="30473"/>
                </a:lnTo>
                <a:lnTo>
                  <a:pt x="76018" y="29786"/>
                </a:lnTo>
                <a:lnTo>
                  <a:pt x="76099" y="29080"/>
                </a:lnTo>
                <a:lnTo>
                  <a:pt x="76139" y="28374"/>
                </a:lnTo>
                <a:lnTo>
                  <a:pt x="76139" y="27627"/>
                </a:lnTo>
                <a:lnTo>
                  <a:pt x="76119" y="26901"/>
                </a:lnTo>
                <a:lnTo>
                  <a:pt x="76059" y="25791"/>
                </a:lnTo>
                <a:lnTo>
                  <a:pt x="75998" y="24721"/>
                </a:lnTo>
                <a:lnTo>
                  <a:pt x="75837" y="22703"/>
                </a:lnTo>
                <a:lnTo>
                  <a:pt x="75655" y="20786"/>
                </a:lnTo>
                <a:lnTo>
                  <a:pt x="75453" y="18950"/>
                </a:lnTo>
                <a:lnTo>
                  <a:pt x="75252" y="16932"/>
                </a:lnTo>
                <a:lnTo>
                  <a:pt x="75050" y="14833"/>
                </a:lnTo>
                <a:lnTo>
                  <a:pt x="74929" y="13642"/>
                </a:lnTo>
                <a:lnTo>
                  <a:pt x="74787" y="12452"/>
                </a:lnTo>
                <a:lnTo>
                  <a:pt x="74606" y="11140"/>
                </a:lnTo>
                <a:lnTo>
                  <a:pt x="74545" y="10494"/>
                </a:lnTo>
                <a:lnTo>
                  <a:pt x="74485" y="9849"/>
                </a:lnTo>
                <a:lnTo>
                  <a:pt x="74444" y="9203"/>
                </a:lnTo>
                <a:lnTo>
                  <a:pt x="74424" y="8577"/>
                </a:lnTo>
                <a:lnTo>
                  <a:pt x="74424" y="7952"/>
                </a:lnTo>
                <a:lnTo>
                  <a:pt x="74464" y="7346"/>
                </a:lnTo>
                <a:lnTo>
                  <a:pt x="74525" y="6741"/>
                </a:lnTo>
                <a:lnTo>
                  <a:pt x="74646" y="6176"/>
                </a:lnTo>
                <a:lnTo>
                  <a:pt x="74707" y="5893"/>
                </a:lnTo>
                <a:lnTo>
                  <a:pt x="74787" y="5611"/>
                </a:lnTo>
                <a:lnTo>
                  <a:pt x="74888" y="5348"/>
                </a:lnTo>
                <a:lnTo>
                  <a:pt x="74989" y="5066"/>
                </a:lnTo>
                <a:lnTo>
                  <a:pt x="75110" y="4824"/>
                </a:lnTo>
                <a:lnTo>
                  <a:pt x="75231" y="4561"/>
                </a:lnTo>
                <a:lnTo>
                  <a:pt x="75393" y="4319"/>
                </a:lnTo>
                <a:lnTo>
                  <a:pt x="75554" y="4077"/>
                </a:lnTo>
                <a:lnTo>
                  <a:pt x="75716" y="3835"/>
                </a:lnTo>
                <a:lnTo>
                  <a:pt x="75917" y="3613"/>
                </a:lnTo>
                <a:lnTo>
                  <a:pt x="76119" y="3391"/>
                </a:lnTo>
                <a:lnTo>
                  <a:pt x="76341" y="3189"/>
                </a:lnTo>
                <a:lnTo>
                  <a:pt x="76604" y="2967"/>
                </a:lnTo>
                <a:lnTo>
                  <a:pt x="76886" y="2765"/>
                </a:lnTo>
                <a:lnTo>
                  <a:pt x="77169" y="2584"/>
                </a:lnTo>
                <a:lnTo>
                  <a:pt x="77471" y="2422"/>
                </a:lnTo>
                <a:lnTo>
                  <a:pt x="77754" y="2261"/>
                </a:lnTo>
                <a:lnTo>
                  <a:pt x="78077" y="2120"/>
                </a:lnTo>
                <a:lnTo>
                  <a:pt x="78379" y="1998"/>
                </a:lnTo>
                <a:lnTo>
                  <a:pt x="78702" y="1877"/>
                </a:lnTo>
                <a:lnTo>
                  <a:pt x="79348" y="1676"/>
                </a:lnTo>
                <a:lnTo>
                  <a:pt x="80014" y="1514"/>
                </a:lnTo>
                <a:lnTo>
                  <a:pt x="80660" y="1373"/>
                </a:lnTo>
                <a:lnTo>
                  <a:pt x="81306" y="1232"/>
                </a:lnTo>
                <a:lnTo>
                  <a:pt x="82799" y="989"/>
                </a:lnTo>
                <a:lnTo>
                  <a:pt x="84312" y="747"/>
                </a:lnTo>
                <a:lnTo>
                  <a:pt x="85826" y="566"/>
                </a:lnTo>
                <a:lnTo>
                  <a:pt x="87319" y="404"/>
                </a:lnTo>
                <a:lnTo>
                  <a:pt x="88833" y="283"/>
                </a:lnTo>
                <a:lnTo>
                  <a:pt x="90346" y="182"/>
                </a:lnTo>
                <a:lnTo>
                  <a:pt x="91860" y="122"/>
                </a:lnTo>
                <a:lnTo>
                  <a:pt x="93373" y="81"/>
                </a:lnTo>
                <a:close/>
                <a:moveTo>
                  <a:pt x="93373" y="1"/>
                </a:moveTo>
                <a:lnTo>
                  <a:pt x="91860" y="41"/>
                </a:lnTo>
                <a:lnTo>
                  <a:pt x="90346" y="102"/>
                </a:lnTo>
                <a:lnTo>
                  <a:pt x="88833" y="202"/>
                </a:lnTo>
                <a:lnTo>
                  <a:pt x="87319" y="324"/>
                </a:lnTo>
                <a:lnTo>
                  <a:pt x="85806" y="485"/>
                </a:lnTo>
                <a:lnTo>
                  <a:pt x="84292" y="667"/>
                </a:lnTo>
                <a:lnTo>
                  <a:pt x="82799" y="909"/>
                </a:lnTo>
                <a:lnTo>
                  <a:pt x="81285" y="1171"/>
                </a:lnTo>
                <a:lnTo>
                  <a:pt x="80640" y="1292"/>
                </a:lnTo>
                <a:lnTo>
                  <a:pt x="79994" y="1433"/>
                </a:lnTo>
                <a:lnTo>
                  <a:pt x="79328" y="1595"/>
                </a:lnTo>
                <a:lnTo>
                  <a:pt x="78682" y="1797"/>
                </a:lnTo>
                <a:lnTo>
                  <a:pt x="78359" y="1918"/>
                </a:lnTo>
                <a:lnTo>
                  <a:pt x="78036" y="2059"/>
                </a:lnTo>
                <a:lnTo>
                  <a:pt x="77734" y="2200"/>
                </a:lnTo>
                <a:lnTo>
                  <a:pt x="77411" y="2342"/>
                </a:lnTo>
                <a:lnTo>
                  <a:pt x="77128" y="2523"/>
                </a:lnTo>
                <a:lnTo>
                  <a:pt x="76846" y="2705"/>
                </a:lnTo>
                <a:lnTo>
                  <a:pt x="76563" y="2907"/>
                </a:lnTo>
                <a:lnTo>
                  <a:pt x="76301" y="3129"/>
                </a:lnTo>
                <a:lnTo>
                  <a:pt x="76059" y="3330"/>
                </a:lnTo>
                <a:lnTo>
                  <a:pt x="75857" y="3552"/>
                </a:lnTo>
                <a:lnTo>
                  <a:pt x="75655" y="3795"/>
                </a:lnTo>
                <a:lnTo>
                  <a:pt x="75473" y="4017"/>
                </a:lnTo>
                <a:lnTo>
                  <a:pt x="75312" y="4259"/>
                </a:lnTo>
                <a:lnTo>
                  <a:pt x="75171" y="4521"/>
                </a:lnTo>
                <a:lnTo>
                  <a:pt x="75030" y="4763"/>
                </a:lnTo>
                <a:lnTo>
                  <a:pt x="74908" y="5026"/>
                </a:lnTo>
                <a:lnTo>
                  <a:pt x="74808" y="5308"/>
                </a:lnTo>
                <a:lnTo>
                  <a:pt x="74707" y="5570"/>
                </a:lnTo>
                <a:lnTo>
                  <a:pt x="74626" y="5853"/>
                </a:lnTo>
                <a:lnTo>
                  <a:pt x="74565" y="6135"/>
                </a:lnTo>
                <a:lnTo>
                  <a:pt x="74444" y="6721"/>
                </a:lnTo>
                <a:lnTo>
                  <a:pt x="74384" y="7326"/>
                </a:lnTo>
                <a:lnTo>
                  <a:pt x="74343" y="7931"/>
                </a:lnTo>
                <a:lnTo>
                  <a:pt x="74343" y="8557"/>
                </a:lnTo>
                <a:lnTo>
                  <a:pt x="74364" y="9203"/>
                </a:lnTo>
                <a:lnTo>
                  <a:pt x="74404" y="9849"/>
                </a:lnTo>
                <a:lnTo>
                  <a:pt x="74464" y="10494"/>
                </a:lnTo>
                <a:lnTo>
                  <a:pt x="74525" y="11160"/>
                </a:lnTo>
                <a:lnTo>
                  <a:pt x="74707" y="12472"/>
                </a:lnTo>
                <a:lnTo>
                  <a:pt x="74848" y="13663"/>
                </a:lnTo>
                <a:lnTo>
                  <a:pt x="74969" y="14833"/>
                </a:lnTo>
                <a:lnTo>
                  <a:pt x="75171" y="16932"/>
                </a:lnTo>
                <a:lnTo>
                  <a:pt x="75373" y="18950"/>
                </a:lnTo>
                <a:lnTo>
                  <a:pt x="75574" y="20806"/>
                </a:lnTo>
                <a:lnTo>
                  <a:pt x="75756" y="22703"/>
                </a:lnTo>
                <a:lnTo>
                  <a:pt x="75917" y="24741"/>
                </a:lnTo>
                <a:lnTo>
                  <a:pt x="75978" y="25791"/>
                </a:lnTo>
                <a:lnTo>
                  <a:pt x="76039" y="26901"/>
                </a:lnTo>
                <a:lnTo>
                  <a:pt x="76059" y="27627"/>
                </a:lnTo>
                <a:lnTo>
                  <a:pt x="76059" y="28354"/>
                </a:lnTo>
                <a:lnTo>
                  <a:pt x="76018" y="29080"/>
                </a:lnTo>
                <a:lnTo>
                  <a:pt x="75938" y="29766"/>
                </a:lnTo>
                <a:lnTo>
                  <a:pt x="75837" y="30452"/>
                </a:lnTo>
                <a:lnTo>
                  <a:pt x="75716" y="31118"/>
                </a:lnTo>
                <a:lnTo>
                  <a:pt x="75554" y="31764"/>
                </a:lnTo>
                <a:lnTo>
                  <a:pt x="75373" y="32370"/>
                </a:lnTo>
                <a:lnTo>
                  <a:pt x="75252" y="32733"/>
                </a:lnTo>
                <a:lnTo>
                  <a:pt x="75110" y="33056"/>
                </a:lnTo>
                <a:lnTo>
                  <a:pt x="74969" y="33399"/>
                </a:lnTo>
                <a:lnTo>
                  <a:pt x="74808" y="33701"/>
                </a:lnTo>
                <a:lnTo>
                  <a:pt x="74666" y="34024"/>
                </a:lnTo>
                <a:lnTo>
                  <a:pt x="74485" y="34307"/>
                </a:lnTo>
                <a:lnTo>
                  <a:pt x="74303" y="34589"/>
                </a:lnTo>
                <a:lnTo>
                  <a:pt x="74121" y="34872"/>
                </a:lnTo>
                <a:lnTo>
                  <a:pt x="73920" y="35134"/>
                </a:lnTo>
                <a:lnTo>
                  <a:pt x="73718" y="35397"/>
                </a:lnTo>
                <a:lnTo>
                  <a:pt x="73516" y="35639"/>
                </a:lnTo>
                <a:lnTo>
                  <a:pt x="73294" y="35861"/>
                </a:lnTo>
                <a:lnTo>
                  <a:pt x="73052" y="36083"/>
                </a:lnTo>
                <a:lnTo>
                  <a:pt x="72830" y="36284"/>
                </a:lnTo>
                <a:lnTo>
                  <a:pt x="72568" y="36486"/>
                </a:lnTo>
                <a:lnTo>
                  <a:pt x="72325" y="36668"/>
                </a:lnTo>
                <a:lnTo>
                  <a:pt x="72063" y="36829"/>
                </a:lnTo>
                <a:lnTo>
                  <a:pt x="71821" y="36991"/>
                </a:lnTo>
                <a:lnTo>
                  <a:pt x="71538" y="37132"/>
                </a:lnTo>
                <a:lnTo>
                  <a:pt x="71276" y="37253"/>
                </a:lnTo>
                <a:lnTo>
                  <a:pt x="70994" y="37374"/>
                </a:lnTo>
                <a:lnTo>
                  <a:pt x="70711" y="37475"/>
                </a:lnTo>
                <a:lnTo>
                  <a:pt x="70428" y="37576"/>
                </a:lnTo>
                <a:lnTo>
                  <a:pt x="70126" y="37657"/>
                </a:lnTo>
                <a:lnTo>
                  <a:pt x="69823" y="37717"/>
                </a:lnTo>
                <a:lnTo>
                  <a:pt x="69520" y="37778"/>
                </a:lnTo>
                <a:lnTo>
                  <a:pt x="69197" y="37838"/>
                </a:lnTo>
                <a:lnTo>
                  <a:pt x="68875" y="37859"/>
                </a:lnTo>
                <a:lnTo>
                  <a:pt x="68209" y="37899"/>
                </a:lnTo>
                <a:lnTo>
                  <a:pt x="67523" y="37879"/>
                </a:lnTo>
                <a:lnTo>
                  <a:pt x="66796" y="37818"/>
                </a:lnTo>
                <a:lnTo>
                  <a:pt x="66070" y="37717"/>
                </a:lnTo>
                <a:lnTo>
                  <a:pt x="65303" y="37556"/>
                </a:lnTo>
                <a:lnTo>
                  <a:pt x="64496" y="37354"/>
                </a:lnTo>
                <a:lnTo>
                  <a:pt x="63688" y="37112"/>
                </a:lnTo>
                <a:lnTo>
                  <a:pt x="62841" y="36829"/>
                </a:lnTo>
                <a:lnTo>
                  <a:pt x="61973" y="36486"/>
                </a:lnTo>
                <a:lnTo>
                  <a:pt x="61085" y="36083"/>
                </a:lnTo>
                <a:lnTo>
                  <a:pt x="59975" y="35558"/>
                </a:lnTo>
                <a:lnTo>
                  <a:pt x="58865" y="35013"/>
                </a:lnTo>
                <a:lnTo>
                  <a:pt x="57776" y="34448"/>
                </a:lnTo>
                <a:lnTo>
                  <a:pt x="56686" y="33863"/>
                </a:lnTo>
                <a:lnTo>
                  <a:pt x="54527" y="32672"/>
                </a:lnTo>
                <a:lnTo>
                  <a:pt x="52408" y="31461"/>
                </a:lnTo>
                <a:lnTo>
                  <a:pt x="49683" y="29928"/>
                </a:lnTo>
                <a:lnTo>
                  <a:pt x="48311" y="29161"/>
                </a:lnTo>
                <a:lnTo>
                  <a:pt x="46919" y="28414"/>
                </a:lnTo>
                <a:lnTo>
                  <a:pt x="45506" y="27708"/>
                </a:lnTo>
                <a:lnTo>
                  <a:pt x="44073" y="27022"/>
                </a:lnTo>
                <a:lnTo>
                  <a:pt x="43347" y="26679"/>
                </a:lnTo>
                <a:lnTo>
                  <a:pt x="42641" y="26376"/>
                </a:lnTo>
                <a:lnTo>
                  <a:pt x="41894" y="26053"/>
                </a:lnTo>
                <a:lnTo>
                  <a:pt x="41167" y="25771"/>
                </a:lnTo>
                <a:lnTo>
                  <a:pt x="40300" y="25448"/>
                </a:lnTo>
                <a:lnTo>
                  <a:pt x="39331" y="25125"/>
                </a:lnTo>
                <a:lnTo>
                  <a:pt x="38282" y="24822"/>
                </a:lnTo>
                <a:lnTo>
                  <a:pt x="37717" y="24681"/>
                </a:lnTo>
                <a:lnTo>
                  <a:pt x="37152" y="24560"/>
                </a:lnTo>
                <a:lnTo>
                  <a:pt x="36566" y="24439"/>
                </a:lnTo>
                <a:lnTo>
                  <a:pt x="35961" y="24318"/>
                </a:lnTo>
                <a:lnTo>
                  <a:pt x="35335" y="24237"/>
                </a:lnTo>
                <a:lnTo>
                  <a:pt x="34710" y="24156"/>
                </a:lnTo>
                <a:lnTo>
                  <a:pt x="34064" y="24096"/>
                </a:lnTo>
                <a:lnTo>
                  <a:pt x="33418" y="24055"/>
                </a:lnTo>
                <a:lnTo>
                  <a:pt x="32086" y="24055"/>
                </a:lnTo>
                <a:lnTo>
                  <a:pt x="31461" y="24096"/>
                </a:lnTo>
                <a:lnTo>
                  <a:pt x="30855" y="24136"/>
                </a:lnTo>
                <a:lnTo>
                  <a:pt x="30270" y="24217"/>
                </a:lnTo>
                <a:lnTo>
                  <a:pt x="29685" y="24318"/>
                </a:lnTo>
                <a:lnTo>
                  <a:pt x="29140" y="24439"/>
                </a:lnTo>
                <a:lnTo>
                  <a:pt x="28595" y="24580"/>
                </a:lnTo>
                <a:lnTo>
                  <a:pt x="28050" y="24741"/>
                </a:lnTo>
                <a:lnTo>
                  <a:pt x="27546" y="24943"/>
                </a:lnTo>
                <a:lnTo>
                  <a:pt x="27041" y="25145"/>
                </a:lnTo>
                <a:lnTo>
                  <a:pt x="26577" y="25367"/>
                </a:lnTo>
                <a:lnTo>
                  <a:pt x="26113" y="25629"/>
                </a:lnTo>
                <a:lnTo>
                  <a:pt x="25649" y="25912"/>
                </a:lnTo>
                <a:lnTo>
                  <a:pt x="25225" y="26194"/>
                </a:lnTo>
                <a:lnTo>
                  <a:pt x="24801" y="26517"/>
                </a:lnTo>
                <a:lnTo>
                  <a:pt x="24418" y="26860"/>
                </a:lnTo>
                <a:lnTo>
                  <a:pt x="24035" y="27224"/>
                </a:lnTo>
                <a:lnTo>
                  <a:pt x="23712" y="27546"/>
                </a:lnTo>
                <a:lnTo>
                  <a:pt x="23409" y="27890"/>
                </a:lnTo>
                <a:lnTo>
                  <a:pt x="23147" y="28253"/>
                </a:lnTo>
                <a:lnTo>
                  <a:pt x="22884" y="28616"/>
                </a:lnTo>
                <a:lnTo>
                  <a:pt x="22622" y="28999"/>
                </a:lnTo>
                <a:lnTo>
                  <a:pt x="22400" y="29383"/>
                </a:lnTo>
                <a:lnTo>
                  <a:pt x="22178" y="29766"/>
                </a:lnTo>
                <a:lnTo>
                  <a:pt x="21996" y="30170"/>
                </a:lnTo>
                <a:lnTo>
                  <a:pt x="21815" y="30573"/>
                </a:lnTo>
                <a:lnTo>
                  <a:pt x="21633" y="30977"/>
                </a:lnTo>
                <a:lnTo>
                  <a:pt x="21492" y="31401"/>
                </a:lnTo>
                <a:lnTo>
                  <a:pt x="21351" y="31825"/>
                </a:lnTo>
                <a:lnTo>
                  <a:pt x="21230" y="32248"/>
                </a:lnTo>
                <a:lnTo>
                  <a:pt x="21108" y="32672"/>
                </a:lnTo>
                <a:lnTo>
                  <a:pt x="21008" y="33116"/>
                </a:lnTo>
                <a:lnTo>
                  <a:pt x="20927" y="33540"/>
                </a:lnTo>
                <a:lnTo>
                  <a:pt x="20786" y="34428"/>
                </a:lnTo>
                <a:lnTo>
                  <a:pt x="20685" y="35296"/>
                </a:lnTo>
                <a:lnTo>
                  <a:pt x="20604" y="36163"/>
                </a:lnTo>
                <a:lnTo>
                  <a:pt x="20584" y="37031"/>
                </a:lnTo>
                <a:lnTo>
                  <a:pt x="20584" y="37879"/>
                </a:lnTo>
                <a:lnTo>
                  <a:pt x="20604" y="38706"/>
                </a:lnTo>
                <a:lnTo>
                  <a:pt x="20665" y="39513"/>
                </a:lnTo>
                <a:lnTo>
                  <a:pt x="20725" y="40280"/>
                </a:lnTo>
                <a:lnTo>
                  <a:pt x="20846" y="41329"/>
                </a:lnTo>
                <a:lnTo>
                  <a:pt x="20987" y="42359"/>
                </a:lnTo>
                <a:lnTo>
                  <a:pt x="21290" y="44437"/>
                </a:lnTo>
                <a:lnTo>
                  <a:pt x="21472" y="45628"/>
                </a:lnTo>
                <a:lnTo>
                  <a:pt x="21653" y="46818"/>
                </a:lnTo>
                <a:lnTo>
                  <a:pt x="21795" y="48029"/>
                </a:lnTo>
                <a:lnTo>
                  <a:pt x="21916" y="49240"/>
                </a:lnTo>
                <a:lnTo>
                  <a:pt x="21996" y="50451"/>
                </a:lnTo>
                <a:lnTo>
                  <a:pt x="22017" y="51056"/>
                </a:lnTo>
                <a:lnTo>
                  <a:pt x="22037" y="51662"/>
                </a:lnTo>
                <a:lnTo>
                  <a:pt x="22017" y="52267"/>
                </a:lnTo>
                <a:lnTo>
                  <a:pt x="21996" y="52872"/>
                </a:lnTo>
                <a:lnTo>
                  <a:pt x="21956" y="53478"/>
                </a:lnTo>
                <a:lnTo>
                  <a:pt x="21895" y="54083"/>
                </a:lnTo>
                <a:lnTo>
                  <a:pt x="21815" y="54648"/>
                </a:lnTo>
                <a:lnTo>
                  <a:pt x="21734" y="55193"/>
                </a:lnTo>
                <a:lnTo>
                  <a:pt x="21613" y="55718"/>
                </a:lnTo>
                <a:lnTo>
                  <a:pt x="21472" y="56243"/>
                </a:lnTo>
                <a:lnTo>
                  <a:pt x="21330" y="56727"/>
                </a:lnTo>
                <a:lnTo>
                  <a:pt x="21149" y="57211"/>
                </a:lnTo>
                <a:lnTo>
                  <a:pt x="20967" y="57675"/>
                </a:lnTo>
                <a:lnTo>
                  <a:pt x="20745" y="58119"/>
                </a:lnTo>
                <a:lnTo>
                  <a:pt x="20523" y="58543"/>
                </a:lnTo>
                <a:lnTo>
                  <a:pt x="20281" y="58967"/>
                </a:lnTo>
                <a:lnTo>
                  <a:pt x="20039" y="59350"/>
                </a:lnTo>
                <a:lnTo>
                  <a:pt x="19756" y="59714"/>
                </a:lnTo>
                <a:lnTo>
                  <a:pt x="19474" y="60057"/>
                </a:lnTo>
                <a:lnTo>
                  <a:pt x="19171" y="60359"/>
                </a:lnTo>
                <a:lnTo>
                  <a:pt x="18848" y="60662"/>
                </a:lnTo>
                <a:lnTo>
                  <a:pt x="18505" y="60945"/>
                </a:lnTo>
                <a:lnTo>
                  <a:pt x="18203" y="61167"/>
                </a:lnTo>
                <a:lnTo>
                  <a:pt x="17880" y="61368"/>
                </a:lnTo>
                <a:lnTo>
                  <a:pt x="17537" y="61570"/>
                </a:lnTo>
                <a:lnTo>
                  <a:pt x="17194" y="61732"/>
                </a:lnTo>
                <a:lnTo>
                  <a:pt x="16830" y="61893"/>
                </a:lnTo>
                <a:lnTo>
                  <a:pt x="16467" y="62034"/>
                </a:lnTo>
                <a:lnTo>
                  <a:pt x="16104" y="62176"/>
                </a:lnTo>
                <a:lnTo>
                  <a:pt x="15741" y="62297"/>
                </a:lnTo>
                <a:lnTo>
                  <a:pt x="14974" y="62519"/>
                </a:lnTo>
                <a:lnTo>
                  <a:pt x="14207" y="62700"/>
                </a:lnTo>
                <a:lnTo>
                  <a:pt x="13440" y="62862"/>
                </a:lnTo>
                <a:lnTo>
                  <a:pt x="12653" y="63003"/>
                </a:lnTo>
                <a:lnTo>
                  <a:pt x="11725" y="63185"/>
                </a:lnTo>
                <a:lnTo>
                  <a:pt x="10978" y="63346"/>
                </a:lnTo>
                <a:lnTo>
                  <a:pt x="10252" y="63528"/>
                </a:lnTo>
                <a:lnTo>
                  <a:pt x="9545" y="63709"/>
                </a:lnTo>
                <a:lnTo>
                  <a:pt x="8879" y="63911"/>
                </a:lnTo>
                <a:lnTo>
                  <a:pt x="8234" y="64113"/>
                </a:lnTo>
                <a:lnTo>
                  <a:pt x="7628" y="64335"/>
                </a:lnTo>
                <a:lnTo>
                  <a:pt x="7043" y="64577"/>
                </a:lnTo>
                <a:lnTo>
                  <a:pt x="6478" y="64819"/>
                </a:lnTo>
                <a:lnTo>
                  <a:pt x="5933" y="65081"/>
                </a:lnTo>
                <a:lnTo>
                  <a:pt x="5408" y="65364"/>
                </a:lnTo>
                <a:lnTo>
                  <a:pt x="4924" y="65646"/>
                </a:lnTo>
                <a:lnTo>
                  <a:pt x="4440" y="65969"/>
                </a:lnTo>
                <a:lnTo>
                  <a:pt x="3996" y="66272"/>
                </a:lnTo>
                <a:lnTo>
                  <a:pt x="3572" y="66615"/>
                </a:lnTo>
                <a:lnTo>
                  <a:pt x="3148" y="66958"/>
                </a:lnTo>
                <a:lnTo>
                  <a:pt x="2765" y="67321"/>
                </a:lnTo>
                <a:lnTo>
                  <a:pt x="2321" y="67786"/>
                </a:lnTo>
                <a:lnTo>
                  <a:pt x="1917" y="68270"/>
                </a:lnTo>
                <a:lnTo>
                  <a:pt x="1554" y="68795"/>
                </a:lnTo>
                <a:lnTo>
                  <a:pt x="1211" y="69339"/>
                </a:lnTo>
                <a:lnTo>
                  <a:pt x="928" y="69884"/>
                </a:lnTo>
                <a:lnTo>
                  <a:pt x="666" y="70470"/>
                </a:lnTo>
                <a:lnTo>
                  <a:pt x="444" y="71055"/>
                </a:lnTo>
                <a:lnTo>
                  <a:pt x="262" y="71660"/>
                </a:lnTo>
                <a:lnTo>
                  <a:pt x="182" y="71983"/>
                </a:lnTo>
                <a:lnTo>
                  <a:pt x="121" y="72306"/>
                </a:lnTo>
                <a:lnTo>
                  <a:pt x="81" y="72609"/>
                </a:lnTo>
                <a:lnTo>
                  <a:pt x="41" y="72931"/>
                </a:lnTo>
                <a:lnTo>
                  <a:pt x="20" y="73254"/>
                </a:lnTo>
                <a:lnTo>
                  <a:pt x="0" y="73557"/>
                </a:lnTo>
                <a:lnTo>
                  <a:pt x="0" y="73880"/>
                </a:lnTo>
                <a:lnTo>
                  <a:pt x="20" y="74183"/>
                </a:lnTo>
                <a:lnTo>
                  <a:pt x="61" y="74485"/>
                </a:lnTo>
                <a:lnTo>
                  <a:pt x="101" y="74788"/>
                </a:lnTo>
                <a:lnTo>
                  <a:pt x="162" y="75071"/>
                </a:lnTo>
                <a:lnTo>
                  <a:pt x="222" y="75373"/>
                </a:lnTo>
                <a:lnTo>
                  <a:pt x="323" y="75656"/>
                </a:lnTo>
                <a:lnTo>
                  <a:pt x="404" y="75938"/>
                </a:lnTo>
                <a:lnTo>
                  <a:pt x="525" y="76201"/>
                </a:lnTo>
                <a:lnTo>
                  <a:pt x="646" y="76483"/>
                </a:lnTo>
                <a:lnTo>
                  <a:pt x="828" y="76846"/>
                </a:lnTo>
                <a:lnTo>
                  <a:pt x="1050" y="77189"/>
                </a:lnTo>
                <a:lnTo>
                  <a:pt x="1292" y="77533"/>
                </a:lnTo>
                <a:lnTo>
                  <a:pt x="1554" y="77855"/>
                </a:lnTo>
                <a:lnTo>
                  <a:pt x="1837" y="78158"/>
                </a:lnTo>
                <a:lnTo>
                  <a:pt x="2139" y="78441"/>
                </a:lnTo>
                <a:lnTo>
                  <a:pt x="2462" y="78703"/>
                </a:lnTo>
                <a:lnTo>
                  <a:pt x="2785" y="78945"/>
                </a:lnTo>
                <a:lnTo>
                  <a:pt x="3148" y="79187"/>
                </a:lnTo>
                <a:lnTo>
                  <a:pt x="3532" y="79389"/>
                </a:lnTo>
                <a:lnTo>
                  <a:pt x="3935" y="79591"/>
                </a:lnTo>
                <a:lnTo>
                  <a:pt x="4339" y="79773"/>
                </a:lnTo>
                <a:lnTo>
                  <a:pt x="4763" y="79914"/>
                </a:lnTo>
                <a:lnTo>
                  <a:pt x="5227" y="80055"/>
                </a:lnTo>
                <a:lnTo>
                  <a:pt x="5691" y="80176"/>
                </a:lnTo>
                <a:lnTo>
                  <a:pt x="6155" y="80277"/>
                </a:lnTo>
                <a:lnTo>
                  <a:pt x="6660" y="80338"/>
                </a:lnTo>
                <a:lnTo>
                  <a:pt x="7144" y="80398"/>
                </a:lnTo>
                <a:lnTo>
                  <a:pt x="7648" y="80438"/>
                </a:lnTo>
                <a:lnTo>
                  <a:pt x="8153" y="80438"/>
                </a:lnTo>
                <a:lnTo>
                  <a:pt x="8819" y="80418"/>
                </a:lnTo>
                <a:lnTo>
                  <a:pt x="9485" y="80378"/>
                </a:lnTo>
                <a:lnTo>
                  <a:pt x="10171" y="80277"/>
                </a:lnTo>
                <a:lnTo>
                  <a:pt x="10817" y="80156"/>
                </a:lnTo>
                <a:lnTo>
                  <a:pt x="11483" y="80015"/>
                </a:lnTo>
                <a:lnTo>
                  <a:pt x="12128" y="79813"/>
                </a:lnTo>
                <a:lnTo>
                  <a:pt x="12754" y="79591"/>
                </a:lnTo>
                <a:lnTo>
                  <a:pt x="13380" y="79329"/>
                </a:lnTo>
                <a:lnTo>
                  <a:pt x="14106" y="78986"/>
                </a:lnTo>
                <a:lnTo>
                  <a:pt x="14812" y="78622"/>
                </a:lnTo>
                <a:lnTo>
                  <a:pt x="15498" y="78219"/>
                </a:lnTo>
                <a:lnTo>
                  <a:pt x="16185" y="77795"/>
                </a:lnTo>
                <a:lnTo>
                  <a:pt x="16850" y="77351"/>
                </a:lnTo>
                <a:lnTo>
                  <a:pt x="17496" y="76887"/>
                </a:lnTo>
                <a:lnTo>
                  <a:pt x="18142" y="76402"/>
                </a:lnTo>
                <a:lnTo>
                  <a:pt x="18768" y="75898"/>
                </a:lnTo>
                <a:lnTo>
                  <a:pt x="19373" y="75393"/>
                </a:lnTo>
                <a:lnTo>
                  <a:pt x="19978" y="74869"/>
                </a:lnTo>
                <a:lnTo>
                  <a:pt x="21169" y="73779"/>
                </a:lnTo>
                <a:lnTo>
                  <a:pt x="22339" y="72669"/>
                </a:lnTo>
                <a:lnTo>
                  <a:pt x="23490" y="71559"/>
                </a:lnTo>
                <a:lnTo>
                  <a:pt x="25266" y="69824"/>
                </a:lnTo>
                <a:lnTo>
                  <a:pt x="26174" y="68976"/>
                </a:lnTo>
                <a:lnTo>
                  <a:pt x="27102" y="68149"/>
                </a:lnTo>
                <a:lnTo>
                  <a:pt x="27990" y="67382"/>
                </a:lnTo>
                <a:lnTo>
                  <a:pt x="28918" y="66615"/>
                </a:lnTo>
                <a:lnTo>
                  <a:pt x="29867" y="65889"/>
                </a:lnTo>
                <a:lnTo>
                  <a:pt x="30855" y="65182"/>
                </a:lnTo>
                <a:lnTo>
                  <a:pt x="31844" y="64496"/>
                </a:lnTo>
                <a:lnTo>
                  <a:pt x="32853" y="63850"/>
                </a:lnTo>
                <a:lnTo>
                  <a:pt x="33882" y="63225"/>
                </a:lnTo>
                <a:lnTo>
                  <a:pt x="34932" y="62599"/>
                </a:lnTo>
                <a:lnTo>
                  <a:pt x="36001" y="62034"/>
                </a:lnTo>
                <a:lnTo>
                  <a:pt x="37071" y="61469"/>
                </a:lnTo>
                <a:lnTo>
                  <a:pt x="38161" y="60945"/>
                </a:lnTo>
                <a:lnTo>
                  <a:pt x="39271" y="60440"/>
                </a:lnTo>
                <a:lnTo>
                  <a:pt x="40401" y="59976"/>
                </a:lnTo>
                <a:lnTo>
                  <a:pt x="41531" y="59532"/>
                </a:lnTo>
                <a:lnTo>
                  <a:pt x="42681" y="59108"/>
                </a:lnTo>
                <a:lnTo>
                  <a:pt x="43851" y="58725"/>
                </a:lnTo>
                <a:lnTo>
                  <a:pt x="45002" y="58361"/>
                </a:lnTo>
                <a:lnTo>
                  <a:pt x="46192" y="58039"/>
                </a:lnTo>
                <a:lnTo>
                  <a:pt x="47363" y="57736"/>
                </a:lnTo>
                <a:lnTo>
                  <a:pt x="48553" y="57474"/>
                </a:lnTo>
                <a:lnTo>
                  <a:pt x="49764" y="57231"/>
                </a:lnTo>
                <a:lnTo>
                  <a:pt x="50955" y="57030"/>
                </a:lnTo>
                <a:lnTo>
                  <a:pt x="52166" y="56868"/>
                </a:lnTo>
                <a:lnTo>
                  <a:pt x="53356" y="56707"/>
                </a:lnTo>
                <a:lnTo>
                  <a:pt x="54567" y="56606"/>
                </a:lnTo>
                <a:lnTo>
                  <a:pt x="55778" y="56525"/>
                </a:lnTo>
                <a:lnTo>
                  <a:pt x="56989" y="56465"/>
                </a:lnTo>
                <a:lnTo>
                  <a:pt x="58179" y="56444"/>
                </a:lnTo>
                <a:lnTo>
                  <a:pt x="59390" y="56465"/>
                </a:lnTo>
                <a:lnTo>
                  <a:pt x="60581" y="56505"/>
                </a:lnTo>
                <a:lnTo>
                  <a:pt x="61771" y="56586"/>
                </a:lnTo>
                <a:lnTo>
                  <a:pt x="62962" y="56687"/>
                </a:lnTo>
                <a:lnTo>
                  <a:pt x="64274" y="56848"/>
                </a:lnTo>
                <a:lnTo>
                  <a:pt x="65605" y="57030"/>
                </a:lnTo>
                <a:lnTo>
                  <a:pt x="66917" y="57231"/>
                </a:lnTo>
                <a:lnTo>
                  <a:pt x="68229" y="57433"/>
                </a:lnTo>
                <a:lnTo>
                  <a:pt x="69601" y="57655"/>
                </a:lnTo>
                <a:lnTo>
                  <a:pt x="70973" y="57857"/>
                </a:lnTo>
                <a:lnTo>
                  <a:pt x="72366" y="58039"/>
                </a:lnTo>
                <a:lnTo>
                  <a:pt x="73758" y="58200"/>
                </a:lnTo>
                <a:lnTo>
                  <a:pt x="74444" y="58261"/>
                </a:lnTo>
                <a:lnTo>
                  <a:pt x="75151" y="58321"/>
                </a:lnTo>
                <a:lnTo>
                  <a:pt x="75837" y="58361"/>
                </a:lnTo>
                <a:lnTo>
                  <a:pt x="76543" y="58382"/>
                </a:lnTo>
                <a:lnTo>
                  <a:pt x="77249" y="58382"/>
                </a:lnTo>
                <a:lnTo>
                  <a:pt x="77935" y="58361"/>
                </a:lnTo>
                <a:lnTo>
                  <a:pt x="78642" y="58341"/>
                </a:lnTo>
                <a:lnTo>
                  <a:pt x="79328" y="58281"/>
                </a:lnTo>
                <a:lnTo>
                  <a:pt x="79812" y="58220"/>
                </a:lnTo>
                <a:lnTo>
                  <a:pt x="80337" y="58160"/>
                </a:lnTo>
                <a:lnTo>
                  <a:pt x="80882" y="58059"/>
                </a:lnTo>
                <a:lnTo>
                  <a:pt x="81467" y="57918"/>
                </a:lnTo>
                <a:lnTo>
                  <a:pt x="82032" y="57736"/>
                </a:lnTo>
                <a:lnTo>
                  <a:pt x="82315" y="57635"/>
                </a:lnTo>
                <a:lnTo>
                  <a:pt x="82597" y="57514"/>
                </a:lnTo>
                <a:lnTo>
                  <a:pt x="82880" y="57373"/>
                </a:lnTo>
                <a:lnTo>
                  <a:pt x="83142" y="57231"/>
                </a:lnTo>
                <a:lnTo>
                  <a:pt x="83404" y="57050"/>
                </a:lnTo>
                <a:lnTo>
                  <a:pt x="83667" y="56868"/>
                </a:lnTo>
                <a:lnTo>
                  <a:pt x="83868" y="56707"/>
                </a:lnTo>
                <a:lnTo>
                  <a:pt x="84050" y="56525"/>
                </a:lnTo>
                <a:lnTo>
                  <a:pt x="84232" y="56343"/>
                </a:lnTo>
                <a:lnTo>
                  <a:pt x="84413" y="56162"/>
                </a:lnTo>
                <a:lnTo>
                  <a:pt x="84716" y="55778"/>
                </a:lnTo>
                <a:lnTo>
                  <a:pt x="84998" y="55355"/>
                </a:lnTo>
                <a:lnTo>
                  <a:pt x="85220" y="54931"/>
                </a:lnTo>
                <a:lnTo>
                  <a:pt x="85442" y="54467"/>
                </a:lnTo>
                <a:lnTo>
                  <a:pt x="85604" y="53982"/>
                </a:lnTo>
                <a:lnTo>
                  <a:pt x="85765" y="53498"/>
                </a:lnTo>
                <a:lnTo>
                  <a:pt x="85886" y="52994"/>
                </a:lnTo>
                <a:lnTo>
                  <a:pt x="86007" y="52489"/>
                </a:lnTo>
                <a:lnTo>
                  <a:pt x="86088" y="51964"/>
                </a:lnTo>
                <a:lnTo>
                  <a:pt x="86169" y="51420"/>
                </a:lnTo>
                <a:lnTo>
                  <a:pt x="86290" y="50350"/>
                </a:lnTo>
                <a:lnTo>
                  <a:pt x="86371" y="49260"/>
                </a:lnTo>
                <a:lnTo>
                  <a:pt x="86492" y="47949"/>
                </a:lnTo>
                <a:lnTo>
                  <a:pt x="86573" y="47283"/>
                </a:lnTo>
                <a:lnTo>
                  <a:pt x="86653" y="46637"/>
                </a:lnTo>
                <a:lnTo>
                  <a:pt x="86754" y="46052"/>
                </a:lnTo>
                <a:lnTo>
                  <a:pt x="86895" y="45487"/>
                </a:lnTo>
                <a:lnTo>
                  <a:pt x="87037" y="44901"/>
                </a:lnTo>
                <a:lnTo>
                  <a:pt x="87218" y="44336"/>
                </a:lnTo>
                <a:lnTo>
                  <a:pt x="87420" y="43771"/>
                </a:lnTo>
                <a:lnTo>
                  <a:pt x="87642" y="43206"/>
                </a:lnTo>
                <a:lnTo>
                  <a:pt x="87884" y="42661"/>
                </a:lnTo>
                <a:lnTo>
                  <a:pt x="88167" y="42117"/>
                </a:lnTo>
                <a:lnTo>
                  <a:pt x="88449" y="41592"/>
                </a:lnTo>
                <a:lnTo>
                  <a:pt x="88772" y="41067"/>
                </a:lnTo>
                <a:lnTo>
                  <a:pt x="89115" y="40563"/>
                </a:lnTo>
                <a:lnTo>
                  <a:pt x="89478" y="40058"/>
                </a:lnTo>
                <a:lnTo>
                  <a:pt x="89842" y="39574"/>
                </a:lnTo>
                <a:lnTo>
                  <a:pt x="90245" y="39089"/>
                </a:lnTo>
                <a:lnTo>
                  <a:pt x="90669" y="38646"/>
                </a:lnTo>
                <a:lnTo>
                  <a:pt x="91113" y="38202"/>
                </a:lnTo>
                <a:lnTo>
                  <a:pt x="91577" y="37758"/>
                </a:lnTo>
                <a:lnTo>
                  <a:pt x="92041" y="37354"/>
                </a:lnTo>
                <a:lnTo>
                  <a:pt x="92526" y="36971"/>
                </a:lnTo>
                <a:lnTo>
                  <a:pt x="93030" y="36607"/>
                </a:lnTo>
                <a:lnTo>
                  <a:pt x="93535" y="36264"/>
                </a:lnTo>
                <a:lnTo>
                  <a:pt x="94059" y="35941"/>
                </a:lnTo>
                <a:lnTo>
                  <a:pt x="94584" y="35639"/>
                </a:lnTo>
                <a:lnTo>
                  <a:pt x="95129" y="35376"/>
                </a:lnTo>
                <a:lnTo>
                  <a:pt x="95674" y="35114"/>
                </a:lnTo>
                <a:lnTo>
                  <a:pt x="96239" y="34892"/>
                </a:lnTo>
                <a:lnTo>
                  <a:pt x="96804" y="34690"/>
                </a:lnTo>
                <a:lnTo>
                  <a:pt x="97369" y="34529"/>
                </a:lnTo>
                <a:lnTo>
                  <a:pt x="97934" y="34367"/>
                </a:lnTo>
                <a:lnTo>
                  <a:pt x="98519" y="34246"/>
                </a:lnTo>
                <a:lnTo>
                  <a:pt x="99084" y="34166"/>
                </a:lnTo>
                <a:lnTo>
                  <a:pt x="99669" y="34085"/>
                </a:lnTo>
                <a:lnTo>
                  <a:pt x="100255" y="34044"/>
                </a:lnTo>
                <a:lnTo>
                  <a:pt x="100860" y="34024"/>
                </a:lnTo>
                <a:lnTo>
                  <a:pt x="101445" y="34044"/>
                </a:lnTo>
                <a:lnTo>
                  <a:pt x="102051" y="34085"/>
                </a:lnTo>
                <a:lnTo>
                  <a:pt x="102636" y="34145"/>
                </a:lnTo>
                <a:lnTo>
                  <a:pt x="103221" y="34246"/>
                </a:lnTo>
                <a:lnTo>
                  <a:pt x="103806" y="34367"/>
                </a:lnTo>
                <a:lnTo>
                  <a:pt x="104391" y="34509"/>
                </a:lnTo>
                <a:lnTo>
                  <a:pt x="104977" y="34690"/>
                </a:lnTo>
                <a:lnTo>
                  <a:pt x="105542" y="34892"/>
                </a:lnTo>
                <a:lnTo>
                  <a:pt x="106127" y="35114"/>
                </a:lnTo>
                <a:lnTo>
                  <a:pt x="106672" y="35356"/>
                </a:lnTo>
                <a:lnTo>
                  <a:pt x="107237" y="35639"/>
                </a:lnTo>
                <a:lnTo>
                  <a:pt x="107782" y="35941"/>
                </a:lnTo>
                <a:lnTo>
                  <a:pt x="108306" y="36264"/>
                </a:lnTo>
                <a:lnTo>
                  <a:pt x="108831" y="36607"/>
                </a:lnTo>
                <a:lnTo>
                  <a:pt x="109336" y="36971"/>
                </a:lnTo>
                <a:lnTo>
                  <a:pt x="109820" y="37354"/>
                </a:lnTo>
                <a:lnTo>
                  <a:pt x="110284" y="37758"/>
                </a:lnTo>
                <a:lnTo>
                  <a:pt x="110728" y="38161"/>
                </a:lnTo>
                <a:lnTo>
                  <a:pt x="111152" y="38585"/>
                </a:lnTo>
                <a:lnTo>
                  <a:pt x="111535" y="39029"/>
                </a:lnTo>
                <a:lnTo>
                  <a:pt x="111919" y="39493"/>
                </a:lnTo>
                <a:lnTo>
                  <a:pt x="112262" y="39957"/>
                </a:lnTo>
                <a:lnTo>
                  <a:pt x="112605" y="40442"/>
                </a:lnTo>
                <a:lnTo>
                  <a:pt x="112907" y="40946"/>
                </a:lnTo>
                <a:lnTo>
                  <a:pt x="113190" y="41451"/>
                </a:lnTo>
                <a:lnTo>
                  <a:pt x="113452" y="41955"/>
                </a:lnTo>
                <a:lnTo>
                  <a:pt x="113674" y="42480"/>
                </a:lnTo>
                <a:lnTo>
                  <a:pt x="113876" y="43025"/>
                </a:lnTo>
                <a:lnTo>
                  <a:pt x="114058" y="43569"/>
                </a:lnTo>
                <a:lnTo>
                  <a:pt x="114219" y="44114"/>
                </a:lnTo>
                <a:lnTo>
                  <a:pt x="114038" y="43610"/>
                </a:lnTo>
                <a:lnTo>
                  <a:pt x="113937" y="43368"/>
                </a:lnTo>
                <a:lnTo>
                  <a:pt x="113816" y="43126"/>
                </a:lnTo>
                <a:lnTo>
                  <a:pt x="113694" y="42904"/>
                </a:lnTo>
                <a:lnTo>
                  <a:pt x="113573" y="42682"/>
                </a:lnTo>
                <a:lnTo>
                  <a:pt x="113432" y="42500"/>
                </a:lnTo>
                <a:lnTo>
                  <a:pt x="113251" y="42318"/>
                </a:lnTo>
                <a:lnTo>
                  <a:pt x="113210" y="42379"/>
                </a:lnTo>
                <a:lnTo>
                  <a:pt x="113372" y="42560"/>
                </a:lnTo>
                <a:lnTo>
                  <a:pt x="113533" y="42782"/>
                </a:lnTo>
                <a:lnTo>
                  <a:pt x="113674" y="43025"/>
                </a:lnTo>
                <a:lnTo>
                  <a:pt x="113816" y="43267"/>
                </a:lnTo>
                <a:lnTo>
                  <a:pt x="113916" y="43529"/>
                </a:lnTo>
                <a:lnTo>
                  <a:pt x="114017" y="43812"/>
                </a:lnTo>
                <a:lnTo>
                  <a:pt x="114219" y="44377"/>
                </a:lnTo>
                <a:lnTo>
                  <a:pt x="114360" y="44760"/>
                </a:lnTo>
                <a:lnTo>
                  <a:pt x="114502" y="45144"/>
                </a:lnTo>
                <a:lnTo>
                  <a:pt x="114663" y="45507"/>
                </a:lnTo>
                <a:lnTo>
                  <a:pt x="114744" y="45668"/>
                </a:lnTo>
                <a:lnTo>
                  <a:pt x="114845" y="45809"/>
                </a:lnTo>
                <a:lnTo>
                  <a:pt x="114946" y="45951"/>
                </a:lnTo>
                <a:lnTo>
                  <a:pt x="115067" y="46072"/>
                </a:lnTo>
                <a:lnTo>
                  <a:pt x="115188" y="46173"/>
                </a:lnTo>
                <a:lnTo>
                  <a:pt x="115309" y="46274"/>
                </a:lnTo>
                <a:lnTo>
                  <a:pt x="115470" y="46334"/>
                </a:lnTo>
                <a:lnTo>
                  <a:pt x="115632" y="46375"/>
                </a:lnTo>
                <a:lnTo>
                  <a:pt x="115793" y="46395"/>
                </a:lnTo>
                <a:lnTo>
                  <a:pt x="115995" y="46395"/>
                </a:lnTo>
                <a:lnTo>
                  <a:pt x="116156" y="46375"/>
                </a:lnTo>
                <a:lnTo>
                  <a:pt x="116318" y="46334"/>
                </a:lnTo>
                <a:lnTo>
                  <a:pt x="116479" y="46274"/>
                </a:lnTo>
                <a:lnTo>
                  <a:pt x="116641" y="46173"/>
                </a:lnTo>
                <a:lnTo>
                  <a:pt x="116822" y="46072"/>
                </a:lnTo>
                <a:lnTo>
                  <a:pt x="116984" y="45931"/>
                </a:lnTo>
                <a:lnTo>
                  <a:pt x="117145" y="45769"/>
                </a:lnTo>
                <a:lnTo>
                  <a:pt x="117327" y="45587"/>
                </a:lnTo>
                <a:lnTo>
                  <a:pt x="117630" y="45224"/>
                </a:lnTo>
                <a:lnTo>
                  <a:pt x="117892" y="44841"/>
                </a:lnTo>
                <a:lnTo>
                  <a:pt x="118134" y="44437"/>
                </a:lnTo>
                <a:lnTo>
                  <a:pt x="118356" y="44034"/>
                </a:lnTo>
                <a:lnTo>
                  <a:pt x="118558" y="43630"/>
                </a:lnTo>
                <a:lnTo>
                  <a:pt x="118739" y="43186"/>
                </a:lnTo>
                <a:lnTo>
                  <a:pt x="118901" y="42762"/>
                </a:lnTo>
                <a:lnTo>
                  <a:pt x="119042" y="42318"/>
                </a:lnTo>
                <a:lnTo>
                  <a:pt x="119183" y="41854"/>
                </a:lnTo>
                <a:lnTo>
                  <a:pt x="119284" y="41410"/>
                </a:lnTo>
                <a:lnTo>
                  <a:pt x="119486" y="40482"/>
                </a:lnTo>
                <a:lnTo>
                  <a:pt x="119648" y="39554"/>
                </a:lnTo>
                <a:lnTo>
                  <a:pt x="119789" y="38625"/>
                </a:lnTo>
                <a:lnTo>
                  <a:pt x="119950" y="37394"/>
                </a:lnTo>
                <a:lnTo>
                  <a:pt x="120092" y="36184"/>
                </a:lnTo>
                <a:lnTo>
                  <a:pt x="120233" y="34953"/>
                </a:lnTo>
                <a:lnTo>
                  <a:pt x="120334" y="33742"/>
                </a:lnTo>
                <a:lnTo>
                  <a:pt x="120455" y="32511"/>
                </a:lnTo>
                <a:lnTo>
                  <a:pt x="120536" y="31280"/>
                </a:lnTo>
                <a:lnTo>
                  <a:pt x="120616" y="30069"/>
                </a:lnTo>
                <a:lnTo>
                  <a:pt x="120697" y="28838"/>
                </a:lnTo>
                <a:lnTo>
                  <a:pt x="120737" y="27607"/>
                </a:lnTo>
                <a:lnTo>
                  <a:pt x="120778" y="26376"/>
                </a:lnTo>
                <a:lnTo>
                  <a:pt x="120798" y="25145"/>
                </a:lnTo>
                <a:lnTo>
                  <a:pt x="120818" y="23914"/>
                </a:lnTo>
                <a:lnTo>
                  <a:pt x="120818" y="22683"/>
                </a:lnTo>
                <a:lnTo>
                  <a:pt x="120798" y="21452"/>
                </a:lnTo>
                <a:lnTo>
                  <a:pt x="120778" y="20241"/>
                </a:lnTo>
                <a:lnTo>
                  <a:pt x="120737" y="19010"/>
                </a:lnTo>
                <a:lnTo>
                  <a:pt x="120697" y="18143"/>
                </a:lnTo>
                <a:lnTo>
                  <a:pt x="120636" y="17275"/>
                </a:lnTo>
                <a:lnTo>
                  <a:pt x="120576" y="16407"/>
                </a:lnTo>
                <a:lnTo>
                  <a:pt x="120495" y="15519"/>
                </a:lnTo>
                <a:lnTo>
                  <a:pt x="120374" y="14651"/>
                </a:lnTo>
                <a:lnTo>
                  <a:pt x="120233" y="13763"/>
                </a:lnTo>
                <a:lnTo>
                  <a:pt x="120071" y="12896"/>
                </a:lnTo>
                <a:lnTo>
                  <a:pt x="119870" y="12048"/>
                </a:lnTo>
                <a:lnTo>
                  <a:pt x="119648" y="11201"/>
                </a:lnTo>
                <a:lnTo>
                  <a:pt x="119365" y="10353"/>
                </a:lnTo>
                <a:lnTo>
                  <a:pt x="119062" y="9546"/>
                </a:lnTo>
                <a:lnTo>
                  <a:pt x="118881" y="9142"/>
                </a:lnTo>
                <a:lnTo>
                  <a:pt x="118699" y="8759"/>
                </a:lnTo>
                <a:lnTo>
                  <a:pt x="118497" y="8375"/>
                </a:lnTo>
                <a:lnTo>
                  <a:pt x="118296" y="7992"/>
                </a:lnTo>
                <a:lnTo>
                  <a:pt x="118074" y="7609"/>
                </a:lnTo>
                <a:lnTo>
                  <a:pt x="117831" y="7245"/>
                </a:lnTo>
                <a:lnTo>
                  <a:pt x="117589" y="6902"/>
                </a:lnTo>
                <a:lnTo>
                  <a:pt x="117327" y="6559"/>
                </a:lnTo>
                <a:lnTo>
                  <a:pt x="117044" y="6216"/>
                </a:lnTo>
                <a:lnTo>
                  <a:pt x="116762" y="5873"/>
                </a:lnTo>
                <a:lnTo>
                  <a:pt x="116257" y="5369"/>
                </a:lnTo>
                <a:lnTo>
                  <a:pt x="115712" y="4884"/>
                </a:lnTo>
                <a:lnTo>
                  <a:pt x="115127" y="4420"/>
                </a:lnTo>
                <a:lnTo>
                  <a:pt x="114502" y="3976"/>
                </a:lnTo>
                <a:lnTo>
                  <a:pt x="113836" y="3573"/>
                </a:lnTo>
                <a:lnTo>
                  <a:pt x="113129" y="3189"/>
                </a:lnTo>
                <a:lnTo>
                  <a:pt x="112403" y="2846"/>
                </a:lnTo>
                <a:lnTo>
                  <a:pt x="111596" y="2503"/>
                </a:lnTo>
                <a:lnTo>
                  <a:pt x="110970" y="2261"/>
                </a:lnTo>
                <a:lnTo>
                  <a:pt x="110284" y="2039"/>
                </a:lnTo>
                <a:lnTo>
                  <a:pt x="109578" y="1837"/>
                </a:lnTo>
                <a:lnTo>
                  <a:pt x="108851" y="1635"/>
                </a:lnTo>
                <a:lnTo>
                  <a:pt x="108064" y="1433"/>
                </a:lnTo>
                <a:lnTo>
                  <a:pt x="107257" y="1272"/>
                </a:lnTo>
                <a:lnTo>
                  <a:pt x="106389" y="1090"/>
                </a:lnTo>
                <a:lnTo>
                  <a:pt x="105481" y="949"/>
                </a:lnTo>
                <a:lnTo>
                  <a:pt x="103988" y="707"/>
                </a:lnTo>
                <a:lnTo>
                  <a:pt x="102474" y="505"/>
                </a:lnTo>
                <a:lnTo>
                  <a:pt x="100961" y="344"/>
                </a:lnTo>
                <a:lnTo>
                  <a:pt x="99447" y="202"/>
                </a:lnTo>
                <a:lnTo>
                  <a:pt x="97934" y="102"/>
                </a:lnTo>
                <a:lnTo>
                  <a:pt x="96420" y="41"/>
                </a:lnTo>
                <a:lnTo>
                  <a:pt x="94887" y="1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62" name="Google Shape;1462;p18"/>
          <p:cNvSpPr/>
          <p:nvPr/>
        </p:nvSpPr>
        <p:spPr>
          <a:xfrm>
            <a:off x="9011602" y="-25"/>
            <a:ext cx="2289244" cy="1739785"/>
          </a:xfrm>
          <a:custGeom>
            <a:rect b="b" l="l" r="r" t="t"/>
            <a:pathLst>
              <a:path extrusionOk="0" h="31119" w="40947">
                <a:moveTo>
                  <a:pt x="32571" y="82"/>
                </a:moveTo>
                <a:lnTo>
                  <a:pt x="33116" y="102"/>
                </a:lnTo>
                <a:lnTo>
                  <a:pt x="33601" y="162"/>
                </a:lnTo>
                <a:lnTo>
                  <a:pt x="33823" y="203"/>
                </a:lnTo>
                <a:lnTo>
                  <a:pt x="34024" y="243"/>
                </a:lnTo>
                <a:lnTo>
                  <a:pt x="34206" y="304"/>
                </a:lnTo>
                <a:lnTo>
                  <a:pt x="34388" y="384"/>
                </a:lnTo>
                <a:lnTo>
                  <a:pt x="34549" y="465"/>
                </a:lnTo>
                <a:lnTo>
                  <a:pt x="34690" y="546"/>
                </a:lnTo>
                <a:lnTo>
                  <a:pt x="34832" y="647"/>
                </a:lnTo>
                <a:lnTo>
                  <a:pt x="34933" y="748"/>
                </a:lnTo>
                <a:lnTo>
                  <a:pt x="35033" y="869"/>
                </a:lnTo>
                <a:lnTo>
                  <a:pt x="35134" y="990"/>
                </a:lnTo>
                <a:lnTo>
                  <a:pt x="35195" y="1131"/>
                </a:lnTo>
                <a:lnTo>
                  <a:pt x="35255" y="1272"/>
                </a:lnTo>
                <a:lnTo>
                  <a:pt x="35296" y="1454"/>
                </a:lnTo>
                <a:lnTo>
                  <a:pt x="35316" y="1656"/>
                </a:lnTo>
                <a:lnTo>
                  <a:pt x="35336" y="1858"/>
                </a:lnTo>
                <a:lnTo>
                  <a:pt x="35316" y="2059"/>
                </a:lnTo>
                <a:lnTo>
                  <a:pt x="35235" y="2443"/>
                </a:lnTo>
                <a:lnTo>
                  <a:pt x="35155" y="2826"/>
                </a:lnTo>
                <a:lnTo>
                  <a:pt x="35074" y="3169"/>
                </a:lnTo>
                <a:lnTo>
                  <a:pt x="34993" y="3492"/>
                </a:lnTo>
                <a:lnTo>
                  <a:pt x="34973" y="3835"/>
                </a:lnTo>
                <a:lnTo>
                  <a:pt x="34973" y="3997"/>
                </a:lnTo>
                <a:lnTo>
                  <a:pt x="34973" y="4158"/>
                </a:lnTo>
                <a:lnTo>
                  <a:pt x="35033" y="4400"/>
                </a:lnTo>
                <a:lnTo>
                  <a:pt x="35094" y="4642"/>
                </a:lnTo>
                <a:lnTo>
                  <a:pt x="35175" y="4864"/>
                </a:lnTo>
                <a:lnTo>
                  <a:pt x="35276" y="5086"/>
                </a:lnTo>
                <a:lnTo>
                  <a:pt x="35498" y="5510"/>
                </a:lnTo>
                <a:lnTo>
                  <a:pt x="35760" y="5914"/>
                </a:lnTo>
                <a:lnTo>
                  <a:pt x="36083" y="6438"/>
                </a:lnTo>
                <a:lnTo>
                  <a:pt x="36486" y="7165"/>
                </a:lnTo>
                <a:lnTo>
                  <a:pt x="36890" y="7912"/>
                </a:lnTo>
                <a:lnTo>
                  <a:pt x="37273" y="8658"/>
                </a:lnTo>
                <a:lnTo>
                  <a:pt x="37637" y="9425"/>
                </a:lnTo>
                <a:lnTo>
                  <a:pt x="37980" y="10212"/>
                </a:lnTo>
                <a:lnTo>
                  <a:pt x="38303" y="10999"/>
                </a:lnTo>
                <a:lnTo>
                  <a:pt x="38625" y="11786"/>
                </a:lnTo>
                <a:lnTo>
                  <a:pt x="38908" y="12573"/>
                </a:lnTo>
                <a:lnTo>
                  <a:pt x="39170" y="13380"/>
                </a:lnTo>
                <a:lnTo>
                  <a:pt x="39412" y="14188"/>
                </a:lnTo>
                <a:lnTo>
                  <a:pt x="39655" y="14995"/>
                </a:lnTo>
                <a:lnTo>
                  <a:pt x="39856" y="15802"/>
                </a:lnTo>
                <a:lnTo>
                  <a:pt x="40038" y="16629"/>
                </a:lnTo>
                <a:lnTo>
                  <a:pt x="40220" y="17457"/>
                </a:lnTo>
                <a:lnTo>
                  <a:pt x="40361" y="18284"/>
                </a:lnTo>
                <a:lnTo>
                  <a:pt x="40502" y="19112"/>
                </a:lnTo>
                <a:lnTo>
                  <a:pt x="40603" y="19939"/>
                </a:lnTo>
                <a:lnTo>
                  <a:pt x="40704" y="20766"/>
                </a:lnTo>
                <a:lnTo>
                  <a:pt x="40765" y="21614"/>
                </a:lnTo>
                <a:lnTo>
                  <a:pt x="40825" y="22441"/>
                </a:lnTo>
                <a:lnTo>
                  <a:pt x="40845" y="23269"/>
                </a:lnTo>
                <a:lnTo>
                  <a:pt x="40865" y="24116"/>
                </a:lnTo>
                <a:lnTo>
                  <a:pt x="40865" y="24944"/>
                </a:lnTo>
                <a:lnTo>
                  <a:pt x="40825" y="25771"/>
                </a:lnTo>
                <a:lnTo>
                  <a:pt x="40785" y="26437"/>
                </a:lnTo>
                <a:lnTo>
                  <a:pt x="40744" y="26800"/>
                </a:lnTo>
                <a:lnTo>
                  <a:pt x="40684" y="27163"/>
                </a:lnTo>
                <a:lnTo>
                  <a:pt x="40603" y="27547"/>
                </a:lnTo>
                <a:lnTo>
                  <a:pt x="40502" y="27950"/>
                </a:lnTo>
                <a:lnTo>
                  <a:pt x="40401" y="28334"/>
                </a:lnTo>
                <a:lnTo>
                  <a:pt x="40260" y="28717"/>
                </a:lnTo>
                <a:lnTo>
                  <a:pt x="40099" y="29081"/>
                </a:lnTo>
                <a:lnTo>
                  <a:pt x="39917" y="29424"/>
                </a:lnTo>
                <a:lnTo>
                  <a:pt x="39695" y="29767"/>
                </a:lnTo>
                <a:lnTo>
                  <a:pt x="39453" y="30069"/>
                </a:lnTo>
                <a:lnTo>
                  <a:pt x="39191" y="30332"/>
                </a:lnTo>
                <a:lnTo>
                  <a:pt x="39029" y="30453"/>
                </a:lnTo>
                <a:lnTo>
                  <a:pt x="38868" y="30574"/>
                </a:lnTo>
                <a:lnTo>
                  <a:pt x="38706" y="30675"/>
                </a:lnTo>
                <a:lnTo>
                  <a:pt x="38525" y="30776"/>
                </a:lnTo>
                <a:lnTo>
                  <a:pt x="38343" y="30856"/>
                </a:lnTo>
                <a:lnTo>
                  <a:pt x="38141" y="30917"/>
                </a:lnTo>
                <a:lnTo>
                  <a:pt x="37960" y="30977"/>
                </a:lnTo>
                <a:lnTo>
                  <a:pt x="37758" y="30998"/>
                </a:lnTo>
                <a:lnTo>
                  <a:pt x="37394" y="31038"/>
                </a:lnTo>
                <a:lnTo>
                  <a:pt x="37011" y="31038"/>
                </a:lnTo>
                <a:lnTo>
                  <a:pt x="36628" y="30998"/>
                </a:lnTo>
                <a:lnTo>
                  <a:pt x="36244" y="30937"/>
                </a:lnTo>
                <a:lnTo>
                  <a:pt x="35881" y="30836"/>
                </a:lnTo>
                <a:lnTo>
                  <a:pt x="35538" y="30735"/>
                </a:lnTo>
                <a:lnTo>
                  <a:pt x="35215" y="30634"/>
                </a:lnTo>
                <a:lnTo>
                  <a:pt x="34690" y="30433"/>
                </a:lnTo>
                <a:lnTo>
                  <a:pt x="34186" y="30231"/>
                </a:lnTo>
                <a:lnTo>
                  <a:pt x="33681" y="30009"/>
                </a:lnTo>
                <a:lnTo>
                  <a:pt x="33177" y="29767"/>
                </a:lnTo>
                <a:lnTo>
                  <a:pt x="32693" y="29524"/>
                </a:lnTo>
                <a:lnTo>
                  <a:pt x="32208" y="29262"/>
                </a:lnTo>
                <a:lnTo>
                  <a:pt x="31724" y="28980"/>
                </a:lnTo>
                <a:lnTo>
                  <a:pt x="31260" y="28697"/>
                </a:lnTo>
                <a:lnTo>
                  <a:pt x="30796" y="28394"/>
                </a:lnTo>
                <a:lnTo>
                  <a:pt x="30331" y="28071"/>
                </a:lnTo>
                <a:lnTo>
                  <a:pt x="29888" y="27749"/>
                </a:lnTo>
                <a:lnTo>
                  <a:pt x="29444" y="27406"/>
                </a:lnTo>
                <a:lnTo>
                  <a:pt x="28576" y="26719"/>
                </a:lnTo>
                <a:lnTo>
                  <a:pt x="27728" y="25993"/>
                </a:lnTo>
                <a:lnTo>
                  <a:pt x="26901" y="25226"/>
                </a:lnTo>
                <a:lnTo>
                  <a:pt x="26094" y="24419"/>
                </a:lnTo>
                <a:lnTo>
                  <a:pt x="25307" y="23612"/>
                </a:lnTo>
                <a:lnTo>
                  <a:pt x="24540" y="22784"/>
                </a:lnTo>
                <a:lnTo>
                  <a:pt x="23773" y="21937"/>
                </a:lnTo>
                <a:lnTo>
                  <a:pt x="23026" y="21069"/>
                </a:lnTo>
                <a:lnTo>
                  <a:pt x="21573" y="19334"/>
                </a:lnTo>
                <a:lnTo>
                  <a:pt x="21150" y="18809"/>
                </a:lnTo>
                <a:lnTo>
                  <a:pt x="19757" y="17134"/>
                </a:lnTo>
                <a:lnTo>
                  <a:pt x="18345" y="15479"/>
                </a:lnTo>
                <a:lnTo>
                  <a:pt x="17638" y="14652"/>
                </a:lnTo>
                <a:lnTo>
                  <a:pt x="16892" y="13845"/>
                </a:lnTo>
                <a:lnTo>
                  <a:pt x="16145" y="13058"/>
                </a:lnTo>
                <a:lnTo>
                  <a:pt x="15378" y="12291"/>
                </a:lnTo>
                <a:lnTo>
                  <a:pt x="14591" y="11544"/>
                </a:lnTo>
                <a:lnTo>
                  <a:pt x="13804" y="10838"/>
                </a:lnTo>
                <a:lnTo>
                  <a:pt x="12977" y="10131"/>
                </a:lnTo>
                <a:lnTo>
                  <a:pt x="12129" y="9486"/>
                </a:lnTo>
                <a:lnTo>
                  <a:pt x="11261" y="8880"/>
                </a:lnTo>
                <a:lnTo>
                  <a:pt x="10797" y="8578"/>
                </a:lnTo>
                <a:lnTo>
                  <a:pt x="10353" y="8295"/>
                </a:lnTo>
                <a:lnTo>
                  <a:pt x="9889" y="8012"/>
                </a:lnTo>
                <a:lnTo>
                  <a:pt x="9425" y="7770"/>
                </a:lnTo>
                <a:lnTo>
                  <a:pt x="8941" y="7508"/>
                </a:lnTo>
                <a:lnTo>
                  <a:pt x="8456" y="7266"/>
                </a:lnTo>
                <a:lnTo>
                  <a:pt x="7911" y="7024"/>
                </a:lnTo>
                <a:lnTo>
                  <a:pt x="7346" y="6782"/>
                </a:lnTo>
                <a:lnTo>
                  <a:pt x="6781" y="6560"/>
                </a:lnTo>
                <a:lnTo>
                  <a:pt x="6196" y="6358"/>
                </a:lnTo>
                <a:lnTo>
                  <a:pt x="5066" y="5954"/>
                </a:lnTo>
                <a:lnTo>
                  <a:pt x="3916" y="5591"/>
                </a:lnTo>
                <a:lnTo>
                  <a:pt x="2342" y="5066"/>
                </a:lnTo>
                <a:lnTo>
                  <a:pt x="2079" y="4965"/>
                </a:lnTo>
                <a:lnTo>
                  <a:pt x="1716" y="4804"/>
                </a:lnTo>
                <a:lnTo>
                  <a:pt x="1313" y="4602"/>
                </a:lnTo>
                <a:lnTo>
                  <a:pt x="1111" y="4461"/>
                </a:lnTo>
                <a:lnTo>
                  <a:pt x="909" y="4340"/>
                </a:lnTo>
                <a:lnTo>
                  <a:pt x="727" y="4178"/>
                </a:lnTo>
                <a:lnTo>
                  <a:pt x="546" y="4017"/>
                </a:lnTo>
                <a:lnTo>
                  <a:pt x="384" y="3835"/>
                </a:lnTo>
                <a:lnTo>
                  <a:pt x="263" y="3633"/>
                </a:lnTo>
                <a:lnTo>
                  <a:pt x="162" y="3432"/>
                </a:lnTo>
                <a:lnTo>
                  <a:pt x="102" y="3210"/>
                </a:lnTo>
                <a:lnTo>
                  <a:pt x="82" y="2967"/>
                </a:lnTo>
                <a:lnTo>
                  <a:pt x="102" y="2725"/>
                </a:lnTo>
                <a:lnTo>
                  <a:pt x="162" y="2544"/>
                </a:lnTo>
                <a:lnTo>
                  <a:pt x="223" y="2382"/>
                </a:lnTo>
                <a:lnTo>
                  <a:pt x="324" y="2221"/>
                </a:lnTo>
                <a:lnTo>
                  <a:pt x="425" y="2080"/>
                </a:lnTo>
                <a:lnTo>
                  <a:pt x="526" y="1938"/>
                </a:lnTo>
                <a:lnTo>
                  <a:pt x="647" y="1837"/>
                </a:lnTo>
                <a:lnTo>
                  <a:pt x="889" y="1636"/>
                </a:lnTo>
                <a:lnTo>
                  <a:pt x="1070" y="1494"/>
                </a:lnTo>
                <a:lnTo>
                  <a:pt x="1272" y="1393"/>
                </a:lnTo>
                <a:lnTo>
                  <a:pt x="1474" y="1293"/>
                </a:lnTo>
                <a:lnTo>
                  <a:pt x="1676" y="1192"/>
                </a:lnTo>
                <a:lnTo>
                  <a:pt x="2100" y="1030"/>
                </a:lnTo>
                <a:lnTo>
                  <a:pt x="2523" y="909"/>
                </a:lnTo>
                <a:lnTo>
                  <a:pt x="2967" y="808"/>
                </a:lnTo>
                <a:lnTo>
                  <a:pt x="3411" y="727"/>
                </a:lnTo>
                <a:lnTo>
                  <a:pt x="3855" y="667"/>
                </a:lnTo>
                <a:lnTo>
                  <a:pt x="4279" y="627"/>
                </a:lnTo>
                <a:lnTo>
                  <a:pt x="5349" y="526"/>
                </a:lnTo>
                <a:lnTo>
                  <a:pt x="6438" y="465"/>
                </a:lnTo>
                <a:lnTo>
                  <a:pt x="7528" y="405"/>
                </a:lnTo>
                <a:lnTo>
                  <a:pt x="8598" y="364"/>
                </a:lnTo>
                <a:lnTo>
                  <a:pt x="10757" y="304"/>
                </a:lnTo>
                <a:lnTo>
                  <a:pt x="12896" y="284"/>
                </a:lnTo>
                <a:lnTo>
                  <a:pt x="32471" y="82"/>
                </a:lnTo>
                <a:close/>
                <a:moveTo>
                  <a:pt x="32471" y="1"/>
                </a:moveTo>
                <a:lnTo>
                  <a:pt x="12896" y="203"/>
                </a:lnTo>
                <a:lnTo>
                  <a:pt x="10757" y="223"/>
                </a:lnTo>
                <a:lnTo>
                  <a:pt x="8598" y="284"/>
                </a:lnTo>
                <a:lnTo>
                  <a:pt x="7508" y="324"/>
                </a:lnTo>
                <a:lnTo>
                  <a:pt x="6438" y="384"/>
                </a:lnTo>
                <a:lnTo>
                  <a:pt x="5349" y="445"/>
                </a:lnTo>
                <a:lnTo>
                  <a:pt x="4279" y="546"/>
                </a:lnTo>
                <a:lnTo>
                  <a:pt x="3835" y="586"/>
                </a:lnTo>
                <a:lnTo>
                  <a:pt x="3391" y="647"/>
                </a:lnTo>
                <a:lnTo>
                  <a:pt x="2947" y="727"/>
                </a:lnTo>
                <a:lnTo>
                  <a:pt x="2503" y="828"/>
                </a:lnTo>
                <a:lnTo>
                  <a:pt x="2059" y="949"/>
                </a:lnTo>
                <a:lnTo>
                  <a:pt x="1635" y="1111"/>
                </a:lnTo>
                <a:lnTo>
                  <a:pt x="1434" y="1212"/>
                </a:lnTo>
                <a:lnTo>
                  <a:pt x="1232" y="1313"/>
                </a:lnTo>
                <a:lnTo>
                  <a:pt x="1030" y="1434"/>
                </a:lnTo>
                <a:lnTo>
                  <a:pt x="848" y="1575"/>
                </a:lnTo>
                <a:lnTo>
                  <a:pt x="586" y="1777"/>
                </a:lnTo>
                <a:lnTo>
                  <a:pt x="465" y="1898"/>
                </a:lnTo>
                <a:lnTo>
                  <a:pt x="344" y="2039"/>
                </a:lnTo>
                <a:lnTo>
                  <a:pt x="243" y="2180"/>
                </a:lnTo>
                <a:lnTo>
                  <a:pt x="142" y="2342"/>
                </a:lnTo>
                <a:lnTo>
                  <a:pt x="82" y="2524"/>
                </a:lnTo>
                <a:lnTo>
                  <a:pt x="21" y="2705"/>
                </a:lnTo>
                <a:lnTo>
                  <a:pt x="1" y="2846"/>
                </a:lnTo>
                <a:lnTo>
                  <a:pt x="1" y="2967"/>
                </a:lnTo>
                <a:lnTo>
                  <a:pt x="21" y="3210"/>
                </a:lnTo>
                <a:lnTo>
                  <a:pt x="82" y="3452"/>
                </a:lnTo>
                <a:lnTo>
                  <a:pt x="183" y="3674"/>
                </a:lnTo>
                <a:lnTo>
                  <a:pt x="324" y="3876"/>
                </a:lnTo>
                <a:lnTo>
                  <a:pt x="465" y="4057"/>
                </a:lnTo>
                <a:lnTo>
                  <a:pt x="647" y="4219"/>
                </a:lnTo>
                <a:lnTo>
                  <a:pt x="848" y="4380"/>
                </a:lnTo>
                <a:lnTo>
                  <a:pt x="1050" y="4521"/>
                </a:lnTo>
                <a:lnTo>
                  <a:pt x="1252" y="4663"/>
                </a:lnTo>
                <a:lnTo>
                  <a:pt x="1676" y="4864"/>
                </a:lnTo>
                <a:lnTo>
                  <a:pt x="2039" y="5026"/>
                </a:lnTo>
                <a:lnTo>
                  <a:pt x="2322" y="5147"/>
                </a:lnTo>
                <a:lnTo>
                  <a:pt x="3896" y="5651"/>
                </a:lnTo>
                <a:lnTo>
                  <a:pt x="5026" y="6035"/>
                </a:lnTo>
                <a:lnTo>
                  <a:pt x="6176" y="6438"/>
                </a:lnTo>
                <a:lnTo>
                  <a:pt x="6741" y="6640"/>
                </a:lnTo>
                <a:lnTo>
                  <a:pt x="7306" y="6862"/>
                </a:lnTo>
                <a:lnTo>
                  <a:pt x="7871" y="7104"/>
                </a:lnTo>
                <a:lnTo>
                  <a:pt x="8416" y="7347"/>
                </a:lnTo>
                <a:lnTo>
                  <a:pt x="8900" y="7589"/>
                </a:lnTo>
                <a:lnTo>
                  <a:pt x="9385" y="7831"/>
                </a:lnTo>
                <a:lnTo>
                  <a:pt x="9849" y="8093"/>
                </a:lnTo>
                <a:lnTo>
                  <a:pt x="10313" y="8356"/>
                </a:lnTo>
                <a:lnTo>
                  <a:pt x="10757" y="8638"/>
                </a:lnTo>
                <a:lnTo>
                  <a:pt x="11201" y="8941"/>
                </a:lnTo>
                <a:lnTo>
                  <a:pt x="12089" y="9546"/>
                </a:lnTo>
                <a:lnTo>
                  <a:pt x="12936" y="10212"/>
                </a:lnTo>
                <a:lnTo>
                  <a:pt x="13743" y="10898"/>
                </a:lnTo>
                <a:lnTo>
                  <a:pt x="14551" y="11605"/>
                </a:lnTo>
                <a:lnTo>
                  <a:pt x="15338" y="12351"/>
                </a:lnTo>
                <a:lnTo>
                  <a:pt x="16084" y="13118"/>
                </a:lnTo>
                <a:lnTo>
                  <a:pt x="16831" y="13905"/>
                </a:lnTo>
                <a:lnTo>
                  <a:pt x="17578" y="14712"/>
                </a:lnTo>
                <a:lnTo>
                  <a:pt x="18284" y="15519"/>
                </a:lnTo>
                <a:lnTo>
                  <a:pt x="19697" y="17194"/>
                </a:lnTo>
                <a:lnTo>
                  <a:pt x="21089" y="18869"/>
                </a:lnTo>
                <a:lnTo>
                  <a:pt x="21513" y="19394"/>
                </a:lnTo>
                <a:lnTo>
                  <a:pt x="22986" y="21130"/>
                </a:lnTo>
                <a:lnTo>
                  <a:pt x="23712" y="21977"/>
                </a:lnTo>
                <a:lnTo>
                  <a:pt x="24479" y="22845"/>
                </a:lnTo>
                <a:lnTo>
                  <a:pt x="25246" y="23672"/>
                </a:lnTo>
                <a:lnTo>
                  <a:pt x="26053" y="24500"/>
                </a:lnTo>
                <a:lnTo>
                  <a:pt x="26861" y="25287"/>
                </a:lnTo>
                <a:lnTo>
                  <a:pt x="27688" y="26053"/>
                </a:lnTo>
                <a:lnTo>
                  <a:pt x="28535" y="26780"/>
                </a:lnTo>
                <a:lnTo>
                  <a:pt x="29403" y="27486"/>
                </a:lnTo>
                <a:lnTo>
                  <a:pt x="29847" y="27809"/>
                </a:lnTo>
                <a:lnTo>
                  <a:pt x="30291" y="28152"/>
                </a:lnTo>
                <a:lnTo>
                  <a:pt x="30755" y="28455"/>
                </a:lnTo>
                <a:lnTo>
                  <a:pt x="31219" y="28758"/>
                </a:lnTo>
                <a:lnTo>
                  <a:pt x="31684" y="29040"/>
                </a:lnTo>
                <a:lnTo>
                  <a:pt x="32168" y="29323"/>
                </a:lnTo>
                <a:lnTo>
                  <a:pt x="32652" y="29585"/>
                </a:lnTo>
                <a:lnTo>
                  <a:pt x="33137" y="29847"/>
                </a:lnTo>
                <a:lnTo>
                  <a:pt x="33641" y="30090"/>
                </a:lnTo>
                <a:lnTo>
                  <a:pt x="34146" y="30311"/>
                </a:lnTo>
                <a:lnTo>
                  <a:pt x="34670" y="30513"/>
                </a:lnTo>
                <a:lnTo>
                  <a:pt x="35195" y="30715"/>
                </a:lnTo>
                <a:lnTo>
                  <a:pt x="35659" y="30856"/>
                </a:lnTo>
                <a:lnTo>
                  <a:pt x="36164" y="30998"/>
                </a:lnTo>
                <a:lnTo>
                  <a:pt x="36426" y="31058"/>
                </a:lnTo>
                <a:lnTo>
                  <a:pt x="36688" y="31099"/>
                </a:lnTo>
                <a:lnTo>
                  <a:pt x="36971" y="31119"/>
                </a:lnTo>
                <a:lnTo>
                  <a:pt x="37475" y="31119"/>
                </a:lnTo>
                <a:lnTo>
                  <a:pt x="37697" y="31099"/>
                </a:lnTo>
                <a:lnTo>
                  <a:pt x="37939" y="31058"/>
                </a:lnTo>
                <a:lnTo>
                  <a:pt x="38161" y="30998"/>
                </a:lnTo>
                <a:lnTo>
                  <a:pt x="38363" y="30917"/>
                </a:lnTo>
                <a:lnTo>
                  <a:pt x="38565" y="30836"/>
                </a:lnTo>
                <a:lnTo>
                  <a:pt x="38747" y="30755"/>
                </a:lnTo>
                <a:lnTo>
                  <a:pt x="38908" y="30655"/>
                </a:lnTo>
                <a:lnTo>
                  <a:pt x="39069" y="30533"/>
                </a:lnTo>
                <a:lnTo>
                  <a:pt x="39231" y="30412"/>
                </a:lnTo>
                <a:lnTo>
                  <a:pt x="39372" y="30271"/>
                </a:lnTo>
                <a:lnTo>
                  <a:pt x="39513" y="30130"/>
                </a:lnTo>
                <a:lnTo>
                  <a:pt x="39756" y="29827"/>
                </a:lnTo>
                <a:lnTo>
                  <a:pt x="39978" y="29484"/>
                </a:lnTo>
                <a:lnTo>
                  <a:pt x="40179" y="29121"/>
                </a:lnTo>
                <a:lnTo>
                  <a:pt x="40341" y="28758"/>
                </a:lnTo>
                <a:lnTo>
                  <a:pt x="40462" y="28374"/>
                </a:lnTo>
                <a:lnTo>
                  <a:pt x="40583" y="27971"/>
                </a:lnTo>
                <a:lnTo>
                  <a:pt x="40684" y="27587"/>
                </a:lnTo>
                <a:lnTo>
                  <a:pt x="40765" y="27184"/>
                </a:lnTo>
                <a:lnTo>
                  <a:pt x="40805" y="26820"/>
                </a:lnTo>
                <a:lnTo>
                  <a:pt x="40865" y="26437"/>
                </a:lnTo>
                <a:lnTo>
                  <a:pt x="40906" y="25771"/>
                </a:lnTo>
                <a:lnTo>
                  <a:pt x="40946" y="24944"/>
                </a:lnTo>
                <a:lnTo>
                  <a:pt x="40946" y="24116"/>
                </a:lnTo>
                <a:lnTo>
                  <a:pt x="40926" y="23269"/>
                </a:lnTo>
                <a:lnTo>
                  <a:pt x="40906" y="22441"/>
                </a:lnTo>
                <a:lnTo>
                  <a:pt x="40845" y="21594"/>
                </a:lnTo>
                <a:lnTo>
                  <a:pt x="40785" y="20766"/>
                </a:lnTo>
                <a:lnTo>
                  <a:pt x="40684" y="19939"/>
                </a:lnTo>
                <a:lnTo>
                  <a:pt x="40583" y="19091"/>
                </a:lnTo>
                <a:lnTo>
                  <a:pt x="40442" y="18264"/>
                </a:lnTo>
                <a:lnTo>
                  <a:pt x="40300" y="17437"/>
                </a:lnTo>
                <a:lnTo>
                  <a:pt x="40119" y="16609"/>
                </a:lnTo>
                <a:lnTo>
                  <a:pt x="39937" y="15782"/>
                </a:lnTo>
                <a:lnTo>
                  <a:pt x="39715" y="14975"/>
                </a:lnTo>
                <a:lnTo>
                  <a:pt x="39493" y="14147"/>
                </a:lnTo>
                <a:lnTo>
                  <a:pt x="39251" y="13360"/>
                </a:lnTo>
                <a:lnTo>
                  <a:pt x="38989" y="12553"/>
                </a:lnTo>
                <a:lnTo>
                  <a:pt x="38686" y="11746"/>
                </a:lnTo>
                <a:lnTo>
                  <a:pt x="38383" y="10959"/>
                </a:lnTo>
                <a:lnTo>
                  <a:pt x="38060" y="10172"/>
                </a:lnTo>
                <a:lnTo>
                  <a:pt x="37717" y="9405"/>
                </a:lnTo>
                <a:lnTo>
                  <a:pt x="37354" y="8638"/>
                </a:lnTo>
                <a:lnTo>
                  <a:pt x="36971" y="7871"/>
                </a:lnTo>
                <a:lnTo>
                  <a:pt x="36567" y="7125"/>
                </a:lnTo>
                <a:lnTo>
                  <a:pt x="36143" y="6398"/>
                </a:lnTo>
                <a:lnTo>
                  <a:pt x="35841" y="5873"/>
                </a:lnTo>
                <a:lnTo>
                  <a:pt x="35578" y="5470"/>
                </a:lnTo>
                <a:lnTo>
                  <a:pt x="35336" y="5046"/>
                </a:lnTo>
                <a:lnTo>
                  <a:pt x="35255" y="4844"/>
                </a:lnTo>
                <a:lnTo>
                  <a:pt x="35175" y="4622"/>
                </a:lnTo>
                <a:lnTo>
                  <a:pt x="35094" y="4380"/>
                </a:lnTo>
                <a:lnTo>
                  <a:pt x="35054" y="4158"/>
                </a:lnTo>
                <a:lnTo>
                  <a:pt x="35054" y="3997"/>
                </a:lnTo>
                <a:lnTo>
                  <a:pt x="35054" y="3835"/>
                </a:lnTo>
                <a:lnTo>
                  <a:pt x="35074" y="3492"/>
                </a:lnTo>
                <a:lnTo>
                  <a:pt x="35155" y="3169"/>
                </a:lnTo>
                <a:lnTo>
                  <a:pt x="35235" y="2846"/>
                </a:lnTo>
                <a:lnTo>
                  <a:pt x="35316" y="2463"/>
                </a:lnTo>
                <a:lnTo>
                  <a:pt x="35397" y="2059"/>
                </a:lnTo>
                <a:lnTo>
                  <a:pt x="35417" y="1858"/>
                </a:lnTo>
                <a:lnTo>
                  <a:pt x="35397" y="1656"/>
                </a:lnTo>
                <a:lnTo>
                  <a:pt x="35376" y="1454"/>
                </a:lnTo>
                <a:lnTo>
                  <a:pt x="35336" y="1252"/>
                </a:lnTo>
                <a:lnTo>
                  <a:pt x="35276" y="1091"/>
                </a:lnTo>
                <a:lnTo>
                  <a:pt x="35195" y="949"/>
                </a:lnTo>
                <a:lnTo>
                  <a:pt x="35094" y="808"/>
                </a:lnTo>
                <a:lnTo>
                  <a:pt x="34993" y="687"/>
                </a:lnTo>
                <a:lnTo>
                  <a:pt x="34872" y="586"/>
                </a:lnTo>
                <a:lnTo>
                  <a:pt x="34731" y="485"/>
                </a:lnTo>
                <a:lnTo>
                  <a:pt x="34569" y="384"/>
                </a:lnTo>
                <a:lnTo>
                  <a:pt x="34408" y="304"/>
                </a:lnTo>
                <a:lnTo>
                  <a:pt x="34226" y="223"/>
                </a:lnTo>
                <a:lnTo>
                  <a:pt x="34024" y="162"/>
                </a:lnTo>
                <a:lnTo>
                  <a:pt x="33802" y="122"/>
                </a:lnTo>
                <a:lnTo>
                  <a:pt x="33560" y="82"/>
                </a:lnTo>
                <a:lnTo>
                  <a:pt x="33056" y="21"/>
                </a:lnTo>
                <a:lnTo>
                  <a:pt x="32471" y="1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63" name="Google Shape;1463;p18"/>
          <p:cNvSpPr/>
          <p:nvPr/>
        </p:nvSpPr>
        <p:spPr>
          <a:xfrm>
            <a:off x="7182848" y="1854781"/>
            <a:ext cx="1001862" cy="1525380"/>
          </a:xfrm>
          <a:custGeom>
            <a:rect b="b" l="l" r="r" t="t"/>
            <a:pathLst>
              <a:path extrusionOk="0" h="27284" w="17920">
                <a:moveTo>
                  <a:pt x="9041" y="81"/>
                </a:moveTo>
                <a:lnTo>
                  <a:pt x="9464" y="101"/>
                </a:lnTo>
                <a:lnTo>
                  <a:pt x="9888" y="141"/>
                </a:lnTo>
                <a:lnTo>
                  <a:pt x="10312" y="222"/>
                </a:lnTo>
                <a:lnTo>
                  <a:pt x="10716" y="323"/>
                </a:lnTo>
                <a:lnTo>
                  <a:pt x="11139" y="444"/>
                </a:lnTo>
                <a:lnTo>
                  <a:pt x="11543" y="605"/>
                </a:lnTo>
                <a:lnTo>
                  <a:pt x="11947" y="767"/>
                </a:lnTo>
                <a:lnTo>
                  <a:pt x="12350" y="969"/>
                </a:lnTo>
                <a:lnTo>
                  <a:pt x="12734" y="1191"/>
                </a:lnTo>
                <a:lnTo>
                  <a:pt x="13117" y="1433"/>
                </a:lnTo>
                <a:lnTo>
                  <a:pt x="13480" y="1715"/>
                </a:lnTo>
                <a:lnTo>
                  <a:pt x="13844" y="1998"/>
                </a:lnTo>
                <a:lnTo>
                  <a:pt x="14187" y="2301"/>
                </a:lnTo>
                <a:lnTo>
                  <a:pt x="14530" y="2644"/>
                </a:lnTo>
                <a:lnTo>
                  <a:pt x="14832" y="2987"/>
                </a:lnTo>
                <a:lnTo>
                  <a:pt x="15155" y="3350"/>
                </a:lnTo>
                <a:lnTo>
                  <a:pt x="15397" y="3673"/>
                </a:lnTo>
                <a:lnTo>
                  <a:pt x="15619" y="4016"/>
                </a:lnTo>
                <a:lnTo>
                  <a:pt x="15841" y="4359"/>
                </a:lnTo>
                <a:lnTo>
                  <a:pt x="16063" y="4722"/>
                </a:lnTo>
                <a:lnTo>
                  <a:pt x="16265" y="5106"/>
                </a:lnTo>
                <a:lnTo>
                  <a:pt x="16447" y="5489"/>
                </a:lnTo>
                <a:lnTo>
                  <a:pt x="16628" y="5893"/>
                </a:lnTo>
                <a:lnTo>
                  <a:pt x="16790" y="6296"/>
                </a:lnTo>
                <a:lnTo>
                  <a:pt x="16931" y="6720"/>
                </a:lnTo>
                <a:lnTo>
                  <a:pt x="17072" y="7144"/>
                </a:lnTo>
                <a:lnTo>
                  <a:pt x="17214" y="7588"/>
                </a:lnTo>
                <a:lnTo>
                  <a:pt x="17315" y="8052"/>
                </a:lnTo>
                <a:lnTo>
                  <a:pt x="17436" y="8516"/>
                </a:lnTo>
                <a:lnTo>
                  <a:pt x="17516" y="8980"/>
                </a:lnTo>
                <a:lnTo>
                  <a:pt x="17597" y="9485"/>
                </a:lnTo>
                <a:lnTo>
                  <a:pt x="17678" y="9969"/>
                </a:lnTo>
                <a:lnTo>
                  <a:pt x="17738" y="10514"/>
                </a:lnTo>
                <a:lnTo>
                  <a:pt x="17779" y="11079"/>
                </a:lnTo>
                <a:lnTo>
                  <a:pt x="17819" y="11624"/>
                </a:lnTo>
                <a:lnTo>
                  <a:pt x="17839" y="12189"/>
                </a:lnTo>
                <a:lnTo>
                  <a:pt x="17839" y="12774"/>
                </a:lnTo>
                <a:lnTo>
                  <a:pt x="17819" y="13339"/>
                </a:lnTo>
                <a:lnTo>
                  <a:pt x="17799" y="13924"/>
                </a:lnTo>
                <a:lnTo>
                  <a:pt x="17758" y="14510"/>
                </a:lnTo>
                <a:lnTo>
                  <a:pt x="17718" y="15115"/>
                </a:lnTo>
                <a:lnTo>
                  <a:pt x="17637" y="15720"/>
                </a:lnTo>
                <a:lnTo>
                  <a:pt x="17557" y="16326"/>
                </a:lnTo>
                <a:lnTo>
                  <a:pt x="17456" y="16951"/>
                </a:lnTo>
                <a:lnTo>
                  <a:pt x="17355" y="17577"/>
                </a:lnTo>
                <a:lnTo>
                  <a:pt x="17234" y="18202"/>
                </a:lnTo>
                <a:lnTo>
                  <a:pt x="17093" y="18848"/>
                </a:lnTo>
                <a:lnTo>
                  <a:pt x="16931" y="19514"/>
                </a:lnTo>
                <a:lnTo>
                  <a:pt x="16709" y="20362"/>
                </a:lnTo>
                <a:lnTo>
                  <a:pt x="16447" y="21230"/>
                </a:lnTo>
                <a:lnTo>
                  <a:pt x="16285" y="21673"/>
                </a:lnTo>
                <a:lnTo>
                  <a:pt x="16124" y="22117"/>
                </a:lnTo>
                <a:lnTo>
                  <a:pt x="15942" y="22561"/>
                </a:lnTo>
                <a:lnTo>
                  <a:pt x="15740" y="23005"/>
                </a:lnTo>
                <a:lnTo>
                  <a:pt x="15518" y="23429"/>
                </a:lnTo>
                <a:lnTo>
                  <a:pt x="15276" y="23873"/>
                </a:lnTo>
                <a:lnTo>
                  <a:pt x="15014" y="24277"/>
                </a:lnTo>
                <a:lnTo>
                  <a:pt x="14731" y="24680"/>
                </a:lnTo>
                <a:lnTo>
                  <a:pt x="14429" y="25064"/>
                </a:lnTo>
                <a:lnTo>
                  <a:pt x="14106" y="25427"/>
                </a:lnTo>
                <a:lnTo>
                  <a:pt x="13743" y="25770"/>
                </a:lnTo>
                <a:lnTo>
                  <a:pt x="13359" y="26093"/>
                </a:lnTo>
                <a:lnTo>
                  <a:pt x="13077" y="26295"/>
                </a:lnTo>
                <a:lnTo>
                  <a:pt x="12774" y="26476"/>
                </a:lnTo>
                <a:lnTo>
                  <a:pt x="12491" y="26658"/>
                </a:lnTo>
                <a:lnTo>
                  <a:pt x="12209" y="26799"/>
                </a:lnTo>
                <a:lnTo>
                  <a:pt x="11906" y="26920"/>
                </a:lnTo>
                <a:lnTo>
                  <a:pt x="11624" y="27021"/>
                </a:lnTo>
                <a:lnTo>
                  <a:pt x="11321" y="27102"/>
                </a:lnTo>
                <a:lnTo>
                  <a:pt x="11018" y="27162"/>
                </a:lnTo>
                <a:lnTo>
                  <a:pt x="10716" y="27203"/>
                </a:lnTo>
                <a:lnTo>
                  <a:pt x="10110" y="27203"/>
                </a:lnTo>
                <a:lnTo>
                  <a:pt x="9808" y="27183"/>
                </a:lnTo>
                <a:lnTo>
                  <a:pt x="9485" y="27142"/>
                </a:lnTo>
                <a:lnTo>
                  <a:pt x="9182" y="27062"/>
                </a:lnTo>
                <a:lnTo>
                  <a:pt x="8859" y="26981"/>
                </a:lnTo>
                <a:lnTo>
                  <a:pt x="8556" y="26860"/>
                </a:lnTo>
                <a:lnTo>
                  <a:pt x="8234" y="26739"/>
                </a:lnTo>
                <a:lnTo>
                  <a:pt x="7931" y="26577"/>
                </a:lnTo>
                <a:lnTo>
                  <a:pt x="7628" y="26416"/>
                </a:lnTo>
                <a:lnTo>
                  <a:pt x="7346" y="26234"/>
                </a:lnTo>
                <a:lnTo>
                  <a:pt x="7063" y="26053"/>
                </a:lnTo>
                <a:lnTo>
                  <a:pt x="6781" y="25851"/>
                </a:lnTo>
                <a:lnTo>
                  <a:pt x="6256" y="25427"/>
                </a:lnTo>
                <a:lnTo>
                  <a:pt x="5772" y="24983"/>
                </a:lnTo>
                <a:lnTo>
                  <a:pt x="5328" y="24539"/>
                </a:lnTo>
                <a:lnTo>
                  <a:pt x="4944" y="24095"/>
                </a:lnTo>
                <a:lnTo>
                  <a:pt x="4581" y="23671"/>
                </a:lnTo>
                <a:lnTo>
                  <a:pt x="4238" y="23227"/>
                </a:lnTo>
                <a:lnTo>
                  <a:pt x="3895" y="22763"/>
                </a:lnTo>
                <a:lnTo>
                  <a:pt x="3572" y="22279"/>
                </a:lnTo>
                <a:lnTo>
                  <a:pt x="3249" y="21815"/>
                </a:lnTo>
                <a:lnTo>
                  <a:pt x="2967" y="21330"/>
                </a:lnTo>
                <a:lnTo>
                  <a:pt x="2664" y="20826"/>
                </a:lnTo>
                <a:lnTo>
                  <a:pt x="2401" y="20342"/>
                </a:lnTo>
                <a:lnTo>
                  <a:pt x="2139" y="19837"/>
                </a:lnTo>
                <a:lnTo>
                  <a:pt x="1897" y="19333"/>
                </a:lnTo>
                <a:lnTo>
                  <a:pt x="1675" y="18808"/>
                </a:lnTo>
                <a:lnTo>
                  <a:pt x="1453" y="18303"/>
                </a:lnTo>
                <a:lnTo>
                  <a:pt x="1251" y="17779"/>
                </a:lnTo>
                <a:lnTo>
                  <a:pt x="1070" y="17254"/>
                </a:lnTo>
                <a:lnTo>
                  <a:pt x="888" y="16729"/>
                </a:lnTo>
                <a:lnTo>
                  <a:pt x="727" y="16205"/>
                </a:lnTo>
                <a:lnTo>
                  <a:pt x="585" y="15680"/>
                </a:lnTo>
                <a:lnTo>
                  <a:pt x="464" y="15095"/>
                </a:lnTo>
                <a:lnTo>
                  <a:pt x="343" y="14530"/>
                </a:lnTo>
                <a:lnTo>
                  <a:pt x="262" y="13965"/>
                </a:lnTo>
                <a:lnTo>
                  <a:pt x="182" y="13400"/>
                </a:lnTo>
                <a:lnTo>
                  <a:pt x="121" y="12835"/>
                </a:lnTo>
                <a:lnTo>
                  <a:pt x="101" y="12270"/>
                </a:lnTo>
                <a:lnTo>
                  <a:pt x="81" y="11725"/>
                </a:lnTo>
                <a:lnTo>
                  <a:pt x="81" y="11160"/>
                </a:lnTo>
                <a:lnTo>
                  <a:pt x="101" y="10615"/>
                </a:lnTo>
                <a:lnTo>
                  <a:pt x="141" y="10070"/>
                </a:lnTo>
                <a:lnTo>
                  <a:pt x="202" y="9525"/>
                </a:lnTo>
                <a:lnTo>
                  <a:pt x="283" y="9000"/>
                </a:lnTo>
                <a:lnTo>
                  <a:pt x="383" y="8476"/>
                </a:lnTo>
                <a:lnTo>
                  <a:pt x="505" y="7951"/>
                </a:lnTo>
                <a:lnTo>
                  <a:pt x="646" y="7447"/>
                </a:lnTo>
                <a:lnTo>
                  <a:pt x="787" y="6942"/>
                </a:lnTo>
                <a:lnTo>
                  <a:pt x="1049" y="6236"/>
                </a:lnTo>
                <a:lnTo>
                  <a:pt x="1352" y="5570"/>
                </a:lnTo>
                <a:lnTo>
                  <a:pt x="1695" y="4924"/>
                </a:lnTo>
                <a:lnTo>
                  <a:pt x="2079" y="4298"/>
                </a:lnTo>
                <a:lnTo>
                  <a:pt x="2482" y="3693"/>
                </a:lnTo>
                <a:lnTo>
                  <a:pt x="2946" y="3128"/>
                </a:lnTo>
                <a:lnTo>
                  <a:pt x="3188" y="2866"/>
                </a:lnTo>
                <a:lnTo>
                  <a:pt x="3431" y="2603"/>
                </a:lnTo>
                <a:lnTo>
                  <a:pt x="3673" y="2361"/>
                </a:lnTo>
                <a:lnTo>
                  <a:pt x="3935" y="2119"/>
                </a:lnTo>
                <a:lnTo>
                  <a:pt x="4218" y="1877"/>
                </a:lnTo>
                <a:lnTo>
                  <a:pt x="4520" y="1655"/>
                </a:lnTo>
                <a:lnTo>
                  <a:pt x="4803" y="1433"/>
                </a:lnTo>
                <a:lnTo>
                  <a:pt x="5106" y="1231"/>
                </a:lnTo>
                <a:lnTo>
                  <a:pt x="5408" y="1049"/>
                </a:lnTo>
                <a:lnTo>
                  <a:pt x="5731" y="888"/>
                </a:lnTo>
                <a:lnTo>
                  <a:pt x="6034" y="727"/>
                </a:lnTo>
                <a:lnTo>
                  <a:pt x="6337" y="605"/>
                </a:lnTo>
                <a:lnTo>
                  <a:pt x="6659" y="484"/>
                </a:lnTo>
                <a:lnTo>
                  <a:pt x="6982" y="363"/>
                </a:lnTo>
                <a:lnTo>
                  <a:pt x="7305" y="283"/>
                </a:lnTo>
                <a:lnTo>
                  <a:pt x="7628" y="202"/>
                </a:lnTo>
                <a:lnTo>
                  <a:pt x="7951" y="162"/>
                </a:lnTo>
                <a:lnTo>
                  <a:pt x="8274" y="121"/>
                </a:lnTo>
                <a:lnTo>
                  <a:pt x="8597" y="81"/>
                </a:lnTo>
                <a:close/>
                <a:moveTo>
                  <a:pt x="8698" y="0"/>
                </a:moveTo>
                <a:lnTo>
                  <a:pt x="8355" y="20"/>
                </a:lnTo>
                <a:lnTo>
                  <a:pt x="8032" y="61"/>
                </a:lnTo>
                <a:lnTo>
                  <a:pt x="7689" y="121"/>
                </a:lnTo>
                <a:lnTo>
                  <a:pt x="7366" y="182"/>
                </a:lnTo>
                <a:lnTo>
                  <a:pt x="7023" y="283"/>
                </a:lnTo>
                <a:lnTo>
                  <a:pt x="6700" y="383"/>
                </a:lnTo>
                <a:lnTo>
                  <a:pt x="6377" y="505"/>
                </a:lnTo>
                <a:lnTo>
                  <a:pt x="6054" y="646"/>
                </a:lnTo>
                <a:lnTo>
                  <a:pt x="5731" y="787"/>
                </a:lnTo>
                <a:lnTo>
                  <a:pt x="5408" y="969"/>
                </a:lnTo>
                <a:lnTo>
                  <a:pt x="5085" y="1150"/>
                </a:lnTo>
                <a:lnTo>
                  <a:pt x="4783" y="1352"/>
                </a:lnTo>
                <a:lnTo>
                  <a:pt x="4480" y="1574"/>
                </a:lnTo>
                <a:lnTo>
                  <a:pt x="4177" y="1816"/>
                </a:lnTo>
                <a:lnTo>
                  <a:pt x="3895" y="2058"/>
                </a:lnTo>
                <a:lnTo>
                  <a:pt x="3632" y="2301"/>
                </a:lnTo>
                <a:lnTo>
                  <a:pt x="3370" y="2543"/>
                </a:lnTo>
                <a:lnTo>
                  <a:pt x="3128" y="2805"/>
                </a:lnTo>
                <a:lnTo>
                  <a:pt x="2886" y="3088"/>
                </a:lnTo>
                <a:lnTo>
                  <a:pt x="2422" y="3653"/>
                </a:lnTo>
                <a:lnTo>
                  <a:pt x="1998" y="4258"/>
                </a:lnTo>
                <a:lnTo>
                  <a:pt x="1614" y="4884"/>
                </a:lnTo>
                <a:lnTo>
                  <a:pt x="1271" y="5529"/>
                </a:lnTo>
                <a:lnTo>
                  <a:pt x="969" y="6216"/>
                </a:lnTo>
                <a:lnTo>
                  <a:pt x="848" y="6559"/>
                </a:lnTo>
                <a:lnTo>
                  <a:pt x="727" y="6902"/>
                </a:lnTo>
                <a:lnTo>
                  <a:pt x="565" y="7406"/>
                </a:lnTo>
                <a:lnTo>
                  <a:pt x="424" y="7931"/>
                </a:lnTo>
                <a:lnTo>
                  <a:pt x="303" y="8456"/>
                </a:lnTo>
                <a:lnTo>
                  <a:pt x="202" y="8980"/>
                </a:lnTo>
                <a:lnTo>
                  <a:pt x="121" y="9525"/>
                </a:lnTo>
                <a:lnTo>
                  <a:pt x="61" y="10070"/>
                </a:lnTo>
                <a:lnTo>
                  <a:pt x="20" y="10615"/>
                </a:lnTo>
                <a:lnTo>
                  <a:pt x="0" y="11160"/>
                </a:lnTo>
                <a:lnTo>
                  <a:pt x="0" y="11725"/>
                </a:lnTo>
                <a:lnTo>
                  <a:pt x="20" y="12270"/>
                </a:lnTo>
                <a:lnTo>
                  <a:pt x="40" y="12835"/>
                </a:lnTo>
                <a:lnTo>
                  <a:pt x="101" y="13400"/>
                </a:lnTo>
                <a:lnTo>
                  <a:pt x="182" y="13965"/>
                </a:lnTo>
                <a:lnTo>
                  <a:pt x="262" y="14550"/>
                </a:lnTo>
                <a:lnTo>
                  <a:pt x="383" y="15115"/>
                </a:lnTo>
                <a:lnTo>
                  <a:pt x="525" y="15700"/>
                </a:lnTo>
                <a:lnTo>
                  <a:pt x="666" y="16225"/>
                </a:lnTo>
                <a:lnTo>
                  <a:pt x="807" y="16750"/>
                </a:lnTo>
                <a:lnTo>
                  <a:pt x="989" y="17274"/>
                </a:lnTo>
                <a:lnTo>
                  <a:pt x="1170" y="17799"/>
                </a:lnTo>
                <a:lnTo>
                  <a:pt x="1372" y="18324"/>
                </a:lnTo>
                <a:lnTo>
                  <a:pt x="1594" y="18848"/>
                </a:lnTo>
                <a:lnTo>
                  <a:pt x="1816" y="19353"/>
                </a:lnTo>
                <a:lnTo>
                  <a:pt x="2058" y="19877"/>
                </a:lnTo>
                <a:lnTo>
                  <a:pt x="2321" y="20382"/>
                </a:lnTo>
                <a:lnTo>
                  <a:pt x="2603" y="20866"/>
                </a:lnTo>
                <a:lnTo>
                  <a:pt x="2886" y="21371"/>
                </a:lnTo>
                <a:lnTo>
                  <a:pt x="3188" y="21855"/>
                </a:lnTo>
                <a:lnTo>
                  <a:pt x="3511" y="22339"/>
                </a:lnTo>
                <a:lnTo>
                  <a:pt x="3834" y="22804"/>
                </a:lnTo>
                <a:lnTo>
                  <a:pt x="4177" y="23268"/>
                </a:lnTo>
                <a:lnTo>
                  <a:pt x="4520" y="23732"/>
                </a:lnTo>
                <a:lnTo>
                  <a:pt x="4964" y="24236"/>
                </a:lnTo>
                <a:lnTo>
                  <a:pt x="5206" y="24519"/>
                </a:lnTo>
                <a:lnTo>
                  <a:pt x="5489" y="24822"/>
                </a:lnTo>
                <a:lnTo>
                  <a:pt x="5792" y="25104"/>
                </a:lnTo>
                <a:lnTo>
                  <a:pt x="6115" y="25407"/>
                </a:lnTo>
                <a:lnTo>
                  <a:pt x="6458" y="25689"/>
                </a:lnTo>
                <a:lnTo>
                  <a:pt x="6821" y="25972"/>
                </a:lnTo>
                <a:lnTo>
                  <a:pt x="7204" y="26254"/>
                </a:lnTo>
                <a:lnTo>
                  <a:pt x="7608" y="26497"/>
                </a:lnTo>
                <a:lnTo>
                  <a:pt x="8032" y="26718"/>
                </a:lnTo>
                <a:lnTo>
                  <a:pt x="8455" y="26900"/>
                </a:lnTo>
                <a:lnTo>
                  <a:pt x="8920" y="27062"/>
                </a:lnTo>
                <a:lnTo>
                  <a:pt x="9364" y="27183"/>
                </a:lnTo>
                <a:lnTo>
                  <a:pt x="9606" y="27223"/>
                </a:lnTo>
                <a:lnTo>
                  <a:pt x="9848" y="27263"/>
                </a:lnTo>
                <a:lnTo>
                  <a:pt x="10090" y="27284"/>
                </a:lnTo>
                <a:lnTo>
                  <a:pt x="10695" y="27284"/>
                </a:lnTo>
                <a:lnTo>
                  <a:pt x="11079" y="27223"/>
                </a:lnTo>
                <a:lnTo>
                  <a:pt x="11462" y="27142"/>
                </a:lnTo>
                <a:lnTo>
                  <a:pt x="11846" y="27021"/>
                </a:lnTo>
                <a:lnTo>
                  <a:pt x="12229" y="26880"/>
                </a:lnTo>
                <a:lnTo>
                  <a:pt x="12613" y="26678"/>
                </a:lnTo>
                <a:lnTo>
                  <a:pt x="12996" y="26436"/>
                </a:lnTo>
                <a:lnTo>
                  <a:pt x="13400" y="26153"/>
                </a:lnTo>
                <a:lnTo>
                  <a:pt x="13783" y="25831"/>
                </a:lnTo>
                <a:lnTo>
                  <a:pt x="14146" y="25488"/>
                </a:lnTo>
                <a:lnTo>
                  <a:pt x="14489" y="25124"/>
                </a:lnTo>
                <a:lnTo>
                  <a:pt x="14792" y="24721"/>
                </a:lnTo>
                <a:lnTo>
                  <a:pt x="15095" y="24317"/>
                </a:lnTo>
                <a:lnTo>
                  <a:pt x="15357" y="23913"/>
                </a:lnTo>
                <a:lnTo>
                  <a:pt x="15599" y="23490"/>
                </a:lnTo>
                <a:lnTo>
                  <a:pt x="15821" y="23046"/>
                </a:lnTo>
                <a:lnTo>
                  <a:pt x="16023" y="22602"/>
                </a:lnTo>
                <a:lnTo>
                  <a:pt x="16205" y="22158"/>
                </a:lnTo>
                <a:lnTo>
                  <a:pt x="16366" y="21714"/>
                </a:lnTo>
                <a:lnTo>
                  <a:pt x="16527" y="21270"/>
                </a:lnTo>
                <a:lnTo>
                  <a:pt x="16790" y="20382"/>
                </a:lnTo>
                <a:lnTo>
                  <a:pt x="17012" y="19534"/>
                </a:lnTo>
                <a:lnTo>
                  <a:pt x="17173" y="18868"/>
                </a:lnTo>
                <a:lnTo>
                  <a:pt x="17315" y="18223"/>
                </a:lnTo>
                <a:lnTo>
                  <a:pt x="17436" y="17597"/>
                </a:lnTo>
                <a:lnTo>
                  <a:pt x="17537" y="16951"/>
                </a:lnTo>
                <a:lnTo>
                  <a:pt x="17637" y="16346"/>
                </a:lnTo>
                <a:lnTo>
                  <a:pt x="17718" y="15720"/>
                </a:lnTo>
                <a:lnTo>
                  <a:pt x="17799" y="15115"/>
                </a:lnTo>
                <a:lnTo>
                  <a:pt x="17839" y="14530"/>
                </a:lnTo>
                <a:lnTo>
                  <a:pt x="17880" y="13924"/>
                </a:lnTo>
                <a:lnTo>
                  <a:pt x="17900" y="13339"/>
                </a:lnTo>
                <a:lnTo>
                  <a:pt x="17920" y="12774"/>
                </a:lnTo>
                <a:lnTo>
                  <a:pt x="17920" y="12189"/>
                </a:lnTo>
                <a:lnTo>
                  <a:pt x="17900" y="11624"/>
                </a:lnTo>
                <a:lnTo>
                  <a:pt x="17859" y="11059"/>
                </a:lnTo>
                <a:lnTo>
                  <a:pt x="17819" y="10514"/>
                </a:lnTo>
                <a:lnTo>
                  <a:pt x="17758" y="9969"/>
                </a:lnTo>
                <a:lnTo>
                  <a:pt x="17678" y="9465"/>
                </a:lnTo>
                <a:lnTo>
                  <a:pt x="17597" y="8980"/>
                </a:lnTo>
                <a:lnTo>
                  <a:pt x="17516" y="8496"/>
                </a:lnTo>
                <a:lnTo>
                  <a:pt x="17395" y="8032"/>
                </a:lnTo>
                <a:lnTo>
                  <a:pt x="17294" y="7568"/>
                </a:lnTo>
                <a:lnTo>
                  <a:pt x="17153" y="7124"/>
                </a:lnTo>
                <a:lnTo>
                  <a:pt x="17012" y="6700"/>
                </a:lnTo>
                <a:lnTo>
                  <a:pt x="16850" y="6276"/>
                </a:lnTo>
                <a:lnTo>
                  <a:pt x="16689" y="5852"/>
                </a:lnTo>
                <a:lnTo>
                  <a:pt x="16507" y="5449"/>
                </a:lnTo>
                <a:lnTo>
                  <a:pt x="16326" y="5065"/>
                </a:lnTo>
                <a:lnTo>
                  <a:pt x="16124" y="4682"/>
                </a:lnTo>
                <a:lnTo>
                  <a:pt x="15922" y="4319"/>
                </a:lnTo>
                <a:lnTo>
                  <a:pt x="15700" y="3976"/>
                </a:lnTo>
                <a:lnTo>
                  <a:pt x="15458" y="3632"/>
                </a:lnTo>
                <a:lnTo>
                  <a:pt x="15216" y="3310"/>
                </a:lnTo>
                <a:lnTo>
                  <a:pt x="14913" y="2926"/>
                </a:lnTo>
                <a:lnTo>
                  <a:pt x="14590" y="2583"/>
                </a:lnTo>
                <a:lnTo>
                  <a:pt x="14247" y="2240"/>
                </a:lnTo>
                <a:lnTo>
                  <a:pt x="13904" y="1937"/>
                </a:lnTo>
                <a:lnTo>
                  <a:pt x="13541" y="1635"/>
                </a:lnTo>
                <a:lnTo>
                  <a:pt x="13157" y="1372"/>
                </a:lnTo>
                <a:lnTo>
                  <a:pt x="12774" y="1130"/>
                </a:lnTo>
                <a:lnTo>
                  <a:pt x="12391" y="908"/>
                </a:lnTo>
                <a:lnTo>
                  <a:pt x="11987" y="706"/>
                </a:lnTo>
                <a:lnTo>
                  <a:pt x="11583" y="525"/>
                </a:lnTo>
                <a:lnTo>
                  <a:pt x="11160" y="363"/>
                </a:lnTo>
                <a:lnTo>
                  <a:pt x="10736" y="242"/>
                </a:lnTo>
                <a:lnTo>
                  <a:pt x="10312" y="141"/>
                </a:lnTo>
                <a:lnTo>
                  <a:pt x="9888" y="61"/>
                </a:lnTo>
                <a:lnTo>
                  <a:pt x="9464" y="20"/>
                </a:lnTo>
                <a:lnTo>
                  <a:pt x="9041" y="0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64" name="Google Shape;1464;p18"/>
          <p:cNvSpPr/>
          <p:nvPr/>
        </p:nvSpPr>
        <p:spPr>
          <a:xfrm>
            <a:off x="7364488" y="113968"/>
            <a:ext cx="2383952" cy="1642730"/>
          </a:xfrm>
          <a:custGeom>
            <a:rect b="b" l="l" r="r" t="t"/>
            <a:pathLst>
              <a:path extrusionOk="0" h="29383" w="42641">
                <a:moveTo>
                  <a:pt x="9364" y="81"/>
                </a:moveTo>
                <a:lnTo>
                  <a:pt x="10796" y="141"/>
                </a:lnTo>
                <a:lnTo>
                  <a:pt x="12209" y="222"/>
                </a:lnTo>
                <a:lnTo>
                  <a:pt x="13642" y="363"/>
                </a:lnTo>
                <a:lnTo>
                  <a:pt x="15054" y="505"/>
                </a:lnTo>
                <a:lnTo>
                  <a:pt x="16467" y="706"/>
                </a:lnTo>
                <a:lnTo>
                  <a:pt x="17880" y="928"/>
                </a:lnTo>
                <a:lnTo>
                  <a:pt x="19292" y="1191"/>
                </a:lnTo>
                <a:lnTo>
                  <a:pt x="20685" y="1494"/>
                </a:lnTo>
                <a:lnTo>
                  <a:pt x="22077" y="1816"/>
                </a:lnTo>
                <a:lnTo>
                  <a:pt x="23469" y="2180"/>
                </a:lnTo>
                <a:lnTo>
                  <a:pt x="24842" y="2563"/>
                </a:lnTo>
                <a:lnTo>
                  <a:pt x="26194" y="2987"/>
                </a:lnTo>
                <a:lnTo>
                  <a:pt x="27546" y="3451"/>
                </a:lnTo>
                <a:lnTo>
                  <a:pt x="28878" y="3935"/>
                </a:lnTo>
                <a:lnTo>
                  <a:pt x="30210" y="4460"/>
                </a:lnTo>
                <a:lnTo>
                  <a:pt x="31340" y="4944"/>
                </a:lnTo>
                <a:lnTo>
                  <a:pt x="32409" y="5429"/>
                </a:lnTo>
                <a:lnTo>
                  <a:pt x="33418" y="5933"/>
                </a:lnTo>
                <a:lnTo>
                  <a:pt x="34346" y="6438"/>
                </a:lnTo>
                <a:lnTo>
                  <a:pt x="35234" y="6962"/>
                </a:lnTo>
                <a:lnTo>
                  <a:pt x="36062" y="7487"/>
                </a:lnTo>
                <a:lnTo>
                  <a:pt x="36829" y="8032"/>
                </a:lnTo>
                <a:lnTo>
                  <a:pt x="37555" y="8597"/>
                </a:lnTo>
                <a:lnTo>
                  <a:pt x="37979" y="8960"/>
                </a:lnTo>
                <a:lnTo>
                  <a:pt x="38403" y="9344"/>
                </a:lnTo>
                <a:lnTo>
                  <a:pt x="38806" y="9727"/>
                </a:lnTo>
                <a:lnTo>
                  <a:pt x="39190" y="10131"/>
                </a:lnTo>
                <a:lnTo>
                  <a:pt x="39573" y="10534"/>
                </a:lnTo>
                <a:lnTo>
                  <a:pt x="39916" y="10938"/>
                </a:lnTo>
                <a:lnTo>
                  <a:pt x="40239" y="11362"/>
                </a:lnTo>
                <a:lnTo>
                  <a:pt x="40562" y="11785"/>
                </a:lnTo>
                <a:lnTo>
                  <a:pt x="40844" y="12209"/>
                </a:lnTo>
                <a:lnTo>
                  <a:pt x="41127" y="12653"/>
                </a:lnTo>
                <a:lnTo>
                  <a:pt x="41369" y="13097"/>
                </a:lnTo>
                <a:lnTo>
                  <a:pt x="41611" y="13541"/>
                </a:lnTo>
                <a:lnTo>
                  <a:pt x="41813" y="14005"/>
                </a:lnTo>
                <a:lnTo>
                  <a:pt x="42015" y="14469"/>
                </a:lnTo>
                <a:lnTo>
                  <a:pt x="42176" y="14913"/>
                </a:lnTo>
                <a:lnTo>
                  <a:pt x="42338" y="15398"/>
                </a:lnTo>
                <a:lnTo>
                  <a:pt x="42459" y="15862"/>
                </a:lnTo>
                <a:lnTo>
                  <a:pt x="42499" y="16104"/>
                </a:lnTo>
                <a:lnTo>
                  <a:pt x="42540" y="16366"/>
                </a:lnTo>
                <a:lnTo>
                  <a:pt x="42560" y="16608"/>
                </a:lnTo>
                <a:lnTo>
                  <a:pt x="42560" y="16851"/>
                </a:lnTo>
                <a:lnTo>
                  <a:pt x="42540" y="17113"/>
                </a:lnTo>
                <a:lnTo>
                  <a:pt x="42519" y="17355"/>
                </a:lnTo>
                <a:lnTo>
                  <a:pt x="42479" y="17577"/>
                </a:lnTo>
                <a:lnTo>
                  <a:pt x="42418" y="17799"/>
                </a:lnTo>
                <a:lnTo>
                  <a:pt x="42338" y="18021"/>
                </a:lnTo>
                <a:lnTo>
                  <a:pt x="42217" y="18223"/>
                </a:lnTo>
                <a:lnTo>
                  <a:pt x="42096" y="18404"/>
                </a:lnTo>
                <a:lnTo>
                  <a:pt x="41954" y="18566"/>
                </a:lnTo>
                <a:lnTo>
                  <a:pt x="41773" y="18707"/>
                </a:lnTo>
                <a:lnTo>
                  <a:pt x="41571" y="18848"/>
                </a:lnTo>
                <a:lnTo>
                  <a:pt x="41409" y="18909"/>
                </a:lnTo>
                <a:lnTo>
                  <a:pt x="41228" y="18969"/>
                </a:lnTo>
                <a:lnTo>
                  <a:pt x="41046" y="19010"/>
                </a:lnTo>
                <a:lnTo>
                  <a:pt x="40865" y="19050"/>
                </a:lnTo>
                <a:lnTo>
                  <a:pt x="40461" y="19070"/>
                </a:lnTo>
                <a:lnTo>
                  <a:pt x="40057" y="19070"/>
                </a:lnTo>
                <a:lnTo>
                  <a:pt x="38948" y="19050"/>
                </a:lnTo>
                <a:lnTo>
                  <a:pt x="37838" y="19010"/>
                </a:lnTo>
                <a:lnTo>
                  <a:pt x="35618" y="18909"/>
                </a:lnTo>
                <a:lnTo>
                  <a:pt x="33398" y="18788"/>
                </a:lnTo>
                <a:lnTo>
                  <a:pt x="31198" y="18626"/>
                </a:lnTo>
                <a:lnTo>
                  <a:pt x="28918" y="18485"/>
                </a:lnTo>
                <a:lnTo>
                  <a:pt x="26597" y="18344"/>
                </a:lnTo>
                <a:lnTo>
                  <a:pt x="24277" y="18243"/>
                </a:lnTo>
                <a:lnTo>
                  <a:pt x="23126" y="18223"/>
                </a:lnTo>
                <a:lnTo>
                  <a:pt x="21956" y="18203"/>
                </a:lnTo>
                <a:lnTo>
                  <a:pt x="20806" y="18182"/>
                </a:lnTo>
                <a:lnTo>
                  <a:pt x="19635" y="18203"/>
                </a:lnTo>
                <a:lnTo>
                  <a:pt x="18465" y="18243"/>
                </a:lnTo>
                <a:lnTo>
                  <a:pt x="17315" y="18304"/>
                </a:lnTo>
                <a:lnTo>
                  <a:pt x="16164" y="18384"/>
                </a:lnTo>
                <a:lnTo>
                  <a:pt x="14994" y="18485"/>
                </a:lnTo>
                <a:lnTo>
                  <a:pt x="13844" y="18626"/>
                </a:lnTo>
                <a:lnTo>
                  <a:pt x="12693" y="18788"/>
                </a:lnTo>
                <a:lnTo>
                  <a:pt x="12007" y="18909"/>
                </a:lnTo>
                <a:lnTo>
                  <a:pt x="11321" y="19050"/>
                </a:lnTo>
                <a:lnTo>
                  <a:pt x="10615" y="19232"/>
                </a:lnTo>
                <a:lnTo>
                  <a:pt x="10272" y="19333"/>
                </a:lnTo>
                <a:lnTo>
                  <a:pt x="9929" y="19454"/>
                </a:lnTo>
                <a:lnTo>
                  <a:pt x="9586" y="19595"/>
                </a:lnTo>
                <a:lnTo>
                  <a:pt x="9263" y="19736"/>
                </a:lnTo>
                <a:lnTo>
                  <a:pt x="8940" y="19898"/>
                </a:lnTo>
                <a:lnTo>
                  <a:pt x="8617" y="20059"/>
                </a:lnTo>
                <a:lnTo>
                  <a:pt x="8314" y="20261"/>
                </a:lnTo>
                <a:lnTo>
                  <a:pt x="8032" y="20463"/>
                </a:lnTo>
                <a:lnTo>
                  <a:pt x="7749" y="20705"/>
                </a:lnTo>
                <a:lnTo>
                  <a:pt x="7487" y="20947"/>
                </a:lnTo>
                <a:lnTo>
                  <a:pt x="7245" y="21230"/>
                </a:lnTo>
                <a:lnTo>
                  <a:pt x="7003" y="21512"/>
                </a:lnTo>
                <a:lnTo>
                  <a:pt x="6801" y="21815"/>
                </a:lnTo>
                <a:lnTo>
                  <a:pt x="6619" y="22118"/>
                </a:lnTo>
                <a:lnTo>
                  <a:pt x="6458" y="22440"/>
                </a:lnTo>
                <a:lnTo>
                  <a:pt x="6316" y="22763"/>
                </a:lnTo>
                <a:lnTo>
                  <a:pt x="6195" y="23086"/>
                </a:lnTo>
                <a:lnTo>
                  <a:pt x="6094" y="23429"/>
                </a:lnTo>
                <a:lnTo>
                  <a:pt x="5994" y="23752"/>
                </a:lnTo>
                <a:lnTo>
                  <a:pt x="5913" y="24075"/>
                </a:lnTo>
                <a:lnTo>
                  <a:pt x="5792" y="24701"/>
                </a:lnTo>
                <a:lnTo>
                  <a:pt x="5711" y="25306"/>
                </a:lnTo>
                <a:lnTo>
                  <a:pt x="5650" y="25871"/>
                </a:lnTo>
                <a:lnTo>
                  <a:pt x="5650" y="26154"/>
                </a:lnTo>
                <a:lnTo>
                  <a:pt x="5650" y="26497"/>
                </a:lnTo>
                <a:lnTo>
                  <a:pt x="5650" y="27243"/>
                </a:lnTo>
                <a:lnTo>
                  <a:pt x="5630" y="27627"/>
                </a:lnTo>
                <a:lnTo>
                  <a:pt x="5610" y="28010"/>
                </a:lnTo>
                <a:lnTo>
                  <a:pt x="5529" y="28373"/>
                </a:lnTo>
                <a:lnTo>
                  <a:pt x="5489" y="28555"/>
                </a:lnTo>
                <a:lnTo>
                  <a:pt x="5428" y="28696"/>
                </a:lnTo>
                <a:lnTo>
                  <a:pt x="5368" y="28838"/>
                </a:lnTo>
                <a:lnTo>
                  <a:pt x="5287" y="28979"/>
                </a:lnTo>
                <a:lnTo>
                  <a:pt x="5206" y="29080"/>
                </a:lnTo>
                <a:lnTo>
                  <a:pt x="5106" y="29181"/>
                </a:lnTo>
                <a:lnTo>
                  <a:pt x="5005" y="29221"/>
                </a:lnTo>
                <a:lnTo>
                  <a:pt x="4904" y="29261"/>
                </a:lnTo>
                <a:lnTo>
                  <a:pt x="4803" y="29281"/>
                </a:lnTo>
                <a:lnTo>
                  <a:pt x="4702" y="29302"/>
                </a:lnTo>
                <a:lnTo>
                  <a:pt x="4581" y="29302"/>
                </a:lnTo>
                <a:lnTo>
                  <a:pt x="4440" y="29281"/>
                </a:lnTo>
                <a:lnTo>
                  <a:pt x="4177" y="29201"/>
                </a:lnTo>
                <a:lnTo>
                  <a:pt x="3955" y="29100"/>
                </a:lnTo>
                <a:lnTo>
                  <a:pt x="3774" y="28959"/>
                </a:lnTo>
                <a:lnTo>
                  <a:pt x="3592" y="28797"/>
                </a:lnTo>
                <a:lnTo>
                  <a:pt x="3451" y="28616"/>
                </a:lnTo>
                <a:lnTo>
                  <a:pt x="3310" y="28414"/>
                </a:lnTo>
                <a:lnTo>
                  <a:pt x="3188" y="28192"/>
                </a:lnTo>
                <a:lnTo>
                  <a:pt x="2946" y="27728"/>
                </a:lnTo>
                <a:lnTo>
                  <a:pt x="2523" y="26678"/>
                </a:lnTo>
                <a:lnTo>
                  <a:pt x="2119" y="25629"/>
                </a:lnTo>
                <a:lnTo>
                  <a:pt x="1756" y="24539"/>
                </a:lnTo>
                <a:lnTo>
                  <a:pt x="1433" y="23429"/>
                </a:lnTo>
                <a:lnTo>
                  <a:pt x="1130" y="22279"/>
                </a:lnTo>
                <a:lnTo>
                  <a:pt x="868" y="21129"/>
                </a:lnTo>
                <a:lnTo>
                  <a:pt x="646" y="19938"/>
                </a:lnTo>
                <a:lnTo>
                  <a:pt x="464" y="18707"/>
                </a:lnTo>
                <a:lnTo>
                  <a:pt x="323" y="17476"/>
                </a:lnTo>
                <a:lnTo>
                  <a:pt x="202" y="16205"/>
                </a:lnTo>
                <a:lnTo>
                  <a:pt x="141" y="14913"/>
                </a:lnTo>
                <a:lnTo>
                  <a:pt x="101" y="13602"/>
                </a:lnTo>
                <a:lnTo>
                  <a:pt x="81" y="12250"/>
                </a:lnTo>
                <a:lnTo>
                  <a:pt x="121" y="10897"/>
                </a:lnTo>
                <a:lnTo>
                  <a:pt x="202" y="9505"/>
                </a:lnTo>
                <a:lnTo>
                  <a:pt x="303" y="8092"/>
                </a:lnTo>
                <a:lnTo>
                  <a:pt x="404" y="7144"/>
                </a:lnTo>
                <a:lnTo>
                  <a:pt x="464" y="6639"/>
                </a:lnTo>
                <a:lnTo>
                  <a:pt x="545" y="6135"/>
                </a:lnTo>
                <a:lnTo>
                  <a:pt x="646" y="5630"/>
                </a:lnTo>
                <a:lnTo>
                  <a:pt x="767" y="5106"/>
                </a:lnTo>
                <a:lnTo>
                  <a:pt x="928" y="4601"/>
                </a:lnTo>
                <a:lnTo>
                  <a:pt x="1090" y="4097"/>
                </a:lnTo>
                <a:lnTo>
                  <a:pt x="1292" y="3612"/>
                </a:lnTo>
                <a:lnTo>
                  <a:pt x="1514" y="3128"/>
                </a:lnTo>
                <a:lnTo>
                  <a:pt x="1776" y="2684"/>
                </a:lnTo>
                <a:lnTo>
                  <a:pt x="2058" y="2240"/>
                </a:lnTo>
                <a:lnTo>
                  <a:pt x="2220" y="2038"/>
                </a:lnTo>
                <a:lnTo>
                  <a:pt x="2381" y="1837"/>
                </a:lnTo>
                <a:lnTo>
                  <a:pt x="2563" y="1655"/>
                </a:lnTo>
                <a:lnTo>
                  <a:pt x="2765" y="1473"/>
                </a:lnTo>
                <a:lnTo>
                  <a:pt x="2967" y="1312"/>
                </a:lnTo>
                <a:lnTo>
                  <a:pt x="3168" y="1150"/>
                </a:lnTo>
                <a:lnTo>
                  <a:pt x="3390" y="989"/>
                </a:lnTo>
                <a:lnTo>
                  <a:pt x="3612" y="848"/>
                </a:lnTo>
                <a:lnTo>
                  <a:pt x="3854" y="727"/>
                </a:lnTo>
                <a:lnTo>
                  <a:pt x="4117" y="626"/>
                </a:lnTo>
                <a:lnTo>
                  <a:pt x="4359" y="525"/>
                </a:lnTo>
                <a:lnTo>
                  <a:pt x="4621" y="424"/>
                </a:lnTo>
                <a:lnTo>
                  <a:pt x="5146" y="303"/>
                </a:lnTo>
                <a:lnTo>
                  <a:pt x="5691" y="202"/>
                </a:lnTo>
                <a:lnTo>
                  <a:pt x="6236" y="141"/>
                </a:lnTo>
                <a:lnTo>
                  <a:pt x="6760" y="101"/>
                </a:lnTo>
                <a:lnTo>
                  <a:pt x="7305" y="81"/>
                </a:lnTo>
                <a:close/>
                <a:moveTo>
                  <a:pt x="7305" y="0"/>
                </a:moveTo>
                <a:lnTo>
                  <a:pt x="6760" y="20"/>
                </a:lnTo>
                <a:lnTo>
                  <a:pt x="6215" y="61"/>
                </a:lnTo>
                <a:lnTo>
                  <a:pt x="5671" y="121"/>
                </a:lnTo>
                <a:lnTo>
                  <a:pt x="5126" y="222"/>
                </a:lnTo>
                <a:lnTo>
                  <a:pt x="4601" y="363"/>
                </a:lnTo>
                <a:lnTo>
                  <a:pt x="4339" y="444"/>
                </a:lnTo>
                <a:lnTo>
                  <a:pt x="4076" y="545"/>
                </a:lnTo>
                <a:lnTo>
                  <a:pt x="3834" y="666"/>
                </a:lnTo>
                <a:lnTo>
                  <a:pt x="3572" y="787"/>
                </a:lnTo>
                <a:lnTo>
                  <a:pt x="3350" y="928"/>
                </a:lnTo>
                <a:lnTo>
                  <a:pt x="3128" y="1070"/>
                </a:lnTo>
                <a:lnTo>
                  <a:pt x="2906" y="1231"/>
                </a:lnTo>
                <a:lnTo>
                  <a:pt x="2704" y="1413"/>
                </a:lnTo>
                <a:lnTo>
                  <a:pt x="2523" y="1594"/>
                </a:lnTo>
                <a:lnTo>
                  <a:pt x="2341" y="1776"/>
                </a:lnTo>
                <a:lnTo>
                  <a:pt x="2159" y="1978"/>
                </a:lnTo>
                <a:lnTo>
                  <a:pt x="1998" y="2200"/>
                </a:lnTo>
                <a:lnTo>
                  <a:pt x="1695" y="2624"/>
                </a:lnTo>
                <a:lnTo>
                  <a:pt x="1453" y="3088"/>
                </a:lnTo>
                <a:lnTo>
                  <a:pt x="1211" y="3572"/>
                </a:lnTo>
                <a:lnTo>
                  <a:pt x="1009" y="4056"/>
                </a:lnTo>
                <a:lnTo>
                  <a:pt x="848" y="4561"/>
                </a:lnTo>
                <a:lnTo>
                  <a:pt x="706" y="5086"/>
                </a:lnTo>
                <a:lnTo>
                  <a:pt x="585" y="5590"/>
                </a:lnTo>
                <a:lnTo>
                  <a:pt x="464" y="6115"/>
                </a:lnTo>
                <a:lnTo>
                  <a:pt x="383" y="6619"/>
                </a:lnTo>
                <a:lnTo>
                  <a:pt x="323" y="7124"/>
                </a:lnTo>
                <a:lnTo>
                  <a:pt x="222" y="8092"/>
                </a:lnTo>
                <a:lnTo>
                  <a:pt x="121" y="9505"/>
                </a:lnTo>
                <a:lnTo>
                  <a:pt x="40" y="10897"/>
                </a:lnTo>
                <a:lnTo>
                  <a:pt x="0" y="12250"/>
                </a:lnTo>
                <a:lnTo>
                  <a:pt x="20" y="13602"/>
                </a:lnTo>
                <a:lnTo>
                  <a:pt x="61" y="14913"/>
                </a:lnTo>
                <a:lnTo>
                  <a:pt x="121" y="16205"/>
                </a:lnTo>
                <a:lnTo>
                  <a:pt x="242" y="17476"/>
                </a:lnTo>
                <a:lnTo>
                  <a:pt x="383" y="18727"/>
                </a:lnTo>
                <a:lnTo>
                  <a:pt x="565" y="19938"/>
                </a:lnTo>
                <a:lnTo>
                  <a:pt x="787" y="21149"/>
                </a:lnTo>
                <a:lnTo>
                  <a:pt x="1049" y="22319"/>
                </a:lnTo>
                <a:lnTo>
                  <a:pt x="1352" y="23449"/>
                </a:lnTo>
                <a:lnTo>
                  <a:pt x="1675" y="24559"/>
                </a:lnTo>
                <a:lnTo>
                  <a:pt x="2038" y="25649"/>
                </a:lnTo>
                <a:lnTo>
                  <a:pt x="2442" y="26719"/>
                </a:lnTo>
                <a:lnTo>
                  <a:pt x="2886" y="27748"/>
                </a:lnTo>
                <a:lnTo>
                  <a:pt x="3108" y="28232"/>
                </a:lnTo>
                <a:lnTo>
                  <a:pt x="3249" y="28454"/>
                </a:lnTo>
                <a:lnTo>
                  <a:pt x="3390" y="28676"/>
                </a:lnTo>
                <a:lnTo>
                  <a:pt x="3552" y="28858"/>
                </a:lnTo>
                <a:lnTo>
                  <a:pt x="3733" y="29019"/>
                </a:lnTo>
                <a:lnTo>
                  <a:pt x="3915" y="29160"/>
                </a:lnTo>
                <a:lnTo>
                  <a:pt x="4137" y="29261"/>
                </a:lnTo>
                <a:lnTo>
                  <a:pt x="4419" y="29362"/>
                </a:lnTo>
                <a:lnTo>
                  <a:pt x="4541" y="29382"/>
                </a:lnTo>
                <a:lnTo>
                  <a:pt x="4662" y="29382"/>
                </a:lnTo>
                <a:lnTo>
                  <a:pt x="4803" y="29362"/>
                </a:lnTo>
                <a:lnTo>
                  <a:pt x="4924" y="29342"/>
                </a:lnTo>
                <a:lnTo>
                  <a:pt x="5045" y="29302"/>
                </a:lnTo>
                <a:lnTo>
                  <a:pt x="5146" y="29241"/>
                </a:lnTo>
                <a:lnTo>
                  <a:pt x="5247" y="29140"/>
                </a:lnTo>
                <a:lnTo>
                  <a:pt x="5348" y="29039"/>
                </a:lnTo>
                <a:lnTo>
                  <a:pt x="5428" y="28898"/>
                </a:lnTo>
                <a:lnTo>
                  <a:pt x="5509" y="28757"/>
                </a:lnTo>
                <a:lnTo>
                  <a:pt x="5570" y="28595"/>
                </a:lnTo>
                <a:lnTo>
                  <a:pt x="5610" y="28414"/>
                </a:lnTo>
                <a:lnTo>
                  <a:pt x="5671" y="28051"/>
                </a:lnTo>
                <a:lnTo>
                  <a:pt x="5711" y="27647"/>
                </a:lnTo>
                <a:lnTo>
                  <a:pt x="5731" y="27243"/>
                </a:lnTo>
                <a:lnTo>
                  <a:pt x="5731" y="26497"/>
                </a:lnTo>
                <a:lnTo>
                  <a:pt x="5731" y="26154"/>
                </a:lnTo>
                <a:lnTo>
                  <a:pt x="5731" y="25891"/>
                </a:lnTo>
                <a:lnTo>
                  <a:pt x="5792" y="25326"/>
                </a:lnTo>
                <a:lnTo>
                  <a:pt x="5872" y="24721"/>
                </a:lnTo>
                <a:lnTo>
                  <a:pt x="5994" y="24095"/>
                </a:lnTo>
                <a:lnTo>
                  <a:pt x="6074" y="23772"/>
                </a:lnTo>
                <a:lnTo>
                  <a:pt x="6155" y="23449"/>
                </a:lnTo>
                <a:lnTo>
                  <a:pt x="6276" y="23127"/>
                </a:lnTo>
                <a:lnTo>
                  <a:pt x="6397" y="22804"/>
                </a:lnTo>
                <a:lnTo>
                  <a:pt x="6538" y="22481"/>
                </a:lnTo>
                <a:lnTo>
                  <a:pt x="6700" y="22178"/>
                </a:lnTo>
                <a:lnTo>
                  <a:pt x="6881" y="21855"/>
                </a:lnTo>
                <a:lnTo>
                  <a:pt x="7083" y="21573"/>
                </a:lnTo>
                <a:lnTo>
                  <a:pt x="7305" y="21270"/>
                </a:lnTo>
                <a:lnTo>
                  <a:pt x="7547" y="21008"/>
                </a:lnTo>
                <a:lnTo>
                  <a:pt x="7810" y="20765"/>
                </a:lnTo>
                <a:lnTo>
                  <a:pt x="8092" y="20523"/>
                </a:lnTo>
                <a:lnTo>
                  <a:pt x="8375" y="20322"/>
                </a:lnTo>
                <a:lnTo>
                  <a:pt x="8677" y="20140"/>
                </a:lnTo>
                <a:lnTo>
                  <a:pt x="8980" y="19958"/>
                </a:lnTo>
                <a:lnTo>
                  <a:pt x="9303" y="19797"/>
                </a:lnTo>
                <a:lnTo>
                  <a:pt x="9626" y="19656"/>
                </a:lnTo>
                <a:lnTo>
                  <a:pt x="9969" y="19535"/>
                </a:lnTo>
                <a:lnTo>
                  <a:pt x="10292" y="19413"/>
                </a:lnTo>
                <a:lnTo>
                  <a:pt x="10635" y="19313"/>
                </a:lnTo>
                <a:lnTo>
                  <a:pt x="11341" y="19131"/>
                </a:lnTo>
                <a:lnTo>
                  <a:pt x="12027" y="18990"/>
                </a:lnTo>
                <a:lnTo>
                  <a:pt x="12713" y="18869"/>
                </a:lnTo>
                <a:lnTo>
                  <a:pt x="13864" y="18707"/>
                </a:lnTo>
                <a:lnTo>
                  <a:pt x="15014" y="18566"/>
                </a:lnTo>
                <a:lnTo>
                  <a:pt x="16164" y="18465"/>
                </a:lnTo>
                <a:lnTo>
                  <a:pt x="17315" y="18384"/>
                </a:lnTo>
                <a:lnTo>
                  <a:pt x="18485" y="18324"/>
                </a:lnTo>
                <a:lnTo>
                  <a:pt x="19635" y="18283"/>
                </a:lnTo>
                <a:lnTo>
                  <a:pt x="20806" y="18263"/>
                </a:lnTo>
                <a:lnTo>
                  <a:pt x="21956" y="18283"/>
                </a:lnTo>
                <a:lnTo>
                  <a:pt x="23126" y="18304"/>
                </a:lnTo>
                <a:lnTo>
                  <a:pt x="24277" y="18324"/>
                </a:lnTo>
                <a:lnTo>
                  <a:pt x="26597" y="18425"/>
                </a:lnTo>
                <a:lnTo>
                  <a:pt x="28918" y="18566"/>
                </a:lnTo>
                <a:lnTo>
                  <a:pt x="31198" y="18707"/>
                </a:lnTo>
                <a:lnTo>
                  <a:pt x="33398" y="18869"/>
                </a:lnTo>
                <a:lnTo>
                  <a:pt x="35618" y="18990"/>
                </a:lnTo>
                <a:lnTo>
                  <a:pt x="37838" y="19091"/>
                </a:lnTo>
                <a:lnTo>
                  <a:pt x="38948" y="19131"/>
                </a:lnTo>
                <a:lnTo>
                  <a:pt x="40057" y="19151"/>
                </a:lnTo>
                <a:lnTo>
                  <a:pt x="40481" y="19151"/>
                </a:lnTo>
                <a:lnTo>
                  <a:pt x="40885" y="19131"/>
                </a:lnTo>
                <a:lnTo>
                  <a:pt x="41066" y="19091"/>
                </a:lnTo>
                <a:lnTo>
                  <a:pt x="41248" y="19050"/>
                </a:lnTo>
                <a:lnTo>
                  <a:pt x="41430" y="18990"/>
                </a:lnTo>
                <a:lnTo>
                  <a:pt x="41611" y="18909"/>
                </a:lnTo>
                <a:lnTo>
                  <a:pt x="41813" y="18788"/>
                </a:lnTo>
                <a:lnTo>
                  <a:pt x="41995" y="18626"/>
                </a:lnTo>
                <a:lnTo>
                  <a:pt x="42156" y="18465"/>
                </a:lnTo>
                <a:lnTo>
                  <a:pt x="42297" y="18263"/>
                </a:lnTo>
                <a:lnTo>
                  <a:pt x="42398" y="18061"/>
                </a:lnTo>
                <a:lnTo>
                  <a:pt x="42479" y="17839"/>
                </a:lnTo>
                <a:lnTo>
                  <a:pt x="42560" y="17617"/>
                </a:lnTo>
                <a:lnTo>
                  <a:pt x="42600" y="17375"/>
                </a:lnTo>
                <a:lnTo>
                  <a:pt x="42620" y="17133"/>
                </a:lnTo>
                <a:lnTo>
                  <a:pt x="42640" y="16871"/>
                </a:lnTo>
                <a:lnTo>
                  <a:pt x="42640" y="16608"/>
                </a:lnTo>
                <a:lnTo>
                  <a:pt x="42620" y="16366"/>
                </a:lnTo>
                <a:lnTo>
                  <a:pt x="42580" y="16104"/>
                </a:lnTo>
                <a:lnTo>
                  <a:pt x="42540" y="15862"/>
                </a:lnTo>
                <a:lnTo>
                  <a:pt x="42418" y="15357"/>
                </a:lnTo>
                <a:lnTo>
                  <a:pt x="42257" y="14893"/>
                </a:lnTo>
                <a:lnTo>
                  <a:pt x="42096" y="14429"/>
                </a:lnTo>
                <a:lnTo>
                  <a:pt x="41894" y="13965"/>
                </a:lnTo>
                <a:lnTo>
                  <a:pt x="41672" y="13521"/>
                </a:lnTo>
                <a:lnTo>
                  <a:pt x="41450" y="13057"/>
                </a:lnTo>
                <a:lnTo>
                  <a:pt x="41187" y="12613"/>
                </a:lnTo>
                <a:lnTo>
                  <a:pt x="40925" y="12169"/>
                </a:lnTo>
                <a:lnTo>
                  <a:pt x="40622" y="11745"/>
                </a:lnTo>
                <a:lnTo>
                  <a:pt x="40320" y="11301"/>
                </a:lnTo>
                <a:lnTo>
                  <a:pt x="39977" y="10897"/>
                </a:lnTo>
                <a:lnTo>
                  <a:pt x="39634" y="10474"/>
                </a:lnTo>
                <a:lnTo>
                  <a:pt x="39250" y="10070"/>
                </a:lnTo>
                <a:lnTo>
                  <a:pt x="38867" y="9666"/>
                </a:lnTo>
                <a:lnTo>
                  <a:pt x="38463" y="9283"/>
                </a:lnTo>
                <a:lnTo>
                  <a:pt x="38039" y="8900"/>
                </a:lnTo>
                <a:lnTo>
                  <a:pt x="37595" y="8536"/>
                </a:lnTo>
                <a:lnTo>
                  <a:pt x="36869" y="7971"/>
                </a:lnTo>
                <a:lnTo>
                  <a:pt x="36102" y="7426"/>
                </a:lnTo>
                <a:lnTo>
                  <a:pt x="35275" y="6882"/>
                </a:lnTo>
                <a:lnTo>
                  <a:pt x="34387" y="6377"/>
                </a:lnTo>
                <a:lnTo>
                  <a:pt x="33459" y="5873"/>
                </a:lnTo>
                <a:lnTo>
                  <a:pt x="32450" y="5368"/>
                </a:lnTo>
                <a:lnTo>
                  <a:pt x="31380" y="4884"/>
                </a:lnTo>
                <a:lnTo>
                  <a:pt x="30230" y="4379"/>
                </a:lnTo>
                <a:lnTo>
                  <a:pt x="28918" y="3875"/>
                </a:lnTo>
                <a:lnTo>
                  <a:pt x="27586" y="3370"/>
                </a:lnTo>
                <a:lnTo>
                  <a:pt x="26234" y="2906"/>
                </a:lnTo>
                <a:lnTo>
                  <a:pt x="24862" y="2482"/>
                </a:lnTo>
                <a:lnTo>
                  <a:pt x="23490" y="2099"/>
                </a:lnTo>
                <a:lnTo>
                  <a:pt x="22097" y="1736"/>
                </a:lnTo>
                <a:lnTo>
                  <a:pt x="20705" y="1413"/>
                </a:lnTo>
                <a:lnTo>
                  <a:pt x="19312" y="1110"/>
                </a:lnTo>
                <a:lnTo>
                  <a:pt x="17900" y="848"/>
                </a:lnTo>
                <a:lnTo>
                  <a:pt x="16487" y="626"/>
                </a:lnTo>
                <a:lnTo>
                  <a:pt x="15075" y="424"/>
                </a:lnTo>
                <a:lnTo>
                  <a:pt x="13642" y="283"/>
                </a:lnTo>
                <a:lnTo>
                  <a:pt x="12229" y="141"/>
                </a:lnTo>
                <a:lnTo>
                  <a:pt x="10796" y="61"/>
                </a:lnTo>
                <a:lnTo>
                  <a:pt x="9364" y="0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65" name="Google Shape;1465;p18"/>
          <p:cNvSpPr/>
          <p:nvPr/>
        </p:nvSpPr>
        <p:spPr>
          <a:xfrm>
            <a:off x="8605498" y="3630536"/>
            <a:ext cx="2946940" cy="1512969"/>
          </a:xfrm>
          <a:custGeom>
            <a:rect b="b" l="l" r="r" t="t"/>
            <a:pathLst>
              <a:path extrusionOk="0" h="27062" w="52711">
                <a:moveTo>
                  <a:pt x="48008" y="81"/>
                </a:moveTo>
                <a:lnTo>
                  <a:pt x="48654" y="122"/>
                </a:lnTo>
                <a:lnTo>
                  <a:pt x="49300" y="202"/>
                </a:lnTo>
                <a:lnTo>
                  <a:pt x="49623" y="243"/>
                </a:lnTo>
                <a:lnTo>
                  <a:pt x="49946" y="323"/>
                </a:lnTo>
                <a:lnTo>
                  <a:pt x="50248" y="404"/>
                </a:lnTo>
                <a:lnTo>
                  <a:pt x="50551" y="485"/>
                </a:lnTo>
                <a:lnTo>
                  <a:pt x="50854" y="606"/>
                </a:lnTo>
                <a:lnTo>
                  <a:pt x="51156" y="727"/>
                </a:lnTo>
                <a:lnTo>
                  <a:pt x="51399" y="848"/>
                </a:lnTo>
                <a:lnTo>
                  <a:pt x="51621" y="989"/>
                </a:lnTo>
                <a:lnTo>
                  <a:pt x="51822" y="1131"/>
                </a:lnTo>
                <a:lnTo>
                  <a:pt x="52004" y="1272"/>
                </a:lnTo>
                <a:lnTo>
                  <a:pt x="52165" y="1413"/>
                </a:lnTo>
                <a:lnTo>
                  <a:pt x="52287" y="1575"/>
                </a:lnTo>
                <a:lnTo>
                  <a:pt x="52408" y="1756"/>
                </a:lnTo>
                <a:lnTo>
                  <a:pt x="52488" y="1938"/>
                </a:lnTo>
                <a:lnTo>
                  <a:pt x="52569" y="2180"/>
                </a:lnTo>
                <a:lnTo>
                  <a:pt x="52609" y="2301"/>
                </a:lnTo>
                <a:lnTo>
                  <a:pt x="52630" y="2442"/>
                </a:lnTo>
                <a:lnTo>
                  <a:pt x="52630" y="2604"/>
                </a:lnTo>
                <a:lnTo>
                  <a:pt x="52609" y="2765"/>
                </a:lnTo>
                <a:lnTo>
                  <a:pt x="52589" y="2947"/>
                </a:lnTo>
                <a:lnTo>
                  <a:pt x="52549" y="3128"/>
                </a:lnTo>
                <a:lnTo>
                  <a:pt x="52488" y="3330"/>
                </a:lnTo>
                <a:lnTo>
                  <a:pt x="52408" y="3532"/>
                </a:lnTo>
                <a:lnTo>
                  <a:pt x="52307" y="3754"/>
                </a:lnTo>
                <a:lnTo>
                  <a:pt x="52186" y="3976"/>
                </a:lnTo>
                <a:lnTo>
                  <a:pt x="52024" y="4218"/>
                </a:lnTo>
                <a:lnTo>
                  <a:pt x="51843" y="4460"/>
                </a:lnTo>
                <a:lnTo>
                  <a:pt x="51641" y="4702"/>
                </a:lnTo>
                <a:lnTo>
                  <a:pt x="51399" y="4965"/>
                </a:lnTo>
                <a:lnTo>
                  <a:pt x="50854" y="5530"/>
                </a:lnTo>
                <a:lnTo>
                  <a:pt x="50269" y="6075"/>
                </a:lnTo>
                <a:lnTo>
                  <a:pt x="49118" y="7124"/>
                </a:lnTo>
                <a:lnTo>
                  <a:pt x="48311" y="7851"/>
                </a:lnTo>
                <a:lnTo>
                  <a:pt x="47524" y="8597"/>
                </a:lnTo>
                <a:lnTo>
                  <a:pt x="47141" y="8981"/>
                </a:lnTo>
                <a:lnTo>
                  <a:pt x="46777" y="9364"/>
                </a:lnTo>
                <a:lnTo>
                  <a:pt x="46414" y="9747"/>
                </a:lnTo>
                <a:lnTo>
                  <a:pt x="46071" y="10151"/>
                </a:lnTo>
                <a:lnTo>
                  <a:pt x="45748" y="10555"/>
                </a:lnTo>
                <a:lnTo>
                  <a:pt x="45446" y="10978"/>
                </a:lnTo>
                <a:lnTo>
                  <a:pt x="45163" y="11422"/>
                </a:lnTo>
                <a:lnTo>
                  <a:pt x="44901" y="11866"/>
                </a:lnTo>
                <a:lnTo>
                  <a:pt x="44658" y="12331"/>
                </a:lnTo>
                <a:lnTo>
                  <a:pt x="44457" y="12795"/>
                </a:lnTo>
                <a:lnTo>
                  <a:pt x="44295" y="13299"/>
                </a:lnTo>
                <a:lnTo>
                  <a:pt x="44154" y="13804"/>
                </a:lnTo>
                <a:lnTo>
                  <a:pt x="44093" y="14127"/>
                </a:lnTo>
                <a:lnTo>
                  <a:pt x="44033" y="14449"/>
                </a:lnTo>
                <a:lnTo>
                  <a:pt x="43972" y="15095"/>
                </a:lnTo>
                <a:lnTo>
                  <a:pt x="43932" y="15761"/>
                </a:lnTo>
                <a:lnTo>
                  <a:pt x="43912" y="16407"/>
                </a:lnTo>
                <a:lnTo>
                  <a:pt x="43871" y="17194"/>
                </a:lnTo>
                <a:lnTo>
                  <a:pt x="43811" y="17981"/>
                </a:lnTo>
                <a:lnTo>
                  <a:pt x="43771" y="18385"/>
                </a:lnTo>
                <a:lnTo>
                  <a:pt x="43710" y="18768"/>
                </a:lnTo>
                <a:lnTo>
                  <a:pt x="43609" y="19151"/>
                </a:lnTo>
                <a:lnTo>
                  <a:pt x="43508" y="19535"/>
                </a:lnTo>
                <a:lnTo>
                  <a:pt x="43306" y="20039"/>
                </a:lnTo>
                <a:lnTo>
                  <a:pt x="43064" y="20544"/>
                </a:lnTo>
                <a:lnTo>
                  <a:pt x="42782" y="21028"/>
                </a:lnTo>
                <a:lnTo>
                  <a:pt x="42459" y="21492"/>
                </a:lnTo>
                <a:lnTo>
                  <a:pt x="42096" y="21936"/>
                </a:lnTo>
                <a:lnTo>
                  <a:pt x="41692" y="22360"/>
                </a:lnTo>
                <a:lnTo>
                  <a:pt x="41248" y="22764"/>
                </a:lnTo>
                <a:lnTo>
                  <a:pt x="40784" y="23127"/>
                </a:lnTo>
                <a:lnTo>
                  <a:pt x="40300" y="23470"/>
                </a:lnTo>
                <a:lnTo>
                  <a:pt x="39795" y="23773"/>
                </a:lnTo>
                <a:lnTo>
                  <a:pt x="39270" y="24035"/>
                </a:lnTo>
                <a:lnTo>
                  <a:pt x="38746" y="24277"/>
                </a:lnTo>
                <a:lnTo>
                  <a:pt x="38181" y="24479"/>
                </a:lnTo>
                <a:lnTo>
                  <a:pt x="37636" y="24640"/>
                </a:lnTo>
                <a:lnTo>
                  <a:pt x="37071" y="24782"/>
                </a:lnTo>
                <a:lnTo>
                  <a:pt x="36506" y="24862"/>
                </a:lnTo>
                <a:lnTo>
                  <a:pt x="34790" y="25125"/>
                </a:lnTo>
                <a:lnTo>
                  <a:pt x="32894" y="25387"/>
                </a:lnTo>
                <a:lnTo>
                  <a:pt x="30250" y="25791"/>
                </a:lnTo>
                <a:lnTo>
                  <a:pt x="27485" y="26174"/>
                </a:lnTo>
                <a:lnTo>
                  <a:pt x="26093" y="26356"/>
                </a:lnTo>
                <a:lnTo>
                  <a:pt x="24680" y="26517"/>
                </a:lnTo>
                <a:lnTo>
                  <a:pt x="23247" y="26679"/>
                </a:lnTo>
                <a:lnTo>
                  <a:pt x="21855" y="26800"/>
                </a:lnTo>
                <a:lnTo>
                  <a:pt x="20564" y="26901"/>
                </a:lnTo>
                <a:lnTo>
                  <a:pt x="19252" y="26961"/>
                </a:lnTo>
                <a:lnTo>
                  <a:pt x="17900" y="26981"/>
                </a:lnTo>
                <a:lnTo>
                  <a:pt x="16548" y="26961"/>
                </a:lnTo>
                <a:lnTo>
                  <a:pt x="15175" y="26901"/>
                </a:lnTo>
                <a:lnTo>
                  <a:pt x="13783" y="26820"/>
                </a:lnTo>
                <a:lnTo>
                  <a:pt x="12370" y="26699"/>
                </a:lnTo>
                <a:lnTo>
                  <a:pt x="10958" y="26558"/>
                </a:lnTo>
                <a:lnTo>
                  <a:pt x="10837" y="26537"/>
                </a:lnTo>
                <a:lnTo>
                  <a:pt x="9626" y="26396"/>
                </a:lnTo>
                <a:lnTo>
                  <a:pt x="8334" y="26214"/>
                </a:lnTo>
                <a:lnTo>
                  <a:pt x="7648" y="26093"/>
                </a:lnTo>
                <a:lnTo>
                  <a:pt x="6962" y="25972"/>
                </a:lnTo>
                <a:lnTo>
                  <a:pt x="6276" y="25851"/>
                </a:lnTo>
                <a:lnTo>
                  <a:pt x="5590" y="25690"/>
                </a:lnTo>
                <a:lnTo>
                  <a:pt x="4924" y="25508"/>
                </a:lnTo>
                <a:lnTo>
                  <a:pt x="4258" y="25327"/>
                </a:lnTo>
                <a:lnTo>
                  <a:pt x="3612" y="25105"/>
                </a:lnTo>
                <a:lnTo>
                  <a:pt x="3007" y="24862"/>
                </a:lnTo>
                <a:lnTo>
                  <a:pt x="2422" y="24580"/>
                </a:lnTo>
                <a:lnTo>
                  <a:pt x="1877" y="24277"/>
                </a:lnTo>
                <a:lnTo>
                  <a:pt x="1614" y="24136"/>
                </a:lnTo>
                <a:lnTo>
                  <a:pt x="1372" y="23954"/>
                </a:lnTo>
                <a:lnTo>
                  <a:pt x="1130" y="23773"/>
                </a:lnTo>
                <a:lnTo>
                  <a:pt x="908" y="23591"/>
                </a:lnTo>
                <a:lnTo>
                  <a:pt x="727" y="23409"/>
                </a:lnTo>
                <a:lnTo>
                  <a:pt x="545" y="23208"/>
                </a:lnTo>
                <a:lnTo>
                  <a:pt x="404" y="23026"/>
                </a:lnTo>
                <a:lnTo>
                  <a:pt x="283" y="22824"/>
                </a:lnTo>
                <a:lnTo>
                  <a:pt x="202" y="22643"/>
                </a:lnTo>
                <a:lnTo>
                  <a:pt x="121" y="22441"/>
                </a:lnTo>
                <a:lnTo>
                  <a:pt x="101" y="22239"/>
                </a:lnTo>
                <a:lnTo>
                  <a:pt x="81" y="22037"/>
                </a:lnTo>
                <a:lnTo>
                  <a:pt x="101" y="21815"/>
                </a:lnTo>
                <a:lnTo>
                  <a:pt x="141" y="21593"/>
                </a:lnTo>
                <a:lnTo>
                  <a:pt x="202" y="21371"/>
                </a:lnTo>
                <a:lnTo>
                  <a:pt x="303" y="21149"/>
                </a:lnTo>
                <a:lnTo>
                  <a:pt x="424" y="20947"/>
                </a:lnTo>
                <a:lnTo>
                  <a:pt x="565" y="20725"/>
                </a:lnTo>
                <a:lnTo>
                  <a:pt x="706" y="20524"/>
                </a:lnTo>
                <a:lnTo>
                  <a:pt x="888" y="20302"/>
                </a:lnTo>
                <a:lnTo>
                  <a:pt x="1251" y="19898"/>
                </a:lnTo>
                <a:lnTo>
                  <a:pt x="1675" y="19494"/>
                </a:lnTo>
                <a:lnTo>
                  <a:pt x="2099" y="19111"/>
                </a:lnTo>
                <a:lnTo>
                  <a:pt x="2543" y="18748"/>
                </a:lnTo>
                <a:lnTo>
                  <a:pt x="3168" y="18183"/>
                </a:lnTo>
                <a:lnTo>
                  <a:pt x="3451" y="17920"/>
                </a:lnTo>
                <a:lnTo>
                  <a:pt x="3713" y="17658"/>
                </a:lnTo>
                <a:lnTo>
                  <a:pt x="4641" y="16669"/>
                </a:lnTo>
                <a:lnTo>
                  <a:pt x="5570" y="15701"/>
                </a:lnTo>
                <a:lnTo>
                  <a:pt x="6498" y="14793"/>
                </a:lnTo>
                <a:lnTo>
                  <a:pt x="7426" y="13925"/>
                </a:lnTo>
                <a:lnTo>
                  <a:pt x="8375" y="13097"/>
                </a:lnTo>
                <a:lnTo>
                  <a:pt x="9323" y="12310"/>
                </a:lnTo>
                <a:lnTo>
                  <a:pt x="10272" y="11564"/>
                </a:lnTo>
                <a:lnTo>
                  <a:pt x="11240" y="10857"/>
                </a:lnTo>
                <a:lnTo>
                  <a:pt x="12370" y="10091"/>
                </a:lnTo>
                <a:lnTo>
                  <a:pt x="13521" y="9324"/>
                </a:lnTo>
                <a:lnTo>
                  <a:pt x="14711" y="8597"/>
                </a:lnTo>
                <a:lnTo>
                  <a:pt x="15922" y="7911"/>
                </a:lnTo>
                <a:lnTo>
                  <a:pt x="17153" y="7245"/>
                </a:lnTo>
                <a:lnTo>
                  <a:pt x="18424" y="6599"/>
                </a:lnTo>
                <a:lnTo>
                  <a:pt x="19716" y="5994"/>
                </a:lnTo>
                <a:lnTo>
                  <a:pt x="21028" y="5429"/>
                </a:lnTo>
                <a:lnTo>
                  <a:pt x="22380" y="4864"/>
                </a:lnTo>
                <a:lnTo>
                  <a:pt x="23752" y="4339"/>
                </a:lnTo>
                <a:lnTo>
                  <a:pt x="25165" y="3855"/>
                </a:lnTo>
                <a:lnTo>
                  <a:pt x="26597" y="3391"/>
                </a:lnTo>
                <a:lnTo>
                  <a:pt x="28050" y="2967"/>
                </a:lnTo>
                <a:lnTo>
                  <a:pt x="29544" y="2563"/>
                </a:lnTo>
                <a:lnTo>
                  <a:pt x="31037" y="2180"/>
                </a:lnTo>
                <a:lnTo>
                  <a:pt x="32591" y="1837"/>
                </a:lnTo>
                <a:lnTo>
                  <a:pt x="34145" y="1514"/>
                </a:lnTo>
                <a:lnTo>
                  <a:pt x="35739" y="1231"/>
                </a:lnTo>
                <a:lnTo>
                  <a:pt x="37374" y="989"/>
                </a:lnTo>
                <a:lnTo>
                  <a:pt x="39028" y="747"/>
                </a:lnTo>
                <a:lnTo>
                  <a:pt x="40723" y="566"/>
                </a:lnTo>
                <a:lnTo>
                  <a:pt x="42439" y="384"/>
                </a:lnTo>
                <a:lnTo>
                  <a:pt x="44194" y="243"/>
                </a:lnTo>
                <a:lnTo>
                  <a:pt x="45970" y="142"/>
                </a:lnTo>
                <a:lnTo>
                  <a:pt x="46656" y="101"/>
                </a:lnTo>
                <a:lnTo>
                  <a:pt x="47342" y="81"/>
                </a:lnTo>
                <a:close/>
                <a:moveTo>
                  <a:pt x="47302" y="1"/>
                </a:moveTo>
                <a:lnTo>
                  <a:pt x="46636" y="21"/>
                </a:lnTo>
                <a:lnTo>
                  <a:pt x="45970" y="61"/>
                </a:lnTo>
                <a:lnTo>
                  <a:pt x="44194" y="162"/>
                </a:lnTo>
                <a:lnTo>
                  <a:pt x="42439" y="303"/>
                </a:lnTo>
                <a:lnTo>
                  <a:pt x="40703" y="485"/>
                </a:lnTo>
                <a:lnTo>
                  <a:pt x="39028" y="666"/>
                </a:lnTo>
                <a:lnTo>
                  <a:pt x="37353" y="909"/>
                </a:lnTo>
                <a:lnTo>
                  <a:pt x="35739" y="1151"/>
                </a:lnTo>
                <a:lnTo>
                  <a:pt x="34145" y="1453"/>
                </a:lnTo>
                <a:lnTo>
                  <a:pt x="32571" y="1756"/>
                </a:lnTo>
                <a:lnTo>
                  <a:pt x="31017" y="2099"/>
                </a:lnTo>
                <a:lnTo>
                  <a:pt x="29523" y="2483"/>
                </a:lnTo>
                <a:lnTo>
                  <a:pt x="28030" y="2886"/>
                </a:lnTo>
                <a:lnTo>
                  <a:pt x="26577" y="3310"/>
                </a:lnTo>
                <a:lnTo>
                  <a:pt x="25144" y="3774"/>
                </a:lnTo>
                <a:lnTo>
                  <a:pt x="23732" y="4279"/>
                </a:lnTo>
                <a:lnTo>
                  <a:pt x="22339" y="4803"/>
                </a:lnTo>
                <a:lnTo>
                  <a:pt x="20987" y="5348"/>
                </a:lnTo>
                <a:lnTo>
                  <a:pt x="19676" y="5933"/>
                </a:lnTo>
                <a:lnTo>
                  <a:pt x="18384" y="6539"/>
                </a:lnTo>
                <a:lnTo>
                  <a:pt x="17113" y="7164"/>
                </a:lnTo>
                <a:lnTo>
                  <a:pt x="15882" y="7830"/>
                </a:lnTo>
                <a:lnTo>
                  <a:pt x="14671" y="8537"/>
                </a:lnTo>
                <a:lnTo>
                  <a:pt x="13480" y="9263"/>
                </a:lnTo>
                <a:lnTo>
                  <a:pt x="12330" y="10010"/>
                </a:lnTo>
                <a:lnTo>
                  <a:pt x="11200" y="10797"/>
                </a:lnTo>
                <a:lnTo>
                  <a:pt x="10231" y="11503"/>
                </a:lnTo>
                <a:lnTo>
                  <a:pt x="9263" y="12250"/>
                </a:lnTo>
                <a:lnTo>
                  <a:pt x="8314" y="13037"/>
                </a:lnTo>
                <a:lnTo>
                  <a:pt x="7386" y="13864"/>
                </a:lnTo>
                <a:lnTo>
                  <a:pt x="6438" y="14732"/>
                </a:lnTo>
                <a:lnTo>
                  <a:pt x="5509" y="15640"/>
                </a:lnTo>
                <a:lnTo>
                  <a:pt x="4581" y="16609"/>
                </a:lnTo>
                <a:lnTo>
                  <a:pt x="3653" y="17598"/>
                </a:lnTo>
                <a:lnTo>
                  <a:pt x="3390" y="17860"/>
                </a:lnTo>
                <a:lnTo>
                  <a:pt x="3108" y="18122"/>
                </a:lnTo>
                <a:lnTo>
                  <a:pt x="2482" y="18687"/>
                </a:lnTo>
                <a:lnTo>
                  <a:pt x="2038" y="19051"/>
                </a:lnTo>
                <a:lnTo>
                  <a:pt x="1614" y="19454"/>
                </a:lnTo>
                <a:lnTo>
                  <a:pt x="1191" y="19858"/>
                </a:lnTo>
                <a:lnTo>
                  <a:pt x="807" y="20261"/>
                </a:lnTo>
                <a:lnTo>
                  <a:pt x="646" y="20483"/>
                </a:lnTo>
                <a:lnTo>
                  <a:pt x="484" y="20685"/>
                </a:lnTo>
                <a:lnTo>
                  <a:pt x="343" y="20907"/>
                </a:lnTo>
                <a:lnTo>
                  <a:pt x="222" y="21129"/>
                </a:lnTo>
                <a:lnTo>
                  <a:pt x="141" y="21351"/>
                </a:lnTo>
                <a:lnTo>
                  <a:pt x="61" y="21573"/>
                </a:lnTo>
                <a:lnTo>
                  <a:pt x="20" y="21795"/>
                </a:lnTo>
                <a:lnTo>
                  <a:pt x="0" y="22037"/>
                </a:lnTo>
                <a:lnTo>
                  <a:pt x="20" y="22239"/>
                </a:lnTo>
                <a:lnTo>
                  <a:pt x="61" y="22441"/>
                </a:lnTo>
                <a:lnTo>
                  <a:pt x="121" y="22663"/>
                </a:lnTo>
                <a:lnTo>
                  <a:pt x="222" y="22865"/>
                </a:lnTo>
                <a:lnTo>
                  <a:pt x="343" y="23066"/>
                </a:lnTo>
                <a:lnTo>
                  <a:pt x="484" y="23268"/>
                </a:lnTo>
                <a:lnTo>
                  <a:pt x="666" y="23470"/>
                </a:lnTo>
                <a:lnTo>
                  <a:pt x="868" y="23652"/>
                </a:lnTo>
                <a:lnTo>
                  <a:pt x="1090" y="23833"/>
                </a:lnTo>
                <a:lnTo>
                  <a:pt x="1312" y="24015"/>
                </a:lnTo>
                <a:lnTo>
                  <a:pt x="1574" y="24196"/>
                </a:lnTo>
                <a:lnTo>
                  <a:pt x="1836" y="24358"/>
                </a:lnTo>
                <a:lnTo>
                  <a:pt x="2381" y="24661"/>
                </a:lnTo>
                <a:lnTo>
                  <a:pt x="2967" y="24923"/>
                </a:lnTo>
                <a:lnTo>
                  <a:pt x="3592" y="25165"/>
                </a:lnTo>
                <a:lnTo>
                  <a:pt x="4218" y="25387"/>
                </a:lnTo>
                <a:lnTo>
                  <a:pt x="4884" y="25589"/>
                </a:lnTo>
                <a:lnTo>
                  <a:pt x="5570" y="25770"/>
                </a:lnTo>
                <a:lnTo>
                  <a:pt x="6256" y="25912"/>
                </a:lnTo>
                <a:lnTo>
                  <a:pt x="6942" y="26053"/>
                </a:lnTo>
                <a:lnTo>
                  <a:pt x="7628" y="26174"/>
                </a:lnTo>
                <a:lnTo>
                  <a:pt x="8314" y="26295"/>
                </a:lnTo>
                <a:lnTo>
                  <a:pt x="9606" y="26477"/>
                </a:lnTo>
                <a:lnTo>
                  <a:pt x="10817" y="26618"/>
                </a:lnTo>
                <a:lnTo>
                  <a:pt x="10938" y="26638"/>
                </a:lnTo>
                <a:lnTo>
                  <a:pt x="11826" y="26739"/>
                </a:lnTo>
                <a:lnTo>
                  <a:pt x="12693" y="26820"/>
                </a:lnTo>
                <a:lnTo>
                  <a:pt x="13561" y="26880"/>
                </a:lnTo>
                <a:lnTo>
                  <a:pt x="14429" y="26941"/>
                </a:lnTo>
                <a:lnTo>
                  <a:pt x="15276" y="27001"/>
                </a:lnTo>
                <a:lnTo>
                  <a:pt x="16124" y="27022"/>
                </a:lnTo>
                <a:lnTo>
                  <a:pt x="16971" y="27042"/>
                </a:lnTo>
                <a:lnTo>
                  <a:pt x="17799" y="27062"/>
                </a:lnTo>
                <a:lnTo>
                  <a:pt x="18828" y="27042"/>
                </a:lnTo>
                <a:lnTo>
                  <a:pt x="19857" y="27022"/>
                </a:lnTo>
                <a:lnTo>
                  <a:pt x="20866" y="26961"/>
                </a:lnTo>
                <a:lnTo>
                  <a:pt x="21855" y="26880"/>
                </a:lnTo>
                <a:lnTo>
                  <a:pt x="23268" y="26759"/>
                </a:lnTo>
                <a:lnTo>
                  <a:pt x="24680" y="26598"/>
                </a:lnTo>
                <a:lnTo>
                  <a:pt x="26093" y="26436"/>
                </a:lnTo>
                <a:lnTo>
                  <a:pt x="27505" y="26255"/>
                </a:lnTo>
                <a:lnTo>
                  <a:pt x="30270" y="25871"/>
                </a:lnTo>
                <a:lnTo>
                  <a:pt x="32914" y="25468"/>
                </a:lnTo>
                <a:lnTo>
                  <a:pt x="34790" y="25205"/>
                </a:lnTo>
                <a:lnTo>
                  <a:pt x="36506" y="24943"/>
                </a:lnTo>
                <a:lnTo>
                  <a:pt x="37091" y="24862"/>
                </a:lnTo>
                <a:lnTo>
                  <a:pt x="37656" y="24721"/>
                </a:lnTo>
                <a:lnTo>
                  <a:pt x="38221" y="24539"/>
                </a:lnTo>
                <a:lnTo>
                  <a:pt x="38766" y="24338"/>
                </a:lnTo>
                <a:lnTo>
                  <a:pt x="39311" y="24096"/>
                </a:lnTo>
                <a:lnTo>
                  <a:pt x="39835" y="23833"/>
                </a:lnTo>
                <a:lnTo>
                  <a:pt x="40340" y="23530"/>
                </a:lnTo>
                <a:lnTo>
                  <a:pt x="40824" y="23208"/>
                </a:lnTo>
                <a:lnTo>
                  <a:pt x="41309" y="22824"/>
                </a:lnTo>
                <a:lnTo>
                  <a:pt x="41753" y="22421"/>
                </a:lnTo>
                <a:lnTo>
                  <a:pt x="42156" y="21977"/>
                </a:lnTo>
                <a:lnTo>
                  <a:pt x="42540" y="21533"/>
                </a:lnTo>
                <a:lnTo>
                  <a:pt x="42862" y="21069"/>
                </a:lnTo>
                <a:lnTo>
                  <a:pt x="43145" y="20584"/>
                </a:lnTo>
                <a:lnTo>
                  <a:pt x="43387" y="20080"/>
                </a:lnTo>
                <a:lnTo>
                  <a:pt x="43589" y="19555"/>
                </a:lnTo>
                <a:lnTo>
                  <a:pt x="43690" y="19172"/>
                </a:lnTo>
                <a:lnTo>
                  <a:pt x="43771" y="18788"/>
                </a:lnTo>
                <a:lnTo>
                  <a:pt x="43851" y="18385"/>
                </a:lnTo>
                <a:lnTo>
                  <a:pt x="43892" y="18001"/>
                </a:lnTo>
                <a:lnTo>
                  <a:pt x="43952" y="17194"/>
                </a:lnTo>
                <a:lnTo>
                  <a:pt x="43993" y="16407"/>
                </a:lnTo>
                <a:lnTo>
                  <a:pt x="44013" y="15761"/>
                </a:lnTo>
                <a:lnTo>
                  <a:pt x="44053" y="15115"/>
                </a:lnTo>
                <a:lnTo>
                  <a:pt x="44114" y="14449"/>
                </a:lnTo>
                <a:lnTo>
                  <a:pt x="44174" y="14147"/>
                </a:lnTo>
                <a:lnTo>
                  <a:pt x="44235" y="13824"/>
                </a:lnTo>
                <a:lnTo>
                  <a:pt x="44376" y="13319"/>
                </a:lnTo>
                <a:lnTo>
                  <a:pt x="44537" y="12815"/>
                </a:lnTo>
                <a:lnTo>
                  <a:pt x="44739" y="12351"/>
                </a:lnTo>
                <a:lnTo>
                  <a:pt x="44981" y="11887"/>
                </a:lnTo>
                <a:lnTo>
                  <a:pt x="45224" y="11443"/>
                </a:lnTo>
                <a:lnTo>
                  <a:pt x="45506" y="11019"/>
                </a:lnTo>
                <a:lnTo>
                  <a:pt x="45809" y="10595"/>
                </a:lnTo>
                <a:lnTo>
                  <a:pt x="46152" y="10191"/>
                </a:lnTo>
                <a:lnTo>
                  <a:pt x="46475" y="9788"/>
                </a:lnTo>
                <a:lnTo>
                  <a:pt x="46838" y="9404"/>
                </a:lnTo>
                <a:lnTo>
                  <a:pt x="47201" y="9021"/>
                </a:lnTo>
                <a:lnTo>
                  <a:pt x="47585" y="8658"/>
                </a:lnTo>
                <a:lnTo>
                  <a:pt x="48372" y="7911"/>
                </a:lnTo>
                <a:lnTo>
                  <a:pt x="49159" y="7185"/>
                </a:lnTo>
                <a:lnTo>
                  <a:pt x="50329" y="6135"/>
                </a:lnTo>
                <a:lnTo>
                  <a:pt x="50894" y="5590"/>
                </a:lnTo>
                <a:lnTo>
                  <a:pt x="51459" y="5025"/>
                </a:lnTo>
                <a:lnTo>
                  <a:pt x="51742" y="4702"/>
                </a:lnTo>
                <a:lnTo>
                  <a:pt x="52024" y="4359"/>
                </a:lnTo>
                <a:lnTo>
                  <a:pt x="52266" y="3976"/>
                </a:lnTo>
                <a:lnTo>
                  <a:pt x="52387" y="3774"/>
                </a:lnTo>
                <a:lnTo>
                  <a:pt x="52468" y="3572"/>
                </a:lnTo>
                <a:lnTo>
                  <a:pt x="52569" y="3371"/>
                </a:lnTo>
                <a:lnTo>
                  <a:pt x="52630" y="3169"/>
                </a:lnTo>
                <a:lnTo>
                  <a:pt x="52670" y="2947"/>
                </a:lnTo>
                <a:lnTo>
                  <a:pt x="52710" y="2745"/>
                </a:lnTo>
                <a:lnTo>
                  <a:pt x="52710" y="2523"/>
                </a:lnTo>
                <a:lnTo>
                  <a:pt x="52690" y="2321"/>
                </a:lnTo>
                <a:lnTo>
                  <a:pt x="52650" y="2099"/>
                </a:lnTo>
                <a:lnTo>
                  <a:pt x="52569" y="1897"/>
                </a:lnTo>
                <a:lnTo>
                  <a:pt x="52468" y="1716"/>
                </a:lnTo>
                <a:lnTo>
                  <a:pt x="52367" y="1534"/>
                </a:lnTo>
                <a:lnTo>
                  <a:pt x="52226" y="1373"/>
                </a:lnTo>
                <a:lnTo>
                  <a:pt x="52065" y="1211"/>
                </a:lnTo>
                <a:lnTo>
                  <a:pt x="51883" y="1070"/>
                </a:lnTo>
                <a:lnTo>
                  <a:pt x="51661" y="909"/>
                </a:lnTo>
                <a:lnTo>
                  <a:pt x="51439" y="788"/>
                </a:lnTo>
                <a:lnTo>
                  <a:pt x="51197" y="666"/>
                </a:lnTo>
                <a:lnTo>
                  <a:pt x="50894" y="525"/>
                </a:lnTo>
                <a:lnTo>
                  <a:pt x="50571" y="424"/>
                </a:lnTo>
                <a:lnTo>
                  <a:pt x="50269" y="323"/>
                </a:lnTo>
                <a:lnTo>
                  <a:pt x="49946" y="243"/>
                </a:lnTo>
                <a:lnTo>
                  <a:pt x="49623" y="182"/>
                </a:lnTo>
                <a:lnTo>
                  <a:pt x="49300" y="122"/>
                </a:lnTo>
                <a:lnTo>
                  <a:pt x="48654" y="41"/>
                </a:lnTo>
                <a:lnTo>
                  <a:pt x="47988" y="1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66" name="Google Shape;1466;p18"/>
          <p:cNvSpPr/>
          <p:nvPr/>
        </p:nvSpPr>
        <p:spPr>
          <a:xfrm>
            <a:off x="7917290" y="1315452"/>
            <a:ext cx="631867" cy="441222"/>
          </a:xfrm>
          <a:custGeom>
            <a:rect b="b" l="l" r="r" t="t"/>
            <a:pathLst>
              <a:path extrusionOk="0" h="7892" w="11302">
                <a:moveTo>
                  <a:pt x="10030" y="82"/>
                </a:moveTo>
                <a:lnTo>
                  <a:pt x="10252" y="102"/>
                </a:lnTo>
                <a:lnTo>
                  <a:pt x="10494" y="142"/>
                </a:lnTo>
                <a:lnTo>
                  <a:pt x="10696" y="203"/>
                </a:lnTo>
                <a:lnTo>
                  <a:pt x="10797" y="243"/>
                </a:lnTo>
                <a:lnTo>
                  <a:pt x="10897" y="304"/>
                </a:lnTo>
                <a:lnTo>
                  <a:pt x="10978" y="364"/>
                </a:lnTo>
                <a:lnTo>
                  <a:pt x="11059" y="445"/>
                </a:lnTo>
                <a:lnTo>
                  <a:pt x="11119" y="526"/>
                </a:lnTo>
                <a:lnTo>
                  <a:pt x="11180" y="627"/>
                </a:lnTo>
                <a:lnTo>
                  <a:pt x="11220" y="727"/>
                </a:lnTo>
                <a:lnTo>
                  <a:pt x="11220" y="828"/>
                </a:lnTo>
                <a:lnTo>
                  <a:pt x="11220" y="949"/>
                </a:lnTo>
                <a:lnTo>
                  <a:pt x="11180" y="1050"/>
                </a:lnTo>
                <a:lnTo>
                  <a:pt x="11140" y="1131"/>
                </a:lnTo>
                <a:lnTo>
                  <a:pt x="11079" y="1192"/>
                </a:lnTo>
                <a:lnTo>
                  <a:pt x="11019" y="1252"/>
                </a:lnTo>
                <a:lnTo>
                  <a:pt x="10938" y="1313"/>
                </a:lnTo>
                <a:lnTo>
                  <a:pt x="10756" y="1393"/>
                </a:lnTo>
                <a:lnTo>
                  <a:pt x="10554" y="1474"/>
                </a:lnTo>
                <a:lnTo>
                  <a:pt x="10433" y="1535"/>
                </a:lnTo>
                <a:lnTo>
                  <a:pt x="10131" y="1676"/>
                </a:lnTo>
                <a:lnTo>
                  <a:pt x="9888" y="1858"/>
                </a:lnTo>
                <a:lnTo>
                  <a:pt x="9666" y="2039"/>
                </a:lnTo>
                <a:lnTo>
                  <a:pt x="9505" y="2261"/>
                </a:lnTo>
                <a:lnTo>
                  <a:pt x="9364" y="2503"/>
                </a:lnTo>
                <a:lnTo>
                  <a:pt x="9243" y="2745"/>
                </a:lnTo>
                <a:lnTo>
                  <a:pt x="9021" y="3290"/>
                </a:lnTo>
                <a:lnTo>
                  <a:pt x="8819" y="3795"/>
                </a:lnTo>
                <a:lnTo>
                  <a:pt x="8617" y="4239"/>
                </a:lnTo>
                <a:lnTo>
                  <a:pt x="8415" y="4663"/>
                </a:lnTo>
                <a:lnTo>
                  <a:pt x="8193" y="5046"/>
                </a:lnTo>
                <a:lnTo>
                  <a:pt x="7992" y="5389"/>
                </a:lnTo>
                <a:lnTo>
                  <a:pt x="7749" y="5712"/>
                </a:lnTo>
                <a:lnTo>
                  <a:pt x="7527" y="6015"/>
                </a:lnTo>
                <a:lnTo>
                  <a:pt x="7285" y="6277"/>
                </a:lnTo>
                <a:lnTo>
                  <a:pt x="7023" y="6519"/>
                </a:lnTo>
                <a:lnTo>
                  <a:pt x="6821" y="6701"/>
                </a:lnTo>
                <a:lnTo>
                  <a:pt x="6599" y="6862"/>
                </a:lnTo>
                <a:lnTo>
                  <a:pt x="6357" y="7024"/>
                </a:lnTo>
                <a:lnTo>
                  <a:pt x="6115" y="7165"/>
                </a:lnTo>
                <a:lnTo>
                  <a:pt x="5873" y="7286"/>
                </a:lnTo>
                <a:lnTo>
                  <a:pt x="5630" y="7407"/>
                </a:lnTo>
                <a:lnTo>
                  <a:pt x="5368" y="7508"/>
                </a:lnTo>
                <a:lnTo>
                  <a:pt x="5086" y="7589"/>
                </a:lnTo>
                <a:lnTo>
                  <a:pt x="4823" y="7669"/>
                </a:lnTo>
                <a:lnTo>
                  <a:pt x="4541" y="7730"/>
                </a:lnTo>
                <a:lnTo>
                  <a:pt x="4278" y="7770"/>
                </a:lnTo>
                <a:lnTo>
                  <a:pt x="3996" y="7790"/>
                </a:lnTo>
                <a:lnTo>
                  <a:pt x="3713" y="7811"/>
                </a:lnTo>
                <a:lnTo>
                  <a:pt x="3431" y="7811"/>
                </a:lnTo>
                <a:lnTo>
                  <a:pt x="3169" y="7790"/>
                </a:lnTo>
                <a:lnTo>
                  <a:pt x="2886" y="7750"/>
                </a:lnTo>
                <a:lnTo>
                  <a:pt x="2603" y="7690"/>
                </a:lnTo>
                <a:lnTo>
                  <a:pt x="2321" y="7629"/>
                </a:lnTo>
                <a:lnTo>
                  <a:pt x="2059" y="7528"/>
                </a:lnTo>
                <a:lnTo>
                  <a:pt x="1796" y="7427"/>
                </a:lnTo>
                <a:lnTo>
                  <a:pt x="1554" y="7306"/>
                </a:lnTo>
                <a:lnTo>
                  <a:pt x="1332" y="7165"/>
                </a:lnTo>
                <a:lnTo>
                  <a:pt x="1110" y="7024"/>
                </a:lnTo>
                <a:lnTo>
                  <a:pt x="908" y="6842"/>
                </a:lnTo>
                <a:lnTo>
                  <a:pt x="707" y="6640"/>
                </a:lnTo>
                <a:lnTo>
                  <a:pt x="545" y="6418"/>
                </a:lnTo>
                <a:lnTo>
                  <a:pt x="384" y="6176"/>
                </a:lnTo>
                <a:lnTo>
                  <a:pt x="263" y="5934"/>
                </a:lnTo>
                <a:lnTo>
                  <a:pt x="182" y="5692"/>
                </a:lnTo>
                <a:lnTo>
                  <a:pt x="101" y="5429"/>
                </a:lnTo>
                <a:lnTo>
                  <a:pt x="81" y="5167"/>
                </a:lnTo>
                <a:lnTo>
                  <a:pt x="81" y="4905"/>
                </a:lnTo>
                <a:lnTo>
                  <a:pt x="101" y="4663"/>
                </a:lnTo>
                <a:lnTo>
                  <a:pt x="142" y="4441"/>
                </a:lnTo>
                <a:lnTo>
                  <a:pt x="222" y="4239"/>
                </a:lnTo>
                <a:lnTo>
                  <a:pt x="303" y="4037"/>
                </a:lnTo>
                <a:lnTo>
                  <a:pt x="404" y="3835"/>
                </a:lnTo>
                <a:lnTo>
                  <a:pt x="525" y="3654"/>
                </a:lnTo>
                <a:lnTo>
                  <a:pt x="646" y="3472"/>
                </a:lnTo>
                <a:lnTo>
                  <a:pt x="787" y="3311"/>
                </a:lnTo>
                <a:lnTo>
                  <a:pt x="1090" y="3008"/>
                </a:lnTo>
                <a:lnTo>
                  <a:pt x="1393" y="2745"/>
                </a:lnTo>
                <a:lnTo>
                  <a:pt x="1695" y="2523"/>
                </a:lnTo>
                <a:lnTo>
                  <a:pt x="1978" y="2342"/>
                </a:lnTo>
                <a:lnTo>
                  <a:pt x="2361" y="2120"/>
                </a:lnTo>
                <a:lnTo>
                  <a:pt x="2745" y="1918"/>
                </a:lnTo>
                <a:lnTo>
                  <a:pt x="3128" y="1736"/>
                </a:lnTo>
                <a:lnTo>
                  <a:pt x="3532" y="1555"/>
                </a:lnTo>
                <a:lnTo>
                  <a:pt x="4319" y="1252"/>
                </a:lnTo>
                <a:lnTo>
                  <a:pt x="5106" y="990"/>
                </a:lnTo>
                <a:lnTo>
                  <a:pt x="6175" y="647"/>
                </a:lnTo>
                <a:lnTo>
                  <a:pt x="6740" y="505"/>
                </a:lnTo>
                <a:lnTo>
                  <a:pt x="7326" y="364"/>
                </a:lnTo>
                <a:lnTo>
                  <a:pt x="7911" y="243"/>
                </a:lnTo>
                <a:lnTo>
                  <a:pt x="8496" y="162"/>
                </a:lnTo>
                <a:lnTo>
                  <a:pt x="9101" y="102"/>
                </a:lnTo>
                <a:lnTo>
                  <a:pt x="9727" y="82"/>
                </a:lnTo>
                <a:close/>
                <a:moveTo>
                  <a:pt x="9384" y="1"/>
                </a:moveTo>
                <a:lnTo>
                  <a:pt x="8718" y="62"/>
                </a:lnTo>
                <a:lnTo>
                  <a:pt x="8092" y="142"/>
                </a:lnTo>
                <a:lnTo>
                  <a:pt x="7447" y="243"/>
                </a:lnTo>
                <a:lnTo>
                  <a:pt x="6841" y="384"/>
                </a:lnTo>
                <a:lnTo>
                  <a:pt x="6236" y="546"/>
                </a:lnTo>
                <a:lnTo>
                  <a:pt x="5651" y="727"/>
                </a:lnTo>
                <a:lnTo>
                  <a:pt x="5086" y="909"/>
                </a:lnTo>
                <a:lnTo>
                  <a:pt x="4299" y="1171"/>
                </a:lnTo>
                <a:lnTo>
                  <a:pt x="3491" y="1474"/>
                </a:lnTo>
                <a:lnTo>
                  <a:pt x="3108" y="1656"/>
                </a:lnTo>
                <a:lnTo>
                  <a:pt x="2704" y="1837"/>
                </a:lnTo>
                <a:lnTo>
                  <a:pt x="2321" y="2039"/>
                </a:lnTo>
                <a:lnTo>
                  <a:pt x="1938" y="2261"/>
                </a:lnTo>
                <a:lnTo>
                  <a:pt x="1655" y="2443"/>
                </a:lnTo>
                <a:lnTo>
                  <a:pt x="1352" y="2685"/>
                </a:lnTo>
                <a:lnTo>
                  <a:pt x="1029" y="2947"/>
                </a:lnTo>
                <a:lnTo>
                  <a:pt x="727" y="3250"/>
                </a:lnTo>
                <a:lnTo>
                  <a:pt x="585" y="3432"/>
                </a:lnTo>
                <a:lnTo>
                  <a:pt x="464" y="3613"/>
                </a:lnTo>
                <a:lnTo>
                  <a:pt x="343" y="3795"/>
                </a:lnTo>
                <a:lnTo>
                  <a:pt x="222" y="3997"/>
                </a:lnTo>
                <a:lnTo>
                  <a:pt x="142" y="4219"/>
                </a:lnTo>
                <a:lnTo>
                  <a:pt x="61" y="4441"/>
                </a:lnTo>
                <a:lnTo>
                  <a:pt x="20" y="4663"/>
                </a:lnTo>
                <a:lnTo>
                  <a:pt x="0" y="4905"/>
                </a:lnTo>
                <a:lnTo>
                  <a:pt x="0" y="5167"/>
                </a:lnTo>
                <a:lnTo>
                  <a:pt x="20" y="5429"/>
                </a:lnTo>
                <a:lnTo>
                  <a:pt x="101" y="5712"/>
                </a:lnTo>
                <a:lnTo>
                  <a:pt x="202" y="5974"/>
                </a:lnTo>
                <a:lnTo>
                  <a:pt x="323" y="6216"/>
                </a:lnTo>
                <a:lnTo>
                  <a:pt x="485" y="6459"/>
                </a:lnTo>
                <a:lnTo>
                  <a:pt x="646" y="6701"/>
                </a:lnTo>
                <a:lnTo>
                  <a:pt x="868" y="6903"/>
                </a:lnTo>
                <a:lnTo>
                  <a:pt x="1070" y="7084"/>
                </a:lnTo>
                <a:lnTo>
                  <a:pt x="1272" y="7225"/>
                </a:lnTo>
                <a:lnTo>
                  <a:pt x="1514" y="7367"/>
                </a:lnTo>
                <a:lnTo>
                  <a:pt x="1756" y="7488"/>
                </a:lnTo>
                <a:lnTo>
                  <a:pt x="2018" y="7609"/>
                </a:lnTo>
                <a:lnTo>
                  <a:pt x="2301" y="7690"/>
                </a:lnTo>
                <a:lnTo>
                  <a:pt x="2583" y="7770"/>
                </a:lnTo>
                <a:lnTo>
                  <a:pt x="2886" y="7831"/>
                </a:lnTo>
                <a:lnTo>
                  <a:pt x="3269" y="7871"/>
                </a:lnTo>
                <a:lnTo>
                  <a:pt x="3673" y="7891"/>
                </a:lnTo>
                <a:lnTo>
                  <a:pt x="4137" y="7871"/>
                </a:lnTo>
                <a:lnTo>
                  <a:pt x="4601" y="7811"/>
                </a:lnTo>
                <a:lnTo>
                  <a:pt x="5045" y="7710"/>
                </a:lnTo>
                <a:lnTo>
                  <a:pt x="5489" y="7548"/>
                </a:lnTo>
                <a:lnTo>
                  <a:pt x="5913" y="7367"/>
                </a:lnTo>
                <a:lnTo>
                  <a:pt x="6337" y="7145"/>
                </a:lnTo>
                <a:lnTo>
                  <a:pt x="6720" y="6882"/>
                </a:lnTo>
                <a:lnTo>
                  <a:pt x="7083" y="6580"/>
                </a:lnTo>
                <a:lnTo>
                  <a:pt x="7346" y="6338"/>
                </a:lnTo>
                <a:lnTo>
                  <a:pt x="7588" y="6055"/>
                </a:lnTo>
                <a:lnTo>
                  <a:pt x="7830" y="5752"/>
                </a:lnTo>
                <a:lnTo>
                  <a:pt x="8052" y="5429"/>
                </a:lnTo>
                <a:lnTo>
                  <a:pt x="8274" y="5086"/>
                </a:lnTo>
                <a:lnTo>
                  <a:pt x="8476" y="4703"/>
                </a:lnTo>
                <a:lnTo>
                  <a:pt x="8698" y="4279"/>
                </a:lnTo>
                <a:lnTo>
                  <a:pt x="8900" y="3815"/>
                </a:lnTo>
                <a:lnTo>
                  <a:pt x="9101" y="3311"/>
                </a:lnTo>
                <a:lnTo>
                  <a:pt x="9303" y="2786"/>
                </a:lnTo>
                <a:lnTo>
                  <a:pt x="9424" y="2544"/>
                </a:lnTo>
                <a:lnTo>
                  <a:pt x="9566" y="2322"/>
                </a:lnTo>
                <a:lnTo>
                  <a:pt x="9727" y="2100"/>
                </a:lnTo>
                <a:lnTo>
                  <a:pt x="9929" y="1918"/>
                </a:lnTo>
                <a:lnTo>
                  <a:pt x="10171" y="1757"/>
                </a:lnTo>
                <a:lnTo>
                  <a:pt x="10454" y="1615"/>
                </a:lnTo>
                <a:lnTo>
                  <a:pt x="10595" y="1555"/>
                </a:lnTo>
                <a:lnTo>
                  <a:pt x="10797" y="1474"/>
                </a:lnTo>
                <a:lnTo>
                  <a:pt x="10978" y="1373"/>
                </a:lnTo>
                <a:lnTo>
                  <a:pt x="11059" y="1313"/>
                </a:lnTo>
                <a:lnTo>
                  <a:pt x="11140" y="1252"/>
                </a:lnTo>
                <a:lnTo>
                  <a:pt x="11200" y="1171"/>
                </a:lnTo>
                <a:lnTo>
                  <a:pt x="11261" y="1071"/>
                </a:lnTo>
                <a:lnTo>
                  <a:pt x="11301" y="970"/>
                </a:lnTo>
                <a:lnTo>
                  <a:pt x="11301" y="849"/>
                </a:lnTo>
                <a:lnTo>
                  <a:pt x="11301" y="727"/>
                </a:lnTo>
                <a:lnTo>
                  <a:pt x="11261" y="606"/>
                </a:lnTo>
                <a:lnTo>
                  <a:pt x="11200" y="485"/>
                </a:lnTo>
                <a:lnTo>
                  <a:pt x="11119" y="384"/>
                </a:lnTo>
                <a:lnTo>
                  <a:pt x="11039" y="304"/>
                </a:lnTo>
                <a:lnTo>
                  <a:pt x="10938" y="223"/>
                </a:lnTo>
                <a:lnTo>
                  <a:pt x="10837" y="162"/>
                </a:lnTo>
                <a:lnTo>
                  <a:pt x="10736" y="122"/>
                </a:lnTo>
                <a:lnTo>
                  <a:pt x="10514" y="62"/>
                </a:lnTo>
                <a:lnTo>
                  <a:pt x="10272" y="21"/>
                </a:lnTo>
                <a:lnTo>
                  <a:pt x="10030" y="1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67" name="Google Shape;1467;p18"/>
          <p:cNvSpPr/>
          <p:nvPr/>
        </p:nvSpPr>
        <p:spPr>
          <a:xfrm>
            <a:off x="1573619" y="4469485"/>
            <a:ext cx="935332" cy="741278"/>
          </a:xfrm>
          <a:custGeom>
            <a:rect b="b" l="l" r="r" t="t"/>
            <a:pathLst>
              <a:path extrusionOk="0" h="13259" w="16730">
                <a:moveTo>
                  <a:pt x="14550" y="81"/>
                </a:moveTo>
                <a:lnTo>
                  <a:pt x="14772" y="122"/>
                </a:lnTo>
                <a:lnTo>
                  <a:pt x="15014" y="202"/>
                </a:lnTo>
                <a:lnTo>
                  <a:pt x="15216" y="324"/>
                </a:lnTo>
                <a:lnTo>
                  <a:pt x="15438" y="465"/>
                </a:lnTo>
                <a:lnTo>
                  <a:pt x="15640" y="667"/>
                </a:lnTo>
                <a:lnTo>
                  <a:pt x="15821" y="889"/>
                </a:lnTo>
                <a:lnTo>
                  <a:pt x="15983" y="1131"/>
                </a:lnTo>
                <a:lnTo>
                  <a:pt x="16144" y="1413"/>
                </a:lnTo>
                <a:lnTo>
                  <a:pt x="16245" y="1655"/>
                </a:lnTo>
                <a:lnTo>
                  <a:pt x="16346" y="1898"/>
                </a:lnTo>
                <a:lnTo>
                  <a:pt x="16427" y="2140"/>
                </a:lnTo>
                <a:lnTo>
                  <a:pt x="16487" y="2422"/>
                </a:lnTo>
                <a:lnTo>
                  <a:pt x="16548" y="2685"/>
                </a:lnTo>
                <a:lnTo>
                  <a:pt x="16588" y="2967"/>
                </a:lnTo>
                <a:lnTo>
                  <a:pt x="16628" y="3250"/>
                </a:lnTo>
                <a:lnTo>
                  <a:pt x="16649" y="3552"/>
                </a:lnTo>
                <a:lnTo>
                  <a:pt x="16649" y="3855"/>
                </a:lnTo>
                <a:lnTo>
                  <a:pt x="16649" y="4178"/>
                </a:lnTo>
                <a:lnTo>
                  <a:pt x="16588" y="4844"/>
                </a:lnTo>
                <a:lnTo>
                  <a:pt x="16487" y="5550"/>
                </a:lnTo>
                <a:lnTo>
                  <a:pt x="16326" y="6317"/>
                </a:lnTo>
                <a:lnTo>
                  <a:pt x="16144" y="7044"/>
                </a:lnTo>
                <a:lnTo>
                  <a:pt x="15942" y="7709"/>
                </a:lnTo>
                <a:lnTo>
                  <a:pt x="15720" y="8315"/>
                </a:lnTo>
                <a:lnTo>
                  <a:pt x="15458" y="8860"/>
                </a:lnTo>
                <a:lnTo>
                  <a:pt x="15317" y="9122"/>
                </a:lnTo>
                <a:lnTo>
                  <a:pt x="15176" y="9364"/>
                </a:lnTo>
                <a:lnTo>
                  <a:pt x="15014" y="9586"/>
                </a:lnTo>
                <a:lnTo>
                  <a:pt x="14873" y="9808"/>
                </a:lnTo>
                <a:lnTo>
                  <a:pt x="14691" y="10010"/>
                </a:lnTo>
                <a:lnTo>
                  <a:pt x="14530" y="10212"/>
                </a:lnTo>
                <a:lnTo>
                  <a:pt x="14348" y="10393"/>
                </a:lnTo>
                <a:lnTo>
                  <a:pt x="14146" y="10555"/>
                </a:lnTo>
                <a:lnTo>
                  <a:pt x="13803" y="10837"/>
                </a:lnTo>
                <a:lnTo>
                  <a:pt x="13440" y="11080"/>
                </a:lnTo>
                <a:lnTo>
                  <a:pt x="13036" y="11302"/>
                </a:lnTo>
                <a:lnTo>
                  <a:pt x="12633" y="11483"/>
                </a:lnTo>
                <a:lnTo>
                  <a:pt x="12229" y="11665"/>
                </a:lnTo>
                <a:lnTo>
                  <a:pt x="11805" y="11806"/>
                </a:lnTo>
                <a:lnTo>
                  <a:pt x="11402" y="11947"/>
                </a:lnTo>
                <a:lnTo>
                  <a:pt x="10978" y="12068"/>
                </a:lnTo>
                <a:lnTo>
                  <a:pt x="10373" y="12230"/>
                </a:lnTo>
                <a:lnTo>
                  <a:pt x="9787" y="12371"/>
                </a:lnTo>
                <a:lnTo>
                  <a:pt x="9202" y="12512"/>
                </a:lnTo>
                <a:lnTo>
                  <a:pt x="8597" y="12633"/>
                </a:lnTo>
                <a:lnTo>
                  <a:pt x="7991" y="12734"/>
                </a:lnTo>
                <a:lnTo>
                  <a:pt x="7386" y="12835"/>
                </a:lnTo>
                <a:lnTo>
                  <a:pt x="6801" y="12936"/>
                </a:lnTo>
                <a:lnTo>
                  <a:pt x="6195" y="12997"/>
                </a:lnTo>
                <a:lnTo>
                  <a:pt x="5590" y="13057"/>
                </a:lnTo>
                <a:lnTo>
                  <a:pt x="4964" y="13118"/>
                </a:lnTo>
                <a:lnTo>
                  <a:pt x="4359" y="13158"/>
                </a:lnTo>
                <a:lnTo>
                  <a:pt x="3754" y="13178"/>
                </a:lnTo>
                <a:lnTo>
                  <a:pt x="1917" y="13178"/>
                </a:lnTo>
                <a:lnTo>
                  <a:pt x="1312" y="13138"/>
                </a:lnTo>
                <a:lnTo>
                  <a:pt x="1070" y="13118"/>
                </a:lnTo>
                <a:lnTo>
                  <a:pt x="848" y="13077"/>
                </a:lnTo>
                <a:lnTo>
                  <a:pt x="646" y="13017"/>
                </a:lnTo>
                <a:lnTo>
                  <a:pt x="484" y="12956"/>
                </a:lnTo>
                <a:lnTo>
                  <a:pt x="343" y="12855"/>
                </a:lnTo>
                <a:lnTo>
                  <a:pt x="242" y="12754"/>
                </a:lnTo>
                <a:lnTo>
                  <a:pt x="162" y="12613"/>
                </a:lnTo>
                <a:lnTo>
                  <a:pt x="101" y="12472"/>
                </a:lnTo>
                <a:lnTo>
                  <a:pt x="81" y="12351"/>
                </a:lnTo>
                <a:lnTo>
                  <a:pt x="81" y="12210"/>
                </a:lnTo>
                <a:lnTo>
                  <a:pt x="101" y="12068"/>
                </a:lnTo>
                <a:lnTo>
                  <a:pt x="121" y="11907"/>
                </a:lnTo>
                <a:lnTo>
                  <a:pt x="182" y="11745"/>
                </a:lnTo>
                <a:lnTo>
                  <a:pt x="242" y="11584"/>
                </a:lnTo>
                <a:lnTo>
                  <a:pt x="384" y="11241"/>
                </a:lnTo>
                <a:lnTo>
                  <a:pt x="606" y="10878"/>
                </a:lnTo>
                <a:lnTo>
                  <a:pt x="848" y="10515"/>
                </a:lnTo>
                <a:lnTo>
                  <a:pt x="1110" y="10131"/>
                </a:lnTo>
                <a:lnTo>
                  <a:pt x="1413" y="9768"/>
                </a:lnTo>
                <a:lnTo>
                  <a:pt x="1715" y="9405"/>
                </a:lnTo>
                <a:lnTo>
                  <a:pt x="2038" y="9062"/>
                </a:lnTo>
                <a:lnTo>
                  <a:pt x="2341" y="8739"/>
                </a:lnTo>
                <a:lnTo>
                  <a:pt x="2644" y="8456"/>
                </a:lnTo>
                <a:lnTo>
                  <a:pt x="2926" y="8194"/>
                </a:lnTo>
                <a:lnTo>
                  <a:pt x="3189" y="7972"/>
                </a:lnTo>
                <a:lnTo>
                  <a:pt x="3411" y="7790"/>
                </a:lnTo>
                <a:lnTo>
                  <a:pt x="3592" y="7669"/>
                </a:lnTo>
                <a:lnTo>
                  <a:pt x="4198" y="7306"/>
                </a:lnTo>
                <a:lnTo>
                  <a:pt x="4823" y="6983"/>
                </a:lnTo>
                <a:lnTo>
                  <a:pt x="6095" y="6357"/>
                </a:lnTo>
                <a:lnTo>
                  <a:pt x="6720" y="6055"/>
                </a:lnTo>
                <a:lnTo>
                  <a:pt x="7346" y="5752"/>
                </a:lnTo>
                <a:lnTo>
                  <a:pt x="7971" y="5409"/>
                </a:lnTo>
                <a:lnTo>
                  <a:pt x="8597" y="5066"/>
                </a:lnTo>
                <a:lnTo>
                  <a:pt x="9101" y="4723"/>
                </a:lnTo>
                <a:lnTo>
                  <a:pt x="9606" y="4360"/>
                </a:lnTo>
                <a:lnTo>
                  <a:pt x="10110" y="3976"/>
                </a:lnTo>
                <a:lnTo>
                  <a:pt x="10574" y="3573"/>
                </a:lnTo>
                <a:lnTo>
                  <a:pt x="11018" y="3149"/>
                </a:lnTo>
                <a:lnTo>
                  <a:pt x="11442" y="2705"/>
                </a:lnTo>
                <a:lnTo>
                  <a:pt x="11866" y="2241"/>
                </a:lnTo>
                <a:lnTo>
                  <a:pt x="12249" y="1756"/>
                </a:lnTo>
                <a:lnTo>
                  <a:pt x="12290" y="1716"/>
                </a:lnTo>
                <a:lnTo>
                  <a:pt x="12754" y="1131"/>
                </a:lnTo>
                <a:lnTo>
                  <a:pt x="12996" y="868"/>
                </a:lnTo>
                <a:lnTo>
                  <a:pt x="13238" y="606"/>
                </a:lnTo>
                <a:lnTo>
                  <a:pt x="13521" y="404"/>
                </a:lnTo>
                <a:lnTo>
                  <a:pt x="13662" y="303"/>
                </a:lnTo>
                <a:lnTo>
                  <a:pt x="13803" y="223"/>
                </a:lnTo>
                <a:lnTo>
                  <a:pt x="13965" y="162"/>
                </a:lnTo>
                <a:lnTo>
                  <a:pt x="14126" y="122"/>
                </a:lnTo>
                <a:lnTo>
                  <a:pt x="14288" y="102"/>
                </a:lnTo>
                <a:lnTo>
                  <a:pt x="14449" y="81"/>
                </a:lnTo>
                <a:close/>
                <a:moveTo>
                  <a:pt x="14368" y="1"/>
                </a:moveTo>
                <a:lnTo>
                  <a:pt x="14187" y="21"/>
                </a:lnTo>
                <a:lnTo>
                  <a:pt x="14025" y="61"/>
                </a:lnTo>
                <a:lnTo>
                  <a:pt x="13864" y="122"/>
                </a:lnTo>
                <a:lnTo>
                  <a:pt x="13702" y="202"/>
                </a:lnTo>
                <a:lnTo>
                  <a:pt x="13541" y="283"/>
                </a:lnTo>
                <a:lnTo>
                  <a:pt x="13400" y="384"/>
                </a:lnTo>
                <a:lnTo>
                  <a:pt x="13238" y="505"/>
                </a:lnTo>
                <a:lnTo>
                  <a:pt x="12976" y="768"/>
                </a:lnTo>
                <a:lnTo>
                  <a:pt x="12714" y="1050"/>
                </a:lnTo>
                <a:lnTo>
                  <a:pt x="12451" y="1353"/>
                </a:lnTo>
                <a:lnTo>
                  <a:pt x="12229" y="1655"/>
                </a:lnTo>
                <a:lnTo>
                  <a:pt x="12189" y="1716"/>
                </a:lnTo>
                <a:lnTo>
                  <a:pt x="11805" y="2200"/>
                </a:lnTo>
                <a:lnTo>
                  <a:pt x="11382" y="2664"/>
                </a:lnTo>
                <a:lnTo>
                  <a:pt x="10958" y="3088"/>
                </a:lnTo>
                <a:lnTo>
                  <a:pt x="10514" y="3512"/>
                </a:lnTo>
                <a:lnTo>
                  <a:pt x="10050" y="3916"/>
                </a:lnTo>
                <a:lnTo>
                  <a:pt x="9565" y="4299"/>
                </a:lnTo>
                <a:lnTo>
                  <a:pt x="9061" y="4662"/>
                </a:lnTo>
                <a:lnTo>
                  <a:pt x="8556" y="4985"/>
                </a:lnTo>
                <a:lnTo>
                  <a:pt x="7931" y="5348"/>
                </a:lnTo>
                <a:lnTo>
                  <a:pt x="7305" y="5671"/>
                </a:lnTo>
                <a:lnTo>
                  <a:pt x="6680" y="5994"/>
                </a:lnTo>
                <a:lnTo>
                  <a:pt x="6054" y="6297"/>
                </a:lnTo>
                <a:lnTo>
                  <a:pt x="4783" y="6902"/>
                </a:lnTo>
                <a:lnTo>
                  <a:pt x="4157" y="7245"/>
                </a:lnTo>
                <a:lnTo>
                  <a:pt x="3552" y="7588"/>
                </a:lnTo>
                <a:lnTo>
                  <a:pt x="3370" y="7709"/>
                </a:lnTo>
                <a:lnTo>
                  <a:pt x="3168" y="7891"/>
                </a:lnTo>
                <a:lnTo>
                  <a:pt x="2624" y="8375"/>
                </a:lnTo>
                <a:lnTo>
                  <a:pt x="2321" y="8658"/>
                </a:lnTo>
                <a:lnTo>
                  <a:pt x="1998" y="8981"/>
                </a:lnTo>
                <a:lnTo>
                  <a:pt x="1675" y="9344"/>
                </a:lnTo>
                <a:lnTo>
                  <a:pt x="1352" y="9707"/>
                </a:lnTo>
                <a:lnTo>
                  <a:pt x="1050" y="10071"/>
                </a:lnTo>
                <a:lnTo>
                  <a:pt x="787" y="10454"/>
                </a:lnTo>
                <a:lnTo>
                  <a:pt x="525" y="10837"/>
                </a:lnTo>
                <a:lnTo>
                  <a:pt x="323" y="11201"/>
                </a:lnTo>
                <a:lnTo>
                  <a:pt x="162" y="11564"/>
                </a:lnTo>
                <a:lnTo>
                  <a:pt x="101" y="11725"/>
                </a:lnTo>
                <a:lnTo>
                  <a:pt x="41" y="11907"/>
                </a:lnTo>
                <a:lnTo>
                  <a:pt x="20" y="12068"/>
                </a:lnTo>
                <a:lnTo>
                  <a:pt x="0" y="12210"/>
                </a:lnTo>
                <a:lnTo>
                  <a:pt x="0" y="12371"/>
                </a:lnTo>
                <a:lnTo>
                  <a:pt x="41" y="12492"/>
                </a:lnTo>
                <a:lnTo>
                  <a:pt x="81" y="12654"/>
                </a:lnTo>
                <a:lnTo>
                  <a:pt x="182" y="12795"/>
                </a:lnTo>
                <a:lnTo>
                  <a:pt x="283" y="12916"/>
                </a:lnTo>
                <a:lnTo>
                  <a:pt x="444" y="13017"/>
                </a:lnTo>
                <a:lnTo>
                  <a:pt x="606" y="13098"/>
                </a:lnTo>
                <a:lnTo>
                  <a:pt x="807" y="13158"/>
                </a:lnTo>
                <a:lnTo>
                  <a:pt x="1050" y="13198"/>
                </a:lnTo>
                <a:lnTo>
                  <a:pt x="1312" y="13219"/>
                </a:lnTo>
                <a:lnTo>
                  <a:pt x="2099" y="13259"/>
                </a:lnTo>
                <a:lnTo>
                  <a:pt x="2886" y="13259"/>
                </a:lnTo>
                <a:lnTo>
                  <a:pt x="3915" y="13239"/>
                </a:lnTo>
                <a:lnTo>
                  <a:pt x="4944" y="13198"/>
                </a:lnTo>
                <a:lnTo>
                  <a:pt x="5973" y="13098"/>
                </a:lnTo>
                <a:lnTo>
                  <a:pt x="6982" y="12976"/>
                </a:lnTo>
                <a:lnTo>
                  <a:pt x="7991" y="12835"/>
                </a:lnTo>
                <a:lnTo>
                  <a:pt x="9000" y="12633"/>
                </a:lnTo>
                <a:lnTo>
                  <a:pt x="10009" y="12411"/>
                </a:lnTo>
                <a:lnTo>
                  <a:pt x="10998" y="12149"/>
                </a:lnTo>
                <a:lnTo>
                  <a:pt x="11422" y="12028"/>
                </a:lnTo>
                <a:lnTo>
                  <a:pt x="11846" y="11887"/>
                </a:lnTo>
                <a:lnTo>
                  <a:pt x="12270" y="11725"/>
                </a:lnTo>
                <a:lnTo>
                  <a:pt x="12673" y="11564"/>
                </a:lnTo>
                <a:lnTo>
                  <a:pt x="13077" y="11362"/>
                </a:lnTo>
                <a:lnTo>
                  <a:pt x="13480" y="11160"/>
                </a:lnTo>
                <a:lnTo>
                  <a:pt x="13844" y="10898"/>
                </a:lnTo>
                <a:lnTo>
                  <a:pt x="14207" y="10615"/>
                </a:lnTo>
                <a:lnTo>
                  <a:pt x="14409" y="10454"/>
                </a:lnTo>
                <a:lnTo>
                  <a:pt x="14590" y="10272"/>
                </a:lnTo>
                <a:lnTo>
                  <a:pt x="14752" y="10071"/>
                </a:lnTo>
                <a:lnTo>
                  <a:pt x="14933" y="9869"/>
                </a:lnTo>
                <a:lnTo>
                  <a:pt x="15095" y="9647"/>
                </a:lnTo>
                <a:lnTo>
                  <a:pt x="15236" y="9405"/>
                </a:lnTo>
                <a:lnTo>
                  <a:pt x="15398" y="9162"/>
                </a:lnTo>
                <a:lnTo>
                  <a:pt x="15519" y="8900"/>
                </a:lnTo>
                <a:lnTo>
                  <a:pt x="15781" y="8355"/>
                </a:lnTo>
                <a:lnTo>
                  <a:pt x="16023" y="7730"/>
                </a:lnTo>
                <a:lnTo>
                  <a:pt x="16225" y="7064"/>
                </a:lnTo>
                <a:lnTo>
                  <a:pt x="16407" y="6337"/>
                </a:lnTo>
                <a:lnTo>
                  <a:pt x="16568" y="5570"/>
                </a:lnTo>
                <a:lnTo>
                  <a:pt x="16669" y="4844"/>
                </a:lnTo>
                <a:lnTo>
                  <a:pt x="16729" y="4178"/>
                </a:lnTo>
                <a:lnTo>
                  <a:pt x="16729" y="3855"/>
                </a:lnTo>
                <a:lnTo>
                  <a:pt x="16729" y="3532"/>
                </a:lnTo>
                <a:lnTo>
                  <a:pt x="16709" y="3250"/>
                </a:lnTo>
                <a:lnTo>
                  <a:pt x="16669" y="2947"/>
                </a:lnTo>
                <a:lnTo>
                  <a:pt x="16628" y="2664"/>
                </a:lnTo>
                <a:lnTo>
                  <a:pt x="16568" y="2382"/>
                </a:lnTo>
                <a:lnTo>
                  <a:pt x="16507" y="2120"/>
                </a:lnTo>
                <a:lnTo>
                  <a:pt x="16427" y="1857"/>
                </a:lnTo>
                <a:lnTo>
                  <a:pt x="16326" y="1615"/>
                </a:lnTo>
                <a:lnTo>
                  <a:pt x="16205" y="1373"/>
                </a:lnTo>
                <a:lnTo>
                  <a:pt x="16063" y="1090"/>
                </a:lnTo>
                <a:lnTo>
                  <a:pt x="15882" y="828"/>
                </a:lnTo>
                <a:lnTo>
                  <a:pt x="15680" y="606"/>
                </a:lnTo>
                <a:lnTo>
                  <a:pt x="15478" y="404"/>
                </a:lnTo>
                <a:lnTo>
                  <a:pt x="15256" y="243"/>
                </a:lnTo>
                <a:lnTo>
                  <a:pt x="15034" y="122"/>
                </a:lnTo>
                <a:lnTo>
                  <a:pt x="14792" y="41"/>
                </a:lnTo>
                <a:lnTo>
                  <a:pt x="14550" y="1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68" name="Google Shape;1468;p18"/>
          <p:cNvSpPr/>
          <p:nvPr/>
        </p:nvSpPr>
        <p:spPr>
          <a:xfrm rot="3449335">
            <a:off x="1554254" y="-1020347"/>
            <a:ext cx="1395586" cy="1650631"/>
          </a:xfrm>
          <a:custGeom>
            <a:rect b="b" l="l" r="r" t="t"/>
            <a:pathLst>
              <a:path extrusionOk="0" h="29525" w="24963">
                <a:moveTo>
                  <a:pt x="18727" y="81"/>
                </a:moveTo>
                <a:lnTo>
                  <a:pt x="19211" y="102"/>
                </a:lnTo>
                <a:lnTo>
                  <a:pt x="19514" y="142"/>
                </a:lnTo>
                <a:lnTo>
                  <a:pt x="19837" y="223"/>
                </a:lnTo>
                <a:lnTo>
                  <a:pt x="20140" y="303"/>
                </a:lnTo>
                <a:lnTo>
                  <a:pt x="20442" y="404"/>
                </a:lnTo>
                <a:lnTo>
                  <a:pt x="20745" y="525"/>
                </a:lnTo>
                <a:lnTo>
                  <a:pt x="21048" y="667"/>
                </a:lnTo>
                <a:lnTo>
                  <a:pt x="21330" y="828"/>
                </a:lnTo>
                <a:lnTo>
                  <a:pt x="21613" y="1010"/>
                </a:lnTo>
                <a:lnTo>
                  <a:pt x="21895" y="1212"/>
                </a:lnTo>
                <a:lnTo>
                  <a:pt x="22158" y="1413"/>
                </a:lnTo>
                <a:lnTo>
                  <a:pt x="22420" y="1655"/>
                </a:lnTo>
                <a:lnTo>
                  <a:pt x="22662" y="1898"/>
                </a:lnTo>
                <a:lnTo>
                  <a:pt x="22904" y="2160"/>
                </a:lnTo>
                <a:lnTo>
                  <a:pt x="23126" y="2443"/>
                </a:lnTo>
                <a:lnTo>
                  <a:pt x="23328" y="2725"/>
                </a:lnTo>
                <a:lnTo>
                  <a:pt x="23530" y="3028"/>
                </a:lnTo>
                <a:lnTo>
                  <a:pt x="23691" y="3290"/>
                </a:lnTo>
                <a:lnTo>
                  <a:pt x="23833" y="3573"/>
                </a:lnTo>
                <a:lnTo>
                  <a:pt x="24095" y="4138"/>
                </a:lnTo>
                <a:lnTo>
                  <a:pt x="24317" y="4723"/>
                </a:lnTo>
                <a:lnTo>
                  <a:pt x="24499" y="5369"/>
                </a:lnTo>
                <a:lnTo>
                  <a:pt x="24660" y="6035"/>
                </a:lnTo>
                <a:lnTo>
                  <a:pt x="24761" y="6721"/>
                </a:lnTo>
                <a:lnTo>
                  <a:pt x="24842" y="7467"/>
                </a:lnTo>
                <a:lnTo>
                  <a:pt x="24882" y="8214"/>
                </a:lnTo>
                <a:lnTo>
                  <a:pt x="24882" y="8880"/>
                </a:lnTo>
                <a:lnTo>
                  <a:pt x="24862" y="9546"/>
                </a:lnTo>
                <a:lnTo>
                  <a:pt x="24822" y="10232"/>
                </a:lnTo>
                <a:lnTo>
                  <a:pt x="24761" y="10938"/>
                </a:lnTo>
                <a:lnTo>
                  <a:pt x="24660" y="11665"/>
                </a:lnTo>
                <a:lnTo>
                  <a:pt x="24539" y="12411"/>
                </a:lnTo>
                <a:lnTo>
                  <a:pt x="24398" y="13178"/>
                </a:lnTo>
                <a:lnTo>
                  <a:pt x="24216" y="13986"/>
                </a:lnTo>
                <a:lnTo>
                  <a:pt x="23994" y="14853"/>
                </a:lnTo>
                <a:lnTo>
                  <a:pt x="23873" y="15297"/>
                </a:lnTo>
                <a:lnTo>
                  <a:pt x="23732" y="15721"/>
                </a:lnTo>
                <a:lnTo>
                  <a:pt x="23570" y="16145"/>
                </a:lnTo>
                <a:lnTo>
                  <a:pt x="23369" y="16569"/>
                </a:lnTo>
                <a:lnTo>
                  <a:pt x="23167" y="16972"/>
                </a:lnTo>
                <a:lnTo>
                  <a:pt x="22925" y="17356"/>
                </a:lnTo>
                <a:lnTo>
                  <a:pt x="22682" y="17658"/>
                </a:lnTo>
                <a:lnTo>
                  <a:pt x="22440" y="17961"/>
                </a:lnTo>
                <a:lnTo>
                  <a:pt x="22158" y="18244"/>
                </a:lnTo>
                <a:lnTo>
                  <a:pt x="21875" y="18506"/>
                </a:lnTo>
                <a:lnTo>
                  <a:pt x="21573" y="18748"/>
                </a:lnTo>
                <a:lnTo>
                  <a:pt x="21270" y="18990"/>
                </a:lnTo>
                <a:lnTo>
                  <a:pt x="20947" y="19212"/>
                </a:lnTo>
                <a:lnTo>
                  <a:pt x="20604" y="19414"/>
                </a:lnTo>
                <a:lnTo>
                  <a:pt x="20261" y="19616"/>
                </a:lnTo>
                <a:lnTo>
                  <a:pt x="19918" y="19818"/>
                </a:lnTo>
                <a:lnTo>
                  <a:pt x="19211" y="20181"/>
                </a:lnTo>
                <a:lnTo>
                  <a:pt x="18465" y="20524"/>
                </a:lnTo>
                <a:lnTo>
                  <a:pt x="17738" y="20847"/>
                </a:lnTo>
                <a:lnTo>
                  <a:pt x="17133" y="21109"/>
                </a:lnTo>
                <a:lnTo>
                  <a:pt x="16245" y="21513"/>
                </a:lnTo>
                <a:lnTo>
                  <a:pt x="15418" y="21916"/>
                </a:lnTo>
                <a:lnTo>
                  <a:pt x="14651" y="22340"/>
                </a:lnTo>
                <a:lnTo>
                  <a:pt x="13924" y="22744"/>
                </a:lnTo>
                <a:lnTo>
                  <a:pt x="13258" y="23167"/>
                </a:lnTo>
                <a:lnTo>
                  <a:pt x="12633" y="23611"/>
                </a:lnTo>
                <a:lnTo>
                  <a:pt x="12048" y="24055"/>
                </a:lnTo>
                <a:lnTo>
                  <a:pt x="11503" y="24520"/>
                </a:lnTo>
                <a:lnTo>
                  <a:pt x="11099" y="24883"/>
                </a:lnTo>
                <a:lnTo>
                  <a:pt x="10695" y="25246"/>
                </a:lnTo>
                <a:lnTo>
                  <a:pt x="9949" y="26013"/>
                </a:lnTo>
                <a:lnTo>
                  <a:pt x="9323" y="26638"/>
                </a:lnTo>
                <a:lnTo>
                  <a:pt x="8698" y="27244"/>
                </a:lnTo>
                <a:lnTo>
                  <a:pt x="8355" y="27526"/>
                </a:lnTo>
                <a:lnTo>
                  <a:pt x="8032" y="27809"/>
                </a:lnTo>
                <a:lnTo>
                  <a:pt x="7668" y="28091"/>
                </a:lnTo>
                <a:lnTo>
                  <a:pt x="7325" y="28334"/>
                </a:lnTo>
                <a:lnTo>
                  <a:pt x="6902" y="28596"/>
                </a:lnTo>
                <a:lnTo>
                  <a:pt x="6498" y="28818"/>
                </a:lnTo>
                <a:lnTo>
                  <a:pt x="6094" y="29000"/>
                </a:lnTo>
                <a:lnTo>
                  <a:pt x="5711" y="29141"/>
                </a:lnTo>
                <a:lnTo>
                  <a:pt x="5328" y="29262"/>
                </a:lnTo>
                <a:lnTo>
                  <a:pt x="4964" y="29343"/>
                </a:lnTo>
                <a:lnTo>
                  <a:pt x="4601" y="29403"/>
                </a:lnTo>
                <a:lnTo>
                  <a:pt x="4238" y="29423"/>
                </a:lnTo>
                <a:lnTo>
                  <a:pt x="3915" y="29423"/>
                </a:lnTo>
                <a:lnTo>
                  <a:pt x="3592" y="29403"/>
                </a:lnTo>
                <a:lnTo>
                  <a:pt x="3289" y="29363"/>
                </a:lnTo>
                <a:lnTo>
                  <a:pt x="2987" y="29302"/>
                </a:lnTo>
                <a:lnTo>
                  <a:pt x="2724" y="29221"/>
                </a:lnTo>
                <a:lnTo>
                  <a:pt x="2462" y="29121"/>
                </a:lnTo>
                <a:lnTo>
                  <a:pt x="2240" y="29020"/>
                </a:lnTo>
                <a:lnTo>
                  <a:pt x="2018" y="28899"/>
                </a:lnTo>
                <a:lnTo>
                  <a:pt x="1715" y="28677"/>
                </a:lnTo>
                <a:lnTo>
                  <a:pt x="1433" y="28414"/>
                </a:lnTo>
                <a:lnTo>
                  <a:pt x="1170" y="28132"/>
                </a:lnTo>
                <a:lnTo>
                  <a:pt x="928" y="27809"/>
                </a:lnTo>
                <a:lnTo>
                  <a:pt x="706" y="27446"/>
                </a:lnTo>
                <a:lnTo>
                  <a:pt x="525" y="27062"/>
                </a:lnTo>
                <a:lnTo>
                  <a:pt x="363" y="26659"/>
                </a:lnTo>
                <a:lnTo>
                  <a:pt x="242" y="26235"/>
                </a:lnTo>
                <a:lnTo>
                  <a:pt x="182" y="25952"/>
                </a:lnTo>
                <a:lnTo>
                  <a:pt x="121" y="25670"/>
                </a:lnTo>
                <a:lnTo>
                  <a:pt x="101" y="25387"/>
                </a:lnTo>
                <a:lnTo>
                  <a:pt x="81" y="25105"/>
                </a:lnTo>
                <a:lnTo>
                  <a:pt x="81" y="24802"/>
                </a:lnTo>
                <a:lnTo>
                  <a:pt x="81" y="24520"/>
                </a:lnTo>
                <a:lnTo>
                  <a:pt x="101" y="24237"/>
                </a:lnTo>
                <a:lnTo>
                  <a:pt x="141" y="23954"/>
                </a:lnTo>
                <a:lnTo>
                  <a:pt x="202" y="23672"/>
                </a:lnTo>
                <a:lnTo>
                  <a:pt x="262" y="23389"/>
                </a:lnTo>
                <a:lnTo>
                  <a:pt x="343" y="23107"/>
                </a:lnTo>
                <a:lnTo>
                  <a:pt x="424" y="22824"/>
                </a:lnTo>
                <a:lnTo>
                  <a:pt x="545" y="22562"/>
                </a:lnTo>
                <a:lnTo>
                  <a:pt x="666" y="22300"/>
                </a:lnTo>
                <a:lnTo>
                  <a:pt x="787" y="22037"/>
                </a:lnTo>
                <a:lnTo>
                  <a:pt x="928" y="21795"/>
                </a:lnTo>
                <a:lnTo>
                  <a:pt x="1211" y="21392"/>
                </a:lnTo>
                <a:lnTo>
                  <a:pt x="1514" y="21008"/>
                </a:lnTo>
                <a:lnTo>
                  <a:pt x="1836" y="20645"/>
                </a:lnTo>
                <a:lnTo>
                  <a:pt x="2200" y="20302"/>
                </a:lnTo>
                <a:lnTo>
                  <a:pt x="2563" y="19959"/>
                </a:lnTo>
                <a:lnTo>
                  <a:pt x="2926" y="19656"/>
                </a:lnTo>
                <a:lnTo>
                  <a:pt x="3693" y="19071"/>
                </a:lnTo>
                <a:lnTo>
                  <a:pt x="4238" y="18687"/>
                </a:lnTo>
                <a:lnTo>
                  <a:pt x="4803" y="18304"/>
                </a:lnTo>
                <a:lnTo>
                  <a:pt x="5368" y="17921"/>
                </a:lnTo>
                <a:lnTo>
                  <a:pt x="5953" y="17557"/>
                </a:lnTo>
                <a:lnTo>
                  <a:pt x="6518" y="17194"/>
                </a:lnTo>
                <a:lnTo>
                  <a:pt x="7124" y="16851"/>
                </a:lnTo>
                <a:lnTo>
                  <a:pt x="7709" y="16528"/>
                </a:lnTo>
                <a:lnTo>
                  <a:pt x="8314" y="16205"/>
                </a:lnTo>
                <a:lnTo>
                  <a:pt x="8556" y="16084"/>
                </a:lnTo>
                <a:lnTo>
                  <a:pt x="9162" y="15761"/>
                </a:lnTo>
                <a:lnTo>
                  <a:pt x="9464" y="15580"/>
                </a:lnTo>
                <a:lnTo>
                  <a:pt x="9767" y="15398"/>
                </a:lnTo>
                <a:lnTo>
                  <a:pt x="10050" y="15196"/>
                </a:lnTo>
                <a:lnTo>
                  <a:pt x="10312" y="14995"/>
                </a:lnTo>
                <a:lnTo>
                  <a:pt x="10574" y="14752"/>
                </a:lnTo>
                <a:lnTo>
                  <a:pt x="10796" y="14490"/>
                </a:lnTo>
                <a:lnTo>
                  <a:pt x="10938" y="14308"/>
                </a:lnTo>
                <a:lnTo>
                  <a:pt x="11059" y="14107"/>
                </a:lnTo>
                <a:lnTo>
                  <a:pt x="11180" y="13905"/>
                </a:lnTo>
                <a:lnTo>
                  <a:pt x="11281" y="13683"/>
                </a:lnTo>
                <a:lnTo>
                  <a:pt x="11482" y="13219"/>
                </a:lnTo>
                <a:lnTo>
                  <a:pt x="11624" y="12755"/>
                </a:lnTo>
                <a:lnTo>
                  <a:pt x="11745" y="12270"/>
                </a:lnTo>
                <a:lnTo>
                  <a:pt x="11846" y="11766"/>
                </a:lnTo>
                <a:lnTo>
                  <a:pt x="11926" y="11261"/>
                </a:lnTo>
                <a:lnTo>
                  <a:pt x="11987" y="10777"/>
                </a:lnTo>
                <a:lnTo>
                  <a:pt x="12088" y="9889"/>
                </a:lnTo>
                <a:lnTo>
                  <a:pt x="12169" y="9001"/>
                </a:lnTo>
                <a:lnTo>
                  <a:pt x="12229" y="8153"/>
                </a:lnTo>
                <a:lnTo>
                  <a:pt x="12330" y="7286"/>
                </a:lnTo>
                <a:lnTo>
                  <a:pt x="12451" y="6438"/>
                </a:lnTo>
                <a:lnTo>
                  <a:pt x="12532" y="6014"/>
                </a:lnTo>
                <a:lnTo>
                  <a:pt x="12633" y="5591"/>
                </a:lnTo>
                <a:lnTo>
                  <a:pt x="12814" y="5005"/>
                </a:lnTo>
                <a:lnTo>
                  <a:pt x="13016" y="4420"/>
                </a:lnTo>
                <a:lnTo>
                  <a:pt x="13258" y="3875"/>
                </a:lnTo>
                <a:lnTo>
                  <a:pt x="13541" y="3351"/>
                </a:lnTo>
                <a:lnTo>
                  <a:pt x="13844" y="2866"/>
                </a:lnTo>
                <a:lnTo>
                  <a:pt x="14187" y="2422"/>
                </a:lnTo>
                <a:lnTo>
                  <a:pt x="14550" y="1999"/>
                </a:lnTo>
                <a:lnTo>
                  <a:pt x="14933" y="1615"/>
                </a:lnTo>
                <a:lnTo>
                  <a:pt x="15135" y="1434"/>
                </a:lnTo>
                <a:lnTo>
                  <a:pt x="15357" y="1272"/>
                </a:lnTo>
                <a:lnTo>
                  <a:pt x="15801" y="949"/>
                </a:lnTo>
                <a:lnTo>
                  <a:pt x="16265" y="707"/>
                </a:lnTo>
                <a:lnTo>
                  <a:pt x="16729" y="485"/>
                </a:lnTo>
                <a:lnTo>
                  <a:pt x="17234" y="303"/>
                </a:lnTo>
                <a:lnTo>
                  <a:pt x="17738" y="182"/>
                </a:lnTo>
                <a:lnTo>
                  <a:pt x="17980" y="142"/>
                </a:lnTo>
                <a:lnTo>
                  <a:pt x="18223" y="102"/>
                </a:lnTo>
                <a:lnTo>
                  <a:pt x="18485" y="81"/>
                </a:lnTo>
                <a:close/>
                <a:moveTo>
                  <a:pt x="18646" y="1"/>
                </a:moveTo>
                <a:lnTo>
                  <a:pt x="18364" y="21"/>
                </a:lnTo>
                <a:lnTo>
                  <a:pt x="18081" y="41"/>
                </a:lnTo>
                <a:lnTo>
                  <a:pt x="17799" y="81"/>
                </a:lnTo>
                <a:lnTo>
                  <a:pt x="17516" y="142"/>
                </a:lnTo>
                <a:lnTo>
                  <a:pt x="17234" y="223"/>
                </a:lnTo>
                <a:lnTo>
                  <a:pt x="16951" y="324"/>
                </a:lnTo>
                <a:lnTo>
                  <a:pt x="16669" y="425"/>
                </a:lnTo>
                <a:lnTo>
                  <a:pt x="16406" y="546"/>
                </a:lnTo>
                <a:lnTo>
                  <a:pt x="16124" y="667"/>
                </a:lnTo>
                <a:lnTo>
                  <a:pt x="15862" y="828"/>
                </a:lnTo>
                <a:lnTo>
                  <a:pt x="15599" y="990"/>
                </a:lnTo>
                <a:lnTo>
                  <a:pt x="15357" y="1151"/>
                </a:lnTo>
                <a:lnTo>
                  <a:pt x="15115" y="1353"/>
                </a:lnTo>
                <a:lnTo>
                  <a:pt x="14873" y="1555"/>
                </a:lnTo>
                <a:lnTo>
                  <a:pt x="14489" y="1938"/>
                </a:lnTo>
                <a:lnTo>
                  <a:pt x="14126" y="2362"/>
                </a:lnTo>
                <a:lnTo>
                  <a:pt x="13783" y="2826"/>
                </a:lnTo>
                <a:lnTo>
                  <a:pt x="13460" y="3310"/>
                </a:lnTo>
                <a:lnTo>
                  <a:pt x="13198" y="3835"/>
                </a:lnTo>
                <a:lnTo>
                  <a:pt x="12956" y="4400"/>
                </a:lnTo>
                <a:lnTo>
                  <a:pt x="12734" y="4965"/>
                </a:lnTo>
                <a:lnTo>
                  <a:pt x="12552" y="5570"/>
                </a:lnTo>
                <a:lnTo>
                  <a:pt x="12471" y="5994"/>
                </a:lnTo>
                <a:lnTo>
                  <a:pt x="12370" y="6418"/>
                </a:lnTo>
                <a:lnTo>
                  <a:pt x="12310" y="6842"/>
                </a:lnTo>
                <a:lnTo>
                  <a:pt x="12249" y="7286"/>
                </a:lnTo>
                <a:lnTo>
                  <a:pt x="12148" y="8133"/>
                </a:lnTo>
                <a:lnTo>
                  <a:pt x="12088" y="9001"/>
                </a:lnTo>
                <a:lnTo>
                  <a:pt x="12007" y="9889"/>
                </a:lnTo>
                <a:lnTo>
                  <a:pt x="11906" y="10777"/>
                </a:lnTo>
                <a:lnTo>
                  <a:pt x="11846" y="11261"/>
                </a:lnTo>
                <a:lnTo>
                  <a:pt x="11765" y="11746"/>
                </a:lnTo>
                <a:lnTo>
                  <a:pt x="11664" y="12230"/>
                </a:lnTo>
                <a:lnTo>
                  <a:pt x="11543" y="12714"/>
                </a:lnTo>
                <a:lnTo>
                  <a:pt x="11402" y="13198"/>
                </a:lnTo>
                <a:lnTo>
                  <a:pt x="11220" y="13642"/>
                </a:lnTo>
                <a:lnTo>
                  <a:pt x="11119" y="13844"/>
                </a:lnTo>
                <a:lnTo>
                  <a:pt x="10998" y="14066"/>
                </a:lnTo>
                <a:lnTo>
                  <a:pt x="10877" y="14248"/>
                </a:lnTo>
                <a:lnTo>
                  <a:pt x="10736" y="14450"/>
                </a:lnTo>
                <a:lnTo>
                  <a:pt x="10514" y="14692"/>
                </a:lnTo>
                <a:lnTo>
                  <a:pt x="10272" y="14934"/>
                </a:lnTo>
                <a:lnTo>
                  <a:pt x="9989" y="15136"/>
                </a:lnTo>
                <a:lnTo>
                  <a:pt x="9707" y="15338"/>
                </a:lnTo>
                <a:lnTo>
                  <a:pt x="9424" y="15519"/>
                </a:lnTo>
                <a:lnTo>
                  <a:pt x="9121" y="15681"/>
                </a:lnTo>
                <a:lnTo>
                  <a:pt x="8516" y="16004"/>
                </a:lnTo>
                <a:lnTo>
                  <a:pt x="8274" y="16145"/>
                </a:lnTo>
                <a:lnTo>
                  <a:pt x="7668" y="16447"/>
                </a:lnTo>
                <a:lnTo>
                  <a:pt x="7083" y="16791"/>
                </a:lnTo>
                <a:lnTo>
                  <a:pt x="6478" y="17134"/>
                </a:lnTo>
                <a:lnTo>
                  <a:pt x="5913" y="17497"/>
                </a:lnTo>
                <a:lnTo>
                  <a:pt x="5328" y="17860"/>
                </a:lnTo>
                <a:lnTo>
                  <a:pt x="4763" y="18223"/>
                </a:lnTo>
                <a:lnTo>
                  <a:pt x="4198" y="18607"/>
                </a:lnTo>
                <a:lnTo>
                  <a:pt x="3653" y="19010"/>
                </a:lnTo>
                <a:lnTo>
                  <a:pt x="2866" y="19596"/>
                </a:lnTo>
                <a:lnTo>
                  <a:pt x="2502" y="19918"/>
                </a:lnTo>
                <a:lnTo>
                  <a:pt x="2139" y="20241"/>
                </a:lnTo>
                <a:lnTo>
                  <a:pt x="1776" y="20584"/>
                </a:lnTo>
                <a:lnTo>
                  <a:pt x="1453" y="20948"/>
                </a:lnTo>
                <a:lnTo>
                  <a:pt x="1150" y="21331"/>
                </a:lnTo>
                <a:lnTo>
                  <a:pt x="868" y="21755"/>
                </a:lnTo>
                <a:lnTo>
                  <a:pt x="727" y="21997"/>
                </a:lnTo>
                <a:lnTo>
                  <a:pt x="585" y="22259"/>
                </a:lnTo>
                <a:lnTo>
                  <a:pt x="464" y="22542"/>
                </a:lnTo>
                <a:lnTo>
                  <a:pt x="363" y="22804"/>
                </a:lnTo>
                <a:lnTo>
                  <a:pt x="262" y="23087"/>
                </a:lnTo>
                <a:lnTo>
                  <a:pt x="182" y="23369"/>
                </a:lnTo>
                <a:lnTo>
                  <a:pt x="121" y="23652"/>
                </a:lnTo>
                <a:lnTo>
                  <a:pt x="61" y="23934"/>
                </a:lnTo>
                <a:lnTo>
                  <a:pt x="20" y="24217"/>
                </a:lnTo>
                <a:lnTo>
                  <a:pt x="0" y="24520"/>
                </a:lnTo>
                <a:lnTo>
                  <a:pt x="0" y="24802"/>
                </a:lnTo>
                <a:lnTo>
                  <a:pt x="0" y="25105"/>
                </a:lnTo>
                <a:lnTo>
                  <a:pt x="20" y="25387"/>
                </a:lnTo>
                <a:lnTo>
                  <a:pt x="61" y="25690"/>
                </a:lnTo>
                <a:lnTo>
                  <a:pt x="101" y="25972"/>
                </a:lnTo>
                <a:lnTo>
                  <a:pt x="161" y="26255"/>
                </a:lnTo>
                <a:lnTo>
                  <a:pt x="283" y="26699"/>
                </a:lnTo>
                <a:lnTo>
                  <a:pt x="444" y="27103"/>
                </a:lnTo>
                <a:lnTo>
                  <a:pt x="646" y="27486"/>
                </a:lnTo>
                <a:lnTo>
                  <a:pt x="848" y="27849"/>
                </a:lnTo>
                <a:lnTo>
                  <a:pt x="1110" y="28172"/>
                </a:lnTo>
                <a:lnTo>
                  <a:pt x="1372" y="28475"/>
                </a:lnTo>
                <a:lnTo>
                  <a:pt x="1675" y="28737"/>
                </a:lnTo>
                <a:lnTo>
                  <a:pt x="1978" y="28959"/>
                </a:lnTo>
                <a:lnTo>
                  <a:pt x="2220" y="29100"/>
                </a:lnTo>
                <a:lnTo>
                  <a:pt x="2462" y="29221"/>
                </a:lnTo>
                <a:lnTo>
                  <a:pt x="2704" y="29302"/>
                </a:lnTo>
                <a:lnTo>
                  <a:pt x="2967" y="29383"/>
                </a:lnTo>
                <a:lnTo>
                  <a:pt x="3209" y="29443"/>
                </a:lnTo>
                <a:lnTo>
                  <a:pt x="3471" y="29484"/>
                </a:lnTo>
                <a:lnTo>
                  <a:pt x="3733" y="29504"/>
                </a:lnTo>
                <a:lnTo>
                  <a:pt x="3996" y="29524"/>
                </a:lnTo>
                <a:lnTo>
                  <a:pt x="4460" y="29484"/>
                </a:lnTo>
                <a:lnTo>
                  <a:pt x="4904" y="29423"/>
                </a:lnTo>
                <a:lnTo>
                  <a:pt x="5368" y="29322"/>
                </a:lnTo>
                <a:lnTo>
                  <a:pt x="5812" y="29181"/>
                </a:lnTo>
                <a:lnTo>
                  <a:pt x="6236" y="29020"/>
                </a:lnTo>
                <a:lnTo>
                  <a:pt x="6639" y="28838"/>
                </a:lnTo>
                <a:lnTo>
                  <a:pt x="7003" y="28636"/>
                </a:lnTo>
                <a:lnTo>
                  <a:pt x="7366" y="28414"/>
                </a:lnTo>
                <a:lnTo>
                  <a:pt x="7729" y="28152"/>
                </a:lnTo>
                <a:lnTo>
                  <a:pt x="8072" y="27890"/>
                </a:lnTo>
                <a:lnTo>
                  <a:pt x="8415" y="27587"/>
                </a:lnTo>
                <a:lnTo>
                  <a:pt x="8738" y="27304"/>
                </a:lnTo>
                <a:lnTo>
                  <a:pt x="9384" y="26699"/>
                </a:lnTo>
                <a:lnTo>
                  <a:pt x="9989" y="26073"/>
                </a:lnTo>
                <a:lnTo>
                  <a:pt x="10756" y="25307"/>
                </a:lnTo>
                <a:lnTo>
                  <a:pt x="11139" y="24943"/>
                </a:lnTo>
                <a:lnTo>
                  <a:pt x="11543" y="24580"/>
                </a:lnTo>
                <a:lnTo>
                  <a:pt x="12108" y="24116"/>
                </a:lnTo>
                <a:lnTo>
                  <a:pt x="12693" y="23672"/>
                </a:lnTo>
                <a:lnTo>
                  <a:pt x="13299" y="23248"/>
                </a:lnTo>
                <a:lnTo>
                  <a:pt x="13985" y="22824"/>
                </a:lnTo>
                <a:lnTo>
                  <a:pt x="14691" y="22401"/>
                </a:lnTo>
                <a:lnTo>
                  <a:pt x="15458" y="21997"/>
                </a:lnTo>
                <a:lnTo>
                  <a:pt x="16285" y="21593"/>
                </a:lnTo>
                <a:lnTo>
                  <a:pt x="17173" y="21170"/>
                </a:lnTo>
                <a:lnTo>
                  <a:pt x="17758" y="20907"/>
                </a:lnTo>
                <a:lnTo>
                  <a:pt x="18505" y="20584"/>
                </a:lnTo>
                <a:lnTo>
                  <a:pt x="19252" y="20241"/>
                </a:lnTo>
                <a:lnTo>
                  <a:pt x="19958" y="19878"/>
                </a:lnTo>
                <a:lnTo>
                  <a:pt x="20321" y="19696"/>
                </a:lnTo>
                <a:lnTo>
                  <a:pt x="20664" y="19495"/>
                </a:lnTo>
                <a:lnTo>
                  <a:pt x="20987" y="19273"/>
                </a:lnTo>
                <a:lnTo>
                  <a:pt x="21330" y="19051"/>
                </a:lnTo>
                <a:lnTo>
                  <a:pt x="21633" y="18809"/>
                </a:lnTo>
                <a:lnTo>
                  <a:pt x="21936" y="18566"/>
                </a:lnTo>
                <a:lnTo>
                  <a:pt x="22218" y="18304"/>
                </a:lnTo>
                <a:lnTo>
                  <a:pt x="22501" y="18022"/>
                </a:lnTo>
                <a:lnTo>
                  <a:pt x="22743" y="17719"/>
                </a:lnTo>
                <a:lnTo>
                  <a:pt x="22985" y="17396"/>
                </a:lnTo>
                <a:lnTo>
                  <a:pt x="23227" y="17013"/>
                </a:lnTo>
                <a:lnTo>
                  <a:pt x="23449" y="16589"/>
                </a:lnTo>
                <a:lnTo>
                  <a:pt x="23631" y="16185"/>
                </a:lnTo>
                <a:lnTo>
                  <a:pt x="23792" y="15761"/>
                </a:lnTo>
                <a:lnTo>
                  <a:pt x="23954" y="15317"/>
                </a:lnTo>
                <a:lnTo>
                  <a:pt x="24075" y="14873"/>
                </a:lnTo>
                <a:lnTo>
                  <a:pt x="24297" y="14006"/>
                </a:lnTo>
                <a:lnTo>
                  <a:pt x="24478" y="13198"/>
                </a:lnTo>
                <a:lnTo>
                  <a:pt x="24620" y="12432"/>
                </a:lnTo>
                <a:lnTo>
                  <a:pt x="24741" y="11685"/>
                </a:lnTo>
                <a:lnTo>
                  <a:pt x="24842" y="10938"/>
                </a:lnTo>
                <a:lnTo>
                  <a:pt x="24902" y="10232"/>
                </a:lnTo>
                <a:lnTo>
                  <a:pt x="24943" y="9546"/>
                </a:lnTo>
                <a:lnTo>
                  <a:pt x="24963" y="8880"/>
                </a:lnTo>
                <a:lnTo>
                  <a:pt x="24963" y="8214"/>
                </a:lnTo>
                <a:lnTo>
                  <a:pt x="24922" y="7447"/>
                </a:lnTo>
                <a:lnTo>
                  <a:pt x="24842" y="6721"/>
                </a:lnTo>
                <a:lnTo>
                  <a:pt x="24741" y="6014"/>
                </a:lnTo>
                <a:lnTo>
                  <a:pt x="24579" y="5348"/>
                </a:lnTo>
                <a:lnTo>
                  <a:pt x="24398" y="4703"/>
                </a:lnTo>
                <a:lnTo>
                  <a:pt x="24156" y="4097"/>
                </a:lnTo>
                <a:lnTo>
                  <a:pt x="23893" y="3532"/>
                </a:lnTo>
                <a:lnTo>
                  <a:pt x="23752" y="3250"/>
                </a:lnTo>
                <a:lnTo>
                  <a:pt x="23591" y="2987"/>
                </a:lnTo>
                <a:lnTo>
                  <a:pt x="23389" y="2685"/>
                </a:lnTo>
                <a:lnTo>
                  <a:pt x="23187" y="2382"/>
                </a:lnTo>
                <a:lnTo>
                  <a:pt x="22965" y="2099"/>
                </a:lnTo>
                <a:lnTo>
                  <a:pt x="22723" y="1837"/>
                </a:lnTo>
                <a:lnTo>
                  <a:pt x="22460" y="1595"/>
                </a:lnTo>
                <a:lnTo>
                  <a:pt x="22218" y="1353"/>
                </a:lnTo>
                <a:lnTo>
                  <a:pt x="21936" y="1151"/>
                </a:lnTo>
                <a:lnTo>
                  <a:pt x="21653" y="949"/>
                </a:lnTo>
                <a:lnTo>
                  <a:pt x="21371" y="768"/>
                </a:lnTo>
                <a:lnTo>
                  <a:pt x="21088" y="606"/>
                </a:lnTo>
                <a:lnTo>
                  <a:pt x="20785" y="445"/>
                </a:lnTo>
                <a:lnTo>
                  <a:pt x="20483" y="324"/>
                </a:lnTo>
                <a:lnTo>
                  <a:pt x="20160" y="223"/>
                </a:lnTo>
                <a:lnTo>
                  <a:pt x="19857" y="142"/>
                </a:lnTo>
                <a:lnTo>
                  <a:pt x="19534" y="61"/>
                </a:lnTo>
                <a:lnTo>
                  <a:pt x="19211" y="21"/>
                </a:lnTo>
                <a:lnTo>
                  <a:pt x="18929" y="1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69" name="Google Shape;1469;p18"/>
          <p:cNvSpPr/>
          <p:nvPr/>
        </p:nvSpPr>
        <p:spPr>
          <a:xfrm>
            <a:off x="8938198" y="3915546"/>
            <a:ext cx="2259893" cy="1045918"/>
          </a:xfrm>
          <a:custGeom>
            <a:rect b="b" l="l" r="r" t="t"/>
            <a:pathLst>
              <a:path extrusionOk="0" h="18708" w="40422">
                <a:moveTo>
                  <a:pt x="37434" y="81"/>
                </a:moveTo>
                <a:lnTo>
                  <a:pt x="37919" y="101"/>
                </a:lnTo>
                <a:lnTo>
                  <a:pt x="38403" y="162"/>
                </a:lnTo>
                <a:lnTo>
                  <a:pt x="38887" y="263"/>
                </a:lnTo>
                <a:lnTo>
                  <a:pt x="39372" y="384"/>
                </a:lnTo>
                <a:lnTo>
                  <a:pt x="39634" y="485"/>
                </a:lnTo>
                <a:lnTo>
                  <a:pt x="39796" y="566"/>
                </a:lnTo>
                <a:lnTo>
                  <a:pt x="39957" y="666"/>
                </a:lnTo>
                <a:lnTo>
                  <a:pt x="40098" y="808"/>
                </a:lnTo>
                <a:lnTo>
                  <a:pt x="40219" y="949"/>
                </a:lnTo>
                <a:lnTo>
                  <a:pt x="40260" y="1030"/>
                </a:lnTo>
                <a:lnTo>
                  <a:pt x="40300" y="1110"/>
                </a:lnTo>
                <a:lnTo>
                  <a:pt x="40320" y="1211"/>
                </a:lnTo>
                <a:lnTo>
                  <a:pt x="40340" y="1292"/>
                </a:lnTo>
                <a:lnTo>
                  <a:pt x="40320" y="1413"/>
                </a:lnTo>
                <a:lnTo>
                  <a:pt x="40300" y="1534"/>
                </a:lnTo>
                <a:lnTo>
                  <a:pt x="40260" y="1655"/>
                </a:lnTo>
                <a:lnTo>
                  <a:pt x="40199" y="1756"/>
                </a:lnTo>
                <a:lnTo>
                  <a:pt x="40058" y="1958"/>
                </a:lnTo>
                <a:lnTo>
                  <a:pt x="39876" y="2160"/>
                </a:lnTo>
                <a:lnTo>
                  <a:pt x="39513" y="2523"/>
                </a:lnTo>
                <a:lnTo>
                  <a:pt x="39130" y="2886"/>
                </a:lnTo>
                <a:lnTo>
                  <a:pt x="38322" y="3572"/>
                </a:lnTo>
                <a:lnTo>
                  <a:pt x="37677" y="4117"/>
                </a:lnTo>
                <a:lnTo>
                  <a:pt x="37051" y="4682"/>
                </a:lnTo>
                <a:lnTo>
                  <a:pt x="36748" y="4985"/>
                </a:lnTo>
                <a:lnTo>
                  <a:pt x="36466" y="5308"/>
                </a:lnTo>
                <a:lnTo>
                  <a:pt x="36203" y="5631"/>
                </a:lnTo>
                <a:lnTo>
                  <a:pt x="35961" y="5974"/>
                </a:lnTo>
                <a:lnTo>
                  <a:pt x="35719" y="6337"/>
                </a:lnTo>
                <a:lnTo>
                  <a:pt x="35517" y="6700"/>
                </a:lnTo>
                <a:lnTo>
                  <a:pt x="35336" y="7084"/>
                </a:lnTo>
                <a:lnTo>
                  <a:pt x="35174" y="7467"/>
                </a:lnTo>
                <a:lnTo>
                  <a:pt x="34872" y="8254"/>
                </a:lnTo>
                <a:lnTo>
                  <a:pt x="34589" y="9041"/>
                </a:lnTo>
                <a:lnTo>
                  <a:pt x="34307" y="9869"/>
                </a:lnTo>
                <a:lnTo>
                  <a:pt x="34145" y="10292"/>
                </a:lnTo>
                <a:lnTo>
                  <a:pt x="33984" y="10696"/>
                </a:lnTo>
                <a:lnTo>
                  <a:pt x="33802" y="11100"/>
                </a:lnTo>
                <a:lnTo>
                  <a:pt x="33600" y="11503"/>
                </a:lnTo>
                <a:lnTo>
                  <a:pt x="33378" y="11887"/>
                </a:lnTo>
                <a:lnTo>
                  <a:pt x="33136" y="12250"/>
                </a:lnTo>
                <a:lnTo>
                  <a:pt x="32914" y="12512"/>
                </a:lnTo>
                <a:lnTo>
                  <a:pt x="32712" y="12754"/>
                </a:lnTo>
                <a:lnTo>
                  <a:pt x="32470" y="12996"/>
                </a:lnTo>
                <a:lnTo>
                  <a:pt x="32228" y="13239"/>
                </a:lnTo>
                <a:lnTo>
                  <a:pt x="31986" y="13440"/>
                </a:lnTo>
                <a:lnTo>
                  <a:pt x="31724" y="13642"/>
                </a:lnTo>
                <a:lnTo>
                  <a:pt x="31199" y="14026"/>
                </a:lnTo>
                <a:lnTo>
                  <a:pt x="30634" y="14369"/>
                </a:lnTo>
                <a:lnTo>
                  <a:pt x="30069" y="14692"/>
                </a:lnTo>
                <a:lnTo>
                  <a:pt x="29504" y="14954"/>
                </a:lnTo>
                <a:lnTo>
                  <a:pt x="28939" y="15216"/>
                </a:lnTo>
                <a:lnTo>
                  <a:pt x="27970" y="15640"/>
                </a:lnTo>
                <a:lnTo>
                  <a:pt x="26961" y="16024"/>
                </a:lnTo>
                <a:lnTo>
                  <a:pt x="25952" y="16387"/>
                </a:lnTo>
                <a:lnTo>
                  <a:pt x="24923" y="16730"/>
                </a:lnTo>
                <a:lnTo>
                  <a:pt x="23873" y="17033"/>
                </a:lnTo>
                <a:lnTo>
                  <a:pt x="22804" y="17315"/>
                </a:lnTo>
                <a:lnTo>
                  <a:pt x="21714" y="17557"/>
                </a:lnTo>
                <a:lnTo>
                  <a:pt x="20604" y="17799"/>
                </a:lnTo>
                <a:lnTo>
                  <a:pt x="19494" y="18001"/>
                </a:lnTo>
                <a:lnTo>
                  <a:pt x="18344" y="18163"/>
                </a:lnTo>
                <a:lnTo>
                  <a:pt x="17194" y="18304"/>
                </a:lnTo>
                <a:lnTo>
                  <a:pt x="16023" y="18425"/>
                </a:lnTo>
                <a:lnTo>
                  <a:pt x="14833" y="18526"/>
                </a:lnTo>
                <a:lnTo>
                  <a:pt x="13622" y="18586"/>
                </a:lnTo>
                <a:lnTo>
                  <a:pt x="12391" y="18607"/>
                </a:lnTo>
                <a:lnTo>
                  <a:pt x="11160" y="18627"/>
                </a:lnTo>
                <a:lnTo>
                  <a:pt x="10091" y="18607"/>
                </a:lnTo>
                <a:lnTo>
                  <a:pt x="8981" y="18566"/>
                </a:lnTo>
                <a:lnTo>
                  <a:pt x="7810" y="18465"/>
                </a:lnTo>
                <a:lnTo>
                  <a:pt x="7205" y="18405"/>
                </a:lnTo>
                <a:lnTo>
                  <a:pt x="6599" y="18324"/>
                </a:lnTo>
                <a:lnTo>
                  <a:pt x="5994" y="18243"/>
                </a:lnTo>
                <a:lnTo>
                  <a:pt x="5368" y="18122"/>
                </a:lnTo>
                <a:lnTo>
                  <a:pt x="4763" y="17981"/>
                </a:lnTo>
                <a:lnTo>
                  <a:pt x="4137" y="17840"/>
                </a:lnTo>
                <a:lnTo>
                  <a:pt x="3532" y="17658"/>
                </a:lnTo>
                <a:lnTo>
                  <a:pt x="2927" y="17456"/>
                </a:lnTo>
                <a:lnTo>
                  <a:pt x="2321" y="17234"/>
                </a:lnTo>
                <a:lnTo>
                  <a:pt x="1716" y="16972"/>
                </a:lnTo>
                <a:lnTo>
                  <a:pt x="1312" y="16790"/>
                </a:lnTo>
                <a:lnTo>
                  <a:pt x="1131" y="16669"/>
                </a:lnTo>
                <a:lnTo>
                  <a:pt x="949" y="16548"/>
                </a:lnTo>
                <a:lnTo>
                  <a:pt x="767" y="16427"/>
                </a:lnTo>
                <a:lnTo>
                  <a:pt x="606" y="16286"/>
                </a:lnTo>
                <a:lnTo>
                  <a:pt x="465" y="16124"/>
                </a:lnTo>
                <a:lnTo>
                  <a:pt x="323" y="15963"/>
                </a:lnTo>
                <a:lnTo>
                  <a:pt x="243" y="15802"/>
                </a:lnTo>
                <a:lnTo>
                  <a:pt x="162" y="15640"/>
                </a:lnTo>
                <a:lnTo>
                  <a:pt x="122" y="15499"/>
                </a:lnTo>
                <a:lnTo>
                  <a:pt x="101" y="15337"/>
                </a:lnTo>
                <a:lnTo>
                  <a:pt x="81" y="15196"/>
                </a:lnTo>
                <a:lnTo>
                  <a:pt x="101" y="15055"/>
                </a:lnTo>
                <a:lnTo>
                  <a:pt x="122" y="14914"/>
                </a:lnTo>
                <a:lnTo>
                  <a:pt x="162" y="14772"/>
                </a:lnTo>
                <a:lnTo>
                  <a:pt x="222" y="14631"/>
                </a:lnTo>
                <a:lnTo>
                  <a:pt x="283" y="14490"/>
                </a:lnTo>
                <a:lnTo>
                  <a:pt x="444" y="14207"/>
                </a:lnTo>
                <a:lnTo>
                  <a:pt x="646" y="13945"/>
                </a:lnTo>
                <a:lnTo>
                  <a:pt x="868" y="13703"/>
                </a:lnTo>
                <a:lnTo>
                  <a:pt x="1453" y="13077"/>
                </a:lnTo>
                <a:lnTo>
                  <a:pt x="2059" y="12472"/>
                </a:lnTo>
                <a:lnTo>
                  <a:pt x="2684" y="11887"/>
                </a:lnTo>
                <a:lnTo>
                  <a:pt x="3310" y="11322"/>
                </a:lnTo>
                <a:lnTo>
                  <a:pt x="3936" y="10797"/>
                </a:lnTo>
                <a:lnTo>
                  <a:pt x="4602" y="10272"/>
                </a:lnTo>
                <a:lnTo>
                  <a:pt x="5267" y="9768"/>
                </a:lnTo>
                <a:lnTo>
                  <a:pt x="5974" y="9283"/>
                </a:lnTo>
                <a:lnTo>
                  <a:pt x="6680" y="8819"/>
                </a:lnTo>
                <a:lnTo>
                  <a:pt x="7427" y="8355"/>
                </a:lnTo>
                <a:lnTo>
                  <a:pt x="8173" y="7891"/>
                </a:lnTo>
                <a:lnTo>
                  <a:pt x="8960" y="7467"/>
                </a:lnTo>
                <a:lnTo>
                  <a:pt x="9808" y="7003"/>
                </a:lnTo>
                <a:lnTo>
                  <a:pt x="10676" y="6579"/>
                </a:lnTo>
                <a:lnTo>
                  <a:pt x="11564" y="6155"/>
                </a:lnTo>
                <a:lnTo>
                  <a:pt x="12492" y="5752"/>
                </a:lnTo>
                <a:lnTo>
                  <a:pt x="13380" y="5389"/>
                </a:lnTo>
                <a:lnTo>
                  <a:pt x="14268" y="5046"/>
                </a:lnTo>
                <a:lnTo>
                  <a:pt x="15176" y="4702"/>
                </a:lnTo>
                <a:lnTo>
                  <a:pt x="16084" y="4380"/>
                </a:lnTo>
                <a:lnTo>
                  <a:pt x="17012" y="4077"/>
                </a:lnTo>
                <a:lnTo>
                  <a:pt x="17920" y="3794"/>
                </a:lnTo>
                <a:lnTo>
                  <a:pt x="18849" y="3512"/>
                </a:lnTo>
                <a:lnTo>
                  <a:pt x="19777" y="3270"/>
                </a:lnTo>
                <a:lnTo>
                  <a:pt x="21613" y="2765"/>
                </a:lnTo>
                <a:lnTo>
                  <a:pt x="23470" y="2321"/>
                </a:lnTo>
                <a:lnTo>
                  <a:pt x="25286" y="1918"/>
                </a:lnTo>
                <a:lnTo>
                  <a:pt x="27102" y="1534"/>
                </a:lnTo>
                <a:lnTo>
                  <a:pt x="29362" y="1070"/>
                </a:lnTo>
                <a:lnTo>
                  <a:pt x="30452" y="868"/>
                </a:lnTo>
                <a:lnTo>
                  <a:pt x="31502" y="687"/>
                </a:lnTo>
                <a:lnTo>
                  <a:pt x="32531" y="525"/>
                </a:lnTo>
                <a:lnTo>
                  <a:pt x="33560" y="384"/>
                </a:lnTo>
                <a:lnTo>
                  <a:pt x="34569" y="263"/>
                </a:lnTo>
                <a:lnTo>
                  <a:pt x="35578" y="162"/>
                </a:lnTo>
                <a:lnTo>
                  <a:pt x="36486" y="81"/>
                </a:lnTo>
                <a:close/>
                <a:moveTo>
                  <a:pt x="36486" y="1"/>
                </a:moveTo>
                <a:lnTo>
                  <a:pt x="35558" y="81"/>
                </a:lnTo>
                <a:lnTo>
                  <a:pt x="34549" y="182"/>
                </a:lnTo>
                <a:lnTo>
                  <a:pt x="33540" y="303"/>
                </a:lnTo>
                <a:lnTo>
                  <a:pt x="32511" y="444"/>
                </a:lnTo>
                <a:lnTo>
                  <a:pt x="31481" y="606"/>
                </a:lnTo>
                <a:lnTo>
                  <a:pt x="30432" y="788"/>
                </a:lnTo>
                <a:lnTo>
                  <a:pt x="29362" y="989"/>
                </a:lnTo>
                <a:lnTo>
                  <a:pt x="27082" y="1453"/>
                </a:lnTo>
                <a:lnTo>
                  <a:pt x="25286" y="1837"/>
                </a:lnTo>
                <a:lnTo>
                  <a:pt x="23450" y="2241"/>
                </a:lnTo>
                <a:lnTo>
                  <a:pt x="21593" y="2705"/>
                </a:lnTo>
                <a:lnTo>
                  <a:pt x="19757" y="3189"/>
                </a:lnTo>
                <a:lnTo>
                  <a:pt x="18828" y="3451"/>
                </a:lnTo>
                <a:lnTo>
                  <a:pt x="17900" y="3714"/>
                </a:lnTo>
                <a:lnTo>
                  <a:pt x="16992" y="3996"/>
                </a:lnTo>
                <a:lnTo>
                  <a:pt x="16064" y="4299"/>
                </a:lnTo>
                <a:lnTo>
                  <a:pt x="15156" y="4622"/>
                </a:lnTo>
                <a:lnTo>
                  <a:pt x="14248" y="4965"/>
                </a:lnTo>
                <a:lnTo>
                  <a:pt x="13339" y="5308"/>
                </a:lnTo>
                <a:lnTo>
                  <a:pt x="12452" y="5691"/>
                </a:lnTo>
                <a:lnTo>
                  <a:pt x="11543" y="6095"/>
                </a:lnTo>
                <a:lnTo>
                  <a:pt x="10635" y="6499"/>
                </a:lnTo>
                <a:lnTo>
                  <a:pt x="9768" y="6942"/>
                </a:lnTo>
                <a:lnTo>
                  <a:pt x="8920" y="7386"/>
                </a:lnTo>
                <a:lnTo>
                  <a:pt x="8133" y="7830"/>
                </a:lnTo>
                <a:lnTo>
                  <a:pt x="7386" y="8274"/>
                </a:lnTo>
                <a:lnTo>
                  <a:pt x="6640" y="8738"/>
                </a:lnTo>
                <a:lnTo>
                  <a:pt x="5933" y="9223"/>
                </a:lnTo>
                <a:lnTo>
                  <a:pt x="5227" y="9707"/>
                </a:lnTo>
                <a:lnTo>
                  <a:pt x="4541" y="10212"/>
                </a:lnTo>
                <a:lnTo>
                  <a:pt x="3895" y="10736"/>
                </a:lnTo>
                <a:lnTo>
                  <a:pt x="3270" y="11261"/>
                </a:lnTo>
                <a:lnTo>
                  <a:pt x="2624" y="11826"/>
                </a:lnTo>
                <a:lnTo>
                  <a:pt x="1998" y="12411"/>
                </a:lnTo>
                <a:lnTo>
                  <a:pt x="1393" y="13017"/>
                </a:lnTo>
                <a:lnTo>
                  <a:pt x="808" y="13642"/>
                </a:lnTo>
                <a:lnTo>
                  <a:pt x="586" y="13905"/>
                </a:lnTo>
                <a:lnTo>
                  <a:pt x="364" y="14187"/>
                </a:lnTo>
                <a:lnTo>
                  <a:pt x="202" y="14470"/>
                </a:lnTo>
                <a:lnTo>
                  <a:pt x="122" y="14611"/>
                </a:lnTo>
                <a:lnTo>
                  <a:pt x="81" y="14752"/>
                </a:lnTo>
                <a:lnTo>
                  <a:pt x="41" y="14893"/>
                </a:lnTo>
                <a:lnTo>
                  <a:pt x="0" y="15055"/>
                </a:lnTo>
                <a:lnTo>
                  <a:pt x="0" y="15196"/>
                </a:lnTo>
                <a:lnTo>
                  <a:pt x="0" y="15358"/>
                </a:lnTo>
                <a:lnTo>
                  <a:pt x="41" y="15519"/>
                </a:lnTo>
                <a:lnTo>
                  <a:pt x="101" y="15680"/>
                </a:lnTo>
                <a:lnTo>
                  <a:pt x="162" y="15842"/>
                </a:lnTo>
                <a:lnTo>
                  <a:pt x="263" y="16003"/>
                </a:lnTo>
                <a:lnTo>
                  <a:pt x="404" y="16185"/>
                </a:lnTo>
                <a:lnTo>
                  <a:pt x="545" y="16346"/>
                </a:lnTo>
                <a:lnTo>
                  <a:pt x="727" y="16488"/>
                </a:lnTo>
                <a:lnTo>
                  <a:pt x="888" y="16629"/>
                </a:lnTo>
                <a:lnTo>
                  <a:pt x="1090" y="16750"/>
                </a:lnTo>
                <a:lnTo>
                  <a:pt x="1272" y="16851"/>
                </a:lnTo>
                <a:lnTo>
                  <a:pt x="1675" y="17053"/>
                </a:lnTo>
                <a:lnTo>
                  <a:pt x="2281" y="17295"/>
                </a:lnTo>
                <a:lnTo>
                  <a:pt x="2886" y="17537"/>
                </a:lnTo>
                <a:lnTo>
                  <a:pt x="3512" y="17739"/>
                </a:lnTo>
                <a:lnTo>
                  <a:pt x="4117" y="17920"/>
                </a:lnTo>
                <a:lnTo>
                  <a:pt x="4743" y="18062"/>
                </a:lnTo>
                <a:lnTo>
                  <a:pt x="5348" y="18203"/>
                </a:lnTo>
                <a:lnTo>
                  <a:pt x="5974" y="18324"/>
                </a:lnTo>
                <a:lnTo>
                  <a:pt x="6579" y="18405"/>
                </a:lnTo>
                <a:lnTo>
                  <a:pt x="7185" y="18485"/>
                </a:lnTo>
                <a:lnTo>
                  <a:pt x="7790" y="18546"/>
                </a:lnTo>
                <a:lnTo>
                  <a:pt x="8960" y="18647"/>
                </a:lnTo>
                <a:lnTo>
                  <a:pt x="10091" y="18687"/>
                </a:lnTo>
                <a:lnTo>
                  <a:pt x="11160" y="18707"/>
                </a:lnTo>
                <a:lnTo>
                  <a:pt x="11443" y="18707"/>
                </a:lnTo>
                <a:lnTo>
                  <a:pt x="12653" y="18687"/>
                </a:lnTo>
                <a:lnTo>
                  <a:pt x="13864" y="18647"/>
                </a:lnTo>
                <a:lnTo>
                  <a:pt x="15055" y="18586"/>
                </a:lnTo>
                <a:lnTo>
                  <a:pt x="16225" y="18485"/>
                </a:lnTo>
                <a:lnTo>
                  <a:pt x="17376" y="18364"/>
                </a:lnTo>
                <a:lnTo>
                  <a:pt x="18526" y="18223"/>
                </a:lnTo>
                <a:lnTo>
                  <a:pt x="19636" y="18042"/>
                </a:lnTo>
                <a:lnTo>
                  <a:pt x="20746" y="17840"/>
                </a:lnTo>
                <a:lnTo>
                  <a:pt x="21835" y="17618"/>
                </a:lnTo>
                <a:lnTo>
                  <a:pt x="22905" y="17376"/>
                </a:lnTo>
                <a:lnTo>
                  <a:pt x="23974" y="17093"/>
                </a:lnTo>
                <a:lnTo>
                  <a:pt x="25004" y="16790"/>
                </a:lnTo>
                <a:lnTo>
                  <a:pt x="26033" y="16447"/>
                </a:lnTo>
                <a:lnTo>
                  <a:pt x="27022" y="16084"/>
                </a:lnTo>
                <a:lnTo>
                  <a:pt x="28010" y="15701"/>
                </a:lnTo>
                <a:lnTo>
                  <a:pt x="28979" y="15297"/>
                </a:lnTo>
                <a:lnTo>
                  <a:pt x="29544" y="15035"/>
                </a:lnTo>
                <a:lnTo>
                  <a:pt x="30109" y="14752"/>
                </a:lnTo>
                <a:lnTo>
                  <a:pt x="30674" y="14449"/>
                </a:lnTo>
                <a:lnTo>
                  <a:pt x="31239" y="14086"/>
                </a:lnTo>
                <a:lnTo>
                  <a:pt x="31784" y="13703"/>
                </a:lnTo>
                <a:lnTo>
                  <a:pt x="32046" y="13501"/>
                </a:lnTo>
                <a:lnTo>
                  <a:pt x="32289" y="13279"/>
                </a:lnTo>
                <a:lnTo>
                  <a:pt x="32531" y="13057"/>
                </a:lnTo>
                <a:lnTo>
                  <a:pt x="32773" y="12815"/>
                </a:lnTo>
                <a:lnTo>
                  <a:pt x="32995" y="12553"/>
                </a:lnTo>
                <a:lnTo>
                  <a:pt x="33197" y="12290"/>
                </a:lnTo>
                <a:lnTo>
                  <a:pt x="33439" y="11927"/>
                </a:lnTo>
                <a:lnTo>
                  <a:pt x="33661" y="11544"/>
                </a:lnTo>
                <a:lnTo>
                  <a:pt x="33863" y="11140"/>
                </a:lnTo>
                <a:lnTo>
                  <a:pt x="34044" y="10736"/>
                </a:lnTo>
                <a:lnTo>
                  <a:pt x="34226" y="10333"/>
                </a:lnTo>
                <a:lnTo>
                  <a:pt x="34367" y="9909"/>
                </a:lnTo>
                <a:lnTo>
                  <a:pt x="34670" y="9061"/>
                </a:lnTo>
                <a:lnTo>
                  <a:pt x="34952" y="8274"/>
                </a:lnTo>
                <a:lnTo>
                  <a:pt x="35235" y="7487"/>
                </a:lnTo>
                <a:lnTo>
                  <a:pt x="35416" y="7104"/>
                </a:lnTo>
                <a:lnTo>
                  <a:pt x="35598" y="6741"/>
                </a:lnTo>
                <a:lnTo>
                  <a:pt x="35800" y="6377"/>
                </a:lnTo>
                <a:lnTo>
                  <a:pt x="36022" y="6014"/>
                </a:lnTo>
                <a:lnTo>
                  <a:pt x="36264" y="5671"/>
                </a:lnTo>
                <a:lnTo>
                  <a:pt x="36526" y="5348"/>
                </a:lnTo>
                <a:lnTo>
                  <a:pt x="36809" y="5046"/>
                </a:lnTo>
                <a:lnTo>
                  <a:pt x="37112" y="4743"/>
                </a:lnTo>
                <a:lnTo>
                  <a:pt x="37737" y="4178"/>
                </a:lnTo>
                <a:lnTo>
                  <a:pt x="38383" y="3633"/>
                </a:lnTo>
                <a:lnTo>
                  <a:pt x="39170" y="2947"/>
                </a:lnTo>
                <a:lnTo>
                  <a:pt x="39574" y="2584"/>
                </a:lnTo>
                <a:lnTo>
                  <a:pt x="39937" y="2200"/>
                </a:lnTo>
                <a:lnTo>
                  <a:pt x="40118" y="2019"/>
                </a:lnTo>
                <a:lnTo>
                  <a:pt x="40280" y="1797"/>
                </a:lnTo>
                <a:lnTo>
                  <a:pt x="40340" y="1675"/>
                </a:lnTo>
                <a:lnTo>
                  <a:pt x="40381" y="1554"/>
                </a:lnTo>
                <a:lnTo>
                  <a:pt x="40401" y="1433"/>
                </a:lnTo>
                <a:lnTo>
                  <a:pt x="40421" y="1292"/>
                </a:lnTo>
                <a:lnTo>
                  <a:pt x="40401" y="1191"/>
                </a:lnTo>
                <a:lnTo>
                  <a:pt x="40381" y="1090"/>
                </a:lnTo>
                <a:lnTo>
                  <a:pt x="40340" y="989"/>
                </a:lnTo>
                <a:lnTo>
                  <a:pt x="40280" y="909"/>
                </a:lnTo>
                <a:lnTo>
                  <a:pt x="40159" y="747"/>
                </a:lnTo>
                <a:lnTo>
                  <a:pt x="40018" y="626"/>
                </a:lnTo>
                <a:lnTo>
                  <a:pt x="39836" y="505"/>
                </a:lnTo>
                <a:lnTo>
                  <a:pt x="39674" y="424"/>
                </a:lnTo>
                <a:lnTo>
                  <a:pt x="39392" y="303"/>
                </a:lnTo>
                <a:lnTo>
                  <a:pt x="38908" y="182"/>
                </a:lnTo>
                <a:lnTo>
                  <a:pt x="38423" y="81"/>
                </a:lnTo>
                <a:lnTo>
                  <a:pt x="37939" y="21"/>
                </a:lnTo>
                <a:lnTo>
                  <a:pt x="37455" y="1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70" name="Google Shape;1470;p18"/>
          <p:cNvSpPr/>
          <p:nvPr/>
        </p:nvSpPr>
        <p:spPr>
          <a:xfrm>
            <a:off x="1754085" y="4576657"/>
            <a:ext cx="653335" cy="572101"/>
          </a:xfrm>
          <a:custGeom>
            <a:rect b="b" l="l" r="r" t="t"/>
            <a:pathLst>
              <a:path extrusionOk="0" h="10233" w="11686">
                <a:moveTo>
                  <a:pt x="10817" y="82"/>
                </a:moveTo>
                <a:lnTo>
                  <a:pt x="10918" y="102"/>
                </a:lnTo>
                <a:lnTo>
                  <a:pt x="10979" y="142"/>
                </a:lnTo>
                <a:lnTo>
                  <a:pt x="11039" y="182"/>
                </a:lnTo>
                <a:lnTo>
                  <a:pt x="11120" y="303"/>
                </a:lnTo>
                <a:lnTo>
                  <a:pt x="11201" y="445"/>
                </a:lnTo>
                <a:lnTo>
                  <a:pt x="11241" y="586"/>
                </a:lnTo>
                <a:lnTo>
                  <a:pt x="11382" y="1191"/>
                </a:lnTo>
                <a:lnTo>
                  <a:pt x="11504" y="1797"/>
                </a:lnTo>
                <a:lnTo>
                  <a:pt x="11564" y="2422"/>
                </a:lnTo>
                <a:lnTo>
                  <a:pt x="11604" y="3028"/>
                </a:lnTo>
                <a:lnTo>
                  <a:pt x="11584" y="3653"/>
                </a:lnTo>
                <a:lnTo>
                  <a:pt x="11544" y="4259"/>
                </a:lnTo>
                <a:lnTo>
                  <a:pt x="11463" y="4884"/>
                </a:lnTo>
                <a:lnTo>
                  <a:pt x="11342" y="5490"/>
                </a:lnTo>
                <a:lnTo>
                  <a:pt x="11241" y="5853"/>
                </a:lnTo>
                <a:lnTo>
                  <a:pt x="11140" y="6176"/>
                </a:lnTo>
                <a:lnTo>
                  <a:pt x="11019" y="6499"/>
                </a:lnTo>
                <a:lnTo>
                  <a:pt x="10878" y="6781"/>
                </a:lnTo>
                <a:lnTo>
                  <a:pt x="10737" y="7044"/>
                </a:lnTo>
                <a:lnTo>
                  <a:pt x="10575" y="7286"/>
                </a:lnTo>
                <a:lnTo>
                  <a:pt x="10414" y="7488"/>
                </a:lnTo>
                <a:lnTo>
                  <a:pt x="10212" y="7669"/>
                </a:lnTo>
                <a:lnTo>
                  <a:pt x="10030" y="7831"/>
                </a:lnTo>
                <a:lnTo>
                  <a:pt x="9849" y="7972"/>
                </a:lnTo>
                <a:lnTo>
                  <a:pt x="9647" y="8093"/>
                </a:lnTo>
                <a:lnTo>
                  <a:pt x="9425" y="8194"/>
                </a:lnTo>
                <a:lnTo>
                  <a:pt x="9001" y="8396"/>
                </a:lnTo>
                <a:lnTo>
                  <a:pt x="8557" y="8557"/>
                </a:lnTo>
                <a:lnTo>
                  <a:pt x="7730" y="8840"/>
                </a:lnTo>
                <a:lnTo>
                  <a:pt x="6862" y="9142"/>
                </a:lnTo>
                <a:lnTo>
                  <a:pt x="5974" y="9405"/>
                </a:lnTo>
                <a:lnTo>
                  <a:pt x="5066" y="9647"/>
                </a:lnTo>
                <a:lnTo>
                  <a:pt x="4158" y="9849"/>
                </a:lnTo>
                <a:lnTo>
                  <a:pt x="3714" y="9950"/>
                </a:lnTo>
                <a:lnTo>
                  <a:pt x="3270" y="10010"/>
                </a:lnTo>
                <a:lnTo>
                  <a:pt x="2806" y="10071"/>
                </a:lnTo>
                <a:lnTo>
                  <a:pt x="2362" y="10111"/>
                </a:lnTo>
                <a:lnTo>
                  <a:pt x="1918" y="10151"/>
                </a:lnTo>
                <a:lnTo>
                  <a:pt x="1252" y="10151"/>
                </a:lnTo>
                <a:lnTo>
                  <a:pt x="1070" y="10131"/>
                </a:lnTo>
                <a:lnTo>
                  <a:pt x="889" y="10071"/>
                </a:lnTo>
                <a:lnTo>
                  <a:pt x="707" y="10010"/>
                </a:lnTo>
                <a:lnTo>
                  <a:pt x="566" y="9950"/>
                </a:lnTo>
                <a:lnTo>
                  <a:pt x="425" y="9849"/>
                </a:lnTo>
                <a:lnTo>
                  <a:pt x="324" y="9748"/>
                </a:lnTo>
                <a:lnTo>
                  <a:pt x="223" y="9627"/>
                </a:lnTo>
                <a:lnTo>
                  <a:pt x="162" y="9526"/>
                </a:lnTo>
                <a:lnTo>
                  <a:pt x="122" y="9405"/>
                </a:lnTo>
                <a:lnTo>
                  <a:pt x="102" y="9284"/>
                </a:lnTo>
                <a:lnTo>
                  <a:pt x="82" y="9163"/>
                </a:lnTo>
                <a:lnTo>
                  <a:pt x="102" y="9021"/>
                </a:lnTo>
                <a:lnTo>
                  <a:pt x="122" y="8880"/>
                </a:lnTo>
                <a:lnTo>
                  <a:pt x="162" y="8739"/>
                </a:lnTo>
                <a:lnTo>
                  <a:pt x="223" y="8577"/>
                </a:lnTo>
                <a:lnTo>
                  <a:pt x="324" y="8416"/>
                </a:lnTo>
                <a:lnTo>
                  <a:pt x="425" y="8234"/>
                </a:lnTo>
                <a:lnTo>
                  <a:pt x="546" y="8073"/>
                </a:lnTo>
                <a:lnTo>
                  <a:pt x="667" y="7911"/>
                </a:lnTo>
                <a:lnTo>
                  <a:pt x="970" y="7589"/>
                </a:lnTo>
                <a:lnTo>
                  <a:pt x="1292" y="7306"/>
                </a:lnTo>
                <a:lnTo>
                  <a:pt x="1615" y="7064"/>
                </a:lnTo>
                <a:lnTo>
                  <a:pt x="1979" y="6822"/>
                </a:lnTo>
                <a:lnTo>
                  <a:pt x="2322" y="6620"/>
                </a:lnTo>
                <a:lnTo>
                  <a:pt x="2645" y="6438"/>
                </a:lnTo>
                <a:lnTo>
                  <a:pt x="3008" y="6257"/>
                </a:lnTo>
                <a:lnTo>
                  <a:pt x="3391" y="6075"/>
                </a:lnTo>
                <a:lnTo>
                  <a:pt x="4138" y="5752"/>
                </a:lnTo>
                <a:lnTo>
                  <a:pt x="5107" y="5328"/>
                </a:lnTo>
                <a:lnTo>
                  <a:pt x="5591" y="5086"/>
                </a:lnTo>
                <a:lnTo>
                  <a:pt x="6055" y="4824"/>
                </a:lnTo>
                <a:lnTo>
                  <a:pt x="6459" y="4582"/>
                </a:lnTo>
                <a:lnTo>
                  <a:pt x="6822" y="4319"/>
                </a:lnTo>
                <a:lnTo>
                  <a:pt x="7185" y="4017"/>
                </a:lnTo>
                <a:lnTo>
                  <a:pt x="7528" y="3714"/>
                </a:lnTo>
                <a:lnTo>
                  <a:pt x="7851" y="3391"/>
                </a:lnTo>
                <a:lnTo>
                  <a:pt x="8174" y="3048"/>
                </a:lnTo>
                <a:lnTo>
                  <a:pt x="8456" y="2685"/>
                </a:lnTo>
                <a:lnTo>
                  <a:pt x="8719" y="2301"/>
                </a:lnTo>
                <a:lnTo>
                  <a:pt x="9021" y="1817"/>
                </a:lnTo>
                <a:lnTo>
                  <a:pt x="9324" y="1353"/>
                </a:lnTo>
                <a:lnTo>
                  <a:pt x="9465" y="1131"/>
                </a:lnTo>
                <a:lnTo>
                  <a:pt x="9647" y="909"/>
                </a:lnTo>
                <a:lnTo>
                  <a:pt x="9808" y="707"/>
                </a:lnTo>
                <a:lnTo>
                  <a:pt x="10010" y="525"/>
                </a:lnTo>
                <a:lnTo>
                  <a:pt x="10212" y="344"/>
                </a:lnTo>
                <a:lnTo>
                  <a:pt x="10434" y="203"/>
                </a:lnTo>
                <a:lnTo>
                  <a:pt x="10575" y="122"/>
                </a:lnTo>
                <a:lnTo>
                  <a:pt x="10696" y="102"/>
                </a:lnTo>
                <a:lnTo>
                  <a:pt x="10817" y="82"/>
                </a:lnTo>
                <a:close/>
                <a:moveTo>
                  <a:pt x="10838" y="1"/>
                </a:moveTo>
                <a:lnTo>
                  <a:pt x="10696" y="21"/>
                </a:lnTo>
                <a:lnTo>
                  <a:pt x="10555" y="61"/>
                </a:lnTo>
                <a:lnTo>
                  <a:pt x="10394" y="122"/>
                </a:lnTo>
                <a:lnTo>
                  <a:pt x="10152" y="283"/>
                </a:lnTo>
                <a:lnTo>
                  <a:pt x="9950" y="445"/>
                </a:lnTo>
                <a:lnTo>
                  <a:pt x="9748" y="647"/>
                </a:lnTo>
                <a:lnTo>
                  <a:pt x="9586" y="848"/>
                </a:lnTo>
                <a:lnTo>
                  <a:pt x="9405" y="1070"/>
                </a:lnTo>
                <a:lnTo>
                  <a:pt x="9264" y="1312"/>
                </a:lnTo>
                <a:lnTo>
                  <a:pt x="8961" y="1777"/>
                </a:lnTo>
                <a:lnTo>
                  <a:pt x="8658" y="2261"/>
                </a:lnTo>
                <a:lnTo>
                  <a:pt x="8396" y="2624"/>
                </a:lnTo>
                <a:lnTo>
                  <a:pt x="8113" y="2987"/>
                </a:lnTo>
                <a:lnTo>
                  <a:pt x="7790" y="3331"/>
                </a:lnTo>
                <a:lnTo>
                  <a:pt x="7468" y="3653"/>
                </a:lnTo>
                <a:lnTo>
                  <a:pt x="7145" y="3956"/>
                </a:lnTo>
                <a:lnTo>
                  <a:pt x="6781" y="4239"/>
                </a:lnTo>
                <a:lnTo>
                  <a:pt x="6398" y="4521"/>
                </a:lnTo>
                <a:lnTo>
                  <a:pt x="6015" y="4763"/>
                </a:lnTo>
                <a:lnTo>
                  <a:pt x="5550" y="5026"/>
                </a:lnTo>
                <a:lnTo>
                  <a:pt x="5066" y="5248"/>
                </a:lnTo>
                <a:lnTo>
                  <a:pt x="4097" y="5692"/>
                </a:lnTo>
                <a:lnTo>
                  <a:pt x="3351" y="6014"/>
                </a:lnTo>
                <a:lnTo>
                  <a:pt x="2988" y="6176"/>
                </a:lnTo>
                <a:lnTo>
                  <a:pt x="2604" y="6358"/>
                </a:lnTo>
                <a:lnTo>
                  <a:pt x="2281" y="6539"/>
                </a:lnTo>
                <a:lnTo>
                  <a:pt x="1918" y="6761"/>
                </a:lnTo>
                <a:lnTo>
                  <a:pt x="1575" y="7003"/>
                </a:lnTo>
                <a:lnTo>
                  <a:pt x="1232" y="7266"/>
                </a:lnTo>
                <a:lnTo>
                  <a:pt x="909" y="7548"/>
                </a:lnTo>
                <a:lnTo>
                  <a:pt x="606" y="7851"/>
                </a:lnTo>
                <a:lnTo>
                  <a:pt x="485" y="8012"/>
                </a:lnTo>
                <a:lnTo>
                  <a:pt x="364" y="8194"/>
                </a:lnTo>
                <a:lnTo>
                  <a:pt x="243" y="8376"/>
                </a:lnTo>
                <a:lnTo>
                  <a:pt x="162" y="8557"/>
                </a:lnTo>
                <a:lnTo>
                  <a:pt x="102" y="8719"/>
                </a:lnTo>
                <a:lnTo>
                  <a:pt x="41" y="8860"/>
                </a:lnTo>
                <a:lnTo>
                  <a:pt x="21" y="9021"/>
                </a:lnTo>
                <a:lnTo>
                  <a:pt x="1" y="9163"/>
                </a:lnTo>
                <a:lnTo>
                  <a:pt x="21" y="9304"/>
                </a:lnTo>
                <a:lnTo>
                  <a:pt x="41" y="9425"/>
                </a:lnTo>
                <a:lnTo>
                  <a:pt x="102" y="9546"/>
                </a:lnTo>
                <a:lnTo>
                  <a:pt x="162" y="9667"/>
                </a:lnTo>
                <a:lnTo>
                  <a:pt x="263" y="9808"/>
                </a:lnTo>
                <a:lnTo>
                  <a:pt x="384" y="9909"/>
                </a:lnTo>
                <a:lnTo>
                  <a:pt x="526" y="10010"/>
                </a:lnTo>
                <a:lnTo>
                  <a:pt x="687" y="10091"/>
                </a:lnTo>
                <a:lnTo>
                  <a:pt x="849" y="10151"/>
                </a:lnTo>
                <a:lnTo>
                  <a:pt x="1050" y="10192"/>
                </a:lnTo>
                <a:lnTo>
                  <a:pt x="1252" y="10232"/>
                </a:lnTo>
                <a:lnTo>
                  <a:pt x="1918" y="10232"/>
                </a:lnTo>
                <a:lnTo>
                  <a:pt x="2362" y="10192"/>
                </a:lnTo>
                <a:lnTo>
                  <a:pt x="2826" y="10151"/>
                </a:lnTo>
                <a:lnTo>
                  <a:pt x="3270" y="10091"/>
                </a:lnTo>
                <a:lnTo>
                  <a:pt x="3734" y="10030"/>
                </a:lnTo>
                <a:lnTo>
                  <a:pt x="4178" y="9929"/>
                </a:lnTo>
                <a:lnTo>
                  <a:pt x="5086" y="9728"/>
                </a:lnTo>
                <a:lnTo>
                  <a:pt x="5994" y="9485"/>
                </a:lnTo>
                <a:lnTo>
                  <a:pt x="6882" y="9223"/>
                </a:lnTo>
                <a:lnTo>
                  <a:pt x="7750" y="8920"/>
                </a:lnTo>
                <a:lnTo>
                  <a:pt x="8577" y="8638"/>
                </a:lnTo>
                <a:lnTo>
                  <a:pt x="9021" y="8456"/>
                </a:lnTo>
                <a:lnTo>
                  <a:pt x="9465" y="8275"/>
                </a:lnTo>
                <a:lnTo>
                  <a:pt x="9687" y="8154"/>
                </a:lnTo>
                <a:lnTo>
                  <a:pt x="9889" y="8032"/>
                </a:lnTo>
                <a:lnTo>
                  <a:pt x="10091" y="7891"/>
                </a:lnTo>
                <a:lnTo>
                  <a:pt x="10273" y="7730"/>
                </a:lnTo>
                <a:lnTo>
                  <a:pt x="10474" y="7548"/>
                </a:lnTo>
                <a:lnTo>
                  <a:pt x="10636" y="7326"/>
                </a:lnTo>
                <a:lnTo>
                  <a:pt x="10817" y="7084"/>
                </a:lnTo>
                <a:lnTo>
                  <a:pt x="10959" y="6822"/>
                </a:lnTo>
                <a:lnTo>
                  <a:pt x="11100" y="6539"/>
                </a:lnTo>
                <a:lnTo>
                  <a:pt x="11221" y="6216"/>
                </a:lnTo>
                <a:lnTo>
                  <a:pt x="11322" y="5873"/>
                </a:lnTo>
                <a:lnTo>
                  <a:pt x="11423" y="5510"/>
                </a:lnTo>
                <a:lnTo>
                  <a:pt x="11544" y="4884"/>
                </a:lnTo>
                <a:lnTo>
                  <a:pt x="11625" y="4279"/>
                </a:lnTo>
                <a:lnTo>
                  <a:pt x="11665" y="3653"/>
                </a:lnTo>
                <a:lnTo>
                  <a:pt x="11685" y="3028"/>
                </a:lnTo>
                <a:lnTo>
                  <a:pt x="11645" y="2402"/>
                </a:lnTo>
                <a:lnTo>
                  <a:pt x="11584" y="1797"/>
                </a:lnTo>
                <a:lnTo>
                  <a:pt x="11463" y="1171"/>
                </a:lnTo>
                <a:lnTo>
                  <a:pt x="11322" y="566"/>
                </a:lnTo>
                <a:lnTo>
                  <a:pt x="11261" y="404"/>
                </a:lnTo>
                <a:lnTo>
                  <a:pt x="11201" y="263"/>
                </a:lnTo>
                <a:lnTo>
                  <a:pt x="11140" y="182"/>
                </a:lnTo>
                <a:lnTo>
                  <a:pt x="11100" y="122"/>
                </a:lnTo>
                <a:lnTo>
                  <a:pt x="11019" y="82"/>
                </a:lnTo>
                <a:lnTo>
                  <a:pt x="10959" y="41"/>
                </a:lnTo>
                <a:lnTo>
                  <a:pt x="10838" y="1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71" name="Google Shape;1471;p18"/>
          <p:cNvSpPr/>
          <p:nvPr/>
        </p:nvSpPr>
        <p:spPr>
          <a:xfrm>
            <a:off x="7475015" y="1977720"/>
            <a:ext cx="560808" cy="1296383"/>
          </a:xfrm>
          <a:custGeom>
            <a:rect b="b" l="l" r="r" t="t"/>
            <a:pathLst>
              <a:path extrusionOk="0" h="23188" w="10031">
                <a:moveTo>
                  <a:pt x="4703" y="61"/>
                </a:moveTo>
                <a:lnTo>
                  <a:pt x="4985" y="81"/>
                </a:lnTo>
                <a:lnTo>
                  <a:pt x="5268" y="122"/>
                </a:lnTo>
                <a:lnTo>
                  <a:pt x="5550" y="202"/>
                </a:lnTo>
                <a:lnTo>
                  <a:pt x="5833" y="303"/>
                </a:lnTo>
                <a:lnTo>
                  <a:pt x="6075" y="424"/>
                </a:lnTo>
                <a:lnTo>
                  <a:pt x="6297" y="566"/>
                </a:lnTo>
                <a:lnTo>
                  <a:pt x="6519" y="707"/>
                </a:lnTo>
                <a:lnTo>
                  <a:pt x="6741" y="868"/>
                </a:lnTo>
                <a:lnTo>
                  <a:pt x="6963" y="1070"/>
                </a:lnTo>
                <a:lnTo>
                  <a:pt x="7165" y="1272"/>
                </a:lnTo>
                <a:lnTo>
                  <a:pt x="7366" y="1494"/>
                </a:lnTo>
                <a:lnTo>
                  <a:pt x="7548" y="1736"/>
                </a:lnTo>
                <a:lnTo>
                  <a:pt x="7730" y="1999"/>
                </a:lnTo>
                <a:lnTo>
                  <a:pt x="7911" y="2281"/>
                </a:lnTo>
                <a:lnTo>
                  <a:pt x="8073" y="2584"/>
                </a:lnTo>
                <a:lnTo>
                  <a:pt x="8234" y="2907"/>
                </a:lnTo>
                <a:lnTo>
                  <a:pt x="8396" y="3230"/>
                </a:lnTo>
                <a:lnTo>
                  <a:pt x="8537" y="3593"/>
                </a:lnTo>
                <a:lnTo>
                  <a:pt x="8678" y="3976"/>
                </a:lnTo>
                <a:lnTo>
                  <a:pt x="8819" y="4380"/>
                </a:lnTo>
                <a:lnTo>
                  <a:pt x="9082" y="5207"/>
                </a:lnTo>
                <a:lnTo>
                  <a:pt x="9304" y="6075"/>
                </a:lnTo>
                <a:lnTo>
                  <a:pt x="9505" y="6922"/>
                </a:lnTo>
                <a:lnTo>
                  <a:pt x="9647" y="7790"/>
                </a:lnTo>
                <a:lnTo>
                  <a:pt x="9788" y="8678"/>
                </a:lnTo>
                <a:lnTo>
                  <a:pt x="9869" y="9546"/>
                </a:lnTo>
                <a:lnTo>
                  <a:pt x="9929" y="10434"/>
                </a:lnTo>
                <a:lnTo>
                  <a:pt x="9949" y="11302"/>
                </a:lnTo>
                <a:lnTo>
                  <a:pt x="9949" y="12189"/>
                </a:lnTo>
                <a:lnTo>
                  <a:pt x="9909" y="13077"/>
                </a:lnTo>
                <a:lnTo>
                  <a:pt x="9828" y="13945"/>
                </a:lnTo>
                <a:lnTo>
                  <a:pt x="9727" y="14833"/>
                </a:lnTo>
                <a:lnTo>
                  <a:pt x="9586" y="15701"/>
                </a:lnTo>
                <a:lnTo>
                  <a:pt x="9405" y="16569"/>
                </a:lnTo>
                <a:lnTo>
                  <a:pt x="9203" y="17416"/>
                </a:lnTo>
                <a:lnTo>
                  <a:pt x="8961" y="18264"/>
                </a:lnTo>
                <a:lnTo>
                  <a:pt x="8799" y="18768"/>
                </a:lnTo>
                <a:lnTo>
                  <a:pt x="8618" y="19293"/>
                </a:lnTo>
                <a:lnTo>
                  <a:pt x="8396" y="19838"/>
                </a:lnTo>
                <a:lnTo>
                  <a:pt x="8133" y="20362"/>
                </a:lnTo>
                <a:lnTo>
                  <a:pt x="7992" y="20625"/>
                </a:lnTo>
                <a:lnTo>
                  <a:pt x="7831" y="20867"/>
                </a:lnTo>
                <a:lnTo>
                  <a:pt x="7669" y="21129"/>
                </a:lnTo>
                <a:lnTo>
                  <a:pt x="7487" y="21371"/>
                </a:lnTo>
                <a:lnTo>
                  <a:pt x="7286" y="21593"/>
                </a:lnTo>
                <a:lnTo>
                  <a:pt x="7084" y="21815"/>
                </a:lnTo>
                <a:lnTo>
                  <a:pt x="6862" y="22037"/>
                </a:lnTo>
                <a:lnTo>
                  <a:pt x="6620" y="22239"/>
                </a:lnTo>
                <a:lnTo>
                  <a:pt x="6398" y="22401"/>
                </a:lnTo>
                <a:lnTo>
                  <a:pt x="6196" y="22542"/>
                </a:lnTo>
                <a:lnTo>
                  <a:pt x="5974" y="22663"/>
                </a:lnTo>
                <a:lnTo>
                  <a:pt x="5772" y="22764"/>
                </a:lnTo>
                <a:lnTo>
                  <a:pt x="5550" y="22865"/>
                </a:lnTo>
                <a:lnTo>
                  <a:pt x="5348" y="22945"/>
                </a:lnTo>
                <a:lnTo>
                  <a:pt x="5147" y="23006"/>
                </a:lnTo>
                <a:lnTo>
                  <a:pt x="4945" y="23046"/>
                </a:lnTo>
                <a:lnTo>
                  <a:pt x="4743" y="23087"/>
                </a:lnTo>
                <a:lnTo>
                  <a:pt x="4541" y="23107"/>
                </a:lnTo>
                <a:lnTo>
                  <a:pt x="4339" y="23107"/>
                </a:lnTo>
                <a:lnTo>
                  <a:pt x="4138" y="23087"/>
                </a:lnTo>
                <a:lnTo>
                  <a:pt x="3936" y="23046"/>
                </a:lnTo>
                <a:lnTo>
                  <a:pt x="3754" y="23006"/>
                </a:lnTo>
                <a:lnTo>
                  <a:pt x="3552" y="22925"/>
                </a:lnTo>
                <a:lnTo>
                  <a:pt x="3351" y="22845"/>
                </a:lnTo>
                <a:lnTo>
                  <a:pt x="3169" y="22764"/>
                </a:lnTo>
                <a:lnTo>
                  <a:pt x="2987" y="22643"/>
                </a:lnTo>
                <a:lnTo>
                  <a:pt x="2806" y="22522"/>
                </a:lnTo>
                <a:lnTo>
                  <a:pt x="2644" y="22380"/>
                </a:lnTo>
                <a:lnTo>
                  <a:pt x="2321" y="22078"/>
                </a:lnTo>
                <a:lnTo>
                  <a:pt x="1999" y="21714"/>
                </a:lnTo>
                <a:lnTo>
                  <a:pt x="1716" y="21331"/>
                </a:lnTo>
                <a:lnTo>
                  <a:pt x="1454" y="20927"/>
                </a:lnTo>
                <a:lnTo>
                  <a:pt x="1211" y="20483"/>
                </a:lnTo>
                <a:lnTo>
                  <a:pt x="990" y="20019"/>
                </a:lnTo>
                <a:lnTo>
                  <a:pt x="788" y="19535"/>
                </a:lnTo>
                <a:lnTo>
                  <a:pt x="626" y="19051"/>
                </a:lnTo>
                <a:lnTo>
                  <a:pt x="465" y="18566"/>
                </a:lnTo>
                <a:lnTo>
                  <a:pt x="344" y="18082"/>
                </a:lnTo>
                <a:lnTo>
                  <a:pt x="243" y="17598"/>
                </a:lnTo>
                <a:lnTo>
                  <a:pt x="162" y="17134"/>
                </a:lnTo>
                <a:lnTo>
                  <a:pt x="122" y="16690"/>
                </a:lnTo>
                <a:lnTo>
                  <a:pt x="102" y="16286"/>
                </a:lnTo>
                <a:lnTo>
                  <a:pt x="81" y="15600"/>
                </a:lnTo>
                <a:lnTo>
                  <a:pt x="81" y="14934"/>
                </a:lnTo>
                <a:lnTo>
                  <a:pt x="102" y="14268"/>
                </a:lnTo>
                <a:lnTo>
                  <a:pt x="142" y="13582"/>
                </a:lnTo>
                <a:lnTo>
                  <a:pt x="182" y="12916"/>
                </a:lnTo>
                <a:lnTo>
                  <a:pt x="243" y="12250"/>
                </a:lnTo>
                <a:lnTo>
                  <a:pt x="404" y="10918"/>
                </a:lnTo>
                <a:lnTo>
                  <a:pt x="586" y="9586"/>
                </a:lnTo>
                <a:lnTo>
                  <a:pt x="788" y="8254"/>
                </a:lnTo>
                <a:lnTo>
                  <a:pt x="1252" y="5631"/>
                </a:lnTo>
                <a:lnTo>
                  <a:pt x="1454" y="4622"/>
                </a:lnTo>
                <a:lnTo>
                  <a:pt x="1555" y="4117"/>
                </a:lnTo>
                <a:lnTo>
                  <a:pt x="1676" y="3613"/>
                </a:lnTo>
                <a:lnTo>
                  <a:pt x="1837" y="3108"/>
                </a:lnTo>
                <a:lnTo>
                  <a:pt x="1999" y="2604"/>
                </a:lnTo>
                <a:lnTo>
                  <a:pt x="2200" y="2140"/>
                </a:lnTo>
                <a:lnTo>
                  <a:pt x="2442" y="1655"/>
                </a:lnTo>
                <a:lnTo>
                  <a:pt x="2584" y="1393"/>
                </a:lnTo>
                <a:lnTo>
                  <a:pt x="2745" y="1151"/>
                </a:lnTo>
                <a:lnTo>
                  <a:pt x="2927" y="949"/>
                </a:lnTo>
                <a:lnTo>
                  <a:pt x="3108" y="747"/>
                </a:lnTo>
                <a:lnTo>
                  <a:pt x="3290" y="586"/>
                </a:lnTo>
                <a:lnTo>
                  <a:pt x="3472" y="445"/>
                </a:lnTo>
                <a:lnTo>
                  <a:pt x="3673" y="324"/>
                </a:lnTo>
                <a:lnTo>
                  <a:pt x="3875" y="223"/>
                </a:lnTo>
                <a:lnTo>
                  <a:pt x="4077" y="162"/>
                </a:lnTo>
                <a:lnTo>
                  <a:pt x="4279" y="102"/>
                </a:lnTo>
                <a:lnTo>
                  <a:pt x="4481" y="81"/>
                </a:lnTo>
                <a:lnTo>
                  <a:pt x="4703" y="61"/>
                </a:lnTo>
                <a:close/>
                <a:moveTo>
                  <a:pt x="4561" y="1"/>
                </a:moveTo>
                <a:lnTo>
                  <a:pt x="4319" y="21"/>
                </a:lnTo>
                <a:lnTo>
                  <a:pt x="4077" y="61"/>
                </a:lnTo>
                <a:lnTo>
                  <a:pt x="3855" y="142"/>
                </a:lnTo>
                <a:lnTo>
                  <a:pt x="3633" y="243"/>
                </a:lnTo>
                <a:lnTo>
                  <a:pt x="3431" y="364"/>
                </a:lnTo>
                <a:lnTo>
                  <a:pt x="3229" y="525"/>
                </a:lnTo>
                <a:lnTo>
                  <a:pt x="3048" y="687"/>
                </a:lnTo>
                <a:lnTo>
                  <a:pt x="2866" y="889"/>
                </a:lnTo>
                <a:lnTo>
                  <a:pt x="2685" y="1111"/>
                </a:lnTo>
                <a:lnTo>
                  <a:pt x="2523" y="1353"/>
                </a:lnTo>
                <a:lnTo>
                  <a:pt x="2362" y="1615"/>
                </a:lnTo>
                <a:lnTo>
                  <a:pt x="2120" y="2099"/>
                </a:lnTo>
                <a:lnTo>
                  <a:pt x="1918" y="2584"/>
                </a:lnTo>
                <a:lnTo>
                  <a:pt x="1756" y="3068"/>
                </a:lnTo>
                <a:lnTo>
                  <a:pt x="1615" y="3573"/>
                </a:lnTo>
                <a:lnTo>
                  <a:pt x="1474" y="4097"/>
                </a:lnTo>
                <a:lnTo>
                  <a:pt x="1373" y="4602"/>
                </a:lnTo>
                <a:lnTo>
                  <a:pt x="1171" y="5631"/>
                </a:lnTo>
                <a:lnTo>
                  <a:pt x="707" y="8254"/>
                </a:lnTo>
                <a:lnTo>
                  <a:pt x="505" y="9566"/>
                </a:lnTo>
                <a:lnTo>
                  <a:pt x="324" y="10898"/>
                </a:lnTo>
                <a:lnTo>
                  <a:pt x="162" y="12250"/>
                </a:lnTo>
                <a:lnTo>
                  <a:pt x="102" y="12916"/>
                </a:lnTo>
                <a:lnTo>
                  <a:pt x="61" y="13582"/>
                </a:lnTo>
                <a:lnTo>
                  <a:pt x="21" y="14268"/>
                </a:lnTo>
                <a:lnTo>
                  <a:pt x="1" y="14934"/>
                </a:lnTo>
                <a:lnTo>
                  <a:pt x="1" y="15600"/>
                </a:lnTo>
                <a:lnTo>
                  <a:pt x="21" y="16286"/>
                </a:lnTo>
                <a:lnTo>
                  <a:pt x="41" y="16710"/>
                </a:lnTo>
                <a:lnTo>
                  <a:pt x="81" y="17154"/>
                </a:lnTo>
                <a:lnTo>
                  <a:pt x="162" y="17618"/>
                </a:lnTo>
                <a:lnTo>
                  <a:pt x="263" y="18102"/>
                </a:lnTo>
                <a:lnTo>
                  <a:pt x="404" y="18587"/>
                </a:lnTo>
                <a:lnTo>
                  <a:pt x="546" y="19071"/>
                </a:lnTo>
                <a:lnTo>
                  <a:pt x="727" y="19575"/>
                </a:lnTo>
                <a:lnTo>
                  <a:pt x="929" y="20060"/>
                </a:lnTo>
                <a:lnTo>
                  <a:pt x="1151" y="20524"/>
                </a:lnTo>
                <a:lnTo>
                  <a:pt x="1393" y="20968"/>
                </a:lnTo>
                <a:lnTo>
                  <a:pt x="1655" y="21392"/>
                </a:lnTo>
                <a:lnTo>
                  <a:pt x="1958" y="21775"/>
                </a:lnTo>
                <a:lnTo>
                  <a:pt x="2261" y="22138"/>
                </a:lnTo>
                <a:lnTo>
                  <a:pt x="2604" y="22461"/>
                </a:lnTo>
                <a:lnTo>
                  <a:pt x="2765" y="22582"/>
                </a:lnTo>
                <a:lnTo>
                  <a:pt x="2947" y="22723"/>
                </a:lnTo>
                <a:lnTo>
                  <a:pt x="3129" y="22824"/>
                </a:lnTo>
                <a:lnTo>
                  <a:pt x="3330" y="22925"/>
                </a:lnTo>
                <a:lnTo>
                  <a:pt x="3593" y="23046"/>
                </a:lnTo>
                <a:lnTo>
                  <a:pt x="3875" y="23127"/>
                </a:lnTo>
                <a:lnTo>
                  <a:pt x="4158" y="23167"/>
                </a:lnTo>
                <a:lnTo>
                  <a:pt x="4460" y="23188"/>
                </a:lnTo>
                <a:lnTo>
                  <a:pt x="4723" y="23167"/>
                </a:lnTo>
                <a:lnTo>
                  <a:pt x="4985" y="23127"/>
                </a:lnTo>
                <a:lnTo>
                  <a:pt x="5268" y="23067"/>
                </a:lnTo>
                <a:lnTo>
                  <a:pt x="5550" y="22966"/>
                </a:lnTo>
                <a:lnTo>
                  <a:pt x="5813" y="22845"/>
                </a:lnTo>
                <a:lnTo>
                  <a:pt x="6095" y="22683"/>
                </a:lnTo>
                <a:lnTo>
                  <a:pt x="6378" y="22501"/>
                </a:lnTo>
                <a:lnTo>
                  <a:pt x="6680" y="22300"/>
                </a:lnTo>
                <a:lnTo>
                  <a:pt x="6922" y="22098"/>
                </a:lnTo>
                <a:lnTo>
                  <a:pt x="7144" y="21876"/>
                </a:lnTo>
                <a:lnTo>
                  <a:pt x="7346" y="21654"/>
                </a:lnTo>
                <a:lnTo>
                  <a:pt x="7548" y="21412"/>
                </a:lnTo>
                <a:lnTo>
                  <a:pt x="7730" y="21170"/>
                </a:lnTo>
                <a:lnTo>
                  <a:pt x="7911" y="20927"/>
                </a:lnTo>
                <a:lnTo>
                  <a:pt x="8053" y="20665"/>
                </a:lnTo>
                <a:lnTo>
                  <a:pt x="8214" y="20403"/>
                </a:lnTo>
                <a:lnTo>
                  <a:pt x="8476" y="19878"/>
                </a:lnTo>
                <a:lnTo>
                  <a:pt x="8698" y="19333"/>
                </a:lnTo>
                <a:lnTo>
                  <a:pt x="8880" y="18809"/>
                </a:lnTo>
                <a:lnTo>
                  <a:pt x="9041" y="18284"/>
                </a:lnTo>
                <a:lnTo>
                  <a:pt x="9283" y="17436"/>
                </a:lnTo>
                <a:lnTo>
                  <a:pt x="9485" y="16589"/>
                </a:lnTo>
                <a:lnTo>
                  <a:pt x="9667" y="15721"/>
                </a:lnTo>
                <a:lnTo>
                  <a:pt x="9808" y="14833"/>
                </a:lnTo>
                <a:lnTo>
                  <a:pt x="9909" y="13965"/>
                </a:lnTo>
                <a:lnTo>
                  <a:pt x="9990" y="13077"/>
                </a:lnTo>
                <a:lnTo>
                  <a:pt x="10030" y="12189"/>
                </a:lnTo>
                <a:lnTo>
                  <a:pt x="10030" y="11302"/>
                </a:lnTo>
                <a:lnTo>
                  <a:pt x="10010" y="10434"/>
                </a:lnTo>
                <a:lnTo>
                  <a:pt x="9949" y="9546"/>
                </a:lnTo>
                <a:lnTo>
                  <a:pt x="9869" y="8658"/>
                </a:lnTo>
                <a:lnTo>
                  <a:pt x="9727" y="7790"/>
                </a:lnTo>
                <a:lnTo>
                  <a:pt x="9566" y="6902"/>
                </a:lnTo>
                <a:lnTo>
                  <a:pt x="9384" y="6055"/>
                </a:lnTo>
                <a:lnTo>
                  <a:pt x="9162" y="5187"/>
                </a:lnTo>
                <a:lnTo>
                  <a:pt x="8900" y="4339"/>
                </a:lnTo>
                <a:lnTo>
                  <a:pt x="8759" y="3936"/>
                </a:lnTo>
                <a:lnTo>
                  <a:pt x="8618" y="3552"/>
                </a:lnTo>
                <a:lnTo>
                  <a:pt x="8476" y="3209"/>
                </a:lnTo>
                <a:lnTo>
                  <a:pt x="8315" y="2866"/>
                </a:lnTo>
                <a:lnTo>
                  <a:pt x="8153" y="2523"/>
                </a:lnTo>
                <a:lnTo>
                  <a:pt x="7972" y="2220"/>
                </a:lnTo>
                <a:lnTo>
                  <a:pt x="7790" y="1938"/>
                </a:lnTo>
                <a:lnTo>
                  <a:pt x="7609" y="1676"/>
                </a:lnTo>
                <a:lnTo>
                  <a:pt x="7407" y="1433"/>
                </a:lnTo>
                <a:lnTo>
                  <a:pt x="7225" y="1211"/>
                </a:lnTo>
                <a:lnTo>
                  <a:pt x="7003" y="990"/>
                </a:lnTo>
                <a:lnTo>
                  <a:pt x="6801" y="808"/>
                </a:lnTo>
                <a:lnTo>
                  <a:pt x="6579" y="646"/>
                </a:lnTo>
                <a:lnTo>
                  <a:pt x="6337" y="485"/>
                </a:lnTo>
                <a:lnTo>
                  <a:pt x="6095" y="344"/>
                </a:lnTo>
                <a:lnTo>
                  <a:pt x="5853" y="243"/>
                </a:lnTo>
                <a:lnTo>
                  <a:pt x="5591" y="142"/>
                </a:lnTo>
                <a:lnTo>
                  <a:pt x="5328" y="61"/>
                </a:lnTo>
                <a:lnTo>
                  <a:pt x="5066" y="21"/>
                </a:lnTo>
                <a:lnTo>
                  <a:pt x="4824" y="1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72" name="Google Shape;1472;p18"/>
          <p:cNvSpPr/>
          <p:nvPr/>
        </p:nvSpPr>
        <p:spPr>
          <a:xfrm>
            <a:off x="7497601" y="258374"/>
            <a:ext cx="2123367" cy="1193681"/>
          </a:xfrm>
          <a:custGeom>
            <a:rect b="b" l="l" r="r" t="t"/>
            <a:pathLst>
              <a:path extrusionOk="0" h="21351" w="37980">
                <a:moveTo>
                  <a:pt x="10776" y="81"/>
                </a:moveTo>
                <a:lnTo>
                  <a:pt x="11341" y="101"/>
                </a:lnTo>
                <a:lnTo>
                  <a:pt x="11927" y="121"/>
                </a:lnTo>
                <a:lnTo>
                  <a:pt x="12532" y="182"/>
                </a:lnTo>
                <a:lnTo>
                  <a:pt x="13178" y="222"/>
                </a:lnTo>
                <a:lnTo>
                  <a:pt x="13824" y="303"/>
                </a:lnTo>
                <a:lnTo>
                  <a:pt x="14510" y="404"/>
                </a:lnTo>
                <a:lnTo>
                  <a:pt x="15216" y="505"/>
                </a:lnTo>
                <a:lnTo>
                  <a:pt x="15943" y="626"/>
                </a:lnTo>
                <a:lnTo>
                  <a:pt x="16709" y="767"/>
                </a:lnTo>
                <a:lnTo>
                  <a:pt x="17496" y="949"/>
                </a:lnTo>
                <a:lnTo>
                  <a:pt x="18324" y="1130"/>
                </a:lnTo>
                <a:lnTo>
                  <a:pt x="19171" y="1332"/>
                </a:lnTo>
                <a:lnTo>
                  <a:pt x="20039" y="1554"/>
                </a:lnTo>
                <a:lnTo>
                  <a:pt x="20947" y="1796"/>
                </a:lnTo>
                <a:lnTo>
                  <a:pt x="21875" y="2059"/>
                </a:lnTo>
                <a:lnTo>
                  <a:pt x="23571" y="2583"/>
                </a:lnTo>
                <a:lnTo>
                  <a:pt x="24418" y="2866"/>
                </a:lnTo>
                <a:lnTo>
                  <a:pt x="25286" y="3148"/>
                </a:lnTo>
                <a:lnTo>
                  <a:pt x="26154" y="3471"/>
                </a:lnTo>
                <a:lnTo>
                  <a:pt x="27021" y="3794"/>
                </a:lnTo>
                <a:lnTo>
                  <a:pt x="27889" y="4157"/>
                </a:lnTo>
                <a:lnTo>
                  <a:pt x="28757" y="4541"/>
                </a:lnTo>
                <a:lnTo>
                  <a:pt x="29625" y="4944"/>
                </a:lnTo>
                <a:lnTo>
                  <a:pt x="30472" y="5368"/>
                </a:lnTo>
                <a:lnTo>
                  <a:pt x="31300" y="5832"/>
                </a:lnTo>
                <a:lnTo>
                  <a:pt x="32127" y="6317"/>
                </a:lnTo>
                <a:lnTo>
                  <a:pt x="32954" y="6841"/>
                </a:lnTo>
                <a:lnTo>
                  <a:pt x="33741" y="7406"/>
                </a:lnTo>
                <a:lnTo>
                  <a:pt x="34508" y="7992"/>
                </a:lnTo>
                <a:lnTo>
                  <a:pt x="35255" y="8637"/>
                </a:lnTo>
                <a:lnTo>
                  <a:pt x="35638" y="8980"/>
                </a:lnTo>
                <a:lnTo>
                  <a:pt x="36001" y="9344"/>
                </a:lnTo>
                <a:lnTo>
                  <a:pt x="36345" y="9687"/>
                </a:lnTo>
                <a:lnTo>
                  <a:pt x="36627" y="10030"/>
                </a:lnTo>
                <a:lnTo>
                  <a:pt x="36910" y="10373"/>
                </a:lnTo>
                <a:lnTo>
                  <a:pt x="37132" y="10696"/>
                </a:lnTo>
                <a:lnTo>
                  <a:pt x="37354" y="11039"/>
                </a:lnTo>
                <a:lnTo>
                  <a:pt x="37535" y="11382"/>
                </a:lnTo>
                <a:lnTo>
                  <a:pt x="37656" y="11624"/>
                </a:lnTo>
                <a:lnTo>
                  <a:pt x="37737" y="11846"/>
                </a:lnTo>
                <a:lnTo>
                  <a:pt x="37818" y="12068"/>
                </a:lnTo>
                <a:lnTo>
                  <a:pt x="37858" y="12290"/>
                </a:lnTo>
                <a:lnTo>
                  <a:pt x="37898" y="12492"/>
                </a:lnTo>
                <a:lnTo>
                  <a:pt x="37898" y="12694"/>
                </a:lnTo>
                <a:lnTo>
                  <a:pt x="37878" y="12875"/>
                </a:lnTo>
                <a:lnTo>
                  <a:pt x="37838" y="13057"/>
                </a:lnTo>
                <a:lnTo>
                  <a:pt x="37757" y="13259"/>
                </a:lnTo>
                <a:lnTo>
                  <a:pt x="37636" y="13460"/>
                </a:lnTo>
                <a:lnTo>
                  <a:pt x="37495" y="13662"/>
                </a:lnTo>
                <a:lnTo>
                  <a:pt x="37313" y="13824"/>
                </a:lnTo>
                <a:lnTo>
                  <a:pt x="37111" y="13985"/>
                </a:lnTo>
                <a:lnTo>
                  <a:pt x="36869" y="14106"/>
                </a:lnTo>
                <a:lnTo>
                  <a:pt x="36627" y="14207"/>
                </a:lnTo>
                <a:lnTo>
                  <a:pt x="36365" y="14288"/>
                </a:lnTo>
                <a:lnTo>
                  <a:pt x="36102" y="14328"/>
                </a:lnTo>
                <a:lnTo>
                  <a:pt x="35860" y="14368"/>
                </a:lnTo>
                <a:lnTo>
                  <a:pt x="35336" y="14368"/>
                </a:lnTo>
                <a:lnTo>
                  <a:pt x="34831" y="14328"/>
                </a:lnTo>
                <a:lnTo>
                  <a:pt x="34327" y="14268"/>
                </a:lnTo>
                <a:lnTo>
                  <a:pt x="34306" y="14268"/>
                </a:lnTo>
                <a:lnTo>
                  <a:pt x="32934" y="14106"/>
                </a:lnTo>
                <a:lnTo>
                  <a:pt x="31501" y="13945"/>
                </a:lnTo>
                <a:lnTo>
                  <a:pt x="30028" y="13803"/>
                </a:lnTo>
                <a:lnTo>
                  <a:pt x="28535" y="13682"/>
                </a:lnTo>
                <a:lnTo>
                  <a:pt x="26981" y="13561"/>
                </a:lnTo>
                <a:lnTo>
                  <a:pt x="25387" y="13481"/>
                </a:lnTo>
                <a:lnTo>
                  <a:pt x="23772" y="13420"/>
                </a:lnTo>
                <a:lnTo>
                  <a:pt x="22138" y="13400"/>
                </a:lnTo>
                <a:lnTo>
                  <a:pt x="20483" y="13420"/>
                </a:lnTo>
                <a:lnTo>
                  <a:pt x="18788" y="13460"/>
                </a:lnTo>
                <a:lnTo>
                  <a:pt x="17093" y="13561"/>
                </a:lnTo>
                <a:lnTo>
                  <a:pt x="16245" y="13622"/>
                </a:lnTo>
                <a:lnTo>
                  <a:pt x="15398" y="13703"/>
                </a:lnTo>
                <a:lnTo>
                  <a:pt x="14530" y="13803"/>
                </a:lnTo>
                <a:lnTo>
                  <a:pt x="13682" y="13904"/>
                </a:lnTo>
                <a:lnTo>
                  <a:pt x="12815" y="14025"/>
                </a:lnTo>
                <a:lnTo>
                  <a:pt x="11967" y="14146"/>
                </a:lnTo>
                <a:lnTo>
                  <a:pt x="11099" y="14308"/>
                </a:lnTo>
                <a:lnTo>
                  <a:pt x="10252" y="14469"/>
                </a:lnTo>
                <a:lnTo>
                  <a:pt x="9384" y="14651"/>
                </a:lnTo>
                <a:lnTo>
                  <a:pt x="8536" y="14833"/>
                </a:lnTo>
                <a:lnTo>
                  <a:pt x="7992" y="14974"/>
                </a:lnTo>
                <a:lnTo>
                  <a:pt x="7467" y="15115"/>
                </a:lnTo>
                <a:lnTo>
                  <a:pt x="6922" y="15277"/>
                </a:lnTo>
                <a:lnTo>
                  <a:pt x="6397" y="15458"/>
                </a:lnTo>
                <a:lnTo>
                  <a:pt x="5873" y="15660"/>
                </a:lnTo>
                <a:lnTo>
                  <a:pt x="5368" y="15902"/>
                </a:lnTo>
                <a:lnTo>
                  <a:pt x="4864" y="16164"/>
                </a:lnTo>
                <a:lnTo>
                  <a:pt x="4379" y="16467"/>
                </a:lnTo>
                <a:lnTo>
                  <a:pt x="4137" y="16649"/>
                </a:lnTo>
                <a:lnTo>
                  <a:pt x="3875" y="16851"/>
                </a:lnTo>
                <a:lnTo>
                  <a:pt x="3613" y="17073"/>
                </a:lnTo>
                <a:lnTo>
                  <a:pt x="3350" y="17335"/>
                </a:lnTo>
                <a:lnTo>
                  <a:pt x="3108" y="17617"/>
                </a:lnTo>
                <a:lnTo>
                  <a:pt x="2866" y="17940"/>
                </a:lnTo>
                <a:lnTo>
                  <a:pt x="2644" y="18283"/>
                </a:lnTo>
                <a:lnTo>
                  <a:pt x="2462" y="18667"/>
                </a:lnTo>
                <a:lnTo>
                  <a:pt x="2382" y="18889"/>
                </a:lnTo>
                <a:lnTo>
                  <a:pt x="2341" y="19131"/>
                </a:lnTo>
                <a:lnTo>
                  <a:pt x="2260" y="19635"/>
                </a:lnTo>
                <a:lnTo>
                  <a:pt x="2220" y="19918"/>
                </a:lnTo>
                <a:lnTo>
                  <a:pt x="2180" y="20201"/>
                </a:lnTo>
                <a:lnTo>
                  <a:pt x="2099" y="20463"/>
                </a:lnTo>
                <a:lnTo>
                  <a:pt x="2059" y="20584"/>
                </a:lnTo>
                <a:lnTo>
                  <a:pt x="1998" y="20705"/>
                </a:lnTo>
                <a:lnTo>
                  <a:pt x="1897" y="20846"/>
                </a:lnTo>
                <a:lnTo>
                  <a:pt x="1816" y="20988"/>
                </a:lnTo>
                <a:lnTo>
                  <a:pt x="1716" y="21088"/>
                </a:lnTo>
                <a:lnTo>
                  <a:pt x="1615" y="21169"/>
                </a:lnTo>
                <a:lnTo>
                  <a:pt x="1514" y="21210"/>
                </a:lnTo>
                <a:lnTo>
                  <a:pt x="1413" y="21250"/>
                </a:lnTo>
                <a:lnTo>
                  <a:pt x="1312" y="21270"/>
                </a:lnTo>
                <a:lnTo>
                  <a:pt x="1211" y="21250"/>
                </a:lnTo>
                <a:lnTo>
                  <a:pt x="1110" y="21210"/>
                </a:lnTo>
                <a:lnTo>
                  <a:pt x="1009" y="21149"/>
                </a:lnTo>
                <a:lnTo>
                  <a:pt x="908" y="21068"/>
                </a:lnTo>
                <a:lnTo>
                  <a:pt x="807" y="20967"/>
                </a:lnTo>
                <a:lnTo>
                  <a:pt x="707" y="20846"/>
                </a:lnTo>
                <a:lnTo>
                  <a:pt x="626" y="20725"/>
                </a:lnTo>
                <a:lnTo>
                  <a:pt x="464" y="20422"/>
                </a:lnTo>
                <a:lnTo>
                  <a:pt x="323" y="20100"/>
                </a:lnTo>
                <a:lnTo>
                  <a:pt x="222" y="19777"/>
                </a:lnTo>
                <a:lnTo>
                  <a:pt x="162" y="19454"/>
                </a:lnTo>
                <a:lnTo>
                  <a:pt x="121" y="19151"/>
                </a:lnTo>
                <a:lnTo>
                  <a:pt x="101" y="18223"/>
                </a:lnTo>
                <a:lnTo>
                  <a:pt x="81" y="17274"/>
                </a:lnTo>
                <a:lnTo>
                  <a:pt x="81" y="16326"/>
                </a:lnTo>
                <a:lnTo>
                  <a:pt x="101" y="15377"/>
                </a:lnTo>
                <a:lnTo>
                  <a:pt x="142" y="14449"/>
                </a:lnTo>
                <a:lnTo>
                  <a:pt x="182" y="13501"/>
                </a:lnTo>
                <a:lnTo>
                  <a:pt x="263" y="12572"/>
                </a:lnTo>
                <a:lnTo>
                  <a:pt x="343" y="11624"/>
                </a:lnTo>
                <a:lnTo>
                  <a:pt x="444" y="10696"/>
                </a:lnTo>
                <a:lnTo>
                  <a:pt x="545" y="9747"/>
                </a:lnTo>
                <a:lnTo>
                  <a:pt x="686" y="8819"/>
                </a:lnTo>
                <a:lnTo>
                  <a:pt x="828" y="7891"/>
                </a:lnTo>
                <a:lnTo>
                  <a:pt x="989" y="6962"/>
                </a:lnTo>
                <a:lnTo>
                  <a:pt x="1171" y="6034"/>
                </a:lnTo>
                <a:lnTo>
                  <a:pt x="1373" y="5126"/>
                </a:lnTo>
                <a:lnTo>
                  <a:pt x="1574" y="4198"/>
                </a:lnTo>
                <a:lnTo>
                  <a:pt x="1736" y="3572"/>
                </a:lnTo>
                <a:lnTo>
                  <a:pt x="1837" y="3269"/>
                </a:lnTo>
                <a:lnTo>
                  <a:pt x="1958" y="2967"/>
                </a:lnTo>
                <a:lnTo>
                  <a:pt x="2079" y="2664"/>
                </a:lnTo>
                <a:lnTo>
                  <a:pt x="2220" y="2402"/>
                </a:lnTo>
                <a:lnTo>
                  <a:pt x="2402" y="2139"/>
                </a:lnTo>
                <a:lnTo>
                  <a:pt x="2604" y="1897"/>
                </a:lnTo>
                <a:lnTo>
                  <a:pt x="2825" y="1695"/>
                </a:lnTo>
                <a:lnTo>
                  <a:pt x="3068" y="1514"/>
                </a:lnTo>
                <a:lnTo>
                  <a:pt x="3330" y="1352"/>
                </a:lnTo>
                <a:lnTo>
                  <a:pt x="3592" y="1211"/>
                </a:lnTo>
                <a:lnTo>
                  <a:pt x="3875" y="1090"/>
                </a:lnTo>
                <a:lnTo>
                  <a:pt x="4157" y="989"/>
                </a:lnTo>
                <a:lnTo>
                  <a:pt x="4702" y="807"/>
                </a:lnTo>
                <a:lnTo>
                  <a:pt x="5247" y="666"/>
                </a:lnTo>
                <a:lnTo>
                  <a:pt x="5832" y="525"/>
                </a:lnTo>
                <a:lnTo>
                  <a:pt x="6458" y="404"/>
                </a:lnTo>
                <a:lnTo>
                  <a:pt x="7104" y="303"/>
                </a:lnTo>
                <a:lnTo>
                  <a:pt x="7810" y="202"/>
                </a:lnTo>
                <a:lnTo>
                  <a:pt x="8577" y="142"/>
                </a:lnTo>
                <a:lnTo>
                  <a:pt x="9384" y="81"/>
                </a:lnTo>
                <a:close/>
                <a:moveTo>
                  <a:pt x="9848" y="0"/>
                </a:moveTo>
                <a:lnTo>
                  <a:pt x="9303" y="20"/>
                </a:lnTo>
                <a:lnTo>
                  <a:pt x="8758" y="41"/>
                </a:lnTo>
                <a:lnTo>
                  <a:pt x="8234" y="81"/>
                </a:lnTo>
                <a:lnTo>
                  <a:pt x="7709" y="142"/>
                </a:lnTo>
                <a:lnTo>
                  <a:pt x="7184" y="202"/>
                </a:lnTo>
                <a:lnTo>
                  <a:pt x="6680" y="283"/>
                </a:lnTo>
                <a:lnTo>
                  <a:pt x="6175" y="384"/>
                </a:lnTo>
                <a:lnTo>
                  <a:pt x="5671" y="485"/>
                </a:lnTo>
                <a:lnTo>
                  <a:pt x="5166" y="606"/>
                </a:lnTo>
                <a:lnTo>
                  <a:pt x="4682" y="727"/>
                </a:lnTo>
                <a:lnTo>
                  <a:pt x="4117" y="908"/>
                </a:lnTo>
                <a:lnTo>
                  <a:pt x="3834" y="1009"/>
                </a:lnTo>
                <a:lnTo>
                  <a:pt x="3552" y="1130"/>
                </a:lnTo>
                <a:lnTo>
                  <a:pt x="3269" y="1272"/>
                </a:lnTo>
                <a:lnTo>
                  <a:pt x="3007" y="1433"/>
                </a:lnTo>
                <a:lnTo>
                  <a:pt x="2765" y="1635"/>
                </a:lnTo>
                <a:lnTo>
                  <a:pt x="2543" y="1837"/>
                </a:lnTo>
                <a:lnTo>
                  <a:pt x="2341" y="2079"/>
                </a:lnTo>
                <a:lnTo>
                  <a:pt x="2160" y="2341"/>
                </a:lnTo>
                <a:lnTo>
                  <a:pt x="1998" y="2624"/>
                </a:lnTo>
                <a:lnTo>
                  <a:pt x="1877" y="2926"/>
                </a:lnTo>
                <a:lnTo>
                  <a:pt x="1776" y="3229"/>
                </a:lnTo>
                <a:lnTo>
                  <a:pt x="1675" y="3552"/>
                </a:lnTo>
                <a:lnTo>
                  <a:pt x="1514" y="4178"/>
                </a:lnTo>
                <a:lnTo>
                  <a:pt x="1292" y="5106"/>
                </a:lnTo>
                <a:lnTo>
                  <a:pt x="1090" y="6014"/>
                </a:lnTo>
                <a:lnTo>
                  <a:pt x="908" y="6942"/>
                </a:lnTo>
                <a:lnTo>
                  <a:pt x="747" y="7870"/>
                </a:lnTo>
                <a:lnTo>
                  <a:pt x="606" y="8819"/>
                </a:lnTo>
                <a:lnTo>
                  <a:pt x="485" y="9747"/>
                </a:lnTo>
                <a:lnTo>
                  <a:pt x="364" y="10676"/>
                </a:lnTo>
                <a:lnTo>
                  <a:pt x="263" y="11624"/>
                </a:lnTo>
                <a:lnTo>
                  <a:pt x="182" y="12552"/>
                </a:lnTo>
                <a:lnTo>
                  <a:pt x="101" y="13501"/>
                </a:lnTo>
                <a:lnTo>
                  <a:pt x="61" y="14449"/>
                </a:lnTo>
                <a:lnTo>
                  <a:pt x="20" y="15377"/>
                </a:lnTo>
                <a:lnTo>
                  <a:pt x="0" y="16326"/>
                </a:lnTo>
                <a:lnTo>
                  <a:pt x="0" y="17274"/>
                </a:lnTo>
                <a:lnTo>
                  <a:pt x="20" y="18223"/>
                </a:lnTo>
                <a:lnTo>
                  <a:pt x="41" y="19171"/>
                </a:lnTo>
                <a:lnTo>
                  <a:pt x="81" y="19474"/>
                </a:lnTo>
                <a:lnTo>
                  <a:pt x="162" y="19797"/>
                </a:lnTo>
                <a:lnTo>
                  <a:pt x="263" y="20140"/>
                </a:lnTo>
                <a:lnTo>
                  <a:pt x="404" y="20483"/>
                </a:lnTo>
                <a:lnTo>
                  <a:pt x="565" y="20766"/>
                </a:lnTo>
                <a:lnTo>
                  <a:pt x="666" y="20907"/>
                </a:lnTo>
                <a:lnTo>
                  <a:pt x="767" y="21028"/>
                </a:lnTo>
                <a:lnTo>
                  <a:pt x="868" y="21129"/>
                </a:lnTo>
                <a:lnTo>
                  <a:pt x="969" y="21210"/>
                </a:lnTo>
                <a:lnTo>
                  <a:pt x="1070" y="21290"/>
                </a:lnTo>
                <a:lnTo>
                  <a:pt x="1191" y="21331"/>
                </a:lnTo>
                <a:lnTo>
                  <a:pt x="1332" y="21351"/>
                </a:lnTo>
                <a:lnTo>
                  <a:pt x="1433" y="21331"/>
                </a:lnTo>
                <a:lnTo>
                  <a:pt x="1514" y="21310"/>
                </a:lnTo>
                <a:lnTo>
                  <a:pt x="1615" y="21250"/>
                </a:lnTo>
                <a:lnTo>
                  <a:pt x="1716" y="21189"/>
                </a:lnTo>
                <a:lnTo>
                  <a:pt x="1796" y="21109"/>
                </a:lnTo>
                <a:lnTo>
                  <a:pt x="1897" y="21008"/>
                </a:lnTo>
                <a:lnTo>
                  <a:pt x="2059" y="20745"/>
                </a:lnTo>
                <a:lnTo>
                  <a:pt x="2119" y="20624"/>
                </a:lnTo>
                <a:lnTo>
                  <a:pt x="2180" y="20503"/>
                </a:lnTo>
                <a:lnTo>
                  <a:pt x="2260" y="20221"/>
                </a:lnTo>
                <a:lnTo>
                  <a:pt x="2301" y="19938"/>
                </a:lnTo>
                <a:lnTo>
                  <a:pt x="2341" y="19635"/>
                </a:lnTo>
                <a:lnTo>
                  <a:pt x="2422" y="19151"/>
                </a:lnTo>
                <a:lnTo>
                  <a:pt x="2462" y="18909"/>
                </a:lnTo>
                <a:lnTo>
                  <a:pt x="2543" y="18687"/>
                </a:lnTo>
                <a:lnTo>
                  <a:pt x="2725" y="18324"/>
                </a:lnTo>
                <a:lnTo>
                  <a:pt x="2926" y="17981"/>
                </a:lnTo>
                <a:lnTo>
                  <a:pt x="3169" y="17678"/>
                </a:lnTo>
                <a:lnTo>
                  <a:pt x="3411" y="17395"/>
                </a:lnTo>
                <a:lnTo>
                  <a:pt x="3673" y="17133"/>
                </a:lnTo>
                <a:lnTo>
                  <a:pt x="3935" y="16911"/>
                </a:lnTo>
                <a:lnTo>
                  <a:pt x="4198" y="16709"/>
                </a:lnTo>
                <a:lnTo>
                  <a:pt x="4440" y="16528"/>
                </a:lnTo>
                <a:lnTo>
                  <a:pt x="4904" y="16245"/>
                </a:lnTo>
                <a:lnTo>
                  <a:pt x="5388" y="15983"/>
                </a:lnTo>
                <a:lnTo>
                  <a:pt x="5913" y="15741"/>
                </a:lnTo>
                <a:lnTo>
                  <a:pt x="6418" y="15539"/>
                </a:lnTo>
                <a:lnTo>
                  <a:pt x="6962" y="15357"/>
                </a:lnTo>
                <a:lnTo>
                  <a:pt x="7487" y="15196"/>
                </a:lnTo>
                <a:lnTo>
                  <a:pt x="8032" y="15055"/>
                </a:lnTo>
                <a:lnTo>
                  <a:pt x="8557" y="14913"/>
                </a:lnTo>
                <a:lnTo>
                  <a:pt x="9404" y="14732"/>
                </a:lnTo>
                <a:lnTo>
                  <a:pt x="10272" y="14550"/>
                </a:lnTo>
                <a:lnTo>
                  <a:pt x="11119" y="14389"/>
                </a:lnTo>
                <a:lnTo>
                  <a:pt x="11987" y="14227"/>
                </a:lnTo>
                <a:lnTo>
                  <a:pt x="12835" y="14106"/>
                </a:lnTo>
                <a:lnTo>
                  <a:pt x="13703" y="13985"/>
                </a:lnTo>
                <a:lnTo>
                  <a:pt x="14550" y="13884"/>
                </a:lnTo>
                <a:lnTo>
                  <a:pt x="15398" y="13783"/>
                </a:lnTo>
                <a:lnTo>
                  <a:pt x="16265" y="13703"/>
                </a:lnTo>
                <a:lnTo>
                  <a:pt x="17113" y="13642"/>
                </a:lnTo>
                <a:lnTo>
                  <a:pt x="18808" y="13541"/>
                </a:lnTo>
                <a:lnTo>
                  <a:pt x="20483" y="13501"/>
                </a:lnTo>
                <a:lnTo>
                  <a:pt x="22138" y="13481"/>
                </a:lnTo>
                <a:lnTo>
                  <a:pt x="23772" y="13501"/>
                </a:lnTo>
                <a:lnTo>
                  <a:pt x="25387" y="13561"/>
                </a:lnTo>
                <a:lnTo>
                  <a:pt x="26981" y="13642"/>
                </a:lnTo>
                <a:lnTo>
                  <a:pt x="28515" y="13763"/>
                </a:lnTo>
                <a:lnTo>
                  <a:pt x="30028" y="13884"/>
                </a:lnTo>
                <a:lnTo>
                  <a:pt x="31501" y="14025"/>
                </a:lnTo>
                <a:lnTo>
                  <a:pt x="32934" y="14187"/>
                </a:lnTo>
                <a:lnTo>
                  <a:pt x="34306" y="14348"/>
                </a:lnTo>
                <a:lnTo>
                  <a:pt x="34831" y="14409"/>
                </a:lnTo>
                <a:lnTo>
                  <a:pt x="35356" y="14449"/>
                </a:lnTo>
                <a:lnTo>
                  <a:pt x="35860" y="14449"/>
                </a:lnTo>
                <a:lnTo>
                  <a:pt x="36123" y="14409"/>
                </a:lnTo>
                <a:lnTo>
                  <a:pt x="36385" y="14368"/>
                </a:lnTo>
                <a:lnTo>
                  <a:pt x="36647" y="14288"/>
                </a:lnTo>
                <a:lnTo>
                  <a:pt x="36910" y="14187"/>
                </a:lnTo>
                <a:lnTo>
                  <a:pt x="37152" y="14046"/>
                </a:lnTo>
                <a:lnTo>
                  <a:pt x="37374" y="13884"/>
                </a:lnTo>
                <a:lnTo>
                  <a:pt x="37555" y="13703"/>
                </a:lnTo>
                <a:lnTo>
                  <a:pt x="37717" y="13501"/>
                </a:lnTo>
                <a:lnTo>
                  <a:pt x="37838" y="13299"/>
                </a:lnTo>
                <a:lnTo>
                  <a:pt x="37919" y="13077"/>
                </a:lnTo>
                <a:lnTo>
                  <a:pt x="37959" y="12895"/>
                </a:lnTo>
                <a:lnTo>
                  <a:pt x="37979" y="12694"/>
                </a:lnTo>
                <a:lnTo>
                  <a:pt x="37979" y="12492"/>
                </a:lnTo>
                <a:lnTo>
                  <a:pt x="37939" y="12290"/>
                </a:lnTo>
                <a:lnTo>
                  <a:pt x="37898" y="12068"/>
                </a:lnTo>
                <a:lnTo>
                  <a:pt x="37818" y="11826"/>
                </a:lnTo>
                <a:lnTo>
                  <a:pt x="37737" y="11604"/>
                </a:lnTo>
                <a:lnTo>
                  <a:pt x="37616" y="11341"/>
                </a:lnTo>
                <a:lnTo>
                  <a:pt x="37414" y="10998"/>
                </a:lnTo>
                <a:lnTo>
                  <a:pt x="37212" y="10655"/>
                </a:lnTo>
                <a:lnTo>
                  <a:pt x="36970" y="10312"/>
                </a:lnTo>
                <a:lnTo>
                  <a:pt x="36708" y="9969"/>
                </a:lnTo>
                <a:lnTo>
                  <a:pt x="36405" y="9626"/>
                </a:lnTo>
                <a:lnTo>
                  <a:pt x="36062" y="9283"/>
                </a:lnTo>
                <a:lnTo>
                  <a:pt x="35699" y="8920"/>
                </a:lnTo>
                <a:lnTo>
                  <a:pt x="35315" y="8577"/>
                </a:lnTo>
                <a:lnTo>
                  <a:pt x="34569" y="7931"/>
                </a:lnTo>
                <a:lnTo>
                  <a:pt x="33782" y="7346"/>
                </a:lnTo>
                <a:lnTo>
                  <a:pt x="32995" y="6781"/>
                </a:lnTo>
                <a:lnTo>
                  <a:pt x="32187" y="6256"/>
                </a:lnTo>
                <a:lnTo>
                  <a:pt x="31360" y="5772"/>
                </a:lnTo>
                <a:lnTo>
                  <a:pt x="30512" y="5308"/>
                </a:lnTo>
                <a:lnTo>
                  <a:pt x="29665" y="4864"/>
                </a:lnTo>
                <a:lnTo>
                  <a:pt x="28797" y="4460"/>
                </a:lnTo>
                <a:lnTo>
                  <a:pt x="27929" y="4077"/>
                </a:lnTo>
                <a:lnTo>
                  <a:pt x="27062" y="3734"/>
                </a:lnTo>
                <a:lnTo>
                  <a:pt x="26194" y="3390"/>
                </a:lnTo>
                <a:lnTo>
                  <a:pt x="25306" y="3088"/>
                </a:lnTo>
                <a:lnTo>
                  <a:pt x="24458" y="2785"/>
                </a:lnTo>
                <a:lnTo>
                  <a:pt x="23591" y="2503"/>
                </a:lnTo>
                <a:lnTo>
                  <a:pt x="21896" y="1998"/>
                </a:lnTo>
                <a:lnTo>
                  <a:pt x="20685" y="1635"/>
                </a:lnTo>
                <a:lnTo>
                  <a:pt x="19494" y="1332"/>
                </a:lnTo>
                <a:lnTo>
                  <a:pt x="18364" y="1050"/>
                </a:lnTo>
                <a:lnTo>
                  <a:pt x="17295" y="807"/>
                </a:lnTo>
                <a:lnTo>
                  <a:pt x="16245" y="585"/>
                </a:lnTo>
                <a:lnTo>
                  <a:pt x="15236" y="404"/>
                </a:lnTo>
                <a:lnTo>
                  <a:pt x="14268" y="263"/>
                </a:lnTo>
                <a:lnTo>
                  <a:pt x="13299" y="162"/>
                </a:lnTo>
                <a:lnTo>
                  <a:pt x="12128" y="61"/>
                </a:lnTo>
                <a:lnTo>
                  <a:pt x="10978" y="0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73" name="Google Shape;1473;p18"/>
          <p:cNvSpPr/>
          <p:nvPr/>
        </p:nvSpPr>
        <p:spPr>
          <a:xfrm>
            <a:off x="7989465" y="1384273"/>
            <a:ext cx="415281" cy="285520"/>
          </a:xfrm>
          <a:custGeom>
            <a:rect b="b" l="l" r="r" t="t"/>
            <a:pathLst>
              <a:path extrusionOk="0" h="5107" w="7428">
                <a:moveTo>
                  <a:pt x="7124" y="82"/>
                </a:moveTo>
                <a:lnTo>
                  <a:pt x="7205" y="102"/>
                </a:lnTo>
                <a:lnTo>
                  <a:pt x="7286" y="142"/>
                </a:lnTo>
                <a:lnTo>
                  <a:pt x="7326" y="223"/>
                </a:lnTo>
                <a:lnTo>
                  <a:pt x="7346" y="344"/>
                </a:lnTo>
                <a:lnTo>
                  <a:pt x="7346" y="485"/>
                </a:lnTo>
                <a:lnTo>
                  <a:pt x="7306" y="647"/>
                </a:lnTo>
                <a:lnTo>
                  <a:pt x="7225" y="808"/>
                </a:lnTo>
                <a:lnTo>
                  <a:pt x="7064" y="1212"/>
                </a:lnTo>
                <a:lnTo>
                  <a:pt x="6842" y="1615"/>
                </a:lnTo>
                <a:lnTo>
                  <a:pt x="6600" y="1999"/>
                </a:lnTo>
                <a:lnTo>
                  <a:pt x="6357" y="2362"/>
                </a:lnTo>
                <a:lnTo>
                  <a:pt x="6055" y="2786"/>
                </a:lnTo>
                <a:lnTo>
                  <a:pt x="5732" y="3149"/>
                </a:lnTo>
                <a:lnTo>
                  <a:pt x="5389" y="3472"/>
                </a:lnTo>
                <a:lnTo>
                  <a:pt x="5026" y="3775"/>
                </a:lnTo>
                <a:lnTo>
                  <a:pt x="4642" y="4037"/>
                </a:lnTo>
                <a:lnTo>
                  <a:pt x="4259" y="4279"/>
                </a:lnTo>
                <a:lnTo>
                  <a:pt x="3835" y="4501"/>
                </a:lnTo>
                <a:lnTo>
                  <a:pt x="3411" y="4683"/>
                </a:lnTo>
                <a:lnTo>
                  <a:pt x="2987" y="4824"/>
                </a:lnTo>
                <a:lnTo>
                  <a:pt x="2745" y="4905"/>
                </a:lnTo>
                <a:lnTo>
                  <a:pt x="2463" y="4965"/>
                </a:lnTo>
                <a:lnTo>
                  <a:pt x="2160" y="5006"/>
                </a:lnTo>
                <a:lnTo>
                  <a:pt x="1837" y="5026"/>
                </a:lnTo>
                <a:lnTo>
                  <a:pt x="1514" y="5006"/>
                </a:lnTo>
                <a:lnTo>
                  <a:pt x="1353" y="4965"/>
                </a:lnTo>
                <a:lnTo>
                  <a:pt x="1171" y="4945"/>
                </a:lnTo>
                <a:lnTo>
                  <a:pt x="1010" y="4885"/>
                </a:lnTo>
                <a:lnTo>
                  <a:pt x="848" y="4824"/>
                </a:lnTo>
                <a:lnTo>
                  <a:pt x="707" y="4743"/>
                </a:lnTo>
                <a:lnTo>
                  <a:pt x="546" y="4642"/>
                </a:lnTo>
                <a:lnTo>
                  <a:pt x="445" y="4562"/>
                </a:lnTo>
                <a:lnTo>
                  <a:pt x="364" y="4461"/>
                </a:lnTo>
                <a:lnTo>
                  <a:pt x="283" y="4380"/>
                </a:lnTo>
                <a:lnTo>
                  <a:pt x="203" y="4279"/>
                </a:lnTo>
                <a:lnTo>
                  <a:pt x="162" y="4178"/>
                </a:lnTo>
                <a:lnTo>
                  <a:pt x="122" y="4057"/>
                </a:lnTo>
                <a:lnTo>
                  <a:pt x="81" y="3956"/>
                </a:lnTo>
                <a:lnTo>
                  <a:pt x="81" y="3855"/>
                </a:lnTo>
                <a:lnTo>
                  <a:pt x="81" y="3654"/>
                </a:lnTo>
                <a:lnTo>
                  <a:pt x="142" y="3492"/>
                </a:lnTo>
                <a:lnTo>
                  <a:pt x="243" y="3331"/>
                </a:lnTo>
                <a:lnTo>
                  <a:pt x="364" y="3169"/>
                </a:lnTo>
                <a:lnTo>
                  <a:pt x="505" y="3028"/>
                </a:lnTo>
                <a:lnTo>
                  <a:pt x="647" y="2907"/>
                </a:lnTo>
                <a:lnTo>
                  <a:pt x="949" y="2685"/>
                </a:lnTo>
                <a:lnTo>
                  <a:pt x="1656" y="2261"/>
                </a:lnTo>
                <a:lnTo>
                  <a:pt x="2362" y="1858"/>
                </a:lnTo>
                <a:lnTo>
                  <a:pt x="3088" y="1474"/>
                </a:lnTo>
                <a:lnTo>
                  <a:pt x="3835" y="1131"/>
                </a:lnTo>
                <a:lnTo>
                  <a:pt x="4602" y="828"/>
                </a:lnTo>
                <a:lnTo>
                  <a:pt x="5369" y="566"/>
                </a:lnTo>
                <a:lnTo>
                  <a:pt x="6156" y="324"/>
                </a:lnTo>
                <a:lnTo>
                  <a:pt x="6943" y="122"/>
                </a:lnTo>
                <a:lnTo>
                  <a:pt x="7044" y="102"/>
                </a:lnTo>
                <a:lnTo>
                  <a:pt x="7124" y="82"/>
                </a:lnTo>
                <a:close/>
                <a:moveTo>
                  <a:pt x="7145" y="1"/>
                </a:moveTo>
                <a:lnTo>
                  <a:pt x="7084" y="21"/>
                </a:lnTo>
                <a:lnTo>
                  <a:pt x="6923" y="41"/>
                </a:lnTo>
                <a:lnTo>
                  <a:pt x="6136" y="243"/>
                </a:lnTo>
                <a:lnTo>
                  <a:pt x="5348" y="485"/>
                </a:lnTo>
                <a:lnTo>
                  <a:pt x="4561" y="768"/>
                </a:lnTo>
                <a:lnTo>
                  <a:pt x="3795" y="1071"/>
                </a:lnTo>
                <a:lnTo>
                  <a:pt x="3048" y="1414"/>
                </a:lnTo>
                <a:lnTo>
                  <a:pt x="2321" y="1777"/>
                </a:lnTo>
                <a:lnTo>
                  <a:pt x="1595" y="2180"/>
                </a:lnTo>
                <a:lnTo>
                  <a:pt x="909" y="2624"/>
                </a:lnTo>
                <a:lnTo>
                  <a:pt x="586" y="2846"/>
                </a:lnTo>
                <a:lnTo>
                  <a:pt x="445" y="2988"/>
                </a:lnTo>
                <a:lnTo>
                  <a:pt x="283" y="3129"/>
                </a:lnTo>
                <a:lnTo>
                  <a:pt x="162" y="3290"/>
                </a:lnTo>
                <a:lnTo>
                  <a:pt x="81" y="3472"/>
                </a:lnTo>
                <a:lnTo>
                  <a:pt x="21" y="3654"/>
                </a:lnTo>
                <a:lnTo>
                  <a:pt x="1" y="3754"/>
                </a:lnTo>
                <a:lnTo>
                  <a:pt x="1" y="3855"/>
                </a:lnTo>
                <a:lnTo>
                  <a:pt x="1" y="3976"/>
                </a:lnTo>
                <a:lnTo>
                  <a:pt x="41" y="4077"/>
                </a:lnTo>
                <a:lnTo>
                  <a:pt x="81" y="4198"/>
                </a:lnTo>
                <a:lnTo>
                  <a:pt x="142" y="4320"/>
                </a:lnTo>
                <a:lnTo>
                  <a:pt x="203" y="4420"/>
                </a:lnTo>
                <a:lnTo>
                  <a:pt x="303" y="4521"/>
                </a:lnTo>
                <a:lnTo>
                  <a:pt x="384" y="4622"/>
                </a:lnTo>
                <a:lnTo>
                  <a:pt x="505" y="4703"/>
                </a:lnTo>
                <a:lnTo>
                  <a:pt x="667" y="4804"/>
                </a:lnTo>
                <a:lnTo>
                  <a:pt x="808" y="4885"/>
                </a:lnTo>
                <a:lnTo>
                  <a:pt x="990" y="4965"/>
                </a:lnTo>
                <a:lnTo>
                  <a:pt x="1151" y="5006"/>
                </a:lnTo>
                <a:lnTo>
                  <a:pt x="1312" y="5046"/>
                </a:lnTo>
                <a:lnTo>
                  <a:pt x="1494" y="5086"/>
                </a:lnTo>
                <a:lnTo>
                  <a:pt x="1837" y="5107"/>
                </a:lnTo>
                <a:lnTo>
                  <a:pt x="2160" y="5086"/>
                </a:lnTo>
                <a:lnTo>
                  <a:pt x="2483" y="5046"/>
                </a:lnTo>
                <a:lnTo>
                  <a:pt x="2765" y="4985"/>
                </a:lnTo>
                <a:lnTo>
                  <a:pt x="3008" y="4905"/>
                </a:lnTo>
                <a:lnTo>
                  <a:pt x="3452" y="4763"/>
                </a:lnTo>
                <a:lnTo>
                  <a:pt x="3875" y="4582"/>
                </a:lnTo>
                <a:lnTo>
                  <a:pt x="4299" y="4360"/>
                </a:lnTo>
                <a:lnTo>
                  <a:pt x="4703" y="4118"/>
                </a:lnTo>
                <a:lnTo>
                  <a:pt x="5086" y="3835"/>
                </a:lnTo>
                <a:lnTo>
                  <a:pt x="5449" y="3532"/>
                </a:lnTo>
                <a:lnTo>
                  <a:pt x="5792" y="3189"/>
                </a:lnTo>
                <a:lnTo>
                  <a:pt x="6115" y="2846"/>
                </a:lnTo>
                <a:lnTo>
                  <a:pt x="6398" y="2443"/>
                </a:lnTo>
                <a:lnTo>
                  <a:pt x="6640" y="2080"/>
                </a:lnTo>
                <a:lnTo>
                  <a:pt x="6882" y="1676"/>
                </a:lnTo>
                <a:lnTo>
                  <a:pt x="7124" y="1252"/>
                </a:lnTo>
                <a:lnTo>
                  <a:pt x="7306" y="849"/>
                </a:lnTo>
                <a:lnTo>
                  <a:pt x="7366" y="667"/>
                </a:lnTo>
                <a:lnTo>
                  <a:pt x="7407" y="485"/>
                </a:lnTo>
                <a:lnTo>
                  <a:pt x="7427" y="324"/>
                </a:lnTo>
                <a:lnTo>
                  <a:pt x="7407" y="203"/>
                </a:lnTo>
                <a:lnTo>
                  <a:pt x="7387" y="142"/>
                </a:lnTo>
                <a:lnTo>
                  <a:pt x="7346" y="82"/>
                </a:lnTo>
                <a:lnTo>
                  <a:pt x="7286" y="41"/>
                </a:lnTo>
                <a:lnTo>
                  <a:pt x="7225" y="21"/>
                </a:lnTo>
                <a:lnTo>
                  <a:pt x="7145" y="1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74" name="Google Shape;1474;p18"/>
          <p:cNvSpPr/>
          <p:nvPr/>
        </p:nvSpPr>
        <p:spPr>
          <a:xfrm rot="3449335">
            <a:off x="1655522" y="-908175"/>
            <a:ext cx="1193653" cy="1427229"/>
          </a:xfrm>
          <a:custGeom>
            <a:rect b="b" l="l" r="r" t="t"/>
            <a:pathLst>
              <a:path extrusionOk="0" h="25529" w="21351">
                <a:moveTo>
                  <a:pt x="16709" y="81"/>
                </a:moveTo>
                <a:lnTo>
                  <a:pt x="17052" y="122"/>
                </a:lnTo>
                <a:lnTo>
                  <a:pt x="17416" y="202"/>
                </a:lnTo>
                <a:lnTo>
                  <a:pt x="17759" y="303"/>
                </a:lnTo>
                <a:lnTo>
                  <a:pt x="18102" y="424"/>
                </a:lnTo>
                <a:lnTo>
                  <a:pt x="18445" y="586"/>
                </a:lnTo>
                <a:lnTo>
                  <a:pt x="18788" y="788"/>
                </a:lnTo>
                <a:lnTo>
                  <a:pt x="19111" y="1010"/>
                </a:lnTo>
                <a:lnTo>
                  <a:pt x="19434" y="1272"/>
                </a:lnTo>
                <a:lnTo>
                  <a:pt x="19736" y="1575"/>
                </a:lnTo>
                <a:lnTo>
                  <a:pt x="19999" y="1897"/>
                </a:lnTo>
                <a:lnTo>
                  <a:pt x="20261" y="2261"/>
                </a:lnTo>
                <a:lnTo>
                  <a:pt x="20483" y="2644"/>
                </a:lnTo>
                <a:lnTo>
                  <a:pt x="20644" y="2947"/>
                </a:lnTo>
                <a:lnTo>
                  <a:pt x="20766" y="3250"/>
                </a:lnTo>
                <a:lnTo>
                  <a:pt x="20887" y="3572"/>
                </a:lnTo>
                <a:lnTo>
                  <a:pt x="20987" y="3895"/>
                </a:lnTo>
                <a:lnTo>
                  <a:pt x="21068" y="4238"/>
                </a:lnTo>
                <a:lnTo>
                  <a:pt x="21149" y="4581"/>
                </a:lnTo>
                <a:lnTo>
                  <a:pt x="21209" y="4945"/>
                </a:lnTo>
                <a:lnTo>
                  <a:pt x="21250" y="5308"/>
                </a:lnTo>
                <a:lnTo>
                  <a:pt x="21270" y="5691"/>
                </a:lnTo>
                <a:lnTo>
                  <a:pt x="21270" y="6075"/>
                </a:lnTo>
                <a:lnTo>
                  <a:pt x="21270" y="6478"/>
                </a:lnTo>
                <a:lnTo>
                  <a:pt x="21250" y="6882"/>
                </a:lnTo>
                <a:lnTo>
                  <a:pt x="21230" y="7306"/>
                </a:lnTo>
                <a:lnTo>
                  <a:pt x="21169" y="7750"/>
                </a:lnTo>
                <a:lnTo>
                  <a:pt x="21109" y="8194"/>
                </a:lnTo>
                <a:lnTo>
                  <a:pt x="21028" y="8658"/>
                </a:lnTo>
                <a:lnTo>
                  <a:pt x="20947" y="9122"/>
                </a:lnTo>
                <a:lnTo>
                  <a:pt x="20846" y="9586"/>
                </a:lnTo>
                <a:lnTo>
                  <a:pt x="20725" y="10010"/>
                </a:lnTo>
                <a:lnTo>
                  <a:pt x="20604" y="10434"/>
                </a:lnTo>
                <a:lnTo>
                  <a:pt x="20483" y="10857"/>
                </a:lnTo>
                <a:lnTo>
                  <a:pt x="20342" y="11261"/>
                </a:lnTo>
                <a:lnTo>
                  <a:pt x="20180" y="11644"/>
                </a:lnTo>
                <a:lnTo>
                  <a:pt x="20019" y="12008"/>
                </a:lnTo>
                <a:lnTo>
                  <a:pt x="19857" y="12371"/>
                </a:lnTo>
                <a:lnTo>
                  <a:pt x="19676" y="12714"/>
                </a:lnTo>
                <a:lnTo>
                  <a:pt x="19474" y="13037"/>
                </a:lnTo>
                <a:lnTo>
                  <a:pt x="19272" y="13340"/>
                </a:lnTo>
                <a:lnTo>
                  <a:pt x="19070" y="13642"/>
                </a:lnTo>
                <a:lnTo>
                  <a:pt x="18848" y="13945"/>
                </a:lnTo>
                <a:lnTo>
                  <a:pt x="18606" y="14207"/>
                </a:lnTo>
                <a:lnTo>
                  <a:pt x="18364" y="14470"/>
                </a:lnTo>
                <a:lnTo>
                  <a:pt x="18142" y="14692"/>
                </a:lnTo>
                <a:lnTo>
                  <a:pt x="17920" y="14893"/>
                </a:lnTo>
                <a:lnTo>
                  <a:pt x="17436" y="15297"/>
                </a:lnTo>
                <a:lnTo>
                  <a:pt x="16931" y="15640"/>
                </a:lnTo>
                <a:lnTo>
                  <a:pt x="16386" y="15983"/>
                </a:lnTo>
                <a:lnTo>
                  <a:pt x="15842" y="16306"/>
                </a:lnTo>
                <a:lnTo>
                  <a:pt x="15297" y="16589"/>
                </a:lnTo>
                <a:lnTo>
                  <a:pt x="14187" y="17154"/>
                </a:lnTo>
                <a:lnTo>
                  <a:pt x="13481" y="17497"/>
                </a:lnTo>
                <a:lnTo>
                  <a:pt x="12774" y="17860"/>
                </a:lnTo>
                <a:lnTo>
                  <a:pt x="12088" y="18264"/>
                </a:lnTo>
                <a:lnTo>
                  <a:pt x="11422" y="18667"/>
                </a:lnTo>
                <a:lnTo>
                  <a:pt x="10958" y="18990"/>
                </a:lnTo>
                <a:lnTo>
                  <a:pt x="10494" y="19333"/>
                </a:lnTo>
                <a:lnTo>
                  <a:pt x="10070" y="19696"/>
                </a:lnTo>
                <a:lnTo>
                  <a:pt x="9646" y="20060"/>
                </a:lnTo>
                <a:lnTo>
                  <a:pt x="8799" y="20847"/>
                </a:lnTo>
                <a:lnTo>
                  <a:pt x="7992" y="21613"/>
                </a:lnTo>
                <a:lnTo>
                  <a:pt x="7205" y="22400"/>
                </a:lnTo>
                <a:lnTo>
                  <a:pt x="6377" y="23167"/>
                </a:lnTo>
                <a:lnTo>
                  <a:pt x="5953" y="23531"/>
                </a:lnTo>
                <a:lnTo>
                  <a:pt x="5509" y="23894"/>
                </a:lnTo>
                <a:lnTo>
                  <a:pt x="5065" y="24237"/>
                </a:lnTo>
                <a:lnTo>
                  <a:pt x="4601" y="24560"/>
                </a:lnTo>
                <a:lnTo>
                  <a:pt x="4178" y="24822"/>
                </a:lnTo>
                <a:lnTo>
                  <a:pt x="3935" y="24963"/>
                </a:lnTo>
                <a:lnTo>
                  <a:pt x="3673" y="25084"/>
                </a:lnTo>
                <a:lnTo>
                  <a:pt x="3411" y="25205"/>
                </a:lnTo>
                <a:lnTo>
                  <a:pt x="3148" y="25306"/>
                </a:lnTo>
                <a:lnTo>
                  <a:pt x="2866" y="25367"/>
                </a:lnTo>
                <a:lnTo>
                  <a:pt x="2563" y="25427"/>
                </a:lnTo>
                <a:lnTo>
                  <a:pt x="2260" y="25448"/>
                </a:lnTo>
                <a:lnTo>
                  <a:pt x="1978" y="25427"/>
                </a:lnTo>
                <a:lnTo>
                  <a:pt x="1695" y="25367"/>
                </a:lnTo>
                <a:lnTo>
                  <a:pt x="1433" y="25286"/>
                </a:lnTo>
                <a:lnTo>
                  <a:pt x="1171" y="25185"/>
                </a:lnTo>
                <a:lnTo>
                  <a:pt x="949" y="25044"/>
                </a:lnTo>
                <a:lnTo>
                  <a:pt x="747" y="24883"/>
                </a:lnTo>
                <a:lnTo>
                  <a:pt x="585" y="24701"/>
                </a:lnTo>
                <a:lnTo>
                  <a:pt x="424" y="24459"/>
                </a:lnTo>
                <a:lnTo>
                  <a:pt x="303" y="24196"/>
                </a:lnTo>
                <a:lnTo>
                  <a:pt x="222" y="23894"/>
                </a:lnTo>
                <a:lnTo>
                  <a:pt x="142" y="23551"/>
                </a:lnTo>
                <a:lnTo>
                  <a:pt x="101" y="23167"/>
                </a:lnTo>
                <a:lnTo>
                  <a:pt x="81" y="22784"/>
                </a:lnTo>
                <a:lnTo>
                  <a:pt x="101" y="22421"/>
                </a:lnTo>
                <a:lnTo>
                  <a:pt x="142" y="22037"/>
                </a:lnTo>
                <a:lnTo>
                  <a:pt x="202" y="21654"/>
                </a:lnTo>
                <a:lnTo>
                  <a:pt x="303" y="21291"/>
                </a:lnTo>
                <a:lnTo>
                  <a:pt x="424" y="20947"/>
                </a:lnTo>
                <a:lnTo>
                  <a:pt x="585" y="20584"/>
                </a:lnTo>
                <a:lnTo>
                  <a:pt x="727" y="20342"/>
                </a:lnTo>
                <a:lnTo>
                  <a:pt x="868" y="20080"/>
                </a:lnTo>
                <a:lnTo>
                  <a:pt x="1029" y="19838"/>
                </a:lnTo>
                <a:lnTo>
                  <a:pt x="1211" y="19616"/>
                </a:lnTo>
                <a:lnTo>
                  <a:pt x="1393" y="19373"/>
                </a:lnTo>
                <a:lnTo>
                  <a:pt x="1574" y="19172"/>
                </a:lnTo>
                <a:lnTo>
                  <a:pt x="1978" y="18768"/>
                </a:lnTo>
                <a:lnTo>
                  <a:pt x="2402" y="18385"/>
                </a:lnTo>
                <a:lnTo>
                  <a:pt x="2825" y="18042"/>
                </a:lnTo>
                <a:lnTo>
                  <a:pt x="3249" y="17739"/>
                </a:lnTo>
                <a:lnTo>
                  <a:pt x="3673" y="17456"/>
                </a:lnTo>
                <a:lnTo>
                  <a:pt x="4561" y="16871"/>
                </a:lnTo>
                <a:lnTo>
                  <a:pt x="5489" y="16306"/>
                </a:lnTo>
                <a:lnTo>
                  <a:pt x="6438" y="15761"/>
                </a:lnTo>
                <a:lnTo>
                  <a:pt x="7366" y="15257"/>
                </a:lnTo>
                <a:lnTo>
                  <a:pt x="7568" y="15136"/>
                </a:lnTo>
                <a:lnTo>
                  <a:pt x="8153" y="14793"/>
                </a:lnTo>
                <a:lnTo>
                  <a:pt x="8758" y="14429"/>
                </a:lnTo>
                <a:lnTo>
                  <a:pt x="9041" y="14228"/>
                </a:lnTo>
                <a:lnTo>
                  <a:pt x="9323" y="14026"/>
                </a:lnTo>
                <a:lnTo>
                  <a:pt x="9606" y="13804"/>
                </a:lnTo>
                <a:lnTo>
                  <a:pt x="9868" y="13541"/>
                </a:lnTo>
                <a:lnTo>
                  <a:pt x="10070" y="13340"/>
                </a:lnTo>
                <a:lnTo>
                  <a:pt x="10232" y="13138"/>
                </a:lnTo>
                <a:lnTo>
                  <a:pt x="10393" y="12916"/>
                </a:lnTo>
                <a:lnTo>
                  <a:pt x="10534" y="12694"/>
                </a:lnTo>
                <a:lnTo>
                  <a:pt x="10675" y="12452"/>
                </a:lnTo>
                <a:lnTo>
                  <a:pt x="10797" y="12210"/>
                </a:lnTo>
                <a:lnTo>
                  <a:pt x="10897" y="11967"/>
                </a:lnTo>
                <a:lnTo>
                  <a:pt x="10978" y="11725"/>
                </a:lnTo>
                <a:lnTo>
                  <a:pt x="11140" y="11221"/>
                </a:lnTo>
                <a:lnTo>
                  <a:pt x="11261" y="10716"/>
                </a:lnTo>
                <a:lnTo>
                  <a:pt x="11362" y="10191"/>
                </a:lnTo>
                <a:lnTo>
                  <a:pt x="11463" y="9647"/>
                </a:lnTo>
                <a:lnTo>
                  <a:pt x="11563" y="8839"/>
                </a:lnTo>
                <a:lnTo>
                  <a:pt x="11664" y="8012"/>
                </a:lnTo>
                <a:lnTo>
                  <a:pt x="11846" y="6599"/>
                </a:lnTo>
                <a:lnTo>
                  <a:pt x="11947" y="5893"/>
                </a:lnTo>
                <a:lnTo>
                  <a:pt x="12088" y="5187"/>
                </a:lnTo>
                <a:lnTo>
                  <a:pt x="12209" y="4682"/>
                </a:lnTo>
                <a:lnTo>
                  <a:pt x="12330" y="4218"/>
                </a:lnTo>
                <a:lnTo>
                  <a:pt x="12472" y="3754"/>
                </a:lnTo>
                <a:lnTo>
                  <a:pt x="12633" y="3330"/>
                </a:lnTo>
                <a:lnTo>
                  <a:pt x="12794" y="2947"/>
                </a:lnTo>
                <a:lnTo>
                  <a:pt x="12976" y="2563"/>
                </a:lnTo>
                <a:lnTo>
                  <a:pt x="13158" y="2220"/>
                </a:lnTo>
                <a:lnTo>
                  <a:pt x="13359" y="1897"/>
                </a:lnTo>
                <a:lnTo>
                  <a:pt x="13561" y="1615"/>
                </a:lnTo>
                <a:lnTo>
                  <a:pt x="13803" y="1332"/>
                </a:lnTo>
                <a:lnTo>
                  <a:pt x="14025" y="1090"/>
                </a:lnTo>
                <a:lnTo>
                  <a:pt x="14288" y="868"/>
                </a:lnTo>
                <a:lnTo>
                  <a:pt x="14550" y="687"/>
                </a:lnTo>
                <a:lnTo>
                  <a:pt x="14812" y="525"/>
                </a:lnTo>
                <a:lnTo>
                  <a:pt x="15115" y="364"/>
                </a:lnTo>
                <a:lnTo>
                  <a:pt x="15418" y="263"/>
                </a:lnTo>
                <a:lnTo>
                  <a:pt x="15721" y="162"/>
                </a:lnTo>
                <a:lnTo>
                  <a:pt x="16043" y="101"/>
                </a:lnTo>
                <a:lnTo>
                  <a:pt x="16366" y="81"/>
                </a:lnTo>
                <a:close/>
                <a:moveTo>
                  <a:pt x="16467" y="1"/>
                </a:moveTo>
                <a:lnTo>
                  <a:pt x="16104" y="21"/>
                </a:lnTo>
                <a:lnTo>
                  <a:pt x="15741" y="81"/>
                </a:lnTo>
                <a:lnTo>
                  <a:pt x="15377" y="182"/>
                </a:lnTo>
                <a:lnTo>
                  <a:pt x="15075" y="303"/>
                </a:lnTo>
                <a:lnTo>
                  <a:pt x="14792" y="445"/>
                </a:lnTo>
                <a:lnTo>
                  <a:pt x="14510" y="606"/>
                </a:lnTo>
                <a:lnTo>
                  <a:pt x="14227" y="808"/>
                </a:lnTo>
                <a:lnTo>
                  <a:pt x="13985" y="1030"/>
                </a:lnTo>
                <a:lnTo>
                  <a:pt x="13743" y="1272"/>
                </a:lnTo>
                <a:lnTo>
                  <a:pt x="13501" y="1554"/>
                </a:lnTo>
                <a:lnTo>
                  <a:pt x="13299" y="1857"/>
                </a:lnTo>
                <a:lnTo>
                  <a:pt x="13097" y="2180"/>
                </a:lnTo>
                <a:lnTo>
                  <a:pt x="12895" y="2523"/>
                </a:lnTo>
                <a:lnTo>
                  <a:pt x="12714" y="2906"/>
                </a:lnTo>
                <a:lnTo>
                  <a:pt x="12552" y="3310"/>
                </a:lnTo>
                <a:lnTo>
                  <a:pt x="12391" y="3734"/>
                </a:lnTo>
                <a:lnTo>
                  <a:pt x="12250" y="4178"/>
                </a:lnTo>
                <a:lnTo>
                  <a:pt x="12128" y="4662"/>
                </a:lnTo>
                <a:lnTo>
                  <a:pt x="12007" y="5187"/>
                </a:lnTo>
                <a:lnTo>
                  <a:pt x="11886" y="5873"/>
                </a:lnTo>
                <a:lnTo>
                  <a:pt x="11765" y="6599"/>
                </a:lnTo>
                <a:lnTo>
                  <a:pt x="11584" y="7992"/>
                </a:lnTo>
                <a:lnTo>
                  <a:pt x="11483" y="8819"/>
                </a:lnTo>
                <a:lnTo>
                  <a:pt x="11382" y="9647"/>
                </a:lnTo>
                <a:lnTo>
                  <a:pt x="11281" y="10171"/>
                </a:lnTo>
                <a:lnTo>
                  <a:pt x="11180" y="10696"/>
                </a:lnTo>
                <a:lnTo>
                  <a:pt x="11059" y="11200"/>
                </a:lnTo>
                <a:lnTo>
                  <a:pt x="10918" y="11705"/>
                </a:lnTo>
                <a:lnTo>
                  <a:pt x="10817" y="11947"/>
                </a:lnTo>
                <a:lnTo>
                  <a:pt x="10716" y="12169"/>
                </a:lnTo>
                <a:lnTo>
                  <a:pt x="10595" y="12411"/>
                </a:lnTo>
                <a:lnTo>
                  <a:pt x="10474" y="12633"/>
                </a:lnTo>
                <a:lnTo>
                  <a:pt x="10332" y="12855"/>
                </a:lnTo>
                <a:lnTo>
                  <a:pt x="10171" y="13077"/>
                </a:lnTo>
                <a:lnTo>
                  <a:pt x="10010" y="13279"/>
                </a:lnTo>
                <a:lnTo>
                  <a:pt x="9808" y="13501"/>
                </a:lnTo>
                <a:lnTo>
                  <a:pt x="9545" y="13743"/>
                </a:lnTo>
                <a:lnTo>
                  <a:pt x="9283" y="13965"/>
                </a:lnTo>
                <a:lnTo>
                  <a:pt x="9001" y="14167"/>
                </a:lnTo>
                <a:lnTo>
                  <a:pt x="8718" y="14369"/>
                </a:lnTo>
                <a:lnTo>
                  <a:pt x="8113" y="14732"/>
                </a:lnTo>
                <a:lnTo>
                  <a:pt x="7527" y="15055"/>
                </a:lnTo>
                <a:lnTo>
                  <a:pt x="7326" y="15176"/>
                </a:lnTo>
                <a:lnTo>
                  <a:pt x="6397" y="15701"/>
                </a:lnTo>
                <a:lnTo>
                  <a:pt x="5449" y="16246"/>
                </a:lnTo>
                <a:lnTo>
                  <a:pt x="4521" y="16790"/>
                </a:lnTo>
                <a:lnTo>
                  <a:pt x="3612" y="17376"/>
                </a:lnTo>
                <a:lnTo>
                  <a:pt x="3209" y="17658"/>
                </a:lnTo>
                <a:lnTo>
                  <a:pt x="2765" y="17981"/>
                </a:lnTo>
                <a:lnTo>
                  <a:pt x="2341" y="18324"/>
                </a:lnTo>
                <a:lnTo>
                  <a:pt x="1917" y="18707"/>
                </a:lnTo>
                <a:lnTo>
                  <a:pt x="1514" y="19111"/>
                </a:lnTo>
                <a:lnTo>
                  <a:pt x="1312" y="19333"/>
                </a:lnTo>
                <a:lnTo>
                  <a:pt x="1130" y="19555"/>
                </a:lnTo>
                <a:lnTo>
                  <a:pt x="969" y="19797"/>
                </a:lnTo>
                <a:lnTo>
                  <a:pt x="807" y="20039"/>
                </a:lnTo>
                <a:lnTo>
                  <a:pt x="646" y="20302"/>
                </a:lnTo>
                <a:lnTo>
                  <a:pt x="505" y="20564"/>
                </a:lnTo>
                <a:lnTo>
                  <a:pt x="364" y="20907"/>
                </a:lnTo>
                <a:lnTo>
                  <a:pt x="222" y="21270"/>
                </a:lnTo>
                <a:lnTo>
                  <a:pt x="142" y="21654"/>
                </a:lnTo>
                <a:lnTo>
                  <a:pt x="61" y="22017"/>
                </a:lnTo>
                <a:lnTo>
                  <a:pt x="20" y="22400"/>
                </a:lnTo>
                <a:lnTo>
                  <a:pt x="0" y="22784"/>
                </a:lnTo>
                <a:lnTo>
                  <a:pt x="20" y="23167"/>
                </a:lnTo>
                <a:lnTo>
                  <a:pt x="61" y="23551"/>
                </a:lnTo>
                <a:lnTo>
                  <a:pt x="142" y="23914"/>
                </a:lnTo>
                <a:lnTo>
                  <a:pt x="242" y="24237"/>
                </a:lnTo>
                <a:lnTo>
                  <a:pt x="364" y="24499"/>
                </a:lnTo>
                <a:lnTo>
                  <a:pt x="505" y="24741"/>
                </a:lnTo>
                <a:lnTo>
                  <a:pt x="666" y="24923"/>
                </a:lnTo>
                <a:lnTo>
                  <a:pt x="848" y="25064"/>
                </a:lnTo>
                <a:lnTo>
                  <a:pt x="1050" y="25205"/>
                </a:lnTo>
                <a:lnTo>
                  <a:pt x="1251" y="25327"/>
                </a:lnTo>
                <a:lnTo>
                  <a:pt x="1494" y="25407"/>
                </a:lnTo>
                <a:lnTo>
                  <a:pt x="1736" y="25468"/>
                </a:lnTo>
                <a:lnTo>
                  <a:pt x="1978" y="25508"/>
                </a:lnTo>
                <a:lnTo>
                  <a:pt x="2260" y="25528"/>
                </a:lnTo>
                <a:lnTo>
                  <a:pt x="2563" y="25508"/>
                </a:lnTo>
                <a:lnTo>
                  <a:pt x="2866" y="25448"/>
                </a:lnTo>
                <a:lnTo>
                  <a:pt x="3169" y="25367"/>
                </a:lnTo>
                <a:lnTo>
                  <a:pt x="3451" y="25286"/>
                </a:lnTo>
                <a:lnTo>
                  <a:pt x="3713" y="25165"/>
                </a:lnTo>
                <a:lnTo>
                  <a:pt x="3976" y="25044"/>
                </a:lnTo>
                <a:lnTo>
                  <a:pt x="4218" y="24903"/>
                </a:lnTo>
                <a:lnTo>
                  <a:pt x="4642" y="24620"/>
                </a:lnTo>
                <a:lnTo>
                  <a:pt x="5106" y="24297"/>
                </a:lnTo>
                <a:lnTo>
                  <a:pt x="5550" y="23954"/>
                </a:lnTo>
                <a:lnTo>
                  <a:pt x="5994" y="23611"/>
                </a:lnTo>
                <a:lnTo>
                  <a:pt x="6418" y="23228"/>
                </a:lnTo>
                <a:lnTo>
                  <a:pt x="7245" y="22461"/>
                </a:lnTo>
                <a:lnTo>
                  <a:pt x="8052" y="21674"/>
                </a:lnTo>
                <a:lnTo>
                  <a:pt x="8859" y="20907"/>
                </a:lnTo>
                <a:lnTo>
                  <a:pt x="9687" y="20140"/>
                </a:lnTo>
                <a:lnTo>
                  <a:pt x="10110" y="19757"/>
                </a:lnTo>
                <a:lnTo>
                  <a:pt x="10554" y="19394"/>
                </a:lnTo>
                <a:lnTo>
                  <a:pt x="10998" y="19051"/>
                </a:lnTo>
                <a:lnTo>
                  <a:pt x="11463" y="18728"/>
                </a:lnTo>
                <a:lnTo>
                  <a:pt x="12128" y="18324"/>
                </a:lnTo>
                <a:lnTo>
                  <a:pt x="12815" y="17941"/>
                </a:lnTo>
                <a:lnTo>
                  <a:pt x="13521" y="17577"/>
                </a:lnTo>
                <a:lnTo>
                  <a:pt x="14207" y="17234"/>
                </a:lnTo>
                <a:lnTo>
                  <a:pt x="15337" y="16669"/>
                </a:lnTo>
                <a:lnTo>
                  <a:pt x="15902" y="16367"/>
                </a:lnTo>
                <a:lnTo>
                  <a:pt x="16447" y="16044"/>
                </a:lnTo>
                <a:lnTo>
                  <a:pt x="16972" y="15721"/>
                </a:lnTo>
                <a:lnTo>
                  <a:pt x="17476" y="15358"/>
                </a:lnTo>
                <a:lnTo>
                  <a:pt x="17981" y="14954"/>
                </a:lnTo>
                <a:lnTo>
                  <a:pt x="18203" y="14752"/>
                </a:lnTo>
                <a:lnTo>
                  <a:pt x="18425" y="14530"/>
                </a:lnTo>
                <a:lnTo>
                  <a:pt x="18667" y="14268"/>
                </a:lnTo>
                <a:lnTo>
                  <a:pt x="18909" y="13985"/>
                </a:lnTo>
                <a:lnTo>
                  <a:pt x="19131" y="13703"/>
                </a:lnTo>
                <a:lnTo>
                  <a:pt x="19333" y="13400"/>
                </a:lnTo>
                <a:lnTo>
                  <a:pt x="19535" y="13077"/>
                </a:lnTo>
                <a:lnTo>
                  <a:pt x="19736" y="12754"/>
                </a:lnTo>
                <a:lnTo>
                  <a:pt x="19918" y="12411"/>
                </a:lnTo>
                <a:lnTo>
                  <a:pt x="20100" y="12048"/>
                </a:lnTo>
                <a:lnTo>
                  <a:pt x="20261" y="11665"/>
                </a:lnTo>
                <a:lnTo>
                  <a:pt x="20402" y="11281"/>
                </a:lnTo>
                <a:lnTo>
                  <a:pt x="20544" y="10878"/>
                </a:lnTo>
                <a:lnTo>
                  <a:pt x="20685" y="10474"/>
                </a:lnTo>
                <a:lnTo>
                  <a:pt x="20806" y="10050"/>
                </a:lnTo>
                <a:lnTo>
                  <a:pt x="20927" y="9606"/>
                </a:lnTo>
                <a:lnTo>
                  <a:pt x="21028" y="9142"/>
                </a:lnTo>
                <a:lnTo>
                  <a:pt x="21109" y="8678"/>
                </a:lnTo>
                <a:lnTo>
                  <a:pt x="21189" y="8214"/>
                </a:lnTo>
                <a:lnTo>
                  <a:pt x="21250" y="7750"/>
                </a:lnTo>
                <a:lnTo>
                  <a:pt x="21310" y="7326"/>
                </a:lnTo>
                <a:lnTo>
                  <a:pt x="21331" y="6882"/>
                </a:lnTo>
                <a:lnTo>
                  <a:pt x="21351" y="6478"/>
                </a:lnTo>
                <a:lnTo>
                  <a:pt x="21351" y="6075"/>
                </a:lnTo>
                <a:lnTo>
                  <a:pt x="21351" y="5671"/>
                </a:lnTo>
                <a:lnTo>
                  <a:pt x="21331" y="5288"/>
                </a:lnTo>
                <a:lnTo>
                  <a:pt x="21270" y="4924"/>
                </a:lnTo>
                <a:lnTo>
                  <a:pt x="21230" y="4561"/>
                </a:lnTo>
                <a:lnTo>
                  <a:pt x="21149" y="4218"/>
                </a:lnTo>
                <a:lnTo>
                  <a:pt x="21068" y="3875"/>
                </a:lnTo>
                <a:lnTo>
                  <a:pt x="20967" y="3532"/>
                </a:lnTo>
                <a:lnTo>
                  <a:pt x="20846" y="3229"/>
                </a:lnTo>
                <a:lnTo>
                  <a:pt x="20705" y="2906"/>
                </a:lnTo>
                <a:lnTo>
                  <a:pt x="20564" y="2624"/>
                </a:lnTo>
                <a:lnTo>
                  <a:pt x="20362" y="2281"/>
                </a:lnTo>
                <a:lnTo>
                  <a:pt x="20140" y="1958"/>
                </a:lnTo>
                <a:lnTo>
                  <a:pt x="19898" y="1655"/>
                </a:lnTo>
                <a:lnTo>
                  <a:pt x="19615" y="1373"/>
                </a:lnTo>
                <a:lnTo>
                  <a:pt x="19333" y="1110"/>
                </a:lnTo>
                <a:lnTo>
                  <a:pt x="19010" y="868"/>
                </a:lnTo>
                <a:lnTo>
                  <a:pt x="18687" y="646"/>
                </a:lnTo>
                <a:lnTo>
                  <a:pt x="18344" y="465"/>
                </a:lnTo>
                <a:lnTo>
                  <a:pt x="17981" y="283"/>
                </a:lnTo>
                <a:lnTo>
                  <a:pt x="17597" y="162"/>
                </a:lnTo>
                <a:lnTo>
                  <a:pt x="17214" y="61"/>
                </a:lnTo>
                <a:lnTo>
                  <a:pt x="16851" y="21"/>
                </a:lnTo>
                <a:lnTo>
                  <a:pt x="16467" y="1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75" name="Google Shape;1475;p18"/>
          <p:cNvSpPr/>
          <p:nvPr/>
        </p:nvSpPr>
        <p:spPr>
          <a:xfrm>
            <a:off x="7611538" y="319256"/>
            <a:ext cx="1884195" cy="733450"/>
          </a:xfrm>
          <a:custGeom>
            <a:rect b="b" l="l" r="r" t="t"/>
            <a:pathLst>
              <a:path extrusionOk="0" h="13119" w="33702">
                <a:moveTo>
                  <a:pt x="8436" y="82"/>
                </a:moveTo>
                <a:lnTo>
                  <a:pt x="9041" y="102"/>
                </a:lnTo>
                <a:lnTo>
                  <a:pt x="9667" y="142"/>
                </a:lnTo>
                <a:lnTo>
                  <a:pt x="10312" y="183"/>
                </a:lnTo>
                <a:lnTo>
                  <a:pt x="10978" y="263"/>
                </a:lnTo>
                <a:lnTo>
                  <a:pt x="12532" y="465"/>
                </a:lnTo>
                <a:lnTo>
                  <a:pt x="14005" y="707"/>
                </a:lnTo>
                <a:lnTo>
                  <a:pt x="15398" y="949"/>
                </a:lnTo>
                <a:lnTo>
                  <a:pt x="16689" y="1192"/>
                </a:lnTo>
                <a:lnTo>
                  <a:pt x="17900" y="1454"/>
                </a:lnTo>
                <a:lnTo>
                  <a:pt x="19030" y="1716"/>
                </a:lnTo>
                <a:lnTo>
                  <a:pt x="20080" y="1979"/>
                </a:lnTo>
                <a:lnTo>
                  <a:pt x="21048" y="2241"/>
                </a:lnTo>
                <a:lnTo>
                  <a:pt x="21956" y="2523"/>
                </a:lnTo>
                <a:lnTo>
                  <a:pt x="22804" y="2786"/>
                </a:lnTo>
                <a:lnTo>
                  <a:pt x="23571" y="3068"/>
                </a:lnTo>
                <a:lnTo>
                  <a:pt x="24277" y="3331"/>
                </a:lnTo>
                <a:lnTo>
                  <a:pt x="24943" y="3593"/>
                </a:lnTo>
                <a:lnTo>
                  <a:pt x="25548" y="3835"/>
                </a:lnTo>
                <a:lnTo>
                  <a:pt x="26598" y="4320"/>
                </a:lnTo>
                <a:lnTo>
                  <a:pt x="27607" y="4824"/>
                </a:lnTo>
                <a:lnTo>
                  <a:pt x="28071" y="5066"/>
                </a:lnTo>
                <a:lnTo>
                  <a:pt x="28535" y="5329"/>
                </a:lnTo>
                <a:lnTo>
                  <a:pt x="28999" y="5611"/>
                </a:lnTo>
                <a:lnTo>
                  <a:pt x="29423" y="5894"/>
                </a:lnTo>
                <a:lnTo>
                  <a:pt x="29847" y="6176"/>
                </a:lnTo>
                <a:lnTo>
                  <a:pt x="30271" y="6459"/>
                </a:lnTo>
                <a:lnTo>
                  <a:pt x="30654" y="6761"/>
                </a:lnTo>
                <a:lnTo>
                  <a:pt x="31058" y="7064"/>
                </a:lnTo>
                <a:lnTo>
                  <a:pt x="31421" y="7367"/>
                </a:lnTo>
                <a:lnTo>
                  <a:pt x="31784" y="7690"/>
                </a:lnTo>
                <a:lnTo>
                  <a:pt x="32127" y="8012"/>
                </a:lnTo>
                <a:lnTo>
                  <a:pt x="32450" y="8335"/>
                </a:lnTo>
                <a:lnTo>
                  <a:pt x="32773" y="8678"/>
                </a:lnTo>
                <a:lnTo>
                  <a:pt x="33076" y="9021"/>
                </a:lnTo>
                <a:lnTo>
                  <a:pt x="33237" y="9223"/>
                </a:lnTo>
                <a:lnTo>
                  <a:pt x="33378" y="9425"/>
                </a:lnTo>
                <a:lnTo>
                  <a:pt x="33520" y="9667"/>
                </a:lnTo>
                <a:lnTo>
                  <a:pt x="33560" y="9788"/>
                </a:lnTo>
                <a:lnTo>
                  <a:pt x="33600" y="9909"/>
                </a:lnTo>
                <a:lnTo>
                  <a:pt x="33620" y="10030"/>
                </a:lnTo>
                <a:lnTo>
                  <a:pt x="33620" y="10172"/>
                </a:lnTo>
                <a:lnTo>
                  <a:pt x="33600" y="10293"/>
                </a:lnTo>
                <a:lnTo>
                  <a:pt x="33580" y="10414"/>
                </a:lnTo>
                <a:lnTo>
                  <a:pt x="33520" y="10535"/>
                </a:lnTo>
                <a:lnTo>
                  <a:pt x="33459" y="10636"/>
                </a:lnTo>
                <a:lnTo>
                  <a:pt x="33378" y="10737"/>
                </a:lnTo>
                <a:lnTo>
                  <a:pt x="33257" y="10797"/>
                </a:lnTo>
                <a:lnTo>
                  <a:pt x="33176" y="10838"/>
                </a:lnTo>
                <a:lnTo>
                  <a:pt x="33096" y="10858"/>
                </a:lnTo>
                <a:lnTo>
                  <a:pt x="32894" y="10878"/>
                </a:lnTo>
                <a:lnTo>
                  <a:pt x="32692" y="10858"/>
                </a:lnTo>
                <a:lnTo>
                  <a:pt x="32470" y="10817"/>
                </a:lnTo>
                <a:lnTo>
                  <a:pt x="29019" y="10152"/>
                </a:lnTo>
                <a:lnTo>
                  <a:pt x="26840" y="9748"/>
                </a:lnTo>
                <a:lnTo>
                  <a:pt x="25750" y="9566"/>
                </a:lnTo>
                <a:lnTo>
                  <a:pt x="24640" y="9385"/>
                </a:lnTo>
                <a:lnTo>
                  <a:pt x="23551" y="9223"/>
                </a:lnTo>
                <a:lnTo>
                  <a:pt x="22420" y="9102"/>
                </a:lnTo>
                <a:lnTo>
                  <a:pt x="21311" y="9021"/>
                </a:lnTo>
                <a:lnTo>
                  <a:pt x="20201" y="8981"/>
                </a:lnTo>
                <a:lnTo>
                  <a:pt x="19071" y="8961"/>
                </a:lnTo>
                <a:lnTo>
                  <a:pt x="17941" y="9021"/>
                </a:lnTo>
                <a:lnTo>
                  <a:pt x="16831" y="9102"/>
                </a:lnTo>
                <a:lnTo>
                  <a:pt x="15721" y="9223"/>
                </a:lnTo>
                <a:lnTo>
                  <a:pt x="14591" y="9385"/>
                </a:lnTo>
                <a:lnTo>
                  <a:pt x="13501" y="9566"/>
                </a:lnTo>
                <a:lnTo>
                  <a:pt x="12391" y="9788"/>
                </a:lnTo>
                <a:lnTo>
                  <a:pt x="11281" y="10051"/>
                </a:lnTo>
                <a:lnTo>
                  <a:pt x="10191" y="10313"/>
                </a:lnTo>
                <a:lnTo>
                  <a:pt x="9081" y="10596"/>
                </a:lnTo>
                <a:lnTo>
                  <a:pt x="7992" y="10918"/>
                </a:lnTo>
                <a:lnTo>
                  <a:pt x="6922" y="11241"/>
                </a:lnTo>
                <a:lnTo>
                  <a:pt x="4763" y="11907"/>
                </a:lnTo>
                <a:lnTo>
                  <a:pt x="2604" y="12593"/>
                </a:lnTo>
                <a:lnTo>
                  <a:pt x="1595" y="12936"/>
                </a:lnTo>
                <a:lnTo>
                  <a:pt x="1433" y="12977"/>
                </a:lnTo>
                <a:lnTo>
                  <a:pt x="1231" y="13017"/>
                </a:lnTo>
                <a:lnTo>
                  <a:pt x="1050" y="13037"/>
                </a:lnTo>
                <a:lnTo>
                  <a:pt x="949" y="13037"/>
                </a:lnTo>
                <a:lnTo>
                  <a:pt x="868" y="13017"/>
                </a:lnTo>
                <a:lnTo>
                  <a:pt x="767" y="12997"/>
                </a:lnTo>
                <a:lnTo>
                  <a:pt x="687" y="12957"/>
                </a:lnTo>
                <a:lnTo>
                  <a:pt x="606" y="12896"/>
                </a:lnTo>
                <a:lnTo>
                  <a:pt x="525" y="12835"/>
                </a:lnTo>
                <a:lnTo>
                  <a:pt x="404" y="12674"/>
                </a:lnTo>
                <a:lnTo>
                  <a:pt x="323" y="12492"/>
                </a:lnTo>
                <a:lnTo>
                  <a:pt x="243" y="12291"/>
                </a:lnTo>
                <a:lnTo>
                  <a:pt x="202" y="12089"/>
                </a:lnTo>
                <a:lnTo>
                  <a:pt x="162" y="11867"/>
                </a:lnTo>
                <a:lnTo>
                  <a:pt x="142" y="11665"/>
                </a:lnTo>
                <a:lnTo>
                  <a:pt x="101" y="10838"/>
                </a:lnTo>
                <a:lnTo>
                  <a:pt x="81" y="9990"/>
                </a:lnTo>
                <a:lnTo>
                  <a:pt x="101" y="9163"/>
                </a:lnTo>
                <a:lnTo>
                  <a:pt x="142" y="8315"/>
                </a:lnTo>
                <a:lnTo>
                  <a:pt x="202" y="7488"/>
                </a:lnTo>
                <a:lnTo>
                  <a:pt x="283" y="6660"/>
                </a:lnTo>
                <a:lnTo>
                  <a:pt x="404" y="5833"/>
                </a:lnTo>
                <a:lnTo>
                  <a:pt x="545" y="5006"/>
                </a:lnTo>
                <a:lnTo>
                  <a:pt x="666" y="4441"/>
                </a:lnTo>
                <a:lnTo>
                  <a:pt x="808" y="3896"/>
                </a:lnTo>
                <a:lnTo>
                  <a:pt x="909" y="3654"/>
                </a:lnTo>
                <a:lnTo>
                  <a:pt x="989" y="3411"/>
                </a:lnTo>
                <a:lnTo>
                  <a:pt x="1110" y="3189"/>
                </a:lnTo>
                <a:lnTo>
                  <a:pt x="1231" y="2967"/>
                </a:lnTo>
                <a:lnTo>
                  <a:pt x="1413" y="2685"/>
                </a:lnTo>
                <a:lnTo>
                  <a:pt x="1635" y="2402"/>
                </a:lnTo>
                <a:lnTo>
                  <a:pt x="1877" y="2140"/>
                </a:lnTo>
                <a:lnTo>
                  <a:pt x="2160" y="1898"/>
                </a:lnTo>
                <a:lnTo>
                  <a:pt x="2462" y="1656"/>
                </a:lnTo>
                <a:lnTo>
                  <a:pt x="2805" y="1434"/>
                </a:lnTo>
                <a:lnTo>
                  <a:pt x="3189" y="1232"/>
                </a:lnTo>
                <a:lnTo>
                  <a:pt x="3572" y="1030"/>
                </a:lnTo>
                <a:lnTo>
                  <a:pt x="4117" y="808"/>
                </a:lnTo>
                <a:lnTo>
                  <a:pt x="4662" y="627"/>
                </a:lnTo>
                <a:lnTo>
                  <a:pt x="5227" y="465"/>
                </a:lnTo>
                <a:lnTo>
                  <a:pt x="5832" y="324"/>
                </a:lnTo>
                <a:lnTo>
                  <a:pt x="6438" y="223"/>
                </a:lnTo>
                <a:lnTo>
                  <a:pt x="7084" y="142"/>
                </a:lnTo>
                <a:lnTo>
                  <a:pt x="7750" y="102"/>
                </a:lnTo>
                <a:lnTo>
                  <a:pt x="8436" y="82"/>
                </a:lnTo>
                <a:close/>
                <a:moveTo>
                  <a:pt x="8335" y="1"/>
                </a:moveTo>
                <a:lnTo>
                  <a:pt x="7830" y="21"/>
                </a:lnTo>
                <a:lnTo>
                  <a:pt x="7346" y="41"/>
                </a:lnTo>
                <a:lnTo>
                  <a:pt x="6882" y="82"/>
                </a:lnTo>
                <a:lnTo>
                  <a:pt x="6438" y="142"/>
                </a:lnTo>
                <a:lnTo>
                  <a:pt x="5974" y="223"/>
                </a:lnTo>
                <a:lnTo>
                  <a:pt x="5550" y="304"/>
                </a:lnTo>
                <a:lnTo>
                  <a:pt x="5126" y="405"/>
                </a:lnTo>
                <a:lnTo>
                  <a:pt x="4723" y="526"/>
                </a:lnTo>
                <a:lnTo>
                  <a:pt x="4319" y="647"/>
                </a:lnTo>
                <a:lnTo>
                  <a:pt x="3915" y="808"/>
                </a:lnTo>
                <a:lnTo>
                  <a:pt x="3552" y="970"/>
                </a:lnTo>
                <a:lnTo>
                  <a:pt x="3149" y="1151"/>
                </a:lnTo>
                <a:lnTo>
                  <a:pt x="2765" y="1373"/>
                </a:lnTo>
                <a:lnTo>
                  <a:pt x="2422" y="1595"/>
                </a:lnTo>
                <a:lnTo>
                  <a:pt x="2099" y="1837"/>
                </a:lnTo>
                <a:lnTo>
                  <a:pt x="1817" y="2080"/>
                </a:lnTo>
                <a:lnTo>
                  <a:pt x="1575" y="2362"/>
                </a:lnTo>
                <a:lnTo>
                  <a:pt x="1353" y="2624"/>
                </a:lnTo>
                <a:lnTo>
                  <a:pt x="1151" y="2927"/>
                </a:lnTo>
                <a:lnTo>
                  <a:pt x="1030" y="3169"/>
                </a:lnTo>
                <a:lnTo>
                  <a:pt x="909" y="3432"/>
                </a:lnTo>
                <a:lnTo>
                  <a:pt x="808" y="3694"/>
                </a:lnTo>
                <a:lnTo>
                  <a:pt x="707" y="3956"/>
                </a:lnTo>
                <a:lnTo>
                  <a:pt x="586" y="4481"/>
                </a:lnTo>
                <a:lnTo>
                  <a:pt x="465" y="4985"/>
                </a:lnTo>
                <a:lnTo>
                  <a:pt x="323" y="5813"/>
                </a:lnTo>
                <a:lnTo>
                  <a:pt x="222" y="6660"/>
                </a:lnTo>
                <a:lnTo>
                  <a:pt x="122" y="7488"/>
                </a:lnTo>
                <a:lnTo>
                  <a:pt x="61" y="8315"/>
                </a:lnTo>
                <a:lnTo>
                  <a:pt x="21" y="9163"/>
                </a:lnTo>
                <a:lnTo>
                  <a:pt x="0" y="9990"/>
                </a:lnTo>
                <a:lnTo>
                  <a:pt x="21" y="10838"/>
                </a:lnTo>
                <a:lnTo>
                  <a:pt x="61" y="11665"/>
                </a:lnTo>
                <a:lnTo>
                  <a:pt x="101" y="11968"/>
                </a:lnTo>
                <a:lnTo>
                  <a:pt x="142" y="12230"/>
                </a:lnTo>
                <a:lnTo>
                  <a:pt x="222" y="12452"/>
                </a:lnTo>
                <a:lnTo>
                  <a:pt x="303" y="12654"/>
                </a:lnTo>
                <a:lnTo>
                  <a:pt x="404" y="12815"/>
                </a:lnTo>
                <a:lnTo>
                  <a:pt x="545" y="12936"/>
                </a:lnTo>
                <a:lnTo>
                  <a:pt x="687" y="13037"/>
                </a:lnTo>
                <a:lnTo>
                  <a:pt x="848" y="13098"/>
                </a:lnTo>
                <a:lnTo>
                  <a:pt x="949" y="13118"/>
                </a:lnTo>
                <a:lnTo>
                  <a:pt x="1191" y="13118"/>
                </a:lnTo>
                <a:lnTo>
                  <a:pt x="1353" y="13078"/>
                </a:lnTo>
                <a:lnTo>
                  <a:pt x="1615" y="12997"/>
                </a:lnTo>
                <a:lnTo>
                  <a:pt x="2644" y="12674"/>
                </a:lnTo>
                <a:lnTo>
                  <a:pt x="4783" y="11988"/>
                </a:lnTo>
                <a:lnTo>
                  <a:pt x="6942" y="11302"/>
                </a:lnTo>
                <a:lnTo>
                  <a:pt x="8012" y="10999"/>
                </a:lnTo>
                <a:lnTo>
                  <a:pt x="9102" y="10676"/>
                </a:lnTo>
                <a:lnTo>
                  <a:pt x="10191" y="10394"/>
                </a:lnTo>
                <a:lnTo>
                  <a:pt x="11301" y="10131"/>
                </a:lnTo>
                <a:lnTo>
                  <a:pt x="12391" y="9869"/>
                </a:lnTo>
                <a:lnTo>
                  <a:pt x="13501" y="9647"/>
                </a:lnTo>
                <a:lnTo>
                  <a:pt x="14611" y="9465"/>
                </a:lnTo>
                <a:lnTo>
                  <a:pt x="15721" y="9304"/>
                </a:lnTo>
                <a:lnTo>
                  <a:pt x="16831" y="9183"/>
                </a:lnTo>
                <a:lnTo>
                  <a:pt x="17961" y="9102"/>
                </a:lnTo>
                <a:lnTo>
                  <a:pt x="19071" y="9042"/>
                </a:lnTo>
                <a:lnTo>
                  <a:pt x="20201" y="9062"/>
                </a:lnTo>
                <a:lnTo>
                  <a:pt x="21311" y="9102"/>
                </a:lnTo>
                <a:lnTo>
                  <a:pt x="22420" y="9183"/>
                </a:lnTo>
                <a:lnTo>
                  <a:pt x="23530" y="9304"/>
                </a:lnTo>
                <a:lnTo>
                  <a:pt x="24640" y="9465"/>
                </a:lnTo>
                <a:lnTo>
                  <a:pt x="25750" y="9647"/>
                </a:lnTo>
                <a:lnTo>
                  <a:pt x="26840" y="9829"/>
                </a:lnTo>
                <a:lnTo>
                  <a:pt x="28999" y="10232"/>
                </a:lnTo>
                <a:lnTo>
                  <a:pt x="32470" y="10898"/>
                </a:lnTo>
                <a:lnTo>
                  <a:pt x="32692" y="10939"/>
                </a:lnTo>
                <a:lnTo>
                  <a:pt x="32894" y="10959"/>
                </a:lnTo>
                <a:lnTo>
                  <a:pt x="33116" y="10939"/>
                </a:lnTo>
                <a:lnTo>
                  <a:pt x="33197" y="10918"/>
                </a:lnTo>
                <a:lnTo>
                  <a:pt x="33298" y="10878"/>
                </a:lnTo>
                <a:lnTo>
                  <a:pt x="33419" y="10797"/>
                </a:lnTo>
                <a:lnTo>
                  <a:pt x="33520" y="10696"/>
                </a:lnTo>
                <a:lnTo>
                  <a:pt x="33600" y="10575"/>
                </a:lnTo>
                <a:lnTo>
                  <a:pt x="33661" y="10454"/>
                </a:lnTo>
                <a:lnTo>
                  <a:pt x="33681" y="10313"/>
                </a:lnTo>
                <a:lnTo>
                  <a:pt x="33701" y="10172"/>
                </a:lnTo>
                <a:lnTo>
                  <a:pt x="33701" y="10030"/>
                </a:lnTo>
                <a:lnTo>
                  <a:pt x="33681" y="9889"/>
                </a:lnTo>
                <a:lnTo>
                  <a:pt x="33641" y="9768"/>
                </a:lnTo>
                <a:lnTo>
                  <a:pt x="33600" y="9627"/>
                </a:lnTo>
                <a:lnTo>
                  <a:pt x="33459" y="9385"/>
                </a:lnTo>
                <a:lnTo>
                  <a:pt x="33298" y="9163"/>
                </a:lnTo>
                <a:lnTo>
                  <a:pt x="33136" y="8961"/>
                </a:lnTo>
                <a:lnTo>
                  <a:pt x="32833" y="8618"/>
                </a:lnTo>
                <a:lnTo>
                  <a:pt x="32511" y="8275"/>
                </a:lnTo>
                <a:lnTo>
                  <a:pt x="32188" y="7952"/>
                </a:lnTo>
                <a:lnTo>
                  <a:pt x="31824" y="7629"/>
                </a:lnTo>
                <a:lnTo>
                  <a:pt x="31481" y="7306"/>
                </a:lnTo>
                <a:lnTo>
                  <a:pt x="31098" y="7003"/>
                </a:lnTo>
                <a:lnTo>
                  <a:pt x="30714" y="6701"/>
                </a:lnTo>
                <a:lnTo>
                  <a:pt x="30311" y="6398"/>
                </a:lnTo>
                <a:lnTo>
                  <a:pt x="29907" y="6095"/>
                </a:lnTo>
                <a:lnTo>
                  <a:pt x="29483" y="5813"/>
                </a:lnTo>
                <a:lnTo>
                  <a:pt x="29040" y="5530"/>
                </a:lnTo>
                <a:lnTo>
                  <a:pt x="28575" y="5268"/>
                </a:lnTo>
                <a:lnTo>
                  <a:pt x="28111" y="5006"/>
                </a:lnTo>
                <a:lnTo>
                  <a:pt x="27627" y="4743"/>
                </a:lnTo>
                <a:lnTo>
                  <a:pt x="26638" y="4259"/>
                </a:lnTo>
                <a:lnTo>
                  <a:pt x="25569" y="3775"/>
                </a:lnTo>
                <a:lnTo>
                  <a:pt x="24963" y="3512"/>
                </a:lnTo>
                <a:lnTo>
                  <a:pt x="24317" y="3250"/>
                </a:lnTo>
                <a:lnTo>
                  <a:pt x="23591" y="2988"/>
                </a:lnTo>
                <a:lnTo>
                  <a:pt x="22824" y="2725"/>
                </a:lnTo>
                <a:lnTo>
                  <a:pt x="21977" y="2443"/>
                </a:lnTo>
                <a:lnTo>
                  <a:pt x="21068" y="2180"/>
                </a:lnTo>
                <a:lnTo>
                  <a:pt x="20100" y="1898"/>
                </a:lnTo>
                <a:lnTo>
                  <a:pt x="19050" y="1636"/>
                </a:lnTo>
                <a:lnTo>
                  <a:pt x="17920" y="1373"/>
                </a:lnTo>
                <a:lnTo>
                  <a:pt x="16710" y="1111"/>
                </a:lnTo>
                <a:lnTo>
                  <a:pt x="15398" y="869"/>
                </a:lnTo>
                <a:lnTo>
                  <a:pt x="14026" y="627"/>
                </a:lnTo>
                <a:lnTo>
                  <a:pt x="12552" y="405"/>
                </a:lnTo>
                <a:lnTo>
                  <a:pt x="10978" y="183"/>
                </a:lnTo>
                <a:lnTo>
                  <a:pt x="10413" y="122"/>
                </a:lnTo>
                <a:lnTo>
                  <a:pt x="9889" y="62"/>
                </a:lnTo>
                <a:lnTo>
                  <a:pt x="9344" y="41"/>
                </a:lnTo>
                <a:lnTo>
                  <a:pt x="8839" y="21"/>
                </a:lnTo>
                <a:lnTo>
                  <a:pt x="8335" y="1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76" name="Google Shape;1476;p18"/>
          <p:cNvSpPr/>
          <p:nvPr/>
        </p:nvSpPr>
        <p:spPr>
          <a:xfrm>
            <a:off x="8093284" y="1493738"/>
            <a:ext cx="166996" cy="99348"/>
          </a:xfrm>
          <a:custGeom>
            <a:rect b="b" l="l" r="r" t="t"/>
            <a:pathLst>
              <a:path extrusionOk="0" h="1777" w="2987">
                <a:moveTo>
                  <a:pt x="2240" y="81"/>
                </a:moveTo>
                <a:lnTo>
                  <a:pt x="2442" y="101"/>
                </a:lnTo>
                <a:lnTo>
                  <a:pt x="2644" y="122"/>
                </a:lnTo>
                <a:lnTo>
                  <a:pt x="2745" y="162"/>
                </a:lnTo>
                <a:lnTo>
                  <a:pt x="2805" y="182"/>
                </a:lnTo>
                <a:lnTo>
                  <a:pt x="2866" y="243"/>
                </a:lnTo>
                <a:lnTo>
                  <a:pt x="2906" y="283"/>
                </a:lnTo>
                <a:lnTo>
                  <a:pt x="2906" y="364"/>
                </a:lnTo>
                <a:lnTo>
                  <a:pt x="2906" y="444"/>
                </a:lnTo>
                <a:lnTo>
                  <a:pt x="2846" y="525"/>
                </a:lnTo>
                <a:lnTo>
                  <a:pt x="2765" y="626"/>
                </a:lnTo>
                <a:lnTo>
                  <a:pt x="2543" y="868"/>
                </a:lnTo>
                <a:lnTo>
                  <a:pt x="2281" y="1070"/>
                </a:lnTo>
                <a:lnTo>
                  <a:pt x="1998" y="1252"/>
                </a:lnTo>
                <a:lnTo>
                  <a:pt x="1716" y="1413"/>
                </a:lnTo>
                <a:lnTo>
                  <a:pt x="1393" y="1534"/>
                </a:lnTo>
                <a:lnTo>
                  <a:pt x="1090" y="1615"/>
                </a:lnTo>
                <a:lnTo>
                  <a:pt x="747" y="1675"/>
                </a:lnTo>
                <a:lnTo>
                  <a:pt x="424" y="1696"/>
                </a:lnTo>
                <a:lnTo>
                  <a:pt x="263" y="1696"/>
                </a:lnTo>
                <a:lnTo>
                  <a:pt x="182" y="1655"/>
                </a:lnTo>
                <a:lnTo>
                  <a:pt x="121" y="1615"/>
                </a:lnTo>
                <a:lnTo>
                  <a:pt x="81" y="1554"/>
                </a:lnTo>
                <a:lnTo>
                  <a:pt x="81" y="1494"/>
                </a:lnTo>
                <a:lnTo>
                  <a:pt x="81" y="1433"/>
                </a:lnTo>
                <a:lnTo>
                  <a:pt x="101" y="1373"/>
                </a:lnTo>
                <a:lnTo>
                  <a:pt x="182" y="1252"/>
                </a:lnTo>
                <a:lnTo>
                  <a:pt x="263" y="1151"/>
                </a:lnTo>
                <a:lnTo>
                  <a:pt x="485" y="949"/>
                </a:lnTo>
                <a:lnTo>
                  <a:pt x="686" y="747"/>
                </a:lnTo>
                <a:lnTo>
                  <a:pt x="929" y="586"/>
                </a:lnTo>
                <a:lnTo>
                  <a:pt x="1171" y="424"/>
                </a:lnTo>
                <a:lnTo>
                  <a:pt x="1413" y="283"/>
                </a:lnTo>
                <a:lnTo>
                  <a:pt x="1675" y="182"/>
                </a:lnTo>
                <a:lnTo>
                  <a:pt x="1958" y="101"/>
                </a:lnTo>
                <a:lnTo>
                  <a:pt x="2240" y="81"/>
                </a:lnTo>
                <a:close/>
                <a:moveTo>
                  <a:pt x="2119" y="0"/>
                </a:moveTo>
                <a:lnTo>
                  <a:pt x="1938" y="21"/>
                </a:lnTo>
                <a:lnTo>
                  <a:pt x="1776" y="61"/>
                </a:lnTo>
                <a:lnTo>
                  <a:pt x="1615" y="122"/>
                </a:lnTo>
                <a:lnTo>
                  <a:pt x="1453" y="182"/>
                </a:lnTo>
                <a:lnTo>
                  <a:pt x="1292" y="243"/>
                </a:lnTo>
                <a:lnTo>
                  <a:pt x="1009" y="424"/>
                </a:lnTo>
                <a:lnTo>
                  <a:pt x="727" y="626"/>
                </a:lnTo>
                <a:lnTo>
                  <a:pt x="464" y="848"/>
                </a:lnTo>
                <a:lnTo>
                  <a:pt x="222" y="1090"/>
                </a:lnTo>
                <a:lnTo>
                  <a:pt x="101" y="1211"/>
                </a:lnTo>
                <a:lnTo>
                  <a:pt x="21" y="1332"/>
                </a:lnTo>
                <a:lnTo>
                  <a:pt x="0" y="1433"/>
                </a:lnTo>
                <a:lnTo>
                  <a:pt x="0" y="1514"/>
                </a:lnTo>
                <a:lnTo>
                  <a:pt x="21" y="1595"/>
                </a:lnTo>
                <a:lnTo>
                  <a:pt x="61" y="1655"/>
                </a:lnTo>
                <a:lnTo>
                  <a:pt x="121" y="1716"/>
                </a:lnTo>
                <a:lnTo>
                  <a:pt x="222" y="1756"/>
                </a:lnTo>
                <a:lnTo>
                  <a:pt x="303" y="1776"/>
                </a:lnTo>
                <a:lnTo>
                  <a:pt x="424" y="1776"/>
                </a:lnTo>
                <a:lnTo>
                  <a:pt x="767" y="1756"/>
                </a:lnTo>
                <a:lnTo>
                  <a:pt x="1110" y="1696"/>
                </a:lnTo>
                <a:lnTo>
                  <a:pt x="1433" y="1615"/>
                </a:lnTo>
                <a:lnTo>
                  <a:pt x="1736" y="1474"/>
                </a:lnTo>
                <a:lnTo>
                  <a:pt x="2039" y="1332"/>
                </a:lnTo>
                <a:lnTo>
                  <a:pt x="2321" y="1131"/>
                </a:lnTo>
                <a:lnTo>
                  <a:pt x="2604" y="929"/>
                </a:lnTo>
                <a:lnTo>
                  <a:pt x="2826" y="687"/>
                </a:lnTo>
                <a:lnTo>
                  <a:pt x="2926" y="565"/>
                </a:lnTo>
                <a:lnTo>
                  <a:pt x="2987" y="465"/>
                </a:lnTo>
                <a:lnTo>
                  <a:pt x="2987" y="343"/>
                </a:lnTo>
                <a:lnTo>
                  <a:pt x="2967" y="263"/>
                </a:lnTo>
                <a:lnTo>
                  <a:pt x="2926" y="182"/>
                </a:lnTo>
                <a:lnTo>
                  <a:pt x="2866" y="122"/>
                </a:lnTo>
                <a:lnTo>
                  <a:pt x="2765" y="81"/>
                </a:lnTo>
                <a:lnTo>
                  <a:pt x="2664" y="41"/>
                </a:lnTo>
                <a:lnTo>
                  <a:pt x="2462" y="21"/>
                </a:lnTo>
                <a:lnTo>
                  <a:pt x="2281" y="0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77" name="Google Shape;1477;p18"/>
          <p:cNvSpPr/>
          <p:nvPr/>
        </p:nvSpPr>
        <p:spPr>
          <a:xfrm rot="3449335">
            <a:off x="1810805" y="-768073"/>
            <a:ext cx="901487" cy="1104539"/>
          </a:xfrm>
          <a:custGeom>
            <a:rect b="b" l="l" r="r" t="t"/>
            <a:pathLst>
              <a:path extrusionOk="0" h="19757" w="16125">
                <a:moveTo>
                  <a:pt x="13945" y="81"/>
                </a:moveTo>
                <a:lnTo>
                  <a:pt x="14187" y="142"/>
                </a:lnTo>
                <a:lnTo>
                  <a:pt x="14449" y="222"/>
                </a:lnTo>
                <a:lnTo>
                  <a:pt x="14671" y="323"/>
                </a:lnTo>
                <a:lnTo>
                  <a:pt x="14893" y="464"/>
                </a:lnTo>
                <a:lnTo>
                  <a:pt x="15095" y="626"/>
                </a:lnTo>
                <a:lnTo>
                  <a:pt x="15277" y="807"/>
                </a:lnTo>
                <a:lnTo>
                  <a:pt x="15438" y="1009"/>
                </a:lnTo>
                <a:lnTo>
                  <a:pt x="15620" y="1332"/>
                </a:lnTo>
                <a:lnTo>
                  <a:pt x="15761" y="1655"/>
                </a:lnTo>
                <a:lnTo>
                  <a:pt x="15862" y="1998"/>
                </a:lnTo>
                <a:lnTo>
                  <a:pt x="15943" y="2341"/>
                </a:lnTo>
                <a:lnTo>
                  <a:pt x="16003" y="2704"/>
                </a:lnTo>
                <a:lnTo>
                  <a:pt x="16023" y="3068"/>
                </a:lnTo>
                <a:lnTo>
                  <a:pt x="16044" y="3431"/>
                </a:lnTo>
                <a:lnTo>
                  <a:pt x="16044" y="3814"/>
                </a:lnTo>
                <a:lnTo>
                  <a:pt x="16023" y="4319"/>
                </a:lnTo>
                <a:lnTo>
                  <a:pt x="16003" y="4803"/>
                </a:lnTo>
                <a:lnTo>
                  <a:pt x="15963" y="5287"/>
                </a:lnTo>
                <a:lnTo>
                  <a:pt x="15923" y="5731"/>
                </a:lnTo>
                <a:lnTo>
                  <a:pt x="15862" y="6175"/>
                </a:lnTo>
                <a:lnTo>
                  <a:pt x="15781" y="6599"/>
                </a:lnTo>
                <a:lnTo>
                  <a:pt x="15701" y="7003"/>
                </a:lnTo>
                <a:lnTo>
                  <a:pt x="15600" y="7386"/>
                </a:lnTo>
                <a:lnTo>
                  <a:pt x="15479" y="7749"/>
                </a:lnTo>
                <a:lnTo>
                  <a:pt x="15337" y="8113"/>
                </a:lnTo>
                <a:lnTo>
                  <a:pt x="15196" y="8436"/>
                </a:lnTo>
                <a:lnTo>
                  <a:pt x="15055" y="8758"/>
                </a:lnTo>
                <a:lnTo>
                  <a:pt x="14873" y="9081"/>
                </a:lnTo>
                <a:lnTo>
                  <a:pt x="14692" y="9364"/>
                </a:lnTo>
                <a:lnTo>
                  <a:pt x="14490" y="9646"/>
                </a:lnTo>
                <a:lnTo>
                  <a:pt x="14268" y="9909"/>
                </a:lnTo>
                <a:lnTo>
                  <a:pt x="14086" y="10131"/>
                </a:lnTo>
                <a:lnTo>
                  <a:pt x="13884" y="10332"/>
                </a:lnTo>
                <a:lnTo>
                  <a:pt x="13683" y="10514"/>
                </a:lnTo>
                <a:lnTo>
                  <a:pt x="13461" y="10716"/>
                </a:lnTo>
                <a:lnTo>
                  <a:pt x="13017" y="11059"/>
                </a:lnTo>
                <a:lnTo>
                  <a:pt x="12532" y="11362"/>
                </a:lnTo>
                <a:lnTo>
                  <a:pt x="12048" y="11664"/>
                </a:lnTo>
                <a:lnTo>
                  <a:pt x="11543" y="11947"/>
                </a:lnTo>
                <a:lnTo>
                  <a:pt x="10514" y="12451"/>
                </a:lnTo>
                <a:lnTo>
                  <a:pt x="9586" y="12915"/>
                </a:lnTo>
                <a:lnTo>
                  <a:pt x="9122" y="13178"/>
                </a:lnTo>
                <a:lnTo>
                  <a:pt x="8678" y="13420"/>
                </a:lnTo>
                <a:lnTo>
                  <a:pt x="8032" y="13844"/>
                </a:lnTo>
                <a:lnTo>
                  <a:pt x="7427" y="14288"/>
                </a:lnTo>
                <a:lnTo>
                  <a:pt x="6821" y="14752"/>
                </a:lnTo>
                <a:lnTo>
                  <a:pt x="6236" y="15236"/>
                </a:lnTo>
                <a:lnTo>
                  <a:pt x="5671" y="15761"/>
                </a:lnTo>
                <a:lnTo>
                  <a:pt x="5106" y="16265"/>
                </a:lnTo>
                <a:lnTo>
                  <a:pt x="4037" y="17335"/>
                </a:lnTo>
                <a:lnTo>
                  <a:pt x="3350" y="18001"/>
                </a:lnTo>
                <a:lnTo>
                  <a:pt x="2644" y="18667"/>
                </a:lnTo>
                <a:lnTo>
                  <a:pt x="2281" y="18990"/>
                </a:lnTo>
                <a:lnTo>
                  <a:pt x="2099" y="19151"/>
                </a:lnTo>
                <a:lnTo>
                  <a:pt x="1897" y="19292"/>
                </a:lnTo>
                <a:lnTo>
                  <a:pt x="1696" y="19413"/>
                </a:lnTo>
                <a:lnTo>
                  <a:pt x="1474" y="19514"/>
                </a:lnTo>
                <a:lnTo>
                  <a:pt x="1272" y="19595"/>
                </a:lnTo>
                <a:lnTo>
                  <a:pt x="1030" y="19656"/>
                </a:lnTo>
                <a:lnTo>
                  <a:pt x="808" y="19676"/>
                </a:lnTo>
                <a:lnTo>
                  <a:pt x="687" y="19656"/>
                </a:lnTo>
                <a:lnTo>
                  <a:pt x="566" y="19635"/>
                </a:lnTo>
                <a:lnTo>
                  <a:pt x="444" y="19595"/>
                </a:lnTo>
                <a:lnTo>
                  <a:pt x="344" y="19555"/>
                </a:lnTo>
                <a:lnTo>
                  <a:pt x="243" y="19474"/>
                </a:lnTo>
                <a:lnTo>
                  <a:pt x="162" y="19373"/>
                </a:lnTo>
                <a:lnTo>
                  <a:pt x="101" y="19232"/>
                </a:lnTo>
                <a:lnTo>
                  <a:pt x="81" y="19091"/>
                </a:lnTo>
                <a:lnTo>
                  <a:pt x="81" y="18929"/>
                </a:lnTo>
                <a:lnTo>
                  <a:pt x="122" y="18788"/>
                </a:lnTo>
                <a:lnTo>
                  <a:pt x="162" y="18667"/>
                </a:lnTo>
                <a:lnTo>
                  <a:pt x="222" y="18546"/>
                </a:lnTo>
                <a:lnTo>
                  <a:pt x="323" y="18364"/>
                </a:lnTo>
                <a:lnTo>
                  <a:pt x="444" y="18203"/>
                </a:lnTo>
                <a:lnTo>
                  <a:pt x="566" y="18021"/>
                </a:lnTo>
                <a:lnTo>
                  <a:pt x="868" y="17718"/>
                </a:lnTo>
                <a:lnTo>
                  <a:pt x="1171" y="17436"/>
                </a:lnTo>
                <a:lnTo>
                  <a:pt x="1494" y="17173"/>
                </a:lnTo>
                <a:lnTo>
                  <a:pt x="2220" y="16588"/>
                </a:lnTo>
                <a:lnTo>
                  <a:pt x="2987" y="16043"/>
                </a:lnTo>
                <a:lnTo>
                  <a:pt x="3754" y="15499"/>
                </a:lnTo>
                <a:lnTo>
                  <a:pt x="4521" y="14974"/>
                </a:lnTo>
                <a:lnTo>
                  <a:pt x="5308" y="14429"/>
                </a:lnTo>
                <a:lnTo>
                  <a:pt x="6075" y="13884"/>
                </a:lnTo>
                <a:lnTo>
                  <a:pt x="6862" y="13319"/>
                </a:lnTo>
                <a:lnTo>
                  <a:pt x="7608" y="12734"/>
                </a:lnTo>
                <a:lnTo>
                  <a:pt x="8153" y="12270"/>
                </a:lnTo>
                <a:lnTo>
                  <a:pt x="8436" y="12007"/>
                </a:lnTo>
                <a:lnTo>
                  <a:pt x="8718" y="11725"/>
                </a:lnTo>
                <a:lnTo>
                  <a:pt x="9001" y="11422"/>
                </a:lnTo>
                <a:lnTo>
                  <a:pt x="9283" y="11119"/>
                </a:lnTo>
                <a:lnTo>
                  <a:pt x="9546" y="10776"/>
                </a:lnTo>
                <a:lnTo>
                  <a:pt x="9788" y="10413"/>
                </a:lnTo>
                <a:lnTo>
                  <a:pt x="9949" y="10131"/>
                </a:lnTo>
                <a:lnTo>
                  <a:pt x="10111" y="9828"/>
                </a:lnTo>
                <a:lnTo>
                  <a:pt x="10252" y="9525"/>
                </a:lnTo>
                <a:lnTo>
                  <a:pt x="10393" y="9202"/>
                </a:lnTo>
                <a:lnTo>
                  <a:pt x="10494" y="8879"/>
                </a:lnTo>
                <a:lnTo>
                  <a:pt x="10615" y="8557"/>
                </a:lnTo>
                <a:lnTo>
                  <a:pt x="10777" y="7911"/>
                </a:lnTo>
                <a:lnTo>
                  <a:pt x="10938" y="7245"/>
                </a:lnTo>
                <a:lnTo>
                  <a:pt x="11039" y="6559"/>
                </a:lnTo>
                <a:lnTo>
                  <a:pt x="11241" y="5207"/>
                </a:lnTo>
                <a:lnTo>
                  <a:pt x="11342" y="4399"/>
                </a:lnTo>
                <a:lnTo>
                  <a:pt x="11463" y="3612"/>
                </a:lnTo>
                <a:lnTo>
                  <a:pt x="11604" y="2825"/>
                </a:lnTo>
                <a:lnTo>
                  <a:pt x="11685" y="2422"/>
                </a:lnTo>
                <a:lnTo>
                  <a:pt x="11786" y="2038"/>
                </a:lnTo>
                <a:lnTo>
                  <a:pt x="11866" y="1756"/>
                </a:lnTo>
                <a:lnTo>
                  <a:pt x="11987" y="1473"/>
                </a:lnTo>
                <a:lnTo>
                  <a:pt x="12109" y="1171"/>
                </a:lnTo>
                <a:lnTo>
                  <a:pt x="12250" y="888"/>
                </a:lnTo>
                <a:lnTo>
                  <a:pt x="12452" y="626"/>
                </a:lnTo>
                <a:lnTo>
                  <a:pt x="12552" y="525"/>
                </a:lnTo>
                <a:lnTo>
                  <a:pt x="12674" y="404"/>
                </a:lnTo>
                <a:lnTo>
                  <a:pt x="12795" y="323"/>
                </a:lnTo>
                <a:lnTo>
                  <a:pt x="12916" y="242"/>
                </a:lnTo>
                <a:lnTo>
                  <a:pt x="13077" y="182"/>
                </a:lnTo>
                <a:lnTo>
                  <a:pt x="13218" y="121"/>
                </a:lnTo>
                <a:lnTo>
                  <a:pt x="13461" y="81"/>
                </a:lnTo>
                <a:close/>
                <a:moveTo>
                  <a:pt x="13541" y="0"/>
                </a:moveTo>
                <a:lnTo>
                  <a:pt x="13380" y="20"/>
                </a:lnTo>
                <a:lnTo>
                  <a:pt x="13218" y="41"/>
                </a:lnTo>
                <a:lnTo>
                  <a:pt x="13037" y="101"/>
                </a:lnTo>
                <a:lnTo>
                  <a:pt x="12896" y="162"/>
                </a:lnTo>
                <a:lnTo>
                  <a:pt x="12754" y="242"/>
                </a:lnTo>
                <a:lnTo>
                  <a:pt x="12613" y="343"/>
                </a:lnTo>
                <a:lnTo>
                  <a:pt x="12492" y="464"/>
                </a:lnTo>
                <a:lnTo>
                  <a:pt x="12391" y="565"/>
                </a:lnTo>
                <a:lnTo>
                  <a:pt x="12189" y="848"/>
                </a:lnTo>
                <a:lnTo>
                  <a:pt x="12028" y="1130"/>
                </a:lnTo>
                <a:lnTo>
                  <a:pt x="11907" y="1433"/>
                </a:lnTo>
                <a:lnTo>
                  <a:pt x="11806" y="1736"/>
                </a:lnTo>
                <a:lnTo>
                  <a:pt x="11705" y="2018"/>
                </a:lnTo>
                <a:lnTo>
                  <a:pt x="11604" y="2402"/>
                </a:lnTo>
                <a:lnTo>
                  <a:pt x="11523" y="2805"/>
                </a:lnTo>
                <a:lnTo>
                  <a:pt x="11382" y="3592"/>
                </a:lnTo>
                <a:lnTo>
                  <a:pt x="11261" y="4399"/>
                </a:lnTo>
                <a:lnTo>
                  <a:pt x="11160" y="5187"/>
                </a:lnTo>
                <a:lnTo>
                  <a:pt x="10958" y="6539"/>
                </a:lnTo>
                <a:lnTo>
                  <a:pt x="10857" y="7225"/>
                </a:lnTo>
                <a:lnTo>
                  <a:pt x="10716" y="7870"/>
                </a:lnTo>
                <a:lnTo>
                  <a:pt x="10534" y="8536"/>
                </a:lnTo>
                <a:lnTo>
                  <a:pt x="10434" y="8859"/>
                </a:lnTo>
                <a:lnTo>
                  <a:pt x="10313" y="9162"/>
                </a:lnTo>
                <a:lnTo>
                  <a:pt x="10191" y="9485"/>
                </a:lnTo>
                <a:lnTo>
                  <a:pt x="10050" y="9788"/>
                </a:lnTo>
                <a:lnTo>
                  <a:pt x="9889" y="10090"/>
                </a:lnTo>
                <a:lnTo>
                  <a:pt x="9707" y="10373"/>
                </a:lnTo>
                <a:lnTo>
                  <a:pt x="9465" y="10736"/>
                </a:lnTo>
                <a:lnTo>
                  <a:pt x="9223" y="11059"/>
                </a:lnTo>
                <a:lnTo>
                  <a:pt x="8940" y="11382"/>
                </a:lnTo>
                <a:lnTo>
                  <a:pt x="8658" y="11664"/>
                </a:lnTo>
                <a:lnTo>
                  <a:pt x="8375" y="11947"/>
                </a:lnTo>
                <a:lnTo>
                  <a:pt x="8093" y="12209"/>
                </a:lnTo>
                <a:lnTo>
                  <a:pt x="7568" y="12653"/>
                </a:lnTo>
                <a:lnTo>
                  <a:pt x="6801" y="13259"/>
                </a:lnTo>
                <a:lnTo>
                  <a:pt x="6034" y="13824"/>
                </a:lnTo>
                <a:lnTo>
                  <a:pt x="5247" y="14368"/>
                </a:lnTo>
                <a:lnTo>
                  <a:pt x="4480" y="14913"/>
                </a:lnTo>
                <a:lnTo>
                  <a:pt x="3714" y="15438"/>
                </a:lnTo>
                <a:lnTo>
                  <a:pt x="2927" y="15983"/>
                </a:lnTo>
                <a:lnTo>
                  <a:pt x="2180" y="16528"/>
                </a:lnTo>
                <a:lnTo>
                  <a:pt x="1433" y="17113"/>
                </a:lnTo>
                <a:lnTo>
                  <a:pt x="1131" y="17375"/>
                </a:lnTo>
                <a:lnTo>
                  <a:pt x="808" y="17658"/>
                </a:lnTo>
                <a:lnTo>
                  <a:pt x="505" y="17981"/>
                </a:lnTo>
                <a:lnTo>
                  <a:pt x="384" y="18142"/>
                </a:lnTo>
                <a:lnTo>
                  <a:pt x="243" y="18324"/>
                </a:lnTo>
                <a:lnTo>
                  <a:pt x="142" y="18526"/>
                </a:lnTo>
                <a:lnTo>
                  <a:pt x="81" y="18667"/>
                </a:lnTo>
                <a:lnTo>
                  <a:pt x="21" y="18808"/>
                </a:lnTo>
                <a:lnTo>
                  <a:pt x="1" y="18949"/>
                </a:lnTo>
                <a:lnTo>
                  <a:pt x="1" y="19111"/>
                </a:lnTo>
                <a:lnTo>
                  <a:pt x="21" y="19272"/>
                </a:lnTo>
                <a:lnTo>
                  <a:pt x="101" y="19434"/>
                </a:lnTo>
                <a:lnTo>
                  <a:pt x="162" y="19514"/>
                </a:lnTo>
                <a:lnTo>
                  <a:pt x="243" y="19575"/>
                </a:lnTo>
                <a:lnTo>
                  <a:pt x="323" y="19635"/>
                </a:lnTo>
                <a:lnTo>
                  <a:pt x="424" y="19676"/>
                </a:lnTo>
                <a:lnTo>
                  <a:pt x="626" y="19736"/>
                </a:lnTo>
                <a:lnTo>
                  <a:pt x="828" y="19757"/>
                </a:lnTo>
                <a:lnTo>
                  <a:pt x="1050" y="19736"/>
                </a:lnTo>
                <a:lnTo>
                  <a:pt x="1292" y="19676"/>
                </a:lnTo>
                <a:lnTo>
                  <a:pt x="1514" y="19595"/>
                </a:lnTo>
                <a:lnTo>
                  <a:pt x="1736" y="19494"/>
                </a:lnTo>
                <a:lnTo>
                  <a:pt x="1938" y="19353"/>
                </a:lnTo>
                <a:lnTo>
                  <a:pt x="2140" y="19212"/>
                </a:lnTo>
                <a:lnTo>
                  <a:pt x="2341" y="19050"/>
                </a:lnTo>
                <a:lnTo>
                  <a:pt x="2705" y="18727"/>
                </a:lnTo>
                <a:lnTo>
                  <a:pt x="3411" y="18061"/>
                </a:lnTo>
                <a:lnTo>
                  <a:pt x="4077" y="17395"/>
                </a:lnTo>
                <a:lnTo>
                  <a:pt x="5167" y="16326"/>
                </a:lnTo>
                <a:lnTo>
                  <a:pt x="5732" y="15821"/>
                </a:lnTo>
                <a:lnTo>
                  <a:pt x="6297" y="15297"/>
                </a:lnTo>
                <a:lnTo>
                  <a:pt x="6862" y="14812"/>
                </a:lnTo>
                <a:lnTo>
                  <a:pt x="7467" y="14348"/>
                </a:lnTo>
                <a:lnTo>
                  <a:pt x="8093" y="13904"/>
                </a:lnTo>
                <a:lnTo>
                  <a:pt x="8718" y="13501"/>
                </a:lnTo>
                <a:lnTo>
                  <a:pt x="9162" y="13238"/>
                </a:lnTo>
                <a:lnTo>
                  <a:pt x="9626" y="12996"/>
                </a:lnTo>
                <a:lnTo>
                  <a:pt x="10555" y="12532"/>
                </a:lnTo>
                <a:lnTo>
                  <a:pt x="11584" y="12007"/>
                </a:lnTo>
                <a:lnTo>
                  <a:pt x="12088" y="11725"/>
                </a:lnTo>
                <a:lnTo>
                  <a:pt x="12573" y="11442"/>
                </a:lnTo>
                <a:lnTo>
                  <a:pt x="13057" y="11119"/>
                </a:lnTo>
                <a:lnTo>
                  <a:pt x="13521" y="10776"/>
                </a:lnTo>
                <a:lnTo>
                  <a:pt x="13743" y="10575"/>
                </a:lnTo>
                <a:lnTo>
                  <a:pt x="13945" y="10393"/>
                </a:lnTo>
                <a:lnTo>
                  <a:pt x="14147" y="10171"/>
                </a:lnTo>
                <a:lnTo>
                  <a:pt x="14328" y="9969"/>
                </a:lnTo>
                <a:lnTo>
                  <a:pt x="14550" y="9687"/>
                </a:lnTo>
                <a:lnTo>
                  <a:pt x="14752" y="9404"/>
                </a:lnTo>
                <a:lnTo>
                  <a:pt x="14934" y="9122"/>
                </a:lnTo>
                <a:lnTo>
                  <a:pt x="15115" y="8799"/>
                </a:lnTo>
                <a:lnTo>
                  <a:pt x="15277" y="8476"/>
                </a:lnTo>
                <a:lnTo>
                  <a:pt x="15418" y="8133"/>
                </a:lnTo>
                <a:lnTo>
                  <a:pt x="15559" y="7790"/>
                </a:lnTo>
                <a:lnTo>
                  <a:pt x="15660" y="7406"/>
                </a:lnTo>
                <a:lnTo>
                  <a:pt x="15761" y="7023"/>
                </a:lnTo>
                <a:lnTo>
                  <a:pt x="15862" y="6619"/>
                </a:lnTo>
                <a:lnTo>
                  <a:pt x="15943" y="6196"/>
                </a:lnTo>
                <a:lnTo>
                  <a:pt x="16003" y="5752"/>
                </a:lnTo>
                <a:lnTo>
                  <a:pt x="16044" y="5287"/>
                </a:lnTo>
                <a:lnTo>
                  <a:pt x="16084" y="4823"/>
                </a:lnTo>
                <a:lnTo>
                  <a:pt x="16104" y="4319"/>
                </a:lnTo>
                <a:lnTo>
                  <a:pt x="16124" y="3814"/>
                </a:lnTo>
                <a:lnTo>
                  <a:pt x="16124" y="3431"/>
                </a:lnTo>
                <a:lnTo>
                  <a:pt x="16104" y="3068"/>
                </a:lnTo>
                <a:lnTo>
                  <a:pt x="16084" y="2684"/>
                </a:lnTo>
                <a:lnTo>
                  <a:pt x="16023" y="2321"/>
                </a:lnTo>
                <a:lnTo>
                  <a:pt x="15943" y="1958"/>
                </a:lnTo>
                <a:lnTo>
                  <a:pt x="15842" y="1615"/>
                </a:lnTo>
                <a:lnTo>
                  <a:pt x="15701" y="1292"/>
                </a:lnTo>
                <a:lnTo>
                  <a:pt x="15519" y="969"/>
                </a:lnTo>
                <a:lnTo>
                  <a:pt x="15418" y="828"/>
                </a:lnTo>
                <a:lnTo>
                  <a:pt x="15297" y="707"/>
                </a:lnTo>
                <a:lnTo>
                  <a:pt x="15196" y="585"/>
                </a:lnTo>
                <a:lnTo>
                  <a:pt x="15055" y="485"/>
                </a:lnTo>
                <a:lnTo>
                  <a:pt x="14934" y="384"/>
                </a:lnTo>
                <a:lnTo>
                  <a:pt x="14792" y="303"/>
                </a:lnTo>
                <a:lnTo>
                  <a:pt x="14490" y="142"/>
                </a:lnTo>
                <a:lnTo>
                  <a:pt x="14187" y="61"/>
                </a:lnTo>
                <a:lnTo>
                  <a:pt x="14026" y="20"/>
                </a:lnTo>
                <a:lnTo>
                  <a:pt x="13864" y="0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78" name="Google Shape;1478;p18"/>
          <p:cNvSpPr/>
          <p:nvPr/>
        </p:nvSpPr>
        <p:spPr>
          <a:xfrm>
            <a:off x="8740847" y="1813019"/>
            <a:ext cx="2960526" cy="1551321"/>
          </a:xfrm>
          <a:custGeom>
            <a:rect b="b" l="l" r="r" t="t"/>
            <a:pathLst>
              <a:path extrusionOk="0" h="27748" w="52954">
                <a:moveTo>
                  <a:pt x="8698" y="81"/>
                </a:moveTo>
                <a:lnTo>
                  <a:pt x="9162" y="121"/>
                </a:lnTo>
                <a:lnTo>
                  <a:pt x="9647" y="162"/>
                </a:lnTo>
                <a:lnTo>
                  <a:pt x="10111" y="243"/>
                </a:lnTo>
                <a:lnTo>
                  <a:pt x="10555" y="343"/>
                </a:lnTo>
                <a:lnTo>
                  <a:pt x="10999" y="444"/>
                </a:lnTo>
                <a:lnTo>
                  <a:pt x="11443" y="565"/>
                </a:lnTo>
                <a:lnTo>
                  <a:pt x="11887" y="707"/>
                </a:lnTo>
                <a:lnTo>
                  <a:pt x="12311" y="848"/>
                </a:lnTo>
                <a:lnTo>
                  <a:pt x="12734" y="1009"/>
                </a:lnTo>
                <a:lnTo>
                  <a:pt x="13582" y="1373"/>
                </a:lnTo>
                <a:lnTo>
                  <a:pt x="14389" y="1756"/>
                </a:lnTo>
                <a:lnTo>
                  <a:pt x="15176" y="2160"/>
                </a:lnTo>
                <a:lnTo>
                  <a:pt x="15943" y="2563"/>
                </a:lnTo>
                <a:lnTo>
                  <a:pt x="16669" y="2987"/>
                </a:lnTo>
                <a:lnTo>
                  <a:pt x="18021" y="3754"/>
                </a:lnTo>
                <a:lnTo>
                  <a:pt x="19353" y="4561"/>
                </a:lnTo>
                <a:lnTo>
                  <a:pt x="22017" y="6176"/>
                </a:lnTo>
                <a:lnTo>
                  <a:pt x="24439" y="7649"/>
                </a:lnTo>
                <a:lnTo>
                  <a:pt x="25670" y="8395"/>
                </a:lnTo>
                <a:lnTo>
                  <a:pt x="26901" y="9102"/>
                </a:lnTo>
                <a:lnTo>
                  <a:pt x="28152" y="9808"/>
                </a:lnTo>
                <a:lnTo>
                  <a:pt x="29403" y="10494"/>
                </a:lnTo>
                <a:lnTo>
                  <a:pt x="30654" y="11160"/>
                </a:lnTo>
                <a:lnTo>
                  <a:pt x="31925" y="11806"/>
                </a:lnTo>
                <a:lnTo>
                  <a:pt x="33217" y="12391"/>
                </a:lnTo>
                <a:lnTo>
                  <a:pt x="34509" y="12956"/>
                </a:lnTo>
                <a:lnTo>
                  <a:pt x="35820" y="13481"/>
                </a:lnTo>
                <a:lnTo>
                  <a:pt x="36486" y="13743"/>
                </a:lnTo>
                <a:lnTo>
                  <a:pt x="37152" y="13965"/>
                </a:lnTo>
                <a:lnTo>
                  <a:pt x="37818" y="14187"/>
                </a:lnTo>
                <a:lnTo>
                  <a:pt x="38484" y="14389"/>
                </a:lnTo>
                <a:lnTo>
                  <a:pt x="39170" y="14591"/>
                </a:lnTo>
                <a:lnTo>
                  <a:pt x="39856" y="14772"/>
                </a:lnTo>
                <a:lnTo>
                  <a:pt x="40542" y="14934"/>
                </a:lnTo>
                <a:lnTo>
                  <a:pt x="41228" y="15075"/>
                </a:lnTo>
                <a:lnTo>
                  <a:pt x="41935" y="15216"/>
                </a:lnTo>
                <a:lnTo>
                  <a:pt x="42621" y="15317"/>
                </a:lnTo>
                <a:lnTo>
                  <a:pt x="43246" y="15418"/>
                </a:lnTo>
                <a:lnTo>
                  <a:pt x="43852" y="15479"/>
                </a:lnTo>
                <a:lnTo>
                  <a:pt x="44437" y="15519"/>
                </a:lnTo>
                <a:lnTo>
                  <a:pt x="45002" y="15539"/>
                </a:lnTo>
                <a:lnTo>
                  <a:pt x="45567" y="15539"/>
                </a:lnTo>
                <a:lnTo>
                  <a:pt x="46092" y="15519"/>
                </a:lnTo>
                <a:lnTo>
                  <a:pt x="46596" y="15479"/>
                </a:lnTo>
                <a:lnTo>
                  <a:pt x="47081" y="15398"/>
                </a:lnTo>
                <a:lnTo>
                  <a:pt x="47565" y="15317"/>
                </a:lnTo>
                <a:lnTo>
                  <a:pt x="48009" y="15216"/>
                </a:lnTo>
                <a:lnTo>
                  <a:pt x="48453" y="15075"/>
                </a:lnTo>
                <a:lnTo>
                  <a:pt x="48877" y="14934"/>
                </a:lnTo>
                <a:lnTo>
                  <a:pt x="49280" y="14752"/>
                </a:lnTo>
                <a:lnTo>
                  <a:pt x="49664" y="14550"/>
                </a:lnTo>
                <a:lnTo>
                  <a:pt x="50027" y="14348"/>
                </a:lnTo>
                <a:lnTo>
                  <a:pt x="50390" y="14106"/>
                </a:lnTo>
                <a:lnTo>
                  <a:pt x="50612" y="13925"/>
                </a:lnTo>
                <a:lnTo>
                  <a:pt x="50814" y="13763"/>
                </a:lnTo>
                <a:lnTo>
                  <a:pt x="51036" y="13622"/>
                </a:lnTo>
                <a:lnTo>
                  <a:pt x="51258" y="13481"/>
                </a:lnTo>
                <a:lnTo>
                  <a:pt x="51500" y="13380"/>
                </a:lnTo>
                <a:lnTo>
                  <a:pt x="51662" y="13339"/>
                </a:lnTo>
                <a:lnTo>
                  <a:pt x="51823" y="13299"/>
                </a:lnTo>
                <a:lnTo>
                  <a:pt x="51984" y="13299"/>
                </a:lnTo>
                <a:lnTo>
                  <a:pt x="52146" y="13319"/>
                </a:lnTo>
                <a:lnTo>
                  <a:pt x="52307" y="13360"/>
                </a:lnTo>
                <a:lnTo>
                  <a:pt x="52449" y="13420"/>
                </a:lnTo>
                <a:lnTo>
                  <a:pt x="52570" y="13521"/>
                </a:lnTo>
                <a:lnTo>
                  <a:pt x="52691" y="13642"/>
                </a:lnTo>
                <a:lnTo>
                  <a:pt x="52771" y="13804"/>
                </a:lnTo>
                <a:lnTo>
                  <a:pt x="52832" y="13985"/>
                </a:lnTo>
                <a:lnTo>
                  <a:pt x="52852" y="14167"/>
                </a:lnTo>
                <a:lnTo>
                  <a:pt x="52872" y="14348"/>
                </a:lnTo>
                <a:lnTo>
                  <a:pt x="52872" y="14893"/>
                </a:lnTo>
                <a:lnTo>
                  <a:pt x="52832" y="15398"/>
                </a:lnTo>
                <a:lnTo>
                  <a:pt x="52751" y="15902"/>
                </a:lnTo>
                <a:lnTo>
                  <a:pt x="52630" y="16366"/>
                </a:lnTo>
                <a:lnTo>
                  <a:pt x="52489" y="16831"/>
                </a:lnTo>
                <a:lnTo>
                  <a:pt x="52307" y="17254"/>
                </a:lnTo>
                <a:lnTo>
                  <a:pt x="52085" y="17658"/>
                </a:lnTo>
                <a:lnTo>
                  <a:pt x="51823" y="18041"/>
                </a:lnTo>
                <a:lnTo>
                  <a:pt x="51540" y="18405"/>
                </a:lnTo>
                <a:lnTo>
                  <a:pt x="51238" y="18728"/>
                </a:lnTo>
                <a:lnTo>
                  <a:pt x="50895" y="19030"/>
                </a:lnTo>
                <a:lnTo>
                  <a:pt x="50511" y="19293"/>
                </a:lnTo>
                <a:lnTo>
                  <a:pt x="50128" y="19535"/>
                </a:lnTo>
                <a:lnTo>
                  <a:pt x="49684" y="19737"/>
                </a:lnTo>
                <a:lnTo>
                  <a:pt x="49240" y="19898"/>
                </a:lnTo>
                <a:lnTo>
                  <a:pt x="48756" y="20039"/>
                </a:lnTo>
                <a:lnTo>
                  <a:pt x="48211" y="20140"/>
                </a:lnTo>
                <a:lnTo>
                  <a:pt x="47666" y="20221"/>
                </a:lnTo>
                <a:lnTo>
                  <a:pt x="47121" y="20261"/>
                </a:lnTo>
                <a:lnTo>
                  <a:pt x="46031" y="20261"/>
                </a:lnTo>
                <a:lnTo>
                  <a:pt x="45507" y="20241"/>
                </a:lnTo>
                <a:lnTo>
                  <a:pt x="44437" y="20160"/>
                </a:lnTo>
                <a:lnTo>
                  <a:pt x="42924" y="20019"/>
                </a:lnTo>
                <a:lnTo>
                  <a:pt x="41410" y="19858"/>
                </a:lnTo>
                <a:lnTo>
                  <a:pt x="38403" y="19494"/>
                </a:lnTo>
                <a:lnTo>
                  <a:pt x="36183" y="19212"/>
                </a:lnTo>
                <a:lnTo>
                  <a:pt x="33964" y="18970"/>
                </a:lnTo>
                <a:lnTo>
                  <a:pt x="32834" y="18849"/>
                </a:lnTo>
                <a:lnTo>
                  <a:pt x="31724" y="18768"/>
                </a:lnTo>
                <a:lnTo>
                  <a:pt x="30614" y="18687"/>
                </a:lnTo>
                <a:lnTo>
                  <a:pt x="29484" y="18627"/>
                </a:lnTo>
                <a:lnTo>
                  <a:pt x="28374" y="18606"/>
                </a:lnTo>
                <a:lnTo>
                  <a:pt x="27264" y="18606"/>
                </a:lnTo>
                <a:lnTo>
                  <a:pt x="26134" y="18627"/>
                </a:lnTo>
                <a:lnTo>
                  <a:pt x="25024" y="18687"/>
                </a:lnTo>
                <a:lnTo>
                  <a:pt x="23914" y="18788"/>
                </a:lnTo>
                <a:lnTo>
                  <a:pt x="22824" y="18909"/>
                </a:lnTo>
                <a:lnTo>
                  <a:pt x="21714" y="19091"/>
                </a:lnTo>
                <a:lnTo>
                  <a:pt x="20625" y="19313"/>
                </a:lnTo>
                <a:lnTo>
                  <a:pt x="19555" y="19595"/>
                </a:lnTo>
                <a:lnTo>
                  <a:pt x="18486" y="19898"/>
                </a:lnTo>
                <a:lnTo>
                  <a:pt x="17456" y="20241"/>
                </a:lnTo>
                <a:lnTo>
                  <a:pt x="16407" y="20645"/>
                </a:lnTo>
                <a:lnTo>
                  <a:pt x="15398" y="21048"/>
                </a:lnTo>
                <a:lnTo>
                  <a:pt x="14389" y="21512"/>
                </a:lnTo>
                <a:lnTo>
                  <a:pt x="13400" y="21977"/>
                </a:lnTo>
                <a:lnTo>
                  <a:pt x="12411" y="22481"/>
                </a:lnTo>
                <a:lnTo>
                  <a:pt x="11423" y="23006"/>
                </a:lnTo>
                <a:lnTo>
                  <a:pt x="10454" y="23551"/>
                </a:lnTo>
                <a:lnTo>
                  <a:pt x="9505" y="24116"/>
                </a:lnTo>
                <a:lnTo>
                  <a:pt x="8537" y="24681"/>
                </a:lnTo>
                <a:lnTo>
                  <a:pt x="6660" y="25851"/>
                </a:lnTo>
                <a:lnTo>
                  <a:pt x="4783" y="27022"/>
                </a:lnTo>
                <a:lnTo>
                  <a:pt x="4703" y="27082"/>
                </a:lnTo>
                <a:lnTo>
                  <a:pt x="4339" y="27304"/>
                </a:lnTo>
                <a:lnTo>
                  <a:pt x="4017" y="27465"/>
                </a:lnTo>
                <a:lnTo>
                  <a:pt x="3694" y="27587"/>
                </a:lnTo>
                <a:lnTo>
                  <a:pt x="3411" y="27647"/>
                </a:lnTo>
                <a:lnTo>
                  <a:pt x="3149" y="27667"/>
                </a:lnTo>
                <a:lnTo>
                  <a:pt x="3028" y="27667"/>
                </a:lnTo>
                <a:lnTo>
                  <a:pt x="2907" y="27647"/>
                </a:lnTo>
                <a:lnTo>
                  <a:pt x="2806" y="27607"/>
                </a:lnTo>
                <a:lnTo>
                  <a:pt x="2685" y="27566"/>
                </a:lnTo>
                <a:lnTo>
                  <a:pt x="2584" y="27506"/>
                </a:lnTo>
                <a:lnTo>
                  <a:pt x="2503" y="27445"/>
                </a:lnTo>
                <a:lnTo>
                  <a:pt x="2382" y="27344"/>
                </a:lnTo>
                <a:lnTo>
                  <a:pt x="2301" y="27223"/>
                </a:lnTo>
                <a:lnTo>
                  <a:pt x="2220" y="27082"/>
                </a:lnTo>
                <a:lnTo>
                  <a:pt x="2140" y="26941"/>
                </a:lnTo>
                <a:lnTo>
                  <a:pt x="2039" y="26638"/>
                </a:lnTo>
                <a:lnTo>
                  <a:pt x="1958" y="26295"/>
                </a:lnTo>
                <a:lnTo>
                  <a:pt x="1716" y="25064"/>
                </a:lnTo>
                <a:lnTo>
                  <a:pt x="1474" y="23813"/>
                </a:lnTo>
                <a:lnTo>
                  <a:pt x="1232" y="22562"/>
                </a:lnTo>
                <a:lnTo>
                  <a:pt x="1030" y="21311"/>
                </a:lnTo>
                <a:lnTo>
                  <a:pt x="828" y="20059"/>
                </a:lnTo>
                <a:lnTo>
                  <a:pt x="667" y="18808"/>
                </a:lnTo>
                <a:lnTo>
                  <a:pt x="505" y="17537"/>
                </a:lnTo>
                <a:lnTo>
                  <a:pt x="364" y="16286"/>
                </a:lnTo>
                <a:lnTo>
                  <a:pt x="283" y="15378"/>
                </a:lnTo>
                <a:lnTo>
                  <a:pt x="202" y="14550"/>
                </a:lnTo>
                <a:lnTo>
                  <a:pt x="162" y="13743"/>
                </a:lnTo>
                <a:lnTo>
                  <a:pt x="122" y="13017"/>
                </a:lnTo>
                <a:lnTo>
                  <a:pt x="102" y="12310"/>
                </a:lnTo>
                <a:lnTo>
                  <a:pt x="81" y="11664"/>
                </a:lnTo>
                <a:lnTo>
                  <a:pt x="102" y="11059"/>
                </a:lnTo>
                <a:lnTo>
                  <a:pt x="102" y="10494"/>
                </a:lnTo>
                <a:lnTo>
                  <a:pt x="162" y="9485"/>
                </a:lnTo>
                <a:lnTo>
                  <a:pt x="263" y="8597"/>
                </a:lnTo>
                <a:lnTo>
                  <a:pt x="364" y="7810"/>
                </a:lnTo>
                <a:lnTo>
                  <a:pt x="505" y="7124"/>
                </a:lnTo>
                <a:lnTo>
                  <a:pt x="606" y="6680"/>
                </a:lnTo>
                <a:lnTo>
                  <a:pt x="707" y="6236"/>
                </a:lnTo>
                <a:lnTo>
                  <a:pt x="828" y="5812"/>
                </a:lnTo>
                <a:lnTo>
                  <a:pt x="969" y="5409"/>
                </a:lnTo>
                <a:lnTo>
                  <a:pt x="1111" y="5005"/>
                </a:lnTo>
                <a:lnTo>
                  <a:pt x="1252" y="4642"/>
                </a:lnTo>
                <a:lnTo>
                  <a:pt x="1413" y="4279"/>
                </a:lnTo>
                <a:lnTo>
                  <a:pt x="1595" y="3915"/>
                </a:lnTo>
                <a:lnTo>
                  <a:pt x="1777" y="3592"/>
                </a:lnTo>
                <a:lnTo>
                  <a:pt x="1978" y="3270"/>
                </a:lnTo>
                <a:lnTo>
                  <a:pt x="2180" y="2967"/>
                </a:lnTo>
                <a:lnTo>
                  <a:pt x="2402" y="2684"/>
                </a:lnTo>
                <a:lnTo>
                  <a:pt x="2624" y="2402"/>
                </a:lnTo>
                <a:lnTo>
                  <a:pt x="2866" y="2160"/>
                </a:lnTo>
                <a:lnTo>
                  <a:pt x="3108" y="1918"/>
                </a:lnTo>
                <a:lnTo>
                  <a:pt x="3371" y="1675"/>
                </a:lnTo>
                <a:lnTo>
                  <a:pt x="3613" y="1494"/>
                </a:lnTo>
                <a:lnTo>
                  <a:pt x="3855" y="1312"/>
                </a:lnTo>
                <a:lnTo>
                  <a:pt x="4117" y="1151"/>
                </a:lnTo>
                <a:lnTo>
                  <a:pt x="4400" y="989"/>
                </a:lnTo>
                <a:lnTo>
                  <a:pt x="4682" y="848"/>
                </a:lnTo>
                <a:lnTo>
                  <a:pt x="4965" y="707"/>
                </a:lnTo>
                <a:lnTo>
                  <a:pt x="5268" y="586"/>
                </a:lnTo>
                <a:lnTo>
                  <a:pt x="5570" y="485"/>
                </a:lnTo>
                <a:lnTo>
                  <a:pt x="5893" y="384"/>
                </a:lnTo>
                <a:lnTo>
                  <a:pt x="6196" y="303"/>
                </a:lnTo>
                <a:lnTo>
                  <a:pt x="6539" y="243"/>
                </a:lnTo>
                <a:lnTo>
                  <a:pt x="6862" y="182"/>
                </a:lnTo>
                <a:lnTo>
                  <a:pt x="7205" y="121"/>
                </a:lnTo>
                <a:lnTo>
                  <a:pt x="7548" y="101"/>
                </a:lnTo>
                <a:lnTo>
                  <a:pt x="7891" y="81"/>
                </a:lnTo>
                <a:close/>
                <a:moveTo>
                  <a:pt x="7730" y="0"/>
                </a:moveTo>
                <a:lnTo>
                  <a:pt x="7265" y="41"/>
                </a:lnTo>
                <a:lnTo>
                  <a:pt x="6801" y="101"/>
                </a:lnTo>
                <a:lnTo>
                  <a:pt x="6378" y="182"/>
                </a:lnTo>
                <a:lnTo>
                  <a:pt x="5934" y="283"/>
                </a:lnTo>
                <a:lnTo>
                  <a:pt x="5530" y="424"/>
                </a:lnTo>
                <a:lnTo>
                  <a:pt x="5106" y="565"/>
                </a:lnTo>
                <a:lnTo>
                  <a:pt x="4723" y="727"/>
                </a:lnTo>
                <a:lnTo>
                  <a:pt x="4339" y="929"/>
                </a:lnTo>
                <a:lnTo>
                  <a:pt x="3976" y="1130"/>
                </a:lnTo>
                <a:lnTo>
                  <a:pt x="3633" y="1373"/>
                </a:lnTo>
                <a:lnTo>
                  <a:pt x="3310" y="1615"/>
                </a:lnTo>
                <a:lnTo>
                  <a:pt x="3048" y="1857"/>
                </a:lnTo>
                <a:lnTo>
                  <a:pt x="2806" y="2099"/>
                </a:lnTo>
                <a:lnTo>
                  <a:pt x="2564" y="2361"/>
                </a:lnTo>
                <a:lnTo>
                  <a:pt x="2342" y="2624"/>
                </a:lnTo>
                <a:lnTo>
                  <a:pt x="2120" y="2927"/>
                </a:lnTo>
                <a:lnTo>
                  <a:pt x="1918" y="3229"/>
                </a:lnTo>
                <a:lnTo>
                  <a:pt x="1716" y="3552"/>
                </a:lnTo>
                <a:lnTo>
                  <a:pt x="1534" y="3875"/>
                </a:lnTo>
                <a:lnTo>
                  <a:pt x="1353" y="4238"/>
                </a:lnTo>
                <a:lnTo>
                  <a:pt x="1191" y="4601"/>
                </a:lnTo>
                <a:lnTo>
                  <a:pt x="1030" y="4985"/>
                </a:lnTo>
                <a:lnTo>
                  <a:pt x="889" y="5388"/>
                </a:lnTo>
                <a:lnTo>
                  <a:pt x="747" y="5792"/>
                </a:lnTo>
                <a:lnTo>
                  <a:pt x="626" y="6216"/>
                </a:lnTo>
                <a:lnTo>
                  <a:pt x="525" y="6660"/>
                </a:lnTo>
                <a:lnTo>
                  <a:pt x="424" y="7104"/>
                </a:lnTo>
                <a:lnTo>
                  <a:pt x="283" y="7810"/>
                </a:lnTo>
                <a:lnTo>
                  <a:pt x="182" y="8577"/>
                </a:lnTo>
                <a:lnTo>
                  <a:pt x="81" y="9485"/>
                </a:lnTo>
                <a:lnTo>
                  <a:pt x="21" y="10494"/>
                </a:lnTo>
                <a:lnTo>
                  <a:pt x="21" y="11059"/>
                </a:lnTo>
                <a:lnTo>
                  <a:pt x="1" y="11664"/>
                </a:lnTo>
                <a:lnTo>
                  <a:pt x="21" y="12310"/>
                </a:lnTo>
                <a:lnTo>
                  <a:pt x="41" y="13017"/>
                </a:lnTo>
                <a:lnTo>
                  <a:pt x="81" y="13743"/>
                </a:lnTo>
                <a:lnTo>
                  <a:pt x="122" y="14550"/>
                </a:lnTo>
                <a:lnTo>
                  <a:pt x="202" y="15398"/>
                </a:lnTo>
                <a:lnTo>
                  <a:pt x="283" y="16306"/>
                </a:lnTo>
                <a:lnTo>
                  <a:pt x="424" y="17557"/>
                </a:lnTo>
                <a:lnTo>
                  <a:pt x="586" y="18808"/>
                </a:lnTo>
                <a:lnTo>
                  <a:pt x="768" y="20080"/>
                </a:lnTo>
                <a:lnTo>
                  <a:pt x="949" y="21331"/>
                </a:lnTo>
                <a:lnTo>
                  <a:pt x="1151" y="22582"/>
                </a:lnTo>
                <a:lnTo>
                  <a:pt x="1393" y="23833"/>
                </a:lnTo>
                <a:lnTo>
                  <a:pt x="1635" y="25084"/>
                </a:lnTo>
                <a:lnTo>
                  <a:pt x="1877" y="26315"/>
                </a:lnTo>
                <a:lnTo>
                  <a:pt x="1978" y="26658"/>
                </a:lnTo>
                <a:lnTo>
                  <a:pt x="2079" y="26981"/>
                </a:lnTo>
                <a:lnTo>
                  <a:pt x="2140" y="27143"/>
                </a:lnTo>
                <a:lnTo>
                  <a:pt x="2241" y="27264"/>
                </a:lnTo>
                <a:lnTo>
                  <a:pt x="2342" y="27405"/>
                </a:lnTo>
                <a:lnTo>
                  <a:pt x="2442" y="27506"/>
                </a:lnTo>
                <a:lnTo>
                  <a:pt x="2604" y="27607"/>
                </a:lnTo>
                <a:lnTo>
                  <a:pt x="2786" y="27687"/>
                </a:lnTo>
                <a:lnTo>
                  <a:pt x="2967" y="27728"/>
                </a:lnTo>
                <a:lnTo>
                  <a:pt x="3169" y="27748"/>
                </a:lnTo>
                <a:lnTo>
                  <a:pt x="3330" y="27748"/>
                </a:lnTo>
                <a:lnTo>
                  <a:pt x="3512" y="27708"/>
                </a:lnTo>
                <a:lnTo>
                  <a:pt x="3694" y="27667"/>
                </a:lnTo>
                <a:lnTo>
                  <a:pt x="3875" y="27607"/>
                </a:lnTo>
                <a:lnTo>
                  <a:pt x="4077" y="27526"/>
                </a:lnTo>
                <a:lnTo>
                  <a:pt x="4299" y="27425"/>
                </a:lnTo>
                <a:lnTo>
                  <a:pt x="4743" y="27163"/>
                </a:lnTo>
                <a:lnTo>
                  <a:pt x="4844" y="27102"/>
                </a:lnTo>
                <a:lnTo>
                  <a:pt x="6700" y="25912"/>
                </a:lnTo>
                <a:lnTo>
                  <a:pt x="8577" y="24761"/>
                </a:lnTo>
                <a:lnTo>
                  <a:pt x="9546" y="24176"/>
                </a:lnTo>
                <a:lnTo>
                  <a:pt x="10494" y="23631"/>
                </a:lnTo>
                <a:lnTo>
                  <a:pt x="11463" y="23086"/>
                </a:lnTo>
                <a:lnTo>
                  <a:pt x="12432" y="22562"/>
                </a:lnTo>
                <a:lnTo>
                  <a:pt x="13420" y="22057"/>
                </a:lnTo>
                <a:lnTo>
                  <a:pt x="14429" y="21573"/>
                </a:lnTo>
                <a:lnTo>
                  <a:pt x="15418" y="21129"/>
                </a:lnTo>
                <a:lnTo>
                  <a:pt x="16447" y="20705"/>
                </a:lnTo>
                <a:lnTo>
                  <a:pt x="17477" y="20322"/>
                </a:lnTo>
                <a:lnTo>
                  <a:pt x="18506" y="19979"/>
                </a:lnTo>
                <a:lnTo>
                  <a:pt x="19575" y="19676"/>
                </a:lnTo>
                <a:lnTo>
                  <a:pt x="20645" y="19393"/>
                </a:lnTo>
                <a:lnTo>
                  <a:pt x="21735" y="19171"/>
                </a:lnTo>
                <a:lnTo>
                  <a:pt x="22824" y="18990"/>
                </a:lnTo>
                <a:lnTo>
                  <a:pt x="23934" y="18869"/>
                </a:lnTo>
                <a:lnTo>
                  <a:pt x="25044" y="18768"/>
                </a:lnTo>
                <a:lnTo>
                  <a:pt x="26154" y="18707"/>
                </a:lnTo>
                <a:lnTo>
                  <a:pt x="27264" y="18687"/>
                </a:lnTo>
                <a:lnTo>
                  <a:pt x="28374" y="18687"/>
                </a:lnTo>
                <a:lnTo>
                  <a:pt x="29484" y="18707"/>
                </a:lnTo>
                <a:lnTo>
                  <a:pt x="30614" y="18768"/>
                </a:lnTo>
                <a:lnTo>
                  <a:pt x="31724" y="18849"/>
                </a:lnTo>
                <a:lnTo>
                  <a:pt x="32834" y="18929"/>
                </a:lnTo>
                <a:lnTo>
                  <a:pt x="33944" y="19050"/>
                </a:lnTo>
                <a:lnTo>
                  <a:pt x="36183" y="19293"/>
                </a:lnTo>
                <a:lnTo>
                  <a:pt x="38383" y="19575"/>
                </a:lnTo>
                <a:lnTo>
                  <a:pt x="41390" y="19938"/>
                </a:lnTo>
                <a:lnTo>
                  <a:pt x="42924" y="20100"/>
                </a:lnTo>
                <a:lnTo>
                  <a:pt x="44437" y="20241"/>
                </a:lnTo>
                <a:lnTo>
                  <a:pt x="45507" y="20322"/>
                </a:lnTo>
                <a:lnTo>
                  <a:pt x="46031" y="20342"/>
                </a:lnTo>
                <a:lnTo>
                  <a:pt x="47141" y="20342"/>
                </a:lnTo>
                <a:lnTo>
                  <a:pt x="47686" y="20302"/>
                </a:lnTo>
                <a:lnTo>
                  <a:pt x="48231" y="20221"/>
                </a:lnTo>
                <a:lnTo>
                  <a:pt x="48776" y="20120"/>
                </a:lnTo>
                <a:lnTo>
                  <a:pt x="49260" y="19979"/>
                </a:lnTo>
                <a:lnTo>
                  <a:pt x="49724" y="19797"/>
                </a:lnTo>
                <a:lnTo>
                  <a:pt x="50168" y="19595"/>
                </a:lnTo>
                <a:lnTo>
                  <a:pt x="50572" y="19353"/>
                </a:lnTo>
                <a:lnTo>
                  <a:pt x="50955" y="19071"/>
                </a:lnTo>
                <a:lnTo>
                  <a:pt x="51319" y="18748"/>
                </a:lnTo>
                <a:lnTo>
                  <a:pt x="51641" y="18405"/>
                </a:lnTo>
                <a:lnTo>
                  <a:pt x="51924" y="18041"/>
                </a:lnTo>
                <a:lnTo>
                  <a:pt x="52186" y="17638"/>
                </a:lnTo>
                <a:lnTo>
                  <a:pt x="52388" y="17234"/>
                </a:lnTo>
                <a:lnTo>
                  <a:pt x="52570" y="16790"/>
                </a:lnTo>
                <a:lnTo>
                  <a:pt x="52731" y="16346"/>
                </a:lnTo>
                <a:lnTo>
                  <a:pt x="52832" y="15862"/>
                </a:lnTo>
                <a:lnTo>
                  <a:pt x="52913" y="15378"/>
                </a:lnTo>
                <a:lnTo>
                  <a:pt x="52953" y="14873"/>
                </a:lnTo>
                <a:lnTo>
                  <a:pt x="52953" y="14348"/>
                </a:lnTo>
                <a:lnTo>
                  <a:pt x="52933" y="14147"/>
                </a:lnTo>
                <a:lnTo>
                  <a:pt x="52913" y="13965"/>
                </a:lnTo>
                <a:lnTo>
                  <a:pt x="52852" y="13763"/>
                </a:lnTo>
                <a:lnTo>
                  <a:pt x="52812" y="13662"/>
                </a:lnTo>
                <a:lnTo>
                  <a:pt x="52751" y="13582"/>
                </a:lnTo>
                <a:lnTo>
                  <a:pt x="52630" y="13461"/>
                </a:lnTo>
                <a:lnTo>
                  <a:pt x="52489" y="13360"/>
                </a:lnTo>
                <a:lnTo>
                  <a:pt x="52348" y="13279"/>
                </a:lnTo>
                <a:lnTo>
                  <a:pt x="52166" y="13239"/>
                </a:lnTo>
                <a:lnTo>
                  <a:pt x="51984" y="13218"/>
                </a:lnTo>
                <a:lnTo>
                  <a:pt x="51823" y="13218"/>
                </a:lnTo>
                <a:lnTo>
                  <a:pt x="51641" y="13259"/>
                </a:lnTo>
                <a:lnTo>
                  <a:pt x="51480" y="13299"/>
                </a:lnTo>
                <a:lnTo>
                  <a:pt x="51238" y="13400"/>
                </a:lnTo>
                <a:lnTo>
                  <a:pt x="50996" y="13541"/>
                </a:lnTo>
                <a:lnTo>
                  <a:pt x="50774" y="13703"/>
                </a:lnTo>
                <a:lnTo>
                  <a:pt x="50572" y="13864"/>
                </a:lnTo>
                <a:lnTo>
                  <a:pt x="50330" y="14026"/>
                </a:lnTo>
                <a:lnTo>
                  <a:pt x="49987" y="14268"/>
                </a:lnTo>
                <a:lnTo>
                  <a:pt x="49623" y="14490"/>
                </a:lnTo>
                <a:lnTo>
                  <a:pt x="49240" y="14691"/>
                </a:lnTo>
                <a:lnTo>
                  <a:pt x="48836" y="14853"/>
                </a:lnTo>
                <a:lnTo>
                  <a:pt x="48433" y="15014"/>
                </a:lnTo>
                <a:lnTo>
                  <a:pt x="47989" y="15135"/>
                </a:lnTo>
                <a:lnTo>
                  <a:pt x="47545" y="15236"/>
                </a:lnTo>
                <a:lnTo>
                  <a:pt x="47061" y="15337"/>
                </a:lnTo>
                <a:lnTo>
                  <a:pt x="46576" y="15398"/>
                </a:lnTo>
                <a:lnTo>
                  <a:pt x="46072" y="15438"/>
                </a:lnTo>
                <a:lnTo>
                  <a:pt x="45547" y="15458"/>
                </a:lnTo>
                <a:lnTo>
                  <a:pt x="45002" y="15458"/>
                </a:lnTo>
                <a:lnTo>
                  <a:pt x="44437" y="15438"/>
                </a:lnTo>
                <a:lnTo>
                  <a:pt x="43872" y="15398"/>
                </a:lnTo>
                <a:lnTo>
                  <a:pt x="43267" y="15337"/>
                </a:lnTo>
                <a:lnTo>
                  <a:pt x="42641" y="15236"/>
                </a:lnTo>
                <a:lnTo>
                  <a:pt x="41935" y="15135"/>
                </a:lnTo>
                <a:lnTo>
                  <a:pt x="41249" y="14994"/>
                </a:lnTo>
                <a:lnTo>
                  <a:pt x="40563" y="14853"/>
                </a:lnTo>
                <a:lnTo>
                  <a:pt x="39876" y="14691"/>
                </a:lnTo>
                <a:lnTo>
                  <a:pt x="39190" y="14510"/>
                </a:lnTo>
                <a:lnTo>
                  <a:pt x="38504" y="14308"/>
                </a:lnTo>
                <a:lnTo>
                  <a:pt x="37838" y="14106"/>
                </a:lnTo>
                <a:lnTo>
                  <a:pt x="37172" y="13884"/>
                </a:lnTo>
                <a:lnTo>
                  <a:pt x="36506" y="13662"/>
                </a:lnTo>
                <a:lnTo>
                  <a:pt x="35840" y="13420"/>
                </a:lnTo>
                <a:lnTo>
                  <a:pt x="34529" y="12895"/>
                </a:lnTo>
                <a:lnTo>
                  <a:pt x="33237" y="12330"/>
                </a:lnTo>
                <a:lnTo>
                  <a:pt x="31966" y="11725"/>
                </a:lnTo>
                <a:lnTo>
                  <a:pt x="30695" y="11079"/>
                </a:lnTo>
                <a:lnTo>
                  <a:pt x="29423" y="10434"/>
                </a:lnTo>
                <a:lnTo>
                  <a:pt x="28172" y="9747"/>
                </a:lnTo>
                <a:lnTo>
                  <a:pt x="26941" y="9041"/>
                </a:lnTo>
                <a:lnTo>
                  <a:pt x="25710" y="8315"/>
                </a:lnTo>
                <a:lnTo>
                  <a:pt x="24479" y="7588"/>
                </a:lnTo>
                <a:lnTo>
                  <a:pt x="22057" y="6115"/>
                </a:lnTo>
                <a:lnTo>
                  <a:pt x="19394" y="4501"/>
                </a:lnTo>
                <a:lnTo>
                  <a:pt x="18062" y="3693"/>
                </a:lnTo>
                <a:lnTo>
                  <a:pt x="16710" y="2906"/>
                </a:lnTo>
                <a:lnTo>
                  <a:pt x="15983" y="2503"/>
                </a:lnTo>
                <a:lnTo>
                  <a:pt x="15216" y="2079"/>
                </a:lnTo>
                <a:lnTo>
                  <a:pt x="14429" y="1675"/>
                </a:lnTo>
                <a:lnTo>
                  <a:pt x="13602" y="1292"/>
                </a:lnTo>
                <a:lnTo>
                  <a:pt x="12775" y="949"/>
                </a:lnTo>
                <a:lnTo>
                  <a:pt x="12331" y="787"/>
                </a:lnTo>
                <a:lnTo>
                  <a:pt x="11907" y="626"/>
                </a:lnTo>
                <a:lnTo>
                  <a:pt x="11463" y="485"/>
                </a:lnTo>
                <a:lnTo>
                  <a:pt x="11019" y="364"/>
                </a:lnTo>
                <a:lnTo>
                  <a:pt x="10575" y="263"/>
                </a:lnTo>
                <a:lnTo>
                  <a:pt x="10131" y="162"/>
                </a:lnTo>
                <a:lnTo>
                  <a:pt x="9627" y="81"/>
                </a:lnTo>
                <a:lnTo>
                  <a:pt x="9142" y="41"/>
                </a:lnTo>
                <a:lnTo>
                  <a:pt x="8658" y="0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79" name="Google Shape;1479;p18"/>
          <p:cNvSpPr/>
          <p:nvPr/>
        </p:nvSpPr>
        <p:spPr>
          <a:xfrm>
            <a:off x="7850706" y="3773824"/>
            <a:ext cx="530339" cy="361051"/>
          </a:xfrm>
          <a:custGeom>
            <a:rect b="b" l="l" r="r" t="t"/>
            <a:pathLst>
              <a:path extrusionOk="0" h="6458" w="9486">
                <a:moveTo>
                  <a:pt x="8880" y="81"/>
                </a:moveTo>
                <a:lnTo>
                  <a:pt x="9021" y="101"/>
                </a:lnTo>
                <a:lnTo>
                  <a:pt x="9142" y="142"/>
                </a:lnTo>
                <a:lnTo>
                  <a:pt x="9203" y="182"/>
                </a:lnTo>
                <a:lnTo>
                  <a:pt x="9263" y="243"/>
                </a:lnTo>
                <a:lnTo>
                  <a:pt x="9324" y="364"/>
                </a:lnTo>
                <a:lnTo>
                  <a:pt x="9364" y="505"/>
                </a:lnTo>
                <a:lnTo>
                  <a:pt x="9384" y="646"/>
                </a:lnTo>
                <a:lnTo>
                  <a:pt x="9405" y="868"/>
                </a:lnTo>
                <a:lnTo>
                  <a:pt x="9384" y="1070"/>
                </a:lnTo>
                <a:lnTo>
                  <a:pt x="9364" y="1272"/>
                </a:lnTo>
                <a:lnTo>
                  <a:pt x="9324" y="1474"/>
                </a:lnTo>
                <a:lnTo>
                  <a:pt x="9263" y="1675"/>
                </a:lnTo>
                <a:lnTo>
                  <a:pt x="9183" y="1877"/>
                </a:lnTo>
                <a:lnTo>
                  <a:pt x="9001" y="2261"/>
                </a:lnTo>
                <a:lnTo>
                  <a:pt x="8779" y="2624"/>
                </a:lnTo>
                <a:lnTo>
                  <a:pt x="8537" y="2967"/>
                </a:lnTo>
                <a:lnTo>
                  <a:pt x="8274" y="3290"/>
                </a:lnTo>
                <a:lnTo>
                  <a:pt x="8012" y="3592"/>
                </a:lnTo>
                <a:lnTo>
                  <a:pt x="7689" y="3936"/>
                </a:lnTo>
                <a:lnTo>
                  <a:pt x="7346" y="4299"/>
                </a:lnTo>
                <a:lnTo>
                  <a:pt x="6983" y="4662"/>
                </a:lnTo>
                <a:lnTo>
                  <a:pt x="6579" y="5005"/>
                </a:lnTo>
                <a:lnTo>
                  <a:pt x="6135" y="5348"/>
                </a:lnTo>
                <a:lnTo>
                  <a:pt x="5691" y="5651"/>
                </a:lnTo>
                <a:lnTo>
                  <a:pt x="5449" y="5772"/>
                </a:lnTo>
                <a:lnTo>
                  <a:pt x="5207" y="5913"/>
                </a:lnTo>
                <a:lnTo>
                  <a:pt x="4945" y="6014"/>
                </a:lnTo>
                <a:lnTo>
                  <a:pt x="4682" y="6115"/>
                </a:lnTo>
                <a:lnTo>
                  <a:pt x="4460" y="6196"/>
                </a:lnTo>
                <a:lnTo>
                  <a:pt x="4218" y="6256"/>
                </a:lnTo>
                <a:lnTo>
                  <a:pt x="3956" y="6317"/>
                </a:lnTo>
                <a:lnTo>
                  <a:pt x="3714" y="6357"/>
                </a:lnTo>
                <a:lnTo>
                  <a:pt x="3451" y="6377"/>
                </a:lnTo>
                <a:lnTo>
                  <a:pt x="2927" y="6377"/>
                </a:lnTo>
                <a:lnTo>
                  <a:pt x="2664" y="6337"/>
                </a:lnTo>
                <a:lnTo>
                  <a:pt x="2402" y="6297"/>
                </a:lnTo>
                <a:lnTo>
                  <a:pt x="2140" y="6236"/>
                </a:lnTo>
                <a:lnTo>
                  <a:pt x="1898" y="6155"/>
                </a:lnTo>
                <a:lnTo>
                  <a:pt x="1655" y="6054"/>
                </a:lnTo>
                <a:lnTo>
                  <a:pt x="1413" y="5933"/>
                </a:lnTo>
                <a:lnTo>
                  <a:pt x="1191" y="5792"/>
                </a:lnTo>
                <a:lnTo>
                  <a:pt x="969" y="5631"/>
                </a:lnTo>
                <a:lnTo>
                  <a:pt x="767" y="5429"/>
                </a:lnTo>
                <a:lnTo>
                  <a:pt x="586" y="5227"/>
                </a:lnTo>
                <a:lnTo>
                  <a:pt x="424" y="4985"/>
                </a:lnTo>
                <a:lnTo>
                  <a:pt x="303" y="4743"/>
                </a:lnTo>
                <a:lnTo>
                  <a:pt x="202" y="4501"/>
                </a:lnTo>
                <a:lnTo>
                  <a:pt x="122" y="4258"/>
                </a:lnTo>
                <a:lnTo>
                  <a:pt x="81" y="4016"/>
                </a:lnTo>
                <a:lnTo>
                  <a:pt x="81" y="3774"/>
                </a:lnTo>
                <a:lnTo>
                  <a:pt x="122" y="3532"/>
                </a:lnTo>
                <a:lnTo>
                  <a:pt x="182" y="3370"/>
                </a:lnTo>
                <a:lnTo>
                  <a:pt x="243" y="3189"/>
                </a:lnTo>
                <a:lnTo>
                  <a:pt x="344" y="3048"/>
                </a:lnTo>
                <a:lnTo>
                  <a:pt x="445" y="2906"/>
                </a:lnTo>
                <a:lnTo>
                  <a:pt x="586" y="2785"/>
                </a:lnTo>
                <a:lnTo>
                  <a:pt x="747" y="2664"/>
                </a:lnTo>
                <a:lnTo>
                  <a:pt x="909" y="2563"/>
                </a:lnTo>
                <a:lnTo>
                  <a:pt x="1111" y="2483"/>
                </a:lnTo>
                <a:lnTo>
                  <a:pt x="3310" y="1655"/>
                </a:lnTo>
                <a:lnTo>
                  <a:pt x="5530" y="868"/>
                </a:lnTo>
                <a:lnTo>
                  <a:pt x="6357" y="606"/>
                </a:lnTo>
                <a:lnTo>
                  <a:pt x="7165" y="364"/>
                </a:lnTo>
                <a:lnTo>
                  <a:pt x="7568" y="263"/>
                </a:lnTo>
                <a:lnTo>
                  <a:pt x="7972" y="182"/>
                </a:lnTo>
                <a:lnTo>
                  <a:pt x="8375" y="121"/>
                </a:lnTo>
                <a:lnTo>
                  <a:pt x="8779" y="81"/>
                </a:lnTo>
                <a:close/>
                <a:moveTo>
                  <a:pt x="8759" y="0"/>
                </a:moveTo>
                <a:lnTo>
                  <a:pt x="8355" y="41"/>
                </a:lnTo>
                <a:lnTo>
                  <a:pt x="7952" y="101"/>
                </a:lnTo>
                <a:lnTo>
                  <a:pt x="7548" y="182"/>
                </a:lnTo>
                <a:lnTo>
                  <a:pt x="7144" y="283"/>
                </a:lnTo>
                <a:lnTo>
                  <a:pt x="6337" y="525"/>
                </a:lnTo>
                <a:lnTo>
                  <a:pt x="5510" y="787"/>
                </a:lnTo>
                <a:lnTo>
                  <a:pt x="3290" y="1574"/>
                </a:lnTo>
                <a:lnTo>
                  <a:pt x="1070" y="2402"/>
                </a:lnTo>
                <a:lnTo>
                  <a:pt x="868" y="2503"/>
                </a:lnTo>
                <a:lnTo>
                  <a:pt x="687" y="2604"/>
                </a:lnTo>
                <a:lnTo>
                  <a:pt x="525" y="2725"/>
                </a:lnTo>
                <a:lnTo>
                  <a:pt x="384" y="2846"/>
                </a:lnTo>
                <a:lnTo>
                  <a:pt x="263" y="3007"/>
                </a:lnTo>
                <a:lnTo>
                  <a:pt x="182" y="3169"/>
                </a:lnTo>
                <a:lnTo>
                  <a:pt x="102" y="3330"/>
                </a:lnTo>
                <a:lnTo>
                  <a:pt x="41" y="3512"/>
                </a:lnTo>
                <a:lnTo>
                  <a:pt x="1" y="3754"/>
                </a:lnTo>
                <a:lnTo>
                  <a:pt x="1" y="4016"/>
                </a:lnTo>
                <a:lnTo>
                  <a:pt x="41" y="4279"/>
                </a:lnTo>
                <a:lnTo>
                  <a:pt x="122" y="4521"/>
                </a:lnTo>
                <a:lnTo>
                  <a:pt x="223" y="4783"/>
                </a:lnTo>
                <a:lnTo>
                  <a:pt x="364" y="5025"/>
                </a:lnTo>
                <a:lnTo>
                  <a:pt x="525" y="5267"/>
                </a:lnTo>
                <a:lnTo>
                  <a:pt x="707" y="5489"/>
                </a:lnTo>
                <a:lnTo>
                  <a:pt x="969" y="5732"/>
                </a:lnTo>
                <a:lnTo>
                  <a:pt x="1252" y="5933"/>
                </a:lnTo>
                <a:lnTo>
                  <a:pt x="1554" y="6095"/>
                </a:lnTo>
                <a:lnTo>
                  <a:pt x="1877" y="6236"/>
                </a:lnTo>
                <a:lnTo>
                  <a:pt x="2200" y="6337"/>
                </a:lnTo>
                <a:lnTo>
                  <a:pt x="2523" y="6397"/>
                </a:lnTo>
                <a:lnTo>
                  <a:pt x="2866" y="6438"/>
                </a:lnTo>
                <a:lnTo>
                  <a:pt x="3189" y="6458"/>
                </a:lnTo>
                <a:lnTo>
                  <a:pt x="3593" y="6438"/>
                </a:lnTo>
                <a:lnTo>
                  <a:pt x="3976" y="6397"/>
                </a:lnTo>
                <a:lnTo>
                  <a:pt x="4360" y="6317"/>
                </a:lnTo>
                <a:lnTo>
                  <a:pt x="4723" y="6196"/>
                </a:lnTo>
                <a:lnTo>
                  <a:pt x="4985" y="6095"/>
                </a:lnTo>
                <a:lnTo>
                  <a:pt x="5227" y="5974"/>
                </a:lnTo>
                <a:lnTo>
                  <a:pt x="5490" y="5853"/>
                </a:lnTo>
                <a:lnTo>
                  <a:pt x="5712" y="5711"/>
                </a:lnTo>
                <a:lnTo>
                  <a:pt x="6176" y="5409"/>
                </a:lnTo>
                <a:lnTo>
                  <a:pt x="6620" y="5066"/>
                </a:lnTo>
                <a:lnTo>
                  <a:pt x="7023" y="4723"/>
                </a:lnTo>
                <a:lnTo>
                  <a:pt x="7407" y="4359"/>
                </a:lnTo>
                <a:lnTo>
                  <a:pt x="7750" y="3996"/>
                </a:lnTo>
                <a:lnTo>
                  <a:pt x="8073" y="3653"/>
                </a:lnTo>
                <a:lnTo>
                  <a:pt x="8335" y="3330"/>
                </a:lnTo>
                <a:lnTo>
                  <a:pt x="8597" y="3007"/>
                </a:lnTo>
                <a:lnTo>
                  <a:pt x="8860" y="2664"/>
                </a:lnTo>
                <a:lnTo>
                  <a:pt x="9082" y="2281"/>
                </a:lnTo>
                <a:lnTo>
                  <a:pt x="9263" y="1897"/>
                </a:lnTo>
                <a:lnTo>
                  <a:pt x="9324" y="1696"/>
                </a:lnTo>
                <a:lnTo>
                  <a:pt x="9405" y="1494"/>
                </a:lnTo>
                <a:lnTo>
                  <a:pt x="9445" y="1292"/>
                </a:lnTo>
                <a:lnTo>
                  <a:pt x="9465" y="1070"/>
                </a:lnTo>
                <a:lnTo>
                  <a:pt x="9485" y="868"/>
                </a:lnTo>
                <a:lnTo>
                  <a:pt x="9465" y="646"/>
                </a:lnTo>
                <a:lnTo>
                  <a:pt x="9445" y="444"/>
                </a:lnTo>
                <a:lnTo>
                  <a:pt x="9384" y="283"/>
                </a:lnTo>
                <a:lnTo>
                  <a:pt x="9304" y="162"/>
                </a:lnTo>
                <a:lnTo>
                  <a:pt x="9183" y="61"/>
                </a:lnTo>
                <a:lnTo>
                  <a:pt x="9082" y="21"/>
                </a:lnTo>
                <a:lnTo>
                  <a:pt x="8981" y="0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80" name="Google Shape;1480;p18"/>
          <p:cNvSpPr/>
          <p:nvPr/>
        </p:nvSpPr>
        <p:spPr>
          <a:xfrm rot="3449335">
            <a:off x="2567386" y="-287123"/>
            <a:ext cx="130932" cy="390449"/>
          </a:xfrm>
          <a:custGeom>
            <a:rect b="b" l="l" r="r" t="t"/>
            <a:pathLst>
              <a:path extrusionOk="0" h="6984" w="2342">
                <a:moveTo>
                  <a:pt x="1494" y="82"/>
                </a:moveTo>
                <a:lnTo>
                  <a:pt x="1615" y="122"/>
                </a:lnTo>
                <a:lnTo>
                  <a:pt x="1716" y="162"/>
                </a:lnTo>
                <a:lnTo>
                  <a:pt x="1817" y="223"/>
                </a:lnTo>
                <a:lnTo>
                  <a:pt x="1897" y="304"/>
                </a:lnTo>
                <a:lnTo>
                  <a:pt x="1978" y="404"/>
                </a:lnTo>
                <a:lnTo>
                  <a:pt x="2039" y="485"/>
                </a:lnTo>
                <a:lnTo>
                  <a:pt x="2099" y="586"/>
                </a:lnTo>
                <a:lnTo>
                  <a:pt x="2160" y="707"/>
                </a:lnTo>
                <a:lnTo>
                  <a:pt x="2200" y="828"/>
                </a:lnTo>
                <a:lnTo>
                  <a:pt x="2240" y="1070"/>
                </a:lnTo>
                <a:lnTo>
                  <a:pt x="2261" y="1333"/>
                </a:lnTo>
                <a:lnTo>
                  <a:pt x="2261" y="1595"/>
                </a:lnTo>
                <a:lnTo>
                  <a:pt x="2240" y="2281"/>
                </a:lnTo>
                <a:lnTo>
                  <a:pt x="2180" y="2967"/>
                </a:lnTo>
                <a:lnTo>
                  <a:pt x="2059" y="3694"/>
                </a:lnTo>
                <a:lnTo>
                  <a:pt x="1897" y="4521"/>
                </a:lnTo>
                <a:lnTo>
                  <a:pt x="1837" y="4763"/>
                </a:lnTo>
                <a:lnTo>
                  <a:pt x="1776" y="5026"/>
                </a:lnTo>
                <a:lnTo>
                  <a:pt x="1675" y="5308"/>
                </a:lnTo>
                <a:lnTo>
                  <a:pt x="1554" y="5591"/>
                </a:lnTo>
                <a:lnTo>
                  <a:pt x="1413" y="5893"/>
                </a:lnTo>
                <a:lnTo>
                  <a:pt x="1231" y="6176"/>
                </a:lnTo>
                <a:lnTo>
                  <a:pt x="1030" y="6459"/>
                </a:lnTo>
                <a:lnTo>
                  <a:pt x="808" y="6741"/>
                </a:lnTo>
                <a:lnTo>
                  <a:pt x="707" y="6822"/>
                </a:lnTo>
                <a:lnTo>
                  <a:pt x="626" y="6862"/>
                </a:lnTo>
                <a:lnTo>
                  <a:pt x="566" y="6902"/>
                </a:lnTo>
                <a:lnTo>
                  <a:pt x="485" y="6882"/>
                </a:lnTo>
                <a:lnTo>
                  <a:pt x="444" y="6862"/>
                </a:lnTo>
                <a:lnTo>
                  <a:pt x="384" y="6822"/>
                </a:lnTo>
                <a:lnTo>
                  <a:pt x="303" y="6701"/>
                </a:lnTo>
                <a:lnTo>
                  <a:pt x="243" y="6539"/>
                </a:lnTo>
                <a:lnTo>
                  <a:pt x="182" y="6317"/>
                </a:lnTo>
                <a:lnTo>
                  <a:pt x="142" y="6055"/>
                </a:lnTo>
                <a:lnTo>
                  <a:pt x="101" y="5752"/>
                </a:lnTo>
                <a:lnTo>
                  <a:pt x="81" y="5086"/>
                </a:lnTo>
                <a:lnTo>
                  <a:pt x="81" y="4602"/>
                </a:lnTo>
                <a:lnTo>
                  <a:pt x="81" y="4097"/>
                </a:lnTo>
                <a:lnTo>
                  <a:pt x="101" y="3976"/>
                </a:lnTo>
                <a:lnTo>
                  <a:pt x="122" y="3310"/>
                </a:lnTo>
                <a:lnTo>
                  <a:pt x="162" y="2685"/>
                </a:lnTo>
                <a:lnTo>
                  <a:pt x="222" y="2100"/>
                </a:lnTo>
                <a:lnTo>
                  <a:pt x="283" y="1535"/>
                </a:lnTo>
                <a:lnTo>
                  <a:pt x="323" y="1353"/>
                </a:lnTo>
                <a:lnTo>
                  <a:pt x="384" y="1131"/>
                </a:lnTo>
                <a:lnTo>
                  <a:pt x="444" y="909"/>
                </a:lnTo>
                <a:lnTo>
                  <a:pt x="545" y="667"/>
                </a:lnTo>
                <a:lnTo>
                  <a:pt x="687" y="465"/>
                </a:lnTo>
                <a:lnTo>
                  <a:pt x="767" y="364"/>
                </a:lnTo>
                <a:lnTo>
                  <a:pt x="848" y="263"/>
                </a:lnTo>
                <a:lnTo>
                  <a:pt x="949" y="203"/>
                </a:lnTo>
                <a:lnTo>
                  <a:pt x="1070" y="142"/>
                </a:lnTo>
                <a:lnTo>
                  <a:pt x="1191" y="102"/>
                </a:lnTo>
                <a:lnTo>
                  <a:pt x="1312" y="82"/>
                </a:lnTo>
                <a:close/>
                <a:moveTo>
                  <a:pt x="1312" y="1"/>
                </a:moveTo>
                <a:lnTo>
                  <a:pt x="1171" y="21"/>
                </a:lnTo>
                <a:lnTo>
                  <a:pt x="1030" y="61"/>
                </a:lnTo>
                <a:lnTo>
                  <a:pt x="868" y="162"/>
                </a:lnTo>
                <a:lnTo>
                  <a:pt x="707" y="304"/>
                </a:lnTo>
                <a:lnTo>
                  <a:pt x="566" y="485"/>
                </a:lnTo>
                <a:lnTo>
                  <a:pt x="485" y="606"/>
                </a:lnTo>
                <a:lnTo>
                  <a:pt x="424" y="748"/>
                </a:lnTo>
                <a:lnTo>
                  <a:pt x="364" y="909"/>
                </a:lnTo>
                <a:lnTo>
                  <a:pt x="303" y="1091"/>
                </a:lnTo>
                <a:lnTo>
                  <a:pt x="263" y="1292"/>
                </a:lnTo>
                <a:lnTo>
                  <a:pt x="222" y="1514"/>
                </a:lnTo>
                <a:lnTo>
                  <a:pt x="142" y="2079"/>
                </a:lnTo>
                <a:lnTo>
                  <a:pt x="81" y="2685"/>
                </a:lnTo>
                <a:lnTo>
                  <a:pt x="41" y="3310"/>
                </a:lnTo>
                <a:lnTo>
                  <a:pt x="21" y="3976"/>
                </a:lnTo>
                <a:lnTo>
                  <a:pt x="1" y="4097"/>
                </a:lnTo>
                <a:lnTo>
                  <a:pt x="1" y="4602"/>
                </a:lnTo>
                <a:lnTo>
                  <a:pt x="1" y="5106"/>
                </a:lnTo>
                <a:lnTo>
                  <a:pt x="21" y="5752"/>
                </a:lnTo>
                <a:lnTo>
                  <a:pt x="61" y="6055"/>
                </a:lnTo>
                <a:lnTo>
                  <a:pt x="101" y="6337"/>
                </a:lnTo>
                <a:lnTo>
                  <a:pt x="142" y="6499"/>
                </a:lnTo>
                <a:lnTo>
                  <a:pt x="202" y="6680"/>
                </a:lnTo>
                <a:lnTo>
                  <a:pt x="263" y="6781"/>
                </a:lnTo>
                <a:lnTo>
                  <a:pt x="303" y="6862"/>
                </a:lnTo>
                <a:lnTo>
                  <a:pt x="384" y="6923"/>
                </a:lnTo>
                <a:lnTo>
                  <a:pt x="465" y="6963"/>
                </a:lnTo>
                <a:lnTo>
                  <a:pt x="525" y="6983"/>
                </a:lnTo>
                <a:lnTo>
                  <a:pt x="606" y="6963"/>
                </a:lnTo>
                <a:lnTo>
                  <a:pt x="687" y="6923"/>
                </a:lnTo>
                <a:lnTo>
                  <a:pt x="767" y="6882"/>
                </a:lnTo>
                <a:lnTo>
                  <a:pt x="868" y="6802"/>
                </a:lnTo>
                <a:lnTo>
                  <a:pt x="1090" y="6519"/>
                </a:lnTo>
                <a:lnTo>
                  <a:pt x="1292" y="6237"/>
                </a:lnTo>
                <a:lnTo>
                  <a:pt x="1474" y="5934"/>
                </a:lnTo>
                <a:lnTo>
                  <a:pt x="1615" y="5631"/>
                </a:lnTo>
                <a:lnTo>
                  <a:pt x="1736" y="5349"/>
                </a:lnTo>
                <a:lnTo>
                  <a:pt x="1837" y="5046"/>
                </a:lnTo>
                <a:lnTo>
                  <a:pt x="1918" y="4784"/>
                </a:lnTo>
                <a:lnTo>
                  <a:pt x="1978" y="4521"/>
                </a:lnTo>
                <a:lnTo>
                  <a:pt x="2140" y="3714"/>
                </a:lnTo>
                <a:lnTo>
                  <a:pt x="2261" y="2967"/>
                </a:lnTo>
                <a:lnTo>
                  <a:pt x="2321" y="2281"/>
                </a:lnTo>
                <a:lnTo>
                  <a:pt x="2341" y="1595"/>
                </a:lnTo>
                <a:lnTo>
                  <a:pt x="2341" y="1333"/>
                </a:lnTo>
                <a:lnTo>
                  <a:pt x="2321" y="1050"/>
                </a:lnTo>
                <a:lnTo>
                  <a:pt x="2261" y="788"/>
                </a:lnTo>
                <a:lnTo>
                  <a:pt x="2220" y="667"/>
                </a:lnTo>
                <a:lnTo>
                  <a:pt x="2180" y="546"/>
                </a:lnTo>
                <a:lnTo>
                  <a:pt x="2119" y="445"/>
                </a:lnTo>
                <a:lnTo>
                  <a:pt x="2039" y="324"/>
                </a:lnTo>
                <a:lnTo>
                  <a:pt x="1938" y="243"/>
                </a:lnTo>
                <a:lnTo>
                  <a:pt x="1837" y="142"/>
                </a:lnTo>
                <a:lnTo>
                  <a:pt x="1716" y="82"/>
                </a:lnTo>
                <a:lnTo>
                  <a:pt x="1595" y="21"/>
                </a:lnTo>
                <a:lnTo>
                  <a:pt x="1453" y="1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81" name="Google Shape;1481;p18"/>
          <p:cNvSpPr/>
          <p:nvPr/>
        </p:nvSpPr>
        <p:spPr>
          <a:xfrm>
            <a:off x="13470249" y="372312"/>
            <a:ext cx="206522" cy="1040271"/>
          </a:xfrm>
          <a:custGeom>
            <a:rect b="b" l="l" r="r" t="t"/>
            <a:pathLst>
              <a:path extrusionOk="0" h="18607" w="3694">
                <a:moveTo>
                  <a:pt x="2160" y="0"/>
                </a:moveTo>
                <a:lnTo>
                  <a:pt x="2099" y="61"/>
                </a:lnTo>
                <a:lnTo>
                  <a:pt x="2281" y="283"/>
                </a:lnTo>
                <a:lnTo>
                  <a:pt x="2462" y="545"/>
                </a:lnTo>
                <a:lnTo>
                  <a:pt x="2624" y="787"/>
                </a:lnTo>
                <a:lnTo>
                  <a:pt x="2765" y="1050"/>
                </a:lnTo>
                <a:lnTo>
                  <a:pt x="2886" y="1292"/>
                </a:lnTo>
                <a:lnTo>
                  <a:pt x="3007" y="1554"/>
                </a:lnTo>
                <a:lnTo>
                  <a:pt x="3209" y="2079"/>
                </a:lnTo>
                <a:lnTo>
                  <a:pt x="3350" y="2604"/>
                </a:lnTo>
                <a:lnTo>
                  <a:pt x="3471" y="3108"/>
                </a:lnTo>
                <a:lnTo>
                  <a:pt x="3532" y="3592"/>
                </a:lnTo>
                <a:lnTo>
                  <a:pt x="3572" y="4036"/>
                </a:lnTo>
                <a:lnTo>
                  <a:pt x="3613" y="4581"/>
                </a:lnTo>
                <a:lnTo>
                  <a:pt x="3613" y="5126"/>
                </a:lnTo>
                <a:lnTo>
                  <a:pt x="3592" y="5671"/>
                </a:lnTo>
                <a:lnTo>
                  <a:pt x="3552" y="6216"/>
                </a:lnTo>
                <a:lnTo>
                  <a:pt x="3431" y="7285"/>
                </a:lnTo>
                <a:lnTo>
                  <a:pt x="3290" y="8355"/>
                </a:lnTo>
                <a:lnTo>
                  <a:pt x="2684" y="12734"/>
                </a:lnTo>
                <a:lnTo>
                  <a:pt x="2604" y="13360"/>
                </a:lnTo>
                <a:lnTo>
                  <a:pt x="2503" y="14026"/>
                </a:lnTo>
                <a:lnTo>
                  <a:pt x="2361" y="14712"/>
                </a:lnTo>
                <a:lnTo>
                  <a:pt x="2281" y="15055"/>
                </a:lnTo>
                <a:lnTo>
                  <a:pt x="2180" y="15398"/>
                </a:lnTo>
                <a:lnTo>
                  <a:pt x="2059" y="15741"/>
                </a:lnTo>
                <a:lnTo>
                  <a:pt x="1938" y="16084"/>
                </a:lnTo>
                <a:lnTo>
                  <a:pt x="1796" y="16407"/>
                </a:lnTo>
                <a:lnTo>
                  <a:pt x="1635" y="16730"/>
                </a:lnTo>
                <a:lnTo>
                  <a:pt x="1453" y="17053"/>
                </a:lnTo>
                <a:lnTo>
                  <a:pt x="1252" y="17355"/>
                </a:lnTo>
                <a:lnTo>
                  <a:pt x="1030" y="17638"/>
                </a:lnTo>
                <a:lnTo>
                  <a:pt x="787" y="17900"/>
                </a:lnTo>
                <a:lnTo>
                  <a:pt x="606" y="18082"/>
                </a:lnTo>
                <a:lnTo>
                  <a:pt x="404" y="18243"/>
                </a:lnTo>
                <a:lnTo>
                  <a:pt x="202" y="18384"/>
                </a:lnTo>
                <a:lnTo>
                  <a:pt x="0" y="18526"/>
                </a:lnTo>
                <a:lnTo>
                  <a:pt x="41" y="18606"/>
                </a:lnTo>
                <a:lnTo>
                  <a:pt x="263" y="18465"/>
                </a:lnTo>
                <a:lnTo>
                  <a:pt x="465" y="18304"/>
                </a:lnTo>
                <a:lnTo>
                  <a:pt x="666" y="18142"/>
                </a:lnTo>
                <a:lnTo>
                  <a:pt x="848" y="17961"/>
                </a:lnTo>
                <a:lnTo>
                  <a:pt x="1090" y="17678"/>
                </a:lnTo>
                <a:lnTo>
                  <a:pt x="1332" y="17396"/>
                </a:lnTo>
                <a:lnTo>
                  <a:pt x="1534" y="17093"/>
                </a:lnTo>
                <a:lnTo>
                  <a:pt x="1716" y="16790"/>
                </a:lnTo>
                <a:lnTo>
                  <a:pt x="1877" y="16447"/>
                </a:lnTo>
                <a:lnTo>
                  <a:pt x="2018" y="16124"/>
                </a:lnTo>
                <a:lnTo>
                  <a:pt x="2139" y="15781"/>
                </a:lnTo>
                <a:lnTo>
                  <a:pt x="2240" y="15438"/>
                </a:lnTo>
                <a:lnTo>
                  <a:pt x="2341" y="15075"/>
                </a:lnTo>
                <a:lnTo>
                  <a:pt x="2442" y="14732"/>
                </a:lnTo>
                <a:lnTo>
                  <a:pt x="2563" y="14046"/>
                </a:lnTo>
                <a:lnTo>
                  <a:pt x="2684" y="13380"/>
                </a:lnTo>
                <a:lnTo>
                  <a:pt x="2765" y="12734"/>
                </a:lnTo>
                <a:lnTo>
                  <a:pt x="3370" y="8375"/>
                </a:lnTo>
                <a:lnTo>
                  <a:pt x="3512" y="7306"/>
                </a:lnTo>
                <a:lnTo>
                  <a:pt x="3633" y="6216"/>
                </a:lnTo>
                <a:lnTo>
                  <a:pt x="3673" y="5671"/>
                </a:lnTo>
                <a:lnTo>
                  <a:pt x="3693" y="5126"/>
                </a:lnTo>
                <a:lnTo>
                  <a:pt x="3693" y="4581"/>
                </a:lnTo>
                <a:lnTo>
                  <a:pt x="3653" y="4036"/>
                </a:lnTo>
                <a:lnTo>
                  <a:pt x="3613" y="3572"/>
                </a:lnTo>
                <a:lnTo>
                  <a:pt x="3532" y="3088"/>
                </a:lnTo>
                <a:lnTo>
                  <a:pt x="3431" y="2583"/>
                </a:lnTo>
                <a:lnTo>
                  <a:pt x="3290" y="2059"/>
                </a:lnTo>
                <a:lnTo>
                  <a:pt x="3088" y="1534"/>
                </a:lnTo>
                <a:lnTo>
                  <a:pt x="2967" y="1272"/>
                </a:lnTo>
                <a:lnTo>
                  <a:pt x="2826" y="1009"/>
                </a:lnTo>
                <a:lnTo>
                  <a:pt x="2684" y="747"/>
                </a:lnTo>
                <a:lnTo>
                  <a:pt x="2523" y="485"/>
                </a:lnTo>
                <a:lnTo>
                  <a:pt x="2341" y="243"/>
                </a:lnTo>
                <a:lnTo>
                  <a:pt x="2160" y="0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82" name="Google Shape;1482;p18"/>
          <p:cNvSpPr/>
          <p:nvPr/>
        </p:nvSpPr>
        <p:spPr>
          <a:xfrm>
            <a:off x="8905548" y="1936013"/>
            <a:ext cx="1826666" cy="1093271"/>
          </a:xfrm>
          <a:custGeom>
            <a:rect b="b" l="l" r="r" t="t"/>
            <a:pathLst>
              <a:path extrusionOk="0" h="19555" w="32673">
                <a:moveTo>
                  <a:pt x="4340" y="81"/>
                </a:moveTo>
                <a:lnTo>
                  <a:pt x="4622" y="101"/>
                </a:lnTo>
                <a:lnTo>
                  <a:pt x="4885" y="121"/>
                </a:lnTo>
                <a:lnTo>
                  <a:pt x="5167" y="161"/>
                </a:lnTo>
                <a:lnTo>
                  <a:pt x="5450" y="222"/>
                </a:lnTo>
                <a:lnTo>
                  <a:pt x="5712" y="283"/>
                </a:lnTo>
                <a:lnTo>
                  <a:pt x="6216" y="444"/>
                </a:lnTo>
                <a:lnTo>
                  <a:pt x="6640" y="626"/>
                </a:lnTo>
                <a:lnTo>
                  <a:pt x="7003" y="787"/>
                </a:lnTo>
                <a:lnTo>
                  <a:pt x="7266" y="928"/>
                </a:lnTo>
                <a:lnTo>
                  <a:pt x="7629" y="1130"/>
                </a:lnTo>
                <a:lnTo>
                  <a:pt x="7972" y="1352"/>
                </a:lnTo>
                <a:lnTo>
                  <a:pt x="8315" y="1594"/>
                </a:lnTo>
                <a:lnTo>
                  <a:pt x="8658" y="1836"/>
                </a:lnTo>
                <a:lnTo>
                  <a:pt x="9324" y="2341"/>
                </a:lnTo>
                <a:lnTo>
                  <a:pt x="9950" y="2866"/>
                </a:lnTo>
                <a:lnTo>
                  <a:pt x="10918" y="3632"/>
                </a:lnTo>
                <a:lnTo>
                  <a:pt x="11746" y="4258"/>
                </a:lnTo>
                <a:lnTo>
                  <a:pt x="12613" y="4843"/>
                </a:lnTo>
                <a:lnTo>
                  <a:pt x="13481" y="5388"/>
                </a:lnTo>
                <a:lnTo>
                  <a:pt x="14369" y="5913"/>
                </a:lnTo>
                <a:lnTo>
                  <a:pt x="15297" y="6397"/>
                </a:lnTo>
                <a:lnTo>
                  <a:pt x="16226" y="6861"/>
                </a:lnTo>
                <a:lnTo>
                  <a:pt x="17174" y="7285"/>
                </a:lnTo>
                <a:lnTo>
                  <a:pt x="18143" y="7709"/>
                </a:lnTo>
                <a:lnTo>
                  <a:pt x="19132" y="8092"/>
                </a:lnTo>
                <a:lnTo>
                  <a:pt x="20120" y="8476"/>
                </a:lnTo>
                <a:lnTo>
                  <a:pt x="21129" y="8839"/>
                </a:lnTo>
                <a:lnTo>
                  <a:pt x="22138" y="9182"/>
                </a:lnTo>
                <a:lnTo>
                  <a:pt x="23168" y="9505"/>
                </a:lnTo>
                <a:lnTo>
                  <a:pt x="24217" y="9848"/>
                </a:lnTo>
                <a:lnTo>
                  <a:pt x="26316" y="10473"/>
                </a:lnTo>
                <a:lnTo>
                  <a:pt x="26376" y="10494"/>
                </a:lnTo>
                <a:lnTo>
                  <a:pt x="27627" y="10877"/>
                </a:lnTo>
                <a:lnTo>
                  <a:pt x="28253" y="11079"/>
                </a:lnTo>
                <a:lnTo>
                  <a:pt x="28879" y="11301"/>
                </a:lnTo>
                <a:lnTo>
                  <a:pt x="29484" y="11523"/>
                </a:lnTo>
                <a:lnTo>
                  <a:pt x="30089" y="11805"/>
                </a:lnTo>
                <a:lnTo>
                  <a:pt x="30675" y="12088"/>
                </a:lnTo>
                <a:lnTo>
                  <a:pt x="31240" y="12411"/>
                </a:lnTo>
                <a:lnTo>
                  <a:pt x="31583" y="12633"/>
                </a:lnTo>
                <a:lnTo>
                  <a:pt x="31744" y="12754"/>
                </a:lnTo>
                <a:lnTo>
                  <a:pt x="31906" y="12895"/>
                </a:lnTo>
                <a:lnTo>
                  <a:pt x="32067" y="13036"/>
                </a:lnTo>
                <a:lnTo>
                  <a:pt x="32208" y="13198"/>
                </a:lnTo>
                <a:lnTo>
                  <a:pt x="32329" y="13379"/>
                </a:lnTo>
                <a:lnTo>
                  <a:pt x="32450" y="13581"/>
                </a:lnTo>
                <a:lnTo>
                  <a:pt x="32511" y="13763"/>
                </a:lnTo>
                <a:lnTo>
                  <a:pt x="32572" y="13965"/>
                </a:lnTo>
                <a:lnTo>
                  <a:pt x="32592" y="14166"/>
                </a:lnTo>
                <a:lnTo>
                  <a:pt x="32592" y="14368"/>
                </a:lnTo>
                <a:lnTo>
                  <a:pt x="32551" y="14570"/>
                </a:lnTo>
                <a:lnTo>
                  <a:pt x="32471" y="14772"/>
                </a:lnTo>
                <a:lnTo>
                  <a:pt x="32370" y="14953"/>
                </a:lnTo>
                <a:lnTo>
                  <a:pt x="32289" y="15034"/>
                </a:lnTo>
                <a:lnTo>
                  <a:pt x="32208" y="15095"/>
                </a:lnTo>
                <a:lnTo>
                  <a:pt x="32067" y="15196"/>
                </a:lnTo>
                <a:lnTo>
                  <a:pt x="31926" y="15256"/>
                </a:lnTo>
                <a:lnTo>
                  <a:pt x="31764" y="15317"/>
                </a:lnTo>
                <a:lnTo>
                  <a:pt x="31603" y="15337"/>
                </a:lnTo>
                <a:lnTo>
                  <a:pt x="31421" y="15357"/>
                </a:lnTo>
                <a:lnTo>
                  <a:pt x="31240" y="15377"/>
                </a:lnTo>
                <a:lnTo>
                  <a:pt x="30876" y="15357"/>
                </a:lnTo>
                <a:lnTo>
                  <a:pt x="29625" y="15276"/>
                </a:lnTo>
                <a:lnTo>
                  <a:pt x="28354" y="15196"/>
                </a:lnTo>
                <a:lnTo>
                  <a:pt x="25872" y="14974"/>
                </a:lnTo>
                <a:lnTo>
                  <a:pt x="24116" y="14832"/>
                </a:lnTo>
                <a:lnTo>
                  <a:pt x="22360" y="14691"/>
                </a:lnTo>
                <a:lnTo>
                  <a:pt x="20585" y="14590"/>
                </a:lnTo>
                <a:lnTo>
                  <a:pt x="19697" y="14550"/>
                </a:lnTo>
                <a:lnTo>
                  <a:pt x="18809" y="14530"/>
                </a:lnTo>
                <a:lnTo>
                  <a:pt x="17073" y="14530"/>
                </a:lnTo>
                <a:lnTo>
                  <a:pt x="16226" y="14570"/>
                </a:lnTo>
                <a:lnTo>
                  <a:pt x="15398" y="14631"/>
                </a:lnTo>
                <a:lnTo>
                  <a:pt x="14591" y="14691"/>
                </a:lnTo>
                <a:lnTo>
                  <a:pt x="13824" y="14792"/>
                </a:lnTo>
                <a:lnTo>
                  <a:pt x="13057" y="14893"/>
                </a:lnTo>
                <a:lnTo>
                  <a:pt x="12311" y="15034"/>
                </a:lnTo>
                <a:lnTo>
                  <a:pt x="11584" y="15175"/>
                </a:lnTo>
                <a:lnTo>
                  <a:pt x="10878" y="15337"/>
                </a:lnTo>
                <a:lnTo>
                  <a:pt x="10192" y="15539"/>
                </a:lnTo>
                <a:lnTo>
                  <a:pt x="9526" y="15740"/>
                </a:lnTo>
                <a:lnTo>
                  <a:pt x="8880" y="15962"/>
                </a:lnTo>
                <a:lnTo>
                  <a:pt x="8255" y="16205"/>
                </a:lnTo>
                <a:lnTo>
                  <a:pt x="7629" y="16487"/>
                </a:lnTo>
                <a:lnTo>
                  <a:pt x="7024" y="16770"/>
                </a:lnTo>
                <a:lnTo>
                  <a:pt x="6539" y="17012"/>
                </a:lnTo>
                <a:lnTo>
                  <a:pt x="6055" y="17294"/>
                </a:lnTo>
                <a:lnTo>
                  <a:pt x="5086" y="17839"/>
                </a:lnTo>
                <a:lnTo>
                  <a:pt x="4441" y="18202"/>
                </a:lnTo>
                <a:lnTo>
                  <a:pt x="3775" y="18586"/>
                </a:lnTo>
                <a:lnTo>
                  <a:pt x="3089" y="18929"/>
                </a:lnTo>
                <a:lnTo>
                  <a:pt x="2382" y="19252"/>
                </a:lnTo>
                <a:lnTo>
                  <a:pt x="2160" y="19353"/>
                </a:lnTo>
                <a:lnTo>
                  <a:pt x="1918" y="19413"/>
                </a:lnTo>
                <a:lnTo>
                  <a:pt x="1676" y="19454"/>
                </a:lnTo>
                <a:lnTo>
                  <a:pt x="1434" y="19454"/>
                </a:lnTo>
                <a:lnTo>
                  <a:pt x="1333" y="19413"/>
                </a:lnTo>
                <a:lnTo>
                  <a:pt x="1212" y="19373"/>
                </a:lnTo>
                <a:lnTo>
                  <a:pt x="1030" y="19272"/>
                </a:lnTo>
                <a:lnTo>
                  <a:pt x="869" y="19111"/>
                </a:lnTo>
                <a:lnTo>
                  <a:pt x="748" y="18949"/>
                </a:lnTo>
                <a:lnTo>
                  <a:pt x="627" y="18788"/>
                </a:lnTo>
                <a:lnTo>
                  <a:pt x="546" y="18606"/>
                </a:lnTo>
                <a:lnTo>
                  <a:pt x="425" y="18324"/>
                </a:lnTo>
                <a:lnTo>
                  <a:pt x="324" y="18001"/>
                </a:lnTo>
                <a:lnTo>
                  <a:pt x="263" y="17678"/>
                </a:lnTo>
                <a:lnTo>
                  <a:pt x="203" y="17335"/>
                </a:lnTo>
                <a:lnTo>
                  <a:pt x="162" y="16992"/>
                </a:lnTo>
                <a:lnTo>
                  <a:pt x="122" y="16326"/>
                </a:lnTo>
                <a:lnTo>
                  <a:pt x="102" y="15660"/>
                </a:lnTo>
                <a:lnTo>
                  <a:pt x="102" y="14368"/>
                </a:lnTo>
                <a:lnTo>
                  <a:pt x="82" y="13137"/>
                </a:lnTo>
                <a:lnTo>
                  <a:pt x="102" y="11947"/>
                </a:lnTo>
                <a:lnTo>
                  <a:pt x="122" y="10756"/>
                </a:lnTo>
                <a:lnTo>
                  <a:pt x="203" y="9485"/>
                </a:lnTo>
                <a:lnTo>
                  <a:pt x="324" y="8274"/>
                </a:lnTo>
                <a:lnTo>
                  <a:pt x="405" y="7689"/>
                </a:lnTo>
                <a:lnTo>
                  <a:pt x="485" y="7124"/>
                </a:lnTo>
                <a:lnTo>
                  <a:pt x="586" y="6579"/>
                </a:lnTo>
                <a:lnTo>
                  <a:pt x="687" y="6054"/>
                </a:lnTo>
                <a:lnTo>
                  <a:pt x="808" y="5529"/>
                </a:lnTo>
                <a:lnTo>
                  <a:pt x="929" y="5025"/>
                </a:lnTo>
                <a:lnTo>
                  <a:pt x="1071" y="4541"/>
                </a:lnTo>
                <a:lnTo>
                  <a:pt x="1232" y="4056"/>
                </a:lnTo>
                <a:lnTo>
                  <a:pt x="1393" y="3592"/>
                </a:lnTo>
                <a:lnTo>
                  <a:pt x="1555" y="3128"/>
                </a:lnTo>
                <a:lnTo>
                  <a:pt x="1736" y="2684"/>
                </a:lnTo>
                <a:lnTo>
                  <a:pt x="1938" y="2260"/>
                </a:lnTo>
                <a:lnTo>
                  <a:pt x="2039" y="2038"/>
                </a:lnTo>
                <a:lnTo>
                  <a:pt x="2301" y="1493"/>
                </a:lnTo>
                <a:lnTo>
                  <a:pt x="2463" y="1231"/>
                </a:lnTo>
                <a:lnTo>
                  <a:pt x="2624" y="969"/>
                </a:lnTo>
                <a:lnTo>
                  <a:pt x="2806" y="727"/>
                </a:lnTo>
                <a:lnTo>
                  <a:pt x="3008" y="525"/>
                </a:lnTo>
                <a:lnTo>
                  <a:pt x="3129" y="444"/>
                </a:lnTo>
                <a:lnTo>
                  <a:pt x="3250" y="363"/>
                </a:lnTo>
                <a:lnTo>
                  <a:pt x="3391" y="283"/>
                </a:lnTo>
                <a:lnTo>
                  <a:pt x="3532" y="222"/>
                </a:lnTo>
                <a:lnTo>
                  <a:pt x="3795" y="161"/>
                </a:lnTo>
                <a:lnTo>
                  <a:pt x="4057" y="101"/>
                </a:lnTo>
                <a:lnTo>
                  <a:pt x="4340" y="81"/>
                </a:lnTo>
                <a:close/>
                <a:moveTo>
                  <a:pt x="4360" y="0"/>
                </a:moveTo>
                <a:lnTo>
                  <a:pt x="3997" y="40"/>
                </a:lnTo>
                <a:lnTo>
                  <a:pt x="3714" y="81"/>
                </a:lnTo>
                <a:lnTo>
                  <a:pt x="3492" y="161"/>
                </a:lnTo>
                <a:lnTo>
                  <a:pt x="3351" y="222"/>
                </a:lnTo>
                <a:lnTo>
                  <a:pt x="3210" y="283"/>
                </a:lnTo>
                <a:lnTo>
                  <a:pt x="3089" y="363"/>
                </a:lnTo>
                <a:lnTo>
                  <a:pt x="2967" y="464"/>
                </a:lnTo>
                <a:lnTo>
                  <a:pt x="2745" y="666"/>
                </a:lnTo>
                <a:lnTo>
                  <a:pt x="2564" y="908"/>
                </a:lnTo>
                <a:lnTo>
                  <a:pt x="2382" y="1170"/>
                </a:lnTo>
                <a:lnTo>
                  <a:pt x="2241" y="1453"/>
                </a:lnTo>
                <a:lnTo>
                  <a:pt x="1958" y="2018"/>
                </a:lnTo>
                <a:lnTo>
                  <a:pt x="1878" y="2220"/>
                </a:lnTo>
                <a:lnTo>
                  <a:pt x="1676" y="2664"/>
                </a:lnTo>
                <a:lnTo>
                  <a:pt x="1494" y="3108"/>
                </a:lnTo>
                <a:lnTo>
                  <a:pt x="1313" y="3552"/>
                </a:lnTo>
                <a:lnTo>
                  <a:pt x="1151" y="4036"/>
                </a:lnTo>
                <a:lnTo>
                  <a:pt x="990" y="4500"/>
                </a:lnTo>
                <a:lnTo>
                  <a:pt x="849" y="5005"/>
                </a:lnTo>
                <a:lnTo>
                  <a:pt x="727" y="5509"/>
                </a:lnTo>
                <a:lnTo>
                  <a:pt x="606" y="6034"/>
                </a:lnTo>
                <a:lnTo>
                  <a:pt x="505" y="6559"/>
                </a:lnTo>
                <a:lnTo>
                  <a:pt x="405" y="7103"/>
                </a:lnTo>
                <a:lnTo>
                  <a:pt x="324" y="7668"/>
                </a:lnTo>
                <a:lnTo>
                  <a:pt x="243" y="8254"/>
                </a:lnTo>
                <a:lnTo>
                  <a:pt x="122" y="9464"/>
                </a:lnTo>
                <a:lnTo>
                  <a:pt x="41" y="10756"/>
                </a:lnTo>
                <a:lnTo>
                  <a:pt x="21" y="11947"/>
                </a:lnTo>
                <a:lnTo>
                  <a:pt x="1" y="13137"/>
                </a:lnTo>
                <a:lnTo>
                  <a:pt x="21" y="14368"/>
                </a:lnTo>
                <a:lnTo>
                  <a:pt x="21" y="15660"/>
                </a:lnTo>
                <a:lnTo>
                  <a:pt x="41" y="16326"/>
                </a:lnTo>
                <a:lnTo>
                  <a:pt x="82" y="17012"/>
                </a:lnTo>
                <a:lnTo>
                  <a:pt x="122" y="17355"/>
                </a:lnTo>
                <a:lnTo>
                  <a:pt x="183" y="17678"/>
                </a:lnTo>
                <a:lnTo>
                  <a:pt x="263" y="18021"/>
                </a:lnTo>
                <a:lnTo>
                  <a:pt x="344" y="18344"/>
                </a:lnTo>
                <a:lnTo>
                  <a:pt x="405" y="18505"/>
                </a:lnTo>
                <a:lnTo>
                  <a:pt x="485" y="18687"/>
                </a:lnTo>
                <a:lnTo>
                  <a:pt x="586" y="18868"/>
                </a:lnTo>
                <a:lnTo>
                  <a:pt x="707" y="19030"/>
                </a:lnTo>
                <a:lnTo>
                  <a:pt x="849" y="19211"/>
                </a:lnTo>
                <a:lnTo>
                  <a:pt x="1010" y="19353"/>
                </a:lnTo>
                <a:lnTo>
                  <a:pt x="1192" y="19454"/>
                </a:lnTo>
                <a:lnTo>
                  <a:pt x="1313" y="19494"/>
                </a:lnTo>
                <a:lnTo>
                  <a:pt x="1414" y="19534"/>
                </a:lnTo>
                <a:lnTo>
                  <a:pt x="1615" y="19555"/>
                </a:lnTo>
                <a:lnTo>
                  <a:pt x="1817" y="19534"/>
                </a:lnTo>
                <a:lnTo>
                  <a:pt x="2039" y="19474"/>
                </a:lnTo>
                <a:lnTo>
                  <a:pt x="2241" y="19413"/>
                </a:lnTo>
                <a:lnTo>
                  <a:pt x="2423" y="19333"/>
                </a:lnTo>
                <a:lnTo>
                  <a:pt x="3129" y="19010"/>
                </a:lnTo>
                <a:lnTo>
                  <a:pt x="3795" y="18646"/>
                </a:lnTo>
                <a:lnTo>
                  <a:pt x="4481" y="18283"/>
                </a:lnTo>
                <a:lnTo>
                  <a:pt x="5127" y="17900"/>
                </a:lnTo>
                <a:lnTo>
                  <a:pt x="6095" y="17355"/>
                </a:lnTo>
                <a:lnTo>
                  <a:pt x="6580" y="17093"/>
                </a:lnTo>
                <a:lnTo>
                  <a:pt x="7064" y="16830"/>
                </a:lnTo>
                <a:lnTo>
                  <a:pt x="7669" y="16548"/>
                </a:lnTo>
                <a:lnTo>
                  <a:pt x="8275" y="16285"/>
                </a:lnTo>
                <a:lnTo>
                  <a:pt x="8900" y="16043"/>
                </a:lnTo>
                <a:lnTo>
                  <a:pt x="9566" y="15821"/>
                </a:lnTo>
                <a:lnTo>
                  <a:pt x="10232" y="15619"/>
                </a:lnTo>
                <a:lnTo>
                  <a:pt x="10898" y="15418"/>
                </a:lnTo>
                <a:lnTo>
                  <a:pt x="11604" y="15256"/>
                </a:lnTo>
                <a:lnTo>
                  <a:pt x="12331" y="15115"/>
                </a:lnTo>
                <a:lnTo>
                  <a:pt x="13078" y="14974"/>
                </a:lnTo>
                <a:lnTo>
                  <a:pt x="13824" y="14873"/>
                </a:lnTo>
                <a:lnTo>
                  <a:pt x="14611" y="14772"/>
                </a:lnTo>
                <a:lnTo>
                  <a:pt x="15419" y="14711"/>
                </a:lnTo>
                <a:lnTo>
                  <a:pt x="16226" y="14651"/>
                </a:lnTo>
                <a:lnTo>
                  <a:pt x="17073" y="14610"/>
                </a:lnTo>
                <a:lnTo>
                  <a:pt x="18809" y="14610"/>
                </a:lnTo>
                <a:lnTo>
                  <a:pt x="19697" y="14631"/>
                </a:lnTo>
                <a:lnTo>
                  <a:pt x="20585" y="14671"/>
                </a:lnTo>
                <a:lnTo>
                  <a:pt x="22360" y="14772"/>
                </a:lnTo>
                <a:lnTo>
                  <a:pt x="24116" y="14913"/>
                </a:lnTo>
                <a:lnTo>
                  <a:pt x="25852" y="15054"/>
                </a:lnTo>
                <a:lnTo>
                  <a:pt x="28354" y="15276"/>
                </a:lnTo>
                <a:lnTo>
                  <a:pt x="29605" y="15357"/>
                </a:lnTo>
                <a:lnTo>
                  <a:pt x="30876" y="15438"/>
                </a:lnTo>
                <a:lnTo>
                  <a:pt x="31240" y="15458"/>
                </a:lnTo>
                <a:lnTo>
                  <a:pt x="31441" y="15438"/>
                </a:lnTo>
                <a:lnTo>
                  <a:pt x="31623" y="15418"/>
                </a:lnTo>
                <a:lnTo>
                  <a:pt x="31785" y="15397"/>
                </a:lnTo>
                <a:lnTo>
                  <a:pt x="31966" y="15337"/>
                </a:lnTo>
                <a:lnTo>
                  <a:pt x="32128" y="15256"/>
                </a:lnTo>
                <a:lnTo>
                  <a:pt x="32269" y="15155"/>
                </a:lnTo>
                <a:lnTo>
                  <a:pt x="32350" y="15075"/>
                </a:lnTo>
                <a:lnTo>
                  <a:pt x="32430" y="14994"/>
                </a:lnTo>
                <a:lnTo>
                  <a:pt x="32551" y="14812"/>
                </a:lnTo>
                <a:lnTo>
                  <a:pt x="32612" y="14610"/>
                </a:lnTo>
                <a:lnTo>
                  <a:pt x="32672" y="14388"/>
                </a:lnTo>
                <a:lnTo>
                  <a:pt x="32672" y="14166"/>
                </a:lnTo>
                <a:lnTo>
                  <a:pt x="32652" y="13944"/>
                </a:lnTo>
                <a:lnTo>
                  <a:pt x="32592" y="13743"/>
                </a:lnTo>
                <a:lnTo>
                  <a:pt x="32511" y="13541"/>
                </a:lnTo>
                <a:lnTo>
                  <a:pt x="32410" y="13339"/>
                </a:lnTo>
                <a:lnTo>
                  <a:pt x="32269" y="13157"/>
                </a:lnTo>
                <a:lnTo>
                  <a:pt x="32128" y="12996"/>
                </a:lnTo>
                <a:lnTo>
                  <a:pt x="31966" y="12835"/>
                </a:lnTo>
                <a:lnTo>
                  <a:pt x="31805" y="12693"/>
                </a:lnTo>
                <a:lnTo>
                  <a:pt x="31623" y="12572"/>
                </a:lnTo>
                <a:lnTo>
                  <a:pt x="31280" y="12350"/>
                </a:lnTo>
                <a:lnTo>
                  <a:pt x="30715" y="12027"/>
                </a:lnTo>
                <a:lnTo>
                  <a:pt x="30130" y="11725"/>
                </a:lnTo>
                <a:lnTo>
                  <a:pt x="29524" y="11462"/>
                </a:lnTo>
                <a:lnTo>
                  <a:pt x="28919" y="11220"/>
                </a:lnTo>
                <a:lnTo>
                  <a:pt x="28293" y="10998"/>
                </a:lnTo>
                <a:lnTo>
                  <a:pt x="27648" y="10796"/>
                </a:lnTo>
                <a:lnTo>
                  <a:pt x="26396" y="10413"/>
                </a:lnTo>
                <a:lnTo>
                  <a:pt x="26336" y="10393"/>
                </a:lnTo>
                <a:lnTo>
                  <a:pt x="24237" y="9767"/>
                </a:lnTo>
                <a:lnTo>
                  <a:pt x="23208" y="9444"/>
                </a:lnTo>
                <a:lnTo>
                  <a:pt x="22179" y="9101"/>
                </a:lnTo>
                <a:lnTo>
                  <a:pt x="21170" y="8758"/>
                </a:lnTo>
                <a:lnTo>
                  <a:pt x="20161" y="8395"/>
                </a:lnTo>
                <a:lnTo>
                  <a:pt x="19152" y="8032"/>
                </a:lnTo>
                <a:lnTo>
                  <a:pt x="18183" y="7628"/>
                </a:lnTo>
                <a:lnTo>
                  <a:pt x="17215" y="7224"/>
                </a:lnTo>
                <a:lnTo>
                  <a:pt x="16266" y="6781"/>
                </a:lnTo>
                <a:lnTo>
                  <a:pt x="15338" y="6316"/>
                </a:lnTo>
                <a:lnTo>
                  <a:pt x="14410" y="5832"/>
                </a:lnTo>
                <a:lnTo>
                  <a:pt x="13522" y="5328"/>
                </a:lnTo>
                <a:lnTo>
                  <a:pt x="12654" y="4783"/>
                </a:lnTo>
                <a:lnTo>
                  <a:pt x="11806" y="4197"/>
                </a:lnTo>
                <a:lnTo>
                  <a:pt x="10979" y="3572"/>
                </a:lnTo>
                <a:lnTo>
                  <a:pt x="10010" y="2805"/>
                </a:lnTo>
                <a:lnTo>
                  <a:pt x="9365" y="2280"/>
                </a:lnTo>
                <a:lnTo>
                  <a:pt x="8699" y="1776"/>
                </a:lnTo>
                <a:lnTo>
                  <a:pt x="8356" y="1514"/>
                </a:lnTo>
                <a:lnTo>
                  <a:pt x="8012" y="1292"/>
                </a:lnTo>
                <a:lnTo>
                  <a:pt x="7669" y="1070"/>
                </a:lnTo>
                <a:lnTo>
                  <a:pt x="7306" y="848"/>
                </a:lnTo>
                <a:lnTo>
                  <a:pt x="6923" y="666"/>
                </a:lnTo>
                <a:lnTo>
                  <a:pt x="6559" y="505"/>
                </a:lnTo>
                <a:lnTo>
                  <a:pt x="6216" y="363"/>
                </a:lnTo>
                <a:lnTo>
                  <a:pt x="5894" y="242"/>
                </a:lnTo>
                <a:lnTo>
                  <a:pt x="5591" y="161"/>
                </a:lnTo>
                <a:lnTo>
                  <a:pt x="5308" y="101"/>
                </a:lnTo>
                <a:lnTo>
                  <a:pt x="5046" y="61"/>
                </a:lnTo>
                <a:lnTo>
                  <a:pt x="4804" y="20"/>
                </a:lnTo>
                <a:lnTo>
                  <a:pt x="4562" y="0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83" name="Google Shape;1483;p18"/>
          <p:cNvSpPr/>
          <p:nvPr/>
        </p:nvSpPr>
        <p:spPr>
          <a:xfrm>
            <a:off x="9054482" y="2190947"/>
            <a:ext cx="794334" cy="541632"/>
          </a:xfrm>
          <a:custGeom>
            <a:rect b="b" l="l" r="r" t="t"/>
            <a:pathLst>
              <a:path extrusionOk="0" h="9688" w="14208">
                <a:moveTo>
                  <a:pt x="2765" y="81"/>
                </a:moveTo>
                <a:lnTo>
                  <a:pt x="2967" y="142"/>
                </a:lnTo>
                <a:lnTo>
                  <a:pt x="3189" y="223"/>
                </a:lnTo>
                <a:lnTo>
                  <a:pt x="3431" y="324"/>
                </a:lnTo>
                <a:lnTo>
                  <a:pt x="3694" y="465"/>
                </a:lnTo>
                <a:lnTo>
                  <a:pt x="3956" y="626"/>
                </a:lnTo>
                <a:lnTo>
                  <a:pt x="4218" y="828"/>
                </a:lnTo>
                <a:lnTo>
                  <a:pt x="4501" y="1070"/>
                </a:lnTo>
                <a:lnTo>
                  <a:pt x="5005" y="1474"/>
                </a:lnTo>
                <a:lnTo>
                  <a:pt x="5510" y="1837"/>
                </a:lnTo>
                <a:lnTo>
                  <a:pt x="6055" y="2200"/>
                </a:lnTo>
                <a:lnTo>
                  <a:pt x="6600" y="2523"/>
                </a:lnTo>
                <a:lnTo>
                  <a:pt x="7165" y="2826"/>
                </a:lnTo>
                <a:lnTo>
                  <a:pt x="7750" y="3088"/>
                </a:lnTo>
                <a:lnTo>
                  <a:pt x="8335" y="3330"/>
                </a:lnTo>
                <a:lnTo>
                  <a:pt x="8940" y="3532"/>
                </a:lnTo>
                <a:lnTo>
                  <a:pt x="9566" y="3714"/>
                </a:lnTo>
                <a:lnTo>
                  <a:pt x="10171" y="3895"/>
                </a:lnTo>
                <a:lnTo>
                  <a:pt x="11140" y="4158"/>
                </a:lnTo>
                <a:lnTo>
                  <a:pt x="11624" y="4319"/>
                </a:lnTo>
                <a:lnTo>
                  <a:pt x="12089" y="4481"/>
                </a:lnTo>
                <a:lnTo>
                  <a:pt x="12533" y="4683"/>
                </a:lnTo>
                <a:lnTo>
                  <a:pt x="12956" y="4904"/>
                </a:lnTo>
                <a:lnTo>
                  <a:pt x="13178" y="5046"/>
                </a:lnTo>
                <a:lnTo>
                  <a:pt x="13380" y="5167"/>
                </a:lnTo>
                <a:lnTo>
                  <a:pt x="13562" y="5328"/>
                </a:lnTo>
                <a:lnTo>
                  <a:pt x="13764" y="5490"/>
                </a:lnTo>
                <a:lnTo>
                  <a:pt x="13945" y="5671"/>
                </a:lnTo>
                <a:lnTo>
                  <a:pt x="14066" y="5853"/>
                </a:lnTo>
                <a:lnTo>
                  <a:pt x="14086" y="5934"/>
                </a:lnTo>
                <a:lnTo>
                  <a:pt x="14127" y="6014"/>
                </a:lnTo>
                <a:lnTo>
                  <a:pt x="14127" y="6095"/>
                </a:lnTo>
                <a:lnTo>
                  <a:pt x="14127" y="6176"/>
                </a:lnTo>
                <a:lnTo>
                  <a:pt x="14086" y="6317"/>
                </a:lnTo>
                <a:lnTo>
                  <a:pt x="14006" y="6458"/>
                </a:lnTo>
                <a:lnTo>
                  <a:pt x="13864" y="6579"/>
                </a:lnTo>
                <a:lnTo>
                  <a:pt x="13683" y="6721"/>
                </a:lnTo>
                <a:lnTo>
                  <a:pt x="13461" y="6842"/>
                </a:lnTo>
                <a:lnTo>
                  <a:pt x="13239" y="6963"/>
                </a:lnTo>
                <a:lnTo>
                  <a:pt x="12997" y="7064"/>
                </a:lnTo>
                <a:lnTo>
                  <a:pt x="12755" y="7165"/>
                </a:lnTo>
                <a:lnTo>
                  <a:pt x="12512" y="7225"/>
                </a:lnTo>
                <a:lnTo>
                  <a:pt x="12270" y="7286"/>
                </a:lnTo>
                <a:lnTo>
                  <a:pt x="11766" y="7387"/>
                </a:lnTo>
                <a:lnTo>
                  <a:pt x="11261" y="7447"/>
                </a:lnTo>
                <a:lnTo>
                  <a:pt x="10716" y="7467"/>
                </a:lnTo>
                <a:lnTo>
                  <a:pt x="9647" y="7488"/>
                </a:lnTo>
                <a:lnTo>
                  <a:pt x="8940" y="7508"/>
                </a:lnTo>
                <a:lnTo>
                  <a:pt x="8234" y="7528"/>
                </a:lnTo>
                <a:lnTo>
                  <a:pt x="7891" y="7548"/>
                </a:lnTo>
                <a:lnTo>
                  <a:pt x="7548" y="7588"/>
                </a:lnTo>
                <a:lnTo>
                  <a:pt x="7205" y="7649"/>
                </a:lnTo>
                <a:lnTo>
                  <a:pt x="6862" y="7710"/>
                </a:lnTo>
                <a:lnTo>
                  <a:pt x="6559" y="7790"/>
                </a:lnTo>
                <a:lnTo>
                  <a:pt x="6236" y="7891"/>
                </a:lnTo>
                <a:lnTo>
                  <a:pt x="5651" y="8113"/>
                </a:lnTo>
                <a:lnTo>
                  <a:pt x="5066" y="8375"/>
                </a:lnTo>
                <a:lnTo>
                  <a:pt x="4501" y="8658"/>
                </a:lnTo>
                <a:lnTo>
                  <a:pt x="3653" y="9041"/>
                </a:lnTo>
                <a:lnTo>
                  <a:pt x="3209" y="9223"/>
                </a:lnTo>
                <a:lnTo>
                  <a:pt x="2786" y="9384"/>
                </a:lnTo>
                <a:lnTo>
                  <a:pt x="2483" y="9485"/>
                </a:lnTo>
                <a:lnTo>
                  <a:pt x="2221" y="9546"/>
                </a:lnTo>
                <a:lnTo>
                  <a:pt x="1978" y="9586"/>
                </a:lnTo>
                <a:lnTo>
                  <a:pt x="1756" y="9606"/>
                </a:lnTo>
                <a:lnTo>
                  <a:pt x="1555" y="9606"/>
                </a:lnTo>
                <a:lnTo>
                  <a:pt x="1373" y="9586"/>
                </a:lnTo>
                <a:lnTo>
                  <a:pt x="1212" y="9566"/>
                </a:lnTo>
                <a:lnTo>
                  <a:pt x="1070" y="9526"/>
                </a:lnTo>
                <a:lnTo>
                  <a:pt x="929" y="9465"/>
                </a:lnTo>
                <a:lnTo>
                  <a:pt x="808" y="9405"/>
                </a:lnTo>
                <a:lnTo>
                  <a:pt x="626" y="9284"/>
                </a:lnTo>
                <a:lnTo>
                  <a:pt x="485" y="9162"/>
                </a:lnTo>
                <a:lnTo>
                  <a:pt x="404" y="9082"/>
                </a:lnTo>
                <a:lnTo>
                  <a:pt x="303" y="8920"/>
                </a:lnTo>
                <a:lnTo>
                  <a:pt x="243" y="8759"/>
                </a:lnTo>
                <a:lnTo>
                  <a:pt x="182" y="8597"/>
                </a:lnTo>
                <a:lnTo>
                  <a:pt x="142" y="8436"/>
                </a:lnTo>
                <a:lnTo>
                  <a:pt x="102" y="8073"/>
                </a:lnTo>
                <a:lnTo>
                  <a:pt x="81" y="7730"/>
                </a:lnTo>
                <a:lnTo>
                  <a:pt x="102" y="6983"/>
                </a:lnTo>
                <a:lnTo>
                  <a:pt x="142" y="6236"/>
                </a:lnTo>
                <a:lnTo>
                  <a:pt x="243" y="5470"/>
                </a:lnTo>
                <a:lnTo>
                  <a:pt x="364" y="4703"/>
                </a:lnTo>
                <a:lnTo>
                  <a:pt x="525" y="3895"/>
                </a:lnTo>
                <a:lnTo>
                  <a:pt x="727" y="3068"/>
                </a:lnTo>
                <a:lnTo>
                  <a:pt x="990" y="2200"/>
                </a:lnTo>
                <a:lnTo>
                  <a:pt x="1272" y="1292"/>
                </a:lnTo>
                <a:lnTo>
                  <a:pt x="1373" y="1050"/>
                </a:lnTo>
                <a:lnTo>
                  <a:pt x="1454" y="848"/>
                </a:lnTo>
                <a:lnTo>
                  <a:pt x="1575" y="667"/>
                </a:lnTo>
                <a:lnTo>
                  <a:pt x="1696" y="505"/>
                </a:lnTo>
                <a:lnTo>
                  <a:pt x="1817" y="364"/>
                </a:lnTo>
                <a:lnTo>
                  <a:pt x="1958" y="263"/>
                </a:lnTo>
                <a:lnTo>
                  <a:pt x="2099" y="162"/>
                </a:lnTo>
                <a:lnTo>
                  <a:pt x="2261" y="122"/>
                </a:lnTo>
                <a:lnTo>
                  <a:pt x="2402" y="81"/>
                </a:lnTo>
                <a:close/>
                <a:moveTo>
                  <a:pt x="2463" y="1"/>
                </a:moveTo>
                <a:lnTo>
                  <a:pt x="2241" y="41"/>
                </a:lnTo>
                <a:lnTo>
                  <a:pt x="2079" y="102"/>
                </a:lnTo>
                <a:lnTo>
                  <a:pt x="1918" y="182"/>
                </a:lnTo>
                <a:lnTo>
                  <a:pt x="1777" y="303"/>
                </a:lnTo>
                <a:lnTo>
                  <a:pt x="1635" y="445"/>
                </a:lnTo>
                <a:lnTo>
                  <a:pt x="1514" y="606"/>
                </a:lnTo>
                <a:lnTo>
                  <a:pt x="1393" y="808"/>
                </a:lnTo>
                <a:lnTo>
                  <a:pt x="1292" y="1030"/>
                </a:lnTo>
                <a:lnTo>
                  <a:pt x="1191" y="1272"/>
                </a:lnTo>
                <a:lnTo>
                  <a:pt x="909" y="2180"/>
                </a:lnTo>
                <a:lnTo>
                  <a:pt x="646" y="3048"/>
                </a:lnTo>
                <a:lnTo>
                  <a:pt x="445" y="3875"/>
                </a:lnTo>
                <a:lnTo>
                  <a:pt x="283" y="4683"/>
                </a:lnTo>
                <a:lnTo>
                  <a:pt x="162" y="5470"/>
                </a:lnTo>
                <a:lnTo>
                  <a:pt x="61" y="6236"/>
                </a:lnTo>
                <a:lnTo>
                  <a:pt x="21" y="6983"/>
                </a:lnTo>
                <a:lnTo>
                  <a:pt x="1" y="7730"/>
                </a:lnTo>
                <a:lnTo>
                  <a:pt x="21" y="8093"/>
                </a:lnTo>
                <a:lnTo>
                  <a:pt x="41" y="8275"/>
                </a:lnTo>
                <a:lnTo>
                  <a:pt x="61" y="8456"/>
                </a:lnTo>
                <a:lnTo>
                  <a:pt x="102" y="8638"/>
                </a:lnTo>
                <a:lnTo>
                  <a:pt x="162" y="8799"/>
                </a:lnTo>
                <a:lnTo>
                  <a:pt x="243" y="8961"/>
                </a:lnTo>
                <a:lnTo>
                  <a:pt x="344" y="9122"/>
                </a:lnTo>
                <a:lnTo>
                  <a:pt x="465" y="9263"/>
                </a:lnTo>
                <a:lnTo>
                  <a:pt x="606" y="9384"/>
                </a:lnTo>
                <a:lnTo>
                  <a:pt x="768" y="9485"/>
                </a:lnTo>
                <a:lnTo>
                  <a:pt x="929" y="9566"/>
                </a:lnTo>
                <a:lnTo>
                  <a:pt x="1111" y="9627"/>
                </a:lnTo>
                <a:lnTo>
                  <a:pt x="1272" y="9647"/>
                </a:lnTo>
                <a:lnTo>
                  <a:pt x="1454" y="9667"/>
                </a:lnTo>
                <a:lnTo>
                  <a:pt x="1635" y="9687"/>
                </a:lnTo>
                <a:lnTo>
                  <a:pt x="1999" y="9667"/>
                </a:lnTo>
                <a:lnTo>
                  <a:pt x="2321" y="9606"/>
                </a:lnTo>
                <a:lnTo>
                  <a:pt x="2604" y="9526"/>
                </a:lnTo>
                <a:lnTo>
                  <a:pt x="2806" y="9465"/>
                </a:lnTo>
                <a:lnTo>
                  <a:pt x="3250" y="9304"/>
                </a:lnTo>
                <a:lnTo>
                  <a:pt x="3673" y="9122"/>
                </a:lnTo>
                <a:lnTo>
                  <a:pt x="4521" y="8719"/>
                </a:lnTo>
                <a:lnTo>
                  <a:pt x="5106" y="8456"/>
                </a:lnTo>
                <a:lnTo>
                  <a:pt x="5671" y="8194"/>
                </a:lnTo>
                <a:lnTo>
                  <a:pt x="6277" y="7972"/>
                </a:lnTo>
                <a:lnTo>
                  <a:pt x="6579" y="7871"/>
                </a:lnTo>
                <a:lnTo>
                  <a:pt x="6882" y="7790"/>
                </a:lnTo>
                <a:lnTo>
                  <a:pt x="7205" y="7730"/>
                </a:lnTo>
                <a:lnTo>
                  <a:pt x="7548" y="7669"/>
                </a:lnTo>
                <a:lnTo>
                  <a:pt x="7891" y="7629"/>
                </a:lnTo>
                <a:lnTo>
                  <a:pt x="8254" y="7609"/>
                </a:lnTo>
                <a:lnTo>
                  <a:pt x="8940" y="7588"/>
                </a:lnTo>
                <a:lnTo>
                  <a:pt x="9647" y="7568"/>
                </a:lnTo>
                <a:lnTo>
                  <a:pt x="10716" y="7548"/>
                </a:lnTo>
                <a:lnTo>
                  <a:pt x="11241" y="7528"/>
                </a:lnTo>
                <a:lnTo>
                  <a:pt x="11766" y="7467"/>
                </a:lnTo>
                <a:lnTo>
                  <a:pt x="12290" y="7366"/>
                </a:lnTo>
                <a:lnTo>
                  <a:pt x="12533" y="7306"/>
                </a:lnTo>
                <a:lnTo>
                  <a:pt x="12775" y="7225"/>
                </a:lnTo>
                <a:lnTo>
                  <a:pt x="13037" y="7144"/>
                </a:lnTo>
                <a:lnTo>
                  <a:pt x="13259" y="7044"/>
                </a:lnTo>
                <a:lnTo>
                  <a:pt x="13501" y="6922"/>
                </a:lnTo>
                <a:lnTo>
                  <a:pt x="13723" y="6781"/>
                </a:lnTo>
                <a:lnTo>
                  <a:pt x="13885" y="6680"/>
                </a:lnTo>
                <a:lnTo>
                  <a:pt x="14026" y="6559"/>
                </a:lnTo>
                <a:lnTo>
                  <a:pt x="14086" y="6479"/>
                </a:lnTo>
                <a:lnTo>
                  <a:pt x="14147" y="6398"/>
                </a:lnTo>
                <a:lnTo>
                  <a:pt x="14187" y="6297"/>
                </a:lnTo>
                <a:lnTo>
                  <a:pt x="14207" y="6196"/>
                </a:lnTo>
                <a:lnTo>
                  <a:pt x="14207" y="6095"/>
                </a:lnTo>
                <a:lnTo>
                  <a:pt x="14207" y="6014"/>
                </a:lnTo>
                <a:lnTo>
                  <a:pt x="14167" y="5913"/>
                </a:lnTo>
                <a:lnTo>
                  <a:pt x="14127" y="5813"/>
                </a:lnTo>
                <a:lnTo>
                  <a:pt x="14086" y="5712"/>
                </a:lnTo>
                <a:lnTo>
                  <a:pt x="14006" y="5631"/>
                </a:lnTo>
                <a:lnTo>
                  <a:pt x="13804" y="5429"/>
                </a:lnTo>
                <a:lnTo>
                  <a:pt x="13622" y="5268"/>
                </a:lnTo>
                <a:lnTo>
                  <a:pt x="13420" y="5106"/>
                </a:lnTo>
                <a:lnTo>
                  <a:pt x="13219" y="4965"/>
                </a:lnTo>
                <a:lnTo>
                  <a:pt x="13017" y="4844"/>
                </a:lnTo>
                <a:lnTo>
                  <a:pt x="12573" y="4602"/>
                </a:lnTo>
                <a:lnTo>
                  <a:pt x="12109" y="4420"/>
                </a:lnTo>
                <a:lnTo>
                  <a:pt x="11645" y="4239"/>
                </a:lnTo>
                <a:lnTo>
                  <a:pt x="11160" y="4077"/>
                </a:lnTo>
                <a:lnTo>
                  <a:pt x="10192" y="3815"/>
                </a:lnTo>
                <a:lnTo>
                  <a:pt x="9586" y="3653"/>
                </a:lnTo>
                <a:lnTo>
                  <a:pt x="8961" y="3452"/>
                </a:lnTo>
                <a:lnTo>
                  <a:pt x="8375" y="3250"/>
                </a:lnTo>
                <a:lnTo>
                  <a:pt x="7770" y="3008"/>
                </a:lnTo>
                <a:lnTo>
                  <a:pt x="7205" y="2745"/>
                </a:lnTo>
                <a:lnTo>
                  <a:pt x="6640" y="2443"/>
                </a:lnTo>
                <a:lnTo>
                  <a:pt x="6095" y="2120"/>
                </a:lnTo>
                <a:lnTo>
                  <a:pt x="5570" y="1777"/>
                </a:lnTo>
                <a:lnTo>
                  <a:pt x="5046" y="1413"/>
                </a:lnTo>
                <a:lnTo>
                  <a:pt x="4561" y="1010"/>
                </a:lnTo>
                <a:lnTo>
                  <a:pt x="4218" y="727"/>
                </a:lnTo>
                <a:lnTo>
                  <a:pt x="3875" y="485"/>
                </a:lnTo>
                <a:lnTo>
                  <a:pt x="3573" y="303"/>
                </a:lnTo>
                <a:lnTo>
                  <a:pt x="3270" y="162"/>
                </a:lnTo>
                <a:lnTo>
                  <a:pt x="2987" y="61"/>
                </a:lnTo>
                <a:lnTo>
                  <a:pt x="2725" y="1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84" name="Google Shape;1484;p18"/>
          <p:cNvSpPr/>
          <p:nvPr/>
        </p:nvSpPr>
        <p:spPr>
          <a:xfrm>
            <a:off x="8006405" y="3940817"/>
            <a:ext cx="152348" cy="92527"/>
          </a:xfrm>
          <a:custGeom>
            <a:rect b="b" l="l" r="r" t="t"/>
            <a:pathLst>
              <a:path extrusionOk="0" h="1655" w="2725">
                <a:moveTo>
                  <a:pt x="2099" y="81"/>
                </a:moveTo>
                <a:lnTo>
                  <a:pt x="2240" y="101"/>
                </a:lnTo>
                <a:lnTo>
                  <a:pt x="2382" y="121"/>
                </a:lnTo>
                <a:lnTo>
                  <a:pt x="2483" y="182"/>
                </a:lnTo>
                <a:lnTo>
                  <a:pt x="2563" y="262"/>
                </a:lnTo>
                <a:lnTo>
                  <a:pt x="2624" y="363"/>
                </a:lnTo>
                <a:lnTo>
                  <a:pt x="2644" y="424"/>
                </a:lnTo>
                <a:lnTo>
                  <a:pt x="2644" y="484"/>
                </a:lnTo>
                <a:lnTo>
                  <a:pt x="2644" y="565"/>
                </a:lnTo>
                <a:lnTo>
                  <a:pt x="2604" y="626"/>
                </a:lnTo>
                <a:lnTo>
                  <a:pt x="2503" y="767"/>
                </a:lnTo>
                <a:lnTo>
                  <a:pt x="2321" y="969"/>
                </a:lnTo>
                <a:lnTo>
                  <a:pt x="2099" y="1150"/>
                </a:lnTo>
                <a:lnTo>
                  <a:pt x="1857" y="1312"/>
                </a:lnTo>
                <a:lnTo>
                  <a:pt x="1595" y="1433"/>
                </a:lnTo>
                <a:lnTo>
                  <a:pt x="1332" y="1534"/>
                </a:lnTo>
                <a:lnTo>
                  <a:pt x="1191" y="1554"/>
                </a:lnTo>
                <a:lnTo>
                  <a:pt x="1050" y="1574"/>
                </a:lnTo>
                <a:lnTo>
                  <a:pt x="909" y="1574"/>
                </a:lnTo>
                <a:lnTo>
                  <a:pt x="767" y="1554"/>
                </a:lnTo>
                <a:lnTo>
                  <a:pt x="646" y="1514"/>
                </a:lnTo>
                <a:lnTo>
                  <a:pt x="505" y="1473"/>
                </a:lnTo>
                <a:lnTo>
                  <a:pt x="364" y="1392"/>
                </a:lnTo>
                <a:lnTo>
                  <a:pt x="263" y="1312"/>
                </a:lnTo>
                <a:lnTo>
                  <a:pt x="182" y="1231"/>
                </a:lnTo>
                <a:lnTo>
                  <a:pt x="122" y="1110"/>
                </a:lnTo>
                <a:lnTo>
                  <a:pt x="81" y="1009"/>
                </a:lnTo>
                <a:lnTo>
                  <a:pt x="101" y="868"/>
                </a:lnTo>
                <a:lnTo>
                  <a:pt x="142" y="747"/>
                </a:lnTo>
                <a:lnTo>
                  <a:pt x="222" y="646"/>
                </a:lnTo>
                <a:lnTo>
                  <a:pt x="364" y="505"/>
                </a:lnTo>
                <a:lnTo>
                  <a:pt x="566" y="404"/>
                </a:lnTo>
                <a:lnTo>
                  <a:pt x="787" y="303"/>
                </a:lnTo>
                <a:lnTo>
                  <a:pt x="1030" y="242"/>
                </a:lnTo>
                <a:lnTo>
                  <a:pt x="1252" y="182"/>
                </a:lnTo>
                <a:lnTo>
                  <a:pt x="1474" y="161"/>
                </a:lnTo>
                <a:lnTo>
                  <a:pt x="1655" y="121"/>
                </a:lnTo>
                <a:lnTo>
                  <a:pt x="1877" y="101"/>
                </a:lnTo>
                <a:lnTo>
                  <a:pt x="2099" y="81"/>
                </a:lnTo>
                <a:close/>
                <a:moveTo>
                  <a:pt x="2018" y="0"/>
                </a:moveTo>
                <a:lnTo>
                  <a:pt x="1837" y="20"/>
                </a:lnTo>
                <a:lnTo>
                  <a:pt x="1635" y="40"/>
                </a:lnTo>
                <a:lnTo>
                  <a:pt x="1474" y="81"/>
                </a:lnTo>
                <a:lnTo>
                  <a:pt x="1231" y="101"/>
                </a:lnTo>
                <a:lnTo>
                  <a:pt x="989" y="161"/>
                </a:lnTo>
                <a:lnTo>
                  <a:pt x="767" y="222"/>
                </a:lnTo>
                <a:lnTo>
                  <a:pt x="525" y="323"/>
                </a:lnTo>
                <a:lnTo>
                  <a:pt x="323" y="444"/>
                </a:lnTo>
                <a:lnTo>
                  <a:pt x="162" y="585"/>
                </a:lnTo>
                <a:lnTo>
                  <a:pt x="61" y="727"/>
                </a:lnTo>
                <a:lnTo>
                  <a:pt x="21" y="868"/>
                </a:lnTo>
                <a:lnTo>
                  <a:pt x="0" y="1009"/>
                </a:lnTo>
                <a:lnTo>
                  <a:pt x="41" y="1150"/>
                </a:lnTo>
                <a:lnTo>
                  <a:pt x="101" y="1271"/>
                </a:lnTo>
                <a:lnTo>
                  <a:pt x="202" y="1372"/>
                </a:lnTo>
                <a:lnTo>
                  <a:pt x="323" y="1473"/>
                </a:lnTo>
                <a:lnTo>
                  <a:pt x="465" y="1554"/>
                </a:lnTo>
                <a:lnTo>
                  <a:pt x="606" y="1594"/>
                </a:lnTo>
                <a:lnTo>
                  <a:pt x="727" y="1635"/>
                </a:lnTo>
                <a:lnTo>
                  <a:pt x="868" y="1635"/>
                </a:lnTo>
                <a:lnTo>
                  <a:pt x="989" y="1655"/>
                </a:lnTo>
                <a:lnTo>
                  <a:pt x="1211" y="1635"/>
                </a:lnTo>
                <a:lnTo>
                  <a:pt x="1433" y="1574"/>
                </a:lnTo>
                <a:lnTo>
                  <a:pt x="1655" y="1514"/>
                </a:lnTo>
                <a:lnTo>
                  <a:pt x="1857" y="1392"/>
                </a:lnTo>
                <a:lnTo>
                  <a:pt x="2059" y="1271"/>
                </a:lnTo>
                <a:lnTo>
                  <a:pt x="2240" y="1130"/>
                </a:lnTo>
                <a:lnTo>
                  <a:pt x="2422" y="969"/>
                </a:lnTo>
                <a:lnTo>
                  <a:pt x="2563" y="807"/>
                </a:lnTo>
                <a:lnTo>
                  <a:pt x="2684" y="666"/>
                </a:lnTo>
                <a:lnTo>
                  <a:pt x="2705" y="585"/>
                </a:lnTo>
                <a:lnTo>
                  <a:pt x="2725" y="484"/>
                </a:lnTo>
                <a:lnTo>
                  <a:pt x="2725" y="424"/>
                </a:lnTo>
                <a:lnTo>
                  <a:pt x="2705" y="343"/>
                </a:lnTo>
                <a:lnTo>
                  <a:pt x="2684" y="283"/>
                </a:lnTo>
                <a:lnTo>
                  <a:pt x="2644" y="222"/>
                </a:lnTo>
                <a:lnTo>
                  <a:pt x="2523" y="121"/>
                </a:lnTo>
                <a:lnTo>
                  <a:pt x="2402" y="40"/>
                </a:lnTo>
                <a:lnTo>
                  <a:pt x="2220" y="0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85" name="Google Shape;1485;p18"/>
          <p:cNvSpPr/>
          <p:nvPr/>
        </p:nvSpPr>
        <p:spPr>
          <a:xfrm>
            <a:off x="8024463" y="3383486"/>
            <a:ext cx="100466" cy="100466"/>
          </a:xfrm>
          <a:custGeom>
            <a:rect b="b" l="l" r="r" t="t"/>
            <a:pathLst>
              <a:path extrusionOk="0" h="1797" w="1797">
                <a:moveTo>
                  <a:pt x="908" y="0"/>
                </a:moveTo>
                <a:lnTo>
                  <a:pt x="727" y="20"/>
                </a:lnTo>
                <a:lnTo>
                  <a:pt x="545" y="61"/>
                </a:lnTo>
                <a:lnTo>
                  <a:pt x="404" y="162"/>
                </a:lnTo>
                <a:lnTo>
                  <a:pt x="263" y="262"/>
                </a:lnTo>
                <a:lnTo>
                  <a:pt x="162" y="404"/>
                </a:lnTo>
                <a:lnTo>
                  <a:pt x="81" y="545"/>
                </a:lnTo>
                <a:lnTo>
                  <a:pt x="21" y="727"/>
                </a:lnTo>
                <a:lnTo>
                  <a:pt x="0" y="908"/>
                </a:lnTo>
                <a:lnTo>
                  <a:pt x="21" y="1090"/>
                </a:lnTo>
                <a:lnTo>
                  <a:pt x="81" y="1251"/>
                </a:lnTo>
                <a:lnTo>
                  <a:pt x="162" y="1413"/>
                </a:lnTo>
                <a:lnTo>
                  <a:pt x="263" y="1534"/>
                </a:lnTo>
                <a:lnTo>
                  <a:pt x="404" y="1655"/>
                </a:lnTo>
                <a:lnTo>
                  <a:pt x="545" y="1736"/>
                </a:lnTo>
                <a:lnTo>
                  <a:pt x="727" y="1776"/>
                </a:lnTo>
                <a:lnTo>
                  <a:pt x="908" y="1796"/>
                </a:lnTo>
                <a:lnTo>
                  <a:pt x="1090" y="1776"/>
                </a:lnTo>
                <a:lnTo>
                  <a:pt x="1252" y="1736"/>
                </a:lnTo>
                <a:lnTo>
                  <a:pt x="1413" y="1655"/>
                </a:lnTo>
                <a:lnTo>
                  <a:pt x="1534" y="1534"/>
                </a:lnTo>
                <a:lnTo>
                  <a:pt x="1655" y="1413"/>
                </a:lnTo>
                <a:lnTo>
                  <a:pt x="1736" y="1251"/>
                </a:lnTo>
                <a:lnTo>
                  <a:pt x="1776" y="1090"/>
                </a:lnTo>
                <a:lnTo>
                  <a:pt x="1796" y="908"/>
                </a:lnTo>
                <a:lnTo>
                  <a:pt x="1776" y="727"/>
                </a:lnTo>
                <a:lnTo>
                  <a:pt x="1736" y="545"/>
                </a:lnTo>
                <a:lnTo>
                  <a:pt x="1655" y="404"/>
                </a:lnTo>
                <a:lnTo>
                  <a:pt x="1534" y="262"/>
                </a:lnTo>
                <a:lnTo>
                  <a:pt x="1413" y="162"/>
                </a:lnTo>
                <a:lnTo>
                  <a:pt x="1252" y="61"/>
                </a:lnTo>
                <a:lnTo>
                  <a:pt x="1090" y="20"/>
                </a:lnTo>
                <a:lnTo>
                  <a:pt x="908" y="0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86" name="Google Shape;1486;p18"/>
          <p:cNvSpPr/>
          <p:nvPr/>
        </p:nvSpPr>
        <p:spPr>
          <a:xfrm>
            <a:off x="8022171" y="3381194"/>
            <a:ext cx="104994" cy="104994"/>
          </a:xfrm>
          <a:custGeom>
            <a:rect b="b" l="l" r="r" t="t"/>
            <a:pathLst>
              <a:path extrusionOk="0" h="1878" w="1878">
                <a:moveTo>
                  <a:pt x="949" y="81"/>
                </a:moveTo>
                <a:lnTo>
                  <a:pt x="1111" y="102"/>
                </a:lnTo>
                <a:lnTo>
                  <a:pt x="1272" y="142"/>
                </a:lnTo>
                <a:lnTo>
                  <a:pt x="1414" y="223"/>
                </a:lnTo>
                <a:lnTo>
                  <a:pt x="1555" y="324"/>
                </a:lnTo>
                <a:lnTo>
                  <a:pt x="1656" y="465"/>
                </a:lnTo>
                <a:lnTo>
                  <a:pt x="1736" y="606"/>
                </a:lnTo>
                <a:lnTo>
                  <a:pt x="1777" y="768"/>
                </a:lnTo>
                <a:lnTo>
                  <a:pt x="1797" y="949"/>
                </a:lnTo>
                <a:lnTo>
                  <a:pt x="1777" y="1111"/>
                </a:lnTo>
                <a:lnTo>
                  <a:pt x="1736" y="1272"/>
                </a:lnTo>
                <a:lnTo>
                  <a:pt x="1656" y="1413"/>
                </a:lnTo>
                <a:lnTo>
                  <a:pt x="1555" y="1555"/>
                </a:lnTo>
                <a:lnTo>
                  <a:pt x="1414" y="1655"/>
                </a:lnTo>
                <a:lnTo>
                  <a:pt x="1272" y="1736"/>
                </a:lnTo>
                <a:lnTo>
                  <a:pt x="1111" y="1777"/>
                </a:lnTo>
                <a:lnTo>
                  <a:pt x="949" y="1797"/>
                </a:lnTo>
                <a:lnTo>
                  <a:pt x="768" y="1777"/>
                </a:lnTo>
                <a:lnTo>
                  <a:pt x="606" y="1736"/>
                </a:lnTo>
                <a:lnTo>
                  <a:pt x="465" y="1655"/>
                </a:lnTo>
                <a:lnTo>
                  <a:pt x="344" y="1555"/>
                </a:lnTo>
                <a:lnTo>
                  <a:pt x="223" y="1413"/>
                </a:lnTo>
                <a:lnTo>
                  <a:pt x="142" y="1272"/>
                </a:lnTo>
                <a:lnTo>
                  <a:pt x="102" y="1111"/>
                </a:lnTo>
                <a:lnTo>
                  <a:pt x="82" y="949"/>
                </a:lnTo>
                <a:lnTo>
                  <a:pt x="102" y="768"/>
                </a:lnTo>
                <a:lnTo>
                  <a:pt x="142" y="606"/>
                </a:lnTo>
                <a:lnTo>
                  <a:pt x="223" y="465"/>
                </a:lnTo>
                <a:lnTo>
                  <a:pt x="344" y="324"/>
                </a:lnTo>
                <a:lnTo>
                  <a:pt x="465" y="223"/>
                </a:lnTo>
                <a:lnTo>
                  <a:pt x="606" y="142"/>
                </a:lnTo>
                <a:lnTo>
                  <a:pt x="768" y="102"/>
                </a:lnTo>
                <a:lnTo>
                  <a:pt x="949" y="81"/>
                </a:lnTo>
                <a:close/>
                <a:moveTo>
                  <a:pt x="949" y="1"/>
                </a:moveTo>
                <a:lnTo>
                  <a:pt x="748" y="21"/>
                </a:lnTo>
                <a:lnTo>
                  <a:pt x="586" y="81"/>
                </a:lnTo>
                <a:lnTo>
                  <a:pt x="425" y="162"/>
                </a:lnTo>
                <a:lnTo>
                  <a:pt x="284" y="283"/>
                </a:lnTo>
                <a:lnTo>
                  <a:pt x="162" y="404"/>
                </a:lnTo>
                <a:lnTo>
                  <a:pt x="82" y="566"/>
                </a:lnTo>
                <a:lnTo>
                  <a:pt x="21" y="747"/>
                </a:lnTo>
                <a:lnTo>
                  <a:pt x="1" y="949"/>
                </a:lnTo>
                <a:lnTo>
                  <a:pt x="21" y="1131"/>
                </a:lnTo>
                <a:lnTo>
                  <a:pt x="82" y="1312"/>
                </a:lnTo>
                <a:lnTo>
                  <a:pt x="162" y="1474"/>
                </a:lnTo>
                <a:lnTo>
                  <a:pt x="284" y="1615"/>
                </a:lnTo>
                <a:lnTo>
                  <a:pt x="425" y="1716"/>
                </a:lnTo>
                <a:lnTo>
                  <a:pt x="586" y="1817"/>
                </a:lnTo>
                <a:lnTo>
                  <a:pt x="748" y="1857"/>
                </a:lnTo>
                <a:lnTo>
                  <a:pt x="949" y="1877"/>
                </a:lnTo>
                <a:lnTo>
                  <a:pt x="1131" y="1857"/>
                </a:lnTo>
                <a:lnTo>
                  <a:pt x="1313" y="1817"/>
                </a:lnTo>
                <a:lnTo>
                  <a:pt x="1474" y="1716"/>
                </a:lnTo>
                <a:lnTo>
                  <a:pt x="1615" y="1615"/>
                </a:lnTo>
                <a:lnTo>
                  <a:pt x="1716" y="1474"/>
                </a:lnTo>
                <a:lnTo>
                  <a:pt x="1817" y="1312"/>
                </a:lnTo>
                <a:lnTo>
                  <a:pt x="1858" y="1131"/>
                </a:lnTo>
                <a:lnTo>
                  <a:pt x="1878" y="949"/>
                </a:lnTo>
                <a:lnTo>
                  <a:pt x="1858" y="747"/>
                </a:lnTo>
                <a:lnTo>
                  <a:pt x="1817" y="566"/>
                </a:lnTo>
                <a:lnTo>
                  <a:pt x="1716" y="404"/>
                </a:lnTo>
                <a:lnTo>
                  <a:pt x="1615" y="283"/>
                </a:lnTo>
                <a:lnTo>
                  <a:pt x="1474" y="162"/>
                </a:lnTo>
                <a:lnTo>
                  <a:pt x="1313" y="81"/>
                </a:lnTo>
                <a:lnTo>
                  <a:pt x="1131" y="21"/>
                </a:lnTo>
                <a:lnTo>
                  <a:pt x="949" y="1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87" name="Google Shape;1487;p18"/>
          <p:cNvSpPr/>
          <p:nvPr/>
        </p:nvSpPr>
        <p:spPr>
          <a:xfrm>
            <a:off x="8252337" y="1963072"/>
            <a:ext cx="100466" cy="101584"/>
          </a:xfrm>
          <a:custGeom>
            <a:rect b="b" l="l" r="r" t="t"/>
            <a:pathLst>
              <a:path extrusionOk="0" h="1817" w="1797">
                <a:moveTo>
                  <a:pt x="889" y="0"/>
                </a:moveTo>
                <a:lnTo>
                  <a:pt x="707" y="21"/>
                </a:lnTo>
                <a:lnTo>
                  <a:pt x="546" y="81"/>
                </a:lnTo>
                <a:lnTo>
                  <a:pt x="384" y="162"/>
                </a:lnTo>
                <a:lnTo>
                  <a:pt x="263" y="263"/>
                </a:lnTo>
                <a:lnTo>
                  <a:pt x="142" y="404"/>
                </a:lnTo>
                <a:lnTo>
                  <a:pt x="61" y="565"/>
                </a:lnTo>
                <a:lnTo>
                  <a:pt x="21" y="727"/>
                </a:lnTo>
                <a:lnTo>
                  <a:pt x="1" y="908"/>
                </a:lnTo>
                <a:lnTo>
                  <a:pt x="21" y="1090"/>
                </a:lnTo>
                <a:lnTo>
                  <a:pt x="61" y="1252"/>
                </a:lnTo>
                <a:lnTo>
                  <a:pt x="142" y="1413"/>
                </a:lnTo>
                <a:lnTo>
                  <a:pt x="263" y="1554"/>
                </a:lnTo>
                <a:lnTo>
                  <a:pt x="384" y="1655"/>
                </a:lnTo>
                <a:lnTo>
                  <a:pt x="546" y="1736"/>
                </a:lnTo>
                <a:lnTo>
                  <a:pt x="707" y="1796"/>
                </a:lnTo>
                <a:lnTo>
                  <a:pt x="889" y="1817"/>
                </a:lnTo>
                <a:lnTo>
                  <a:pt x="1070" y="1796"/>
                </a:lnTo>
                <a:lnTo>
                  <a:pt x="1252" y="1736"/>
                </a:lnTo>
                <a:lnTo>
                  <a:pt x="1393" y="1655"/>
                </a:lnTo>
                <a:lnTo>
                  <a:pt x="1534" y="1554"/>
                </a:lnTo>
                <a:lnTo>
                  <a:pt x="1635" y="1413"/>
                </a:lnTo>
                <a:lnTo>
                  <a:pt x="1736" y="1252"/>
                </a:lnTo>
                <a:lnTo>
                  <a:pt x="1777" y="1090"/>
                </a:lnTo>
                <a:lnTo>
                  <a:pt x="1797" y="908"/>
                </a:lnTo>
                <a:lnTo>
                  <a:pt x="1777" y="727"/>
                </a:lnTo>
                <a:lnTo>
                  <a:pt x="1736" y="565"/>
                </a:lnTo>
                <a:lnTo>
                  <a:pt x="1635" y="404"/>
                </a:lnTo>
                <a:lnTo>
                  <a:pt x="1534" y="263"/>
                </a:lnTo>
                <a:lnTo>
                  <a:pt x="1393" y="162"/>
                </a:lnTo>
                <a:lnTo>
                  <a:pt x="1252" y="81"/>
                </a:lnTo>
                <a:lnTo>
                  <a:pt x="1070" y="21"/>
                </a:lnTo>
                <a:lnTo>
                  <a:pt x="889" y="0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88" name="Google Shape;1488;p18"/>
          <p:cNvSpPr/>
          <p:nvPr/>
        </p:nvSpPr>
        <p:spPr>
          <a:xfrm>
            <a:off x="8250101" y="1960780"/>
            <a:ext cx="104994" cy="106112"/>
          </a:xfrm>
          <a:custGeom>
            <a:rect b="b" l="l" r="r" t="t"/>
            <a:pathLst>
              <a:path extrusionOk="0" h="1898" w="1878">
                <a:moveTo>
                  <a:pt x="929" y="82"/>
                </a:moveTo>
                <a:lnTo>
                  <a:pt x="1110" y="102"/>
                </a:lnTo>
                <a:lnTo>
                  <a:pt x="1272" y="162"/>
                </a:lnTo>
                <a:lnTo>
                  <a:pt x="1413" y="243"/>
                </a:lnTo>
                <a:lnTo>
                  <a:pt x="1554" y="344"/>
                </a:lnTo>
                <a:lnTo>
                  <a:pt x="1655" y="465"/>
                </a:lnTo>
                <a:lnTo>
                  <a:pt x="1736" y="606"/>
                </a:lnTo>
                <a:lnTo>
                  <a:pt x="1776" y="768"/>
                </a:lnTo>
                <a:lnTo>
                  <a:pt x="1796" y="949"/>
                </a:lnTo>
                <a:lnTo>
                  <a:pt x="1776" y="1131"/>
                </a:lnTo>
                <a:lnTo>
                  <a:pt x="1736" y="1293"/>
                </a:lnTo>
                <a:lnTo>
                  <a:pt x="1655" y="1434"/>
                </a:lnTo>
                <a:lnTo>
                  <a:pt x="1554" y="1555"/>
                </a:lnTo>
                <a:lnTo>
                  <a:pt x="1413" y="1656"/>
                </a:lnTo>
                <a:lnTo>
                  <a:pt x="1272" y="1736"/>
                </a:lnTo>
                <a:lnTo>
                  <a:pt x="1110" y="1797"/>
                </a:lnTo>
                <a:lnTo>
                  <a:pt x="929" y="1817"/>
                </a:lnTo>
                <a:lnTo>
                  <a:pt x="767" y="1797"/>
                </a:lnTo>
                <a:lnTo>
                  <a:pt x="606" y="1736"/>
                </a:lnTo>
                <a:lnTo>
                  <a:pt x="465" y="1656"/>
                </a:lnTo>
                <a:lnTo>
                  <a:pt x="323" y="1555"/>
                </a:lnTo>
                <a:lnTo>
                  <a:pt x="222" y="1434"/>
                </a:lnTo>
                <a:lnTo>
                  <a:pt x="142" y="1293"/>
                </a:lnTo>
                <a:lnTo>
                  <a:pt x="101" y="1131"/>
                </a:lnTo>
                <a:lnTo>
                  <a:pt x="81" y="949"/>
                </a:lnTo>
                <a:lnTo>
                  <a:pt x="101" y="768"/>
                </a:lnTo>
                <a:lnTo>
                  <a:pt x="142" y="606"/>
                </a:lnTo>
                <a:lnTo>
                  <a:pt x="222" y="465"/>
                </a:lnTo>
                <a:lnTo>
                  <a:pt x="323" y="344"/>
                </a:lnTo>
                <a:lnTo>
                  <a:pt x="465" y="243"/>
                </a:lnTo>
                <a:lnTo>
                  <a:pt x="606" y="162"/>
                </a:lnTo>
                <a:lnTo>
                  <a:pt x="767" y="102"/>
                </a:lnTo>
                <a:lnTo>
                  <a:pt x="929" y="82"/>
                </a:lnTo>
                <a:close/>
                <a:moveTo>
                  <a:pt x="929" y="1"/>
                </a:moveTo>
                <a:lnTo>
                  <a:pt x="747" y="21"/>
                </a:lnTo>
                <a:lnTo>
                  <a:pt x="565" y="82"/>
                </a:lnTo>
                <a:lnTo>
                  <a:pt x="404" y="162"/>
                </a:lnTo>
                <a:lnTo>
                  <a:pt x="263" y="284"/>
                </a:lnTo>
                <a:lnTo>
                  <a:pt x="162" y="425"/>
                </a:lnTo>
                <a:lnTo>
                  <a:pt x="61" y="586"/>
                </a:lnTo>
                <a:lnTo>
                  <a:pt x="21" y="768"/>
                </a:lnTo>
                <a:lnTo>
                  <a:pt x="0" y="949"/>
                </a:lnTo>
                <a:lnTo>
                  <a:pt x="21" y="1131"/>
                </a:lnTo>
                <a:lnTo>
                  <a:pt x="61" y="1313"/>
                </a:lnTo>
                <a:lnTo>
                  <a:pt x="162" y="1474"/>
                </a:lnTo>
                <a:lnTo>
                  <a:pt x="263" y="1615"/>
                </a:lnTo>
                <a:lnTo>
                  <a:pt x="404" y="1736"/>
                </a:lnTo>
                <a:lnTo>
                  <a:pt x="565" y="1817"/>
                </a:lnTo>
                <a:lnTo>
                  <a:pt x="747" y="1878"/>
                </a:lnTo>
                <a:lnTo>
                  <a:pt x="929" y="1898"/>
                </a:lnTo>
                <a:lnTo>
                  <a:pt x="1130" y="1878"/>
                </a:lnTo>
                <a:lnTo>
                  <a:pt x="1312" y="1817"/>
                </a:lnTo>
                <a:lnTo>
                  <a:pt x="1453" y="1736"/>
                </a:lnTo>
                <a:lnTo>
                  <a:pt x="1595" y="1615"/>
                </a:lnTo>
                <a:lnTo>
                  <a:pt x="1716" y="1474"/>
                </a:lnTo>
                <a:lnTo>
                  <a:pt x="1796" y="1313"/>
                </a:lnTo>
                <a:lnTo>
                  <a:pt x="1857" y="1131"/>
                </a:lnTo>
                <a:lnTo>
                  <a:pt x="1877" y="949"/>
                </a:lnTo>
                <a:lnTo>
                  <a:pt x="1857" y="768"/>
                </a:lnTo>
                <a:lnTo>
                  <a:pt x="1796" y="586"/>
                </a:lnTo>
                <a:lnTo>
                  <a:pt x="1716" y="425"/>
                </a:lnTo>
                <a:lnTo>
                  <a:pt x="1595" y="284"/>
                </a:lnTo>
                <a:lnTo>
                  <a:pt x="1453" y="162"/>
                </a:lnTo>
                <a:lnTo>
                  <a:pt x="1312" y="82"/>
                </a:lnTo>
                <a:lnTo>
                  <a:pt x="1130" y="21"/>
                </a:lnTo>
                <a:lnTo>
                  <a:pt x="929" y="1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89" name="Google Shape;1489;p18"/>
          <p:cNvSpPr/>
          <p:nvPr/>
        </p:nvSpPr>
        <p:spPr>
          <a:xfrm>
            <a:off x="8947481" y="1091884"/>
            <a:ext cx="100466" cy="101640"/>
          </a:xfrm>
          <a:custGeom>
            <a:rect b="b" l="l" r="r" t="t"/>
            <a:pathLst>
              <a:path extrusionOk="0" h="1818" w="1797">
                <a:moveTo>
                  <a:pt x="908" y="1"/>
                </a:moveTo>
                <a:lnTo>
                  <a:pt x="727" y="21"/>
                </a:lnTo>
                <a:lnTo>
                  <a:pt x="545" y="82"/>
                </a:lnTo>
                <a:lnTo>
                  <a:pt x="404" y="162"/>
                </a:lnTo>
                <a:lnTo>
                  <a:pt x="262" y="263"/>
                </a:lnTo>
                <a:lnTo>
                  <a:pt x="162" y="405"/>
                </a:lnTo>
                <a:lnTo>
                  <a:pt x="61" y="566"/>
                </a:lnTo>
                <a:lnTo>
                  <a:pt x="20" y="727"/>
                </a:lnTo>
                <a:lnTo>
                  <a:pt x="0" y="909"/>
                </a:lnTo>
                <a:lnTo>
                  <a:pt x="20" y="1091"/>
                </a:lnTo>
                <a:lnTo>
                  <a:pt x="61" y="1252"/>
                </a:lnTo>
                <a:lnTo>
                  <a:pt x="162" y="1414"/>
                </a:lnTo>
                <a:lnTo>
                  <a:pt x="262" y="1535"/>
                </a:lnTo>
                <a:lnTo>
                  <a:pt x="404" y="1656"/>
                </a:lnTo>
                <a:lnTo>
                  <a:pt x="545" y="1736"/>
                </a:lnTo>
                <a:lnTo>
                  <a:pt x="727" y="1797"/>
                </a:lnTo>
                <a:lnTo>
                  <a:pt x="908" y="1817"/>
                </a:lnTo>
                <a:lnTo>
                  <a:pt x="1090" y="1797"/>
                </a:lnTo>
                <a:lnTo>
                  <a:pt x="1251" y="1736"/>
                </a:lnTo>
                <a:lnTo>
                  <a:pt x="1413" y="1656"/>
                </a:lnTo>
                <a:lnTo>
                  <a:pt x="1534" y="1535"/>
                </a:lnTo>
                <a:lnTo>
                  <a:pt x="1655" y="1414"/>
                </a:lnTo>
                <a:lnTo>
                  <a:pt x="1736" y="1252"/>
                </a:lnTo>
                <a:lnTo>
                  <a:pt x="1776" y="1091"/>
                </a:lnTo>
                <a:lnTo>
                  <a:pt x="1796" y="909"/>
                </a:lnTo>
                <a:lnTo>
                  <a:pt x="1776" y="727"/>
                </a:lnTo>
                <a:lnTo>
                  <a:pt x="1736" y="566"/>
                </a:lnTo>
                <a:lnTo>
                  <a:pt x="1655" y="405"/>
                </a:lnTo>
                <a:lnTo>
                  <a:pt x="1534" y="263"/>
                </a:lnTo>
                <a:lnTo>
                  <a:pt x="1413" y="162"/>
                </a:lnTo>
                <a:lnTo>
                  <a:pt x="1251" y="82"/>
                </a:lnTo>
                <a:lnTo>
                  <a:pt x="1090" y="21"/>
                </a:lnTo>
                <a:lnTo>
                  <a:pt x="908" y="1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90" name="Google Shape;1490;p18"/>
          <p:cNvSpPr/>
          <p:nvPr/>
        </p:nvSpPr>
        <p:spPr>
          <a:xfrm>
            <a:off x="9048679" y="1373263"/>
            <a:ext cx="100466" cy="100466"/>
          </a:xfrm>
          <a:custGeom>
            <a:rect b="b" l="l" r="r" t="t"/>
            <a:pathLst>
              <a:path extrusionOk="0" h="1797" w="1797">
                <a:moveTo>
                  <a:pt x="908" y="0"/>
                </a:moveTo>
                <a:lnTo>
                  <a:pt x="727" y="21"/>
                </a:lnTo>
                <a:lnTo>
                  <a:pt x="545" y="61"/>
                </a:lnTo>
                <a:lnTo>
                  <a:pt x="404" y="162"/>
                </a:lnTo>
                <a:lnTo>
                  <a:pt x="263" y="263"/>
                </a:lnTo>
                <a:lnTo>
                  <a:pt x="162" y="404"/>
                </a:lnTo>
                <a:lnTo>
                  <a:pt x="81" y="545"/>
                </a:lnTo>
                <a:lnTo>
                  <a:pt x="20" y="727"/>
                </a:lnTo>
                <a:lnTo>
                  <a:pt x="0" y="908"/>
                </a:lnTo>
                <a:lnTo>
                  <a:pt x="20" y="1090"/>
                </a:lnTo>
                <a:lnTo>
                  <a:pt x="81" y="1252"/>
                </a:lnTo>
                <a:lnTo>
                  <a:pt x="162" y="1393"/>
                </a:lnTo>
                <a:lnTo>
                  <a:pt x="263" y="1534"/>
                </a:lnTo>
                <a:lnTo>
                  <a:pt x="404" y="1655"/>
                </a:lnTo>
                <a:lnTo>
                  <a:pt x="545" y="1736"/>
                </a:lnTo>
                <a:lnTo>
                  <a:pt x="727" y="1776"/>
                </a:lnTo>
                <a:lnTo>
                  <a:pt x="908" y="1796"/>
                </a:lnTo>
                <a:lnTo>
                  <a:pt x="1090" y="1776"/>
                </a:lnTo>
                <a:lnTo>
                  <a:pt x="1251" y="1736"/>
                </a:lnTo>
                <a:lnTo>
                  <a:pt x="1413" y="1655"/>
                </a:lnTo>
                <a:lnTo>
                  <a:pt x="1534" y="1534"/>
                </a:lnTo>
                <a:lnTo>
                  <a:pt x="1655" y="1393"/>
                </a:lnTo>
                <a:lnTo>
                  <a:pt x="1736" y="1252"/>
                </a:lnTo>
                <a:lnTo>
                  <a:pt x="1796" y="1090"/>
                </a:lnTo>
                <a:lnTo>
                  <a:pt x="1796" y="908"/>
                </a:lnTo>
                <a:lnTo>
                  <a:pt x="1796" y="727"/>
                </a:lnTo>
                <a:lnTo>
                  <a:pt x="1736" y="545"/>
                </a:lnTo>
                <a:lnTo>
                  <a:pt x="1655" y="404"/>
                </a:lnTo>
                <a:lnTo>
                  <a:pt x="1534" y="263"/>
                </a:lnTo>
                <a:lnTo>
                  <a:pt x="1413" y="162"/>
                </a:lnTo>
                <a:lnTo>
                  <a:pt x="1251" y="61"/>
                </a:lnTo>
                <a:lnTo>
                  <a:pt x="1090" y="21"/>
                </a:lnTo>
                <a:lnTo>
                  <a:pt x="908" y="0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91" name="Google Shape;1491;p18"/>
          <p:cNvSpPr/>
          <p:nvPr/>
        </p:nvSpPr>
        <p:spPr>
          <a:xfrm>
            <a:off x="9064657" y="3902409"/>
            <a:ext cx="100466" cy="100466"/>
          </a:xfrm>
          <a:custGeom>
            <a:rect b="b" l="l" r="r" t="t"/>
            <a:pathLst>
              <a:path extrusionOk="0" h="1797" w="1797">
                <a:moveTo>
                  <a:pt x="888" y="1"/>
                </a:moveTo>
                <a:lnTo>
                  <a:pt x="707" y="21"/>
                </a:lnTo>
                <a:lnTo>
                  <a:pt x="545" y="82"/>
                </a:lnTo>
                <a:lnTo>
                  <a:pt x="384" y="162"/>
                </a:lnTo>
                <a:lnTo>
                  <a:pt x="263" y="263"/>
                </a:lnTo>
                <a:lnTo>
                  <a:pt x="142" y="405"/>
                </a:lnTo>
                <a:lnTo>
                  <a:pt x="61" y="546"/>
                </a:lnTo>
                <a:lnTo>
                  <a:pt x="21" y="727"/>
                </a:lnTo>
                <a:lnTo>
                  <a:pt x="0" y="909"/>
                </a:lnTo>
                <a:lnTo>
                  <a:pt x="21" y="1091"/>
                </a:lnTo>
                <a:lnTo>
                  <a:pt x="61" y="1252"/>
                </a:lnTo>
                <a:lnTo>
                  <a:pt x="142" y="1414"/>
                </a:lnTo>
                <a:lnTo>
                  <a:pt x="263" y="1535"/>
                </a:lnTo>
                <a:lnTo>
                  <a:pt x="384" y="1656"/>
                </a:lnTo>
                <a:lnTo>
                  <a:pt x="545" y="1736"/>
                </a:lnTo>
                <a:lnTo>
                  <a:pt x="707" y="1797"/>
                </a:lnTo>
                <a:lnTo>
                  <a:pt x="1070" y="1797"/>
                </a:lnTo>
                <a:lnTo>
                  <a:pt x="1252" y="1736"/>
                </a:lnTo>
                <a:lnTo>
                  <a:pt x="1393" y="1656"/>
                </a:lnTo>
                <a:lnTo>
                  <a:pt x="1534" y="1535"/>
                </a:lnTo>
                <a:lnTo>
                  <a:pt x="1635" y="1414"/>
                </a:lnTo>
                <a:lnTo>
                  <a:pt x="1716" y="1252"/>
                </a:lnTo>
                <a:lnTo>
                  <a:pt x="1776" y="1091"/>
                </a:lnTo>
                <a:lnTo>
                  <a:pt x="1796" y="909"/>
                </a:lnTo>
                <a:lnTo>
                  <a:pt x="1776" y="727"/>
                </a:lnTo>
                <a:lnTo>
                  <a:pt x="1716" y="546"/>
                </a:lnTo>
                <a:lnTo>
                  <a:pt x="1635" y="405"/>
                </a:lnTo>
                <a:lnTo>
                  <a:pt x="1534" y="263"/>
                </a:lnTo>
                <a:lnTo>
                  <a:pt x="1393" y="162"/>
                </a:lnTo>
                <a:lnTo>
                  <a:pt x="1252" y="82"/>
                </a:lnTo>
                <a:lnTo>
                  <a:pt x="1070" y="21"/>
                </a:lnTo>
                <a:lnTo>
                  <a:pt x="888" y="1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92" name="Google Shape;1492;p18"/>
          <p:cNvSpPr/>
          <p:nvPr/>
        </p:nvSpPr>
        <p:spPr>
          <a:xfrm>
            <a:off x="9062365" y="3900173"/>
            <a:ext cx="104994" cy="104994"/>
          </a:xfrm>
          <a:custGeom>
            <a:rect b="b" l="l" r="r" t="t"/>
            <a:pathLst>
              <a:path extrusionOk="0" h="1878" w="1878">
                <a:moveTo>
                  <a:pt x="929" y="81"/>
                </a:moveTo>
                <a:lnTo>
                  <a:pt x="1111" y="101"/>
                </a:lnTo>
                <a:lnTo>
                  <a:pt x="1272" y="142"/>
                </a:lnTo>
                <a:lnTo>
                  <a:pt x="1414" y="223"/>
                </a:lnTo>
                <a:lnTo>
                  <a:pt x="1535" y="344"/>
                </a:lnTo>
                <a:lnTo>
                  <a:pt x="1656" y="465"/>
                </a:lnTo>
                <a:lnTo>
                  <a:pt x="1736" y="606"/>
                </a:lnTo>
                <a:lnTo>
                  <a:pt x="1777" y="767"/>
                </a:lnTo>
                <a:lnTo>
                  <a:pt x="1797" y="949"/>
                </a:lnTo>
                <a:lnTo>
                  <a:pt x="1777" y="1110"/>
                </a:lnTo>
                <a:lnTo>
                  <a:pt x="1736" y="1272"/>
                </a:lnTo>
                <a:lnTo>
                  <a:pt x="1656" y="1433"/>
                </a:lnTo>
                <a:lnTo>
                  <a:pt x="1535" y="1554"/>
                </a:lnTo>
                <a:lnTo>
                  <a:pt x="1414" y="1655"/>
                </a:lnTo>
                <a:lnTo>
                  <a:pt x="1272" y="1736"/>
                </a:lnTo>
                <a:lnTo>
                  <a:pt x="1111" y="1797"/>
                </a:lnTo>
                <a:lnTo>
                  <a:pt x="768" y="1797"/>
                </a:lnTo>
                <a:lnTo>
                  <a:pt x="606" y="1736"/>
                </a:lnTo>
                <a:lnTo>
                  <a:pt x="445" y="1655"/>
                </a:lnTo>
                <a:lnTo>
                  <a:pt x="324" y="1554"/>
                </a:lnTo>
                <a:lnTo>
                  <a:pt x="223" y="1433"/>
                </a:lnTo>
                <a:lnTo>
                  <a:pt x="142" y="1272"/>
                </a:lnTo>
                <a:lnTo>
                  <a:pt x="82" y="1110"/>
                </a:lnTo>
                <a:lnTo>
                  <a:pt x="82" y="949"/>
                </a:lnTo>
                <a:lnTo>
                  <a:pt x="82" y="767"/>
                </a:lnTo>
                <a:lnTo>
                  <a:pt x="142" y="606"/>
                </a:lnTo>
                <a:lnTo>
                  <a:pt x="223" y="465"/>
                </a:lnTo>
                <a:lnTo>
                  <a:pt x="324" y="344"/>
                </a:lnTo>
                <a:lnTo>
                  <a:pt x="445" y="223"/>
                </a:lnTo>
                <a:lnTo>
                  <a:pt x="606" y="142"/>
                </a:lnTo>
                <a:lnTo>
                  <a:pt x="768" y="101"/>
                </a:lnTo>
                <a:lnTo>
                  <a:pt x="929" y="81"/>
                </a:lnTo>
                <a:close/>
                <a:moveTo>
                  <a:pt x="929" y="1"/>
                </a:moveTo>
                <a:lnTo>
                  <a:pt x="748" y="21"/>
                </a:lnTo>
                <a:lnTo>
                  <a:pt x="566" y="81"/>
                </a:lnTo>
                <a:lnTo>
                  <a:pt x="405" y="162"/>
                </a:lnTo>
                <a:lnTo>
                  <a:pt x="263" y="283"/>
                </a:lnTo>
                <a:lnTo>
                  <a:pt x="162" y="424"/>
                </a:lnTo>
                <a:lnTo>
                  <a:pt x="62" y="586"/>
                </a:lnTo>
                <a:lnTo>
                  <a:pt x="21" y="747"/>
                </a:lnTo>
                <a:lnTo>
                  <a:pt x="1" y="949"/>
                </a:lnTo>
                <a:lnTo>
                  <a:pt x="21" y="1131"/>
                </a:lnTo>
                <a:lnTo>
                  <a:pt x="62" y="1312"/>
                </a:lnTo>
                <a:lnTo>
                  <a:pt x="162" y="1474"/>
                </a:lnTo>
                <a:lnTo>
                  <a:pt x="263" y="1615"/>
                </a:lnTo>
                <a:lnTo>
                  <a:pt x="405" y="1716"/>
                </a:lnTo>
                <a:lnTo>
                  <a:pt x="566" y="1817"/>
                </a:lnTo>
                <a:lnTo>
                  <a:pt x="748" y="1857"/>
                </a:lnTo>
                <a:lnTo>
                  <a:pt x="929" y="1877"/>
                </a:lnTo>
                <a:lnTo>
                  <a:pt x="1131" y="1857"/>
                </a:lnTo>
                <a:lnTo>
                  <a:pt x="1293" y="1817"/>
                </a:lnTo>
                <a:lnTo>
                  <a:pt x="1454" y="1716"/>
                </a:lnTo>
                <a:lnTo>
                  <a:pt x="1595" y="1615"/>
                </a:lnTo>
                <a:lnTo>
                  <a:pt x="1716" y="1474"/>
                </a:lnTo>
                <a:lnTo>
                  <a:pt x="1797" y="1312"/>
                </a:lnTo>
                <a:lnTo>
                  <a:pt x="1858" y="1131"/>
                </a:lnTo>
                <a:lnTo>
                  <a:pt x="1878" y="949"/>
                </a:lnTo>
                <a:lnTo>
                  <a:pt x="1858" y="747"/>
                </a:lnTo>
                <a:lnTo>
                  <a:pt x="1797" y="586"/>
                </a:lnTo>
                <a:lnTo>
                  <a:pt x="1716" y="424"/>
                </a:lnTo>
                <a:lnTo>
                  <a:pt x="1595" y="283"/>
                </a:lnTo>
                <a:lnTo>
                  <a:pt x="1454" y="162"/>
                </a:lnTo>
                <a:lnTo>
                  <a:pt x="1293" y="81"/>
                </a:lnTo>
                <a:lnTo>
                  <a:pt x="1131" y="21"/>
                </a:lnTo>
                <a:lnTo>
                  <a:pt x="929" y="1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93" name="Google Shape;1493;p18"/>
          <p:cNvSpPr/>
          <p:nvPr/>
        </p:nvSpPr>
        <p:spPr>
          <a:xfrm>
            <a:off x="7397129" y="4469477"/>
            <a:ext cx="100466" cy="100466"/>
          </a:xfrm>
          <a:custGeom>
            <a:rect b="b" l="l" r="r" t="t"/>
            <a:pathLst>
              <a:path extrusionOk="0" h="1797" w="1797">
                <a:moveTo>
                  <a:pt x="909" y="0"/>
                </a:moveTo>
                <a:lnTo>
                  <a:pt x="727" y="20"/>
                </a:lnTo>
                <a:lnTo>
                  <a:pt x="546" y="61"/>
                </a:lnTo>
                <a:lnTo>
                  <a:pt x="404" y="162"/>
                </a:lnTo>
                <a:lnTo>
                  <a:pt x="263" y="263"/>
                </a:lnTo>
                <a:lnTo>
                  <a:pt x="162" y="404"/>
                </a:lnTo>
                <a:lnTo>
                  <a:pt x="61" y="545"/>
                </a:lnTo>
                <a:lnTo>
                  <a:pt x="21" y="727"/>
                </a:lnTo>
                <a:lnTo>
                  <a:pt x="1" y="908"/>
                </a:lnTo>
                <a:lnTo>
                  <a:pt x="21" y="1090"/>
                </a:lnTo>
                <a:lnTo>
                  <a:pt x="61" y="1251"/>
                </a:lnTo>
                <a:lnTo>
                  <a:pt x="162" y="1393"/>
                </a:lnTo>
                <a:lnTo>
                  <a:pt x="263" y="1534"/>
                </a:lnTo>
                <a:lnTo>
                  <a:pt x="404" y="1655"/>
                </a:lnTo>
                <a:lnTo>
                  <a:pt x="546" y="1736"/>
                </a:lnTo>
                <a:lnTo>
                  <a:pt x="727" y="1776"/>
                </a:lnTo>
                <a:lnTo>
                  <a:pt x="909" y="1796"/>
                </a:lnTo>
                <a:lnTo>
                  <a:pt x="1090" y="1776"/>
                </a:lnTo>
                <a:lnTo>
                  <a:pt x="1252" y="1736"/>
                </a:lnTo>
                <a:lnTo>
                  <a:pt x="1413" y="1655"/>
                </a:lnTo>
                <a:lnTo>
                  <a:pt x="1534" y="1534"/>
                </a:lnTo>
                <a:lnTo>
                  <a:pt x="1655" y="1393"/>
                </a:lnTo>
                <a:lnTo>
                  <a:pt x="1736" y="1251"/>
                </a:lnTo>
                <a:lnTo>
                  <a:pt x="1777" y="1090"/>
                </a:lnTo>
                <a:lnTo>
                  <a:pt x="1797" y="908"/>
                </a:lnTo>
                <a:lnTo>
                  <a:pt x="1777" y="727"/>
                </a:lnTo>
                <a:lnTo>
                  <a:pt x="1736" y="545"/>
                </a:lnTo>
                <a:lnTo>
                  <a:pt x="1655" y="404"/>
                </a:lnTo>
                <a:lnTo>
                  <a:pt x="1534" y="263"/>
                </a:lnTo>
                <a:lnTo>
                  <a:pt x="1413" y="162"/>
                </a:lnTo>
                <a:lnTo>
                  <a:pt x="1252" y="61"/>
                </a:lnTo>
                <a:lnTo>
                  <a:pt x="1090" y="20"/>
                </a:lnTo>
                <a:lnTo>
                  <a:pt x="909" y="0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94" name="Google Shape;1494;p18"/>
          <p:cNvSpPr/>
          <p:nvPr/>
        </p:nvSpPr>
        <p:spPr>
          <a:xfrm>
            <a:off x="7665172" y="399370"/>
            <a:ext cx="101584" cy="100466"/>
          </a:xfrm>
          <a:custGeom>
            <a:rect b="b" l="l" r="r" t="t"/>
            <a:pathLst>
              <a:path extrusionOk="0" h="1797" w="1817">
                <a:moveTo>
                  <a:pt x="909" y="1"/>
                </a:moveTo>
                <a:lnTo>
                  <a:pt x="727" y="21"/>
                </a:lnTo>
                <a:lnTo>
                  <a:pt x="566" y="61"/>
                </a:lnTo>
                <a:lnTo>
                  <a:pt x="404" y="142"/>
                </a:lnTo>
                <a:lnTo>
                  <a:pt x="283" y="263"/>
                </a:lnTo>
                <a:lnTo>
                  <a:pt x="162" y="384"/>
                </a:lnTo>
                <a:lnTo>
                  <a:pt x="81" y="546"/>
                </a:lnTo>
                <a:lnTo>
                  <a:pt x="21" y="707"/>
                </a:lnTo>
                <a:lnTo>
                  <a:pt x="1" y="889"/>
                </a:lnTo>
                <a:lnTo>
                  <a:pt x="21" y="1070"/>
                </a:lnTo>
                <a:lnTo>
                  <a:pt x="81" y="1252"/>
                </a:lnTo>
                <a:lnTo>
                  <a:pt x="162" y="1393"/>
                </a:lnTo>
                <a:lnTo>
                  <a:pt x="283" y="1534"/>
                </a:lnTo>
                <a:lnTo>
                  <a:pt x="404" y="1635"/>
                </a:lnTo>
                <a:lnTo>
                  <a:pt x="566" y="1716"/>
                </a:lnTo>
                <a:lnTo>
                  <a:pt x="727" y="1777"/>
                </a:lnTo>
                <a:lnTo>
                  <a:pt x="909" y="1797"/>
                </a:lnTo>
                <a:lnTo>
                  <a:pt x="1090" y="1777"/>
                </a:lnTo>
                <a:lnTo>
                  <a:pt x="1272" y="1716"/>
                </a:lnTo>
                <a:lnTo>
                  <a:pt x="1413" y="1635"/>
                </a:lnTo>
                <a:lnTo>
                  <a:pt x="1554" y="1534"/>
                </a:lnTo>
                <a:lnTo>
                  <a:pt x="1655" y="1393"/>
                </a:lnTo>
                <a:lnTo>
                  <a:pt x="1736" y="1252"/>
                </a:lnTo>
                <a:lnTo>
                  <a:pt x="1797" y="1070"/>
                </a:lnTo>
                <a:lnTo>
                  <a:pt x="1817" y="889"/>
                </a:lnTo>
                <a:lnTo>
                  <a:pt x="1797" y="707"/>
                </a:lnTo>
                <a:lnTo>
                  <a:pt x="1736" y="546"/>
                </a:lnTo>
                <a:lnTo>
                  <a:pt x="1655" y="384"/>
                </a:lnTo>
                <a:lnTo>
                  <a:pt x="1554" y="263"/>
                </a:lnTo>
                <a:lnTo>
                  <a:pt x="1413" y="142"/>
                </a:lnTo>
                <a:lnTo>
                  <a:pt x="1272" y="61"/>
                </a:lnTo>
                <a:lnTo>
                  <a:pt x="1090" y="21"/>
                </a:lnTo>
                <a:lnTo>
                  <a:pt x="909" y="1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95" name="Google Shape;1495;p18"/>
          <p:cNvSpPr/>
          <p:nvPr/>
        </p:nvSpPr>
        <p:spPr>
          <a:xfrm>
            <a:off x="9325237" y="2442525"/>
            <a:ext cx="4584" cy="51994"/>
          </a:xfrm>
          <a:custGeom>
            <a:rect b="b" l="l" r="r" t="t"/>
            <a:pathLst>
              <a:path extrusionOk="0" h="930" w="82">
                <a:moveTo>
                  <a:pt x="1" y="1"/>
                </a:moveTo>
                <a:lnTo>
                  <a:pt x="1" y="929"/>
                </a:lnTo>
                <a:lnTo>
                  <a:pt x="82" y="929"/>
                </a:lnTo>
                <a:lnTo>
                  <a:pt x="82" y="1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96" name="Google Shape;1496;p18"/>
          <p:cNvSpPr/>
          <p:nvPr/>
        </p:nvSpPr>
        <p:spPr>
          <a:xfrm>
            <a:off x="9301588" y="2466230"/>
            <a:ext cx="51938" cy="4584"/>
          </a:xfrm>
          <a:custGeom>
            <a:rect b="b" l="l" r="r" t="t"/>
            <a:pathLst>
              <a:path extrusionOk="0" h="82" w="929">
                <a:moveTo>
                  <a:pt x="0" y="1"/>
                </a:moveTo>
                <a:lnTo>
                  <a:pt x="0" y="81"/>
                </a:lnTo>
                <a:lnTo>
                  <a:pt x="928" y="81"/>
                </a:lnTo>
                <a:lnTo>
                  <a:pt x="928" y="1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97" name="Google Shape;1497;p18"/>
          <p:cNvSpPr/>
          <p:nvPr/>
        </p:nvSpPr>
        <p:spPr>
          <a:xfrm rot="3449335">
            <a:off x="2649872" y="-138575"/>
            <a:ext cx="4584" cy="55347"/>
          </a:xfrm>
          <a:custGeom>
            <a:rect b="b" l="l" r="r" t="t"/>
            <a:pathLst>
              <a:path extrusionOk="0" h="990" w="82">
                <a:moveTo>
                  <a:pt x="1" y="0"/>
                </a:moveTo>
                <a:lnTo>
                  <a:pt x="1" y="989"/>
                </a:lnTo>
                <a:lnTo>
                  <a:pt x="81" y="989"/>
                </a:lnTo>
                <a:lnTo>
                  <a:pt x="81" y="0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98" name="Google Shape;1498;p18"/>
          <p:cNvSpPr/>
          <p:nvPr/>
        </p:nvSpPr>
        <p:spPr>
          <a:xfrm>
            <a:off x="-2003610" y="63728"/>
            <a:ext cx="2433600" cy="24336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99" name="Google Shape;1499;p18"/>
          <p:cNvSpPr/>
          <p:nvPr/>
        </p:nvSpPr>
        <p:spPr>
          <a:xfrm rot="3449335">
            <a:off x="2625262" y="-113023"/>
            <a:ext cx="55347" cy="4584"/>
          </a:xfrm>
          <a:custGeom>
            <a:rect b="b" l="l" r="r" t="t"/>
            <a:pathLst>
              <a:path extrusionOk="0" h="82" w="990">
                <a:moveTo>
                  <a:pt x="1" y="0"/>
                </a:moveTo>
                <a:lnTo>
                  <a:pt x="1" y="81"/>
                </a:lnTo>
                <a:lnTo>
                  <a:pt x="990" y="81"/>
                </a:lnTo>
                <a:lnTo>
                  <a:pt x="990" y="0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500" name="Google Shape;1500;p18"/>
          <p:cNvGrpSpPr/>
          <p:nvPr/>
        </p:nvGrpSpPr>
        <p:grpSpPr>
          <a:xfrm>
            <a:off x="3970982" y="4599416"/>
            <a:ext cx="1205112" cy="520243"/>
            <a:chOff x="3970982" y="4599416"/>
            <a:chExt cx="1205112" cy="520243"/>
          </a:xfrm>
        </p:grpSpPr>
        <p:sp>
          <p:nvSpPr>
            <p:cNvPr id="1501" name="Google Shape;1501;p18"/>
            <p:cNvSpPr/>
            <p:nvPr/>
          </p:nvSpPr>
          <p:spPr>
            <a:xfrm>
              <a:off x="4793927" y="5066973"/>
              <a:ext cx="53445" cy="50368"/>
            </a:xfrm>
            <a:custGeom>
              <a:rect b="b" l="l" r="r" t="t"/>
              <a:pathLst>
                <a:path extrusionOk="0" h="1326" w="1407">
                  <a:moveTo>
                    <a:pt x="724" y="1"/>
                  </a:moveTo>
                  <a:lnTo>
                    <a:pt x="1" y="683"/>
                  </a:lnTo>
                  <a:lnTo>
                    <a:pt x="21" y="724"/>
                  </a:lnTo>
                  <a:lnTo>
                    <a:pt x="61" y="744"/>
                  </a:lnTo>
                  <a:lnTo>
                    <a:pt x="181" y="784"/>
                  </a:lnTo>
                  <a:lnTo>
                    <a:pt x="322" y="824"/>
                  </a:lnTo>
                  <a:lnTo>
                    <a:pt x="382" y="864"/>
                  </a:lnTo>
                  <a:lnTo>
                    <a:pt x="422" y="884"/>
                  </a:lnTo>
                  <a:lnTo>
                    <a:pt x="503" y="1005"/>
                  </a:lnTo>
                  <a:lnTo>
                    <a:pt x="583" y="1105"/>
                  </a:lnTo>
                  <a:lnTo>
                    <a:pt x="704" y="1326"/>
                  </a:lnTo>
                  <a:lnTo>
                    <a:pt x="1406" y="623"/>
                  </a:lnTo>
                  <a:lnTo>
                    <a:pt x="724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02" name="Google Shape;1502;p18"/>
            <p:cNvSpPr/>
            <p:nvPr/>
          </p:nvSpPr>
          <p:spPr>
            <a:xfrm>
              <a:off x="4465205" y="4599416"/>
              <a:ext cx="54205" cy="50406"/>
            </a:xfrm>
            <a:custGeom>
              <a:rect b="b" l="l" r="r" t="t"/>
              <a:pathLst>
                <a:path extrusionOk="0" h="1327" w="1427">
                  <a:moveTo>
                    <a:pt x="723" y="1"/>
                  </a:moveTo>
                  <a:lnTo>
                    <a:pt x="1" y="684"/>
                  </a:lnTo>
                  <a:lnTo>
                    <a:pt x="221" y="784"/>
                  </a:lnTo>
                  <a:lnTo>
                    <a:pt x="322" y="824"/>
                  </a:lnTo>
                  <a:lnTo>
                    <a:pt x="422" y="884"/>
                  </a:lnTo>
                  <a:lnTo>
                    <a:pt x="502" y="1005"/>
                  </a:lnTo>
                  <a:lnTo>
                    <a:pt x="583" y="1105"/>
                  </a:lnTo>
                  <a:lnTo>
                    <a:pt x="723" y="1326"/>
                  </a:lnTo>
                  <a:lnTo>
                    <a:pt x="1426" y="643"/>
                  </a:lnTo>
                  <a:lnTo>
                    <a:pt x="723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03" name="Google Shape;1503;p18"/>
            <p:cNvSpPr/>
            <p:nvPr/>
          </p:nvSpPr>
          <p:spPr>
            <a:xfrm>
              <a:off x="4632225" y="4599416"/>
              <a:ext cx="50406" cy="48887"/>
            </a:xfrm>
            <a:custGeom>
              <a:rect b="b" l="l" r="r" t="t"/>
              <a:pathLst>
                <a:path extrusionOk="0" h="1287" w="1327">
                  <a:moveTo>
                    <a:pt x="664" y="1"/>
                  </a:moveTo>
                  <a:lnTo>
                    <a:pt x="1" y="664"/>
                  </a:lnTo>
                  <a:lnTo>
                    <a:pt x="664" y="1286"/>
                  </a:lnTo>
                  <a:lnTo>
                    <a:pt x="1326" y="623"/>
                  </a:lnTo>
                  <a:lnTo>
                    <a:pt x="664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04" name="Google Shape;1504;p18"/>
            <p:cNvSpPr/>
            <p:nvPr/>
          </p:nvSpPr>
          <p:spPr>
            <a:xfrm>
              <a:off x="4466725" y="4755040"/>
              <a:ext cx="54205" cy="51888"/>
            </a:xfrm>
            <a:custGeom>
              <a:rect b="b" l="l" r="r" t="t"/>
              <a:pathLst>
                <a:path extrusionOk="0" h="1366" w="1427">
                  <a:moveTo>
                    <a:pt x="703" y="0"/>
                  </a:moveTo>
                  <a:lnTo>
                    <a:pt x="1" y="643"/>
                  </a:lnTo>
                  <a:lnTo>
                    <a:pt x="744" y="1366"/>
                  </a:lnTo>
                  <a:lnTo>
                    <a:pt x="784" y="1225"/>
                  </a:lnTo>
                  <a:lnTo>
                    <a:pt x="844" y="1125"/>
                  </a:lnTo>
                  <a:lnTo>
                    <a:pt x="924" y="1024"/>
                  </a:lnTo>
                  <a:lnTo>
                    <a:pt x="1005" y="944"/>
                  </a:lnTo>
                  <a:lnTo>
                    <a:pt x="1105" y="864"/>
                  </a:lnTo>
                  <a:lnTo>
                    <a:pt x="1205" y="803"/>
                  </a:lnTo>
                  <a:lnTo>
                    <a:pt x="1426" y="683"/>
                  </a:lnTo>
                  <a:lnTo>
                    <a:pt x="1346" y="582"/>
                  </a:lnTo>
                  <a:lnTo>
                    <a:pt x="1266" y="522"/>
                  </a:lnTo>
                  <a:lnTo>
                    <a:pt x="1045" y="402"/>
                  </a:lnTo>
                  <a:lnTo>
                    <a:pt x="964" y="342"/>
                  </a:lnTo>
                  <a:lnTo>
                    <a:pt x="884" y="281"/>
                  </a:lnTo>
                  <a:lnTo>
                    <a:pt x="824" y="181"/>
                  </a:lnTo>
                  <a:lnTo>
                    <a:pt x="804" y="40"/>
                  </a:lnTo>
                  <a:lnTo>
                    <a:pt x="784" y="20"/>
                  </a:lnTo>
                  <a:lnTo>
                    <a:pt x="744" y="20"/>
                  </a:lnTo>
                  <a:lnTo>
                    <a:pt x="70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05" name="Google Shape;1505;p18"/>
            <p:cNvSpPr/>
            <p:nvPr/>
          </p:nvSpPr>
          <p:spPr>
            <a:xfrm>
              <a:off x="4629946" y="4754280"/>
              <a:ext cx="54205" cy="54167"/>
            </a:xfrm>
            <a:custGeom>
              <a:rect b="b" l="l" r="r" t="t"/>
              <a:pathLst>
                <a:path extrusionOk="0" h="1426" w="1427">
                  <a:moveTo>
                    <a:pt x="724" y="0"/>
                  </a:moveTo>
                  <a:lnTo>
                    <a:pt x="1" y="703"/>
                  </a:lnTo>
                  <a:lnTo>
                    <a:pt x="121" y="743"/>
                  </a:lnTo>
                  <a:lnTo>
                    <a:pt x="242" y="823"/>
                  </a:lnTo>
                  <a:lnTo>
                    <a:pt x="342" y="884"/>
                  </a:lnTo>
                  <a:lnTo>
                    <a:pt x="422" y="984"/>
                  </a:lnTo>
                  <a:lnTo>
                    <a:pt x="603" y="1185"/>
                  </a:lnTo>
                  <a:lnTo>
                    <a:pt x="744" y="1426"/>
                  </a:lnTo>
                  <a:lnTo>
                    <a:pt x="844" y="1165"/>
                  </a:lnTo>
                  <a:lnTo>
                    <a:pt x="904" y="1064"/>
                  </a:lnTo>
                  <a:lnTo>
                    <a:pt x="964" y="984"/>
                  </a:lnTo>
                  <a:lnTo>
                    <a:pt x="1065" y="904"/>
                  </a:lnTo>
                  <a:lnTo>
                    <a:pt x="1185" y="823"/>
                  </a:lnTo>
                  <a:lnTo>
                    <a:pt x="1426" y="683"/>
                  </a:lnTo>
                  <a:lnTo>
                    <a:pt x="724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06" name="Google Shape;1506;p18"/>
            <p:cNvSpPr/>
            <p:nvPr/>
          </p:nvSpPr>
          <p:spPr>
            <a:xfrm>
              <a:off x="4796206" y="4755040"/>
              <a:ext cx="51166" cy="47329"/>
            </a:xfrm>
            <a:custGeom>
              <a:rect b="b" l="l" r="r" t="t"/>
              <a:pathLst>
                <a:path extrusionOk="0" h="1246" w="1347">
                  <a:moveTo>
                    <a:pt x="664" y="0"/>
                  </a:moveTo>
                  <a:lnTo>
                    <a:pt x="1" y="663"/>
                  </a:lnTo>
                  <a:lnTo>
                    <a:pt x="664" y="1245"/>
                  </a:lnTo>
                  <a:lnTo>
                    <a:pt x="1346" y="663"/>
                  </a:lnTo>
                  <a:lnTo>
                    <a:pt x="664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07" name="Google Shape;1507;p18"/>
            <p:cNvSpPr/>
            <p:nvPr/>
          </p:nvSpPr>
          <p:spPr>
            <a:xfrm>
              <a:off x="4459090" y="4906031"/>
              <a:ext cx="64119" cy="55724"/>
            </a:xfrm>
            <a:custGeom>
              <a:rect b="b" l="l" r="r" t="t"/>
              <a:pathLst>
                <a:path extrusionOk="0" h="1467" w="1688">
                  <a:moveTo>
                    <a:pt x="864" y="1"/>
                  </a:moveTo>
                  <a:lnTo>
                    <a:pt x="764" y="262"/>
                  </a:lnTo>
                  <a:lnTo>
                    <a:pt x="704" y="362"/>
                  </a:lnTo>
                  <a:lnTo>
                    <a:pt x="643" y="463"/>
                  </a:lnTo>
                  <a:lnTo>
                    <a:pt x="523" y="543"/>
                  </a:lnTo>
                  <a:lnTo>
                    <a:pt x="382" y="623"/>
                  </a:lnTo>
                  <a:lnTo>
                    <a:pt x="1" y="844"/>
                  </a:lnTo>
                  <a:lnTo>
                    <a:pt x="162" y="864"/>
                  </a:lnTo>
                  <a:lnTo>
                    <a:pt x="302" y="904"/>
                  </a:lnTo>
                  <a:lnTo>
                    <a:pt x="423" y="965"/>
                  </a:lnTo>
                  <a:lnTo>
                    <a:pt x="543" y="1025"/>
                  </a:lnTo>
                  <a:lnTo>
                    <a:pt x="623" y="1085"/>
                  </a:lnTo>
                  <a:lnTo>
                    <a:pt x="704" y="1186"/>
                  </a:lnTo>
                  <a:lnTo>
                    <a:pt x="744" y="1286"/>
                  </a:lnTo>
                  <a:lnTo>
                    <a:pt x="784" y="1406"/>
                  </a:lnTo>
                  <a:lnTo>
                    <a:pt x="804" y="1427"/>
                  </a:lnTo>
                  <a:lnTo>
                    <a:pt x="864" y="1447"/>
                  </a:lnTo>
                  <a:lnTo>
                    <a:pt x="985" y="1467"/>
                  </a:lnTo>
                  <a:lnTo>
                    <a:pt x="1045" y="1286"/>
                  </a:lnTo>
                  <a:lnTo>
                    <a:pt x="1065" y="1206"/>
                  </a:lnTo>
                  <a:lnTo>
                    <a:pt x="1105" y="1145"/>
                  </a:lnTo>
                  <a:lnTo>
                    <a:pt x="1246" y="1045"/>
                  </a:lnTo>
                  <a:lnTo>
                    <a:pt x="1386" y="945"/>
                  </a:lnTo>
                  <a:lnTo>
                    <a:pt x="1688" y="744"/>
                  </a:lnTo>
                  <a:lnTo>
                    <a:pt x="1547" y="684"/>
                  </a:lnTo>
                  <a:lnTo>
                    <a:pt x="1427" y="623"/>
                  </a:lnTo>
                  <a:lnTo>
                    <a:pt x="1306" y="543"/>
                  </a:lnTo>
                  <a:lnTo>
                    <a:pt x="1206" y="463"/>
                  </a:lnTo>
                  <a:lnTo>
                    <a:pt x="1105" y="362"/>
                  </a:lnTo>
                  <a:lnTo>
                    <a:pt x="1025" y="262"/>
                  </a:lnTo>
                  <a:lnTo>
                    <a:pt x="864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08" name="Google Shape;1508;p18"/>
            <p:cNvSpPr/>
            <p:nvPr/>
          </p:nvSpPr>
          <p:spPr>
            <a:xfrm>
              <a:off x="4631466" y="4910627"/>
              <a:ext cx="53445" cy="50368"/>
            </a:xfrm>
            <a:custGeom>
              <a:rect b="b" l="l" r="r" t="t"/>
              <a:pathLst>
                <a:path extrusionOk="0" h="1326" w="1407">
                  <a:moveTo>
                    <a:pt x="684" y="0"/>
                  </a:moveTo>
                  <a:lnTo>
                    <a:pt x="1" y="663"/>
                  </a:lnTo>
                  <a:lnTo>
                    <a:pt x="724" y="1326"/>
                  </a:lnTo>
                  <a:lnTo>
                    <a:pt x="764" y="1225"/>
                  </a:lnTo>
                  <a:lnTo>
                    <a:pt x="824" y="1105"/>
                  </a:lnTo>
                  <a:lnTo>
                    <a:pt x="904" y="1024"/>
                  </a:lnTo>
                  <a:lnTo>
                    <a:pt x="985" y="944"/>
                  </a:lnTo>
                  <a:lnTo>
                    <a:pt x="1186" y="804"/>
                  </a:lnTo>
                  <a:lnTo>
                    <a:pt x="1406" y="683"/>
                  </a:lnTo>
                  <a:lnTo>
                    <a:pt x="1326" y="583"/>
                  </a:lnTo>
                  <a:lnTo>
                    <a:pt x="1246" y="522"/>
                  </a:lnTo>
                  <a:lnTo>
                    <a:pt x="1045" y="402"/>
                  </a:lnTo>
                  <a:lnTo>
                    <a:pt x="945" y="342"/>
                  </a:lnTo>
                  <a:lnTo>
                    <a:pt x="864" y="261"/>
                  </a:lnTo>
                  <a:lnTo>
                    <a:pt x="804" y="161"/>
                  </a:lnTo>
                  <a:lnTo>
                    <a:pt x="784" y="41"/>
                  </a:lnTo>
                  <a:lnTo>
                    <a:pt x="764" y="20"/>
                  </a:lnTo>
                  <a:lnTo>
                    <a:pt x="724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09" name="Google Shape;1509;p18"/>
            <p:cNvSpPr/>
            <p:nvPr/>
          </p:nvSpPr>
          <p:spPr>
            <a:xfrm>
              <a:off x="4796206" y="4911386"/>
              <a:ext cx="51166" cy="48089"/>
            </a:xfrm>
            <a:custGeom>
              <a:rect b="b" l="l" r="r" t="t"/>
              <a:pathLst>
                <a:path extrusionOk="0" h="1266" w="1347">
                  <a:moveTo>
                    <a:pt x="664" y="0"/>
                  </a:moveTo>
                  <a:lnTo>
                    <a:pt x="1" y="623"/>
                  </a:lnTo>
                  <a:lnTo>
                    <a:pt x="684" y="1265"/>
                  </a:lnTo>
                  <a:lnTo>
                    <a:pt x="1346" y="603"/>
                  </a:lnTo>
                  <a:lnTo>
                    <a:pt x="664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10" name="Google Shape;1510;p18"/>
            <p:cNvSpPr/>
            <p:nvPr/>
          </p:nvSpPr>
          <p:spPr>
            <a:xfrm>
              <a:off x="4462166" y="5065454"/>
              <a:ext cx="58003" cy="53445"/>
            </a:xfrm>
            <a:custGeom>
              <a:rect b="b" l="l" r="r" t="t"/>
              <a:pathLst>
                <a:path extrusionOk="0" h="1407" w="1527">
                  <a:moveTo>
                    <a:pt x="783" y="1"/>
                  </a:moveTo>
                  <a:lnTo>
                    <a:pt x="683" y="161"/>
                  </a:lnTo>
                  <a:lnTo>
                    <a:pt x="623" y="282"/>
                  </a:lnTo>
                  <a:lnTo>
                    <a:pt x="542" y="362"/>
                  </a:lnTo>
                  <a:lnTo>
                    <a:pt x="422" y="442"/>
                  </a:lnTo>
                  <a:lnTo>
                    <a:pt x="301" y="523"/>
                  </a:lnTo>
                  <a:lnTo>
                    <a:pt x="0" y="663"/>
                  </a:lnTo>
                  <a:lnTo>
                    <a:pt x="301" y="844"/>
                  </a:lnTo>
                  <a:lnTo>
                    <a:pt x="422" y="904"/>
                  </a:lnTo>
                  <a:lnTo>
                    <a:pt x="542" y="984"/>
                  </a:lnTo>
                  <a:lnTo>
                    <a:pt x="582" y="1045"/>
                  </a:lnTo>
                  <a:lnTo>
                    <a:pt x="603" y="1105"/>
                  </a:lnTo>
                  <a:lnTo>
                    <a:pt x="643" y="1225"/>
                  </a:lnTo>
                  <a:lnTo>
                    <a:pt x="683" y="1346"/>
                  </a:lnTo>
                  <a:lnTo>
                    <a:pt x="703" y="1386"/>
                  </a:lnTo>
                  <a:lnTo>
                    <a:pt x="763" y="1406"/>
                  </a:lnTo>
                  <a:lnTo>
                    <a:pt x="1526" y="683"/>
                  </a:lnTo>
                  <a:lnTo>
                    <a:pt x="783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11" name="Google Shape;1511;p18"/>
            <p:cNvSpPr/>
            <p:nvPr/>
          </p:nvSpPr>
          <p:spPr>
            <a:xfrm>
              <a:off x="4630706" y="5066213"/>
              <a:ext cx="53445" cy="50368"/>
            </a:xfrm>
            <a:custGeom>
              <a:rect b="b" l="l" r="r" t="t"/>
              <a:pathLst>
                <a:path extrusionOk="0" h="1326" w="1407">
                  <a:moveTo>
                    <a:pt x="704" y="1"/>
                  </a:moveTo>
                  <a:lnTo>
                    <a:pt x="1" y="663"/>
                  </a:lnTo>
                  <a:lnTo>
                    <a:pt x="704" y="1326"/>
                  </a:lnTo>
                  <a:lnTo>
                    <a:pt x="1406" y="663"/>
                  </a:lnTo>
                  <a:lnTo>
                    <a:pt x="704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12" name="Google Shape;1512;p18"/>
            <p:cNvSpPr/>
            <p:nvPr/>
          </p:nvSpPr>
          <p:spPr>
            <a:xfrm>
              <a:off x="4797004" y="4600213"/>
              <a:ext cx="50368" cy="46532"/>
            </a:xfrm>
            <a:custGeom>
              <a:rect b="b" l="l" r="r" t="t"/>
              <a:pathLst>
                <a:path extrusionOk="0" h="1225" w="1326">
                  <a:moveTo>
                    <a:pt x="643" y="0"/>
                  </a:moveTo>
                  <a:lnTo>
                    <a:pt x="0" y="622"/>
                  </a:lnTo>
                  <a:lnTo>
                    <a:pt x="643" y="1225"/>
                  </a:lnTo>
                  <a:lnTo>
                    <a:pt x="1325" y="643"/>
                  </a:lnTo>
                  <a:lnTo>
                    <a:pt x="64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13" name="Google Shape;1513;p18"/>
            <p:cNvSpPr/>
            <p:nvPr/>
          </p:nvSpPr>
          <p:spPr>
            <a:xfrm>
              <a:off x="4960985" y="4602492"/>
              <a:ext cx="49608" cy="44253"/>
            </a:xfrm>
            <a:custGeom>
              <a:rect b="b" l="l" r="r" t="t"/>
              <a:pathLst>
                <a:path extrusionOk="0" h="1165" w="1306">
                  <a:moveTo>
                    <a:pt x="663" y="0"/>
                  </a:moveTo>
                  <a:lnTo>
                    <a:pt x="0" y="562"/>
                  </a:lnTo>
                  <a:lnTo>
                    <a:pt x="643" y="1165"/>
                  </a:lnTo>
                  <a:lnTo>
                    <a:pt x="1305" y="583"/>
                  </a:lnTo>
                  <a:lnTo>
                    <a:pt x="66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14" name="Google Shape;1514;p18"/>
            <p:cNvSpPr/>
            <p:nvPr/>
          </p:nvSpPr>
          <p:spPr>
            <a:xfrm>
              <a:off x="4303503" y="4600213"/>
              <a:ext cx="53445" cy="54167"/>
            </a:xfrm>
            <a:custGeom>
              <a:rect b="b" l="l" r="r" t="t"/>
              <a:pathLst>
                <a:path extrusionOk="0" h="1426" w="1407">
                  <a:moveTo>
                    <a:pt x="683" y="0"/>
                  </a:moveTo>
                  <a:lnTo>
                    <a:pt x="1" y="622"/>
                  </a:lnTo>
                  <a:lnTo>
                    <a:pt x="804" y="1426"/>
                  </a:lnTo>
                  <a:lnTo>
                    <a:pt x="804" y="1265"/>
                  </a:lnTo>
                  <a:lnTo>
                    <a:pt x="824" y="1145"/>
                  </a:lnTo>
                  <a:lnTo>
                    <a:pt x="864" y="1024"/>
                  </a:lnTo>
                  <a:lnTo>
                    <a:pt x="904" y="944"/>
                  </a:lnTo>
                  <a:lnTo>
                    <a:pt x="985" y="884"/>
                  </a:lnTo>
                  <a:lnTo>
                    <a:pt x="1065" y="823"/>
                  </a:lnTo>
                  <a:lnTo>
                    <a:pt x="1165" y="783"/>
                  </a:lnTo>
                  <a:lnTo>
                    <a:pt x="1286" y="763"/>
                  </a:lnTo>
                  <a:lnTo>
                    <a:pt x="1326" y="743"/>
                  </a:lnTo>
                  <a:lnTo>
                    <a:pt x="1366" y="703"/>
                  </a:lnTo>
                  <a:lnTo>
                    <a:pt x="1386" y="683"/>
                  </a:lnTo>
                  <a:lnTo>
                    <a:pt x="1406" y="643"/>
                  </a:lnTo>
                  <a:lnTo>
                    <a:pt x="1386" y="602"/>
                  </a:lnTo>
                  <a:lnTo>
                    <a:pt x="1366" y="562"/>
                  </a:lnTo>
                  <a:lnTo>
                    <a:pt x="1306" y="502"/>
                  </a:lnTo>
                  <a:lnTo>
                    <a:pt x="1145" y="442"/>
                  </a:lnTo>
                  <a:lnTo>
                    <a:pt x="985" y="361"/>
                  </a:lnTo>
                  <a:lnTo>
                    <a:pt x="924" y="321"/>
                  </a:lnTo>
                  <a:lnTo>
                    <a:pt x="864" y="261"/>
                  </a:lnTo>
                  <a:lnTo>
                    <a:pt x="824" y="181"/>
                  </a:lnTo>
                  <a:lnTo>
                    <a:pt x="804" y="80"/>
                  </a:lnTo>
                  <a:lnTo>
                    <a:pt x="784" y="40"/>
                  </a:lnTo>
                  <a:lnTo>
                    <a:pt x="744" y="20"/>
                  </a:lnTo>
                  <a:lnTo>
                    <a:pt x="68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15" name="Google Shape;1515;p18"/>
            <p:cNvSpPr/>
            <p:nvPr/>
          </p:nvSpPr>
          <p:spPr>
            <a:xfrm>
              <a:off x="4303503" y="4755040"/>
              <a:ext cx="52685" cy="49608"/>
            </a:xfrm>
            <a:custGeom>
              <a:rect b="b" l="l" r="r" t="t"/>
              <a:pathLst>
                <a:path extrusionOk="0" h="1306" w="1387">
                  <a:moveTo>
                    <a:pt x="663" y="0"/>
                  </a:moveTo>
                  <a:lnTo>
                    <a:pt x="583" y="60"/>
                  </a:lnTo>
                  <a:lnTo>
                    <a:pt x="523" y="141"/>
                  </a:lnTo>
                  <a:lnTo>
                    <a:pt x="422" y="301"/>
                  </a:lnTo>
                  <a:lnTo>
                    <a:pt x="342" y="382"/>
                  </a:lnTo>
                  <a:lnTo>
                    <a:pt x="262" y="462"/>
                  </a:lnTo>
                  <a:lnTo>
                    <a:pt x="161" y="522"/>
                  </a:lnTo>
                  <a:lnTo>
                    <a:pt x="41" y="542"/>
                  </a:lnTo>
                  <a:lnTo>
                    <a:pt x="21" y="562"/>
                  </a:lnTo>
                  <a:lnTo>
                    <a:pt x="21" y="603"/>
                  </a:lnTo>
                  <a:lnTo>
                    <a:pt x="1" y="643"/>
                  </a:lnTo>
                  <a:lnTo>
                    <a:pt x="663" y="1305"/>
                  </a:lnTo>
                  <a:lnTo>
                    <a:pt x="1386" y="663"/>
                  </a:lnTo>
                  <a:lnTo>
                    <a:pt x="66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16" name="Google Shape;1516;p18"/>
            <p:cNvSpPr/>
            <p:nvPr/>
          </p:nvSpPr>
          <p:spPr>
            <a:xfrm>
              <a:off x="4959428" y="5066973"/>
              <a:ext cx="51925" cy="48089"/>
            </a:xfrm>
            <a:custGeom>
              <a:rect b="b" l="l" r="r" t="t"/>
              <a:pathLst>
                <a:path extrusionOk="0" h="1266" w="1367">
                  <a:moveTo>
                    <a:pt x="704" y="1"/>
                  </a:moveTo>
                  <a:lnTo>
                    <a:pt x="1" y="623"/>
                  </a:lnTo>
                  <a:lnTo>
                    <a:pt x="704" y="1266"/>
                  </a:lnTo>
                  <a:lnTo>
                    <a:pt x="1366" y="643"/>
                  </a:lnTo>
                  <a:lnTo>
                    <a:pt x="704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17" name="Google Shape;1517;p18"/>
            <p:cNvSpPr/>
            <p:nvPr/>
          </p:nvSpPr>
          <p:spPr>
            <a:xfrm>
              <a:off x="4301984" y="5066213"/>
              <a:ext cx="55724" cy="53445"/>
            </a:xfrm>
            <a:custGeom>
              <a:rect b="b" l="l" r="r" t="t"/>
              <a:pathLst>
                <a:path extrusionOk="0" h="1407" w="1467">
                  <a:moveTo>
                    <a:pt x="703" y="1"/>
                  </a:moveTo>
                  <a:lnTo>
                    <a:pt x="0" y="663"/>
                  </a:lnTo>
                  <a:lnTo>
                    <a:pt x="804" y="1406"/>
                  </a:lnTo>
                  <a:lnTo>
                    <a:pt x="824" y="1246"/>
                  </a:lnTo>
                  <a:lnTo>
                    <a:pt x="864" y="1125"/>
                  </a:lnTo>
                  <a:lnTo>
                    <a:pt x="944" y="1025"/>
                  </a:lnTo>
                  <a:lnTo>
                    <a:pt x="1045" y="944"/>
                  </a:lnTo>
                  <a:lnTo>
                    <a:pt x="1145" y="884"/>
                  </a:lnTo>
                  <a:lnTo>
                    <a:pt x="1245" y="824"/>
                  </a:lnTo>
                  <a:lnTo>
                    <a:pt x="1466" y="683"/>
                  </a:lnTo>
                  <a:lnTo>
                    <a:pt x="703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18" name="Google Shape;1518;p18"/>
            <p:cNvSpPr/>
            <p:nvPr/>
          </p:nvSpPr>
          <p:spPr>
            <a:xfrm>
              <a:off x="4960226" y="4757319"/>
              <a:ext cx="51128" cy="45050"/>
            </a:xfrm>
            <a:custGeom>
              <a:rect b="b" l="l" r="r" t="t"/>
              <a:pathLst>
                <a:path extrusionOk="0" h="1186" w="1346">
                  <a:moveTo>
                    <a:pt x="663" y="0"/>
                  </a:moveTo>
                  <a:lnTo>
                    <a:pt x="0" y="583"/>
                  </a:lnTo>
                  <a:lnTo>
                    <a:pt x="663" y="1185"/>
                  </a:lnTo>
                  <a:lnTo>
                    <a:pt x="1345" y="603"/>
                  </a:lnTo>
                  <a:lnTo>
                    <a:pt x="66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19" name="Google Shape;1519;p18"/>
            <p:cNvSpPr/>
            <p:nvPr/>
          </p:nvSpPr>
          <p:spPr>
            <a:xfrm>
              <a:off x="4137243" y="5064694"/>
              <a:ext cx="58763" cy="54964"/>
            </a:xfrm>
            <a:custGeom>
              <a:rect b="b" l="l" r="r" t="t"/>
              <a:pathLst>
                <a:path extrusionOk="0" h="1447" w="1547">
                  <a:moveTo>
                    <a:pt x="763" y="0"/>
                  </a:moveTo>
                  <a:lnTo>
                    <a:pt x="0" y="703"/>
                  </a:lnTo>
                  <a:lnTo>
                    <a:pt x="804" y="1446"/>
                  </a:lnTo>
                  <a:lnTo>
                    <a:pt x="824" y="1306"/>
                  </a:lnTo>
                  <a:lnTo>
                    <a:pt x="884" y="1165"/>
                  </a:lnTo>
                  <a:lnTo>
                    <a:pt x="964" y="1065"/>
                  </a:lnTo>
                  <a:lnTo>
                    <a:pt x="1065" y="984"/>
                  </a:lnTo>
                  <a:lnTo>
                    <a:pt x="1165" y="904"/>
                  </a:lnTo>
                  <a:lnTo>
                    <a:pt x="1285" y="844"/>
                  </a:lnTo>
                  <a:lnTo>
                    <a:pt x="1546" y="683"/>
                  </a:lnTo>
                  <a:lnTo>
                    <a:pt x="1245" y="543"/>
                  </a:lnTo>
                  <a:lnTo>
                    <a:pt x="1125" y="482"/>
                  </a:lnTo>
                  <a:lnTo>
                    <a:pt x="1024" y="402"/>
                  </a:lnTo>
                  <a:lnTo>
                    <a:pt x="944" y="322"/>
                  </a:lnTo>
                  <a:lnTo>
                    <a:pt x="864" y="201"/>
                  </a:lnTo>
                  <a:lnTo>
                    <a:pt x="76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20" name="Google Shape;1520;p18"/>
            <p:cNvSpPr/>
            <p:nvPr/>
          </p:nvSpPr>
          <p:spPr>
            <a:xfrm>
              <a:off x="4959428" y="4912906"/>
              <a:ext cx="51925" cy="46570"/>
            </a:xfrm>
            <a:custGeom>
              <a:rect b="b" l="l" r="r" t="t"/>
              <a:pathLst>
                <a:path extrusionOk="0" h="1226" w="1367">
                  <a:moveTo>
                    <a:pt x="704" y="1"/>
                  </a:moveTo>
                  <a:lnTo>
                    <a:pt x="1" y="583"/>
                  </a:lnTo>
                  <a:lnTo>
                    <a:pt x="704" y="1225"/>
                  </a:lnTo>
                  <a:lnTo>
                    <a:pt x="1366" y="583"/>
                  </a:lnTo>
                  <a:lnTo>
                    <a:pt x="704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21" name="Google Shape;1521;p18"/>
            <p:cNvSpPr/>
            <p:nvPr/>
          </p:nvSpPr>
          <p:spPr>
            <a:xfrm>
              <a:off x="4302743" y="4909867"/>
              <a:ext cx="53445" cy="54964"/>
            </a:xfrm>
            <a:custGeom>
              <a:rect b="b" l="l" r="r" t="t"/>
              <a:pathLst>
                <a:path extrusionOk="0" h="1447" w="1407">
                  <a:moveTo>
                    <a:pt x="683" y="0"/>
                  </a:moveTo>
                  <a:lnTo>
                    <a:pt x="603" y="81"/>
                  </a:lnTo>
                  <a:lnTo>
                    <a:pt x="543" y="161"/>
                  </a:lnTo>
                  <a:lnTo>
                    <a:pt x="422" y="342"/>
                  </a:lnTo>
                  <a:lnTo>
                    <a:pt x="362" y="422"/>
                  </a:lnTo>
                  <a:lnTo>
                    <a:pt x="262" y="482"/>
                  </a:lnTo>
                  <a:lnTo>
                    <a:pt x="161" y="542"/>
                  </a:lnTo>
                  <a:lnTo>
                    <a:pt x="41" y="563"/>
                  </a:lnTo>
                  <a:lnTo>
                    <a:pt x="21" y="583"/>
                  </a:lnTo>
                  <a:lnTo>
                    <a:pt x="21" y="643"/>
                  </a:lnTo>
                  <a:lnTo>
                    <a:pt x="1" y="763"/>
                  </a:lnTo>
                  <a:lnTo>
                    <a:pt x="221" y="864"/>
                  </a:lnTo>
                  <a:lnTo>
                    <a:pt x="322" y="904"/>
                  </a:lnTo>
                  <a:lnTo>
                    <a:pt x="422" y="964"/>
                  </a:lnTo>
                  <a:lnTo>
                    <a:pt x="503" y="1085"/>
                  </a:lnTo>
                  <a:lnTo>
                    <a:pt x="563" y="1185"/>
                  </a:lnTo>
                  <a:lnTo>
                    <a:pt x="703" y="1446"/>
                  </a:lnTo>
                  <a:lnTo>
                    <a:pt x="1406" y="683"/>
                  </a:lnTo>
                  <a:lnTo>
                    <a:pt x="68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22" name="Google Shape;1522;p18"/>
            <p:cNvSpPr/>
            <p:nvPr/>
          </p:nvSpPr>
          <p:spPr>
            <a:xfrm>
              <a:off x="4138762" y="4901472"/>
              <a:ext cx="57243" cy="60282"/>
            </a:xfrm>
            <a:custGeom>
              <a:rect b="b" l="l" r="r" t="t"/>
              <a:pathLst>
                <a:path extrusionOk="0" h="1587" w="1507">
                  <a:moveTo>
                    <a:pt x="683" y="0"/>
                  </a:moveTo>
                  <a:lnTo>
                    <a:pt x="563" y="302"/>
                  </a:lnTo>
                  <a:lnTo>
                    <a:pt x="502" y="422"/>
                  </a:lnTo>
                  <a:lnTo>
                    <a:pt x="422" y="522"/>
                  </a:lnTo>
                  <a:lnTo>
                    <a:pt x="342" y="623"/>
                  </a:lnTo>
                  <a:lnTo>
                    <a:pt x="262" y="683"/>
                  </a:lnTo>
                  <a:lnTo>
                    <a:pt x="161" y="743"/>
                  </a:lnTo>
                  <a:lnTo>
                    <a:pt x="41" y="784"/>
                  </a:lnTo>
                  <a:lnTo>
                    <a:pt x="21" y="804"/>
                  </a:lnTo>
                  <a:lnTo>
                    <a:pt x="0" y="844"/>
                  </a:lnTo>
                  <a:lnTo>
                    <a:pt x="0" y="904"/>
                  </a:lnTo>
                  <a:lnTo>
                    <a:pt x="764" y="1587"/>
                  </a:lnTo>
                  <a:lnTo>
                    <a:pt x="824" y="1406"/>
                  </a:lnTo>
                  <a:lnTo>
                    <a:pt x="864" y="1306"/>
                  </a:lnTo>
                  <a:lnTo>
                    <a:pt x="904" y="1245"/>
                  </a:lnTo>
                  <a:lnTo>
                    <a:pt x="1045" y="1165"/>
                  </a:lnTo>
                  <a:lnTo>
                    <a:pt x="1185" y="1065"/>
                  </a:lnTo>
                  <a:lnTo>
                    <a:pt x="1506" y="884"/>
                  </a:lnTo>
                  <a:lnTo>
                    <a:pt x="1225" y="743"/>
                  </a:lnTo>
                  <a:lnTo>
                    <a:pt x="1105" y="663"/>
                  </a:lnTo>
                  <a:lnTo>
                    <a:pt x="1004" y="583"/>
                  </a:lnTo>
                  <a:lnTo>
                    <a:pt x="904" y="482"/>
                  </a:lnTo>
                  <a:lnTo>
                    <a:pt x="824" y="342"/>
                  </a:lnTo>
                  <a:lnTo>
                    <a:pt x="743" y="201"/>
                  </a:lnTo>
                  <a:lnTo>
                    <a:pt x="68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23" name="Google Shape;1523;p18"/>
            <p:cNvSpPr/>
            <p:nvPr/>
          </p:nvSpPr>
          <p:spPr>
            <a:xfrm>
              <a:off x="3970982" y="5065454"/>
              <a:ext cx="58003" cy="51128"/>
            </a:xfrm>
            <a:custGeom>
              <a:rect b="b" l="l" r="r" t="t"/>
              <a:pathLst>
                <a:path extrusionOk="0" h="1346" w="1527">
                  <a:moveTo>
                    <a:pt x="783" y="1"/>
                  </a:moveTo>
                  <a:lnTo>
                    <a:pt x="0" y="723"/>
                  </a:lnTo>
                  <a:lnTo>
                    <a:pt x="221" y="824"/>
                  </a:lnTo>
                  <a:lnTo>
                    <a:pt x="422" y="944"/>
                  </a:lnTo>
                  <a:lnTo>
                    <a:pt x="522" y="1025"/>
                  </a:lnTo>
                  <a:lnTo>
                    <a:pt x="582" y="1105"/>
                  </a:lnTo>
                  <a:lnTo>
                    <a:pt x="643" y="1205"/>
                  </a:lnTo>
                  <a:lnTo>
                    <a:pt x="703" y="1326"/>
                  </a:lnTo>
                  <a:lnTo>
                    <a:pt x="723" y="1346"/>
                  </a:lnTo>
                  <a:lnTo>
                    <a:pt x="783" y="1346"/>
                  </a:lnTo>
                  <a:lnTo>
                    <a:pt x="1526" y="663"/>
                  </a:lnTo>
                  <a:lnTo>
                    <a:pt x="783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24" name="Google Shape;1524;p18"/>
            <p:cNvSpPr/>
            <p:nvPr/>
          </p:nvSpPr>
          <p:spPr>
            <a:xfrm>
              <a:off x="3973261" y="4910627"/>
              <a:ext cx="54926" cy="50368"/>
            </a:xfrm>
            <a:custGeom>
              <a:rect b="b" l="l" r="r" t="t"/>
              <a:pathLst>
                <a:path extrusionOk="0" h="1326" w="1446">
                  <a:moveTo>
                    <a:pt x="703" y="0"/>
                  </a:moveTo>
                  <a:lnTo>
                    <a:pt x="0" y="663"/>
                  </a:lnTo>
                  <a:lnTo>
                    <a:pt x="723" y="1326"/>
                  </a:lnTo>
                  <a:lnTo>
                    <a:pt x="1446" y="663"/>
                  </a:lnTo>
                  <a:lnTo>
                    <a:pt x="70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25" name="Google Shape;1525;p18"/>
            <p:cNvSpPr/>
            <p:nvPr/>
          </p:nvSpPr>
          <p:spPr>
            <a:xfrm>
              <a:off x="5123447" y="5069252"/>
              <a:ext cx="52647" cy="44291"/>
            </a:xfrm>
            <a:custGeom>
              <a:rect b="b" l="l" r="r" t="t"/>
              <a:pathLst>
                <a:path extrusionOk="0" h="1166" w="1386">
                  <a:moveTo>
                    <a:pt x="683" y="1"/>
                  </a:moveTo>
                  <a:lnTo>
                    <a:pt x="0" y="563"/>
                  </a:lnTo>
                  <a:lnTo>
                    <a:pt x="723" y="1166"/>
                  </a:lnTo>
                  <a:lnTo>
                    <a:pt x="1386" y="543"/>
                  </a:lnTo>
                  <a:lnTo>
                    <a:pt x="683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26" name="Google Shape;1526;p18"/>
            <p:cNvSpPr/>
            <p:nvPr/>
          </p:nvSpPr>
          <p:spPr>
            <a:xfrm>
              <a:off x="4137243" y="4756560"/>
              <a:ext cx="56484" cy="48849"/>
            </a:xfrm>
            <a:custGeom>
              <a:rect b="b" l="l" r="r" t="t"/>
              <a:pathLst>
                <a:path extrusionOk="0" h="1286" w="1487">
                  <a:moveTo>
                    <a:pt x="743" y="0"/>
                  </a:moveTo>
                  <a:lnTo>
                    <a:pt x="0" y="623"/>
                  </a:lnTo>
                  <a:lnTo>
                    <a:pt x="783" y="1285"/>
                  </a:lnTo>
                  <a:lnTo>
                    <a:pt x="884" y="1085"/>
                  </a:lnTo>
                  <a:lnTo>
                    <a:pt x="944" y="984"/>
                  </a:lnTo>
                  <a:lnTo>
                    <a:pt x="1004" y="884"/>
                  </a:lnTo>
                  <a:lnTo>
                    <a:pt x="1125" y="824"/>
                  </a:lnTo>
                  <a:lnTo>
                    <a:pt x="1245" y="763"/>
                  </a:lnTo>
                  <a:lnTo>
                    <a:pt x="1486" y="643"/>
                  </a:lnTo>
                  <a:lnTo>
                    <a:pt x="74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27" name="Google Shape;1527;p18"/>
            <p:cNvSpPr/>
            <p:nvPr/>
          </p:nvSpPr>
          <p:spPr>
            <a:xfrm>
              <a:off x="4134964" y="4600973"/>
              <a:ext cx="55686" cy="46532"/>
            </a:xfrm>
            <a:custGeom>
              <a:rect b="b" l="l" r="r" t="t"/>
              <a:pathLst>
                <a:path extrusionOk="0" h="1225" w="1466">
                  <a:moveTo>
                    <a:pt x="783" y="0"/>
                  </a:moveTo>
                  <a:lnTo>
                    <a:pt x="0" y="663"/>
                  </a:lnTo>
                  <a:lnTo>
                    <a:pt x="221" y="743"/>
                  </a:lnTo>
                  <a:lnTo>
                    <a:pt x="341" y="783"/>
                  </a:lnTo>
                  <a:lnTo>
                    <a:pt x="422" y="843"/>
                  </a:lnTo>
                  <a:lnTo>
                    <a:pt x="522" y="924"/>
                  </a:lnTo>
                  <a:lnTo>
                    <a:pt x="582" y="1004"/>
                  </a:lnTo>
                  <a:lnTo>
                    <a:pt x="643" y="1084"/>
                  </a:lnTo>
                  <a:lnTo>
                    <a:pt x="703" y="1205"/>
                  </a:lnTo>
                  <a:lnTo>
                    <a:pt x="723" y="1225"/>
                  </a:lnTo>
                  <a:lnTo>
                    <a:pt x="783" y="1225"/>
                  </a:lnTo>
                  <a:lnTo>
                    <a:pt x="1466" y="602"/>
                  </a:lnTo>
                  <a:lnTo>
                    <a:pt x="78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28" name="Google Shape;1528;p18"/>
            <p:cNvSpPr/>
            <p:nvPr/>
          </p:nvSpPr>
          <p:spPr>
            <a:xfrm>
              <a:off x="5121890" y="4914425"/>
              <a:ext cx="54205" cy="44291"/>
            </a:xfrm>
            <a:custGeom>
              <a:rect b="b" l="l" r="r" t="t"/>
              <a:pathLst>
                <a:path extrusionOk="0" h="1166" w="1427">
                  <a:moveTo>
                    <a:pt x="724" y="1"/>
                  </a:moveTo>
                  <a:lnTo>
                    <a:pt x="1" y="603"/>
                  </a:lnTo>
                  <a:lnTo>
                    <a:pt x="242" y="683"/>
                  </a:lnTo>
                  <a:lnTo>
                    <a:pt x="342" y="724"/>
                  </a:lnTo>
                  <a:lnTo>
                    <a:pt x="423" y="784"/>
                  </a:lnTo>
                  <a:lnTo>
                    <a:pt x="503" y="864"/>
                  </a:lnTo>
                  <a:lnTo>
                    <a:pt x="563" y="965"/>
                  </a:lnTo>
                  <a:lnTo>
                    <a:pt x="684" y="1165"/>
                  </a:lnTo>
                  <a:lnTo>
                    <a:pt x="1427" y="543"/>
                  </a:lnTo>
                  <a:lnTo>
                    <a:pt x="724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29" name="Google Shape;1529;p18"/>
            <p:cNvSpPr/>
            <p:nvPr/>
          </p:nvSpPr>
          <p:spPr>
            <a:xfrm>
              <a:off x="5124207" y="4758839"/>
              <a:ext cx="45772" cy="42733"/>
            </a:xfrm>
            <a:custGeom>
              <a:rect b="b" l="l" r="r" t="t"/>
              <a:pathLst>
                <a:path extrusionOk="0" h="1125" w="1205">
                  <a:moveTo>
                    <a:pt x="663" y="1"/>
                  </a:moveTo>
                  <a:lnTo>
                    <a:pt x="0" y="543"/>
                  </a:lnTo>
                  <a:lnTo>
                    <a:pt x="703" y="1125"/>
                  </a:lnTo>
                  <a:lnTo>
                    <a:pt x="1205" y="663"/>
                  </a:lnTo>
                  <a:lnTo>
                    <a:pt x="663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30" name="Google Shape;1530;p18"/>
            <p:cNvSpPr/>
            <p:nvPr/>
          </p:nvSpPr>
          <p:spPr>
            <a:xfrm>
              <a:off x="3974781" y="4754280"/>
              <a:ext cx="53407" cy="49608"/>
            </a:xfrm>
            <a:custGeom>
              <a:rect b="b" l="l" r="r" t="t"/>
              <a:pathLst>
                <a:path extrusionOk="0" h="1306" w="1406">
                  <a:moveTo>
                    <a:pt x="663" y="0"/>
                  </a:moveTo>
                  <a:lnTo>
                    <a:pt x="563" y="161"/>
                  </a:lnTo>
                  <a:lnTo>
                    <a:pt x="502" y="261"/>
                  </a:lnTo>
                  <a:lnTo>
                    <a:pt x="422" y="341"/>
                  </a:lnTo>
                  <a:lnTo>
                    <a:pt x="322" y="422"/>
                  </a:lnTo>
                  <a:lnTo>
                    <a:pt x="221" y="502"/>
                  </a:lnTo>
                  <a:lnTo>
                    <a:pt x="0" y="663"/>
                  </a:lnTo>
                  <a:lnTo>
                    <a:pt x="683" y="1305"/>
                  </a:lnTo>
                  <a:lnTo>
                    <a:pt x="1406" y="663"/>
                  </a:lnTo>
                  <a:lnTo>
                    <a:pt x="66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31" name="Google Shape;1531;p18"/>
            <p:cNvSpPr/>
            <p:nvPr/>
          </p:nvSpPr>
          <p:spPr>
            <a:xfrm>
              <a:off x="3975541" y="4599416"/>
              <a:ext cx="54964" cy="48089"/>
            </a:xfrm>
            <a:custGeom>
              <a:rect b="b" l="l" r="r" t="t"/>
              <a:pathLst>
                <a:path extrusionOk="0" h="1266" w="1447">
                  <a:moveTo>
                    <a:pt x="683" y="1"/>
                  </a:moveTo>
                  <a:lnTo>
                    <a:pt x="0" y="664"/>
                  </a:lnTo>
                  <a:lnTo>
                    <a:pt x="663" y="1266"/>
                  </a:lnTo>
                  <a:lnTo>
                    <a:pt x="1446" y="603"/>
                  </a:lnTo>
                  <a:lnTo>
                    <a:pt x="1165" y="503"/>
                  </a:lnTo>
                  <a:lnTo>
                    <a:pt x="1065" y="443"/>
                  </a:lnTo>
                  <a:lnTo>
                    <a:pt x="964" y="382"/>
                  </a:lnTo>
                  <a:lnTo>
                    <a:pt x="884" y="282"/>
                  </a:lnTo>
                  <a:lnTo>
                    <a:pt x="804" y="182"/>
                  </a:lnTo>
                  <a:lnTo>
                    <a:pt x="683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32" name="Google Shape;1532;p18"/>
            <p:cNvSpPr/>
            <p:nvPr/>
          </p:nvSpPr>
          <p:spPr>
            <a:xfrm>
              <a:off x="5124967" y="4603252"/>
              <a:ext cx="44253" cy="41214"/>
            </a:xfrm>
            <a:custGeom>
              <a:rect b="b" l="l" r="r" t="t"/>
              <a:pathLst>
                <a:path extrusionOk="0" h="1085" w="1165">
                  <a:moveTo>
                    <a:pt x="643" y="0"/>
                  </a:moveTo>
                  <a:lnTo>
                    <a:pt x="0" y="563"/>
                  </a:lnTo>
                  <a:lnTo>
                    <a:pt x="443" y="911"/>
                  </a:lnTo>
                  <a:lnTo>
                    <a:pt x="443" y="911"/>
                  </a:lnTo>
                  <a:lnTo>
                    <a:pt x="1165" y="462"/>
                  </a:lnTo>
                  <a:lnTo>
                    <a:pt x="643" y="0"/>
                  </a:lnTo>
                  <a:close/>
                  <a:moveTo>
                    <a:pt x="443" y="911"/>
                  </a:moveTo>
                  <a:lnTo>
                    <a:pt x="422" y="924"/>
                  </a:lnTo>
                  <a:lnTo>
                    <a:pt x="663" y="1085"/>
                  </a:lnTo>
                  <a:lnTo>
                    <a:pt x="443" y="91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533" name="Google Shape;1533;p18"/>
          <p:cNvGrpSpPr/>
          <p:nvPr/>
        </p:nvGrpSpPr>
        <p:grpSpPr>
          <a:xfrm>
            <a:off x="3969444" y="51341"/>
            <a:ext cx="1205112" cy="520243"/>
            <a:chOff x="3970982" y="4599416"/>
            <a:chExt cx="1205112" cy="520243"/>
          </a:xfrm>
        </p:grpSpPr>
        <p:sp>
          <p:nvSpPr>
            <p:cNvPr id="1534" name="Google Shape;1534;p18"/>
            <p:cNvSpPr/>
            <p:nvPr/>
          </p:nvSpPr>
          <p:spPr>
            <a:xfrm>
              <a:off x="4793927" y="5066973"/>
              <a:ext cx="53445" cy="50368"/>
            </a:xfrm>
            <a:custGeom>
              <a:rect b="b" l="l" r="r" t="t"/>
              <a:pathLst>
                <a:path extrusionOk="0" h="1326" w="1407">
                  <a:moveTo>
                    <a:pt x="724" y="1"/>
                  </a:moveTo>
                  <a:lnTo>
                    <a:pt x="1" y="683"/>
                  </a:lnTo>
                  <a:lnTo>
                    <a:pt x="21" y="724"/>
                  </a:lnTo>
                  <a:lnTo>
                    <a:pt x="61" y="744"/>
                  </a:lnTo>
                  <a:lnTo>
                    <a:pt x="181" y="784"/>
                  </a:lnTo>
                  <a:lnTo>
                    <a:pt x="322" y="824"/>
                  </a:lnTo>
                  <a:lnTo>
                    <a:pt x="382" y="864"/>
                  </a:lnTo>
                  <a:lnTo>
                    <a:pt x="422" y="884"/>
                  </a:lnTo>
                  <a:lnTo>
                    <a:pt x="503" y="1005"/>
                  </a:lnTo>
                  <a:lnTo>
                    <a:pt x="583" y="1105"/>
                  </a:lnTo>
                  <a:lnTo>
                    <a:pt x="704" y="1326"/>
                  </a:lnTo>
                  <a:lnTo>
                    <a:pt x="1406" y="623"/>
                  </a:lnTo>
                  <a:lnTo>
                    <a:pt x="724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35" name="Google Shape;1535;p18"/>
            <p:cNvSpPr/>
            <p:nvPr/>
          </p:nvSpPr>
          <p:spPr>
            <a:xfrm>
              <a:off x="4465205" y="4599416"/>
              <a:ext cx="54205" cy="50406"/>
            </a:xfrm>
            <a:custGeom>
              <a:rect b="b" l="l" r="r" t="t"/>
              <a:pathLst>
                <a:path extrusionOk="0" h="1327" w="1427">
                  <a:moveTo>
                    <a:pt x="723" y="1"/>
                  </a:moveTo>
                  <a:lnTo>
                    <a:pt x="1" y="684"/>
                  </a:lnTo>
                  <a:lnTo>
                    <a:pt x="221" y="784"/>
                  </a:lnTo>
                  <a:lnTo>
                    <a:pt x="322" y="824"/>
                  </a:lnTo>
                  <a:lnTo>
                    <a:pt x="422" y="884"/>
                  </a:lnTo>
                  <a:lnTo>
                    <a:pt x="502" y="1005"/>
                  </a:lnTo>
                  <a:lnTo>
                    <a:pt x="583" y="1105"/>
                  </a:lnTo>
                  <a:lnTo>
                    <a:pt x="723" y="1326"/>
                  </a:lnTo>
                  <a:lnTo>
                    <a:pt x="1426" y="643"/>
                  </a:lnTo>
                  <a:lnTo>
                    <a:pt x="723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36" name="Google Shape;1536;p18"/>
            <p:cNvSpPr/>
            <p:nvPr/>
          </p:nvSpPr>
          <p:spPr>
            <a:xfrm>
              <a:off x="4632225" y="4599416"/>
              <a:ext cx="50406" cy="48887"/>
            </a:xfrm>
            <a:custGeom>
              <a:rect b="b" l="l" r="r" t="t"/>
              <a:pathLst>
                <a:path extrusionOk="0" h="1287" w="1327">
                  <a:moveTo>
                    <a:pt x="664" y="1"/>
                  </a:moveTo>
                  <a:lnTo>
                    <a:pt x="1" y="664"/>
                  </a:lnTo>
                  <a:lnTo>
                    <a:pt x="664" y="1286"/>
                  </a:lnTo>
                  <a:lnTo>
                    <a:pt x="1326" y="623"/>
                  </a:lnTo>
                  <a:lnTo>
                    <a:pt x="664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37" name="Google Shape;1537;p18"/>
            <p:cNvSpPr/>
            <p:nvPr/>
          </p:nvSpPr>
          <p:spPr>
            <a:xfrm>
              <a:off x="4466725" y="4755040"/>
              <a:ext cx="54205" cy="51888"/>
            </a:xfrm>
            <a:custGeom>
              <a:rect b="b" l="l" r="r" t="t"/>
              <a:pathLst>
                <a:path extrusionOk="0" h="1366" w="1427">
                  <a:moveTo>
                    <a:pt x="703" y="0"/>
                  </a:moveTo>
                  <a:lnTo>
                    <a:pt x="1" y="643"/>
                  </a:lnTo>
                  <a:lnTo>
                    <a:pt x="744" y="1366"/>
                  </a:lnTo>
                  <a:lnTo>
                    <a:pt x="784" y="1225"/>
                  </a:lnTo>
                  <a:lnTo>
                    <a:pt x="844" y="1125"/>
                  </a:lnTo>
                  <a:lnTo>
                    <a:pt x="924" y="1024"/>
                  </a:lnTo>
                  <a:lnTo>
                    <a:pt x="1005" y="944"/>
                  </a:lnTo>
                  <a:lnTo>
                    <a:pt x="1105" y="864"/>
                  </a:lnTo>
                  <a:lnTo>
                    <a:pt x="1205" y="803"/>
                  </a:lnTo>
                  <a:lnTo>
                    <a:pt x="1426" y="683"/>
                  </a:lnTo>
                  <a:lnTo>
                    <a:pt x="1346" y="582"/>
                  </a:lnTo>
                  <a:lnTo>
                    <a:pt x="1266" y="522"/>
                  </a:lnTo>
                  <a:lnTo>
                    <a:pt x="1045" y="402"/>
                  </a:lnTo>
                  <a:lnTo>
                    <a:pt x="964" y="342"/>
                  </a:lnTo>
                  <a:lnTo>
                    <a:pt x="884" y="281"/>
                  </a:lnTo>
                  <a:lnTo>
                    <a:pt x="824" y="181"/>
                  </a:lnTo>
                  <a:lnTo>
                    <a:pt x="804" y="40"/>
                  </a:lnTo>
                  <a:lnTo>
                    <a:pt x="784" y="20"/>
                  </a:lnTo>
                  <a:lnTo>
                    <a:pt x="744" y="20"/>
                  </a:lnTo>
                  <a:lnTo>
                    <a:pt x="70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38" name="Google Shape;1538;p18"/>
            <p:cNvSpPr/>
            <p:nvPr/>
          </p:nvSpPr>
          <p:spPr>
            <a:xfrm>
              <a:off x="4629946" y="4754280"/>
              <a:ext cx="54205" cy="54167"/>
            </a:xfrm>
            <a:custGeom>
              <a:rect b="b" l="l" r="r" t="t"/>
              <a:pathLst>
                <a:path extrusionOk="0" h="1426" w="1427">
                  <a:moveTo>
                    <a:pt x="724" y="0"/>
                  </a:moveTo>
                  <a:lnTo>
                    <a:pt x="1" y="703"/>
                  </a:lnTo>
                  <a:lnTo>
                    <a:pt x="121" y="743"/>
                  </a:lnTo>
                  <a:lnTo>
                    <a:pt x="242" y="823"/>
                  </a:lnTo>
                  <a:lnTo>
                    <a:pt x="342" y="884"/>
                  </a:lnTo>
                  <a:lnTo>
                    <a:pt x="422" y="984"/>
                  </a:lnTo>
                  <a:lnTo>
                    <a:pt x="603" y="1185"/>
                  </a:lnTo>
                  <a:lnTo>
                    <a:pt x="744" y="1426"/>
                  </a:lnTo>
                  <a:lnTo>
                    <a:pt x="844" y="1165"/>
                  </a:lnTo>
                  <a:lnTo>
                    <a:pt x="904" y="1064"/>
                  </a:lnTo>
                  <a:lnTo>
                    <a:pt x="964" y="984"/>
                  </a:lnTo>
                  <a:lnTo>
                    <a:pt x="1065" y="904"/>
                  </a:lnTo>
                  <a:lnTo>
                    <a:pt x="1185" y="823"/>
                  </a:lnTo>
                  <a:lnTo>
                    <a:pt x="1426" y="683"/>
                  </a:lnTo>
                  <a:lnTo>
                    <a:pt x="724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39" name="Google Shape;1539;p18"/>
            <p:cNvSpPr/>
            <p:nvPr/>
          </p:nvSpPr>
          <p:spPr>
            <a:xfrm>
              <a:off x="4796206" y="4755040"/>
              <a:ext cx="51166" cy="47329"/>
            </a:xfrm>
            <a:custGeom>
              <a:rect b="b" l="l" r="r" t="t"/>
              <a:pathLst>
                <a:path extrusionOk="0" h="1246" w="1347">
                  <a:moveTo>
                    <a:pt x="664" y="0"/>
                  </a:moveTo>
                  <a:lnTo>
                    <a:pt x="1" y="663"/>
                  </a:lnTo>
                  <a:lnTo>
                    <a:pt x="664" y="1245"/>
                  </a:lnTo>
                  <a:lnTo>
                    <a:pt x="1346" y="663"/>
                  </a:lnTo>
                  <a:lnTo>
                    <a:pt x="664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40" name="Google Shape;1540;p18"/>
            <p:cNvSpPr/>
            <p:nvPr/>
          </p:nvSpPr>
          <p:spPr>
            <a:xfrm>
              <a:off x="4459090" y="4906031"/>
              <a:ext cx="64119" cy="55724"/>
            </a:xfrm>
            <a:custGeom>
              <a:rect b="b" l="l" r="r" t="t"/>
              <a:pathLst>
                <a:path extrusionOk="0" h="1467" w="1688">
                  <a:moveTo>
                    <a:pt x="864" y="1"/>
                  </a:moveTo>
                  <a:lnTo>
                    <a:pt x="764" y="262"/>
                  </a:lnTo>
                  <a:lnTo>
                    <a:pt x="704" y="362"/>
                  </a:lnTo>
                  <a:lnTo>
                    <a:pt x="643" y="463"/>
                  </a:lnTo>
                  <a:lnTo>
                    <a:pt x="523" y="543"/>
                  </a:lnTo>
                  <a:lnTo>
                    <a:pt x="382" y="623"/>
                  </a:lnTo>
                  <a:lnTo>
                    <a:pt x="1" y="844"/>
                  </a:lnTo>
                  <a:lnTo>
                    <a:pt x="162" y="864"/>
                  </a:lnTo>
                  <a:lnTo>
                    <a:pt x="302" y="904"/>
                  </a:lnTo>
                  <a:lnTo>
                    <a:pt x="423" y="965"/>
                  </a:lnTo>
                  <a:lnTo>
                    <a:pt x="543" y="1025"/>
                  </a:lnTo>
                  <a:lnTo>
                    <a:pt x="623" y="1085"/>
                  </a:lnTo>
                  <a:lnTo>
                    <a:pt x="704" y="1186"/>
                  </a:lnTo>
                  <a:lnTo>
                    <a:pt x="744" y="1286"/>
                  </a:lnTo>
                  <a:lnTo>
                    <a:pt x="784" y="1406"/>
                  </a:lnTo>
                  <a:lnTo>
                    <a:pt x="804" y="1427"/>
                  </a:lnTo>
                  <a:lnTo>
                    <a:pt x="864" y="1447"/>
                  </a:lnTo>
                  <a:lnTo>
                    <a:pt x="985" y="1467"/>
                  </a:lnTo>
                  <a:lnTo>
                    <a:pt x="1045" y="1286"/>
                  </a:lnTo>
                  <a:lnTo>
                    <a:pt x="1065" y="1206"/>
                  </a:lnTo>
                  <a:lnTo>
                    <a:pt x="1105" y="1145"/>
                  </a:lnTo>
                  <a:lnTo>
                    <a:pt x="1246" y="1045"/>
                  </a:lnTo>
                  <a:lnTo>
                    <a:pt x="1386" y="945"/>
                  </a:lnTo>
                  <a:lnTo>
                    <a:pt x="1688" y="744"/>
                  </a:lnTo>
                  <a:lnTo>
                    <a:pt x="1547" y="684"/>
                  </a:lnTo>
                  <a:lnTo>
                    <a:pt x="1427" y="623"/>
                  </a:lnTo>
                  <a:lnTo>
                    <a:pt x="1306" y="543"/>
                  </a:lnTo>
                  <a:lnTo>
                    <a:pt x="1206" y="463"/>
                  </a:lnTo>
                  <a:lnTo>
                    <a:pt x="1105" y="362"/>
                  </a:lnTo>
                  <a:lnTo>
                    <a:pt x="1025" y="262"/>
                  </a:lnTo>
                  <a:lnTo>
                    <a:pt x="864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41" name="Google Shape;1541;p18"/>
            <p:cNvSpPr/>
            <p:nvPr/>
          </p:nvSpPr>
          <p:spPr>
            <a:xfrm>
              <a:off x="4631466" y="4910627"/>
              <a:ext cx="53445" cy="50368"/>
            </a:xfrm>
            <a:custGeom>
              <a:rect b="b" l="l" r="r" t="t"/>
              <a:pathLst>
                <a:path extrusionOk="0" h="1326" w="1407">
                  <a:moveTo>
                    <a:pt x="684" y="0"/>
                  </a:moveTo>
                  <a:lnTo>
                    <a:pt x="1" y="663"/>
                  </a:lnTo>
                  <a:lnTo>
                    <a:pt x="724" y="1326"/>
                  </a:lnTo>
                  <a:lnTo>
                    <a:pt x="764" y="1225"/>
                  </a:lnTo>
                  <a:lnTo>
                    <a:pt x="824" y="1105"/>
                  </a:lnTo>
                  <a:lnTo>
                    <a:pt x="904" y="1024"/>
                  </a:lnTo>
                  <a:lnTo>
                    <a:pt x="985" y="944"/>
                  </a:lnTo>
                  <a:lnTo>
                    <a:pt x="1186" y="804"/>
                  </a:lnTo>
                  <a:lnTo>
                    <a:pt x="1406" y="683"/>
                  </a:lnTo>
                  <a:lnTo>
                    <a:pt x="1326" y="583"/>
                  </a:lnTo>
                  <a:lnTo>
                    <a:pt x="1246" y="522"/>
                  </a:lnTo>
                  <a:lnTo>
                    <a:pt x="1045" y="402"/>
                  </a:lnTo>
                  <a:lnTo>
                    <a:pt x="945" y="342"/>
                  </a:lnTo>
                  <a:lnTo>
                    <a:pt x="864" y="261"/>
                  </a:lnTo>
                  <a:lnTo>
                    <a:pt x="804" y="161"/>
                  </a:lnTo>
                  <a:lnTo>
                    <a:pt x="784" y="41"/>
                  </a:lnTo>
                  <a:lnTo>
                    <a:pt x="764" y="20"/>
                  </a:lnTo>
                  <a:lnTo>
                    <a:pt x="724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42" name="Google Shape;1542;p18"/>
            <p:cNvSpPr/>
            <p:nvPr/>
          </p:nvSpPr>
          <p:spPr>
            <a:xfrm>
              <a:off x="4796206" y="4911386"/>
              <a:ext cx="51166" cy="48089"/>
            </a:xfrm>
            <a:custGeom>
              <a:rect b="b" l="l" r="r" t="t"/>
              <a:pathLst>
                <a:path extrusionOk="0" h="1266" w="1347">
                  <a:moveTo>
                    <a:pt x="664" y="0"/>
                  </a:moveTo>
                  <a:lnTo>
                    <a:pt x="1" y="623"/>
                  </a:lnTo>
                  <a:lnTo>
                    <a:pt x="684" y="1265"/>
                  </a:lnTo>
                  <a:lnTo>
                    <a:pt x="1346" y="603"/>
                  </a:lnTo>
                  <a:lnTo>
                    <a:pt x="664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43" name="Google Shape;1543;p18"/>
            <p:cNvSpPr/>
            <p:nvPr/>
          </p:nvSpPr>
          <p:spPr>
            <a:xfrm>
              <a:off x="4462166" y="5065454"/>
              <a:ext cx="58003" cy="53445"/>
            </a:xfrm>
            <a:custGeom>
              <a:rect b="b" l="l" r="r" t="t"/>
              <a:pathLst>
                <a:path extrusionOk="0" h="1407" w="1527">
                  <a:moveTo>
                    <a:pt x="783" y="1"/>
                  </a:moveTo>
                  <a:lnTo>
                    <a:pt x="683" y="161"/>
                  </a:lnTo>
                  <a:lnTo>
                    <a:pt x="623" y="282"/>
                  </a:lnTo>
                  <a:lnTo>
                    <a:pt x="542" y="362"/>
                  </a:lnTo>
                  <a:lnTo>
                    <a:pt x="422" y="442"/>
                  </a:lnTo>
                  <a:lnTo>
                    <a:pt x="301" y="523"/>
                  </a:lnTo>
                  <a:lnTo>
                    <a:pt x="0" y="663"/>
                  </a:lnTo>
                  <a:lnTo>
                    <a:pt x="301" y="844"/>
                  </a:lnTo>
                  <a:lnTo>
                    <a:pt x="422" y="904"/>
                  </a:lnTo>
                  <a:lnTo>
                    <a:pt x="542" y="984"/>
                  </a:lnTo>
                  <a:lnTo>
                    <a:pt x="582" y="1045"/>
                  </a:lnTo>
                  <a:lnTo>
                    <a:pt x="603" y="1105"/>
                  </a:lnTo>
                  <a:lnTo>
                    <a:pt x="643" y="1225"/>
                  </a:lnTo>
                  <a:lnTo>
                    <a:pt x="683" y="1346"/>
                  </a:lnTo>
                  <a:lnTo>
                    <a:pt x="703" y="1386"/>
                  </a:lnTo>
                  <a:lnTo>
                    <a:pt x="763" y="1406"/>
                  </a:lnTo>
                  <a:lnTo>
                    <a:pt x="1526" y="683"/>
                  </a:lnTo>
                  <a:lnTo>
                    <a:pt x="783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44" name="Google Shape;1544;p18"/>
            <p:cNvSpPr/>
            <p:nvPr/>
          </p:nvSpPr>
          <p:spPr>
            <a:xfrm>
              <a:off x="4630706" y="5066213"/>
              <a:ext cx="53445" cy="50368"/>
            </a:xfrm>
            <a:custGeom>
              <a:rect b="b" l="l" r="r" t="t"/>
              <a:pathLst>
                <a:path extrusionOk="0" h="1326" w="1407">
                  <a:moveTo>
                    <a:pt x="704" y="1"/>
                  </a:moveTo>
                  <a:lnTo>
                    <a:pt x="1" y="663"/>
                  </a:lnTo>
                  <a:lnTo>
                    <a:pt x="704" y="1326"/>
                  </a:lnTo>
                  <a:lnTo>
                    <a:pt x="1406" y="663"/>
                  </a:lnTo>
                  <a:lnTo>
                    <a:pt x="704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45" name="Google Shape;1545;p18"/>
            <p:cNvSpPr/>
            <p:nvPr/>
          </p:nvSpPr>
          <p:spPr>
            <a:xfrm>
              <a:off x="4797004" y="4600213"/>
              <a:ext cx="50368" cy="46532"/>
            </a:xfrm>
            <a:custGeom>
              <a:rect b="b" l="l" r="r" t="t"/>
              <a:pathLst>
                <a:path extrusionOk="0" h="1225" w="1326">
                  <a:moveTo>
                    <a:pt x="643" y="0"/>
                  </a:moveTo>
                  <a:lnTo>
                    <a:pt x="0" y="622"/>
                  </a:lnTo>
                  <a:lnTo>
                    <a:pt x="643" y="1225"/>
                  </a:lnTo>
                  <a:lnTo>
                    <a:pt x="1325" y="643"/>
                  </a:lnTo>
                  <a:lnTo>
                    <a:pt x="64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46" name="Google Shape;1546;p18"/>
            <p:cNvSpPr/>
            <p:nvPr/>
          </p:nvSpPr>
          <p:spPr>
            <a:xfrm>
              <a:off x="4960985" y="4602492"/>
              <a:ext cx="49608" cy="44253"/>
            </a:xfrm>
            <a:custGeom>
              <a:rect b="b" l="l" r="r" t="t"/>
              <a:pathLst>
                <a:path extrusionOk="0" h="1165" w="1306">
                  <a:moveTo>
                    <a:pt x="663" y="0"/>
                  </a:moveTo>
                  <a:lnTo>
                    <a:pt x="0" y="562"/>
                  </a:lnTo>
                  <a:lnTo>
                    <a:pt x="643" y="1165"/>
                  </a:lnTo>
                  <a:lnTo>
                    <a:pt x="1305" y="583"/>
                  </a:lnTo>
                  <a:lnTo>
                    <a:pt x="66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47" name="Google Shape;1547;p18"/>
            <p:cNvSpPr/>
            <p:nvPr/>
          </p:nvSpPr>
          <p:spPr>
            <a:xfrm>
              <a:off x="4303503" y="4600213"/>
              <a:ext cx="53445" cy="54167"/>
            </a:xfrm>
            <a:custGeom>
              <a:rect b="b" l="l" r="r" t="t"/>
              <a:pathLst>
                <a:path extrusionOk="0" h="1426" w="1407">
                  <a:moveTo>
                    <a:pt x="683" y="0"/>
                  </a:moveTo>
                  <a:lnTo>
                    <a:pt x="1" y="622"/>
                  </a:lnTo>
                  <a:lnTo>
                    <a:pt x="804" y="1426"/>
                  </a:lnTo>
                  <a:lnTo>
                    <a:pt x="804" y="1265"/>
                  </a:lnTo>
                  <a:lnTo>
                    <a:pt x="824" y="1145"/>
                  </a:lnTo>
                  <a:lnTo>
                    <a:pt x="864" y="1024"/>
                  </a:lnTo>
                  <a:lnTo>
                    <a:pt x="904" y="944"/>
                  </a:lnTo>
                  <a:lnTo>
                    <a:pt x="985" y="884"/>
                  </a:lnTo>
                  <a:lnTo>
                    <a:pt x="1065" y="823"/>
                  </a:lnTo>
                  <a:lnTo>
                    <a:pt x="1165" y="783"/>
                  </a:lnTo>
                  <a:lnTo>
                    <a:pt x="1286" y="763"/>
                  </a:lnTo>
                  <a:lnTo>
                    <a:pt x="1326" y="743"/>
                  </a:lnTo>
                  <a:lnTo>
                    <a:pt x="1366" y="703"/>
                  </a:lnTo>
                  <a:lnTo>
                    <a:pt x="1386" y="683"/>
                  </a:lnTo>
                  <a:lnTo>
                    <a:pt x="1406" y="643"/>
                  </a:lnTo>
                  <a:lnTo>
                    <a:pt x="1386" y="602"/>
                  </a:lnTo>
                  <a:lnTo>
                    <a:pt x="1366" y="562"/>
                  </a:lnTo>
                  <a:lnTo>
                    <a:pt x="1306" y="502"/>
                  </a:lnTo>
                  <a:lnTo>
                    <a:pt x="1145" y="442"/>
                  </a:lnTo>
                  <a:lnTo>
                    <a:pt x="985" y="361"/>
                  </a:lnTo>
                  <a:lnTo>
                    <a:pt x="924" y="321"/>
                  </a:lnTo>
                  <a:lnTo>
                    <a:pt x="864" y="261"/>
                  </a:lnTo>
                  <a:lnTo>
                    <a:pt x="824" y="181"/>
                  </a:lnTo>
                  <a:lnTo>
                    <a:pt x="804" y="80"/>
                  </a:lnTo>
                  <a:lnTo>
                    <a:pt x="784" y="40"/>
                  </a:lnTo>
                  <a:lnTo>
                    <a:pt x="744" y="20"/>
                  </a:lnTo>
                  <a:lnTo>
                    <a:pt x="68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48" name="Google Shape;1548;p18"/>
            <p:cNvSpPr/>
            <p:nvPr/>
          </p:nvSpPr>
          <p:spPr>
            <a:xfrm>
              <a:off x="4303503" y="4755040"/>
              <a:ext cx="52685" cy="49608"/>
            </a:xfrm>
            <a:custGeom>
              <a:rect b="b" l="l" r="r" t="t"/>
              <a:pathLst>
                <a:path extrusionOk="0" h="1306" w="1387">
                  <a:moveTo>
                    <a:pt x="663" y="0"/>
                  </a:moveTo>
                  <a:lnTo>
                    <a:pt x="583" y="60"/>
                  </a:lnTo>
                  <a:lnTo>
                    <a:pt x="523" y="141"/>
                  </a:lnTo>
                  <a:lnTo>
                    <a:pt x="422" y="301"/>
                  </a:lnTo>
                  <a:lnTo>
                    <a:pt x="342" y="382"/>
                  </a:lnTo>
                  <a:lnTo>
                    <a:pt x="262" y="462"/>
                  </a:lnTo>
                  <a:lnTo>
                    <a:pt x="161" y="522"/>
                  </a:lnTo>
                  <a:lnTo>
                    <a:pt x="41" y="542"/>
                  </a:lnTo>
                  <a:lnTo>
                    <a:pt x="21" y="562"/>
                  </a:lnTo>
                  <a:lnTo>
                    <a:pt x="21" y="603"/>
                  </a:lnTo>
                  <a:lnTo>
                    <a:pt x="1" y="643"/>
                  </a:lnTo>
                  <a:lnTo>
                    <a:pt x="663" y="1305"/>
                  </a:lnTo>
                  <a:lnTo>
                    <a:pt x="1386" y="663"/>
                  </a:lnTo>
                  <a:lnTo>
                    <a:pt x="66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49" name="Google Shape;1549;p18"/>
            <p:cNvSpPr/>
            <p:nvPr/>
          </p:nvSpPr>
          <p:spPr>
            <a:xfrm>
              <a:off x="4959428" y="5066973"/>
              <a:ext cx="51925" cy="48089"/>
            </a:xfrm>
            <a:custGeom>
              <a:rect b="b" l="l" r="r" t="t"/>
              <a:pathLst>
                <a:path extrusionOk="0" h="1266" w="1367">
                  <a:moveTo>
                    <a:pt x="704" y="1"/>
                  </a:moveTo>
                  <a:lnTo>
                    <a:pt x="1" y="623"/>
                  </a:lnTo>
                  <a:lnTo>
                    <a:pt x="704" y="1266"/>
                  </a:lnTo>
                  <a:lnTo>
                    <a:pt x="1366" y="643"/>
                  </a:lnTo>
                  <a:lnTo>
                    <a:pt x="704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50" name="Google Shape;1550;p18"/>
            <p:cNvSpPr/>
            <p:nvPr/>
          </p:nvSpPr>
          <p:spPr>
            <a:xfrm>
              <a:off x="4301984" y="5066213"/>
              <a:ext cx="55724" cy="53445"/>
            </a:xfrm>
            <a:custGeom>
              <a:rect b="b" l="l" r="r" t="t"/>
              <a:pathLst>
                <a:path extrusionOk="0" h="1407" w="1467">
                  <a:moveTo>
                    <a:pt x="703" y="1"/>
                  </a:moveTo>
                  <a:lnTo>
                    <a:pt x="0" y="663"/>
                  </a:lnTo>
                  <a:lnTo>
                    <a:pt x="804" y="1406"/>
                  </a:lnTo>
                  <a:lnTo>
                    <a:pt x="824" y="1246"/>
                  </a:lnTo>
                  <a:lnTo>
                    <a:pt x="864" y="1125"/>
                  </a:lnTo>
                  <a:lnTo>
                    <a:pt x="944" y="1025"/>
                  </a:lnTo>
                  <a:lnTo>
                    <a:pt x="1045" y="944"/>
                  </a:lnTo>
                  <a:lnTo>
                    <a:pt x="1145" y="884"/>
                  </a:lnTo>
                  <a:lnTo>
                    <a:pt x="1245" y="824"/>
                  </a:lnTo>
                  <a:lnTo>
                    <a:pt x="1466" y="683"/>
                  </a:lnTo>
                  <a:lnTo>
                    <a:pt x="703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51" name="Google Shape;1551;p18"/>
            <p:cNvSpPr/>
            <p:nvPr/>
          </p:nvSpPr>
          <p:spPr>
            <a:xfrm>
              <a:off x="4960226" y="4757319"/>
              <a:ext cx="51128" cy="45050"/>
            </a:xfrm>
            <a:custGeom>
              <a:rect b="b" l="l" r="r" t="t"/>
              <a:pathLst>
                <a:path extrusionOk="0" h="1186" w="1346">
                  <a:moveTo>
                    <a:pt x="663" y="0"/>
                  </a:moveTo>
                  <a:lnTo>
                    <a:pt x="0" y="583"/>
                  </a:lnTo>
                  <a:lnTo>
                    <a:pt x="663" y="1185"/>
                  </a:lnTo>
                  <a:lnTo>
                    <a:pt x="1345" y="603"/>
                  </a:lnTo>
                  <a:lnTo>
                    <a:pt x="66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52" name="Google Shape;1552;p18"/>
            <p:cNvSpPr/>
            <p:nvPr/>
          </p:nvSpPr>
          <p:spPr>
            <a:xfrm>
              <a:off x="4137243" y="5064694"/>
              <a:ext cx="58763" cy="54964"/>
            </a:xfrm>
            <a:custGeom>
              <a:rect b="b" l="l" r="r" t="t"/>
              <a:pathLst>
                <a:path extrusionOk="0" h="1447" w="1547">
                  <a:moveTo>
                    <a:pt x="763" y="0"/>
                  </a:moveTo>
                  <a:lnTo>
                    <a:pt x="0" y="703"/>
                  </a:lnTo>
                  <a:lnTo>
                    <a:pt x="804" y="1446"/>
                  </a:lnTo>
                  <a:lnTo>
                    <a:pt x="824" y="1306"/>
                  </a:lnTo>
                  <a:lnTo>
                    <a:pt x="884" y="1165"/>
                  </a:lnTo>
                  <a:lnTo>
                    <a:pt x="964" y="1065"/>
                  </a:lnTo>
                  <a:lnTo>
                    <a:pt x="1065" y="984"/>
                  </a:lnTo>
                  <a:lnTo>
                    <a:pt x="1165" y="904"/>
                  </a:lnTo>
                  <a:lnTo>
                    <a:pt x="1285" y="844"/>
                  </a:lnTo>
                  <a:lnTo>
                    <a:pt x="1546" y="683"/>
                  </a:lnTo>
                  <a:lnTo>
                    <a:pt x="1245" y="543"/>
                  </a:lnTo>
                  <a:lnTo>
                    <a:pt x="1125" y="482"/>
                  </a:lnTo>
                  <a:lnTo>
                    <a:pt x="1024" y="402"/>
                  </a:lnTo>
                  <a:lnTo>
                    <a:pt x="944" y="322"/>
                  </a:lnTo>
                  <a:lnTo>
                    <a:pt x="864" y="201"/>
                  </a:lnTo>
                  <a:lnTo>
                    <a:pt x="76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53" name="Google Shape;1553;p18"/>
            <p:cNvSpPr/>
            <p:nvPr/>
          </p:nvSpPr>
          <p:spPr>
            <a:xfrm>
              <a:off x="4959428" y="4912906"/>
              <a:ext cx="51925" cy="46570"/>
            </a:xfrm>
            <a:custGeom>
              <a:rect b="b" l="l" r="r" t="t"/>
              <a:pathLst>
                <a:path extrusionOk="0" h="1226" w="1367">
                  <a:moveTo>
                    <a:pt x="704" y="1"/>
                  </a:moveTo>
                  <a:lnTo>
                    <a:pt x="1" y="583"/>
                  </a:lnTo>
                  <a:lnTo>
                    <a:pt x="704" y="1225"/>
                  </a:lnTo>
                  <a:lnTo>
                    <a:pt x="1366" y="583"/>
                  </a:lnTo>
                  <a:lnTo>
                    <a:pt x="704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54" name="Google Shape;1554;p18"/>
            <p:cNvSpPr/>
            <p:nvPr/>
          </p:nvSpPr>
          <p:spPr>
            <a:xfrm>
              <a:off x="4302743" y="4909867"/>
              <a:ext cx="53445" cy="54964"/>
            </a:xfrm>
            <a:custGeom>
              <a:rect b="b" l="l" r="r" t="t"/>
              <a:pathLst>
                <a:path extrusionOk="0" h="1447" w="1407">
                  <a:moveTo>
                    <a:pt x="683" y="0"/>
                  </a:moveTo>
                  <a:lnTo>
                    <a:pt x="603" y="81"/>
                  </a:lnTo>
                  <a:lnTo>
                    <a:pt x="543" y="161"/>
                  </a:lnTo>
                  <a:lnTo>
                    <a:pt x="422" y="342"/>
                  </a:lnTo>
                  <a:lnTo>
                    <a:pt x="362" y="422"/>
                  </a:lnTo>
                  <a:lnTo>
                    <a:pt x="262" y="482"/>
                  </a:lnTo>
                  <a:lnTo>
                    <a:pt x="161" y="542"/>
                  </a:lnTo>
                  <a:lnTo>
                    <a:pt x="41" y="563"/>
                  </a:lnTo>
                  <a:lnTo>
                    <a:pt x="21" y="583"/>
                  </a:lnTo>
                  <a:lnTo>
                    <a:pt x="21" y="643"/>
                  </a:lnTo>
                  <a:lnTo>
                    <a:pt x="1" y="763"/>
                  </a:lnTo>
                  <a:lnTo>
                    <a:pt x="221" y="864"/>
                  </a:lnTo>
                  <a:lnTo>
                    <a:pt x="322" y="904"/>
                  </a:lnTo>
                  <a:lnTo>
                    <a:pt x="422" y="964"/>
                  </a:lnTo>
                  <a:lnTo>
                    <a:pt x="503" y="1085"/>
                  </a:lnTo>
                  <a:lnTo>
                    <a:pt x="563" y="1185"/>
                  </a:lnTo>
                  <a:lnTo>
                    <a:pt x="703" y="1446"/>
                  </a:lnTo>
                  <a:lnTo>
                    <a:pt x="1406" y="683"/>
                  </a:lnTo>
                  <a:lnTo>
                    <a:pt x="68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55" name="Google Shape;1555;p18"/>
            <p:cNvSpPr/>
            <p:nvPr/>
          </p:nvSpPr>
          <p:spPr>
            <a:xfrm>
              <a:off x="4138762" y="4901472"/>
              <a:ext cx="57243" cy="60282"/>
            </a:xfrm>
            <a:custGeom>
              <a:rect b="b" l="l" r="r" t="t"/>
              <a:pathLst>
                <a:path extrusionOk="0" h="1587" w="1507">
                  <a:moveTo>
                    <a:pt x="683" y="0"/>
                  </a:moveTo>
                  <a:lnTo>
                    <a:pt x="563" y="302"/>
                  </a:lnTo>
                  <a:lnTo>
                    <a:pt x="502" y="422"/>
                  </a:lnTo>
                  <a:lnTo>
                    <a:pt x="422" y="522"/>
                  </a:lnTo>
                  <a:lnTo>
                    <a:pt x="342" y="623"/>
                  </a:lnTo>
                  <a:lnTo>
                    <a:pt x="262" y="683"/>
                  </a:lnTo>
                  <a:lnTo>
                    <a:pt x="161" y="743"/>
                  </a:lnTo>
                  <a:lnTo>
                    <a:pt x="41" y="784"/>
                  </a:lnTo>
                  <a:lnTo>
                    <a:pt x="21" y="804"/>
                  </a:lnTo>
                  <a:lnTo>
                    <a:pt x="0" y="844"/>
                  </a:lnTo>
                  <a:lnTo>
                    <a:pt x="0" y="904"/>
                  </a:lnTo>
                  <a:lnTo>
                    <a:pt x="764" y="1587"/>
                  </a:lnTo>
                  <a:lnTo>
                    <a:pt x="824" y="1406"/>
                  </a:lnTo>
                  <a:lnTo>
                    <a:pt x="864" y="1306"/>
                  </a:lnTo>
                  <a:lnTo>
                    <a:pt x="904" y="1245"/>
                  </a:lnTo>
                  <a:lnTo>
                    <a:pt x="1045" y="1165"/>
                  </a:lnTo>
                  <a:lnTo>
                    <a:pt x="1185" y="1065"/>
                  </a:lnTo>
                  <a:lnTo>
                    <a:pt x="1506" y="884"/>
                  </a:lnTo>
                  <a:lnTo>
                    <a:pt x="1225" y="743"/>
                  </a:lnTo>
                  <a:lnTo>
                    <a:pt x="1105" y="663"/>
                  </a:lnTo>
                  <a:lnTo>
                    <a:pt x="1004" y="583"/>
                  </a:lnTo>
                  <a:lnTo>
                    <a:pt x="904" y="482"/>
                  </a:lnTo>
                  <a:lnTo>
                    <a:pt x="824" y="342"/>
                  </a:lnTo>
                  <a:lnTo>
                    <a:pt x="743" y="201"/>
                  </a:lnTo>
                  <a:lnTo>
                    <a:pt x="68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56" name="Google Shape;1556;p18"/>
            <p:cNvSpPr/>
            <p:nvPr/>
          </p:nvSpPr>
          <p:spPr>
            <a:xfrm>
              <a:off x="3970982" y="5065454"/>
              <a:ext cx="58003" cy="51128"/>
            </a:xfrm>
            <a:custGeom>
              <a:rect b="b" l="l" r="r" t="t"/>
              <a:pathLst>
                <a:path extrusionOk="0" h="1346" w="1527">
                  <a:moveTo>
                    <a:pt x="783" y="1"/>
                  </a:moveTo>
                  <a:lnTo>
                    <a:pt x="0" y="723"/>
                  </a:lnTo>
                  <a:lnTo>
                    <a:pt x="221" y="824"/>
                  </a:lnTo>
                  <a:lnTo>
                    <a:pt x="422" y="944"/>
                  </a:lnTo>
                  <a:lnTo>
                    <a:pt x="522" y="1025"/>
                  </a:lnTo>
                  <a:lnTo>
                    <a:pt x="582" y="1105"/>
                  </a:lnTo>
                  <a:lnTo>
                    <a:pt x="643" y="1205"/>
                  </a:lnTo>
                  <a:lnTo>
                    <a:pt x="703" y="1326"/>
                  </a:lnTo>
                  <a:lnTo>
                    <a:pt x="723" y="1346"/>
                  </a:lnTo>
                  <a:lnTo>
                    <a:pt x="783" y="1346"/>
                  </a:lnTo>
                  <a:lnTo>
                    <a:pt x="1526" y="663"/>
                  </a:lnTo>
                  <a:lnTo>
                    <a:pt x="783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57" name="Google Shape;1557;p18"/>
            <p:cNvSpPr/>
            <p:nvPr/>
          </p:nvSpPr>
          <p:spPr>
            <a:xfrm>
              <a:off x="3973261" y="4910627"/>
              <a:ext cx="54926" cy="50368"/>
            </a:xfrm>
            <a:custGeom>
              <a:rect b="b" l="l" r="r" t="t"/>
              <a:pathLst>
                <a:path extrusionOk="0" h="1326" w="1446">
                  <a:moveTo>
                    <a:pt x="703" y="0"/>
                  </a:moveTo>
                  <a:lnTo>
                    <a:pt x="0" y="663"/>
                  </a:lnTo>
                  <a:lnTo>
                    <a:pt x="723" y="1326"/>
                  </a:lnTo>
                  <a:lnTo>
                    <a:pt x="1446" y="663"/>
                  </a:lnTo>
                  <a:lnTo>
                    <a:pt x="70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58" name="Google Shape;1558;p18"/>
            <p:cNvSpPr/>
            <p:nvPr/>
          </p:nvSpPr>
          <p:spPr>
            <a:xfrm>
              <a:off x="5123447" y="5069252"/>
              <a:ext cx="52647" cy="44291"/>
            </a:xfrm>
            <a:custGeom>
              <a:rect b="b" l="l" r="r" t="t"/>
              <a:pathLst>
                <a:path extrusionOk="0" h="1166" w="1386">
                  <a:moveTo>
                    <a:pt x="683" y="1"/>
                  </a:moveTo>
                  <a:lnTo>
                    <a:pt x="0" y="563"/>
                  </a:lnTo>
                  <a:lnTo>
                    <a:pt x="723" y="1166"/>
                  </a:lnTo>
                  <a:lnTo>
                    <a:pt x="1386" y="543"/>
                  </a:lnTo>
                  <a:lnTo>
                    <a:pt x="683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59" name="Google Shape;1559;p18"/>
            <p:cNvSpPr/>
            <p:nvPr/>
          </p:nvSpPr>
          <p:spPr>
            <a:xfrm>
              <a:off x="4137243" y="4756560"/>
              <a:ext cx="56484" cy="48849"/>
            </a:xfrm>
            <a:custGeom>
              <a:rect b="b" l="l" r="r" t="t"/>
              <a:pathLst>
                <a:path extrusionOk="0" h="1286" w="1487">
                  <a:moveTo>
                    <a:pt x="743" y="0"/>
                  </a:moveTo>
                  <a:lnTo>
                    <a:pt x="0" y="623"/>
                  </a:lnTo>
                  <a:lnTo>
                    <a:pt x="783" y="1285"/>
                  </a:lnTo>
                  <a:lnTo>
                    <a:pt x="884" y="1085"/>
                  </a:lnTo>
                  <a:lnTo>
                    <a:pt x="944" y="984"/>
                  </a:lnTo>
                  <a:lnTo>
                    <a:pt x="1004" y="884"/>
                  </a:lnTo>
                  <a:lnTo>
                    <a:pt x="1125" y="824"/>
                  </a:lnTo>
                  <a:lnTo>
                    <a:pt x="1245" y="763"/>
                  </a:lnTo>
                  <a:lnTo>
                    <a:pt x="1486" y="643"/>
                  </a:lnTo>
                  <a:lnTo>
                    <a:pt x="74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60" name="Google Shape;1560;p18"/>
            <p:cNvSpPr/>
            <p:nvPr/>
          </p:nvSpPr>
          <p:spPr>
            <a:xfrm>
              <a:off x="4134964" y="4600973"/>
              <a:ext cx="55686" cy="46532"/>
            </a:xfrm>
            <a:custGeom>
              <a:rect b="b" l="l" r="r" t="t"/>
              <a:pathLst>
                <a:path extrusionOk="0" h="1225" w="1466">
                  <a:moveTo>
                    <a:pt x="783" y="0"/>
                  </a:moveTo>
                  <a:lnTo>
                    <a:pt x="0" y="663"/>
                  </a:lnTo>
                  <a:lnTo>
                    <a:pt x="221" y="743"/>
                  </a:lnTo>
                  <a:lnTo>
                    <a:pt x="341" y="783"/>
                  </a:lnTo>
                  <a:lnTo>
                    <a:pt x="422" y="843"/>
                  </a:lnTo>
                  <a:lnTo>
                    <a:pt x="522" y="924"/>
                  </a:lnTo>
                  <a:lnTo>
                    <a:pt x="582" y="1004"/>
                  </a:lnTo>
                  <a:lnTo>
                    <a:pt x="643" y="1084"/>
                  </a:lnTo>
                  <a:lnTo>
                    <a:pt x="703" y="1205"/>
                  </a:lnTo>
                  <a:lnTo>
                    <a:pt x="723" y="1225"/>
                  </a:lnTo>
                  <a:lnTo>
                    <a:pt x="783" y="1225"/>
                  </a:lnTo>
                  <a:lnTo>
                    <a:pt x="1466" y="602"/>
                  </a:lnTo>
                  <a:lnTo>
                    <a:pt x="78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61" name="Google Shape;1561;p18"/>
            <p:cNvSpPr/>
            <p:nvPr/>
          </p:nvSpPr>
          <p:spPr>
            <a:xfrm>
              <a:off x="5121890" y="4914425"/>
              <a:ext cx="54205" cy="44291"/>
            </a:xfrm>
            <a:custGeom>
              <a:rect b="b" l="l" r="r" t="t"/>
              <a:pathLst>
                <a:path extrusionOk="0" h="1166" w="1427">
                  <a:moveTo>
                    <a:pt x="724" y="1"/>
                  </a:moveTo>
                  <a:lnTo>
                    <a:pt x="1" y="603"/>
                  </a:lnTo>
                  <a:lnTo>
                    <a:pt x="242" y="683"/>
                  </a:lnTo>
                  <a:lnTo>
                    <a:pt x="342" y="724"/>
                  </a:lnTo>
                  <a:lnTo>
                    <a:pt x="423" y="784"/>
                  </a:lnTo>
                  <a:lnTo>
                    <a:pt x="503" y="864"/>
                  </a:lnTo>
                  <a:lnTo>
                    <a:pt x="563" y="965"/>
                  </a:lnTo>
                  <a:lnTo>
                    <a:pt x="684" y="1165"/>
                  </a:lnTo>
                  <a:lnTo>
                    <a:pt x="1427" y="543"/>
                  </a:lnTo>
                  <a:lnTo>
                    <a:pt x="724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62" name="Google Shape;1562;p18"/>
            <p:cNvSpPr/>
            <p:nvPr/>
          </p:nvSpPr>
          <p:spPr>
            <a:xfrm>
              <a:off x="5124207" y="4758839"/>
              <a:ext cx="45772" cy="42733"/>
            </a:xfrm>
            <a:custGeom>
              <a:rect b="b" l="l" r="r" t="t"/>
              <a:pathLst>
                <a:path extrusionOk="0" h="1125" w="1205">
                  <a:moveTo>
                    <a:pt x="663" y="1"/>
                  </a:moveTo>
                  <a:lnTo>
                    <a:pt x="0" y="543"/>
                  </a:lnTo>
                  <a:lnTo>
                    <a:pt x="703" y="1125"/>
                  </a:lnTo>
                  <a:lnTo>
                    <a:pt x="1205" y="663"/>
                  </a:lnTo>
                  <a:lnTo>
                    <a:pt x="663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63" name="Google Shape;1563;p18"/>
            <p:cNvSpPr/>
            <p:nvPr/>
          </p:nvSpPr>
          <p:spPr>
            <a:xfrm>
              <a:off x="3974781" y="4754280"/>
              <a:ext cx="53407" cy="49608"/>
            </a:xfrm>
            <a:custGeom>
              <a:rect b="b" l="l" r="r" t="t"/>
              <a:pathLst>
                <a:path extrusionOk="0" h="1306" w="1406">
                  <a:moveTo>
                    <a:pt x="663" y="0"/>
                  </a:moveTo>
                  <a:lnTo>
                    <a:pt x="563" y="161"/>
                  </a:lnTo>
                  <a:lnTo>
                    <a:pt x="502" y="261"/>
                  </a:lnTo>
                  <a:lnTo>
                    <a:pt x="422" y="341"/>
                  </a:lnTo>
                  <a:lnTo>
                    <a:pt x="322" y="422"/>
                  </a:lnTo>
                  <a:lnTo>
                    <a:pt x="221" y="502"/>
                  </a:lnTo>
                  <a:lnTo>
                    <a:pt x="0" y="663"/>
                  </a:lnTo>
                  <a:lnTo>
                    <a:pt x="683" y="1305"/>
                  </a:lnTo>
                  <a:lnTo>
                    <a:pt x="1406" y="663"/>
                  </a:lnTo>
                  <a:lnTo>
                    <a:pt x="66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64" name="Google Shape;1564;p18"/>
            <p:cNvSpPr/>
            <p:nvPr/>
          </p:nvSpPr>
          <p:spPr>
            <a:xfrm>
              <a:off x="3975541" y="4599416"/>
              <a:ext cx="54964" cy="48089"/>
            </a:xfrm>
            <a:custGeom>
              <a:rect b="b" l="l" r="r" t="t"/>
              <a:pathLst>
                <a:path extrusionOk="0" h="1266" w="1447">
                  <a:moveTo>
                    <a:pt x="683" y="1"/>
                  </a:moveTo>
                  <a:lnTo>
                    <a:pt x="0" y="664"/>
                  </a:lnTo>
                  <a:lnTo>
                    <a:pt x="663" y="1266"/>
                  </a:lnTo>
                  <a:lnTo>
                    <a:pt x="1446" y="603"/>
                  </a:lnTo>
                  <a:lnTo>
                    <a:pt x="1165" y="503"/>
                  </a:lnTo>
                  <a:lnTo>
                    <a:pt x="1065" y="443"/>
                  </a:lnTo>
                  <a:lnTo>
                    <a:pt x="964" y="382"/>
                  </a:lnTo>
                  <a:lnTo>
                    <a:pt x="884" y="282"/>
                  </a:lnTo>
                  <a:lnTo>
                    <a:pt x="804" y="182"/>
                  </a:lnTo>
                  <a:lnTo>
                    <a:pt x="683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65" name="Google Shape;1565;p18"/>
            <p:cNvSpPr/>
            <p:nvPr/>
          </p:nvSpPr>
          <p:spPr>
            <a:xfrm>
              <a:off x="5124967" y="4603252"/>
              <a:ext cx="44253" cy="41214"/>
            </a:xfrm>
            <a:custGeom>
              <a:rect b="b" l="l" r="r" t="t"/>
              <a:pathLst>
                <a:path extrusionOk="0" h="1085" w="1165">
                  <a:moveTo>
                    <a:pt x="643" y="0"/>
                  </a:moveTo>
                  <a:lnTo>
                    <a:pt x="0" y="563"/>
                  </a:lnTo>
                  <a:lnTo>
                    <a:pt x="443" y="911"/>
                  </a:lnTo>
                  <a:lnTo>
                    <a:pt x="443" y="911"/>
                  </a:lnTo>
                  <a:lnTo>
                    <a:pt x="1165" y="462"/>
                  </a:lnTo>
                  <a:lnTo>
                    <a:pt x="643" y="0"/>
                  </a:lnTo>
                  <a:close/>
                  <a:moveTo>
                    <a:pt x="443" y="911"/>
                  </a:moveTo>
                  <a:lnTo>
                    <a:pt x="422" y="924"/>
                  </a:lnTo>
                  <a:lnTo>
                    <a:pt x="663" y="1085"/>
                  </a:lnTo>
                  <a:lnTo>
                    <a:pt x="443" y="91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566" name="Google Shape;1566;p18"/>
          <p:cNvGrpSpPr/>
          <p:nvPr/>
        </p:nvGrpSpPr>
        <p:grpSpPr>
          <a:xfrm>
            <a:off x="335952" y="4224312"/>
            <a:ext cx="754524" cy="750237"/>
            <a:chOff x="8523754" y="10"/>
            <a:chExt cx="516408" cy="513439"/>
          </a:xfrm>
        </p:grpSpPr>
        <p:sp>
          <p:nvSpPr>
            <p:cNvPr id="1567" name="Google Shape;1567;p18"/>
            <p:cNvSpPr/>
            <p:nvPr/>
          </p:nvSpPr>
          <p:spPr>
            <a:xfrm>
              <a:off x="8523754" y="255242"/>
              <a:ext cx="516408" cy="258207"/>
            </a:xfrm>
            <a:custGeom>
              <a:rect b="b" l="l" r="r" t="t"/>
              <a:pathLst>
                <a:path extrusionOk="0" h="41798" w="83595">
                  <a:moveTo>
                    <a:pt x="41797" y="0"/>
                  </a:moveTo>
                  <a:lnTo>
                    <a:pt x="40710" y="28"/>
                  </a:lnTo>
                  <a:lnTo>
                    <a:pt x="39650" y="56"/>
                  </a:lnTo>
                  <a:lnTo>
                    <a:pt x="38591" y="112"/>
                  </a:lnTo>
                  <a:lnTo>
                    <a:pt x="37531" y="223"/>
                  </a:lnTo>
                  <a:lnTo>
                    <a:pt x="36472" y="335"/>
                  </a:lnTo>
                  <a:lnTo>
                    <a:pt x="35440" y="474"/>
                  </a:lnTo>
                  <a:lnTo>
                    <a:pt x="34408" y="669"/>
                  </a:lnTo>
                  <a:lnTo>
                    <a:pt x="33377" y="864"/>
                  </a:lnTo>
                  <a:lnTo>
                    <a:pt x="32373" y="1060"/>
                  </a:lnTo>
                  <a:lnTo>
                    <a:pt x="31369" y="1311"/>
                  </a:lnTo>
                  <a:lnTo>
                    <a:pt x="30365" y="1589"/>
                  </a:lnTo>
                  <a:lnTo>
                    <a:pt x="29361" y="1868"/>
                  </a:lnTo>
                  <a:lnTo>
                    <a:pt x="28385" y="2203"/>
                  </a:lnTo>
                  <a:lnTo>
                    <a:pt x="27437" y="2537"/>
                  </a:lnTo>
                  <a:lnTo>
                    <a:pt x="26489" y="2900"/>
                  </a:lnTo>
                  <a:lnTo>
                    <a:pt x="25541" y="3290"/>
                  </a:lnTo>
                  <a:lnTo>
                    <a:pt x="24593" y="3708"/>
                  </a:lnTo>
                  <a:lnTo>
                    <a:pt x="23673" y="4127"/>
                  </a:lnTo>
                  <a:lnTo>
                    <a:pt x="22781" y="4573"/>
                  </a:lnTo>
                  <a:lnTo>
                    <a:pt x="21889" y="5047"/>
                  </a:lnTo>
                  <a:lnTo>
                    <a:pt x="20996" y="5549"/>
                  </a:lnTo>
                  <a:lnTo>
                    <a:pt x="20132" y="6051"/>
                  </a:lnTo>
                  <a:lnTo>
                    <a:pt x="19267" y="6580"/>
                  </a:lnTo>
                  <a:lnTo>
                    <a:pt x="18431" y="7138"/>
                  </a:lnTo>
                  <a:lnTo>
                    <a:pt x="17594" y="7724"/>
                  </a:lnTo>
                  <a:lnTo>
                    <a:pt x="16786" y="8309"/>
                  </a:lnTo>
                  <a:lnTo>
                    <a:pt x="16005" y="8923"/>
                  </a:lnTo>
                  <a:lnTo>
                    <a:pt x="15224" y="9536"/>
                  </a:lnTo>
                  <a:lnTo>
                    <a:pt x="14444" y="10205"/>
                  </a:lnTo>
                  <a:lnTo>
                    <a:pt x="13691" y="10847"/>
                  </a:lnTo>
                  <a:lnTo>
                    <a:pt x="12966" y="11544"/>
                  </a:lnTo>
                  <a:lnTo>
                    <a:pt x="12241" y="12241"/>
                  </a:lnTo>
                  <a:lnTo>
                    <a:pt x="11544" y="12966"/>
                  </a:lnTo>
                  <a:lnTo>
                    <a:pt x="10875" y="13691"/>
                  </a:lnTo>
                  <a:lnTo>
                    <a:pt x="10205" y="14444"/>
                  </a:lnTo>
                  <a:lnTo>
                    <a:pt x="9564" y="15224"/>
                  </a:lnTo>
                  <a:lnTo>
                    <a:pt x="8923" y="16005"/>
                  </a:lnTo>
                  <a:lnTo>
                    <a:pt x="8309" y="16786"/>
                  </a:lnTo>
                  <a:lnTo>
                    <a:pt x="7724" y="17594"/>
                  </a:lnTo>
                  <a:lnTo>
                    <a:pt x="7138" y="18431"/>
                  </a:lnTo>
                  <a:lnTo>
                    <a:pt x="6581" y="19267"/>
                  </a:lnTo>
                  <a:lnTo>
                    <a:pt x="6051" y="20132"/>
                  </a:lnTo>
                  <a:lnTo>
                    <a:pt x="5549" y="20996"/>
                  </a:lnTo>
                  <a:lnTo>
                    <a:pt x="5047" y="21888"/>
                  </a:lnTo>
                  <a:lnTo>
                    <a:pt x="4573" y="22781"/>
                  </a:lnTo>
                  <a:lnTo>
                    <a:pt x="4127" y="23673"/>
                  </a:lnTo>
                  <a:lnTo>
                    <a:pt x="3709" y="24593"/>
                  </a:lnTo>
                  <a:lnTo>
                    <a:pt x="3290" y="25541"/>
                  </a:lnTo>
                  <a:lnTo>
                    <a:pt x="2900" y="26461"/>
                  </a:lnTo>
                  <a:lnTo>
                    <a:pt x="2537" y="27437"/>
                  </a:lnTo>
                  <a:lnTo>
                    <a:pt x="2203" y="28385"/>
                  </a:lnTo>
                  <a:lnTo>
                    <a:pt x="1896" y="29361"/>
                  </a:lnTo>
                  <a:lnTo>
                    <a:pt x="1589" y="30365"/>
                  </a:lnTo>
                  <a:lnTo>
                    <a:pt x="1311" y="31341"/>
                  </a:lnTo>
                  <a:lnTo>
                    <a:pt x="1087" y="32345"/>
                  </a:lnTo>
                  <a:lnTo>
                    <a:pt x="864" y="33376"/>
                  </a:lnTo>
                  <a:lnTo>
                    <a:pt x="669" y="34408"/>
                  </a:lnTo>
                  <a:lnTo>
                    <a:pt x="502" y="35440"/>
                  </a:lnTo>
                  <a:lnTo>
                    <a:pt x="335" y="36471"/>
                  </a:lnTo>
                  <a:lnTo>
                    <a:pt x="223" y="37531"/>
                  </a:lnTo>
                  <a:lnTo>
                    <a:pt x="139" y="38591"/>
                  </a:lnTo>
                  <a:lnTo>
                    <a:pt x="56" y="39650"/>
                  </a:lnTo>
                  <a:lnTo>
                    <a:pt x="28" y="40710"/>
                  </a:lnTo>
                  <a:lnTo>
                    <a:pt x="0" y="41797"/>
                  </a:lnTo>
                  <a:lnTo>
                    <a:pt x="83595" y="41797"/>
                  </a:lnTo>
                  <a:lnTo>
                    <a:pt x="83595" y="40710"/>
                  </a:lnTo>
                  <a:lnTo>
                    <a:pt x="83539" y="39650"/>
                  </a:lnTo>
                  <a:lnTo>
                    <a:pt x="83483" y="38591"/>
                  </a:lnTo>
                  <a:lnTo>
                    <a:pt x="83372" y="37531"/>
                  </a:lnTo>
                  <a:lnTo>
                    <a:pt x="83260" y="36471"/>
                  </a:lnTo>
                  <a:lnTo>
                    <a:pt x="83121" y="35440"/>
                  </a:lnTo>
                  <a:lnTo>
                    <a:pt x="82953" y="34408"/>
                  </a:lnTo>
                  <a:lnTo>
                    <a:pt x="82758" y="33376"/>
                  </a:lnTo>
                  <a:lnTo>
                    <a:pt x="82535" y="32345"/>
                  </a:lnTo>
                  <a:lnTo>
                    <a:pt x="82284" y="31341"/>
                  </a:lnTo>
                  <a:lnTo>
                    <a:pt x="82005" y="30365"/>
                  </a:lnTo>
                  <a:lnTo>
                    <a:pt x="81727" y="29361"/>
                  </a:lnTo>
                  <a:lnTo>
                    <a:pt x="81392" y="28385"/>
                  </a:lnTo>
                  <a:lnTo>
                    <a:pt x="81057" y="27437"/>
                  </a:lnTo>
                  <a:lnTo>
                    <a:pt x="80695" y="26461"/>
                  </a:lnTo>
                  <a:lnTo>
                    <a:pt x="80304" y="25541"/>
                  </a:lnTo>
                  <a:lnTo>
                    <a:pt x="79914" y="24593"/>
                  </a:lnTo>
                  <a:lnTo>
                    <a:pt x="79468" y="23673"/>
                  </a:lnTo>
                  <a:lnTo>
                    <a:pt x="79022" y="22781"/>
                  </a:lnTo>
                  <a:lnTo>
                    <a:pt x="78548" y="21888"/>
                  </a:lnTo>
                  <a:lnTo>
                    <a:pt x="78046" y="20996"/>
                  </a:lnTo>
                  <a:lnTo>
                    <a:pt x="77544" y="20132"/>
                  </a:lnTo>
                  <a:lnTo>
                    <a:pt x="77014" y="19267"/>
                  </a:lnTo>
                  <a:lnTo>
                    <a:pt x="76457" y="18431"/>
                  </a:lnTo>
                  <a:lnTo>
                    <a:pt x="75899" y="17594"/>
                  </a:lnTo>
                  <a:lnTo>
                    <a:pt x="75285" y="16786"/>
                  </a:lnTo>
                  <a:lnTo>
                    <a:pt x="74672" y="16005"/>
                  </a:lnTo>
                  <a:lnTo>
                    <a:pt x="74059" y="15224"/>
                  </a:lnTo>
                  <a:lnTo>
                    <a:pt x="73417" y="14444"/>
                  </a:lnTo>
                  <a:lnTo>
                    <a:pt x="72748" y="13691"/>
                  </a:lnTo>
                  <a:lnTo>
                    <a:pt x="72051" y="12966"/>
                  </a:lnTo>
                  <a:lnTo>
                    <a:pt x="71354" y="12241"/>
                  </a:lnTo>
                  <a:lnTo>
                    <a:pt x="70629" y="11544"/>
                  </a:lnTo>
                  <a:lnTo>
                    <a:pt x="69904" y="10847"/>
                  </a:lnTo>
                  <a:lnTo>
                    <a:pt x="69151" y="10205"/>
                  </a:lnTo>
                  <a:lnTo>
                    <a:pt x="68398" y="9536"/>
                  </a:lnTo>
                  <a:lnTo>
                    <a:pt x="67617" y="8923"/>
                  </a:lnTo>
                  <a:lnTo>
                    <a:pt x="66809" y="8309"/>
                  </a:lnTo>
                  <a:lnTo>
                    <a:pt x="66000" y="7724"/>
                  </a:lnTo>
                  <a:lnTo>
                    <a:pt x="65164" y="7138"/>
                  </a:lnTo>
                  <a:lnTo>
                    <a:pt x="64327" y="6580"/>
                  </a:lnTo>
                  <a:lnTo>
                    <a:pt x="63463" y="6051"/>
                  </a:lnTo>
                  <a:lnTo>
                    <a:pt x="62598" y="5549"/>
                  </a:lnTo>
                  <a:lnTo>
                    <a:pt x="61734" y="5047"/>
                  </a:lnTo>
                  <a:lnTo>
                    <a:pt x="60842" y="4573"/>
                  </a:lnTo>
                  <a:lnTo>
                    <a:pt x="59922" y="4127"/>
                  </a:lnTo>
                  <a:lnTo>
                    <a:pt x="59001" y="3708"/>
                  </a:lnTo>
                  <a:lnTo>
                    <a:pt x="58081" y="3290"/>
                  </a:lnTo>
                  <a:lnTo>
                    <a:pt x="57133" y="2900"/>
                  </a:lnTo>
                  <a:lnTo>
                    <a:pt x="56185" y="2537"/>
                  </a:lnTo>
                  <a:lnTo>
                    <a:pt x="55209" y="2203"/>
                  </a:lnTo>
                  <a:lnTo>
                    <a:pt x="54233" y="1868"/>
                  </a:lnTo>
                  <a:lnTo>
                    <a:pt x="53257" y="1589"/>
                  </a:lnTo>
                  <a:lnTo>
                    <a:pt x="52254" y="1311"/>
                  </a:lnTo>
                  <a:lnTo>
                    <a:pt x="51250" y="1060"/>
                  </a:lnTo>
                  <a:lnTo>
                    <a:pt x="50218" y="864"/>
                  </a:lnTo>
                  <a:lnTo>
                    <a:pt x="49214" y="669"/>
                  </a:lnTo>
                  <a:lnTo>
                    <a:pt x="48155" y="474"/>
                  </a:lnTo>
                  <a:lnTo>
                    <a:pt x="47123" y="335"/>
                  </a:lnTo>
                  <a:lnTo>
                    <a:pt x="46064" y="223"/>
                  </a:lnTo>
                  <a:lnTo>
                    <a:pt x="45032" y="112"/>
                  </a:lnTo>
                  <a:lnTo>
                    <a:pt x="43944" y="56"/>
                  </a:lnTo>
                  <a:lnTo>
                    <a:pt x="42885" y="28"/>
                  </a:lnTo>
                  <a:lnTo>
                    <a:pt x="41797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68" name="Google Shape;1568;p18"/>
            <p:cNvSpPr/>
            <p:nvPr/>
          </p:nvSpPr>
          <p:spPr>
            <a:xfrm>
              <a:off x="8523754" y="10"/>
              <a:ext cx="516408" cy="258207"/>
            </a:xfrm>
            <a:custGeom>
              <a:rect b="b" l="l" r="r" t="t"/>
              <a:pathLst>
                <a:path extrusionOk="0" h="41798" w="83595">
                  <a:moveTo>
                    <a:pt x="41797" y="0"/>
                  </a:moveTo>
                  <a:lnTo>
                    <a:pt x="40710" y="28"/>
                  </a:lnTo>
                  <a:lnTo>
                    <a:pt x="39650" y="56"/>
                  </a:lnTo>
                  <a:lnTo>
                    <a:pt x="38591" y="112"/>
                  </a:lnTo>
                  <a:lnTo>
                    <a:pt x="37531" y="223"/>
                  </a:lnTo>
                  <a:lnTo>
                    <a:pt x="36472" y="335"/>
                  </a:lnTo>
                  <a:lnTo>
                    <a:pt x="35440" y="474"/>
                  </a:lnTo>
                  <a:lnTo>
                    <a:pt x="34408" y="669"/>
                  </a:lnTo>
                  <a:lnTo>
                    <a:pt x="33377" y="864"/>
                  </a:lnTo>
                  <a:lnTo>
                    <a:pt x="32373" y="1060"/>
                  </a:lnTo>
                  <a:lnTo>
                    <a:pt x="31369" y="1311"/>
                  </a:lnTo>
                  <a:lnTo>
                    <a:pt x="30365" y="1589"/>
                  </a:lnTo>
                  <a:lnTo>
                    <a:pt x="29361" y="1868"/>
                  </a:lnTo>
                  <a:lnTo>
                    <a:pt x="28385" y="2203"/>
                  </a:lnTo>
                  <a:lnTo>
                    <a:pt x="27437" y="2537"/>
                  </a:lnTo>
                  <a:lnTo>
                    <a:pt x="26489" y="2900"/>
                  </a:lnTo>
                  <a:lnTo>
                    <a:pt x="25541" y="3290"/>
                  </a:lnTo>
                  <a:lnTo>
                    <a:pt x="24593" y="3708"/>
                  </a:lnTo>
                  <a:lnTo>
                    <a:pt x="23673" y="4127"/>
                  </a:lnTo>
                  <a:lnTo>
                    <a:pt x="22781" y="4573"/>
                  </a:lnTo>
                  <a:lnTo>
                    <a:pt x="21889" y="5047"/>
                  </a:lnTo>
                  <a:lnTo>
                    <a:pt x="20996" y="5549"/>
                  </a:lnTo>
                  <a:lnTo>
                    <a:pt x="20132" y="6051"/>
                  </a:lnTo>
                  <a:lnTo>
                    <a:pt x="19267" y="6580"/>
                  </a:lnTo>
                  <a:lnTo>
                    <a:pt x="18431" y="7138"/>
                  </a:lnTo>
                  <a:lnTo>
                    <a:pt x="17594" y="7724"/>
                  </a:lnTo>
                  <a:lnTo>
                    <a:pt x="16786" y="8309"/>
                  </a:lnTo>
                  <a:lnTo>
                    <a:pt x="16005" y="8923"/>
                  </a:lnTo>
                  <a:lnTo>
                    <a:pt x="15224" y="9536"/>
                  </a:lnTo>
                  <a:lnTo>
                    <a:pt x="14444" y="10205"/>
                  </a:lnTo>
                  <a:lnTo>
                    <a:pt x="13691" y="10847"/>
                  </a:lnTo>
                  <a:lnTo>
                    <a:pt x="12966" y="11544"/>
                  </a:lnTo>
                  <a:lnTo>
                    <a:pt x="12241" y="12241"/>
                  </a:lnTo>
                  <a:lnTo>
                    <a:pt x="11544" y="12966"/>
                  </a:lnTo>
                  <a:lnTo>
                    <a:pt x="10875" y="13691"/>
                  </a:lnTo>
                  <a:lnTo>
                    <a:pt x="10205" y="14444"/>
                  </a:lnTo>
                  <a:lnTo>
                    <a:pt x="9564" y="15224"/>
                  </a:lnTo>
                  <a:lnTo>
                    <a:pt x="8923" y="16005"/>
                  </a:lnTo>
                  <a:lnTo>
                    <a:pt x="8309" y="16786"/>
                  </a:lnTo>
                  <a:lnTo>
                    <a:pt x="7724" y="17594"/>
                  </a:lnTo>
                  <a:lnTo>
                    <a:pt x="7138" y="18431"/>
                  </a:lnTo>
                  <a:lnTo>
                    <a:pt x="6581" y="19267"/>
                  </a:lnTo>
                  <a:lnTo>
                    <a:pt x="6051" y="20132"/>
                  </a:lnTo>
                  <a:lnTo>
                    <a:pt x="5549" y="20996"/>
                  </a:lnTo>
                  <a:lnTo>
                    <a:pt x="5047" y="21888"/>
                  </a:lnTo>
                  <a:lnTo>
                    <a:pt x="4573" y="22781"/>
                  </a:lnTo>
                  <a:lnTo>
                    <a:pt x="4127" y="23673"/>
                  </a:lnTo>
                  <a:lnTo>
                    <a:pt x="3709" y="24593"/>
                  </a:lnTo>
                  <a:lnTo>
                    <a:pt x="3290" y="25541"/>
                  </a:lnTo>
                  <a:lnTo>
                    <a:pt x="2900" y="26461"/>
                  </a:lnTo>
                  <a:lnTo>
                    <a:pt x="2537" y="27437"/>
                  </a:lnTo>
                  <a:lnTo>
                    <a:pt x="2203" y="28385"/>
                  </a:lnTo>
                  <a:lnTo>
                    <a:pt x="1896" y="29361"/>
                  </a:lnTo>
                  <a:lnTo>
                    <a:pt x="1589" y="30365"/>
                  </a:lnTo>
                  <a:lnTo>
                    <a:pt x="1311" y="31341"/>
                  </a:lnTo>
                  <a:lnTo>
                    <a:pt x="1087" y="32345"/>
                  </a:lnTo>
                  <a:lnTo>
                    <a:pt x="864" y="33376"/>
                  </a:lnTo>
                  <a:lnTo>
                    <a:pt x="669" y="34408"/>
                  </a:lnTo>
                  <a:lnTo>
                    <a:pt x="502" y="35440"/>
                  </a:lnTo>
                  <a:lnTo>
                    <a:pt x="335" y="36471"/>
                  </a:lnTo>
                  <a:lnTo>
                    <a:pt x="223" y="37531"/>
                  </a:lnTo>
                  <a:lnTo>
                    <a:pt x="139" y="38591"/>
                  </a:lnTo>
                  <a:lnTo>
                    <a:pt x="56" y="39650"/>
                  </a:lnTo>
                  <a:lnTo>
                    <a:pt x="28" y="40710"/>
                  </a:lnTo>
                  <a:lnTo>
                    <a:pt x="0" y="41797"/>
                  </a:lnTo>
                  <a:lnTo>
                    <a:pt x="83595" y="41797"/>
                  </a:lnTo>
                  <a:lnTo>
                    <a:pt x="83595" y="40710"/>
                  </a:lnTo>
                  <a:lnTo>
                    <a:pt x="83539" y="39650"/>
                  </a:lnTo>
                  <a:lnTo>
                    <a:pt x="83483" y="38591"/>
                  </a:lnTo>
                  <a:lnTo>
                    <a:pt x="83372" y="37531"/>
                  </a:lnTo>
                  <a:lnTo>
                    <a:pt x="83260" y="36471"/>
                  </a:lnTo>
                  <a:lnTo>
                    <a:pt x="83121" y="35440"/>
                  </a:lnTo>
                  <a:lnTo>
                    <a:pt x="82953" y="34408"/>
                  </a:lnTo>
                  <a:lnTo>
                    <a:pt x="82758" y="33376"/>
                  </a:lnTo>
                  <a:lnTo>
                    <a:pt x="82535" y="32345"/>
                  </a:lnTo>
                  <a:lnTo>
                    <a:pt x="82284" y="31341"/>
                  </a:lnTo>
                  <a:lnTo>
                    <a:pt x="82005" y="30365"/>
                  </a:lnTo>
                  <a:lnTo>
                    <a:pt x="81727" y="29361"/>
                  </a:lnTo>
                  <a:lnTo>
                    <a:pt x="81392" y="28385"/>
                  </a:lnTo>
                  <a:lnTo>
                    <a:pt x="81057" y="27437"/>
                  </a:lnTo>
                  <a:lnTo>
                    <a:pt x="80695" y="26461"/>
                  </a:lnTo>
                  <a:lnTo>
                    <a:pt x="80304" y="25541"/>
                  </a:lnTo>
                  <a:lnTo>
                    <a:pt x="79914" y="24593"/>
                  </a:lnTo>
                  <a:lnTo>
                    <a:pt x="79468" y="23673"/>
                  </a:lnTo>
                  <a:lnTo>
                    <a:pt x="79022" y="22781"/>
                  </a:lnTo>
                  <a:lnTo>
                    <a:pt x="78548" y="21888"/>
                  </a:lnTo>
                  <a:lnTo>
                    <a:pt x="78046" y="20996"/>
                  </a:lnTo>
                  <a:lnTo>
                    <a:pt x="77544" y="20132"/>
                  </a:lnTo>
                  <a:lnTo>
                    <a:pt x="77014" y="19267"/>
                  </a:lnTo>
                  <a:lnTo>
                    <a:pt x="76457" y="18431"/>
                  </a:lnTo>
                  <a:lnTo>
                    <a:pt x="75899" y="17594"/>
                  </a:lnTo>
                  <a:lnTo>
                    <a:pt x="75285" y="16786"/>
                  </a:lnTo>
                  <a:lnTo>
                    <a:pt x="74672" y="16005"/>
                  </a:lnTo>
                  <a:lnTo>
                    <a:pt x="74059" y="15224"/>
                  </a:lnTo>
                  <a:lnTo>
                    <a:pt x="73417" y="14444"/>
                  </a:lnTo>
                  <a:lnTo>
                    <a:pt x="72748" y="13691"/>
                  </a:lnTo>
                  <a:lnTo>
                    <a:pt x="72051" y="12966"/>
                  </a:lnTo>
                  <a:lnTo>
                    <a:pt x="71354" y="12241"/>
                  </a:lnTo>
                  <a:lnTo>
                    <a:pt x="70629" y="11544"/>
                  </a:lnTo>
                  <a:lnTo>
                    <a:pt x="69904" y="10847"/>
                  </a:lnTo>
                  <a:lnTo>
                    <a:pt x="69151" y="10205"/>
                  </a:lnTo>
                  <a:lnTo>
                    <a:pt x="68398" y="9536"/>
                  </a:lnTo>
                  <a:lnTo>
                    <a:pt x="67617" y="8923"/>
                  </a:lnTo>
                  <a:lnTo>
                    <a:pt x="66809" y="8309"/>
                  </a:lnTo>
                  <a:lnTo>
                    <a:pt x="66000" y="7724"/>
                  </a:lnTo>
                  <a:lnTo>
                    <a:pt x="65164" y="7138"/>
                  </a:lnTo>
                  <a:lnTo>
                    <a:pt x="64327" y="6580"/>
                  </a:lnTo>
                  <a:lnTo>
                    <a:pt x="63463" y="6051"/>
                  </a:lnTo>
                  <a:lnTo>
                    <a:pt x="62598" y="5549"/>
                  </a:lnTo>
                  <a:lnTo>
                    <a:pt x="61734" y="5047"/>
                  </a:lnTo>
                  <a:lnTo>
                    <a:pt x="60842" y="4573"/>
                  </a:lnTo>
                  <a:lnTo>
                    <a:pt x="59922" y="4127"/>
                  </a:lnTo>
                  <a:lnTo>
                    <a:pt x="59001" y="3708"/>
                  </a:lnTo>
                  <a:lnTo>
                    <a:pt x="58081" y="3290"/>
                  </a:lnTo>
                  <a:lnTo>
                    <a:pt x="57133" y="2900"/>
                  </a:lnTo>
                  <a:lnTo>
                    <a:pt x="56185" y="2537"/>
                  </a:lnTo>
                  <a:lnTo>
                    <a:pt x="55209" y="2203"/>
                  </a:lnTo>
                  <a:lnTo>
                    <a:pt x="54233" y="1868"/>
                  </a:lnTo>
                  <a:lnTo>
                    <a:pt x="53257" y="1589"/>
                  </a:lnTo>
                  <a:lnTo>
                    <a:pt x="52254" y="1311"/>
                  </a:lnTo>
                  <a:lnTo>
                    <a:pt x="51250" y="1060"/>
                  </a:lnTo>
                  <a:lnTo>
                    <a:pt x="50218" y="864"/>
                  </a:lnTo>
                  <a:lnTo>
                    <a:pt x="49214" y="669"/>
                  </a:lnTo>
                  <a:lnTo>
                    <a:pt x="48155" y="474"/>
                  </a:lnTo>
                  <a:lnTo>
                    <a:pt x="47123" y="335"/>
                  </a:lnTo>
                  <a:lnTo>
                    <a:pt x="46064" y="223"/>
                  </a:lnTo>
                  <a:lnTo>
                    <a:pt x="45032" y="112"/>
                  </a:lnTo>
                  <a:lnTo>
                    <a:pt x="43944" y="56"/>
                  </a:lnTo>
                  <a:lnTo>
                    <a:pt x="42885" y="28"/>
                  </a:lnTo>
                  <a:lnTo>
                    <a:pt x="41797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569" name="Google Shape;1569;p18"/>
          <p:cNvSpPr/>
          <p:nvPr/>
        </p:nvSpPr>
        <p:spPr>
          <a:xfrm>
            <a:off x="8202150" y="4384722"/>
            <a:ext cx="457237" cy="429412"/>
          </a:xfrm>
          <a:custGeom>
            <a:rect b="b" l="l" r="r" t="t"/>
            <a:pathLst>
              <a:path extrusionOk="0" h="92099" w="98067">
                <a:moveTo>
                  <a:pt x="49019" y="0"/>
                </a:moveTo>
                <a:lnTo>
                  <a:pt x="48824" y="1171"/>
                </a:lnTo>
                <a:lnTo>
                  <a:pt x="48629" y="2064"/>
                </a:lnTo>
                <a:lnTo>
                  <a:pt x="48378" y="3151"/>
                </a:lnTo>
                <a:lnTo>
                  <a:pt x="48071" y="4434"/>
                </a:lnTo>
                <a:lnTo>
                  <a:pt x="47709" y="5884"/>
                </a:lnTo>
                <a:lnTo>
                  <a:pt x="47263" y="7501"/>
                </a:lnTo>
                <a:lnTo>
                  <a:pt x="46733" y="9230"/>
                </a:lnTo>
                <a:lnTo>
                  <a:pt x="46119" y="11070"/>
                </a:lnTo>
                <a:lnTo>
                  <a:pt x="45422" y="13050"/>
                </a:lnTo>
                <a:lnTo>
                  <a:pt x="44641" y="15085"/>
                </a:lnTo>
                <a:lnTo>
                  <a:pt x="43777" y="17177"/>
                </a:lnTo>
                <a:lnTo>
                  <a:pt x="43303" y="18264"/>
                </a:lnTo>
                <a:lnTo>
                  <a:pt x="42801" y="19351"/>
                </a:lnTo>
                <a:lnTo>
                  <a:pt x="42271" y="20439"/>
                </a:lnTo>
                <a:lnTo>
                  <a:pt x="41742" y="21554"/>
                </a:lnTo>
                <a:lnTo>
                  <a:pt x="41156" y="22670"/>
                </a:lnTo>
                <a:lnTo>
                  <a:pt x="40543" y="23785"/>
                </a:lnTo>
                <a:lnTo>
                  <a:pt x="39929" y="24900"/>
                </a:lnTo>
                <a:lnTo>
                  <a:pt x="39260" y="25988"/>
                </a:lnTo>
                <a:lnTo>
                  <a:pt x="38563" y="27103"/>
                </a:lnTo>
                <a:lnTo>
                  <a:pt x="37838" y="28218"/>
                </a:lnTo>
                <a:lnTo>
                  <a:pt x="37113" y="29306"/>
                </a:lnTo>
                <a:lnTo>
                  <a:pt x="36332" y="30421"/>
                </a:lnTo>
                <a:lnTo>
                  <a:pt x="35524" y="31481"/>
                </a:lnTo>
                <a:lnTo>
                  <a:pt x="34687" y="32568"/>
                </a:lnTo>
                <a:lnTo>
                  <a:pt x="33795" y="33600"/>
                </a:lnTo>
                <a:lnTo>
                  <a:pt x="32903" y="34659"/>
                </a:lnTo>
                <a:lnTo>
                  <a:pt x="31954" y="35663"/>
                </a:lnTo>
                <a:lnTo>
                  <a:pt x="30979" y="36667"/>
                </a:lnTo>
                <a:lnTo>
                  <a:pt x="29975" y="37643"/>
                </a:lnTo>
                <a:lnTo>
                  <a:pt x="28943" y="38591"/>
                </a:lnTo>
                <a:lnTo>
                  <a:pt x="27856" y="39511"/>
                </a:lnTo>
                <a:lnTo>
                  <a:pt x="26740" y="40403"/>
                </a:lnTo>
                <a:lnTo>
                  <a:pt x="25597" y="41268"/>
                </a:lnTo>
                <a:lnTo>
                  <a:pt x="24426" y="42104"/>
                </a:lnTo>
                <a:lnTo>
                  <a:pt x="23199" y="42885"/>
                </a:lnTo>
                <a:lnTo>
                  <a:pt x="21944" y="43638"/>
                </a:lnTo>
                <a:lnTo>
                  <a:pt x="20634" y="44363"/>
                </a:lnTo>
                <a:lnTo>
                  <a:pt x="19295" y="45060"/>
                </a:lnTo>
                <a:lnTo>
                  <a:pt x="17929" y="45673"/>
                </a:lnTo>
                <a:lnTo>
                  <a:pt x="16507" y="46287"/>
                </a:lnTo>
                <a:lnTo>
                  <a:pt x="15057" y="46816"/>
                </a:lnTo>
                <a:lnTo>
                  <a:pt x="13551" y="47318"/>
                </a:lnTo>
                <a:lnTo>
                  <a:pt x="12018" y="47765"/>
                </a:lnTo>
                <a:lnTo>
                  <a:pt x="10428" y="48155"/>
                </a:lnTo>
                <a:lnTo>
                  <a:pt x="8811" y="48489"/>
                </a:lnTo>
                <a:lnTo>
                  <a:pt x="7138" y="48768"/>
                </a:lnTo>
                <a:lnTo>
                  <a:pt x="5409" y="48991"/>
                </a:lnTo>
                <a:lnTo>
                  <a:pt x="3653" y="49159"/>
                </a:lnTo>
                <a:lnTo>
                  <a:pt x="1868" y="49242"/>
                </a:lnTo>
                <a:lnTo>
                  <a:pt x="948" y="49270"/>
                </a:lnTo>
                <a:lnTo>
                  <a:pt x="0" y="49298"/>
                </a:lnTo>
                <a:lnTo>
                  <a:pt x="474" y="49438"/>
                </a:lnTo>
                <a:lnTo>
                  <a:pt x="1840" y="49856"/>
                </a:lnTo>
                <a:lnTo>
                  <a:pt x="3959" y="50581"/>
                </a:lnTo>
                <a:lnTo>
                  <a:pt x="5270" y="51055"/>
                </a:lnTo>
                <a:lnTo>
                  <a:pt x="6720" y="51585"/>
                </a:lnTo>
                <a:lnTo>
                  <a:pt x="8309" y="52226"/>
                </a:lnTo>
                <a:lnTo>
                  <a:pt x="10010" y="52951"/>
                </a:lnTo>
                <a:lnTo>
                  <a:pt x="11823" y="53732"/>
                </a:lnTo>
                <a:lnTo>
                  <a:pt x="13719" y="54624"/>
                </a:lnTo>
                <a:lnTo>
                  <a:pt x="15698" y="55600"/>
                </a:lnTo>
                <a:lnTo>
                  <a:pt x="17762" y="56631"/>
                </a:lnTo>
                <a:lnTo>
                  <a:pt x="19853" y="57775"/>
                </a:lnTo>
                <a:lnTo>
                  <a:pt x="21972" y="59001"/>
                </a:lnTo>
                <a:lnTo>
                  <a:pt x="23032" y="59671"/>
                </a:lnTo>
                <a:lnTo>
                  <a:pt x="24119" y="60340"/>
                </a:lnTo>
                <a:lnTo>
                  <a:pt x="25179" y="61037"/>
                </a:lnTo>
                <a:lnTo>
                  <a:pt x="26266" y="61762"/>
                </a:lnTo>
                <a:lnTo>
                  <a:pt x="27354" y="62487"/>
                </a:lnTo>
                <a:lnTo>
                  <a:pt x="28413" y="63268"/>
                </a:lnTo>
                <a:lnTo>
                  <a:pt x="29473" y="64048"/>
                </a:lnTo>
                <a:lnTo>
                  <a:pt x="30532" y="64857"/>
                </a:lnTo>
                <a:lnTo>
                  <a:pt x="31592" y="65693"/>
                </a:lnTo>
                <a:lnTo>
                  <a:pt x="32624" y="66558"/>
                </a:lnTo>
                <a:lnTo>
                  <a:pt x="33627" y="67450"/>
                </a:lnTo>
                <a:lnTo>
                  <a:pt x="34659" y="68370"/>
                </a:lnTo>
                <a:lnTo>
                  <a:pt x="35635" y="69290"/>
                </a:lnTo>
                <a:lnTo>
                  <a:pt x="36611" y="70266"/>
                </a:lnTo>
                <a:lnTo>
                  <a:pt x="37559" y="71242"/>
                </a:lnTo>
                <a:lnTo>
                  <a:pt x="38507" y="72274"/>
                </a:lnTo>
                <a:lnTo>
                  <a:pt x="39399" y="73306"/>
                </a:lnTo>
                <a:lnTo>
                  <a:pt x="40292" y="74365"/>
                </a:lnTo>
                <a:lnTo>
                  <a:pt x="41156" y="75453"/>
                </a:lnTo>
                <a:lnTo>
                  <a:pt x="41993" y="76568"/>
                </a:lnTo>
                <a:lnTo>
                  <a:pt x="42773" y="77711"/>
                </a:lnTo>
                <a:lnTo>
                  <a:pt x="43554" y="78882"/>
                </a:lnTo>
                <a:lnTo>
                  <a:pt x="44279" y="80081"/>
                </a:lnTo>
                <a:lnTo>
                  <a:pt x="44976" y="81308"/>
                </a:lnTo>
                <a:lnTo>
                  <a:pt x="45617" y="82563"/>
                </a:lnTo>
                <a:lnTo>
                  <a:pt x="46259" y="83846"/>
                </a:lnTo>
                <a:lnTo>
                  <a:pt x="46816" y="85156"/>
                </a:lnTo>
                <a:lnTo>
                  <a:pt x="47374" y="86494"/>
                </a:lnTo>
                <a:lnTo>
                  <a:pt x="47848" y="87833"/>
                </a:lnTo>
                <a:lnTo>
                  <a:pt x="48294" y="89227"/>
                </a:lnTo>
                <a:lnTo>
                  <a:pt x="48685" y="90649"/>
                </a:lnTo>
                <a:lnTo>
                  <a:pt x="49019" y="92099"/>
                </a:lnTo>
                <a:lnTo>
                  <a:pt x="49382" y="90649"/>
                </a:lnTo>
                <a:lnTo>
                  <a:pt x="49772" y="89227"/>
                </a:lnTo>
                <a:lnTo>
                  <a:pt x="50218" y="87833"/>
                </a:lnTo>
                <a:lnTo>
                  <a:pt x="50692" y="86494"/>
                </a:lnTo>
                <a:lnTo>
                  <a:pt x="51250" y="85156"/>
                </a:lnTo>
                <a:lnTo>
                  <a:pt x="51808" y="83846"/>
                </a:lnTo>
                <a:lnTo>
                  <a:pt x="52421" y="82563"/>
                </a:lnTo>
                <a:lnTo>
                  <a:pt x="53090" y="81308"/>
                </a:lnTo>
                <a:lnTo>
                  <a:pt x="53787" y="80081"/>
                </a:lnTo>
                <a:lnTo>
                  <a:pt x="54512" y="78882"/>
                </a:lnTo>
                <a:lnTo>
                  <a:pt x="55293" y="77711"/>
                </a:lnTo>
                <a:lnTo>
                  <a:pt x="56074" y="76568"/>
                </a:lnTo>
                <a:lnTo>
                  <a:pt x="56910" y="75453"/>
                </a:lnTo>
                <a:lnTo>
                  <a:pt x="57775" y="74365"/>
                </a:lnTo>
                <a:lnTo>
                  <a:pt x="58639" y="73306"/>
                </a:lnTo>
                <a:lnTo>
                  <a:pt x="59559" y="72274"/>
                </a:lnTo>
                <a:lnTo>
                  <a:pt x="60479" y="71242"/>
                </a:lnTo>
                <a:lnTo>
                  <a:pt x="61455" y="70266"/>
                </a:lnTo>
                <a:lnTo>
                  <a:pt x="62431" y="69290"/>
                </a:lnTo>
                <a:lnTo>
                  <a:pt x="63407" y="68370"/>
                </a:lnTo>
                <a:lnTo>
                  <a:pt x="64411" y="67450"/>
                </a:lnTo>
                <a:lnTo>
                  <a:pt x="65443" y="66558"/>
                </a:lnTo>
                <a:lnTo>
                  <a:pt x="66474" y="65693"/>
                </a:lnTo>
                <a:lnTo>
                  <a:pt x="67534" y="64857"/>
                </a:lnTo>
                <a:lnTo>
                  <a:pt x="68593" y="64048"/>
                </a:lnTo>
                <a:lnTo>
                  <a:pt x="69653" y="63268"/>
                </a:lnTo>
                <a:lnTo>
                  <a:pt x="70713" y="62487"/>
                </a:lnTo>
                <a:lnTo>
                  <a:pt x="71800" y="61762"/>
                </a:lnTo>
                <a:lnTo>
                  <a:pt x="72860" y="61037"/>
                </a:lnTo>
                <a:lnTo>
                  <a:pt x="73947" y="60340"/>
                </a:lnTo>
                <a:lnTo>
                  <a:pt x="75034" y="59671"/>
                </a:lnTo>
                <a:lnTo>
                  <a:pt x="76094" y="59001"/>
                </a:lnTo>
                <a:lnTo>
                  <a:pt x="78213" y="57775"/>
                </a:lnTo>
                <a:lnTo>
                  <a:pt x="80304" y="56631"/>
                </a:lnTo>
                <a:lnTo>
                  <a:pt x="82368" y="55600"/>
                </a:lnTo>
                <a:lnTo>
                  <a:pt x="84348" y="54624"/>
                </a:lnTo>
                <a:lnTo>
                  <a:pt x="86244" y="53732"/>
                </a:lnTo>
                <a:lnTo>
                  <a:pt x="88056" y="52951"/>
                </a:lnTo>
                <a:lnTo>
                  <a:pt x="89757" y="52226"/>
                </a:lnTo>
                <a:lnTo>
                  <a:pt x="91346" y="51585"/>
                </a:lnTo>
                <a:lnTo>
                  <a:pt x="92796" y="51055"/>
                </a:lnTo>
                <a:lnTo>
                  <a:pt x="94107" y="50581"/>
                </a:lnTo>
                <a:lnTo>
                  <a:pt x="96226" y="49856"/>
                </a:lnTo>
                <a:lnTo>
                  <a:pt x="97592" y="49438"/>
                </a:lnTo>
                <a:lnTo>
                  <a:pt x="98066" y="49298"/>
                </a:lnTo>
                <a:lnTo>
                  <a:pt x="97118" y="49270"/>
                </a:lnTo>
                <a:lnTo>
                  <a:pt x="96198" y="49242"/>
                </a:lnTo>
                <a:lnTo>
                  <a:pt x="94413" y="49159"/>
                </a:lnTo>
                <a:lnTo>
                  <a:pt x="92657" y="48991"/>
                </a:lnTo>
                <a:lnTo>
                  <a:pt x="90928" y="48768"/>
                </a:lnTo>
                <a:lnTo>
                  <a:pt x="89255" y="48489"/>
                </a:lnTo>
                <a:lnTo>
                  <a:pt x="87638" y="48155"/>
                </a:lnTo>
                <a:lnTo>
                  <a:pt x="86048" y="47765"/>
                </a:lnTo>
                <a:lnTo>
                  <a:pt x="84515" y="47318"/>
                </a:lnTo>
                <a:lnTo>
                  <a:pt x="83009" y="46816"/>
                </a:lnTo>
                <a:lnTo>
                  <a:pt x="81559" y="46287"/>
                </a:lnTo>
                <a:lnTo>
                  <a:pt x="80137" y="45673"/>
                </a:lnTo>
                <a:lnTo>
                  <a:pt x="78771" y="45060"/>
                </a:lnTo>
                <a:lnTo>
                  <a:pt x="77432" y="44363"/>
                </a:lnTo>
                <a:lnTo>
                  <a:pt x="76122" y="43638"/>
                </a:lnTo>
                <a:lnTo>
                  <a:pt x="74867" y="42885"/>
                </a:lnTo>
                <a:lnTo>
                  <a:pt x="73640" y="42104"/>
                </a:lnTo>
                <a:lnTo>
                  <a:pt x="72469" y="41268"/>
                </a:lnTo>
                <a:lnTo>
                  <a:pt x="71298" y="40403"/>
                </a:lnTo>
                <a:lnTo>
                  <a:pt x="70211" y="39511"/>
                </a:lnTo>
                <a:lnTo>
                  <a:pt x="69123" y="38591"/>
                </a:lnTo>
                <a:lnTo>
                  <a:pt x="68091" y="37643"/>
                </a:lnTo>
                <a:lnTo>
                  <a:pt x="67088" y="36667"/>
                </a:lnTo>
                <a:lnTo>
                  <a:pt x="66112" y="35663"/>
                </a:lnTo>
                <a:lnTo>
                  <a:pt x="65164" y="34659"/>
                </a:lnTo>
                <a:lnTo>
                  <a:pt x="64271" y="33600"/>
                </a:lnTo>
                <a:lnTo>
                  <a:pt x="63379" y="32568"/>
                </a:lnTo>
                <a:lnTo>
                  <a:pt x="62543" y="31481"/>
                </a:lnTo>
                <a:lnTo>
                  <a:pt x="61734" y="30421"/>
                </a:lnTo>
                <a:lnTo>
                  <a:pt x="60953" y="29306"/>
                </a:lnTo>
                <a:lnTo>
                  <a:pt x="60200" y="28218"/>
                </a:lnTo>
                <a:lnTo>
                  <a:pt x="59503" y="27103"/>
                </a:lnTo>
                <a:lnTo>
                  <a:pt x="58806" y="25988"/>
                </a:lnTo>
                <a:lnTo>
                  <a:pt x="58137" y="24900"/>
                </a:lnTo>
                <a:lnTo>
                  <a:pt x="57524" y="23785"/>
                </a:lnTo>
                <a:lnTo>
                  <a:pt x="56910" y="22670"/>
                </a:lnTo>
                <a:lnTo>
                  <a:pt x="56325" y="21554"/>
                </a:lnTo>
                <a:lnTo>
                  <a:pt x="55795" y="20439"/>
                </a:lnTo>
                <a:lnTo>
                  <a:pt x="55265" y="19351"/>
                </a:lnTo>
                <a:lnTo>
                  <a:pt x="54763" y="18264"/>
                </a:lnTo>
                <a:lnTo>
                  <a:pt x="54289" y="17177"/>
                </a:lnTo>
                <a:lnTo>
                  <a:pt x="53425" y="15085"/>
                </a:lnTo>
                <a:lnTo>
                  <a:pt x="52644" y="13050"/>
                </a:lnTo>
                <a:lnTo>
                  <a:pt x="51947" y="11070"/>
                </a:lnTo>
                <a:lnTo>
                  <a:pt x="51334" y="9230"/>
                </a:lnTo>
                <a:lnTo>
                  <a:pt x="50804" y="7501"/>
                </a:lnTo>
                <a:lnTo>
                  <a:pt x="50358" y="5884"/>
                </a:lnTo>
                <a:lnTo>
                  <a:pt x="49995" y="4434"/>
                </a:lnTo>
                <a:lnTo>
                  <a:pt x="49688" y="3151"/>
                </a:lnTo>
                <a:lnTo>
                  <a:pt x="49437" y="2064"/>
                </a:lnTo>
                <a:lnTo>
                  <a:pt x="49242" y="1171"/>
                </a:lnTo>
                <a:lnTo>
                  <a:pt x="49019" y="0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70" name="Google Shape;1570;p18"/>
          <p:cNvSpPr/>
          <p:nvPr/>
        </p:nvSpPr>
        <p:spPr>
          <a:xfrm>
            <a:off x="484600" y="280722"/>
            <a:ext cx="457237" cy="429412"/>
          </a:xfrm>
          <a:custGeom>
            <a:rect b="b" l="l" r="r" t="t"/>
            <a:pathLst>
              <a:path extrusionOk="0" h="92099" w="98067">
                <a:moveTo>
                  <a:pt x="49019" y="0"/>
                </a:moveTo>
                <a:lnTo>
                  <a:pt x="48824" y="1171"/>
                </a:lnTo>
                <a:lnTo>
                  <a:pt x="48629" y="2064"/>
                </a:lnTo>
                <a:lnTo>
                  <a:pt x="48378" y="3151"/>
                </a:lnTo>
                <a:lnTo>
                  <a:pt x="48071" y="4434"/>
                </a:lnTo>
                <a:lnTo>
                  <a:pt x="47709" y="5884"/>
                </a:lnTo>
                <a:lnTo>
                  <a:pt x="47263" y="7501"/>
                </a:lnTo>
                <a:lnTo>
                  <a:pt x="46733" y="9230"/>
                </a:lnTo>
                <a:lnTo>
                  <a:pt x="46119" y="11070"/>
                </a:lnTo>
                <a:lnTo>
                  <a:pt x="45422" y="13050"/>
                </a:lnTo>
                <a:lnTo>
                  <a:pt x="44641" y="15085"/>
                </a:lnTo>
                <a:lnTo>
                  <a:pt x="43777" y="17177"/>
                </a:lnTo>
                <a:lnTo>
                  <a:pt x="43303" y="18264"/>
                </a:lnTo>
                <a:lnTo>
                  <a:pt x="42801" y="19351"/>
                </a:lnTo>
                <a:lnTo>
                  <a:pt x="42271" y="20439"/>
                </a:lnTo>
                <a:lnTo>
                  <a:pt x="41742" y="21554"/>
                </a:lnTo>
                <a:lnTo>
                  <a:pt x="41156" y="22670"/>
                </a:lnTo>
                <a:lnTo>
                  <a:pt x="40543" y="23785"/>
                </a:lnTo>
                <a:lnTo>
                  <a:pt x="39929" y="24900"/>
                </a:lnTo>
                <a:lnTo>
                  <a:pt x="39260" y="25988"/>
                </a:lnTo>
                <a:lnTo>
                  <a:pt x="38563" y="27103"/>
                </a:lnTo>
                <a:lnTo>
                  <a:pt x="37838" y="28218"/>
                </a:lnTo>
                <a:lnTo>
                  <a:pt x="37113" y="29306"/>
                </a:lnTo>
                <a:lnTo>
                  <a:pt x="36332" y="30421"/>
                </a:lnTo>
                <a:lnTo>
                  <a:pt x="35524" y="31481"/>
                </a:lnTo>
                <a:lnTo>
                  <a:pt x="34687" y="32568"/>
                </a:lnTo>
                <a:lnTo>
                  <a:pt x="33795" y="33600"/>
                </a:lnTo>
                <a:lnTo>
                  <a:pt x="32903" y="34659"/>
                </a:lnTo>
                <a:lnTo>
                  <a:pt x="31954" y="35663"/>
                </a:lnTo>
                <a:lnTo>
                  <a:pt x="30979" y="36667"/>
                </a:lnTo>
                <a:lnTo>
                  <a:pt x="29975" y="37643"/>
                </a:lnTo>
                <a:lnTo>
                  <a:pt x="28943" y="38591"/>
                </a:lnTo>
                <a:lnTo>
                  <a:pt x="27856" y="39511"/>
                </a:lnTo>
                <a:lnTo>
                  <a:pt x="26740" y="40403"/>
                </a:lnTo>
                <a:lnTo>
                  <a:pt x="25597" y="41268"/>
                </a:lnTo>
                <a:lnTo>
                  <a:pt x="24426" y="42104"/>
                </a:lnTo>
                <a:lnTo>
                  <a:pt x="23199" y="42885"/>
                </a:lnTo>
                <a:lnTo>
                  <a:pt x="21944" y="43638"/>
                </a:lnTo>
                <a:lnTo>
                  <a:pt x="20634" y="44363"/>
                </a:lnTo>
                <a:lnTo>
                  <a:pt x="19295" y="45060"/>
                </a:lnTo>
                <a:lnTo>
                  <a:pt x="17929" y="45673"/>
                </a:lnTo>
                <a:lnTo>
                  <a:pt x="16507" y="46287"/>
                </a:lnTo>
                <a:lnTo>
                  <a:pt x="15057" y="46816"/>
                </a:lnTo>
                <a:lnTo>
                  <a:pt x="13551" y="47318"/>
                </a:lnTo>
                <a:lnTo>
                  <a:pt x="12018" y="47765"/>
                </a:lnTo>
                <a:lnTo>
                  <a:pt x="10428" y="48155"/>
                </a:lnTo>
                <a:lnTo>
                  <a:pt x="8811" y="48489"/>
                </a:lnTo>
                <a:lnTo>
                  <a:pt x="7138" y="48768"/>
                </a:lnTo>
                <a:lnTo>
                  <a:pt x="5409" y="48991"/>
                </a:lnTo>
                <a:lnTo>
                  <a:pt x="3653" y="49159"/>
                </a:lnTo>
                <a:lnTo>
                  <a:pt x="1868" y="49242"/>
                </a:lnTo>
                <a:lnTo>
                  <a:pt x="948" y="49270"/>
                </a:lnTo>
                <a:lnTo>
                  <a:pt x="0" y="49298"/>
                </a:lnTo>
                <a:lnTo>
                  <a:pt x="474" y="49438"/>
                </a:lnTo>
                <a:lnTo>
                  <a:pt x="1840" y="49856"/>
                </a:lnTo>
                <a:lnTo>
                  <a:pt x="3959" y="50581"/>
                </a:lnTo>
                <a:lnTo>
                  <a:pt x="5270" y="51055"/>
                </a:lnTo>
                <a:lnTo>
                  <a:pt x="6720" y="51585"/>
                </a:lnTo>
                <a:lnTo>
                  <a:pt x="8309" y="52226"/>
                </a:lnTo>
                <a:lnTo>
                  <a:pt x="10010" y="52951"/>
                </a:lnTo>
                <a:lnTo>
                  <a:pt x="11823" y="53732"/>
                </a:lnTo>
                <a:lnTo>
                  <a:pt x="13719" y="54624"/>
                </a:lnTo>
                <a:lnTo>
                  <a:pt x="15698" y="55600"/>
                </a:lnTo>
                <a:lnTo>
                  <a:pt x="17762" y="56631"/>
                </a:lnTo>
                <a:lnTo>
                  <a:pt x="19853" y="57775"/>
                </a:lnTo>
                <a:lnTo>
                  <a:pt x="21972" y="59001"/>
                </a:lnTo>
                <a:lnTo>
                  <a:pt x="23032" y="59671"/>
                </a:lnTo>
                <a:lnTo>
                  <a:pt x="24119" y="60340"/>
                </a:lnTo>
                <a:lnTo>
                  <a:pt x="25179" y="61037"/>
                </a:lnTo>
                <a:lnTo>
                  <a:pt x="26266" y="61762"/>
                </a:lnTo>
                <a:lnTo>
                  <a:pt x="27354" y="62487"/>
                </a:lnTo>
                <a:lnTo>
                  <a:pt x="28413" y="63268"/>
                </a:lnTo>
                <a:lnTo>
                  <a:pt x="29473" y="64048"/>
                </a:lnTo>
                <a:lnTo>
                  <a:pt x="30532" y="64857"/>
                </a:lnTo>
                <a:lnTo>
                  <a:pt x="31592" y="65693"/>
                </a:lnTo>
                <a:lnTo>
                  <a:pt x="32624" y="66558"/>
                </a:lnTo>
                <a:lnTo>
                  <a:pt x="33627" y="67450"/>
                </a:lnTo>
                <a:lnTo>
                  <a:pt x="34659" y="68370"/>
                </a:lnTo>
                <a:lnTo>
                  <a:pt x="35635" y="69290"/>
                </a:lnTo>
                <a:lnTo>
                  <a:pt x="36611" y="70266"/>
                </a:lnTo>
                <a:lnTo>
                  <a:pt x="37559" y="71242"/>
                </a:lnTo>
                <a:lnTo>
                  <a:pt x="38507" y="72274"/>
                </a:lnTo>
                <a:lnTo>
                  <a:pt x="39399" y="73306"/>
                </a:lnTo>
                <a:lnTo>
                  <a:pt x="40292" y="74365"/>
                </a:lnTo>
                <a:lnTo>
                  <a:pt x="41156" y="75453"/>
                </a:lnTo>
                <a:lnTo>
                  <a:pt x="41993" y="76568"/>
                </a:lnTo>
                <a:lnTo>
                  <a:pt x="42773" y="77711"/>
                </a:lnTo>
                <a:lnTo>
                  <a:pt x="43554" y="78882"/>
                </a:lnTo>
                <a:lnTo>
                  <a:pt x="44279" y="80081"/>
                </a:lnTo>
                <a:lnTo>
                  <a:pt x="44976" y="81308"/>
                </a:lnTo>
                <a:lnTo>
                  <a:pt x="45617" y="82563"/>
                </a:lnTo>
                <a:lnTo>
                  <a:pt x="46259" y="83846"/>
                </a:lnTo>
                <a:lnTo>
                  <a:pt x="46816" y="85156"/>
                </a:lnTo>
                <a:lnTo>
                  <a:pt x="47374" y="86494"/>
                </a:lnTo>
                <a:lnTo>
                  <a:pt x="47848" y="87833"/>
                </a:lnTo>
                <a:lnTo>
                  <a:pt x="48294" y="89227"/>
                </a:lnTo>
                <a:lnTo>
                  <a:pt x="48685" y="90649"/>
                </a:lnTo>
                <a:lnTo>
                  <a:pt x="49019" y="92099"/>
                </a:lnTo>
                <a:lnTo>
                  <a:pt x="49382" y="90649"/>
                </a:lnTo>
                <a:lnTo>
                  <a:pt x="49772" y="89227"/>
                </a:lnTo>
                <a:lnTo>
                  <a:pt x="50218" y="87833"/>
                </a:lnTo>
                <a:lnTo>
                  <a:pt x="50692" y="86494"/>
                </a:lnTo>
                <a:lnTo>
                  <a:pt x="51250" y="85156"/>
                </a:lnTo>
                <a:lnTo>
                  <a:pt x="51808" y="83846"/>
                </a:lnTo>
                <a:lnTo>
                  <a:pt x="52421" y="82563"/>
                </a:lnTo>
                <a:lnTo>
                  <a:pt x="53090" y="81308"/>
                </a:lnTo>
                <a:lnTo>
                  <a:pt x="53787" y="80081"/>
                </a:lnTo>
                <a:lnTo>
                  <a:pt x="54512" y="78882"/>
                </a:lnTo>
                <a:lnTo>
                  <a:pt x="55293" y="77711"/>
                </a:lnTo>
                <a:lnTo>
                  <a:pt x="56074" y="76568"/>
                </a:lnTo>
                <a:lnTo>
                  <a:pt x="56910" y="75453"/>
                </a:lnTo>
                <a:lnTo>
                  <a:pt x="57775" y="74365"/>
                </a:lnTo>
                <a:lnTo>
                  <a:pt x="58639" y="73306"/>
                </a:lnTo>
                <a:lnTo>
                  <a:pt x="59559" y="72274"/>
                </a:lnTo>
                <a:lnTo>
                  <a:pt x="60479" y="71242"/>
                </a:lnTo>
                <a:lnTo>
                  <a:pt x="61455" y="70266"/>
                </a:lnTo>
                <a:lnTo>
                  <a:pt x="62431" y="69290"/>
                </a:lnTo>
                <a:lnTo>
                  <a:pt x="63407" y="68370"/>
                </a:lnTo>
                <a:lnTo>
                  <a:pt x="64411" y="67450"/>
                </a:lnTo>
                <a:lnTo>
                  <a:pt x="65443" y="66558"/>
                </a:lnTo>
                <a:lnTo>
                  <a:pt x="66474" y="65693"/>
                </a:lnTo>
                <a:lnTo>
                  <a:pt x="67534" y="64857"/>
                </a:lnTo>
                <a:lnTo>
                  <a:pt x="68593" y="64048"/>
                </a:lnTo>
                <a:lnTo>
                  <a:pt x="69653" y="63268"/>
                </a:lnTo>
                <a:lnTo>
                  <a:pt x="70713" y="62487"/>
                </a:lnTo>
                <a:lnTo>
                  <a:pt x="71800" y="61762"/>
                </a:lnTo>
                <a:lnTo>
                  <a:pt x="72860" y="61037"/>
                </a:lnTo>
                <a:lnTo>
                  <a:pt x="73947" y="60340"/>
                </a:lnTo>
                <a:lnTo>
                  <a:pt x="75034" y="59671"/>
                </a:lnTo>
                <a:lnTo>
                  <a:pt x="76094" y="59001"/>
                </a:lnTo>
                <a:lnTo>
                  <a:pt x="78213" y="57775"/>
                </a:lnTo>
                <a:lnTo>
                  <a:pt x="80304" y="56631"/>
                </a:lnTo>
                <a:lnTo>
                  <a:pt x="82368" y="55600"/>
                </a:lnTo>
                <a:lnTo>
                  <a:pt x="84348" y="54624"/>
                </a:lnTo>
                <a:lnTo>
                  <a:pt x="86244" y="53732"/>
                </a:lnTo>
                <a:lnTo>
                  <a:pt x="88056" y="52951"/>
                </a:lnTo>
                <a:lnTo>
                  <a:pt x="89757" y="52226"/>
                </a:lnTo>
                <a:lnTo>
                  <a:pt x="91346" y="51585"/>
                </a:lnTo>
                <a:lnTo>
                  <a:pt x="92796" y="51055"/>
                </a:lnTo>
                <a:lnTo>
                  <a:pt x="94107" y="50581"/>
                </a:lnTo>
                <a:lnTo>
                  <a:pt x="96226" y="49856"/>
                </a:lnTo>
                <a:lnTo>
                  <a:pt x="97592" y="49438"/>
                </a:lnTo>
                <a:lnTo>
                  <a:pt x="98066" y="49298"/>
                </a:lnTo>
                <a:lnTo>
                  <a:pt x="97118" y="49270"/>
                </a:lnTo>
                <a:lnTo>
                  <a:pt x="96198" y="49242"/>
                </a:lnTo>
                <a:lnTo>
                  <a:pt x="94413" y="49159"/>
                </a:lnTo>
                <a:lnTo>
                  <a:pt x="92657" y="48991"/>
                </a:lnTo>
                <a:lnTo>
                  <a:pt x="90928" y="48768"/>
                </a:lnTo>
                <a:lnTo>
                  <a:pt x="89255" y="48489"/>
                </a:lnTo>
                <a:lnTo>
                  <a:pt x="87638" y="48155"/>
                </a:lnTo>
                <a:lnTo>
                  <a:pt x="86048" y="47765"/>
                </a:lnTo>
                <a:lnTo>
                  <a:pt x="84515" y="47318"/>
                </a:lnTo>
                <a:lnTo>
                  <a:pt x="83009" y="46816"/>
                </a:lnTo>
                <a:lnTo>
                  <a:pt x="81559" y="46287"/>
                </a:lnTo>
                <a:lnTo>
                  <a:pt x="80137" y="45673"/>
                </a:lnTo>
                <a:lnTo>
                  <a:pt x="78771" y="45060"/>
                </a:lnTo>
                <a:lnTo>
                  <a:pt x="77432" y="44363"/>
                </a:lnTo>
                <a:lnTo>
                  <a:pt x="76122" y="43638"/>
                </a:lnTo>
                <a:lnTo>
                  <a:pt x="74867" y="42885"/>
                </a:lnTo>
                <a:lnTo>
                  <a:pt x="73640" y="42104"/>
                </a:lnTo>
                <a:lnTo>
                  <a:pt x="72469" y="41268"/>
                </a:lnTo>
                <a:lnTo>
                  <a:pt x="71298" y="40403"/>
                </a:lnTo>
                <a:lnTo>
                  <a:pt x="70211" y="39511"/>
                </a:lnTo>
                <a:lnTo>
                  <a:pt x="69123" y="38591"/>
                </a:lnTo>
                <a:lnTo>
                  <a:pt x="68091" y="37643"/>
                </a:lnTo>
                <a:lnTo>
                  <a:pt x="67088" y="36667"/>
                </a:lnTo>
                <a:lnTo>
                  <a:pt x="66112" y="35663"/>
                </a:lnTo>
                <a:lnTo>
                  <a:pt x="65164" y="34659"/>
                </a:lnTo>
                <a:lnTo>
                  <a:pt x="64271" y="33600"/>
                </a:lnTo>
                <a:lnTo>
                  <a:pt x="63379" y="32568"/>
                </a:lnTo>
                <a:lnTo>
                  <a:pt x="62543" y="31481"/>
                </a:lnTo>
                <a:lnTo>
                  <a:pt x="61734" y="30421"/>
                </a:lnTo>
                <a:lnTo>
                  <a:pt x="60953" y="29306"/>
                </a:lnTo>
                <a:lnTo>
                  <a:pt x="60200" y="28218"/>
                </a:lnTo>
                <a:lnTo>
                  <a:pt x="59503" y="27103"/>
                </a:lnTo>
                <a:lnTo>
                  <a:pt x="58806" y="25988"/>
                </a:lnTo>
                <a:lnTo>
                  <a:pt x="58137" y="24900"/>
                </a:lnTo>
                <a:lnTo>
                  <a:pt x="57524" y="23785"/>
                </a:lnTo>
                <a:lnTo>
                  <a:pt x="56910" y="22670"/>
                </a:lnTo>
                <a:lnTo>
                  <a:pt x="56325" y="21554"/>
                </a:lnTo>
                <a:lnTo>
                  <a:pt x="55795" y="20439"/>
                </a:lnTo>
                <a:lnTo>
                  <a:pt x="55265" y="19351"/>
                </a:lnTo>
                <a:lnTo>
                  <a:pt x="54763" y="18264"/>
                </a:lnTo>
                <a:lnTo>
                  <a:pt x="54289" y="17177"/>
                </a:lnTo>
                <a:lnTo>
                  <a:pt x="53425" y="15085"/>
                </a:lnTo>
                <a:lnTo>
                  <a:pt x="52644" y="13050"/>
                </a:lnTo>
                <a:lnTo>
                  <a:pt x="51947" y="11070"/>
                </a:lnTo>
                <a:lnTo>
                  <a:pt x="51334" y="9230"/>
                </a:lnTo>
                <a:lnTo>
                  <a:pt x="50804" y="7501"/>
                </a:lnTo>
                <a:lnTo>
                  <a:pt x="50358" y="5884"/>
                </a:lnTo>
                <a:lnTo>
                  <a:pt x="49995" y="4434"/>
                </a:lnTo>
                <a:lnTo>
                  <a:pt x="49688" y="3151"/>
                </a:lnTo>
                <a:lnTo>
                  <a:pt x="49437" y="2064"/>
                </a:lnTo>
                <a:lnTo>
                  <a:pt x="49242" y="1171"/>
                </a:lnTo>
                <a:lnTo>
                  <a:pt x="49019" y="0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571" name="Google Shape;1571;p18"/>
          <p:cNvGrpSpPr/>
          <p:nvPr/>
        </p:nvGrpSpPr>
        <p:grpSpPr>
          <a:xfrm flipH="1" rot="2700000">
            <a:off x="-2243747" y="347213"/>
            <a:ext cx="2946912" cy="1512954"/>
            <a:chOff x="-1306807" y="-1638114"/>
            <a:chExt cx="2946940" cy="1512969"/>
          </a:xfrm>
        </p:grpSpPr>
        <p:sp>
          <p:nvSpPr>
            <p:cNvPr id="1572" name="Google Shape;1572;p18"/>
            <p:cNvSpPr/>
            <p:nvPr/>
          </p:nvSpPr>
          <p:spPr>
            <a:xfrm flipH="1">
              <a:off x="-1306807" y="-1638114"/>
              <a:ext cx="2946940" cy="1512969"/>
            </a:xfrm>
            <a:custGeom>
              <a:rect b="b" l="l" r="r" t="t"/>
              <a:pathLst>
                <a:path extrusionOk="0" h="27062" w="52711">
                  <a:moveTo>
                    <a:pt x="48008" y="81"/>
                  </a:moveTo>
                  <a:lnTo>
                    <a:pt x="48654" y="122"/>
                  </a:lnTo>
                  <a:lnTo>
                    <a:pt x="49300" y="202"/>
                  </a:lnTo>
                  <a:lnTo>
                    <a:pt x="49623" y="243"/>
                  </a:lnTo>
                  <a:lnTo>
                    <a:pt x="49946" y="323"/>
                  </a:lnTo>
                  <a:lnTo>
                    <a:pt x="50248" y="404"/>
                  </a:lnTo>
                  <a:lnTo>
                    <a:pt x="50551" y="485"/>
                  </a:lnTo>
                  <a:lnTo>
                    <a:pt x="50854" y="606"/>
                  </a:lnTo>
                  <a:lnTo>
                    <a:pt x="51156" y="727"/>
                  </a:lnTo>
                  <a:lnTo>
                    <a:pt x="51399" y="848"/>
                  </a:lnTo>
                  <a:lnTo>
                    <a:pt x="51621" y="989"/>
                  </a:lnTo>
                  <a:lnTo>
                    <a:pt x="51822" y="1131"/>
                  </a:lnTo>
                  <a:lnTo>
                    <a:pt x="52004" y="1272"/>
                  </a:lnTo>
                  <a:lnTo>
                    <a:pt x="52165" y="1413"/>
                  </a:lnTo>
                  <a:lnTo>
                    <a:pt x="52287" y="1575"/>
                  </a:lnTo>
                  <a:lnTo>
                    <a:pt x="52408" y="1756"/>
                  </a:lnTo>
                  <a:lnTo>
                    <a:pt x="52488" y="1938"/>
                  </a:lnTo>
                  <a:lnTo>
                    <a:pt x="52569" y="2180"/>
                  </a:lnTo>
                  <a:lnTo>
                    <a:pt x="52609" y="2301"/>
                  </a:lnTo>
                  <a:lnTo>
                    <a:pt x="52630" y="2442"/>
                  </a:lnTo>
                  <a:lnTo>
                    <a:pt x="52630" y="2604"/>
                  </a:lnTo>
                  <a:lnTo>
                    <a:pt x="52609" y="2765"/>
                  </a:lnTo>
                  <a:lnTo>
                    <a:pt x="52589" y="2947"/>
                  </a:lnTo>
                  <a:lnTo>
                    <a:pt x="52549" y="3128"/>
                  </a:lnTo>
                  <a:lnTo>
                    <a:pt x="52488" y="3330"/>
                  </a:lnTo>
                  <a:lnTo>
                    <a:pt x="52408" y="3532"/>
                  </a:lnTo>
                  <a:lnTo>
                    <a:pt x="52307" y="3754"/>
                  </a:lnTo>
                  <a:lnTo>
                    <a:pt x="52186" y="3976"/>
                  </a:lnTo>
                  <a:lnTo>
                    <a:pt x="52024" y="4218"/>
                  </a:lnTo>
                  <a:lnTo>
                    <a:pt x="51843" y="4460"/>
                  </a:lnTo>
                  <a:lnTo>
                    <a:pt x="51641" y="4702"/>
                  </a:lnTo>
                  <a:lnTo>
                    <a:pt x="51399" y="4965"/>
                  </a:lnTo>
                  <a:lnTo>
                    <a:pt x="50854" y="5530"/>
                  </a:lnTo>
                  <a:lnTo>
                    <a:pt x="50269" y="6075"/>
                  </a:lnTo>
                  <a:lnTo>
                    <a:pt x="49118" y="7124"/>
                  </a:lnTo>
                  <a:lnTo>
                    <a:pt x="48311" y="7851"/>
                  </a:lnTo>
                  <a:lnTo>
                    <a:pt x="47524" y="8597"/>
                  </a:lnTo>
                  <a:lnTo>
                    <a:pt x="47141" y="8981"/>
                  </a:lnTo>
                  <a:lnTo>
                    <a:pt x="46777" y="9364"/>
                  </a:lnTo>
                  <a:lnTo>
                    <a:pt x="46414" y="9747"/>
                  </a:lnTo>
                  <a:lnTo>
                    <a:pt x="46071" y="10151"/>
                  </a:lnTo>
                  <a:lnTo>
                    <a:pt x="45748" y="10555"/>
                  </a:lnTo>
                  <a:lnTo>
                    <a:pt x="45446" y="10978"/>
                  </a:lnTo>
                  <a:lnTo>
                    <a:pt x="45163" y="11422"/>
                  </a:lnTo>
                  <a:lnTo>
                    <a:pt x="44901" y="11866"/>
                  </a:lnTo>
                  <a:lnTo>
                    <a:pt x="44658" y="12331"/>
                  </a:lnTo>
                  <a:lnTo>
                    <a:pt x="44457" y="12795"/>
                  </a:lnTo>
                  <a:lnTo>
                    <a:pt x="44295" y="13299"/>
                  </a:lnTo>
                  <a:lnTo>
                    <a:pt x="44154" y="13804"/>
                  </a:lnTo>
                  <a:lnTo>
                    <a:pt x="44093" y="14127"/>
                  </a:lnTo>
                  <a:lnTo>
                    <a:pt x="44033" y="14449"/>
                  </a:lnTo>
                  <a:lnTo>
                    <a:pt x="43972" y="15095"/>
                  </a:lnTo>
                  <a:lnTo>
                    <a:pt x="43932" y="15761"/>
                  </a:lnTo>
                  <a:lnTo>
                    <a:pt x="43912" y="16407"/>
                  </a:lnTo>
                  <a:lnTo>
                    <a:pt x="43871" y="17194"/>
                  </a:lnTo>
                  <a:lnTo>
                    <a:pt x="43811" y="17981"/>
                  </a:lnTo>
                  <a:lnTo>
                    <a:pt x="43771" y="18385"/>
                  </a:lnTo>
                  <a:lnTo>
                    <a:pt x="43710" y="18768"/>
                  </a:lnTo>
                  <a:lnTo>
                    <a:pt x="43609" y="19151"/>
                  </a:lnTo>
                  <a:lnTo>
                    <a:pt x="43508" y="19535"/>
                  </a:lnTo>
                  <a:lnTo>
                    <a:pt x="43306" y="20039"/>
                  </a:lnTo>
                  <a:lnTo>
                    <a:pt x="43064" y="20544"/>
                  </a:lnTo>
                  <a:lnTo>
                    <a:pt x="42782" y="21028"/>
                  </a:lnTo>
                  <a:lnTo>
                    <a:pt x="42459" y="21492"/>
                  </a:lnTo>
                  <a:lnTo>
                    <a:pt x="42096" y="21936"/>
                  </a:lnTo>
                  <a:lnTo>
                    <a:pt x="41692" y="22360"/>
                  </a:lnTo>
                  <a:lnTo>
                    <a:pt x="41248" y="22764"/>
                  </a:lnTo>
                  <a:lnTo>
                    <a:pt x="40784" y="23127"/>
                  </a:lnTo>
                  <a:lnTo>
                    <a:pt x="40300" y="23470"/>
                  </a:lnTo>
                  <a:lnTo>
                    <a:pt x="39795" y="23773"/>
                  </a:lnTo>
                  <a:lnTo>
                    <a:pt x="39270" y="24035"/>
                  </a:lnTo>
                  <a:lnTo>
                    <a:pt x="38746" y="24277"/>
                  </a:lnTo>
                  <a:lnTo>
                    <a:pt x="38181" y="24479"/>
                  </a:lnTo>
                  <a:lnTo>
                    <a:pt x="37636" y="24640"/>
                  </a:lnTo>
                  <a:lnTo>
                    <a:pt x="37071" y="24782"/>
                  </a:lnTo>
                  <a:lnTo>
                    <a:pt x="36506" y="24862"/>
                  </a:lnTo>
                  <a:lnTo>
                    <a:pt x="34790" y="25125"/>
                  </a:lnTo>
                  <a:lnTo>
                    <a:pt x="32894" y="25387"/>
                  </a:lnTo>
                  <a:lnTo>
                    <a:pt x="30250" y="25791"/>
                  </a:lnTo>
                  <a:lnTo>
                    <a:pt x="27485" y="26174"/>
                  </a:lnTo>
                  <a:lnTo>
                    <a:pt x="26093" y="26356"/>
                  </a:lnTo>
                  <a:lnTo>
                    <a:pt x="24680" y="26517"/>
                  </a:lnTo>
                  <a:lnTo>
                    <a:pt x="23247" y="26679"/>
                  </a:lnTo>
                  <a:lnTo>
                    <a:pt x="21855" y="26800"/>
                  </a:lnTo>
                  <a:lnTo>
                    <a:pt x="20564" y="26901"/>
                  </a:lnTo>
                  <a:lnTo>
                    <a:pt x="19252" y="26961"/>
                  </a:lnTo>
                  <a:lnTo>
                    <a:pt x="17900" y="26981"/>
                  </a:lnTo>
                  <a:lnTo>
                    <a:pt x="16548" y="26961"/>
                  </a:lnTo>
                  <a:lnTo>
                    <a:pt x="15175" y="26901"/>
                  </a:lnTo>
                  <a:lnTo>
                    <a:pt x="13783" y="26820"/>
                  </a:lnTo>
                  <a:lnTo>
                    <a:pt x="12370" y="26699"/>
                  </a:lnTo>
                  <a:lnTo>
                    <a:pt x="10958" y="26558"/>
                  </a:lnTo>
                  <a:lnTo>
                    <a:pt x="10837" y="26537"/>
                  </a:lnTo>
                  <a:lnTo>
                    <a:pt x="9626" y="26396"/>
                  </a:lnTo>
                  <a:lnTo>
                    <a:pt x="8334" y="26214"/>
                  </a:lnTo>
                  <a:lnTo>
                    <a:pt x="7648" y="26093"/>
                  </a:lnTo>
                  <a:lnTo>
                    <a:pt x="6962" y="25972"/>
                  </a:lnTo>
                  <a:lnTo>
                    <a:pt x="6276" y="25851"/>
                  </a:lnTo>
                  <a:lnTo>
                    <a:pt x="5590" y="25690"/>
                  </a:lnTo>
                  <a:lnTo>
                    <a:pt x="4924" y="25508"/>
                  </a:lnTo>
                  <a:lnTo>
                    <a:pt x="4258" y="25327"/>
                  </a:lnTo>
                  <a:lnTo>
                    <a:pt x="3612" y="25105"/>
                  </a:lnTo>
                  <a:lnTo>
                    <a:pt x="3007" y="24862"/>
                  </a:lnTo>
                  <a:lnTo>
                    <a:pt x="2422" y="24580"/>
                  </a:lnTo>
                  <a:lnTo>
                    <a:pt x="1877" y="24277"/>
                  </a:lnTo>
                  <a:lnTo>
                    <a:pt x="1614" y="24136"/>
                  </a:lnTo>
                  <a:lnTo>
                    <a:pt x="1372" y="23954"/>
                  </a:lnTo>
                  <a:lnTo>
                    <a:pt x="1130" y="23773"/>
                  </a:lnTo>
                  <a:lnTo>
                    <a:pt x="908" y="23591"/>
                  </a:lnTo>
                  <a:lnTo>
                    <a:pt x="727" y="23409"/>
                  </a:lnTo>
                  <a:lnTo>
                    <a:pt x="545" y="23208"/>
                  </a:lnTo>
                  <a:lnTo>
                    <a:pt x="404" y="23026"/>
                  </a:lnTo>
                  <a:lnTo>
                    <a:pt x="283" y="22824"/>
                  </a:lnTo>
                  <a:lnTo>
                    <a:pt x="202" y="22643"/>
                  </a:lnTo>
                  <a:lnTo>
                    <a:pt x="121" y="22441"/>
                  </a:lnTo>
                  <a:lnTo>
                    <a:pt x="101" y="22239"/>
                  </a:lnTo>
                  <a:lnTo>
                    <a:pt x="81" y="22037"/>
                  </a:lnTo>
                  <a:lnTo>
                    <a:pt x="101" y="21815"/>
                  </a:lnTo>
                  <a:lnTo>
                    <a:pt x="141" y="21593"/>
                  </a:lnTo>
                  <a:lnTo>
                    <a:pt x="202" y="21371"/>
                  </a:lnTo>
                  <a:lnTo>
                    <a:pt x="303" y="21149"/>
                  </a:lnTo>
                  <a:lnTo>
                    <a:pt x="424" y="20947"/>
                  </a:lnTo>
                  <a:lnTo>
                    <a:pt x="565" y="20725"/>
                  </a:lnTo>
                  <a:lnTo>
                    <a:pt x="706" y="20524"/>
                  </a:lnTo>
                  <a:lnTo>
                    <a:pt x="888" y="20302"/>
                  </a:lnTo>
                  <a:lnTo>
                    <a:pt x="1251" y="19898"/>
                  </a:lnTo>
                  <a:lnTo>
                    <a:pt x="1675" y="19494"/>
                  </a:lnTo>
                  <a:lnTo>
                    <a:pt x="2099" y="19111"/>
                  </a:lnTo>
                  <a:lnTo>
                    <a:pt x="2543" y="18748"/>
                  </a:lnTo>
                  <a:lnTo>
                    <a:pt x="3168" y="18183"/>
                  </a:lnTo>
                  <a:lnTo>
                    <a:pt x="3451" y="17920"/>
                  </a:lnTo>
                  <a:lnTo>
                    <a:pt x="3713" y="17658"/>
                  </a:lnTo>
                  <a:lnTo>
                    <a:pt x="4641" y="16669"/>
                  </a:lnTo>
                  <a:lnTo>
                    <a:pt x="5570" y="15701"/>
                  </a:lnTo>
                  <a:lnTo>
                    <a:pt x="6498" y="14793"/>
                  </a:lnTo>
                  <a:lnTo>
                    <a:pt x="7426" y="13925"/>
                  </a:lnTo>
                  <a:lnTo>
                    <a:pt x="8375" y="13097"/>
                  </a:lnTo>
                  <a:lnTo>
                    <a:pt x="9323" y="12310"/>
                  </a:lnTo>
                  <a:lnTo>
                    <a:pt x="10272" y="11564"/>
                  </a:lnTo>
                  <a:lnTo>
                    <a:pt x="11240" y="10857"/>
                  </a:lnTo>
                  <a:lnTo>
                    <a:pt x="12370" y="10091"/>
                  </a:lnTo>
                  <a:lnTo>
                    <a:pt x="13521" y="9324"/>
                  </a:lnTo>
                  <a:lnTo>
                    <a:pt x="14711" y="8597"/>
                  </a:lnTo>
                  <a:lnTo>
                    <a:pt x="15922" y="7911"/>
                  </a:lnTo>
                  <a:lnTo>
                    <a:pt x="17153" y="7245"/>
                  </a:lnTo>
                  <a:lnTo>
                    <a:pt x="18424" y="6599"/>
                  </a:lnTo>
                  <a:lnTo>
                    <a:pt x="19716" y="5994"/>
                  </a:lnTo>
                  <a:lnTo>
                    <a:pt x="21028" y="5429"/>
                  </a:lnTo>
                  <a:lnTo>
                    <a:pt x="22380" y="4864"/>
                  </a:lnTo>
                  <a:lnTo>
                    <a:pt x="23752" y="4339"/>
                  </a:lnTo>
                  <a:lnTo>
                    <a:pt x="25165" y="3855"/>
                  </a:lnTo>
                  <a:lnTo>
                    <a:pt x="26597" y="3391"/>
                  </a:lnTo>
                  <a:lnTo>
                    <a:pt x="28050" y="2967"/>
                  </a:lnTo>
                  <a:lnTo>
                    <a:pt x="29544" y="2563"/>
                  </a:lnTo>
                  <a:lnTo>
                    <a:pt x="31037" y="2180"/>
                  </a:lnTo>
                  <a:lnTo>
                    <a:pt x="32591" y="1837"/>
                  </a:lnTo>
                  <a:lnTo>
                    <a:pt x="34145" y="1514"/>
                  </a:lnTo>
                  <a:lnTo>
                    <a:pt x="35739" y="1231"/>
                  </a:lnTo>
                  <a:lnTo>
                    <a:pt x="37374" y="989"/>
                  </a:lnTo>
                  <a:lnTo>
                    <a:pt x="39028" y="747"/>
                  </a:lnTo>
                  <a:lnTo>
                    <a:pt x="40723" y="566"/>
                  </a:lnTo>
                  <a:lnTo>
                    <a:pt x="42439" y="384"/>
                  </a:lnTo>
                  <a:lnTo>
                    <a:pt x="44194" y="243"/>
                  </a:lnTo>
                  <a:lnTo>
                    <a:pt x="45970" y="142"/>
                  </a:lnTo>
                  <a:lnTo>
                    <a:pt x="46656" y="101"/>
                  </a:lnTo>
                  <a:lnTo>
                    <a:pt x="47342" y="81"/>
                  </a:lnTo>
                  <a:close/>
                  <a:moveTo>
                    <a:pt x="47302" y="1"/>
                  </a:moveTo>
                  <a:lnTo>
                    <a:pt x="46636" y="21"/>
                  </a:lnTo>
                  <a:lnTo>
                    <a:pt x="45970" y="61"/>
                  </a:lnTo>
                  <a:lnTo>
                    <a:pt x="44194" y="162"/>
                  </a:lnTo>
                  <a:lnTo>
                    <a:pt x="42439" y="303"/>
                  </a:lnTo>
                  <a:lnTo>
                    <a:pt x="40703" y="485"/>
                  </a:lnTo>
                  <a:lnTo>
                    <a:pt x="39028" y="666"/>
                  </a:lnTo>
                  <a:lnTo>
                    <a:pt x="37353" y="909"/>
                  </a:lnTo>
                  <a:lnTo>
                    <a:pt x="35739" y="1151"/>
                  </a:lnTo>
                  <a:lnTo>
                    <a:pt x="34145" y="1453"/>
                  </a:lnTo>
                  <a:lnTo>
                    <a:pt x="32571" y="1756"/>
                  </a:lnTo>
                  <a:lnTo>
                    <a:pt x="31017" y="2099"/>
                  </a:lnTo>
                  <a:lnTo>
                    <a:pt x="29523" y="2483"/>
                  </a:lnTo>
                  <a:lnTo>
                    <a:pt x="28030" y="2886"/>
                  </a:lnTo>
                  <a:lnTo>
                    <a:pt x="26577" y="3310"/>
                  </a:lnTo>
                  <a:lnTo>
                    <a:pt x="25144" y="3774"/>
                  </a:lnTo>
                  <a:lnTo>
                    <a:pt x="23732" y="4279"/>
                  </a:lnTo>
                  <a:lnTo>
                    <a:pt x="22339" y="4803"/>
                  </a:lnTo>
                  <a:lnTo>
                    <a:pt x="20987" y="5348"/>
                  </a:lnTo>
                  <a:lnTo>
                    <a:pt x="19676" y="5933"/>
                  </a:lnTo>
                  <a:lnTo>
                    <a:pt x="18384" y="6539"/>
                  </a:lnTo>
                  <a:lnTo>
                    <a:pt x="17113" y="7164"/>
                  </a:lnTo>
                  <a:lnTo>
                    <a:pt x="15882" y="7830"/>
                  </a:lnTo>
                  <a:lnTo>
                    <a:pt x="14671" y="8537"/>
                  </a:lnTo>
                  <a:lnTo>
                    <a:pt x="13480" y="9263"/>
                  </a:lnTo>
                  <a:lnTo>
                    <a:pt x="12330" y="10010"/>
                  </a:lnTo>
                  <a:lnTo>
                    <a:pt x="11200" y="10797"/>
                  </a:lnTo>
                  <a:lnTo>
                    <a:pt x="10231" y="11503"/>
                  </a:lnTo>
                  <a:lnTo>
                    <a:pt x="9263" y="12250"/>
                  </a:lnTo>
                  <a:lnTo>
                    <a:pt x="8314" y="13037"/>
                  </a:lnTo>
                  <a:lnTo>
                    <a:pt x="7386" y="13864"/>
                  </a:lnTo>
                  <a:lnTo>
                    <a:pt x="6438" y="14732"/>
                  </a:lnTo>
                  <a:lnTo>
                    <a:pt x="5509" y="15640"/>
                  </a:lnTo>
                  <a:lnTo>
                    <a:pt x="4581" y="16609"/>
                  </a:lnTo>
                  <a:lnTo>
                    <a:pt x="3653" y="17598"/>
                  </a:lnTo>
                  <a:lnTo>
                    <a:pt x="3390" y="17860"/>
                  </a:lnTo>
                  <a:lnTo>
                    <a:pt x="3108" y="18122"/>
                  </a:lnTo>
                  <a:lnTo>
                    <a:pt x="2482" y="18687"/>
                  </a:lnTo>
                  <a:lnTo>
                    <a:pt x="2038" y="19051"/>
                  </a:lnTo>
                  <a:lnTo>
                    <a:pt x="1614" y="19454"/>
                  </a:lnTo>
                  <a:lnTo>
                    <a:pt x="1191" y="19858"/>
                  </a:lnTo>
                  <a:lnTo>
                    <a:pt x="807" y="20261"/>
                  </a:lnTo>
                  <a:lnTo>
                    <a:pt x="646" y="20483"/>
                  </a:lnTo>
                  <a:lnTo>
                    <a:pt x="484" y="20685"/>
                  </a:lnTo>
                  <a:lnTo>
                    <a:pt x="343" y="20907"/>
                  </a:lnTo>
                  <a:lnTo>
                    <a:pt x="222" y="21129"/>
                  </a:lnTo>
                  <a:lnTo>
                    <a:pt x="141" y="21351"/>
                  </a:lnTo>
                  <a:lnTo>
                    <a:pt x="61" y="21573"/>
                  </a:lnTo>
                  <a:lnTo>
                    <a:pt x="20" y="21795"/>
                  </a:lnTo>
                  <a:lnTo>
                    <a:pt x="0" y="22037"/>
                  </a:lnTo>
                  <a:lnTo>
                    <a:pt x="20" y="22239"/>
                  </a:lnTo>
                  <a:lnTo>
                    <a:pt x="61" y="22441"/>
                  </a:lnTo>
                  <a:lnTo>
                    <a:pt x="121" y="22663"/>
                  </a:lnTo>
                  <a:lnTo>
                    <a:pt x="222" y="22865"/>
                  </a:lnTo>
                  <a:lnTo>
                    <a:pt x="343" y="23066"/>
                  </a:lnTo>
                  <a:lnTo>
                    <a:pt x="484" y="23268"/>
                  </a:lnTo>
                  <a:lnTo>
                    <a:pt x="666" y="23470"/>
                  </a:lnTo>
                  <a:lnTo>
                    <a:pt x="868" y="23652"/>
                  </a:lnTo>
                  <a:lnTo>
                    <a:pt x="1090" y="23833"/>
                  </a:lnTo>
                  <a:lnTo>
                    <a:pt x="1312" y="24015"/>
                  </a:lnTo>
                  <a:lnTo>
                    <a:pt x="1574" y="24196"/>
                  </a:lnTo>
                  <a:lnTo>
                    <a:pt x="1836" y="24358"/>
                  </a:lnTo>
                  <a:lnTo>
                    <a:pt x="2381" y="24661"/>
                  </a:lnTo>
                  <a:lnTo>
                    <a:pt x="2967" y="24923"/>
                  </a:lnTo>
                  <a:lnTo>
                    <a:pt x="3592" y="25165"/>
                  </a:lnTo>
                  <a:lnTo>
                    <a:pt x="4218" y="25387"/>
                  </a:lnTo>
                  <a:lnTo>
                    <a:pt x="4884" y="25589"/>
                  </a:lnTo>
                  <a:lnTo>
                    <a:pt x="5570" y="25770"/>
                  </a:lnTo>
                  <a:lnTo>
                    <a:pt x="6256" y="25912"/>
                  </a:lnTo>
                  <a:lnTo>
                    <a:pt x="6942" y="26053"/>
                  </a:lnTo>
                  <a:lnTo>
                    <a:pt x="7628" y="26174"/>
                  </a:lnTo>
                  <a:lnTo>
                    <a:pt x="8314" y="26295"/>
                  </a:lnTo>
                  <a:lnTo>
                    <a:pt x="9606" y="26477"/>
                  </a:lnTo>
                  <a:lnTo>
                    <a:pt x="10817" y="26618"/>
                  </a:lnTo>
                  <a:lnTo>
                    <a:pt x="10938" y="26638"/>
                  </a:lnTo>
                  <a:lnTo>
                    <a:pt x="11826" y="26739"/>
                  </a:lnTo>
                  <a:lnTo>
                    <a:pt x="12693" y="26820"/>
                  </a:lnTo>
                  <a:lnTo>
                    <a:pt x="13561" y="26880"/>
                  </a:lnTo>
                  <a:lnTo>
                    <a:pt x="14429" y="26941"/>
                  </a:lnTo>
                  <a:lnTo>
                    <a:pt x="15276" y="27001"/>
                  </a:lnTo>
                  <a:lnTo>
                    <a:pt x="16124" y="27022"/>
                  </a:lnTo>
                  <a:lnTo>
                    <a:pt x="16971" y="27042"/>
                  </a:lnTo>
                  <a:lnTo>
                    <a:pt x="17799" y="27062"/>
                  </a:lnTo>
                  <a:lnTo>
                    <a:pt x="18828" y="27042"/>
                  </a:lnTo>
                  <a:lnTo>
                    <a:pt x="19857" y="27022"/>
                  </a:lnTo>
                  <a:lnTo>
                    <a:pt x="20866" y="26961"/>
                  </a:lnTo>
                  <a:lnTo>
                    <a:pt x="21855" y="26880"/>
                  </a:lnTo>
                  <a:lnTo>
                    <a:pt x="23268" y="26759"/>
                  </a:lnTo>
                  <a:lnTo>
                    <a:pt x="24680" y="26598"/>
                  </a:lnTo>
                  <a:lnTo>
                    <a:pt x="26093" y="26436"/>
                  </a:lnTo>
                  <a:lnTo>
                    <a:pt x="27505" y="26255"/>
                  </a:lnTo>
                  <a:lnTo>
                    <a:pt x="30270" y="25871"/>
                  </a:lnTo>
                  <a:lnTo>
                    <a:pt x="32914" y="25468"/>
                  </a:lnTo>
                  <a:lnTo>
                    <a:pt x="34790" y="25205"/>
                  </a:lnTo>
                  <a:lnTo>
                    <a:pt x="36506" y="24943"/>
                  </a:lnTo>
                  <a:lnTo>
                    <a:pt x="37091" y="24862"/>
                  </a:lnTo>
                  <a:lnTo>
                    <a:pt x="37656" y="24721"/>
                  </a:lnTo>
                  <a:lnTo>
                    <a:pt x="38221" y="24539"/>
                  </a:lnTo>
                  <a:lnTo>
                    <a:pt x="38766" y="24338"/>
                  </a:lnTo>
                  <a:lnTo>
                    <a:pt x="39311" y="24096"/>
                  </a:lnTo>
                  <a:lnTo>
                    <a:pt x="39835" y="23833"/>
                  </a:lnTo>
                  <a:lnTo>
                    <a:pt x="40340" y="23530"/>
                  </a:lnTo>
                  <a:lnTo>
                    <a:pt x="40824" y="23208"/>
                  </a:lnTo>
                  <a:lnTo>
                    <a:pt x="41309" y="22824"/>
                  </a:lnTo>
                  <a:lnTo>
                    <a:pt x="41753" y="22421"/>
                  </a:lnTo>
                  <a:lnTo>
                    <a:pt x="42156" y="21977"/>
                  </a:lnTo>
                  <a:lnTo>
                    <a:pt x="42540" y="21533"/>
                  </a:lnTo>
                  <a:lnTo>
                    <a:pt x="42862" y="21069"/>
                  </a:lnTo>
                  <a:lnTo>
                    <a:pt x="43145" y="20584"/>
                  </a:lnTo>
                  <a:lnTo>
                    <a:pt x="43387" y="20080"/>
                  </a:lnTo>
                  <a:lnTo>
                    <a:pt x="43589" y="19555"/>
                  </a:lnTo>
                  <a:lnTo>
                    <a:pt x="43690" y="19172"/>
                  </a:lnTo>
                  <a:lnTo>
                    <a:pt x="43771" y="18788"/>
                  </a:lnTo>
                  <a:lnTo>
                    <a:pt x="43851" y="18385"/>
                  </a:lnTo>
                  <a:lnTo>
                    <a:pt x="43892" y="18001"/>
                  </a:lnTo>
                  <a:lnTo>
                    <a:pt x="43952" y="17194"/>
                  </a:lnTo>
                  <a:lnTo>
                    <a:pt x="43993" y="16407"/>
                  </a:lnTo>
                  <a:lnTo>
                    <a:pt x="44013" y="15761"/>
                  </a:lnTo>
                  <a:lnTo>
                    <a:pt x="44053" y="15115"/>
                  </a:lnTo>
                  <a:lnTo>
                    <a:pt x="44114" y="14449"/>
                  </a:lnTo>
                  <a:lnTo>
                    <a:pt x="44174" y="14147"/>
                  </a:lnTo>
                  <a:lnTo>
                    <a:pt x="44235" y="13824"/>
                  </a:lnTo>
                  <a:lnTo>
                    <a:pt x="44376" y="13319"/>
                  </a:lnTo>
                  <a:lnTo>
                    <a:pt x="44537" y="12815"/>
                  </a:lnTo>
                  <a:lnTo>
                    <a:pt x="44739" y="12351"/>
                  </a:lnTo>
                  <a:lnTo>
                    <a:pt x="44981" y="11887"/>
                  </a:lnTo>
                  <a:lnTo>
                    <a:pt x="45224" y="11443"/>
                  </a:lnTo>
                  <a:lnTo>
                    <a:pt x="45506" y="11019"/>
                  </a:lnTo>
                  <a:lnTo>
                    <a:pt x="45809" y="10595"/>
                  </a:lnTo>
                  <a:lnTo>
                    <a:pt x="46152" y="10191"/>
                  </a:lnTo>
                  <a:lnTo>
                    <a:pt x="46475" y="9788"/>
                  </a:lnTo>
                  <a:lnTo>
                    <a:pt x="46838" y="9404"/>
                  </a:lnTo>
                  <a:lnTo>
                    <a:pt x="47201" y="9021"/>
                  </a:lnTo>
                  <a:lnTo>
                    <a:pt x="47585" y="8658"/>
                  </a:lnTo>
                  <a:lnTo>
                    <a:pt x="48372" y="7911"/>
                  </a:lnTo>
                  <a:lnTo>
                    <a:pt x="49159" y="7185"/>
                  </a:lnTo>
                  <a:lnTo>
                    <a:pt x="50329" y="6135"/>
                  </a:lnTo>
                  <a:lnTo>
                    <a:pt x="50894" y="5590"/>
                  </a:lnTo>
                  <a:lnTo>
                    <a:pt x="51459" y="5025"/>
                  </a:lnTo>
                  <a:lnTo>
                    <a:pt x="51742" y="4702"/>
                  </a:lnTo>
                  <a:lnTo>
                    <a:pt x="52024" y="4359"/>
                  </a:lnTo>
                  <a:lnTo>
                    <a:pt x="52266" y="3976"/>
                  </a:lnTo>
                  <a:lnTo>
                    <a:pt x="52387" y="3774"/>
                  </a:lnTo>
                  <a:lnTo>
                    <a:pt x="52468" y="3572"/>
                  </a:lnTo>
                  <a:lnTo>
                    <a:pt x="52569" y="3371"/>
                  </a:lnTo>
                  <a:lnTo>
                    <a:pt x="52630" y="3169"/>
                  </a:lnTo>
                  <a:lnTo>
                    <a:pt x="52670" y="2947"/>
                  </a:lnTo>
                  <a:lnTo>
                    <a:pt x="52710" y="2745"/>
                  </a:lnTo>
                  <a:lnTo>
                    <a:pt x="52710" y="2523"/>
                  </a:lnTo>
                  <a:lnTo>
                    <a:pt x="52690" y="2321"/>
                  </a:lnTo>
                  <a:lnTo>
                    <a:pt x="52650" y="2099"/>
                  </a:lnTo>
                  <a:lnTo>
                    <a:pt x="52569" y="1897"/>
                  </a:lnTo>
                  <a:lnTo>
                    <a:pt x="52468" y="1716"/>
                  </a:lnTo>
                  <a:lnTo>
                    <a:pt x="52367" y="1534"/>
                  </a:lnTo>
                  <a:lnTo>
                    <a:pt x="52226" y="1373"/>
                  </a:lnTo>
                  <a:lnTo>
                    <a:pt x="52065" y="1211"/>
                  </a:lnTo>
                  <a:lnTo>
                    <a:pt x="51883" y="1070"/>
                  </a:lnTo>
                  <a:lnTo>
                    <a:pt x="51661" y="909"/>
                  </a:lnTo>
                  <a:lnTo>
                    <a:pt x="51439" y="788"/>
                  </a:lnTo>
                  <a:lnTo>
                    <a:pt x="51197" y="666"/>
                  </a:lnTo>
                  <a:lnTo>
                    <a:pt x="50894" y="525"/>
                  </a:lnTo>
                  <a:lnTo>
                    <a:pt x="50571" y="424"/>
                  </a:lnTo>
                  <a:lnTo>
                    <a:pt x="50269" y="323"/>
                  </a:lnTo>
                  <a:lnTo>
                    <a:pt x="49946" y="243"/>
                  </a:lnTo>
                  <a:lnTo>
                    <a:pt x="49623" y="182"/>
                  </a:lnTo>
                  <a:lnTo>
                    <a:pt x="49300" y="122"/>
                  </a:lnTo>
                  <a:lnTo>
                    <a:pt x="48654" y="41"/>
                  </a:lnTo>
                  <a:lnTo>
                    <a:pt x="47988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73" name="Google Shape;1573;p18"/>
            <p:cNvSpPr/>
            <p:nvPr/>
          </p:nvSpPr>
          <p:spPr>
            <a:xfrm flipH="1">
              <a:off x="-1104859" y="-1581704"/>
              <a:ext cx="2259893" cy="1045918"/>
            </a:xfrm>
            <a:custGeom>
              <a:rect b="b" l="l" r="r" t="t"/>
              <a:pathLst>
                <a:path extrusionOk="0" h="18708" w="40422">
                  <a:moveTo>
                    <a:pt x="37434" y="81"/>
                  </a:moveTo>
                  <a:lnTo>
                    <a:pt x="37919" y="101"/>
                  </a:lnTo>
                  <a:lnTo>
                    <a:pt x="38403" y="162"/>
                  </a:lnTo>
                  <a:lnTo>
                    <a:pt x="38887" y="263"/>
                  </a:lnTo>
                  <a:lnTo>
                    <a:pt x="39372" y="384"/>
                  </a:lnTo>
                  <a:lnTo>
                    <a:pt x="39634" y="485"/>
                  </a:lnTo>
                  <a:lnTo>
                    <a:pt x="39796" y="566"/>
                  </a:lnTo>
                  <a:lnTo>
                    <a:pt x="39957" y="666"/>
                  </a:lnTo>
                  <a:lnTo>
                    <a:pt x="40098" y="808"/>
                  </a:lnTo>
                  <a:lnTo>
                    <a:pt x="40219" y="949"/>
                  </a:lnTo>
                  <a:lnTo>
                    <a:pt x="40260" y="1030"/>
                  </a:lnTo>
                  <a:lnTo>
                    <a:pt x="40300" y="1110"/>
                  </a:lnTo>
                  <a:lnTo>
                    <a:pt x="40320" y="1211"/>
                  </a:lnTo>
                  <a:lnTo>
                    <a:pt x="40340" y="1292"/>
                  </a:lnTo>
                  <a:lnTo>
                    <a:pt x="40320" y="1413"/>
                  </a:lnTo>
                  <a:lnTo>
                    <a:pt x="40300" y="1534"/>
                  </a:lnTo>
                  <a:lnTo>
                    <a:pt x="40260" y="1655"/>
                  </a:lnTo>
                  <a:lnTo>
                    <a:pt x="40199" y="1756"/>
                  </a:lnTo>
                  <a:lnTo>
                    <a:pt x="40058" y="1958"/>
                  </a:lnTo>
                  <a:lnTo>
                    <a:pt x="39876" y="2160"/>
                  </a:lnTo>
                  <a:lnTo>
                    <a:pt x="39513" y="2523"/>
                  </a:lnTo>
                  <a:lnTo>
                    <a:pt x="39130" y="2886"/>
                  </a:lnTo>
                  <a:lnTo>
                    <a:pt x="38322" y="3572"/>
                  </a:lnTo>
                  <a:lnTo>
                    <a:pt x="37677" y="4117"/>
                  </a:lnTo>
                  <a:lnTo>
                    <a:pt x="37051" y="4682"/>
                  </a:lnTo>
                  <a:lnTo>
                    <a:pt x="36748" y="4985"/>
                  </a:lnTo>
                  <a:lnTo>
                    <a:pt x="36466" y="5308"/>
                  </a:lnTo>
                  <a:lnTo>
                    <a:pt x="36203" y="5631"/>
                  </a:lnTo>
                  <a:lnTo>
                    <a:pt x="35961" y="5974"/>
                  </a:lnTo>
                  <a:lnTo>
                    <a:pt x="35719" y="6337"/>
                  </a:lnTo>
                  <a:lnTo>
                    <a:pt x="35517" y="6700"/>
                  </a:lnTo>
                  <a:lnTo>
                    <a:pt x="35336" y="7084"/>
                  </a:lnTo>
                  <a:lnTo>
                    <a:pt x="35174" y="7467"/>
                  </a:lnTo>
                  <a:lnTo>
                    <a:pt x="34872" y="8254"/>
                  </a:lnTo>
                  <a:lnTo>
                    <a:pt x="34589" y="9041"/>
                  </a:lnTo>
                  <a:lnTo>
                    <a:pt x="34307" y="9869"/>
                  </a:lnTo>
                  <a:lnTo>
                    <a:pt x="34145" y="10292"/>
                  </a:lnTo>
                  <a:lnTo>
                    <a:pt x="33984" y="10696"/>
                  </a:lnTo>
                  <a:lnTo>
                    <a:pt x="33802" y="11100"/>
                  </a:lnTo>
                  <a:lnTo>
                    <a:pt x="33600" y="11503"/>
                  </a:lnTo>
                  <a:lnTo>
                    <a:pt x="33378" y="11887"/>
                  </a:lnTo>
                  <a:lnTo>
                    <a:pt x="33136" y="12250"/>
                  </a:lnTo>
                  <a:lnTo>
                    <a:pt x="32914" y="12512"/>
                  </a:lnTo>
                  <a:lnTo>
                    <a:pt x="32712" y="12754"/>
                  </a:lnTo>
                  <a:lnTo>
                    <a:pt x="32470" y="12996"/>
                  </a:lnTo>
                  <a:lnTo>
                    <a:pt x="32228" y="13239"/>
                  </a:lnTo>
                  <a:lnTo>
                    <a:pt x="31986" y="13440"/>
                  </a:lnTo>
                  <a:lnTo>
                    <a:pt x="31724" y="13642"/>
                  </a:lnTo>
                  <a:lnTo>
                    <a:pt x="31199" y="14026"/>
                  </a:lnTo>
                  <a:lnTo>
                    <a:pt x="30634" y="14369"/>
                  </a:lnTo>
                  <a:lnTo>
                    <a:pt x="30069" y="14692"/>
                  </a:lnTo>
                  <a:lnTo>
                    <a:pt x="29504" y="14954"/>
                  </a:lnTo>
                  <a:lnTo>
                    <a:pt x="28939" y="15216"/>
                  </a:lnTo>
                  <a:lnTo>
                    <a:pt x="27970" y="15640"/>
                  </a:lnTo>
                  <a:lnTo>
                    <a:pt x="26961" y="16024"/>
                  </a:lnTo>
                  <a:lnTo>
                    <a:pt x="25952" y="16387"/>
                  </a:lnTo>
                  <a:lnTo>
                    <a:pt x="24923" y="16730"/>
                  </a:lnTo>
                  <a:lnTo>
                    <a:pt x="23873" y="17033"/>
                  </a:lnTo>
                  <a:lnTo>
                    <a:pt x="22804" y="17315"/>
                  </a:lnTo>
                  <a:lnTo>
                    <a:pt x="21714" y="17557"/>
                  </a:lnTo>
                  <a:lnTo>
                    <a:pt x="20604" y="17799"/>
                  </a:lnTo>
                  <a:lnTo>
                    <a:pt x="19494" y="18001"/>
                  </a:lnTo>
                  <a:lnTo>
                    <a:pt x="18344" y="18163"/>
                  </a:lnTo>
                  <a:lnTo>
                    <a:pt x="17194" y="18304"/>
                  </a:lnTo>
                  <a:lnTo>
                    <a:pt x="16023" y="18425"/>
                  </a:lnTo>
                  <a:lnTo>
                    <a:pt x="14833" y="18526"/>
                  </a:lnTo>
                  <a:lnTo>
                    <a:pt x="13622" y="18586"/>
                  </a:lnTo>
                  <a:lnTo>
                    <a:pt x="12391" y="18607"/>
                  </a:lnTo>
                  <a:lnTo>
                    <a:pt x="11160" y="18627"/>
                  </a:lnTo>
                  <a:lnTo>
                    <a:pt x="10091" y="18607"/>
                  </a:lnTo>
                  <a:lnTo>
                    <a:pt x="8981" y="18566"/>
                  </a:lnTo>
                  <a:lnTo>
                    <a:pt x="7810" y="18465"/>
                  </a:lnTo>
                  <a:lnTo>
                    <a:pt x="7205" y="18405"/>
                  </a:lnTo>
                  <a:lnTo>
                    <a:pt x="6599" y="18324"/>
                  </a:lnTo>
                  <a:lnTo>
                    <a:pt x="5994" y="18243"/>
                  </a:lnTo>
                  <a:lnTo>
                    <a:pt x="5368" y="18122"/>
                  </a:lnTo>
                  <a:lnTo>
                    <a:pt x="4763" y="17981"/>
                  </a:lnTo>
                  <a:lnTo>
                    <a:pt x="4137" y="17840"/>
                  </a:lnTo>
                  <a:lnTo>
                    <a:pt x="3532" y="17658"/>
                  </a:lnTo>
                  <a:lnTo>
                    <a:pt x="2927" y="17456"/>
                  </a:lnTo>
                  <a:lnTo>
                    <a:pt x="2321" y="17234"/>
                  </a:lnTo>
                  <a:lnTo>
                    <a:pt x="1716" y="16972"/>
                  </a:lnTo>
                  <a:lnTo>
                    <a:pt x="1312" y="16790"/>
                  </a:lnTo>
                  <a:lnTo>
                    <a:pt x="1131" y="16669"/>
                  </a:lnTo>
                  <a:lnTo>
                    <a:pt x="949" y="16548"/>
                  </a:lnTo>
                  <a:lnTo>
                    <a:pt x="767" y="16427"/>
                  </a:lnTo>
                  <a:lnTo>
                    <a:pt x="606" y="16286"/>
                  </a:lnTo>
                  <a:lnTo>
                    <a:pt x="465" y="16124"/>
                  </a:lnTo>
                  <a:lnTo>
                    <a:pt x="323" y="15963"/>
                  </a:lnTo>
                  <a:lnTo>
                    <a:pt x="243" y="15802"/>
                  </a:lnTo>
                  <a:lnTo>
                    <a:pt x="162" y="15640"/>
                  </a:lnTo>
                  <a:lnTo>
                    <a:pt x="122" y="15499"/>
                  </a:lnTo>
                  <a:lnTo>
                    <a:pt x="101" y="15337"/>
                  </a:lnTo>
                  <a:lnTo>
                    <a:pt x="81" y="15196"/>
                  </a:lnTo>
                  <a:lnTo>
                    <a:pt x="101" y="15055"/>
                  </a:lnTo>
                  <a:lnTo>
                    <a:pt x="122" y="14914"/>
                  </a:lnTo>
                  <a:lnTo>
                    <a:pt x="162" y="14772"/>
                  </a:lnTo>
                  <a:lnTo>
                    <a:pt x="222" y="14631"/>
                  </a:lnTo>
                  <a:lnTo>
                    <a:pt x="283" y="14490"/>
                  </a:lnTo>
                  <a:lnTo>
                    <a:pt x="444" y="14207"/>
                  </a:lnTo>
                  <a:lnTo>
                    <a:pt x="646" y="13945"/>
                  </a:lnTo>
                  <a:lnTo>
                    <a:pt x="868" y="13703"/>
                  </a:lnTo>
                  <a:lnTo>
                    <a:pt x="1453" y="13077"/>
                  </a:lnTo>
                  <a:lnTo>
                    <a:pt x="2059" y="12472"/>
                  </a:lnTo>
                  <a:lnTo>
                    <a:pt x="2684" y="11887"/>
                  </a:lnTo>
                  <a:lnTo>
                    <a:pt x="3310" y="11322"/>
                  </a:lnTo>
                  <a:lnTo>
                    <a:pt x="3936" y="10797"/>
                  </a:lnTo>
                  <a:lnTo>
                    <a:pt x="4602" y="10272"/>
                  </a:lnTo>
                  <a:lnTo>
                    <a:pt x="5267" y="9768"/>
                  </a:lnTo>
                  <a:lnTo>
                    <a:pt x="5974" y="9283"/>
                  </a:lnTo>
                  <a:lnTo>
                    <a:pt x="6680" y="8819"/>
                  </a:lnTo>
                  <a:lnTo>
                    <a:pt x="7427" y="8355"/>
                  </a:lnTo>
                  <a:lnTo>
                    <a:pt x="8173" y="7891"/>
                  </a:lnTo>
                  <a:lnTo>
                    <a:pt x="8960" y="7467"/>
                  </a:lnTo>
                  <a:lnTo>
                    <a:pt x="9808" y="7003"/>
                  </a:lnTo>
                  <a:lnTo>
                    <a:pt x="10676" y="6579"/>
                  </a:lnTo>
                  <a:lnTo>
                    <a:pt x="11564" y="6155"/>
                  </a:lnTo>
                  <a:lnTo>
                    <a:pt x="12492" y="5752"/>
                  </a:lnTo>
                  <a:lnTo>
                    <a:pt x="13380" y="5389"/>
                  </a:lnTo>
                  <a:lnTo>
                    <a:pt x="14268" y="5046"/>
                  </a:lnTo>
                  <a:lnTo>
                    <a:pt x="15176" y="4702"/>
                  </a:lnTo>
                  <a:lnTo>
                    <a:pt x="16084" y="4380"/>
                  </a:lnTo>
                  <a:lnTo>
                    <a:pt x="17012" y="4077"/>
                  </a:lnTo>
                  <a:lnTo>
                    <a:pt x="17920" y="3794"/>
                  </a:lnTo>
                  <a:lnTo>
                    <a:pt x="18849" y="3512"/>
                  </a:lnTo>
                  <a:lnTo>
                    <a:pt x="19777" y="3270"/>
                  </a:lnTo>
                  <a:lnTo>
                    <a:pt x="21613" y="2765"/>
                  </a:lnTo>
                  <a:lnTo>
                    <a:pt x="23470" y="2321"/>
                  </a:lnTo>
                  <a:lnTo>
                    <a:pt x="25286" y="1918"/>
                  </a:lnTo>
                  <a:lnTo>
                    <a:pt x="27102" y="1534"/>
                  </a:lnTo>
                  <a:lnTo>
                    <a:pt x="29362" y="1070"/>
                  </a:lnTo>
                  <a:lnTo>
                    <a:pt x="30452" y="868"/>
                  </a:lnTo>
                  <a:lnTo>
                    <a:pt x="31502" y="687"/>
                  </a:lnTo>
                  <a:lnTo>
                    <a:pt x="32531" y="525"/>
                  </a:lnTo>
                  <a:lnTo>
                    <a:pt x="33560" y="384"/>
                  </a:lnTo>
                  <a:lnTo>
                    <a:pt x="34569" y="263"/>
                  </a:lnTo>
                  <a:lnTo>
                    <a:pt x="35578" y="162"/>
                  </a:lnTo>
                  <a:lnTo>
                    <a:pt x="36486" y="81"/>
                  </a:lnTo>
                  <a:close/>
                  <a:moveTo>
                    <a:pt x="36486" y="1"/>
                  </a:moveTo>
                  <a:lnTo>
                    <a:pt x="35558" y="81"/>
                  </a:lnTo>
                  <a:lnTo>
                    <a:pt x="34549" y="182"/>
                  </a:lnTo>
                  <a:lnTo>
                    <a:pt x="33540" y="303"/>
                  </a:lnTo>
                  <a:lnTo>
                    <a:pt x="32511" y="444"/>
                  </a:lnTo>
                  <a:lnTo>
                    <a:pt x="31481" y="606"/>
                  </a:lnTo>
                  <a:lnTo>
                    <a:pt x="30432" y="788"/>
                  </a:lnTo>
                  <a:lnTo>
                    <a:pt x="29362" y="989"/>
                  </a:lnTo>
                  <a:lnTo>
                    <a:pt x="27082" y="1453"/>
                  </a:lnTo>
                  <a:lnTo>
                    <a:pt x="25286" y="1837"/>
                  </a:lnTo>
                  <a:lnTo>
                    <a:pt x="23450" y="2241"/>
                  </a:lnTo>
                  <a:lnTo>
                    <a:pt x="21593" y="2705"/>
                  </a:lnTo>
                  <a:lnTo>
                    <a:pt x="19757" y="3189"/>
                  </a:lnTo>
                  <a:lnTo>
                    <a:pt x="18828" y="3451"/>
                  </a:lnTo>
                  <a:lnTo>
                    <a:pt x="17900" y="3714"/>
                  </a:lnTo>
                  <a:lnTo>
                    <a:pt x="16992" y="3996"/>
                  </a:lnTo>
                  <a:lnTo>
                    <a:pt x="16064" y="4299"/>
                  </a:lnTo>
                  <a:lnTo>
                    <a:pt x="15156" y="4622"/>
                  </a:lnTo>
                  <a:lnTo>
                    <a:pt x="14248" y="4965"/>
                  </a:lnTo>
                  <a:lnTo>
                    <a:pt x="13339" y="5308"/>
                  </a:lnTo>
                  <a:lnTo>
                    <a:pt x="12452" y="5691"/>
                  </a:lnTo>
                  <a:lnTo>
                    <a:pt x="11543" y="6095"/>
                  </a:lnTo>
                  <a:lnTo>
                    <a:pt x="10635" y="6499"/>
                  </a:lnTo>
                  <a:lnTo>
                    <a:pt x="9768" y="6942"/>
                  </a:lnTo>
                  <a:lnTo>
                    <a:pt x="8920" y="7386"/>
                  </a:lnTo>
                  <a:lnTo>
                    <a:pt x="8133" y="7830"/>
                  </a:lnTo>
                  <a:lnTo>
                    <a:pt x="7386" y="8274"/>
                  </a:lnTo>
                  <a:lnTo>
                    <a:pt x="6640" y="8738"/>
                  </a:lnTo>
                  <a:lnTo>
                    <a:pt x="5933" y="9223"/>
                  </a:lnTo>
                  <a:lnTo>
                    <a:pt x="5227" y="9707"/>
                  </a:lnTo>
                  <a:lnTo>
                    <a:pt x="4541" y="10212"/>
                  </a:lnTo>
                  <a:lnTo>
                    <a:pt x="3895" y="10736"/>
                  </a:lnTo>
                  <a:lnTo>
                    <a:pt x="3270" y="11261"/>
                  </a:lnTo>
                  <a:lnTo>
                    <a:pt x="2624" y="11826"/>
                  </a:lnTo>
                  <a:lnTo>
                    <a:pt x="1998" y="12411"/>
                  </a:lnTo>
                  <a:lnTo>
                    <a:pt x="1393" y="13017"/>
                  </a:lnTo>
                  <a:lnTo>
                    <a:pt x="808" y="13642"/>
                  </a:lnTo>
                  <a:lnTo>
                    <a:pt x="586" y="13905"/>
                  </a:lnTo>
                  <a:lnTo>
                    <a:pt x="364" y="14187"/>
                  </a:lnTo>
                  <a:lnTo>
                    <a:pt x="202" y="14470"/>
                  </a:lnTo>
                  <a:lnTo>
                    <a:pt x="122" y="14611"/>
                  </a:lnTo>
                  <a:lnTo>
                    <a:pt x="81" y="14752"/>
                  </a:lnTo>
                  <a:lnTo>
                    <a:pt x="41" y="14893"/>
                  </a:lnTo>
                  <a:lnTo>
                    <a:pt x="0" y="15055"/>
                  </a:lnTo>
                  <a:lnTo>
                    <a:pt x="0" y="15196"/>
                  </a:lnTo>
                  <a:lnTo>
                    <a:pt x="0" y="15358"/>
                  </a:lnTo>
                  <a:lnTo>
                    <a:pt x="41" y="15519"/>
                  </a:lnTo>
                  <a:lnTo>
                    <a:pt x="101" y="15680"/>
                  </a:lnTo>
                  <a:lnTo>
                    <a:pt x="162" y="15842"/>
                  </a:lnTo>
                  <a:lnTo>
                    <a:pt x="263" y="16003"/>
                  </a:lnTo>
                  <a:lnTo>
                    <a:pt x="404" y="16185"/>
                  </a:lnTo>
                  <a:lnTo>
                    <a:pt x="545" y="16346"/>
                  </a:lnTo>
                  <a:lnTo>
                    <a:pt x="727" y="16488"/>
                  </a:lnTo>
                  <a:lnTo>
                    <a:pt x="888" y="16629"/>
                  </a:lnTo>
                  <a:lnTo>
                    <a:pt x="1090" y="16750"/>
                  </a:lnTo>
                  <a:lnTo>
                    <a:pt x="1272" y="16851"/>
                  </a:lnTo>
                  <a:lnTo>
                    <a:pt x="1675" y="17053"/>
                  </a:lnTo>
                  <a:lnTo>
                    <a:pt x="2281" y="17295"/>
                  </a:lnTo>
                  <a:lnTo>
                    <a:pt x="2886" y="17537"/>
                  </a:lnTo>
                  <a:lnTo>
                    <a:pt x="3512" y="17739"/>
                  </a:lnTo>
                  <a:lnTo>
                    <a:pt x="4117" y="17920"/>
                  </a:lnTo>
                  <a:lnTo>
                    <a:pt x="4743" y="18062"/>
                  </a:lnTo>
                  <a:lnTo>
                    <a:pt x="5348" y="18203"/>
                  </a:lnTo>
                  <a:lnTo>
                    <a:pt x="5974" y="18324"/>
                  </a:lnTo>
                  <a:lnTo>
                    <a:pt x="6579" y="18405"/>
                  </a:lnTo>
                  <a:lnTo>
                    <a:pt x="7185" y="18485"/>
                  </a:lnTo>
                  <a:lnTo>
                    <a:pt x="7790" y="18546"/>
                  </a:lnTo>
                  <a:lnTo>
                    <a:pt x="8960" y="18647"/>
                  </a:lnTo>
                  <a:lnTo>
                    <a:pt x="10091" y="18687"/>
                  </a:lnTo>
                  <a:lnTo>
                    <a:pt x="11160" y="18707"/>
                  </a:lnTo>
                  <a:lnTo>
                    <a:pt x="11443" y="18707"/>
                  </a:lnTo>
                  <a:lnTo>
                    <a:pt x="12653" y="18687"/>
                  </a:lnTo>
                  <a:lnTo>
                    <a:pt x="13864" y="18647"/>
                  </a:lnTo>
                  <a:lnTo>
                    <a:pt x="15055" y="18586"/>
                  </a:lnTo>
                  <a:lnTo>
                    <a:pt x="16225" y="18485"/>
                  </a:lnTo>
                  <a:lnTo>
                    <a:pt x="17376" y="18364"/>
                  </a:lnTo>
                  <a:lnTo>
                    <a:pt x="18526" y="18223"/>
                  </a:lnTo>
                  <a:lnTo>
                    <a:pt x="19636" y="18042"/>
                  </a:lnTo>
                  <a:lnTo>
                    <a:pt x="20746" y="17840"/>
                  </a:lnTo>
                  <a:lnTo>
                    <a:pt x="21835" y="17618"/>
                  </a:lnTo>
                  <a:lnTo>
                    <a:pt x="22905" y="17376"/>
                  </a:lnTo>
                  <a:lnTo>
                    <a:pt x="23974" y="17093"/>
                  </a:lnTo>
                  <a:lnTo>
                    <a:pt x="25004" y="16790"/>
                  </a:lnTo>
                  <a:lnTo>
                    <a:pt x="26033" y="16447"/>
                  </a:lnTo>
                  <a:lnTo>
                    <a:pt x="27022" y="16084"/>
                  </a:lnTo>
                  <a:lnTo>
                    <a:pt x="28010" y="15701"/>
                  </a:lnTo>
                  <a:lnTo>
                    <a:pt x="28979" y="15297"/>
                  </a:lnTo>
                  <a:lnTo>
                    <a:pt x="29544" y="15035"/>
                  </a:lnTo>
                  <a:lnTo>
                    <a:pt x="30109" y="14752"/>
                  </a:lnTo>
                  <a:lnTo>
                    <a:pt x="30674" y="14449"/>
                  </a:lnTo>
                  <a:lnTo>
                    <a:pt x="31239" y="14086"/>
                  </a:lnTo>
                  <a:lnTo>
                    <a:pt x="31784" y="13703"/>
                  </a:lnTo>
                  <a:lnTo>
                    <a:pt x="32046" y="13501"/>
                  </a:lnTo>
                  <a:lnTo>
                    <a:pt x="32289" y="13279"/>
                  </a:lnTo>
                  <a:lnTo>
                    <a:pt x="32531" y="13057"/>
                  </a:lnTo>
                  <a:lnTo>
                    <a:pt x="32773" y="12815"/>
                  </a:lnTo>
                  <a:lnTo>
                    <a:pt x="32995" y="12553"/>
                  </a:lnTo>
                  <a:lnTo>
                    <a:pt x="33197" y="12290"/>
                  </a:lnTo>
                  <a:lnTo>
                    <a:pt x="33439" y="11927"/>
                  </a:lnTo>
                  <a:lnTo>
                    <a:pt x="33661" y="11544"/>
                  </a:lnTo>
                  <a:lnTo>
                    <a:pt x="33863" y="11140"/>
                  </a:lnTo>
                  <a:lnTo>
                    <a:pt x="34044" y="10736"/>
                  </a:lnTo>
                  <a:lnTo>
                    <a:pt x="34226" y="10333"/>
                  </a:lnTo>
                  <a:lnTo>
                    <a:pt x="34367" y="9909"/>
                  </a:lnTo>
                  <a:lnTo>
                    <a:pt x="34670" y="9061"/>
                  </a:lnTo>
                  <a:lnTo>
                    <a:pt x="34952" y="8274"/>
                  </a:lnTo>
                  <a:lnTo>
                    <a:pt x="35235" y="7487"/>
                  </a:lnTo>
                  <a:lnTo>
                    <a:pt x="35416" y="7104"/>
                  </a:lnTo>
                  <a:lnTo>
                    <a:pt x="35598" y="6741"/>
                  </a:lnTo>
                  <a:lnTo>
                    <a:pt x="35800" y="6377"/>
                  </a:lnTo>
                  <a:lnTo>
                    <a:pt x="36022" y="6014"/>
                  </a:lnTo>
                  <a:lnTo>
                    <a:pt x="36264" y="5671"/>
                  </a:lnTo>
                  <a:lnTo>
                    <a:pt x="36526" y="5348"/>
                  </a:lnTo>
                  <a:lnTo>
                    <a:pt x="36809" y="5046"/>
                  </a:lnTo>
                  <a:lnTo>
                    <a:pt x="37112" y="4743"/>
                  </a:lnTo>
                  <a:lnTo>
                    <a:pt x="37737" y="4178"/>
                  </a:lnTo>
                  <a:lnTo>
                    <a:pt x="38383" y="3633"/>
                  </a:lnTo>
                  <a:lnTo>
                    <a:pt x="39170" y="2947"/>
                  </a:lnTo>
                  <a:lnTo>
                    <a:pt x="39574" y="2584"/>
                  </a:lnTo>
                  <a:lnTo>
                    <a:pt x="39937" y="2200"/>
                  </a:lnTo>
                  <a:lnTo>
                    <a:pt x="40118" y="2019"/>
                  </a:lnTo>
                  <a:lnTo>
                    <a:pt x="40280" y="1797"/>
                  </a:lnTo>
                  <a:lnTo>
                    <a:pt x="40340" y="1675"/>
                  </a:lnTo>
                  <a:lnTo>
                    <a:pt x="40381" y="1554"/>
                  </a:lnTo>
                  <a:lnTo>
                    <a:pt x="40401" y="1433"/>
                  </a:lnTo>
                  <a:lnTo>
                    <a:pt x="40421" y="1292"/>
                  </a:lnTo>
                  <a:lnTo>
                    <a:pt x="40401" y="1191"/>
                  </a:lnTo>
                  <a:lnTo>
                    <a:pt x="40381" y="1090"/>
                  </a:lnTo>
                  <a:lnTo>
                    <a:pt x="40340" y="989"/>
                  </a:lnTo>
                  <a:lnTo>
                    <a:pt x="40280" y="909"/>
                  </a:lnTo>
                  <a:lnTo>
                    <a:pt x="40159" y="747"/>
                  </a:lnTo>
                  <a:lnTo>
                    <a:pt x="40018" y="626"/>
                  </a:lnTo>
                  <a:lnTo>
                    <a:pt x="39836" y="505"/>
                  </a:lnTo>
                  <a:lnTo>
                    <a:pt x="39674" y="424"/>
                  </a:lnTo>
                  <a:lnTo>
                    <a:pt x="39392" y="303"/>
                  </a:lnTo>
                  <a:lnTo>
                    <a:pt x="38908" y="182"/>
                  </a:lnTo>
                  <a:lnTo>
                    <a:pt x="38423" y="81"/>
                  </a:lnTo>
                  <a:lnTo>
                    <a:pt x="37939" y="21"/>
                  </a:lnTo>
                  <a:lnTo>
                    <a:pt x="37455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74" name="Google Shape;1574;p18"/>
            <p:cNvSpPr/>
            <p:nvPr/>
          </p:nvSpPr>
          <p:spPr>
            <a:xfrm flipH="1">
              <a:off x="-818271" y="-1474532"/>
              <a:ext cx="1642730" cy="740159"/>
            </a:xfrm>
            <a:custGeom>
              <a:rect b="b" l="l" r="r" t="t"/>
              <a:pathLst>
                <a:path extrusionOk="0" h="13239" w="29383">
                  <a:moveTo>
                    <a:pt x="28272" y="81"/>
                  </a:moveTo>
                  <a:lnTo>
                    <a:pt x="28474" y="102"/>
                  </a:lnTo>
                  <a:lnTo>
                    <a:pt x="28696" y="142"/>
                  </a:lnTo>
                  <a:lnTo>
                    <a:pt x="28898" y="202"/>
                  </a:lnTo>
                  <a:lnTo>
                    <a:pt x="29019" y="243"/>
                  </a:lnTo>
                  <a:lnTo>
                    <a:pt x="29140" y="303"/>
                  </a:lnTo>
                  <a:lnTo>
                    <a:pt x="29201" y="364"/>
                  </a:lnTo>
                  <a:lnTo>
                    <a:pt x="29261" y="404"/>
                  </a:lnTo>
                  <a:lnTo>
                    <a:pt x="29281" y="465"/>
                  </a:lnTo>
                  <a:lnTo>
                    <a:pt x="29302" y="545"/>
                  </a:lnTo>
                  <a:lnTo>
                    <a:pt x="29302" y="626"/>
                  </a:lnTo>
                  <a:lnTo>
                    <a:pt x="29281" y="707"/>
                  </a:lnTo>
                  <a:lnTo>
                    <a:pt x="29201" y="848"/>
                  </a:lnTo>
                  <a:lnTo>
                    <a:pt x="29059" y="1070"/>
                  </a:lnTo>
                  <a:lnTo>
                    <a:pt x="28918" y="1272"/>
                  </a:lnTo>
                  <a:lnTo>
                    <a:pt x="28595" y="1676"/>
                  </a:lnTo>
                  <a:lnTo>
                    <a:pt x="28232" y="2079"/>
                  </a:lnTo>
                  <a:lnTo>
                    <a:pt x="27889" y="2442"/>
                  </a:lnTo>
                  <a:lnTo>
                    <a:pt x="27566" y="2785"/>
                  </a:lnTo>
                  <a:lnTo>
                    <a:pt x="27263" y="3129"/>
                  </a:lnTo>
                  <a:lnTo>
                    <a:pt x="26961" y="3492"/>
                  </a:lnTo>
                  <a:lnTo>
                    <a:pt x="26698" y="3855"/>
                  </a:lnTo>
                  <a:lnTo>
                    <a:pt x="26476" y="4198"/>
                  </a:lnTo>
                  <a:lnTo>
                    <a:pt x="26295" y="4521"/>
                  </a:lnTo>
                  <a:lnTo>
                    <a:pt x="26133" y="4884"/>
                  </a:lnTo>
                  <a:lnTo>
                    <a:pt x="25972" y="5247"/>
                  </a:lnTo>
                  <a:lnTo>
                    <a:pt x="25689" y="5974"/>
                  </a:lnTo>
                  <a:lnTo>
                    <a:pt x="25447" y="6721"/>
                  </a:lnTo>
                  <a:lnTo>
                    <a:pt x="25124" y="7649"/>
                  </a:lnTo>
                  <a:lnTo>
                    <a:pt x="24943" y="8113"/>
                  </a:lnTo>
                  <a:lnTo>
                    <a:pt x="24741" y="8557"/>
                  </a:lnTo>
                  <a:lnTo>
                    <a:pt x="24539" y="8981"/>
                  </a:lnTo>
                  <a:lnTo>
                    <a:pt x="24297" y="9405"/>
                  </a:lnTo>
                  <a:lnTo>
                    <a:pt x="24014" y="9788"/>
                  </a:lnTo>
                  <a:lnTo>
                    <a:pt x="23853" y="9990"/>
                  </a:lnTo>
                  <a:lnTo>
                    <a:pt x="23692" y="10171"/>
                  </a:lnTo>
                  <a:lnTo>
                    <a:pt x="23409" y="10414"/>
                  </a:lnTo>
                  <a:lnTo>
                    <a:pt x="23106" y="10676"/>
                  </a:lnTo>
                  <a:lnTo>
                    <a:pt x="22784" y="10898"/>
                  </a:lnTo>
                  <a:lnTo>
                    <a:pt x="22420" y="11100"/>
                  </a:lnTo>
                  <a:lnTo>
                    <a:pt x="22017" y="11301"/>
                  </a:lnTo>
                  <a:lnTo>
                    <a:pt x="21593" y="11483"/>
                  </a:lnTo>
                  <a:lnTo>
                    <a:pt x="21129" y="11645"/>
                  </a:lnTo>
                  <a:lnTo>
                    <a:pt x="20644" y="11786"/>
                  </a:lnTo>
                  <a:lnTo>
                    <a:pt x="19958" y="11947"/>
                  </a:lnTo>
                  <a:lnTo>
                    <a:pt x="19272" y="12088"/>
                  </a:lnTo>
                  <a:lnTo>
                    <a:pt x="18566" y="12210"/>
                  </a:lnTo>
                  <a:lnTo>
                    <a:pt x="17880" y="12290"/>
                  </a:lnTo>
                  <a:lnTo>
                    <a:pt x="17173" y="12371"/>
                  </a:lnTo>
                  <a:lnTo>
                    <a:pt x="16467" y="12432"/>
                  </a:lnTo>
                  <a:lnTo>
                    <a:pt x="15075" y="12532"/>
                  </a:lnTo>
                  <a:lnTo>
                    <a:pt x="14106" y="12593"/>
                  </a:lnTo>
                  <a:lnTo>
                    <a:pt x="12774" y="12694"/>
                  </a:lnTo>
                  <a:lnTo>
                    <a:pt x="11442" y="12815"/>
                  </a:lnTo>
                  <a:lnTo>
                    <a:pt x="9142" y="12997"/>
                  </a:lnTo>
                  <a:lnTo>
                    <a:pt x="7971" y="13077"/>
                  </a:lnTo>
                  <a:lnTo>
                    <a:pt x="6801" y="13138"/>
                  </a:lnTo>
                  <a:lnTo>
                    <a:pt x="5630" y="13158"/>
                  </a:lnTo>
                  <a:lnTo>
                    <a:pt x="4480" y="13158"/>
                  </a:lnTo>
                  <a:lnTo>
                    <a:pt x="3895" y="13138"/>
                  </a:lnTo>
                  <a:lnTo>
                    <a:pt x="3310" y="13098"/>
                  </a:lnTo>
                  <a:lnTo>
                    <a:pt x="2725" y="13057"/>
                  </a:lnTo>
                  <a:lnTo>
                    <a:pt x="2139" y="12976"/>
                  </a:lnTo>
                  <a:lnTo>
                    <a:pt x="1857" y="12936"/>
                  </a:lnTo>
                  <a:lnTo>
                    <a:pt x="1554" y="12855"/>
                  </a:lnTo>
                  <a:lnTo>
                    <a:pt x="1251" y="12754"/>
                  </a:lnTo>
                  <a:lnTo>
                    <a:pt x="969" y="12613"/>
                  </a:lnTo>
                  <a:lnTo>
                    <a:pt x="707" y="12452"/>
                  </a:lnTo>
                  <a:lnTo>
                    <a:pt x="485" y="12270"/>
                  </a:lnTo>
                  <a:lnTo>
                    <a:pt x="384" y="12169"/>
                  </a:lnTo>
                  <a:lnTo>
                    <a:pt x="303" y="12048"/>
                  </a:lnTo>
                  <a:lnTo>
                    <a:pt x="222" y="11947"/>
                  </a:lnTo>
                  <a:lnTo>
                    <a:pt x="162" y="11826"/>
                  </a:lnTo>
                  <a:lnTo>
                    <a:pt x="121" y="11685"/>
                  </a:lnTo>
                  <a:lnTo>
                    <a:pt x="81" y="11544"/>
                  </a:lnTo>
                  <a:lnTo>
                    <a:pt x="81" y="11382"/>
                  </a:lnTo>
                  <a:lnTo>
                    <a:pt x="101" y="11241"/>
                  </a:lnTo>
                  <a:lnTo>
                    <a:pt x="142" y="11079"/>
                  </a:lnTo>
                  <a:lnTo>
                    <a:pt x="202" y="10938"/>
                  </a:lnTo>
                  <a:lnTo>
                    <a:pt x="283" y="10777"/>
                  </a:lnTo>
                  <a:lnTo>
                    <a:pt x="384" y="10615"/>
                  </a:lnTo>
                  <a:lnTo>
                    <a:pt x="646" y="10313"/>
                  </a:lnTo>
                  <a:lnTo>
                    <a:pt x="929" y="10010"/>
                  </a:lnTo>
                  <a:lnTo>
                    <a:pt x="1272" y="9727"/>
                  </a:lnTo>
                  <a:lnTo>
                    <a:pt x="1635" y="9465"/>
                  </a:lnTo>
                  <a:lnTo>
                    <a:pt x="2038" y="9203"/>
                  </a:lnTo>
                  <a:lnTo>
                    <a:pt x="2422" y="8940"/>
                  </a:lnTo>
                  <a:lnTo>
                    <a:pt x="3229" y="8476"/>
                  </a:lnTo>
                  <a:lnTo>
                    <a:pt x="4016" y="7992"/>
                  </a:lnTo>
                  <a:lnTo>
                    <a:pt x="5005" y="7407"/>
                  </a:lnTo>
                  <a:lnTo>
                    <a:pt x="6014" y="6821"/>
                  </a:lnTo>
                  <a:lnTo>
                    <a:pt x="7063" y="6277"/>
                  </a:lnTo>
                  <a:lnTo>
                    <a:pt x="8153" y="5732"/>
                  </a:lnTo>
                  <a:lnTo>
                    <a:pt x="9283" y="5207"/>
                  </a:lnTo>
                  <a:lnTo>
                    <a:pt x="10433" y="4682"/>
                  </a:lnTo>
                  <a:lnTo>
                    <a:pt x="11644" y="4198"/>
                  </a:lnTo>
                  <a:lnTo>
                    <a:pt x="12895" y="3714"/>
                  </a:lnTo>
                  <a:lnTo>
                    <a:pt x="14146" y="3250"/>
                  </a:lnTo>
                  <a:lnTo>
                    <a:pt x="15438" y="2826"/>
                  </a:lnTo>
                  <a:lnTo>
                    <a:pt x="16790" y="2382"/>
                  </a:lnTo>
                  <a:lnTo>
                    <a:pt x="18182" y="1958"/>
                  </a:lnTo>
                  <a:lnTo>
                    <a:pt x="19151" y="1676"/>
                  </a:lnTo>
                  <a:lnTo>
                    <a:pt x="20180" y="1393"/>
                  </a:lnTo>
                  <a:lnTo>
                    <a:pt x="21250" y="1111"/>
                  </a:lnTo>
                  <a:lnTo>
                    <a:pt x="22380" y="848"/>
                  </a:lnTo>
                  <a:lnTo>
                    <a:pt x="23550" y="606"/>
                  </a:lnTo>
                  <a:lnTo>
                    <a:pt x="24761" y="404"/>
                  </a:lnTo>
                  <a:lnTo>
                    <a:pt x="25972" y="223"/>
                  </a:lnTo>
                  <a:lnTo>
                    <a:pt x="26598" y="162"/>
                  </a:lnTo>
                  <a:lnTo>
                    <a:pt x="27223" y="102"/>
                  </a:lnTo>
                  <a:lnTo>
                    <a:pt x="27647" y="81"/>
                  </a:lnTo>
                  <a:close/>
                  <a:moveTo>
                    <a:pt x="27647" y="1"/>
                  </a:moveTo>
                  <a:lnTo>
                    <a:pt x="27223" y="21"/>
                  </a:lnTo>
                  <a:lnTo>
                    <a:pt x="26598" y="81"/>
                  </a:lnTo>
                  <a:lnTo>
                    <a:pt x="25972" y="142"/>
                  </a:lnTo>
                  <a:lnTo>
                    <a:pt x="24741" y="324"/>
                  </a:lnTo>
                  <a:lnTo>
                    <a:pt x="23550" y="525"/>
                  </a:lnTo>
                  <a:lnTo>
                    <a:pt x="22360" y="767"/>
                  </a:lnTo>
                  <a:lnTo>
                    <a:pt x="21230" y="1030"/>
                  </a:lnTo>
                  <a:lnTo>
                    <a:pt x="20160" y="1312"/>
                  </a:lnTo>
                  <a:lnTo>
                    <a:pt x="19131" y="1595"/>
                  </a:lnTo>
                  <a:lnTo>
                    <a:pt x="18162" y="1877"/>
                  </a:lnTo>
                  <a:lnTo>
                    <a:pt x="16750" y="2301"/>
                  </a:lnTo>
                  <a:lnTo>
                    <a:pt x="15418" y="2745"/>
                  </a:lnTo>
                  <a:lnTo>
                    <a:pt x="14106" y="3189"/>
                  </a:lnTo>
                  <a:lnTo>
                    <a:pt x="12855" y="3633"/>
                  </a:lnTo>
                  <a:lnTo>
                    <a:pt x="11604" y="4117"/>
                  </a:lnTo>
                  <a:lnTo>
                    <a:pt x="10413" y="4622"/>
                  </a:lnTo>
                  <a:lnTo>
                    <a:pt x="9243" y="5126"/>
                  </a:lnTo>
                  <a:lnTo>
                    <a:pt x="8113" y="5651"/>
                  </a:lnTo>
                  <a:lnTo>
                    <a:pt x="7023" y="6196"/>
                  </a:lnTo>
                  <a:lnTo>
                    <a:pt x="5974" y="6761"/>
                  </a:lnTo>
                  <a:lnTo>
                    <a:pt x="4965" y="7326"/>
                  </a:lnTo>
                  <a:lnTo>
                    <a:pt x="3976" y="7931"/>
                  </a:lnTo>
                  <a:lnTo>
                    <a:pt x="3189" y="8396"/>
                  </a:lnTo>
                  <a:lnTo>
                    <a:pt x="2381" y="8880"/>
                  </a:lnTo>
                  <a:lnTo>
                    <a:pt x="1978" y="9142"/>
                  </a:lnTo>
                  <a:lnTo>
                    <a:pt x="1594" y="9405"/>
                  </a:lnTo>
                  <a:lnTo>
                    <a:pt x="1211" y="9667"/>
                  </a:lnTo>
                  <a:lnTo>
                    <a:pt x="888" y="9949"/>
                  </a:lnTo>
                  <a:lnTo>
                    <a:pt x="585" y="10252"/>
                  </a:lnTo>
                  <a:lnTo>
                    <a:pt x="444" y="10414"/>
                  </a:lnTo>
                  <a:lnTo>
                    <a:pt x="323" y="10575"/>
                  </a:lnTo>
                  <a:lnTo>
                    <a:pt x="202" y="10736"/>
                  </a:lnTo>
                  <a:lnTo>
                    <a:pt x="121" y="10898"/>
                  </a:lnTo>
                  <a:lnTo>
                    <a:pt x="61" y="11059"/>
                  </a:lnTo>
                  <a:lnTo>
                    <a:pt x="20" y="11241"/>
                  </a:lnTo>
                  <a:lnTo>
                    <a:pt x="0" y="11382"/>
                  </a:lnTo>
                  <a:lnTo>
                    <a:pt x="0" y="11544"/>
                  </a:lnTo>
                  <a:lnTo>
                    <a:pt x="41" y="11705"/>
                  </a:lnTo>
                  <a:lnTo>
                    <a:pt x="101" y="11867"/>
                  </a:lnTo>
                  <a:lnTo>
                    <a:pt x="202" y="12048"/>
                  </a:lnTo>
                  <a:lnTo>
                    <a:pt x="343" y="12230"/>
                  </a:lnTo>
                  <a:lnTo>
                    <a:pt x="545" y="12411"/>
                  </a:lnTo>
                  <a:lnTo>
                    <a:pt x="787" y="12593"/>
                  </a:lnTo>
                  <a:lnTo>
                    <a:pt x="1070" y="12754"/>
                  </a:lnTo>
                  <a:lnTo>
                    <a:pt x="1393" y="12896"/>
                  </a:lnTo>
                  <a:lnTo>
                    <a:pt x="1736" y="12997"/>
                  </a:lnTo>
                  <a:lnTo>
                    <a:pt x="2139" y="13057"/>
                  </a:lnTo>
                  <a:lnTo>
                    <a:pt x="2947" y="13158"/>
                  </a:lnTo>
                  <a:lnTo>
                    <a:pt x="3754" y="13198"/>
                  </a:lnTo>
                  <a:lnTo>
                    <a:pt x="4561" y="13239"/>
                  </a:lnTo>
                  <a:lnTo>
                    <a:pt x="6135" y="13239"/>
                  </a:lnTo>
                  <a:lnTo>
                    <a:pt x="6902" y="13219"/>
                  </a:lnTo>
                  <a:lnTo>
                    <a:pt x="8435" y="13138"/>
                  </a:lnTo>
                  <a:lnTo>
                    <a:pt x="9949" y="13017"/>
                  </a:lnTo>
                  <a:lnTo>
                    <a:pt x="11442" y="12896"/>
                  </a:lnTo>
                  <a:lnTo>
                    <a:pt x="12774" y="12775"/>
                  </a:lnTo>
                  <a:lnTo>
                    <a:pt x="14106" y="12674"/>
                  </a:lnTo>
                  <a:lnTo>
                    <a:pt x="15075" y="12613"/>
                  </a:lnTo>
                  <a:lnTo>
                    <a:pt x="16467" y="12512"/>
                  </a:lnTo>
                  <a:lnTo>
                    <a:pt x="17173" y="12452"/>
                  </a:lnTo>
                  <a:lnTo>
                    <a:pt x="17880" y="12371"/>
                  </a:lnTo>
                  <a:lnTo>
                    <a:pt x="18586" y="12290"/>
                  </a:lnTo>
                  <a:lnTo>
                    <a:pt x="19272" y="12169"/>
                  </a:lnTo>
                  <a:lnTo>
                    <a:pt x="19978" y="12028"/>
                  </a:lnTo>
                  <a:lnTo>
                    <a:pt x="20665" y="11867"/>
                  </a:lnTo>
                  <a:lnTo>
                    <a:pt x="21149" y="11705"/>
                  </a:lnTo>
                  <a:lnTo>
                    <a:pt x="21613" y="11544"/>
                  </a:lnTo>
                  <a:lnTo>
                    <a:pt x="22057" y="11362"/>
                  </a:lnTo>
                  <a:lnTo>
                    <a:pt x="22461" y="11180"/>
                  </a:lnTo>
                  <a:lnTo>
                    <a:pt x="22824" y="10958"/>
                  </a:lnTo>
                  <a:lnTo>
                    <a:pt x="23167" y="10736"/>
                  </a:lnTo>
                  <a:lnTo>
                    <a:pt x="23470" y="10474"/>
                  </a:lnTo>
                  <a:lnTo>
                    <a:pt x="23752" y="10212"/>
                  </a:lnTo>
                  <a:lnTo>
                    <a:pt x="23914" y="10030"/>
                  </a:lnTo>
                  <a:lnTo>
                    <a:pt x="24075" y="9849"/>
                  </a:lnTo>
                  <a:lnTo>
                    <a:pt x="24358" y="9445"/>
                  </a:lnTo>
                  <a:lnTo>
                    <a:pt x="24600" y="9021"/>
                  </a:lnTo>
                  <a:lnTo>
                    <a:pt x="24822" y="8597"/>
                  </a:lnTo>
                  <a:lnTo>
                    <a:pt x="25023" y="8133"/>
                  </a:lnTo>
                  <a:lnTo>
                    <a:pt x="25185" y="7669"/>
                  </a:lnTo>
                  <a:lnTo>
                    <a:pt x="25508" y="6741"/>
                  </a:lnTo>
                  <a:lnTo>
                    <a:pt x="25770" y="6014"/>
                  </a:lnTo>
                  <a:lnTo>
                    <a:pt x="26053" y="5268"/>
                  </a:lnTo>
                  <a:lnTo>
                    <a:pt x="26194" y="4925"/>
                  </a:lnTo>
                  <a:lnTo>
                    <a:pt x="26376" y="4561"/>
                  </a:lnTo>
                  <a:lnTo>
                    <a:pt x="26557" y="4238"/>
                  </a:lnTo>
                  <a:lnTo>
                    <a:pt x="26759" y="3895"/>
                  </a:lnTo>
                  <a:lnTo>
                    <a:pt x="27021" y="3532"/>
                  </a:lnTo>
                  <a:lnTo>
                    <a:pt x="27324" y="3169"/>
                  </a:lnTo>
                  <a:lnTo>
                    <a:pt x="27627" y="2826"/>
                  </a:lnTo>
                  <a:lnTo>
                    <a:pt x="27950" y="2503"/>
                  </a:lnTo>
                  <a:lnTo>
                    <a:pt x="28293" y="2120"/>
                  </a:lnTo>
                  <a:lnTo>
                    <a:pt x="28656" y="1736"/>
                  </a:lnTo>
                  <a:lnTo>
                    <a:pt x="28979" y="1333"/>
                  </a:lnTo>
                  <a:lnTo>
                    <a:pt x="29120" y="1111"/>
                  </a:lnTo>
                  <a:lnTo>
                    <a:pt x="29261" y="889"/>
                  </a:lnTo>
                  <a:lnTo>
                    <a:pt x="29362" y="727"/>
                  </a:lnTo>
                  <a:lnTo>
                    <a:pt x="29382" y="626"/>
                  </a:lnTo>
                  <a:lnTo>
                    <a:pt x="29382" y="545"/>
                  </a:lnTo>
                  <a:lnTo>
                    <a:pt x="29362" y="445"/>
                  </a:lnTo>
                  <a:lnTo>
                    <a:pt x="29322" y="364"/>
                  </a:lnTo>
                  <a:lnTo>
                    <a:pt x="29261" y="303"/>
                  </a:lnTo>
                  <a:lnTo>
                    <a:pt x="29201" y="243"/>
                  </a:lnTo>
                  <a:lnTo>
                    <a:pt x="29059" y="162"/>
                  </a:lnTo>
                  <a:lnTo>
                    <a:pt x="28918" y="122"/>
                  </a:lnTo>
                  <a:lnTo>
                    <a:pt x="28716" y="61"/>
                  </a:lnTo>
                  <a:lnTo>
                    <a:pt x="28494" y="21"/>
                  </a:lnTo>
                  <a:lnTo>
                    <a:pt x="28293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575" name="Google Shape;1575;p18"/>
          <p:cNvSpPr/>
          <p:nvPr/>
        </p:nvSpPr>
        <p:spPr>
          <a:xfrm>
            <a:off x="322954" y="2732577"/>
            <a:ext cx="100466" cy="100466"/>
          </a:xfrm>
          <a:custGeom>
            <a:rect b="b" l="l" r="r" t="t"/>
            <a:pathLst>
              <a:path extrusionOk="0" h="1797" w="1797">
                <a:moveTo>
                  <a:pt x="909" y="0"/>
                </a:moveTo>
                <a:lnTo>
                  <a:pt x="727" y="20"/>
                </a:lnTo>
                <a:lnTo>
                  <a:pt x="546" y="61"/>
                </a:lnTo>
                <a:lnTo>
                  <a:pt x="404" y="162"/>
                </a:lnTo>
                <a:lnTo>
                  <a:pt x="263" y="263"/>
                </a:lnTo>
                <a:lnTo>
                  <a:pt x="162" y="404"/>
                </a:lnTo>
                <a:lnTo>
                  <a:pt x="61" y="545"/>
                </a:lnTo>
                <a:lnTo>
                  <a:pt x="21" y="727"/>
                </a:lnTo>
                <a:lnTo>
                  <a:pt x="1" y="908"/>
                </a:lnTo>
                <a:lnTo>
                  <a:pt x="21" y="1090"/>
                </a:lnTo>
                <a:lnTo>
                  <a:pt x="61" y="1251"/>
                </a:lnTo>
                <a:lnTo>
                  <a:pt x="162" y="1393"/>
                </a:lnTo>
                <a:lnTo>
                  <a:pt x="263" y="1534"/>
                </a:lnTo>
                <a:lnTo>
                  <a:pt x="404" y="1655"/>
                </a:lnTo>
                <a:lnTo>
                  <a:pt x="546" y="1736"/>
                </a:lnTo>
                <a:lnTo>
                  <a:pt x="727" y="1776"/>
                </a:lnTo>
                <a:lnTo>
                  <a:pt x="909" y="1796"/>
                </a:lnTo>
                <a:lnTo>
                  <a:pt x="1090" y="1776"/>
                </a:lnTo>
                <a:lnTo>
                  <a:pt x="1252" y="1736"/>
                </a:lnTo>
                <a:lnTo>
                  <a:pt x="1413" y="1655"/>
                </a:lnTo>
                <a:lnTo>
                  <a:pt x="1534" y="1534"/>
                </a:lnTo>
                <a:lnTo>
                  <a:pt x="1655" y="1393"/>
                </a:lnTo>
                <a:lnTo>
                  <a:pt x="1736" y="1251"/>
                </a:lnTo>
                <a:lnTo>
                  <a:pt x="1777" y="1090"/>
                </a:lnTo>
                <a:lnTo>
                  <a:pt x="1797" y="908"/>
                </a:lnTo>
                <a:lnTo>
                  <a:pt x="1777" y="727"/>
                </a:lnTo>
                <a:lnTo>
                  <a:pt x="1736" y="545"/>
                </a:lnTo>
                <a:lnTo>
                  <a:pt x="1655" y="404"/>
                </a:lnTo>
                <a:lnTo>
                  <a:pt x="1534" y="263"/>
                </a:lnTo>
                <a:lnTo>
                  <a:pt x="1413" y="162"/>
                </a:lnTo>
                <a:lnTo>
                  <a:pt x="1252" y="61"/>
                </a:lnTo>
                <a:lnTo>
                  <a:pt x="1090" y="20"/>
                </a:lnTo>
                <a:lnTo>
                  <a:pt x="909" y="0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76" name="Google Shape;1576;p18"/>
          <p:cNvSpPr/>
          <p:nvPr/>
        </p:nvSpPr>
        <p:spPr>
          <a:xfrm>
            <a:off x="2337742" y="162452"/>
            <a:ext cx="100466" cy="100466"/>
          </a:xfrm>
          <a:custGeom>
            <a:rect b="b" l="l" r="r" t="t"/>
            <a:pathLst>
              <a:path extrusionOk="0" h="1797" w="1797">
                <a:moveTo>
                  <a:pt x="909" y="0"/>
                </a:moveTo>
                <a:lnTo>
                  <a:pt x="727" y="20"/>
                </a:lnTo>
                <a:lnTo>
                  <a:pt x="546" y="61"/>
                </a:lnTo>
                <a:lnTo>
                  <a:pt x="404" y="162"/>
                </a:lnTo>
                <a:lnTo>
                  <a:pt x="263" y="263"/>
                </a:lnTo>
                <a:lnTo>
                  <a:pt x="162" y="404"/>
                </a:lnTo>
                <a:lnTo>
                  <a:pt x="61" y="545"/>
                </a:lnTo>
                <a:lnTo>
                  <a:pt x="21" y="727"/>
                </a:lnTo>
                <a:lnTo>
                  <a:pt x="1" y="908"/>
                </a:lnTo>
                <a:lnTo>
                  <a:pt x="21" y="1090"/>
                </a:lnTo>
                <a:lnTo>
                  <a:pt x="61" y="1251"/>
                </a:lnTo>
                <a:lnTo>
                  <a:pt x="162" y="1393"/>
                </a:lnTo>
                <a:lnTo>
                  <a:pt x="263" y="1534"/>
                </a:lnTo>
                <a:lnTo>
                  <a:pt x="404" y="1655"/>
                </a:lnTo>
                <a:lnTo>
                  <a:pt x="546" y="1736"/>
                </a:lnTo>
                <a:lnTo>
                  <a:pt x="727" y="1776"/>
                </a:lnTo>
                <a:lnTo>
                  <a:pt x="909" y="1796"/>
                </a:lnTo>
                <a:lnTo>
                  <a:pt x="1090" y="1776"/>
                </a:lnTo>
                <a:lnTo>
                  <a:pt x="1252" y="1736"/>
                </a:lnTo>
                <a:lnTo>
                  <a:pt x="1413" y="1655"/>
                </a:lnTo>
                <a:lnTo>
                  <a:pt x="1534" y="1534"/>
                </a:lnTo>
                <a:lnTo>
                  <a:pt x="1655" y="1393"/>
                </a:lnTo>
                <a:lnTo>
                  <a:pt x="1736" y="1251"/>
                </a:lnTo>
                <a:lnTo>
                  <a:pt x="1777" y="1090"/>
                </a:lnTo>
                <a:lnTo>
                  <a:pt x="1797" y="908"/>
                </a:lnTo>
                <a:lnTo>
                  <a:pt x="1777" y="727"/>
                </a:lnTo>
                <a:lnTo>
                  <a:pt x="1736" y="545"/>
                </a:lnTo>
                <a:lnTo>
                  <a:pt x="1655" y="404"/>
                </a:lnTo>
                <a:lnTo>
                  <a:pt x="1534" y="263"/>
                </a:lnTo>
                <a:lnTo>
                  <a:pt x="1413" y="162"/>
                </a:lnTo>
                <a:lnTo>
                  <a:pt x="1252" y="61"/>
                </a:lnTo>
                <a:lnTo>
                  <a:pt x="1090" y="20"/>
                </a:lnTo>
                <a:lnTo>
                  <a:pt x="909" y="0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77" name="Google Shape;1577;p18"/>
          <p:cNvSpPr/>
          <p:nvPr/>
        </p:nvSpPr>
        <p:spPr>
          <a:xfrm>
            <a:off x="266642" y="1375840"/>
            <a:ext cx="100466" cy="100466"/>
          </a:xfrm>
          <a:custGeom>
            <a:rect b="b" l="l" r="r" t="t"/>
            <a:pathLst>
              <a:path extrusionOk="0" h="1797" w="1797">
                <a:moveTo>
                  <a:pt x="909" y="0"/>
                </a:moveTo>
                <a:lnTo>
                  <a:pt x="727" y="20"/>
                </a:lnTo>
                <a:lnTo>
                  <a:pt x="546" y="61"/>
                </a:lnTo>
                <a:lnTo>
                  <a:pt x="404" y="162"/>
                </a:lnTo>
                <a:lnTo>
                  <a:pt x="263" y="263"/>
                </a:lnTo>
                <a:lnTo>
                  <a:pt x="162" y="404"/>
                </a:lnTo>
                <a:lnTo>
                  <a:pt x="61" y="545"/>
                </a:lnTo>
                <a:lnTo>
                  <a:pt x="21" y="727"/>
                </a:lnTo>
                <a:lnTo>
                  <a:pt x="1" y="908"/>
                </a:lnTo>
                <a:lnTo>
                  <a:pt x="21" y="1090"/>
                </a:lnTo>
                <a:lnTo>
                  <a:pt x="61" y="1251"/>
                </a:lnTo>
                <a:lnTo>
                  <a:pt x="162" y="1393"/>
                </a:lnTo>
                <a:lnTo>
                  <a:pt x="263" y="1534"/>
                </a:lnTo>
                <a:lnTo>
                  <a:pt x="404" y="1655"/>
                </a:lnTo>
                <a:lnTo>
                  <a:pt x="546" y="1736"/>
                </a:lnTo>
                <a:lnTo>
                  <a:pt x="727" y="1776"/>
                </a:lnTo>
                <a:lnTo>
                  <a:pt x="909" y="1796"/>
                </a:lnTo>
                <a:lnTo>
                  <a:pt x="1090" y="1776"/>
                </a:lnTo>
                <a:lnTo>
                  <a:pt x="1252" y="1736"/>
                </a:lnTo>
                <a:lnTo>
                  <a:pt x="1413" y="1655"/>
                </a:lnTo>
                <a:lnTo>
                  <a:pt x="1534" y="1534"/>
                </a:lnTo>
                <a:lnTo>
                  <a:pt x="1655" y="1393"/>
                </a:lnTo>
                <a:lnTo>
                  <a:pt x="1736" y="1251"/>
                </a:lnTo>
                <a:lnTo>
                  <a:pt x="1777" y="1090"/>
                </a:lnTo>
                <a:lnTo>
                  <a:pt x="1797" y="908"/>
                </a:lnTo>
                <a:lnTo>
                  <a:pt x="1777" y="727"/>
                </a:lnTo>
                <a:lnTo>
                  <a:pt x="1736" y="545"/>
                </a:lnTo>
                <a:lnTo>
                  <a:pt x="1655" y="404"/>
                </a:lnTo>
                <a:lnTo>
                  <a:pt x="1534" y="263"/>
                </a:lnTo>
                <a:lnTo>
                  <a:pt x="1413" y="162"/>
                </a:lnTo>
                <a:lnTo>
                  <a:pt x="1252" y="61"/>
                </a:lnTo>
                <a:lnTo>
                  <a:pt x="1090" y="20"/>
                </a:lnTo>
                <a:lnTo>
                  <a:pt x="909" y="0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78" name="Google Shape;1578;p18"/>
          <p:cNvSpPr/>
          <p:nvPr/>
        </p:nvSpPr>
        <p:spPr>
          <a:xfrm>
            <a:off x="523842" y="1693465"/>
            <a:ext cx="100466" cy="100466"/>
          </a:xfrm>
          <a:custGeom>
            <a:rect b="b" l="l" r="r" t="t"/>
            <a:pathLst>
              <a:path extrusionOk="0" h="1797" w="1797">
                <a:moveTo>
                  <a:pt x="909" y="0"/>
                </a:moveTo>
                <a:lnTo>
                  <a:pt x="727" y="20"/>
                </a:lnTo>
                <a:lnTo>
                  <a:pt x="546" y="61"/>
                </a:lnTo>
                <a:lnTo>
                  <a:pt x="404" y="162"/>
                </a:lnTo>
                <a:lnTo>
                  <a:pt x="263" y="263"/>
                </a:lnTo>
                <a:lnTo>
                  <a:pt x="162" y="404"/>
                </a:lnTo>
                <a:lnTo>
                  <a:pt x="61" y="545"/>
                </a:lnTo>
                <a:lnTo>
                  <a:pt x="21" y="727"/>
                </a:lnTo>
                <a:lnTo>
                  <a:pt x="1" y="908"/>
                </a:lnTo>
                <a:lnTo>
                  <a:pt x="21" y="1090"/>
                </a:lnTo>
                <a:lnTo>
                  <a:pt x="61" y="1251"/>
                </a:lnTo>
                <a:lnTo>
                  <a:pt x="162" y="1393"/>
                </a:lnTo>
                <a:lnTo>
                  <a:pt x="263" y="1534"/>
                </a:lnTo>
                <a:lnTo>
                  <a:pt x="404" y="1655"/>
                </a:lnTo>
                <a:lnTo>
                  <a:pt x="546" y="1736"/>
                </a:lnTo>
                <a:lnTo>
                  <a:pt x="727" y="1776"/>
                </a:lnTo>
                <a:lnTo>
                  <a:pt x="909" y="1796"/>
                </a:lnTo>
                <a:lnTo>
                  <a:pt x="1090" y="1776"/>
                </a:lnTo>
                <a:lnTo>
                  <a:pt x="1252" y="1736"/>
                </a:lnTo>
                <a:lnTo>
                  <a:pt x="1413" y="1655"/>
                </a:lnTo>
                <a:lnTo>
                  <a:pt x="1534" y="1534"/>
                </a:lnTo>
                <a:lnTo>
                  <a:pt x="1655" y="1393"/>
                </a:lnTo>
                <a:lnTo>
                  <a:pt x="1736" y="1251"/>
                </a:lnTo>
                <a:lnTo>
                  <a:pt x="1777" y="1090"/>
                </a:lnTo>
                <a:lnTo>
                  <a:pt x="1797" y="908"/>
                </a:lnTo>
                <a:lnTo>
                  <a:pt x="1777" y="727"/>
                </a:lnTo>
                <a:lnTo>
                  <a:pt x="1736" y="545"/>
                </a:lnTo>
                <a:lnTo>
                  <a:pt x="1655" y="404"/>
                </a:lnTo>
                <a:lnTo>
                  <a:pt x="1534" y="263"/>
                </a:lnTo>
                <a:lnTo>
                  <a:pt x="1413" y="162"/>
                </a:lnTo>
                <a:lnTo>
                  <a:pt x="1252" y="61"/>
                </a:lnTo>
                <a:lnTo>
                  <a:pt x="1090" y="20"/>
                </a:lnTo>
                <a:lnTo>
                  <a:pt x="909" y="0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79" name="Google Shape;1579;p18"/>
          <p:cNvSpPr/>
          <p:nvPr/>
        </p:nvSpPr>
        <p:spPr>
          <a:xfrm>
            <a:off x="3174892" y="-10"/>
            <a:ext cx="100466" cy="100466"/>
          </a:xfrm>
          <a:custGeom>
            <a:rect b="b" l="l" r="r" t="t"/>
            <a:pathLst>
              <a:path extrusionOk="0" h="1797" w="1797">
                <a:moveTo>
                  <a:pt x="909" y="0"/>
                </a:moveTo>
                <a:lnTo>
                  <a:pt x="727" y="20"/>
                </a:lnTo>
                <a:lnTo>
                  <a:pt x="546" y="61"/>
                </a:lnTo>
                <a:lnTo>
                  <a:pt x="404" y="162"/>
                </a:lnTo>
                <a:lnTo>
                  <a:pt x="263" y="263"/>
                </a:lnTo>
                <a:lnTo>
                  <a:pt x="162" y="404"/>
                </a:lnTo>
                <a:lnTo>
                  <a:pt x="61" y="545"/>
                </a:lnTo>
                <a:lnTo>
                  <a:pt x="21" y="727"/>
                </a:lnTo>
                <a:lnTo>
                  <a:pt x="1" y="908"/>
                </a:lnTo>
                <a:lnTo>
                  <a:pt x="21" y="1090"/>
                </a:lnTo>
                <a:lnTo>
                  <a:pt x="61" y="1251"/>
                </a:lnTo>
                <a:lnTo>
                  <a:pt x="162" y="1393"/>
                </a:lnTo>
                <a:lnTo>
                  <a:pt x="263" y="1534"/>
                </a:lnTo>
                <a:lnTo>
                  <a:pt x="404" y="1655"/>
                </a:lnTo>
                <a:lnTo>
                  <a:pt x="546" y="1736"/>
                </a:lnTo>
                <a:lnTo>
                  <a:pt x="727" y="1776"/>
                </a:lnTo>
                <a:lnTo>
                  <a:pt x="909" y="1796"/>
                </a:lnTo>
                <a:lnTo>
                  <a:pt x="1090" y="1776"/>
                </a:lnTo>
                <a:lnTo>
                  <a:pt x="1252" y="1736"/>
                </a:lnTo>
                <a:lnTo>
                  <a:pt x="1413" y="1655"/>
                </a:lnTo>
                <a:lnTo>
                  <a:pt x="1534" y="1534"/>
                </a:lnTo>
                <a:lnTo>
                  <a:pt x="1655" y="1393"/>
                </a:lnTo>
                <a:lnTo>
                  <a:pt x="1736" y="1251"/>
                </a:lnTo>
                <a:lnTo>
                  <a:pt x="1777" y="1090"/>
                </a:lnTo>
                <a:lnTo>
                  <a:pt x="1797" y="908"/>
                </a:lnTo>
                <a:lnTo>
                  <a:pt x="1777" y="727"/>
                </a:lnTo>
                <a:lnTo>
                  <a:pt x="1736" y="545"/>
                </a:lnTo>
                <a:lnTo>
                  <a:pt x="1655" y="404"/>
                </a:lnTo>
                <a:lnTo>
                  <a:pt x="1534" y="263"/>
                </a:lnTo>
                <a:lnTo>
                  <a:pt x="1413" y="162"/>
                </a:lnTo>
                <a:lnTo>
                  <a:pt x="1252" y="61"/>
                </a:lnTo>
                <a:lnTo>
                  <a:pt x="1090" y="20"/>
                </a:lnTo>
                <a:lnTo>
                  <a:pt x="909" y="0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 5">
  <p:cSld name="CUSTOM_10_1_1_1_1">
    <p:bg>
      <p:bgPr>
        <a:solidFill>
          <a:schemeClr val="lt2"/>
        </a:solidFill>
      </p:bgPr>
    </p:bg>
    <p:spTree>
      <p:nvGrpSpPr>
        <p:cNvPr id="1580" name="Shape 15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1" name="Google Shape;1581;p19"/>
          <p:cNvSpPr/>
          <p:nvPr/>
        </p:nvSpPr>
        <p:spPr>
          <a:xfrm flipH="1">
            <a:off x="8403688" y="0"/>
            <a:ext cx="754500" cy="51435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82" name="Google Shape;1582;p19"/>
          <p:cNvSpPr txBox="1"/>
          <p:nvPr>
            <p:ph type="title"/>
          </p:nvPr>
        </p:nvSpPr>
        <p:spPr>
          <a:xfrm>
            <a:off x="3110400" y="2065980"/>
            <a:ext cx="4114800" cy="411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l">
              <a:spcBef>
                <a:spcPts val="0"/>
              </a:spcBef>
              <a:spcAft>
                <a:spcPts val="0"/>
              </a:spcAft>
              <a:buSzPts val="3600"/>
              <a:buNone/>
              <a:defRPr sz="45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83" name="Google Shape;1583;p19"/>
          <p:cNvSpPr txBox="1"/>
          <p:nvPr>
            <p:ph idx="1" type="subTitle"/>
          </p:nvPr>
        </p:nvSpPr>
        <p:spPr>
          <a:xfrm>
            <a:off x="3110400" y="2682420"/>
            <a:ext cx="3069600" cy="3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9pPr>
          </a:lstStyle>
          <a:p/>
        </p:txBody>
      </p:sp>
      <p:sp>
        <p:nvSpPr>
          <p:cNvPr id="1584" name="Google Shape;1584;p19"/>
          <p:cNvSpPr txBox="1"/>
          <p:nvPr>
            <p:ph hasCustomPrompt="1" idx="2" type="title"/>
          </p:nvPr>
        </p:nvSpPr>
        <p:spPr>
          <a:xfrm>
            <a:off x="1918800" y="2334000"/>
            <a:ext cx="1088100" cy="475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4500">
                <a:solidFill>
                  <a:schemeClr val="lt1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6000"/>
              <a:buNone/>
              <a:defRPr sz="6000">
                <a:solidFill>
                  <a:schemeClr val="dk2"/>
                </a:solidFill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6000"/>
              <a:buNone/>
              <a:defRPr sz="6000">
                <a:solidFill>
                  <a:schemeClr val="dk2"/>
                </a:solidFill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6000"/>
              <a:buNone/>
              <a:defRPr sz="6000">
                <a:solidFill>
                  <a:schemeClr val="dk2"/>
                </a:solidFill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6000"/>
              <a:buNone/>
              <a:defRPr sz="6000">
                <a:solidFill>
                  <a:schemeClr val="dk2"/>
                </a:solidFill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6000"/>
              <a:buNone/>
              <a:defRPr sz="6000">
                <a:solidFill>
                  <a:schemeClr val="dk2"/>
                </a:solidFill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6000"/>
              <a:buNone/>
              <a:defRPr sz="6000">
                <a:solidFill>
                  <a:schemeClr val="dk2"/>
                </a:solidFill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6000"/>
              <a:buNone/>
              <a:defRPr sz="6000">
                <a:solidFill>
                  <a:schemeClr val="dk2"/>
                </a:solidFill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6000"/>
              <a:buNone/>
              <a:defRPr sz="6000">
                <a:solidFill>
                  <a:schemeClr val="dk2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1585" name="Google Shape;1585;p19"/>
          <p:cNvSpPr/>
          <p:nvPr/>
        </p:nvSpPr>
        <p:spPr>
          <a:xfrm flipH="1">
            <a:off x="25" y="0"/>
            <a:ext cx="754500" cy="51435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86" name="Google Shape;1586;p19"/>
          <p:cNvSpPr/>
          <p:nvPr/>
        </p:nvSpPr>
        <p:spPr>
          <a:xfrm>
            <a:off x="8133850" y="182191"/>
            <a:ext cx="597600" cy="5976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87" name="Google Shape;1587;p19"/>
          <p:cNvSpPr/>
          <p:nvPr/>
        </p:nvSpPr>
        <p:spPr>
          <a:xfrm rot="5400000">
            <a:off x="8133850" y="787293"/>
            <a:ext cx="597600" cy="597600"/>
          </a:xfrm>
          <a:prstGeom prst="rtTriangle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88" name="Google Shape;1588;p19"/>
          <p:cNvSpPr/>
          <p:nvPr/>
        </p:nvSpPr>
        <p:spPr>
          <a:xfrm rot="3449335">
            <a:off x="1473204" y="-1086091"/>
            <a:ext cx="1596402" cy="1802919"/>
          </a:xfrm>
          <a:custGeom>
            <a:rect b="b" l="l" r="r" t="t"/>
            <a:pathLst>
              <a:path extrusionOk="0" h="32249" w="28555">
                <a:moveTo>
                  <a:pt x="20483" y="82"/>
                </a:moveTo>
                <a:lnTo>
                  <a:pt x="20947" y="102"/>
                </a:lnTo>
                <a:lnTo>
                  <a:pt x="21411" y="122"/>
                </a:lnTo>
                <a:lnTo>
                  <a:pt x="21875" y="203"/>
                </a:lnTo>
                <a:lnTo>
                  <a:pt x="22319" y="283"/>
                </a:lnTo>
                <a:lnTo>
                  <a:pt x="22763" y="404"/>
                </a:lnTo>
                <a:lnTo>
                  <a:pt x="23187" y="566"/>
                </a:lnTo>
                <a:lnTo>
                  <a:pt x="23611" y="748"/>
                </a:lnTo>
                <a:lnTo>
                  <a:pt x="23994" y="949"/>
                </a:lnTo>
                <a:lnTo>
                  <a:pt x="24378" y="1191"/>
                </a:lnTo>
                <a:lnTo>
                  <a:pt x="24741" y="1454"/>
                </a:lnTo>
                <a:lnTo>
                  <a:pt x="25124" y="1777"/>
                </a:lnTo>
                <a:lnTo>
                  <a:pt x="25487" y="2140"/>
                </a:lnTo>
                <a:lnTo>
                  <a:pt x="25851" y="2564"/>
                </a:lnTo>
                <a:lnTo>
                  <a:pt x="26174" y="3008"/>
                </a:lnTo>
                <a:lnTo>
                  <a:pt x="26496" y="3492"/>
                </a:lnTo>
                <a:lnTo>
                  <a:pt x="26779" y="4017"/>
                </a:lnTo>
                <a:lnTo>
                  <a:pt x="27062" y="4582"/>
                </a:lnTo>
                <a:lnTo>
                  <a:pt x="27324" y="5187"/>
                </a:lnTo>
                <a:lnTo>
                  <a:pt x="27546" y="5772"/>
                </a:lnTo>
                <a:lnTo>
                  <a:pt x="27748" y="6358"/>
                </a:lnTo>
                <a:lnTo>
                  <a:pt x="27909" y="6943"/>
                </a:lnTo>
                <a:lnTo>
                  <a:pt x="28071" y="7548"/>
                </a:lnTo>
                <a:lnTo>
                  <a:pt x="28192" y="8154"/>
                </a:lnTo>
                <a:lnTo>
                  <a:pt x="28293" y="8739"/>
                </a:lnTo>
                <a:lnTo>
                  <a:pt x="28373" y="9344"/>
                </a:lnTo>
                <a:lnTo>
                  <a:pt x="28434" y="9950"/>
                </a:lnTo>
                <a:lnTo>
                  <a:pt x="28474" y="10555"/>
                </a:lnTo>
                <a:lnTo>
                  <a:pt x="28474" y="11160"/>
                </a:lnTo>
                <a:lnTo>
                  <a:pt x="28474" y="11766"/>
                </a:lnTo>
                <a:lnTo>
                  <a:pt x="28434" y="12371"/>
                </a:lnTo>
                <a:lnTo>
                  <a:pt x="28373" y="12977"/>
                </a:lnTo>
                <a:lnTo>
                  <a:pt x="28272" y="13562"/>
                </a:lnTo>
                <a:lnTo>
                  <a:pt x="28171" y="14167"/>
                </a:lnTo>
                <a:lnTo>
                  <a:pt x="28030" y="14732"/>
                </a:lnTo>
                <a:lnTo>
                  <a:pt x="27869" y="15338"/>
                </a:lnTo>
                <a:lnTo>
                  <a:pt x="27667" y="15923"/>
                </a:lnTo>
                <a:lnTo>
                  <a:pt x="27465" y="16488"/>
                </a:lnTo>
                <a:lnTo>
                  <a:pt x="27223" y="17053"/>
                </a:lnTo>
                <a:lnTo>
                  <a:pt x="26961" y="17618"/>
                </a:lnTo>
                <a:lnTo>
                  <a:pt x="26678" y="18143"/>
                </a:lnTo>
                <a:lnTo>
                  <a:pt x="26355" y="18667"/>
                </a:lnTo>
                <a:lnTo>
                  <a:pt x="26032" y="19192"/>
                </a:lnTo>
                <a:lnTo>
                  <a:pt x="25669" y="19676"/>
                </a:lnTo>
                <a:lnTo>
                  <a:pt x="25306" y="20161"/>
                </a:lnTo>
                <a:lnTo>
                  <a:pt x="24922" y="20625"/>
                </a:lnTo>
                <a:lnTo>
                  <a:pt x="24499" y="21069"/>
                </a:lnTo>
                <a:lnTo>
                  <a:pt x="24075" y="21493"/>
                </a:lnTo>
                <a:lnTo>
                  <a:pt x="23631" y="21896"/>
                </a:lnTo>
                <a:lnTo>
                  <a:pt x="23167" y="22280"/>
                </a:lnTo>
                <a:lnTo>
                  <a:pt x="22703" y="22643"/>
                </a:lnTo>
                <a:lnTo>
                  <a:pt x="22238" y="22946"/>
                </a:lnTo>
                <a:lnTo>
                  <a:pt x="21795" y="23228"/>
                </a:lnTo>
                <a:lnTo>
                  <a:pt x="21310" y="23511"/>
                </a:lnTo>
                <a:lnTo>
                  <a:pt x="20846" y="23773"/>
                </a:lnTo>
                <a:lnTo>
                  <a:pt x="19877" y="24277"/>
                </a:lnTo>
                <a:lnTo>
                  <a:pt x="18909" y="24742"/>
                </a:lnTo>
                <a:lnTo>
                  <a:pt x="17940" y="25226"/>
                </a:lnTo>
                <a:lnTo>
                  <a:pt x="16951" y="25751"/>
                </a:lnTo>
                <a:lnTo>
                  <a:pt x="16467" y="26013"/>
                </a:lnTo>
                <a:lnTo>
                  <a:pt x="15983" y="26296"/>
                </a:lnTo>
                <a:lnTo>
                  <a:pt x="15519" y="26598"/>
                </a:lnTo>
                <a:lnTo>
                  <a:pt x="15075" y="26901"/>
                </a:lnTo>
                <a:lnTo>
                  <a:pt x="14510" y="27325"/>
                </a:lnTo>
                <a:lnTo>
                  <a:pt x="13965" y="27789"/>
                </a:lnTo>
                <a:lnTo>
                  <a:pt x="13420" y="28253"/>
                </a:lnTo>
                <a:lnTo>
                  <a:pt x="12895" y="28717"/>
                </a:lnTo>
                <a:lnTo>
                  <a:pt x="12148" y="29383"/>
                </a:lnTo>
                <a:lnTo>
                  <a:pt x="11402" y="30029"/>
                </a:lnTo>
                <a:lnTo>
                  <a:pt x="10998" y="30332"/>
                </a:lnTo>
                <a:lnTo>
                  <a:pt x="10595" y="30614"/>
                </a:lnTo>
                <a:lnTo>
                  <a:pt x="10171" y="30897"/>
                </a:lnTo>
                <a:lnTo>
                  <a:pt x="9747" y="31159"/>
                </a:lnTo>
                <a:lnTo>
                  <a:pt x="9303" y="31381"/>
                </a:lnTo>
                <a:lnTo>
                  <a:pt x="8839" y="31583"/>
                </a:lnTo>
                <a:lnTo>
                  <a:pt x="8375" y="31764"/>
                </a:lnTo>
                <a:lnTo>
                  <a:pt x="7890" y="31906"/>
                </a:lnTo>
                <a:lnTo>
                  <a:pt x="7406" y="32027"/>
                </a:lnTo>
                <a:lnTo>
                  <a:pt x="6922" y="32107"/>
                </a:lnTo>
                <a:lnTo>
                  <a:pt x="6417" y="32148"/>
                </a:lnTo>
                <a:lnTo>
                  <a:pt x="5933" y="32168"/>
                </a:lnTo>
                <a:lnTo>
                  <a:pt x="5893" y="32168"/>
                </a:lnTo>
                <a:lnTo>
                  <a:pt x="5368" y="32148"/>
                </a:lnTo>
                <a:lnTo>
                  <a:pt x="4843" y="32087"/>
                </a:lnTo>
                <a:lnTo>
                  <a:pt x="4359" y="31986"/>
                </a:lnTo>
                <a:lnTo>
                  <a:pt x="3875" y="31845"/>
                </a:lnTo>
                <a:lnTo>
                  <a:pt x="3431" y="31684"/>
                </a:lnTo>
                <a:lnTo>
                  <a:pt x="2987" y="31462"/>
                </a:lnTo>
                <a:lnTo>
                  <a:pt x="2583" y="31219"/>
                </a:lnTo>
                <a:lnTo>
                  <a:pt x="2200" y="30957"/>
                </a:lnTo>
                <a:lnTo>
                  <a:pt x="1998" y="30775"/>
                </a:lnTo>
                <a:lnTo>
                  <a:pt x="1816" y="30614"/>
                </a:lnTo>
                <a:lnTo>
                  <a:pt x="1635" y="30412"/>
                </a:lnTo>
                <a:lnTo>
                  <a:pt x="1453" y="30231"/>
                </a:lnTo>
                <a:lnTo>
                  <a:pt x="1292" y="30029"/>
                </a:lnTo>
                <a:lnTo>
                  <a:pt x="1150" y="29807"/>
                </a:lnTo>
                <a:lnTo>
                  <a:pt x="1009" y="29585"/>
                </a:lnTo>
                <a:lnTo>
                  <a:pt x="868" y="29363"/>
                </a:lnTo>
                <a:lnTo>
                  <a:pt x="747" y="29121"/>
                </a:lnTo>
                <a:lnTo>
                  <a:pt x="626" y="28879"/>
                </a:lnTo>
                <a:lnTo>
                  <a:pt x="525" y="28616"/>
                </a:lnTo>
                <a:lnTo>
                  <a:pt x="424" y="28354"/>
                </a:lnTo>
                <a:lnTo>
                  <a:pt x="343" y="28092"/>
                </a:lnTo>
                <a:lnTo>
                  <a:pt x="283" y="27829"/>
                </a:lnTo>
                <a:lnTo>
                  <a:pt x="222" y="27547"/>
                </a:lnTo>
                <a:lnTo>
                  <a:pt x="162" y="27264"/>
                </a:lnTo>
                <a:lnTo>
                  <a:pt x="101" y="26719"/>
                </a:lnTo>
                <a:lnTo>
                  <a:pt x="81" y="26154"/>
                </a:lnTo>
                <a:lnTo>
                  <a:pt x="121" y="25609"/>
                </a:lnTo>
                <a:lnTo>
                  <a:pt x="182" y="25065"/>
                </a:lnTo>
                <a:lnTo>
                  <a:pt x="283" y="24520"/>
                </a:lnTo>
                <a:lnTo>
                  <a:pt x="444" y="23995"/>
                </a:lnTo>
                <a:lnTo>
                  <a:pt x="626" y="23490"/>
                </a:lnTo>
                <a:lnTo>
                  <a:pt x="868" y="23006"/>
                </a:lnTo>
                <a:lnTo>
                  <a:pt x="1029" y="22724"/>
                </a:lnTo>
                <a:lnTo>
                  <a:pt x="1191" y="22441"/>
                </a:lnTo>
                <a:lnTo>
                  <a:pt x="1372" y="22179"/>
                </a:lnTo>
                <a:lnTo>
                  <a:pt x="1574" y="21916"/>
                </a:lnTo>
                <a:lnTo>
                  <a:pt x="1776" y="21654"/>
                </a:lnTo>
                <a:lnTo>
                  <a:pt x="1998" y="21392"/>
                </a:lnTo>
                <a:lnTo>
                  <a:pt x="2240" y="21129"/>
                </a:lnTo>
                <a:lnTo>
                  <a:pt x="2482" y="20867"/>
                </a:lnTo>
                <a:lnTo>
                  <a:pt x="3027" y="20383"/>
                </a:lnTo>
                <a:lnTo>
                  <a:pt x="3612" y="19898"/>
                </a:lnTo>
                <a:lnTo>
                  <a:pt x="4258" y="19414"/>
                </a:lnTo>
                <a:lnTo>
                  <a:pt x="4964" y="18970"/>
                </a:lnTo>
                <a:lnTo>
                  <a:pt x="5691" y="18526"/>
                </a:lnTo>
                <a:lnTo>
                  <a:pt x="6438" y="18102"/>
                </a:lnTo>
                <a:lnTo>
                  <a:pt x="7951" y="17336"/>
                </a:lnTo>
                <a:lnTo>
                  <a:pt x="9021" y="16771"/>
                </a:lnTo>
                <a:lnTo>
                  <a:pt x="10110" y="16185"/>
                </a:lnTo>
                <a:lnTo>
                  <a:pt x="10433" y="15983"/>
                </a:lnTo>
                <a:lnTo>
                  <a:pt x="10716" y="15802"/>
                </a:lnTo>
                <a:lnTo>
                  <a:pt x="10978" y="15600"/>
                </a:lnTo>
                <a:lnTo>
                  <a:pt x="11220" y="15398"/>
                </a:lnTo>
                <a:lnTo>
                  <a:pt x="11442" y="15196"/>
                </a:lnTo>
                <a:lnTo>
                  <a:pt x="11644" y="14974"/>
                </a:lnTo>
                <a:lnTo>
                  <a:pt x="11805" y="14752"/>
                </a:lnTo>
                <a:lnTo>
                  <a:pt x="11967" y="14510"/>
                </a:lnTo>
                <a:lnTo>
                  <a:pt x="12088" y="14268"/>
                </a:lnTo>
                <a:lnTo>
                  <a:pt x="12189" y="13986"/>
                </a:lnTo>
                <a:lnTo>
                  <a:pt x="12290" y="13723"/>
                </a:lnTo>
                <a:lnTo>
                  <a:pt x="12350" y="13421"/>
                </a:lnTo>
                <a:lnTo>
                  <a:pt x="12411" y="13098"/>
                </a:lnTo>
                <a:lnTo>
                  <a:pt x="12451" y="12755"/>
                </a:lnTo>
                <a:lnTo>
                  <a:pt x="12471" y="12391"/>
                </a:lnTo>
                <a:lnTo>
                  <a:pt x="12471" y="12008"/>
                </a:lnTo>
                <a:lnTo>
                  <a:pt x="12492" y="11302"/>
                </a:lnTo>
                <a:lnTo>
                  <a:pt x="12512" y="10616"/>
                </a:lnTo>
                <a:lnTo>
                  <a:pt x="12532" y="9950"/>
                </a:lnTo>
                <a:lnTo>
                  <a:pt x="12592" y="9324"/>
                </a:lnTo>
                <a:lnTo>
                  <a:pt x="12653" y="8698"/>
                </a:lnTo>
                <a:lnTo>
                  <a:pt x="12714" y="8113"/>
                </a:lnTo>
                <a:lnTo>
                  <a:pt x="12814" y="7548"/>
                </a:lnTo>
                <a:lnTo>
                  <a:pt x="12915" y="7003"/>
                </a:lnTo>
                <a:lnTo>
                  <a:pt x="13036" y="6479"/>
                </a:lnTo>
                <a:lnTo>
                  <a:pt x="13157" y="5974"/>
                </a:lnTo>
                <a:lnTo>
                  <a:pt x="13299" y="5510"/>
                </a:lnTo>
                <a:lnTo>
                  <a:pt x="13460" y="5046"/>
                </a:lnTo>
                <a:lnTo>
                  <a:pt x="13642" y="4622"/>
                </a:lnTo>
                <a:lnTo>
                  <a:pt x="13823" y="4218"/>
                </a:lnTo>
                <a:lnTo>
                  <a:pt x="14025" y="3835"/>
                </a:lnTo>
                <a:lnTo>
                  <a:pt x="14247" y="3472"/>
                </a:lnTo>
                <a:lnTo>
                  <a:pt x="14429" y="3169"/>
                </a:lnTo>
                <a:lnTo>
                  <a:pt x="14631" y="2887"/>
                </a:lnTo>
                <a:lnTo>
                  <a:pt x="14853" y="2644"/>
                </a:lnTo>
                <a:lnTo>
                  <a:pt x="15054" y="2402"/>
                </a:lnTo>
                <a:lnTo>
                  <a:pt x="15276" y="2180"/>
                </a:lnTo>
                <a:lnTo>
                  <a:pt x="15498" y="1979"/>
                </a:lnTo>
                <a:lnTo>
                  <a:pt x="15700" y="1797"/>
                </a:lnTo>
                <a:lnTo>
                  <a:pt x="15942" y="1635"/>
                </a:lnTo>
                <a:lnTo>
                  <a:pt x="16386" y="1333"/>
                </a:lnTo>
                <a:lnTo>
                  <a:pt x="16830" y="1091"/>
                </a:lnTo>
                <a:lnTo>
                  <a:pt x="17274" y="869"/>
                </a:lnTo>
                <a:lnTo>
                  <a:pt x="17698" y="667"/>
                </a:lnTo>
                <a:lnTo>
                  <a:pt x="18142" y="505"/>
                </a:lnTo>
                <a:lnTo>
                  <a:pt x="18606" y="364"/>
                </a:lnTo>
                <a:lnTo>
                  <a:pt x="19070" y="243"/>
                </a:lnTo>
                <a:lnTo>
                  <a:pt x="19534" y="162"/>
                </a:lnTo>
                <a:lnTo>
                  <a:pt x="19999" y="102"/>
                </a:lnTo>
                <a:lnTo>
                  <a:pt x="20483" y="82"/>
                </a:lnTo>
                <a:close/>
                <a:moveTo>
                  <a:pt x="20483" y="1"/>
                </a:moveTo>
                <a:lnTo>
                  <a:pt x="19999" y="21"/>
                </a:lnTo>
                <a:lnTo>
                  <a:pt x="19534" y="82"/>
                </a:lnTo>
                <a:lnTo>
                  <a:pt x="19050" y="162"/>
                </a:lnTo>
                <a:lnTo>
                  <a:pt x="18586" y="283"/>
                </a:lnTo>
                <a:lnTo>
                  <a:pt x="18122" y="425"/>
                </a:lnTo>
                <a:lnTo>
                  <a:pt x="17678" y="606"/>
                </a:lnTo>
                <a:lnTo>
                  <a:pt x="17214" y="808"/>
                </a:lnTo>
                <a:lnTo>
                  <a:pt x="16750" y="1050"/>
                </a:lnTo>
                <a:lnTo>
                  <a:pt x="16285" y="1313"/>
                </a:lnTo>
                <a:lnTo>
                  <a:pt x="15841" y="1615"/>
                </a:lnTo>
                <a:lnTo>
                  <a:pt x="15619" y="1777"/>
                </a:lnTo>
                <a:lnTo>
                  <a:pt x="15397" y="1979"/>
                </a:lnTo>
                <a:lnTo>
                  <a:pt x="15175" y="2180"/>
                </a:lnTo>
                <a:lnTo>
                  <a:pt x="14974" y="2382"/>
                </a:lnTo>
                <a:lnTo>
                  <a:pt x="14752" y="2624"/>
                </a:lnTo>
                <a:lnTo>
                  <a:pt x="14550" y="2866"/>
                </a:lnTo>
                <a:lnTo>
                  <a:pt x="14368" y="3129"/>
                </a:lnTo>
                <a:lnTo>
                  <a:pt x="14166" y="3411"/>
                </a:lnTo>
                <a:lnTo>
                  <a:pt x="13944" y="3795"/>
                </a:lnTo>
                <a:lnTo>
                  <a:pt x="13743" y="4178"/>
                </a:lnTo>
                <a:lnTo>
                  <a:pt x="13561" y="4582"/>
                </a:lnTo>
                <a:lnTo>
                  <a:pt x="13400" y="5026"/>
                </a:lnTo>
                <a:lnTo>
                  <a:pt x="13238" y="5470"/>
                </a:lnTo>
                <a:lnTo>
                  <a:pt x="13077" y="5954"/>
                </a:lnTo>
                <a:lnTo>
                  <a:pt x="12956" y="6458"/>
                </a:lnTo>
                <a:lnTo>
                  <a:pt x="12835" y="6983"/>
                </a:lnTo>
                <a:lnTo>
                  <a:pt x="12734" y="7528"/>
                </a:lnTo>
                <a:lnTo>
                  <a:pt x="12653" y="8093"/>
                </a:lnTo>
                <a:lnTo>
                  <a:pt x="12572" y="8678"/>
                </a:lnTo>
                <a:lnTo>
                  <a:pt x="12512" y="9304"/>
                </a:lnTo>
                <a:lnTo>
                  <a:pt x="12451" y="9950"/>
                </a:lnTo>
                <a:lnTo>
                  <a:pt x="12431" y="10616"/>
                </a:lnTo>
                <a:lnTo>
                  <a:pt x="12411" y="11302"/>
                </a:lnTo>
                <a:lnTo>
                  <a:pt x="12391" y="12008"/>
                </a:lnTo>
                <a:lnTo>
                  <a:pt x="12391" y="12391"/>
                </a:lnTo>
                <a:lnTo>
                  <a:pt x="12370" y="12755"/>
                </a:lnTo>
                <a:lnTo>
                  <a:pt x="12330" y="13078"/>
                </a:lnTo>
                <a:lnTo>
                  <a:pt x="12270" y="13400"/>
                </a:lnTo>
                <a:lnTo>
                  <a:pt x="12209" y="13683"/>
                </a:lnTo>
                <a:lnTo>
                  <a:pt x="12128" y="13965"/>
                </a:lnTo>
                <a:lnTo>
                  <a:pt x="12007" y="14228"/>
                </a:lnTo>
                <a:lnTo>
                  <a:pt x="11886" y="14470"/>
                </a:lnTo>
                <a:lnTo>
                  <a:pt x="11745" y="14712"/>
                </a:lnTo>
                <a:lnTo>
                  <a:pt x="11563" y="14934"/>
                </a:lnTo>
                <a:lnTo>
                  <a:pt x="11382" y="15136"/>
                </a:lnTo>
                <a:lnTo>
                  <a:pt x="11160" y="15338"/>
                </a:lnTo>
                <a:lnTo>
                  <a:pt x="10938" y="15540"/>
                </a:lnTo>
                <a:lnTo>
                  <a:pt x="10675" y="15741"/>
                </a:lnTo>
                <a:lnTo>
                  <a:pt x="10373" y="15923"/>
                </a:lnTo>
                <a:lnTo>
                  <a:pt x="10070" y="16105"/>
                </a:lnTo>
                <a:lnTo>
                  <a:pt x="8980" y="16690"/>
                </a:lnTo>
                <a:lnTo>
                  <a:pt x="7911" y="17255"/>
                </a:lnTo>
                <a:lnTo>
                  <a:pt x="6397" y="18042"/>
                </a:lnTo>
                <a:lnTo>
                  <a:pt x="5651" y="18466"/>
                </a:lnTo>
                <a:lnTo>
                  <a:pt x="4924" y="18889"/>
                </a:lnTo>
                <a:lnTo>
                  <a:pt x="4218" y="19354"/>
                </a:lnTo>
                <a:lnTo>
                  <a:pt x="3552" y="19838"/>
                </a:lnTo>
                <a:lnTo>
                  <a:pt x="2967" y="20322"/>
                </a:lnTo>
                <a:lnTo>
                  <a:pt x="2422" y="20827"/>
                </a:lnTo>
                <a:lnTo>
                  <a:pt x="2180" y="21069"/>
                </a:lnTo>
                <a:lnTo>
                  <a:pt x="1937" y="21331"/>
                </a:lnTo>
                <a:lnTo>
                  <a:pt x="1715" y="21594"/>
                </a:lnTo>
                <a:lnTo>
                  <a:pt x="1514" y="21856"/>
                </a:lnTo>
                <a:lnTo>
                  <a:pt x="1312" y="22138"/>
                </a:lnTo>
                <a:lnTo>
                  <a:pt x="1130" y="22401"/>
                </a:lnTo>
                <a:lnTo>
                  <a:pt x="949" y="22683"/>
                </a:lnTo>
                <a:lnTo>
                  <a:pt x="807" y="22966"/>
                </a:lnTo>
                <a:lnTo>
                  <a:pt x="565" y="23450"/>
                </a:lnTo>
                <a:lnTo>
                  <a:pt x="363" y="23975"/>
                </a:lnTo>
                <a:lnTo>
                  <a:pt x="222" y="24499"/>
                </a:lnTo>
                <a:lnTo>
                  <a:pt x="101" y="25044"/>
                </a:lnTo>
                <a:lnTo>
                  <a:pt x="40" y="25589"/>
                </a:lnTo>
                <a:lnTo>
                  <a:pt x="0" y="26154"/>
                </a:lnTo>
                <a:lnTo>
                  <a:pt x="20" y="26719"/>
                </a:lnTo>
                <a:lnTo>
                  <a:pt x="81" y="27284"/>
                </a:lnTo>
                <a:lnTo>
                  <a:pt x="141" y="27567"/>
                </a:lnTo>
                <a:lnTo>
                  <a:pt x="202" y="27849"/>
                </a:lnTo>
                <a:lnTo>
                  <a:pt x="262" y="28112"/>
                </a:lnTo>
                <a:lnTo>
                  <a:pt x="363" y="28394"/>
                </a:lnTo>
                <a:lnTo>
                  <a:pt x="444" y="28657"/>
                </a:lnTo>
                <a:lnTo>
                  <a:pt x="545" y="28899"/>
                </a:lnTo>
                <a:lnTo>
                  <a:pt x="666" y="29161"/>
                </a:lnTo>
                <a:lnTo>
                  <a:pt x="787" y="29403"/>
                </a:lnTo>
                <a:lnTo>
                  <a:pt x="928" y="29625"/>
                </a:lnTo>
                <a:lnTo>
                  <a:pt x="1070" y="29847"/>
                </a:lnTo>
                <a:lnTo>
                  <a:pt x="1231" y="30069"/>
                </a:lnTo>
                <a:lnTo>
                  <a:pt x="1393" y="30271"/>
                </a:lnTo>
                <a:lnTo>
                  <a:pt x="1574" y="30473"/>
                </a:lnTo>
                <a:lnTo>
                  <a:pt x="1756" y="30654"/>
                </a:lnTo>
                <a:lnTo>
                  <a:pt x="1958" y="30836"/>
                </a:lnTo>
                <a:lnTo>
                  <a:pt x="2159" y="31018"/>
                </a:lnTo>
                <a:lnTo>
                  <a:pt x="2543" y="31300"/>
                </a:lnTo>
                <a:lnTo>
                  <a:pt x="2967" y="31542"/>
                </a:lnTo>
                <a:lnTo>
                  <a:pt x="3390" y="31744"/>
                </a:lnTo>
                <a:lnTo>
                  <a:pt x="3854" y="31926"/>
                </a:lnTo>
                <a:lnTo>
                  <a:pt x="4339" y="32067"/>
                </a:lnTo>
                <a:lnTo>
                  <a:pt x="4843" y="32168"/>
                </a:lnTo>
                <a:lnTo>
                  <a:pt x="5348" y="32228"/>
                </a:lnTo>
                <a:lnTo>
                  <a:pt x="5893" y="32249"/>
                </a:lnTo>
                <a:lnTo>
                  <a:pt x="5933" y="32249"/>
                </a:lnTo>
                <a:lnTo>
                  <a:pt x="6438" y="32228"/>
                </a:lnTo>
                <a:lnTo>
                  <a:pt x="6922" y="32188"/>
                </a:lnTo>
                <a:lnTo>
                  <a:pt x="7426" y="32107"/>
                </a:lnTo>
                <a:lnTo>
                  <a:pt x="7911" y="31986"/>
                </a:lnTo>
                <a:lnTo>
                  <a:pt x="8395" y="31845"/>
                </a:lnTo>
                <a:lnTo>
                  <a:pt x="8879" y="31663"/>
                </a:lnTo>
                <a:lnTo>
                  <a:pt x="9343" y="31462"/>
                </a:lnTo>
                <a:lnTo>
                  <a:pt x="9787" y="31219"/>
                </a:lnTo>
                <a:lnTo>
                  <a:pt x="10211" y="30977"/>
                </a:lnTo>
                <a:lnTo>
                  <a:pt x="10635" y="30695"/>
                </a:lnTo>
                <a:lnTo>
                  <a:pt x="11039" y="30392"/>
                </a:lnTo>
                <a:lnTo>
                  <a:pt x="11442" y="30089"/>
                </a:lnTo>
                <a:lnTo>
                  <a:pt x="12209" y="29444"/>
                </a:lnTo>
                <a:lnTo>
                  <a:pt x="12956" y="28778"/>
                </a:lnTo>
                <a:lnTo>
                  <a:pt x="13480" y="28314"/>
                </a:lnTo>
                <a:lnTo>
                  <a:pt x="14005" y="27849"/>
                </a:lnTo>
                <a:lnTo>
                  <a:pt x="14550" y="27405"/>
                </a:lnTo>
                <a:lnTo>
                  <a:pt x="15115" y="26961"/>
                </a:lnTo>
                <a:lnTo>
                  <a:pt x="15559" y="26659"/>
                </a:lnTo>
                <a:lnTo>
                  <a:pt x="16023" y="26356"/>
                </a:lnTo>
                <a:lnTo>
                  <a:pt x="16507" y="26074"/>
                </a:lnTo>
                <a:lnTo>
                  <a:pt x="16992" y="25811"/>
                </a:lnTo>
                <a:lnTo>
                  <a:pt x="17960" y="25307"/>
                </a:lnTo>
                <a:lnTo>
                  <a:pt x="18949" y="24822"/>
                </a:lnTo>
                <a:lnTo>
                  <a:pt x="19918" y="24338"/>
                </a:lnTo>
                <a:lnTo>
                  <a:pt x="20886" y="23834"/>
                </a:lnTo>
                <a:lnTo>
                  <a:pt x="21351" y="23571"/>
                </a:lnTo>
                <a:lnTo>
                  <a:pt x="21835" y="23309"/>
                </a:lnTo>
                <a:lnTo>
                  <a:pt x="22299" y="23006"/>
                </a:lnTo>
                <a:lnTo>
                  <a:pt x="22743" y="22703"/>
                </a:lnTo>
                <a:lnTo>
                  <a:pt x="23227" y="22340"/>
                </a:lnTo>
                <a:lnTo>
                  <a:pt x="23691" y="21957"/>
                </a:lnTo>
                <a:lnTo>
                  <a:pt x="24135" y="21553"/>
                </a:lnTo>
                <a:lnTo>
                  <a:pt x="24559" y="21129"/>
                </a:lnTo>
                <a:lnTo>
                  <a:pt x="24983" y="20685"/>
                </a:lnTo>
                <a:lnTo>
                  <a:pt x="25366" y="20221"/>
                </a:lnTo>
                <a:lnTo>
                  <a:pt x="25750" y="19737"/>
                </a:lnTo>
                <a:lnTo>
                  <a:pt x="26093" y="19232"/>
                </a:lnTo>
                <a:lnTo>
                  <a:pt x="26436" y="18728"/>
                </a:lnTo>
                <a:lnTo>
                  <a:pt x="26739" y="18183"/>
                </a:lnTo>
                <a:lnTo>
                  <a:pt x="27021" y="17638"/>
                </a:lnTo>
                <a:lnTo>
                  <a:pt x="27304" y="17093"/>
                </a:lnTo>
                <a:lnTo>
                  <a:pt x="27546" y="16528"/>
                </a:lnTo>
                <a:lnTo>
                  <a:pt x="27748" y="15943"/>
                </a:lnTo>
                <a:lnTo>
                  <a:pt x="27949" y="15358"/>
                </a:lnTo>
                <a:lnTo>
                  <a:pt x="28111" y="14752"/>
                </a:lnTo>
                <a:lnTo>
                  <a:pt x="28252" y="14167"/>
                </a:lnTo>
                <a:lnTo>
                  <a:pt x="28353" y="13582"/>
                </a:lnTo>
                <a:lnTo>
                  <a:pt x="28454" y="12977"/>
                </a:lnTo>
                <a:lnTo>
                  <a:pt x="28514" y="12391"/>
                </a:lnTo>
                <a:lnTo>
                  <a:pt x="28555" y="11786"/>
                </a:lnTo>
                <a:lnTo>
                  <a:pt x="28555" y="11181"/>
                </a:lnTo>
                <a:lnTo>
                  <a:pt x="28555" y="10555"/>
                </a:lnTo>
                <a:lnTo>
                  <a:pt x="28514" y="9950"/>
                </a:lnTo>
                <a:lnTo>
                  <a:pt x="28454" y="9344"/>
                </a:lnTo>
                <a:lnTo>
                  <a:pt x="28373" y="8739"/>
                </a:lnTo>
                <a:lnTo>
                  <a:pt x="28272" y="8133"/>
                </a:lnTo>
                <a:lnTo>
                  <a:pt x="28151" y="7528"/>
                </a:lnTo>
                <a:lnTo>
                  <a:pt x="27990" y="6923"/>
                </a:lnTo>
                <a:lnTo>
                  <a:pt x="27828" y="6337"/>
                </a:lnTo>
                <a:lnTo>
                  <a:pt x="27627" y="5752"/>
                </a:lnTo>
                <a:lnTo>
                  <a:pt x="27405" y="5167"/>
                </a:lnTo>
                <a:lnTo>
                  <a:pt x="27142" y="4541"/>
                </a:lnTo>
                <a:lnTo>
                  <a:pt x="26860" y="3976"/>
                </a:lnTo>
                <a:lnTo>
                  <a:pt x="26557" y="3452"/>
                </a:lnTo>
                <a:lnTo>
                  <a:pt x="26234" y="2947"/>
                </a:lnTo>
                <a:lnTo>
                  <a:pt x="25911" y="2503"/>
                </a:lnTo>
                <a:lnTo>
                  <a:pt x="25548" y="2100"/>
                </a:lnTo>
                <a:lnTo>
                  <a:pt x="25185" y="1716"/>
                </a:lnTo>
                <a:lnTo>
                  <a:pt x="24801" y="1393"/>
                </a:lnTo>
                <a:lnTo>
                  <a:pt x="24438" y="1111"/>
                </a:lnTo>
                <a:lnTo>
                  <a:pt x="24055" y="889"/>
                </a:lnTo>
                <a:lnTo>
                  <a:pt x="23651" y="667"/>
                </a:lnTo>
                <a:lnTo>
                  <a:pt x="23227" y="485"/>
                </a:lnTo>
                <a:lnTo>
                  <a:pt x="22783" y="344"/>
                </a:lnTo>
                <a:lnTo>
                  <a:pt x="22339" y="223"/>
                </a:lnTo>
                <a:lnTo>
                  <a:pt x="21895" y="122"/>
                </a:lnTo>
                <a:lnTo>
                  <a:pt x="21411" y="61"/>
                </a:lnTo>
                <a:lnTo>
                  <a:pt x="20947" y="21"/>
                </a:lnTo>
                <a:lnTo>
                  <a:pt x="20483" y="1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89" name="Google Shape;1589;p19"/>
          <p:cNvSpPr/>
          <p:nvPr/>
        </p:nvSpPr>
        <p:spPr>
          <a:xfrm>
            <a:off x="7290020" y="98147"/>
            <a:ext cx="6754688" cy="4497143"/>
          </a:xfrm>
          <a:custGeom>
            <a:rect b="b" l="l" r="r" t="t"/>
            <a:pathLst>
              <a:path extrusionOk="0" h="80439" w="120819">
                <a:moveTo>
                  <a:pt x="94887" y="81"/>
                </a:moveTo>
                <a:lnTo>
                  <a:pt x="96400" y="122"/>
                </a:lnTo>
                <a:lnTo>
                  <a:pt x="97914" y="182"/>
                </a:lnTo>
                <a:lnTo>
                  <a:pt x="99427" y="283"/>
                </a:lnTo>
                <a:lnTo>
                  <a:pt x="100941" y="424"/>
                </a:lnTo>
                <a:lnTo>
                  <a:pt x="102454" y="586"/>
                </a:lnTo>
                <a:lnTo>
                  <a:pt x="103968" y="788"/>
                </a:lnTo>
                <a:lnTo>
                  <a:pt x="105481" y="1030"/>
                </a:lnTo>
                <a:lnTo>
                  <a:pt x="106894" y="1272"/>
                </a:lnTo>
                <a:lnTo>
                  <a:pt x="107620" y="1413"/>
                </a:lnTo>
                <a:lnTo>
                  <a:pt x="108367" y="1595"/>
                </a:lnTo>
                <a:lnTo>
                  <a:pt x="109114" y="1777"/>
                </a:lnTo>
                <a:lnTo>
                  <a:pt x="109860" y="1998"/>
                </a:lnTo>
                <a:lnTo>
                  <a:pt x="110607" y="2241"/>
                </a:lnTo>
                <a:lnTo>
                  <a:pt x="111354" y="2503"/>
                </a:lnTo>
                <a:lnTo>
                  <a:pt x="112100" y="2806"/>
                </a:lnTo>
                <a:lnTo>
                  <a:pt x="112827" y="3129"/>
                </a:lnTo>
                <a:lnTo>
                  <a:pt x="113533" y="3492"/>
                </a:lnTo>
                <a:lnTo>
                  <a:pt x="114219" y="3895"/>
                </a:lnTo>
                <a:lnTo>
                  <a:pt x="114562" y="4117"/>
                </a:lnTo>
                <a:lnTo>
                  <a:pt x="114885" y="4339"/>
                </a:lnTo>
                <a:lnTo>
                  <a:pt x="115208" y="4582"/>
                </a:lnTo>
                <a:lnTo>
                  <a:pt x="115531" y="4824"/>
                </a:lnTo>
                <a:lnTo>
                  <a:pt x="115834" y="5086"/>
                </a:lnTo>
                <a:lnTo>
                  <a:pt x="116136" y="5369"/>
                </a:lnTo>
                <a:lnTo>
                  <a:pt x="116419" y="5651"/>
                </a:lnTo>
                <a:lnTo>
                  <a:pt x="116701" y="5934"/>
                </a:lnTo>
                <a:lnTo>
                  <a:pt x="117044" y="6317"/>
                </a:lnTo>
                <a:lnTo>
                  <a:pt x="117367" y="6721"/>
                </a:lnTo>
                <a:lnTo>
                  <a:pt x="117690" y="7165"/>
                </a:lnTo>
                <a:lnTo>
                  <a:pt x="118033" y="7669"/>
                </a:lnTo>
                <a:lnTo>
                  <a:pt x="118336" y="8194"/>
                </a:lnTo>
                <a:lnTo>
                  <a:pt x="118659" y="8799"/>
                </a:lnTo>
                <a:lnTo>
                  <a:pt x="118941" y="9445"/>
                </a:lnTo>
                <a:lnTo>
                  <a:pt x="119224" y="10171"/>
                </a:lnTo>
                <a:lnTo>
                  <a:pt x="119486" y="10958"/>
                </a:lnTo>
                <a:lnTo>
                  <a:pt x="119728" y="11826"/>
                </a:lnTo>
                <a:lnTo>
                  <a:pt x="119950" y="12795"/>
                </a:lnTo>
                <a:lnTo>
                  <a:pt x="120152" y="13824"/>
                </a:lnTo>
                <a:lnTo>
                  <a:pt x="120334" y="14974"/>
                </a:lnTo>
                <a:lnTo>
                  <a:pt x="120475" y="16205"/>
                </a:lnTo>
                <a:lnTo>
                  <a:pt x="120576" y="17557"/>
                </a:lnTo>
                <a:lnTo>
                  <a:pt x="120657" y="19010"/>
                </a:lnTo>
                <a:lnTo>
                  <a:pt x="120697" y="20241"/>
                </a:lnTo>
                <a:lnTo>
                  <a:pt x="120717" y="21472"/>
                </a:lnTo>
                <a:lnTo>
                  <a:pt x="120737" y="22683"/>
                </a:lnTo>
                <a:lnTo>
                  <a:pt x="120737" y="23914"/>
                </a:lnTo>
                <a:lnTo>
                  <a:pt x="120717" y="25145"/>
                </a:lnTo>
                <a:lnTo>
                  <a:pt x="120697" y="26376"/>
                </a:lnTo>
                <a:lnTo>
                  <a:pt x="120657" y="27607"/>
                </a:lnTo>
                <a:lnTo>
                  <a:pt x="120616" y="28838"/>
                </a:lnTo>
                <a:lnTo>
                  <a:pt x="120536" y="30049"/>
                </a:lnTo>
                <a:lnTo>
                  <a:pt x="120455" y="31280"/>
                </a:lnTo>
                <a:lnTo>
                  <a:pt x="120374" y="32511"/>
                </a:lnTo>
                <a:lnTo>
                  <a:pt x="120253" y="33722"/>
                </a:lnTo>
                <a:lnTo>
                  <a:pt x="120152" y="34953"/>
                </a:lnTo>
                <a:lnTo>
                  <a:pt x="120011" y="36163"/>
                </a:lnTo>
                <a:lnTo>
                  <a:pt x="119870" y="37394"/>
                </a:lnTo>
                <a:lnTo>
                  <a:pt x="119708" y="38605"/>
                </a:lnTo>
                <a:lnTo>
                  <a:pt x="119567" y="39533"/>
                </a:lnTo>
                <a:lnTo>
                  <a:pt x="119405" y="40462"/>
                </a:lnTo>
                <a:lnTo>
                  <a:pt x="119224" y="41390"/>
                </a:lnTo>
                <a:lnTo>
                  <a:pt x="119103" y="41834"/>
                </a:lnTo>
                <a:lnTo>
                  <a:pt x="118982" y="42278"/>
                </a:lnTo>
                <a:lnTo>
                  <a:pt x="118820" y="42722"/>
                </a:lnTo>
                <a:lnTo>
                  <a:pt x="118659" y="43166"/>
                </a:lnTo>
                <a:lnTo>
                  <a:pt x="118497" y="43590"/>
                </a:lnTo>
                <a:lnTo>
                  <a:pt x="118296" y="43993"/>
                </a:lnTo>
                <a:lnTo>
                  <a:pt x="118074" y="44397"/>
                </a:lnTo>
                <a:lnTo>
                  <a:pt x="117831" y="44800"/>
                </a:lnTo>
                <a:lnTo>
                  <a:pt x="117549" y="45164"/>
                </a:lnTo>
                <a:lnTo>
                  <a:pt x="117266" y="45527"/>
                </a:lnTo>
                <a:lnTo>
                  <a:pt x="117105" y="45709"/>
                </a:lnTo>
                <a:lnTo>
                  <a:pt x="116943" y="45870"/>
                </a:lnTo>
                <a:lnTo>
                  <a:pt x="116782" y="45991"/>
                </a:lnTo>
                <a:lnTo>
                  <a:pt x="116621" y="46112"/>
                </a:lnTo>
                <a:lnTo>
                  <a:pt x="116459" y="46193"/>
                </a:lnTo>
                <a:lnTo>
                  <a:pt x="116298" y="46253"/>
                </a:lnTo>
                <a:lnTo>
                  <a:pt x="116136" y="46294"/>
                </a:lnTo>
                <a:lnTo>
                  <a:pt x="115975" y="46314"/>
                </a:lnTo>
                <a:lnTo>
                  <a:pt x="115813" y="46314"/>
                </a:lnTo>
                <a:lnTo>
                  <a:pt x="115632" y="46294"/>
                </a:lnTo>
                <a:lnTo>
                  <a:pt x="115490" y="46253"/>
                </a:lnTo>
                <a:lnTo>
                  <a:pt x="115349" y="46193"/>
                </a:lnTo>
                <a:lnTo>
                  <a:pt x="115228" y="46092"/>
                </a:lnTo>
                <a:lnTo>
                  <a:pt x="115107" y="45991"/>
                </a:lnTo>
                <a:lnTo>
                  <a:pt x="115006" y="45890"/>
                </a:lnTo>
                <a:lnTo>
                  <a:pt x="114905" y="45749"/>
                </a:lnTo>
                <a:lnTo>
                  <a:pt x="114724" y="45446"/>
                </a:lnTo>
                <a:lnTo>
                  <a:pt x="114562" y="45103"/>
                </a:lnTo>
                <a:lnTo>
                  <a:pt x="114441" y="44740"/>
                </a:lnTo>
                <a:lnTo>
                  <a:pt x="114300" y="44336"/>
                </a:lnTo>
                <a:lnTo>
                  <a:pt x="114360" y="44316"/>
                </a:lnTo>
                <a:lnTo>
                  <a:pt x="114199" y="43751"/>
                </a:lnTo>
                <a:lnTo>
                  <a:pt x="114017" y="43186"/>
                </a:lnTo>
                <a:lnTo>
                  <a:pt x="113816" y="42641"/>
                </a:lnTo>
                <a:lnTo>
                  <a:pt x="113594" y="42096"/>
                </a:lnTo>
                <a:lnTo>
                  <a:pt x="113331" y="41551"/>
                </a:lnTo>
                <a:lnTo>
                  <a:pt x="113049" y="41027"/>
                </a:lnTo>
                <a:lnTo>
                  <a:pt x="112746" y="40522"/>
                </a:lnTo>
                <a:lnTo>
                  <a:pt x="112403" y="40018"/>
                </a:lnTo>
                <a:lnTo>
                  <a:pt x="112040" y="39533"/>
                </a:lnTo>
                <a:lnTo>
                  <a:pt x="111656" y="39049"/>
                </a:lnTo>
                <a:lnTo>
                  <a:pt x="111253" y="38605"/>
                </a:lnTo>
                <a:lnTo>
                  <a:pt x="110829" y="38161"/>
                </a:lnTo>
                <a:lnTo>
                  <a:pt x="110365" y="37717"/>
                </a:lnTo>
                <a:lnTo>
                  <a:pt x="109901" y="37314"/>
                </a:lnTo>
                <a:lnTo>
                  <a:pt x="109396" y="36910"/>
                </a:lnTo>
                <a:lnTo>
                  <a:pt x="108892" y="36547"/>
                </a:lnTo>
                <a:lnTo>
                  <a:pt x="108367" y="36184"/>
                </a:lnTo>
                <a:lnTo>
                  <a:pt x="107822" y="35861"/>
                </a:lnTo>
                <a:lnTo>
                  <a:pt x="107277" y="35558"/>
                </a:lnTo>
                <a:lnTo>
                  <a:pt x="106712" y="35275"/>
                </a:lnTo>
                <a:lnTo>
                  <a:pt x="106147" y="35033"/>
                </a:lnTo>
                <a:lnTo>
                  <a:pt x="105582" y="34811"/>
                </a:lnTo>
                <a:lnTo>
                  <a:pt x="104997" y="34610"/>
                </a:lnTo>
                <a:lnTo>
                  <a:pt x="104412" y="34428"/>
                </a:lnTo>
                <a:lnTo>
                  <a:pt x="103826" y="34287"/>
                </a:lnTo>
                <a:lnTo>
                  <a:pt x="103241" y="34166"/>
                </a:lnTo>
                <a:lnTo>
                  <a:pt x="102636" y="34065"/>
                </a:lnTo>
                <a:lnTo>
                  <a:pt x="102051" y="34004"/>
                </a:lnTo>
                <a:lnTo>
                  <a:pt x="101445" y="33964"/>
                </a:lnTo>
                <a:lnTo>
                  <a:pt x="100860" y="33944"/>
                </a:lnTo>
                <a:lnTo>
                  <a:pt x="100255" y="33964"/>
                </a:lnTo>
                <a:lnTo>
                  <a:pt x="99669" y="34004"/>
                </a:lnTo>
                <a:lnTo>
                  <a:pt x="99084" y="34085"/>
                </a:lnTo>
                <a:lnTo>
                  <a:pt x="98499" y="34166"/>
                </a:lnTo>
                <a:lnTo>
                  <a:pt x="97914" y="34307"/>
                </a:lnTo>
                <a:lnTo>
                  <a:pt x="97349" y="34448"/>
                </a:lnTo>
                <a:lnTo>
                  <a:pt x="96763" y="34630"/>
                </a:lnTo>
                <a:lnTo>
                  <a:pt x="96198" y="34831"/>
                </a:lnTo>
                <a:lnTo>
                  <a:pt x="95654" y="35053"/>
                </a:lnTo>
                <a:lnTo>
                  <a:pt x="95109" y="35296"/>
                </a:lnTo>
                <a:lnTo>
                  <a:pt x="94564" y="35578"/>
                </a:lnTo>
                <a:lnTo>
                  <a:pt x="94019" y="35861"/>
                </a:lnTo>
                <a:lnTo>
                  <a:pt x="93494" y="36184"/>
                </a:lnTo>
                <a:lnTo>
                  <a:pt x="92990" y="36527"/>
                </a:lnTo>
                <a:lnTo>
                  <a:pt x="92485" y="36910"/>
                </a:lnTo>
                <a:lnTo>
                  <a:pt x="92001" y="37293"/>
                </a:lnTo>
                <a:lnTo>
                  <a:pt x="91517" y="37697"/>
                </a:lnTo>
                <a:lnTo>
                  <a:pt x="91052" y="38141"/>
                </a:lnTo>
                <a:lnTo>
                  <a:pt x="90609" y="38585"/>
                </a:lnTo>
                <a:lnTo>
                  <a:pt x="90185" y="39049"/>
                </a:lnTo>
                <a:lnTo>
                  <a:pt x="89781" y="39513"/>
                </a:lnTo>
                <a:lnTo>
                  <a:pt x="89398" y="40018"/>
                </a:lnTo>
                <a:lnTo>
                  <a:pt x="89055" y="40502"/>
                </a:lnTo>
                <a:lnTo>
                  <a:pt x="88712" y="41027"/>
                </a:lnTo>
                <a:lnTo>
                  <a:pt x="88389" y="41551"/>
                </a:lnTo>
                <a:lnTo>
                  <a:pt x="88086" y="42076"/>
                </a:lnTo>
                <a:lnTo>
                  <a:pt x="87824" y="42621"/>
                </a:lnTo>
                <a:lnTo>
                  <a:pt x="87561" y="43186"/>
                </a:lnTo>
                <a:lnTo>
                  <a:pt x="87339" y="43751"/>
                </a:lnTo>
                <a:lnTo>
                  <a:pt x="87138" y="44316"/>
                </a:lnTo>
                <a:lnTo>
                  <a:pt x="86956" y="44881"/>
                </a:lnTo>
                <a:lnTo>
                  <a:pt x="86815" y="45466"/>
                </a:lnTo>
                <a:lnTo>
                  <a:pt x="86673" y="46052"/>
                </a:lnTo>
                <a:lnTo>
                  <a:pt x="86573" y="46637"/>
                </a:lnTo>
                <a:lnTo>
                  <a:pt x="86492" y="47283"/>
                </a:lnTo>
                <a:lnTo>
                  <a:pt x="86411" y="47928"/>
                </a:lnTo>
                <a:lnTo>
                  <a:pt x="86290" y="49240"/>
                </a:lnTo>
                <a:lnTo>
                  <a:pt x="86209" y="50330"/>
                </a:lnTo>
                <a:lnTo>
                  <a:pt x="86088" y="51399"/>
                </a:lnTo>
                <a:lnTo>
                  <a:pt x="86007" y="51924"/>
                </a:lnTo>
                <a:lnTo>
                  <a:pt x="85927" y="52449"/>
                </a:lnTo>
                <a:lnTo>
                  <a:pt x="85806" y="52973"/>
                </a:lnTo>
                <a:lnTo>
                  <a:pt x="85685" y="53458"/>
                </a:lnTo>
                <a:lnTo>
                  <a:pt x="85543" y="53962"/>
                </a:lnTo>
                <a:lnTo>
                  <a:pt x="85362" y="54426"/>
                </a:lnTo>
                <a:lnTo>
                  <a:pt x="85160" y="54870"/>
                </a:lnTo>
                <a:lnTo>
                  <a:pt x="84918" y="55314"/>
                </a:lnTo>
                <a:lnTo>
                  <a:pt x="84655" y="55718"/>
                </a:lnTo>
                <a:lnTo>
                  <a:pt x="84353" y="56101"/>
                </a:lnTo>
                <a:lnTo>
                  <a:pt x="84171" y="56303"/>
                </a:lnTo>
                <a:lnTo>
                  <a:pt x="84010" y="56465"/>
                </a:lnTo>
                <a:lnTo>
                  <a:pt x="83808" y="56646"/>
                </a:lnTo>
                <a:lnTo>
                  <a:pt x="83606" y="56808"/>
                </a:lnTo>
                <a:lnTo>
                  <a:pt x="83344" y="56989"/>
                </a:lnTo>
                <a:lnTo>
                  <a:pt x="83041" y="57191"/>
                </a:lnTo>
                <a:lnTo>
                  <a:pt x="82658" y="57393"/>
                </a:lnTo>
                <a:lnTo>
                  <a:pt x="82173" y="57595"/>
                </a:lnTo>
                <a:lnTo>
                  <a:pt x="81628" y="57776"/>
                </a:lnTo>
                <a:lnTo>
                  <a:pt x="81326" y="57877"/>
                </a:lnTo>
                <a:lnTo>
                  <a:pt x="80983" y="57958"/>
                </a:lnTo>
                <a:lnTo>
                  <a:pt x="80599" y="58018"/>
                </a:lnTo>
                <a:lnTo>
                  <a:pt x="80216" y="58099"/>
                </a:lnTo>
                <a:lnTo>
                  <a:pt x="79792" y="58160"/>
                </a:lnTo>
                <a:lnTo>
                  <a:pt x="79328" y="58200"/>
                </a:lnTo>
                <a:lnTo>
                  <a:pt x="78642" y="58261"/>
                </a:lnTo>
                <a:lnTo>
                  <a:pt x="77935" y="58281"/>
                </a:lnTo>
                <a:lnTo>
                  <a:pt x="77249" y="58301"/>
                </a:lnTo>
                <a:lnTo>
                  <a:pt x="76543" y="58301"/>
                </a:lnTo>
                <a:lnTo>
                  <a:pt x="75837" y="58281"/>
                </a:lnTo>
                <a:lnTo>
                  <a:pt x="75151" y="58240"/>
                </a:lnTo>
                <a:lnTo>
                  <a:pt x="74444" y="58180"/>
                </a:lnTo>
                <a:lnTo>
                  <a:pt x="73758" y="58119"/>
                </a:lnTo>
                <a:lnTo>
                  <a:pt x="72366" y="57958"/>
                </a:lnTo>
                <a:lnTo>
                  <a:pt x="70994" y="57776"/>
                </a:lnTo>
                <a:lnTo>
                  <a:pt x="69601" y="57574"/>
                </a:lnTo>
                <a:lnTo>
                  <a:pt x="68249" y="57352"/>
                </a:lnTo>
                <a:lnTo>
                  <a:pt x="66937" y="57151"/>
                </a:lnTo>
                <a:lnTo>
                  <a:pt x="65605" y="56949"/>
                </a:lnTo>
                <a:lnTo>
                  <a:pt x="64294" y="56767"/>
                </a:lnTo>
                <a:lnTo>
                  <a:pt x="62962" y="56606"/>
                </a:lnTo>
                <a:lnTo>
                  <a:pt x="61771" y="56505"/>
                </a:lnTo>
                <a:lnTo>
                  <a:pt x="60581" y="56424"/>
                </a:lnTo>
                <a:lnTo>
                  <a:pt x="59390" y="56384"/>
                </a:lnTo>
                <a:lnTo>
                  <a:pt x="58179" y="56364"/>
                </a:lnTo>
                <a:lnTo>
                  <a:pt x="56968" y="56384"/>
                </a:lnTo>
                <a:lnTo>
                  <a:pt x="55778" y="56444"/>
                </a:lnTo>
                <a:lnTo>
                  <a:pt x="54567" y="56525"/>
                </a:lnTo>
                <a:lnTo>
                  <a:pt x="53356" y="56646"/>
                </a:lnTo>
                <a:lnTo>
                  <a:pt x="52145" y="56787"/>
                </a:lnTo>
                <a:lnTo>
                  <a:pt x="50935" y="56949"/>
                </a:lnTo>
                <a:lnTo>
                  <a:pt x="49744" y="57151"/>
                </a:lnTo>
                <a:lnTo>
                  <a:pt x="48553" y="57393"/>
                </a:lnTo>
                <a:lnTo>
                  <a:pt x="47343" y="57655"/>
                </a:lnTo>
                <a:lnTo>
                  <a:pt x="46172" y="57958"/>
                </a:lnTo>
                <a:lnTo>
                  <a:pt x="44981" y="58281"/>
                </a:lnTo>
                <a:lnTo>
                  <a:pt x="43811" y="58644"/>
                </a:lnTo>
                <a:lnTo>
                  <a:pt x="42661" y="59027"/>
                </a:lnTo>
                <a:lnTo>
                  <a:pt x="41510" y="59451"/>
                </a:lnTo>
                <a:lnTo>
                  <a:pt x="40380" y="59895"/>
                </a:lnTo>
                <a:lnTo>
                  <a:pt x="39250" y="60359"/>
                </a:lnTo>
                <a:lnTo>
                  <a:pt x="38140" y="60864"/>
                </a:lnTo>
                <a:lnTo>
                  <a:pt x="37031" y="61409"/>
                </a:lnTo>
                <a:lnTo>
                  <a:pt x="35961" y="61954"/>
                </a:lnTo>
                <a:lnTo>
                  <a:pt x="34891" y="62539"/>
                </a:lnTo>
                <a:lnTo>
                  <a:pt x="33842" y="63144"/>
                </a:lnTo>
                <a:lnTo>
                  <a:pt x="32813" y="63790"/>
                </a:lnTo>
                <a:lnTo>
                  <a:pt x="31784" y="64436"/>
                </a:lnTo>
                <a:lnTo>
                  <a:pt x="30795" y="65122"/>
                </a:lnTo>
                <a:lnTo>
                  <a:pt x="29826" y="65828"/>
                </a:lnTo>
                <a:lnTo>
                  <a:pt x="28878" y="66555"/>
                </a:lnTo>
                <a:lnTo>
                  <a:pt x="27950" y="67321"/>
                </a:lnTo>
                <a:lnTo>
                  <a:pt x="27041" y="68088"/>
                </a:lnTo>
                <a:lnTo>
                  <a:pt x="26113" y="68916"/>
                </a:lnTo>
                <a:lnTo>
                  <a:pt x="25205" y="69763"/>
                </a:lnTo>
                <a:lnTo>
                  <a:pt x="23429" y="71499"/>
                </a:lnTo>
                <a:lnTo>
                  <a:pt x="22279" y="72609"/>
                </a:lnTo>
                <a:lnTo>
                  <a:pt x="21129" y="73719"/>
                </a:lnTo>
                <a:lnTo>
                  <a:pt x="19938" y="74788"/>
                </a:lnTo>
                <a:lnTo>
                  <a:pt x="19333" y="75313"/>
                </a:lnTo>
                <a:lnTo>
                  <a:pt x="18707" y="75837"/>
                </a:lnTo>
                <a:lnTo>
                  <a:pt x="18081" y="76342"/>
                </a:lnTo>
                <a:lnTo>
                  <a:pt x="17456" y="76826"/>
                </a:lnTo>
                <a:lnTo>
                  <a:pt x="16810" y="77290"/>
                </a:lnTo>
                <a:lnTo>
                  <a:pt x="16144" y="77734"/>
                </a:lnTo>
                <a:lnTo>
                  <a:pt x="15458" y="78158"/>
                </a:lnTo>
                <a:lnTo>
                  <a:pt x="14772" y="78542"/>
                </a:lnTo>
                <a:lnTo>
                  <a:pt x="14066" y="78925"/>
                </a:lnTo>
                <a:lnTo>
                  <a:pt x="13339" y="79268"/>
                </a:lnTo>
                <a:lnTo>
                  <a:pt x="12915" y="79450"/>
                </a:lnTo>
                <a:lnTo>
                  <a:pt x="12492" y="79611"/>
                </a:lnTo>
                <a:lnTo>
                  <a:pt x="12048" y="79752"/>
                </a:lnTo>
                <a:lnTo>
                  <a:pt x="11604" y="79894"/>
                </a:lnTo>
                <a:lnTo>
                  <a:pt x="11160" y="79995"/>
                </a:lnTo>
                <a:lnTo>
                  <a:pt x="10716" y="80095"/>
                </a:lnTo>
                <a:lnTo>
                  <a:pt x="10252" y="80196"/>
                </a:lnTo>
                <a:lnTo>
                  <a:pt x="9787" y="80257"/>
                </a:lnTo>
                <a:lnTo>
                  <a:pt x="9344" y="80297"/>
                </a:lnTo>
                <a:lnTo>
                  <a:pt x="8879" y="80338"/>
                </a:lnTo>
                <a:lnTo>
                  <a:pt x="8415" y="80358"/>
                </a:lnTo>
                <a:lnTo>
                  <a:pt x="7951" y="80358"/>
                </a:lnTo>
                <a:lnTo>
                  <a:pt x="7507" y="80338"/>
                </a:lnTo>
                <a:lnTo>
                  <a:pt x="7063" y="80317"/>
                </a:lnTo>
                <a:lnTo>
                  <a:pt x="6619" y="80257"/>
                </a:lnTo>
                <a:lnTo>
                  <a:pt x="6175" y="80196"/>
                </a:lnTo>
                <a:lnTo>
                  <a:pt x="5691" y="80095"/>
                </a:lnTo>
                <a:lnTo>
                  <a:pt x="5247" y="79974"/>
                </a:lnTo>
                <a:lnTo>
                  <a:pt x="4803" y="79853"/>
                </a:lnTo>
                <a:lnTo>
                  <a:pt x="4379" y="79692"/>
                </a:lnTo>
                <a:lnTo>
                  <a:pt x="3955" y="79510"/>
                </a:lnTo>
                <a:lnTo>
                  <a:pt x="3572" y="79329"/>
                </a:lnTo>
                <a:lnTo>
                  <a:pt x="3189" y="79107"/>
                </a:lnTo>
                <a:lnTo>
                  <a:pt x="2846" y="78885"/>
                </a:lnTo>
                <a:lnTo>
                  <a:pt x="2502" y="78642"/>
                </a:lnTo>
                <a:lnTo>
                  <a:pt x="2180" y="78380"/>
                </a:lnTo>
                <a:lnTo>
                  <a:pt x="1897" y="78098"/>
                </a:lnTo>
                <a:lnTo>
                  <a:pt x="1615" y="77795"/>
                </a:lnTo>
                <a:lnTo>
                  <a:pt x="1352" y="77472"/>
                </a:lnTo>
                <a:lnTo>
                  <a:pt x="1130" y="77149"/>
                </a:lnTo>
                <a:lnTo>
                  <a:pt x="908" y="76806"/>
                </a:lnTo>
                <a:lnTo>
                  <a:pt x="727" y="76443"/>
                </a:lnTo>
                <a:lnTo>
                  <a:pt x="585" y="76180"/>
                </a:lnTo>
                <a:lnTo>
                  <a:pt x="484" y="75898"/>
                </a:lnTo>
                <a:lnTo>
                  <a:pt x="384" y="75636"/>
                </a:lnTo>
                <a:lnTo>
                  <a:pt x="303" y="75353"/>
                </a:lnTo>
                <a:lnTo>
                  <a:pt x="242" y="75050"/>
                </a:lnTo>
                <a:lnTo>
                  <a:pt x="182" y="74768"/>
                </a:lnTo>
                <a:lnTo>
                  <a:pt x="141" y="74465"/>
                </a:lnTo>
                <a:lnTo>
                  <a:pt x="101" y="74162"/>
                </a:lnTo>
                <a:lnTo>
                  <a:pt x="81" y="73860"/>
                </a:lnTo>
                <a:lnTo>
                  <a:pt x="81" y="73557"/>
                </a:lnTo>
                <a:lnTo>
                  <a:pt x="101" y="73254"/>
                </a:lnTo>
                <a:lnTo>
                  <a:pt x="121" y="72952"/>
                </a:lnTo>
                <a:lnTo>
                  <a:pt x="162" y="72629"/>
                </a:lnTo>
                <a:lnTo>
                  <a:pt x="202" y="72306"/>
                </a:lnTo>
                <a:lnTo>
                  <a:pt x="262" y="71983"/>
                </a:lnTo>
                <a:lnTo>
                  <a:pt x="343" y="71680"/>
                </a:lnTo>
                <a:lnTo>
                  <a:pt x="525" y="71075"/>
                </a:lnTo>
                <a:lnTo>
                  <a:pt x="727" y="70490"/>
                </a:lnTo>
                <a:lnTo>
                  <a:pt x="989" y="69925"/>
                </a:lnTo>
                <a:lnTo>
                  <a:pt x="1292" y="69380"/>
                </a:lnTo>
                <a:lnTo>
                  <a:pt x="1615" y="68835"/>
                </a:lnTo>
                <a:lnTo>
                  <a:pt x="1998" y="68330"/>
                </a:lnTo>
                <a:lnTo>
                  <a:pt x="2381" y="67846"/>
                </a:lnTo>
                <a:lnTo>
                  <a:pt x="2825" y="67382"/>
                </a:lnTo>
                <a:lnTo>
                  <a:pt x="3209" y="67019"/>
                </a:lnTo>
                <a:lnTo>
                  <a:pt x="3612" y="66676"/>
                </a:lnTo>
                <a:lnTo>
                  <a:pt x="4036" y="66353"/>
                </a:lnTo>
                <a:lnTo>
                  <a:pt x="4500" y="66030"/>
                </a:lnTo>
                <a:lnTo>
                  <a:pt x="4964" y="65727"/>
                </a:lnTo>
                <a:lnTo>
                  <a:pt x="5449" y="65445"/>
                </a:lnTo>
                <a:lnTo>
                  <a:pt x="5973" y="65162"/>
                </a:lnTo>
                <a:lnTo>
                  <a:pt x="6518" y="64900"/>
                </a:lnTo>
                <a:lnTo>
                  <a:pt x="7063" y="64658"/>
                </a:lnTo>
                <a:lnTo>
                  <a:pt x="7669" y="64415"/>
                </a:lnTo>
                <a:lnTo>
                  <a:pt x="8274" y="64194"/>
                </a:lnTo>
                <a:lnTo>
                  <a:pt x="8920" y="63992"/>
                </a:lnTo>
                <a:lnTo>
                  <a:pt x="9586" y="63790"/>
                </a:lnTo>
                <a:lnTo>
                  <a:pt x="10272" y="63608"/>
                </a:lnTo>
                <a:lnTo>
                  <a:pt x="10978" y="63427"/>
                </a:lnTo>
                <a:lnTo>
                  <a:pt x="11745" y="63265"/>
                </a:lnTo>
                <a:lnTo>
                  <a:pt x="12673" y="63084"/>
                </a:lnTo>
                <a:lnTo>
                  <a:pt x="13460" y="62942"/>
                </a:lnTo>
                <a:lnTo>
                  <a:pt x="14227" y="62781"/>
                </a:lnTo>
                <a:lnTo>
                  <a:pt x="15014" y="62579"/>
                </a:lnTo>
                <a:lnTo>
                  <a:pt x="15761" y="62377"/>
                </a:lnTo>
                <a:lnTo>
                  <a:pt x="16144" y="62256"/>
                </a:lnTo>
                <a:lnTo>
                  <a:pt x="16507" y="62115"/>
                </a:lnTo>
                <a:lnTo>
                  <a:pt x="16871" y="61974"/>
                </a:lnTo>
                <a:lnTo>
                  <a:pt x="17234" y="61812"/>
                </a:lnTo>
                <a:lnTo>
                  <a:pt x="17577" y="61631"/>
                </a:lnTo>
                <a:lnTo>
                  <a:pt x="17920" y="61429"/>
                </a:lnTo>
                <a:lnTo>
                  <a:pt x="18243" y="61227"/>
                </a:lnTo>
                <a:lnTo>
                  <a:pt x="18566" y="61005"/>
                </a:lnTo>
                <a:lnTo>
                  <a:pt x="18909" y="60723"/>
                </a:lnTo>
                <a:lnTo>
                  <a:pt x="19232" y="60420"/>
                </a:lnTo>
                <a:lnTo>
                  <a:pt x="19534" y="60097"/>
                </a:lnTo>
                <a:lnTo>
                  <a:pt x="19817" y="59754"/>
                </a:lnTo>
                <a:lnTo>
                  <a:pt x="20099" y="59391"/>
                </a:lnTo>
                <a:lnTo>
                  <a:pt x="20362" y="59007"/>
                </a:lnTo>
                <a:lnTo>
                  <a:pt x="20604" y="58604"/>
                </a:lnTo>
                <a:lnTo>
                  <a:pt x="20826" y="58160"/>
                </a:lnTo>
                <a:lnTo>
                  <a:pt x="21028" y="57716"/>
                </a:lnTo>
                <a:lnTo>
                  <a:pt x="21230" y="57252"/>
                </a:lnTo>
                <a:lnTo>
                  <a:pt x="21391" y="56767"/>
                </a:lnTo>
                <a:lnTo>
                  <a:pt x="21552" y="56263"/>
                </a:lnTo>
                <a:lnTo>
                  <a:pt x="21694" y="55738"/>
                </a:lnTo>
                <a:lnTo>
                  <a:pt x="21795" y="55213"/>
                </a:lnTo>
                <a:lnTo>
                  <a:pt x="21895" y="54648"/>
                </a:lnTo>
                <a:lnTo>
                  <a:pt x="21976" y="54083"/>
                </a:lnTo>
                <a:lnTo>
                  <a:pt x="22037" y="53478"/>
                </a:lnTo>
                <a:lnTo>
                  <a:pt x="22077" y="52872"/>
                </a:lnTo>
                <a:lnTo>
                  <a:pt x="22097" y="52267"/>
                </a:lnTo>
                <a:lnTo>
                  <a:pt x="22117" y="51662"/>
                </a:lnTo>
                <a:lnTo>
                  <a:pt x="22097" y="51056"/>
                </a:lnTo>
                <a:lnTo>
                  <a:pt x="22077" y="50451"/>
                </a:lnTo>
                <a:lnTo>
                  <a:pt x="21996" y="49240"/>
                </a:lnTo>
                <a:lnTo>
                  <a:pt x="21875" y="48029"/>
                </a:lnTo>
                <a:lnTo>
                  <a:pt x="21734" y="46818"/>
                </a:lnTo>
                <a:lnTo>
                  <a:pt x="21552" y="45608"/>
                </a:lnTo>
                <a:lnTo>
                  <a:pt x="21371" y="44417"/>
                </a:lnTo>
                <a:lnTo>
                  <a:pt x="21068" y="42359"/>
                </a:lnTo>
                <a:lnTo>
                  <a:pt x="20927" y="41309"/>
                </a:lnTo>
                <a:lnTo>
                  <a:pt x="20806" y="40280"/>
                </a:lnTo>
                <a:lnTo>
                  <a:pt x="20745" y="39493"/>
                </a:lnTo>
                <a:lnTo>
                  <a:pt x="20685" y="38706"/>
                </a:lnTo>
                <a:lnTo>
                  <a:pt x="20665" y="37879"/>
                </a:lnTo>
                <a:lnTo>
                  <a:pt x="20665" y="37031"/>
                </a:lnTo>
                <a:lnTo>
                  <a:pt x="20685" y="36184"/>
                </a:lnTo>
                <a:lnTo>
                  <a:pt x="20765" y="35316"/>
                </a:lnTo>
                <a:lnTo>
                  <a:pt x="20866" y="34448"/>
                </a:lnTo>
                <a:lnTo>
                  <a:pt x="21008" y="33560"/>
                </a:lnTo>
                <a:lnTo>
                  <a:pt x="21088" y="33136"/>
                </a:lnTo>
                <a:lnTo>
                  <a:pt x="21189" y="32713"/>
                </a:lnTo>
                <a:lnTo>
                  <a:pt x="21290" y="32269"/>
                </a:lnTo>
                <a:lnTo>
                  <a:pt x="21431" y="31845"/>
                </a:lnTo>
                <a:lnTo>
                  <a:pt x="21552" y="31441"/>
                </a:lnTo>
                <a:lnTo>
                  <a:pt x="21714" y="31017"/>
                </a:lnTo>
                <a:lnTo>
                  <a:pt x="21875" y="30614"/>
                </a:lnTo>
                <a:lnTo>
                  <a:pt x="22057" y="30210"/>
                </a:lnTo>
                <a:lnTo>
                  <a:pt x="22259" y="29807"/>
                </a:lnTo>
                <a:lnTo>
                  <a:pt x="22461" y="29423"/>
                </a:lnTo>
                <a:lnTo>
                  <a:pt x="22703" y="29040"/>
                </a:lnTo>
                <a:lnTo>
                  <a:pt x="22945" y="28677"/>
                </a:lnTo>
                <a:lnTo>
                  <a:pt x="23207" y="28313"/>
                </a:lnTo>
                <a:lnTo>
                  <a:pt x="23470" y="27950"/>
                </a:lnTo>
                <a:lnTo>
                  <a:pt x="23772" y="27607"/>
                </a:lnTo>
                <a:lnTo>
                  <a:pt x="24095" y="27284"/>
                </a:lnTo>
                <a:lnTo>
                  <a:pt x="24458" y="26921"/>
                </a:lnTo>
                <a:lnTo>
                  <a:pt x="24862" y="26578"/>
                </a:lnTo>
                <a:lnTo>
                  <a:pt x="25266" y="26275"/>
                </a:lnTo>
                <a:lnTo>
                  <a:pt x="25710" y="25972"/>
                </a:lnTo>
                <a:lnTo>
                  <a:pt x="26153" y="25690"/>
                </a:lnTo>
                <a:lnTo>
                  <a:pt x="26597" y="25448"/>
                </a:lnTo>
                <a:lnTo>
                  <a:pt x="27082" y="25226"/>
                </a:lnTo>
                <a:lnTo>
                  <a:pt x="27586" y="25004"/>
                </a:lnTo>
                <a:lnTo>
                  <a:pt x="28091" y="24822"/>
                </a:lnTo>
                <a:lnTo>
                  <a:pt x="28615" y="24661"/>
                </a:lnTo>
                <a:lnTo>
                  <a:pt x="29160" y="24519"/>
                </a:lnTo>
                <a:lnTo>
                  <a:pt x="29705" y="24398"/>
                </a:lnTo>
                <a:lnTo>
                  <a:pt x="30290" y="24297"/>
                </a:lnTo>
                <a:lnTo>
                  <a:pt x="30876" y="24217"/>
                </a:lnTo>
                <a:lnTo>
                  <a:pt x="31481" y="24176"/>
                </a:lnTo>
                <a:lnTo>
                  <a:pt x="32086" y="24136"/>
                </a:lnTo>
                <a:lnTo>
                  <a:pt x="33297" y="24136"/>
                </a:lnTo>
                <a:lnTo>
                  <a:pt x="33903" y="24176"/>
                </a:lnTo>
                <a:lnTo>
                  <a:pt x="34508" y="24217"/>
                </a:lnTo>
                <a:lnTo>
                  <a:pt x="35113" y="24277"/>
                </a:lnTo>
                <a:lnTo>
                  <a:pt x="35699" y="24358"/>
                </a:lnTo>
                <a:lnTo>
                  <a:pt x="36264" y="24459"/>
                </a:lnTo>
                <a:lnTo>
                  <a:pt x="36829" y="24580"/>
                </a:lnTo>
                <a:lnTo>
                  <a:pt x="37394" y="24681"/>
                </a:lnTo>
                <a:lnTo>
                  <a:pt x="38443" y="24943"/>
                </a:lnTo>
                <a:lnTo>
                  <a:pt x="39412" y="25246"/>
                </a:lnTo>
                <a:lnTo>
                  <a:pt x="40320" y="25549"/>
                </a:lnTo>
                <a:lnTo>
                  <a:pt x="41147" y="25851"/>
                </a:lnTo>
                <a:lnTo>
                  <a:pt x="41874" y="26134"/>
                </a:lnTo>
                <a:lnTo>
                  <a:pt x="42600" y="26437"/>
                </a:lnTo>
                <a:lnTo>
                  <a:pt x="43327" y="26759"/>
                </a:lnTo>
                <a:lnTo>
                  <a:pt x="44033" y="27082"/>
                </a:lnTo>
                <a:lnTo>
                  <a:pt x="45466" y="27768"/>
                </a:lnTo>
                <a:lnTo>
                  <a:pt x="46878" y="28495"/>
                </a:lnTo>
                <a:lnTo>
                  <a:pt x="48271" y="29242"/>
                </a:lnTo>
                <a:lnTo>
                  <a:pt x="49643" y="30008"/>
                </a:lnTo>
                <a:lnTo>
                  <a:pt x="52367" y="31542"/>
                </a:lnTo>
                <a:lnTo>
                  <a:pt x="54486" y="32753"/>
                </a:lnTo>
                <a:lnTo>
                  <a:pt x="56646" y="33944"/>
                </a:lnTo>
                <a:lnTo>
                  <a:pt x="57735" y="34529"/>
                </a:lnTo>
                <a:lnTo>
                  <a:pt x="58825" y="35094"/>
                </a:lnTo>
                <a:lnTo>
                  <a:pt x="59935" y="35639"/>
                </a:lnTo>
                <a:lnTo>
                  <a:pt x="61045" y="36163"/>
                </a:lnTo>
                <a:lnTo>
                  <a:pt x="61953" y="36547"/>
                </a:lnTo>
                <a:lnTo>
                  <a:pt x="62821" y="36890"/>
                </a:lnTo>
                <a:lnTo>
                  <a:pt x="63668" y="37193"/>
                </a:lnTo>
                <a:lnTo>
                  <a:pt x="64496" y="37435"/>
                </a:lnTo>
                <a:lnTo>
                  <a:pt x="65283" y="37637"/>
                </a:lnTo>
                <a:lnTo>
                  <a:pt x="66049" y="37798"/>
                </a:lnTo>
                <a:lnTo>
                  <a:pt x="66816" y="37899"/>
                </a:lnTo>
                <a:lnTo>
                  <a:pt x="67523" y="37959"/>
                </a:lnTo>
                <a:lnTo>
                  <a:pt x="68229" y="37980"/>
                </a:lnTo>
                <a:lnTo>
                  <a:pt x="68552" y="37959"/>
                </a:lnTo>
                <a:lnTo>
                  <a:pt x="68895" y="37939"/>
                </a:lnTo>
                <a:lnTo>
                  <a:pt x="69218" y="37899"/>
                </a:lnTo>
                <a:lnTo>
                  <a:pt x="69541" y="37859"/>
                </a:lnTo>
                <a:lnTo>
                  <a:pt x="69843" y="37798"/>
                </a:lnTo>
                <a:lnTo>
                  <a:pt x="70166" y="37737"/>
                </a:lnTo>
                <a:lnTo>
                  <a:pt x="70449" y="37657"/>
                </a:lnTo>
                <a:lnTo>
                  <a:pt x="70751" y="37556"/>
                </a:lnTo>
                <a:lnTo>
                  <a:pt x="71034" y="37455"/>
                </a:lnTo>
                <a:lnTo>
                  <a:pt x="71316" y="37334"/>
                </a:lnTo>
                <a:lnTo>
                  <a:pt x="71579" y="37193"/>
                </a:lnTo>
                <a:lnTo>
                  <a:pt x="71861" y="37051"/>
                </a:lnTo>
                <a:lnTo>
                  <a:pt x="72103" y="36890"/>
                </a:lnTo>
                <a:lnTo>
                  <a:pt x="72366" y="36728"/>
                </a:lnTo>
                <a:lnTo>
                  <a:pt x="72628" y="36547"/>
                </a:lnTo>
                <a:lnTo>
                  <a:pt x="72870" y="36345"/>
                </a:lnTo>
                <a:lnTo>
                  <a:pt x="73112" y="36143"/>
                </a:lnTo>
                <a:lnTo>
                  <a:pt x="73355" y="35921"/>
                </a:lnTo>
                <a:lnTo>
                  <a:pt x="73577" y="35679"/>
                </a:lnTo>
                <a:lnTo>
                  <a:pt x="73778" y="35437"/>
                </a:lnTo>
                <a:lnTo>
                  <a:pt x="74000" y="35195"/>
                </a:lnTo>
                <a:lnTo>
                  <a:pt x="74182" y="34912"/>
                </a:lnTo>
                <a:lnTo>
                  <a:pt x="74384" y="34650"/>
                </a:lnTo>
                <a:lnTo>
                  <a:pt x="74565" y="34347"/>
                </a:lnTo>
                <a:lnTo>
                  <a:pt x="74727" y="34065"/>
                </a:lnTo>
                <a:lnTo>
                  <a:pt x="74888" y="33742"/>
                </a:lnTo>
                <a:lnTo>
                  <a:pt x="75050" y="33419"/>
                </a:lnTo>
                <a:lnTo>
                  <a:pt x="75191" y="33096"/>
                </a:lnTo>
                <a:lnTo>
                  <a:pt x="75312" y="32753"/>
                </a:lnTo>
                <a:lnTo>
                  <a:pt x="75433" y="32410"/>
                </a:lnTo>
                <a:lnTo>
                  <a:pt x="75635" y="31784"/>
                </a:lnTo>
                <a:lnTo>
                  <a:pt x="75796" y="31139"/>
                </a:lnTo>
                <a:lnTo>
                  <a:pt x="75917" y="30473"/>
                </a:lnTo>
                <a:lnTo>
                  <a:pt x="76018" y="29786"/>
                </a:lnTo>
                <a:lnTo>
                  <a:pt x="76099" y="29080"/>
                </a:lnTo>
                <a:lnTo>
                  <a:pt x="76139" y="28374"/>
                </a:lnTo>
                <a:lnTo>
                  <a:pt x="76139" y="27627"/>
                </a:lnTo>
                <a:lnTo>
                  <a:pt x="76119" y="26901"/>
                </a:lnTo>
                <a:lnTo>
                  <a:pt x="76059" y="25791"/>
                </a:lnTo>
                <a:lnTo>
                  <a:pt x="75998" y="24721"/>
                </a:lnTo>
                <a:lnTo>
                  <a:pt x="75837" y="22703"/>
                </a:lnTo>
                <a:lnTo>
                  <a:pt x="75655" y="20786"/>
                </a:lnTo>
                <a:lnTo>
                  <a:pt x="75453" y="18950"/>
                </a:lnTo>
                <a:lnTo>
                  <a:pt x="75252" y="16932"/>
                </a:lnTo>
                <a:lnTo>
                  <a:pt x="75050" y="14833"/>
                </a:lnTo>
                <a:lnTo>
                  <a:pt x="74929" y="13642"/>
                </a:lnTo>
                <a:lnTo>
                  <a:pt x="74787" y="12452"/>
                </a:lnTo>
                <a:lnTo>
                  <a:pt x="74606" y="11140"/>
                </a:lnTo>
                <a:lnTo>
                  <a:pt x="74545" y="10494"/>
                </a:lnTo>
                <a:lnTo>
                  <a:pt x="74485" y="9849"/>
                </a:lnTo>
                <a:lnTo>
                  <a:pt x="74444" y="9203"/>
                </a:lnTo>
                <a:lnTo>
                  <a:pt x="74424" y="8577"/>
                </a:lnTo>
                <a:lnTo>
                  <a:pt x="74424" y="7952"/>
                </a:lnTo>
                <a:lnTo>
                  <a:pt x="74464" y="7346"/>
                </a:lnTo>
                <a:lnTo>
                  <a:pt x="74525" y="6741"/>
                </a:lnTo>
                <a:lnTo>
                  <a:pt x="74646" y="6176"/>
                </a:lnTo>
                <a:lnTo>
                  <a:pt x="74707" y="5893"/>
                </a:lnTo>
                <a:lnTo>
                  <a:pt x="74787" y="5611"/>
                </a:lnTo>
                <a:lnTo>
                  <a:pt x="74888" y="5348"/>
                </a:lnTo>
                <a:lnTo>
                  <a:pt x="74989" y="5066"/>
                </a:lnTo>
                <a:lnTo>
                  <a:pt x="75110" y="4824"/>
                </a:lnTo>
                <a:lnTo>
                  <a:pt x="75231" y="4561"/>
                </a:lnTo>
                <a:lnTo>
                  <a:pt x="75393" y="4319"/>
                </a:lnTo>
                <a:lnTo>
                  <a:pt x="75554" y="4077"/>
                </a:lnTo>
                <a:lnTo>
                  <a:pt x="75716" y="3835"/>
                </a:lnTo>
                <a:lnTo>
                  <a:pt x="75917" y="3613"/>
                </a:lnTo>
                <a:lnTo>
                  <a:pt x="76119" y="3391"/>
                </a:lnTo>
                <a:lnTo>
                  <a:pt x="76341" y="3189"/>
                </a:lnTo>
                <a:lnTo>
                  <a:pt x="76604" y="2967"/>
                </a:lnTo>
                <a:lnTo>
                  <a:pt x="76886" y="2765"/>
                </a:lnTo>
                <a:lnTo>
                  <a:pt x="77169" y="2584"/>
                </a:lnTo>
                <a:lnTo>
                  <a:pt x="77471" y="2422"/>
                </a:lnTo>
                <a:lnTo>
                  <a:pt x="77754" y="2261"/>
                </a:lnTo>
                <a:lnTo>
                  <a:pt x="78077" y="2120"/>
                </a:lnTo>
                <a:lnTo>
                  <a:pt x="78379" y="1998"/>
                </a:lnTo>
                <a:lnTo>
                  <a:pt x="78702" y="1877"/>
                </a:lnTo>
                <a:lnTo>
                  <a:pt x="79348" y="1676"/>
                </a:lnTo>
                <a:lnTo>
                  <a:pt x="80014" y="1514"/>
                </a:lnTo>
                <a:lnTo>
                  <a:pt x="80660" y="1373"/>
                </a:lnTo>
                <a:lnTo>
                  <a:pt x="81306" y="1232"/>
                </a:lnTo>
                <a:lnTo>
                  <a:pt x="82799" y="989"/>
                </a:lnTo>
                <a:lnTo>
                  <a:pt x="84312" y="747"/>
                </a:lnTo>
                <a:lnTo>
                  <a:pt x="85826" y="566"/>
                </a:lnTo>
                <a:lnTo>
                  <a:pt x="87319" y="404"/>
                </a:lnTo>
                <a:lnTo>
                  <a:pt x="88833" y="283"/>
                </a:lnTo>
                <a:lnTo>
                  <a:pt x="90346" y="182"/>
                </a:lnTo>
                <a:lnTo>
                  <a:pt x="91860" y="122"/>
                </a:lnTo>
                <a:lnTo>
                  <a:pt x="93373" y="81"/>
                </a:lnTo>
                <a:close/>
                <a:moveTo>
                  <a:pt x="93373" y="1"/>
                </a:moveTo>
                <a:lnTo>
                  <a:pt x="91860" y="41"/>
                </a:lnTo>
                <a:lnTo>
                  <a:pt x="90346" y="102"/>
                </a:lnTo>
                <a:lnTo>
                  <a:pt x="88833" y="202"/>
                </a:lnTo>
                <a:lnTo>
                  <a:pt x="87319" y="324"/>
                </a:lnTo>
                <a:lnTo>
                  <a:pt x="85806" y="485"/>
                </a:lnTo>
                <a:lnTo>
                  <a:pt x="84292" y="667"/>
                </a:lnTo>
                <a:lnTo>
                  <a:pt x="82799" y="909"/>
                </a:lnTo>
                <a:lnTo>
                  <a:pt x="81285" y="1171"/>
                </a:lnTo>
                <a:lnTo>
                  <a:pt x="80640" y="1292"/>
                </a:lnTo>
                <a:lnTo>
                  <a:pt x="79994" y="1433"/>
                </a:lnTo>
                <a:lnTo>
                  <a:pt x="79328" y="1595"/>
                </a:lnTo>
                <a:lnTo>
                  <a:pt x="78682" y="1797"/>
                </a:lnTo>
                <a:lnTo>
                  <a:pt x="78359" y="1918"/>
                </a:lnTo>
                <a:lnTo>
                  <a:pt x="78036" y="2059"/>
                </a:lnTo>
                <a:lnTo>
                  <a:pt x="77734" y="2200"/>
                </a:lnTo>
                <a:lnTo>
                  <a:pt x="77411" y="2342"/>
                </a:lnTo>
                <a:lnTo>
                  <a:pt x="77128" y="2523"/>
                </a:lnTo>
                <a:lnTo>
                  <a:pt x="76846" y="2705"/>
                </a:lnTo>
                <a:lnTo>
                  <a:pt x="76563" y="2907"/>
                </a:lnTo>
                <a:lnTo>
                  <a:pt x="76301" y="3129"/>
                </a:lnTo>
                <a:lnTo>
                  <a:pt x="76059" y="3330"/>
                </a:lnTo>
                <a:lnTo>
                  <a:pt x="75857" y="3552"/>
                </a:lnTo>
                <a:lnTo>
                  <a:pt x="75655" y="3795"/>
                </a:lnTo>
                <a:lnTo>
                  <a:pt x="75473" y="4017"/>
                </a:lnTo>
                <a:lnTo>
                  <a:pt x="75312" y="4259"/>
                </a:lnTo>
                <a:lnTo>
                  <a:pt x="75171" y="4521"/>
                </a:lnTo>
                <a:lnTo>
                  <a:pt x="75030" y="4763"/>
                </a:lnTo>
                <a:lnTo>
                  <a:pt x="74908" y="5026"/>
                </a:lnTo>
                <a:lnTo>
                  <a:pt x="74808" y="5308"/>
                </a:lnTo>
                <a:lnTo>
                  <a:pt x="74707" y="5570"/>
                </a:lnTo>
                <a:lnTo>
                  <a:pt x="74626" y="5853"/>
                </a:lnTo>
                <a:lnTo>
                  <a:pt x="74565" y="6135"/>
                </a:lnTo>
                <a:lnTo>
                  <a:pt x="74444" y="6721"/>
                </a:lnTo>
                <a:lnTo>
                  <a:pt x="74384" y="7326"/>
                </a:lnTo>
                <a:lnTo>
                  <a:pt x="74343" y="7931"/>
                </a:lnTo>
                <a:lnTo>
                  <a:pt x="74343" y="8557"/>
                </a:lnTo>
                <a:lnTo>
                  <a:pt x="74364" y="9203"/>
                </a:lnTo>
                <a:lnTo>
                  <a:pt x="74404" y="9849"/>
                </a:lnTo>
                <a:lnTo>
                  <a:pt x="74464" y="10494"/>
                </a:lnTo>
                <a:lnTo>
                  <a:pt x="74525" y="11160"/>
                </a:lnTo>
                <a:lnTo>
                  <a:pt x="74707" y="12472"/>
                </a:lnTo>
                <a:lnTo>
                  <a:pt x="74848" y="13663"/>
                </a:lnTo>
                <a:lnTo>
                  <a:pt x="74969" y="14833"/>
                </a:lnTo>
                <a:lnTo>
                  <a:pt x="75171" y="16932"/>
                </a:lnTo>
                <a:lnTo>
                  <a:pt x="75373" y="18950"/>
                </a:lnTo>
                <a:lnTo>
                  <a:pt x="75574" y="20806"/>
                </a:lnTo>
                <a:lnTo>
                  <a:pt x="75756" y="22703"/>
                </a:lnTo>
                <a:lnTo>
                  <a:pt x="75917" y="24741"/>
                </a:lnTo>
                <a:lnTo>
                  <a:pt x="75978" y="25791"/>
                </a:lnTo>
                <a:lnTo>
                  <a:pt x="76039" y="26901"/>
                </a:lnTo>
                <a:lnTo>
                  <a:pt x="76059" y="27627"/>
                </a:lnTo>
                <a:lnTo>
                  <a:pt x="76059" y="28354"/>
                </a:lnTo>
                <a:lnTo>
                  <a:pt x="76018" y="29080"/>
                </a:lnTo>
                <a:lnTo>
                  <a:pt x="75938" y="29766"/>
                </a:lnTo>
                <a:lnTo>
                  <a:pt x="75837" y="30452"/>
                </a:lnTo>
                <a:lnTo>
                  <a:pt x="75716" y="31118"/>
                </a:lnTo>
                <a:lnTo>
                  <a:pt x="75554" y="31764"/>
                </a:lnTo>
                <a:lnTo>
                  <a:pt x="75373" y="32370"/>
                </a:lnTo>
                <a:lnTo>
                  <a:pt x="75252" y="32733"/>
                </a:lnTo>
                <a:lnTo>
                  <a:pt x="75110" y="33056"/>
                </a:lnTo>
                <a:lnTo>
                  <a:pt x="74969" y="33399"/>
                </a:lnTo>
                <a:lnTo>
                  <a:pt x="74808" y="33701"/>
                </a:lnTo>
                <a:lnTo>
                  <a:pt x="74666" y="34024"/>
                </a:lnTo>
                <a:lnTo>
                  <a:pt x="74485" y="34307"/>
                </a:lnTo>
                <a:lnTo>
                  <a:pt x="74303" y="34589"/>
                </a:lnTo>
                <a:lnTo>
                  <a:pt x="74121" y="34872"/>
                </a:lnTo>
                <a:lnTo>
                  <a:pt x="73920" y="35134"/>
                </a:lnTo>
                <a:lnTo>
                  <a:pt x="73718" y="35397"/>
                </a:lnTo>
                <a:lnTo>
                  <a:pt x="73516" y="35639"/>
                </a:lnTo>
                <a:lnTo>
                  <a:pt x="73294" y="35861"/>
                </a:lnTo>
                <a:lnTo>
                  <a:pt x="73052" y="36083"/>
                </a:lnTo>
                <a:lnTo>
                  <a:pt x="72830" y="36284"/>
                </a:lnTo>
                <a:lnTo>
                  <a:pt x="72568" y="36486"/>
                </a:lnTo>
                <a:lnTo>
                  <a:pt x="72325" y="36668"/>
                </a:lnTo>
                <a:lnTo>
                  <a:pt x="72063" y="36829"/>
                </a:lnTo>
                <a:lnTo>
                  <a:pt x="71821" y="36991"/>
                </a:lnTo>
                <a:lnTo>
                  <a:pt x="71538" y="37132"/>
                </a:lnTo>
                <a:lnTo>
                  <a:pt x="71276" y="37253"/>
                </a:lnTo>
                <a:lnTo>
                  <a:pt x="70994" y="37374"/>
                </a:lnTo>
                <a:lnTo>
                  <a:pt x="70711" y="37475"/>
                </a:lnTo>
                <a:lnTo>
                  <a:pt x="70428" y="37576"/>
                </a:lnTo>
                <a:lnTo>
                  <a:pt x="70126" y="37657"/>
                </a:lnTo>
                <a:lnTo>
                  <a:pt x="69823" y="37717"/>
                </a:lnTo>
                <a:lnTo>
                  <a:pt x="69520" y="37778"/>
                </a:lnTo>
                <a:lnTo>
                  <a:pt x="69197" y="37838"/>
                </a:lnTo>
                <a:lnTo>
                  <a:pt x="68875" y="37859"/>
                </a:lnTo>
                <a:lnTo>
                  <a:pt x="68209" y="37899"/>
                </a:lnTo>
                <a:lnTo>
                  <a:pt x="67523" y="37879"/>
                </a:lnTo>
                <a:lnTo>
                  <a:pt x="66796" y="37818"/>
                </a:lnTo>
                <a:lnTo>
                  <a:pt x="66070" y="37717"/>
                </a:lnTo>
                <a:lnTo>
                  <a:pt x="65303" y="37556"/>
                </a:lnTo>
                <a:lnTo>
                  <a:pt x="64496" y="37354"/>
                </a:lnTo>
                <a:lnTo>
                  <a:pt x="63688" y="37112"/>
                </a:lnTo>
                <a:lnTo>
                  <a:pt x="62841" y="36829"/>
                </a:lnTo>
                <a:lnTo>
                  <a:pt x="61973" y="36486"/>
                </a:lnTo>
                <a:lnTo>
                  <a:pt x="61085" y="36083"/>
                </a:lnTo>
                <a:lnTo>
                  <a:pt x="59975" y="35558"/>
                </a:lnTo>
                <a:lnTo>
                  <a:pt x="58865" y="35013"/>
                </a:lnTo>
                <a:lnTo>
                  <a:pt x="57776" y="34448"/>
                </a:lnTo>
                <a:lnTo>
                  <a:pt x="56686" y="33863"/>
                </a:lnTo>
                <a:lnTo>
                  <a:pt x="54527" y="32672"/>
                </a:lnTo>
                <a:lnTo>
                  <a:pt x="52408" y="31461"/>
                </a:lnTo>
                <a:lnTo>
                  <a:pt x="49683" y="29928"/>
                </a:lnTo>
                <a:lnTo>
                  <a:pt x="48311" y="29161"/>
                </a:lnTo>
                <a:lnTo>
                  <a:pt x="46919" y="28414"/>
                </a:lnTo>
                <a:lnTo>
                  <a:pt x="45506" y="27708"/>
                </a:lnTo>
                <a:lnTo>
                  <a:pt x="44073" y="27022"/>
                </a:lnTo>
                <a:lnTo>
                  <a:pt x="43347" y="26679"/>
                </a:lnTo>
                <a:lnTo>
                  <a:pt x="42641" y="26376"/>
                </a:lnTo>
                <a:lnTo>
                  <a:pt x="41894" y="26053"/>
                </a:lnTo>
                <a:lnTo>
                  <a:pt x="41167" y="25771"/>
                </a:lnTo>
                <a:lnTo>
                  <a:pt x="40300" y="25448"/>
                </a:lnTo>
                <a:lnTo>
                  <a:pt x="39331" y="25125"/>
                </a:lnTo>
                <a:lnTo>
                  <a:pt x="38282" y="24822"/>
                </a:lnTo>
                <a:lnTo>
                  <a:pt x="37717" y="24681"/>
                </a:lnTo>
                <a:lnTo>
                  <a:pt x="37152" y="24560"/>
                </a:lnTo>
                <a:lnTo>
                  <a:pt x="36566" y="24439"/>
                </a:lnTo>
                <a:lnTo>
                  <a:pt x="35961" y="24318"/>
                </a:lnTo>
                <a:lnTo>
                  <a:pt x="35335" y="24237"/>
                </a:lnTo>
                <a:lnTo>
                  <a:pt x="34710" y="24156"/>
                </a:lnTo>
                <a:lnTo>
                  <a:pt x="34064" y="24096"/>
                </a:lnTo>
                <a:lnTo>
                  <a:pt x="33418" y="24055"/>
                </a:lnTo>
                <a:lnTo>
                  <a:pt x="32086" y="24055"/>
                </a:lnTo>
                <a:lnTo>
                  <a:pt x="31461" y="24096"/>
                </a:lnTo>
                <a:lnTo>
                  <a:pt x="30855" y="24136"/>
                </a:lnTo>
                <a:lnTo>
                  <a:pt x="30270" y="24217"/>
                </a:lnTo>
                <a:lnTo>
                  <a:pt x="29685" y="24318"/>
                </a:lnTo>
                <a:lnTo>
                  <a:pt x="29140" y="24439"/>
                </a:lnTo>
                <a:lnTo>
                  <a:pt x="28595" y="24580"/>
                </a:lnTo>
                <a:lnTo>
                  <a:pt x="28050" y="24741"/>
                </a:lnTo>
                <a:lnTo>
                  <a:pt x="27546" y="24943"/>
                </a:lnTo>
                <a:lnTo>
                  <a:pt x="27041" y="25145"/>
                </a:lnTo>
                <a:lnTo>
                  <a:pt x="26577" y="25367"/>
                </a:lnTo>
                <a:lnTo>
                  <a:pt x="26113" y="25629"/>
                </a:lnTo>
                <a:lnTo>
                  <a:pt x="25649" y="25912"/>
                </a:lnTo>
                <a:lnTo>
                  <a:pt x="25225" y="26194"/>
                </a:lnTo>
                <a:lnTo>
                  <a:pt x="24801" y="26517"/>
                </a:lnTo>
                <a:lnTo>
                  <a:pt x="24418" y="26860"/>
                </a:lnTo>
                <a:lnTo>
                  <a:pt x="24035" y="27224"/>
                </a:lnTo>
                <a:lnTo>
                  <a:pt x="23712" y="27546"/>
                </a:lnTo>
                <a:lnTo>
                  <a:pt x="23409" y="27890"/>
                </a:lnTo>
                <a:lnTo>
                  <a:pt x="23147" y="28253"/>
                </a:lnTo>
                <a:lnTo>
                  <a:pt x="22884" y="28616"/>
                </a:lnTo>
                <a:lnTo>
                  <a:pt x="22622" y="28999"/>
                </a:lnTo>
                <a:lnTo>
                  <a:pt x="22400" y="29383"/>
                </a:lnTo>
                <a:lnTo>
                  <a:pt x="22178" y="29766"/>
                </a:lnTo>
                <a:lnTo>
                  <a:pt x="21996" y="30170"/>
                </a:lnTo>
                <a:lnTo>
                  <a:pt x="21815" y="30573"/>
                </a:lnTo>
                <a:lnTo>
                  <a:pt x="21633" y="30977"/>
                </a:lnTo>
                <a:lnTo>
                  <a:pt x="21492" y="31401"/>
                </a:lnTo>
                <a:lnTo>
                  <a:pt x="21351" y="31825"/>
                </a:lnTo>
                <a:lnTo>
                  <a:pt x="21230" y="32248"/>
                </a:lnTo>
                <a:lnTo>
                  <a:pt x="21108" y="32672"/>
                </a:lnTo>
                <a:lnTo>
                  <a:pt x="21008" y="33116"/>
                </a:lnTo>
                <a:lnTo>
                  <a:pt x="20927" y="33540"/>
                </a:lnTo>
                <a:lnTo>
                  <a:pt x="20786" y="34428"/>
                </a:lnTo>
                <a:lnTo>
                  <a:pt x="20685" y="35296"/>
                </a:lnTo>
                <a:lnTo>
                  <a:pt x="20604" y="36163"/>
                </a:lnTo>
                <a:lnTo>
                  <a:pt x="20584" y="37031"/>
                </a:lnTo>
                <a:lnTo>
                  <a:pt x="20584" y="37879"/>
                </a:lnTo>
                <a:lnTo>
                  <a:pt x="20604" y="38706"/>
                </a:lnTo>
                <a:lnTo>
                  <a:pt x="20665" y="39513"/>
                </a:lnTo>
                <a:lnTo>
                  <a:pt x="20725" y="40280"/>
                </a:lnTo>
                <a:lnTo>
                  <a:pt x="20846" y="41329"/>
                </a:lnTo>
                <a:lnTo>
                  <a:pt x="20987" y="42359"/>
                </a:lnTo>
                <a:lnTo>
                  <a:pt x="21290" y="44437"/>
                </a:lnTo>
                <a:lnTo>
                  <a:pt x="21472" y="45628"/>
                </a:lnTo>
                <a:lnTo>
                  <a:pt x="21653" y="46818"/>
                </a:lnTo>
                <a:lnTo>
                  <a:pt x="21795" y="48029"/>
                </a:lnTo>
                <a:lnTo>
                  <a:pt x="21916" y="49240"/>
                </a:lnTo>
                <a:lnTo>
                  <a:pt x="21996" y="50451"/>
                </a:lnTo>
                <a:lnTo>
                  <a:pt x="22017" y="51056"/>
                </a:lnTo>
                <a:lnTo>
                  <a:pt x="22037" y="51662"/>
                </a:lnTo>
                <a:lnTo>
                  <a:pt x="22017" y="52267"/>
                </a:lnTo>
                <a:lnTo>
                  <a:pt x="21996" y="52872"/>
                </a:lnTo>
                <a:lnTo>
                  <a:pt x="21956" y="53478"/>
                </a:lnTo>
                <a:lnTo>
                  <a:pt x="21895" y="54083"/>
                </a:lnTo>
                <a:lnTo>
                  <a:pt x="21815" y="54648"/>
                </a:lnTo>
                <a:lnTo>
                  <a:pt x="21734" y="55193"/>
                </a:lnTo>
                <a:lnTo>
                  <a:pt x="21613" y="55718"/>
                </a:lnTo>
                <a:lnTo>
                  <a:pt x="21472" y="56243"/>
                </a:lnTo>
                <a:lnTo>
                  <a:pt x="21330" y="56727"/>
                </a:lnTo>
                <a:lnTo>
                  <a:pt x="21149" y="57211"/>
                </a:lnTo>
                <a:lnTo>
                  <a:pt x="20967" y="57675"/>
                </a:lnTo>
                <a:lnTo>
                  <a:pt x="20745" y="58119"/>
                </a:lnTo>
                <a:lnTo>
                  <a:pt x="20523" y="58543"/>
                </a:lnTo>
                <a:lnTo>
                  <a:pt x="20281" y="58967"/>
                </a:lnTo>
                <a:lnTo>
                  <a:pt x="20039" y="59350"/>
                </a:lnTo>
                <a:lnTo>
                  <a:pt x="19756" y="59714"/>
                </a:lnTo>
                <a:lnTo>
                  <a:pt x="19474" y="60057"/>
                </a:lnTo>
                <a:lnTo>
                  <a:pt x="19171" y="60359"/>
                </a:lnTo>
                <a:lnTo>
                  <a:pt x="18848" y="60662"/>
                </a:lnTo>
                <a:lnTo>
                  <a:pt x="18505" y="60945"/>
                </a:lnTo>
                <a:lnTo>
                  <a:pt x="18203" y="61167"/>
                </a:lnTo>
                <a:lnTo>
                  <a:pt x="17880" y="61368"/>
                </a:lnTo>
                <a:lnTo>
                  <a:pt x="17537" y="61570"/>
                </a:lnTo>
                <a:lnTo>
                  <a:pt x="17194" y="61732"/>
                </a:lnTo>
                <a:lnTo>
                  <a:pt x="16830" y="61893"/>
                </a:lnTo>
                <a:lnTo>
                  <a:pt x="16467" y="62034"/>
                </a:lnTo>
                <a:lnTo>
                  <a:pt x="16104" y="62176"/>
                </a:lnTo>
                <a:lnTo>
                  <a:pt x="15741" y="62297"/>
                </a:lnTo>
                <a:lnTo>
                  <a:pt x="14974" y="62519"/>
                </a:lnTo>
                <a:lnTo>
                  <a:pt x="14207" y="62700"/>
                </a:lnTo>
                <a:lnTo>
                  <a:pt x="13440" y="62862"/>
                </a:lnTo>
                <a:lnTo>
                  <a:pt x="12653" y="63003"/>
                </a:lnTo>
                <a:lnTo>
                  <a:pt x="11725" y="63185"/>
                </a:lnTo>
                <a:lnTo>
                  <a:pt x="10978" y="63346"/>
                </a:lnTo>
                <a:lnTo>
                  <a:pt x="10252" y="63528"/>
                </a:lnTo>
                <a:lnTo>
                  <a:pt x="9545" y="63709"/>
                </a:lnTo>
                <a:lnTo>
                  <a:pt x="8879" y="63911"/>
                </a:lnTo>
                <a:lnTo>
                  <a:pt x="8234" y="64113"/>
                </a:lnTo>
                <a:lnTo>
                  <a:pt x="7628" y="64335"/>
                </a:lnTo>
                <a:lnTo>
                  <a:pt x="7043" y="64577"/>
                </a:lnTo>
                <a:lnTo>
                  <a:pt x="6478" y="64819"/>
                </a:lnTo>
                <a:lnTo>
                  <a:pt x="5933" y="65081"/>
                </a:lnTo>
                <a:lnTo>
                  <a:pt x="5408" y="65364"/>
                </a:lnTo>
                <a:lnTo>
                  <a:pt x="4924" y="65646"/>
                </a:lnTo>
                <a:lnTo>
                  <a:pt x="4440" y="65969"/>
                </a:lnTo>
                <a:lnTo>
                  <a:pt x="3996" y="66272"/>
                </a:lnTo>
                <a:lnTo>
                  <a:pt x="3572" y="66615"/>
                </a:lnTo>
                <a:lnTo>
                  <a:pt x="3148" y="66958"/>
                </a:lnTo>
                <a:lnTo>
                  <a:pt x="2765" y="67321"/>
                </a:lnTo>
                <a:lnTo>
                  <a:pt x="2321" y="67786"/>
                </a:lnTo>
                <a:lnTo>
                  <a:pt x="1917" y="68270"/>
                </a:lnTo>
                <a:lnTo>
                  <a:pt x="1554" y="68795"/>
                </a:lnTo>
                <a:lnTo>
                  <a:pt x="1211" y="69339"/>
                </a:lnTo>
                <a:lnTo>
                  <a:pt x="928" y="69884"/>
                </a:lnTo>
                <a:lnTo>
                  <a:pt x="666" y="70470"/>
                </a:lnTo>
                <a:lnTo>
                  <a:pt x="444" y="71055"/>
                </a:lnTo>
                <a:lnTo>
                  <a:pt x="262" y="71660"/>
                </a:lnTo>
                <a:lnTo>
                  <a:pt x="182" y="71983"/>
                </a:lnTo>
                <a:lnTo>
                  <a:pt x="121" y="72306"/>
                </a:lnTo>
                <a:lnTo>
                  <a:pt x="81" y="72609"/>
                </a:lnTo>
                <a:lnTo>
                  <a:pt x="41" y="72931"/>
                </a:lnTo>
                <a:lnTo>
                  <a:pt x="20" y="73254"/>
                </a:lnTo>
                <a:lnTo>
                  <a:pt x="0" y="73557"/>
                </a:lnTo>
                <a:lnTo>
                  <a:pt x="0" y="73880"/>
                </a:lnTo>
                <a:lnTo>
                  <a:pt x="20" y="74183"/>
                </a:lnTo>
                <a:lnTo>
                  <a:pt x="61" y="74485"/>
                </a:lnTo>
                <a:lnTo>
                  <a:pt x="101" y="74788"/>
                </a:lnTo>
                <a:lnTo>
                  <a:pt x="162" y="75071"/>
                </a:lnTo>
                <a:lnTo>
                  <a:pt x="222" y="75373"/>
                </a:lnTo>
                <a:lnTo>
                  <a:pt x="323" y="75656"/>
                </a:lnTo>
                <a:lnTo>
                  <a:pt x="404" y="75938"/>
                </a:lnTo>
                <a:lnTo>
                  <a:pt x="525" y="76201"/>
                </a:lnTo>
                <a:lnTo>
                  <a:pt x="646" y="76483"/>
                </a:lnTo>
                <a:lnTo>
                  <a:pt x="828" y="76846"/>
                </a:lnTo>
                <a:lnTo>
                  <a:pt x="1050" y="77189"/>
                </a:lnTo>
                <a:lnTo>
                  <a:pt x="1292" y="77533"/>
                </a:lnTo>
                <a:lnTo>
                  <a:pt x="1554" y="77855"/>
                </a:lnTo>
                <a:lnTo>
                  <a:pt x="1837" y="78158"/>
                </a:lnTo>
                <a:lnTo>
                  <a:pt x="2139" y="78441"/>
                </a:lnTo>
                <a:lnTo>
                  <a:pt x="2462" y="78703"/>
                </a:lnTo>
                <a:lnTo>
                  <a:pt x="2785" y="78945"/>
                </a:lnTo>
                <a:lnTo>
                  <a:pt x="3148" y="79187"/>
                </a:lnTo>
                <a:lnTo>
                  <a:pt x="3532" y="79389"/>
                </a:lnTo>
                <a:lnTo>
                  <a:pt x="3935" y="79591"/>
                </a:lnTo>
                <a:lnTo>
                  <a:pt x="4339" y="79773"/>
                </a:lnTo>
                <a:lnTo>
                  <a:pt x="4763" y="79914"/>
                </a:lnTo>
                <a:lnTo>
                  <a:pt x="5227" y="80055"/>
                </a:lnTo>
                <a:lnTo>
                  <a:pt x="5691" y="80176"/>
                </a:lnTo>
                <a:lnTo>
                  <a:pt x="6155" y="80277"/>
                </a:lnTo>
                <a:lnTo>
                  <a:pt x="6660" y="80338"/>
                </a:lnTo>
                <a:lnTo>
                  <a:pt x="7144" y="80398"/>
                </a:lnTo>
                <a:lnTo>
                  <a:pt x="7648" y="80438"/>
                </a:lnTo>
                <a:lnTo>
                  <a:pt x="8153" y="80438"/>
                </a:lnTo>
                <a:lnTo>
                  <a:pt x="8819" y="80418"/>
                </a:lnTo>
                <a:lnTo>
                  <a:pt x="9485" y="80378"/>
                </a:lnTo>
                <a:lnTo>
                  <a:pt x="10171" y="80277"/>
                </a:lnTo>
                <a:lnTo>
                  <a:pt x="10817" y="80156"/>
                </a:lnTo>
                <a:lnTo>
                  <a:pt x="11483" y="80015"/>
                </a:lnTo>
                <a:lnTo>
                  <a:pt x="12128" y="79813"/>
                </a:lnTo>
                <a:lnTo>
                  <a:pt x="12754" y="79591"/>
                </a:lnTo>
                <a:lnTo>
                  <a:pt x="13380" y="79329"/>
                </a:lnTo>
                <a:lnTo>
                  <a:pt x="14106" y="78986"/>
                </a:lnTo>
                <a:lnTo>
                  <a:pt x="14812" y="78622"/>
                </a:lnTo>
                <a:lnTo>
                  <a:pt x="15498" y="78219"/>
                </a:lnTo>
                <a:lnTo>
                  <a:pt x="16185" y="77795"/>
                </a:lnTo>
                <a:lnTo>
                  <a:pt x="16850" y="77351"/>
                </a:lnTo>
                <a:lnTo>
                  <a:pt x="17496" y="76887"/>
                </a:lnTo>
                <a:lnTo>
                  <a:pt x="18142" y="76402"/>
                </a:lnTo>
                <a:lnTo>
                  <a:pt x="18768" y="75898"/>
                </a:lnTo>
                <a:lnTo>
                  <a:pt x="19373" y="75393"/>
                </a:lnTo>
                <a:lnTo>
                  <a:pt x="19978" y="74869"/>
                </a:lnTo>
                <a:lnTo>
                  <a:pt x="21169" y="73779"/>
                </a:lnTo>
                <a:lnTo>
                  <a:pt x="22339" y="72669"/>
                </a:lnTo>
                <a:lnTo>
                  <a:pt x="23490" y="71559"/>
                </a:lnTo>
                <a:lnTo>
                  <a:pt x="25266" y="69824"/>
                </a:lnTo>
                <a:lnTo>
                  <a:pt x="26174" y="68976"/>
                </a:lnTo>
                <a:lnTo>
                  <a:pt x="27102" y="68149"/>
                </a:lnTo>
                <a:lnTo>
                  <a:pt x="27990" y="67382"/>
                </a:lnTo>
                <a:lnTo>
                  <a:pt x="28918" y="66615"/>
                </a:lnTo>
                <a:lnTo>
                  <a:pt x="29867" y="65889"/>
                </a:lnTo>
                <a:lnTo>
                  <a:pt x="30855" y="65182"/>
                </a:lnTo>
                <a:lnTo>
                  <a:pt x="31844" y="64496"/>
                </a:lnTo>
                <a:lnTo>
                  <a:pt x="32853" y="63850"/>
                </a:lnTo>
                <a:lnTo>
                  <a:pt x="33882" y="63225"/>
                </a:lnTo>
                <a:lnTo>
                  <a:pt x="34932" y="62599"/>
                </a:lnTo>
                <a:lnTo>
                  <a:pt x="36001" y="62034"/>
                </a:lnTo>
                <a:lnTo>
                  <a:pt x="37071" y="61469"/>
                </a:lnTo>
                <a:lnTo>
                  <a:pt x="38161" y="60945"/>
                </a:lnTo>
                <a:lnTo>
                  <a:pt x="39271" y="60440"/>
                </a:lnTo>
                <a:lnTo>
                  <a:pt x="40401" y="59976"/>
                </a:lnTo>
                <a:lnTo>
                  <a:pt x="41531" y="59532"/>
                </a:lnTo>
                <a:lnTo>
                  <a:pt x="42681" y="59108"/>
                </a:lnTo>
                <a:lnTo>
                  <a:pt x="43851" y="58725"/>
                </a:lnTo>
                <a:lnTo>
                  <a:pt x="45002" y="58361"/>
                </a:lnTo>
                <a:lnTo>
                  <a:pt x="46192" y="58039"/>
                </a:lnTo>
                <a:lnTo>
                  <a:pt x="47363" y="57736"/>
                </a:lnTo>
                <a:lnTo>
                  <a:pt x="48553" y="57474"/>
                </a:lnTo>
                <a:lnTo>
                  <a:pt x="49764" y="57231"/>
                </a:lnTo>
                <a:lnTo>
                  <a:pt x="50955" y="57030"/>
                </a:lnTo>
                <a:lnTo>
                  <a:pt x="52166" y="56868"/>
                </a:lnTo>
                <a:lnTo>
                  <a:pt x="53356" y="56707"/>
                </a:lnTo>
                <a:lnTo>
                  <a:pt x="54567" y="56606"/>
                </a:lnTo>
                <a:lnTo>
                  <a:pt x="55778" y="56525"/>
                </a:lnTo>
                <a:lnTo>
                  <a:pt x="56989" y="56465"/>
                </a:lnTo>
                <a:lnTo>
                  <a:pt x="58179" y="56444"/>
                </a:lnTo>
                <a:lnTo>
                  <a:pt x="59390" y="56465"/>
                </a:lnTo>
                <a:lnTo>
                  <a:pt x="60581" y="56505"/>
                </a:lnTo>
                <a:lnTo>
                  <a:pt x="61771" y="56586"/>
                </a:lnTo>
                <a:lnTo>
                  <a:pt x="62962" y="56687"/>
                </a:lnTo>
                <a:lnTo>
                  <a:pt x="64274" y="56848"/>
                </a:lnTo>
                <a:lnTo>
                  <a:pt x="65605" y="57030"/>
                </a:lnTo>
                <a:lnTo>
                  <a:pt x="66917" y="57231"/>
                </a:lnTo>
                <a:lnTo>
                  <a:pt x="68229" y="57433"/>
                </a:lnTo>
                <a:lnTo>
                  <a:pt x="69601" y="57655"/>
                </a:lnTo>
                <a:lnTo>
                  <a:pt x="70973" y="57857"/>
                </a:lnTo>
                <a:lnTo>
                  <a:pt x="72366" y="58039"/>
                </a:lnTo>
                <a:lnTo>
                  <a:pt x="73758" y="58200"/>
                </a:lnTo>
                <a:lnTo>
                  <a:pt x="74444" y="58261"/>
                </a:lnTo>
                <a:lnTo>
                  <a:pt x="75151" y="58321"/>
                </a:lnTo>
                <a:lnTo>
                  <a:pt x="75837" y="58361"/>
                </a:lnTo>
                <a:lnTo>
                  <a:pt x="76543" y="58382"/>
                </a:lnTo>
                <a:lnTo>
                  <a:pt x="77249" y="58382"/>
                </a:lnTo>
                <a:lnTo>
                  <a:pt x="77935" y="58361"/>
                </a:lnTo>
                <a:lnTo>
                  <a:pt x="78642" y="58341"/>
                </a:lnTo>
                <a:lnTo>
                  <a:pt x="79328" y="58281"/>
                </a:lnTo>
                <a:lnTo>
                  <a:pt x="79812" y="58220"/>
                </a:lnTo>
                <a:lnTo>
                  <a:pt x="80337" y="58160"/>
                </a:lnTo>
                <a:lnTo>
                  <a:pt x="80882" y="58059"/>
                </a:lnTo>
                <a:lnTo>
                  <a:pt x="81467" y="57918"/>
                </a:lnTo>
                <a:lnTo>
                  <a:pt x="82032" y="57736"/>
                </a:lnTo>
                <a:lnTo>
                  <a:pt x="82315" y="57635"/>
                </a:lnTo>
                <a:lnTo>
                  <a:pt x="82597" y="57514"/>
                </a:lnTo>
                <a:lnTo>
                  <a:pt x="82880" y="57373"/>
                </a:lnTo>
                <a:lnTo>
                  <a:pt x="83142" y="57231"/>
                </a:lnTo>
                <a:lnTo>
                  <a:pt x="83404" y="57050"/>
                </a:lnTo>
                <a:lnTo>
                  <a:pt x="83667" y="56868"/>
                </a:lnTo>
                <a:lnTo>
                  <a:pt x="83868" y="56707"/>
                </a:lnTo>
                <a:lnTo>
                  <a:pt x="84050" y="56525"/>
                </a:lnTo>
                <a:lnTo>
                  <a:pt x="84232" y="56343"/>
                </a:lnTo>
                <a:lnTo>
                  <a:pt x="84413" y="56162"/>
                </a:lnTo>
                <a:lnTo>
                  <a:pt x="84716" y="55778"/>
                </a:lnTo>
                <a:lnTo>
                  <a:pt x="84998" y="55355"/>
                </a:lnTo>
                <a:lnTo>
                  <a:pt x="85220" y="54931"/>
                </a:lnTo>
                <a:lnTo>
                  <a:pt x="85442" y="54467"/>
                </a:lnTo>
                <a:lnTo>
                  <a:pt x="85604" y="53982"/>
                </a:lnTo>
                <a:lnTo>
                  <a:pt x="85765" y="53498"/>
                </a:lnTo>
                <a:lnTo>
                  <a:pt x="85886" y="52994"/>
                </a:lnTo>
                <a:lnTo>
                  <a:pt x="86007" y="52489"/>
                </a:lnTo>
                <a:lnTo>
                  <a:pt x="86088" y="51964"/>
                </a:lnTo>
                <a:lnTo>
                  <a:pt x="86169" y="51420"/>
                </a:lnTo>
                <a:lnTo>
                  <a:pt x="86290" y="50350"/>
                </a:lnTo>
                <a:lnTo>
                  <a:pt x="86371" y="49260"/>
                </a:lnTo>
                <a:lnTo>
                  <a:pt x="86492" y="47949"/>
                </a:lnTo>
                <a:lnTo>
                  <a:pt x="86573" y="47283"/>
                </a:lnTo>
                <a:lnTo>
                  <a:pt x="86653" y="46637"/>
                </a:lnTo>
                <a:lnTo>
                  <a:pt x="86754" y="46052"/>
                </a:lnTo>
                <a:lnTo>
                  <a:pt x="86895" y="45487"/>
                </a:lnTo>
                <a:lnTo>
                  <a:pt x="87037" y="44901"/>
                </a:lnTo>
                <a:lnTo>
                  <a:pt x="87218" y="44336"/>
                </a:lnTo>
                <a:lnTo>
                  <a:pt x="87420" y="43771"/>
                </a:lnTo>
                <a:lnTo>
                  <a:pt x="87642" y="43206"/>
                </a:lnTo>
                <a:lnTo>
                  <a:pt x="87884" y="42661"/>
                </a:lnTo>
                <a:lnTo>
                  <a:pt x="88167" y="42117"/>
                </a:lnTo>
                <a:lnTo>
                  <a:pt x="88449" y="41592"/>
                </a:lnTo>
                <a:lnTo>
                  <a:pt x="88772" y="41067"/>
                </a:lnTo>
                <a:lnTo>
                  <a:pt x="89115" y="40563"/>
                </a:lnTo>
                <a:lnTo>
                  <a:pt x="89478" y="40058"/>
                </a:lnTo>
                <a:lnTo>
                  <a:pt x="89842" y="39574"/>
                </a:lnTo>
                <a:lnTo>
                  <a:pt x="90245" y="39089"/>
                </a:lnTo>
                <a:lnTo>
                  <a:pt x="90669" y="38646"/>
                </a:lnTo>
                <a:lnTo>
                  <a:pt x="91113" y="38202"/>
                </a:lnTo>
                <a:lnTo>
                  <a:pt x="91577" y="37758"/>
                </a:lnTo>
                <a:lnTo>
                  <a:pt x="92041" y="37354"/>
                </a:lnTo>
                <a:lnTo>
                  <a:pt x="92526" y="36971"/>
                </a:lnTo>
                <a:lnTo>
                  <a:pt x="93030" y="36607"/>
                </a:lnTo>
                <a:lnTo>
                  <a:pt x="93535" y="36264"/>
                </a:lnTo>
                <a:lnTo>
                  <a:pt x="94059" y="35941"/>
                </a:lnTo>
                <a:lnTo>
                  <a:pt x="94584" y="35639"/>
                </a:lnTo>
                <a:lnTo>
                  <a:pt x="95129" y="35376"/>
                </a:lnTo>
                <a:lnTo>
                  <a:pt x="95674" y="35114"/>
                </a:lnTo>
                <a:lnTo>
                  <a:pt x="96239" y="34892"/>
                </a:lnTo>
                <a:lnTo>
                  <a:pt x="96804" y="34690"/>
                </a:lnTo>
                <a:lnTo>
                  <a:pt x="97369" y="34529"/>
                </a:lnTo>
                <a:lnTo>
                  <a:pt x="97934" y="34367"/>
                </a:lnTo>
                <a:lnTo>
                  <a:pt x="98519" y="34246"/>
                </a:lnTo>
                <a:lnTo>
                  <a:pt x="99084" y="34166"/>
                </a:lnTo>
                <a:lnTo>
                  <a:pt x="99669" y="34085"/>
                </a:lnTo>
                <a:lnTo>
                  <a:pt x="100255" y="34044"/>
                </a:lnTo>
                <a:lnTo>
                  <a:pt x="100860" y="34024"/>
                </a:lnTo>
                <a:lnTo>
                  <a:pt x="101445" y="34044"/>
                </a:lnTo>
                <a:lnTo>
                  <a:pt x="102051" y="34085"/>
                </a:lnTo>
                <a:lnTo>
                  <a:pt x="102636" y="34145"/>
                </a:lnTo>
                <a:lnTo>
                  <a:pt x="103221" y="34246"/>
                </a:lnTo>
                <a:lnTo>
                  <a:pt x="103806" y="34367"/>
                </a:lnTo>
                <a:lnTo>
                  <a:pt x="104391" y="34509"/>
                </a:lnTo>
                <a:lnTo>
                  <a:pt x="104977" y="34690"/>
                </a:lnTo>
                <a:lnTo>
                  <a:pt x="105542" y="34892"/>
                </a:lnTo>
                <a:lnTo>
                  <a:pt x="106127" y="35114"/>
                </a:lnTo>
                <a:lnTo>
                  <a:pt x="106672" y="35356"/>
                </a:lnTo>
                <a:lnTo>
                  <a:pt x="107237" y="35639"/>
                </a:lnTo>
                <a:lnTo>
                  <a:pt x="107782" y="35941"/>
                </a:lnTo>
                <a:lnTo>
                  <a:pt x="108306" y="36264"/>
                </a:lnTo>
                <a:lnTo>
                  <a:pt x="108831" y="36607"/>
                </a:lnTo>
                <a:lnTo>
                  <a:pt x="109336" y="36971"/>
                </a:lnTo>
                <a:lnTo>
                  <a:pt x="109820" y="37354"/>
                </a:lnTo>
                <a:lnTo>
                  <a:pt x="110284" y="37758"/>
                </a:lnTo>
                <a:lnTo>
                  <a:pt x="110728" y="38161"/>
                </a:lnTo>
                <a:lnTo>
                  <a:pt x="111152" y="38585"/>
                </a:lnTo>
                <a:lnTo>
                  <a:pt x="111535" y="39029"/>
                </a:lnTo>
                <a:lnTo>
                  <a:pt x="111919" y="39493"/>
                </a:lnTo>
                <a:lnTo>
                  <a:pt x="112262" y="39957"/>
                </a:lnTo>
                <a:lnTo>
                  <a:pt x="112605" y="40442"/>
                </a:lnTo>
                <a:lnTo>
                  <a:pt x="112907" y="40946"/>
                </a:lnTo>
                <a:lnTo>
                  <a:pt x="113190" y="41451"/>
                </a:lnTo>
                <a:lnTo>
                  <a:pt x="113452" y="41955"/>
                </a:lnTo>
                <a:lnTo>
                  <a:pt x="113674" y="42480"/>
                </a:lnTo>
                <a:lnTo>
                  <a:pt x="113876" y="43025"/>
                </a:lnTo>
                <a:lnTo>
                  <a:pt x="114058" y="43569"/>
                </a:lnTo>
                <a:lnTo>
                  <a:pt x="114219" y="44114"/>
                </a:lnTo>
                <a:lnTo>
                  <a:pt x="114038" y="43610"/>
                </a:lnTo>
                <a:lnTo>
                  <a:pt x="113937" y="43368"/>
                </a:lnTo>
                <a:lnTo>
                  <a:pt x="113816" y="43126"/>
                </a:lnTo>
                <a:lnTo>
                  <a:pt x="113694" y="42904"/>
                </a:lnTo>
                <a:lnTo>
                  <a:pt x="113573" y="42682"/>
                </a:lnTo>
                <a:lnTo>
                  <a:pt x="113432" y="42500"/>
                </a:lnTo>
                <a:lnTo>
                  <a:pt x="113251" y="42318"/>
                </a:lnTo>
                <a:lnTo>
                  <a:pt x="113210" y="42379"/>
                </a:lnTo>
                <a:lnTo>
                  <a:pt x="113372" y="42560"/>
                </a:lnTo>
                <a:lnTo>
                  <a:pt x="113533" y="42782"/>
                </a:lnTo>
                <a:lnTo>
                  <a:pt x="113674" y="43025"/>
                </a:lnTo>
                <a:lnTo>
                  <a:pt x="113816" y="43267"/>
                </a:lnTo>
                <a:lnTo>
                  <a:pt x="113916" y="43529"/>
                </a:lnTo>
                <a:lnTo>
                  <a:pt x="114017" y="43812"/>
                </a:lnTo>
                <a:lnTo>
                  <a:pt x="114219" y="44377"/>
                </a:lnTo>
                <a:lnTo>
                  <a:pt x="114360" y="44760"/>
                </a:lnTo>
                <a:lnTo>
                  <a:pt x="114502" y="45144"/>
                </a:lnTo>
                <a:lnTo>
                  <a:pt x="114663" y="45507"/>
                </a:lnTo>
                <a:lnTo>
                  <a:pt x="114744" y="45668"/>
                </a:lnTo>
                <a:lnTo>
                  <a:pt x="114845" y="45809"/>
                </a:lnTo>
                <a:lnTo>
                  <a:pt x="114946" y="45951"/>
                </a:lnTo>
                <a:lnTo>
                  <a:pt x="115067" y="46072"/>
                </a:lnTo>
                <a:lnTo>
                  <a:pt x="115188" y="46173"/>
                </a:lnTo>
                <a:lnTo>
                  <a:pt x="115309" y="46274"/>
                </a:lnTo>
                <a:lnTo>
                  <a:pt x="115470" y="46334"/>
                </a:lnTo>
                <a:lnTo>
                  <a:pt x="115632" y="46375"/>
                </a:lnTo>
                <a:lnTo>
                  <a:pt x="115793" y="46395"/>
                </a:lnTo>
                <a:lnTo>
                  <a:pt x="115995" y="46395"/>
                </a:lnTo>
                <a:lnTo>
                  <a:pt x="116156" y="46375"/>
                </a:lnTo>
                <a:lnTo>
                  <a:pt x="116318" y="46334"/>
                </a:lnTo>
                <a:lnTo>
                  <a:pt x="116479" y="46274"/>
                </a:lnTo>
                <a:lnTo>
                  <a:pt x="116641" y="46173"/>
                </a:lnTo>
                <a:lnTo>
                  <a:pt x="116822" y="46072"/>
                </a:lnTo>
                <a:lnTo>
                  <a:pt x="116984" y="45931"/>
                </a:lnTo>
                <a:lnTo>
                  <a:pt x="117145" y="45769"/>
                </a:lnTo>
                <a:lnTo>
                  <a:pt x="117327" y="45587"/>
                </a:lnTo>
                <a:lnTo>
                  <a:pt x="117630" y="45224"/>
                </a:lnTo>
                <a:lnTo>
                  <a:pt x="117892" y="44841"/>
                </a:lnTo>
                <a:lnTo>
                  <a:pt x="118134" y="44437"/>
                </a:lnTo>
                <a:lnTo>
                  <a:pt x="118356" y="44034"/>
                </a:lnTo>
                <a:lnTo>
                  <a:pt x="118558" y="43630"/>
                </a:lnTo>
                <a:lnTo>
                  <a:pt x="118739" y="43186"/>
                </a:lnTo>
                <a:lnTo>
                  <a:pt x="118901" y="42762"/>
                </a:lnTo>
                <a:lnTo>
                  <a:pt x="119042" y="42318"/>
                </a:lnTo>
                <a:lnTo>
                  <a:pt x="119183" y="41854"/>
                </a:lnTo>
                <a:lnTo>
                  <a:pt x="119284" y="41410"/>
                </a:lnTo>
                <a:lnTo>
                  <a:pt x="119486" y="40482"/>
                </a:lnTo>
                <a:lnTo>
                  <a:pt x="119648" y="39554"/>
                </a:lnTo>
                <a:lnTo>
                  <a:pt x="119789" y="38625"/>
                </a:lnTo>
                <a:lnTo>
                  <a:pt x="119950" y="37394"/>
                </a:lnTo>
                <a:lnTo>
                  <a:pt x="120092" y="36184"/>
                </a:lnTo>
                <a:lnTo>
                  <a:pt x="120233" y="34953"/>
                </a:lnTo>
                <a:lnTo>
                  <a:pt x="120334" y="33742"/>
                </a:lnTo>
                <a:lnTo>
                  <a:pt x="120455" y="32511"/>
                </a:lnTo>
                <a:lnTo>
                  <a:pt x="120536" y="31280"/>
                </a:lnTo>
                <a:lnTo>
                  <a:pt x="120616" y="30069"/>
                </a:lnTo>
                <a:lnTo>
                  <a:pt x="120697" y="28838"/>
                </a:lnTo>
                <a:lnTo>
                  <a:pt x="120737" y="27607"/>
                </a:lnTo>
                <a:lnTo>
                  <a:pt x="120778" y="26376"/>
                </a:lnTo>
                <a:lnTo>
                  <a:pt x="120798" y="25145"/>
                </a:lnTo>
                <a:lnTo>
                  <a:pt x="120818" y="23914"/>
                </a:lnTo>
                <a:lnTo>
                  <a:pt x="120818" y="22683"/>
                </a:lnTo>
                <a:lnTo>
                  <a:pt x="120798" y="21452"/>
                </a:lnTo>
                <a:lnTo>
                  <a:pt x="120778" y="20241"/>
                </a:lnTo>
                <a:lnTo>
                  <a:pt x="120737" y="19010"/>
                </a:lnTo>
                <a:lnTo>
                  <a:pt x="120697" y="18143"/>
                </a:lnTo>
                <a:lnTo>
                  <a:pt x="120636" y="17275"/>
                </a:lnTo>
                <a:lnTo>
                  <a:pt x="120576" y="16407"/>
                </a:lnTo>
                <a:lnTo>
                  <a:pt x="120495" y="15519"/>
                </a:lnTo>
                <a:lnTo>
                  <a:pt x="120374" y="14651"/>
                </a:lnTo>
                <a:lnTo>
                  <a:pt x="120233" y="13763"/>
                </a:lnTo>
                <a:lnTo>
                  <a:pt x="120071" y="12896"/>
                </a:lnTo>
                <a:lnTo>
                  <a:pt x="119870" y="12048"/>
                </a:lnTo>
                <a:lnTo>
                  <a:pt x="119648" y="11201"/>
                </a:lnTo>
                <a:lnTo>
                  <a:pt x="119365" y="10353"/>
                </a:lnTo>
                <a:lnTo>
                  <a:pt x="119062" y="9546"/>
                </a:lnTo>
                <a:lnTo>
                  <a:pt x="118881" y="9142"/>
                </a:lnTo>
                <a:lnTo>
                  <a:pt x="118699" y="8759"/>
                </a:lnTo>
                <a:lnTo>
                  <a:pt x="118497" y="8375"/>
                </a:lnTo>
                <a:lnTo>
                  <a:pt x="118296" y="7992"/>
                </a:lnTo>
                <a:lnTo>
                  <a:pt x="118074" y="7609"/>
                </a:lnTo>
                <a:lnTo>
                  <a:pt x="117831" y="7245"/>
                </a:lnTo>
                <a:lnTo>
                  <a:pt x="117589" y="6902"/>
                </a:lnTo>
                <a:lnTo>
                  <a:pt x="117327" y="6559"/>
                </a:lnTo>
                <a:lnTo>
                  <a:pt x="117044" y="6216"/>
                </a:lnTo>
                <a:lnTo>
                  <a:pt x="116762" y="5873"/>
                </a:lnTo>
                <a:lnTo>
                  <a:pt x="116257" y="5369"/>
                </a:lnTo>
                <a:lnTo>
                  <a:pt x="115712" y="4884"/>
                </a:lnTo>
                <a:lnTo>
                  <a:pt x="115127" y="4420"/>
                </a:lnTo>
                <a:lnTo>
                  <a:pt x="114502" y="3976"/>
                </a:lnTo>
                <a:lnTo>
                  <a:pt x="113836" y="3573"/>
                </a:lnTo>
                <a:lnTo>
                  <a:pt x="113129" y="3189"/>
                </a:lnTo>
                <a:lnTo>
                  <a:pt x="112403" y="2846"/>
                </a:lnTo>
                <a:lnTo>
                  <a:pt x="111596" y="2503"/>
                </a:lnTo>
                <a:lnTo>
                  <a:pt x="110970" y="2261"/>
                </a:lnTo>
                <a:lnTo>
                  <a:pt x="110284" y="2039"/>
                </a:lnTo>
                <a:lnTo>
                  <a:pt x="109578" y="1837"/>
                </a:lnTo>
                <a:lnTo>
                  <a:pt x="108851" y="1635"/>
                </a:lnTo>
                <a:lnTo>
                  <a:pt x="108064" y="1433"/>
                </a:lnTo>
                <a:lnTo>
                  <a:pt x="107257" y="1272"/>
                </a:lnTo>
                <a:lnTo>
                  <a:pt x="106389" y="1090"/>
                </a:lnTo>
                <a:lnTo>
                  <a:pt x="105481" y="949"/>
                </a:lnTo>
                <a:lnTo>
                  <a:pt x="103988" y="707"/>
                </a:lnTo>
                <a:lnTo>
                  <a:pt x="102474" y="505"/>
                </a:lnTo>
                <a:lnTo>
                  <a:pt x="100961" y="344"/>
                </a:lnTo>
                <a:lnTo>
                  <a:pt x="99447" y="202"/>
                </a:lnTo>
                <a:lnTo>
                  <a:pt x="97934" y="102"/>
                </a:lnTo>
                <a:lnTo>
                  <a:pt x="96420" y="41"/>
                </a:lnTo>
                <a:lnTo>
                  <a:pt x="94887" y="1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90" name="Google Shape;1590;p19"/>
          <p:cNvSpPr/>
          <p:nvPr/>
        </p:nvSpPr>
        <p:spPr>
          <a:xfrm>
            <a:off x="9011602" y="-25"/>
            <a:ext cx="2289244" cy="1739785"/>
          </a:xfrm>
          <a:custGeom>
            <a:rect b="b" l="l" r="r" t="t"/>
            <a:pathLst>
              <a:path extrusionOk="0" h="31119" w="40947">
                <a:moveTo>
                  <a:pt x="32571" y="82"/>
                </a:moveTo>
                <a:lnTo>
                  <a:pt x="33116" y="102"/>
                </a:lnTo>
                <a:lnTo>
                  <a:pt x="33601" y="162"/>
                </a:lnTo>
                <a:lnTo>
                  <a:pt x="33823" y="203"/>
                </a:lnTo>
                <a:lnTo>
                  <a:pt x="34024" y="243"/>
                </a:lnTo>
                <a:lnTo>
                  <a:pt x="34206" y="304"/>
                </a:lnTo>
                <a:lnTo>
                  <a:pt x="34388" y="384"/>
                </a:lnTo>
                <a:lnTo>
                  <a:pt x="34549" y="465"/>
                </a:lnTo>
                <a:lnTo>
                  <a:pt x="34690" y="546"/>
                </a:lnTo>
                <a:lnTo>
                  <a:pt x="34832" y="647"/>
                </a:lnTo>
                <a:lnTo>
                  <a:pt x="34933" y="748"/>
                </a:lnTo>
                <a:lnTo>
                  <a:pt x="35033" y="869"/>
                </a:lnTo>
                <a:lnTo>
                  <a:pt x="35134" y="990"/>
                </a:lnTo>
                <a:lnTo>
                  <a:pt x="35195" y="1131"/>
                </a:lnTo>
                <a:lnTo>
                  <a:pt x="35255" y="1272"/>
                </a:lnTo>
                <a:lnTo>
                  <a:pt x="35296" y="1454"/>
                </a:lnTo>
                <a:lnTo>
                  <a:pt x="35316" y="1656"/>
                </a:lnTo>
                <a:lnTo>
                  <a:pt x="35336" y="1858"/>
                </a:lnTo>
                <a:lnTo>
                  <a:pt x="35316" y="2059"/>
                </a:lnTo>
                <a:lnTo>
                  <a:pt x="35235" y="2443"/>
                </a:lnTo>
                <a:lnTo>
                  <a:pt x="35155" y="2826"/>
                </a:lnTo>
                <a:lnTo>
                  <a:pt x="35074" y="3169"/>
                </a:lnTo>
                <a:lnTo>
                  <a:pt x="34993" y="3492"/>
                </a:lnTo>
                <a:lnTo>
                  <a:pt x="34973" y="3835"/>
                </a:lnTo>
                <a:lnTo>
                  <a:pt x="34973" y="3997"/>
                </a:lnTo>
                <a:lnTo>
                  <a:pt x="34973" y="4158"/>
                </a:lnTo>
                <a:lnTo>
                  <a:pt x="35033" y="4400"/>
                </a:lnTo>
                <a:lnTo>
                  <a:pt x="35094" y="4642"/>
                </a:lnTo>
                <a:lnTo>
                  <a:pt x="35175" y="4864"/>
                </a:lnTo>
                <a:lnTo>
                  <a:pt x="35276" y="5086"/>
                </a:lnTo>
                <a:lnTo>
                  <a:pt x="35498" y="5510"/>
                </a:lnTo>
                <a:lnTo>
                  <a:pt x="35760" y="5914"/>
                </a:lnTo>
                <a:lnTo>
                  <a:pt x="36083" y="6438"/>
                </a:lnTo>
                <a:lnTo>
                  <a:pt x="36486" y="7165"/>
                </a:lnTo>
                <a:lnTo>
                  <a:pt x="36890" y="7912"/>
                </a:lnTo>
                <a:lnTo>
                  <a:pt x="37273" y="8658"/>
                </a:lnTo>
                <a:lnTo>
                  <a:pt x="37637" y="9425"/>
                </a:lnTo>
                <a:lnTo>
                  <a:pt x="37980" y="10212"/>
                </a:lnTo>
                <a:lnTo>
                  <a:pt x="38303" y="10999"/>
                </a:lnTo>
                <a:lnTo>
                  <a:pt x="38625" y="11786"/>
                </a:lnTo>
                <a:lnTo>
                  <a:pt x="38908" y="12573"/>
                </a:lnTo>
                <a:lnTo>
                  <a:pt x="39170" y="13380"/>
                </a:lnTo>
                <a:lnTo>
                  <a:pt x="39412" y="14188"/>
                </a:lnTo>
                <a:lnTo>
                  <a:pt x="39655" y="14995"/>
                </a:lnTo>
                <a:lnTo>
                  <a:pt x="39856" y="15802"/>
                </a:lnTo>
                <a:lnTo>
                  <a:pt x="40038" y="16629"/>
                </a:lnTo>
                <a:lnTo>
                  <a:pt x="40220" y="17457"/>
                </a:lnTo>
                <a:lnTo>
                  <a:pt x="40361" y="18284"/>
                </a:lnTo>
                <a:lnTo>
                  <a:pt x="40502" y="19112"/>
                </a:lnTo>
                <a:lnTo>
                  <a:pt x="40603" y="19939"/>
                </a:lnTo>
                <a:lnTo>
                  <a:pt x="40704" y="20766"/>
                </a:lnTo>
                <a:lnTo>
                  <a:pt x="40765" y="21614"/>
                </a:lnTo>
                <a:lnTo>
                  <a:pt x="40825" y="22441"/>
                </a:lnTo>
                <a:lnTo>
                  <a:pt x="40845" y="23269"/>
                </a:lnTo>
                <a:lnTo>
                  <a:pt x="40865" y="24116"/>
                </a:lnTo>
                <a:lnTo>
                  <a:pt x="40865" y="24944"/>
                </a:lnTo>
                <a:lnTo>
                  <a:pt x="40825" y="25771"/>
                </a:lnTo>
                <a:lnTo>
                  <a:pt x="40785" y="26437"/>
                </a:lnTo>
                <a:lnTo>
                  <a:pt x="40744" y="26800"/>
                </a:lnTo>
                <a:lnTo>
                  <a:pt x="40684" y="27163"/>
                </a:lnTo>
                <a:lnTo>
                  <a:pt x="40603" y="27547"/>
                </a:lnTo>
                <a:lnTo>
                  <a:pt x="40502" y="27950"/>
                </a:lnTo>
                <a:lnTo>
                  <a:pt x="40401" y="28334"/>
                </a:lnTo>
                <a:lnTo>
                  <a:pt x="40260" y="28717"/>
                </a:lnTo>
                <a:lnTo>
                  <a:pt x="40099" y="29081"/>
                </a:lnTo>
                <a:lnTo>
                  <a:pt x="39917" y="29424"/>
                </a:lnTo>
                <a:lnTo>
                  <a:pt x="39695" y="29767"/>
                </a:lnTo>
                <a:lnTo>
                  <a:pt x="39453" y="30069"/>
                </a:lnTo>
                <a:lnTo>
                  <a:pt x="39191" y="30332"/>
                </a:lnTo>
                <a:lnTo>
                  <a:pt x="39029" y="30453"/>
                </a:lnTo>
                <a:lnTo>
                  <a:pt x="38868" y="30574"/>
                </a:lnTo>
                <a:lnTo>
                  <a:pt x="38706" y="30675"/>
                </a:lnTo>
                <a:lnTo>
                  <a:pt x="38525" y="30776"/>
                </a:lnTo>
                <a:lnTo>
                  <a:pt x="38343" y="30856"/>
                </a:lnTo>
                <a:lnTo>
                  <a:pt x="38141" y="30917"/>
                </a:lnTo>
                <a:lnTo>
                  <a:pt x="37960" y="30977"/>
                </a:lnTo>
                <a:lnTo>
                  <a:pt x="37758" y="30998"/>
                </a:lnTo>
                <a:lnTo>
                  <a:pt x="37394" y="31038"/>
                </a:lnTo>
                <a:lnTo>
                  <a:pt x="37011" y="31038"/>
                </a:lnTo>
                <a:lnTo>
                  <a:pt x="36628" y="30998"/>
                </a:lnTo>
                <a:lnTo>
                  <a:pt x="36244" y="30937"/>
                </a:lnTo>
                <a:lnTo>
                  <a:pt x="35881" y="30836"/>
                </a:lnTo>
                <a:lnTo>
                  <a:pt x="35538" y="30735"/>
                </a:lnTo>
                <a:lnTo>
                  <a:pt x="35215" y="30634"/>
                </a:lnTo>
                <a:lnTo>
                  <a:pt x="34690" y="30433"/>
                </a:lnTo>
                <a:lnTo>
                  <a:pt x="34186" y="30231"/>
                </a:lnTo>
                <a:lnTo>
                  <a:pt x="33681" y="30009"/>
                </a:lnTo>
                <a:lnTo>
                  <a:pt x="33177" y="29767"/>
                </a:lnTo>
                <a:lnTo>
                  <a:pt x="32693" y="29524"/>
                </a:lnTo>
                <a:lnTo>
                  <a:pt x="32208" y="29262"/>
                </a:lnTo>
                <a:lnTo>
                  <a:pt x="31724" y="28980"/>
                </a:lnTo>
                <a:lnTo>
                  <a:pt x="31260" y="28697"/>
                </a:lnTo>
                <a:lnTo>
                  <a:pt x="30796" y="28394"/>
                </a:lnTo>
                <a:lnTo>
                  <a:pt x="30331" y="28071"/>
                </a:lnTo>
                <a:lnTo>
                  <a:pt x="29888" y="27749"/>
                </a:lnTo>
                <a:lnTo>
                  <a:pt x="29444" y="27406"/>
                </a:lnTo>
                <a:lnTo>
                  <a:pt x="28576" y="26719"/>
                </a:lnTo>
                <a:lnTo>
                  <a:pt x="27728" y="25993"/>
                </a:lnTo>
                <a:lnTo>
                  <a:pt x="26901" y="25226"/>
                </a:lnTo>
                <a:lnTo>
                  <a:pt x="26094" y="24419"/>
                </a:lnTo>
                <a:lnTo>
                  <a:pt x="25307" y="23612"/>
                </a:lnTo>
                <a:lnTo>
                  <a:pt x="24540" y="22784"/>
                </a:lnTo>
                <a:lnTo>
                  <a:pt x="23773" y="21937"/>
                </a:lnTo>
                <a:lnTo>
                  <a:pt x="23026" y="21069"/>
                </a:lnTo>
                <a:lnTo>
                  <a:pt x="21573" y="19334"/>
                </a:lnTo>
                <a:lnTo>
                  <a:pt x="21150" y="18809"/>
                </a:lnTo>
                <a:lnTo>
                  <a:pt x="19757" y="17134"/>
                </a:lnTo>
                <a:lnTo>
                  <a:pt x="18345" y="15479"/>
                </a:lnTo>
                <a:lnTo>
                  <a:pt x="17638" y="14652"/>
                </a:lnTo>
                <a:lnTo>
                  <a:pt x="16892" y="13845"/>
                </a:lnTo>
                <a:lnTo>
                  <a:pt x="16145" y="13058"/>
                </a:lnTo>
                <a:lnTo>
                  <a:pt x="15378" y="12291"/>
                </a:lnTo>
                <a:lnTo>
                  <a:pt x="14591" y="11544"/>
                </a:lnTo>
                <a:lnTo>
                  <a:pt x="13804" y="10838"/>
                </a:lnTo>
                <a:lnTo>
                  <a:pt x="12977" y="10131"/>
                </a:lnTo>
                <a:lnTo>
                  <a:pt x="12129" y="9486"/>
                </a:lnTo>
                <a:lnTo>
                  <a:pt x="11261" y="8880"/>
                </a:lnTo>
                <a:lnTo>
                  <a:pt x="10797" y="8578"/>
                </a:lnTo>
                <a:lnTo>
                  <a:pt x="10353" y="8295"/>
                </a:lnTo>
                <a:lnTo>
                  <a:pt x="9889" y="8012"/>
                </a:lnTo>
                <a:lnTo>
                  <a:pt x="9425" y="7770"/>
                </a:lnTo>
                <a:lnTo>
                  <a:pt x="8941" y="7508"/>
                </a:lnTo>
                <a:lnTo>
                  <a:pt x="8456" y="7266"/>
                </a:lnTo>
                <a:lnTo>
                  <a:pt x="7911" y="7024"/>
                </a:lnTo>
                <a:lnTo>
                  <a:pt x="7346" y="6782"/>
                </a:lnTo>
                <a:lnTo>
                  <a:pt x="6781" y="6560"/>
                </a:lnTo>
                <a:lnTo>
                  <a:pt x="6196" y="6358"/>
                </a:lnTo>
                <a:lnTo>
                  <a:pt x="5066" y="5954"/>
                </a:lnTo>
                <a:lnTo>
                  <a:pt x="3916" y="5591"/>
                </a:lnTo>
                <a:lnTo>
                  <a:pt x="2342" y="5066"/>
                </a:lnTo>
                <a:lnTo>
                  <a:pt x="2079" y="4965"/>
                </a:lnTo>
                <a:lnTo>
                  <a:pt x="1716" y="4804"/>
                </a:lnTo>
                <a:lnTo>
                  <a:pt x="1313" y="4602"/>
                </a:lnTo>
                <a:lnTo>
                  <a:pt x="1111" y="4461"/>
                </a:lnTo>
                <a:lnTo>
                  <a:pt x="909" y="4340"/>
                </a:lnTo>
                <a:lnTo>
                  <a:pt x="727" y="4178"/>
                </a:lnTo>
                <a:lnTo>
                  <a:pt x="546" y="4017"/>
                </a:lnTo>
                <a:lnTo>
                  <a:pt x="384" y="3835"/>
                </a:lnTo>
                <a:lnTo>
                  <a:pt x="263" y="3633"/>
                </a:lnTo>
                <a:lnTo>
                  <a:pt x="162" y="3432"/>
                </a:lnTo>
                <a:lnTo>
                  <a:pt x="102" y="3210"/>
                </a:lnTo>
                <a:lnTo>
                  <a:pt x="82" y="2967"/>
                </a:lnTo>
                <a:lnTo>
                  <a:pt x="102" y="2725"/>
                </a:lnTo>
                <a:lnTo>
                  <a:pt x="162" y="2544"/>
                </a:lnTo>
                <a:lnTo>
                  <a:pt x="223" y="2382"/>
                </a:lnTo>
                <a:lnTo>
                  <a:pt x="324" y="2221"/>
                </a:lnTo>
                <a:lnTo>
                  <a:pt x="425" y="2080"/>
                </a:lnTo>
                <a:lnTo>
                  <a:pt x="526" y="1938"/>
                </a:lnTo>
                <a:lnTo>
                  <a:pt x="647" y="1837"/>
                </a:lnTo>
                <a:lnTo>
                  <a:pt x="889" y="1636"/>
                </a:lnTo>
                <a:lnTo>
                  <a:pt x="1070" y="1494"/>
                </a:lnTo>
                <a:lnTo>
                  <a:pt x="1272" y="1393"/>
                </a:lnTo>
                <a:lnTo>
                  <a:pt x="1474" y="1293"/>
                </a:lnTo>
                <a:lnTo>
                  <a:pt x="1676" y="1192"/>
                </a:lnTo>
                <a:lnTo>
                  <a:pt x="2100" y="1030"/>
                </a:lnTo>
                <a:lnTo>
                  <a:pt x="2523" y="909"/>
                </a:lnTo>
                <a:lnTo>
                  <a:pt x="2967" y="808"/>
                </a:lnTo>
                <a:lnTo>
                  <a:pt x="3411" y="727"/>
                </a:lnTo>
                <a:lnTo>
                  <a:pt x="3855" y="667"/>
                </a:lnTo>
                <a:lnTo>
                  <a:pt x="4279" y="627"/>
                </a:lnTo>
                <a:lnTo>
                  <a:pt x="5349" y="526"/>
                </a:lnTo>
                <a:lnTo>
                  <a:pt x="6438" y="465"/>
                </a:lnTo>
                <a:lnTo>
                  <a:pt x="7528" y="405"/>
                </a:lnTo>
                <a:lnTo>
                  <a:pt x="8598" y="364"/>
                </a:lnTo>
                <a:lnTo>
                  <a:pt x="10757" y="304"/>
                </a:lnTo>
                <a:lnTo>
                  <a:pt x="12896" y="284"/>
                </a:lnTo>
                <a:lnTo>
                  <a:pt x="32471" y="82"/>
                </a:lnTo>
                <a:close/>
                <a:moveTo>
                  <a:pt x="32471" y="1"/>
                </a:moveTo>
                <a:lnTo>
                  <a:pt x="12896" y="203"/>
                </a:lnTo>
                <a:lnTo>
                  <a:pt x="10757" y="223"/>
                </a:lnTo>
                <a:lnTo>
                  <a:pt x="8598" y="284"/>
                </a:lnTo>
                <a:lnTo>
                  <a:pt x="7508" y="324"/>
                </a:lnTo>
                <a:lnTo>
                  <a:pt x="6438" y="384"/>
                </a:lnTo>
                <a:lnTo>
                  <a:pt x="5349" y="445"/>
                </a:lnTo>
                <a:lnTo>
                  <a:pt x="4279" y="546"/>
                </a:lnTo>
                <a:lnTo>
                  <a:pt x="3835" y="586"/>
                </a:lnTo>
                <a:lnTo>
                  <a:pt x="3391" y="647"/>
                </a:lnTo>
                <a:lnTo>
                  <a:pt x="2947" y="727"/>
                </a:lnTo>
                <a:lnTo>
                  <a:pt x="2503" y="828"/>
                </a:lnTo>
                <a:lnTo>
                  <a:pt x="2059" y="949"/>
                </a:lnTo>
                <a:lnTo>
                  <a:pt x="1635" y="1111"/>
                </a:lnTo>
                <a:lnTo>
                  <a:pt x="1434" y="1212"/>
                </a:lnTo>
                <a:lnTo>
                  <a:pt x="1232" y="1313"/>
                </a:lnTo>
                <a:lnTo>
                  <a:pt x="1030" y="1434"/>
                </a:lnTo>
                <a:lnTo>
                  <a:pt x="848" y="1575"/>
                </a:lnTo>
                <a:lnTo>
                  <a:pt x="586" y="1777"/>
                </a:lnTo>
                <a:lnTo>
                  <a:pt x="465" y="1898"/>
                </a:lnTo>
                <a:lnTo>
                  <a:pt x="344" y="2039"/>
                </a:lnTo>
                <a:lnTo>
                  <a:pt x="243" y="2180"/>
                </a:lnTo>
                <a:lnTo>
                  <a:pt x="142" y="2342"/>
                </a:lnTo>
                <a:lnTo>
                  <a:pt x="82" y="2524"/>
                </a:lnTo>
                <a:lnTo>
                  <a:pt x="21" y="2705"/>
                </a:lnTo>
                <a:lnTo>
                  <a:pt x="1" y="2846"/>
                </a:lnTo>
                <a:lnTo>
                  <a:pt x="1" y="2967"/>
                </a:lnTo>
                <a:lnTo>
                  <a:pt x="21" y="3210"/>
                </a:lnTo>
                <a:lnTo>
                  <a:pt x="82" y="3452"/>
                </a:lnTo>
                <a:lnTo>
                  <a:pt x="183" y="3674"/>
                </a:lnTo>
                <a:lnTo>
                  <a:pt x="324" y="3876"/>
                </a:lnTo>
                <a:lnTo>
                  <a:pt x="465" y="4057"/>
                </a:lnTo>
                <a:lnTo>
                  <a:pt x="647" y="4219"/>
                </a:lnTo>
                <a:lnTo>
                  <a:pt x="848" y="4380"/>
                </a:lnTo>
                <a:lnTo>
                  <a:pt x="1050" y="4521"/>
                </a:lnTo>
                <a:lnTo>
                  <a:pt x="1252" y="4663"/>
                </a:lnTo>
                <a:lnTo>
                  <a:pt x="1676" y="4864"/>
                </a:lnTo>
                <a:lnTo>
                  <a:pt x="2039" y="5026"/>
                </a:lnTo>
                <a:lnTo>
                  <a:pt x="2322" y="5147"/>
                </a:lnTo>
                <a:lnTo>
                  <a:pt x="3896" y="5651"/>
                </a:lnTo>
                <a:lnTo>
                  <a:pt x="5026" y="6035"/>
                </a:lnTo>
                <a:lnTo>
                  <a:pt x="6176" y="6438"/>
                </a:lnTo>
                <a:lnTo>
                  <a:pt x="6741" y="6640"/>
                </a:lnTo>
                <a:lnTo>
                  <a:pt x="7306" y="6862"/>
                </a:lnTo>
                <a:lnTo>
                  <a:pt x="7871" y="7104"/>
                </a:lnTo>
                <a:lnTo>
                  <a:pt x="8416" y="7347"/>
                </a:lnTo>
                <a:lnTo>
                  <a:pt x="8900" y="7589"/>
                </a:lnTo>
                <a:lnTo>
                  <a:pt x="9385" y="7831"/>
                </a:lnTo>
                <a:lnTo>
                  <a:pt x="9849" y="8093"/>
                </a:lnTo>
                <a:lnTo>
                  <a:pt x="10313" y="8356"/>
                </a:lnTo>
                <a:lnTo>
                  <a:pt x="10757" y="8638"/>
                </a:lnTo>
                <a:lnTo>
                  <a:pt x="11201" y="8941"/>
                </a:lnTo>
                <a:lnTo>
                  <a:pt x="12089" y="9546"/>
                </a:lnTo>
                <a:lnTo>
                  <a:pt x="12936" y="10212"/>
                </a:lnTo>
                <a:lnTo>
                  <a:pt x="13743" y="10898"/>
                </a:lnTo>
                <a:lnTo>
                  <a:pt x="14551" y="11605"/>
                </a:lnTo>
                <a:lnTo>
                  <a:pt x="15338" y="12351"/>
                </a:lnTo>
                <a:lnTo>
                  <a:pt x="16084" y="13118"/>
                </a:lnTo>
                <a:lnTo>
                  <a:pt x="16831" y="13905"/>
                </a:lnTo>
                <a:lnTo>
                  <a:pt x="17578" y="14712"/>
                </a:lnTo>
                <a:lnTo>
                  <a:pt x="18284" y="15519"/>
                </a:lnTo>
                <a:lnTo>
                  <a:pt x="19697" y="17194"/>
                </a:lnTo>
                <a:lnTo>
                  <a:pt x="21089" y="18869"/>
                </a:lnTo>
                <a:lnTo>
                  <a:pt x="21513" y="19394"/>
                </a:lnTo>
                <a:lnTo>
                  <a:pt x="22986" y="21130"/>
                </a:lnTo>
                <a:lnTo>
                  <a:pt x="23712" y="21977"/>
                </a:lnTo>
                <a:lnTo>
                  <a:pt x="24479" y="22845"/>
                </a:lnTo>
                <a:lnTo>
                  <a:pt x="25246" y="23672"/>
                </a:lnTo>
                <a:lnTo>
                  <a:pt x="26053" y="24500"/>
                </a:lnTo>
                <a:lnTo>
                  <a:pt x="26861" y="25287"/>
                </a:lnTo>
                <a:lnTo>
                  <a:pt x="27688" y="26053"/>
                </a:lnTo>
                <a:lnTo>
                  <a:pt x="28535" y="26780"/>
                </a:lnTo>
                <a:lnTo>
                  <a:pt x="29403" y="27486"/>
                </a:lnTo>
                <a:lnTo>
                  <a:pt x="29847" y="27809"/>
                </a:lnTo>
                <a:lnTo>
                  <a:pt x="30291" y="28152"/>
                </a:lnTo>
                <a:lnTo>
                  <a:pt x="30755" y="28455"/>
                </a:lnTo>
                <a:lnTo>
                  <a:pt x="31219" y="28758"/>
                </a:lnTo>
                <a:lnTo>
                  <a:pt x="31684" y="29040"/>
                </a:lnTo>
                <a:lnTo>
                  <a:pt x="32168" y="29323"/>
                </a:lnTo>
                <a:lnTo>
                  <a:pt x="32652" y="29585"/>
                </a:lnTo>
                <a:lnTo>
                  <a:pt x="33137" y="29847"/>
                </a:lnTo>
                <a:lnTo>
                  <a:pt x="33641" y="30090"/>
                </a:lnTo>
                <a:lnTo>
                  <a:pt x="34146" y="30311"/>
                </a:lnTo>
                <a:lnTo>
                  <a:pt x="34670" y="30513"/>
                </a:lnTo>
                <a:lnTo>
                  <a:pt x="35195" y="30715"/>
                </a:lnTo>
                <a:lnTo>
                  <a:pt x="35659" y="30856"/>
                </a:lnTo>
                <a:lnTo>
                  <a:pt x="36164" y="30998"/>
                </a:lnTo>
                <a:lnTo>
                  <a:pt x="36426" y="31058"/>
                </a:lnTo>
                <a:lnTo>
                  <a:pt x="36688" y="31099"/>
                </a:lnTo>
                <a:lnTo>
                  <a:pt x="36971" y="31119"/>
                </a:lnTo>
                <a:lnTo>
                  <a:pt x="37475" y="31119"/>
                </a:lnTo>
                <a:lnTo>
                  <a:pt x="37697" y="31099"/>
                </a:lnTo>
                <a:lnTo>
                  <a:pt x="37939" y="31058"/>
                </a:lnTo>
                <a:lnTo>
                  <a:pt x="38161" y="30998"/>
                </a:lnTo>
                <a:lnTo>
                  <a:pt x="38363" y="30917"/>
                </a:lnTo>
                <a:lnTo>
                  <a:pt x="38565" y="30836"/>
                </a:lnTo>
                <a:lnTo>
                  <a:pt x="38747" y="30755"/>
                </a:lnTo>
                <a:lnTo>
                  <a:pt x="38908" y="30655"/>
                </a:lnTo>
                <a:lnTo>
                  <a:pt x="39069" y="30533"/>
                </a:lnTo>
                <a:lnTo>
                  <a:pt x="39231" y="30412"/>
                </a:lnTo>
                <a:lnTo>
                  <a:pt x="39372" y="30271"/>
                </a:lnTo>
                <a:lnTo>
                  <a:pt x="39513" y="30130"/>
                </a:lnTo>
                <a:lnTo>
                  <a:pt x="39756" y="29827"/>
                </a:lnTo>
                <a:lnTo>
                  <a:pt x="39978" y="29484"/>
                </a:lnTo>
                <a:lnTo>
                  <a:pt x="40179" y="29121"/>
                </a:lnTo>
                <a:lnTo>
                  <a:pt x="40341" y="28758"/>
                </a:lnTo>
                <a:lnTo>
                  <a:pt x="40462" y="28374"/>
                </a:lnTo>
                <a:lnTo>
                  <a:pt x="40583" y="27971"/>
                </a:lnTo>
                <a:lnTo>
                  <a:pt x="40684" y="27587"/>
                </a:lnTo>
                <a:lnTo>
                  <a:pt x="40765" y="27184"/>
                </a:lnTo>
                <a:lnTo>
                  <a:pt x="40805" y="26820"/>
                </a:lnTo>
                <a:lnTo>
                  <a:pt x="40865" y="26437"/>
                </a:lnTo>
                <a:lnTo>
                  <a:pt x="40906" y="25771"/>
                </a:lnTo>
                <a:lnTo>
                  <a:pt x="40946" y="24944"/>
                </a:lnTo>
                <a:lnTo>
                  <a:pt x="40946" y="24116"/>
                </a:lnTo>
                <a:lnTo>
                  <a:pt x="40926" y="23269"/>
                </a:lnTo>
                <a:lnTo>
                  <a:pt x="40906" y="22441"/>
                </a:lnTo>
                <a:lnTo>
                  <a:pt x="40845" y="21594"/>
                </a:lnTo>
                <a:lnTo>
                  <a:pt x="40785" y="20766"/>
                </a:lnTo>
                <a:lnTo>
                  <a:pt x="40684" y="19939"/>
                </a:lnTo>
                <a:lnTo>
                  <a:pt x="40583" y="19091"/>
                </a:lnTo>
                <a:lnTo>
                  <a:pt x="40442" y="18264"/>
                </a:lnTo>
                <a:lnTo>
                  <a:pt x="40300" y="17437"/>
                </a:lnTo>
                <a:lnTo>
                  <a:pt x="40119" y="16609"/>
                </a:lnTo>
                <a:lnTo>
                  <a:pt x="39937" y="15782"/>
                </a:lnTo>
                <a:lnTo>
                  <a:pt x="39715" y="14975"/>
                </a:lnTo>
                <a:lnTo>
                  <a:pt x="39493" y="14147"/>
                </a:lnTo>
                <a:lnTo>
                  <a:pt x="39251" y="13360"/>
                </a:lnTo>
                <a:lnTo>
                  <a:pt x="38989" y="12553"/>
                </a:lnTo>
                <a:lnTo>
                  <a:pt x="38686" y="11746"/>
                </a:lnTo>
                <a:lnTo>
                  <a:pt x="38383" y="10959"/>
                </a:lnTo>
                <a:lnTo>
                  <a:pt x="38060" y="10172"/>
                </a:lnTo>
                <a:lnTo>
                  <a:pt x="37717" y="9405"/>
                </a:lnTo>
                <a:lnTo>
                  <a:pt x="37354" y="8638"/>
                </a:lnTo>
                <a:lnTo>
                  <a:pt x="36971" y="7871"/>
                </a:lnTo>
                <a:lnTo>
                  <a:pt x="36567" y="7125"/>
                </a:lnTo>
                <a:lnTo>
                  <a:pt x="36143" y="6398"/>
                </a:lnTo>
                <a:lnTo>
                  <a:pt x="35841" y="5873"/>
                </a:lnTo>
                <a:lnTo>
                  <a:pt x="35578" y="5470"/>
                </a:lnTo>
                <a:lnTo>
                  <a:pt x="35336" y="5046"/>
                </a:lnTo>
                <a:lnTo>
                  <a:pt x="35255" y="4844"/>
                </a:lnTo>
                <a:lnTo>
                  <a:pt x="35175" y="4622"/>
                </a:lnTo>
                <a:lnTo>
                  <a:pt x="35094" y="4380"/>
                </a:lnTo>
                <a:lnTo>
                  <a:pt x="35054" y="4158"/>
                </a:lnTo>
                <a:lnTo>
                  <a:pt x="35054" y="3997"/>
                </a:lnTo>
                <a:lnTo>
                  <a:pt x="35054" y="3835"/>
                </a:lnTo>
                <a:lnTo>
                  <a:pt x="35074" y="3492"/>
                </a:lnTo>
                <a:lnTo>
                  <a:pt x="35155" y="3169"/>
                </a:lnTo>
                <a:lnTo>
                  <a:pt x="35235" y="2846"/>
                </a:lnTo>
                <a:lnTo>
                  <a:pt x="35316" y="2463"/>
                </a:lnTo>
                <a:lnTo>
                  <a:pt x="35397" y="2059"/>
                </a:lnTo>
                <a:lnTo>
                  <a:pt x="35417" y="1858"/>
                </a:lnTo>
                <a:lnTo>
                  <a:pt x="35397" y="1656"/>
                </a:lnTo>
                <a:lnTo>
                  <a:pt x="35376" y="1454"/>
                </a:lnTo>
                <a:lnTo>
                  <a:pt x="35336" y="1252"/>
                </a:lnTo>
                <a:lnTo>
                  <a:pt x="35276" y="1091"/>
                </a:lnTo>
                <a:lnTo>
                  <a:pt x="35195" y="949"/>
                </a:lnTo>
                <a:lnTo>
                  <a:pt x="35094" y="808"/>
                </a:lnTo>
                <a:lnTo>
                  <a:pt x="34993" y="687"/>
                </a:lnTo>
                <a:lnTo>
                  <a:pt x="34872" y="586"/>
                </a:lnTo>
                <a:lnTo>
                  <a:pt x="34731" y="485"/>
                </a:lnTo>
                <a:lnTo>
                  <a:pt x="34569" y="384"/>
                </a:lnTo>
                <a:lnTo>
                  <a:pt x="34408" y="304"/>
                </a:lnTo>
                <a:lnTo>
                  <a:pt x="34226" y="223"/>
                </a:lnTo>
                <a:lnTo>
                  <a:pt x="34024" y="162"/>
                </a:lnTo>
                <a:lnTo>
                  <a:pt x="33802" y="122"/>
                </a:lnTo>
                <a:lnTo>
                  <a:pt x="33560" y="82"/>
                </a:lnTo>
                <a:lnTo>
                  <a:pt x="33056" y="21"/>
                </a:lnTo>
                <a:lnTo>
                  <a:pt x="32471" y="1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91" name="Google Shape;1591;p19"/>
          <p:cNvSpPr/>
          <p:nvPr/>
        </p:nvSpPr>
        <p:spPr>
          <a:xfrm>
            <a:off x="7182848" y="1854781"/>
            <a:ext cx="1001862" cy="1525380"/>
          </a:xfrm>
          <a:custGeom>
            <a:rect b="b" l="l" r="r" t="t"/>
            <a:pathLst>
              <a:path extrusionOk="0" h="27284" w="17920">
                <a:moveTo>
                  <a:pt x="9041" y="81"/>
                </a:moveTo>
                <a:lnTo>
                  <a:pt x="9464" y="101"/>
                </a:lnTo>
                <a:lnTo>
                  <a:pt x="9888" y="141"/>
                </a:lnTo>
                <a:lnTo>
                  <a:pt x="10312" y="222"/>
                </a:lnTo>
                <a:lnTo>
                  <a:pt x="10716" y="323"/>
                </a:lnTo>
                <a:lnTo>
                  <a:pt x="11139" y="444"/>
                </a:lnTo>
                <a:lnTo>
                  <a:pt x="11543" y="605"/>
                </a:lnTo>
                <a:lnTo>
                  <a:pt x="11947" y="767"/>
                </a:lnTo>
                <a:lnTo>
                  <a:pt x="12350" y="969"/>
                </a:lnTo>
                <a:lnTo>
                  <a:pt x="12734" y="1191"/>
                </a:lnTo>
                <a:lnTo>
                  <a:pt x="13117" y="1433"/>
                </a:lnTo>
                <a:lnTo>
                  <a:pt x="13480" y="1715"/>
                </a:lnTo>
                <a:lnTo>
                  <a:pt x="13844" y="1998"/>
                </a:lnTo>
                <a:lnTo>
                  <a:pt x="14187" y="2301"/>
                </a:lnTo>
                <a:lnTo>
                  <a:pt x="14530" y="2644"/>
                </a:lnTo>
                <a:lnTo>
                  <a:pt x="14832" y="2987"/>
                </a:lnTo>
                <a:lnTo>
                  <a:pt x="15155" y="3350"/>
                </a:lnTo>
                <a:lnTo>
                  <a:pt x="15397" y="3673"/>
                </a:lnTo>
                <a:lnTo>
                  <a:pt x="15619" y="4016"/>
                </a:lnTo>
                <a:lnTo>
                  <a:pt x="15841" y="4359"/>
                </a:lnTo>
                <a:lnTo>
                  <a:pt x="16063" y="4722"/>
                </a:lnTo>
                <a:lnTo>
                  <a:pt x="16265" y="5106"/>
                </a:lnTo>
                <a:lnTo>
                  <a:pt x="16447" y="5489"/>
                </a:lnTo>
                <a:lnTo>
                  <a:pt x="16628" y="5893"/>
                </a:lnTo>
                <a:lnTo>
                  <a:pt x="16790" y="6296"/>
                </a:lnTo>
                <a:lnTo>
                  <a:pt x="16931" y="6720"/>
                </a:lnTo>
                <a:lnTo>
                  <a:pt x="17072" y="7144"/>
                </a:lnTo>
                <a:lnTo>
                  <a:pt x="17214" y="7588"/>
                </a:lnTo>
                <a:lnTo>
                  <a:pt x="17315" y="8052"/>
                </a:lnTo>
                <a:lnTo>
                  <a:pt x="17436" y="8516"/>
                </a:lnTo>
                <a:lnTo>
                  <a:pt x="17516" y="8980"/>
                </a:lnTo>
                <a:lnTo>
                  <a:pt x="17597" y="9485"/>
                </a:lnTo>
                <a:lnTo>
                  <a:pt x="17678" y="9969"/>
                </a:lnTo>
                <a:lnTo>
                  <a:pt x="17738" y="10514"/>
                </a:lnTo>
                <a:lnTo>
                  <a:pt x="17779" y="11079"/>
                </a:lnTo>
                <a:lnTo>
                  <a:pt x="17819" y="11624"/>
                </a:lnTo>
                <a:lnTo>
                  <a:pt x="17839" y="12189"/>
                </a:lnTo>
                <a:lnTo>
                  <a:pt x="17839" y="12774"/>
                </a:lnTo>
                <a:lnTo>
                  <a:pt x="17819" y="13339"/>
                </a:lnTo>
                <a:lnTo>
                  <a:pt x="17799" y="13924"/>
                </a:lnTo>
                <a:lnTo>
                  <a:pt x="17758" y="14510"/>
                </a:lnTo>
                <a:lnTo>
                  <a:pt x="17718" y="15115"/>
                </a:lnTo>
                <a:lnTo>
                  <a:pt x="17637" y="15720"/>
                </a:lnTo>
                <a:lnTo>
                  <a:pt x="17557" y="16326"/>
                </a:lnTo>
                <a:lnTo>
                  <a:pt x="17456" y="16951"/>
                </a:lnTo>
                <a:lnTo>
                  <a:pt x="17355" y="17577"/>
                </a:lnTo>
                <a:lnTo>
                  <a:pt x="17234" y="18202"/>
                </a:lnTo>
                <a:lnTo>
                  <a:pt x="17093" y="18848"/>
                </a:lnTo>
                <a:lnTo>
                  <a:pt x="16931" y="19514"/>
                </a:lnTo>
                <a:lnTo>
                  <a:pt x="16709" y="20362"/>
                </a:lnTo>
                <a:lnTo>
                  <a:pt x="16447" y="21230"/>
                </a:lnTo>
                <a:lnTo>
                  <a:pt x="16285" y="21673"/>
                </a:lnTo>
                <a:lnTo>
                  <a:pt x="16124" y="22117"/>
                </a:lnTo>
                <a:lnTo>
                  <a:pt x="15942" y="22561"/>
                </a:lnTo>
                <a:lnTo>
                  <a:pt x="15740" y="23005"/>
                </a:lnTo>
                <a:lnTo>
                  <a:pt x="15518" y="23429"/>
                </a:lnTo>
                <a:lnTo>
                  <a:pt x="15276" y="23873"/>
                </a:lnTo>
                <a:lnTo>
                  <a:pt x="15014" y="24277"/>
                </a:lnTo>
                <a:lnTo>
                  <a:pt x="14731" y="24680"/>
                </a:lnTo>
                <a:lnTo>
                  <a:pt x="14429" y="25064"/>
                </a:lnTo>
                <a:lnTo>
                  <a:pt x="14106" y="25427"/>
                </a:lnTo>
                <a:lnTo>
                  <a:pt x="13743" y="25770"/>
                </a:lnTo>
                <a:lnTo>
                  <a:pt x="13359" y="26093"/>
                </a:lnTo>
                <a:lnTo>
                  <a:pt x="13077" y="26295"/>
                </a:lnTo>
                <a:lnTo>
                  <a:pt x="12774" y="26476"/>
                </a:lnTo>
                <a:lnTo>
                  <a:pt x="12491" y="26658"/>
                </a:lnTo>
                <a:lnTo>
                  <a:pt x="12209" y="26799"/>
                </a:lnTo>
                <a:lnTo>
                  <a:pt x="11906" y="26920"/>
                </a:lnTo>
                <a:lnTo>
                  <a:pt x="11624" y="27021"/>
                </a:lnTo>
                <a:lnTo>
                  <a:pt x="11321" y="27102"/>
                </a:lnTo>
                <a:lnTo>
                  <a:pt x="11018" y="27162"/>
                </a:lnTo>
                <a:lnTo>
                  <a:pt x="10716" y="27203"/>
                </a:lnTo>
                <a:lnTo>
                  <a:pt x="10110" y="27203"/>
                </a:lnTo>
                <a:lnTo>
                  <a:pt x="9808" y="27183"/>
                </a:lnTo>
                <a:lnTo>
                  <a:pt x="9485" y="27142"/>
                </a:lnTo>
                <a:lnTo>
                  <a:pt x="9182" y="27062"/>
                </a:lnTo>
                <a:lnTo>
                  <a:pt x="8859" y="26981"/>
                </a:lnTo>
                <a:lnTo>
                  <a:pt x="8556" y="26860"/>
                </a:lnTo>
                <a:lnTo>
                  <a:pt x="8234" y="26739"/>
                </a:lnTo>
                <a:lnTo>
                  <a:pt x="7931" y="26577"/>
                </a:lnTo>
                <a:lnTo>
                  <a:pt x="7628" y="26416"/>
                </a:lnTo>
                <a:lnTo>
                  <a:pt x="7346" y="26234"/>
                </a:lnTo>
                <a:lnTo>
                  <a:pt x="7063" y="26053"/>
                </a:lnTo>
                <a:lnTo>
                  <a:pt x="6781" y="25851"/>
                </a:lnTo>
                <a:lnTo>
                  <a:pt x="6256" y="25427"/>
                </a:lnTo>
                <a:lnTo>
                  <a:pt x="5772" y="24983"/>
                </a:lnTo>
                <a:lnTo>
                  <a:pt x="5328" y="24539"/>
                </a:lnTo>
                <a:lnTo>
                  <a:pt x="4944" y="24095"/>
                </a:lnTo>
                <a:lnTo>
                  <a:pt x="4581" y="23671"/>
                </a:lnTo>
                <a:lnTo>
                  <a:pt x="4238" y="23227"/>
                </a:lnTo>
                <a:lnTo>
                  <a:pt x="3895" y="22763"/>
                </a:lnTo>
                <a:lnTo>
                  <a:pt x="3572" y="22279"/>
                </a:lnTo>
                <a:lnTo>
                  <a:pt x="3249" y="21815"/>
                </a:lnTo>
                <a:lnTo>
                  <a:pt x="2967" y="21330"/>
                </a:lnTo>
                <a:lnTo>
                  <a:pt x="2664" y="20826"/>
                </a:lnTo>
                <a:lnTo>
                  <a:pt x="2401" y="20342"/>
                </a:lnTo>
                <a:lnTo>
                  <a:pt x="2139" y="19837"/>
                </a:lnTo>
                <a:lnTo>
                  <a:pt x="1897" y="19333"/>
                </a:lnTo>
                <a:lnTo>
                  <a:pt x="1675" y="18808"/>
                </a:lnTo>
                <a:lnTo>
                  <a:pt x="1453" y="18303"/>
                </a:lnTo>
                <a:lnTo>
                  <a:pt x="1251" y="17779"/>
                </a:lnTo>
                <a:lnTo>
                  <a:pt x="1070" y="17254"/>
                </a:lnTo>
                <a:lnTo>
                  <a:pt x="888" y="16729"/>
                </a:lnTo>
                <a:lnTo>
                  <a:pt x="727" y="16205"/>
                </a:lnTo>
                <a:lnTo>
                  <a:pt x="585" y="15680"/>
                </a:lnTo>
                <a:lnTo>
                  <a:pt x="464" y="15095"/>
                </a:lnTo>
                <a:lnTo>
                  <a:pt x="343" y="14530"/>
                </a:lnTo>
                <a:lnTo>
                  <a:pt x="262" y="13965"/>
                </a:lnTo>
                <a:lnTo>
                  <a:pt x="182" y="13400"/>
                </a:lnTo>
                <a:lnTo>
                  <a:pt x="121" y="12835"/>
                </a:lnTo>
                <a:lnTo>
                  <a:pt x="101" y="12270"/>
                </a:lnTo>
                <a:lnTo>
                  <a:pt x="81" y="11725"/>
                </a:lnTo>
                <a:lnTo>
                  <a:pt x="81" y="11160"/>
                </a:lnTo>
                <a:lnTo>
                  <a:pt x="101" y="10615"/>
                </a:lnTo>
                <a:lnTo>
                  <a:pt x="141" y="10070"/>
                </a:lnTo>
                <a:lnTo>
                  <a:pt x="202" y="9525"/>
                </a:lnTo>
                <a:lnTo>
                  <a:pt x="283" y="9000"/>
                </a:lnTo>
                <a:lnTo>
                  <a:pt x="383" y="8476"/>
                </a:lnTo>
                <a:lnTo>
                  <a:pt x="505" y="7951"/>
                </a:lnTo>
                <a:lnTo>
                  <a:pt x="646" y="7447"/>
                </a:lnTo>
                <a:lnTo>
                  <a:pt x="787" y="6942"/>
                </a:lnTo>
                <a:lnTo>
                  <a:pt x="1049" y="6236"/>
                </a:lnTo>
                <a:lnTo>
                  <a:pt x="1352" y="5570"/>
                </a:lnTo>
                <a:lnTo>
                  <a:pt x="1695" y="4924"/>
                </a:lnTo>
                <a:lnTo>
                  <a:pt x="2079" y="4298"/>
                </a:lnTo>
                <a:lnTo>
                  <a:pt x="2482" y="3693"/>
                </a:lnTo>
                <a:lnTo>
                  <a:pt x="2946" y="3128"/>
                </a:lnTo>
                <a:lnTo>
                  <a:pt x="3188" y="2866"/>
                </a:lnTo>
                <a:lnTo>
                  <a:pt x="3431" y="2603"/>
                </a:lnTo>
                <a:lnTo>
                  <a:pt x="3673" y="2361"/>
                </a:lnTo>
                <a:lnTo>
                  <a:pt x="3935" y="2119"/>
                </a:lnTo>
                <a:lnTo>
                  <a:pt x="4218" y="1877"/>
                </a:lnTo>
                <a:lnTo>
                  <a:pt x="4520" y="1655"/>
                </a:lnTo>
                <a:lnTo>
                  <a:pt x="4803" y="1433"/>
                </a:lnTo>
                <a:lnTo>
                  <a:pt x="5106" y="1231"/>
                </a:lnTo>
                <a:lnTo>
                  <a:pt x="5408" y="1049"/>
                </a:lnTo>
                <a:lnTo>
                  <a:pt x="5731" y="888"/>
                </a:lnTo>
                <a:lnTo>
                  <a:pt x="6034" y="727"/>
                </a:lnTo>
                <a:lnTo>
                  <a:pt x="6337" y="605"/>
                </a:lnTo>
                <a:lnTo>
                  <a:pt x="6659" y="484"/>
                </a:lnTo>
                <a:lnTo>
                  <a:pt x="6982" y="363"/>
                </a:lnTo>
                <a:lnTo>
                  <a:pt x="7305" y="283"/>
                </a:lnTo>
                <a:lnTo>
                  <a:pt x="7628" y="202"/>
                </a:lnTo>
                <a:lnTo>
                  <a:pt x="7951" y="162"/>
                </a:lnTo>
                <a:lnTo>
                  <a:pt x="8274" y="121"/>
                </a:lnTo>
                <a:lnTo>
                  <a:pt x="8597" y="81"/>
                </a:lnTo>
                <a:close/>
                <a:moveTo>
                  <a:pt x="8698" y="0"/>
                </a:moveTo>
                <a:lnTo>
                  <a:pt x="8355" y="20"/>
                </a:lnTo>
                <a:lnTo>
                  <a:pt x="8032" y="61"/>
                </a:lnTo>
                <a:lnTo>
                  <a:pt x="7689" y="121"/>
                </a:lnTo>
                <a:lnTo>
                  <a:pt x="7366" y="182"/>
                </a:lnTo>
                <a:lnTo>
                  <a:pt x="7023" y="283"/>
                </a:lnTo>
                <a:lnTo>
                  <a:pt x="6700" y="383"/>
                </a:lnTo>
                <a:lnTo>
                  <a:pt x="6377" y="505"/>
                </a:lnTo>
                <a:lnTo>
                  <a:pt x="6054" y="646"/>
                </a:lnTo>
                <a:lnTo>
                  <a:pt x="5731" y="787"/>
                </a:lnTo>
                <a:lnTo>
                  <a:pt x="5408" y="969"/>
                </a:lnTo>
                <a:lnTo>
                  <a:pt x="5085" y="1150"/>
                </a:lnTo>
                <a:lnTo>
                  <a:pt x="4783" y="1352"/>
                </a:lnTo>
                <a:lnTo>
                  <a:pt x="4480" y="1574"/>
                </a:lnTo>
                <a:lnTo>
                  <a:pt x="4177" y="1816"/>
                </a:lnTo>
                <a:lnTo>
                  <a:pt x="3895" y="2058"/>
                </a:lnTo>
                <a:lnTo>
                  <a:pt x="3632" y="2301"/>
                </a:lnTo>
                <a:lnTo>
                  <a:pt x="3370" y="2543"/>
                </a:lnTo>
                <a:lnTo>
                  <a:pt x="3128" y="2805"/>
                </a:lnTo>
                <a:lnTo>
                  <a:pt x="2886" y="3088"/>
                </a:lnTo>
                <a:lnTo>
                  <a:pt x="2422" y="3653"/>
                </a:lnTo>
                <a:lnTo>
                  <a:pt x="1998" y="4258"/>
                </a:lnTo>
                <a:lnTo>
                  <a:pt x="1614" y="4884"/>
                </a:lnTo>
                <a:lnTo>
                  <a:pt x="1271" y="5529"/>
                </a:lnTo>
                <a:lnTo>
                  <a:pt x="969" y="6216"/>
                </a:lnTo>
                <a:lnTo>
                  <a:pt x="848" y="6559"/>
                </a:lnTo>
                <a:lnTo>
                  <a:pt x="727" y="6902"/>
                </a:lnTo>
                <a:lnTo>
                  <a:pt x="565" y="7406"/>
                </a:lnTo>
                <a:lnTo>
                  <a:pt x="424" y="7931"/>
                </a:lnTo>
                <a:lnTo>
                  <a:pt x="303" y="8456"/>
                </a:lnTo>
                <a:lnTo>
                  <a:pt x="202" y="8980"/>
                </a:lnTo>
                <a:lnTo>
                  <a:pt x="121" y="9525"/>
                </a:lnTo>
                <a:lnTo>
                  <a:pt x="61" y="10070"/>
                </a:lnTo>
                <a:lnTo>
                  <a:pt x="20" y="10615"/>
                </a:lnTo>
                <a:lnTo>
                  <a:pt x="0" y="11160"/>
                </a:lnTo>
                <a:lnTo>
                  <a:pt x="0" y="11725"/>
                </a:lnTo>
                <a:lnTo>
                  <a:pt x="20" y="12270"/>
                </a:lnTo>
                <a:lnTo>
                  <a:pt x="40" y="12835"/>
                </a:lnTo>
                <a:lnTo>
                  <a:pt x="101" y="13400"/>
                </a:lnTo>
                <a:lnTo>
                  <a:pt x="182" y="13965"/>
                </a:lnTo>
                <a:lnTo>
                  <a:pt x="262" y="14550"/>
                </a:lnTo>
                <a:lnTo>
                  <a:pt x="383" y="15115"/>
                </a:lnTo>
                <a:lnTo>
                  <a:pt x="525" y="15700"/>
                </a:lnTo>
                <a:lnTo>
                  <a:pt x="666" y="16225"/>
                </a:lnTo>
                <a:lnTo>
                  <a:pt x="807" y="16750"/>
                </a:lnTo>
                <a:lnTo>
                  <a:pt x="989" y="17274"/>
                </a:lnTo>
                <a:lnTo>
                  <a:pt x="1170" y="17799"/>
                </a:lnTo>
                <a:lnTo>
                  <a:pt x="1372" y="18324"/>
                </a:lnTo>
                <a:lnTo>
                  <a:pt x="1594" y="18848"/>
                </a:lnTo>
                <a:lnTo>
                  <a:pt x="1816" y="19353"/>
                </a:lnTo>
                <a:lnTo>
                  <a:pt x="2058" y="19877"/>
                </a:lnTo>
                <a:lnTo>
                  <a:pt x="2321" y="20382"/>
                </a:lnTo>
                <a:lnTo>
                  <a:pt x="2603" y="20866"/>
                </a:lnTo>
                <a:lnTo>
                  <a:pt x="2886" y="21371"/>
                </a:lnTo>
                <a:lnTo>
                  <a:pt x="3188" y="21855"/>
                </a:lnTo>
                <a:lnTo>
                  <a:pt x="3511" y="22339"/>
                </a:lnTo>
                <a:lnTo>
                  <a:pt x="3834" y="22804"/>
                </a:lnTo>
                <a:lnTo>
                  <a:pt x="4177" y="23268"/>
                </a:lnTo>
                <a:lnTo>
                  <a:pt x="4520" y="23732"/>
                </a:lnTo>
                <a:lnTo>
                  <a:pt x="4964" y="24236"/>
                </a:lnTo>
                <a:lnTo>
                  <a:pt x="5206" y="24519"/>
                </a:lnTo>
                <a:lnTo>
                  <a:pt x="5489" y="24822"/>
                </a:lnTo>
                <a:lnTo>
                  <a:pt x="5792" y="25104"/>
                </a:lnTo>
                <a:lnTo>
                  <a:pt x="6115" y="25407"/>
                </a:lnTo>
                <a:lnTo>
                  <a:pt x="6458" y="25689"/>
                </a:lnTo>
                <a:lnTo>
                  <a:pt x="6821" y="25972"/>
                </a:lnTo>
                <a:lnTo>
                  <a:pt x="7204" y="26254"/>
                </a:lnTo>
                <a:lnTo>
                  <a:pt x="7608" y="26497"/>
                </a:lnTo>
                <a:lnTo>
                  <a:pt x="8032" y="26718"/>
                </a:lnTo>
                <a:lnTo>
                  <a:pt x="8455" y="26900"/>
                </a:lnTo>
                <a:lnTo>
                  <a:pt x="8920" y="27062"/>
                </a:lnTo>
                <a:lnTo>
                  <a:pt x="9364" y="27183"/>
                </a:lnTo>
                <a:lnTo>
                  <a:pt x="9606" y="27223"/>
                </a:lnTo>
                <a:lnTo>
                  <a:pt x="9848" y="27263"/>
                </a:lnTo>
                <a:lnTo>
                  <a:pt x="10090" y="27284"/>
                </a:lnTo>
                <a:lnTo>
                  <a:pt x="10695" y="27284"/>
                </a:lnTo>
                <a:lnTo>
                  <a:pt x="11079" y="27223"/>
                </a:lnTo>
                <a:lnTo>
                  <a:pt x="11462" y="27142"/>
                </a:lnTo>
                <a:lnTo>
                  <a:pt x="11846" y="27021"/>
                </a:lnTo>
                <a:lnTo>
                  <a:pt x="12229" y="26880"/>
                </a:lnTo>
                <a:lnTo>
                  <a:pt x="12613" y="26678"/>
                </a:lnTo>
                <a:lnTo>
                  <a:pt x="12996" y="26436"/>
                </a:lnTo>
                <a:lnTo>
                  <a:pt x="13400" y="26153"/>
                </a:lnTo>
                <a:lnTo>
                  <a:pt x="13783" y="25831"/>
                </a:lnTo>
                <a:lnTo>
                  <a:pt x="14146" y="25488"/>
                </a:lnTo>
                <a:lnTo>
                  <a:pt x="14489" y="25124"/>
                </a:lnTo>
                <a:lnTo>
                  <a:pt x="14792" y="24721"/>
                </a:lnTo>
                <a:lnTo>
                  <a:pt x="15095" y="24317"/>
                </a:lnTo>
                <a:lnTo>
                  <a:pt x="15357" y="23913"/>
                </a:lnTo>
                <a:lnTo>
                  <a:pt x="15599" y="23490"/>
                </a:lnTo>
                <a:lnTo>
                  <a:pt x="15821" y="23046"/>
                </a:lnTo>
                <a:lnTo>
                  <a:pt x="16023" y="22602"/>
                </a:lnTo>
                <a:lnTo>
                  <a:pt x="16205" y="22158"/>
                </a:lnTo>
                <a:lnTo>
                  <a:pt x="16366" y="21714"/>
                </a:lnTo>
                <a:lnTo>
                  <a:pt x="16527" y="21270"/>
                </a:lnTo>
                <a:lnTo>
                  <a:pt x="16790" y="20382"/>
                </a:lnTo>
                <a:lnTo>
                  <a:pt x="17012" y="19534"/>
                </a:lnTo>
                <a:lnTo>
                  <a:pt x="17173" y="18868"/>
                </a:lnTo>
                <a:lnTo>
                  <a:pt x="17315" y="18223"/>
                </a:lnTo>
                <a:lnTo>
                  <a:pt x="17436" y="17597"/>
                </a:lnTo>
                <a:lnTo>
                  <a:pt x="17537" y="16951"/>
                </a:lnTo>
                <a:lnTo>
                  <a:pt x="17637" y="16346"/>
                </a:lnTo>
                <a:lnTo>
                  <a:pt x="17718" y="15720"/>
                </a:lnTo>
                <a:lnTo>
                  <a:pt x="17799" y="15115"/>
                </a:lnTo>
                <a:lnTo>
                  <a:pt x="17839" y="14530"/>
                </a:lnTo>
                <a:lnTo>
                  <a:pt x="17880" y="13924"/>
                </a:lnTo>
                <a:lnTo>
                  <a:pt x="17900" y="13339"/>
                </a:lnTo>
                <a:lnTo>
                  <a:pt x="17920" y="12774"/>
                </a:lnTo>
                <a:lnTo>
                  <a:pt x="17920" y="12189"/>
                </a:lnTo>
                <a:lnTo>
                  <a:pt x="17900" y="11624"/>
                </a:lnTo>
                <a:lnTo>
                  <a:pt x="17859" y="11059"/>
                </a:lnTo>
                <a:lnTo>
                  <a:pt x="17819" y="10514"/>
                </a:lnTo>
                <a:lnTo>
                  <a:pt x="17758" y="9969"/>
                </a:lnTo>
                <a:lnTo>
                  <a:pt x="17678" y="9465"/>
                </a:lnTo>
                <a:lnTo>
                  <a:pt x="17597" y="8980"/>
                </a:lnTo>
                <a:lnTo>
                  <a:pt x="17516" y="8496"/>
                </a:lnTo>
                <a:lnTo>
                  <a:pt x="17395" y="8032"/>
                </a:lnTo>
                <a:lnTo>
                  <a:pt x="17294" y="7568"/>
                </a:lnTo>
                <a:lnTo>
                  <a:pt x="17153" y="7124"/>
                </a:lnTo>
                <a:lnTo>
                  <a:pt x="17012" y="6700"/>
                </a:lnTo>
                <a:lnTo>
                  <a:pt x="16850" y="6276"/>
                </a:lnTo>
                <a:lnTo>
                  <a:pt x="16689" y="5852"/>
                </a:lnTo>
                <a:lnTo>
                  <a:pt x="16507" y="5449"/>
                </a:lnTo>
                <a:lnTo>
                  <a:pt x="16326" y="5065"/>
                </a:lnTo>
                <a:lnTo>
                  <a:pt x="16124" y="4682"/>
                </a:lnTo>
                <a:lnTo>
                  <a:pt x="15922" y="4319"/>
                </a:lnTo>
                <a:lnTo>
                  <a:pt x="15700" y="3976"/>
                </a:lnTo>
                <a:lnTo>
                  <a:pt x="15458" y="3632"/>
                </a:lnTo>
                <a:lnTo>
                  <a:pt x="15216" y="3310"/>
                </a:lnTo>
                <a:lnTo>
                  <a:pt x="14913" y="2926"/>
                </a:lnTo>
                <a:lnTo>
                  <a:pt x="14590" y="2583"/>
                </a:lnTo>
                <a:lnTo>
                  <a:pt x="14247" y="2240"/>
                </a:lnTo>
                <a:lnTo>
                  <a:pt x="13904" y="1937"/>
                </a:lnTo>
                <a:lnTo>
                  <a:pt x="13541" y="1635"/>
                </a:lnTo>
                <a:lnTo>
                  <a:pt x="13157" y="1372"/>
                </a:lnTo>
                <a:lnTo>
                  <a:pt x="12774" y="1130"/>
                </a:lnTo>
                <a:lnTo>
                  <a:pt x="12391" y="908"/>
                </a:lnTo>
                <a:lnTo>
                  <a:pt x="11987" y="706"/>
                </a:lnTo>
                <a:lnTo>
                  <a:pt x="11583" y="525"/>
                </a:lnTo>
                <a:lnTo>
                  <a:pt x="11160" y="363"/>
                </a:lnTo>
                <a:lnTo>
                  <a:pt x="10736" y="242"/>
                </a:lnTo>
                <a:lnTo>
                  <a:pt x="10312" y="141"/>
                </a:lnTo>
                <a:lnTo>
                  <a:pt x="9888" y="61"/>
                </a:lnTo>
                <a:lnTo>
                  <a:pt x="9464" y="20"/>
                </a:lnTo>
                <a:lnTo>
                  <a:pt x="9041" y="0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92" name="Google Shape;1592;p19"/>
          <p:cNvSpPr/>
          <p:nvPr/>
        </p:nvSpPr>
        <p:spPr>
          <a:xfrm>
            <a:off x="7364488" y="113968"/>
            <a:ext cx="2383952" cy="1642730"/>
          </a:xfrm>
          <a:custGeom>
            <a:rect b="b" l="l" r="r" t="t"/>
            <a:pathLst>
              <a:path extrusionOk="0" h="29383" w="42641">
                <a:moveTo>
                  <a:pt x="9364" y="81"/>
                </a:moveTo>
                <a:lnTo>
                  <a:pt x="10796" y="141"/>
                </a:lnTo>
                <a:lnTo>
                  <a:pt x="12209" y="222"/>
                </a:lnTo>
                <a:lnTo>
                  <a:pt x="13642" y="363"/>
                </a:lnTo>
                <a:lnTo>
                  <a:pt x="15054" y="505"/>
                </a:lnTo>
                <a:lnTo>
                  <a:pt x="16467" y="706"/>
                </a:lnTo>
                <a:lnTo>
                  <a:pt x="17880" y="928"/>
                </a:lnTo>
                <a:lnTo>
                  <a:pt x="19292" y="1191"/>
                </a:lnTo>
                <a:lnTo>
                  <a:pt x="20685" y="1494"/>
                </a:lnTo>
                <a:lnTo>
                  <a:pt x="22077" y="1816"/>
                </a:lnTo>
                <a:lnTo>
                  <a:pt x="23469" y="2180"/>
                </a:lnTo>
                <a:lnTo>
                  <a:pt x="24842" y="2563"/>
                </a:lnTo>
                <a:lnTo>
                  <a:pt x="26194" y="2987"/>
                </a:lnTo>
                <a:lnTo>
                  <a:pt x="27546" y="3451"/>
                </a:lnTo>
                <a:lnTo>
                  <a:pt x="28878" y="3935"/>
                </a:lnTo>
                <a:lnTo>
                  <a:pt x="30210" y="4460"/>
                </a:lnTo>
                <a:lnTo>
                  <a:pt x="31340" y="4944"/>
                </a:lnTo>
                <a:lnTo>
                  <a:pt x="32409" y="5429"/>
                </a:lnTo>
                <a:lnTo>
                  <a:pt x="33418" y="5933"/>
                </a:lnTo>
                <a:lnTo>
                  <a:pt x="34346" y="6438"/>
                </a:lnTo>
                <a:lnTo>
                  <a:pt x="35234" y="6962"/>
                </a:lnTo>
                <a:lnTo>
                  <a:pt x="36062" y="7487"/>
                </a:lnTo>
                <a:lnTo>
                  <a:pt x="36829" y="8032"/>
                </a:lnTo>
                <a:lnTo>
                  <a:pt x="37555" y="8597"/>
                </a:lnTo>
                <a:lnTo>
                  <a:pt x="37979" y="8960"/>
                </a:lnTo>
                <a:lnTo>
                  <a:pt x="38403" y="9344"/>
                </a:lnTo>
                <a:lnTo>
                  <a:pt x="38806" y="9727"/>
                </a:lnTo>
                <a:lnTo>
                  <a:pt x="39190" y="10131"/>
                </a:lnTo>
                <a:lnTo>
                  <a:pt x="39573" y="10534"/>
                </a:lnTo>
                <a:lnTo>
                  <a:pt x="39916" y="10938"/>
                </a:lnTo>
                <a:lnTo>
                  <a:pt x="40239" y="11362"/>
                </a:lnTo>
                <a:lnTo>
                  <a:pt x="40562" y="11785"/>
                </a:lnTo>
                <a:lnTo>
                  <a:pt x="40844" y="12209"/>
                </a:lnTo>
                <a:lnTo>
                  <a:pt x="41127" y="12653"/>
                </a:lnTo>
                <a:lnTo>
                  <a:pt x="41369" y="13097"/>
                </a:lnTo>
                <a:lnTo>
                  <a:pt x="41611" y="13541"/>
                </a:lnTo>
                <a:lnTo>
                  <a:pt x="41813" y="14005"/>
                </a:lnTo>
                <a:lnTo>
                  <a:pt x="42015" y="14469"/>
                </a:lnTo>
                <a:lnTo>
                  <a:pt x="42176" y="14913"/>
                </a:lnTo>
                <a:lnTo>
                  <a:pt x="42338" y="15398"/>
                </a:lnTo>
                <a:lnTo>
                  <a:pt x="42459" y="15862"/>
                </a:lnTo>
                <a:lnTo>
                  <a:pt x="42499" y="16104"/>
                </a:lnTo>
                <a:lnTo>
                  <a:pt x="42540" y="16366"/>
                </a:lnTo>
                <a:lnTo>
                  <a:pt x="42560" y="16608"/>
                </a:lnTo>
                <a:lnTo>
                  <a:pt x="42560" y="16851"/>
                </a:lnTo>
                <a:lnTo>
                  <a:pt x="42540" y="17113"/>
                </a:lnTo>
                <a:lnTo>
                  <a:pt x="42519" y="17355"/>
                </a:lnTo>
                <a:lnTo>
                  <a:pt x="42479" y="17577"/>
                </a:lnTo>
                <a:lnTo>
                  <a:pt x="42418" y="17799"/>
                </a:lnTo>
                <a:lnTo>
                  <a:pt x="42338" y="18021"/>
                </a:lnTo>
                <a:lnTo>
                  <a:pt x="42217" y="18223"/>
                </a:lnTo>
                <a:lnTo>
                  <a:pt x="42096" y="18404"/>
                </a:lnTo>
                <a:lnTo>
                  <a:pt x="41954" y="18566"/>
                </a:lnTo>
                <a:lnTo>
                  <a:pt x="41773" y="18707"/>
                </a:lnTo>
                <a:lnTo>
                  <a:pt x="41571" y="18848"/>
                </a:lnTo>
                <a:lnTo>
                  <a:pt x="41409" y="18909"/>
                </a:lnTo>
                <a:lnTo>
                  <a:pt x="41228" y="18969"/>
                </a:lnTo>
                <a:lnTo>
                  <a:pt x="41046" y="19010"/>
                </a:lnTo>
                <a:lnTo>
                  <a:pt x="40865" y="19050"/>
                </a:lnTo>
                <a:lnTo>
                  <a:pt x="40461" y="19070"/>
                </a:lnTo>
                <a:lnTo>
                  <a:pt x="40057" y="19070"/>
                </a:lnTo>
                <a:lnTo>
                  <a:pt x="38948" y="19050"/>
                </a:lnTo>
                <a:lnTo>
                  <a:pt x="37838" y="19010"/>
                </a:lnTo>
                <a:lnTo>
                  <a:pt x="35618" y="18909"/>
                </a:lnTo>
                <a:lnTo>
                  <a:pt x="33398" y="18788"/>
                </a:lnTo>
                <a:lnTo>
                  <a:pt x="31198" y="18626"/>
                </a:lnTo>
                <a:lnTo>
                  <a:pt x="28918" y="18485"/>
                </a:lnTo>
                <a:lnTo>
                  <a:pt x="26597" y="18344"/>
                </a:lnTo>
                <a:lnTo>
                  <a:pt x="24277" y="18243"/>
                </a:lnTo>
                <a:lnTo>
                  <a:pt x="23126" y="18223"/>
                </a:lnTo>
                <a:lnTo>
                  <a:pt x="21956" y="18203"/>
                </a:lnTo>
                <a:lnTo>
                  <a:pt x="20806" y="18182"/>
                </a:lnTo>
                <a:lnTo>
                  <a:pt x="19635" y="18203"/>
                </a:lnTo>
                <a:lnTo>
                  <a:pt x="18465" y="18243"/>
                </a:lnTo>
                <a:lnTo>
                  <a:pt x="17315" y="18304"/>
                </a:lnTo>
                <a:lnTo>
                  <a:pt x="16164" y="18384"/>
                </a:lnTo>
                <a:lnTo>
                  <a:pt x="14994" y="18485"/>
                </a:lnTo>
                <a:lnTo>
                  <a:pt x="13844" y="18626"/>
                </a:lnTo>
                <a:lnTo>
                  <a:pt x="12693" y="18788"/>
                </a:lnTo>
                <a:lnTo>
                  <a:pt x="12007" y="18909"/>
                </a:lnTo>
                <a:lnTo>
                  <a:pt x="11321" y="19050"/>
                </a:lnTo>
                <a:lnTo>
                  <a:pt x="10615" y="19232"/>
                </a:lnTo>
                <a:lnTo>
                  <a:pt x="10272" y="19333"/>
                </a:lnTo>
                <a:lnTo>
                  <a:pt x="9929" y="19454"/>
                </a:lnTo>
                <a:lnTo>
                  <a:pt x="9586" y="19595"/>
                </a:lnTo>
                <a:lnTo>
                  <a:pt x="9263" y="19736"/>
                </a:lnTo>
                <a:lnTo>
                  <a:pt x="8940" y="19898"/>
                </a:lnTo>
                <a:lnTo>
                  <a:pt x="8617" y="20059"/>
                </a:lnTo>
                <a:lnTo>
                  <a:pt x="8314" y="20261"/>
                </a:lnTo>
                <a:lnTo>
                  <a:pt x="8032" y="20463"/>
                </a:lnTo>
                <a:lnTo>
                  <a:pt x="7749" y="20705"/>
                </a:lnTo>
                <a:lnTo>
                  <a:pt x="7487" y="20947"/>
                </a:lnTo>
                <a:lnTo>
                  <a:pt x="7245" y="21230"/>
                </a:lnTo>
                <a:lnTo>
                  <a:pt x="7003" y="21512"/>
                </a:lnTo>
                <a:lnTo>
                  <a:pt x="6801" y="21815"/>
                </a:lnTo>
                <a:lnTo>
                  <a:pt x="6619" y="22118"/>
                </a:lnTo>
                <a:lnTo>
                  <a:pt x="6458" y="22440"/>
                </a:lnTo>
                <a:lnTo>
                  <a:pt x="6316" y="22763"/>
                </a:lnTo>
                <a:lnTo>
                  <a:pt x="6195" y="23086"/>
                </a:lnTo>
                <a:lnTo>
                  <a:pt x="6094" y="23429"/>
                </a:lnTo>
                <a:lnTo>
                  <a:pt x="5994" y="23752"/>
                </a:lnTo>
                <a:lnTo>
                  <a:pt x="5913" y="24075"/>
                </a:lnTo>
                <a:lnTo>
                  <a:pt x="5792" y="24701"/>
                </a:lnTo>
                <a:lnTo>
                  <a:pt x="5711" y="25306"/>
                </a:lnTo>
                <a:lnTo>
                  <a:pt x="5650" y="25871"/>
                </a:lnTo>
                <a:lnTo>
                  <a:pt x="5650" y="26154"/>
                </a:lnTo>
                <a:lnTo>
                  <a:pt x="5650" y="26497"/>
                </a:lnTo>
                <a:lnTo>
                  <a:pt x="5650" y="27243"/>
                </a:lnTo>
                <a:lnTo>
                  <a:pt x="5630" y="27627"/>
                </a:lnTo>
                <a:lnTo>
                  <a:pt x="5610" y="28010"/>
                </a:lnTo>
                <a:lnTo>
                  <a:pt x="5529" y="28373"/>
                </a:lnTo>
                <a:lnTo>
                  <a:pt x="5489" y="28555"/>
                </a:lnTo>
                <a:lnTo>
                  <a:pt x="5428" y="28696"/>
                </a:lnTo>
                <a:lnTo>
                  <a:pt x="5368" y="28838"/>
                </a:lnTo>
                <a:lnTo>
                  <a:pt x="5287" y="28979"/>
                </a:lnTo>
                <a:lnTo>
                  <a:pt x="5206" y="29080"/>
                </a:lnTo>
                <a:lnTo>
                  <a:pt x="5106" y="29181"/>
                </a:lnTo>
                <a:lnTo>
                  <a:pt x="5005" y="29221"/>
                </a:lnTo>
                <a:lnTo>
                  <a:pt x="4904" y="29261"/>
                </a:lnTo>
                <a:lnTo>
                  <a:pt x="4803" y="29281"/>
                </a:lnTo>
                <a:lnTo>
                  <a:pt x="4702" y="29302"/>
                </a:lnTo>
                <a:lnTo>
                  <a:pt x="4581" y="29302"/>
                </a:lnTo>
                <a:lnTo>
                  <a:pt x="4440" y="29281"/>
                </a:lnTo>
                <a:lnTo>
                  <a:pt x="4177" y="29201"/>
                </a:lnTo>
                <a:lnTo>
                  <a:pt x="3955" y="29100"/>
                </a:lnTo>
                <a:lnTo>
                  <a:pt x="3774" y="28959"/>
                </a:lnTo>
                <a:lnTo>
                  <a:pt x="3592" y="28797"/>
                </a:lnTo>
                <a:lnTo>
                  <a:pt x="3451" y="28616"/>
                </a:lnTo>
                <a:lnTo>
                  <a:pt x="3310" y="28414"/>
                </a:lnTo>
                <a:lnTo>
                  <a:pt x="3188" y="28192"/>
                </a:lnTo>
                <a:lnTo>
                  <a:pt x="2946" y="27728"/>
                </a:lnTo>
                <a:lnTo>
                  <a:pt x="2523" y="26678"/>
                </a:lnTo>
                <a:lnTo>
                  <a:pt x="2119" y="25629"/>
                </a:lnTo>
                <a:lnTo>
                  <a:pt x="1756" y="24539"/>
                </a:lnTo>
                <a:lnTo>
                  <a:pt x="1433" y="23429"/>
                </a:lnTo>
                <a:lnTo>
                  <a:pt x="1130" y="22279"/>
                </a:lnTo>
                <a:lnTo>
                  <a:pt x="868" y="21129"/>
                </a:lnTo>
                <a:lnTo>
                  <a:pt x="646" y="19938"/>
                </a:lnTo>
                <a:lnTo>
                  <a:pt x="464" y="18707"/>
                </a:lnTo>
                <a:lnTo>
                  <a:pt x="323" y="17476"/>
                </a:lnTo>
                <a:lnTo>
                  <a:pt x="202" y="16205"/>
                </a:lnTo>
                <a:lnTo>
                  <a:pt x="141" y="14913"/>
                </a:lnTo>
                <a:lnTo>
                  <a:pt x="101" y="13602"/>
                </a:lnTo>
                <a:lnTo>
                  <a:pt x="81" y="12250"/>
                </a:lnTo>
                <a:lnTo>
                  <a:pt x="121" y="10897"/>
                </a:lnTo>
                <a:lnTo>
                  <a:pt x="202" y="9505"/>
                </a:lnTo>
                <a:lnTo>
                  <a:pt x="303" y="8092"/>
                </a:lnTo>
                <a:lnTo>
                  <a:pt x="404" y="7144"/>
                </a:lnTo>
                <a:lnTo>
                  <a:pt x="464" y="6639"/>
                </a:lnTo>
                <a:lnTo>
                  <a:pt x="545" y="6135"/>
                </a:lnTo>
                <a:lnTo>
                  <a:pt x="646" y="5630"/>
                </a:lnTo>
                <a:lnTo>
                  <a:pt x="767" y="5106"/>
                </a:lnTo>
                <a:lnTo>
                  <a:pt x="928" y="4601"/>
                </a:lnTo>
                <a:lnTo>
                  <a:pt x="1090" y="4097"/>
                </a:lnTo>
                <a:lnTo>
                  <a:pt x="1292" y="3612"/>
                </a:lnTo>
                <a:lnTo>
                  <a:pt x="1514" y="3128"/>
                </a:lnTo>
                <a:lnTo>
                  <a:pt x="1776" y="2684"/>
                </a:lnTo>
                <a:lnTo>
                  <a:pt x="2058" y="2240"/>
                </a:lnTo>
                <a:lnTo>
                  <a:pt x="2220" y="2038"/>
                </a:lnTo>
                <a:lnTo>
                  <a:pt x="2381" y="1837"/>
                </a:lnTo>
                <a:lnTo>
                  <a:pt x="2563" y="1655"/>
                </a:lnTo>
                <a:lnTo>
                  <a:pt x="2765" y="1473"/>
                </a:lnTo>
                <a:lnTo>
                  <a:pt x="2967" y="1312"/>
                </a:lnTo>
                <a:lnTo>
                  <a:pt x="3168" y="1150"/>
                </a:lnTo>
                <a:lnTo>
                  <a:pt x="3390" y="989"/>
                </a:lnTo>
                <a:lnTo>
                  <a:pt x="3612" y="848"/>
                </a:lnTo>
                <a:lnTo>
                  <a:pt x="3854" y="727"/>
                </a:lnTo>
                <a:lnTo>
                  <a:pt x="4117" y="626"/>
                </a:lnTo>
                <a:lnTo>
                  <a:pt x="4359" y="525"/>
                </a:lnTo>
                <a:lnTo>
                  <a:pt x="4621" y="424"/>
                </a:lnTo>
                <a:lnTo>
                  <a:pt x="5146" y="303"/>
                </a:lnTo>
                <a:lnTo>
                  <a:pt x="5691" y="202"/>
                </a:lnTo>
                <a:lnTo>
                  <a:pt x="6236" y="141"/>
                </a:lnTo>
                <a:lnTo>
                  <a:pt x="6760" y="101"/>
                </a:lnTo>
                <a:lnTo>
                  <a:pt x="7305" y="81"/>
                </a:lnTo>
                <a:close/>
                <a:moveTo>
                  <a:pt x="7305" y="0"/>
                </a:moveTo>
                <a:lnTo>
                  <a:pt x="6760" y="20"/>
                </a:lnTo>
                <a:lnTo>
                  <a:pt x="6215" y="61"/>
                </a:lnTo>
                <a:lnTo>
                  <a:pt x="5671" y="121"/>
                </a:lnTo>
                <a:lnTo>
                  <a:pt x="5126" y="222"/>
                </a:lnTo>
                <a:lnTo>
                  <a:pt x="4601" y="363"/>
                </a:lnTo>
                <a:lnTo>
                  <a:pt x="4339" y="444"/>
                </a:lnTo>
                <a:lnTo>
                  <a:pt x="4076" y="545"/>
                </a:lnTo>
                <a:lnTo>
                  <a:pt x="3834" y="666"/>
                </a:lnTo>
                <a:lnTo>
                  <a:pt x="3572" y="787"/>
                </a:lnTo>
                <a:lnTo>
                  <a:pt x="3350" y="928"/>
                </a:lnTo>
                <a:lnTo>
                  <a:pt x="3128" y="1070"/>
                </a:lnTo>
                <a:lnTo>
                  <a:pt x="2906" y="1231"/>
                </a:lnTo>
                <a:lnTo>
                  <a:pt x="2704" y="1413"/>
                </a:lnTo>
                <a:lnTo>
                  <a:pt x="2523" y="1594"/>
                </a:lnTo>
                <a:lnTo>
                  <a:pt x="2341" y="1776"/>
                </a:lnTo>
                <a:lnTo>
                  <a:pt x="2159" y="1978"/>
                </a:lnTo>
                <a:lnTo>
                  <a:pt x="1998" y="2200"/>
                </a:lnTo>
                <a:lnTo>
                  <a:pt x="1695" y="2624"/>
                </a:lnTo>
                <a:lnTo>
                  <a:pt x="1453" y="3088"/>
                </a:lnTo>
                <a:lnTo>
                  <a:pt x="1211" y="3572"/>
                </a:lnTo>
                <a:lnTo>
                  <a:pt x="1009" y="4056"/>
                </a:lnTo>
                <a:lnTo>
                  <a:pt x="848" y="4561"/>
                </a:lnTo>
                <a:lnTo>
                  <a:pt x="706" y="5086"/>
                </a:lnTo>
                <a:lnTo>
                  <a:pt x="585" y="5590"/>
                </a:lnTo>
                <a:lnTo>
                  <a:pt x="464" y="6115"/>
                </a:lnTo>
                <a:lnTo>
                  <a:pt x="383" y="6619"/>
                </a:lnTo>
                <a:lnTo>
                  <a:pt x="323" y="7124"/>
                </a:lnTo>
                <a:lnTo>
                  <a:pt x="222" y="8092"/>
                </a:lnTo>
                <a:lnTo>
                  <a:pt x="121" y="9505"/>
                </a:lnTo>
                <a:lnTo>
                  <a:pt x="40" y="10897"/>
                </a:lnTo>
                <a:lnTo>
                  <a:pt x="0" y="12250"/>
                </a:lnTo>
                <a:lnTo>
                  <a:pt x="20" y="13602"/>
                </a:lnTo>
                <a:lnTo>
                  <a:pt x="61" y="14913"/>
                </a:lnTo>
                <a:lnTo>
                  <a:pt x="121" y="16205"/>
                </a:lnTo>
                <a:lnTo>
                  <a:pt x="242" y="17476"/>
                </a:lnTo>
                <a:lnTo>
                  <a:pt x="383" y="18727"/>
                </a:lnTo>
                <a:lnTo>
                  <a:pt x="565" y="19938"/>
                </a:lnTo>
                <a:lnTo>
                  <a:pt x="787" y="21149"/>
                </a:lnTo>
                <a:lnTo>
                  <a:pt x="1049" y="22319"/>
                </a:lnTo>
                <a:lnTo>
                  <a:pt x="1352" y="23449"/>
                </a:lnTo>
                <a:lnTo>
                  <a:pt x="1675" y="24559"/>
                </a:lnTo>
                <a:lnTo>
                  <a:pt x="2038" y="25649"/>
                </a:lnTo>
                <a:lnTo>
                  <a:pt x="2442" y="26719"/>
                </a:lnTo>
                <a:lnTo>
                  <a:pt x="2886" y="27748"/>
                </a:lnTo>
                <a:lnTo>
                  <a:pt x="3108" y="28232"/>
                </a:lnTo>
                <a:lnTo>
                  <a:pt x="3249" y="28454"/>
                </a:lnTo>
                <a:lnTo>
                  <a:pt x="3390" y="28676"/>
                </a:lnTo>
                <a:lnTo>
                  <a:pt x="3552" y="28858"/>
                </a:lnTo>
                <a:lnTo>
                  <a:pt x="3733" y="29019"/>
                </a:lnTo>
                <a:lnTo>
                  <a:pt x="3915" y="29160"/>
                </a:lnTo>
                <a:lnTo>
                  <a:pt x="4137" y="29261"/>
                </a:lnTo>
                <a:lnTo>
                  <a:pt x="4419" y="29362"/>
                </a:lnTo>
                <a:lnTo>
                  <a:pt x="4541" y="29382"/>
                </a:lnTo>
                <a:lnTo>
                  <a:pt x="4662" y="29382"/>
                </a:lnTo>
                <a:lnTo>
                  <a:pt x="4803" y="29362"/>
                </a:lnTo>
                <a:lnTo>
                  <a:pt x="4924" y="29342"/>
                </a:lnTo>
                <a:lnTo>
                  <a:pt x="5045" y="29302"/>
                </a:lnTo>
                <a:lnTo>
                  <a:pt x="5146" y="29241"/>
                </a:lnTo>
                <a:lnTo>
                  <a:pt x="5247" y="29140"/>
                </a:lnTo>
                <a:lnTo>
                  <a:pt x="5348" y="29039"/>
                </a:lnTo>
                <a:lnTo>
                  <a:pt x="5428" y="28898"/>
                </a:lnTo>
                <a:lnTo>
                  <a:pt x="5509" y="28757"/>
                </a:lnTo>
                <a:lnTo>
                  <a:pt x="5570" y="28595"/>
                </a:lnTo>
                <a:lnTo>
                  <a:pt x="5610" y="28414"/>
                </a:lnTo>
                <a:lnTo>
                  <a:pt x="5671" y="28051"/>
                </a:lnTo>
                <a:lnTo>
                  <a:pt x="5711" y="27647"/>
                </a:lnTo>
                <a:lnTo>
                  <a:pt x="5731" y="27243"/>
                </a:lnTo>
                <a:lnTo>
                  <a:pt x="5731" y="26497"/>
                </a:lnTo>
                <a:lnTo>
                  <a:pt x="5731" y="26154"/>
                </a:lnTo>
                <a:lnTo>
                  <a:pt x="5731" y="25891"/>
                </a:lnTo>
                <a:lnTo>
                  <a:pt x="5792" y="25326"/>
                </a:lnTo>
                <a:lnTo>
                  <a:pt x="5872" y="24721"/>
                </a:lnTo>
                <a:lnTo>
                  <a:pt x="5994" y="24095"/>
                </a:lnTo>
                <a:lnTo>
                  <a:pt x="6074" y="23772"/>
                </a:lnTo>
                <a:lnTo>
                  <a:pt x="6155" y="23449"/>
                </a:lnTo>
                <a:lnTo>
                  <a:pt x="6276" y="23127"/>
                </a:lnTo>
                <a:lnTo>
                  <a:pt x="6397" y="22804"/>
                </a:lnTo>
                <a:lnTo>
                  <a:pt x="6538" y="22481"/>
                </a:lnTo>
                <a:lnTo>
                  <a:pt x="6700" y="22178"/>
                </a:lnTo>
                <a:lnTo>
                  <a:pt x="6881" y="21855"/>
                </a:lnTo>
                <a:lnTo>
                  <a:pt x="7083" y="21573"/>
                </a:lnTo>
                <a:lnTo>
                  <a:pt x="7305" y="21270"/>
                </a:lnTo>
                <a:lnTo>
                  <a:pt x="7547" y="21008"/>
                </a:lnTo>
                <a:lnTo>
                  <a:pt x="7810" y="20765"/>
                </a:lnTo>
                <a:lnTo>
                  <a:pt x="8092" y="20523"/>
                </a:lnTo>
                <a:lnTo>
                  <a:pt x="8375" y="20322"/>
                </a:lnTo>
                <a:lnTo>
                  <a:pt x="8677" y="20140"/>
                </a:lnTo>
                <a:lnTo>
                  <a:pt x="8980" y="19958"/>
                </a:lnTo>
                <a:lnTo>
                  <a:pt x="9303" y="19797"/>
                </a:lnTo>
                <a:lnTo>
                  <a:pt x="9626" y="19656"/>
                </a:lnTo>
                <a:lnTo>
                  <a:pt x="9969" y="19535"/>
                </a:lnTo>
                <a:lnTo>
                  <a:pt x="10292" y="19413"/>
                </a:lnTo>
                <a:lnTo>
                  <a:pt x="10635" y="19313"/>
                </a:lnTo>
                <a:lnTo>
                  <a:pt x="11341" y="19131"/>
                </a:lnTo>
                <a:lnTo>
                  <a:pt x="12027" y="18990"/>
                </a:lnTo>
                <a:lnTo>
                  <a:pt x="12713" y="18869"/>
                </a:lnTo>
                <a:lnTo>
                  <a:pt x="13864" y="18707"/>
                </a:lnTo>
                <a:lnTo>
                  <a:pt x="15014" y="18566"/>
                </a:lnTo>
                <a:lnTo>
                  <a:pt x="16164" y="18465"/>
                </a:lnTo>
                <a:lnTo>
                  <a:pt x="17315" y="18384"/>
                </a:lnTo>
                <a:lnTo>
                  <a:pt x="18485" y="18324"/>
                </a:lnTo>
                <a:lnTo>
                  <a:pt x="19635" y="18283"/>
                </a:lnTo>
                <a:lnTo>
                  <a:pt x="20806" y="18263"/>
                </a:lnTo>
                <a:lnTo>
                  <a:pt x="21956" y="18283"/>
                </a:lnTo>
                <a:lnTo>
                  <a:pt x="23126" y="18304"/>
                </a:lnTo>
                <a:lnTo>
                  <a:pt x="24277" y="18324"/>
                </a:lnTo>
                <a:lnTo>
                  <a:pt x="26597" y="18425"/>
                </a:lnTo>
                <a:lnTo>
                  <a:pt x="28918" y="18566"/>
                </a:lnTo>
                <a:lnTo>
                  <a:pt x="31198" y="18707"/>
                </a:lnTo>
                <a:lnTo>
                  <a:pt x="33398" y="18869"/>
                </a:lnTo>
                <a:lnTo>
                  <a:pt x="35618" y="18990"/>
                </a:lnTo>
                <a:lnTo>
                  <a:pt x="37838" y="19091"/>
                </a:lnTo>
                <a:lnTo>
                  <a:pt x="38948" y="19131"/>
                </a:lnTo>
                <a:lnTo>
                  <a:pt x="40057" y="19151"/>
                </a:lnTo>
                <a:lnTo>
                  <a:pt x="40481" y="19151"/>
                </a:lnTo>
                <a:lnTo>
                  <a:pt x="40885" y="19131"/>
                </a:lnTo>
                <a:lnTo>
                  <a:pt x="41066" y="19091"/>
                </a:lnTo>
                <a:lnTo>
                  <a:pt x="41248" y="19050"/>
                </a:lnTo>
                <a:lnTo>
                  <a:pt x="41430" y="18990"/>
                </a:lnTo>
                <a:lnTo>
                  <a:pt x="41611" y="18909"/>
                </a:lnTo>
                <a:lnTo>
                  <a:pt x="41813" y="18788"/>
                </a:lnTo>
                <a:lnTo>
                  <a:pt x="41995" y="18626"/>
                </a:lnTo>
                <a:lnTo>
                  <a:pt x="42156" y="18465"/>
                </a:lnTo>
                <a:lnTo>
                  <a:pt x="42297" y="18263"/>
                </a:lnTo>
                <a:lnTo>
                  <a:pt x="42398" y="18061"/>
                </a:lnTo>
                <a:lnTo>
                  <a:pt x="42479" y="17839"/>
                </a:lnTo>
                <a:lnTo>
                  <a:pt x="42560" y="17617"/>
                </a:lnTo>
                <a:lnTo>
                  <a:pt x="42600" y="17375"/>
                </a:lnTo>
                <a:lnTo>
                  <a:pt x="42620" y="17133"/>
                </a:lnTo>
                <a:lnTo>
                  <a:pt x="42640" y="16871"/>
                </a:lnTo>
                <a:lnTo>
                  <a:pt x="42640" y="16608"/>
                </a:lnTo>
                <a:lnTo>
                  <a:pt x="42620" y="16366"/>
                </a:lnTo>
                <a:lnTo>
                  <a:pt x="42580" y="16104"/>
                </a:lnTo>
                <a:lnTo>
                  <a:pt x="42540" y="15862"/>
                </a:lnTo>
                <a:lnTo>
                  <a:pt x="42418" y="15357"/>
                </a:lnTo>
                <a:lnTo>
                  <a:pt x="42257" y="14893"/>
                </a:lnTo>
                <a:lnTo>
                  <a:pt x="42096" y="14429"/>
                </a:lnTo>
                <a:lnTo>
                  <a:pt x="41894" y="13965"/>
                </a:lnTo>
                <a:lnTo>
                  <a:pt x="41672" y="13521"/>
                </a:lnTo>
                <a:lnTo>
                  <a:pt x="41450" y="13057"/>
                </a:lnTo>
                <a:lnTo>
                  <a:pt x="41187" y="12613"/>
                </a:lnTo>
                <a:lnTo>
                  <a:pt x="40925" y="12169"/>
                </a:lnTo>
                <a:lnTo>
                  <a:pt x="40622" y="11745"/>
                </a:lnTo>
                <a:lnTo>
                  <a:pt x="40320" y="11301"/>
                </a:lnTo>
                <a:lnTo>
                  <a:pt x="39977" y="10897"/>
                </a:lnTo>
                <a:lnTo>
                  <a:pt x="39634" y="10474"/>
                </a:lnTo>
                <a:lnTo>
                  <a:pt x="39250" y="10070"/>
                </a:lnTo>
                <a:lnTo>
                  <a:pt x="38867" y="9666"/>
                </a:lnTo>
                <a:lnTo>
                  <a:pt x="38463" y="9283"/>
                </a:lnTo>
                <a:lnTo>
                  <a:pt x="38039" y="8900"/>
                </a:lnTo>
                <a:lnTo>
                  <a:pt x="37595" y="8536"/>
                </a:lnTo>
                <a:lnTo>
                  <a:pt x="36869" y="7971"/>
                </a:lnTo>
                <a:lnTo>
                  <a:pt x="36102" y="7426"/>
                </a:lnTo>
                <a:lnTo>
                  <a:pt x="35275" y="6882"/>
                </a:lnTo>
                <a:lnTo>
                  <a:pt x="34387" y="6377"/>
                </a:lnTo>
                <a:lnTo>
                  <a:pt x="33459" y="5873"/>
                </a:lnTo>
                <a:lnTo>
                  <a:pt x="32450" y="5368"/>
                </a:lnTo>
                <a:lnTo>
                  <a:pt x="31380" y="4884"/>
                </a:lnTo>
                <a:lnTo>
                  <a:pt x="30230" y="4379"/>
                </a:lnTo>
                <a:lnTo>
                  <a:pt x="28918" y="3875"/>
                </a:lnTo>
                <a:lnTo>
                  <a:pt x="27586" y="3370"/>
                </a:lnTo>
                <a:lnTo>
                  <a:pt x="26234" y="2906"/>
                </a:lnTo>
                <a:lnTo>
                  <a:pt x="24862" y="2482"/>
                </a:lnTo>
                <a:lnTo>
                  <a:pt x="23490" y="2099"/>
                </a:lnTo>
                <a:lnTo>
                  <a:pt x="22097" y="1736"/>
                </a:lnTo>
                <a:lnTo>
                  <a:pt x="20705" y="1413"/>
                </a:lnTo>
                <a:lnTo>
                  <a:pt x="19312" y="1110"/>
                </a:lnTo>
                <a:lnTo>
                  <a:pt x="17900" y="848"/>
                </a:lnTo>
                <a:lnTo>
                  <a:pt x="16487" y="626"/>
                </a:lnTo>
                <a:lnTo>
                  <a:pt x="15075" y="424"/>
                </a:lnTo>
                <a:lnTo>
                  <a:pt x="13642" y="283"/>
                </a:lnTo>
                <a:lnTo>
                  <a:pt x="12229" y="141"/>
                </a:lnTo>
                <a:lnTo>
                  <a:pt x="10796" y="61"/>
                </a:lnTo>
                <a:lnTo>
                  <a:pt x="9364" y="0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93" name="Google Shape;1593;p19"/>
          <p:cNvSpPr/>
          <p:nvPr/>
        </p:nvSpPr>
        <p:spPr>
          <a:xfrm>
            <a:off x="8605498" y="3630536"/>
            <a:ext cx="2946940" cy="1512969"/>
          </a:xfrm>
          <a:custGeom>
            <a:rect b="b" l="l" r="r" t="t"/>
            <a:pathLst>
              <a:path extrusionOk="0" h="27062" w="52711">
                <a:moveTo>
                  <a:pt x="48008" y="81"/>
                </a:moveTo>
                <a:lnTo>
                  <a:pt x="48654" y="122"/>
                </a:lnTo>
                <a:lnTo>
                  <a:pt x="49300" y="202"/>
                </a:lnTo>
                <a:lnTo>
                  <a:pt x="49623" y="243"/>
                </a:lnTo>
                <a:lnTo>
                  <a:pt x="49946" y="323"/>
                </a:lnTo>
                <a:lnTo>
                  <a:pt x="50248" y="404"/>
                </a:lnTo>
                <a:lnTo>
                  <a:pt x="50551" y="485"/>
                </a:lnTo>
                <a:lnTo>
                  <a:pt x="50854" y="606"/>
                </a:lnTo>
                <a:lnTo>
                  <a:pt x="51156" y="727"/>
                </a:lnTo>
                <a:lnTo>
                  <a:pt x="51399" y="848"/>
                </a:lnTo>
                <a:lnTo>
                  <a:pt x="51621" y="989"/>
                </a:lnTo>
                <a:lnTo>
                  <a:pt x="51822" y="1131"/>
                </a:lnTo>
                <a:lnTo>
                  <a:pt x="52004" y="1272"/>
                </a:lnTo>
                <a:lnTo>
                  <a:pt x="52165" y="1413"/>
                </a:lnTo>
                <a:lnTo>
                  <a:pt x="52287" y="1575"/>
                </a:lnTo>
                <a:lnTo>
                  <a:pt x="52408" y="1756"/>
                </a:lnTo>
                <a:lnTo>
                  <a:pt x="52488" y="1938"/>
                </a:lnTo>
                <a:lnTo>
                  <a:pt x="52569" y="2180"/>
                </a:lnTo>
                <a:lnTo>
                  <a:pt x="52609" y="2301"/>
                </a:lnTo>
                <a:lnTo>
                  <a:pt x="52630" y="2442"/>
                </a:lnTo>
                <a:lnTo>
                  <a:pt x="52630" y="2604"/>
                </a:lnTo>
                <a:lnTo>
                  <a:pt x="52609" y="2765"/>
                </a:lnTo>
                <a:lnTo>
                  <a:pt x="52589" y="2947"/>
                </a:lnTo>
                <a:lnTo>
                  <a:pt x="52549" y="3128"/>
                </a:lnTo>
                <a:lnTo>
                  <a:pt x="52488" y="3330"/>
                </a:lnTo>
                <a:lnTo>
                  <a:pt x="52408" y="3532"/>
                </a:lnTo>
                <a:lnTo>
                  <a:pt x="52307" y="3754"/>
                </a:lnTo>
                <a:lnTo>
                  <a:pt x="52186" y="3976"/>
                </a:lnTo>
                <a:lnTo>
                  <a:pt x="52024" y="4218"/>
                </a:lnTo>
                <a:lnTo>
                  <a:pt x="51843" y="4460"/>
                </a:lnTo>
                <a:lnTo>
                  <a:pt x="51641" y="4702"/>
                </a:lnTo>
                <a:lnTo>
                  <a:pt x="51399" y="4965"/>
                </a:lnTo>
                <a:lnTo>
                  <a:pt x="50854" y="5530"/>
                </a:lnTo>
                <a:lnTo>
                  <a:pt x="50269" y="6075"/>
                </a:lnTo>
                <a:lnTo>
                  <a:pt x="49118" y="7124"/>
                </a:lnTo>
                <a:lnTo>
                  <a:pt x="48311" y="7851"/>
                </a:lnTo>
                <a:lnTo>
                  <a:pt x="47524" y="8597"/>
                </a:lnTo>
                <a:lnTo>
                  <a:pt x="47141" y="8981"/>
                </a:lnTo>
                <a:lnTo>
                  <a:pt x="46777" y="9364"/>
                </a:lnTo>
                <a:lnTo>
                  <a:pt x="46414" y="9747"/>
                </a:lnTo>
                <a:lnTo>
                  <a:pt x="46071" y="10151"/>
                </a:lnTo>
                <a:lnTo>
                  <a:pt x="45748" y="10555"/>
                </a:lnTo>
                <a:lnTo>
                  <a:pt x="45446" y="10978"/>
                </a:lnTo>
                <a:lnTo>
                  <a:pt x="45163" y="11422"/>
                </a:lnTo>
                <a:lnTo>
                  <a:pt x="44901" y="11866"/>
                </a:lnTo>
                <a:lnTo>
                  <a:pt x="44658" y="12331"/>
                </a:lnTo>
                <a:lnTo>
                  <a:pt x="44457" y="12795"/>
                </a:lnTo>
                <a:lnTo>
                  <a:pt x="44295" y="13299"/>
                </a:lnTo>
                <a:lnTo>
                  <a:pt x="44154" y="13804"/>
                </a:lnTo>
                <a:lnTo>
                  <a:pt x="44093" y="14127"/>
                </a:lnTo>
                <a:lnTo>
                  <a:pt x="44033" y="14449"/>
                </a:lnTo>
                <a:lnTo>
                  <a:pt x="43972" y="15095"/>
                </a:lnTo>
                <a:lnTo>
                  <a:pt x="43932" y="15761"/>
                </a:lnTo>
                <a:lnTo>
                  <a:pt x="43912" y="16407"/>
                </a:lnTo>
                <a:lnTo>
                  <a:pt x="43871" y="17194"/>
                </a:lnTo>
                <a:lnTo>
                  <a:pt x="43811" y="17981"/>
                </a:lnTo>
                <a:lnTo>
                  <a:pt x="43771" y="18385"/>
                </a:lnTo>
                <a:lnTo>
                  <a:pt x="43710" y="18768"/>
                </a:lnTo>
                <a:lnTo>
                  <a:pt x="43609" y="19151"/>
                </a:lnTo>
                <a:lnTo>
                  <a:pt x="43508" y="19535"/>
                </a:lnTo>
                <a:lnTo>
                  <a:pt x="43306" y="20039"/>
                </a:lnTo>
                <a:lnTo>
                  <a:pt x="43064" y="20544"/>
                </a:lnTo>
                <a:lnTo>
                  <a:pt x="42782" y="21028"/>
                </a:lnTo>
                <a:lnTo>
                  <a:pt x="42459" y="21492"/>
                </a:lnTo>
                <a:lnTo>
                  <a:pt x="42096" y="21936"/>
                </a:lnTo>
                <a:lnTo>
                  <a:pt x="41692" y="22360"/>
                </a:lnTo>
                <a:lnTo>
                  <a:pt x="41248" y="22764"/>
                </a:lnTo>
                <a:lnTo>
                  <a:pt x="40784" y="23127"/>
                </a:lnTo>
                <a:lnTo>
                  <a:pt x="40300" y="23470"/>
                </a:lnTo>
                <a:lnTo>
                  <a:pt x="39795" y="23773"/>
                </a:lnTo>
                <a:lnTo>
                  <a:pt x="39270" y="24035"/>
                </a:lnTo>
                <a:lnTo>
                  <a:pt x="38746" y="24277"/>
                </a:lnTo>
                <a:lnTo>
                  <a:pt x="38181" y="24479"/>
                </a:lnTo>
                <a:lnTo>
                  <a:pt x="37636" y="24640"/>
                </a:lnTo>
                <a:lnTo>
                  <a:pt x="37071" y="24782"/>
                </a:lnTo>
                <a:lnTo>
                  <a:pt x="36506" y="24862"/>
                </a:lnTo>
                <a:lnTo>
                  <a:pt x="34790" y="25125"/>
                </a:lnTo>
                <a:lnTo>
                  <a:pt x="32894" y="25387"/>
                </a:lnTo>
                <a:lnTo>
                  <a:pt x="30250" y="25791"/>
                </a:lnTo>
                <a:lnTo>
                  <a:pt x="27485" y="26174"/>
                </a:lnTo>
                <a:lnTo>
                  <a:pt x="26093" y="26356"/>
                </a:lnTo>
                <a:lnTo>
                  <a:pt x="24680" y="26517"/>
                </a:lnTo>
                <a:lnTo>
                  <a:pt x="23247" y="26679"/>
                </a:lnTo>
                <a:lnTo>
                  <a:pt x="21855" y="26800"/>
                </a:lnTo>
                <a:lnTo>
                  <a:pt x="20564" y="26901"/>
                </a:lnTo>
                <a:lnTo>
                  <a:pt x="19252" y="26961"/>
                </a:lnTo>
                <a:lnTo>
                  <a:pt x="17900" y="26981"/>
                </a:lnTo>
                <a:lnTo>
                  <a:pt x="16548" y="26961"/>
                </a:lnTo>
                <a:lnTo>
                  <a:pt x="15175" y="26901"/>
                </a:lnTo>
                <a:lnTo>
                  <a:pt x="13783" y="26820"/>
                </a:lnTo>
                <a:lnTo>
                  <a:pt x="12370" y="26699"/>
                </a:lnTo>
                <a:lnTo>
                  <a:pt x="10958" y="26558"/>
                </a:lnTo>
                <a:lnTo>
                  <a:pt x="10837" y="26537"/>
                </a:lnTo>
                <a:lnTo>
                  <a:pt x="9626" y="26396"/>
                </a:lnTo>
                <a:lnTo>
                  <a:pt x="8334" y="26214"/>
                </a:lnTo>
                <a:lnTo>
                  <a:pt x="7648" y="26093"/>
                </a:lnTo>
                <a:lnTo>
                  <a:pt x="6962" y="25972"/>
                </a:lnTo>
                <a:lnTo>
                  <a:pt x="6276" y="25851"/>
                </a:lnTo>
                <a:lnTo>
                  <a:pt x="5590" y="25690"/>
                </a:lnTo>
                <a:lnTo>
                  <a:pt x="4924" y="25508"/>
                </a:lnTo>
                <a:lnTo>
                  <a:pt x="4258" y="25327"/>
                </a:lnTo>
                <a:lnTo>
                  <a:pt x="3612" y="25105"/>
                </a:lnTo>
                <a:lnTo>
                  <a:pt x="3007" y="24862"/>
                </a:lnTo>
                <a:lnTo>
                  <a:pt x="2422" y="24580"/>
                </a:lnTo>
                <a:lnTo>
                  <a:pt x="1877" y="24277"/>
                </a:lnTo>
                <a:lnTo>
                  <a:pt x="1614" y="24136"/>
                </a:lnTo>
                <a:lnTo>
                  <a:pt x="1372" y="23954"/>
                </a:lnTo>
                <a:lnTo>
                  <a:pt x="1130" y="23773"/>
                </a:lnTo>
                <a:lnTo>
                  <a:pt x="908" y="23591"/>
                </a:lnTo>
                <a:lnTo>
                  <a:pt x="727" y="23409"/>
                </a:lnTo>
                <a:lnTo>
                  <a:pt x="545" y="23208"/>
                </a:lnTo>
                <a:lnTo>
                  <a:pt x="404" y="23026"/>
                </a:lnTo>
                <a:lnTo>
                  <a:pt x="283" y="22824"/>
                </a:lnTo>
                <a:lnTo>
                  <a:pt x="202" y="22643"/>
                </a:lnTo>
                <a:lnTo>
                  <a:pt x="121" y="22441"/>
                </a:lnTo>
                <a:lnTo>
                  <a:pt x="101" y="22239"/>
                </a:lnTo>
                <a:lnTo>
                  <a:pt x="81" y="22037"/>
                </a:lnTo>
                <a:lnTo>
                  <a:pt x="101" y="21815"/>
                </a:lnTo>
                <a:lnTo>
                  <a:pt x="141" y="21593"/>
                </a:lnTo>
                <a:lnTo>
                  <a:pt x="202" y="21371"/>
                </a:lnTo>
                <a:lnTo>
                  <a:pt x="303" y="21149"/>
                </a:lnTo>
                <a:lnTo>
                  <a:pt x="424" y="20947"/>
                </a:lnTo>
                <a:lnTo>
                  <a:pt x="565" y="20725"/>
                </a:lnTo>
                <a:lnTo>
                  <a:pt x="706" y="20524"/>
                </a:lnTo>
                <a:lnTo>
                  <a:pt x="888" y="20302"/>
                </a:lnTo>
                <a:lnTo>
                  <a:pt x="1251" y="19898"/>
                </a:lnTo>
                <a:lnTo>
                  <a:pt x="1675" y="19494"/>
                </a:lnTo>
                <a:lnTo>
                  <a:pt x="2099" y="19111"/>
                </a:lnTo>
                <a:lnTo>
                  <a:pt x="2543" y="18748"/>
                </a:lnTo>
                <a:lnTo>
                  <a:pt x="3168" y="18183"/>
                </a:lnTo>
                <a:lnTo>
                  <a:pt x="3451" y="17920"/>
                </a:lnTo>
                <a:lnTo>
                  <a:pt x="3713" y="17658"/>
                </a:lnTo>
                <a:lnTo>
                  <a:pt x="4641" y="16669"/>
                </a:lnTo>
                <a:lnTo>
                  <a:pt x="5570" y="15701"/>
                </a:lnTo>
                <a:lnTo>
                  <a:pt x="6498" y="14793"/>
                </a:lnTo>
                <a:lnTo>
                  <a:pt x="7426" y="13925"/>
                </a:lnTo>
                <a:lnTo>
                  <a:pt x="8375" y="13097"/>
                </a:lnTo>
                <a:lnTo>
                  <a:pt x="9323" y="12310"/>
                </a:lnTo>
                <a:lnTo>
                  <a:pt x="10272" y="11564"/>
                </a:lnTo>
                <a:lnTo>
                  <a:pt x="11240" y="10857"/>
                </a:lnTo>
                <a:lnTo>
                  <a:pt x="12370" y="10091"/>
                </a:lnTo>
                <a:lnTo>
                  <a:pt x="13521" y="9324"/>
                </a:lnTo>
                <a:lnTo>
                  <a:pt x="14711" y="8597"/>
                </a:lnTo>
                <a:lnTo>
                  <a:pt x="15922" y="7911"/>
                </a:lnTo>
                <a:lnTo>
                  <a:pt x="17153" y="7245"/>
                </a:lnTo>
                <a:lnTo>
                  <a:pt x="18424" y="6599"/>
                </a:lnTo>
                <a:lnTo>
                  <a:pt x="19716" y="5994"/>
                </a:lnTo>
                <a:lnTo>
                  <a:pt x="21028" y="5429"/>
                </a:lnTo>
                <a:lnTo>
                  <a:pt x="22380" y="4864"/>
                </a:lnTo>
                <a:lnTo>
                  <a:pt x="23752" y="4339"/>
                </a:lnTo>
                <a:lnTo>
                  <a:pt x="25165" y="3855"/>
                </a:lnTo>
                <a:lnTo>
                  <a:pt x="26597" y="3391"/>
                </a:lnTo>
                <a:lnTo>
                  <a:pt x="28050" y="2967"/>
                </a:lnTo>
                <a:lnTo>
                  <a:pt x="29544" y="2563"/>
                </a:lnTo>
                <a:lnTo>
                  <a:pt x="31037" y="2180"/>
                </a:lnTo>
                <a:lnTo>
                  <a:pt x="32591" y="1837"/>
                </a:lnTo>
                <a:lnTo>
                  <a:pt x="34145" y="1514"/>
                </a:lnTo>
                <a:lnTo>
                  <a:pt x="35739" y="1231"/>
                </a:lnTo>
                <a:lnTo>
                  <a:pt x="37374" y="989"/>
                </a:lnTo>
                <a:lnTo>
                  <a:pt x="39028" y="747"/>
                </a:lnTo>
                <a:lnTo>
                  <a:pt x="40723" y="566"/>
                </a:lnTo>
                <a:lnTo>
                  <a:pt x="42439" y="384"/>
                </a:lnTo>
                <a:lnTo>
                  <a:pt x="44194" y="243"/>
                </a:lnTo>
                <a:lnTo>
                  <a:pt x="45970" y="142"/>
                </a:lnTo>
                <a:lnTo>
                  <a:pt x="46656" y="101"/>
                </a:lnTo>
                <a:lnTo>
                  <a:pt x="47342" y="81"/>
                </a:lnTo>
                <a:close/>
                <a:moveTo>
                  <a:pt x="47302" y="1"/>
                </a:moveTo>
                <a:lnTo>
                  <a:pt x="46636" y="21"/>
                </a:lnTo>
                <a:lnTo>
                  <a:pt x="45970" y="61"/>
                </a:lnTo>
                <a:lnTo>
                  <a:pt x="44194" y="162"/>
                </a:lnTo>
                <a:lnTo>
                  <a:pt x="42439" y="303"/>
                </a:lnTo>
                <a:lnTo>
                  <a:pt x="40703" y="485"/>
                </a:lnTo>
                <a:lnTo>
                  <a:pt x="39028" y="666"/>
                </a:lnTo>
                <a:lnTo>
                  <a:pt x="37353" y="909"/>
                </a:lnTo>
                <a:lnTo>
                  <a:pt x="35739" y="1151"/>
                </a:lnTo>
                <a:lnTo>
                  <a:pt x="34145" y="1453"/>
                </a:lnTo>
                <a:lnTo>
                  <a:pt x="32571" y="1756"/>
                </a:lnTo>
                <a:lnTo>
                  <a:pt x="31017" y="2099"/>
                </a:lnTo>
                <a:lnTo>
                  <a:pt x="29523" y="2483"/>
                </a:lnTo>
                <a:lnTo>
                  <a:pt x="28030" y="2886"/>
                </a:lnTo>
                <a:lnTo>
                  <a:pt x="26577" y="3310"/>
                </a:lnTo>
                <a:lnTo>
                  <a:pt x="25144" y="3774"/>
                </a:lnTo>
                <a:lnTo>
                  <a:pt x="23732" y="4279"/>
                </a:lnTo>
                <a:lnTo>
                  <a:pt x="22339" y="4803"/>
                </a:lnTo>
                <a:lnTo>
                  <a:pt x="20987" y="5348"/>
                </a:lnTo>
                <a:lnTo>
                  <a:pt x="19676" y="5933"/>
                </a:lnTo>
                <a:lnTo>
                  <a:pt x="18384" y="6539"/>
                </a:lnTo>
                <a:lnTo>
                  <a:pt x="17113" y="7164"/>
                </a:lnTo>
                <a:lnTo>
                  <a:pt x="15882" y="7830"/>
                </a:lnTo>
                <a:lnTo>
                  <a:pt x="14671" y="8537"/>
                </a:lnTo>
                <a:lnTo>
                  <a:pt x="13480" y="9263"/>
                </a:lnTo>
                <a:lnTo>
                  <a:pt x="12330" y="10010"/>
                </a:lnTo>
                <a:lnTo>
                  <a:pt x="11200" y="10797"/>
                </a:lnTo>
                <a:lnTo>
                  <a:pt x="10231" y="11503"/>
                </a:lnTo>
                <a:lnTo>
                  <a:pt x="9263" y="12250"/>
                </a:lnTo>
                <a:lnTo>
                  <a:pt x="8314" y="13037"/>
                </a:lnTo>
                <a:lnTo>
                  <a:pt x="7386" y="13864"/>
                </a:lnTo>
                <a:lnTo>
                  <a:pt x="6438" y="14732"/>
                </a:lnTo>
                <a:lnTo>
                  <a:pt x="5509" y="15640"/>
                </a:lnTo>
                <a:lnTo>
                  <a:pt x="4581" y="16609"/>
                </a:lnTo>
                <a:lnTo>
                  <a:pt x="3653" y="17598"/>
                </a:lnTo>
                <a:lnTo>
                  <a:pt x="3390" y="17860"/>
                </a:lnTo>
                <a:lnTo>
                  <a:pt x="3108" y="18122"/>
                </a:lnTo>
                <a:lnTo>
                  <a:pt x="2482" y="18687"/>
                </a:lnTo>
                <a:lnTo>
                  <a:pt x="2038" y="19051"/>
                </a:lnTo>
                <a:lnTo>
                  <a:pt x="1614" y="19454"/>
                </a:lnTo>
                <a:lnTo>
                  <a:pt x="1191" y="19858"/>
                </a:lnTo>
                <a:lnTo>
                  <a:pt x="807" y="20261"/>
                </a:lnTo>
                <a:lnTo>
                  <a:pt x="646" y="20483"/>
                </a:lnTo>
                <a:lnTo>
                  <a:pt x="484" y="20685"/>
                </a:lnTo>
                <a:lnTo>
                  <a:pt x="343" y="20907"/>
                </a:lnTo>
                <a:lnTo>
                  <a:pt x="222" y="21129"/>
                </a:lnTo>
                <a:lnTo>
                  <a:pt x="141" y="21351"/>
                </a:lnTo>
                <a:lnTo>
                  <a:pt x="61" y="21573"/>
                </a:lnTo>
                <a:lnTo>
                  <a:pt x="20" y="21795"/>
                </a:lnTo>
                <a:lnTo>
                  <a:pt x="0" y="22037"/>
                </a:lnTo>
                <a:lnTo>
                  <a:pt x="20" y="22239"/>
                </a:lnTo>
                <a:lnTo>
                  <a:pt x="61" y="22441"/>
                </a:lnTo>
                <a:lnTo>
                  <a:pt x="121" y="22663"/>
                </a:lnTo>
                <a:lnTo>
                  <a:pt x="222" y="22865"/>
                </a:lnTo>
                <a:lnTo>
                  <a:pt x="343" y="23066"/>
                </a:lnTo>
                <a:lnTo>
                  <a:pt x="484" y="23268"/>
                </a:lnTo>
                <a:lnTo>
                  <a:pt x="666" y="23470"/>
                </a:lnTo>
                <a:lnTo>
                  <a:pt x="868" y="23652"/>
                </a:lnTo>
                <a:lnTo>
                  <a:pt x="1090" y="23833"/>
                </a:lnTo>
                <a:lnTo>
                  <a:pt x="1312" y="24015"/>
                </a:lnTo>
                <a:lnTo>
                  <a:pt x="1574" y="24196"/>
                </a:lnTo>
                <a:lnTo>
                  <a:pt x="1836" y="24358"/>
                </a:lnTo>
                <a:lnTo>
                  <a:pt x="2381" y="24661"/>
                </a:lnTo>
                <a:lnTo>
                  <a:pt x="2967" y="24923"/>
                </a:lnTo>
                <a:lnTo>
                  <a:pt x="3592" y="25165"/>
                </a:lnTo>
                <a:lnTo>
                  <a:pt x="4218" y="25387"/>
                </a:lnTo>
                <a:lnTo>
                  <a:pt x="4884" y="25589"/>
                </a:lnTo>
                <a:lnTo>
                  <a:pt x="5570" y="25770"/>
                </a:lnTo>
                <a:lnTo>
                  <a:pt x="6256" y="25912"/>
                </a:lnTo>
                <a:lnTo>
                  <a:pt x="6942" y="26053"/>
                </a:lnTo>
                <a:lnTo>
                  <a:pt x="7628" y="26174"/>
                </a:lnTo>
                <a:lnTo>
                  <a:pt x="8314" y="26295"/>
                </a:lnTo>
                <a:lnTo>
                  <a:pt x="9606" y="26477"/>
                </a:lnTo>
                <a:lnTo>
                  <a:pt x="10817" y="26618"/>
                </a:lnTo>
                <a:lnTo>
                  <a:pt x="10938" y="26638"/>
                </a:lnTo>
                <a:lnTo>
                  <a:pt x="11826" y="26739"/>
                </a:lnTo>
                <a:lnTo>
                  <a:pt x="12693" y="26820"/>
                </a:lnTo>
                <a:lnTo>
                  <a:pt x="13561" y="26880"/>
                </a:lnTo>
                <a:lnTo>
                  <a:pt x="14429" y="26941"/>
                </a:lnTo>
                <a:lnTo>
                  <a:pt x="15276" y="27001"/>
                </a:lnTo>
                <a:lnTo>
                  <a:pt x="16124" y="27022"/>
                </a:lnTo>
                <a:lnTo>
                  <a:pt x="16971" y="27042"/>
                </a:lnTo>
                <a:lnTo>
                  <a:pt x="17799" y="27062"/>
                </a:lnTo>
                <a:lnTo>
                  <a:pt x="18828" y="27042"/>
                </a:lnTo>
                <a:lnTo>
                  <a:pt x="19857" y="27022"/>
                </a:lnTo>
                <a:lnTo>
                  <a:pt x="20866" y="26961"/>
                </a:lnTo>
                <a:lnTo>
                  <a:pt x="21855" y="26880"/>
                </a:lnTo>
                <a:lnTo>
                  <a:pt x="23268" y="26759"/>
                </a:lnTo>
                <a:lnTo>
                  <a:pt x="24680" y="26598"/>
                </a:lnTo>
                <a:lnTo>
                  <a:pt x="26093" y="26436"/>
                </a:lnTo>
                <a:lnTo>
                  <a:pt x="27505" y="26255"/>
                </a:lnTo>
                <a:lnTo>
                  <a:pt x="30270" y="25871"/>
                </a:lnTo>
                <a:lnTo>
                  <a:pt x="32914" y="25468"/>
                </a:lnTo>
                <a:lnTo>
                  <a:pt x="34790" y="25205"/>
                </a:lnTo>
                <a:lnTo>
                  <a:pt x="36506" y="24943"/>
                </a:lnTo>
                <a:lnTo>
                  <a:pt x="37091" y="24862"/>
                </a:lnTo>
                <a:lnTo>
                  <a:pt x="37656" y="24721"/>
                </a:lnTo>
                <a:lnTo>
                  <a:pt x="38221" y="24539"/>
                </a:lnTo>
                <a:lnTo>
                  <a:pt x="38766" y="24338"/>
                </a:lnTo>
                <a:lnTo>
                  <a:pt x="39311" y="24096"/>
                </a:lnTo>
                <a:lnTo>
                  <a:pt x="39835" y="23833"/>
                </a:lnTo>
                <a:lnTo>
                  <a:pt x="40340" y="23530"/>
                </a:lnTo>
                <a:lnTo>
                  <a:pt x="40824" y="23208"/>
                </a:lnTo>
                <a:lnTo>
                  <a:pt x="41309" y="22824"/>
                </a:lnTo>
                <a:lnTo>
                  <a:pt x="41753" y="22421"/>
                </a:lnTo>
                <a:lnTo>
                  <a:pt x="42156" y="21977"/>
                </a:lnTo>
                <a:lnTo>
                  <a:pt x="42540" y="21533"/>
                </a:lnTo>
                <a:lnTo>
                  <a:pt x="42862" y="21069"/>
                </a:lnTo>
                <a:lnTo>
                  <a:pt x="43145" y="20584"/>
                </a:lnTo>
                <a:lnTo>
                  <a:pt x="43387" y="20080"/>
                </a:lnTo>
                <a:lnTo>
                  <a:pt x="43589" y="19555"/>
                </a:lnTo>
                <a:lnTo>
                  <a:pt x="43690" y="19172"/>
                </a:lnTo>
                <a:lnTo>
                  <a:pt x="43771" y="18788"/>
                </a:lnTo>
                <a:lnTo>
                  <a:pt x="43851" y="18385"/>
                </a:lnTo>
                <a:lnTo>
                  <a:pt x="43892" y="18001"/>
                </a:lnTo>
                <a:lnTo>
                  <a:pt x="43952" y="17194"/>
                </a:lnTo>
                <a:lnTo>
                  <a:pt x="43993" y="16407"/>
                </a:lnTo>
                <a:lnTo>
                  <a:pt x="44013" y="15761"/>
                </a:lnTo>
                <a:lnTo>
                  <a:pt x="44053" y="15115"/>
                </a:lnTo>
                <a:lnTo>
                  <a:pt x="44114" y="14449"/>
                </a:lnTo>
                <a:lnTo>
                  <a:pt x="44174" y="14147"/>
                </a:lnTo>
                <a:lnTo>
                  <a:pt x="44235" y="13824"/>
                </a:lnTo>
                <a:lnTo>
                  <a:pt x="44376" y="13319"/>
                </a:lnTo>
                <a:lnTo>
                  <a:pt x="44537" y="12815"/>
                </a:lnTo>
                <a:lnTo>
                  <a:pt x="44739" y="12351"/>
                </a:lnTo>
                <a:lnTo>
                  <a:pt x="44981" y="11887"/>
                </a:lnTo>
                <a:lnTo>
                  <a:pt x="45224" y="11443"/>
                </a:lnTo>
                <a:lnTo>
                  <a:pt x="45506" y="11019"/>
                </a:lnTo>
                <a:lnTo>
                  <a:pt x="45809" y="10595"/>
                </a:lnTo>
                <a:lnTo>
                  <a:pt x="46152" y="10191"/>
                </a:lnTo>
                <a:lnTo>
                  <a:pt x="46475" y="9788"/>
                </a:lnTo>
                <a:lnTo>
                  <a:pt x="46838" y="9404"/>
                </a:lnTo>
                <a:lnTo>
                  <a:pt x="47201" y="9021"/>
                </a:lnTo>
                <a:lnTo>
                  <a:pt x="47585" y="8658"/>
                </a:lnTo>
                <a:lnTo>
                  <a:pt x="48372" y="7911"/>
                </a:lnTo>
                <a:lnTo>
                  <a:pt x="49159" y="7185"/>
                </a:lnTo>
                <a:lnTo>
                  <a:pt x="50329" y="6135"/>
                </a:lnTo>
                <a:lnTo>
                  <a:pt x="50894" y="5590"/>
                </a:lnTo>
                <a:lnTo>
                  <a:pt x="51459" y="5025"/>
                </a:lnTo>
                <a:lnTo>
                  <a:pt x="51742" y="4702"/>
                </a:lnTo>
                <a:lnTo>
                  <a:pt x="52024" y="4359"/>
                </a:lnTo>
                <a:lnTo>
                  <a:pt x="52266" y="3976"/>
                </a:lnTo>
                <a:lnTo>
                  <a:pt x="52387" y="3774"/>
                </a:lnTo>
                <a:lnTo>
                  <a:pt x="52468" y="3572"/>
                </a:lnTo>
                <a:lnTo>
                  <a:pt x="52569" y="3371"/>
                </a:lnTo>
                <a:lnTo>
                  <a:pt x="52630" y="3169"/>
                </a:lnTo>
                <a:lnTo>
                  <a:pt x="52670" y="2947"/>
                </a:lnTo>
                <a:lnTo>
                  <a:pt x="52710" y="2745"/>
                </a:lnTo>
                <a:lnTo>
                  <a:pt x="52710" y="2523"/>
                </a:lnTo>
                <a:lnTo>
                  <a:pt x="52690" y="2321"/>
                </a:lnTo>
                <a:lnTo>
                  <a:pt x="52650" y="2099"/>
                </a:lnTo>
                <a:lnTo>
                  <a:pt x="52569" y="1897"/>
                </a:lnTo>
                <a:lnTo>
                  <a:pt x="52468" y="1716"/>
                </a:lnTo>
                <a:lnTo>
                  <a:pt x="52367" y="1534"/>
                </a:lnTo>
                <a:lnTo>
                  <a:pt x="52226" y="1373"/>
                </a:lnTo>
                <a:lnTo>
                  <a:pt x="52065" y="1211"/>
                </a:lnTo>
                <a:lnTo>
                  <a:pt x="51883" y="1070"/>
                </a:lnTo>
                <a:lnTo>
                  <a:pt x="51661" y="909"/>
                </a:lnTo>
                <a:lnTo>
                  <a:pt x="51439" y="788"/>
                </a:lnTo>
                <a:lnTo>
                  <a:pt x="51197" y="666"/>
                </a:lnTo>
                <a:lnTo>
                  <a:pt x="50894" y="525"/>
                </a:lnTo>
                <a:lnTo>
                  <a:pt x="50571" y="424"/>
                </a:lnTo>
                <a:lnTo>
                  <a:pt x="50269" y="323"/>
                </a:lnTo>
                <a:lnTo>
                  <a:pt x="49946" y="243"/>
                </a:lnTo>
                <a:lnTo>
                  <a:pt x="49623" y="182"/>
                </a:lnTo>
                <a:lnTo>
                  <a:pt x="49300" y="122"/>
                </a:lnTo>
                <a:lnTo>
                  <a:pt x="48654" y="41"/>
                </a:lnTo>
                <a:lnTo>
                  <a:pt x="47988" y="1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94" name="Google Shape;1594;p19"/>
          <p:cNvSpPr/>
          <p:nvPr/>
        </p:nvSpPr>
        <p:spPr>
          <a:xfrm>
            <a:off x="7917290" y="1315452"/>
            <a:ext cx="631867" cy="441222"/>
          </a:xfrm>
          <a:custGeom>
            <a:rect b="b" l="l" r="r" t="t"/>
            <a:pathLst>
              <a:path extrusionOk="0" h="7892" w="11302">
                <a:moveTo>
                  <a:pt x="10030" y="82"/>
                </a:moveTo>
                <a:lnTo>
                  <a:pt x="10252" y="102"/>
                </a:lnTo>
                <a:lnTo>
                  <a:pt x="10494" y="142"/>
                </a:lnTo>
                <a:lnTo>
                  <a:pt x="10696" y="203"/>
                </a:lnTo>
                <a:lnTo>
                  <a:pt x="10797" y="243"/>
                </a:lnTo>
                <a:lnTo>
                  <a:pt x="10897" y="304"/>
                </a:lnTo>
                <a:lnTo>
                  <a:pt x="10978" y="364"/>
                </a:lnTo>
                <a:lnTo>
                  <a:pt x="11059" y="445"/>
                </a:lnTo>
                <a:lnTo>
                  <a:pt x="11119" y="526"/>
                </a:lnTo>
                <a:lnTo>
                  <a:pt x="11180" y="627"/>
                </a:lnTo>
                <a:lnTo>
                  <a:pt x="11220" y="727"/>
                </a:lnTo>
                <a:lnTo>
                  <a:pt x="11220" y="828"/>
                </a:lnTo>
                <a:lnTo>
                  <a:pt x="11220" y="949"/>
                </a:lnTo>
                <a:lnTo>
                  <a:pt x="11180" y="1050"/>
                </a:lnTo>
                <a:lnTo>
                  <a:pt x="11140" y="1131"/>
                </a:lnTo>
                <a:lnTo>
                  <a:pt x="11079" y="1192"/>
                </a:lnTo>
                <a:lnTo>
                  <a:pt x="11019" y="1252"/>
                </a:lnTo>
                <a:lnTo>
                  <a:pt x="10938" y="1313"/>
                </a:lnTo>
                <a:lnTo>
                  <a:pt x="10756" y="1393"/>
                </a:lnTo>
                <a:lnTo>
                  <a:pt x="10554" y="1474"/>
                </a:lnTo>
                <a:lnTo>
                  <a:pt x="10433" y="1535"/>
                </a:lnTo>
                <a:lnTo>
                  <a:pt x="10131" y="1676"/>
                </a:lnTo>
                <a:lnTo>
                  <a:pt x="9888" y="1858"/>
                </a:lnTo>
                <a:lnTo>
                  <a:pt x="9666" y="2039"/>
                </a:lnTo>
                <a:lnTo>
                  <a:pt x="9505" y="2261"/>
                </a:lnTo>
                <a:lnTo>
                  <a:pt x="9364" y="2503"/>
                </a:lnTo>
                <a:lnTo>
                  <a:pt x="9243" y="2745"/>
                </a:lnTo>
                <a:lnTo>
                  <a:pt x="9021" y="3290"/>
                </a:lnTo>
                <a:lnTo>
                  <a:pt x="8819" y="3795"/>
                </a:lnTo>
                <a:lnTo>
                  <a:pt x="8617" y="4239"/>
                </a:lnTo>
                <a:lnTo>
                  <a:pt x="8415" y="4663"/>
                </a:lnTo>
                <a:lnTo>
                  <a:pt x="8193" y="5046"/>
                </a:lnTo>
                <a:lnTo>
                  <a:pt x="7992" y="5389"/>
                </a:lnTo>
                <a:lnTo>
                  <a:pt x="7749" y="5712"/>
                </a:lnTo>
                <a:lnTo>
                  <a:pt x="7527" y="6015"/>
                </a:lnTo>
                <a:lnTo>
                  <a:pt x="7285" y="6277"/>
                </a:lnTo>
                <a:lnTo>
                  <a:pt x="7023" y="6519"/>
                </a:lnTo>
                <a:lnTo>
                  <a:pt x="6821" y="6701"/>
                </a:lnTo>
                <a:lnTo>
                  <a:pt x="6599" y="6862"/>
                </a:lnTo>
                <a:lnTo>
                  <a:pt x="6357" y="7024"/>
                </a:lnTo>
                <a:lnTo>
                  <a:pt x="6115" y="7165"/>
                </a:lnTo>
                <a:lnTo>
                  <a:pt x="5873" y="7286"/>
                </a:lnTo>
                <a:lnTo>
                  <a:pt x="5630" y="7407"/>
                </a:lnTo>
                <a:lnTo>
                  <a:pt x="5368" y="7508"/>
                </a:lnTo>
                <a:lnTo>
                  <a:pt x="5086" y="7589"/>
                </a:lnTo>
                <a:lnTo>
                  <a:pt x="4823" y="7669"/>
                </a:lnTo>
                <a:lnTo>
                  <a:pt x="4541" y="7730"/>
                </a:lnTo>
                <a:lnTo>
                  <a:pt x="4278" y="7770"/>
                </a:lnTo>
                <a:lnTo>
                  <a:pt x="3996" y="7790"/>
                </a:lnTo>
                <a:lnTo>
                  <a:pt x="3713" y="7811"/>
                </a:lnTo>
                <a:lnTo>
                  <a:pt x="3431" y="7811"/>
                </a:lnTo>
                <a:lnTo>
                  <a:pt x="3169" y="7790"/>
                </a:lnTo>
                <a:lnTo>
                  <a:pt x="2886" y="7750"/>
                </a:lnTo>
                <a:lnTo>
                  <a:pt x="2603" y="7690"/>
                </a:lnTo>
                <a:lnTo>
                  <a:pt x="2321" y="7629"/>
                </a:lnTo>
                <a:lnTo>
                  <a:pt x="2059" y="7528"/>
                </a:lnTo>
                <a:lnTo>
                  <a:pt x="1796" y="7427"/>
                </a:lnTo>
                <a:lnTo>
                  <a:pt x="1554" y="7306"/>
                </a:lnTo>
                <a:lnTo>
                  <a:pt x="1332" y="7165"/>
                </a:lnTo>
                <a:lnTo>
                  <a:pt x="1110" y="7024"/>
                </a:lnTo>
                <a:lnTo>
                  <a:pt x="908" y="6842"/>
                </a:lnTo>
                <a:lnTo>
                  <a:pt x="707" y="6640"/>
                </a:lnTo>
                <a:lnTo>
                  <a:pt x="545" y="6418"/>
                </a:lnTo>
                <a:lnTo>
                  <a:pt x="384" y="6176"/>
                </a:lnTo>
                <a:lnTo>
                  <a:pt x="263" y="5934"/>
                </a:lnTo>
                <a:lnTo>
                  <a:pt x="182" y="5692"/>
                </a:lnTo>
                <a:lnTo>
                  <a:pt x="101" y="5429"/>
                </a:lnTo>
                <a:lnTo>
                  <a:pt x="81" y="5167"/>
                </a:lnTo>
                <a:lnTo>
                  <a:pt x="81" y="4905"/>
                </a:lnTo>
                <a:lnTo>
                  <a:pt x="101" y="4663"/>
                </a:lnTo>
                <a:lnTo>
                  <a:pt x="142" y="4441"/>
                </a:lnTo>
                <a:lnTo>
                  <a:pt x="222" y="4239"/>
                </a:lnTo>
                <a:lnTo>
                  <a:pt x="303" y="4037"/>
                </a:lnTo>
                <a:lnTo>
                  <a:pt x="404" y="3835"/>
                </a:lnTo>
                <a:lnTo>
                  <a:pt x="525" y="3654"/>
                </a:lnTo>
                <a:lnTo>
                  <a:pt x="646" y="3472"/>
                </a:lnTo>
                <a:lnTo>
                  <a:pt x="787" y="3311"/>
                </a:lnTo>
                <a:lnTo>
                  <a:pt x="1090" y="3008"/>
                </a:lnTo>
                <a:lnTo>
                  <a:pt x="1393" y="2745"/>
                </a:lnTo>
                <a:lnTo>
                  <a:pt x="1695" y="2523"/>
                </a:lnTo>
                <a:lnTo>
                  <a:pt x="1978" y="2342"/>
                </a:lnTo>
                <a:lnTo>
                  <a:pt x="2361" y="2120"/>
                </a:lnTo>
                <a:lnTo>
                  <a:pt x="2745" y="1918"/>
                </a:lnTo>
                <a:lnTo>
                  <a:pt x="3128" y="1736"/>
                </a:lnTo>
                <a:lnTo>
                  <a:pt x="3532" y="1555"/>
                </a:lnTo>
                <a:lnTo>
                  <a:pt x="4319" y="1252"/>
                </a:lnTo>
                <a:lnTo>
                  <a:pt x="5106" y="990"/>
                </a:lnTo>
                <a:lnTo>
                  <a:pt x="6175" y="647"/>
                </a:lnTo>
                <a:lnTo>
                  <a:pt x="6740" y="505"/>
                </a:lnTo>
                <a:lnTo>
                  <a:pt x="7326" y="364"/>
                </a:lnTo>
                <a:lnTo>
                  <a:pt x="7911" y="243"/>
                </a:lnTo>
                <a:lnTo>
                  <a:pt x="8496" y="162"/>
                </a:lnTo>
                <a:lnTo>
                  <a:pt x="9101" y="102"/>
                </a:lnTo>
                <a:lnTo>
                  <a:pt x="9727" y="82"/>
                </a:lnTo>
                <a:close/>
                <a:moveTo>
                  <a:pt x="9384" y="1"/>
                </a:moveTo>
                <a:lnTo>
                  <a:pt x="8718" y="62"/>
                </a:lnTo>
                <a:lnTo>
                  <a:pt x="8092" y="142"/>
                </a:lnTo>
                <a:lnTo>
                  <a:pt x="7447" y="243"/>
                </a:lnTo>
                <a:lnTo>
                  <a:pt x="6841" y="384"/>
                </a:lnTo>
                <a:lnTo>
                  <a:pt x="6236" y="546"/>
                </a:lnTo>
                <a:lnTo>
                  <a:pt x="5651" y="727"/>
                </a:lnTo>
                <a:lnTo>
                  <a:pt x="5086" y="909"/>
                </a:lnTo>
                <a:lnTo>
                  <a:pt x="4299" y="1171"/>
                </a:lnTo>
                <a:lnTo>
                  <a:pt x="3491" y="1474"/>
                </a:lnTo>
                <a:lnTo>
                  <a:pt x="3108" y="1656"/>
                </a:lnTo>
                <a:lnTo>
                  <a:pt x="2704" y="1837"/>
                </a:lnTo>
                <a:lnTo>
                  <a:pt x="2321" y="2039"/>
                </a:lnTo>
                <a:lnTo>
                  <a:pt x="1938" y="2261"/>
                </a:lnTo>
                <a:lnTo>
                  <a:pt x="1655" y="2443"/>
                </a:lnTo>
                <a:lnTo>
                  <a:pt x="1352" y="2685"/>
                </a:lnTo>
                <a:lnTo>
                  <a:pt x="1029" y="2947"/>
                </a:lnTo>
                <a:lnTo>
                  <a:pt x="727" y="3250"/>
                </a:lnTo>
                <a:lnTo>
                  <a:pt x="585" y="3432"/>
                </a:lnTo>
                <a:lnTo>
                  <a:pt x="464" y="3613"/>
                </a:lnTo>
                <a:lnTo>
                  <a:pt x="343" y="3795"/>
                </a:lnTo>
                <a:lnTo>
                  <a:pt x="222" y="3997"/>
                </a:lnTo>
                <a:lnTo>
                  <a:pt x="142" y="4219"/>
                </a:lnTo>
                <a:lnTo>
                  <a:pt x="61" y="4441"/>
                </a:lnTo>
                <a:lnTo>
                  <a:pt x="20" y="4663"/>
                </a:lnTo>
                <a:lnTo>
                  <a:pt x="0" y="4905"/>
                </a:lnTo>
                <a:lnTo>
                  <a:pt x="0" y="5167"/>
                </a:lnTo>
                <a:lnTo>
                  <a:pt x="20" y="5429"/>
                </a:lnTo>
                <a:lnTo>
                  <a:pt x="101" y="5712"/>
                </a:lnTo>
                <a:lnTo>
                  <a:pt x="202" y="5974"/>
                </a:lnTo>
                <a:lnTo>
                  <a:pt x="323" y="6216"/>
                </a:lnTo>
                <a:lnTo>
                  <a:pt x="485" y="6459"/>
                </a:lnTo>
                <a:lnTo>
                  <a:pt x="646" y="6701"/>
                </a:lnTo>
                <a:lnTo>
                  <a:pt x="868" y="6903"/>
                </a:lnTo>
                <a:lnTo>
                  <a:pt x="1070" y="7084"/>
                </a:lnTo>
                <a:lnTo>
                  <a:pt x="1272" y="7225"/>
                </a:lnTo>
                <a:lnTo>
                  <a:pt x="1514" y="7367"/>
                </a:lnTo>
                <a:lnTo>
                  <a:pt x="1756" y="7488"/>
                </a:lnTo>
                <a:lnTo>
                  <a:pt x="2018" y="7609"/>
                </a:lnTo>
                <a:lnTo>
                  <a:pt x="2301" y="7690"/>
                </a:lnTo>
                <a:lnTo>
                  <a:pt x="2583" y="7770"/>
                </a:lnTo>
                <a:lnTo>
                  <a:pt x="2886" y="7831"/>
                </a:lnTo>
                <a:lnTo>
                  <a:pt x="3269" y="7871"/>
                </a:lnTo>
                <a:lnTo>
                  <a:pt x="3673" y="7891"/>
                </a:lnTo>
                <a:lnTo>
                  <a:pt x="4137" y="7871"/>
                </a:lnTo>
                <a:lnTo>
                  <a:pt x="4601" y="7811"/>
                </a:lnTo>
                <a:lnTo>
                  <a:pt x="5045" y="7710"/>
                </a:lnTo>
                <a:lnTo>
                  <a:pt x="5489" y="7548"/>
                </a:lnTo>
                <a:lnTo>
                  <a:pt x="5913" y="7367"/>
                </a:lnTo>
                <a:lnTo>
                  <a:pt x="6337" y="7145"/>
                </a:lnTo>
                <a:lnTo>
                  <a:pt x="6720" y="6882"/>
                </a:lnTo>
                <a:lnTo>
                  <a:pt x="7083" y="6580"/>
                </a:lnTo>
                <a:lnTo>
                  <a:pt x="7346" y="6338"/>
                </a:lnTo>
                <a:lnTo>
                  <a:pt x="7588" y="6055"/>
                </a:lnTo>
                <a:lnTo>
                  <a:pt x="7830" y="5752"/>
                </a:lnTo>
                <a:lnTo>
                  <a:pt x="8052" y="5429"/>
                </a:lnTo>
                <a:lnTo>
                  <a:pt x="8274" y="5086"/>
                </a:lnTo>
                <a:lnTo>
                  <a:pt x="8476" y="4703"/>
                </a:lnTo>
                <a:lnTo>
                  <a:pt x="8698" y="4279"/>
                </a:lnTo>
                <a:lnTo>
                  <a:pt x="8900" y="3815"/>
                </a:lnTo>
                <a:lnTo>
                  <a:pt x="9101" y="3311"/>
                </a:lnTo>
                <a:lnTo>
                  <a:pt x="9303" y="2786"/>
                </a:lnTo>
                <a:lnTo>
                  <a:pt x="9424" y="2544"/>
                </a:lnTo>
                <a:lnTo>
                  <a:pt x="9566" y="2322"/>
                </a:lnTo>
                <a:lnTo>
                  <a:pt x="9727" y="2100"/>
                </a:lnTo>
                <a:lnTo>
                  <a:pt x="9929" y="1918"/>
                </a:lnTo>
                <a:lnTo>
                  <a:pt x="10171" y="1757"/>
                </a:lnTo>
                <a:lnTo>
                  <a:pt x="10454" y="1615"/>
                </a:lnTo>
                <a:lnTo>
                  <a:pt x="10595" y="1555"/>
                </a:lnTo>
                <a:lnTo>
                  <a:pt x="10797" y="1474"/>
                </a:lnTo>
                <a:lnTo>
                  <a:pt x="10978" y="1373"/>
                </a:lnTo>
                <a:lnTo>
                  <a:pt x="11059" y="1313"/>
                </a:lnTo>
                <a:lnTo>
                  <a:pt x="11140" y="1252"/>
                </a:lnTo>
                <a:lnTo>
                  <a:pt x="11200" y="1171"/>
                </a:lnTo>
                <a:lnTo>
                  <a:pt x="11261" y="1071"/>
                </a:lnTo>
                <a:lnTo>
                  <a:pt x="11301" y="970"/>
                </a:lnTo>
                <a:lnTo>
                  <a:pt x="11301" y="849"/>
                </a:lnTo>
                <a:lnTo>
                  <a:pt x="11301" y="727"/>
                </a:lnTo>
                <a:lnTo>
                  <a:pt x="11261" y="606"/>
                </a:lnTo>
                <a:lnTo>
                  <a:pt x="11200" y="485"/>
                </a:lnTo>
                <a:lnTo>
                  <a:pt x="11119" y="384"/>
                </a:lnTo>
                <a:lnTo>
                  <a:pt x="11039" y="304"/>
                </a:lnTo>
                <a:lnTo>
                  <a:pt x="10938" y="223"/>
                </a:lnTo>
                <a:lnTo>
                  <a:pt x="10837" y="162"/>
                </a:lnTo>
                <a:lnTo>
                  <a:pt x="10736" y="122"/>
                </a:lnTo>
                <a:lnTo>
                  <a:pt x="10514" y="62"/>
                </a:lnTo>
                <a:lnTo>
                  <a:pt x="10272" y="21"/>
                </a:lnTo>
                <a:lnTo>
                  <a:pt x="10030" y="1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95" name="Google Shape;1595;p19"/>
          <p:cNvSpPr/>
          <p:nvPr/>
        </p:nvSpPr>
        <p:spPr>
          <a:xfrm>
            <a:off x="1573619" y="4469485"/>
            <a:ext cx="935332" cy="741278"/>
          </a:xfrm>
          <a:custGeom>
            <a:rect b="b" l="l" r="r" t="t"/>
            <a:pathLst>
              <a:path extrusionOk="0" h="13259" w="16730">
                <a:moveTo>
                  <a:pt x="14550" y="81"/>
                </a:moveTo>
                <a:lnTo>
                  <a:pt x="14772" y="122"/>
                </a:lnTo>
                <a:lnTo>
                  <a:pt x="15014" y="202"/>
                </a:lnTo>
                <a:lnTo>
                  <a:pt x="15216" y="324"/>
                </a:lnTo>
                <a:lnTo>
                  <a:pt x="15438" y="465"/>
                </a:lnTo>
                <a:lnTo>
                  <a:pt x="15640" y="667"/>
                </a:lnTo>
                <a:lnTo>
                  <a:pt x="15821" y="889"/>
                </a:lnTo>
                <a:lnTo>
                  <a:pt x="15983" y="1131"/>
                </a:lnTo>
                <a:lnTo>
                  <a:pt x="16144" y="1413"/>
                </a:lnTo>
                <a:lnTo>
                  <a:pt x="16245" y="1655"/>
                </a:lnTo>
                <a:lnTo>
                  <a:pt x="16346" y="1898"/>
                </a:lnTo>
                <a:lnTo>
                  <a:pt x="16427" y="2140"/>
                </a:lnTo>
                <a:lnTo>
                  <a:pt x="16487" y="2422"/>
                </a:lnTo>
                <a:lnTo>
                  <a:pt x="16548" y="2685"/>
                </a:lnTo>
                <a:lnTo>
                  <a:pt x="16588" y="2967"/>
                </a:lnTo>
                <a:lnTo>
                  <a:pt x="16628" y="3250"/>
                </a:lnTo>
                <a:lnTo>
                  <a:pt x="16649" y="3552"/>
                </a:lnTo>
                <a:lnTo>
                  <a:pt x="16649" y="3855"/>
                </a:lnTo>
                <a:lnTo>
                  <a:pt x="16649" y="4178"/>
                </a:lnTo>
                <a:lnTo>
                  <a:pt x="16588" y="4844"/>
                </a:lnTo>
                <a:lnTo>
                  <a:pt x="16487" y="5550"/>
                </a:lnTo>
                <a:lnTo>
                  <a:pt x="16326" y="6317"/>
                </a:lnTo>
                <a:lnTo>
                  <a:pt x="16144" y="7044"/>
                </a:lnTo>
                <a:lnTo>
                  <a:pt x="15942" y="7709"/>
                </a:lnTo>
                <a:lnTo>
                  <a:pt x="15720" y="8315"/>
                </a:lnTo>
                <a:lnTo>
                  <a:pt x="15458" y="8860"/>
                </a:lnTo>
                <a:lnTo>
                  <a:pt x="15317" y="9122"/>
                </a:lnTo>
                <a:lnTo>
                  <a:pt x="15176" y="9364"/>
                </a:lnTo>
                <a:lnTo>
                  <a:pt x="15014" y="9586"/>
                </a:lnTo>
                <a:lnTo>
                  <a:pt x="14873" y="9808"/>
                </a:lnTo>
                <a:lnTo>
                  <a:pt x="14691" y="10010"/>
                </a:lnTo>
                <a:lnTo>
                  <a:pt x="14530" y="10212"/>
                </a:lnTo>
                <a:lnTo>
                  <a:pt x="14348" y="10393"/>
                </a:lnTo>
                <a:lnTo>
                  <a:pt x="14146" y="10555"/>
                </a:lnTo>
                <a:lnTo>
                  <a:pt x="13803" y="10837"/>
                </a:lnTo>
                <a:lnTo>
                  <a:pt x="13440" y="11080"/>
                </a:lnTo>
                <a:lnTo>
                  <a:pt x="13036" y="11302"/>
                </a:lnTo>
                <a:lnTo>
                  <a:pt x="12633" y="11483"/>
                </a:lnTo>
                <a:lnTo>
                  <a:pt x="12229" y="11665"/>
                </a:lnTo>
                <a:lnTo>
                  <a:pt x="11805" y="11806"/>
                </a:lnTo>
                <a:lnTo>
                  <a:pt x="11402" y="11947"/>
                </a:lnTo>
                <a:lnTo>
                  <a:pt x="10978" y="12068"/>
                </a:lnTo>
                <a:lnTo>
                  <a:pt x="10373" y="12230"/>
                </a:lnTo>
                <a:lnTo>
                  <a:pt x="9787" y="12371"/>
                </a:lnTo>
                <a:lnTo>
                  <a:pt x="9202" y="12512"/>
                </a:lnTo>
                <a:lnTo>
                  <a:pt x="8597" y="12633"/>
                </a:lnTo>
                <a:lnTo>
                  <a:pt x="7991" y="12734"/>
                </a:lnTo>
                <a:lnTo>
                  <a:pt x="7386" y="12835"/>
                </a:lnTo>
                <a:lnTo>
                  <a:pt x="6801" y="12936"/>
                </a:lnTo>
                <a:lnTo>
                  <a:pt x="6195" y="12997"/>
                </a:lnTo>
                <a:lnTo>
                  <a:pt x="5590" y="13057"/>
                </a:lnTo>
                <a:lnTo>
                  <a:pt x="4964" y="13118"/>
                </a:lnTo>
                <a:lnTo>
                  <a:pt x="4359" y="13158"/>
                </a:lnTo>
                <a:lnTo>
                  <a:pt x="3754" y="13178"/>
                </a:lnTo>
                <a:lnTo>
                  <a:pt x="1917" y="13178"/>
                </a:lnTo>
                <a:lnTo>
                  <a:pt x="1312" y="13138"/>
                </a:lnTo>
                <a:lnTo>
                  <a:pt x="1070" y="13118"/>
                </a:lnTo>
                <a:lnTo>
                  <a:pt x="848" y="13077"/>
                </a:lnTo>
                <a:lnTo>
                  <a:pt x="646" y="13017"/>
                </a:lnTo>
                <a:lnTo>
                  <a:pt x="484" y="12956"/>
                </a:lnTo>
                <a:lnTo>
                  <a:pt x="343" y="12855"/>
                </a:lnTo>
                <a:lnTo>
                  <a:pt x="242" y="12754"/>
                </a:lnTo>
                <a:lnTo>
                  <a:pt x="162" y="12613"/>
                </a:lnTo>
                <a:lnTo>
                  <a:pt x="101" y="12472"/>
                </a:lnTo>
                <a:lnTo>
                  <a:pt x="81" y="12351"/>
                </a:lnTo>
                <a:lnTo>
                  <a:pt x="81" y="12210"/>
                </a:lnTo>
                <a:lnTo>
                  <a:pt x="101" y="12068"/>
                </a:lnTo>
                <a:lnTo>
                  <a:pt x="121" y="11907"/>
                </a:lnTo>
                <a:lnTo>
                  <a:pt x="182" y="11745"/>
                </a:lnTo>
                <a:lnTo>
                  <a:pt x="242" y="11584"/>
                </a:lnTo>
                <a:lnTo>
                  <a:pt x="384" y="11241"/>
                </a:lnTo>
                <a:lnTo>
                  <a:pt x="606" y="10878"/>
                </a:lnTo>
                <a:lnTo>
                  <a:pt x="848" y="10515"/>
                </a:lnTo>
                <a:lnTo>
                  <a:pt x="1110" y="10131"/>
                </a:lnTo>
                <a:lnTo>
                  <a:pt x="1413" y="9768"/>
                </a:lnTo>
                <a:lnTo>
                  <a:pt x="1715" y="9405"/>
                </a:lnTo>
                <a:lnTo>
                  <a:pt x="2038" y="9062"/>
                </a:lnTo>
                <a:lnTo>
                  <a:pt x="2341" y="8739"/>
                </a:lnTo>
                <a:lnTo>
                  <a:pt x="2644" y="8456"/>
                </a:lnTo>
                <a:lnTo>
                  <a:pt x="2926" y="8194"/>
                </a:lnTo>
                <a:lnTo>
                  <a:pt x="3189" y="7972"/>
                </a:lnTo>
                <a:lnTo>
                  <a:pt x="3411" y="7790"/>
                </a:lnTo>
                <a:lnTo>
                  <a:pt x="3592" y="7669"/>
                </a:lnTo>
                <a:lnTo>
                  <a:pt x="4198" y="7306"/>
                </a:lnTo>
                <a:lnTo>
                  <a:pt x="4823" y="6983"/>
                </a:lnTo>
                <a:lnTo>
                  <a:pt x="6095" y="6357"/>
                </a:lnTo>
                <a:lnTo>
                  <a:pt x="6720" y="6055"/>
                </a:lnTo>
                <a:lnTo>
                  <a:pt x="7346" y="5752"/>
                </a:lnTo>
                <a:lnTo>
                  <a:pt x="7971" y="5409"/>
                </a:lnTo>
                <a:lnTo>
                  <a:pt x="8597" y="5066"/>
                </a:lnTo>
                <a:lnTo>
                  <a:pt x="9101" y="4723"/>
                </a:lnTo>
                <a:lnTo>
                  <a:pt x="9606" y="4360"/>
                </a:lnTo>
                <a:lnTo>
                  <a:pt x="10110" y="3976"/>
                </a:lnTo>
                <a:lnTo>
                  <a:pt x="10574" y="3573"/>
                </a:lnTo>
                <a:lnTo>
                  <a:pt x="11018" y="3149"/>
                </a:lnTo>
                <a:lnTo>
                  <a:pt x="11442" y="2705"/>
                </a:lnTo>
                <a:lnTo>
                  <a:pt x="11866" y="2241"/>
                </a:lnTo>
                <a:lnTo>
                  <a:pt x="12249" y="1756"/>
                </a:lnTo>
                <a:lnTo>
                  <a:pt x="12290" y="1716"/>
                </a:lnTo>
                <a:lnTo>
                  <a:pt x="12754" y="1131"/>
                </a:lnTo>
                <a:lnTo>
                  <a:pt x="12996" y="868"/>
                </a:lnTo>
                <a:lnTo>
                  <a:pt x="13238" y="606"/>
                </a:lnTo>
                <a:lnTo>
                  <a:pt x="13521" y="404"/>
                </a:lnTo>
                <a:lnTo>
                  <a:pt x="13662" y="303"/>
                </a:lnTo>
                <a:lnTo>
                  <a:pt x="13803" y="223"/>
                </a:lnTo>
                <a:lnTo>
                  <a:pt x="13965" y="162"/>
                </a:lnTo>
                <a:lnTo>
                  <a:pt x="14126" y="122"/>
                </a:lnTo>
                <a:lnTo>
                  <a:pt x="14288" y="102"/>
                </a:lnTo>
                <a:lnTo>
                  <a:pt x="14449" y="81"/>
                </a:lnTo>
                <a:close/>
                <a:moveTo>
                  <a:pt x="14368" y="1"/>
                </a:moveTo>
                <a:lnTo>
                  <a:pt x="14187" y="21"/>
                </a:lnTo>
                <a:lnTo>
                  <a:pt x="14025" y="61"/>
                </a:lnTo>
                <a:lnTo>
                  <a:pt x="13864" y="122"/>
                </a:lnTo>
                <a:lnTo>
                  <a:pt x="13702" y="202"/>
                </a:lnTo>
                <a:lnTo>
                  <a:pt x="13541" y="283"/>
                </a:lnTo>
                <a:lnTo>
                  <a:pt x="13400" y="384"/>
                </a:lnTo>
                <a:lnTo>
                  <a:pt x="13238" y="505"/>
                </a:lnTo>
                <a:lnTo>
                  <a:pt x="12976" y="768"/>
                </a:lnTo>
                <a:lnTo>
                  <a:pt x="12714" y="1050"/>
                </a:lnTo>
                <a:lnTo>
                  <a:pt x="12451" y="1353"/>
                </a:lnTo>
                <a:lnTo>
                  <a:pt x="12229" y="1655"/>
                </a:lnTo>
                <a:lnTo>
                  <a:pt x="12189" y="1716"/>
                </a:lnTo>
                <a:lnTo>
                  <a:pt x="11805" y="2200"/>
                </a:lnTo>
                <a:lnTo>
                  <a:pt x="11382" y="2664"/>
                </a:lnTo>
                <a:lnTo>
                  <a:pt x="10958" y="3088"/>
                </a:lnTo>
                <a:lnTo>
                  <a:pt x="10514" y="3512"/>
                </a:lnTo>
                <a:lnTo>
                  <a:pt x="10050" y="3916"/>
                </a:lnTo>
                <a:lnTo>
                  <a:pt x="9565" y="4299"/>
                </a:lnTo>
                <a:lnTo>
                  <a:pt x="9061" y="4662"/>
                </a:lnTo>
                <a:lnTo>
                  <a:pt x="8556" y="4985"/>
                </a:lnTo>
                <a:lnTo>
                  <a:pt x="7931" y="5348"/>
                </a:lnTo>
                <a:lnTo>
                  <a:pt x="7305" y="5671"/>
                </a:lnTo>
                <a:lnTo>
                  <a:pt x="6680" y="5994"/>
                </a:lnTo>
                <a:lnTo>
                  <a:pt x="6054" y="6297"/>
                </a:lnTo>
                <a:lnTo>
                  <a:pt x="4783" y="6902"/>
                </a:lnTo>
                <a:lnTo>
                  <a:pt x="4157" y="7245"/>
                </a:lnTo>
                <a:lnTo>
                  <a:pt x="3552" y="7588"/>
                </a:lnTo>
                <a:lnTo>
                  <a:pt x="3370" y="7709"/>
                </a:lnTo>
                <a:lnTo>
                  <a:pt x="3168" y="7891"/>
                </a:lnTo>
                <a:lnTo>
                  <a:pt x="2624" y="8375"/>
                </a:lnTo>
                <a:lnTo>
                  <a:pt x="2321" y="8658"/>
                </a:lnTo>
                <a:lnTo>
                  <a:pt x="1998" y="8981"/>
                </a:lnTo>
                <a:lnTo>
                  <a:pt x="1675" y="9344"/>
                </a:lnTo>
                <a:lnTo>
                  <a:pt x="1352" y="9707"/>
                </a:lnTo>
                <a:lnTo>
                  <a:pt x="1050" y="10071"/>
                </a:lnTo>
                <a:lnTo>
                  <a:pt x="787" y="10454"/>
                </a:lnTo>
                <a:lnTo>
                  <a:pt x="525" y="10837"/>
                </a:lnTo>
                <a:lnTo>
                  <a:pt x="323" y="11201"/>
                </a:lnTo>
                <a:lnTo>
                  <a:pt x="162" y="11564"/>
                </a:lnTo>
                <a:lnTo>
                  <a:pt x="101" y="11725"/>
                </a:lnTo>
                <a:lnTo>
                  <a:pt x="41" y="11907"/>
                </a:lnTo>
                <a:lnTo>
                  <a:pt x="20" y="12068"/>
                </a:lnTo>
                <a:lnTo>
                  <a:pt x="0" y="12210"/>
                </a:lnTo>
                <a:lnTo>
                  <a:pt x="0" y="12371"/>
                </a:lnTo>
                <a:lnTo>
                  <a:pt x="41" y="12492"/>
                </a:lnTo>
                <a:lnTo>
                  <a:pt x="81" y="12654"/>
                </a:lnTo>
                <a:lnTo>
                  <a:pt x="182" y="12795"/>
                </a:lnTo>
                <a:lnTo>
                  <a:pt x="283" y="12916"/>
                </a:lnTo>
                <a:lnTo>
                  <a:pt x="444" y="13017"/>
                </a:lnTo>
                <a:lnTo>
                  <a:pt x="606" y="13098"/>
                </a:lnTo>
                <a:lnTo>
                  <a:pt x="807" y="13158"/>
                </a:lnTo>
                <a:lnTo>
                  <a:pt x="1050" y="13198"/>
                </a:lnTo>
                <a:lnTo>
                  <a:pt x="1312" y="13219"/>
                </a:lnTo>
                <a:lnTo>
                  <a:pt x="2099" y="13259"/>
                </a:lnTo>
                <a:lnTo>
                  <a:pt x="2886" y="13259"/>
                </a:lnTo>
                <a:lnTo>
                  <a:pt x="3915" y="13239"/>
                </a:lnTo>
                <a:lnTo>
                  <a:pt x="4944" y="13198"/>
                </a:lnTo>
                <a:lnTo>
                  <a:pt x="5973" y="13098"/>
                </a:lnTo>
                <a:lnTo>
                  <a:pt x="6982" y="12976"/>
                </a:lnTo>
                <a:lnTo>
                  <a:pt x="7991" y="12835"/>
                </a:lnTo>
                <a:lnTo>
                  <a:pt x="9000" y="12633"/>
                </a:lnTo>
                <a:lnTo>
                  <a:pt x="10009" y="12411"/>
                </a:lnTo>
                <a:lnTo>
                  <a:pt x="10998" y="12149"/>
                </a:lnTo>
                <a:lnTo>
                  <a:pt x="11422" y="12028"/>
                </a:lnTo>
                <a:lnTo>
                  <a:pt x="11846" y="11887"/>
                </a:lnTo>
                <a:lnTo>
                  <a:pt x="12270" y="11725"/>
                </a:lnTo>
                <a:lnTo>
                  <a:pt x="12673" y="11564"/>
                </a:lnTo>
                <a:lnTo>
                  <a:pt x="13077" y="11362"/>
                </a:lnTo>
                <a:lnTo>
                  <a:pt x="13480" y="11160"/>
                </a:lnTo>
                <a:lnTo>
                  <a:pt x="13844" y="10898"/>
                </a:lnTo>
                <a:lnTo>
                  <a:pt x="14207" y="10615"/>
                </a:lnTo>
                <a:lnTo>
                  <a:pt x="14409" y="10454"/>
                </a:lnTo>
                <a:lnTo>
                  <a:pt x="14590" y="10272"/>
                </a:lnTo>
                <a:lnTo>
                  <a:pt x="14752" y="10071"/>
                </a:lnTo>
                <a:lnTo>
                  <a:pt x="14933" y="9869"/>
                </a:lnTo>
                <a:lnTo>
                  <a:pt x="15095" y="9647"/>
                </a:lnTo>
                <a:lnTo>
                  <a:pt x="15236" y="9405"/>
                </a:lnTo>
                <a:lnTo>
                  <a:pt x="15398" y="9162"/>
                </a:lnTo>
                <a:lnTo>
                  <a:pt x="15519" y="8900"/>
                </a:lnTo>
                <a:lnTo>
                  <a:pt x="15781" y="8355"/>
                </a:lnTo>
                <a:lnTo>
                  <a:pt x="16023" y="7730"/>
                </a:lnTo>
                <a:lnTo>
                  <a:pt x="16225" y="7064"/>
                </a:lnTo>
                <a:lnTo>
                  <a:pt x="16407" y="6337"/>
                </a:lnTo>
                <a:lnTo>
                  <a:pt x="16568" y="5570"/>
                </a:lnTo>
                <a:lnTo>
                  <a:pt x="16669" y="4844"/>
                </a:lnTo>
                <a:lnTo>
                  <a:pt x="16729" y="4178"/>
                </a:lnTo>
                <a:lnTo>
                  <a:pt x="16729" y="3855"/>
                </a:lnTo>
                <a:lnTo>
                  <a:pt x="16729" y="3532"/>
                </a:lnTo>
                <a:lnTo>
                  <a:pt x="16709" y="3250"/>
                </a:lnTo>
                <a:lnTo>
                  <a:pt x="16669" y="2947"/>
                </a:lnTo>
                <a:lnTo>
                  <a:pt x="16628" y="2664"/>
                </a:lnTo>
                <a:lnTo>
                  <a:pt x="16568" y="2382"/>
                </a:lnTo>
                <a:lnTo>
                  <a:pt x="16507" y="2120"/>
                </a:lnTo>
                <a:lnTo>
                  <a:pt x="16427" y="1857"/>
                </a:lnTo>
                <a:lnTo>
                  <a:pt x="16326" y="1615"/>
                </a:lnTo>
                <a:lnTo>
                  <a:pt x="16205" y="1373"/>
                </a:lnTo>
                <a:lnTo>
                  <a:pt x="16063" y="1090"/>
                </a:lnTo>
                <a:lnTo>
                  <a:pt x="15882" y="828"/>
                </a:lnTo>
                <a:lnTo>
                  <a:pt x="15680" y="606"/>
                </a:lnTo>
                <a:lnTo>
                  <a:pt x="15478" y="404"/>
                </a:lnTo>
                <a:lnTo>
                  <a:pt x="15256" y="243"/>
                </a:lnTo>
                <a:lnTo>
                  <a:pt x="15034" y="122"/>
                </a:lnTo>
                <a:lnTo>
                  <a:pt x="14792" y="41"/>
                </a:lnTo>
                <a:lnTo>
                  <a:pt x="14550" y="1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96" name="Google Shape;1596;p19"/>
          <p:cNvSpPr/>
          <p:nvPr/>
        </p:nvSpPr>
        <p:spPr>
          <a:xfrm rot="3449335">
            <a:off x="1554254" y="-1020347"/>
            <a:ext cx="1395586" cy="1650631"/>
          </a:xfrm>
          <a:custGeom>
            <a:rect b="b" l="l" r="r" t="t"/>
            <a:pathLst>
              <a:path extrusionOk="0" h="29525" w="24963">
                <a:moveTo>
                  <a:pt x="18727" y="81"/>
                </a:moveTo>
                <a:lnTo>
                  <a:pt x="19211" y="102"/>
                </a:lnTo>
                <a:lnTo>
                  <a:pt x="19514" y="142"/>
                </a:lnTo>
                <a:lnTo>
                  <a:pt x="19837" y="223"/>
                </a:lnTo>
                <a:lnTo>
                  <a:pt x="20140" y="303"/>
                </a:lnTo>
                <a:lnTo>
                  <a:pt x="20442" y="404"/>
                </a:lnTo>
                <a:lnTo>
                  <a:pt x="20745" y="525"/>
                </a:lnTo>
                <a:lnTo>
                  <a:pt x="21048" y="667"/>
                </a:lnTo>
                <a:lnTo>
                  <a:pt x="21330" y="828"/>
                </a:lnTo>
                <a:lnTo>
                  <a:pt x="21613" y="1010"/>
                </a:lnTo>
                <a:lnTo>
                  <a:pt x="21895" y="1212"/>
                </a:lnTo>
                <a:lnTo>
                  <a:pt x="22158" y="1413"/>
                </a:lnTo>
                <a:lnTo>
                  <a:pt x="22420" y="1655"/>
                </a:lnTo>
                <a:lnTo>
                  <a:pt x="22662" y="1898"/>
                </a:lnTo>
                <a:lnTo>
                  <a:pt x="22904" y="2160"/>
                </a:lnTo>
                <a:lnTo>
                  <a:pt x="23126" y="2443"/>
                </a:lnTo>
                <a:lnTo>
                  <a:pt x="23328" y="2725"/>
                </a:lnTo>
                <a:lnTo>
                  <a:pt x="23530" y="3028"/>
                </a:lnTo>
                <a:lnTo>
                  <a:pt x="23691" y="3290"/>
                </a:lnTo>
                <a:lnTo>
                  <a:pt x="23833" y="3573"/>
                </a:lnTo>
                <a:lnTo>
                  <a:pt x="24095" y="4138"/>
                </a:lnTo>
                <a:lnTo>
                  <a:pt x="24317" y="4723"/>
                </a:lnTo>
                <a:lnTo>
                  <a:pt x="24499" y="5369"/>
                </a:lnTo>
                <a:lnTo>
                  <a:pt x="24660" y="6035"/>
                </a:lnTo>
                <a:lnTo>
                  <a:pt x="24761" y="6721"/>
                </a:lnTo>
                <a:lnTo>
                  <a:pt x="24842" y="7467"/>
                </a:lnTo>
                <a:lnTo>
                  <a:pt x="24882" y="8214"/>
                </a:lnTo>
                <a:lnTo>
                  <a:pt x="24882" y="8880"/>
                </a:lnTo>
                <a:lnTo>
                  <a:pt x="24862" y="9546"/>
                </a:lnTo>
                <a:lnTo>
                  <a:pt x="24822" y="10232"/>
                </a:lnTo>
                <a:lnTo>
                  <a:pt x="24761" y="10938"/>
                </a:lnTo>
                <a:lnTo>
                  <a:pt x="24660" y="11665"/>
                </a:lnTo>
                <a:lnTo>
                  <a:pt x="24539" y="12411"/>
                </a:lnTo>
                <a:lnTo>
                  <a:pt x="24398" y="13178"/>
                </a:lnTo>
                <a:lnTo>
                  <a:pt x="24216" y="13986"/>
                </a:lnTo>
                <a:lnTo>
                  <a:pt x="23994" y="14853"/>
                </a:lnTo>
                <a:lnTo>
                  <a:pt x="23873" y="15297"/>
                </a:lnTo>
                <a:lnTo>
                  <a:pt x="23732" y="15721"/>
                </a:lnTo>
                <a:lnTo>
                  <a:pt x="23570" y="16145"/>
                </a:lnTo>
                <a:lnTo>
                  <a:pt x="23369" y="16569"/>
                </a:lnTo>
                <a:lnTo>
                  <a:pt x="23167" y="16972"/>
                </a:lnTo>
                <a:lnTo>
                  <a:pt x="22925" y="17356"/>
                </a:lnTo>
                <a:lnTo>
                  <a:pt x="22682" y="17658"/>
                </a:lnTo>
                <a:lnTo>
                  <a:pt x="22440" y="17961"/>
                </a:lnTo>
                <a:lnTo>
                  <a:pt x="22158" y="18244"/>
                </a:lnTo>
                <a:lnTo>
                  <a:pt x="21875" y="18506"/>
                </a:lnTo>
                <a:lnTo>
                  <a:pt x="21573" y="18748"/>
                </a:lnTo>
                <a:lnTo>
                  <a:pt x="21270" y="18990"/>
                </a:lnTo>
                <a:lnTo>
                  <a:pt x="20947" y="19212"/>
                </a:lnTo>
                <a:lnTo>
                  <a:pt x="20604" y="19414"/>
                </a:lnTo>
                <a:lnTo>
                  <a:pt x="20261" y="19616"/>
                </a:lnTo>
                <a:lnTo>
                  <a:pt x="19918" y="19818"/>
                </a:lnTo>
                <a:lnTo>
                  <a:pt x="19211" y="20181"/>
                </a:lnTo>
                <a:lnTo>
                  <a:pt x="18465" y="20524"/>
                </a:lnTo>
                <a:lnTo>
                  <a:pt x="17738" y="20847"/>
                </a:lnTo>
                <a:lnTo>
                  <a:pt x="17133" y="21109"/>
                </a:lnTo>
                <a:lnTo>
                  <a:pt x="16245" y="21513"/>
                </a:lnTo>
                <a:lnTo>
                  <a:pt x="15418" y="21916"/>
                </a:lnTo>
                <a:lnTo>
                  <a:pt x="14651" y="22340"/>
                </a:lnTo>
                <a:lnTo>
                  <a:pt x="13924" y="22744"/>
                </a:lnTo>
                <a:lnTo>
                  <a:pt x="13258" y="23167"/>
                </a:lnTo>
                <a:lnTo>
                  <a:pt x="12633" y="23611"/>
                </a:lnTo>
                <a:lnTo>
                  <a:pt x="12048" y="24055"/>
                </a:lnTo>
                <a:lnTo>
                  <a:pt x="11503" y="24520"/>
                </a:lnTo>
                <a:lnTo>
                  <a:pt x="11099" y="24883"/>
                </a:lnTo>
                <a:lnTo>
                  <a:pt x="10695" y="25246"/>
                </a:lnTo>
                <a:lnTo>
                  <a:pt x="9949" y="26013"/>
                </a:lnTo>
                <a:lnTo>
                  <a:pt x="9323" y="26638"/>
                </a:lnTo>
                <a:lnTo>
                  <a:pt x="8698" y="27244"/>
                </a:lnTo>
                <a:lnTo>
                  <a:pt x="8355" y="27526"/>
                </a:lnTo>
                <a:lnTo>
                  <a:pt x="8032" y="27809"/>
                </a:lnTo>
                <a:lnTo>
                  <a:pt x="7668" y="28091"/>
                </a:lnTo>
                <a:lnTo>
                  <a:pt x="7325" y="28334"/>
                </a:lnTo>
                <a:lnTo>
                  <a:pt x="6902" y="28596"/>
                </a:lnTo>
                <a:lnTo>
                  <a:pt x="6498" y="28818"/>
                </a:lnTo>
                <a:lnTo>
                  <a:pt x="6094" y="29000"/>
                </a:lnTo>
                <a:lnTo>
                  <a:pt x="5711" y="29141"/>
                </a:lnTo>
                <a:lnTo>
                  <a:pt x="5328" y="29262"/>
                </a:lnTo>
                <a:lnTo>
                  <a:pt x="4964" y="29343"/>
                </a:lnTo>
                <a:lnTo>
                  <a:pt x="4601" y="29403"/>
                </a:lnTo>
                <a:lnTo>
                  <a:pt x="4238" y="29423"/>
                </a:lnTo>
                <a:lnTo>
                  <a:pt x="3915" y="29423"/>
                </a:lnTo>
                <a:lnTo>
                  <a:pt x="3592" y="29403"/>
                </a:lnTo>
                <a:lnTo>
                  <a:pt x="3289" y="29363"/>
                </a:lnTo>
                <a:lnTo>
                  <a:pt x="2987" y="29302"/>
                </a:lnTo>
                <a:lnTo>
                  <a:pt x="2724" y="29221"/>
                </a:lnTo>
                <a:lnTo>
                  <a:pt x="2462" y="29121"/>
                </a:lnTo>
                <a:lnTo>
                  <a:pt x="2240" y="29020"/>
                </a:lnTo>
                <a:lnTo>
                  <a:pt x="2018" y="28899"/>
                </a:lnTo>
                <a:lnTo>
                  <a:pt x="1715" y="28677"/>
                </a:lnTo>
                <a:lnTo>
                  <a:pt x="1433" y="28414"/>
                </a:lnTo>
                <a:lnTo>
                  <a:pt x="1170" y="28132"/>
                </a:lnTo>
                <a:lnTo>
                  <a:pt x="928" y="27809"/>
                </a:lnTo>
                <a:lnTo>
                  <a:pt x="706" y="27446"/>
                </a:lnTo>
                <a:lnTo>
                  <a:pt x="525" y="27062"/>
                </a:lnTo>
                <a:lnTo>
                  <a:pt x="363" y="26659"/>
                </a:lnTo>
                <a:lnTo>
                  <a:pt x="242" y="26235"/>
                </a:lnTo>
                <a:lnTo>
                  <a:pt x="182" y="25952"/>
                </a:lnTo>
                <a:lnTo>
                  <a:pt x="121" y="25670"/>
                </a:lnTo>
                <a:lnTo>
                  <a:pt x="101" y="25387"/>
                </a:lnTo>
                <a:lnTo>
                  <a:pt x="81" y="25105"/>
                </a:lnTo>
                <a:lnTo>
                  <a:pt x="81" y="24802"/>
                </a:lnTo>
                <a:lnTo>
                  <a:pt x="81" y="24520"/>
                </a:lnTo>
                <a:lnTo>
                  <a:pt x="101" y="24237"/>
                </a:lnTo>
                <a:lnTo>
                  <a:pt x="141" y="23954"/>
                </a:lnTo>
                <a:lnTo>
                  <a:pt x="202" y="23672"/>
                </a:lnTo>
                <a:lnTo>
                  <a:pt x="262" y="23389"/>
                </a:lnTo>
                <a:lnTo>
                  <a:pt x="343" y="23107"/>
                </a:lnTo>
                <a:lnTo>
                  <a:pt x="424" y="22824"/>
                </a:lnTo>
                <a:lnTo>
                  <a:pt x="545" y="22562"/>
                </a:lnTo>
                <a:lnTo>
                  <a:pt x="666" y="22300"/>
                </a:lnTo>
                <a:lnTo>
                  <a:pt x="787" y="22037"/>
                </a:lnTo>
                <a:lnTo>
                  <a:pt x="928" y="21795"/>
                </a:lnTo>
                <a:lnTo>
                  <a:pt x="1211" y="21392"/>
                </a:lnTo>
                <a:lnTo>
                  <a:pt x="1514" y="21008"/>
                </a:lnTo>
                <a:lnTo>
                  <a:pt x="1836" y="20645"/>
                </a:lnTo>
                <a:lnTo>
                  <a:pt x="2200" y="20302"/>
                </a:lnTo>
                <a:lnTo>
                  <a:pt x="2563" y="19959"/>
                </a:lnTo>
                <a:lnTo>
                  <a:pt x="2926" y="19656"/>
                </a:lnTo>
                <a:lnTo>
                  <a:pt x="3693" y="19071"/>
                </a:lnTo>
                <a:lnTo>
                  <a:pt x="4238" y="18687"/>
                </a:lnTo>
                <a:lnTo>
                  <a:pt x="4803" y="18304"/>
                </a:lnTo>
                <a:lnTo>
                  <a:pt x="5368" y="17921"/>
                </a:lnTo>
                <a:lnTo>
                  <a:pt x="5953" y="17557"/>
                </a:lnTo>
                <a:lnTo>
                  <a:pt x="6518" y="17194"/>
                </a:lnTo>
                <a:lnTo>
                  <a:pt x="7124" y="16851"/>
                </a:lnTo>
                <a:lnTo>
                  <a:pt x="7709" y="16528"/>
                </a:lnTo>
                <a:lnTo>
                  <a:pt x="8314" y="16205"/>
                </a:lnTo>
                <a:lnTo>
                  <a:pt x="8556" y="16084"/>
                </a:lnTo>
                <a:lnTo>
                  <a:pt x="9162" y="15761"/>
                </a:lnTo>
                <a:lnTo>
                  <a:pt x="9464" y="15580"/>
                </a:lnTo>
                <a:lnTo>
                  <a:pt x="9767" y="15398"/>
                </a:lnTo>
                <a:lnTo>
                  <a:pt x="10050" y="15196"/>
                </a:lnTo>
                <a:lnTo>
                  <a:pt x="10312" y="14995"/>
                </a:lnTo>
                <a:lnTo>
                  <a:pt x="10574" y="14752"/>
                </a:lnTo>
                <a:lnTo>
                  <a:pt x="10796" y="14490"/>
                </a:lnTo>
                <a:lnTo>
                  <a:pt x="10938" y="14308"/>
                </a:lnTo>
                <a:lnTo>
                  <a:pt x="11059" y="14107"/>
                </a:lnTo>
                <a:lnTo>
                  <a:pt x="11180" y="13905"/>
                </a:lnTo>
                <a:lnTo>
                  <a:pt x="11281" y="13683"/>
                </a:lnTo>
                <a:lnTo>
                  <a:pt x="11482" y="13219"/>
                </a:lnTo>
                <a:lnTo>
                  <a:pt x="11624" y="12755"/>
                </a:lnTo>
                <a:lnTo>
                  <a:pt x="11745" y="12270"/>
                </a:lnTo>
                <a:lnTo>
                  <a:pt x="11846" y="11766"/>
                </a:lnTo>
                <a:lnTo>
                  <a:pt x="11926" y="11261"/>
                </a:lnTo>
                <a:lnTo>
                  <a:pt x="11987" y="10777"/>
                </a:lnTo>
                <a:lnTo>
                  <a:pt x="12088" y="9889"/>
                </a:lnTo>
                <a:lnTo>
                  <a:pt x="12169" y="9001"/>
                </a:lnTo>
                <a:lnTo>
                  <a:pt x="12229" y="8153"/>
                </a:lnTo>
                <a:lnTo>
                  <a:pt x="12330" y="7286"/>
                </a:lnTo>
                <a:lnTo>
                  <a:pt x="12451" y="6438"/>
                </a:lnTo>
                <a:lnTo>
                  <a:pt x="12532" y="6014"/>
                </a:lnTo>
                <a:lnTo>
                  <a:pt x="12633" y="5591"/>
                </a:lnTo>
                <a:lnTo>
                  <a:pt x="12814" y="5005"/>
                </a:lnTo>
                <a:lnTo>
                  <a:pt x="13016" y="4420"/>
                </a:lnTo>
                <a:lnTo>
                  <a:pt x="13258" y="3875"/>
                </a:lnTo>
                <a:lnTo>
                  <a:pt x="13541" y="3351"/>
                </a:lnTo>
                <a:lnTo>
                  <a:pt x="13844" y="2866"/>
                </a:lnTo>
                <a:lnTo>
                  <a:pt x="14187" y="2422"/>
                </a:lnTo>
                <a:lnTo>
                  <a:pt x="14550" y="1999"/>
                </a:lnTo>
                <a:lnTo>
                  <a:pt x="14933" y="1615"/>
                </a:lnTo>
                <a:lnTo>
                  <a:pt x="15135" y="1434"/>
                </a:lnTo>
                <a:lnTo>
                  <a:pt x="15357" y="1272"/>
                </a:lnTo>
                <a:lnTo>
                  <a:pt x="15801" y="949"/>
                </a:lnTo>
                <a:lnTo>
                  <a:pt x="16265" y="707"/>
                </a:lnTo>
                <a:lnTo>
                  <a:pt x="16729" y="485"/>
                </a:lnTo>
                <a:lnTo>
                  <a:pt x="17234" y="303"/>
                </a:lnTo>
                <a:lnTo>
                  <a:pt x="17738" y="182"/>
                </a:lnTo>
                <a:lnTo>
                  <a:pt x="17980" y="142"/>
                </a:lnTo>
                <a:lnTo>
                  <a:pt x="18223" y="102"/>
                </a:lnTo>
                <a:lnTo>
                  <a:pt x="18485" y="81"/>
                </a:lnTo>
                <a:close/>
                <a:moveTo>
                  <a:pt x="18646" y="1"/>
                </a:moveTo>
                <a:lnTo>
                  <a:pt x="18364" y="21"/>
                </a:lnTo>
                <a:lnTo>
                  <a:pt x="18081" y="41"/>
                </a:lnTo>
                <a:lnTo>
                  <a:pt x="17799" y="81"/>
                </a:lnTo>
                <a:lnTo>
                  <a:pt x="17516" y="142"/>
                </a:lnTo>
                <a:lnTo>
                  <a:pt x="17234" y="223"/>
                </a:lnTo>
                <a:lnTo>
                  <a:pt x="16951" y="324"/>
                </a:lnTo>
                <a:lnTo>
                  <a:pt x="16669" y="425"/>
                </a:lnTo>
                <a:lnTo>
                  <a:pt x="16406" y="546"/>
                </a:lnTo>
                <a:lnTo>
                  <a:pt x="16124" y="667"/>
                </a:lnTo>
                <a:lnTo>
                  <a:pt x="15862" y="828"/>
                </a:lnTo>
                <a:lnTo>
                  <a:pt x="15599" y="990"/>
                </a:lnTo>
                <a:lnTo>
                  <a:pt x="15357" y="1151"/>
                </a:lnTo>
                <a:lnTo>
                  <a:pt x="15115" y="1353"/>
                </a:lnTo>
                <a:lnTo>
                  <a:pt x="14873" y="1555"/>
                </a:lnTo>
                <a:lnTo>
                  <a:pt x="14489" y="1938"/>
                </a:lnTo>
                <a:lnTo>
                  <a:pt x="14126" y="2362"/>
                </a:lnTo>
                <a:lnTo>
                  <a:pt x="13783" y="2826"/>
                </a:lnTo>
                <a:lnTo>
                  <a:pt x="13460" y="3310"/>
                </a:lnTo>
                <a:lnTo>
                  <a:pt x="13198" y="3835"/>
                </a:lnTo>
                <a:lnTo>
                  <a:pt x="12956" y="4400"/>
                </a:lnTo>
                <a:lnTo>
                  <a:pt x="12734" y="4965"/>
                </a:lnTo>
                <a:lnTo>
                  <a:pt x="12552" y="5570"/>
                </a:lnTo>
                <a:lnTo>
                  <a:pt x="12471" y="5994"/>
                </a:lnTo>
                <a:lnTo>
                  <a:pt x="12370" y="6418"/>
                </a:lnTo>
                <a:lnTo>
                  <a:pt x="12310" y="6842"/>
                </a:lnTo>
                <a:lnTo>
                  <a:pt x="12249" y="7286"/>
                </a:lnTo>
                <a:lnTo>
                  <a:pt x="12148" y="8133"/>
                </a:lnTo>
                <a:lnTo>
                  <a:pt x="12088" y="9001"/>
                </a:lnTo>
                <a:lnTo>
                  <a:pt x="12007" y="9889"/>
                </a:lnTo>
                <a:lnTo>
                  <a:pt x="11906" y="10777"/>
                </a:lnTo>
                <a:lnTo>
                  <a:pt x="11846" y="11261"/>
                </a:lnTo>
                <a:lnTo>
                  <a:pt x="11765" y="11746"/>
                </a:lnTo>
                <a:lnTo>
                  <a:pt x="11664" y="12230"/>
                </a:lnTo>
                <a:lnTo>
                  <a:pt x="11543" y="12714"/>
                </a:lnTo>
                <a:lnTo>
                  <a:pt x="11402" y="13198"/>
                </a:lnTo>
                <a:lnTo>
                  <a:pt x="11220" y="13642"/>
                </a:lnTo>
                <a:lnTo>
                  <a:pt x="11119" y="13844"/>
                </a:lnTo>
                <a:lnTo>
                  <a:pt x="10998" y="14066"/>
                </a:lnTo>
                <a:lnTo>
                  <a:pt x="10877" y="14248"/>
                </a:lnTo>
                <a:lnTo>
                  <a:pt x="10736" y="14450"/>
                </a:lnTo>
                <a:lnTo>
                  <a:pt x="10514" y="14692"/>
                </a:lnTo>
                <a:lnTo>
                  <a:pt x="10272" y="14934"/>
                </a:lnTo>
                <a:lnTo>
                  <a:pt x="9989" y="15136"/>
                </a:lnTo>
                <a:lnTo>
                  <a:pt x="9707" y="15338"/>
                </a:lnTo>
                <a:lnTo>
                  <a:pt x="9424" y="15519"/>
                </a:lnTo>
                <a:lnTo>
                  <a:pt x="9121" y="15681"/>
                </a:lnTo>
                <a:lnTo>
                  <a:pt x="8516" y="16004"/>
                </a:lnTo>
                <a:lnTo>
                  <a:pt x="8274" y="16145"/>
                </a:lnTo>
                <a:lnTo>
                  <a:pt x="7668" y="16447"/>
                </a:lnTo>
                <a:lnTo>
                  <a:pt x="7083" y="16791"/>
                </a:lnTo>
                <a:lnTo>
                  <a:pt x="6478" y="17134"/>
                </a:lnTo>
                <a:lnTo>
                  <a:pt x="5913" y="17497"/>
                </a:lnTo>
                <a:lnTo>
                  <a:pt x="5328" y="17860"/>
                </a:lnTo>
                <a:lnTo>
                  <a:pt x="4763" y="18223"/>
                </a:lnTo>
                <a:lnTo>
                  <a:pt x="4198" y="18607"/>
                </a:lnTo>
                <a:lnTo>
                  <a:pt x="3653" y="19010"/>
                </a:lnTo>
                <a:lnTo>
                  <a:pt x="2866" y="19596"/>
                </a:lnTo>
                <a:lnTo>
                  <a:pt x="2502" y="19918"/>
                </a:lnTo>
                <a:lnTo>
                  <a:pt x="2139" y="20241"/>
                </a:lnTo>
                <a:lnTo>
                  <a:pt x="1776" y="20584"/>
                </a:lnTo>
                <a:lnTo>
                  <a:pt x="1453" y="20948"/>
                </a:lnTo>
                <a:lnTo>
                  <a:pt x="1150" y="21331"/>
                </a:lnTo>
                <a:lnTo>
                  <a:pt x="868" y="21755"/>
                </a:lnTo>
                <a:lnTo>
                  <a:pt x="727" y="21997"/>
                </a:lnTo>
                <a:lnTo>
                  <a:pt x="585" y="22259"/>
                </a:lnTo>
                <a:lnTo>
                  <a:pt x="464" y="22542"/>
                </a:lnTo>
                <a:lnTo>
                  <a:pt x="363" y="22804"/>
                </a:lnTo>
                <a:lnTo>
                  <a:pt x="262" y="23087"/>
                </a:lnTo>
                <a:lnTo>
                  <a:pt x="182" y="23369"/>
                </a:lnTo>
                <a:lnTo>
                  <a:pt x="121" y="23652"/>
                </a:lnTo>
                <a:lnTo>
                  <a:pt x="61" y="23934"/>
                </a:lnTo>
                <a:lnTo>
                  <a:pt x="20" y="24217"/>
                </a:lnTo>
                <a:lnTo>
                  <a:pt x="0" y="24520"/>
                </a:lnTo>
                <a:lnTo>
                  <a:pt x="0" y="24802"/>
                </a:lnTo>
                <a:lnTo>
                  <a:pt x="0" y="25105"/>
                </a:lnTo>
                <a:lnTo>
                  <a:pt x="20" y="25387"/>
                </a:lnTo>
                <a:lnTo>
                  <a:pt x="61" y="25690"/>
                </a:lnTo>
                <a:lnTo>
                  <a:pt x="101" y="25972"/>
                </a:lnTo>
                <a:lnTo>
                  <a:pt x="161" y="26255"/>
                </a:lnTo>
                <a:lnTo>
                  <a:pt x="283" y="26699"/>
                </a:lnTo>
                <a:lnTo>
                  <a:pt x="444" y="27103"/>
                </a:lnTo>
                <a:lnTo>
                  <a:pt x="646" y="27486"/>
                </a:lnTo>
                <a:lnTo>
                  <a:pt x="848" y="27849"/>
                </a:lnTo>
                <a:lnTo>
                  <a:pt x="1110" y="28172"/>
                </a:lnTo>
                <a:lnTo>
                  <a:pt x="1372" y="28475"/>
                </a:lnTo>
                <a:lnTo>
                  <a:pt x="1675" y="28737"/>
                </a:lnTo>
                <a:lnTo>
                  <a:pt x="1978" y="28959"/>
                </a:lnTo>
                <a:lnTo>
                  <a:pt x="2220" y="29100"/>
                </a:lnTo>
                <a:lnTo>
                  <a:pt x="2462" y="29221"/>
                </a:lnTo>
                <a:lnTo>
                  <a:pt x="2704" y="29302"/>
                </a:lnTo>
                <a:lnTo>
                  <a:pt x="2967" y="29383"/>
                </a:lnTo>
                <a:lnTo>
                  <a:pt x="3209" y="29443"/>
                </a:lnTo>
                <a:lnTo>
                  <a:pt x="3471" y="29484"/>
                </a:lnTo>
                <a:lnTo>
                  <a:pt x="3733" y="29504"/>
                </a:lnTo>
                <a:lnTo>
                  <a:pt x="3996" y="29524"/>
                </a:lnTo>
                <a:lnTo>
                  <a:pt x="4460" y="29484"/>
                </a:lnTo>
                <a:lnTo>
                  <a:pt x="4904" y="29423"/>
                </a:lnTo>
                <a:lnTo>
                  <a:pt x="5368" y="29322"/>
                </a:lnTo>
                <a:lnTo>
                  <a:pt x="5812" y="29181"/>
                </a:lnTo>
                <a:lnTo>
                  <a:pt x="6236" y="29020"/>
                </a:lnTo>
                <a:lnTo>
                  <a:pt x="6639" y="28838"/>
                </a:lnTo>
                <a:lnTo>
                  <a:pt x="7003" y="28636"/>
                </a:lnTo>
                <a:lnTo>
                  <a:pt x="7366" y="28414"/>
                </a:lnTo>
                <a:lnTo>
                  <a:pt x="7729" y="28152"/>
                </a:lnTo>
                <a:lnTo>
                  <a:pt x="8072" y="27890"/>
                </a:lnTo>
                <a:lnTo>
                  <a:pt x="8415" y="27587"/>
                </a:lnTo>
                <a:lnTo>
                  <a:pt x="8738" y="27304"/>
                </a:lnTo>
                <a:lnTo>
                  <a:pt x="9384" y="26699"/>
                </a:lnTo>
                <a:lnTo>
                  <a:pt x="9989" y="26073"/>
                </a:lnTo>
                <a:lnTo>
                  <a:pt x="10756" y="25307"/>
                </a:lnTo>
                <a:lnTo>
                  <a:pt x="11139" y="24943"/>
                </a:lnTo>
                <a:lnTo>
                  <a:pt x="11543" y="24580"/>
                </a:lnTo>
                <a:lnTo>
                  <a:pt x="12108" y="24116"/>
                </a:lnTo>
                <a:lnTo>
                  <a:pt x="12693" y="23672"/>
                </a:lnTo>
                <a:lnTo>
                  <a:pt x="13299" y="23248"/>
                </a:lnTo>
                <a:lnTo>
                  <a:pt x="13985" y="22824"/>
                </a:lnTo>
                <a:lnTo>
                  <a:pt x="14691" y="22401"/>
                </a:lnTo>
                <a:lnTo>
                  <a:pt x="15458" y="21997"/>
                </a:lnTo>
                <a:lnTo>
                  <a:pt x="16285" y="21593"/>
                </a:lnTo>
                <a:lnTo>
                  <a:pt x="17173" y="21170"/>
                </a:lnTo>
                <a:lnTo>
                  <a:pt x="17758" y="20907"/>
                </a:lnTo>
                <a:lnTo>
                  <a:pt x="18505" y="20584"/>
                </a:lnTo>
                <a:lnTo>
                  <a:pt x="19252" y="20241"/>
                </a:lnTo>
                <a:lnTo>
                  <a:pt x="19958" y="19878"/>
                </a:lnTo>
                <a:lnTo>
                  <a:pt x="20321" y="19696"/>
                </a:lnTo>
                <a:lnTo>
                  <a:pt x="20664" y="19495"/>
                </a:lnTo>
                <a:lnTo>
                  <a:pt x="20987" y="19273"/>
                </a:lnTo>
                <a:lnTo>
                  <a:pt x="21330" y="19051"/>
                </a:lnTo>
                <a:lnTo>
                  <a:pt x="21633" y="18809"/>
                </a:lnTo>
                <a:lnTo>
                  <a:pt x="21936" y="18566"/>
                </a:lnTo>
                <a:lnTo>
                  <a:pt x="22218" y="18304"/>
                </a:lnTo>
                <a:lnTo>
                  <a:pt x="22501" y="18022"/>
                </a:lnTo>
                <a:lnTo>
                  <a:pt x="22743" y="17719"/>
                </a:lnTo>
                <a:lnTo>
                  <a:pt x="22985" y="17396"/>
                </a:lnTo>
                <a:lnTo>
                  <a:pt x="23227" y="17013"/>
                </a:lnTo>
                <a:lnTo>
                  <a:pt x="23449" y="16589"/>
                </a:lnTo>
                <a:lnTo>
                  <a:pt x="23631" y="16185"/>
                </a:lnTo>
                <a:lnTo>
                  <a:pt x="23792" y="15761"/>
                </a:lnTo>
                <a:lnTo>
                  <a:pt x="23954" y="15317"/>
                </a:lnTo>
                <a:lnTo>
                  <a:pt x="24075" y="14873"/>
                </a:lnTo>
                <a:lnTo>
                  <a:pt x="24297" y="14006"/>
                </a:lnTo>
                <a:lnTo>
                  <a:pt x="24478" y="13198"/>
                </a:lnTo>
                <a:lnTo>
                  <a:pt x="24620" y="12432"/>
                </a:lnTo>
                <a:lnTo>
                  <a:pt x="24741" y="11685"/>
                </a:lnTo>
                <a:lnTo>
                  <a:pt x="24842" y="10938"/>
                </a:lnTo>
                <a:lnTo>
                  <a:pt x="24902" y="10232"/>
                </a:lnTo>
                <a:lnTo>
                  <a:pt x="24943" y="9546"/>
                </a:lnTo>
                <a:lnTo>
                  <a:pt x="24963" y="8880"/>
                </a:lnTo>
                <a:lnTo>
                  <a:pt x="24963" y="8214"/>
                </a:lnTo>
                <a:lnTo>
                  <a:pt x="24922" y="7447"/>
                </a:lnTo>
                <a:lnTo>
                  <a:pt x="24842" y="6721"/>
                </a:lnTo>
                <a:lnTo>
                  <a:pt x="24741" y="6014"/>
                </a:lnTo>
                <a:lnTo>
                  <a:pt x="24579" y="5348"/>
                </a:lnTo>
                <a:lnTo>
                  <a:pt x="24398" y="4703"/>
                </a:lnTo>
                <a:lnTo>
                  <a:pt x="24156" y="4097"/>
                </a:lnTo>
                <a:lnTo>
                  <a:pt x="23893" y="3532"/>
                </a:lnTo>
                <a:lnTo>
                  <a:pt x="23752" y="3250"/>
                </a:lnTo>
                <a:lnTo>
                  <a:pt x="23591" y="2987"/>
                </a:lnTo>
                <a:lnTo>
                  <a:pt x="23389" y="2685"/>
                </a:lnTo>
                <a:lnTo>
                  <a:pt x="23187" y="2382"/>
                </a:lnTo>
                <a:lnTo>
                  <a:pt x="22965" y="2099"/>
                </a:lnTo>
                <a:lnTo>
                  <a:pt x="22723" y="1837"/>
                </a:lnTo>
                <a:lnTo>
                  <a:pt x="22460" y="1595"/>
                </a:lnTo>
                <a:lnTo>
                  <a:pt x="22218" y="1353"/>
                </a:lnTo>
                <a:lnTo>
                  <a:pt x="21936" y="1151"/>
                </a:lnTo>
                <a:lnTo>
                  <a:pt x="21653" y="949"/>
                </a:lnTo>
                <a:lnTo>
                  <a:pt x="21371" y="768"/>
                </a:lnTo>
                <a:lnTo>
                  <a:pt x="21088" y="606"/>
                </a:lnTo>
                <a:lnTo>
                  <a:pt x="20785" y="445"/>
                </a:lnTo>
                <a:lnTo>
                  <a:pt x="20483" y="324"/>
                </a:lnTo>
                <a:lnTo>
                  <a:pt x="20160" y="223"/>
                </a:lnTo>
                <a:lnTo>
                  <a:pt x="19857" y="142"/>
                </a:lnTo>
                <a:lnTo>
                  <a:pt x="19534" y="61"/>
                </a:lnTo>
                <a:lnTo>
                  <a:pt x="19211" y="21"/>
                </a:lnTo>
                <a:lnTo>
                  <a:pt x="18929" y="1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97" name="Google Shape;1597;p19"/>
          <p:cNvSpPr/>
          <p:nvPr/>
        </p:nvSpPr>
        <p:spPr>
          <a:xfrm>
            <a:off x="8938198" y="3915546"/>
            <a:ext cx="2259893" cy="1045918"/>
          </a:xfrm>
          <a:custGeom>
            <a:rect b="b" l="l" r="r" t="t"/>
            <a:pathLst>
              <a:path extrusionOk="0" h="18708" w="40422">
                <a:moveTo>
                  <a:pt x="37434" y="81"/>
                </a:moveTo>
                <a:lnTo>
                  <a:pt x="37919" y="101"/>
                </a:lnTo>
                <a:lnTo>
                  <a:pt x="38403" y="162"/>
                </a:lnTo>
                <a:lnTo>
                  <a:pt x="38887" y="263"/>
                </a:lnTo>
                <a:lnTo>
                  <a:pt x="39372" y="384"/>
                </a:lnTo>
                <a:lnTo>
                  <a:pt x="39634" y="485"/>
                </a:lnTo>
                <a:lnTo>
                  <a:pt x="39796" y="566"/>
                </a:lnTo>
                <a:lnTo>
                  <a:pt x="39957" y="666"/>
                </a:lnTo>
                <a:lnTo>
                  <a:pt x="40098" y="808"/>
                </a:lnTo>
                <a:lnTo>
                  <a:pt x="40219" y="949"/>
                </a:lnTo>
                <a:lnTo>
                  <a:pt x="40260" y="1030"/>
                </a:lnTo>
                <a:lnTo>
                  <a:pt x="40300" y="1110"/>
                </a:lnTo>
                <a:lnTo>
                  <a:pt x="40320" y="1211"/>
                </a:lnTo>
                <a:lnTo>
                  <a:pt x="40340" y="1292"/>
                </a:lnTo>
                <a:lnTo>
                  <a:pt x="40320" y="1413"/>
                </a:lnTo>
                <a:lnTo>
                  <a:pt x="40300" y="1534"/>
                </a:lnTo>
                <a:lnTo>
                  <a:pt x="40260" y="1655"/>
                </a:lnTo>
                <a:lnTo>
                  <a:pt x="40199" y="1756"/>
                </a:lnTo>
                <a:lnTo>
                  <a:pt x="40058" y="1958"/>
                </a:lnTo>
                <a:lnTo>
                  <a:pt x="39876" y="2160"/>
                </a:lnTo>
                <a:lnTo>
                  <a:pt x="39513" y="2523"/>
                </a:lnTo>
                <a:lnTo>
                  <a:pt x="39130" y="2886"/>
                </a:lnTo>
                <a:lnTo>
                  <a:pt x="38322" y="3572"/>
                </a:lnTo>
                <a:lnTo>
                  <a:pt x="37677" y="4117"/>
                </a:lnTo>
                <a:lnTo>
                  <a:pt x="37051" y="4682"/>
                </a:lnTo>
                <a:lnTo>
                  <a:pt x="36748" y="4985"/>
                </a:lnTo>
                <a:lnTo>
                  <a:pt x="36466" y="5308"/>
                </a:lnTo>
                <a:lnTo>
                  <a:pt x="36203" y="5631"/>
                </a:lnTo>
                <a:lnTo>
                  <a:pt x="35961" y="5974"/>
                </a:lnTo>
                <a:lnTo>
                  <a:pt x="35719" y="6337"/>
                </a:lnTo>
                <a:lnTo>
                  <a:pt x="35517" y="6700"/>
                </a:lnTo>
                <a:lnTo>
                  <a:pt x="35336" y="7084"/>
                </a:lnTo>
                <a:lnTo>
                  <a:pt x="35174" y="7467"/>
                </a:lnTo>
                <a:lnTo>
                  <a:pt x="34872" y="8254"/>
                </a:lnTo>
                <a:lnTo>
                  <a:pt x="34589" y="9041"/>
                </a:lnTo>
                <a:lnTo>
                  <a:pt x="34307" y="9869"/>
                </a:lnTo>
                <a:lnTo>
                  <a:pt x="34145" y="10292"/>
                </a:lnTo>
                <a:lnTo>
                  <a:pt x="33984" y="10696"/>
                </a:lnTo>
                <a:lnTo>
                  <a:pt x="33802" y="11100"/>
                </a:lnTo>
                <a:lnTo>
                  <a:pt x="33600" y="11503"/>
                </a:lnTo>
                <a:lnTo>
                  <a:pt x="33378" y="11887"/>
                </a:lnTo>
                <a:lnTo>
                  <a:pt x="33136" y="12250"/>
                </a:lnTo>
                <a:lnTo>
                  <a:pt x="32914" y="12512"/>
                </a:lnTo>
                <a:lnTo>
                  <a:pt x="32712" y="12754"/>
                </a:lnTo>
                <a:lnTo>
                  <a:pt x="32470" y="12996"/>
                </a:lnTo>
                <a:lnTo>
                  <a:pt x="32228" y="13239"/>
                </a:lnTo>
                <a:lnTo>
                  <a:pt x="31986" y="13440"/>
                </a:lnTo>
                <a:lnTo>
                  <a:pt x="31724" y="13642"/>
                </a:lnTo>
                <a:lnTo>
                  <a:pt x="31199" y="14026"/>
                </a:lnTo>
                <a:lnTo>
                  <a:pt x="30634" y="14369"/>
                </a:lnTo>
                <a:lnTo>
                  <a:pt x="30069" y="14692"/>
                </a:lnTo>
                <a:lnTo>
                  <a:pt x="29504" y="14954"/>
                </a:lnTo>
                <a:lnTo>
                  <a:pt x="28939" y="15216"/>
                </a:lnTo>
                <a:lnTo>
                  <a:pt x="27970" y="15640"/>
                </a:lnTo>
                <a:lnTo>
                  <a:pt x="26961" y="16024"/>
                </a:lnTo>
                <a:lnTo>
                  <a:pt x="25952" y="16387"/>
                </a:lnTo>
                <a:lnTo>
                  <a:pt x="24923" y="16730"/>
                </a:lnTo>
                <a:lnTo>
                  <a:pt x="23873" y="17033"/>
                </a:lnTo>
                <a:lnTo>
                  <a:pt x="22804" y="17315"/>
                </a:lnTo>
                <a:lnTo>
                  <a:pt x="21714" y="17557"/>
                </a:lnTo>
                <a:lnTo>
                  <a:pt x="20604" y="17799"/>
                </a:lnTo>
                <a:lnTo>
                  <a:pt x="19494" y="18001"/>
                </a:lnTo>
                <a:lnTo>
                  <a:pt x="18344" y="18163"/>
                </a:lnTo>
                <a:lnTo>
                  <a:pt x="17194" y="18304"/>
                </a:lnTo>
                <a:lnTo>
                  <a:pt x="16023" y="18425"/>
                </a:lnTo>
                <a:lnTo>
                  <a:pt x="14833" y="18526"/>
                </a:lnTo>
                <a:lnTo>
                  <a:pt x="13622" y="18586"/>
                </a:lnTo>
                <a:lnTo>
                  <a:pt x="12391" y="18607"/>
                </a:lnTo>
                <a:lnTo>
                  <a:pt x="11160" y="18627"/>
                </a:lnTo>
                <a:lnTo>
                  <a:pt x="10091" y="18607"/>
                </a:lnTo>
                <a:lnTo>
                  <a:pt x="8981" y="18566"/>
                </a:lnTo>
                <a:lnTo>
                  <a:pt x="7810" y="18465"/>
                </a:lnTo>
                <a:lnTo>
                  <a:pt x="7205" y="18405"/>
                </a:lnTo>
                <a:lnTo>
                  <a:pt x="6599" y="18324"/>
                </a:lnTo>
                <a:lnTo>
                  <a:pt x="5994" y="18243"/>
                </a:lnTo>
                <a:lnTo>
                  <a:pt x="5368" y="18122"/>
                </a:lnTo>
                <a:lnTo>
                  <a:pt x="4763" y="17981"/>
                </a:lnTo>
                <a:lnTo>
                  <a:pt x="4137" y="17840"/>
                </a:lnTo>
                <a:lnTo>
                  <a:pt x="3532" y="17658"/>
                </a:lnTo>
                <a:lnTo>
                  <a:pt x="2927" y="17456"/>
                </a:lnTo>
                <a:lnTo>
                  <a:pt x="2321" y="17234"/>
                </a:lnTo>
                <a:lnTo>
                  <a:pt x="1716" y="16972"/>
                </a:lnTo>
                <a:lnTo>
                  <a:pt x="1312" y="16790"/>
                </a:lnTo>
                <a:lnTo>
                  <a:pt x="1131" y="16669"/>
                </a:lnTo>
                <a:lnTo>
                  <a:pt x="949" y="16548"/>
                </a:lnTo>
                <a:lnTo>
                  <a:pt x="767" y="16427"/>
                </a:lnTo>
                <a:lnTo>
                  <a:pt x="606" y="16286"/>
                </a:lnTo>
                <a:lnTo>
                  <a:pt x="465" y="16124"/>
                </a:lnTo>
                <a:lnTo>
                  <a:pt x="323" y="15963"/>
                </a:lnTo>
                <a:lnTo>
                  <a:pt x="243" y="15802"/>
                </a:lnTo>
                <a:lnTo>
                  <a:pt x="162" y="15640"/>
                </a:lnTo>
                <a:lnTo>
                  <a:pt x="122" y="15499"/>
                </a:lnTo>
                <a:lnTo>
                  <a:pt x="101" y="15337"/>
                </a:lnTo>
                <a:lnTo>
                  <a:pt x="81" y="15196"/>
                </a:lnTo>
                <a:lnTo>
                  <a:pt x="101" y="15055"/>
                </a:lnTo>
                <a:lnTo>
                  <a:pt x="122" y="14914"/>
                </a:lnTo>
                <a:lnTo>
                  <a:pt x="162" y="14772"/>
                </a:lnTo>
                <a:lnTo>
                  <a:pt x="222" y="14631"/>
                </a:lnTo>
                <a:lnTo>
                  <a:pt x="283" y="14490"/>
                </a:lnTo>
                <a:lnTo>
                  <a:pt x="444" y="14207"/>
                </a:lnTo>
                <a:lnTo>
                  <a:pt x="646" y="13945"/>
                </a:lnTo>
                <a:lnTo>
                  <a:pt x="868" y="13703"/>
                </a:lnTo>
                <a:lnTo>
                  <a:pt x="1453" y="13077"/>
                </a:lnTo>
                <a:lnTo>
                  <a:pt x="2059" y="12472"/>
                </a:lnTo>
                <a:lnTo>
                  <a:pt x="2684" y="11887"/>
                </a:lnTo>
                <a:lnTo>
                  <a:pt x="3310" y="11322"/>
                </a:lnTo>
                <a:lnTo>
                  <a:pt x="3936" y="10797"/>
                </a:lnTo>
                <a:lnTo>
                  <a:pt x="4602" y="10272"/>
                </a:lnTo>
                <a:lnTo>
                  <a:pt x="5267" y="9768"/>
                </a:lnTo>
                <a:lnTo>
                  <a:pt x="5974" y="9283"/>
                </a:lnTo>
                <a:lnTo>
                  <a:pt x="6680" y="8819"/>
                </a:lnTo>
                <a:lnTo>
                  <a:pt x="7427" y="8355"/>
                </a:lnTo>
                <a:lnTo>
                  <a:pt x="8173" y="7891"/>
                </a:lnTo>
                <a:lnTo>
                  <a:pt x="8960" y="7467"/>
                </a:lnTo>
                <a:lnTo>
                  <a:pt x="9808" y="7003"/>
                </a:lnTo>
                <a:lnTo>
                  <a:pt x="10676" y="6579"/>
                </a:lnTo>
                <a:lnTo>
                  <a:pt x="11564" y="6155"/>
                </a:lnTo>
                <a:lnTo>
                  <a:pt x="12492" y="5752"/>
                </a:lnTo>
                <a:lnTo>
                  <a:pt x="13380" y="5389"/>
                </a:lnTo>
                <a:lnTo>
                  <a:pt x="14268" y="5046"/>
                </a:lnTo>
                <a:lnTo>
                  <a:pt x="15176" y="4702"/>
                </a:lnTo>
                <a:lnTo>
                  <a:pt x="16084" y="4380"/>
                </a:lnTo>
                <a:lnTo>
                  <a:pt x="17012" y="4077"/>
                </a:lnTo>
                <a:lnTo>
                  <a:pt x="17920" y="3794"/>
                </a:lnTo>
                <a:lnTo>
                  <a:pt x="18849" y="3512"/>
                </a:lnTo>
                <a:lnTo>
                  <a:pt x="19777" y="3270"/>
                </a:lnTo>
                <a:lnTo>
                  <a:pt x="21613" y="2765"/>
                </a:lnTo>
                <a:lnTo>
                  <a:pt x="23470" y="2321"/>
                </a:lnTo>
                <a:lnTo>
                  <a:pt x="25286" y="1918"/>
                </a:lnTo>
                <a:lnTo>
                  <a:pt x="27102" y="1534"/>
                </a:lnTo>
                <a:lnTo>
                  <a:pt x="29362" y="1070"/>
                </a:lnTo>
                <a:lnTo>
                  <a:pt x="30452" y="868"/>
                </a:lnTo>
                <a:lnTo>
                  <a:pt x="31502" y="687"/>
                </a:lnTo>
                <a:lnTo>
                  <a:pt x="32531" y="525"/>
                </a:lnTo>
                <a:lnTo>
                  <a:pt x="33560" y="384"/>
                </a:lnTo>
                <a:lnTo>
                  <a:pt x="34569" y="263"/>
                </a:lnTo>
                <a:lnTo>
                  <a:pt x="35578" y="162"/>
                </a:lnTo>
                <a:lnTo>
                  <a:pt x="36486" y="81"/>
                </a:lnTo>
                <a:close/>
                <a:moveTo>
                  <a:pt x="36486" y="1"/>
                </a:moveTo>
                <a:lnTo>
                  <a:pt x="35558" y="81"/>
                </a:lnTo>
                <a:lnTo>
                  <a:pt x="34549" y="182"/>
                </a:lnTo>
                <a:lnTo>
                  <a:pt x="33540" y="303"/>
                </a:lnTo>
                <a:lnTo>
                  <a:pt x="32511" y="444"/>
                </a:lnTo>
                <a:lnTo>
                  <a:pt x="31481" y="606"/>
                </a:lnTo>
                <a:lnTo>
                  <a:pt x="30432" y="788"/>
                </a:lnTo>
                <a:lnTo>
                  <a:pt x="29362" y="989"/>
                </a:lnTo>
                <a:lnTo>
                  <a:pt x="27082" y="1453"/>
                </a:lnTo>
                <a:lnTo>
                  <a:pt x="25286" y="1837"/>
                </a:lnTo>
                <a:lnTo>
                  <a:pt x="23450" y="2241"/>
                </a:lnTo>
                <a:lnTo>
                  <a:pt x="21593" y="2705"/>
                </a:lnTo>
                <a:lnTo>
                  <a:pt x="19757" y="3189"/>
                </a:lnTo>
                <a:lnTo>
                  <a:pt x="18828" y="3451"/>
                </a:lnTo>
                <a:lnTo>
                  <a:pt x="17900" y="3714"/>
                </a:lnTo>
                <a:lnTo>
                  <a:pt x="16992" y="3996"/>
                </a:lnTo>
                <a:lnTo>
                  <a:pt x="16064" y="4299"/>
                </a:lnTo>
                <a:lnTo>
                  <a:pt x="15156" y="4622"/>
                </a:lnTo>
                <a:lnTo>
                  <a:pt x="14248" y="4965"/>
                </a:lnTo>
                <a:lnTo>
                  <a:pt x="13339" y="5308"/>
                </a:lnTo>
                <a:lnTo>
                  <a:pt x="12452" y="5691"/>
                </a:lnTo>
                <a:lnTo>
                  <a:pt x="11543" y="6095"/>
                </a:lnTo>
                <a:lnTo>
                  <a:pt x="10635" y="6499"/>
                </a:lnTo>
                <a:lnTo>
                  <a:pt x="9768" y="6942"/>
                </a:lnTo>
                <a:lnTo>
                  <a:pt x="8920" y="7386"/>
                </a:lnTo>
                <a:lnTo>
                  <a:pt x="8133" y="7830"/>
                </a:lnTo>
                <a:lnTo>
                  <a:pt x="7386" y="8274"/>
                </a:lnTo>
                <a:lnTo>
                  <a:pt x="6640" y="8738"/>
                </a:lnTo>
                <a:lnTo>
                  <a:pt x="5933" y="9223"/>
                </a:lnTo>
                <a:lnTo>
                  <a:pt x="5227" y="9707"/>
                </a:lnTo>
                <a:lnTo>
                  <a:pt x="4541" y="10212"/>
                </a:lnTo>
                <a:lnTo>
                  <a:pt x="3895" y="10736"/>
                </a:lnTo>
                <a:lnTo>
                  <a:pt x="3270" y="11261"/>
                </a:lnTo>
                <a:lnTo>
                  <a:pt x="2624" y="11826"/>
                </a:lnTo>
                <a:lnTo>
                  <a:pt x="1998" y="12411"/>
                </a:lnTo>
                <a:lnTo>
                  <a:pt x="1393" y="13017"/>
                </a:lnTo>
                <a:lnTo>
                  <a:pt x="808" y="13642"/>
                </a:lnTo>
                <a:lnTo>
                  <a:pt x="586" y="13905"/>
                </a:lnTo>
                <a:lnTo>
                  <a:pt x="364" y="14187"/>
                </a:lnTo>
                <a:lnTo>
                  <a:pt x="202" y="14470"/>
                </a:lnTo>
                <a:lnTo>
                  <a:pt x="122" y="14611"/>
                </a:lnTo>
                <a:lnTo>
                  <a:pt x="81" y="14752"/>
                </a:lnTo>
                <a:lnTo>
                  <a:pt x="41" y="14893"/>
                </a:lnTo>
                <a:lnTo>
                  <a:pt x="0" y="15055"/>
                </a:lnTo>
                <a:lnTo>
                  <a:pt x="0" y="15196"/>
                </a:lnTo>
                <a:lnTo>
                  <a:pt x="0" y="15358"/>
                </a:lnTo>
                <a:lnTo>
                  <a:pt x="41" y="15519"/>
                </a:lnTo>
                <a:lnTo>
                  <a:pt x="101" y="15680"/>
                </a:lnTo>
                <a:lnTo>
                  <a:pt x="162" y="15842"/>
                </a:lnTo>
                <a:lnTo>
                  <a:pt x="263" y="16003"/>
                </a:lnTo>
                <a:lnTo>
                  <a:pt x="404" y="16185"/>
                </a:lnTo>
                <a:lnTo>
                  <a:pt x="545" y="16346"/>
                </a:lnTo>
                <a:lnTo>
                  <a:pt x="727" y="16488"/>
                </a:lnTo>
                <a:lnTo>
                  <a:pt x="888" y="16629"/>
                </a:lnTo>
                <a:lnTo>
                  <a:pt x="1090" y="16750"/>
                </a:lnTo>
                <a:lnTo>
                  <a:pt x="1272" y="16851"/>
                </a:lnTo>
                <a:lnTo>
                  <a:pt x="1675" y="17053"/>
                </a:lnTo>
                <a:lnTo>
                  <a:pt x="2281" y="17295"/>
                </a:lnTo>
                <a:lnTo>
                  <a:pt x="2886" y="17537"/>
                </a:lnTo>
                <a:lnTo>
                  <a:pt x="3512" y="17739"/>
                </a:lnTo>
                <a:lnTo>
                  <a:pt x="4117" y="17920"/>
                </a:lnTo>
                <a:lnTo>
                  <a:pt x="4743" y="18062"/>
                </a:lnTo>
                <a:lnTo>
                  <a:pt x="5348" y="18203"/>
                </a:lnTo>
                <a:lnTo>
                  <a:pt x="5974" y="18324"/>
                </a:lnTo>
                <a:lnTo>
                  <a:pt x="6579" y="18405"/>
                </a:lnTo>
                <a:lnTo>
                  <a:pt x="7185" y="18485"/>
                </a:lnTo>
                <a:lnTo>
                  <a:pt x="7790" y="18546"/>
                </a:lnTo>
                <a:lnTo>
                  <a:pt x="8960" y="18647"/>
                </a:lnTo>
                <a:lnTo>
                  <a:pt x="10091" y="18687"/>
                </a:lnTo>
                <a:lnTo>
                  <a:pt x="11160" y="18707"/>
                </a:lnTo>
                <a:lnTo>
                  <a:pt x="11443" y="18707"/>
                </a:lnTo>
                <a:lnTo>
                  <a:pt x="12653" y="18687"/>
                </a:lnTo>
                <a:lnTo>
                  <a:pt x="13864" y="18647"/>
                </a:lnTo>
                <a:lnTo>
                  <a:pt x="15055" y="18586"/>
                </a:lnTo>
                <a:lnTo>
                  <a:pt x="16225" y="18485"/>
                </a:lnTo>
                <a:lnTo>
                  <a:pt x="17376" y="18364"/>
                </a:lnTo>
                <a:lnTo>
                  <a:pt x="18526" y="18223"/>
                </a:lnTo>
                <a:lnTo>
                  <a:pt x="19636" y="18042"/>
                </a:lnTo>
                <a:lnTo>
                  <a:pt x="20746" y="17840"/>
                </a:lnTo>
                <a:lnTo>
                  <a:pt x="21835" y="17618"/>
                </a:lnTo>
                <a:lnTo>
                  <a:pt x="22905" y="17376"/>
                </a:lnTo>
                <a:lnTo>
                  <a:pt x="23974" y="17093"/>
                </a:lnTo>
                <a:lnTo>
                  <a:pt x="25004" y="16790"/>
                </a:lnTo>
                <a:lnTo>
                  <a:pt x="26033" y="16447"/>
                </a:lnTo>
                <a:lnTo>
                  <a:pt x="27022" y="16084"/>
                </a:lnTo>
                <a:lnTo>
                  <a:pt x="28010" y="15701"/>
                </a:lnTo>
                <a:lnTo>
                  <a:pt x="28979" y="15297"/>
                </a:lnTo>
                <a:lnTo>
                  <a:pt x="29544" y="15035"/>
                </a:lnTo>
                <a:lnTo>
                  <a:pt x="30109" y="14752"/>
                </a:lnTo>
                <a:lnTo>
                  <a:pt x="30674" y="14449"/>
                </a:lnTo>
                <a:lnTo>
                  <a:pt x="31239" y="14086"/>
                </a:lnTo>
                <a:lnTo>
                  <a:pt x="31784" y="13703"/>
                </a:lnTo>
                <a:lnTo>
                  <a:pt x="32046" y="13501"/>
                </a:lnTo>
                <a:lnTo>
                  <a:pt x="32289" y="13279"/>
                </a:lnTo>
                <a:lnTo>
                  <a:pt x="32531" y="13057"/>
                </a:lnTo>
                <a:lnTo>
                  <a:pt x="32773" y="12815"/>
                </a:lnTo>
                <a:lnTo>
                  <a:pt x="32995" y="12553"/>
                </a:lnTo>
                <a:lnTo>
                  <a:pt x="33197" y="12290"/>
                </a:lnTo>
                <a:lnTo>
                  <a:pt x="33439" y="11927"/>
                </a:lnTo>
                <a:lnTo>
                  <a:pt x="33661" y="11544"/>
                </a:lnTo>
                <a:lnTo>
                  <a:pt x="33863" y="11140"/>
                </a:lnTo>
                <a:lnTo>
                  <a:pt x="34044" y="10736"/>
                </a:lnTo>
                <a:lnTo>
                  <a:pt x="34226" y="10333"/>
                </a:lnTo>
                <a:lnTo>
                  <a:pt x="34367" y="9909"/>
                </a:lnTo>
                <a:lnTo>
                  <a:pt x="34670" y="9061"/>
                </a:lnTo>
                <a:lnTo>
                  <a:pt x="34952" y="8274"/>
                </a:lnTo>
                <a:lnTo>
                  <a:pt x="35235" y="7487"/>
                </a:lnTo>
                <a:lnTo>
                  <a:pt x="35416" y="7104"/>
                </a:lnTo>
                <a:lnTo>
                  <a:pt x="35598" y="6741"/>
                </a:lnTo>
                <a:lnTo>
                  <a:pt x="35800" y="6377"/>
                </a:lnTo>
                <a:lnTo>
                  <a:pt x="36022" y="6014"/>
                </a:lnTo>
                <a:lnTo>
                  <a:pt x="36264" y="5671"/>
                </a:lnTo>
                <a:lnTo>
                  <a:pt x="36526" y="5348"/>
                </a:lnTo>
                <a:lnTo>
                  <a:pt x="36809" y="5046"/>
                </a:lnTo>
                <a:lnTo>
                  <a:pt x="37112" y="4743"/>
                </a:lnTo>
                <a:lnTo>
                  <a:pt x="37737" y="4178"/>
                </a:lnTo>
                <a:lnTo>
                  <a:pt x="38383" y="3633"/>
                </a:lnTo>
                <a:lnTo>
                  <a:pt x="39170" y="2947"/>
                </a:lnTo>
                <a:lnTo>
                  <a:pt x="39574" y="2584"/>
                </a:lnTo>
                <a:lnTo>
                  <a:pt x="39937" y="2200"/>
                </a:lnTo>
                <a:lnTo>
                  <a:pt x="40118" y="2019"/>
                </a:lnTo>
                <a:lnTo>
                  <a:pt x="40280" y="1797"/>
                </a:lnTo>
                <a:lnTo>
                  <a:pt x="40340" y="1675"/>
                </a:lnTo>
                <a:lnTo>
                  <a:pt x="40381" y="1554"/>
                </a:lnTo>
                <a:lnTo>
                  <a:pt x="40401" y="1433"/>
                </a:lnTo>
                <a:lnTo>
                  <a:pt x="40421" y="1292"/>
                </a:lnTo>
                <a:lnTo>
                  <a:pt x="40401" y="1191"/>
                </a:lnTo>
                <a:lnTo>
                  <a:pt x="40381" y="1090"/>
                </a:lnTo>
                <a:lnTo>
                  <a:pt x="40340" y="989"/>
                </a:lnTo>
                <a:lnTo>
                  <a:pt x="40280" y="909"/>
                </a:lnTo>
                <a:lnTo>
                  <a:pt x="40159" y="747"/>
                </a:lnTo>
                <a:lnTo>
                  <a:pt x="40018" y="626"/>
                </a:lnTo>
                <a:lnTo>
                  <a:pt x="39836" y="505"/>
                </a:lnTo>
                <a:lnTo>
                  <a:pt x="39674" y="424"/>
                </a:lnTo>
                <a:lnTo>
                  <a:pt x="39392" y="303"/>
                </a:lnTo>
                <a:lnTo>
                  <a:pt x="38908" y="182"/>
                </a:lnTo>
                <a:lnTo>
                  <a:pt x="38423" y="81"/>
                </a:lnTo>
                <a:lnTo>
                  <a:pt x="37939" y="21"/>
                </a:lnTo>
                <a:lnTo>
                  <a:pt x="37455" y="1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98" name="Google Shape;1598;p19"/>
          <p:cNvSpPr/>
          <p:nvPr/>
        </p:nvSpPr>
        <p:spPr>
          <a:xfrm>
            <a:off x="1754085" y="4576657"/>
            <a:ext cx="653335" cy="572101"/>
          </a:xfrm>
          <a:custGeom>
            <a:rect b="b" l="l" r="r" t="t"/>
            <a:pathLst>
              <a:path extrusionOk="0" h="10233" w="11686">
                <a:moveTo>
                  <a:pt x="10817" y="82"/>
                </a:moveTo>
                <a:lnTo>
                  <a:pt x="10918" y="102"/>
                </a:lnTo>
                <a:lnTo>
                  <a:pt x="10979" y="142"/>
                </a:lnTo>
                <a:lnTo>
                  <a:pt x="11039" y="182"/>
                </a:lnTo>
                <a:lnTo>
                  <a:pt x="11120" y="303"/>
                </a:lnTo>
                <a:lnTo>
                  <a:pt x="11201" y="445"/>
                </a:lnTo>
                <a:lnTo>
                  <a:pt x="11241" y="586"/>
                </a:lnTo>
                <a:lnTo>
                  <a:pt x="11382" y="1191"/>
                </a:lnTo>
                <a:lnTo>
                  <a:pt x="11504" y="1797"/>
                </a:lnTo>
                <a:lnTo>
                  <a:pt x="11564" y="2422"/>
                </a:lnTo>
                <a:lnTo>
                  <a:pt x="11604" y="3028"/>
                </a:lnTo>
                <a:lnTo>
                  <a:pt x="11584" y="3653"/>
                </a:lnTo>
                <a:lnTo>
                  <a:pt x="11544" y="4259"/>
                </a:lnTo>
                <a:lnTo>
                  <a:pt x="11463" y="4884"/>
                </a:lnTo>
                <a:lnTo>
                  <a:pt x="11342" y="5490"/>
                </a:lnTo>
                <a:lnTo>
                  <a:pt x="11241" y="5853"/>
                </a:lnTo>
                <a:lnTo>
                  <a:pt x="11140" y="6176"/>
                </a:lnTo>
                <a:lnTo>
                  <a:pt x="11019" y="6499"/>
                </a:lnTo>
                <a:lnTo>
                  <a:pt x="10878" y="6781"/>
                </a:lnTo>
                <a:lnTo>
                  <a:pt x="10737" y="7044"/>
                </a:lnTo>
                <a:lnTo>
                  <a:pt x="10575" y="7286"/>
                </a:lnTo>
                <a:lnTo>
                  <a:pt x="10414" y="7488"/>
                </a:lnTo>
                <a:lnTo>
                  <a:pt x="10212" y="7669"/>
                </a:lnTo>
                <a:lnTo>
                  <a:pt x="10030" y="7831"/>
                </a:lnTo>
                <a:lnTo>
                  <a:pt x="9849" y="7972"/>
                </a:lnTo>
                <a:lnTo>
                  <a:pt x="9647" y="8093"/>
                </a:lnTo>
                <a:lnTo>
                  <a:pt x="9425" y="8194"/>
                </a:lnTo>
                <a:lnTo>
                  <a:pt x="9001" y="8396"/>
                </a:lnTo>
                <a:lnTo>
                  <a:pt x="8557" y="8557"/>
                </a:lnTo>
                <a:lnTo>
                  <a:pt x="7730" y="8840"/>
                </a:lnTo>
                <a:lnTo>
                  <a:pt x="6862" y="9142"/>
                </a:lnTo>
                <a:lnTo>
                  <a:pt x="5974" y="9405"/>
                </a:lnTo>
                <a:lnTo>
                  <a:pt x="5066" y="9647"/>
                </a:lnTo>
                <a:lnTo>
                  <a:pt x="4158" y="9849"/>
                </a:lnTo>
                <a:lnTo>
                  <a:pt x="3714" y="9950"/>
                </a:lnTo>
                <a:lnTo>
                  <a:pt x="3270" y="10010"/>
                </a:lnTo>
                <a:lnTo>
                  <a:pt x="2806" y="10071"/>
                </a:lnTo>
                <a:lnTo>
                  <a:pt x="2362" y="10111"/>
                </a:lnTo>
                <a:lnTo>
                  <a:pt x="1918" y="10151"/>
                </a:lnTo>
                <a:lnTo>
                  <a:pt x="1252" y="10151"/>
                </a:lnTo>
                <a:lnTo>
                  <a:pt x="1070" y="10131"/>
                </a:lnTo>
                <a:lnTo>
                  <a:pt x="889" y="10071"/>
                </a:lnTo>
                <a:lnTo>
                  <a:pt x="707" y="10010"/>
                </a:lnTo>
                <a:lnTo>
                  <a:pt x="566" y="9950"/>
                </a:lnTo>
                <a:lnTo>
                  <a:pt x="425" y="9849"/>
                </a:lnTo>
                <a:lnTo>
                  <a:pt x="324" y="9748"/>
                </a:lnTo>
                <a:lnTo>
                  <a:pt x="223" y="9627"/>
                </a:lnTo>
                <a:lnTo>
                  <a:pt x="162" y="9526"/>
                </a:lnTo>
                <a:lnTo>
                  <a:pt x="122" y="9405"/>
                </a:lnTo>
                <a:lnTo>
                  <a:pt x="102" y="9284"/>
                </a:lnTo>
                <a:lnTo>
                  <a:pt x="82" y="9163"/>
                </a:lnTo>
                <a:lnTo>
                  <a:pt x="102" y="9021"/>
                </a:lnTo>
                <a:lnTo>
                  <a:pt x="122" y="8880"/>
                </a:lnTo>
                <a:lnTo>
                  <a:pt x="162" y="8739"/>
                </a:lnTo>
                <a:lnTo>
                  <a:pt x="223" y="8577"/>
                </a:lnTo>
                <a:lnTo>
                  <a:pt x="324" y="8416"/>
                </a:lnTo>
                <a:lnTo>
                  <a:pt x="425" y="8234"/>
                </a:lnTo>
                <a:lnTo>
                  <a:pt x="546" y="8073"/>
                </a:lnTo>
                <a:lnTo>
                  <a:pt x="667" y="7911"/>
                </a:lnTo>
                <a:lnTo>
                  <a:pt x="970" y="7589"/>
                </a:lnTo>
                <a:lnTo>
                  <a:pt x="1292" y="7306"/>
                </a:lnTo>
                <a:lnTo>
                  <a:pt x="1615" y="7064"/>
                </a:lnTo>
                <a:lnTo>
                  <a:pt x="1979" y="6822"/>
                </a:lnTo>
                <a:lnTo>
                  <a:pt x="2322" y="6620"/>
                </a:lnTo>
                <a:lnTo>
                  <a:pt x="2645" y="6438"/>
                </a:lnTo>
                <a:lnTo>
                  <a:pt x="3008" y="6257"/>
                </a:lnTo>
                <a:lnTo>
                  <a:pt x="3391" y="6075"/>
                </a:lnTo>
                <a:lnTo>
                  <a:pt x="4138" y="5752"/>
                </a:lnTo>
                <a:lnTo>
                  <a:pt x="5107" y="5328"/>
                </a:lnTo>
                <a:lnTo>
                  <a:pt x="5591" y="5086"/>
                </a:lnTo>
                <a:lnTo>
                  <a:pt x="6055" y="4824"/>
                </a:lnTo>
                <a:lnTo>
                  <a:pt x="6459" y="4582"/>
                </a:lnTo>
                <a:lnTo>
                  <a:pt x="6822" y="4319"/>
                </a:lnTo>
                <a:lnTo>
                  <a:pt x="7185" y="4017"/>
                </a:lnTo>
                <a:lnTo>
                  <a:pt x="7528" y="3714"/>
                </a:lnTo>
                <a:lnTo>
                  <a:pt x="7851" y="3391"/>
                </a:lnTo>
                <a:lnTo>
                  <a:pt x="8174" y="3048"/>
                </a:lnTo>
                <a:lnTo>
                  <a:pt x="8456" y="2685"/>
                </a:lnTo>
                <a:lnTo>
                  <a:pt x="8719" y="2301"/>
                </a:lnTo>
                <a:lnTo>
                  <a:pt x="9021" y="1817"/>
                </a:lnTo>
                <a:lnTo>
                  <a:pt x="9324" y="1353"/>
                </a:lnTo>
                <a:lnTo>
                  <a:pt x="9465" y="1131"/>
                </a:lnTo>
                <a:lnTo>
                  <a:pt x="9647" y="909"/>
                </a:lnTo>
                <a:lnTo>
                  <a:pt x="9808" y="707"/>
                </a:lnTo>
                <a:lnTo>
                  <a:pt x="10010" y="525"/>
                </a:lnTo>
                <a:lnTo>
                  <a:pt x="10212" y="344"/>
                </a:lnTo>
                <a:lnTo>
                  <a:pt x="10434" y="203"/>
                </a:lnTo>
                <a:lnTo>
                  <a:pt x="10575" y="122"/>
                </a:lnTo>
                <a:lnTo>
                  <a:pt x="10696" y="102"/>
                </a:lnTo>
                <a:lnTo>
                  <a:pt x="10817" y="82"/>
                </a:lnTo>
                <a:close/>
                <a:moveTo>
                  <a:pt x="10838" y="1"/>
                </a:moveTo>
                <a:lnTo>
                  <a:pt x="10696" y="21"/>
                </a:lnTo>
                <a:lnTo>
                  <a:pt x="10555" y="61"/>
                </a:lnTo>
                <a:lnTo>
                  <a:pt x="10394" y="122"/>
                </a:lnTo>
                <a:lnTo>
                  <a:pt x="10152" y="283"/>
                </a:lnTo>
                <a:lnTo>
                  <a:pt x="9950" y="445"/>
                </a:lnTo>
                <a:lnTo>
                  <a:pt x="9748" y="647"/>
                </a:lnTo>
                <a:lnTo>
                  <a:pt x="9586" y="848"/>
                </a:lnTo>
                <a:lnTo>
                  <a:pt x="9405" y="1070"/>
                </a:lnTo>
                <a:lnTo>
                  <a:pt x="9264" y="1312"/>
                </a:lnTo>
                <a:lnTo>
                  <a:pt x="8961" y="1777"/>
                </a:lnTo>
                <a:lnTo>
                  <a:pt x="8658" y="2261"/>
                </a:lnTo>
                <a:lnTo>
                  <a:pt x="8396" y="2624"/>
                </a:lnTo>
                <a:lnTo>
                  <a:pt x="8113" y="2987"/>
                </a:lnTo>
                <a:lnTo>
                  <a:pt x="7790" y="3331"/>
                </a:lnTo>
                <a:lnTo>
                  <a:pt x="7468" y="3653"/>
                </a:lnTo>
                <a:lnTo>
                  <a:pt x="7145" y="3956"/>
                </a:lnTo>
                <a:lnTo>
                  <a:pt x="6781" y="4239"/>
                </a:lnTo>
                <a:lnTo>
                  <a:pt x="6398" y="4521"/>
                </a:lnTo>
                <a:lnTo>
                  <a:pt x="6015" y="4763"/>
                </a:lnTo>
                <a:lnTo>
                  <a:pt x="5550" y="5026"/>
                </a:lnTo>
                <a:lnTo>
                  <a:pt x="5066" y="5248"/>
                </a:lnTo>
                <a:lnTo>
                  <a:pt x="4097" y="5692"/>
                </a:lnTo>
                <a:lnTo>
                  <a:pt x="3351" y="6014"/>
                </a:lnTo>
                <a:lnTo>
                  <a:pt x="2988" y="6176"/>
                </a:lnTo>
                <a:lnTo>
                  <a:pt x="2604" y="6358"/>
                </a:lnTo>
                <a:lnTo>
                  <a:pt x="2281" y="6539"/>
                </a:lnTo>
                <a:lnTo>
                  <a:pt x="1918" y="6761"/>
                </a:lnTo>
                <a:lnTo>
                  <a:pt x="1575" y="7003"/>
                </a:lnTo>
                <a:lnTo>
                  <a:pt x="1232" y="7266"/>
                </a:lnTo>
                <a:lnTo>
                  <a:pt x="909" y="7548"/>
                </a:lnTo>
                <a:lnTo>
                  <a:pt x="606" y="7851"/>
                </a:lnTo>
                <a:lnTo>
                  <a:pt x="485" y="8012"/>
                </a:lnTo>
                <a:lnTo>
                  <a:pt x="364" y="8194"/>
                </a:lnTo>
                <a:lnTo>
                  <a:pt x="243" y="8376"/>
                </a:lnTo>
                <a:lnTo>
                  <a:pt x="162" y="8557"/>
                </a:lnTo>
                <a:lnTo>
                  <a:pt x="102" y="8719"/>
                </a:lnTo>
                <a:lnTo>
                  <a:pt x="41" y="8860"/>
                </a:lnTo>
                <a:lnTo>
                  <a:pt x="21" y="9021"/>
                </a:lnTo>
                <a:lnTo>
                  <a:pt x="1" y="9163"/>
                </a:lnTo>
                <a:lnTo>
                  <a:pt x="21" y="9304"/>
                </a:lnTo>
                <a:lnTo>
                  <a:pt x="41" y="9425"/>
                </a:lnTo>
                <a:lnTo>
                  <a:pt x="102" y="9546"/>
                </a:lnTo>
                <a:lnTo>
                  <a:pt x="162" y="9667"/>
                </a:lnTo>
                <a:lnTo>
                  <a:pt x="263" y="9808"/>
                </a:lnTo>
                <a:lnTo>
                  <a:pt x="384" y="9909"/>
                </a:lnTo>
                <a:lnTo>
                  <a:pt x="526" y="10010"/>
                </a:lnTo>
                <a:lnTo>
                  <a:pt x="687" y="10091"/>
                </a:lnTo>
                <a:lnTo>
                  <a:pt x="849" y="10151"/>
                </a:lnTo>
                <a:lnTo>
                  <a:pt x="1050" y="10192"/>
                </a:lnTo>
                <a:lnTo>
                  <a:pt x="1252" y="10232"/>
                </a:lnTo>
                <a:lnTo>
                  <a:pt x="1918" y="10232"/>
                </a:lnTo>
                <a:lnTo>
                  <a:pt x="2362" y="10192"/>
                </a:lnTo>
                <a:lnTo>
                  <a:pt x="2826" y="10151"/>
                </a:lnTo>
                <a:lnTo>
                  <a:pt x="3270" y="10091"/>
                </a:lnTo>
                <a:lnTo>
                  <a:pt x="3734" y="10030"/>
                </a:lnTo>
                <a:lnTo>
                  <a:pt x="4178" y="9929"/>
                </a:lnTo>
                <a:lnTo>
                  <a:pt x="5086" y="9728"/>
                </a:lnTo>
                <a:lnTo>
                  <a:pt x="5994" y="9485"/>
                </a:lnTo>
                <a:lnTo>
                  <a:pt x="6882" y="9223"/>
                </a:lnTo>
                <a:lnTo>
                  <a:pt x="7750" y="8920"/>
                </a:lnTo>
                <a:lnTo>
                  <a:pt x="8577" y="8638"/>
                </a:lnTo>
                <a:lnTo>
                  <a:pt x="9021" y="8456"/>
                </a:lnTo>
                <a:lnTo>
                  <a:pt x="9465" y="8275"/>
                </a:lnTo>
                <a:lnTo>
                  <a:pt x="9687" y="8154"/>
                </a:lnTo>
                <a:lnTo>
                  <a:pt x="9889" y="8032"/>
                </a:lnTo>
                <a:lnTo>
                  <a:pt x="10091" y="7891"/>
                </a:lnTo>
                <a:lnTo>
                  <a:pt x="10273" y="7730"/>
                </a:lnTo>
                <a:lnTo>
                  <a:pt x="10474" y="7548"/>
                </a:lnTo>
                <a:lnTo>
                  <a:pt x="10636" y="7326"/>
                </a:lnTo>
                <a:lnTo>
                  <a:pt x="10817" y="7084"/>
                </a:lnTo>
                <a:lnTo>
                  <a:pt x="10959" y="6822"/>
                </a:lnTo>
                <a:lnTo>
                  <a:pt x="11100" y="6539"/>
                </a:lnTo>
                <a:lnTo>
                  <a:pt x="11221" y="6216"/>
                </a:lnTo>
                <a:lnTo>
                  <a:pt x="11322" y="5873"/>
                </a:lnTo>
                <a:lnTo>
                  <a:pt x="11423" y="5510"/>
                </a:lnTo>
                <a:lnTo>
                  <a:pt x="11544" y="4884"/>
                </a:lnTo>
                <a:lnTo>
                  <a:pt x="11625" y="4279"/>
                </a:lnTo>
                <a:lnTo>
                  <a:pt x="11665" y="3653"/>
                </a:lnTo>
                <a:lnTo>
                  <a:pt x="11685" y="3028"/>
                </a:lnTo>
                <a:lnTo>
                  <a:pt x="11645" y="2402"/>
                </a:lnTo>
                <a:lnTo>
                  <a:pt x="11584" y="1797"/>
                </a:lnTo>
                <a:lnTo>
                  <a:pt x="11463" y="1171"/>
                </a:lnTo>
                <a:lnTo>
                  <a:pt x="11322" y="566"/>
                </a:lnTo>
                <a:lnTo>
                  <a:pt x="11261" y="404"/>
                </a:lnTo>
                <a:lnTo>
                  <a:pt x="11201" y="263"/>
                </a:lnTo>
                <a:lnTo>
                  <a:pt x="11140" y="182"/>
                </a:lnTo>
                <a:lnTo>
                  <a:pt x="11100" y="122"/>
                </a:lnTo>
                <a:lnTo>
                  <a:pt x="11019" y="82"/>
                </a:lnTo>
                <a:lnTo>
                  <a:pt x="10959" y="41"/>
                </a:lnTo>
                <a:lnTo>
                  <a:pt x="10838" y="1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99" name="Google Shape;1599;p19"/>
          <p:cNvSpPr/>
          <p:nvPr/>
        </p:nvSpPr>
        <p:spPr>
          <a:xfrm>
            <a:off x="7475015" y="1977720"/>
            <a:ext cx="560808" cy="1296383"/>
          </a:xfrm>
          <a:custGeom>
            <a:rect b="b" l="l" r="r" t="t"/>
            <a:pathLst>
              <a:path extrusionOk="0" h="23188" w="10031">
                <a:moveTo>
                  <a:pt x="4703" y="61"/>
                </a:moveTo>
                <a:lnTo>
                  <a:pt x="4985" y="81"/>
                </a:lnTo>
                <a:lnTo>
                  <a:pt x="5268" y="122"/>
                </a:lnTo>
                <a:lnTo>
                  <a:pt x="5550" y="202"/>
                </a:lnTo>
                <a:lnTo>
                  <a:pt x="5833" y="303"/>
                </a:lnTo>
                <a:lnTo>
                  <a:pt x="6075" y="424"/>
                </a:lnTo>
                <a:lnTo>
                  <a:pt x="6297" y="566"/>
                </a:lnTo>
                <a:lnTo>
                  <a:pt x="6519" y="707"/>
                </a:lnTo>
                <a:lnTo>
                  <a:pt x="6741" y="868"/>
                </a:lnTo>
                <a:lnTo>
                  <a:pt x="6963" y="1070"/>
                </a:lnTo>
                <a:lnTo>
                  <a:pt x="7165" y="1272"/>
                </a:lnTo>
                <a:lnTo>
                  <a:pt x="7366" y="1494"/>
                </a:lnTo>
                <a:lnTo>
                  <a:pt x="7548" y="1736"/>
                </a:lnTo>
                <a:lnTo>
                  <a:pt x="7730" y="1999"/>
                </a:lnTo>
                <a:lnTo>
                  <a:pt x="7911" y="2281"/>
                </a:lnTo>
                <a:lnTo>
                  <a:pt x="8073" y="2584"/>
                </a:lnTo>
                <a:lnTo>
                  <a:pt x="8234" y="2907"/>
                </a:lnTo>
                <a:lnTo>
                  <a:pt x="8396" y="3230"/>
                </a:lnTo>
                <a:lnTo>
                  <a:pt x="8537" y="3593"/>
                </a:lnTo>
                <a:lnTo>
                  <a:pt x="8678" y="3976"/>
                </a:lnTo>
                <a:lnTo>
                  <a:pt x="8819" y="4380"/>
                </a:lnTo>
                <a:lnTo>
                  <a:pt x="9082" y="5207"/>
                </a:lnTo>
                <a:lnTo>
                  <a:pt x="9304" y="6075"/>
                </a:lnTo>
                <a:lnTo>
                  <a:pt x="9505" y="6922"/>
                </a:lnTo>
                <a:lnTo>
                  <a:pt x="9647" y="7790"/>
                </a:lnTo>
                <a:lnTo>
                  <a:pt x="9788" y="8678"/>
                </a:lnTo>
                <a:lnTo>
                  <a:pt x="9869" y="9546"/>
                </a:lnTo>
                <a:lnTo>
                  <a:pt x="9929" y="10434"/>
                </a:lnTo>
                <a:lnTo>
                  <a:pt x="9949" y="11302"/>
                </a:lnTo>
                <a:lnTo>
                  <a:pt x="9949" y="12189"/>
                </a:lnTo>
                <a:lnTo>
                  <a:pt x="9909" y="13077"/>
                </a:lnTo>
                <a:lnTo>
                  <a:pt x="9828" y="13945"/>
                </a:lnTo>
                <a:lnTo>
                  <a:pt x="9727" y="14833"/>
                </a:lnTo>
                <a:lnTo>
                  <a:pt x="9586" y="15701"/>
                </a:lnTo>
                <a:lnTo>
                  <a:pt x="9405" y="16569"/>
                </a:lnTo>
                <a:lnTo>
                  <a:pt x="9203" y="17416"/>
                </a:lnTo>
                <a:lnTo>
                  <a:pt x="8961" y="18264"/>
                </a:lnTo>
                <a:lnTo>
                  <a:pt x="8799" y="18768"/>
                </a:lnTo>
                <a:lnTo>
                  <a:pt x="8618" y="19293"/>
                </a:lnTo>
                <a:lnTo>
                  <a:pt x="8396" y="19838"/>
                </a:lnTo>
                <a:lnTo>
                  <a:pt x="8133" y="20362"/>
                </a:lnTo>
                <a:lnTo>
                  <a:pt x="7992" y="20625"/>
                </a:lnTo>
                <a:lnTo>
                  <a:pt x="7831" y="20867"/>
                </a:lnTo>
                <a:lnTo>
                  <a:pt x="7669" y="21129"/>
                </a:lnTo>
                <a:lnTo>
                  <a:pt x="7487" y="21371"/>
                </a:lnTo>
                <a:lnTo>
                  <a:pt x="7286" y="21593"/>
                </a:lnTo>
                <a:lnTo>
                  <a:pt x="7084" y="21815"/>
                </a:lnTo>
                <a:lnTo>
                  <a:pt x="6862" y="22037"/>
                </a:lnTo>
                <a:lnTo>
                  <a:pt x="6620" y="22239"/>
                </a:lnTo>
                <a:lnTo>
                  <a:pt x="6398" y="22401"/>
                </a:lnTo>
                <a:lnTo>
                  <a:pt x="6196" y="22542"/>
                </a:lnTo>
                <a:lnTo>
                  <a:pt x="5974" y="22663"/>
                </a:lnTo>
                <a:lnTo>
                  <a:pt x="5772" y="22764"/>
                </a:lnTo>
                <a:lnTo>
                  <a:pt x="5550" y="22865"/>
                </a:lnTo>
                <a:lnTo>
                  <a:pt x="5348" y="22945"/>
                </a:lnTo>
                <a:lnTo>
                  <a:pt x="5147" y="23006"/>
                </a:lnTo>
                <a:lnTo>
                  <a:pt x="4945" y="23046"/>
                </a:lnTo>
                <a:lnTo>
                  <a:pt x="4743" y="23087"/>
                </a:lnTo>
                <a:lnTo>
                  <a:pt x="4541" y="23107"/>
                </a:lnTo>
                <a:lnTo>
                  <a:pt x="4339" y="23107"/>
                </a:lnTo>
                <a:lnTo>
                  <a:pt x="4138" y="23087"/>
                </a:lnTo>
                <a:lnTo>
                  <a:pt x="3936" y="23046"/>
                </a:lnTo>
                <a:lnTo>
                  <a:pt x="3754" y="23006"/>
                </a:lnTo>
                <a:lnTo>
                  <a:pt x="3552" y="22925"/>
                </a:lnTo>
                <a:lnTo>
                  <a:pt x="3351" y="22845"/>
                </a:lnTo>
                <a:lnTo>
                  <a:pt x="3169" y="22764"/>
                </a:lnTo>
                <a:lnTo>
                  <a:pt x="2987" y="22643"/>
                </a:lnTo>
                <a:lnTo>
                  <a:pt x="2806" y="22522"/>
                </a:lnTo>
                <a:lnTo>
                  <a:pt x="2644" y="22380"/>
                </a:lnTo>
                <a:lnTo>
                  <a:pt x="2321" y="22078"/>
                </a:lnTo>
                <a:lnTo>
                  <a:pt x="1999" y="21714"/>
                </a:lnTo>
                <a:lnTo>
                  <a:pt x="1716" y="21331"/>
                </a:lnTo>
                <a:lnTo>
                  <a:pt x="1454" y="20927"/>
                </a:lnTo>
                <a:lnTo>
                  <a:pt x="1211" y="20483"/>
                </a:lnTo>
                <a:lnTo>
                  <a:pt x="990" y="20019"/>
                </a:lnTo>
                <a:lnTo>
                  <a:pt x="788" y="19535"/>
                </a:lnTo>
                <a:lnTo>
                  <a:pt x="626" y="19051"/>
                </a:lnTo>
                <a:lnTo>
                  <a:pt x="465" y="18566"/>
                </a:lnTo>
                <a:lnTo>
                  <a:pt x="344" y="18082"/>
                </a:lnTo>
                <a:lnTo>
                  <a:pt x="243" y="17598"/>
                </a:lnTo>
                <a:lnTo>
                  <a:pt x="162" y="17134"/>
                </a:lnTo>
                <a:lnTo>
                  <a:pt x="122" y="16690"/>
                </a:lnTo>
                <a:lnTo>
                  <a:pt x="102" y="16286"/>
                </a:lnTo>
                <a:lnTo>
                  <a:pt x="81" y="15600"/>
                </a:lnTo>
                <a:lnTo>
                  <a:pt x="81" y="14934"/>
                </a:lnTo>
                <a:lnTo>
                  <a:pt x="102" y="14268"/>
                </a:lnTo>
                <a:lnTo>
                  <a:pt x="142" y="13582"/>
                </a:lnTo>
                <a:lnTo>
                  <a:pt x="182" y="12916"/>
                </a:lnTo>
                <a:lnTo>
                  <a:pt x="243" y="12250"/>
                </a:lnTo>
                <a:lnTo>
                  <a:pt x="404" y="10918"/>
                </a:lnTo>
                <a:lnTo>
                  <a:pt x="586" y="9586"/>
                </a:lnTo>
                <a:lnTo>
                  <a:pt x="788" y="8254"/>
                </a:lnTo>
                <a:lnTo>
                  <a:pt x="1252" y="5631"/>
                </a:lnTo>
                <a:lnTo>
                  <a:pt x="1454" y="4622"/>
                </a:lnTo>
                <a:lnTo>
                  <a:pt x="1555" y="4117"/>
                </a:lnTo>
                <a:lnTo>
                  <a:pt x="1676" y="3613"/>
                </a:lnTo>
                <a:lnTo>
                  <a:pt x="1837" y="3108"/>
                </a:lnTo>
                <a:lnTo>
                  <a:pt x="1999" y="2604"/>
                </a:lnTo>
                <a:lnTo>
                  <a:pt x="2200" y="2140"/>
                </a:lnTo>
                <a:lnTo>
                  <a:pt x="2442" y="1655"/>
                </a:lnTo>
                <a:lnTo>
                  <a:pt x="2584" y="1393"/>
                </a:lnTo>
                <a:lnTo>
                  <a:pt x="2745" y="1151"/>
                </a:lnTo>
                <a:lnTo>
                  <a:pt x="2927" y="949"/>
                </a:lnTo>
                <a:lnTo>
                  <a:pt x="3108" y="747"/>
                </a:lnTo>
                <a:lnTo>
                  <a:pt x="3290" y="586"/>
                </a:lnTo>
                <a:lnTo>
                  <a:pt x="3472" y="445"/>
                </a:lnTo>
                <a:lnTo>
                  <a:pt x="3673" y="324"/>
                </a:lnTo>
                <a:lnTo>
                  <a:pt x="3875" y="223"/>
                </a:lnTo>
                <a:lnTo>
                  <a:pt x="4077" y="162"/>
                </a:lnTo>
                <a:lnTo>
                  <a:pt x="4279" y="102"/>
                </a:lnTo>
                <a:lnTo>
                  <a:pt x="4481" y="81"/>
                </a:lnTo>
                <a:lnTo>
                  <a:pt x="4703" y="61"/>
                </a:lnTo>
                <a:close/>
                <a:moveTo>
                  <a:pt x="4561" y="1"/>
                </a:moveTo>
                <a:lnTo>
                  <a:pt x="4319" y="21"/>
                </a:lnTo>
                <a:lnTo>
                  <a:pt x="4077" y="61"/>
                </a:lnTo>
                <a:lnTo>
                  <a:pt x="3855" y="142"/>
                </a:lnTo>
                <a:lnTo>
                  <a:pt x="3633" y="243"/>
                </a:lnTo>
                <a:lnTo>
                  <a:pt x="3431" y="364"/>
                </a:lnTo>
                <a:lnTo>
                  <a:pt x="3229" y="525"/>
                </a:lnTo>
                <a:lnTo>
                  <a:pt x="3048" y="687"/>
                </a:lnTo>
                <a:lnTo>
                  <a:pt x="2866" y="889"/>
                </a:lnTo>
                <a:lnTo>
                  <a:pt x="2685" y="1111"/>
                </a:lnTo>
                <a:lnTo>
                  <a:pt x="2523" y="1353"/>
                </a:lnTo>
                <a:lnTo>
                  <a:pt x="2362" y="1615"/>
                </a:lnTo>
                <a:lnTo>
                  <a:pt x="2120" y="2099"/>
                </a:lnTo>
                <a:lnTo>
                  <a:pt x="1918" y="2584"/>
                </a:lnTo>
                <a:lnTo>
                  <a:pt x="1756" y="3068"/>
                </a:lnTo>
                <a:lnTo>
                  <a:pt x="1615" y="3573"/>
                </a:lnTo>
                <a:lnTo>
                  <a:pt x="1474" y="4097"/>
                </a:lnTo>
                <a:lnTo>
                  <a:pt x="1373" y="4602"/>
                </a:lnTo>
                <a:lnTo>
                  <a:pt x="1171" y="5631"/>
                </a:lnTo>
                <a:lnTo>
                  <a:pt x="707" y="8254"/>
                </a:lnTo>
                <a:lnTo>
                  <a:pt x="505" y="9566"/>
                </a:lnTo>
                <a:lnTo>
                  <a:pt x="324" y="10898"/>
                </a:lnTo>
                <a:lnTo>
                  <a:pt x="162" y="12250"/>
                </a:lnTo>
                <a:lnTo>
                  <a:pt x="102" y="12916"/>
                </a:lnTo>
                <a:lnTo>
                  <a:pt x="61" y="13582"/>
                </a:lnTo>
                <a:lnTo>
                  <a:pt x="21" y="14268"/>
                </a:lnTo>
                <a:lnTo>
                  <a:pt x="1" y="14934"/>
                </a:lnTo>
                <a:lnTo>
                  <a:pt x="1" y="15600"/>
                </a:lnTo>
                <a:lnTo>
                  <a:pt x="21" y="16286"/>
                </a:lnTo>
                <a:lnTo>
                  <a:pt x="41" y="16710"/>
                </a:lnTo>
                <a:lnTo>
                  <a:pt x="81" y="17154"/>
                </a:lnTo>
                <a:lnTo>
                  <a:pt x="162" y="17618"/>
                </a:lnTo>
                <a:lnTo>
                  <a:pt x="263" y="18102"/>
                </a:lnTo>
                <a:lnTo>
                  <a:pt x="404" y="18587"/>
                </a:lnTo>
                <a:lnTo>
                  <a:pt x="546" y="19071"/>
                </a:lnTo>
                <a:lnTo>
                  <a:pt x="727" y="19575"/>
                </a:lnTo>
                <a:lnTo>
                  <a:pt x="929" y="20060"/>
                </a:lnTo>
                <a:lnTo>
                  <a:pt x="1151" y="20524"/>
                </a:lnTo>
                <a:lnTo>
                  <a:pt x="1393" y="20968"/>
                </a:lnTo>
                <a:lnTo>
                  <a:pt x="1655" y="21392"/>
                </a:lnTo>
                <a:lnTo>
                  <a:pt x="1958" y="21775"/>
                </a:lnTo>
                <a:lnTo>
                  <a:pt x="2261" y="22138"/>
                </a:lnTo>
                <a:lnTo>
                  <a:pt x="2604" y="22461"/>
                </a:lnTo>
                <a:lnTo>
                  <a:pt x="2765" y="22582"/>
                </a:lnTo>
                <a:lnTo>
                  <a:pt x="2947" y="22723"/>
                </a:lnTo>
                <a:lnTo>
                  <a:pt x="3129" y="22824"/>
                </a:lnTo>
                <a:lnTo>
                  <a:pt x="3330" y="22925"/>
                </a:lnTo>
                <a:lnTo>
                  <a:pt x="3593" y="23046"/>
                </a:lnTo>
                <a:lnTo>
                  <a:pt x="3875" y="23127"/>
                </a:lnTo>
                <a:lnTo>
                  <a:pt x="4158" y="23167"/>
                </a:lnTo>
                <a:lnTo>
                  <a:pt x="4460" y="23188"/>
                </a:lnTo>
                <a:lnTo>
                  <a:pt x="4723" y="23167"/>
                </a:lnTo>
                <a:lnTo>
                  <a:pt x="4985" y="23127"/>
                </a:lnTo>
                <a:lnTo>
                  <a:pt x="5268" y="23067"/>
                </a:lnTo>
                <a:lnTo>
                  <a:pt x="5550" y="22966"/>
                </a:lnTo>
                <a:lnTo>
                  <a:pt x="5813" y="22845"/>
                </a:lnTo>
                <a:lnTo>
                  <a:pt x="6095" y="22683"/>
                </a:lnTo>
                <a:lnTo>
                  <a:pt x="6378" y="22501"/>
                </a:lnTo>
                <a:lnTo>
                  <a:pt x="6680" y="22300"/>
                </a:lnTo>
                <a:lnTo>
                  <a:pt x="6922" y="22098"/>
                </a:lnTo>
                <a:lnTo>
                  <a:pt x="7144" y="21876"/>
                </a:lnTo>
                <a:lnTo>
                  <a:pt x="7346" y="21654"/>
                </a:lnTo>
                <a:lnTo>
                  <a:pt x="7548" y="21412"/>
                </a:lnTo>
                <a:lnTo>
                  <a:pt x="7730" y="21170"/>
                </a:lnTo>
                <a:lnTo>
                  <a:pt x="7911" y="20927"/>
                </a:lnTo>
                <a:lnTo>
                  <a:pt x="8053" y="20665"/>
                </a:lnTo>
                <a:lnTo>
                  <a:pt x="8214" y="20403"/>
                </a:lnTo>
                <a:lnTo>
                  <a:pt x="8476" y="19878"/>
                </a:lnTo>
                <a:lnTo>
                  <a:pt x="8698" y="19333"/>
                </a:lnTo>
                <a:lnTo>
                  <a:pt x="8880" y="18809"/>
                </a:lnTo>
                <a:lnTo>
                  <a:pt x="9041" y="18284"/>
                </a:lnTo>
                <a:lnTo>
                  <a:pt x="9283" y="17436"/>
                </a:lnTo>
                <a:lnTo>
                  <a:pt x="9485" y="16589"/>
                </a:lnTo>
                <a:lnTo>
                  <a:pt x="9667" y="15721"/>
                </a:lnTo>
                <a:lnTo>
                  <a:pt x="9808" y="14833"/>
                </a:lnTo>
                <a:lnTo>
                  <a:pt x="9909" y="13965"/>
                </a:lnTo>
                <a:lnTo>
                  <a:pt x="9990" y="13077"/>
                </a:lnTo>
                <a:lnTo>
                  <a:pt x="10030" y="12189"/>
                </a:lnTo>
                <a:lnTo>
                  <a:pt x="10030" y="11302"/>
                </a:lnTo>
                <a:lnTo>
                  <a:pt x="10010" y="10434"/>
                </a:lnTo>
                <a:lnTo>
                  <a:pt x="9949" y="9546"/>
                </a:lnTo>
                <a:lnTo>
                  <a:pt x="9869" y="8658"/>
                </a:lnTo>
                <a:lnTo>
                  <a:pt x="9727" y="7790"/>
                </a:lnTo>
                <a:lnTo>
                  <a:pt x="9566" y="6902"/>
                </a:lnTo>
                <a:lnTo>
                  <a:pt x="9384" y="6055"/>
                </a:lnTo>
                <a:lnTo>
                  <a:pt x="9162" y="5187"/>
                </a:lnTo>
                <a:lnTo>
                  <a:pt x="8900" y="4339"/>
                </a:lnTo>
                <a:lnTo>
                  <a:pt x="8759" y="3936"/>
                </a:lnTo>
                <a:lnTo>
                  <a:pt x="8618" y="3552"/>
                </a:lnTo>
                <a:lnTo>
                  <a:pt x="8476" y="3209"/>
                </a:lnTo>
                <a:lnTo>
                  <a:pt x="8315" y="2866"/>
                </a:lnTo>
                <a:lnTo>
                  <a:pt x="8153" y="2523"/>
                </a:lnTo>
                <a:lnTo>
                  <a:pt x="7972" y="2220"/>
                </a:lnTo>
                <a:lnTo>
                  <a:pt x="7790" y="1938"/>
                </a:lnTo>
                <a:lnTo>
                  <a:pt x="7609" y="1676"/>
                </a:lnTo>
                <a:lnTo>
                  <a:pt x="7407" y="1433"/>
                </a:lnTo>
                <a:lnTo>
                  <a:pt x="7225" y="1211"/>
                </a:lnTo>
                <a:lnTo>
                  <a:pt x="7003" y="990"/>
                </a:lnTo>
                <a:lnTo>
                  <a:pt x="6801" y="808"/>
                </a:lnTo>
                <a:lnTo>
                  <a:pt x="6579" y="646"/>
                </a:lnTo>
                <a:lnTo>
                  <a:pt x="6337" y="485"/>
                </a:lnTo>
                <a:lnTo>
                  <a:pt x="6095" y="344"/>
                </a:lnTo>
                <a:lnTo>
                  <a:pt x="5853" y="243"/>
                </a:lnTo>
                <a:lnTo>
                  <a:pt x="5591" y="142"/>
                </a:lnTo>
                <a:lnTo>
                  <a:pt x="5328" y="61"/>
                </a:lnTo>
                <a:lnTo>
                  <a:pt x="5066" y="21"/>
                </a:lnTo>
                <a:lnTo>
                  <a:pt x="4824" y="1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00" name="Google Shape;1600;p19"/>
          <p:cNvSpPr/>
          <p:nvPr/>
        </p:nvSpPr>
        <p:spPr>
          <a:xfrm>
            <a:off x="7497601" y="258374"/>
            <a:ext cx="2123367" cy="1193681"/>
          </a:xfrm>
          <a:custGeom>
            <a:rect b="b" l="l" r="r" t="t"/>
            <a:pathLst>
              <a:path extrusionOk="0" h="21351" w="37980">
                <a:moveTo>
                  <a:pt x="10776" y="81"/>
                </a:moveTo>
                <a:lnTo>
                  <a:pt x="11341" y="101"/>
                </a:lnTo>
                <a:lnTo>
                  <a:pt x="11927" y="121"/>
                </a:lnTo>
                <a:lnTo>
                  <a:pt x="12532" y="182"/>
                </a:lnTo>
                <a:lnTo>
                  <a:pt x="13178" y="222"/>
                </a:lnTo>
                <a:lnTo>
                  <a:pt x="13824" y="303"/>
                </a:lnTo>
                <a:lnTo>
                  <a:pt x="14510" y="404"/>
                </a:lnTo>
                <a:lnTo>
                  <a:pt x="15216" y="505"/>
                </a:lnTo>
                <a:lnTo>
                  <a:pt x="15943" y="626"/>
                </a:lnTo>
                <a:lnTo>
                  <a:pt x="16709" y="767"/>
                </a:lnTo>
                <a:lnTo>
                  <a:pt x="17496" y="949"/>
                </a:lnTo>
                <a:lnTo>
                  <a:pt x="18324" y="1130"/>
                </a:lnTo>
                <a:lnTo>
                  <a:pt x="19171" y="1332"/>
                </a:lnTo>
                <a:lnTo>
                  <a:pt x="20039" y="1554"/>
                </a:lnTo>
                <a:lnTo>
                  <a:pt x="20947" y="1796"/>
                </a:lnTo>
                <a:lnTo>
                  <a:pt x="21875" y="2059"/>
                </a:lnTo>
                <a:lnTo>
                  <a:pt x="23571" y="2583"/>
                </a:lnTo>
                <a:lnTo>
                  <a:pt x="24418" y="2866"/>
                </a:lnTo>
                <a:lnTo>
                  <a:pt x="25286" y="3148"/>
                </a:lnTo>
                <a:lnTo>
                  <a:pt x="26154" y="3471"/>
                </a:lnTo>
                <a:lnTo>
                  <a:pt x="27021" y="3794"/>
                </a:lnTo>
                <a:lnTo>
                  <a:pt x="27889" y="4157"/>
                </a:lnTo>
                <a:lnTo>
                  <a:pt x="28757" y="4541"/>
                </a:lnTo>
                <a:lnTo>
                  <a:pt x="29625" y="4944"/>
                </a:lnTo>
                <a:lnTo>
                  <a:pt x="30472" y="5368"/>
                </a:lnTo>
                <a:lnTo>
                  <a:pt x="31300" y="5832"/>
                </a:lnTo>
                <a:lnTo>
                  <a:pt x="32127" y="6317"/>
                </a:lnTo>
                <a:lnTo>
                  <a:pt x="32954" y="6841"/>
                </a:lnTo>
                <a:lnTo>
                  <a:pt x="33741" y="7406"/>
                </a:lnTo>
                <a:lnTo>
                  <a:pt x="34508" y="7992"/>
                </a:lnTo>
                <a:lnTo>
                  <a:pt x="35255" y="8637"/>
                </a:lnTo>
                <a:lnTo>
                  <a:pt x="35638" y="8980"/>
                </a:lnTo>
                <a:lnTo>
                  <a:pt x="36001" y="9344"/>
                </a:lnTo>
                <a:lnTo>
                  <a:pt x="36345" y="9687"/>
                </a:lnTo>
                <a:lnTo>
                  <a:pt x="36627" y="10030"/>
                </a:lnTo>
                <a:lnTo>
                  <a:pt x="36910" y="10373"/>
                </a:lnTo>
                <a:lnTo>
                  <a:pt x="37132" y="10696"/>
                </a:lnTo>
                <a:lnTo>
                  <a:pt x="37354" y="11039"/>
                </a:lnTo>
                <a:lnTo>
                  <a:pt x="37535" y="11382"/>
                </a:lnTo>
                <a:lnTo>
                  <a:pt x="37656" y="11624"/>
                </a:lnTo>
                <a:lnTo>
                  <a:pt x="37737" y="11846"/>
                </a:lnTo>
                <a:lnTo>
                  <a:pt x="37818" y="12068"/>
                </a:lnTo>
                <a:lnTo>
                  <a:pt x="37858" y="12290"/>
                </a:lnTo>
                <a:lnTo>
                  <a:pt x="37898" y="12492"/>
                </a:lnTo>
                <a:lnTo>
                  <a:pt x="37898" y="12694"/>
                </a:lnTo>
                <a:lnTo>
                  <a:pt x="37878" y="12875"/>
                </a:lnTo>
                <a:lnTo>
                  <a:pt x="37838" y="13057"/>
                </a:lnTo>
                <a:lnTo>
                  <a:pt x="37757" y="13259"/>
                </a:lnTo>
                <a:lnTo>
                  <a:pt x="37636" y="13460"/>
                </a:lnTo>
                <a:lnTo>
                  <a:pt x="37495" y="13662"/>
                </a:lnTo>
                <a:lnTo>
                  <a:pt x="37313" y="13824"/>
                </a:lnTo>
                <a:lnTo>
                  <a:pt x="37111" y="13985"/>
                </a:lnTo>
                <a:lnTo>
                  <a:pt x="36869" y="14106"/>
                </a:lnTo>
                <a:lnTo>
                  <a:pt x="36627" y="14207"/>
                </a:lnTo>
                <a:lnTo>
                  <a:pt x="36365" y="14288"/>
                </a:lnTo>
                <a:lnTo>
                  <a:pt x="36102" y="14328"/>
                </a:lnTo>
                <a:lnTo>
                  <a:pt x="35860" y="14368"/>
                </a:lnTo>
                <a:lnTo>
                  <a:pt x="35336" y="14368"/>
                </a:lnTo>
                <a:lnTo>
                  <a:pt x="34831" y="14328"/>
                </a:lnTo>
                <a:lnTo>
                  <a:pt x="34327" y="14268"/>
                </a:lnTo>
                <a:lnTo>
                  <a:pt x="34306" y="14268"/>
                </a:lnTo>
                <a:lnTo>
                  <a:pt x="32934" y="14106"/>
                </a:lnTo>
                <a:lnTo>
                  <a:pt x="31501" y="13945"/>
                </a:lnTo>
                <a:lnTo>
                  <a:pt x="30028" y="13803"/>
                </a:lnTo>
                <a:lnTo>
                  <a:pt x="28535" y="13682"/>
                </a:lnTo>
                <a:lnTo>
                  <a:pt x="26981" y="13561"/>
                </a:lnTo>
                <a:lnTo>
                  <a:pt x="25387" y="13481"/>
                </a:lnTo>
                <a:lnTo>
                  <a:pt x="23772" y="13420"/>
                </a:lnTo>
                <a:lnTo>
                  <a:pt x="22138" y="13400"/>
                </a:lnTo>
                <a:lnTo>
                  <a:pt x="20483" y="13420"/>
                </a:lnTo>
                <a:lnTo>
                  <a:pt x="18788" y="13460"/>
                </a:lnTo>
                <a:lnTo>
                  <a:pt x="17093" y="13561"/>
                </a:lnTo>
                <a:lnTo>
                  <a:pt x="16245" y="13622"/>
                </a:lnTo>
                <a:lnTo>
                  <a:pt x="15398" y="13703"/>
                </a:lnTo>
                <a:lnTo>
                  <a:pt x="14530" y="13803"/>
                </a:lnTo>
                <a:lnTo>
                  <a:pt x="13682" y="13904"/>
                </a:lnTo>
                <a:lnTo>
                  <a:pt x="12815" y="14025"/>
                </a:lnTo>
                <a:lnTo>
                  <a:pt x="11967" y="14146"/>
                </a:lnTo>
                <a:lnTo>
                  <a:pt x="11099" y="14308"/>
                </a:lnTo>
                <a:lnTo>
                  <a:pt x="10252" y="14469"/>
                </a:lnTo>
                <a:lnTo>
                  <a:pt x="9384" y="14651"/>
                </a:lnTo>
                <a:lnTo>
                  <a:pt x="8536" y="14833"/>
                </a:lnTo>
                <a:lnTo>
                  <a:pt x="7992" y="14974"/>
                </a:lnTo>
                <a:lnTo>
                  <a:pt x="7467" y="15115"/>
                </a:lnTo>
                <a:lnTo>
                  <a:pt x="6922" y="15277"/>
                </a:lnTo>
                <a:lnTo>
                  <a:pt x="6397" y="15458"/>
                </a:lnTo>
                <a:lnTo>
                  <a:pt x="5873" y="15660"/>
                </a:lnTo>
                <a:lnTo>
                  <a:pt x="5368" y="15902"/>
                </a:lnTo>
                <a:lnTo>
                  <a:pt x="4864" y="16164"/>
                </a:lnTo>
                <a:lnTo>
                  <a:pt x="4379" y="16467"/>
                </a:lnTo>
                <a:lnTo>
                  <a:pt x="4137" y="16649"/>
                </a:lnTo>
                <a:lnTo>
                  <a:pt x="3875" y="16851"/>
                </a:lnTo>
                <a:lnTo>
                  <a:pt x="3613" y="17073"/>
                </a:lnTo>
                <a:lnTo>
                  <a:pt x="3350" y="17335"/>
                </a:lnTo>
                <a:lnTo>
                  <a:pt x="3108" y="17617"/>
                </a:lnTo>
                <a:lnTo>
                  <a:pt x="2866" y="17940"/>
                </a:lnTo>
                <a:lnTo>
                  <a:pt x="2644" y="18283"/>
                </a:lnTo>
                <a:lnTo>
                  <a:pt x="2462" y="18667"/>
                </a:lnTo>
                <a:lnTo>
                  <a:pt x="2382" y="18889"/>
                </a:lnTo>
                <a:lnTo>
                  <a:pt x="2341" y="19131"/>
                </a:lnTo>
                <a:lnTo>
                  <a:pt x="2260" y="19635"/>
                </a:lnTo>
                <a:lnTo>
                  <a:pt x="2220" y="19918"/>
                </a:lnTo>
                <a:lnTo>
                  <a:pt x="2180" y="20201"/>
                </a:lnTo>
                <a:lnTo>
                  <a:pt x="2099" y="20463"/>
                </a:lnTo>
                <a:lnTo>
                  <a:pt x="2059" y="20584"/>
                </a:lnTo>
                <a:lnTo>
                  <a:pt x="1998" y="20705"/>
                </a:lnTo>
                <a:lnTo>
                  <a:pt x="1897" y="20846"/>
                </a:lnTo>
                <a:lnTo>
                  <a:pt x="1816" y="20988"/>
                </a:lnTo>
                <a:lnTo>
                  <a:pt x="1716" y="21088"/>
                </a:lnTo>
                <a:lnTo>
                  <a:pt x="1615" y="21169"/>
                </a:lnTo>
                <a:lnTo>
                  <a:pt x="1514" y="21210"/>
                </a:lnTo>
                <a:lnTo>
                  <a:pt x="1413" y="21250"/>
                </a:lnTo>
                <a:lnTo>
                  <a:pt x="1312" y="21270"/>
                </a:lnTo>
                <a:lnTo>
                  <a:pt x="1211" y="21250"/>
                </a:lnTo>
                <a:lnTo>
                  <a:pt x="1110" y="21210"/>
                </a:lnTo>
                <a:lnTo>
                  <a:pt x="1009" y="21149"/>
                </a:lnTo>
                <a:lnTo>
                  <a:pt x="908" y="21068"/>
                </a:lnTo>
                <a:lnTo>
                  <a:pt x="807" y="20967"/>
                </a:lnTo>
                <a:lnTo>
                  <a:pt x="707" y="20846"/>
                </a:lnTo>
                <a:lnTo>
                  <a:pt x="626" y="20725"/>
                </a:lnTo>
                <a:lnTo>
                  <a:pt x="464" y="20422"/>
                </a:lnTo>
                <a:lnTo>
                  <a:pt x="323" y="20100"/>
                </a:lnTo>
                <a:lnTo>
                  <a:pt x="222" y="19777"/>
                </a:lnTo>
                <a:lnTo>
                  <a:pt x="162" y="19454"/>
                </a:lnTo>
                <a:lnTo>
                  <a:pt x="121" y="19151"/>
                </a:lnTo>
                <a:lnTo>
                  <a:pt x="101" y="18223"/>
                </a:lnTo>
                <a:lnTo>
                  <a:pt x="81" y="17274"/>
                </a:lnTo>
                <a:lnTo>
                  <a:pt x="81" y="16326"/>
                </a:lnTo>
                <a:lnTo>
                  <a:pt x="101" y="15377"/>
                </a:lnTo>
                <a:lnTo>
                  <a:pt x="142" y="14449"/>
                </a:lnTo>
                <a:lnTo>
                  <a:pt x="182" y="13501"/>
                </a:lnTo>
                <a:lnTo>
                  <a:pt x="263" y="12572"/>
                </a:lnTo>
                <a:lnTo>
                  <a:pt x="343" y="11624"/>
                </a:lnTo>
                <a:lnTo>
                  <a:pt x="444" y="10696"/>
                </a:lnTo>
                <a:lnTo>
                  <a:pt x="545" y="9747"/>
                </a:lnTo>
                <a:lnTo>
                  <a:pt x="686" y="8819"/>
                </a:lnTo>
                <a:lnTo>
                  <a:pt x="828" y="7891"/>
                </a:lnTo>
                <a:lnTo>
                  <a:pt x="989" y="6962"/>
                </a:lnTo>
                <a:lnTo>
                  <a:pt x="1171" y="6034"/>
                </a:lnTo>
                <a:lnTo>
                  <a:pt x="1373" y="5126"/>
                </a:lnTo>
                <a:lnTo>
                  <a:pt x="1574" y="4198"/>
                </a:lnTo>
                <a:lnTo>
                  <a:pt x="1736" y="3572"/>
                </a:lnTo>
                <a:lnTo>
                  <a:pt x="1837" y="3269"/>
                </a:lnTo>
                <a:lnTo>
                  <a:pt x="1958" y="2967"/>
                </a:lnTo>
                <a:lnTo>
                  <a:pt x="2079" y="2664"/>
                </a:lnTo>
                <a:lnTo>
                  <a:pt x="2220" y="2402"/>
                </a:lnTo>
                <a:lnTo>
                  <a:pt x="2402" y="2139"/>
                </a:lnTo>
                <a:lnTo>
                  <a:pt x="2604" y="1897"/>
                </a:lnTo>
                <a:lnTo>
                  <a:pt x="2825" y="1695"/>
                </a:lnTo>
                <a:lnTo>
                  <a:pt x="3068" y="1514"/>
                </a:lnTo>
                <a:lnTo>
                  <a:pt x="3330" y="1352"/>
                </a:lnTo>
                <a:lnTo>
                  <a:pt x="3592" y="1211"/>
                </a:lnTo>
                <a:lnTo>
                  <a:pt x="3875" y="1090"/>
                </a:lnTo>
                <a:lnTo>
                  <a:pt x="4157" y="989"/>
                </a:lnTo>
                <a:lnTo>
                  <a:pt x="4702" y="807"/>
                </a:lnTo>
                <a:lnTo>
                  <a:pt x="5247" y="666"/>
                </a:lnTo>
                <a:lnTo>
                  <a:pt x="5832" y="525"/>
                </a:lnTo>
                <a:lnTo>
                  <a:pt x="6458" y="404"/>
                </a:lnTo>
                <a:lnTo>
                  <a:pt x="7104" y="303"/>
                </a:lnTo>
                <a:lnTo>
                  <a:pt x="7810" y="202"/>
                </a:lnTo>
                <a:lnTo>
                  <a:pt x="8577" y="142"/>
                </a:lnTo>
                <a:lnTo>
                  <a:pt x="9384" y="81"/>
                </a:lnTo>
                <a:close/>
                <a:moveTo>
                  <a:pt x="9848" y="0"/>
                </a:moveTo>
                <a:lnTo>
                  <a:pt x="9303" y="20"/>
                </a:lnTo>
                <a:lnTo>
                  <a:pt x="8758" y="41"/>
                </a:lnTo>
                <a:lnTo>
                  <a:pt x="8234" y="81"/>
                </a:lnTo>
                <a:lnTo>
                  <a:pt x="7709" y="142"/>
                </a:lnTo>
                <a:lnTo>
                  <a:pt x="7184" y="202"/>
                </a:lnTo>
                <a:lnTo>
                  <a:pt x="6680" y="283"/>
                </a:lnTo>
                <a:lnTo>
                  <a:pt x="6175" y="384"/>
                </a:lnTo>
                <a:lnTo>
                  <a:pt x="5671" y="485"/>
                </a:lnTo>
                <a:lnTo>
                  <a:pt x="5166" y="606"/>
                </a:lnTo>
                <a:lnTo>
                  <a:pt x="4682" y="727"/>
                </a:lnTo>
                <a:lnTo>
                  <a:pt x="4117" y="908"/>
                </a:lnTo>
                <a:lnTo>
                  <a:pt x="3834" y="1009"/>
                </a:lnTo>
                <a:lnTo>
                  <a:pt x="3552" y="1130"/>
                </a:lnTo>
                <a:lnTo>
                  <a:pt x="3269" y="1272"/>
                </a:lnTo>
                <a:lnTo>
                  <a:pt x="3007" y="1433"/>
                </a:lnTo>
                <a:lnTo>
                  <a:pt x="2765" y="1635"/>
                </a:lnTo>
                <a:lnTo>
                  <a:pt x="2543" y="1837"/>
                </a:lnTo>
                <a:lnTo>
                  <a:pt x="2341" y="2079"/>
                </a:lnTo>
                <a:lnTo>
                  <a:pt x="2160" y="2341"/>
                </a:lnTo>
                <a:lnTo>
                  <a:pt x="1998" y="2624"/>
                </a:lnTo>
                <a:lnTo>
                  <a:pt x="1877" y="2926"/>
                </a:lnTo>
                <a:lnTo>
                  <a:pt x="1776" y="3229"/>
                </a:lnTo>
                <a:lnTo>
                  <a:pt x="1675" y="3552"/>
                </a:lnTo>
                <a:lnTo>
                  <a:pt x="1514" y="4178"/>
                </a:lnTo>
                <a:lnTo>
                  <a:pt x="1292" y="5106"/>
                </a:lnTo>
                <a:lnTo>
                  <a:pt x="1090" y="6014"/>
                </a:lnTo>
                <a:lnTo>
                  <a:pt x="908" y="6942"/>
                </a:lnTo>
                <a:lnTo>
                  <a:pt x="747" y="7870"/>
                </a:lnTo>
                <a:lnTo>
                  <a:pt x="606" y="8819"/>
                </a:lnTo>
                <a:lnTo>
                  <a:pt x="485" y="9747"/>
                </a:lnTo>
                <a:lnTo>
                  <a:pt x="364" y="10676"/>
                </a:lnTo>
                <a:lnTo>
                  <a:pt x="263" y="11624"/>
                </a:lnTo>
                <a:lnTo>
                  <a:pt x="182" y="12552"/>
                </a:lnTo>
                <a:lnTo>
                  <a:pt x="101" y="13501"/>
                </a:lnTo>
                <a:lnTo>
                  <a:pt x="61" y="14449"/>
                </a:lnTo>
                <a:lnTo>
                  <a:pt x="20" y="15377"/>
                </a:lnTo>
                <a:lnTo>
                  <a:pt x="0" y="16326"/>
                </a:lnTo>
                <a:lnTo>
                  <a:pt x="0" y="17274"/>
                </a:lnTo>
                <a:lnTo>
                  <a:pt x="20" y="18223"/>
                </a:lnTo>
                <a:lnTo>
                  <a:pt x="41" y="19171"/>
                </a:lnTo>
                <a:lnTo>
                  <a:pt x="81" y="19474"/>
                </a:lnTo>
                <a:lnTo>
                  <a:pt x="162" y="19797"/>
                </a:lnTo>
                <a:lnTo>
                  <a:pt x="263" y="20140"/>
                </a:lnTo>
                <a:lnTo>
                  <a:pt x="404" y="20483"/>
                </a:lnTo>
                <a:lnTo>
                  <a:pt x="565" y="20766"/>
                </a:lnTo>
                <a:lnTo>
                  <a:pt x="666" y="20907"/>
                </a:lnTo>
                <a:lnTo>
                  <a:pt x="767" y="21028"/>
                </a:lnTo>
                <a:lnTo>
                  <a:pt x="868" y="21129"/>
                </a:lnTo>
                <a:lnTo>
                  <a:pt x="969" y="21210"/>
                </a:lnTo>
                <a:lnTo>
                  <a:pt x="1070" y="21290"/>
                </a:lnTo>
                <a:lnTo>
                  <a:pt x="1191" y="21331"/>
                </a:lnTo>
                <a:lnTo>
                  <a:pt x="1332" y="21351"/>
                </a:lnTo>
                <a:lnTo>
                  <a:pt x="1433" y="21331"/>
                </a:lnTo>
                <a:lnTo>
                  <a:pt x="1514" y="21310"/>
                </a:lnTo>
                <a:lnTo>
                  <a:pt x="1615" y="21250"/>
                </a:lnTo>
                <a:lnTo>
                  <a:pt x="1716" y="21189"/>
                </a:lnTo>
                <a:lnTo>
                  <a:pt x="1796" y="21109"/>
                </a:lnTo>
                <a:lnTo>
                  <a:pt x="1897" y="21008"/>
                </a:lnTo>
                <a:lnTo>
                  <a:pt x="2059" y="20745"/>
                </a:lnTo>
                <a:lnTo>
                  <a:pt x="2119" y="20624"/>
                </a:lnTo>
                <a:lnTo>
                  <a:pt x="2180" y="20503"/>
                </a:lnTo>
                <a:lnTo>
                  <a:pt x="2260" y="20221"/>
                </a:lnTo>
                <a:lnTo>
                  <a:pt x="2301" y="19938"/>
                </a:lnTo>
                <a:lnTo>
                  <a:pt x="2341" y="19635"/>
                </a:lnTo>
                <a:lnTo>
                  <a:pt x="2422" y="19151"/>
                </a:lnTo>
                <a:lnTo>
                  <a:pt x="2462" y="18909"/>
                </a:lnTo>
                <a:lnTo>
                  <a:pt x="2543" y="18687"/>
                </a:lnTo>
                <a:lnTo>
                  <a:pt x="2725" y="18324"/>
                </a:lnTo>
                <a:lnTo>
                  <a:pt x="2926" y="17981"/>
                </a:lnTo>
                <a:lnTo>
                  <a:pt x="3169" y="17678"/>
                </a:lnTo>
                <a:lnTo>
                  <a:pt x="3411" y="17395"/>
                </a:lnTo>
                <a:lnTo>
                  <a:pt x="3673" y="17133"/>
                </a:lnTo>
                <a:lnTo>
                  <a:pt x="3935" y="16911"/>
                </a:lnTo>
                <a:lnTo>
                  <a:pt x="4198" y="16709"/>
                </a:lnTo>
                <a:lnTo>
                  <a:pt x="4440" y="16528"/>
                </a:lnTo>
                <a:lnTo>
                  <a:pt x="4904" y="16245"/>
                </a:lnTo>
                <a:lnTo>
                  <a:pt x="5388" y="15983"/>
                </a:lnTo>
                <a:lnTo>
                  <a:pt x="5913" y="15741"/>
                </a:lnTo>
                <a:lnTo>
                  <a:pt x="6418" y="15539"/>
                </a:lnTo>
                <a:lnTo>
                  <a:pt x="6962" y="15357"/>
                </a:lnTo>
                <a:lnTo>
                  <a:pt x="7487" y="15196"/>
                </a:lnTo>
                <a:lnTo>
                  <a:pt x="8032" y="15055"/>
                </a:lnTo>
                <a:lnTo>
                  <a:pt x="8557" y="14913"/>
                </a:lnTo>
                <a:lnTo>
                  <a:pt x="9404" y="14732"/>
                </a:lnTo>
                <a:lnTo>
                  <a:pt x="10272" y="14550"/>
                </a:lnTo>
                <a:lnTo>
                  <a:pt x="11119" y="14389"/>
                </a:lnTo>
                <a:lnTo>
                  <a:pt x="11987" y="14227"/>
                </a:lnTo>
                <a:lnTo>
                  <a:pt x="12835" y="14106"/>
                </a:lnTo>
                <a:lnTo>
                  <a:pt x="13703" y="13985"/>
                </a:lnTo>
                <a:lnTo>
                  <a:pt x="14550" y="13884"/>
                </a:lnTo>
                <a:lnTo>
                  <a:pt x="15398" y="13783"/>
                </a:lnTo>
                <a:lnTo>
                  <a:pt x="16265" y="13703"/>
                </a:lnTo>
                <a:lnTo>
                  <a:pt x="17113" y="13642"/>
                </a:lnTo>
                <a:lnTo>
                  <a:pt x="18808" y="13541"/>
                </a:lnTo>
                <a:lnTo>
                  <a:pt x="20483" y="13501"/>
                </a:lnTo>
                <a:lnTo>
                  <a:pt x="22138" y="13481"/>
                </a:lnTo>
                <a:lnTo>
                  <a:pt x="23772" y="13501"/>
                </a:lnTo>
                <a:lnTo>
                  <a:pt x="25387" y="13561"/>
                </a:lnTo>
                <a:lnTo>
                  <a:pt x="26981" y="13642"/>
                </a:lnTo>
                <a:lnTo>
                  <a:pt x="28515" y="13763"/>
                </a:lnTo>
                <a:lnTo>
                  <a:pt x="30028" y="13884"/>
                </a:lnTo>
                <a:lnTo>
                  <a:pt x="31501" y="14025"/>
                </a:lnTo>
                <a:lnTo>
                  <a:pt x="32934" y="14187"/>
                </a:lnTo>
                <a:lnTo>
                  <a:pt x="34306" y="14348"/>
                </a:lnTo>
                <a:lnTo>
                  <a:pt x="34831" y="14409"/>
                </a:lnTo>
                <a:lnTo>
                  <a:pt x="35356" y="14449"/>
                </a:lnTo>
                <a:lnTo>
                  <a:pt x="35860" y="14449"/>
                </a:lnTo>
                <a:lnTo>
                  <a:pt x="36123" y="14409"/>
                </a:lnTo>
                <a:lnTo>
                  <a:pt x="36385" y="14368"/>
                </a:lnTo>
                <a:lnTo>
                  <a:pt x="36647" y="14288"/>
                </a:lnTo>
                <a:lnTo>
                  <a:pt x="36910" y="14187"/>
                </a:lnTo>
                <a:lnTo>
                  <a:pt x="37152" y="14046"/>
                </a:lnTo>
                <a:lnTo>
                  <a:pt x="37374" y="13884"/>
                </a:lnTo>
                <a:lnTo>
                  <a:pt x="37555" y="13703"/>
                </a:lnTo>
                <a:lnTo>
                  <a:pt x="37717" y="13501"/>
                </a:lnTo>
                <a:lnTo>
                  <a:pt x="37838" y="13299"/>
                </a:lnTo>
                <a:lnTo>
                  <a:pt x="37919" y="13077"/>
                </a:lnTo>
                <a:lnTo>
                  <a:pt x="37959" y="12895"/>
                </a:lnTo>
                <a:lnTo>
                  <a:pt x="37979" y="12694"/>
                </a:lnTo>
                <a:lnTo>
                  <a:pt x="37979" y="12492"/>
                </a:lnTo>
                <a:lnTo>
                  <a:pt x="37939" y="12290"/>
                </a:lnTo>
                <a:lnTo>
                  <a:pt x="37898" y="12068"/>
                </a:lnTo>
                <a:lnTo>
                  <a:pt x="37818" y="11826"/>
                </a:lnTo>
                <a:lnTo>
                  <a:pt x="37737" y="11604"/>
                </a:lnTo>
                <a:lnTo>
                  <a:pt x="37616" y="11341"/>
                </a:lnTo>
                <a:lnTo>
                  <a:pt x="37414" y="10998"/>
                </a:lnTo>
                <a:lnTo>
                  <a:pt x="37212" y="10655"/>
                </a:lnTo>
                <a:lnTo>
                  <a:pt x="36970" y="10312"/>
                </a:lnTo>
                <a:lnTo>
                  <a:pt x="36708" y="9969"/>
                </a:lnTo>
                <a:lnTo>
                  <a:pt x="36405" y="9626"/>
                </a:lnTo>
                <a:lnTo>
                  <a:pt x="36062" y="9283"/>
                </a:lnTo>
                <a:lnTo>
                  <a:pt x="35699" y="8920"/>
                </a:lnTo>
                <a:lnTo>
                  <a:pt x="35315" y="8577"/>
                </a:lnTo>
                <a:lnTo>
                  <a:pt x="34569" y="7931"/>
                </a:lnTo>
                <a:lnTo>
                  <a:pt x="33782" y="7346"/>
                </a:lnTo>
                <a:lnTo>
                  <a:pt x="32995" y="6781"/>
                </a:lnTo>
                <a:lnTo>
                  <a:pt x="32187" y="6256"/>
                </a:lnTo>
                <a:lnTo>
                  <a:pt x="31360" y="5772"/>
                </a:lnTo>
                <a:lnTo>
                  <a:pt x="30512" y="5308"/>
                </a:lnTo>
                <a:lnTo>
                  <a:pt x="29665" y="4864"/>
                </a:lnTo>
                <a:lnTo>
                  <a:pt x="28797" y="4460"/>
                </a:lnTo>
                <a:lnTo>
                  <a:pt x="27929" y="4077"/>
                </a:lnTo>
                <a:lnTo>
                  <a:pt x="27062" y="3734"/>
                </a:lnTo>
                <a:lnTo>
                  <a:pt x="26194" y="3390"/>
                </a:lnTo>
                <a:lnTo>
                  <a:pt x="25306" y="3088"/>
                </a:lnTo>
                <a:lnTo>
                  <a:pt x="24458" y="2785"/>
                </a:lnTo>
                <a:lnTo>
                  <a:pt x="23591" y="2503"/>
                </a:lnTo>
                <a:lnTo>
                  <a:pt x="21896" y="1998"/>
                </a:lnTo>
                <a:lnTo>
                  <a:pt x="20685" y="1635"/>
                </a:lnTo>
                <a:lnTo>
                  <a:pt x="19494" y="1332"/>
                </a:lnTo>
                <a:lnTo>
                  <a:pt x="18364" y="1050"/>
                </a:lnTo>
                <a:lnTo>
                  <a:pt x="17295" y="807"/>
                </a:lnTo>
                <a:lnTo>
                  <a:pt x="16245" y="585"/>
                </a:lnTo>
                <a:lnTo>
                  <a:pt x="15236" y="404"/>
                </a:lnTo>
                <a:lnTo>
                  <a:pt x="14268" y="263"/>
                </a:lnTo>
                <a:lnTo>
                  <a:pt x="13299" y="162"/>
                </a:lnTo>
                <a:lnTo>
                  <a:pt x="12128" y="61"/>
                </a:lnTo>
                <a:lnTo>
                  <a:pt x="10978" y="0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01" name="Google Shape;1601;p19"/>
          <p:cNvSpPr/>
          <p:nvPr/>
        </p:nvSpPr>
        <p:spPr>
          <a:xfrm>
            <a:off x="7989465" y="1384273"/>
            <a:ext cx="415281" cy="285520"/>
          </a:xfrm>
          <a:custGeom>
            <a:rect b="b" l="l" r="r" t="t"/>
            <a:pathLst>
              <a:path extrusionOk="0" h="5107" w="7428">
                <a:moveTo>
                  <a:pt x="7124" y="82"/>
                </a:moveTo>
                <a:lnTo>
                  <a:pt x="7205" y="102"/>
                </a:lnTo>
                <a:lnTo>
                  <a:pt x="7286" y="142"/>
                </a:lnTo>
                <a:lnTo>
                  <a:pt x="7326" y="223"/>
                </a:lnTo>
                <a:lnTo>
                  <a:pt x="7346" y="344"/>
                </a:lnTo>
                <a:lnTo>
                  <a:pt x="7346" y="485"/>
                </a:lnTo>
                <a:lnTo>
                  <a:pt x="7306" y="647"/>
                </a:lnTo>
                <a:lnTo>
                  <a:pt x="7225" y="808"/>
                </a:lnTo>
                <a:lnTo>
                  <a:pt x="7064" y="1212"/>
                </a:lnTo>
                <a:lnTo>
                  <a:pt x="6842" y="1615"/>
                </a:lnTo>
                <a:lnTo>
                  <a:pt x="6600" y="1999"/>
                </a:lnTo>
                <a:lnTo>
                  <a:pt x="6357" y="2362"/>
                </a:lnTo>
                <a:lnTo>
                  <a:pt x="6055" y="2786"/>
                </a:lnTo>
                <a:lnTo>
                  <a:pt x="5732" y="3149"/>
                </a:lnTo>
                <a:lnTo>
                  <a:pt x="5389" y="3472"/>
                </a:lnTo>
                <a:lnTo>
                  <a:pt x="5026" y="3775"/>
                </a:lnTo>
                <a:lnTo>
                  <a:pt x="4642" y="4037"/>
                </a:lnTo>
                <a:lnTo>
                  <a:pt x="4259" y="4279"/>
                </a:lnTo>
                <a:lnTo>
                  <a:pt x="3835" y="4501"/>
                </a:lnTo>
                <a:lnTo>
                  <a:pt x="3411" y="4683"/>
                </a:lnTo>
                <a:lnTo>
                  <a:pt x="2987" y="4824"/>
                </a:lnTo>
                <a:lnTo>
                  <a:pt x="2745" y="4905"/>
                </a:lnTo>
                <a:lnTo>
                  <a:pt x="2463" y="4965"/>
                </a:lnTo>
                <a:lnTo>
                  <a:pt x="2160" y="5006"/>
                </a:lnTo>
                <a:lnTo>
                  <a:pt x="1837" y="5026"/>
                </a:lnTo>
                <a:lnTo>
                  <a:pt x="1514" y="5006"/>
                </a:lnTo>
                <a:lnTo>
                  <a:pt x="1353" y="4965"/>
                </a:lnTo>
                <a:lnTo>
                  <a:pt x="1171" y="4945"/>
                </a:lnTo>
                <a:lnTo>
                  <a:pt x="1010" y="4885"/>
                </a:lnTo>
                <a:lnTo>
                  <a:pt x="848" y="4824"/>
                </a:lnTo>
                <a:lnTo>
                  <a:pt x="707" y="4743"/>
                </a:lnTo>
                <a:lnTo>
                  <a:pt x="546" y="4642"/>
                </a:lnTo>
                <a:lnTo>
                  <a:pt x="445" y="4562"/>
                </a:lnTo>
                <a:lnTo>
                  <a:pt x="364" y="4461"/>
                </a:lnTo>
                <a:lnTo>
                  <a:pt x="283" y="4380"/>
                </a:lnTo>
                <a:lnTo>
                  <a:pt x="203" y="4279"/>
                </a:lnTo>
                <a:lnTo>
                  <a:pt x="162" y="4178"/>
                </a:lnTo>
                <a:lnTo>
                  <a:pt x="122" y="4057"/>
                </a:lnTo>
                <a:lnTo>
                  <a:pt x="81" y="3956"/>
                </a:lnTo>
                <a:lnTo>
                  <a:pt x="81" y="3855"/>
                </a:lnTo>
                <a:lnTo>
                  <a:pt x="81" y="3654"/>
                </a:lnTo>
                <a:lnTo>
                  <a:pt x="142" y="3492"/>
                </a:lnTo>
                <a:lnTo>
                  <a:pt x="243" y="3331"/>
                </a:lnTo>
                <a:lnTo>
                  <a:pt x="364" y="3169"/>
                </a:lnTo>
                <a:lnTo>
                  <a:pt x="505" y="3028"/>
                </a:lnTo>
                <a:lnTo>
                  <a:pt x="647" y="2907"/>
                </a:lnTo>
                <a:lnTo>
                  <a:pt x="949" y="2685"/>
                </a:lnTo>
                <a:lnTo>
                  <a:pt x="1656" y="2261"/>
                </a:lnTo>
                <a:lnTo>
                  <a:pt x="2362" y="1858"/>
                </a:lnTo>
                <a:lnTo>
                  <a:pt x="3088" y="1474"/>
                </a:lnTo>
                <a:lnTo>
                  <a:pt x="3835" y="1131"/>
                </a:lnTo>
                <a:lnTo>
                  <a:pt x="4602" y="828"/>
                </a:lnTo>
                <a:lnTo>
                  <a:pt x="5369" y="566"/>
                </a:lnTo>
                <a:lnTo>
                  <a:pt x="6156" y="324"/>
                </a:lnTo>
                <a:lnTo>
                  <a:pt x="6943" y="122"/>
                </a:lnTo>
                <a:lnTo>
                  <a:pt x="7044" y="102"/>
                </a:lnTo>
                <a:lnTo>
                  <a:pt x="7124" y="82"/>
                </a:lnTo>
                <a:close/>
                <a:moveTo>
                  <a:pt x="7145" y="1"/>
                </a:moveTo>
                <a:lnTo>
                  <a:pt x="7084" y="21"/>
                </a:lnTo>
                <a:lnTo>
                  <a:pt x="6923" y="41"/>
                </a:lnTo>
                <a:lnTo>
                  <a:pt x="6136" y="243"/>
                </a:lnTo>
                <a:lnTo>
                  <a:pt x="5348" y="485"/>
                </a:lnTo>
                <a:lnTo>
                  <a:pt x="4561" y="768"/>
                </a:lnTo>
                <a:lnTo>
                  <a:pt x="3795" y="1071"/>
                </a:lnTo>
                <a:lnTo>
                  <a:pt x="3048" y="1414"/>
                </a:lnTo>
                <a:lnTo>
                  <a:pt x="2321" y="1777"/>
                </a:lnTo>
                <a:lnTo>
                  <a:pt x="1595" y="2180"/>
                </a:lnTo>
                <a:lnTo>
                  <a:pt x="909" y="2624"/>
                </a:lnTo>
                <a:lnTo>
                  <a:pt x="586" y="2846"/>
                </a:lnTo>
                <a:lnTo>
                  <a:pt x="445" y="2988"/>
                </a:lnTo>
                <a:lnTo>
                  <a:pt x="283" y="3129"/>
                </a:lnTo>
                <a:lnTo>
                  <a:pt x="162" y="3290"/>
                </a:lnTo>
                <a:lnTo>
                  <a:pt x="81" y="3472"/>
                </a:lnTo>
                <a:lnTo>
                  <a:pt x="21" y="3654"/>
                </a:lnTo>
                <a:lnTo>
                  <a:pt x="1" y="3754"/>
                </a:lnTo>
                <a:lnTo>
                  <a:pt x="1" y="3855"/>
                </a:lnTo>
                <a:lnTo>
                  <a:pt x="1" y="3976"/>
                </a:lnTo>
                <a:lnTo>
                  <a:pt x="41" y="4077"/>
                </a:lnTo>
                <a:lnTo>
                  <a:pt x="81" y="4198"/>
                </a:lnTo>
                <a:lnTo>
                  <a:pt x="142" y="4320"/>
                </a:lnTo>
                <a:lnTo>
                  <a:pt x="203" y="4420"/>
                </a:lnTo>
                <a:lnTo>
                  <a:pt x="303" y="4521"/>
                </a:lnTo>
                <a:lnTo>
                  <a:pt x="384" y="4622"/>
                </a:lnTo>
                <a:lnTo>
                  <a:pt x="505" y="4703"/>
                </a:lnTo>
                <a:lnTo>
                  <a:pt x="667" y="4804"/>
                </a:lnTo>
                <a:lnTo>
                  <a:pt x="808" y="4885"/>
                </a:lnTo>
                <a:lnTo>
                  <a:pt x="990" y="4965"/>
                </a:lnTo>
                <a:lnTo>
                  <a:pt x="1151" y="5006"/>
                </a:lnTo>
                <a:lnTo>
                  <a:pt x="1312" y="5046"/>
                </a:lnTo>
                <a:lnTo>
                  <a:pt x="1494" y="5086"/>
                </a:lnTo>
                <a:lnTo>
                  <a:pt x="1837" y="5107"/>
                </a:lnTo>
                <a:lnTo>
                  <a:pt x="2160" y="5086"/>
                </a:lnTo>
                <a:lnTo>
                  <a:pt x="2483" y="5046"/>
                </a:lnTo>
                <a:lnTo>
                  <a:pt x="2765" y="4985"/>
                </a:lnTo>
                <a:lnTo>
                  <a:pt x="3008" y="4905"/>
                </a:lnTo>
                <a:lnTo>
                  <a:pt x="3452" y="4763"/>
                </a:lnTo>
                <a:lnTo>
                  <a:pt x="3875" y="4582"/>
                </a:lnTo>
                <a:lnTo>
                  <a:pt x="4299" y="4360"/>
                </a:lnTo>
                <a:lnTo>
                  <a:pt x="4703" y="4118"/>
                </a:lnTo>
                <a:lnTo>
                  <a:pt x="5086" y="3835"/>
                </a:lnTo>
                <a:lnTo>
                  <a:pt x="5449" y="3532"/>
                </a:lnTo>
                <a:lnTo>
                  <a:pt x="5792" y="3189"/>
                </a:lnTo>
                <a:lnTo>
                  <a:pt x="6115" y="2846"/>
                </a:lnTo>
                <a:lnTo>
                  <a:pt x="6398" y="2443"/>
                </a:lnTo>
                <a:lnTo>
                  <a:pt x="6640" y="2080"/>
                </a:lnTo>
                <a:lnTo>
                  <a:pt x="6882" y="1676"/>
                </a:lnTo>
                <a:lnTo>
                  <a:pt x="7124" y="1252"/>
                </a:lnTo>
                <a:lnTo>
                  <a:pt x="7306" y="849"/>
                </a:lnTo>
                <a:lnTo>
                  <a:pt x="7366" y="667"/>
                </a:lnTo>
                <a:lnTo>
                  <a:pt x="7407" y="485"/>
                </a:lnTo>
                <a:lnTo>
                  <a:pt x="7427" y="324"/>
                </a:lnTo>
                <a:lnTo>
                  <a:pt x="7407" y="203"/>
                </a:lnTo>
                <a:lnTo>
                  <a:pt x="7387" y="142"/>
                </a:lnTo>
                <a:lnTo>
                  <a:pt x="7346" y="82"/>
                </a:lnTo>
                <a:lnTo>
                  <a:pt x="7286" y="41"/>
                </a:lnTo>
                <a:lnTo>
                  <a:pt x="7225" y="21"/>
                </a:lnTo>
                <a:lnTo>
                  <a:pt x="7145" y="1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02" name="Google Shape;1602;p19"/>
          <p:cNvSpPr/>
          <p:nvPr/>
        </p:nvSpPr>
        <p:spPr>
          <a:xfrm rot="3449335">
            <a:off x="1655522" y="-908175"/>
            <a:ext cx="1193653" cy="1427229"/>
          </a:xfrm>
          <a:custGeom>
            <a:rect b="b" l="l" r="r" t="t"/>
            <a:pathLst>
              <a:path extrusionOk="0" h="25529" w="21351">
                <a:moveTo>
                  <a:pt x="16709" y="81"/>
                </a:moveTo>
                <a:lnTo>
                  <a:pt x="17052" y="122"/>
                </a:lnTo>
                <a:lnTo>
                  <a:pt x="17416" y="202"/>
                </a:lnTo>
                <a:lnTo>
                  <a:pt x="17759" y="303"/>
                </a:lnTo>
                <a:lnTo>
                  <a:pt x="18102" y="424"/>
                </a:lnTo>
                <a:lnTo>
                  <a:pt x="18445" y="586"/>
                </a:lnTo>
                <a:lnTo>
                  <a:pt x="18788" y="788"/>
                </a:lnTo>
                <a:lnTo>
                  <a:pt x="19111" y="1010"/>
                </a:lnTo>
                <a:lnTo>
                  <a:pt x="19434" y="1272"/>
                </a:lnTo>
                <a:lnTo>
                  <a:pt x="19736" y="1575"/>
                </a:lnTo>
                <a:lnTo>
                  <a:pt x="19999" y="1897"/>
                </a:lnTo>
                <a:lnTo>
                  <a:pt x="20261" y="2261"/>
                </a:lnTo>
                <a:lnTo>
                  <a:pt x="20483" y="2644"/>
                </a:lnTo>
                <a:lnTo>
                  <a:pt x="20644" y="2947"/>
                </a:lnTo>
                <a:lnTo>
                  <a:pt x="20766" y="3250"/>
                </a:lnTo>
                <a:lnTo>
                  <a:pt x="20887" y="3572"/>
                </a:lnTo>
                <a:lnTo>
                  <a:pt x="20987" y="3895"/>
                </a:lnTo>
                <a:lnTo>
                  <a:pt x="21068" y="4238"/>
                </a:lnTo>
                <a:lnTo>
                  <a:pt x="21149" y="4581"/>
                </a:lnTo>
                <a:lnTo>
                  <a:pt x="21209" y="4945"/>
                </a:lnTo>
                <a:lnTo>
                  <a:pt x="21250" y="5308"/>
                </a:lnTo>
                <a:lnTo>
                  <a:pt x="21270" y="5691"/>
                </a:lnTo>
                <a:lnTo>
                  <a:pt x="21270" y="6075"/>
                </a:lnTo>
                <a:lnTo>
                  <a:pt x="21270" y="6478"/>
                </a:lnTo>
                <a:lnTo>
                  <a:pt x="21250" y="6882"/>
                </a:lnTo>
                <a:lnTo>
                  <a:pt x="21230" y="7306"/>
                </a:lnTo>
                <a:lnTo>
                  <a:pt x="21169" y="7750"/>
                </a:lnTo>
                <a:lnTo>
                  <a:pt x="21109" y="8194"/>
                </a:lnTo>
                <a:lnTo>
                  <a:pt x="21028" y="8658"/>
                </a:lnTo>
                <a:lnTo>
                  <a:pt x="20947" y="9122"/>
                </a:lnTo>
                <a:lnTo>
                  <a:pt x="20846" y="9586"/>
                </a:lnTo>
                <a:lnTo>
                  <a:pt x="20725" y="10010"/>
                </a:lnTo>
                <a:lnTo>
                  <a:pt x="20604" y="10434"/>
                </a:lnTo>
                <a:lnTo>
                  <a:pt x="20483" y="10857"/>
                </a:lnTo>
                <a:lnTo>
                  <a:pt x="20342" y="11261"/>
                </a:lnTo>
                <a:lnTo>
                  <a:pt x="20180" y="11644"/>
                </a:lnTo>
                <a:lnTo>
                  <a:pt x="20019" y="12008"/>
                </a:lnTo>
                <a:lnTo>
                  <a:pt x="19857" y="12371"/>
                </a:lnTo>
                <a:lnTo>
                  <a:pt x="19676" y="12714"/>
                </a:lnTo>
                <a:lnTo>
                  <a:pt x="19474" y="13037"/>
                </a:lnTo>
                <a:lnTo>
                  <a:pt x="19272" y="13340"/>
                </a:lnTo>
                <a:lnTo>
                  <a:pt x="19070" y="13642"/>
                </a:lnTo>
                <a:lnTo>
                  <a:pt x="18848" y="13945"/>
                </a:lnTo>
                <a:lnTo>
                  <a:pt x="18606" y="14207"/>
                </a:lnTo>
                <a:lnTo>
                  <a:pt x="18364" y="14470"/>
                </a:lnTo>
                <a:lnTo>
                  <a:pt x="18142" y="14692"/>
                </a:lnTo>
                <a:lnTo>
                  <a:pt x="17920" y="14893"/>
                </a:lnTo>
                <a:lnTo>
                  <a:pt x="17436" y="15297"/>
                </a:lnTo>
                <a:lnTo>
                  <a:pt x="16931" y="15640"/>
                </a:lnTo>
                <a:lnTo>
                  <a:pt x="16386" y="15983"/>
                </a:lnTo>
                <a:lnTo>
                  <a:pt x="15842" y="16306"/>
                </a:lnTo>
                <a:lnTo>
                  <a:pt x="15297" y="16589"/>
                </a:lnTo>
                <a:lnTo>
                  <a:pt x="14187" y="17154"/>
                </a:lnTo>
                <a:lnTo>
                  <a:pt x="13481" y="17497"/>
                </a:lnTo>
                <a:lnTo>
                  <a:pt x="12774" y="17860"/>
                </a:lnTo>
                <a:lnTo>
                  <a:pt x="12088" y="18264"/>
                </a:lnTo>
                <a:lnTo>
                  <a:pt x="11422" y="18667"/>
                </a:lnTo>
                <a:lnTo>
                  <a:pt x="10958" y="18990"/>
                </a:lnTo>
                <a:lnTo>
                  <a:pt x="10494" y="19333"/>
                </a:lnTo>
                <a:lnTo>
                  <a:pt x="10070" y="19696"/>
                </a:lnTo>
                <a:lnTo>
                  <a:pt x="9646" y="20060"/>
                </a:lnTo>
                <a:lnTo>
                  <a:pt x="8799" y="20847"/>
                </a:lnTo>
                <a:lnTo>
                  <a:pt x="7992" y="21613"/>
                </a:lnTo>
                <a:lnTo>
                  <a:pt x="7205" y="22400"/>
                </a:lnTo>
                <a:lnTo>
                  <a:pt x="6377" y="23167"/>
                </a:lnTo>
                <a:lnTo>
                  <a:pt x="5953" y="23531"/>
                </a:lnTo>
                <a:lnTo>
                  <a:pt x="5509" y="23894"/>
                </a:lnTo>
                <a:lnTo>
                  <a:pt x="5065" y="24237"/>
                </a:lnTo>
                <a:lnTo>
                  <a:pt x="4601" y="24560"/>
                </a:lnTo>
                <a:lnTo>
                  <a:pt x="4178" y="24822"/>
                </a:lnTo>
                <a:lnTo>
                  <a:pt x="3935" y="24963"/>
                </a:lnTo>
                <a:lnTo>
                  <a:pt x="3673" y="25084"/>
                </a:lnTo>
                <a:lnTo>
                  <a:pt x="3411" y="25205"/>
                </a:lnTo>
                <a:lnTo>
                  <a:pt x="3148" y="25306"/>
                </a:lnTo>
                <a:lnTo>
                  <a:pt x="2866" y="25367"/>
                </a:lnTo>
                <a:lnTo>
                  <a:pt x="2563" y="25427"/>
                </a:lnTo>
                <a:lnTo>
                  <a:pt x="2260" y="25448"/>
                </a:lnTo>
                <a:lnTo>
                  <a:pt x="1978" y="25427"/>
                </a:lnTo>
                <a:lnTo>
                  <a:pt x="1695" y="25367"/>
                </a:lnTo>
                <a:lnTo>
                  <a:pt x="1433" y="25286"/>
                </a:lnTo>
                <a:lnTo>
                  <a:pt x="1171" y="25185"/>
                </a:lnTo>
                <a:lnTo>
                  <a:pt x="949" y="25044"/>
                </a:lnTo>
                <a:lnTo>
                  <a:pt x="747" y="24883"/>
                </a:lnTo>
                <a:lnTo>
                  <a:pt x="585" y="24701"/>
                </a:lnTo>
                <a:lnTo>
                  <a:pt x="424" y="24459"/>
                </a:lnTo>
                <a:lnTo>
                  <a:pt x="303" y="24196"/>
                </a:lnTo>
                <a:lnTo>
                  <a:pt x="222" y="23894"/>
                </a:lnTo>
                <a:lnTo>
                  <a:pt x="142" y="23551"/>
                </a:lnTo>
                <a:lnTo>
                  <a:pt x="101" y="23167"/>
                </a:lnTo>
                <a:lnTo>
                  <a:pt x="81" y="22784"/>
                </a:lnTo>
                <a:lnTo>
                  <a:pt x="101" y="22421"/>
                </a:lnTo>
                <a:lnTo>
                  <a:pt x="142" y="22037"/>
                </a:lnTo>
                <a:lnTo>
                  <a:pt x="202" y="21654"/>
                </a:lnTo>
                <a:lnTo>
                  <a:pt x="303" y="21291"/>
                </a:lnTo>
                <a:lnTo>
                  <a:pt x="424" y="20947"/>
                </a:lnTo>
                <a:lnTo>
                  <a:pt x="585" y="20584"/>
                </a:lnTo>
                <a:lnTo>
                  <a:pt x="727" y="20342"/>
                </a:lnTo>
                <a:lnTo>
                  <a:pt x="868" y="20080"/>
                </a:lnTo>
                <a:lnTo>
                  <a:pt x="1029" y="19838"/>
                </a:lnTo>
                <a:lnTo>
                  <a:pt x="1211" y="19616"/>
                </a:lnTo>
                <a:lnTo>
                  <a:pt x="1393" y="19373"/>
                </a:lnTo>
                <a:lnTo>
                  <a:pt x="1574" y="19172"/>
                </a:lnTo>
                <a:lnTo>
                  <a:pt x="1978" y="18768"/>
                </a:lnTo>
                <a:lnTo>
                  <a:pt x="2402" y="18385"/>
                </a:lnTo>
                <a:lnTo>
                  <a:pt x="2825" y="18042"/>
                </a:lnTo>
                <a:lnTo>
                  <a:pt x="3249" y="17739"/>
                </a:lnTo>
                <a:lnTo>
                  <a:pt x="3673" y="17456"/>
                </a:lnTo>
                <a:lnTo>
                  <a:pt x="4561" y="16871"/>
                </a:lnTo>
                <a:lnTo>
                  <a:pt x="5489" y="16306"/>
                </a:lnTo>
                <a:lnTo>
                  <a:pt x="6438" y="15761"/>
                </a:lnTo>
                <a:lnTo>
                  <a:pt x="7366" y="15257"/>
                </a:lnTo>
                <a:lnTo>
                  <a:pt x="7568" y="15136"/>
                </a:lnTo>
                <a:lnTo>
                  <a:pt x="8153" y="14793"/>
                </a:lnTo>
                <a:lnTo>
                  <a:pt x="8758" y="14429"/>
                </a:lnTo>
                <a:lnTo>
                  <a:pt x="9041" y="14228"/>
                </a:lnTo>
                <a:lnTo>
                  <a:pt x="9323" y="14026"/>
                </a:lnTo>
                <a:lnTo>
                  <a:pt x="9606" y="13804"/>
                </a:lnTo>
                <a:lnTo>
                  <a:pt x="9868" y="13541"/>
                </a:lnTo>
                <a:lnTo>
                  <a:pt x="10070" y="13340"/>
                </a:lnTo>
                <a:lnTo>
                  <a:pt x="10232" y="13138"/>
                </a:lnTo>
                <a:lnTo>
                  <a:pt x="10393" y="12916"/>
                </a:lnTo>
                <a:lnTo>
                  <a:pt x="10534" y="12694"/>
                </a:lnTo>
                <a:lnTo>
                  <a:pt x="10675" y="12452"/>
                </a:lnTo>
                <a:lnTo>
                  <a:pt x="10797" y="12210"/>
                </a:lnTo>
                <a:lnTo>
                  <a:pt x="10897" y="11967"/>
                </a:lnTo>
                <a:lnTo>
                  <a:pt x="10978" y="11725"/>
                </a:lnTo>
                <a:lnTo>
                  <a:pt x="11140" y="11221"/>
                </a:lnTo>
                <a:lnTo>
                  <a:pt x="11261" y="10716"/>
                </a:lnTo>
                <a:lnTo>
                  <a:pt x="11362" y="10191"/>
                </a:lnTo>
                <a:lnTo>
                  <a:pt x="11463" y="9647"/>
                </a:lnTo>
                <a:lnTo>
                  <a:pt x="11563" y="8839"/>
                </a:lnTo>
                <a:lnTo>
                  <a:pt x="11664" y="8012"/>
                </a:lnTo>
                <a:lnTo>
                  <a:pt x="11846" y="6599"/>
                </a:lnTo>
                <a:lnTo>
                  <a:pt x="11947" y="5893"/>
                </a:lnTo>
                <a:lnTo>
                  <a:pt x="12088" y="5187"/>
                </a:lnTo>
                <a:lnTo>
                  <a:pt x="12209" y="4682"/>
                </a:lnTo>
                <a:lnTo>
                  <a:pt x="12330" y="4218"/>
                </a:lnTo>
                <a:lnTo>
                  <a:pt x="12472" y="3754"/>
                </a:lnTo>
                <a:lnTo>
                  <a:pt x="12633" y="3330"/>
                </a:lnTo>
                <a:lnTo>
                  <a:pt x="12794" y="2947"/>
                </a:lnTo>
                <a:lnTo>
                  <a:pt x="12976" y="2563"/>
                </a:lnTo>
                <a:lnTo>
                  <a:pt x="13158" y="2220"/>
                </a:lnTo>
                <a:lnTo>
                  <a:pt x="13359" y="1897"/>
                </a:lnTo>
                <a:lnTo>
                  <a:pt x="13561" y="1615"/>
                </a:lnTo>
                <a:lnTo>
                  <a:pt x="13803" y="1332"/>
                </a:lnTo>
                <a:lnTo>
                  <a:pt x="14025" y="1090"/>
                </a:lnTo>
                <a:lnTo>
                  <a:pt x="14288" y="868"/>
                </a:lnTo>
                <a:lnTo>
                  <a:pt x="14550" y="687"/>
                </a:lnTo>
                <a:lnTo>
                  <a:pt x="14812" y="525"/>
                </a:lnTo>
                <a:lnTo>
                  <a:pt x="15115" y="364"/>
                </a:lnTo>
                <a:lnTo>
                  <a:pt x="15418" y="263"/>
                </a:lnTo>
                <a:lnTo>
                  <a:pt x="15721" y="162"/>
                </a:lnTo>
                <a:lnTo>
                  <a:pt x="16043" y="101"/>
                </a:lnTo>
                <a:lnTo>
                  <a:pt x="16366" y="81"/>
                </a:lnTo>
                <a:close/>
                <a:moveTo>
                  <a:pt x="16467" y="1"/>
                </a:moveTo>
                <a:lnTo>
                  <a:pt x="16104" y="21"/>
                </a:lnTo>
                <a:lnTo>
                  <a:pt x="15741" y="81"/>
                </a:lnTo>
                <a:lnTo>
                  <a:pt x="15377" y="182"/>
                </a:lnTo>
                <a:lnTo>
                  <a:pt x="15075" y="303"/>
                </a:lnTo>
                <a:lnTo>
                  <a:pt x="14792" y="445"/>
                </a:lnTo>
                <a:lnTo>
                  <a:pt x="14510" y="606"/>
                </a:lnTo>
                <a:lnTo>
                  <a:pt x="14227" y="808"/>
                </a:lnTo>
                <a:lnTo>
                  <a:pt x="13985" y="1030"/>
                </a:lnTo>
                <a:lnTo>
                  <a:pt x="13743" y="1272"/>
                </a:lnTo>
                <a:lnTo>
                  <a:pt x="13501" y="1554"/>
                </a:lnTo>
                <a:lnTo>
                  <a:pt x="13299" y="1857"/>
                </a:lnTo>
                <a:lnTo>
                  <a:pt x="13097" y="2180"/>
                </a:lnTo>
                <a:lnTo>
                  <a:pt x="12895" y="2523"/>
                </a:lnTo>
                <a:lnTo>
                  <a:pt x="12714" y="2906"/>
                </a:lnTo>
                <a:lnTo>
                  <a:pt x="12552" y="3310"/>
                </a:lnTo>
                <a:lnTo>
                  <a:pt x="12391" y="3734"/>
                </a:lnTo>
                <a:lnTo>
                  <a:pt x="12250" y="4178"/>
                </a:lnTo>
                <a:lnTo>
                  <a:pt x="12128" y="4662"/>
                </a:lnTo>
                <a:lnTo>
                  <a:pt x="12007" y="5187"/>
                </a:lnTo>
                <a:lnTo>
                  <a:pt x="11886" y="5873"/>
                </a:lnTo>
                <a:lnTo>
                  <a:pt x="11765" y="6599"/>
                </a:lnTo>
                <a:lnTo>
                  <a:pt x="11584" y="7992"/>
                </a:lnTo>
                <a:lnTo>
                  <a:pt x="11483" y="8819"/>
                </a:lnTo>
                <a:lnTo>
                  <a:pt x="11382" y="9647"/>
                </a:lnTo>
                <a:lnTo>
                  <a:pt x="11281" y="10171"/>
                </a:lnTo>
                <a:lnTo>
                  <a:pt x="11180" y="10696"/>
                </a:lnTo>
                <a:lnTo>
                  <a:pt x="11059" y="11200"/>
                </a:lnTo>
                <a:lnTo>
                  <a:pt x="10918" y="11705"/>
                </a:lnTo>
                <a:lnTo>
                  <a:pt x="10817" y="11947"/>
                </a:lnTo>
                <a:lnTo>
                  <a:pt x="10716" y="12169"/>
                </a:lnTo>
                <a:lnTo>
                  <a:pt x="10595" y="12411"/>
                </a:lnTo>
                <a:lnTo>
                  <a:pt x="10474" y="12633"/>
                </a:lnTo>
                <a:lnTo>
                  <a:pt x="10332" y="12855"/>
                </a:lnTo>
                <a:lnTo>
                  <a:pt x="10171" y="13077"/>
                </a:lnTo>
                <a:lnTo>
                  <a:pt x="10010" y="13279"/>
                </a:lnTo>
                <a:lnTo>
                  <a:pt x="9808" y="13501"/>
                </a:lnTo>
                <a:lnTo>
                  <a:pt x="9545" y="13743"/>
                </a:lnTo>
                <a:lnTo>
                  <a:pt x="9283" y="13965"/>
                </a:lnTo>
                <a:lnTo>
                  <a:pt x="9001" y="14167"/>
                </a:lnTo>
                <a:lnTo>
                  <a:pt x="8718" y="14369"/>
                </a:lnTo>
                <a:lnTo>
                  <a:pt x="8113" y="14732"/>
                </a:lnTo>
                <a:lnTo>
                  <a:pt x="7527" y="15055"/>
                </a:lnTo>
                <a:lnTo>
                  <a:pt x="7326" y="15176"/>
                </a:lnTo>
                <a:lnTo>
                  <a:pt x="6397" y="15701"/>
                </a:lnTo>
                <a:lnTo>
                  <a:pt x="5449" y="16246"/>
                </a:lnTo>
                <a:lnTo>
                  <a:pt x="4521" y="16790"/>
                </a:lnTo>
                <a:lnTo>
                  <a:pt x="3612" y="17376"/>
                </a:lnTo>
                <a:lnTo>
                  <a:pt x="3209" y="17658"/>
                </a:lnTo>
                <a:lnTo>
                  <a:pt x="2765" y="17981"/>
                </a:lnTo>
                <a:lnTo>
                  <a:pt x="2341" y="18324"/>
                </a:lnTo>
                <a:lnTo>
                  <a:pt x="1917" y="18707"/>
                </a:lnTo>
                <a:lnTo>
                  <a:pt x="1514" y="19111"/>
                </a:lnTo>
                <a:lnTo>
                  <a:pt x="1312" y="19333"/>
                </a:lnTo>
                <a:lnTo>
                  <a:pt x="1130" y="19555"/>
                </a:lnTo>
                <a:lnTo>
                  <a:pt x="969" y="19797"/>
                </a:lnTo>
                <a:lnTo>
                  <a:pt x="807" y="20039"/>
                </a:lnTo>
                <a:lnTo>
                  <a:pt x="646" y="20302"/>
                </a:lnTo>
                <a:lnTo>
                  <a:pt x="505" y="20564"/>
                </a:lnTo>
                <a:lnTo>
                  <a:pt x="364" y="20907"/>
                </a:lnTo>
                <a:lnTo>
                  <a:pt x="222" y="21270"/>
                </a:lnTo>
                <a:lnTo>
                  <a:pt x="142" y="21654"/>
                </a:lnTo>
                <a:lnTo>
                  <a:pt x="61" y="22017"/>
                </a:lnTo>
                <a:lnTo>
                  <a:pt x="20" y="22400"/>
                </a:lnTo>
                <a:lnTo>
                  <a:pt x="0" y="22784"/>
                </a:lnTo>
                <a:lnTo>
                  <a:pt x="20" y="23167"/>
                </a:lnTo>
                <a:lnTo>
                  <a:pt x="61" y="23551"/>
                </a:lnTo>
                <a:lnTo>
                  <a:pt x="142" y="23914"/>
                </a:lnTo>
                <a:lnTo>
                  <a:pt x="242" y="24237"/>
                </a:lnTo>
                <a:lnTo>
                  <a:pt x="364" y="24499"/>
                </a:lnTo>
                <a:lnTo>
                  <a:pt x="505" y="24741"/>
                </a:lnTo>
                <a:lnTo>
                  <a:pt x="666" y="24923"/>
                </a:lnTo>
                <a:lnTo>
                  <a:pt x="848" y="25064"/>
                </a:lnTo>
                <a:lnTo>
                  <a:pt x="1050" y="25205"/>
                </a:lnTo>
                <a:lnTo>
                  <a:pt x="1251" y="25327"/>
                </a:lnTo>
                <a:lnTo>
                  <a:pt x="1494" y="25407"/>
                </a:lnTo>
                <a:lnTo>
                  <a:pt x="1736" y="25468"/>
                </a:lnTo>
                <a:lnTo>
                  <a:pt x="1978" y="25508"/>
                </a:lnTo>
                <a:lnTo>
                  <a:pt x="2260" y="25528"/>
                </a:lnTo>
                <a:lnTo>
                  <a:pt x="2563" y="25508"/>
                </a:lnTo>
                <a:lnTo>
                  <a:pt x="2866" y="25448"/>
                </a:lnTo>
                <a:lnTo>
                  <a:pt x="3169" y="25367"/>
                </a:lnTo>
                <a:lnTo>
                  <a:pt x="3451" y="25286"/>
                </a:lnTo>
                <a:lnTo>
                  <a:pt x="3713" y="25165"/>
                </a:lnTo>
                <a:lnTo>
                  <a:pt x="3976" y="25044"/>
                </a:lnTo>
                <a:lnTo>
                  <a:pt x="4218" y="24903"/>
                </a:lnTo>
                <a:lnTo>
                  <a:pt x="4642" y="24620"/>
                </a:lnTo>
                <a:lnTo>
                  <a:pt x="5106" y="24297"/>
                </a:lnTo>
                <a:lnTo>
                  <a:pt x="5550" y="23954"/>
                </a:lnTo>
                <a:lnTo>
                  <a:pt x="5994" y="23611"/>
                </a:lnTo>
                <a:lnTo>
                  <a:pt x="6418" y="23228"/>
                </a:lnTo>
                <a:lnTo>
                  <a:pt x="7245" y="22461"/>
                </a:lnTo>
                <a:lnTo>
                  <a:pt x="8052" y="21674"/>
                </a:lnTo>
                <a:lnTo>
                  <a:pt x="8859" y="20907"/>
                </a:lnTo>
                <a:lnTo>
                  <a:pt x="9687" y="20140"/>
                </a:lnTo>
                <a:lnTo>
                  <a:pt x="10110" y="19757"/>
                </a:lnTo>
                <a:lnTo>
                  <a:pt x="10554" y="19394"/>
                </a:lnTo>
                <a:lnTo>
                  <a:pt x="10998" y="19051"/>
                </a:lnTo>
                <a:lnTo>
                  <a:pt x="11463" y="18728"/>
                </a:lnTo>
                <a:lnTo>
                  <a:pt x="12128" y="18324"/>
                </a:lnTo>
                <a:lnTo>
                  <a:pt x="12815" y="17941"/>
                </a:lnTo>
                <a:lnTo>
                  <a:pt x="13521" y="17577"/>
                </a:lnTo>
                <a:lnTo>
                  <a:pt x="14207" y="17234"/>
                </a:lnTo>
                <a:lnTo>
                  <a:pt x="15337" y="16669"/>
                </a:lnTo>
                <a:lnTo>
                  <a:pt x="15902" y="16367"/>
                </a:lnTo>
                <a:lnTo>
                  <a:pt x="16447" y="16044"/>
                </a:lnTo>
                <a:lnTo>
                  <a:pt x="16972" y="15721"/>
                </a:lnTo>
                <a:lnTo>
                  <a:pt x="17476" y="15358"/>
                </a:lnTo>
                <a:lnTo>
                  <a:pt x="17981" y="14954"/>
                </a:lnTo>
                <a:lnTo>
                  <a:pt x="18203" y="14752"/>
                </a:lnTo>
                <a:lnTo>
                  <a:pt x="18425" y="14530"/>
                </a:lnTo>
                <a:lnTo>
                  <a:pt x="18667" y="14268"/>
                </a:lnTo>
                <a:lnTo>
                  <a:pt x="18909" y="13985"/>
                </a:lnTo>
                <a:lnTo>
                  <a:pt x="19131" y="13703"/>
                </a:lnTo>
                <a:lnTo>
                  <a:pt x="19333" y="13400"/>
                </a:lnTo>
                <a:lnTo>
                  <a:pt x="19535" y="13077"/>
                </a:lnTo>
                <a:lnTo>
                  <a:pt x="19736" y="12754"/>
                </a:lnTo>
                <a:lnTo>
                  <a:pt x="19918" y="12411"/>
                </a:lnTo>
                <a:lnTo>
                  <a:pt x="20100" y="12048"/>
                </a:lnTo>
                <a:lnTo>
                  <a:pt x="20261" y="11665"/>
                </a:lnTo>
                <a:lnTo>
                  <a:pt x="20402" y="11281"/>
                </a:lnTo>
                <a:lnTo>
                  <a:pt x="20544" y="10878"/>
                </a:lnTo>
                <a:lnTo>
                  <a:pt x="20685" y="10474"/>
                </a:lnTo>
                <a:lnTo>
                  <a:pt x="20806" y="10050"/>
                </a:lnTo>
                <a:lnTo>
                  <a:pt x="20927" y="9606"/>
                </a:lnTo>
                <a:lnTo>
                  <a:pt x="21028" y="9142"/>
                </a:lnTo>
                <a:lnTo>
                  <a:pt x="21109" y="8678"/>
                </a:lnTo>
                <a:lnTo>
                  <a:pt x="21189" y="8214"/>
                </a:lnTo>
                <a:lnTo>
                  <a:pt x="21250" y="7750"/>
                </a:lnTo>
                <a:lnTo>
                  <a:pt x="21310" y="7326"/>
                </a:lnTo>
                <a:lnTo>
                  <a:pt x="21331" y="6882"/>
                </a:lnTo>
                <a:lnTo>
                  <a:pt x="21351" y="6478"/>
                </a:lnTo>
                <a:lnTo>
                  <a:pt x="21351" y="6075"/>
                </a:lnTo>
                <a:lnTo>
                  <a:pt x="21351" y="5671"/>
                </a:lnTo>
                <a:lnTo>
                  <a:pt x="21331" y="5288"/>
                </a:lnTo>
                <a:lnTo>
                  <a:pt x="21270" y="4924"/>
                </a:lnTo>
                <a:lnTo>
                  <a:pt x="21230" y="4561"/>
                </a:lnTo>
                <a:lnTo>
                  <a:pt x="21149" y="4218"/>
                </a:lnTo>
                <a:lnTo>
                  <a:pt x="21068" y="3875"/>
                </a:lnTo>
                <a:lnTo>
                  <a:pt x="20967" y="3532"/>
                </a:lnTo>
                <a:lnTo>
                  <a:pt x="20846" y="3229"/>
                </a:lnTo>
                <a:lnTo>
                  <a:pt x="20705" y="2906"/>
                </a:lnTo>
                <a:lnTo>
                  <a:pt x="20564" y="2624"/>
                </a:lnTo>
                <a:lnTo>
                  <a:pt x="20362" y="2281"/>
                </a:lnTo>
                <a:lnTo>
                  <a:pt x="20140" y="1958"/>
                </a:lnTo>
                <a:lnTo>
                  <a:pt x="19898" y="1655"/>
                </a:lnTo>
                <a:lnTo>
                  <a:pt x="19615" y="1373"/>
                </a:lnTo>
                <a:lnTo>
                  <a:pt x="19333" y="1110"/>
                </a:lnTo>
                <a:lnTo>
                  <a:pt x="19010" y="868"/>
                </a:lnTo>
                <a:lnTo>
                  <a:pt x="18687" y="646"/>
                </a:lnTo>
                <a:lnTo>
                  <a:pt x="18344" y="465"/>
                </a:lnTo>
                <a:lnTo>
                  <a:pt x="17981" y="283"/>
                </a:lnTo>
                <a:lnTo>
                  <a:pt x="17597" y="162"/>
                </a:lnTo>
                <a:lnTo>
                  <a:pt x="17214" y="61"/>
                </a:lnTo>
                <a:lnTo>
                  <a:pt x="16851" y="21"/>
                </a:lnTo>
                <a:lnTo>
                  <a:pt x="16467" y="1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03" name="Google Shape;1603;p19"/>
          <p:cNvSpPr/>
          <p:nvPr/>
        </p:nvSpPr>
        <p:spPr>
          <a:xfrm>
            <a:off x="7611538" y="319256"/>
            <a:ext cx="1884195" cy="733450"/>
          </a:xfrm>
          <a:custGeom>
            <a:rect b="b" l="l" r="r" t="t"/>
            <a:pathLst>
              <a:path extrusionOk="0" h="13119" w="33702">
                <a:moveTo>
                  <a:pt x="8436" y="82"/>
                </a:moveTo>
                <a:lnTo>
                  <a:pt x="9041" y="102"/>
                </a:lnTo>
                <a:lnTo>
                  <a:pt x="9667" y="142"/>
                </a:lnTo>
                <a:lnTo>
                  <a:pt x="10312" y="183"/>
                </a:lnTo>
                <a:lnTo>
                  <a:pt x="10978" y="263"/>
                </a:lnTo>
                <a:lnTo>
                  <a:pt x="12532" y="465"/>
                </a:lnTo>
                <a:lnTo>
                  <a:pt x="14005" y="707"/>
                </a:lnTo>
                <a:lnTo>
                  <a:pt x="15398" y="949"/>
                </a:lnTo>
                <a:lnTo>
                  <a:pt x="16689" y="1192"/>
                </a:lnTo>
                <a:lnTo>
                  <a:pt x="17900" y="1454"/>
                </a:lnTo>
                <a:lnTo>
                  <a:pt x="19030" y="1716"/>
                </a:lnTo>
                <a:lnTo>
                  <a:pt x="20080" y="1979"/>
                </a:lnTo>
                <a:lnTo>
                  <a:pt x="21048" y="2241"/>
                </a:lnTo>
                <a:lnTo>
                  <a:pt x="21956" y="2523"/>
                </a:lnTo>
                <a:lnTo>
                  <a:pt x="22804" y="2786"/>
                </a:lnTo>
                <a:lnTo>
                  <a:pt x="23571" y="3068"/>
                </a:lnTo>
                <a:lnTo>
                  <a:pt x="24277" y="3331"/>
                </a:lnTo>
                <a:lnTo>
                  <a:pt x="24943" y="3593"/>
                </a:lnTo>
                <a:lnTo>
                  <a:pt x="25548" y="3835"/>
                </a:lnTo>
                <a:lnTo>
                  <a:pt x="26598" y="4320"/>
                </a:lnTo>
                <a:lnTo>
                  <a:pt x="27607" y="4824"/>
                </a:lnTo>
                <a:lnTo>
                  <a:pt x="28071" y="5066"/>
                </a:lnTo>
                <a:lnTo>
                  <a:pt x="28535" y="5329"/>
                </a:lnTo>
                <a:lnTo>
                  <a:pt x="28999" y="5611"/>
                </a:lnTo>
                <a:lnTo>
                  <a:pt x="29423" y="5894"/>
                </a:lnTo>
                <a:lnTo>
                  <a:pt x="29847" y="6176"/>
                </a:lnTo>
                <a:lnTo>
                  <a:pt x="30271" y="6459"/>
                </a:lnTo>
                <a:lnTo>
                  <a:pt x="30654" y="6761"/>
                </a:lnTo>
                <a:lnTo>
                  <a:pt x="31058" y="7064"/>
                </a:lnTo>
                <a:lnTo>
                  <a:pt x="31421" y="7367"/>
                </a:lnTo>
                <a:lnTo>
                  <a:pt x="31784" y="7690"/>
                </a:lnTo>
                <a:lnTo>
                  <a:pt x="32127" y="8012"/>
                </a:lnTo>
                <a:lnTo>
                  <a:pt x="32450" y="8335"/>
                </a:lnTo>
                <a:lnTo>
                  <a:pt x="32773" y="8678"/>
                </a:lnTo>
                <a:lnTo>
                  <a:pt x="33076" y="9021"/>
                </a:lnTo>
                <a:lnTo>
                  <a:pt x="33237" y="9223"/>
                </a:lnTo>
                <a:lnTo>
                  <a:pt x="33378" y="9425"/>
                </a:lnTo>
                <a:lnTo>
                  <a:pt x="33520" y="9667"/>
                </a:lnTo>
                <a:lnTo>
                  <a:pt x="33560" y="9788"/>
                </a:lnTo>
                <a:lnTo>
                  <a:pt x="33600" y="9909"/>
                </a:lnTo>
                <a:lnTo>
                  <a:pt x="33620" y="10030"/>
                </a:lnTo>
                <a:lnTo>
                  <a:pt x="33620" y="10172"/>
                </a:lnTo>
                <a:lnTo>
                  <a:pt x="33600" y="10293"/>
                </a:lnTo>
                <a:lnTo>
                  <a:pt x="33580" y="10414"/>
                </a:lnTo>
                <a:lnTo>
                  <a:pt x="33520" y="10535"/>
                </a:lnTo>
                <a:lnTo>
                  <a:pt x="33459" y="10636"/>
                </a:lnTo>
                <a:lnTo>
                  <a:pt x="33378" y="10737"/>
                </a:lnTo>
                <a:lnTo>
                  <a:pt x="33257" y="10797"/>
                </a:lnTo>
                <a:lnTo>
                  <a:pt x="33176" y="10838"/>
                </a:lnTo>
                <a:lnTo>
                  <a:pt x="33096" y="10858"/>
                </a:lnTo>
                <a:lnTo>
                  <a:pt x="32894" y="10878"/>
                </a:lnTo>
                <a:lnTo>
                  <a:pt x="32692" y="10858"/>
                </a:lnTo>
                <a:lnTo>
                  <a:pt x="32470" y="10817"/>
                </a:lnTo>
                <a:lnTo>
                  <a:pt x="29019" y="10152"/>
                </a:lnTo>
                <a:lnTo>
                  <a:pt x="26840" y="9748"/>
                </a:lnTo>
                <a:lnTo>
                  <a:pt x="25750" y="9566"/>
                </a:lnTo>
                <a:lnTo>
                  <a:pt x="24640" y="9385"/>
                </a:lnTo>
                <a:lnTo>
                  <a:pt x="23551" y="9223"/>
                </a:lnTo>
                <a:lnTo>
                  <a:pt x="22420" y="9102"/>
                </a:lnTo>
                <a:lnTo>
                  <a:pt x="21311" y="9021"/>
                </a:lnTo>
                <a:lnTo>
                  <a:pt x="20201" y="8981"/>
                </a:lnTo>
                <a:lnTo>
                  <a:pt x="19071" y="8961"/>
                </a:lnTo>
                <a:lnTo>
                  <a:pt x="17941" y="9021"/>
                </a:lnTo>
                <a:lnTo>
                  <a:pt x="16831" y="9102"/>
                </a:lnTo>
                <a:lnTo>
                  <a:pt x="15721" y="9223"/>
                </a:lnTo>
                <a:lnTo>
                  <a:pt x="14591" y="9385"/>
                </a:lnTo>
                <a:lnTo>
                  <a:pt x="13501" y="9566"/>
                </a:lnTo>
                <a:lnTo>
                  <a:pt x="12391" y="9788"/>
                </a:lnTo>
                <a:lnTo>
                  <a:pt x="11281" y="10051"/>
                </a:lnTo>
                <a:lnTo>
                  <a:pt x="10191" y="10313"/>
                </a:lnTo>
                <a:lnTo>
                  <a:pt x="9081" y="10596"/>
                </a:lnTo>
                <a:lnTo>
                  <a:pt x="7992" y="10918"/>
                </a:lnTo>
                <a:lnTo>
                  <a:pt x="6922" y="11241"/>
                </a:lnTo>
                <a:lnTo>
                  <a:pt x="4763" y="11907"/>
                </a:lnTo>
                <a:lnTo>
                  <a:pt x="2604" y="12593"/>
                </a:lnTo>
                <a:lnTo>
                  <a:pt x="1595" y="12936"/>
                </a:lnTo>
                <a:lnTo>
                  <a:pt x="1433" y="12977"/>
                </a:lnTo>
                <a:lnTo>
                  <a:pt x="1231" y="13017"/>
                </a:lnTo>
                <a:lnTo>
                  <a:pt x="1050" y="13037"/>
                </a:lnTo>
                <a:lnTo>
                  <a:pt x="949" y="13037"/>
                </a:lnTo>
                <a:lnTo>
                  <a:pt x="868" y="13017"/>
                </a:lnTo>
                <a:lnTo>
                  <a:pt x="767" y="12997"/>
                </a:lnTo>
                <a:lnTo>
                  <a:pt x="687" y="12957"/>
                </a:lnTo>
                <a:lnTo>
                  <a:pt x="606" y="12896"/>
                </a:lnTo>
                <a:lnTo>
                  <a:pt x="525" y="12835"/>
                </a:lnTo>
                <a:lnTo>
                  <a:pt x="404" y="12674"/>
                </a:lnTo>
                <a:lnTo>
                  <a:pt x="323" y="12492"/>
                </a:lnTo>
                <a:lnTo>
                  <a:pt x="243" y="12291"/>
                </a:lnTo>
                <a:lnTo>
                  <a:pt x="202" y="12089"/>
                </a:lnTo>
                <a:lnTo>
                  <a:pt x="162" y="11867"/>
                </a:lnTo>
                <a:lnTo>
                  <a:pt x="142" y="11665"/>
                </a:lnTo>
                <a:lnTo>
                  <a:pt x="101" y="10838"/>
                </a:lnTo>
                <a:lnTo>
                  <a:pt x="81" y="9990"/>
                </a:lnTo>
                <a:lnTo>
                  <a:pt x="101" y="9163"/>
                </a:lnTo>
                <a:lnTo>
                  <a:pt x="142" y="8315"/>
                </a:lnTo>
                <a:lnTo>
                  <a:pt x="202" y="7488"/>
                </a:lnTo>
                <a:lnTo>
                  <a:pt x="283" y="6660"/>
                </a:lnTo>
                <a:lnTo>
                  <a:pt x="404" y="5833"/>
                </a:lnTo>
                <a:lnTo>
                  <a:pt x="545" y="5006"/>
                </a:lnTo>
                <a:lnTo>
                  <a:pt x="666" y="4441"/>
                </a:lnTo>
                <a:lnTo>
                  <a:pt x="808" y="3896"/>
                </a:lnTo>
                <a:lnTo>
                  <a:pt x="909" y="3654"/>
                </a:lnTo>
                <a:lnTo>
                  <a:pt x="989" y="3411"/>
                </a:lnTo>
                <a:lnTo>
                  <a:pt x="1110" y="3189"/>
                </a:lnTo>
                <a:lnTo>
                  <a:pt x="1231" y="2967"/>
                </a:lnTo>
                <a:lnTo>
                  <a:pt x="1413" y="2685"/>
                </a:lnTo>
                <a:lnTo>
                  <a:pt x="1635" y="2402"/>
                </a:lnTo>
                <a:lnTo>
                  <a:pt x="1877" y="2140"/>
                </a:lnTo>
                <a:lnTo>
                  <a:pt x="2160" y="1898"/>
                </a:lnTo>
                <a:lnTo>
                  <a:pt x="2462" y="1656"/>
                </a:lnTo>
                <a:lnTo>
                  <a:pt x="2805" y="1434"/>
                </a:lnTo>
                <a:lnTo>
                  <a:pt x="3189" y="1232"/>
                </a:lnTo>
                <a:lnTo>
                  <a:pt x="3572" y="1030"/>
                </a:lnTo>
                <a:lnTo>
                  <a:pt x="4117" y="808"/>
                </a:lnTo>
                <a:lnTo>
                  <a:pt x="4662" y="627"/>
                </a:lnTo>
                <a:lnTo>
                  <a:pt x="5227" y="465"/>
                </a:lnTo>
                <a:lnTo>
                  <a:pt x="5832" y="324"/>
                </a:lnTo>
                <a:lnTo>
                  <a:pt x="6438" y="223"/>
                </a:lnTo>
                <a:lnTo>
                  <a:pt x="7084" y="142"/>
                </a:lnTo>
                <a:lnTo>
                  <a:pt x="7750" y="102"/>
                </a:lnTo>
                <a:lnTo>
                  <a:pt x="8436" y="82"/>
                </a:lnTo>
                <a:close/>
                <a:moveTo>
                  <a:pt x="8335" y="1"/>
                </a:moveTo>
                <a:lnTo>
                  <a:pt x="7830" y="21"/>
                </a:lnTo>
                <a:lnTo>
                  <a:pt x="7346" y="41"/>
                </a:lnTo>
                <a:lnTo>
                  <a:pt x="6882" y="82"/>
                </a:lnTo>
                <a:lnTo>
                  <a:pt x="6438" y="142"/>
                </a:lnTo>
                <a:lnTo>
                  <a:pt x="5974" y="223"/>
                </a:lnTo>
                <a:lnTo>
                  <a:pt x="5550" y="304"/>
                </a:lnTo>
                <a:lnTo>
                  <a:pt x="5126" y="405"/>
                </a:lnTo>
                <a:lnTo>
                  <a:pt x="4723" y="526"/>
                </a:lnTo>
                <a:lnTo>
                  <a:pt x="4319" y="647"/>
                </a:lnTo>
                <a:lnTo>
                  <a:pt x="3915" y="808"/>
                </a:lnTo>
                <a:lnTo>
                  <a:pt x="3552" y="970"/>
                </a:lnTo>
                <a:lnTo>
                  <a:pt x="3149" y="1151"/>
                </a:lnTo>
                <a:lnTo>
                  <a:pt x="2765" y="1373"/>
                </a:lnTo>
                <a:lnTo>
                  <a:pt x="2422" y="1595"/>
                </a:lnTo>
                <a:lnTo>
                  <a:pt x="2099" y="1837"/>
                </a:lnTo>
                <a:lnTo>
                  <a:pt x="1817" y="2080"/>
                </a:lnTo>
                <a:lnTo>
                  <a:pt x="1575" y="2362"/>
                </a:lnTo>
                <a:lnTo>
                  <a:pt x="1353" y="2624"/>
                </a:lnTo>
                <a:lnTo>
                  <a:pt x="1151" y="2927"/>
                </a:lnTo>
                <a:lnTo>
                  <a:pt x="1030" y="3169"/>
                </a:lnTo>
                <a:lnTo>
                  <a:pt x="909" y="3432"/>
                </a:lnTo>
                <a:lnTo>
                  <a:pt x="808" y="3694"/>
                </a:lnTo>
                <a:lnTo>
                  <a:pt x="707" y="3956"/>
                </a:lnTo>
                <a:lnTo>
                  <a:pt x="586" y="4481"/>
                </a:lnTo>
                <a:lnTo>
                  <a:pt x="465" y="4985"/>
                </a:lnTo>
                <a:lnTo>
                  <a:pt x="323" y="5813"/>
                </a:lnTo>
                <a:lnTo>
                  <a:pt x="222" y="6660"/>
                </a:lnTo>
                <a:lnTo>
                  <a:pt x="122" y="7488"/>
                </a:lnTo>
                <a:lnTo>
                  <a:pt x="61" y="8315"/>
                </a:lnTo>
                <a:lnTo>
                  <a:pt x="21" y="9163"/>
                </a:lnTo>
                <a:lnTo>
                  <a:pt x="0" y="9990"/>
                </a:lnTo>
                <a:lnTo>
                  <a:pt x="21" y="10838"/>
                </a:lnTo>
                <a:lnTo>
                  <a:pt x="61" y="11665"/>
                </a:lnTo>
                <a:lnTo>
                  <a:pt x="101" y="11968"/>
                </a:lnTo>
                <a:lnTo>
                  <a:pt x="142" y="12230"/>
                </a:lnTo>
                <a:lnTo>
                  <a:pt x="222" y="12452"/>
                </a:lnTo>
                <a:lnTo>
                  <a:pt x="303" y="12654"/>
                </a:lnTo>
                <a:lnTo>
                  <a:pt x="404" y="12815"/>
                </a:lnTo>
                <a:lnTo>
                  <a:pt x="545" y="12936"/>
                </a:lnTo>
                <a:lnTo>
                  <a:pt x="687" y="13037"/>
                </a:lnTo>
                <a:lnTo>
                  <a:pt x="848" y="13098"/>
                </a:lnTo>
                <a:lnTo>
                  <a:pt x="949" y="13118"/>
                </a:lnTo>
                <a:lnTo>
                  <a:pt x="1191" y="13118"/>
                </a:lnTo>
                <a:lnTo>
                  <a:pt x="1353" y="13078"/>
                </a:lnTo>
                <a:lnTo>
                  <a:pt x="1615" y="12997"/>
                </a:lnTo>
                <a:lnTo>
                  <a:pt x="2644" y="12674"/>
                </a:lnTo>
                <a:lnTo>
                  <a:pt x="4783" y="11988"/>
                </a:lnTo>
                <a:lnTo>
                  <a:pt x="6942" y="11302"/>
                </a:lnTo>
                <a:lnTo>
                  <a:pt x="8012" y="10999"/>
                </a:lnTo>
                <a:lnTo>
                  <a:pt x="9102" y="10676"/>
                </a:lnTo>
                <a:lnTo>
                  <a:pt x="10191" y="10394"/>
                </a:lnTo>
                <a:lnTo>
                  <a:pt x="11301" y="10131"/>
                </a:lnTo>
                <a:lnTo>
                  <a:pt x="12391" y="9869"/>
                </a:lnTo>
                <a:lnTo>
                  <a:pt x="13501" y="9647"/>
                </a:lnTo>
                <a:lnTo>
                  <a:pt x="14611" y="9465"/>
                </a:lnTo>
                <a:lnTo>
                  <a:pt x="15721" y="9304"/>
                </a:lnTo>
                <a:lnTo>
                  <a:pt x="16831" y="9183"/>
                </a:lnTo>
                <a:lnTo>
                  <a:pt x="17961" y="9102"/>
                </a:lnTo>
                <a:lnTo>
                  <a:pt x="19071" y="9042"/>
                </a:lnTo>
                <a:lnTo>
                  <a:pt x="20201" y="9062"/>
                </a:lnTo>
                <a:lnTo>
                  <a:pt x="21311" y="9102"/>
                </a:lnTo>
                <a:lnTo>
                  <a:pt x="22420" y="9183"/>
                </a:lnTo>
                <a:lnTo>
                  <a:pt x="23530" y="9304"/>
                </a:lnTo>
                <a:lnTo>
                  <a:pt x="24640" y="9465"/>
                </a:lnTo>
                <a:lnTo>
                  <a:pt x="25750" y="9647"/>
                </a:lnTo>
                <a:lnTo>
                  <a:pt x="26840" y="9829"/>
                </a:lnTo>
                <a:lnTo>
                  <a:pt x="28999" y="10232"/>
                </a:lnTo>
                <a:lnTo>
                  <a:pt x="32470" y="10898"/>
                </a:lnTo>
                <a:lnTo>
                  <a:pt x="32692" y="10939"/>
                </a:lnTo>
                <a:lnTo>
                  <a:pt x="32894" y="10959"/>
                </a:lnTo>
                <a:lnTo>
                  <a:pt x="33116" y="10939"/>
                </a:lnTo>
                <a:lnTo>
                  <a:pt x="33197" y="10918"/>
                </a:lnTo>
                <a:lnTo>
                  <a:pt x="33298" y="10878"/>
                </a:lnTo>
                <a:lnTo>
                  <a:pt x="33419" y="10797"/>
                </a:lnTo>
                <a:lnTo>
                  <a:pt x="33520" y="10696"/>
                </a:lnTo>
                <a:lnTo>
                  <a:pt x="33600" y="10575"/>
                </a:lnTo>
                <a:lnTo>
                  <a:pt x="33661" y="10454"/>
                </a:lnTo>
                <a:lnTo>
                  <a:pt x="33681" y="10313"/>
                </a:lnTo>
                <a:lnTo>
                  <a:pt x="33701" y="10172"/>
                </a:lnTo>
                <a:lnTo>
                  <a:pt x="33701" y="10030"/>
                </a:lnTo>
                <a:lnTo>
                  <a:pt x="33681" y="9889"/>
                </a:lnTo>
                <a:lnTo>
                  <a:pt x="33641" y="9768"/>
                </a:lnTo>
                <a:lnTo>
                  <a:pt x="33600" y="9627"/>
                </a:lnTo>
                <a:lnTo>
                  <a:pt x="33459" y="9385"/>
                </a:lnTo>
                <a:lnTo>
                  <a:pt x="33298" y="9163"/>
                </a:lnTo>
                <a:lnTo>
                  <a:pt x="33136" y="8961"/>
                </a:lnTo>
                <a:lnTo>
                  <a:pt x="32833" y="8618"/>
                </a:lnTo>
                <a:lnTo>
                  <a:pt x="32511" y="8275"/>
                </a:lnTo>
                <a:lnTo>
                  <a:pt x="32188" y="7952"/>
                </a:lnTo>
                <a:lnTo>
                  <a:pt x="31824" y="7629"/>
                </a:lnTo>
                <a:lnTo>
                  <a:pt x="31481" y="7306"/>
                </a:lnTo>
                <a:lnTo>
                  <a:pt x="31098" y="7003"/>
                </a:lnTo>
                <a:lnTo>
                  <a:pt x="30714" y="6701"/>
                </a:lnTo>
                <a:lnTo>
                  <a:pt x="30311" y="6398"/>
                </a:lnTo>
                <a:lnTo>
                  <a:pt x="29907" y="6095"/>
                </a:lnTo>
                <a:lnTo>
                  <a:pt x="29483" y="5813"/>
                </a:lnTo>
                <a:lnTo>
                  <a:pt x="29040" y="5530"/>
                </a:lnTo>
                <a:lnTo>
                  <a:pt x="28575" y="5268"/>
                </a:lnTo>
                <a:lnTo>
                  <a:pt x="28111" y="5006"/>
                </a:lnTo>
                <a:lnTo>
                  <a:pt x="27627" y="4743"/>
                </a:lnTo>
                <a:lnTo>
                  <a:pt x="26638" y="4259"/>
                </a:lnTo>
                <a:lnTo>
                  <a:pt x="25569" y="3775"/>
                </a:lnTo>
                <a:lnTo>
                  <a:pt x="24963" y="3512"/>
                </a:lnTo>
                <a:lnTo>
                  <a:pt x="24317" y="3250"/>
                </a:lnTo>
                <a:lnTo>
                  <a:pt x="23591" y="2988"/>
                </a:lnTo>
                <a:lnTo>
                  <a:pt x="22824" y="2725"/>
                </a:lnTo>
                <a:lnTo>
                  <a:pt x="21977" y="2443"/>
                </a:lnTo>
                <a:lnTo>
                  <a:pt x="21068" y="2180"/>
                </a:lnTo>
                <a:lnTo>
                  <a:pt x="20100" y="1898"/>
                </a:lnTo>
                <a:lnTo>
                  <a:pt x="19050" y="1636"/>
                </a:lnTo>
                <a:lnTo>
                  <a:pt x="17920" y="1373"/>
                </a:lnTo>
                <a:lnTo>
                  <a:pt x="16710" y="1111"/>
                </a:lnTo>
                <a:lnTo>
                  <a:pt x="15398" y="869"/>
                </a:lnTo>
                <a:lnTo>
                  <a:pt x="14026" y="627"/>
                </a:lnTo>
                <a:lnTo>
                  <a:pt x="12552" y="405"/>
                </a:lnTo>
                <a:lnTo>
                  <a:pt x="10978" y="183"/>
                </a:lnTo>
                <a:lnTo>
                  <a:pt x="10413" y="122"/>
                </a:lnTo>
                <a:lnTo>
                  <a:pt x="9889" y="62"/>
                </a:lnTo>
                <a:lnTo>
                  <a:pt x="9344" y="41"/>
                </a:lnTo>
                <a:lnTo>
                  <a:pt x="8839" y="21"/>
                </a:lnTo>
                <a:lnTo>
                  <a:pt x="8335" y="1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04" name="Google Shape;1604;p19"/>
          <p:cNvSpPr/>
          <p:nvPr/>
        </p:nvSpPr>
        <p:spPr>
          <a:xfrm>
            <a:off x="8093284" y="1493738"/>
            <a:ext cx="166996" cy="99348"/>
          </a:xfrm>
          <a:custGeom>
            <a:rect b="b" l="l" r="r" t="t"/>
            <a:pathLst>
              <a:path extrusionOk="0" h="1777" w="2987">
                <a:moveTo>
                  <a:pt x="2240" y="81"/>
                </a:moveTo>
                <a:lnTo>
                  <a:pt x="2442" y="101"/>
                </a:lnTo>
                <a:lnTo>
                  <a:pt x="2644" y="122"/>
                </a:lnTo>
                <a:lnTo>
                  <a:pt x="2745" y="162"/>
                </a:lnTo>
                <a:lnTo>
                  <a:pt x="2805" y="182"/>
                </a:lnTo>
                <a:lnTo>
                  <a:pt x="2866" y="243"/>
                </a:lnTo>
                <a:lnTo>
                  <a:pt x="2906" y="283"/>
                </a:lnTo>
                <a:lnTo>
                  <a:pt x="2906" y="364"/>
                </a:lnTo>
                <a:lnTo>
                  <a:pt x="2906" y="444"/>
                </a:lnTo>
                <a:lnTo>
                  <a:pt x="2846" y="525"/>
                </a:lnTo>
                <a:lnTo>
                  <a:pt x="2765" y="626"/>
                </a:lnTo>
                <a:lnTo>
                  <a:pt x="2543" y="868"/>
                </a:lnTo>
                <a:lnTo>
                  <a:pt x="2281" y="1070"/>
                </a:lnTo>
                <a:lnTo>
                  <a:pt x="1998" y="1252"/>
                </a:lnTo>
                <a:lnTo>
                  <a:pt x="1716" y="1413"/>
                </a:lnTo>
                <a:lnTo>
                  <a:pt x="1393" y="1534"/>
                </a:lnTo>
                <a:lnTo>
                  <a:pt x="1090" y="1615"/>
                </a:lnTo>
                <a:lnTo>
                  <a:pt x="747" y="1675"/>
                </a:lnTo>
                <a:lnTo>
                  <a:pt x="424" y="1696"/>
                </a:lnTo>
                <a:lnTo>
                  <a:pt x="263" y="1696"/>
                </a:lnTo>
                <a:lnTo>
                  <a:pt x="182" y="1655"/>
                </a:lnTo>
                <a:lnTo>
                  <a:pt x="121" y="1615"/>
                </a:lnTo>
                <a:lnTo>
                  <a:pt x="81" y="1554"/>
                </a:lnTo>
                <a:lnTo>
                  <a:pt x="81" y="1494"/>
                </a:lnTo>
                <a:lnTo>
                  <a:pt x="81" y="1433"/>
                </a:lnTo>
                <a:lnTo>
                  <a:pt x="101" y="1373"/>
                </a:lnTo>
                <a:lnTo>
                  <a:pt x="182" y="1252"/>
                </a:lnTo>
                <a:lnTo>
                  <a:pt x="263" y="1151"/>
                </a:lnTo>
                <a:lnTo>
                  <a:pt x="485" y="949"/>
                </a:lnTo>
                <a:lnTo>
                  <a:pt x="686" y="747"/>
                </a:lnTo>
                <a:lnTo>
                  <a:pt x="929" y="586"/>
                </a:lnTo>
                <a:lnTo>
                  <a:pt x="1171" y="424"/>
                </a:lnTo>
                <a:lnTo>
                  <a:pt x="1413" y="283"/>
                </a:lnTo>
                <a:lnTo>
                  <a:pt x="1675" y="182"/>
                </a:lnTo>
                <a:lnTo>
                  <a:pt x="1958" y="101"/>
                </a:lnTo>
                <a:lnTo>
                  <a:pt x="2240" y="81"/>
                </a:lnTo>
                <a:close/>
                <a:moveTo>
                  <a:pt x="2119" y="0"/>
                </a:moveTo>
                <a:lnTo>
                  <a:pt x="1938" y="21"/>
                </a:lnTo>
                <a:lnTo>
                  <a:pt x="1776" y="61"/>
                </a:lnTo>
                <a:lnTo>
                  <a:pt x="1615" y="122"/>
                </a:lnTo>
                <a:lnTo>
                  <a:pt x="1453" y="182"/>
                </a:lnTo>
                <a:lnTo>
                  <a:pt x="1292" y="243"/>
                </a:lnTo>
                <a:lnTo>
                  <a:pt x="1009" y="424"/>
                </a:lnTo>
                <a:lnTo>
                  <a:pt x="727" y="626"/>
                </a:lnTo>
                <a:lnTo>
                  <a:pt x="464" y="848"/>
                </a:lnTo>
                <a:lnTo>
                  <a:pt x="222" y="1090"/>
                </a:lnTo>
                <a:lnTo>
                  <a:pt x="101" y="1211"/>
                </a:lnTo>
                <a:lnTo>
                  <a:pt x="21" y="1332"/>
                </a:lnTo>
                <a:lnTo>
                  <a:pt x="0" y="1433"/>
                </a:lnTo>
                <a:lnTo>
                  <a:pt x="0" y="1514"/>
                </a:lnTo>
                <a:lnTo>
                  <a:pt x="21" y="1595"/>
                </a:lnTo>
                <a:lnTo>
                  <a:pt x="61" y="1655"/>
                </a:lnTo>
                <a:lnTo>
                  <a:pt x="121" y="1716"/>
                </a:lnTo>
                <a:lnTo>
                  <a:pt x="222" y="1756"/>
                </a:lnTo>
                <a:lnTo>
                  <a:pt x="303" y="1776"/>
                </a:lnTo>
                <a:lnTo>
                  <a:pt x="424" y="1776"/>
                </a:lnTo>
                <a:lnTo>
                  <a:pt x="767" y="1756"/>
                </a:lnTo>
                <a:lnTo>
                  <a:pt x="1110" y="1696"/>
                </a:lnTo>
                <a:lnTo>
                  <a:pt x="1433" y="1615"/>
                </a:lnTo>
                <a:lnTo>
                  <a:pt x="1736" y="1474"/>
                </a:lnTo>
                <a:lnTo>
                  <a:pt x="2039" y="1332"/>
                </a:lnTo>
                <a:lnTo>
                  <a:pt x="2321" y="1131"/>
                </a:lnTo>
                <a:lnTo>
                  <a:pt x="2604" y="929"/>
                </a:lnTo>
                <a:lnTo>
                  <a:pt x="2826" y="687"/>
                </a:lnTo>
                <a:lnTo>
                  <a:pt x="2926" y="565"/>
                </a:lnTo>
                <a:lnTo>
                  <a:pt x="2987" y="465"/>
                </a:lnTo>
                <a:lnTo>
                  <a:pt x="2987" y="343"/>
                </a:lnTo>
                <a:lnTo>
                  <a:pt x="2967" y="263"/>
                </a:lnTo>
                <a:lnTo>
                  <a:pt x="2926" y="182"/>
                </a:lnTo>
                <a:lnTo>
                  <a:pt x="2866" y="122"/>
                </a:lnTo>
                <a:lnTo>
                  <a:pt x="2765" y="81"/>
                </a:lnTo>
                <a:lnTo>
                  <a:pt x="2664" y="41"/>
                </a:lnTo>
                <a:lnTo>
                  <a:pt x="2462" y="21"/>
                </a:lnTo>
                <a:lnTo>
                  <a:pt x="2281" y="0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05" name="Google Shape;1605;p19"/>
          <p:cNvSpPr/>
          <p:nvPr/>
        </p:nvSpPr>
        <p:spPr>
          <a:xfrm rot="3449335">
            <a:off x="1810805" y="-768073"/>
            <a:ext cx="901487" cy="1104539"/>
          </a:xfrm>
          <a:custGeom>
            <a:rect b="b" l="l" r="r" t="t"/>
            <a:pathLst>
              <a:path extrusionOk="0" h="19757" w="16125">
                <a:moveTo>
                  <a:pt x="13945" y="81"/>
                </a:moveTo>
                <a:lnTo>
                  <a:pt x="14187" y="142"/>
                </a:lnTo>
                <a:lnTo>
                  <a:pt x="14449" y="222"/>
                </a:lnTo>
                <a:lnTo>
                  <a:pt x="14671" y="323"/>
                </a:lnTo>
                <a:lnTo>
                  <a:pt x="14893" y="464"/>
                </a:lnTo>
                <a:lnTo>
                  <a:pt x="15095" y="626"/>
                </a:lnTo>
                <a:lnTo>
                  <a:pt x="15277" y="807"/>
                </a:lnTo>
                <a:lnTo>
                  <a:pt x="15438" y="1009"/>
                </a:lnTo>
                <a:lnTo>
                  <a:pt x="15620" y="1332"/>
                </a:lnTo>
                <a:lnTo>
                  <a:pt x="15761" y="1655"/>
                </a:lnTo>
                <a:lnTo>
                  <a:pt x="15862" y="1998"/>
                </a:lnTo>
                <a:lnTo>
                  <a:pt x="15943" y="2341"/>
                </a:lnTo>
                <a:lnTo>
                  <a:pt x="16003" y="2704"/>
                </a:lnTo>
                <a:lnTo>
                  <a:pt x="16023" y="3068"/>
                </a:lnTo>
                <a:lnTo>
                  <a:pt x="16044" y="3431"/>
                </a:lnTo>
                <a:lnTo>
                  <a:pt x="16044" y="3814"/>
                </a:lnTo>
                <a:lnTo>
                  <a:pt x="16023" y="4319"/>
                </a:lnTo>
                <a:lnTo>
                  <a:pt x="16003" y="4803"/>
                </a:lnTo>
                <a:lnTo>
                  <a:pt x="15963" y="5287"/>
                </a:lnTo>
                <a:lnTo>
                  <a:pt x="15923" y="5731"/>
                </a:lnTo>
                <a:lnTo>
                  <a:pt x="15862" y="6175"/>
                </a:lnTo>
                <a:lnTo>
                  <a:pt x="15781" y="6599"/>
                </a:lnTo>
                <a:lnTo>
                  <a:pt x="15701" y="7003"/>
                </a:lnTo>
                <a:lnTo>
                  <a:pt x="15600" y="7386"/>
                </a:lnTo>
                <a:lnTo>
                  <a:pt x="15479" y="7749"/>
                </a:lnTo>
                <a:lnTo>
                  <a:pt x="15337" y="8113"/>
                </a:lnTo>
                <a:lnTo>
                  <a:pt x="15196" y="8436"/>
                </a:lnTo>
                <a:lnTo>
                  <a:pt x="15055" y="8758"/>
                </a:lnTo>
                <a:lnTo>
                  <a:pt x="14873" y="9081"/>
                </a:lnTo>
                <a:lnTo>
                  <a:pt x="14692" y="9364"/>
                </a:lnTo>
                <a:lnTo>
                  <a:pt x="14490" y="9646"/>
                </a:lnTo>
                <a:lnTo>
                  <a:pt x="14268" y="9909"/>
                </a:lnTo>
                <a:lnTo>
                  <a:pt x="14086" y="10131"/>
                </a:lnTo>
                <a:lnTo>
                  <a:pt x="13884" y="10332"/>
                </a:lnTo>
                <a:lnTo>
                  <a:pt x="13683" y="10514"/>
                </a:lnTo>
                <a:lnTo>
                  <a:pt x="13461" y="10716"/>
                </a:lnTo>
                <a:lnTo>
                  <a:pt x="13017" y="11059"/>
                </a:lnTo>
                <a:lnTo>
                  <a:pt x="12532" y="11362"/>
                </a:lnTo>
                <a:lnTo>
                  <a:pt x="12048" y="11664"/>
                </a:lnTo>
                <a:lnTo>
                  <a:pt x="11543" y="11947"/>
                </a:lnTo>
                <a:lnTo>
                  <a:pt x="10514" y="12451"/>
                </a:lnTo>
                <a:lnTo>
                  <a:pt x="9586" y="12915"/>
                </a:lnTo>
                <a:lnTo>
                  <a:pt x="9122" y="13178"/>
                </a:lnTo>
                <a:lnTo>
                  <a:pt x="8678" y="13420"/>
                </a:lnTo>
                <a:lnTo>
                  <a:pt x="8032" y="13844"/>
                </a:lnTo>
                <a:lnTo>
                  <a:pt x="7427" y="14288"/>
                </a:lnTo>
                <a:lnTo>
                  <a:pt x="6821" y="14752"/>
                </a:lnTo>
                <a:lnTo>
                  <a:pt x="6236" y="15236"/>
                </a:lnTo>
                <a:lnTo>
                  <a:pt x="5671" y="15761"/>
                </a:lnTo>
                <a:lnTo>
                  <a:pt x="5106" y="16265"/>
                </a:lnTo>
                <a:lnTo>
                  <a:pt x="4037" y="17335"/>
                </a:lnTo>
                <a:lnTo>
                  <a:pt x="3350" y="18001"/>
                </a:lnTo>
                <a:lnTo>
                  <a:pt x="2644" y="18667"/>
                </a:lnTo>
                <a:lnTo>
                  <a:pt x="2281" y="18990"/>
                </a:lnTo>
                <a:lnTo>
                  <a:pt x="2099" y="19151"/>
                </a:lnTo>
                <a:lnTo>
                  <a:pt x="1897" y="19292"/>
                </a:lnTo>
                <a:lnTo>
                  <a:pt x="1696" y="19413"/>
                </a:lnTo>
                <a:lnTo>
                  <a:pt x="1474" y="19514"/>
                </a:lnTo>
                <a:lnTo>
                  <a:pt x="1272" y="19595"/>
                </a:lnTo>
                <a:lnTo>
                  <a:pt x="1030" y="19656"/>
                </a:lnTo>
                <a:lnTo>
                  <a:pt x="808" y="19676"/>
                </a:lnTo>
                <a:lnTo>
                  <a:pt x="687" y="19656"/>
                </a:lnTo>
                <a:lnTo>
                  <a:pt x="566" y="19635"/>
                </a:lnTo>
                <a:lnTo>
                  <a:pt x="444" y="19595"/>
                </a:lnTo>
                <a:lnTo>
                  <a:pt x="344" y="19555"/>
                </a:lnTo>
                <a:lnTo>
                  <a:pt x="243" y="19474"/>
                </a:lnTo>
                <a:lnTo>
                  <a:pt x="162" y="19373"/>
                </a:lnTo>
                <a:lnTo>
                  <a:pt x="101" y="19232"/>
                </a:lnTo>
                <a:lnTo>
                  <a:pt x="81" y="19091"/>
                </a:lnTo>
                <a:lnTo>
                  <a:pt x="81" y="18929"/>
                </a:lnTo>
                <a:lnTo>
                  <a:pt x="122" y="18788"/>
                </a:lnTo>
                <a:lnTo>
                  <a:pt x="162" y="18667"/>
                </a:lnTo>
                <a:lnTo>
                  <a:pt x="222" y="18546"/>
                </a:lnTo>
                <a:lnTo>
                  <a:pt x="323" y="18364"/>
                </a:lnTo>
                <a:lnTo>
                  <a:pt x="444" y="18203"/>
                </a:lnTo>
                <a:lnTo>
                  <a:pt x="566" y="18021"/>
                </a:lnTo>
                <a:lnTo>
                  <a:pt x="868" y="17718"/>
                </a:lnTo>
                <a:lnTo>
                  <a:pt x="1171" y="17436"/>
                </a:lnTo>
                <a:lnTo>
                  <a:pt x="1494" y="17173"/>
                </a:lnTo>
                <a:lnTo>
                  <a:pt x="2220" y="16588"/>
                </a:lnTo>
                <a:lnTo>
                  <a:pt x="2987" y="16043"/>
                </a:lnTo>
                <a:lnTo>
                  <a:pt x="3754" y="15499"/>
                </a:lnTo>
                <a:lnTo>
                  <a:pt x="4521" y="14974"/>
                </a:lnTo>
                <a:lnTo>
                  <a:pt x="5308" y="14429"/>
                </a:lnTo>
                <a:lnTo>
                  <a:pt x="6075" y="13884"/>
                </a:lnTo>
                <a:lnTo>
                  <a:pt x="6862" y="13319"/>
                </a:lnTo>
                <a:lnTo>
                  <a:pt x="7608" y="12734"/>
                </a:lnTo>
                <a:lnTo>
                  <a:pt x="8153" y="12270"/>
                </a:lnTo>
                <a:lnTo>
                  <a:pt x="8436" y="12007"/>
                </a:lnTo>
                <a:lnTo>
                  <a:pt x="8718" y="11725"/>
                </a:lnTo>
                <a:lnTo>
                  <a:pt x="9001" y="11422"/>
                </a:lnTo>
                <a:lnTo>
                  <a:pt x="9283" y="11119"/>
                </a:lnTo>
                <a:lnTo>
                  <a:pt x="9546" y="10776"/>
                </a:lnTo>
                <a:lnTo>
                  <a:pt x="9788" y="10413"/>
                </a:lnTo>
                <a:lnTo>
                  <a:pt x="9949" y="10131"/>
                </a:lnTo>
                <a:lnTo>
                  <a:pt x="10111" y="9828"/>
                </a:lnTo>
                <a:lnTo>
                  <a:pt x="10252" y="9525"/>
                </a:lnTo>
                <a:lnTo>
                  <a:pt x="10393" y="9202"/>
                </a:lnTo>
                <a:lnTo>
                  <a:pt x="10494" y="8879"/>
                </a:lnTo>
                <a:lnTo>
                  <a:pt x="10615" y="8557"/>
                </a:lnTo>
                <a:lnTo>
                  <a:pt x="10777" y="7911"/>
                </a:lnTo>
                <a:lnTo>
                  <a:pt x="10938" y="7245"/>
                </a:lnTo>
                <a:lnTo>
                  <a:pt x="11039" y="6559"/>
                </a:lnTo>
                <a:lnTo>
                  <a:pt x="11241" y="5207"/>
                </a:lnTo>
                <a:lnTo>
                  <a:pt x="11342" y="4399"/>
                </a:lnTo>
                <a:lnTo>
                  <a:pt x="11463" y="3612"/>
                </a:lnTo>
                <a:lnTo>
                  <a:pt x="11604" y="2825"/>
                </a:lnTo>
                <a:lnTo>
                  <a:pt x="11685" y="2422"/>
                </a:lnTo>
                <a:lnTo>
                  <a:pt x="11786" y="2038"/>
                </a:lnTo>
                <a:lnTo>
                  <a:pt x="11866" y="1756"/>
                </a:lnTo>
                <a:lnTo>
                  <a:pt x="11987" y="1473"/>
                </a:lnTo>
                <a:lnTo>
                  <a:pt x="12109" y="1171"/>
                </a:lnTo>
                <a:lnTo>
                  <a:pt x="12250" y="888"/>
                </a:lnTo>
                <a:lnTo>
                  <a:pt x="12452" y="626"/>
                </a:lnTo>
                <a:lnTo>
                  <a:pt x="12552" y="525"/>
                </a:lnTo>
                <a:lnTo>
                  <a:pt x="12674" y="404"/>
                </a:lnTo>
                <a:lnTo>
                  <a:pt x="12795" y="323"/>
                </a:lnTo>
                <a:lnTo>
                  <a:pt x="12916" y="242"/>
                </a:lnTo>
                <a:lnTo>
                  <a:pt x="13077" y="182"/>
                </a:lnTo>
                <a:lnTo>
                  <a:pt x="13218" y="121"/>
                </a:lnTo>
                <a:lnTo>
                  <a:pt x="13461" y="81"/>
                </a:lnTo>
                <a:close/>
                <a:moveTo>
                  <a:pt x="13541" y="0"/>
                </a:moveTo>
                <a:lnTo>
                  <a:pt x="13380" y="20"/>
                </a:lnTo>
                <a:lnTo>
                  <a:pt x="13218" y="41"/>
                </a:lnTo>
                <a:lnTo>
                  <a:pt x="13037" y="101"/>
                </a:lnTo>
                <a:lnTo>
                  <a:pt x="12896" y="162"/>
                </a:lnTo>
                <a:lnTo>
                  <a:pt x="12754" y="242"/>
                </a:lnTo>
                <a:lnTo>
                  <a:pt x="12613" y="343"/>
                </a:lnTo>
                <a:lnTo>
                  <a:pt x="12492" y="464"/>
                </a:lnTo>
                <a:lnTo>
                  <a:pt x="12391" y="565"/>
                </a:lnTo>
                <a:lnTo>
                  <a:pt x="12189" y="848"/>
                </a:lnTo>
                <a:lnTo>
                  <a:pt x="12028" y="1130"/>
                </a:lnTo>
                <a:lnTo>
                  <a:pt x="11907" y="1433"/>
                </a:lnTo>
                <a:lnTo>
                  <a:pt x="11806" y="1736"/>
                </a:lnTo>
                <a:lnTo>
                  <a:pt x="11705" y="2018"/>
                </a:lnTo>
                <a:lnTo>
                  <a:pt x="11604" y="2402"/>
                </a:lnTo>
                <a:lnTo>
                  <a:pt x="11523" y="2805"/>
                </a:lnTo>
                <a:lnTo>
                  <a:pt x="11382" y="3592"/>
                </a:lnTo>
                <a:lnTo>
                  <a:pt x="11261" y="4399"/>
                </a:lnTo>
                <a:lnTo>
                  <a:pt x="11160" y="5187"/>
                </a:lnTo>
                <a:lnTo>
                  <a:pt x="10958" y="6539"/>
                </a:lnTo>
                <a:lnTo>
                  <a:pt x="10857" y="7225"/>
                </a:lnTo>
                <a:lnTo>
                  <a:pt x="10716" y="7870"/>
                </a:lnTo>
                <a:lnTo>
                  <a:pt x="10534" y="8536"/>
                </a:lnTo>
                <a:lnTo>
                  <a:pt x="10434" y="8859"/>
                </a:lnTo>
                <a:lnTo>
                  <a:pt x="10313" y="9162"/>
                </a:lnTo>
                <a:lnTo>
                  <a:pt x="10191" y="9485"/>
                </a:lnTo>
                <a:lnTo>
                  <a:pt x="10050" y="9788"/>
                </a:lnTo>
                <a:lnTo>
                  <a:pt x="9889" y="10090"/>
                </a:lnTo>
                <a:lnTo>
                  <a:pt x="9707" y="10373"/>
                </a:lnTo>
                <a:lnTo>
                  <a:pt x="9465" y="10736"/>
                </a:lnTo>
                <a:lnTo>
                  <a:pt x="9223" y="11059"/>
                </a:lnTo>
                <a:lnTo>
                  <a:pt x="8940" y="11382"/>
                </a:lnTo>
                <a:lnTo>
                  <a:pt x="8658" y="11664"/>
                </a:lnTo>
                <a:lnTo>
                  <a:pt x="8375" y="11947"/>
                </a:lnTo>
                <a:lnTo>
                  <a:pt x="8093" y="12209"/>
                </a:lnTo>
                <a:lnTo>
                  <a:pt x="7568" y="12653"/>
                </a:lnTo>
                <a:lnTo>
                  <a:pt x="6801" y="13259"/>
                </a:lnTo>
                <a:lnTo>
                  <a:pt x="6034" y="13824"/>
                </a:lnTo>
                <a:lnTo>
                  <a:pt x="5247" y="14368"/>
                </a:lnTo>
                <a:lnTo>
                  <a:pt x="4480" y="14913"/>
                </a:lnTo>
                <a:lnTo>
                  <a:pt x="3714" y="15438"/>
                </a:lnTo>
                <a:lnTo>
                  <a:pt x="2927" y="15983"/>
                </a:lnTo>
                <a:lnTo>
                  <a:pt x="2180" y="16528"/>
                </a:lnTo>
                <a:lnTo>
                  <a:pt x="1433" y="17113"/>
                </a:lnTo>
                <a:lnTo>
                  <a:pt x="1131" y="17375"/>
                </a:lnTo>
                <a:lnTo>
                  <a:pt x="808" y="17658"/>
                </a:lnTo>
                <a:lnTo>
                  <a:pt x="505" y="17981"/>
                </a:lnTo>
                <a:lnTo>
                  <a:pt x="384" y="18142"/>
                </a:lnTo>
                <a:lnTo>
                  <a:pt x="243" y="18324"/>
                </a:lnTo>
                <a:lnTo>
                  <a:pt x="142" y="18526"/>
                </a:lnTo>
                <a:lnTo>
                  <a:pt x="81" y="18667"/>
                </a:lnTo>
                <a:lnTo>
                  <a:pt x="21" y="18808"/>
                </a:lnTo>
                <a:lnTo>
                  <a:pt x="1" y="18949"/>
                </a:lnTo>
                <a:lnTo>
                  <a:pt x="1" y="19111"/>
                </a:lnTo>
                <a:lnTo>
                  <a:pt x="21" y="19272"/>
                </a:lnTo>
                <a:lnTo>
                  <a:pt x="101" y="19434"/>
                </a:lnTo>
                <a:lnTo>
                  <a:pt x="162" y="19514"/>
                </a:lnTo>
                <a:lnTo>
                  <a:pt x="243" y="19575"/>
                </a:lnTo>
                <a:lnTo>
                  <a:pt x="323" y="19635"/>
                </a:lnTo>
                <a:lnTo>
                  <a:pt x="424" y="19676"/>
                </a:lnTo>
                <a:lnTo>
                  <a:pt x="626" y="19736"/>
                </a:lnTo>
                <a:lnTo>
                  <a:pt x="828" y="19757"/>
                </a:lnTo>
                <a:lnTo>
                  <a:pt x="1050" y="19736"/>
                </a:lnTo>
                <a:lnTo>
                  <a:pt x="1292" y="19676"/>
                </a:lnTo>
                <a:lnTo>
                  <a:pt x="1514" y="19595"/>
                </a:lnTo>
                <a:lnTo>
                  <a:pt x="1736" y="19494"/>
                </a:lnTo>
                <a:lnTo>
                  <a:pt x="1938" y="19353"/>
                </a:lnTo>
                <a:lnTo>
                  <a:pt x="2140" y="19212"/>
                </a:lnTo>
                <a:lnTo>
                  <a:pt x="2341" y="19050"/>
                </a:lnTo>
                <a:lnTo>
                  <a:pt x="2705" y="18727"/>
                </a:lnTo>
                <a:lnTo>
                  <a:pt x="3411" y="18061"/>
                </a:lnTo>
                <a:lnTo>
                  <a:pt x="4077" y="17395"/>
                </a:lnTo>
                <a:lnTo>
                  <a:pt x="5167" y="16326"/>
                </a:lnTo>
                <a:lnTo>
                  <a:pt x="5732" y="15821"/>
                </a:lnTo>
                <a:lnTo>
                  <a:pt x="6297" y="15297"/>
                </a:lnTo>
                <a:lnTo>
                  <a:pt x="6862" y="14812"/>
                </a:lnTo>
                <a:lnTo>
                  <a:pt x="7467" y="14348"/>
                </a:lnTo>
                <a:lnTo>
                  <a:pt x="8093" y="13904"/>
                </a:lnTo>
                <a:lnTo>
                  <a:pt x="8718" y="13501"/>
                </a:lnTo>
                <a:lnTo>
                  <a:pt x="9162" y="13238"/>
                </a:lnTo>
                <a:lnTo>
                  <a:pt x="9626" y="12996"/>
                </a:lnTo>
                <a:lnTo>
                  <a:pt x="10555" y="12532"/>
                </a:lnTo>
                <a:lnTo>
                  <a:pt x="11584" y="12007"/>
                </a:lnTo>
                <a:lnTo>
                  <a:pt x="12088" y="11725"/>
                </a:lnTo>
                <a:lnTo>
                  <a:pt x="12573" y="11442"/>
                </a:lnTo>
                <a:lnTo>
                  <a:pt x="13057" y="11119"/>
                </a:lnTo>
                <a:lnTo>
                  <a:pt x="13521" y="10776"/>
                </a:lnTo>
                <a:lnTo>
                  <a:pt x="13743" y="10575"/>
                </a:lnTo>
                <a:lnTo>
                  <a:pt x="13945" y="10393"/>
                </a:lnTo>
                <a:lnTo>
                  <a:pt x="14147" y="10171"/>
                </a:lnTo>
                <a:lnTo>
                  <a:pt x="14328" y="9969"/>
                </a:lnTo>
                <a:lnTo>
                  <a:pt x="14550" y="9687"/>
                </a:lnTo>
                <a:lnTo>
                  <a:pt x="14752" y="9404"/>
                </a:lnTo>
                <a:lnTo>
                  <a:pt x="14934" y="9122"/>
                </a:lnTo>
                <a:lnTo>
                  <a:pt x="15115" y="8799"/>
                </a:lnTo>
                <a:lnTo>
                  <a:pt x="15277" y="8476"/>
                </a:lnTo>
                <a:lnTo>
                  <a:pt x="15418" y="8133"/>
                </a:lnTo>
                <a:lnTo>
                  <a:pt x="15559" y="7790"/>
                </a:lnTo>
                <a:lnTo>
                  <a:pt x="15660" y="7406"/>
                </a:lnTo>
                <a:lnTo>
                  <a:pt x="15761" y="7023"/>
                </a:lnTo>
                <a:lnTo>
                  <a:pt x="15862" y="6619"/>
                </a:lnTo>
                <a:lnTo>
                  <a:pt x="15943" y="6196"/>
                </a:lnTo>
                <a:lnTo>
                  <a:pt x="16003" y="5752"/>
                </a:lnTo>
                <a:lnTo>
                  <a:pt x="16044" y="5287"/>
                </a:lnTo>
                <a:lnTo>
                  <a:pt x="16084" y="4823"/>
                </a:lnTo>
                <a:lnTo>
                  <a:pt x="16104" y="4319"/>
                </a:lnTo>
                <a:lnTo>
                  <a:pt x="16124" y="3814"/>
                </a:lnTo>
                <a:lnTo>
                  <a:pt x="16124" y="3431"/>
                </a:lnTo>
                <a:lnTo>
                  <a:pt x="16104" y="3068"/>
                </a:lnTo>
                <a:lnTo>
                  <a:pt x="16084" y="2684"/>
                </a:lnTo>
                <a:lnTo>
                  <a:pt x="16023" y="2321"/>
                </a:lnTo>
                <a:lnTo>
                  <a:pt x="15943" y="1958"/>
                </a:lnTo>
                <a:lnTo>
                  <a:pt x="15842" y="1615"/>
                </a:lnTo>
                <a:lnTo>
                  <a:pt x="15701" y="1292"/>
                </a:lnTo>
                <a:lnTo>
                  <a:pt x="15519" y="969"/>
                </a:lnTo>
                <a:lnTo>
                  <a:pt x="15418" y="828"/>
                </a:lnTo>
                <a:lnTo>
                  <a:pt x="15297" y="707"/>
                </a:lnTo>
                <a:lnTo>
                  <a:pt x="15196" y="585"/>
                </a:lnTo>
                <a:lnTo>
                  <a:pt x="15055" y="485"/>
                </a:lnTo>
                <a:lnTo>
                  <a:pt x="14934" y="384"/>
                </a:lnTo>
                <a:lnTo>
                  <a:pt x="14792" y="303"/>
                </a:lnTo>
                <a:lnTo>
                  <a:pt x="14490" y="142"/>
                </a:lnTo>
                <a:lnTo>
                  <a:pt x="14187" y="61"/>
                </a:lnTo>
                <a:lnTo>
                  <a:pt x="14026" y="20"/>
                </a:lnTo>
                <a:lnTo>
                  <a:pt x="13864" y="0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06" name="Google Shape;1606;p19"/>
          <p:cNvSpPr/>
          <p:nvPr/>
        </p:nvSpPr>
        <p:spPr>
          <a:xfrm>
            <a:off x="8740847" y="1813019"/>
            <a:ext cx="2960526" cy="1551321"/>
          </a:xfrm>
          <a:custGeom>
            <a:rect b="b" l="l" r="r" t="t"/>
            <a:pathLst>
              <a:path extrusionOk="0" h="27748" w="52954">
                <a:moveTo>
                  <a:pt x="8698" y="81"/>
                </a:moveTo>
                <a:lnTo>
                  <a:pt x="9162" y="121"/>
                </a:lnTo>
                <a:lnTo>
                  <a:pt x="9647" y="162"/>
                </a:lnTo>
                <a:lnTo>
                  <a:pt x="10111" y="243"/>
                </a:lnTo>
                <a:lnTo>
                  <a:pt x="10555" y="343"/>
                </a:lnTo>
                <a:lnTo>
                  <a:pt x="10999" y="444"/>
                </a:lnTo>
                <a:lnTo>
                  <a:pt x="11443" y="565"/>
                </a:lnTo>
                <a:lnTo>
                  <a:pt x="11887" y="707"/>
                </a:lnTo>
                <a:lnTo>
                  <a:pt x="12311" y="848"/>
                </a:lnTo>
                <a:lnTo>
                  <a:pt x="12734" y="1009"/>
                </a:lnTo>
                <a:lnTo>
                  <a:pt x="13582" y="1373"/>
                </a:lnTo>
                <a:lnTo>
                  <a:pt x="14389" y="1756"/>
                </a:lnTo>
                <a:lnTo>
                  <a:pt x="15176" y="2160"/>
                </a:lnTo>
                <a:lnTo>
                  <a:pt x="15943" y="2563"/>
                </a:lnTo>
                <a:lnTo>
                  <a:pt x="16669" y="2987"/>
                </a:lnTo>
                <a:lnTo>
                  <a:pt x="18021" y="3754"/>
                </a:lnTo>
                <a:lnTo>
                  <a:pt x="19353" y="4561"/>
                </a:lnTo>
                <a:lnTo>
                  <a:pt x="22017" y="6176"/>
                </a:lnTo>
                <a:lnTo>
                  <a:pt x="24439" y="7649"/>
                </a:lnTo>
                <a:lnTo>
                  <a:pt x="25670" y="8395"/>
                </a:lnTo>
                <a:lnTo>
                  <a:pt x="26901" y="9102"/>
                </a:lnTo>
                <a:lnTo>
                  <a:pt x="28152" y="9808"/>
                </a:lnTo>
                <a:lnTo>
                  <a:pt x="29403" y="10494"/>
                </a:lnTo>
                <a:lnTo>
                  <a:pt x="30654" y="11160"/>
                </a:lnTo>
                <a:lnTo>
                  <a:pt x="31925" y="11806"/>
                </a:lnTo>
                <a:lnTo>
                  <a:pt x="33217" y="12391"/>
                </a:lnTo>
                <a:lnTo>
                  <a:pt x="34509" y="12956"/>
                </a:lnTo>
                <a:lnTo>
                  <a:pt x="35820" y="13481"/>
                </a:lnTo>
                <a:lnTo>
                  <a:pt x="36486" y="13743"/>
                </a:lnTo>
                <a:lnTo>
                  <a:pt x="37152" y="13965"/>
                </a:lnTo>
                <a:lnTo>
                  <a:pt x="37818" y="14187"/>
                </a:lnTo>
                <a:lnTo>
                  <a:pt x="38484" y="14389"/>
                </a:lnTo>
                <a:lnTo>
                  <a:pt x="39170" y="14591"/>
                </a:lnTo>
                <a:lnTo>
                  <a:pt x="39856" y="14772"/>
                </a:lnTo>
                <a:lnTo>
                  <a:pt x="40542" y="14934"/>
                </a:lnTo>
                <a:lnTo>
                  <a:pt x="41228" y="15075"/>
                </a:lnTo>
                <a:lnTo>
                  <a:pt x="41935" y="15216"/>
                </a:lnTo>
                <a:lnTo>
                  <a:pt x="42621" y="15317"/>
                </a:lnTo>
                <a:lnTo>
                  <a:pt x="43246" y="15418"/>
                </a:lnTo>
                <a:lnTo>
                  <a:pt x="43852" y="15479"/>
                </a:lnTo>
                <a:lnTo>
                  <a:pt x="44437" y="15519"/>
                </a:lnTo>
                <a:lnTo>
                  <a:pt x="45002" y="15539"/>
                </a:lnTo>
                <a:lnTo>
                  <a:pt x="45567" y="15539"/>
                </a:lnTo>
                <a:lnTo>
                  <a:pt x="46092" y="15519"/>
                </a:lnTo>
                <a:lnTo>
                  <a:pt x="46596" y="15479"/>
                </a:lnTo>
                <a:lnTo>
                  <a:pt x="47081" y="15398"/>
                </a:lnTo>
                <a:lnTo>
                  <a:pt x="47565" y="15317"/>
                </a:lnTo>
                <a:lnTo>
                  <a:pt x="48009" y="15216"/>
                </a:lnTo>
                <a:lnTo>
                  <a:pt x="48453" y="15075"/>
                </a:lnTo>
                <a:lnTo>
                  <a:pt x="48877" y="14934"/>
                </a:lnTo>
                <a:lnTo>
                  <a:pt x="49280" y="14752"/>
                </a:lnTo>
                <a:lnTo>
                  <a:pt x="49664" y="14550"/>
                </a:lnTo>
                <a:lnTo>
                  <a:pt x="50027" y="14348"/>
                </a:lnTo>
                <a:lnTo>
                  <a:pt x="50390" y="14106"/>
                </a:lnTo>
                <a:lnTo>
                  <a:pt x="50612" y="13925"/>
                </a:lnTo>
                <a:lnTo>
                  <a:pt x="50814" y="13763"/>
                </a:lnTo>
                <a:lnTo>
                  <a:pt x="51036" y="13622"/>
                </a:lnTo>
                <a:lnTo>
                  <a:pt x="51258" y="13481"/>
                </a:lnTo>
                <a:lnTo>
                  <a:pt x="51500" y="13380"/>
                </a:lnTo>
                <a:lnTo>
                  <a:pt x="51662" y="13339"/>
                </a:lnTo>
                <a:lnTo>
                  <a:pt x="51823" y="13299"/>
                </a:lnTo>
                <a:lnTo>
                  <a:pt x="51984" y="13299"/>
                </a:lnTo>
                <a:lnTo>
                  <a:pt x="52146" y="13319"/>
                </a:lnTo>
                <a:lnTo>
                  <a:pt x="52307" y="13360"/>
                </a:lnTo>
                <a:lnTo>
                  <a:pt x="52449" y="13420"/>
                </a:lnTo>
                <a:lnTo>
                  <a:pt x="52570" y="13521"/>
                </a:lnTo>
                <a:lnTo>
                  <a:pt x="52691" y="13642"/>
                </a:lnTo>
                <a:lnTo>
                  <a:pt x="52771" y="13804"/>
                </a:lnTo>
                <a:lnTo>
                  <a:pt x="52832" y="13985"/>
                </a:lnTo>
                <a:lnTo>
                  <a:pt x="52852" y="14167"/>
                </a:lnTo>
                <a:lnTo>
                  <a:pt x="52872" y="14348"/>
                </a:lnTo>
                <a:lnTo>
                  <a:pt x="52872" y="14893"/>
                </a:lnTo>
                <a:lnTo>
                  <a:pt x="52832" y="15398"/>
                </a:lnTo>
                <a:lnTo>
                  <a:pt x="52751" y="15902"/>
                </a:lnTo>
                <a:lnTo>
                  <a:pt x="52630" y="16366"/>
                </a:lnTo>
                <a:lnTo>
                  <a:pt x="52489" y="16831"/>
                </a:lnTo>
                <a:lnTo>
                  <a:pt x="52307" y="17254"/>
                </a:lnTo>
                <a:lnTo>
                  <a:pt x="52085" y="17658"/>
                </a:lnTo>
                <a:lnTo>
                  <a:pt x="51823" y="18041"/>
                </a:lnTo>
                <a:lnTo>
                  <a:pt x="51540" y="18405"/>
                </a:lnTo>
                <a:lnTo>
                  <a:pt x="51238" y="18728"/>
                </a:lnTo>
                <a:lnTo>
                  <a:pt x="50895" y="19030"/>
                </a:lnTo>
                <a:lnTo>
                  <a:pt x="50511" y="19293"/>
                </a:lnTo>
                <a:lnTo>
                  <a:pt x="50128" y="19535"/>
                </a:lnTo>
                <a:lnTo>
                  <a:pt x="49684" y="19737"/>
                </a:lnTo>
                <a:lnTo>
                  <a:pt x="49240" y="19898"/>
                </a:lnTo>
                <a:lnTo>
                  <a:pt x="48756" y="20039"/>
                </a:lnTo>
                <a:lnTo>
                  <a:pt x="48211" y="20140"/>
                </a:lnTo>
                <a:lnTo>
                  <a:pt x="47666" y="20221"/>
                </a:lnTo>
                <a:lnTo>
                  <a:pt x="47121" y="20261"/>
                </a:lnTo>
                <a:lnTo>
                  <a:pt x="46031" y="20261"/>
                </a:lnTo>
                <a:lnTo>
                  <a:pt x="45507" y="20241"/>
                </a:lnTo>
                <a:lnTo>
                  <a:pt x="44437" y="20160"/>
                </a:lnTo>
                <a:lnTo>
                  <a:pt x="42924" y="20019"/>
                </a:lnTo>
                <a:lnTo>
                  <a:pt x="41410" y="19858"/>
                </a:lnTo>
                <a:lnTo>
                  <a:pt x="38403" y="19494"/>
                </a:lnTo>
                <a:lnTo>
                  <a:pt x="36183" y="19212"/>
                </a:lnTo>
                <a:lnTo>
                  <a:pt x="33964" y="18970"/>
                </a:lnTo>
                <a:lnTo>
                  <a:pt x="32834" y="18849"/>
                </a:lnTo>
                <a:lnTo>
                  <a:pt x="31724" y="18768"/>
                </a:lnTo>
                <a:lnTo>
                  <a:pt x="30614" y="18687"/>
                </a:lnTo>
                <a:lnTo>
                  <a:pt x="29484" y="18627"/>
                </a:lnTo>
                <a:lnTo>
                  <a:pt x="28374" y="18606"/>
                </a:lnTo>
                <a:lnTo>
                  <a:pt x="27264" y="18606"/>
                </a:lnTo>
                <a:lnTo>
                  <a:pt x="26134" y="18627"/>
                </a:lnTo>
                <a:lnTo>
                  <a:pt x="25024" y="18687"/>
                </a:lnTo>
                <a:lnTo>
                  <a:pt x="23914" y="18788"/>
                </a:lnTo>
                <a:lnTo>
                  <a:pt x="22824" y="18909"/>
                </a:lnTo>
                <a:lnTo>
                  <a:pt x="21714" y="19091"/>
                </a:lnTo>
                <a:lnTo>
                  <a:pt x="20625" y="19313"/>
                </a:lnTo>
                <a:lnTo>
                  <a:pt x="19555" y="19595"/>
                </a:lnTo>
                <a:lnTo>
                  <a:pt x="18486" y="19898"/>
                </a:lnTo>
                <a:lnTo>
                  <a:pt x="17456" y="20241"/>
                </a:lnTo>
                <a:lnTo>
                  <a:pt x="16407" y="20645"/>
                </a:lnTo>
                <a:lnTo>
                  <a:pt x="15398" y="21048"/>
                </a:lnTo>
                <a:lnTo>
                  <a:pt x="14389" y="21512"/>
                </a:lnTo>
                <a:lnTo>
                  <a:pt x="13400" y="21977"/>
                </a:lnTo>
                <a:lnTo>
                  <a:pt x="12411" y="22481"/>
                </a:lnTo>
                <a:lnTo>
                  <a:pt x="11423" y="23006"/>
                </a:lnTo>
                <a:lnTo>
                  <a:pt x="10454" y="23551"/>
                </a:lnTo>
                <a:lnTo>
                  <a:pt x="9505" y="24116"/>
                </a:lnTo>
                <a:lnTo>
                  <a:pt x="8537" y="24681"/>
                </a:lnTo>
                <a:lnTo>
                  <a:pt x="6660" y="25851"/>
                </a:lnTo>
                <a:lnTo>
                  <a:pt x="4783" y="27022"/>
                </a:lnTo>
                <a:lnTo>
                  <a:pt x="4703" y="27082"/>
                </a:lnTo>
                <a:lnTo>
                  <a:pt x="4339" y="27304"/>
                </a:lnTo>
                <a:lnTo>
                  <a:pt x="4017" y="27465"/>
                </a:lnTo>
                <a:lnTo>
                  <a:pt x="3694" y="27587"/>
                </a:lnTo>
                <a:lnTo>
                  <a:pt x="3411" y="27647"/>
                </a:lnTo>
                <a:lnTo>
                  <a:pt x="3149" y="27667"/>
                </a:lnTo>
                <a:lnTo>
                  <a:pt x="3028" y="27667"/>
                </a:lnTo>
                <a:lnTo>
                  <a:pt x="2907" y="27647"/>
                </a:lnTo>
                <a:lnTo>
                  <a:pt x="2806" y="27607"/>
                </a:lnTo>
                <a:lnTo>
                  <a:pt x="2685" y="27566"/>
                </a:lnTo>
                <a:lnTo>
                  <a:pt x="2584" y="27506"/>
                </a:lnTo>
                <a:lnTo>
                  <a:pt x="2503" y="27445"/>
                </a:lnTo>
                <a:lnTo>
                  <a:pt x="2382" y="27344"/>
                </a:lnTo>
                <a:lnTo>
                  <a:pt x="2301" y="27223"/>
                </a:lnTo>
                <a:lnTo>
                  <a:pt x="2220" y="27082"/>
                </a:lnTo>
                <a:lnTo>
                  <a:pt x="2140" y="26941"/>
                </a:lnTo>
                <a:lnTo>
                  <a:pt x="2039" y="26638"/>
                </a:lnTo>
                <a:lnTo>
                  <a:pt x="1958" y="26295"/>
                </a:lnTo>
                <a:lnTo>
                  <a:pt x="1716" y="25064"/>
                </a:lnTo>
                <a:lnTo>
                  <a:pt x="1474" y="23813"/>
                </a:lnTo>
                <a:lnTo>
                  <a:pt x="1232" y="22562"/>
                </a:lnTo>
                <a:lnTo>
                  <a:pt x="1030" y="21311"/>
                </a:lnTo>
                <a:lnTo>
                  <a:pt x="828" y="20059"/>
                </a:lnTo>
                <a:lnTo>
                  <a:pt x="667" y="18808"/>
                </a:lnTo>
                <a:lnTo>
                  <a:pt x="505" y="17537"/>
                </a:lnTo>
                <a:lnTo>
                  <a:pt x="364" y="16286"/>
                </a:lnTo>
                <a:lnTo>
                  <a:pt x="283" y="15378"/>
                </a:lnTo>
                <a:lnTo>
                  <a:pt x="202" y="14550"/>
                </a:lnTo>
                <a:lnTo>
                  <a:pt x="162" y="13743"/>
                </a:lnTo>
                <a:lnTo>
                  <a:pt x="122" y="13017"/>
                </a:lnTo>
                <a:lnTo>
                  <a:pt x="102" y="12310"/>
                </a:lnTo>
                <a:lnTo>
                  <a:pt x="81" y="11664"/>
                </a:lnTo>
                <a:lnTo>
                  <a:pt x="102" y="11059"/>
                </a:lnTo>
                <a:lnTo>
                  <a:pt x="102" y="10494"/>
                </a:lnTo>
                <a:lnTo>
                  <a:pt x="162" y="9485"/>
                </a:lnTo>
                <a:lnTo>
                  <a:pt x="263" y="8597"/>
                </a:lnTo>
                <a:lnTo>
                  <a:pt x="364" y="7810"/>
                </a:lnTo>
                <a:lnTo>
                  <a:pt x="505" y="7124"/>
                </a:lnTo>
                <a:lnTo>
                  <a:pt x="606" y="6680"/>
                </a:lnTo>
                <a:lnTo>
                  <a:pt x="707" y="6236"/>
                </a:lnTo>
                <a:lnTo>
                  <a:pt x="828" y="5812"/>
                </a:lnTo>
                <a:lnTo>
                  <a:pt x="969" y="5409"/>
                </a:lnTo>
                <a:lnTo>
                  <a:pt x="1111" y="5005"/>
                </a:lnTo>
                <a:lnTo>
                  <a:pt x="1252" y="4642"/>
                </a:lnTo>
                <a:lnTo>
                  <a:pt x="1413" y="4279"/>
                </a:lnTo>
                <a:lnTo>
                  <a:pt x="1595" y="3915"/>
                </a:lnTo>
                <a:lnTo>
                  <a:pt x="1777" y="3592"/>
                </a:lnTo>
                <a:lnTo>
                  <a:pt x="1978" y="3270"/>
                </a:lnTo>
                <a:lnTo>
                  <a:pt x="2180" y="2967"/>
                </a:lnTo>
                <a:lnTo>
                  <a:pt x="2402" y="2684"/>
                </a:lnTo>
                <a:lnTo>
                  <a:pt x="2624" y="2402"/>
                </a:lnTo>
                <a:lnTo>
                  <a:pt x="2866" y="2160"/>
                </a:lnTo>
                <a:lnTo>
                  <a:pt x="3108" y="1918"/>
                </a:lnTo>
                <a:lnTo>
                  <a:pt x="3371" y="1675"/>
                </a:lnTo>
                <a:lnTo>
                  <a:pt x="3613" y="1494"/>
                </a:lnTo>
                <a:lnTo>
                  <a:pt x="3855" y="1312"/>
                </a:lnTo>
                <a:lnTo>
                  <a:pt x="4117" y="1151"/>
                </a:lnTo>
                <a:lnTo>
                  <a:pt x="4400" y="989"/>
                </a:lnTo>
                <a:lnTo>
                  <a:pt x="4682" y="848"/>
                </a:lnTo>
                <a:lnTo>
                  <a:pt x="4965" y="707"/>
                </a:lnTo>
                <a:lnTo>
                  <a:pt x="5268" y="586"/>
                </a:lnTo>
                <a:lnTo>
                  <a:pt x="5570" y="485"/>
                </a:lnTo>
                <a:lnTo>
                  <a:pt x="5893" y="384"/>
                </a:lnTo>
                <a:lnTo>
                  <a:pt x="6196" y="303"/>
                </a:lnTo>
                <a:lnTo>
                  <a:pt x="6539" y="243"/>
                </a:lnTo>
                <a:lnTo>
                  <a:pt x="6862" y="182"/>
                </a:lnTo>
                <a:lnTo>
                  <a:pt x="7205" y="121"/>
                </a:lnTo>
                <a:lnTo>
                  <a:pt x="7548" y="101"/>
                </a:lnTo>
                <a:lnTo>
                  <a:pt x="7891" y="81"/>
                </a:lnTo>
                <a:close/>
                <a:moveTo>
                  <a:pt x="7730" y="0"/>
                </a:moveTo>
                <a:lnTo>
                  <a:pt x="7265" y="41"/>
                </a:lnTo>
                <a:lnTo>
                  <a:pt x="6801" y="101"/>
                </a:lnTo>
                <a:lnTo>
                  <a:pt x="6378" y="182"/>
                </a:lnTo>
                <a:lnTo>
                  <a:pt x="5934" y="283"/>
                </a:lnTo>
                <a:lnTo>
                  <a:pt x="5530" y="424"/>
                </a:lnTo>
                <a:lnTo>
                  <a:pt x="5106" y="565"/>
                </a:lnTo>
                <a:lnTo>
                  <a:pt x="4723" y="727"/>
                </a:lnTo>
                <a:lnTo>
                  <a:pt x="4339" y="929"/>
                </a:lnTo>
                <a:lnTo>
                  <a:pt x="3976" y="1130"/>
                </a:lnTo>
                <a:lnTo>
                  <a:pt x="3633" y="1373"/>
                </a:lnTo>
                <a:lnTo>
                  <a:pt x="3310" y="1615"/>
                </a:lnTo>
                <a:lnTo>
                  <a:pt x="3048" y="1857"/>
                </a:lnTo>
                <a:lnTo>
                  <a:pt x="2806" y="2099"/>
                </a:lnTo>
                <a:lnTo>
                  <a:pt x="2564" y="2361"/>
                </a:lnTo>
                <a:lnTo>
                  <a:pt x="2342" y="2624"/>
                </a:lnTo>
                <a:lnTo>
                  <a:pt x="2120" y="2927"/>
                </a:lnTo>
                <a:lnTo>
                  <a:pt x="1918" y="3229"/>
                </a:lnTo>
                <a:lnTo>
                  <a:pt x="1716" y="3552"/>
                </a:lnTo>
                <a:lnTo>
                  <a:pt x="1534" y="3875"/>
                </a:lnTo>
                <a:lnTo>
                  <a:pt x="1353" y="4238"/>
                </a:lnTo>
                <a:lnTo>
                  <a:pt x="1191" y="4601"/>
                </a:lnTo>
                <a:lnTo>
                  <a:pt x="1030" y="4985"/>
                </a:lnTo>
                <a:lnTo>
                  <a:pt x="889" y="5388"/>
                </a:lnTo>
                <a:lnTo>
                  <a:pt x="747" y="5792"/>
                </a:lnTo>
                <a:lnTo>
                  <a:pt x="626" y="6216"/>
                </a:lnTo>
                <a:lnTo>
                  <a:pt x="525" y="6660"/>
                </a:lnTo>
                <a:lnTo>
                  <a:pt x="424" y="7104"/>
                </a:lnTo>
                <a:lnTo>
                  <a:pt x="283" y="7810"/>
                </a:lnTo>
                <a:lnTo>
                  <a:pt x="182" y="8577"/>
                </a:lnTo>
                <a:lnTo>
                  <a:pt x="81" y="9485"/>
                </a:lnTo>
                <a:lnTo>
                  <a:pt x="21" y="10494"/>
                </a:lnTo>
                <a:lnTo>
                  <a:pt x="21" y="11059"/>
                </a:lnTo>
                <a:lnTo>
                  <a:pt x="1" y="11664"/>
                </a:lnTo>
                <a:lnTo>
                  <a:pt x="21" y="12310"/>
                </a:lnTo>
                <a:lnTo>
                  <a:pt x="41" y="13017"/>
                </a:lnTo>
                <a:lnTo>
                  <a:pt x="81" y="13743"/>
                </a:lnTo>
                <a:lnTo>
                  <a:pt x="122" y="14550"/>
                </a:lnTo>
                <a:lnTo>
                  <a:pt x="202" y="15398"/>
                </a:lnTo>
                <a:lnTo>
                  <a:pt x="283" y="16306"/>
                </a:lnTo>
                <a:lnTo>
                  <a:pt x="424" y="17557"/>
                </a:lnTo>
                <a:lnTo>
                  <a:pt x="586" y="18808"/>
                </a:lnTo>
                <a:lnTo>
                  <a:pt x="768" y="20080"/>
                </a:lnTo>
                <a:lnTo>
                  <a:pt x="949" y="21331"/>
                </a:lnTo>
                <a:lnTo>
                  <a:pt x="1151" y="22582"/>
                </a:lnTo>
                <a:lnTo>
                  <a:pt x="1393" y="23833"/>
                </a:lnTo>
                <a:lnTo>
                  <a:pt x="1635" y="25084"/>
                </a:lnTo>
                <a:lnTo>
                  <a:pt x="1877" y="26315"/>
                </a:lnTo>
                <a:lnTo>
                  <a:pt x="1978" y="26658"/>
                </a:lnTo>
                <a:lnTo>
                  <a:pt x="2079" y="26981"/>
                </a:lnTo>
                <a:lnTo>
                  <a:pt x="2140" y="27143"/>
                </a:lnTo>
                <a:lnTo>
                  <a:pt x="2241" y="27264"/>
                </a:lnTo>
                <a:lnTo>
                  <a:pt x="2342" y="27405"/>
                </a:lnTo>
                <a:lnTo>
                  <a:pt x="2442" y="27506"/>
                </a:lnTo>
                <a:lnTo>
                  <a:pt x="2604" y="27607"/>
                </a:lnTo>
                <a:lnTo>
                  <a:pt x="2786" y="27687"/>
                </a:lnTo>
                <a:lnTo>
                  <a:pt x="2967" y="27728"/>
                </a:lnTo>
                <a:lnTo>
                  <a:pt x="3169" y="27748"/>
                </a:lnTo>
                <a:lnTo>
                  <a:pt x="3330" y="27748"/>
                </a:lnTo>
                <a:lnTo>
                  <a:pt x="3512" y="27708"/>
                </a:lnTo>
                <a:lnTo>
                  <a:pt x="3694" y="27667"/>
                </a:lnTo>
                <a:lnTo>
                  <a:pt x="3875" y="27607"/>
                </a:lnTo>
                <a:lnTo>
                  <a:pt x="4077" y="27526"/>
                </a:lnTo>
                <a:lnTo>
                  <a:pt x="4299" y="27425"/>
                </a:lnTo>
                <a:lnTo>
                  <a:pt x="4743" y="27163"/>
                </a:lnTo>
                <a:lnTo>
                  <a:pt x="4844" y="27102"/>
                </a:lnTo>
                <a:lnTo>
                  <a:pt x="6700" y="25912"/>
                </a:lnTo>
                <a:lnTo>
                  <a:pt x="8577" y="24761"/>
                </a:lnTo>
                <a:lnTo>
                  <a:pt x="9546" y="24176"/>
                </a:lnTo>
                <a:lnTo>
                  <a:pt x="10494" y="23631"/>
                </a:lnTo>
                <a:lnTo>
                  <a:pt x="11463" y="23086"/>
                </a:lnTo>
                <a:lnTo>
                  <a:pt x="12432" y="22562"/>
                </a:lnTo>
                <a:lnTo>
                  <a:pt x="13420" y="22057"/>
                </a:lnTo>
                <a:lnTo>
                  <a:pt x="14429" y="21573"/>
                </a:lnTo>
                <a:lnTo>
                  <a:pt x="15418" y="21129"/>
                </a:lnTo>
                <a:lnTo>
                  <a:pt x="16447" y="20705"/>
                </a:lnTo>
                <a:lnTo>
                  <a:pt x="17477" y="20322"/>
                </a:lnTo>
                <a:lnTo>
                  <a:pt x="18506" y="19979"/>
                </a:lnTo>
                <a:lnTo>
                  <a:pt x="19575" y="19676"/>
                </a:lnTo>
                <a:lnTo>
                  <a:pt x="20645" y="19393"/>
                </a:lnTo>
                <a:lnTo>
                  <a:pt x="21735" y="19171"/>
                </a:lnTo>
                <a:lnTo>
                  <a:pt x="22824" y="18990"/>
                </a:lnTo>
                <a:lnTo>
                  <a:pt x="23934" y="18869"/>
                </a:lnTo>
                <a:lnTo>
                  <a:pt x="25044" y="18768"/>
                </a:lnTo>
                <a:lnTo>
                  <a:pt x="26154" y="18707"/>
                </a:lnTo>
                <a:lnTo>
                  <a:pt x="27264" y="18687"/>
                </a:lnTo>
                <a:lnTo>
                  <a:pt x="28374" y="18687"/>
                </a:lnTo>
                <a:lnTo>
                  <a:pt x="29484" y="18707"/>
                </a:lnTo>
                <a:lnTo>
                  <a:pt x="30614" y="18768"/>
                </a:lnTo>
                <a:lnTo>
                  <a:pt x="31724" y="18849"/>
                </a:lnTo>
                <a:lnTo>
                  <a:pt x="32834" y="18929"/>
                </a:lnTo>
                <a:lnTo>
                  <a:pt x="33944" y="19050"/>
                </a:lnTo>
                <a:lnTo>
                  <a:pt x="36183" y="19293"/>
                </a:lnTo>
                <a:lnTo>
                  <a:pt x="38383" y="19575"/>
                </a:lnTo>
                <a:lnTo>
                  <a:pt x="41390" y="19938"/>
                </a:lnTo>
                <a:lnTo>
                  <a:pt x="42924" y="20100"/>
                </a:lnTo>
                <a:lnTo>
                  <a:pt x="44437" y="20241"/>
                </a:lnTo>
                <a:lnTo>
                  <a:pt x="45507" y="20322"/>
                </a:lnTo>
                <a:lnTo>
                  <a:pt x="46031" y="20342"/>
                </a:lnTo>
                <a:lnTo>
                  <a:pt x="47141" y="20342"/>
                </a:lnTo>
                <a:lnTo>
                  <a:pt x="47686" y="20302"/>
                </a:lnTo>
                <a:lnTo>
                  <a:pt x="48231" y="20221"/>
                </a:lnTo>
                <a:lnTo>
                  <a:pt x="48776" y="20120"/>
                </a:lnTo>
                <a:lnTo>
                  <a:pt x="49260" y="19979"/>
                </a:lnTo>
                <a:lnTo>
                  <a:pt x="49724" y="19797"/>
                </a:lnTo>
                <a:lnTo>
                  <a:pt x="50168" y="19595"/>
                </a:lnTo>
                <a:lnTo>
                  <a:pt x="50572" y="19353"/>
                </a:lnTo>
                <a:lnTo>
                  <a:pt x="50955" y="19071"/>
                </a:lnTo>
                <a:lnTo>
                  <a:pt x="51319" y="18748"/>
                </a:lnTo>
                <a:lnTo>
                  <a:pt x="51641" y="18405"/>
                </a:lnTo>
                <a:lnTo>
                  <a:pt x="51924" y="18041"/>
                </a:lnTo>
                <a:lnTo>
                  <a:pt x="52186" y="17638"/>
                </a:lnTo>
                <a:lnTo>
                  <a:pt x="52388" y="17234"/>
                </a:lnTo>
                <a:lnTo>
                  <a:pt x="52570" y="16790"/>
                </a:lnTo>
                <a:lnTo>
                  <a:pt x="52731" y="16346"/>
                </a:lnTo>
                <a:lnTo>
                  <a:pt x="52832" y="15862"/>
                </a:lnTo>
                <a:lnTo>
                  <a:pt x="52913" y="15378"/>
                </a:lnTo>
                <a:lnTo>
                  <a:pt x="52953" y="14873"/>
                </a:lnTo>
                <a:lnTo>
                  <a:pt x="52953" y="14348"/>
                </a:lnTo>
                <a:lnTo>
                  <a:pt x="52933" y="14147"/>
                </a:lnTo>
                <a:lnTo>
                  <a:pt x="52913" y="13965"/>
                </a:lnTo>
                <a:lnTo>
                  <a:pt x="52852" y="13763"/>
                </a:lnTo>
                <a:lnTo>
                  <a:pt x="52812" y="13662"/>
                </a:lnTo>
                <a:lnTo>
                  <a:pt x="52751" y="13582"/>
                </a:lnTo>
                <a:lnTo>
                  <a:pt x="52630" y="13461"/>
                </a:lnTo>
                <a:lnTo>
                  <a:pt x="52489" y="13360"/>
                </a:lnTo>
                <a:lnTo>
                  <a:pt x="52348" y="13279"/>
                </a:lnTo>
                <a:lnTo>
                  <a:pt x="52166" y="13239"/>
                </a:lnTo>
                <a:lnTo>
                  <a:pt x="51984" y="13218"/>
                </a:lnTo>
                <a:lnTo>
                  <a:pt x="51823" y="13218"/>
                </a:lnTo>
                <a:lnTo>
                  <a:pt x="51641" y="13259"/>
                </a:lnTo>
                <a:lnTo>
                  <a:pt x="51480" y="13299"/>
                </a:lnTo>
                <a:lnTo>
                  <a:pt x="51238" y="13400"/>
                </a:lnTo>
                <a:lnTo>
                  <a:pt x="50996" y="13541"/>
                </a:lnTo>
                <a:lnTo>
                  <a:pt x="50774" y="13703"/>
                </a:lnTo>
                <a:lnTo>
                  <a:pt x="50572" y="13864"/>
                </a:lnTo>
                <a:lnTo>
                  <a:pt x="50330" y="14026"/>
                </a:lnTo>
                <a:lnTo>
                  <a:pt x="49987" y="14268"/>
                </a:lnTo>
                <a:lnTo>
                  <a:pt x="49623" y="14490"/>
                </a:lnTo>
                <a:lnTo>
                  <a:pt x="49240" y="14691"/>
                </a:lnTo>
                <a:lnTo>
                  <a:pt x="48836" y="14853"/>
                </a:lnTo>
                <a:lnTo>
                  <a:pt x="48433" y="15014"/>
                </a:lnTo>
                <a:lnTo>
                  <a:pt x="47989" y="15135"/>
                </a:lnTo>
                <a:lnTo>
                  <a:pt x="47545" y="15236"/>
                </a:lnTo>
                <a:lnTo>
                  <a:pt x="47061" y="15337"/>
                </a:lnTo>
                <a:lnTo>
                  <a:pt x="46576" y="15398"/>
                </a:lnTo>
                <a:lnTo>
                  <a:pt x="46072" y="15438"/>
                </a:lnTo>
                <a:lnTo>
                  <a:pt x="45547" y="15458"/>
                </a:lnTo>
                <a:lnTo>
                  <a:pt x="45002" y="15458"/>
                </a:lnTo>
                <a:lnTo>
                  <a:pt x="44437" y="15438"/>
                </a:lnTo>
                <a:lnTo>
                  <a:pt x="43872" y="15398"/>
                </a:lnTo>
                <a:lnTo>
                  <a:pt x="43267" y="15337"/>
                </a:lnTo>
                <a:lnTo>
                  <a:pt x="42641" y="15236"/>
                </a:lnTo>
                <a:lnTo>
                  <a:pt x="41935" y="15135"/>
                </a:lnTo>
                <a:lnTo>
                  <a:pt x="41249" y="14994"/>
                </a:lnTo>
                <a:lnTo>
                  <a:pt x="40563" y="14853"/>
                </a:lnTo>
                <a:lnTo>
                  <a:pt x="39876" y="14691"/>
                </a:lnTo>
                <a:lnTo>
                  <a:pt x="39190" y="14510"/>
                </a:lnTo>
                <a:lnTo>
                  <a:pt x="38504" y="14308"/>
                </a:lnTo>
                <a:lnTo>
                  <a:pt x="37838" y="14106"/>
                </a:lnTo>
                <a:lnTo>
                  <a:pt x="37172" y="13884"/>
                </a:lnTo>
                <a:lnTo>
                  <a:pt x="36506" y="13662"/>
                </a:lnTo>
                <a:lnTo>
                  <a:pt x="35840" y="13420"/>
                </a:lnTo>
                <a:lnTo>
                  <a:pt x="34529" y="12895"/>
                </a:lnTo>
                <a:lnTo>
                  <a:pt x="33237" y="12330"/>
                </a:lnTo>
                <a:lnTo>
                  <a:pt x="31966" y="11725"/>
                </a:lnTo>
                <a:lnTo>
                  <a:pt x="30695" y="11079"/>
                </a:lnTo>
                <a:lnTo>
                  <a:pt x="29423" y="10434"/>
                </a:lnTo>
                <a:lnTo>
                  <a:pt x="28172" y="9747"/>
                </a:lnTo>
                <a:lnTo>
                  <a:pt x="26941" y="9041"/>
                </a:lnTo>
                <a:lnTo>
                  <a:pt x="25710" y="8315"/>
                </a:lnTo>
                <a:lnTo>
                  <a:pt x="24479" y="7588"/>
                </a:lnTo>
                <a:lnTo>
                  <a:pt x="22057" y="6115"/>
                </a:lnTo>
                <a:lnTo>
                  <a:pt x="19394" y="4501"/>
                </a:lnTo>
                <a:lnTo>
                  <a:pt x="18062" y="3693"/>
                </a:lnTo>
                <a:lnTo>
                  <a:pt x="16710" y="2906"/>
                </a:lnTo>
                <a:lnTo>
                  <a:pt x="15983" y="2503"/>
                </a:lnTo>
                <a:lnTo>
                  <a:pt x="15216" y="2079"/>
                </a:lnTo>
                <a:lnTo>
                  <a:pt x="14429" y="1675"/>
                </a:lnTo>
                <a:lnTo>
                  <a:pt x="13602" y="1292"/>
                </a:lnTo>
                <a:lnTo>
                  <a:pt x="12775" y="949"/>
                </a:lnTo>
                <a:lnTo>
                  <a:pt x="12331" y="787"/>
                </a:lnTo>
                <a:lnTo>
                  <a:pt x="11907" y="626"/>
                </a:lnTo>
                <a:lnTo>
                  <a:pt x="11463" y="485"/>
                </a:lnTo>
                <a:lnTo>
                  <a:pt x="11019" y="364"/>
                </a:lnTo>
                <a:lnTo>
                  <a:pt x="10575" y="263"/>
                </a:lnTo>
                <a:lnTo>
                  <a:pt x="10131" y="162"/>
                </a:lnTo>
                <a:lnTo>
                  <a:pt x="9627" y="81"/>
                </a:lnTo>
                <a:lnTo>
                  <a:pt x="9142" y="41"/>
                </a:lnTo>
                <a:lnTo>
                  <a:pt x="8658" y="0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07" name="Google Shape;1607;p19"/>
          <p:cNvSpPr/>
          <p:nvPr/>
        </p:nvSpPr>
        <p:spPr>
          <a:xfrm>
            <a:off x="7850706" y="3773824"/>
            <a:ext cx="530339" cy="361051"/>
          </a:xfrm>
          <a:custGeom>
            <a:rect b="b" l="l" r="r" t="t"/>
            <a:pathLst>
              <a:path extrusionOk="0" h="6458" w="9486">
                <a:moveTo>
                  <a:pt x="8880" y="81"/>
                </a:moveTo>
                <a:lnTo>
                  <a:pt x="9021" y="101"/>
                </a:lnTo>
                <a:lnTo>
                  <a:pt x="9142" y="142"/>
                </a:lnTo>
                <a:lnTo>
                  <a:pt x="9203" y="182"/>
                </a:lnTo>
                <a:lnTo>
                  <a:pt x="9263" y="243"/>
                </a:lnTo>
                <a:lnTo>
                  <a:pt x="9324" y="364"/>
                </a:lnTo>
                <a:lnTo>
                  <a:pt x="9364" y="505"/>
                </a:lnTo>
                <a:lnTo>
                  <a:pt x="9384" y="646"/>
                </a:lnTo>
                <a:lnTo>
                  <a:pt x="9405" y="868"/>
                </a:lnTo>
                <a:lnTo>
                  <a:pt x="9384" y="1070"/>
                </a:lnTo>
                <a:lnTo>
                  <a:pt x="9364" y="1272"/>
                </a:lnTo>
                <a:lnTo>
                  <a:pt x="9324" y="1474"/>
                </a:lnTo>
                <a:lnTo>
                  <a:pt x="9263" y="1675"/>
                </a:lnTo>
                <a:lnTo>
                  <a:pt x="9183" y="1877"/>
                </a:lnTo>
                <a:lnTo>
                  <a:pt x="9001" y="2261"/>
                </a:lnTo>
                <a:lnTo>
                  <a:pt x="8779" y="2624"/>
                </a:lnTo>
                <a:lnTo>
                  <a:pt x="8537" y="2967"/>
                </a:lnTo>
                <a:lnTo>
                  <a:pt x="8274" y="3290"/>
                </a:lnTo>
                <a:lnTo>
                  <a:pt x="8012" y="3592"/>
                </a:lnTo>
                <a:lnTo>
                  <a:pt x="7689" y="3936"/>
                </a:lnTo>
                <a:lnTo>
                  <a:pt x="7346" y="4299"/>
                </a:lnTo>
                <a:lnTo>
                  <a:pt x="6983" y="4662"/>
                </a:lnTo>
                <a:lnTo>
                  <a:pt x="6579" y="5005"/>
                </a:lnTo>
                <a:lnTo>
                  <a:pt x="6135" y="5348"/>
                </a:lnTo>
                <a:lnTo>
                  <a:pt x="5691" y="5651"/>
                </a:lnTo>
                <a:lnTo>
                  <a:pt x="5449" y="5772"/>
                </a:lnTo>
                <a:lnTo>
                  <a:pt x="5207" y="5913"/>
                </a:lnTo>
                <a:lnTo>
                  <a:pt x="4945" y="6014"/>
                </a:lnTo>
                <a:lnTo>
                  <a:pt x="4682" y="6115"/>
                </a:lnTo>
                <a:lnTo>
                  <a:pt x="4460" y="6196"/>
                </a:lnTo>
                <a:lnTo>
                  <a:pt x="4218" y="6256"/>
                </a:lnTo>
                <a:lnTo>
                  <a:pt x="3956" y="6317"/>
                </a:lnTo>
                <a:lnTo>
                  <a:pt x="3714" y="6357"/>
                </a:lnTo>
                <a:lnTo>
                  <a:pt x="3451" y="6377"/>
                </a:lnTo>
                <a:lnTo>
                  <a:pt x="2927" y="6377"/>
                </a:lnTo>
                <a:lnTo>
                  <a:pt x="2664" y="6337"/>
                </a:lnTo>
                <a:lnTo>
                  <a:pt x="2402" y="6297"/>
                </a:lnTo>
                <a:lnTo>
                  <a:pt x="2140" y="6236"/>
                </a:lnTo>
                <a:lnTo>
                  <a:pt x="1898" y="6155"/>
                </a:lnTo>
                <a:lnTo>
                  <a:pt x="1655" y="6054"/>
                </a:lnTo>
                <a:lnTo>
                  <a:pt x="1413" y="5933"/>
                </a:lnTo>
                <a:lnTo>
                  <a:pt x="1191" y="5792"/>
                </a:lnTo>
                <a:lnTo>
                  <a:pt x="969" y="5631"/>
                </a:lnTo>
                <a:lnTo>
                  <a:pt x="767" y="5429"/>
                </a:lnTo>
                <a:lnTo>
                  <a:pt x="586" y="5227"/>
                </a:lnTo>
                <a:lnTo>
                  <a:pt x="424" y="4985"/>
                </a:lnTo>
                <a:lnTo>
                  <a:pt x="303" y="4743"/>
                </a:lnTo>
                <a:lnTo>
                  <a:pt x="202" y="4501"/>
                </a:lnTo>
                <a:lnTo>
                  <a:pt x="122" y="4258"/>
                </a:lnTo>
                <a:lnTo>
                  <a:pt x="81" y="4016"/>
                </a:lnTo>
                <a:lnTo>
                  <a:pt x="81" y="3774"/>
                </a:lnTo>
                <a:lnTo>
                  <a:pt x="122" y="3532"/>
                </a:lnTo>
                <a:lnTo>
                  <a:pt x="182" y="3370"/>
                </a:lnTo>
                <a:lnTo>
                  <a:pt x="243" y="3189"/>
                </a:lnTo>
                <a:lnTo>
                  <a:pt x="344" y="3048"/>
                </a:lnTo>
                <a:lnTo>
                  <a:pt x="445" y="2906"/>
                </a:lnTo>
                <a:lnTo>
                  <a:pt x="586" y="2785"/>
                </a:lnTo>
                <a:lnTo>
                  <a:pt x="747" y="2664"/>
                </a:lnTo>
                <a:lnTo>
                  <a:pt x="909" y="2563"/>
                </a:lnTo>
                <a:lnTo>
                  <a:pt x="1111" y="2483"/>
                </a:lnTo>
                <a:lnTo>
                  <a:pt x="3310" y="1655"/>
                </a:lnTo>
                <a:lnTo>
                  <a:pt x="5530" y="868"/>
                </a:lnTo>
                <a:lnTo>
                  <a:pt x="6357" y="606"/>
                </a:lnTo>
                <a:lnTo>
                  <a:pt x="7165" y="364"/>
                </a:lnTo>
                <a:lnTo>
                  <a:pt x="7568" y="263"/>
                </a:lnTo>
                <a:lnTo>
                  <a:pt x="7972" y="182"/>
                </a:lnTo>
                <a:lnTo>
                  <a:pt x="8375" y="121"/>
                </a:lnTo>
                <a:lnTo>
                  <a:pt x="8779" y="81"/>
                </a:lnTo>
                <a:close/>
                <a:moveTo>
                  <a:pt x="8759" y="0"/>
                </a:moveTo>
                <a:lnTo>
                  <a:pt x="8355" y="41"/>
                </a:lnTo>
                <a:lnTo>
                  <a:pt x="7952" y="101"/>
                </a:lnTo>
                <a:lnTo>
                  <a:pt x="7548" y="182"/>
                </a:lnTo>
                <a:lnTo>
                  <a:pt x="7144" y="283"/>
                </a:lnTo>
                <a:lnTo>
                  <a:pt x="6337" y="525"/>
                </a:lnTo>
                <a:lnTo>
                  <a:pt x="5510" y="787"/>
                </a:lnTo>
                <a:lnTo>
                  <a:pt x="3290" y="1574"/>
                </a:lnTo>
                <a:lnTo>
                  <a:pt x="1070" y="2402"/>
                </a:lnTo>
                <a:lnTo>
                  <a:pt x="868" y="2503"/>
                </a:lnTo>
                <a:lnTo>
                  <a:pt x="687" y="2604"/>
                </a:lnTo>
                <a:lnTo>
                  <a:pt x="525" y="2725"/>
                </a:lnTo>
                <a:lnTo>
                  <a:pt x="384" y="2846"/>
                </a:lnTo>
                <a:lnTo>
                  <a:pt x="263" y="3007"/>
                </a:lnTo>
                <a:lnTo>
                  <a:pt x="182" y="3169"/>
                </a:lnTo>
                <a:lnTo>
                  <a:pt x="102" y="3330"/>
                </a:lnTo>
                <a:lnTo>
                  <a:pt x="41" y="3512"/>
                </a:lnTo>
                <a:lnTo>
                  <a:pt x="1" y="3754"/>
                </a:lnTo>
                <a:lnTo>
                  <a:pt x="1" y="4016"/>
                </a:lnTo>
                <a:lnTo>
                  <a:pt x="41" y="4279"/>
                </a:lnTo>
                <a:lnTo>
                  <a:pt x="122" y="4521"/>
                </a:lnTo>
                <a:lnTo>
                  <a:pt x="223" y="4783"/>
                </a:lnTo>
                <a:lnTo>
                  <a:pt x="364" y="5025"/>
                </a:lnTo>
                <a:lnTo>
                  <a:pt x="525" y="5267"/>
                </a:lnTo>
                <a:lnTo>
                  <a:pt x="707" y="5489"/>
                </a:lnTo>
                <a:lnTo>
                  <a:pt x="969" y="5732"/>
                </a:lnTo>
                <a:lnTo>
                  <a:pt x="1252" y="5933"/>
                </a:lnTo>
                <a:lnTo>
                  <a:pt x="1554" y="6095"/>
                </a:lnTo>
                <a:lnTo>
                  <a:pt x="1877" y="6236"/>
                </a:lnTo>
                <a:lnTo>
                  <a:pt x="2200" y="6337"/>
                </a:lnTo>
                <a:lnTo>
                  <a:pt x="2523" y="6397"/>
                </a:lnTo>
                <a:lnTo>
                  <a:pt x="2866" y="6438"/>
                </a:lnTo>
                <a:lnTo>
                  <a:pt x="3189" y="6458"/>
                </a:lnTo>
                <a:lnTo>
                  <a:pt x="3593" y="6438"/>
                </a:lnTo>
                <a:lnTo>
                  <a:pt x="3976" y="6397"/>
                </a:lnTo>
                <a:lnTo>
                  <a:pt x="4360" y="6317"/>
                </a:lnTo>
                <a:lnTo>
                  <a:pt x="4723" y="6196"/>
                </a:lnTo>
                <a:lnTo>
                  <a:pt x="4985" y="6095"/>
                </a:lnTo>
                <a:lnTo>
                  <a:pt x="5227" y="5974"/>
                </a:lnTo>
                <a:lnTo>
                  <a:pt x="5490" y="5853"/>
                </a:lnTo>
                <a:lnTo>
                  <a:pt x="5712" y="5711"/>
                </a:lnTo>
                <a:lnTo>
                  <a:pt x="6176" y="5409"/>
                </a:lnTo>
                <a:lnTo>
                  <a:pt x="6620" y="5066"/>
                </a:lnTo>
                <a:lnTo>
                  <a:pt x="7023" y="4723"/>
                </a:lnTo>
                <a:lnTo>
                  <a:pt x="7407" y="4359"/>
                </a:lnTo>
                <a:lnTo>
                  <a:pt x="7750" y="3996"/>
                </a:lnTo>
                <a:lnTo>
                  <a:pt x="8073" y="3653"/>
                </a:lnTo>
                <a:lnTo>
                  <a:pt x="8335" y="3330"/>
                </a:lnTo>
                <a:lnTo>
                  <a:pt x="8597" y="3007"/>
                </a:lnTo>
                <a:lnTo>
                  <a:pt x="8860" y="2664"/>
                </a:lnTo>
                <a:lnTo>
                  <a:pt x="9082" y="2281"/>
                </a:lnTo>
                <a:lnTo>
                  <a:pt x="9263" y="1897"/>
                </a:lnTo>
                <a:lnTo>
                  <a:pt x="9324" y="1696"/>
                </a:lnTo>
                <a:lnTo>
                  <a:pt x="9405" y="1494"/>
                </a:lnTo>
                <a:lnTo>
                  <a:pt x="9445" y="1292"/>
                </a:lnTo>
                <a:lnTo>
                  <a:pt x="9465" y="1070"/>
                </a:lnTo>
                <a:lnTo>
                  <a:pt x="9485" y="868"/>
                </a:lnTo>
                <a:lnTo>
                  <a:pt x="9465" y="646"/>
                </a:lnTo>
                <a:lnTo>
                  <a:pt x="9445" y="444"/>
                </a:lnTo>
                <a:lnTo>
                  <a:pt x="9384" y="283"/>
                </a:lnTo>
                <a:lnTo>
                  <a:pt x="9304" y="162"/>
                </a:lnTo>
                <a:lnTo>
                  <a:pt x="9183" y="61"/>
                </a:lnTo>
                <a:lnTo>
                  <a:pt x="9082" y="21"/>
                </a:lnTo>
                <a:lnTo>
                  <a:pt x="8981" y="0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08" name="Google Shape;1608;p19"/>
          <p:cNvSpPr/>
          <p:nvPr/>
        </p:nvSpPr>
        <p:spPr>
          <a:xfrm rot="3449335">
            <a:off x="2567386" y="-287123"/>
            <a:ext cx="130932" cy="390449"/>
          </a:xfrm>
          <a:custGeom>
            <a:rect b="b" l="l" r="r" t="t"/>
            <a:pathLst>
              <a:path extrusionOk="0" h="6984" w="2342">
                <a:moveTo>
                  <a:pt x="1494" y="82"/>
                </a:moveTo>
                <a:lnTo>
                  <a:pt x="1615" y="122"/>
                </a:lnTo>
                <a:lnTo>
                  <a:pt x="1716" y="162"/>
                </a:lnTo>
                <a:lnTo>
                  <a:pt x="1817" y="223"/>
                </a:lnTo>
                <a:lnTo>
                  <a:pt x="1897" y="304"/>
                </a:lnTo>
                <a:lnTo>
                  <a:pt x="1978" y="404"/>
                </a:lnTo>
                <a:lnTo>
                  <a:pt x="2039" y="485"/>
                </a:lnTo>
                <a:lnTo>
                  <a:pt x="2099" y="586"/>
                </a:lnTo>
                <a:lnTo>
                  <a:pt x="2160" y="707"/>
                </a:lnTo>
                <a:lnTo>
                  <a:pt x="2200" y="828"/>
                </a:lnTo>
                <a:lnTo>
                  <a:pt x="2240" y="1070"/>
                </a:lnTo>
                <a:lnTo>
                  <a:pt x="2261" y="1333"/>
                </a:lnTo>
                <a:lnTo>
                  <a:pt x="2261" y="1595"/>
                </a:lnTo>
                <a:lnTo>
                  <a:pt x="2240" y="2281"/>
                </a:lnTo>
                <a:lnTo>
                  <a:pt x="2180" y="2967"/>
                </a:lnTo>
                <a:lnTo>
                  <a:pt x="2059" y="3694"/>
                </a:lnTo>
                <a:lnTo>
                  <a:pt x="1897" y="4521"/>
                </a:lnTo>
                <a:lnTo>
                  <a:pt x="1837" y="4763"/>
                </a:lnTo>
                <a:lnTo>
                  <a:pt x="1776" y="5026"/>
                </a:lnTo>
                <a:lnTo>
                  <a:pt x="1675" y="5308"/>
                </a:lnTo>
                <a:lnTo>
                  <a:pt x="1554" y="5591"/>
                </a:lnTo>
                <a:lnTo>
                  <a:pt x="1413" y="5893"/>
                </a:lnTo>
                <a:lnTo>
                  <a:pt x="1231" y="6176"/>
                </a:lnTo>
                <a:lnTo>
                  <a:pt x="1030" y="6459"/>
                </a:lnTo>
                <a:lnTo>
                  <a:pt x="808" y="6741"/>
                </a:lnTo>
                <a:lnTo>
                  <a:pt x="707" y="6822"/>
                </a:lnTo>
                <a:lnTo>
                  <a:pt x="626" y="6862"/>
                </a:lnTo>
                <a:lnTo>
                  <a:pt x="566" y="6902"/>
                </a:lnTo>
                <a:lnTo>
                  <a:pt x="485" y="6882"/>
                </a:lnTo>
                <a:lnTo>
                  <a:pt x="444" y="6862"/>
                </a:lnTo>
                <a:lnTo>
                  <a:pt x="384" y="6822"/>
                </a:lnTo>
                <a:lnTo>
                  <a:pt x="303" y="6701"/>
                </a:lnTo>
                <a:lnTo>
                  <a:pt x="243" y="6539"/>
                </a:lnTo>
                <a:lnTo>
                  <a:pt x="182" y="6317"/>
                </a:lnTo>
                <a:lnTo>
                  <a:pt x="142" y="6055"/>
                </a:lnTo>
                <a:lnTo>
                  <a:pt x="101" y="5752"/>
                </a:lnTo>
                <a:lnTo>
                  <a:pt x="81" y="5086"/>
                </a:lnTo>
                <a:lnTo>
                  <a:pt x="81" y="4602"/>
                </a:lnTo>
                <a:lnTo>
                  <a:pt x="81" y="4097"/>
                </a:lnTo>
                <a:lnTo>
                  <a:pt x="101" y="3976"/>
                </a:lnTo>
                <a:lnTo>
                  <a:pt x="122" y="3310"/>
                </a:lnTo>
                <a:lnTo>
                  <a:pt x="162" y="2685"/>
                </a:lnTo>
                <a:lnTo>
                  <a:pt x="222" y="2100"/>
                </a:lnTo>
                <a:lnTo>
                  <a:pt x="283" y="1535"/>
                </a:lnTo>
                <a:lnTo>
                  <a:pt x="323" y="1353"/>
                </a:lnTo>
                <a:lnTo>
                  <a:pt x="384" y="1131"/>
                </a:lnTo>
                <a:lnTo>
                  <a:pt x="444" y="909"/>
                </a:lnTo>
                <a:lnTo>
                  <a:pt x="545" y="667"/>
                </a:lnTo>
                <a:lnTo>
                  <a:pt x="687" y="465"/>
                </a:lnTo>
                <a:lnTo>
                  <a:pt x="767" y="364"/>
                </a:lnTo>
                <a:lnTo>
                  <a:pt x="848" y="263"/>
                </a:lnTo>
                <a:lnTo>
                  <a:pt x="949" y="203"/>
                </a:lnTo>
                <a:lnTo>
                  <a:pt x="1070" y="142"/>
                </a:lnTo>
                <a:lnTo>
                  <a:pt x="1191" y="102"/>
                </a:lnTo>
                <a:lnTo>
                  <a:pt x="1312" y="82"/>
                </a:lnTo>
                <a:close/>
                <a:moveTo>
                  <a:pt x="1312" y="1"/>
                </a:moveTo>
                <a:lnTo>
                  <a:pt x="1171" y="21"/>
                </a:lnTo>
                <a:lnTo>
                  <a:pt x="1030" y="61"/>
                </a:lnTo>
                <a:lnTo>
                  <a:pt x="868" y="162"/>
                </a:lnTo>
                <a:lnTo>
                  <a:pt x="707" y="304"/>
                </a:lnTo>
                <a:lnTo>
                  <a:pt x="566" y="485"/>
                </a:lnTo>
                <a:lnTo>
                  <a:pt x="485" y="606"/>
                </a:lnTo>
                <a:lnTo>
                  <a:pt x="424" y="748"/>
                </a:lnTo>
                <a:lnTo>
                  <a:pt x="364" y="909"/>
                </a:lnTo>
                <a:lnTo>
                  <a:pt x="303" y="1091"/>
                </a:lnTo>
                <a:lnTo>
                  <a:pt x="263" y="1292"/>
                </a:lnTo>
                <a:lnTo>
                  <a:pt x="222" y="1514"/>
                </a:lnTo>
                <a:lnTo>
                  <a:pt x="142" y="2079"/>
                </a:lnTo>
                <a:lnTo>
                  <a:pt x="81" y="2685"/>
                </a:lnTo>
                <a:lnTo>
                  <a:pt x="41" y="3310"/>
                </a:lnTo>
                <a:lnTo>
                  <a:pt x="21" y="3976"/>
                </a:lnTo>
                <a:lnTo>
                  <a:pt x="1" y="4097"/>
                </a:lnTo>
                <a:lnTo>
                  <a:pt x="1" y="4602"/>
                </a:lnTo>
                <a:lnTo>
                  <a:pt x="1" y="5106"/>
                </a:lnTo>
                <a:lnTo>
                  <a:pt x="21" y="5752"/>
                </a:lnTo>
                <a:lnTo>
                  <a:pt x="61" y="6055"/>
                </a:lnTo>
                <a:lnTo>
                  <a:pt x="101" y="6337"/>
                </a:lnTo>
                <a:lnTo>
                  <a:pt x="142" y="6499"/>
                </a:lnTo>
                <a:lnTo>
                  <a:pt x="202" y="6680"/>
                </a:lnTo>
                <a:lnTo>
                  <a:pt x="263" y="6781"/>
                </a:lnTo>
                <a:lnTo>
                  <a:pt x="303" y="6862"/>
                </a:lnTo>
                <a:lnTo>
                  <a:pt x="384" y="6923"/>
                </a:lnTo>
                <a:lnTo>
                  <a:pt x="465" y="6963"/>
                </a:lnTo>
                <a:lnTo>
                  <a:pt x="525" y="6983"/>
                </a:lnTo>
                <a:lnTo>
                  <a:pt x="606" y="6963"/>
                </a:lnTo>
                <a:lnTo>
                  <a:pt x="687" y="6923"/>
                </a:lnTo>
                <a:lnTo>
                  <a:pt x="767" y="6882"/>
                </a:lnTo>
                <a:lnTo>
                  <a:pt x="868" y="6802"/>
                </a:lnTo>
                <a:lnTo>
                  <a:pt x="1090" y="6519"/>
                </a:lnTo>
                <a:lnTo>
                  <a:pt x="1292" y="6237"/>
                </a:lnTo>
                <a:lnTo>
                  <a:pt x="1474" y="5934"/>
                </a:lnTo>
                <a:lnTo>
                  <a:pt x="1615" y="5631"/>
                </a:lnTo>
                <a:lnTo>
                  <a:pt x="1736" y="5349"/>
                </a:lnTo>
                <a:lnTo>
                  <a:pt x="1837" y="5046"/>
                </a:lnTo>
                <a:lnTo>
                  <a:pt x="1918" y="4784"/>
                </a:lnTo>
                <a:lnTo>
                  <a:pt x="1978" y="4521"/>
                </a:lnTo>
                <a:lnTo>
                  <a:pt x="2140" y="3714"/>
                </a:lnTo>
                <a:lnTo>
                  <a:pt x="2261" y="2967"/>
                </a:lnTo>
                <a:lnTo>
                  <a:pt x="2321" y="2281"/>
                </a:lnTo>
                <a:lnTo>
                  <a:pt x="2341" y="1595"/>
                </a:lnTo>
                <a:lnTo>
                  <a:pt x="2341" y="1333"/>
                </a:lnTo>
                <a:lnTo>
                  <a:pt x="2321" y="1050"/>
                </a:lnTo>
                <a:lnTo>
                  <a:pt x="2261" y="788"/>
                </a:lnTo>
                <a:lnTo>
                  <a:pt x="2220" y="667"/>
                </a:lnTo>
                <a:lnTo>
                  <a:pt x="2180" y="546"/>
                </a:lnTo>
                <a:lnTo>
                  <a:pt x="2119" y="445"/>
                </a:lnTo>
                <a:lnTo>
                  <a:pt x="2039" y="324"/>
                </a:lnTo>
                <a:lnTo>
                  <a:pt x="1938" y="243"/>
                </a:lnTo>
                <a:lnTo>
                  <a:pt x="1837" y="142"/>
                </a:lnTo>
                <a:lnTo>
                  <a:pt x="1716" y="82"/>
                </a:lnTo>
                <a:lnTo>
                  <a:pt x="1595" y="21"/>
                </a:lnTo>
                <a:lnTo>
                  <a:pt x="1453" y="1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09" name="Google Shape;1609;p19"/>
          <p:cNvSpPr/>
          <p:nvPr/>
        </p:nvSpPr>
        <p:spPr>
          <a:xfrm>
            <a:off x="13470249" y="372312"/>
            <a:ext cx="206522" cy="1040271"/>
          </a:xfrm>
          <a:custGeom>
            <a:rect b="b" l="l" r="r" t="t"/>
            <a:pathLst>
              <a:path extrusionOk="0" h="18607" w="3694">
                <a:moveTo>
                  <a:pt x="2160" y="0"/>
                </a:moveTo>
                <a:lnTo>
                  <a:pt x="2099" y="61"/>
                </a:lnTo>
                <a:lnTo>
                  <a:pt x="2281" y="283"/>
                </a:lnTo>
                <a:lnTo>
                  <a:pt x="2462" y="545"/>
                </a:lnTo>
                <a:lnTo>
                  <a:pt x="2624" y="787"/>
                </a:lnTo>
                <a:lnTo>
                  <a:pt x="2765" y="1050"/>
                </a:lnTo>
                <a:lnTo>
                  <a:pt x="2886" y="1292"/>
                </a:lnTo>
                <a:lnTo>
                  <a:pt x="3007" y="1554"/>
                </a:lnTo>
                <a:lnTo>
                  <a:pt x="3209" y="2079"/>
                </a:lnTo>
                <a:lnTo>
                  <a:pt x="3350" y="2604"/>
                </a:lnTo>
                <a:lnTo>
                  <a:pt x="3471" y="3108"/>
                </a:lnTo>
                <a:lnTo>
                  <a:pt x="3532" y="3592"/>
                </a:lnTo>
                <a:lnTo>
                  <a:pt x="3572" y="4036"/>
                </a:lnTo>
                <a:lnTo>
                  <a:pt x="3613" y="4581"/>
                </a:lnTo>
                <a:lnTo>
                  <a:pt x="3613" y="5126"/>
                </a:lnTo>
                <a:lnTo>
                  <a:pt x="3592" y="5671"/>
                </a:lnTo>
                <a:lnTo>
                  <a:pt x="3552" y="6216"/>
                </a:lnTo>
                <a:lnTo>
                  <a:pt x="3431" y="7285"/>
                </a:lnTo>
                <a:lnTo>
                  <a:pt x="3290" y="8355"/>
                </a:lnTo>
                <a:lnTo>
                  <a:pt x="2684" y="12734"/>
                </a:lnTo>
                <a:lnTo>
                  <a:pt x="2604" y="13360"/>
                </a:lnTo>
                <a:lnTo>
                  <a:pt x="2503" y="14026"/>
                </a:lnTo>
                <a:lnTo>
                  <a:pt x="2361" y="14712"/>
                </a:lnTo>
                <a:lnTo>
                  <a:pt x="2281" y="15055"/>
                </a:lnTo>
                <a:lnTo>
                  <a:pt x="2180" y="15398"/>
                </a:lnTo>
                <a:lnTo>
                  <a:pt x="2059" y="15741"/>
                </a:lnTo>
                <a:lnTo>
                  <a:pt x="1938" y="16084"/>
                </a:lnTo>
                <a:lnTo>
                  <a:pt x="1796" y="16407"/>
                </a:lnTo>
                <a:lnTo>
                  <a:pt x="1635" y="16730"/>
                </a:lnTo>
                <a:lnTo>
                  <a:pt x="1453" y="17053"/>
                </a:lnTo>
                <a:lnTo>
                  <a:pt x="1252" y="17355"/>
                </a:lnTo>
                <a:lnTo>
                  <a:pt x="1030" y="17638"/>
                </a:lnTo>
                <a:lnTo>
                  <a:pt x="787" y="17900"/>
                </a:lnTo>
                <a:lnTo>
                  <a:pt x="606" y="18082"/>
                </a:lnTo>
                <a:lnTo>
                  <a:pt x="404" y="18243"/>
                </a:lnTo>
                <a:lnTo>
                  <a:pt x="202" y="18384"/>
                </a:lnTo>
                <a:lnTo>
                  <a:pt x="0" y="18526"/>
                </a:lnTo>
                <a:lnTo>
                  <a:pt x="41" y="18606"/>
                </a:lnTo>
                <a:lnTo>
                  <a:pt x="263" y="18465"/>
                </a:lnTo>
                <a:lnTo>
                  <a:pt x="465" y="18304"/>
                </a:lnTo>
                <a:lnTo>
                  <a:pt x="666" y="18142"/>
                </a:lnTo>
                <a:lnTo>
                  <a:pt x="848" y="17961"/>
                </a:lnTo>
                <a:lnTo>
                  <a:pt x="1090" y="17678"/>
                </a:lnTo>
                <a:lnTo>
                  <a:pt x="1332" y="17396"/>
                </a:lnTo>
                <a:lnTo>
                  <a:pt x="1534" y="17093"/>
                </a:lnTo>
                <a:lnTo>
                  <a:pt x="1716" y="16790"/>
                </a:lnTo>
                <a:lnTo>
                  <a:pt x="1877" y="16447"/>
                </a:lnTo>
                <a:lnTo>
                  <a:pt x="2018" y="16124"/>
                </a:lnTo>
                <a:lnTo>
                  <a:pt x="2139" y="15781"/>
                </a:lnTo>
                <a:lnTo>
                  <a:pt x="2240" y="15438"/>
                </a:lnTo>
                <a:lnTo>
                  <a:pt x="2341" y="15075"/>
                </a:lnTo>
                <a:lnTo>
                  <a:pt x="2442" y="14732"/>
                </a:lnTo>
                <a:lnTo>
                  <a:pt x="2563" y="14046"/>
                </a:lnTo>
                <a:lnTo>
                  <a:pt x="2684" y="13380"/>
                </a:lnTo>
                <a:lnTo>
                  <a:pt x="2765" y="12734"/>
                </a:lnTo>
                <a:lnTo>
                  <a:pt x="3370" y="8375"/>
                </a:lnTo>
                <a:lnTo>
                  <a:pt x="3512" y="7306"/>
                </a:lnTo>
                <a:lnTo>
                  <a:pt x="3633" y="6216"/>
                </a:lnTo>
                <a:lnTo>
                  <a:pt x="3673" y="5671"/>
                </a:lnTo>
                <a:lnTo>
                  <a:pt x="3693" y="5126"/>
                </a:lnTo>
                <a:lnTo>
                  <a:pt x="3693" y="4581"/>
                </a:lnTo>
                <a:lnTo>
                  <a:pt x="3653" y="4036"/>
                </a:lnTo>
                <a:lnTo>
                  <a:pt x="3613" y="3572"/>
                </a:lnTo>
                <a:lnTo>
                  <a:pt x="3532" y="3088"/>
                </a:lnTo>
                <a:lnTo>
                  <a:pt x="3431" y="2583"/>
                </a:lnTo>
                <a:lnTo>
                  <a:pt x="3290" y="2059"/>
                </a:lnTo>
                <a:lnTo>
                  <a:pt x="3088" y="1534"/>
                </a:lnTo>
                <a:lnTo>
                  <a:pt x="2967" y="1272"/>
                </a:lnTo>
                <a:lnTo>
                  <a:pt x="2826" y="1009"/>
                </a:lnTo>
                <a:lnTo>
                  <a:pt x="2684" y="747"/>
                </a:lnTo>
                <a:lnTo>
                  <a:pt x="2523" y="485"/>
                </a:lnTo>
                <a:lnTo>
                  <a:pt x="2341" y="243"/>
                </a:lnTo>
                <a:lnTo>
                  <a:pt x="2160" y="0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10" name="Google Shape;1610;p19"/>
          <p:cNvSpPr/>
          <p:nvPr/>
        </p:nvSpPr>
        <p:spPr>
          <a:xfrm>
            <a:off x="8905548" y="1936013"/>
            <a:ext cx="1826666" cy="1093271"/>
          </a:xfrm>
          <a:custGeom>
            <a:rect b="b" l="l" r="r" t="t"/>
            <a:pathLst>
              <a:path extrusionOk="0" h="19555" w="32673">
                <a:moveTo>
                  <a:pt x="4340" y="81"/>
                </a:moveTo>
                <a:lnTo>
                  <a:pt x="4622" y="101"/>
                </a:lnTo>
                <a:lnTo>
                  <a:pt x="4885" y="121"/>
                </a:lnTo>
                <a:lnTo>
                  <a:pt x="5167" y="161"/>
                </a:lnTo>
                <a:lnTo>
                  <a:pt x="5450" y="222"/>
                </a:lnTo>
                <a:lnTo>
                  <a:pt x="5712" y="283"/>
                </a:lnTo>
                <a:lnTo>
                  <a:pt x="6216" y="444"/>
                </a:lnTo>
                <a:lnTo>
                  <a:pt x="6640" y="626"/>
                </a:lnTo>
                <a:lnTo>
                  <a:pt x="7003" y="787"/>
                </a:lnTo>
                <a:lnTo>
                  <a:pt x="7266" y="928"/>
                </a:lnTo>
                <a:lnTo>
                  <a:pt x="7629" y="1130"/>
                </a:lnTo>
                <a:lnTo>
                  <a:pt x="7972" y="1352"/>
                </a:lnTo>
                <a:lnTo>
                  <a:pt x="8315" y="1594"/>
                </a:lnTo>
                <a:lnTo>
                  <a:pt x="8658" y="1836"/>
                </a:lnTo>
                <a:lnTo>
                  <a:pt x="9324" y="2341"/>
                </a:lnTo>
                <a:lnTo>
                  <a:pt x="9950" y="2866"/>
                </a:lnTo>
                <a:lnTo>
                  <a:pt x="10918" y="3632"/>
                </a:lnTo>
                <a:lnTo>
                  <a:pt x="11746" y="4258"/>
                </a:lnTo>
                <a:lnTo>
                  <a:pt x="12613" y="4843"/>
                </a:lnTo>
                <a:lnTo>
                  <a:pt x="13481" y="5388"/>
                </a:lnTo>
                <a:lnTo>
                  <a:pt x="14369" y="5913"/>
                </a:lnTo>
                <a:lnTo>
                  <a:pt x="15297" y="6397"/>
                </a:lnTo>
                <a:lnTo>
                  <a:pt x="16226" y="6861"/>
                </a:lnTo>
                <a:lnTo>
                  <a:pt x="17174" y="7285"/>
                </a:lnTo>
                <a:lnTo>
                  <a:pt x="18143" y="7709"/>
                </a:lnTo>
                <a:lnTo>
                  <a:pt x="19132" y="8092"/>
                </a:lnTo>
                <a:lnTo>
                  <a:pt x="20120" y="8476"/>
                </a:lnTo>
                <a:lnTo>
                  <a:pt x="21129" y="8839"/>
                </a:lnTo>
                <a:lnTo>
                  <a:pt x="22138" y="9182"/>
                </a:lnTo>
                <a:lnTo>
                  <a:pt x="23168" y="9505"/>
                </a:lnTo>
                <a:lnTo>
                  <a:pt x="24217" y="9848"/>
                </a:lnTo>
                <a:lnTo>
                  <a:pt x="26316" y="10473"/>
                </a:lnTo>
                <a:lnTo>
                  <a:pt x="26376" y="10494"/>
                </a:lnTo>
                <a:lnTo>
                  <a:pt x="27627" y="10877"/>
                </a:lnTo>
                <a:lnTo>
                  <a:pt x="28253" y="11079"/>
                </a:lnTo>
                <a:lnTo>
                  <a:pt x="28879" y="11301"/>
                </a:lnTo>
                <a:lnTo>
                  <a:pt x="29484" y="11523"/>
                </a:lnTo>
                <a:lnTo>
                  <a:pt x="30089" y="11805"/>
                </a:lnTo>
                <a:lnTo>
                  <a:pt x="30675" y="12088"/>
                </a:lnTo>
                <a:lnTo>
                  <a:pt x="31240" y="12411"/>
                </a:lnTo>
                <a:lnTo>
                  <a:pt x="31583" y="12633"/>
                </a:lnTo>
                <a:lnTo>
                  <a:pt x="31744" y="12754"/>
                </a:lnTo>
                <a:lnTo>
                  <a:pt x="31906" y="12895"/>
                </a:lnTo>
                <a:lnTo>
                  <a:pt x="32067" y="13036"/>
                </a:lnTo>
                <a:lnTo>
                  <a:pt x="32208" y="13198"/>
                </a:lnTo>
                <a:lnTo>
                  <a:pt x="32329" y="13379"/>
                </a:lnTo>
                <a:lnTo>
                  <a:pt x="32450" y="13581"/>
                </a:lnTo>
                <a:lnTo>
                  <a:pt x="32511" y="13763"/>
                </a:lnTo>
                <a:lnTo>
                  <a:pt x="32572" y="13965"/>
                </a:lnTo>
                <a:lnTo>
                  <a:pt x="32592" y="14166"/>
                </a:lnTo>
                <a:lnTo>
                  <a:pt x="32592" y="14368"/>
                </a:lnTo>
                <a:lnTo>
                  <a:pt x="32551" y="14570"/>
                </a:lnTo>
                <a:lnTo>
                  <a:pt x="32471" y="14772"/>
                </a:lnTo>
                <a:lnTo>
                  <a:pt x="32370" y="14953"/>
                </a:lnTo>
                <a:lnTo>
                  <a:pt x="32289" y="15034"/>
                </a:lnTo>
                <a:lnTo>
                  <a:pt x="32208" y="15095"/>
                </a:lnTo>
                <a:lnTo>
                  <a:pt x="32067" y="15196"/>
                </a:lnTo>
                <a:lnTo>
                  <a:pt x="31926" y="15256"/>
                </a:lnTo>
                <a:lnTo>
                  <a:pt x="31764" y="15317"/>
                </a:lnTo>
                <a:lnTo>
                  <a:pt x="31603" y="15337"/>
                </a:lnTo>
                <a:lnTo>
                  <a:pt x="31421" y="15357"/>
                </a:lnTo>
                <a:lnTo>
                  <a:pt x="31240" y="15377"/>
                </a:lnTo>
                <a:lnTo>
                  <a:pt x="30876" y="15357"/>
                </a:lnTo>
                <a:lnTo>
                  <a:pt x="29625" y="15276"/>
                </a:lnTo>
                <a:lnTo>
                  <a:pt x="28354" y="15196"/>
                </a:lnTo>
                <a:lnTo>
                  <a:pt x="25872" y="14974"/>
                </a:lnTo>
                <a:lnTo>
                  <a:pt x="24116" y="14832"/>
                </a:lnTo>
                <a:lnTo>
                  <a:pt x="22360" y="14691"/>
                </a:lnTo>
                <a:lnTo>
                  <a:pt x="20585" y="14590"/>
                </a:lnTo>
                <a:lnTo>
                  <a:pt x="19697" y="14550"/>
                </a:lnTo>
                <a:lnTo>
                  <a:pt x="18809" y="14530"/>
                </a:lnTo>
                <a:lnTo>
                  <a:pt x="17073" y="14530"/>
                </a:lnTo>
                <a:lnTo>
                  <a:pt x="16226" y="14570"/>
                </a:lnTo>
                <a:lnTo>
                  <a:pt x="15398" y="14631"/>
                </a:lnTo>
                <a:lnTo>
                  <a:pt x="14591" y="14691"/>
                </a:lnTo>
                <a:lnTo>
                  <a:pt x="13824" y="14792"/>
                </a:lnTo>
                <a:lnTo>
                  <a:pt x="13057" y="14893"/>
                </a:lnTo>
                <a:lnTo>
                  <a:pt x="12311" y="15034"/>
                </a:lnTo>
                <a:lnTo>
                  <a:pt x="11584" y="15175"/>
                </a:lnTo>
                <a:lnTo>
                  <a:pt x="10878" y="15337"/>
                </a:lnTo>
                <a:lnTo>
                  <a:pt x="10192" y="15539"/>
                </a:lnTo>
                <a:lnTo>
                  <a:pt x="9526" y="15740"/>
                </a:lnTo>
                <a:lnTo>
                  <a:pt x="8880" y="15962"/>
                </a:lnTo>
                <a:lnTo>
                  <a:pt x="8255" y="16205"/>
                </a:lnTo>
                <a:lnTo>
                  <a:pt x="7629" y="16487"/>
                </a:lnTo>
                <a:lnTo>
                  <a:pt x="7024" y="16770"/>
                </a:lnTo>
                <a:lnTo>
                  <a:pt x="6539" y="17012"/>
                </a:lnTo>
                <a:lnTo>
                  <a:pt x="6055" y="17294"/>
                </a:lnTo>
                <a:lnTo>
                  <a:pt x="5086" y="17839"/>
                </a:lnTo>
                <a:lnTo>
                  <a:pt x="4441" y="18202"/>
                </a:lnTo>
                <a:lnTo>
                  <a:pt x="3775" y="18586"/>
                </a:lnTo>
                <a:lnTo>
                  <a:pt x="3089" y="18929"/>
                </a:lnTo>
                <a:lnTo>
                  <a:pt x="2382" y="19252"/>
                </a:lnTo>
                <a:lnTo>
                  <a:pt x="2160" y="19353"/>
                </a:lnTo>
                <a:lnTo>
                  <a:pt x="1918" y="19413"/>
                </a:lnTo>
                <a:lnTo>
                  <a:pt x="1676" y="19454"/>
                </a:lnTo>
                <a:lnTo>
                  <a:pt x="1434" y="19454"/>
                </a:lnTo>
                <a:lnTo>
                  <a:pt x="1333" y="19413"/>
                </a:lnTo>
                <a:lnTo>
                  <a:pt x="1212" y="19373"/>
                </a:lnTo>
                <a:lnTo>
                  <a:pt x="1030" y="19272"/>
                </a:lnTo>
                <a:lnTo>
                  <a:pt x="869" y="19111"/>
                </a:lnTo>
                <a:lnTo>
                  <a:pt x="748" y="18949"/>
                </a:lnTo>
                <a:lnTo>
                  <a:pt x="627" y="18788"/>
                </a:lnTo>
                <a:lnTo>
                  <a:pt x="546" y="18606"/>
                </a:lnTo>
                <a:lnTo>
                  <a:pt x="425" y="18324"/>
                </a:lnTo>
                <a:lnTo>
                  <a:pt x="324" y="18001"/>
                </a:lnTo>
                <a:lnTo>
                  <a:pt x="263" y="17678"/>
                </a:lnTo>
                <a:lnTo>
                  <a:pt x="203" y="17335"/>
                </a:lnTo>
                <a:lnTo>
                  <a:pt x="162" y="16992"/>
                </a:lnTo>
                <a:lnTo>
                  <a:pt x="122" y="16326"/>
                </a:lnTo>
                <a:lnTo>
                  <a:pt x="102" y="15660"/>
                </a:lnTo>
                <a:lnTo>
                  <a:pt x="102" y="14368"/>
                </a:lnTo>
                <a:lnTo>
                  <a:pt x="82" y="13137"/>
                </a:lnTo>
                <a:lnTo>
                  <a:pt x="102" y="11947"/>
                </a:lnTo>
                <a:lnTo>
                  <a:pt x="122" y="10756"/>
                </a:lnTo>
                <a:lnTo>
                  <a:pt x="203" y="9485"/>
                </a:lnTo>
                <a:lnTo>
                  <a:pt x="324" y="8274"/>
                </a:lnTo>
                <a:lnTo>
                  <a:pt x="405" y="7689"/>
                </a:lnTo>
                <a:lnTo>
                  <a:pt x="485" y="7124"/>
                </a:lnTo>
                <a:lnTo>
                  <a:pt x="586" y="6579"/>
                </a:lnTo>
                <a:lnTo>
                  <a:pt x="687" y="6054"/>
                </a:lnTo>
                <a:lnTo>
                  <a:pt x="808" y="5529"/>
                </a:lnTo>
                <a:lnTo>
                  <a:pt x="929" y="5025"/>
                </a:lnTo>
                <a:lnTo>
                  <a:pt x="1071" y="4541"/>
                </a:lnTo>
                <a:lnTo>
                  <a:pt x="1232" y="4056"/>
                </a:lnTo>
                <a:lnTo>
                  <a:pt x="1393" y="3592"/>
                </a:lnTo>
                <a:lnTo>
                  <a:pt x="1555" y="3128"/>
                </a:lnTo>
                <a:lnTo>
                  <a:pt x="1736" y="2684"/>
                </a:lnTo>
                <a:lnTo>
                  <a:pt x="1938" y="2260"/>
                </a:lnTo>
                <a:lnTo>
                  <a:pt x="2039" y="2038"/>
                </a:lnTo>
                <a:lnTo>
                  <a:pt x="2301" y="1493"/>
                </a:lnTo>
                <a:lnTo>
                  <a:pt x="2463" y="1231"/>
                </a:lnTo>
                <a:lnTo>
                  <a:pt x="2624" y="969"/>
                </a:lnTo>
                <a:lnTo>
                  <a:pt x="2806" y="727"/>
                </a:lnTo>
                <a:lnTo>
                  <a:pt x="3008" y="525"/>
                </a:lnTo>
                <a:lnTo>
                  <a:pt x="3129" y="444"/>
                </a:lnTo>
                <a:lnTo>
                  <a:pt x="3250" y="363"/>
                </a:lnTo>
                <a:lnTo>
                  <a:pt x="3391" y="283"/>
                </a:lnTo>
                <a:lnTo>
                  <a:pt x="3532" y="222"/>
                </a:lnTo>
                <a:lnTo>
                  <a:pt x="3795" y="161"/>
                </a:lnTo>
                <a:lnTo>
                  <a:pt x="4057" y="101"/>
                </a:lnTo>
                <a:lnTo>
                  <a:pt x="4340" y="81"/>
                </a:lnTo>
                <a:close/>
                <a:moveTo>
                  <a:pt x="4360" y="0"/>
                </a:moveTo>
                <a:lnTo>
                  <a:pt x="3997" y="40"/>
                </a:lnTo>
                <a:lnTo>
                  <a:pt x="3714" y="81"/>
                </a:lnTo>
                <a:lnTo>
                  <a:pt x="3492" y="161"/>
                </a:lnTo>
                <a:lnTo>
                  <a:pt x="3351" y="222"/>
                </a:lnTo>
                <a:lnTo>
                  <a:pt x="3210" y="283"/>
                </a:lnTo>
                <a:lnTo>
                  <a:pt x="3089" y="363"/>
                </a:lnTo>
                <a:lnTo>
                  <a:pt x="2967" y="464"/>
                </a:lnTo>
                <a:lnTo>
                  <a:pt x="2745" y="666"/>
                </a:lnTo>
                <a:lnTo>
                  <a:pt x="2564" y="908"/>
                </a:lnTo>
                <a:lnTo>
                  <a:pt x="2382" y="1170"/>
                </a:lnTo>
                <a:lnTo>
                  <a:pt x="2241" y="1453"/>
                </a:lnTo>
                <a:lnTo>
                  <a:pt x="1958" y="2018"/>
                </a:lnTo>
                <a:lnTo>
                  <a:pt x="1878" y="2220"/>
                </a:lnTo>
                <a:lnTo>
                  <a:pt x="1676" y="2664"/>
                </a:lnTo>
                <a:lnTo>
                  <a:pt x="1494" y="3108"/>
                </a:lnTo>
                <a:lnTo>
                  <a:pt x="1313" y="3552"/>
                </a:lnTo>
                <a:lnTo>
                  <a:pt x="1151" y="4036"/>
                </a:lnTo>
                <a:lnTo>
                  <a:pt x="990" y="4500"/>
                </a:lnTo>
                <a:lnTo>
                  <a:pt x="849" y="5005"/>
                </a:lnTo>
                <a:lnTo>
                  <a:pt x="727" y="5509"/>
                </a:lnTo>
                <a:lnTo>
                  <a:pt x="606" y="6034"/>
                </a:lnTo>
                <a:lnTo>
                  <a:pt x="505" y="6559"/>
                </a:lnTo>
                <a:lnTo>
                  <a:pt x="405" y="7103"/>
                </a:lnTo>
                <a:lnTo>
                  <a:pt x="324" y="7668"/>
                </a:lnTo>
                <a:lnTo>
                  <a:pt x="243" y="8254"/>
                </a:lnTo>
                <a:lnTo>
                  <a:pt x="122" y="9464"/>
                </a:lnTo>
                <a:lnTo>
                  <a:pt x="41" y="10756"/>
                </a:lnTo>
                <a:lnTo>
                  <a:pt x="21" y="11947"/>
                </a:lnTo>
                <a:lnTo>
                  <a:pt x="1" y="13137"/>
                </a:lnTo>
                <a:lnTo>
                  <a:pt x="21" y="14368"/>
                </a:lnTo>
                <a:lnTo>
                  <a:pt x="21" y="15660"/>
                </a:lnTo>
                <a:lnTo>
                  <a:pt x="41" y="16326"/>
                </a:lnTo>
                <a:lnTo>
                  <a:pt x="82" y="17012"/>
                </a:lnTo>
                <a:lnTo>
                  <a:pt x="122" y="17355"/>
                </a:lnTo>
                <a:lnTo>
                  <a:pt x="183" y="17678"/>
                </a:lnTo>
                <a:lnTo>
                  <a:pt x="263" y="18021"/>
                </a:lnTo>
                <a:lnTo>
                  <a:pt x="344" y="18344"/>
                </a:lnTo>
                <a:lnTo>
                  <a:pt x="405" y="18505"/>
                </a:lnTo>
                <a:lnTo>
                  <a:pt x="485" y="18687"/>
                </a:lnTo>
                <a:lnTo>
                  <a:pt x="586" y="18868"/>
                </a:lnTo>
                <a:lnTo>
                  <a:pt x="707" y="19030"/>
                </a:lnTo>
                <a:lnTo>
                  <a:pt x="849" y="19211"/>
                </a:lnTo>
                <a:lnTo>
                  <a:pt x="1010" y="19353"/>
                </a:lnTo>
                <a:lnTo>
                  <a:pt x="1192" y="19454"/>
                </a:lnTo>
                <a:lnTo>
                  <a:pt x="1313" y="19494"/>
                </a:lnTo>
                <a:lnTo>
                  <a:pt x="1414" y="19534"/>
                </a:lnTo>
                <a:lnTo>
                  <a:pt x="1615" y="19555"/>
                </a:lnTo>
                <a:lnTo>
                  <a:pt x="1817" y="19534"/>
                </a:lnTo>
                <a:lnTo>
                  <a:pt x="2039" y="19474"/>
                </a:lnTo>
                <a:lnTo>
                  <a:pt x="2241" y="19413"/>
                </a:lnTo>
                <a:lnTo>
                  <a:pt x="2423" y="19333"/>
                </a:lnTo>
                <a:lnTo>
                  <a:pt x="3129" y="19010"/>
                </a:lnTo>
                <a:lnTo>
                  <a:pt x="3795" y="18646"/>
                </a:lnTo>
                <a:lnTo>
                  <a:pt x="4481" y="18283"/>
                </a:lnTo>
                <a:lnTo>
                  <a:pt x="5127" y="17900"/>
                </a:lnTo>
                <a:lnTo>
                  <a:pt x="6095" y="17355"/>
                </a:lnTo>
                <a:lnTo>
                  <a:pt x="6580" y="17093"/>
                </a:lnTo>
                <a:lnTo>
                  <a:pt x="7064" y="16830"/>
                </a:lnTo>
                <a:lnTo>
                  <a:pt x="7669" y="16548"/>
                </a:lnTo>
                <a:lnTo>
                  <a:pt x="8275" y="16285"/>
                </a:lnTo>
                <a:lnTo>
                  <a:pt x="8900" y="16043"/>
                </a:lnTo>
                <a:lnTo>
                  <a:pt x="9566" y="15821"/>
                </a:lnTo>
                <a:lnTo>
                  <a:pt x="10232" y="15619"/>
                </a:lnTo>
                <a:lnTo>
                  <a:pt x="10898" y="15418"/>
                </a:lnTo>
                <a:lnTo>
                  <a:pt x="11604" y="15256"/>
                </a:lnTo>
                <a:lnTo>
                  <a:pt x="12331" y="15115"/>
                </a:lnTo>
                <a:lnTo>
                  <a:pt x="13078" y="14974"/>
                </a:lnTo>
                <a:lnTo>
                  <a:pt x="13824" y="14873"/>
                </a:lnTo>
                <a:lnTo>
                  <a:pt x="14611" y="14772"/>
                </a:lnTo>
                <a:lnTo>
                  <a:pt x="15419" y="14711"/>
                </a:lnTo>
                <a:lnTo>
                  <a:pt x="16226" y="14651"/>
                </a:lnTo>
                <a:lnTo>
                  <a:pt x="17073" y="14610"/>
                </a:lnTo>
                <a:lnTo>
                  <a:pt x="18809" y="14610"/>
                </a:lnTo>
                <a:lnTo>
                  <a:pt x="19697" y="14631"/>
                </a:lnTo>
                <a:lnTo>
                  <a:pt x="20585" y="14671"/>
                </a:lnTo>
                <a:lnTo>
                  <a:pt x="22360" y="14772"/>
                </a:lnTo>
                <a:lnTo>
                  <a:pt x="24116" y="14913"/>
                </a:lnTo>
                <a:lnTo>
                  <a:pt x="25852" y="15054"/>
                </a:lnTo>
                <a:lnTo>
                  <a:pt x="28354" y="15276"/>
                </a:lnTo>
                <a:lnTo>
                  <a:pt x="29605" y="15357"/>
                </a:lnTo>
                <a:lnTo>
                  <a:pt x="30876" y="15438"/>
                </a:lnTo>
                <a:lnTo>
                  <a:pt x="31240" y="15458"/>
                </a:lnTo>
                <a:lnTo>
                  <a:pt x="31441" y="15438"/>
                </a:lnTo>
                <a:lnTo>
                  <a:pt x="31623" y="15418"/>
                </a:lnTo>
                <a:lnTo>
                  <a:pt x="31785" y="15397"/>
                </a:lnTo>
                <a:lnTo>
                  <a:pt x="31966" y="15337"/>
                </a:lnTo>
                <a:lnTo>
                  <a:pt x="32128" y="15256"/>
                </a:lnTo>
                <a:lnTo>
                  <a:pt x="32269" y="15155"/>
                </a:lnTo>
                <a:lnTo>
                  <a:pt x="32350" y="15075"/>
                </a:lnTo>
                <a:lnTo>
                  <a:pt x="32430" y="14994"/>
                </a:lnTo>
                <a:lnTo>
                  <a:pt x="32551" y="14812"/>
                </a:lnTo>
                <a:lnTo>
                  <a:pt x="32612" y="14610"/>
                </a:lnTo>
                <a:lnTo>
                  <a:pt x="32672" y="14388"/>
                </a:lnTo>
                <a:lnTo>
                  <a:pt x="32672" y="14166"/>
                </a:lnTo>
                <a:lnTo>
                  <a:pt x="32652" y="13944"/>
                </a:lnTo>
                <a:lnTo>
                  <a:pt x="32592" y="13743"/>
                </a:lnTo>
                <a:lnTo>
                  <a:pt x="32511" y="13541"/>
                </a:lnTo>
                <a:lnTo>
                  <a:pt x="32410" y="13339"/>
                </a:lnTo>
                <a:lnTo>
                  <a:pt x="32269" y="13157"/>
                </a:lnTo>
                <a:lnTo>
                  <a:pt x="32128" y="12996"/>
                </a:lnTo>
                <a:lnTo>
                  <a:pt x="31966" y="12835"/>
                </a:lnTo>
                <a:lnTo>
                  <a:pt x="31805" y="12693"/>
                </a:lnTo>
                <a:lnTo>
                  <a:pt x="31623" y="12572"/>
                </a:lnTo>
                <a:lnTo>
                  <a:pt x="31280" y="12350"/>
                </a:lnTo>
                <a:lnTo>
                  <a:pt x="30715" y="12027"/>
                </a:lnTo>
                <a:lnTo>
                  <a:pt x="30130" y="11725"/>
                </a:lnTo>
                <a:lnTo>
                  <a:pt x="29524" y="11462"/>
                </a:lnTo>
                <a:lnTo>
                  <a:pt x="28919" y="11220"/>
                </a:lnTo>
                <a:lnTo>
                  <a:pt x="28293" y="10998"/>
                </a:lnTo>
                <a:lnTo>
                  <a:pt x="27648" y="10796"/>
                </a:lnTo>
                <a:lnTo>
                  <a:pt x="26396" y="10413"/>
                </a:lnTo>
                <a:lnTo>
                  <a:pt x="26336" y="10393"/>
                </a:lnTo>
                <a:lnTo>
                  <a:pt x="24237" y="9767"/>
                </a:lnTo>
                <a:lnTo>
                  <a:pt x="23208" y="9444"/>
                </a:lnTo>
                <a:lnTo>
                  <a:pt x="22179" y="9101"/>
                </a:lnTo>
                <a:lnTo>
                  <a:pt x="21170" y="8758"/>
                </a:lnTo>
                <a:lnTo>
                  <a:pt x="20161" y="8395"/>
                </a:lnTo>
                <a:lnTo>
                  <a:pt x="19152" y="8032"/>
                </a:lnTo>
                <a:lnTo>
                  <a:pt x="18183" y="7628"/>
                </a:lnTo>
                <a:lnTo>
                  <a:pt x="17215" y="7224"/>
                </a:lnTo>
                <a:lnTo>
                  <a:pt x="16266" y="6781"/>
                </a:lnTo>
                <a:lnTo>
                  <a:pt x="15338" y="6316"/>
                </a:lnTo>
                <a:lnTo>
                  <a:pt x="14410" y="5832"/>
                </a:lnTo>
                <a:lnTo>
                  <a:pt x="13522" y="5328"/>
                </a:lnTo>
                <a:lnTo>
                  <a:pt x="12654" y="4783"/>
                </a:lnTo>
                <a:lnTo>
                  <a:pt x="11806" y="4197"/>
                </a:lnTo>
                <a:lnTo>
                  <a:pt x="10979" y="3572"/>
                </a:lnTo>
                <a:lnTo>
                  <a:pt x="10010" y="2805"/>
                </a:lnTo>
                <a:lnTo>
                  <a:pt x="9365" y="2280"/>
                </a:lnTo>
                <a:lnTo>
                  <a:pt x="8699" y="1776"/>
                </a:lnTo>
                <a:lnTo>
                  <a:pt x="8356" y="1514"/>
                </a:lnTo>
                <a:lnTo>
                  <a:pt x="8012" y="1292"/>
                </a:lnTo>
                <a:lnTo>
                  <a:pt x="7669" y="1070"/>
                </a:lnTo>
                <a:lnTo>
                  <a:pt x="7306" y="848"/>
                </a:lnTo>
                <a:lnTo>
                  <a:pt x="6923" y="666"/>
                </a:lnTo>
                <a:lnTo>
                  <a:pt x="6559" y="505"/>
                </a:lnTo>
                <a:lnTo>
                  <a:pt x="6216" y="363"/>
                </a:lnTo>
                <a:lnTo>
                  <a:pt x="5894" y="242"/>
                </a:lnTo>
                <a:lnTo>
                  <a:pt x="5591" y="161"/>
                </a:lnTo>
                <a:lnTo>
                  <a:pt x="5308" y="101"/>
                </a:lnTo>
                <a:lnTo>
                  <a:pt x="5046" y="61"/>
                </a:lnTo>
                <a:lnTo>
                  <a:pt x="4804" y="20"/>
                </a:lnTo>
                <a:lnTo>
                  <a:pt x="4562" y="0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11" name="Google Shape;1611;p19"/>
          <p:cNvSpPr/>
          <p:nvPr/>
        </p:nvSpPr>
        <p:spPr>
          <a:xfrm>
            <a:off x="9054482" y="2190947"/>
            <a:ext cx="794334" cy="541632"/>
          </a:xfrm>
          <a:custGeom>
            <a:rect b="b" l="l" r="r" t="t"/>
            <a:pathLst>
              <a:path extrusionOk="0" h="9688" w="14208">
                <a:moveTo>
                  <a:pt x="2765" y="81"/>
                </a:moveTo>
                <a:lnTo>
                  <a:pt x="2967" y="142"/>
                </a:lnTo>
                <a:lnTo>
                  <a:pt x="3189" y="223"/>
                </a:lnTo>
                <a:lnTo>
                  <a:pt x="3431" y="324"/>
                </a:lnTo>
                <a:lnTo>
                  <a:pt x="3694" y="465"/>
                </a:lnTo>
                <a:lnTo>
                  <a:pt x="3956" y="626"/>
                </a:lnTo>
                <a:lnTo>
                  <a:pt x="4218" y="828"/>
                </a:lnTo>
                <a:lnTo>
                  <a:pt x="4501" y="1070"/>
                </a:lnTo>
                <a:lnTo>
                  <a:pt x="5005" y="1474"/>
                </a:lnTo>
                <a:lnTo>
                  <a:pt x="5510" y="1837"/>
                </a:lnTo>
                <a:lnTo>
                  <a:pt x="6055" y="2200"/>
                </a:lnTo>
                <a:lnTo>
                  <a:pt x="6600" y="2523"/>
                </a:lnTo>
                <a:lnTo>
                  <a:pt x="7165" y="2826"/>
                </a:lnTo>
                <a:lnTo>
                  <a:pt x="7750" y="3088"/>
                </a:lnTo>
                <a:lnTo>
                  <a:pt x="8335" y="3330"/>
                </a:lnTo>
                <a:lnTo>
                  <a:pt x="8940" y="3532"/>
                </a:lnTo>
                <a:lnTo>
                  <a:pt x="9566" y="3714"/>
                </a:lnTo>
                <a:lnTo>
                  <a:pt x="10171" y="3895"/>
                </a:lnTo>
                <a:lnTo>
                  <a:pt x="11140" y="4158"/>
                </a:lnTo>
                <a:lnTo>
                  <a:pt x="11624" y="4319"/>
                </a:lnTo>
                <a:lnTo>
                  <a:pt x="12089" y="4481"/>
                </a:lnTo>
                <a:lnTo>
                  <a:pt x="12533" y="4683"/>
                </a:lnTo>
                <a:lnTo>
                  <a:pt x="12956" y="4904"/>
                </a:lnTo>
                <a:lnTo>
                  <a:pt x="13178" y="5046"/>
                </a:lnTo>
                <a:lnTo>
                  <a:pt x="13380" y="5167"/>
                </a:lnTo>
                <a:lnTo>
                  <a:pt x="13562" y="5328"/>
                </a:lnTo>
                <a:lnTo>
                  <a:pt x="13764" y="5490"/>
                </a:lnTo>
                <a:lnTo>
                  <a:pt x="13945" y="5671"/>
                </a:lnTo>
                <a:lnTo>
                  <a:pt x="14066" y="5853"/>
                </a:lnTo>
                <a:lnTo>
                  <a:pt x="14086" y="5934"/>
                </a:lnTo>
                <a:lnTo>
                  <a:pt x="14127" y="6014"/>
                </a:lnTo>
                <a:lnTo>
                  <a:pt x="14127" y="6095"/>
                </a:lnTo>
                <a:lnTo>
                  <a:pt x="14127" y="6176"/>
                </a:lnTo>
                <a:lnTo>
                  <a:pt x="14086" y="6317"/>
                </a:lnTo>
                <a:lnTo>
                  <a:pt x="14006" y="6458"/>
                </a:lnTo>
                <a:lnTo>
                  <a:pt x="13864" y="6579"/>
                </a:lnTo>
                <a:lnTo>
                  <a:pt x="13683" y="6721"/>
                </a:lnTo>
                <a:lnTo>
                  <a:pt x="13461" y="6842"/>
                </a:lnTo>
                <a:lnTo>
                  <a:pt x="13239" y="6963"/>
                </a:lnTo>
                <a:lnTo>
                  <a:pt x="12997" y="7064"/>
                </a:lnTo>
                <a:lnTo>
                  <a:pt x="12755" y="7165"/>
                </a:lnTo>
                <a:lnTo>
                  <a:pt x="12512" y="7225"/>
                </a:lnTo>
                <a:lnTo>
                  <a:pt x="12270" y="7286"/>
                </a:lnTo>
                <a:lnTo>
                  <a:pt x="11766" y="7387"/>
                </a:lnTo>
                <a:lnTo>
                  <a:pt x="11261" y="7447"/>
                </a:lnTo>
                <a:lnTo>
                  <a:pt x="10716" y="7467"/>
                </a:lnTo>
                <a:lnTo>
                  <a:pt x="9647" y="7488"/>
                </a:lnTo>
                <a:lnTo>
                  <a:pt x="8940" y="7508"/>
                </a:lnTo>
                <a:lnTo>
                  <a:pt x="8234" y="7528"/>
                </a:lnTo>
                <a:lnTo>
                  <a:pt x="7891" y="7548"/>
                </a:lnTo>
                <a:lnTo>
                  <a:pt x="7548" y="7588"/>
                </a:lnTo>
                <a:lnTo>
                  <a:pt x="7205" y="7649"/>
                </a:lnTo>
                <a:lnTo>
                  <a:pt x="6862" y="7710"/>
                </a:lnTo>
                <a:lnTo>
                  <a:pt x="6559" y="7790"/>
                </a:lnTo>
                <a:lnTo>
                  <a:pt x="6236" y="7891"/>
                </a:lnTo>
                <a:lnTo>
                  <a:pt x="5651" y="8113"/>
                </a:lnTo>
                <a:lnTo>
                  <a:pt x="5066" y="8375"/>
                </a:lnTo>
                <a:lnTo>
                  <a:pt x="4501" y="8658"/>
                </a:lnTo>
                <a:lnTo>
                  <a:pt x="3653" y="9041"/>
                </a:lnTo>
                <a:lnTo>
                  <a:pt x="3209" y="9223"/>
                </a:lnTo>
                <a:lnTo>
                  <a:pt x="2786" y="9384"/>
                </a:lnTo>
                <a:lnTo>
                  <a:pt x="2483" y="9485"/>
                </a:lnTo>
                <a:lnTo>
                  <a:pt x="2221" y="9546"/>
                </a:lnTo>
                <a:lnTo>
                  <a:pt x="1978" y="9586"/>
                </a:lnTo>
                <a:lnTo>
                  <a:pt x="1756" y="9606"/>
                </a:lnTo>
                <a:lnTo>
                  <a:pt x="1555" y="9606"/>
                </a:lnTo>
                <a:lnTo>
                  <a:pt x="1373" y="9586"/>
                </a:lnTo>
                <a:lnTo>
                  <a:pt x="1212" y="9566"/>
                </a:lnTo>
                <a:lnTo>
                  <a:pt x="1070" y="9526"/>
                </a:lnTo>
                <a:lnTo>
                  <a:pt x="929" y="9465"/>
                </a:lnTo>
                <a:lnTo>
                  <a:pt x="808" y="9405"/>
                </a:lnTo>
                <a:lnTo>
                  <a:pt x="626" y="9284"/>
                </a:lnTo>
                <a:lnTo>
                  <a:pt x="485" y="9162"/>
                </a:lnTo>
                <a:lnTo>
                  <a:pt x="404" y="9082"/>
                </a:lnTo>
                <a:lnTo>
                  <a:pt x="303" y="8920"/>
                </a:lnTo>
                <a:lnTo>
                  <a:pt x="243" y="8759"/>
                </a:lnTo>
                <a:lnTo>
                  <a:pt x="182" y="8597"/>
                </a:lnTo>
                <a:lnTo>
                  <a:pt x="142" y="8436"/>
                </a:lnTo>
                <a:lnTo>
                  <a:pt x="102" y="8073"/>
                </a:lnTo>
                <a:lnTo>
                  <a:pt x="81" y="7730"/>
                </a:lnTo>
                <a:lnTo>
                  <a:pt x="102" y="6983"/>
                </a:lnTo>
                <a:lnTo>
                  <a:pt x="142" y="6236"/>
                </a:lnTo>
                <a:lnTo>
                  <a:pt x="243" y="5470"/>
                </a:lnTo>
                <a:lnTo>
                  <a:pt x="364" y="4703"/>
                </a:lnTo>
                <a:lnTo>
                  <a:pt x="525" y="3895"/>
                </a:lnTo>
                <a:lnTo>
                  <a:pt x="727" y="3068"/>
                </a:lnTo>
                <a:lnTo>
                  <a:pt x="990" y="2200"/>
                </a:lnTo>
                <a:lnTo>
                  <a:pt x="1272" y="1292"/>
                </a:lnTo>
                <a:lnTo>
                  <a:pt x="1373" y="1050"/>
                </a:lnTo>
                <a:lnTo>
                  <a:pt x="1454" y="848"/>
                </a:lnTo>
                <a:lnTo>
                  <a:pt x="1575" y="667"/>
                </a:lnTo>
                <a:lnTo>
                  <a:pt x="1696" y="505"/>
                </a:lnTo>
                <a:lnTo>
                  <a:pt x="1817" y="364"/>
                </a:lnTo>
                <a:lnTo>
                  <a:pt x="1958" y="263"/>
                </a:lnTo>
                <a:lnTo>
                  <a:pt x="2099" y="162"/>
                </a:lnTo>
                <a:lnTo>
                  <a:pt x="2261" y="122"/>
                </a:lnTo>
                <a:lnTo>
                  <a:pt x="2402" y="81"/>
                </a:lnTo>
                <a:close/>
                <a:moveTo>
                  <a:pt x="2463" y="1"/>
                </a:moveTo>
                <a:lnTo>
                  <a:pt x="2241" y="41"/>
                </a:lnTo>
                <a:lnTo>
                  <a:pt x="2079" y="102"/>
                </a:lnTo>
                <a:lnTo>
                  <a:pt x="1918" y="182"/>
                </a:lnTo>
                <a:lnTo>
                  <a:pt x="1777" y="303"/>
                </a:lnTo>
                <a:lnTo>
                  <a:pt x="1635" y="445"/>
                </a:lnTo>
                <a:lnTo>
                  <a:pt x="1514" y="606"/>
                </a:lnTo>
                <a:lnTo>
                  <a:pt x="1393" y="808"/>
                </a:lnTo>
                <a:lnTo>
                  <a:pt x="1292" y="1030"/>
                </a:lnTo>
                <a:lnTo>
                  <a:pt x="1191" y="1272"/>
                </a:lnTo>
                <a:lnTo>
                  <a:pt x="909" y="2180"/>
                </a:lnTo>
                <a:lnTo>
                  <a:pt x="646" y="3048"/>
                </a:lnTo>
                <a:lnTo>
                  <a:pt x="445" y="3875"/>
                </a:lnTo>
                <a:lnTo>
                  <a:pt x="283" y="4683"/>
                </a:lnTo>
                <a:lnTo>
                  <a:pt x="162" y="5470"/>
                </a:lnTo>
                <a:lnTo>
                  <a:pt x="61" y="6236"/>
                </a:lnTo>
                <a:lnTo>
                  <a:pt x="21" y="6983"/>
                </a:lnTo>
                <a:lnTo>
                  <a:pt x="1" y="7730"/>
                </a:lnTo>
                <a:lnTo>
                  <a:pt x="21" y="8093"/>
                </a:lnTo>
                <a:lnTo>
                  <a:pt x="41" y="8275"/>
                </a:lnTo>
                <a:lnTo>
                  <a:pt x="61" y="8456"/>
                </a:lnTo>
                <a:lnTo>
                  <a:pt x="102" y="8638"/>
                </a:lnTo>
                <a:lnTo>
                  <a:pt x="162" y="8799"/>
                </a:lnTo>
                <a:lnTo>
                  <a:pt x="243" y="8961"/>
                </a:lnTo>
                <a:lnTo>
                  <a:pt x="344" y="9122"/>
                </a:lnTo>
                <a:lnTo>
                  <a:pt x="465" y="9263"/>
                </a:lnTo>
                <a:lnTo>
                  <a:pt x="606" y="9384"/>
                </a:lnTo>
                <a:lnTo>
                  <a:pt x="768" y="9485"/>
                </a:lnTo>
                <a:lnTo>
                  <a:pt x="929" y="9566"/>
                </a:lnTo>
                <a:lnTo>
                  <a:pt x="1111" y="9627"/>
                </a:lnTo>
                <a:lnTo>
                  <a:pt x="1272" y="9647"/>
                </a:lnTo>
                <a:lnTo>
                  <a:pt x="1454" y="9667"/>
                </a:lnTo>
                <a:lnTo>
                  <a:pt x="1635" y="9687"/>
                </a:lnTo>
                <a:lnTo>
                  <a:pt x="1999" y="9667"/>
                </a:lnTo>
                <a:lnTo>
                  <a:pt x="2321" y="9606"/>
                </a:lnTo>
                <a:lnTo>
                  <a:pt x="2604" y="9526"/>
                </a:lnTo>
                <a:lnTo>
                  <a:pt x="2806" y="9465"/>
                </a:lnTo>
                <a:lnTo>
                  <a:pt x="3250" y="9304"/>
                </a:lnTo>
                <a:lnTo>
                  <a:pt x="3673" y="9122"/>
                </a:lnTo>
                <a:lnTo>
                  <a:pt x="4521" y="8719"/>
                </a:lnTo>
                <a:lnTo>
                  <a:pt x="5106" y="8456"/>
                </a:lnTo>
                <a:lnTo>
                  <a:pt x="5671" y="8194"/>
                </a:lnTo>
                <a:lnTo>
                  <a:pt x="6277" y="7972"/>
                </a:lnTo>
                <a:lnTo>
                  <a:pt x="6579" y="7871"/>
                </a:lnTo>
                <a:lnTo>
                  <a:pt x="6882" y="7790"/>
                </a:lnTo>
                <a:lnTo>
                  <a:pt x="7205" y="7730"/>
                </a:lnTo>
                <a:lnTo>
                  <a:pt x="7548" y="7669"/>
                </a:lnTo>
                <a:lnTo>
                  <a:pt x="7891" y="7629"/>
                </a:lnTo>
                <a:lnTo>
                  <a:pt x="8254" y="7609"/>
                </a:lnTo>
                <a:lnTo>
                  <a:pt x="8940" y="7588"/>
                </a:lnTo>
                <a:lnTo>
                  <a:pt x="9647" y="7568"/>
                </a:lnTo>
                <a:lnTo>
                  <a:pt x="10716" y="7548"/>
                </a:lnTo>
                <a:lnTo>
                  <a:pt x="11241" y="7528"/>
                </a:lnTo>
                <a:lnTo>
                  <a:pt x="11766" y="7467"/>
                </a:lnTo>
                <a:lnTo>
                  <a:pt x="12290" y="7366"/>
                </a:lnTo>
                <a:lnTo>
                  <a:pt x="12533" y="7306"/>
                </a:lnTo>
                <a:lnTo>
                  <a:pt x="12775" y="7225"/>
                </a:lnTo>
                <a:lnTo>
                  <a:pt x="13037" y="7144"/>
                </a:lnTo>
                <a:lnTo>
                  <a:pt x="13259" y="7044"/>
                </a:lnTo>
                <a:lnTo>
                  <a:pt x="13501" y="6922"/>
                </a:lnTo>
                <a:lnTo>
                  <a:pt x="13723" y="6781"/>
                </a:lnTo>
                <a:lnTo>
                  <a:pt x="13885" y="6680"/>
                </a:lnTo>
                <a:lnTo>
                  <a:pt x="14026" y="6559"/>
                </a:lnTo>
                <a:lnTo>
                  <a:pt x="14086" y="6479"/>
                </a:lnTo>
                <a:lnTo>
                  <a:pt x="14147" y="6398"/>
                </a:lnTo>
                <a:lnTo>
                  <a:pt x="14187" y="6297"/>
                </a:lnTo>
                <a:lnTo>
                  <a:pt x="14207" y="6196"/>
                </a:lnTo>
                <a:lnTo>
                  <a:pt x="14207" y="6095"/>
                </a:lnTo>
                <a:lnTo>
                  <a:pt x="14207" y="6014"/>
                </a:lnTo>
                <a:lnTo>
                  <a:pt x="14167" y="5913"/>
                </a:lnTo>
                <a:lnTo>
                  <a:pt x="14127" y="5813"/>
                </a:lnTo>
                <a:lnTo>
                  <a:pt x="14086" y="5712"/>
                </a:lnTo>
                <a:lnTo>
                  <a:pt x="14006" y="5631"/>
                </a:lnTo>
                <a:lnTo>
                  <a:pt x="13804" y="5429"/>
                </a:lnTo>
                <a:lnTo>
                  <a:pt x="13622" y="5268"/>
                </a:lnTo>
                <a:lnTo>
                  <a:pt x="13420" y="5106"/>
                </a:lnTo>
                <a:lnTo>
                  <a:pt x="13219" y="4965"/>
                </a:lnTo>
                <a:lnTo>
                  <a:pt x="13017" y="4844"/>
                </a:lnTo>
                <a:lnTo>
                  <a:pt x="12573" y="4602"/>
                </a:lnTo>
                <a:lnTo>
                  <a:pt x="12109" y="4420"/>
                </a:lnTo>
                <a:lnTo>
                  <a:pt x="11645" y="4239"/>
                </a:lnTo>
                <a:lnTo>
                  <a:pt x="11160" y="4077"/>
                </a:lnTo>
                <a:lnTo>
                  <a:pt x="10192" y="3815"/>
                </a:lnTo>
                <a:lnTo>
                  <a:pt x="9586" y="3653"/>
                </a:lnTo>
                <a:lnTo>
                  <a:pt x="8961" y="3452"/>
                </a:lnTo>
                <a:lnTo>
                  <a:pt x="8375" y="3250"/>
                </a:lnTo>
                <a:lnTo>
                  <a:pt x="7770" y="3008"/>
                </a:lnTo>
                <a:lnTo>
                  <a:pt x="7205" y="2745"/>
                </a:lnTo>
                <a:lnTo>
                  <a:pt x="6640" y="2443"/>
                </a:lnTo>
                <a:lnTo>
                  <a:pt x="6095" y="2120"/>
                </a:lnTo>
                <a:lnTo>
                  <a:pt x="5570" y="1777"/>
                </a:lnTo>
                <a:lnTo>
                  <a:pt x="5046" y="1413"/>
                </a:lnTo>
                <a:lnTo>
                  <a:pt x="4561" y="1010"/>
                </a:lnTo>
                <a:lnTo>
                  <a:pt x="4218" y="727"/>
                </a:lnTo>
                <a:lnTo>
                  <a:pt x="3875" y="485"/>
                </a:lnTo>
                <a:lnTo>
                  <a:pt x="3573" y="303"/>
                </a:lnTo>
                <a:lnTo>
                  <a:pt x="3270" y="162"/>
                </a:lnTo>
                <a:lnTo>
                  <a:pt x="2987" y="61"/>
                </a:lnTo>
                <a:lnTo>
                  <a:pt x="2725" y="1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12" name="Google Shape;1612;p19"/>
          <p:cNvSpPr/>
          <p:nvPr/>
        </p:nvSpPr>
        <p:spPr>
          <a:xfrm>
            <a:off x="8006405" y="3940817"/>
            <a:ext cx="152348" cy="92527"/>
          </a:xfrm>
          <a:custGeom>
            <a:rect b="b" l="l" r="r" t="t"/>
            <a:pathLst>
              <a:path extrusionOk="0" h="1655" w="2725">
                <a:moveTo>
                  <a:pt x="2099" y="81"/>
                </a:moveTo>
                <a:lnTo>
                  <a:pt x="2240" y="101"/>
                </a:lnTo>
                <a:lnTo>
                  <a:pt x="2382" y="121"/>
                </a:lnTo>
                <a:lnTo>
                  <a:pt x="2483" y="182"/>
                </a:lnTo>
                <a:lnTo>
                  <a:pt x="2563" y="262"/>
                </a:lnTo>
                <a:lnTo>
                  <a:pt x="2624" y="363"/>
                </a:lnTo>
                <a:lnTo>
                  <a:pt x="2644" y="424"/>
                </a:lnTo>
                <a:lnTo>
                  <a:pt x="2644" y="484"/>
                </a:lnTo>
                <a:lnTo>
                  <a:pt x="2644" y="565"/>
                </a:lnTo>
                <a:lnTo>
                  <a:pt x="2604" y="626"/>
                </a:lnTo>
                <a:lnTo>
                  <a:pt x="2503" y="767"/>
                </a:lnTo>
                <a:lnTo>
                  <a:pt x="2321" y="969"/>
                </a:lnTo>
                <a:lnTo>
                  <a:pt x="2099" y="1150"/>
                </a:lnTo>
                <a:lnTo>
                  <a:pt x="1857" y="1312"/>
                </a:lnTo>
                <a:lnTo>
                  <a:pt x="1595" y="1433"/>
                </a:lnTo>
                <a:lnTo>
                  <a:pt x="1332" y="1534"/>
                </a:lnTo>
                <a:lnTo>
                  <a:pt x="1191" y="1554"/>
                </a:lnTo>
                <a:lnTo>
                  <a:pt x="1050" y="1574"/>
                </a:lnTo>
                <a:lnTo>
                  <a:pt x="909" y="1574"/>
                </a:lnTo>
                <a:lnTo>
                  <a:pt x="767" y="1554"/>
                </a:lnTo>
                <a:lnTo>
                  <a:pt x="646" y="1514"/>
                </a:lnTo>
                <a:lnTo>
                  <a:pt x="505" y="1473"/>
                </a:lnTo>
                <a:lnTo>
                  <a:pt x="364" y="1392"/>
                </a:lnTo>
                <a:lnTo>
                  <a:pt x="263" y="1312"/>
                </a:lnTo>
                <a:lnTo>
                  <a:pt x="182" y="1231"/>
                </a:lnTo>
                <a:lnTo>
                  <a:pt x="122" y="1110"/>
                </a:lnTo>
                <a:lnTo>
                  <a:pt x="81" y="1009"/>
                </a:lnTo>
                <a:lnTo>
                  <a:pt x="101" y="868"/>
                </a:lnTo>
                <a:lnTo>
                  <a:pt x="142" y="747"/>
                </a:lnTo>
                <a:lnTo>
                  <a:pt x="222" y="646"/>
                </a:lnTo>
                <a:lnTo>
                  <a:pt x="364" y="505"/>
                </a:lnTo>
                <a:lnTo>
                  <a:pt x="566" y="404"/>
                </a:lnTo>
                <a:lnTo>
                  <a:pt x="787" y="303"/>
                </a:lnTo>
                <a:lnTo>
                  <a:pt x="1030" y="242"/>
                </a:lnTo>
                <a:lnTo>
                  <a:pt x="1252" y="182"/>
                </a:lnTo>
                <a:lnTo>
                  <a:pt x="1474" y="161"/>
                </a:lnTo>
                <a:lnTo>
                  <a:pt x="1655" y="121"/>
                </a:lnTo>
                <a:lnTo>
                  <a:pt x="1877" y="101"/>
                </a:lnTo>
                <a:lnTo>
                  <a:pt x="2099" y="81"/>
                </a:lnTo>
                <a:close/>
                <a:moveTo>
                  <a:pt x="2018" y="0"/>
                </a:moveTo>
                <a:lnTo>
                  <a:pt x="1837" y="20"/>
                </a:lnTo>
                <a:lnTo>
                  <a:pt x="1635" y="40"/>
                </a:lnTo>
                <a:lnTo>
                  <a:pt x="1474" y="81"/>
                </a:lnTo>
                <a:lnTo>
                  <a:pt x="1231" y="101"/>
                </a:lnTo>
                <a:lnTo>
                  <a:pt x="989" y="161"/>
                </a:lnTo>
                <a:lnTo>
                  <a:pt x="767" y="222"/>
                </a:lnTo>
                <a:lnTo>
                  <a:pt x="525" y="323"/>
                </a:lnTo>
                <a:lnTo>
                  <a:pt x="323" y="444"/>
                </a:lnTo>
                <a:lnTo>
                  <a:pt x="162" y="585"/>
                </a:lnTo>
                <a:lnTo>
                  <a:pt x="61" y="727"/>
                </a:lnTo>
                <a:lnTo>
                  <a:pt x="21" y="868"/>
                </a:lnTo>
                <a:lnTo>
                  <a:pt x="0" y="1009"/>
                </a:lnTo>
                <a:lnTo>
                  <a:pt x="41" y="1150"/>
                </a:lnTo>
                <a:lnTo>
                  <a:pt x="101" y="1271"/>
                </a:lnTo>
                <a:lnTo>
                  <a:pt x="202" y="1372"/>
                </a:lnTo>
                <a:lnTo>
                  <a:pt x="323" y="1473"/>
                </a:lnTo>
                <a:lnTo>
                  <a:pt x="465" y="1554"/>
                </a:lnTo>
                <a:lnTo>
                  <a:pt x="606" y="1594"/>
                </a:lnTo>
                <a:lnTo>
                  <a:pt x="727" y="1635"/>
                </a:lnTo>
                <a:lnTo>
                  <a:pt x="868" y="1635"/>
                </a:lnTo>
                <a:lnTo>
                  <a:pt x="989" y="1655"/>
                </a:lnTo>
                <a:lnTo>
                  <a:pt x="1211" y="1635"/>
                </a:lnTo>
                <a:lnTo>
                  <a:pt x="1433" y="1574"/>
                </a:lnTo>
                <a:lnTo>
                  <a:pt x="1655" y="1514"/>
                </a:lnTo>
                <a:lnTo>
                  <a:pt x="1857" y="1392"/>
                </a:lnTo>
                <a:lnTo>
                  <a:pt x="2059" y="1271"/>
                </a:lnTo>
                <a:lnTo>
                  <a:pt x="2240" y="1130"/>
                </a:lnTo>
                <a:lnTo>
                  <a:pt x="2422" y="969"/>
                </a:lnTo>
                <a:lnTo>
                  <a:pt x="2563" y="807"/>
                </a:lnTo>
                <a:lnTo>
                  <a:pt x="2684" y="666"/>
                </a:lnTo>
                <a:lnTo>
                  <a:pt x="2705" y="585"/>
                </a:lnTo>
                <a:lnTo>
                  <a:pt x="2725" y="484"/>
                </a:lnTo>
                <a:lnTo>
                  <a:pt x="2725" y="424"/>
                </a:lnTo>
                <a:lnTo>
                  <a:pt x="2705" y="343"/>
                </a:lnTo>
                <a:lnTo>
                  <a:pt x="2684" y="283"/>
                </a:lnTo>
                <a:lnTo>
                  <a:pt x="2644" y="222"/>
                </a:lnTo>
                <a:lnTo>
                  <a:pt x="2523" y="121"/>
                </a:lnTo>
                <a:lnTo>
                  <a:pt x="2402" y="40"/>
                </a:lnTo>
                <a:lnTo>
                  <a:pt x="2220" y="0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13" name="Google Shape;1613;p19"/>
          <p:cNvSpPr/>
          <p:nvPr/>
        </p:nvSpPr>
        <p:spPr>
          <a:xfrm>
            <a:off x="8024463" y="3383486"/>
            <a:ext cx="100466" cy="100466"/>
          </a:xfrm>
          <a:custGeom>
            <a:rect b="b" l="l" r="r" t="t"/>
            <a:pathLst>
              <a:path extrusionOk="0" h="1797" w="1797">
                <a:moveTo>
                  <a:pt x="908" y="0"/>
                </a:moveTo>
                <a:lnTo>
                  <a:pt x="727" y="20"/>
                </a:lnTo>
                <a:lnTo>
                  <a:pt x="545" y="61"/>
                </a:lnTo>
                <a:lnTo>
                  <a:pt x="404" y="162"/>
                </a:lnTo>
                <a:lnTo>
                  <a:pt x="263" y="262"/>
                </a:lnTo>
                <a:lnTo>
                  <a:pt x="162" y="404"/>
                </a:lnTo>
                <a:lnTo>
                  <a:pt x="81" y="545"/>
                </a:lnTo>
                <a:lnTo>
                  <a:pt x="21" y="727"/>
                </a:lnTo>
                <a:lnTo>
                  <a:pt x="0" y="908"/>
                </a:lnTo>
                <a:lnTo>
                  <a:pt x="21" y="1090"/>
                </a:lnTo>
                <a:lnTo>
                  <a:pt x="81" y="1251"/>
                </a:lnTo>
                <a:lnTo>
                  <a:pt x="162" y="1413"/>
                </a:lnTo>
                <a:lnTo>
                  <a:pt x="263" y="1534"/>
                </a:lnTo>
                <a:lnTo>
                  <a:pt x="404" y="1655"/>
                </a:lnTo>
                <a:lnTo>
                  <a:pt x="545" y="1736"/>
                </a:lnTo>
                <a:lnTo>
                  <a:pt x="727" y="1776"/>
                </a:lnTo>
                <a:lnTo>
                  <a:pt x="908" y="1796"/>
                </a:lnTo>
                <a:lnTo>
                  <a:pt x="1090" y="1776"/>
                </a:lnTo>
                <a:lnTo>
                  <a:pt x="1252" y="1736"/>
                </a:lnTo>
                <a:lnTo>
                  <a:pt x="1413" y="1655"/>
                </a:lnTo>
                <a:lnTo>
                  <a:pt x="1534" y="1534"/>
                </a:lnTo>
                <a:lnTo>
                  <a:pt x="1655" y="1413"/>
                </a:lnTo>
                <a:lnTo>
                  <a:pt x="1736" y="1251"/>
                </a:lnTo>
                <a:lnTo>
                  <a:pt x="1776" y="1090"/>
                </a:lnTo>
                <a:lnTo>
                  <a:pt x="1796" y="908"/>
                </a:lnTo>
                <a:lnTo>
                  <a:pt x="1776" y="727"/>
                </a:lnTo>
                <a:lnTo>
                  <a:pt x="1736" y="545"/>
                </a:lnTo>
                <a:lnTo>
                  <a:pt x="1655" y="404"/>
                </a:lnTo>
                <a:lnTo>
                  <a:pt x="1534" y="262"/>
                </a:lnTo>
                <a:lnTo>
                  <a:pt x="1413" y="162"/>
                </a:lnTo>
                <a:lnTo>
                  <a:pt x="1252" y="61"/>
                </a:lnTo>
                <a:lnTo>
                  <a:pt x="1090" y="20"/>
                </a:lnTo>
                <a:lnTo>
                  <a:pt x="908" y="0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14" name="Google Shape;1614;p19"/>
          <p:cNvSpPr/>
          <p:nvPr/>
        </p:nvSpPr>
        <p:spPr>
          <a:xfrm>
            <a:off x="8022171" y="3381194"/>
            <a:ext cx="104994" cy="104994"/>
          </a:xfrm>
          <a:custGeom>
            <a:rect b="b" l="l" r="r" t="t"/>
            <a:pathLst>
              <a:path extrusionOk="0" h="1878" w="1878">
                <a:moveTo>
                  <a:pt x="949" y="81"/>
                </a:moveTo>
                <a:lnTo>
                  <a:pt x="1111" y="102"/>
                </a:lnTo>
                <a:lnTo>
                  <a:pt x="1272" y="142"/>
                </a:lnTo>
                <a:lnTo>
                  <a:pt x="1414" y="223"/>
                </a:lnTo>
                <a:lnTo>
                  <a:pt x="1555" y="324"/>
                </a:lnTo>
                <a:lnTo>
                  <a:pt x="1656" y="465"/>
                </a:lnTo>
                <a:lnTo>
                  <a:pt x="1736" y="606"/>
                </a:lnTo>
                <a:lnTo>
                  <a:pt x="1777" y="768"/>
                </a:lnTo>
                <a:lnTo>
                  <a:pt x="1797" y="949"/>
                </a:lnTo>
                <a:lnTo>
                  <a:pt x="1777" y="1111"/>
                </a:lnTo>
                <a:lnTo>
                  <a:pt x="1736" y="1272"/>
                </a:lnTo>
                <a:lnTo>
                  <a:pt x="1656" y="1413"/>
                </a:lnTo>
                <a:lnTo>
                  <a:pt x="1555" y="1555"/>
                </a:lnTo>
                <a:lnTo>
                  <a:pt x="1414" y="1655"/>
                </a:lnTo>
                <a:lnTo>
                  <a:pt x="1272" y="1736"/>
                </a:lnTo>
                <a:lnTo>
                  <a:pt x="1111" y="1777"/>
                </a:lnTo>
                <a:lnTo>
                  <a:pt x="949" y="1797"/>
                </a:lnTo>
                <a:lnTo>
                  <a:pt x="768" y="1777"/>
                </a:lnTo>
                <a:lnTo>
                  <a:pt x="606" y="1736"/>
                </a:lnTo>
                <a:lnTo>
                  <a:pt x="465" y="1655"/>
                </a:lnTo>
                <a:lnTo>
                  <a:pt x="344" y="1555"/>
                </a:lnTo>
                <a:lnTo>
                  <a:pt x="223" y="1413"/>
                </a:lnTo>
                <a:lnTo>
                  <a:pt x="142" y="1272"/>
                </a:lnTo>
                <a:lnTo>
                  <a:pt x="102" y="1111"/>
                </a:lnTo>
                <a:lnTo>
                  <a:pt x="82" y="949"/>
                </a:lnTo>
                <a:lnTo>
                  <a:pt x="102" y="768"/>
                </a:lnTo>
                <a:lnTo>
                  <a:pt x="142" y="606"/>
                </a:lnTo>
                <a:lnTo>
                  <a:pt x="223" y="465"/>
                </a:lnTo>
                <a:lnTo>
                  <a:pt x="344" y="324"/>
                </a:lnTo>
                <a:lnTo>
                  <a:pt x="465" y="223"/>
                </a:lnTo>
                <a:lnTo>
                  <a:pt x="606" y="142"/>
                </a:lnTo>
                <a:lnTo>
                  <a:pt x="768" y="102"/>
                </a:lnTo>
                <a:lnTo>
                  <a:pt x="949" y="81"/>
                </a:lnTo>
                <a:close/>
                <a:moveTo>
                  <a:pt x="949" y="1"/>
                </a:moveTo>
                <a:lnTo>
                  <a:pt x="748" y="21"/>
                </a:lnTo>
                <a:lnTo>
                  <a:pt x="586" y="81"/>
                </a:lnTo>
                <a:lnTo>
                  <a:pt x="425" y="162"/>
                </a:lnTo>
                <a:lnTo>
                  <a:pt x="284" y="283"/>
                </a:lnTo>
                <a:lnTo>
                  <a:pt x="162" y="404"/>
                </a:lnTo>
                <a:lnTo>
                  <a:pt x="82" y="566"/>
                </a:lnTo>
                <a:lnTo>
                  <a:pt x="21" y="747"/>
                </a:lnTo>
                <a:lnTo>
                  <a:pt x="1" y="949"/>
                </a:lnTo>
                <a:lnTo>
                  <a:pt x="21" y="1131"/>
                </a:lnTo>
                <a:lnTo>
                  <a:pt x="82" y="1312"/>
                </a:lnTo>
                <a:lnTo>
                  <a:pt x="162" y="1474"/>
                </a:lnTo>
                <a:lnTo>
                  <a:pt x="284" y="1615"/>
                </a:lnTo>
                <a:lnTo>
                  <a:pt x="425" y="1716"/>
                </a:lnTo>
                <a:lnTo>
                  <a:pt x="586" y="1817"/>
                </a:lnTo>
                <a:lnTo>
                  <a:pt x="748" y="1857"/>
                </a:lnTo>
                <a:lnTo>
                  <a:pt x="949" y="1877"/>
                </a:lnTo>
                <a:lnTo>
                  <a:pt x="1131" y="1857"/>
                </a:lnTo>
                <a:lnTo>
                  <a:pt x="1313" y="1817"/>
                </a:lnTo>
                <a:lnTo>
                  <a:pt x="1474" y="1716"/>
                </a:lnTo>
                <a:lnTo>
                  <a:pt x="1615" y="1615"/>
                </a:lnTo>
                <a:lnTo>
                  <a:pt x="1716" y="1474"/>
                </a:lnTo>
                <a:lnTo>
                  <a:pt x="1817" y="1312"/>
                </a:lnTo>
                <a:lnTo>
                  <a:pt x="1858" y="1131"/>
                </a:lnTo>
                <a:lnTo>
                  <a:pt x="1878" y="949"/>
                </a:lnTo>
                <a:lnTo>
                  <a:pt x="1858" y="747"/>
                </a:lnTo>
                <a:lnTo>
                  <a:pt x="1817" y="566"/>
                </a:lnTo>
                <a:lnTo>
                  <a:pt x="1716" y="404"/>
                </a:lnTo>
                <a:lnTo>
                  <a:pt x="1615" y="283"/>
                </a:lnTo>
                <a:lnTo>
                  <a:pt x="1474" y="162"/>
                </a:lnTo>
                <a:lnTo>
                  <a:pt x="1313" y="81"/>
                </a:lnTo>
                <a:lnTo>
                  <a:pt x="1131" y="21"/>
                </a:lnTo>
                <a:lnTo>
                  <a:pt x="949" y="1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15" name="Google Shape;1615;p19"/>
          <p:cNvSpPr/>
          <p:nvPr/>
        </p:nvSpPr>
        <p:spPr>
          <a:xfrm>
            <a:off x="8252337" y="1963072"/>
            <a:ext cx="100466" cy="101584"/>
          </a:xfrm>
          <a:custGeom>
            <a:rect b="b" l="l" r="r" t="t"/>
            <a:pathLst>
              <a:path extrusionOk="0" h="1817" w="1797">
                <a:moveTo>
                  <a:pt x="889" y="0"/>
                </a:moveTo>
                <a:lnTo>
                  <a:pt x="707" y="21"/>
                </a:lnTo>
                <a:lnTo>
                  <a:pt x="546" y="81"/>
                </a:lnTo>
                <a:lnTo>
                  <a:pt x="384" y="162"/>
                </a:lnTo>
                <a:lnTo>
                  <a:pt x="263" y="263"/>
                </a:lnTo>
                <a:lnTo>
                  <a:pt x="142" y="404"/>
                </a:lnTo>
                <a:lnTo>
                  <a:pt x="61" y="565"/>
                </a:lnTo>
                <a:lnTo>
                  <a:pt x="21" y="727"/>
                </a:lnTo>
                <a:lnTo>
                  <a:pt x="1" y="908"/>
                </a:lnTo>
                <a:lnTo>
                  <a:pt x="21" y="1090"/>
                </a:lnTo>
                <a:lnTo>
                  <a:pt x="61" y="1252"/>
                </a:lnTo>
                <a:lnTo>
                  <a:pt x="142" y="1413"/>
                </a:lnTo>
                <a:lnTo>
                  <a:pt x="263" y="1554"/>
                </a:lnTo>
                <a:lnTo>
                  <a:pt x="384" y="1655"/>
                </a:lnTo>
                <a:lnTo>
                  <a:pt x="546" y="1736"/>
                </a:lnTo>
                <a:lnTo>
                  <a:pt x="707" y="1796"/>
                </a:lnTo>
                <a:lnTo>
                  <a:pt x="889" y="1817"/>
                </a:lnTo>
                <a:lnTo>
                  <a:pt x="1070" y="1796"/>
                </a:lnTo>
                <a:lnTo>
                  <a:pt x="1252" y="1736"/>
                </a:lnTo>
                <a:lnTo>
                  <a:pt x="1393" y="1655"/>
                </a:lnTo>
                <a:lnTo>
                  <a:pt x="1534" y="1554"/>
                </a:lnTo>
                <a:lnTo>
                  <a:pt x="1635" y="1413"/>
                </a:lnTo>
                <a:lnTo>
                  <a:pt x="1736" y="1252"/>
                </a:lnTo>
                <a:lnTo>
                  <a:pt x="1777" y="1090"/>
                </a:lnTo>
                <a:lnTo>
                  <a:pt x="1797" y="908"/>
                </a:lnTo>
                <a:lnTo>
                  <a:pt x="1777" y="727"/>
                </a:lnTo>
                <a:lnTo>
                  <a:pt x="1736" y="565"/>
                </a:lnTo>
                <a:lnTo>
                  <a:pt x="1635" y="404"/>
                </a:lnTo>
                <a:lnTo>
                  <a:pt x="1534" y="263"/>
                </a:lnTo>
                <a:lnTo>
                  <a:pt x="1393" y="162"/>
                </a:lnTo>
                <a:lnTo>
                  <a:pt x="1252" y="81"/>
                </a:lnTo>
                <a:lnTo>
                  <a:pt x="1070" y="21"/>
                </a:lnTo>
                <a:lnTo>
                  <a:pt x="889" y="0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16" name="Google Shape;1616;p19"/>
          <p:cNvSpPr/>
          <p:nvPr/>
        </p:nvSpPr>
        <p:spPr>
          <a:xfrm>
            <a:off x="8250101" y="1960780"/>
            <a:ext cx="104994" cy="106112"/>
          </a:xfrm>
          <a:custGeom>
            <a:rect b="b" l="l" r="r" t="t"/>
            <a:pathLst>
              <a:path extrusionOk="0" h="1898" w="1878">
                <a:moveTo>
                  <a:pt x="929" y="82"/>
                </a:moveTo>
                <a:lnTo>
                  <a:pt x="1110" y="102"/>
                </a:lnTo>
                <a:lnTo>
                  <a:pt x="1272" y="162"/>
                </a:lnTo>
                <a:lnTo>
                  <a:pt x="1413" y="243"/>
                </a:lnTo>
                <a:lnTo>
                  <a:pt x="1554" y="344"/>
                </a:lnTo>
                <a:lnTo>
                  <a:pt x="1655" y="465"/>
                </a:lnTo>
                <a:lnTo>
                  <a:pt x="1736" y="606"/>
                </a:lnTo>
                <a:lnTo>
                  <a:pt x="1776" y="768"/>
                </a:lnTo>
                <a:lnTo>
                  <a:pt x="1796" y="949"/>
                </a:lnTo>
                <a:lnTo>
                  <a:pt x="1776" y="1131"/>
                </a:lnTo>
                <a:lnTo>
                  <a:pt x="1736" y="1293"/>
                </a:lnTo>
                <a:lnTo>
                  <a:pt x="1655" y="1434"/>
                </a:lnTo>
                <a:lnTo>
                  <a:pt x="1554" y="1555"/>
                </a:lnTo>
                <a:lnTo>
                  <a:pt x="1413" y="1656"/>
                </a:lnTo>
                <a:lnTo>
                  <a:pt x="1272" y="1736"/>
                </a:lnTo>
                <a:lnTo>
                  <a:pt x="1110" y="1797"/>
                </a:lnTo>
                <a:lnTo>
                  <a:pt x="929" y="1817"/>
                </a:lnTo>
                <a:lnTo>
                  <a:pt x="767" y="1797"/>
                </a:lnTo>
                <a:lnTo>
                  <a:pt x="606" y="1736"/>
                </a:lnTo>
                <a:lnTo>
                  <a:pt x="465" y="1656"/>
                </a:lnTo>
                <a:lnTo>
                  <a:pt x="323" y="1555"/>
                </a:lnTo>
                <a:lnTo>
                  <a:pt x="222" y="1434"/>
                </a:lnTo>
                <a:lnTo>
                  <a:pt x="142" y="1293"/>
                </a:lnTo>
                <a:lnTo>
                  <a:pt x="101" y="1131"/>
                </a:lnTo>
                <a:lnTo>
                  <a:pt x="81" y="949"/>
                </a:lnTo>
                <a:lnTo>
                  <a:pt x="101" y="768"/>
                </a:lnTo>
                <a:lnTo>
                  <a:pt x="142" y="606"/>
                </a:lnTo>
                <a:lnTo>
                  <a:pt x="222" y="465"/>
                </a:lnTo>
                <a:lnTo>
                  <a:pt x="323" y="344"/>
                </a:lnTo>
                <a:lnTo>
                  <a:pt x="465" y="243"/>
                </a:lnTo>
                <a:lnTo>
                  <a:pt x="606" y="162"/>
                </a:lnTo>
                <a:lnTo>
                  <a:pt x="767" y="102"/>
                </a:lnTo>
                <a:lnTo>
                  <a:pt x="929" y="82"/>
                </a:lnTo>
                <a:close/>
                <a:moveTo>
                  <a:pt x="929" y="1"/>
                </a:moveTo>
                <a:lnTo>
                  <a:pt x="747" y="21"/>
                </a:lnTo>
                <a:lnTo>
                  <a:pt x="565" y="82"/>
                </a:lnTo>
                <a:lnTo>
                  <a:pt x="404" y="162"/>
                </a:lnTo>
                <a:lnTo>
                  <a:pt x="263" y="284"/>
                </a:lnTo>
                <a:lnTo>
                  <a:pt x="162" y="425"/>
                </a:lnTo>
                <a:lnTo>
                  <a:pt x="61" y="586"/>
                </a:lnTo>
                <a:lnTo>
                  <a:pt x="21" y="768"/>
                </a:lnTo>
                <a:lnTo>
                  <a:pt x="0" y="949"/>
                </a:lnTo>
                <a:lnTo>
                  <a:pt x="21" y="1131"/>
                </a:lnTo>
                <a:lnTo>
                  <a:pt x="61" y="1313"/>
                </a:lnTo>
                <a:lnTo>
                  <a:pt x="162" y="1474"/>
                </a:lnTo>
                <a:lnTo>
                  <a:pt x="263" y="1615"/>
                </a:lnTo>
                <a:lnTo>
                  <a:pt x="404" y="1736"/>
                </a:lnTo>
                <a:lnTo>
                  <a:pt x="565" y="1817"/>
                </a:lnTo>
                <a:lnTo>
                  <a:pt x="747" y="1878"/>
                </a:lnTo>
                <a:lnTo>
                  <a:pt x="929" y="1898"/>
                </a:lnTo>
                <a:lnTo>
                  <a:pt x="1130" y="1878"/>
                </a:lnTo>
                <a:lnTo>
                  <a:pt x="1312" y="1817"/>
                </a:lnTo>
                <a:lnTo>
                  <a:pt x="1453" y="1736"/>
                </a:lnTo>
                <a:lnTo>
                  <a:pt x="1595" y="1615"/>
                </a:lnTo>
                <a:lnTo>
                  <a:pt x="1716" y="1474"/>
                </a:lnTo>
                <a:lnTo>
                  <a:pt x="1796" y="1313"/>
                </a:lnTo>
                <a:lnTo>
                  <a:pt x="1857" y="1131"/>
                </a:lnTo>
                <a:lnTo>
                  <a:pt x="1877" y="949"/>
                </a:lnTo>
                <a:lnTo>
                  <a:pt x="1857" y="768"/>
                </a:lnTo>
                <a:lnTo>
                  <a:pt x="1796" y="586"/>
                </a:lnTo>
                <a:lnTo>
                  <a:pt x="1716" y="425"/>
                </a:lnTo>
                <a:lnTo>
                  <a:pt x="1595" y="284"/>
                </a:lnTo>
                <a:lnTo>
                  <a:pt x="1453" y="162"/>
                </a:lnTo>
                <a:lnTo>
                  <a:pt x="1312" y="82"/>
                </a:lnTo>
                <a:lnTo>
                  <a:pt x="1130" y="21"/>
                </a:lnTo>
                <a:lnTo>
                  <a:pt x="929" y="1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17" name="Google Shape;1617;p19"/>
          <p:cNvSpPr/>
          <p:nvPr/>
        </p:nvSpPr>
        <p:spPr>
          <a:xfrm>
            <a:off x="8947481" y="1091884"/>
            <a:ext cx="100466" cy="101640"/>
          </a:xfrm>
          <a:custGeom>
            <a:rect b="b" l="l" r="r" t="t"/>
            <a:pathLst>
              <a:path extrusionOk="0" h="1818" w="1797">
                <a:moveTo>
                  <a:pt x="908" y="1"/>
                </a:moveTo>
                <a:lnTo>
                  <a:pt x="727" y="21"/>
                </a:lnTo>
                <a:lnTo>
                  <a:pt x="545" y="82"/>
                </a:lnTo>
                <a:lnTo>
                  <a:pt x="404" y="162"/>
                </a:lnTo>
                <a:lnTo>
                  <a:pt x="262" y="263"/>
                </a:lnTo>
                <a:lnTo>
                  <a:pt x="162" y="405"/>
                </a:lnTo>
                <a:lnTo>
                  <a:pt x="61" y="566"/>
                </a:lnTo>
                <a:lnTo>
                  <a:pt x="20" y="727"/>
                </a:lnTo>
                <a:lnTo>
                  <a:pt x="0" y="909"/>
                </a:lnTo>
                <a:lnTo>
                  <a:pt x="20" y="1091"/>
                </a:lnTo>
                <a:lnTo>
                  <a:pt x="61" y="1252"/>
                </a:lnTo>
                <a:lnTo>
                  <a:pt x="162" y="1414"/>
                </a:lnTo>
                <a:lnTo>
                  <a:pt x="262" y="1535"/>
                </a:lnTo>
                <a:lnTo>
                  <a:pt x="404" y="1656"/>
                </a:lnTo>
                <a:lnTo>
                  <a:pt x="545" y="1736"/>
                </a:lnTo>
                <a:lnTo>
                  <a:pt x="727" y="1797"/>
                </a:lnTo>
                <a:lnTo>
                  <a:pt x="908" y="1817"/>
                </a:lnTo>
                <a:lnTo>
                  <a:pt x="1090" y="1797"/>
                </a:lnTo>
                <a:lnTo>
                  <a:pt x="1251" y="1736"/>
                </a:lnTo>
                <a:lnTo>
                  <a:pt x="1413" y="1656"/>
                </a:lnTo>
                <a:lnTo>
                  <a:pt x="1534" y="1535"/>
                </a:lnTo>
                <a:lnTo>
                  <a:pt x="1655" y="1414"/>
                </a:lnTo>
                <a:lnTo>
                  <a:pt x="1736" y="1252"/>
                </a:lnTo>
                <a:lnTo>
                  <a:pt x="1776" y="1091"/>
                </a:lnTo>
                <a:lnTo>
                  <a:pt x="1796" y="909"/>
                </a:lnTo>
                <a:lnTo>
                  <a:pt x="1776" y="727"/>
                </a:lnTo>
                <a:lnTo>
                  <a:pt x="1736" y="566"/>
                </a:lnTo>
                <a:lnTo>
                  <a:pt x="1655" y="405"/>
                </a:lnTo>
                <a:lnTo>
                  <a:pt x="1534" y="263"/>
                </a:lnTo>
                <a:lnTo>
                  <a:pt x="1413" y="162"/>
                </a:lnTo>
                <a:lnTo>
                  <a:pt x="1251" y="82"/>
                </a:lnTo>
                <a:lnTo>
                  <a:pt x="1090" y="21"/>
                </a:lnTo>
                <a:lnTo>
                  <a:pt x="908" y="1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18" name="Google Shape;1618;p19"/>
          <p:cNvSpPr/>
          <p:nvPr/>
        </p:nvSpPr>
        <p:spPr>
          <a:xfrm>
            <a:off x="9048679" y="1373263"/>
            <a:ext cx="100466" cy="100466"/>
          </a:xfrm>
          <a:custGeom>
            <a:rect b="b" l="l" r="r" t="t"/>
            <a:pathLst>
              <a:path extrusionOk="0" h="1797" w="1797">
                <a:moveTo>
                  <a:pt x="908" y="0"/>
                </a:moveTo>
                <a:lnTo>
                  <a:pt x="727" y="21"/>
                </a:lnTo>
                <a:lnTo>
                  <a:pt x="545" y="61"/>
                </a:lnTo>
                <a:lnTo>
                  <a:pt x="404" y="162"/>
                </a:lnTo>
                <a:lnTo>
                  <a:pt x="263" y="263"/>
                </a:lnTo>
                <a:lnTo>
                  <a:pt x="162" y="404"/>
                </a:lnTo>
                <a:lnTo>
                  <a:pt x="81" y="545"/>
                </a:lnTo>
                <a:lnTo>
                  <a:pt x="20" y="727"/>
                </a:lnTo>
                <a:lnTo>
                  <a:pt x="0" y="908"/>
                </a:lnTo>
                <a:lnTo>
                  <a:pt x="20" y="1090"/>
                </a:lnTo>
                <a:lnTo>
                  <a:pt x="81" y="1252"/>
                </a:lnTo>
                <a:lnTo>
                  <a:pt x="162" y="1393"/>
                </a:lnTo>
                <a:lnTo>
                  <a:pt x="263" y="1534"/>
                </a:lnTo>
                <a:lnTo>
                  <a:pt x="404" y="1655"/>
                </a:lnTo>
                <a:lnTo>
                  <a:pt x="545" y="1736"/>
                </a:lnTo>
                <a:lnTo>
                  <a:pt x="727" y="1776"/>
                </a:lnTo>
                <a:lnTo>
                  <a:pt x="908" y="1796"/>
                </a:lnTo>
                <a:lnTo>
                  <a:pt x="1090" y="1776"/>
                </a:lnTo>
                <a:lnTo>
                  <a:pt x="1251" y="1736"/>
                </a:lnTo>
                <a:lnTo>
                  <a:pt x="1413" y="1655"/>
                </a:lnTo>
                <a:lnTo>
                  <a:pt x="1534" y="1534"/>
                </a:lnTo>
                <a:lnTo>
                  <a:pt x="1655" y="1393"/>
                </a:lnTo>
                <a:lnTo>
                  <a:pt x="1736" y="1252"/>
                </a:lnTo>
                <a:lnTo>
                  <a:pt x="1796" y="1090"/>
                </a:lnTo>
                <a:lnTo>
                  <a:pt x="1796" y="908"/>
                </a:lnTo>
                <a:lnTo>
                  <a:pt x="1796" y="727"/>
                </a:lnTo>
                <a:lnTo>
                  <a:pt x="1736" y="545"/>
                </a:lnTo>
                <a:lnTo>
                  <a:pt x="1655" y="404"/>
                </a:lnTo>
                <a:lnTo>
                  <a:pt x="1534" y="263"/>
                </a:lnTo>
                <a:lnTo>
                  <a:pt x="1413" y="162"/>
                </a:lnTo>
                <a:lnTo>
                  <a:pt x="1251" y="61"/>
                </a:lnTo>
                <a:lnTo>
                  <a:pt x="1090" y="21"/>
                </a:lnTo>
                <a:lnTo>
                  <a:pt x="908" y="0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19" name="Google Shape;1619;p19"/>
          <p:cNvSpPr/>
          <p:nvPr/>
        </p:nvSpPr>
        <p:spPr>
          <a:xfrm>
            <a:off x="9064657" y="3902409"/>
            <a:ext cx="100466" cy="100466"/>
          </a:xfrm>
          <a:custGeom>
            <a:rect b="b" l="l" r="r" t="t"/>
            <a:pathLst>
              <a:path extrusionOk="0" h="1797" w="1797">
                <a:moveTo>
                  <a:pt x="888" y="1"/>
                </a:moveTo>
                <a:lnTo>
                  <a:pt x="707" y="21"/>
                </a:lnTo>
                <a:lnTo>
                  <a:pt x="545" y="82"/>
                </a:lnTo>
                <a:lnTo>
                  <a:pt x="384" y="162"/>
                </a:lnTo>
                <a:lnTo>
                  <a:pt x="263" y="263"/>
                </a:lnTo>
                <a:lnTo>
                  <a:pt x="142" y="405"/>
                </a:lnTo>
                <a:lnTo>
                  <a:pt x="61" y="546"/>
                </a:lnTo>
                <a:lnTo>
                  <a:pt x="21" y="727"/>
                </a:lnTo>
                <a:lnTo>
                  <a:pt x="0" y="909"/>
                </a:lnTo>
                <a:lnTo>
                  <a:pt x="21" y="1091"/>
                </a:lnTo>
                <a:lnTo>
                  <a:pt x="61" y="1252"/>
                </a:lnTo>
                <a:lnTo>
                  <a:pt x="142" y="1414"/>
                </a:lnTo>
                <a:lnTo>
                  <a:pt x="263" y="1535"/>
                </a:lnTo>
                <a:lnTo>
                  <a:pt x="384" y="1656"/>
                </a:lnTo>
                <a:lnTo>
                  <a:pt x="545" y="1736"/>
                </a:lnTo>
                <a:lnTo>
                  <a:pt x="707" y="1797"/>
                </a:lnTo>
                <a:lnTo>
                  <a:pt x="1070" y="1797"/>
                </a:lnTo>
                <a:lnTo>
                  <a:pt x="1252" y="1736"/>
                </a:lnTo>
                <a:lnTo>
                  <a:pt x="1393" y="1656"/>
                </a:lnTo>
                <a:lnTo>
                  <a:pt x="1534" y="1535"/>
                </a:lnTo>
                <a:lnTo>
                  <a:pt x="1635" y="1414"/>
                </a:lnTo>
                <a:lnTo>
                  <a:pt x="1716" y="1252"/>
                </a:lnTo>
                <a:lnTo>
                  <a:pt x="1776" y="1091"/>
                </a:lnTo>
                <a:lnTo>
                  <a:pt x="1796" y="909"/>
                </a:lnTo>
                <a:lnTo>
                  <a:pt x="1776" y="727"/>
                </a:lnTo>
                <a:lnTo>
                  <a:pt x="1716" y="546"/>
                </a:lnTo>
                <a:lnTo>
                  <a:pt x="1635" y="405"/>
                </a:lnTo>
                <a:lnTo>
                  <a:pt x="1534" y="263"/>
                </a:lnTo>
                <a:lnTo>
                  <a:pt x="1393" y="162"/>
                </a:lnTo>
                <a:lnTo>
                  <a:pt x="1252" y="82"/>
                </a:lnTo>
                <a:lnTo>
                  <a:pt x="1070" y="21"/>
                </a:lnTo>
                <a:lnTo>
                  <a:pt x="888" y="1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20" name="Google Shape;1620;p19"/>
          <p:cNvSpPr/>
          <p:nvPr/>
        </p:nvSpPr>
        <p:spPr>
          <a:xfrm>
            <a:off x="9062365" y="3900173"/>
            <a:ext cx="104994" cy="104994"/>
          </a:xfrm>
          <a:custGeom>
            <a:rect b="b" l="l" r="r" t="t"/>
            <a:pathLst>
              <a:path extrusionOk="0" h="1878" w="1878">
                <a:moveTo>
                  <a:pt x="929" y="81"/>
                </a:moveTo>
                <a:lnTo>
                  <a:pt x="1111" y="101"/>
                </a:lnTo>
                <a:lnTo>
                  <a:pt x="1272" y="142"/>
                </a:lnTo>
                <a:lnTo>
                  <a:pt x="1414" y="223"/>
                </a:lnTo>
                <a:lnTo>
                  <a:pt x="1535" y="344"/>
                </a:lnTo>
                <a:lnTo>
                  <a:pt x="1656" y="465"/>
                </a:lnTo>
                <a:lnTo>
                  <a:pt x="1736" y="606"/>
                </a:lnTo>
                <a:lnTo>
                  <a:pt x="1777" y="767"/>
                </a:lnTo>
                <a:lnTo>
                  <a:pt x="1797" y="949"/>
                </a:lnTo>
                <a:lnTo>
                  <a:pt x="1777" y="1110"/>
                </a:lnTo>
                <a:lnTo>
                  <a:pt x="1736" y="1272"/>
                </a:lnTo>
                <a:lnTo>
                  <a:pt x="1656" y="1433"/>
                </a:lnTo>
                <a:lnTo>
                  <a:pt x="1535" y="1554"/>
                </a:lnTo>
                <a:lnTo>
                  <a:pt x="1414" y="1655"/>
                </a:lnTo>
                <a:lnTo>
                  <a:pt x="1272" y="1736"/>
                </a:lnTo>
                <a:lnTo>
                  <a:pt x="1111" y="1797"/>
                </a:lnTo>
                <a:lnTo>
                  <a:pt x="768" y="1797"/>
                </a:lnTo>
                <a:lnTo>
                  <a:pt x="606" y="1736"/>
                </a:lnTo>
                <a:lnTo>
                  <a:pt x="445" y="1655"/>
                </a:lnTo>
                <a:lnTo>
                  <a:pt x="324" y="1554"/>
                </a:lnTo>
                <a:lnTo>
                  <a:pt x="223" y="1433"/>
                </a:lnTo>
                <a:lnTo>
                  <a:pt x="142" y="1272"/>
                </a:lnTo>
                <a:lnTo>
                  <a:pt x="82" y="1110"/>
                </a:lnTo>
                <a:lnTo>
                  <a:pt x="82" y="949"/>
                </a:lnTo>
                <a:lnTo>
                  <a:pt x="82" y="767"/>
                </a:lnTo>
                <a:lnTo>
                  <a:pt x="142" y="606"/>
                </a:lnTo>
                <a:lnTo>
                  <a:pt x="223" y="465"/>
                </a:lnTo>
                <a:lnTo>
                  <a:pt x="324" y="344"/>
                </a:lnTo>
                <a:lnTo>
                  <a:pt x="445" y="223"/>
                </a:lnTo>
                <a:lnTo>
                  <a:pt x="606" y="142"/>
                </a:lnTo>
                <a:lnTo>
                  <a:pt x="768" y="101"/>
                </a:lnTo>
                <a:lnTo>
                  <a:pt x="929" y="81"/>
                </a:lnTo>
                <a:close/>
                <a:moveTo>
                  <a:pt x="929" y="1"/>
                </a:moveTo>
                <a:lnTo>
                  <a:pt x="748" y="21"/>
                </a:lnTo>
                <a:lnTo>
                  <a:pt x="566" y="81"/>
                </a:lnTo>
                <a:lnTo>
                  <a:pt x="405" y="162"/>
                </a:lnTo>
                <a:lnTo>
                  <a:pt x="263" y="283"/>
                </a:lnTo>
                <a:lnTo>
                  <a:pt x="162" y="424"/>
                </a:lnTo>
                <a:lnTo>
                  <a:pt x="62" y="586"/>
                </a:lnTo>
                <a:lnTo>
                  <a:pt x="21" y="747"/>
                </a:lnTo>
                <a:lnTo>
                  <a:pt x="1" y="949"/>
                </a:lnTo>
                <a:lnTo>
                  <a:pt x="21" y="1131"/>
                </a:lnTo>
                <a:lnTo>
                  <a:pt x="62" y="1312"/>
                </a:lnTo>
                <a:lnTo>
                  <a:pt x="162" y="1474"/>
                </a:lnTo>
                <a:lnTo>
                  <a:pt x="263" y="1615"/>
                </a:lnTo>
                <a:lnTo>
                  <a:pt x="405" y="1716"/>
                </a:lnTo>
                <a:lnTo>
                  <a:pt x="566" y="1817"/>
                </a:lnTo>
                <a:lnTo>
                  <a:pt x="748" y="1857"/>
                </a:lnTo>
                <a:lnTo>
                  <a:pt x="929" y="1877"/>
                </a:lnTo>
                <a:lnTo>
                  <a:pt x="1131" y="1857"/>
                </a:lnTo>
                <a:lnTo>
                  <a:pt x="1293" y="1817"/>
                </a:lnTo>
                <a:lnTo>
                  <a:pt x="1454" y="1716"/>
                </a:lnTo>
                <a:lnTo>
                  <a:pt x="1595" y="1615"/>
                </a:lnTo>
                <a:lnTo>
                  <a:pt x="1716" y="1474"/>
                </a:lnTo>
                <a:lnTo>
                  <a:pt x="1797" y="1312"/>
                </a:lnTo>
                <a:lnTo>
                  <a:pt x="1858" y="1131"/>
                </a:lnTo>
                <a:lnTo>
                  <a:pt x="1878" y="949"/>
                </a:lnTo>
                <a:lnTo>
                  <a:pt x="1858" y="747"/>
                </a:lnTo>
                <a:lnTo>
                  <a:pt x="1797" y="586"/>
                </a:lnTo>
                <a:lnTo>
                  <a:pt x="1716" y="424"/>
                </a:lnTo>
                <a:lnTo>
                  <a:pt x="1595" y="283"/>
                </a:lnTo>
                <a:lnTo>
                  <a:pt x="1454" y="162"/>
                </a:lnTo>
                <a:lnTo>
                  <a:pt x="1293" y="81"/>
                </a:lnTo>
                <a:lnTo>
                  <a:pt x="1131" y="21"/>
                </a:lnTo>
                <a:lnTo>
                  <a:pt x="929" y="1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21" name="Google Shape;1621;p19"/>
          <p:cNvSpPr/>
          <p:nvPr/>
        </p:nvSpPr>
        <p:spPr>
          <a:xfrm>
            <a:off x="7397129" y="4469477"/>
            <a:ext cx="100466" cy="100466"/>
          </a:xfrm>
          <a:custGeom>
            <a:rect b="b" l="l" r="r" t="t"/>
            <a:pathLst>
              <a:path extrusionOk="0" h="1797" w="1797">
                <a:moveTo>
                  <a:pt x="909" y="0"/>
                </a:moveTo>
                <a:lnTo>
                  <a:pt x="727" y="20"/>
                </a:lnTo>
                <a:lnTo>
                  <a:pt x="546" y="61"/>
                </a:lnTo>
                <a:lnTo>
                  <a:pt x="404" y="162"/>
                </a:lnTo>
                <a:lnTo>
                  <a:pt x="263" y="263"/>
                </a:lnTo>
                <a:lnTo>
                  <a:pt x="162" y="404"/>
                </a:lnTo>
                <a:lnTo>
                  <a:pt x="61" y="545"/>
                </a:lnTo>
                <a:lnTo>
                  <a:pt x="21" y="727"/>
                </a:lnTo>
                <a:lnTo>
                  <a:pt x="1" y="908"/>
                </a:lnTo>
                <a:lnTo>
                  <a:pt x="21" y="1090"/>
                </a:lnTo>
                <a:lnTo>
                  <a:pt x="61" y="1251"/>
                </a:lnTo>
                <a:lnTo>
                  <a:pt x="162" y="1393"/>
                </a:lnTo>
                <a:lnTo>
                  <a:pt x="263" y="1534"/>
                </a:lnTo>
                <a:lnTo>
                  <a:pt x="404" y="1655"/>
                </a:lnTo>
                <a:lnTo>
                  <a:pt x="546" y="1736"/>
                </a:lnTo>
                <a:lnTo>
                  <a:pt x="727" y="1776"/>
                </a:lnTo>
                <a:lnTo>
                  <a:pt x="909" y="1796"/>
                </a:lnTo>
                <a:lnTo>
                  <a:pt x="1090" y="1776"/>
                </a:lnTo>
                <a:lnTo>
                  <a:pt x="1252" y="1736"/>
                </a:lnTo>
                <a:lnTo>
                  <a:pt x="1413" y="1655"/>
                </a:lnTo>
                <a:lnTo>
                  <a:pt x="1534" y="1534"/>
                </a:lnTo>
                <a:lnTo>
                  <a:pt x="1655" y="1393"/>
                </a:lnTo>
                <a:lnTo>
                  <a:pt x="1736" y="1251"/>
                </a:lnTo>
                <a:lnTo>
                  <a:pt x="1777" y="1090"/>
                </a:lnTo>
                <a:lnTo>
                  <a:pt x="1797" y="908"/>
                </a:lnTo>
                <a:lnTo>
                  <a:pt x="1777" y="727"/>
                </a:lnTo>
                <a:lnTo>
                  <a:pt x="1736" y="545"/>
                </a:lnTo>
                <a:lnTo>
                  <a:pt x="1655" y="404"/>
                </a:lnTo>
                <a:lnTo>
                  <a:pt x="1534" y="263"/>
                </a:lnTo>
                <a:lnTo>
                  <a:pt x="1413" y="162"/>
                </a:lnTo>
                <a:lnTo>
                  <a:pt x="1252" y="61"/>
                </a:lnTo>
                <a:lnTo>
                  <a:pt x="1090" y="20"/>
                </a:lnTo>
                <a:lnTo>
                  <a:pt x="909" y="0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22" name="Google Shape;1622;p19"/>
          <p:cNvSpPr/>
          <p:nvPr/>
        </p:nvSpPr>
        <p:spPr>
          <a:xfrm>
            <a:off x="7665172" y="399370"/>
            <a:ext cx="101584" cy="100466"/>
          </a:xfrm>
          <a:custGeom>
            <a:rect b="b" l="l" r="r" t="t"/>
            <a:pathLst>
              <a:path extrusionOk="0" h="1797" w="1817">
                <a:moveTo>
                  <a:pt x="909" y="1"/>
                </a:moveTo>
                <a:lnTo>
                  <a:pt x="727" y="21"/>
                </a:lnTo>
                <a:lnTo>
                  <a:pt x="566" y="61"/>
                </a:lnTo>
                <a:lnTo>
                  <a:pt x="404" y="142"/>
                </a:lnTo>
                <a:lnTo>
                  <a:pt x="283" y="263"/>
                </a:lnTo>
                <a:lnTo>
                  <a:pt x="162" y="384"/>
                </a:lnTo>
                <a:lnTo>
                  <a:pt x="81" y="546"/>
                </a:lnTo>
                <a:lnTo>
                  <a:pt x="21" y="707"/>
                </a:lnTo>
                <a:lnTo>
                  <a:pt x="1" y="889"/>
                </a:lnTo>
                <a:lnTo>
                  <a:pt x="21" y="1070"/>
                </a:lnTo>
                <a:lnTo>
                  <a:pt x="81" y="1252"/>
                </a:lnTo>
                <a:lnTo>
                  <a:pt x="162" y="1393"/>
                </a:lnTo>
                <a:lnTo>
                  <a:pt x="283" y="1534"/>
                </a:lnTo>
                <a:lnTo>
                  <a:pt x="404" y="1635"/>
                </a:lnTo>
                <a:lnTo>
                  <a:pt x="566" y="1716"/>
                </a:lnTo>
                <a:lnTo>
                  <a:pt x="727" y="1777"/>
                </a:lnTo>
                <a:lnTo>
                  <a:pt x="909" y="1797"/>
                </a:lnTo>
                <a:lnTo>
                  <a:pt x="1090" y="1777"/>
                </a:lnTo>
                <a:lnTo>
                  <a:pt x="1272" y="1716"/>
                </a:lnTo>
                <a:lnTo>
                  <a:pt x="1413" y="1635"/>
                </a:lnTo>
                <a:lnTo>
                  <a:pt x="1554" y="1534"/>
                </a:lnTo>
                <a:lnTo>
                  <a:pt x="1655" y="1393"/>
                </a:lnTo>
                <a:lnTo>
                  <a:pt x="1736" y="1252"/>
                </a:lnTo>
                <a:lnTo>
                  <a:pt x="1797" y="1070"/>
                </a:lnTo>
                <a:lnTo>
                  <a:pt x="1817" y="889"/>
                </a:lnTo>
                <a:lnTo>
                  <a:pt x="1797" y="707"/>
                </a:lnTo>
                <a:lnTo>
                  <a:pt x="1736" y="546"/>
                </a:lnTo>
                <a:lnTo>
                  <a:pt x="1655" y="384"/>
                </a:lnTo>
                <a:lnTo>
                  <a:pt x="1554" y="263"/>
                </a:lnTo>
                <a:lnTo>
                  <a:pt x="1413" y="142"/>
                </a:lnTo>
                <a:lnTo>
                  <a:pt x="1272" y="61"/>
                </a:lnTo>
                <a:lnTo>
                  <a:pt x="1090" y="21"/>
                </a:lnTo>
                <a:lnTo>
                  <a:pt x="909" y="1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23" name="Google Shape;1623;p19"/>
          <p:cNvSpPr/>
          <p:nvPr/>
        </p:nvSpPr>
        <p:spPr>
          <a:xfrm>
            <a:off x="9325237" y="2442525"/>
            <a:ext cx="4584" cy="51994"/>
          </a:xfrm>
          <a:custGeom>
            <a:rect b="b" l="l" r="r" t="t"/>
            <a:pathLst>
              <a:path extrusionOk="0" h="930" w="82">
                <a:moveTo>
                  <a:pt x="1" y="1"/>
                </a:moveTo>
                <a:lnTo>
                  <a:pt x="1" y="929"/>
                </a:lnTo>
                <a:lnTo>
                  <a:pt x="82" y="929"/>
                </a:lnTo>
                <a:lnTo>
                  <a:pt x="82" y="1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24" name="Google Shape;1624;p19"/>
          <p:cNvSpPr/>
          <p:nvPr/>
        </p:nvSpPr>
        <p:spPr>
          <a:xfrm>
            <a:off x="9301588" y="2466230"/>
            <a:ext cx="51938" cy="4584"/>
          </a:xfrm>
          <a:custGeom>
            <a:rect b="b" l="l" r="r" t="t"/>
            <a:pathLst>
              <a:path extrusionOk="0" h="82" w="929">
                <a:moveTo>
                  <a:pt x="0" y="1"/>
                </a:moveTo>
                <a:lnTo>
                  <a:pt x="0" y="81"/>
                </a:lnTo>
                <a:lnTo>
                  <a:pt x="928" y="81"/>
                </a:lnTo>
                <a:lnTo>
                  <a:pt x="928" y="1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25" name="Google Shape;1625;p19"/>
          <p:cNvSpPr/>
          <p:nvPr/>
        </p:nvSpPr>
        <p:spPr>
          <a:xfrm rot="3449335">
            <a:off x="2649872" y="-138575"/>
            <a:ext cx="4584" cy="55347"/>
          </a:xfrm>
          <a:custGeom>
            <a:rect b="b" l="l" r="r" t="t"/>
            <a:pathLst>
              <a:path extrusionOk="0" h="990" w="82">
                <a:moveTo>
                  <a:pt x="1" y="0"/>
                </a:moveTo>
                <a:lnTo>
                  <a:pt x="1" y="989"/>
                </a:lnTo>
                <a:lnTo>
                  <a:pt x="81" y="989"/>
                </a:lnTo>
                <a:lnTo>
                  <a:pt x="81" y="0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26" name="Google Shape;1626;p19"/>
          <p:cNvSpPr/>
          <p:nvPr/>
        </p:nvSpPr>
        <p:spPr>
          <a:xfrm>
            <a:off x="-2003610" y="63728"/>
            <a:ext cx="2433600" cy="24336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27" name="Google Shape;1627;p19"/>
          <p:cNvSpPr/>
          <p:nvPr/>
        </p:nvSpPr>
        <p:spPr>
          <a:xfrm rot="3449335">
            <a:off x="2625262" y="-113023"/>
            <a:ext cx="55347" cy="4584"/>
          </a:xfrm>
          <a:custGeom>
            <a:rect b="b" l="l" r="r" t="t"/>
            <a:pathLst>
              <a:path extrusionOk="0" h="82" w="990">
                <a:moveTo>
                  <a:pt x="1" y="0"/>
                </a:moveTo>
                <a:lnTo>
                  <a:pt x="1" y="81"/>
                </a:lnTo>
                <a:lnTo>
                  <a:pt x="990" y="81"/>
                </a:lnTo>
                <a:lnTo>
                  <a:pt x="990" y="0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628" name="Google Shape;1628;p19"/>
          <p:cNvGrpSpPr/>
          <p:nvPr/>
        </p:nvGrpSpPr>
        <p:grpSpPr>
          <a:xfrm>
            <a:off x="3970982" y="4599416"/>
            <a:ext cx="1205112" cy="520243"/>
            <a:chOff x="3970982" y="4599416"/>
            <a:chExt cx="1205112" cy="520243"/>
          </a:xfrm>
        </p:grpSpPr>
        <p:sp>
          <p:nvSpPr>
            <p:cNvPr id="1629" name="Google Shape;1629;p19"/>
            <p:cNvSpPr/>
            <p:nvPr/>
          </p:nvSpPr>
          <p:spPr>
            <a:xfrm>
              <a:off x="4793927" y="5066973"/>
              <a:ext cx="53445" cy="50368"/>
            </a:xfrm>
            <a:custGeom>
              <a:rect b="b" l="l" r="r" t="t"/>
              <a:pathLst>
                <a:path extrusionOk="0" h="1326" w="1407">
                  <a:moveTo>
                    <a:pt x="724" y="1"/>
                  </a:moveTo>
                  <a:lnTo>
                    <a:pt x="1" y="683"/>
                  </a:lnTo>
                  <a:lnTo>
                    <a:pt x="21" y="724"/>
                  </a:lnTo>
                  <a:lnTo>
                    <a:pt x="61" y="744"/>
                  </a:lnTo>
                  <a:lnTo>
                    <a:pt x="181" y="784"/>
                  </a:lnTo>
                  <a:lnTo>
                    <a:pt x="322" y="824"/>
                  </a:lnTo>
                  <a:lnTo>
                    <a:pt x="382" y="864"/>
                  </a:lnTo>
                  <a:lnTo>
                    <a:pt x="422" y="884"/>
                  </a:lnTo>
                  <a:lnTo>
                    <a:pt x="503" y="1005"/>
                  </a:lnTo>
                  <a:lnTo>
                    <a:pt x="583" y="1105"/>
                  </a:lnTo>
                  <a:lnTo>
                    <a:pt x="704" y="1326"/>
                  </a:lnTo>
                  <a:lnTo>
                    <a:pt x="1406" y="623"/>
                  </a:lnTo>
                  <a:lnTo>
                    <a:pt x="724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30" name="Google Shape;1630;p19"/>
            <p:cNvSpPr/>
            <p:nvPr/>
          </p:nvSpPr>
          <p:spPr>
            <a:xfrm>
              <a:off x="4465205" y="4599416"/>
              <a:ext cx="54205" cy="50406"/>
            </a:xfrm>
            <a:custGeom>
              <a:rect b="b" l="l" r="r" t="t"/>
              <a:pathLst>
                <a:path extrusionOk="0" h="1327" w="1427">
                  <a:moveTo>
                    <a:pt x="723" y="1"/>
                  </a:moveTo>
                  <a:lnTo>
                    <a:pt x="1" y="684"/>
                  </a:lnTo>
                  <a:lnTo>
                    <a:pt x="221" y="784"/>
                  </a:lnTo>
                  <a:lnTo>
                    <a:pt x="322" y="824"/>
                  </a:lnTo>
                  <a:lnTo>
                    <a:pt x="422" y="884"/>
                  </a:lnTo>
                  <a:lnTo>
                    <a:pt x="502" y="1005"/>
                  </a:lnTo>
                  <a:lnTo>
                    <a:pt x="583" y="1105"/>
                  </a:lnTo>
                  <a:lnTo>
                    <a:pt x="723" y="1326"/>
                  </a:lnTo>
                  <a:lnTo>
                    <a:pt x="1426" y="643"/>
                  </a:lnTo>
                  <a:lnTo>
                    <a:pt x="723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31" name="Google Shape;1631;p19"/>
            <p:cNvSpPr/>
            <p:nvPr/>
          </p:nvSpPr>
          <p:spPr>
            <a:xfrm>
              <a:off x="4632225" y="4599416"/>
              <a:ext cx="50406" cy="48887"/>
            </a:xfrm>
            <a:custGeom>
              <a:rect b="b" l="l" r="r" t="t"/>
              <a:pathLst>
                <a:path extrusionOk="0" h="1287" w="1327">
                  <a:moveTo>
                    <a:pt x="664" y="1"/>
                  </a:moveTo>
                  <a:lnTo>
                    <a:pt x="1" y="664"/>
                  </a:lnTo>
                  <a:lnTo>
                    <a:pt x="664" y="1286"/>
                  </a:lnTo>
                  <a:lnTo>
                    <a:pt x="1326" y="623"/>
                  </a:lnTo>
                  <a:lnTo>
                    <a:pt x="664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32" name="Google Shape;1632;p19"/>
            <p:cNvSpPr/>
            <p:nvPr/>
          </p:nvSpPr>
          <p:spPr>
            <a:xfrm>
              <a:off x="4466725" y="4755040"/>
              <a:ext cx="54205" cy="51888"/>
            </a:xfrm>
            <a:custGeom>
              <a:rect b="b" l="l" r="r" t="t"/>
              <a:pathLst>
                <a:path extrusionOk="0" h="1366" w="1427">
                  <a:moveTo>
                    <a:pt x="703" y="0"/>
                  </a:moveTo>
                  <a:lnTo>
                    <a:pt x="1" y="643"/>
                  </a:lnTo>
                  <a:lnTo>
                    <a:pt x="744" y="1366"/>
                  </a:lnTo>
                  <a:lnTo>
                    <a:pt x="784" y="1225"/>
                  </a:lnTo>
                  <a:lnTo>
                    <a:pt x="844" y="1125"/>
                  </a:lnTo>
                  <a:lnTo>
                    <a:pt x="924" y="1024"/>
                  </a:lnTo>
                  <a:lnTo>
                    <a:pt x="1005" y="944"/>
                  </a:lnTo>
                  <a:lnTo>
                    <a:pt x="1105" y="864"/>
                  </a:lnTo>
                  <a:lnTo>
                    <a:pt x="1205" y="803"/>
                  </a:lnTo>
                  <a:lnTo>
                    <a:pt x="1426" y="683"/>
                  </a:lnTo>
                  <a:lnTo>
                    <a:pt x="1346" y="582"/>
                  </a:lnTo>
                  <a:lnTo>
                    <a:pt x="1266" y="522"/>
                  </a:lnTo>
                  <a:lnTo>
                    <a:pt x="1045" y="402"/>
                  </a:lnTo>
                  <a:lnTo>
                    <a:pt x="964" y="342"/>
                  </a:lnTo>
                  <a:lnTo>
                    <a:pt x="884" y="281"/>
                  </a:lnTo>
                  <a:lnTo>
                    <a:pt x="824" y="181"/>
                  </a:lnTo>
                  <a:lnTo>
                    <a:pt x="804" y="40"/>
                  </a:lnTo>
                  <a:lnTo>
                    <a:pt x="784" y="20"/>
                  </a:lnTo>
                  <a:lnTo>
                    <a:pt x="744" y="20"/>
                  </a:lnTo>
                  <a:lnTo>
                    <a:pt x="70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33" name="Google Shape;1633;p19"/>
            <p:cNvSpPr/>
            <p:nvPr/>
          </p:nvSpPr>
          <p:spPr>
            <a:xfrm>
              <a:off x="4629946" y="4754280"/>
              <a:ext cx="54205" cy="54167"/>
            </a:xfrm>
            <a:custGeom>
              <a:rect b="b" l="l" r="r" t="t"/>
              <a:pathLst>
                <a:path extrusionOk="0" h="1426" w="1427">
                  <a:moveTo>
                    <a:pt x="724" y="0"/>
                  </a:moveTo>
                  <a:lnTo>
                    <a:pt x="1" y="703"/>
                  </a:lnTo>
                  <a:lnTo>
                    <a:pt x="121" y="743"/>
                  </a:lnTo>
                  <a:lnTo>
                    <a:pt x="242" y="823"/>
                  </a:lnTo>
                  <a:lnTo>
                    <a:pt x="342" y="884"/>
                  </a:lnTo>
                  <a:lnTo>
                    <a:pt x="422" y="984"/>
                  </a:lnTo>
                  <a:lnTo>
                    <a:pt x="603" y="1185"/>
                  </a:lnTo>
                  <a:lnTo>
                    <a:pt x="744" y="1426"/>
                  </a:lnTo>
                  <a:lnTo>
                    <a:pt x="844" y="1165"/>
                  </a:lnTo>
                  <a:lnTo>
                    <a:pt x="904" y="1064"/>
                  </a:lnTo>
                  <a:lnTo>
                    <a:pt x="964" y="984"/>
                  </a:lnTo>
                  <a:lnTo>
                    <a:pt x="1065" y="904"/>
                  </a:lnTo>
                  <a:lnTo>
                    <a:pt x="1185" y="823"/>
                  </a:lnTo>
                  <a:lnTo>
                    <a:pt x="1426" y="683"/>
                  </a:lnTo>
                  <a:lnTo>
                    <a:pt x="724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34" name="Google Shape;1634;p19"/>
            <p:cNvSpPr/>
            <p:nvPr/>
          </p:nvSpPr>
          <p:spPr>
            <a:xfrm>
              <a:off x="4796206" y="4755040"/>
              <a:ext cx="51166" cy="47329"/>
            </a:xfrm>
            <a:custGeom>
              <a:rect b="b" l="l" r="r" t="t"/>
              <a:pathLst>
                <a:path extrusionOk="0" h="1246" w="1347">
                  <a:moveTo>
                    <a:pt x="664" y="0"/>
                  </a:moveTo>
                  <a:lnTo>
                    <a:pt x="1" y="663"/>
                  </a:lnTo>
                  <a:lnTo>
                    <a:pt x="664" y="1245"/>
                  </a:lnTo>
                  <a:lnTo>
                    <a:pt x="1346" y="663"/>
                  </a:lnTo>
                  <a:lnTo>
                    <a:pt x="664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35" name="Google Shape;1635;p19"/>
            <p:cNvSpPr/>
            <p:nvPr/>
          </p:nvSpPr>
          <p:spPr>
            <a:xfrm>
              <a:off x="4459090" y="4906031"/>
              <a:ext cx="64119" cy="55724"/>
            </a:xfrm>
            <a:custGeom>
              <a:rect b="b" l="l" r="r" t="t"/>
              <a:pathLst>
                <a:path extrusionOk="0" h="1467" w="1688">
                  <a:moveTo>
                    <a:pt x="864" y="1"/>
                  </a:moveTo>
                  <a:lnTo>
                    <a:pt x="764" y="262"/>
                  </a:lnTo>
                  <a:lnTo>
                    <a:pt x="704" y="362"/>
                  </a:lnTo>
                  <a:lnTo>
                    <a:pt x="643" y="463"/>
                  </a:lnTo>
                  <a:lnTo>
                    <a:pt x="523" y="543"/>
                  </a:lnTo>
                  <a:lnTo>
                    <a:pt x="382" y="623"/>
                  </a:lnTo>
                  <a:lnTo>
                    <a:pt x="1" y="844"/>
                  </a:lnTo>
                  <a:lnTo>
                    <a:pt x="162" y="864"/>
                  </a:lnTo>
                  <a:lnTo>
                    <a:pt x="302" y="904"/>
                  </a:lnTo>
                  <a:lnTo>
                    <a:pt x="423" y="965"/>
                  </a:lnTo>
                  <a:lnTo>
                    <a:pt x="543" y="1025"/>
                  </a:lnTo>
                  <a:lnTo>
                    <a:pt x="623" y="1085"/>
                  </a:lnTo>
                  <a:lnTo>
                    <a:pt x="704" y="1186"/>
                  </a:lnTo>
                  <a:lnTo>
                    <a:pt x="744" y="1286"/>
                  </a:lnTo>
                  <a:lnTo>
                    <a:pt x="784" y="1406"/>
                  </a:lnTo>
                  <a:lnTo>
                    <a:pt x="804" y="1427"/>
                  </a:lnTo>
                  <a:lnTo>
                    <a:pt x="864" y="1447"/>
                  </a:lnTo>
                  <a:lnTo>
                    <a:pt x="985" y="1467"/>
                  </a:lnTo>
                  <a:lnTo>
                    <a:pt x="1045" y="1286"/>
                  </a:lnTo>
                  <a:lnTo>
                    <a:pt x="1065" y="1206"/>
                  </a:lnTo>
                  <a:lnTo>
                    <a:pt x="1105" y="1145"/>
                  </a:lnTo>
                  <a:lnTo>
                    <a:pt x="1246" y="1045"/>
                  </a:lnTo>
                  <a:lnTo>
                    <a:pt x="1386" y="945"/>
                  </a:lnTo>
                  <a:lnTo>
                    <a:pt x="1688" y="744"/>
                  </a:lnTo>
                  <a:lnTo>
                    <a:pt x="1547" y="684"/>
                  </a:lnTo>
                  <a:lnTo>
                    <a:pt x="1427" y="623"/>
                  </a:lnTo>
                  <a:lnTo>
                    <a:pt x="1306" y="543"/>
                  </a:lnTo>
                  <a:lnTo>
                    <a:pt x="1206" y="463"/>
                  </a:lnTo>
                  <a:lnTo>
                    <a:pt x="1105" y="362"/>
                  </a:lnTo>
                  <a:lnTo>
                    <a:pt x="1025" y="262"/>
                  </a:lnTo>
                  <a:lnTo>
                    <a:pt x="864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36" name="Google Shape;1636;p19"/>
            <p:cNvSpPr/>
            <p:nvPr/>
          </p:nvSpPr>
          <p:spPr>
            <a:xfrm>
              <a:off x="4631466" y="4910627"/>
              <a:ext cx="53445" cy="50368"/>
            </a:xfrm>
            <a:custGeom>
              <a:rect b="b" l="l" r="r" t="t"/>
              <a:pathLst>
                <a:path extrusionOk="0" h="1326" w="1407">
                  <a:moveTo>
                    <a:pt x="684" y="0"/>
                  </a:moveTo>
                  <a:lnTo>
                    <a:pt x="1" y="663"/>
                  </a:lnTo>
                  <a:lnTo>
                    <a:pt x="724" y="1326"/>
                  </a:lnTo>
                  <a:lnTo>
                    <a:pt x="764" y="1225"/>
                  </a:lnTo>
                  <a:lnTo>
                    <a:pt x="824" y="1105"/>
                  </a:lnTo>
                  <a:lnTo>
                    <a:pt x="904" y="1024"/>
                  </a:lnTo>
                  <a:lnTo>
                    <a:pt x="985" y="944"/>
                  </a:lnTo>
                  <a:lnTo>
                    <a:pt x="1186" y="804"/>
                  </a:lnTo>
                  <a:lnTo>
                    <a:pt x="1406" y="683"/>
                  </a:lnTo>
                  <a:lnTo>
                    <a:pt x="1326" y="583"/>
                  </a:lnTo>
                  <a:lnTo>
                    <a:pt x="1246" y="522"/>
                  </a:lnTo>
                  <a:lnTo>
                    <a:pt x="1045" y="402"/>
                  </a:lnTo>
                  <a:lnTo>
                    <a:pt x="945" y="342"/>
                  </a:lnTo>
                  <a:lnTo>
                    <a:pt x="864" y="261"/>
                  </a:lnTo>
                  <a:lnTo>
                    <a:pt x="804" y="161"/>
                  </a:lnTo>
                  <a:lnTo>
                    <a:pt x="784" y="41"/>
                  </a:lnTo>
                  <a:lnTo>
                    <a:pt x="764" y="20"/>
                  </a:lnTo>
                  <a:lnTo>
                    <a:pt x="724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37" name="Google Shape;1637;p19"/>
            <p:cNvSpPr/>
            <p:nvPr/>
          </p:nvSpPr>
          <p:spPr>
            <a:xfrm>
              <a:off x="4796206" y="4911386"/>
              <a:ext cx="51166" cy="48089"/>
            </a:xfrm>
            <a:custGeom>
              <a:rect b="b" l="l" r="r" t="t"/>
              <a:pathLst>
                <a:path extrusionOk="0" h="1266" w="1347">
                  <a:moveTo>
                    <a:pt x="664" y="0"/>
                  </a:moveTo>
                  <a:lnTo>
                    <a:pt x="1" y="623"/>
                  </a:lnTo>
                  <a:lnTo>
                    <a:pt x="684" y="1265"/>
                  </a:lnTo>
                  <a:lnTo>
                    <a:pt x="1346" y="603"/>
                  </a:lnTo>
                  <a:lnTo>
                    <a:pt x="664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38" name="Google Shape;1638;p19"/>
            <p:cNvSpPr/>
            <p:nvPr/>
          </p:nvSpPr>
          <p:spPr>
            <a:xfrm>
              <a:off x="4462166" y="5065454"/>
              <a:ext cx="58003" cy="53445"/>
            </a:xfrm>
            <a:custGeom>
              <a:rect b="b" l="l" r="r" t="t"/>
              <a:pathLst>
                <a:path extrusionOk="0" h="1407" w="1527">
                  <a:moveTo>
                    <a:pt x="783" y="1"/>
                  </a:moveTo>
                  <a:lnTo>
                    <a:pt x="683" y="161"/>
                  </a:lnTo>
                  <a:lnTo>
                    <a:pt x="623" y="282"/>
                  </a:lnTo>
                  <a:lnTo>
                    <a:pt x="542" y="362"/>
                  </a:lnTo>
                  <a:lnTo>
                    <a:pt x="422" y="442"/>
                  </a:lnTo>
                  <a:lnTo>
                    <a:pt x="301" y="523"/>
                  </a:lnTo>
                  <a:lnTo>
                    <a:pt x="0" y="663"/>
                  </a:lnTo>
                  <a:lnTo>
                    <a:pt x="301" y="844"/>
                  </a:lnTo>
                  <a:lnTo>
                    <a:pt x="422" y="904"/>
                  </a:lnTo>
                  <a:lnTo>
                    <a:pt x="542" y="984"/>
                  </a:lnTo>
                  <a:lnTo>
                    <a:pt x="582" y="1045"/>
                  </a:lnTo>
                  <a:lnTo>
                    <a:pt x="603" y="1105"/>
                  </a:lnTo>
                  <a:lnTo>
                    <a:pt x="643" y="1225"/>
                  </a:lnTo>
                  <a:lnTo>
                    <a:pt x="683" y="1346"/>
                  </a:lnTo>
                  <a:lnTo>
                    <a:pt x="703" y="1386"/>
                  </a:lnTo>
                  <a:lnTo>
                    <a:pt x="763" y="1406"/>
                  </a:lnTo>
                  <a:lnTo>
                    <a:pt x="1526" y="683"/>
                  </a:lnTo>
                  <a:lnTo>
                    <a:pt x="783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39" name="Google Shape;1639;p19"/>
            <p:cNvSpPr/>
            <p:nvPr/>
          </p:nvSpPr>
          <p:spPr>
            <a:xfrm>
              <a:off x="4630706" y="5066213"/>
              <a:ext cx="53445" cy="50368"/>
            </a:xfrm>
            <a:custGeom>
              <a:rect b="b" l="l" r="r" t="t"/>
              <a:pathLst>
                <a:path extrusionOk="0" h="1326" w="1407">
                  <a:moveTo>
                    <a:pt x="704" y="1"/>
                  </a:moveTo>
                  <a:lnTo>
                    <a:pt x="1" y="663"/>
                  </a:lnTo>
                  <a:lnTo>
                    <a:pt x="704" y="1326"/>
                  </a:lnTo>
                  <a:lnTo>
                    <a:pt x="1406" y="663"/>
                  </a:lnTo>
                  <a:lnTo>
                    <a:pt x="704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40" name="Google Shape;1640;p19"/>
            <p:cNvSpPr/>
            <p:nvPr/>
          </p:nvSpPr>
          <p:spPr>
            <a:xfrm>
              <a:off x="4797004" y="4600213"/>
              <a:ext cx="50368" cy="46532"/>
            </a:xfrm>
            <a:custGeom>
              <a:rect b="b" l="l" r="r" t="t"/>
              <a:pathLst>
                <a:path extrusionOk="0" h="1225" w="1326">
                  <a:moveTo>
                    <a:pt x="643" y="0"/>
                  </a:moveTo>
                  <a:lnTo>
                    <a:pt x="0" y="622"/>
                  </a:lnTo>
                  <a:lnTo>
                    <a:pt x="643" y="1225"/>
                  </a:lnTo>
                  <a:lnTo>
                    <a:pt x="1325" y="643"/>
                  </a:lnTo>
                  <a:lnTo>
                    <a:pt x="64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41" name="Google Shape;1641;p19"/>
            <p:cNvSpPr/>
            <p:nvPr/>
          </p:nvSpPr>
          <p:spPr>
            <a:xfrm>
              <a:off x="4960985" y="4602492"/>
              <a:ext cx="49608" cy="44253"/>
            </a:xfrm>
            <a:custGeom>
              <a:rect b="b" l="l" r="r" t="t"/>
              <a:pathLst>
                <a:path extrusionOk="0" h="1165" w="1306">
                  <a:moveTo>
                    <a:pt x="663" y="0"/>
                  </a:moveTo>
                  <a:lnTo>
                    <a:pt x="0" y="562"/>
                  </a:lnTo>
                  <a:lnTo>
                    <a:pt x="643" y="1165"/>
                  </a:lnTo>
                  <a:lnTo>
                    <a:pt x="1305" y="583"/>
                  </a:lnTo>
                  <a:lnTo>
                    <a:pt x="66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42" name="Google Shape;1642;p19"/>
            <p:cNvSpPr/>
            <p:nvPr/>
          </p:nvSpPr>
          <p:spPr>
            <a:xfrm>
              <a:off x="4303503" y="4600213"/>
              <a:ext cx="53445" cy="54167"/>
            </a:xfrm>
            <a:custGeom>
              <a:rect b="b" l="l" r="r" t="t"/>
              <a:pathLst>
                <a:path extrusionOk="0" h="1426" w="1407">
                  <a:moveTo>
                    <a:pt x="683" y="0"/>
                  </a:moveTo>
                  <a:lnTo>
                    <a:pt x="1" y="622"/>
                  </a:lnTo>
                  <a:lnTo>
                    <a:pt x="804" y="1426"/>
                  </a:lnTo>
                  <a:lnTo>
                    <a:pt x="804" y="1265"/>
                  </a:lnTo>
                  <a:lnTo>
                    <a:pt x="824" y="1145"/>
                  </a:lnTo>
                  <a:lnTo>
                    <a:pt x="864" y="1024"/>
                  </a:lnTo>
                  <a:lnTo>
                    <a:pt x="904" y="944"/>
                  </a:lnTo>
                  <a:lnTo>
                    <a:pt x="985" y="884"/>
                  </a:lnTo>
                  <a:lnTo>
                    <a:pt x="1065" y="823"/>
                  </a:lnTo>
                  <a:lnTo>
                    <a:pt x="1165" y="783"/>
                  </a:lnTo>
                  <a:lnTo>
                    <a:pt x="1286" y="763"/>
                  </a:lnTo>
                  <a:lnTo>
                    <a:pt x="1326" y="743"/>
                  </a:lnTo>
                  <a:lnTo>
                    <a:pt x="1366" y="703"/>
                  </a:lnTo>
                  <a:lnTo>
                    <a:pt x="1386" y="683"/>
                  </a:lnTo>
                  <a:lnTo>
                    <a:pt x="1406" y="643"/>
                  </a:lnTo>
                  <a:lnTo>
                    <a:pt x="1386" y="602"/>
                  </a:lnTo>
                  <a:lnTo>
                    <a:pt x="1366" y="562"/>
                  </a:lnTo>
                  <a:lnTo>
                    <a:pt x="1306" y="502"/>
                  </a:lnTo>
                  <a:lnTo>
                    <a:pt x="1145" y="442"/>
                  </a:lnTo>
                  <a:lnTo>
                    <a:pt x="985" y="361"/>
                  </a:lnTo>
                  <a:lnTo>
                    <a:pt x="924" y="321"/>
                  </a:lnTo>
                  <a:lnTo>
                    <a:pt x="864" y="261"/>
                  </a:lnTo>
                  <a:lnTo>
                    <a:pt x="824" y="181"/>
                  </a:lnTo>
                  <a:lnTo>
                    <a:pt x="804" y="80"/>
                  </a:lnTo>
                  <a:lnTo>
                    <a:pt x="784" y="40"/>
                  </a:lnTo>
                  <a:lnTo>
                    <a:pt x="744" y="20"/>
                  </a:lnTo>
                  <a:lnTo>
                    <a:pt x="68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43" name="Google Shape;1643;p19"/>
            <p:cNvSpPr/>
            <p:nvPr/>
          </p:nvSpPr>
          <p:spPr>
            <a:xfrm>
              <a:off x="4303503" y="4755040"/>
              <a:ext cx="52685" cy="49608"/>
            </a:xfrm>
            <a:custGeom>
              <a:rect b="b" l="l" r="r" t="t"/>
              <a:pathLst>
                <a:path extrusionOk="0" h="1306" w="1387">
                  <a:moveTo>
                    <a:pt x="663" y="0"/>
                  </a:moveTo>
                  <a:lnTo>
                    <a:pt x="583" y="60"/>
                  </a:lnTo>
                  <a:lnTo>
                    <a:pt x="523" y="141"/>
                  </a:lnTo>
                  <a:lnTo>
                    <a:pt x="422" y="301"/>
                  </a:lnTo>
                  <a:lnTo>
                    <a:pt x="342" y="382"/>
                  </a:lnTo>
                  <a:lnTo>
                    <a:pt x="262" y="462"/>
                  </a:lnTo>
                  <a:lnTo>
                    <a:pt x="161" y="522"/>
                  </a:lnTo>
                  <a:lnTo>
                    <a:pt x="41" y="542"/>
                  </a:lnTo>
                  <a:lnTo>
                    <a:pt x="21" y="562"/>
                  </a:lnTo>
                  <a:lnTo>
                    <a:pt x="21" y="603"/>
                  </a:lnTo>
                  <a:lnTo>
                    <a:pt x="1" y="643"/>
                  </a:lnTo>
                  <a:lnTo>
                    <a:pt x="663" y="1305"/>
                  </a:lnTo>
                  <a:lnTo>
                    <a:pt x="1386" y="663"/>
                  </a:lnTo>
                  <a:lnTo>
                    <a:pt x="66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44" name="Google Shape;1644;p19"/>
            <p:cNvSpPr/>
            <p:nvPr/>
          </p:nvSpPr>
          <p:spPr>
            <a:xfrm>
              <a:off x="4959428" y="5066973"/>
              <a:ext cx="51925" cy="48089"/>
            </a:xfrm>
            <a:custGeom>
              <a:rect b="b" l="l" r="r" t="t"/>
              <a:pathLst>
                <a:path extrusionOk="0" h="1266" w="1367">
                  <a:moveTo>
                    <a:pt x="704" y="1"/>
                  </a:moveTo>
                  <a:lnTo>
                    <a:pt x="1" y="623"/>
                  </a:lnTo>
                  <a:lnTo>
                    <a:pt x="704" y="1266"/>
                  </a:lnTo>
                  <a:lnTo>
                    <a:pt x="1366" y="643"/>
                  </a:lnTo>
                  <a:lnTo>
                    <a:pt x="704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45" name="Google Shape;1645;p19"/>
            <p:cNvSpPr/>
            <p:nvPr/>
          </p:nvSpPr>
          <p:spPr>
            <a:xfrm>
              <a:off x="4301984" y="5066213"/>
              <a:ext cx="55724" cy="53445"/>
            </a:xfrm>
            <a:custGeom>
              <a:rect b="b" l="l" r="r" t="t"/>
              <a:pathLst>
                <a:path extrusionOk="0" h="1407" w="1467">
                  <a:moveTo>
                    <a:pt x="703" y="1"/>
                  </a:moveTo>
                  <a:lnTo>
                    <a:pt x="0" y="663"/>
                  </a:lnTo>
                  <a:lnTo>
                    <a:pt x="804" y="1406"/>
                  </a:lnTo>
                  <a:lnTo>
                    <a:pt x="824" y="1246"/>
                  </a:lnTo>
                  <a:lnTo>
                    <a:pt x="864" y="1125"/>
                  </a:lnTo>
                  <a:lnTo>
                    <a:pt x="944" y="1025"/>
                  </a:lnTo>
                  <a:lnTo>
                    <a:pt x="1045" y="944"/>
                  </a:lnTo>
                  <a:lnTo>
                    <a:pt x="1145" y="884"/>
                  </a:lnTo>
                  <a:lnTo>
                    <a:pt x="1245" y="824"/>
                  </a:lnTo>
                  <a:lnTo>
                    <a:pt x="1466" y="683"/>
                  </a:lnTo>
                  <a:lnTo>
                    <a:pt x="703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46" name="Google Shape;1646;p19"/>
            <p:cNvSpPr/>
            <p:nvPr/>
          </p:nvSpPr>
          <p:spPr>
            <a:xfrm>
              <a:off x="4960226" y="4757319"/>
              <a:ext cx="51128" cy="45050"/>
            </a:xfrm>
            <a:custGeom>
              <a:rect b="b" l="l" r="r" t="t"/>
              <a:pathLst>
                <a:path extrusionOk="0" h="1186" w="1346">
                  <a:moveTo>
                    <a:pt x="663" y="0"/>
                  </a:moveTo>
                  <a:lnTo>
                    <a:pt x="0" y="583"/>
                  </a:lnTo>
                  <a:lnTo>
                    <a:pt x="663" y="1185"/>
                  </a:lnTo>
                  <a:lnTo>
                    <a:pt x="1345" y="603"/>
                  </a:lnTo>
                  <a:lnTo>
                    <a:pt x="66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47" name="Google Shape;1647;p19"/>
            <p:cNvSpPr/>
            <p:nvPr/>
          </p:nvSpPr>
          <p:spPr>
            <a:xfrm>
              <a:off x="4137243" y="5064694"/>
              <a:ext cx="58763" cy="54964"/>
            </a:xfrm>
            <a:custGeom>
              <a:rect b="b" l="l" r="r" t="t"/>
              <a:pathLst>
                <a:path extrusionOk="0" h="1447" w="1547">
                  <a:moveTo>
                    <a:pt x="763" y="0"/>
                  </a:moveTo>
                  <a:lnTo>
                    <a:pt x="0" y="703"/>
                  </a:lnTo>
                  <a:lnTo>
                    <a:pt x="804" y="1446"/>
                  </a:lnTo>
                  <a:lnTo>
                    <a:pt x="824" y="1306"/>
                  </a:lnTo>
                  <a:lnTo>
                    <a:pt x="884" y="1165"/>
                  </a:lnTo>
                  <a:lnTo>
                    <a:pt x="964" y="1065"/>
                  </a:lnTo>
                  <a:lnTo>
                    <a:pt x="1065" y="984"/>
                  </a:lnTo>
                  <a:lnTo>
                    <a:pt x="1165" y="904"/>
                  </a:lnTo>
                  <a:lnTo>
                    <a:pt x="1285" y="844"/>
                  </a:lnTo>
                  <a:lnTo>
                    <a:pt x="1546" y="683"/>
                  </a:lnTo>
                  <a:lnTo>
                    <a:pt x="1245" y="543"/>
                  </a:lnTo>
                  <a:lnTo>
                    <a:pt x="1125" y="482"/>
                  </a:lnTo>
                  <a:lnTo>
                    <a:pt x="1024" y="402"/>
                  </a:lnTo>
                  <a:lnTo>
                    <a:pt x="944" y="322"/>
                  </a:lnTo>
                  <a:lnTo>
                    <a:pt x="864" y="201"/>
                  </a:lnTo>
                  <a:lnTo>
                    <a:pt x="76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48" name="Google Shape;1648;p19"/>
            <p:cNvSpPr/>
            <p:nvPr/>
          </p:nvSpPr>
          <p:spPr>
            <a:xfrm>
              <a:off x="4959428" y="4912906"/>
              <a:ext cx="51925" cy="46570"/>
            </a:xfrm>
            <a:custGeom>
              <a:rect b="b" l="l" r="r" t="t"/>
              <a:pathLst>
                <a:path extrusionOk="0" h="1226" w="1367">
                  <a:moveTo>
                    <a:pt x="704" y="1"/>
                  </a:moveTo>
                  <a:lnTo>
                    <a:pt x="1" y="583"/>
                  </a:lnTo>
                  <a:lnTo>
                    <a:pt x="704" y="1225"/>
                  </a:lnTo>
                  <a:lnTo>
                    <a:pt x="1366" y="583"/>
                  </a:lnTo>
                  <a:lnTo>
                    <a:pt x="704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49" name="Google Shape;1649;p19"/>
            <p:cNvSpPr/>
            <p:nvPr/>
          </p:nvSpPr>
          <p:spPr>
            <a:xfrm>
              <a:off x="4302743" y="4909867"/>
              <a:ext cx="53445" cy="54964"/>
            </a:xfrm>
            <a:custGeom>
              <a:rect b="b" l="l" r="r" t="t"/>
              <a:pathLst>
                <a:path extrusionOk="0" h="1447" w="1407">
                  <a:moveTo>
                    <a:pt x="683" y="0"/>
                  </a:moveTo>
                  <a:lnTo>
                    <a:pt x="603" y="81"/>
                  </a:lnTo>
                  <a:lnTo>
                    <a:pt x="543" y="161"/>
                  </a:lnTo>
                  <a:lnTo>
                    <a:pt x="422" y="342"/>
                  </a:lnTo>
                  <a:lnTo>
                    <a:pt x="362" y="422"/>
                  </a:lnTo>
                  <a:lnTo>
                    <a:pt x="262" y="482"/>
                  </a:lnTo>
                  <a:lnTo>
                    <a:pt x="161" y="542"/>
                  </a:lnTo>
                  <a:lnTo>
                    <a:pt x="41" y="563"/>
                  </a:lnTo>
                  <a:lnTo>
                    <a:pt x="21" y="583"/>
                  </a:lnTo>
                  <a:lnTo>
                    <a:pt x="21" y="643"/>
                  </a:lnTo>
                  <a:lnTo>
                    <a:pt x="1" y="763"/>
                  </a:lnTo>
                  <a:lnTo>
                    <a:pt x="221" y="864"/>
                  </a:lnTo>
                  <a:lnTo>
                    <a:pt x="322" y="904"/>
                  </a:lnTo>
                  <a:lnTo>
                    <a:pt x="422" y="964"/>
                  </a:lnTo>
                  <a:lnTo>
                    <a:pt x="503" y="1085"/>
                  </a:lnTo>
                  <a:lnTo>
                    <a:pt x="563" y="1185"/>
                  </a:lnTo>
                  <a:lnTo>
                    <a:pt x="703" y="1446"/>
                  </a:lnTo>
                  <a:lnTo>
                    <a:pt x="1406" y="683"/>
                  </a:lnTo>
                  <a:lnTo>
                    <a:pt x="68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50" name="Google Shape;1650;p19"/>
            <p:cNvSpPr/>
            <p:nvPr/>
          </p:nvSpPr>
          <p:spPr>
            <a:xfrm>
              <a:off x="4138762" y="4901472"/>
              <a:ext cx="57243" cy="60282"/>
            </a:xfrm>
            <a:custGeom>
              <a:rect b="b" l="l" r="r" t="t"/>
              <a:pathLst>
                <a:path extrusionOk="0" h="1587" w="1507">
                  <a:moveTo>
                    <a:pt x="683" y="0"/>
                  </a:moveTo>
                  <a:lnTo>
                    <a:pt x="563" y="302"/>
                  </a:lnTo>
                  <a:lnTo>
                    <a:pt x="502" y="422"/>
                  </a:lnTo>
                  <a:lnTo>
                    <a:pt x="422" y="522"/>
                  </a:lnTo>
                  <a:lnTo>
                    <a:pt x="342" y="623"/>
                  </a:lnTo>
                  <a:lnTo>
                    <a:pt x="262" y="683"/>
                  </a:lnTo>
                  <a:lnTo>
                    <a:pt x="161" y="743"/>
                  </a:lnTo>
                  <a:lnTo>
                    <a:pt x="41" y="784"/>
                  </a:lnTo>
                  <a:lnTo>
                    <a:pt x="21" y="804"/>
                  </a:lnTo>
                  <a:lnTo>
                    <a:pt x="0" y="844"/>
                  </a:lnTo>
                  <a:lnTo>
                    <a:pt x="0" y="904"/>
                  </a:lnTo>
                  <a:lnTo>
                    <a:pt x="764" y="1587"/>
                  </a:lnTo>
                  <a:lnTo>
                    <a:pt x="824" y="1406"/>
                  </a:lnTo>
                  <a:lnTo>
                    <a:pt x="864" y="1306"/>
                  </a:lnTo>
                  <a:lnTo>
                    <a:pt x="904" y="1245"/>
                  </a:lnTo>
                  <a:lnTo>
                    <a:pt x="1045" y="1165"/>
                  </a:lnTo>
                  <a:lnTo>
                    <a:pt x="1185" y="1065"/>
                  </a:lnTo>
                  <a:lnTo>
                    <a:pt x="1506" y="884"/>
                  </a:lnTo>
                  <a:lnTo>
                    <a:pt x="1225" y="743"/>
                  </a:lnTo>
                  <a:lnTo>
                    <a:pt x="1105" y="663"/>
                  </a:lnTo>
                  <a:lnTo>
                    <a:pt x="1004" y="583"/>
                  </a:lnTo>
                  <a:lnTo>
                    <a:pt x="904" y="482"/>
                  </a:lnTo>
                  <a:lnTo>
                    <a:pt x="824" y="342"/>
                  </a:lnTo>
                  <a:lnTo>
                    <a:pt x="743" y="201"/>
                  </a:lnTo>
                  <a:lnTo>
                    <a:pt x="68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51" name="Google Shape;1651;p19"/>
            <p:cNvSpPr/>
            <p:nvPr/>
          </p:nvSpPr>
          <p:spPr>
            <a:xfrm>
              <a:off x="3970982" y="5065454"/>
              <a:ext cx="58003" cy="51128"/>
            </a:xfrm>
            <a:custGeom>
              <a:rect b="b" l="l" r="r" t="t"/>
              <a:pathLst>
                <a:path extrusionOk="0" h="1346" w="1527">
                  <a:moveTo>
                    <a:pt x="783" y="1"/>
                  </a:moveTo>
                  <a:lnTo>
                    <a:pt x="0" y="723"/>
                  </a:lnTo>
                  <a:lnTo>
                    <a:pt x="221" y="824"/>
                  </a:lnTo>
                  <a:lnTo>
                    <a:pt x="422" y="944"/>
                  </a:lnTo>
                  <a:lnTo>
                    <a:pt x="522" y="1025"/>
                  </a:lnTo>
                  <a:lnTo>
                    <a:pt x="582" y="1105"/>
                  </a:lnTo>
                  <a:lnTo>
                    <a:pt x="643" y="1205"/>
                  </a:lnTo>
                  <a:lnTo>
                    <a:pt x="703" y="1326"/>
                  </a:lnTo>
                  <a:lnTo>
                    <a:pt x="723" y="1346"/>
                  </a:lnTo>
                  <a:lnTo>
                    <a:pt x="783" y="1346"/>
                  </a:lnTo>
                  <a:lnTo>
                    <a:pt x="1526" y="663"/>
                  </a:lnTo>
                  <a:lnTo>
                    <a:pt x="783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52" name="Google Shape;1652;p19"/>
            <p:cNvSpPr/>
            <p:nvPr/>
          </p:nvSpPr>
          <p:spPr>
            <a:xfrm>
              <a:off x="3973261" y="4910627"/>
              <a:ext cx="54926" cy="50368"/>
            </a:xfrm>
            <a:custGeom>
              <a:rect b="b" l="l" r="r" t="t"/>
              <a:pathLst>
                <a:path extrusionOk="0" h="1326" w="1446">
                  <a:moveTo>
                    <a:pt x="703" y="0"/>
                  </a:moveTo>
                  <a:lnTo>
                    <a:pt x="0" y="663"/>
                  </a:lnTo>
                  <a:lnTo>
                    <a:pt x="723" y="1326"/>
                  </a:lnTo>
                  <a:lnTo>
                    <a:pt x="1446" y="663"/>
                  </a:lnTo>
                  <a:lnTo>
                    <a:pt x="70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53" name="Google Shape;1653;p19"/>
            <p:cNvSpPr/>
            <p:nvPr/>
          </p:nvSpPr>
          <p:spPr>
            <a:xfrm>
              <a:off x="5123447" y="5069252"/>
              <a:ext cx="52647" cy="44291"/>
            </a:xfrm>
            <a:custGeom>
              <a:rect b="b" l="l" r="r" t="t"/>
              <a:pathLst>
                <a:path extrusionOk="0" h="1166" w="1386">
                  <a:moveTo>
                    <a:pt x="683" y="1"/>
                  </a:moveTo>
                  <a:lnTo>
                    <a:pt x="0" y="563"/>
                  </a:lnTo>
                  <a:lnTo>
                    <a:pt x="723" y="1166"/>
                  </a:lnTo>
                  <a:lnTo>
                    <a:pt x="1386" y="543"/>
                  </a:lnTo>
                  <a:lnTo>
                    <a:pt x="683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54" name="Google Shape;1654;p19"/>
            <p:cNvSpPr/>
            <p:nvPr/>
          </p:nvSpPr>
          <p:spPr>
            <a:xfrm>
              <a:off x="4137243" y="4756560"/>
              <a:ext cx="56484" cy="48849"/>
            </a:xfrm>
            <a:custGeom>
              <a:rect b="b" l="l" r="r" t="t"/>
              <a:pathLst>
                <a:path extrusionOk="0" h="1286" w="1487">
                  <a:moveTo>
                    <a:pt x="743" y="0"/>
                  </a:moveTo>
                  <a:lnTo>
                    <a:pt x="0" y="623"/>
                  </a:lnTo>
                  <a:lnTo>
                    <a:pt x="783" y="1285"/>
                  </a:lnTo>
                  <a:lnTo>
                    <a:pt x="884" y="1085"/>
                  </a:lnTo>
                  <a:lnTo>
                    <a:pt x="944" y="984"/>
                  </a:lnTo>
                  <a:lnTo>
                    <a:pt x="1004" y="884"/>
                  </a:lnTo>
                  <a:lnTo>
                    <a:pt x="1125" y="824"/>
                  </a:lnTo>
                  <a:lnTo>
                    <a:pt x="1245" y="763"/>
                  </a:lnTo>
                  <a:lnTo>
                    <a:pt x="1486" y="643"/>
                  </a:lnTo>
                  <a:lnTo>
                    <a:pt x="74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55" name="Google Shape;1655;p19"/>
            <p:cNvSpPr/>
            <p:nvPr/>
          </p:nvSpPr>
          <p:spPr>
            <a:xfrm>
              <a:off x="4134964" y="4600973"/>
              <a:ext cx="55686" cy="46532"/>
            </a:xfrm>
            <a:custGeom>
              <a:rect b="b" l="l" r="r" t="t"/>
              <a:pathLst>
                <a:path extrusionOk="0" h="1225" w="1466">
                  <a:moveTo>
                    <a:pt x="783" y="0"/>
                  </a:moveTo>
                  <a:lnTo>
                    <a:pt x="0" y="663"/>
                  </a:lnTo>
                  <a:lnTo>
                    <a:pt x="221" y="743"/>
                  </a:lnTo>
                  <a:lnTo>
                    <a:pt x="341" y="783"/>
                  </a:lnTo>
                  <a:lnTo>
                    <a:pt x="422" y="843"/>
                  </a:lnTo>
                  <a:lnTo>
                    <a:pt x="522" y="924"/>
                  </a:lnTo>
                  <a:lnTo>
                    <a:pt x="582" y="1004"/>
                  </a:lnTo>
                  <a:lnTo>
                    <a:pt x="643" y="1084"/>
                  </a:lnTo>
                  <a:lnTo>
                    <a:pt x="703" y="1205"/>
                  </a:lnTo>
                  <a:lnTo>
                    <a:pt x="723" y="1225"/>
                  </a:lnTo>
                  <a:lnTo>
                    <a:pt x="783" y="1225"/>
                  </a:lnTo>
                  <a:lnTo>
                    <a:pt x="1466" y="602"/>
                  </a:lnTo>
                  <a:lnTo>
                    <a:pt x="78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56" name="Google Shape;1656;p19"/>
            <p:cNvSpPr/>
            <p:nvPr/>
          </p:nvSpPr>
          <p:spPr>
            <a:xfrm>
              <a:off x="5121890" y="4914425"/>
              <a:ext cx="54205" cy="44291"/>
            </a:xfrm>
            <a:custGeom>
              <a:rect b="b" l="l" r="r" t="t"/>
              <a:pathLst>
                <a:path extrusionOk="0" h="1166" w="1427">
                  <a:moveTo>
                    <a:pt x="724" y="1"/>
                  </a:moveTo>
                  <a:lnTo>
                    <a:pt x="1" y="603"/>
                  </a:lnTo>
                  <a:lnTo>
                    <a:pt x="242" y="683"/>
                  </a:lnTo>
                  <a:lnTo>
                    <a:pt x="342" y="724"/>
                  </a:lnTo>
                  <a:lnTo>
                    <a:pt x="423" y="784"/>
                  </a:lnTo>
                  <a:lnTo>
                    <a:pt x="503" y="864"/>
                  </a:lnTo>
                  <a:lnTo>
                    <a:pt x="563" y="965"/>
                  </a:lnTo>
                  <a:lnTo>
                    <a:pt x="684" y="1165"/>
                  </a:lnTo>
                  <a:lnTo>
                    <a:pt x="1427" y="543"/>
                  </a:lnTo>
                  <a:lnTo>
                    <a:pt x="724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57" name="Google Shape;1657;p19"/>
            <p:cNvSpPr/>
            <p:nvPr/>
          </p:nvSpPr>
          <p:spPr>
            <a:xfrm>
              <a:off x="5124207" y="4758839"/>
              <a:ext cx="45772" cy="42733"/>
            </a:xfrm>
            <a:custGeom>
              <a:rect b="b" l="l" r="r" t="t"/>
              <a:pathLst>
                <a:path extrusionOk="0" h="1125" w="1205">
                  <a:moveTo>
                    <a:pt x="663" y="1"/>
                  </a:moveTo>
                  <a:lnTo>
                    <a:pt x="0" y="543"/>
                  </a:lnTo>
                  <a:lnTo>
                    <a:pt x="703" y="1125"/>
                  </a:lnTo>
                  <a:lnTo>
                    <a:pt x="1205" y="663"/>
                  </a:lnTo>
                  <a:lnTo>
                    <a:pt x="663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58" name="Google Shape;1658;p19"/>
            <p:cNvSpPr/>
            <p:nvPr/>
          </p:nvSpPr>
          <p:spPr>
            <a:xfrm>
              <a:off x="3974781" y="4754280"/>
              <a:ext cx="53407" cy="49608"/>
            </a:xfrm>
            <a:custGeom>
              <a:rect b="b" l="l" r="r" t="t"/>
              <a:pathLst>
                <a:path extrusionOk="0" h="1306" w="1406">
                  <a:moveTo>
                    <a:pt x="663" y="0"/>
                  </a:moveTo>
                  <a:lnTo>
                    <a:pt x="563" y="161"/>
                  </a:lnTo>
                  <a:lnTo>
                    <a:pt x="502" y="261"/>
                  </a:lnTo>
                  <a:lnTo>
                    <a:pt x="422" y="341"/>
                  </a:lnTo>
                  <a:lnTo>
                    <a:pt x="322" y="422"/>
                  </a:lnTo>
                  <a:lnTo>
                    <a:pt x="221" y="502"/>
                  </a:lnTo>
                  <a:lnTo>
                    <a:pt x="0" y="663"/>
                  </a:lnTo>
                  <a:lnTo>
                    <a:pt x="683" y="1305"/>
                  </a:lnTo>
                  <a:lnTo>
                    <a:pt x="1406" y="663"/>
                  </a:lnTo>
                  <a:lnTo>
                    <a:pt x="66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59" name="Google Shape;1659;p19"/>
            <p:cNvSpPr/>
            <p:nvPr/>
          </p:nvSpPr>
          <p:spPr>
            <a:xfrm>
              <a:off x="3975541" y="4599416"/>
              <a:ext cx="54964" cy="48089"/>
            </a:xfrm>
            <a:custGeom>
              <a:rect b="b" l="l" r="r" t="t"/>
              <a:pathLst>
                <a:path extrusionOk="0" h="1266" w="1447">
                  <a:moveTo>
                    <a:pt x="683" y="1"/>
                  </a:moveTo>
                  <a:lnTo>
                    <a:pt x="0" y="664"/>
                  </a:lnTo>
                  <a:lnTo>
                    <a:pt x="663" y="1266"/>
                  </a:lnTo>
                  <a:lnTo>
                    <a:pt x="1446" y="603"/>
                  </a:lnTo>
                  <a:lnTo>
                    <a:pt x="1165" y="503"/>
                  </a:lnTo>
                  <a:lnTo>
                    <a:pt x="1065" y="443"/>
                  </a:lnTo>
                  <a:lnTo>
                    <a:pt x="964" y="382"/>
                  </a:lnTo>
                  <a:lnTo>
                    <a:pt x="884" y="282"/>
                  </a:lnTo>
                  <a:lnTo>
                    <a:pt x="804" y="182"/>
                  </a:lnTo>
                  <a:lnTo>
                    <a:pt x="683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60" name="Google Shape;1660;p19"/>
            <p:cNvSpPr/>
            <p:nvPr/>
          </p:nvSpPr>
          <p:spPr>
            <a:xfrm>
              <a:off x="5124967" y="4603252"/>
              <a:ext cx="44253" cy="41214"/>
            </a:xfrm>
            <a:custGeom>
              <a:rect b="b" l="l" r="r" t="t"/>
              <a:pathLst>
                <a:path extrusionOk="0" h="1085" w="1165">
                  <a:moveTo>
                    <a:pt x="643" y="0"/>
                  </a:moveTo>
                  <a:lnTo>
                    <a:pt x="0" y="563"/>
                  </a:lnTo>
                  <a:lnTo>
                    <a:pt x="443" y="911"/>
                  </a:lnTo>
                  <a:lnTo>
                    <a:pt x="443" y="911"/>
                  </a:lnTo>
                  <a:lnTo>
                    <a:pt x="1165" y="462"/>
                  </a:lnTo>
                  <a:lnTo>
                    <a:pt x="643" y="0"/>
                  </a:lnTo>
                  <a:close/>
                  <a:moveTo>
                    <a:pt x="443" y="911"/>
                  </a:moveTo>
                  <a:lnTo>
                    <a:pt x="422" y="924"/>
                  </a:lnTo>
                  <a:lnTo>
                    <a:pt x="663" y="1085"/>
                  </a:lnTo>
                  <a:lnTo>
                    <a:pt x="443" y="91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661" name="Google Shape;1661;p19"/>
          <p:cNvGrpSpPr/>
          <p:nvPr/>
        </p:nvGrpSpPr>
        <p:grpSpPr>
          <a:xfrm>
            <a:off x="3969444" y="51341"/>
            <a:ext cx="1205112" cy="520243"/>
            <a:chOff x="3970982" y="4599416"/>
            <a:chExt cx="1205112" cy="520243"/>
          </a:xfrm>
        </p:grpSpPr>
        <p:sp>
          <p:nvSpPr>
            <p:cNvPr id="1662" name="Google Shape;1662;p19"/>
            <p:cNvSpPr/>
            <p:nvPr/>
          </p:nvSpPr>
          <p:spPr>
            <a:xfrm>
              <a:off x="4793927" y="5066973"/>
              <a:ext cx="53445" cy="50368"/>
            </a:xfrm>
            <a:custGeom>
              <a:rect b="b" l="l" r="r" t="t"/>
              <a:pathLst>
                <a:path extrusionOk="0" h="1326" w="1407">
                  <a:moveTo>
                    <a:pt x="724" y="1"/>
                  </a:moveTo>
                  <a:lnTo>
                    <a:pt x="1" y="683"/>
                  </a:lnTo>
                  <a:lnTo>
                    <a:pt x="21" y="724"/>
                  </a:lnTo>
                  <a:lnTo>
                    <a:pt x="61" y="744"/>
                  </a:lnTo>
                  <a:lnTo>
                    <a:pt x="181" y="784"/>
                  </a:lnTo>
                  <a:lnTo>
                    <a:pt x="322" y="824"/>
                  </a:lnTo>
                  <a:lnTo>
                    <a:pt x="382" y="864"/>
                  </a:lnTo>
                  <a:lnTo>
                    <a:pt x="422" y="884"/>
                  </a:lnTo>
                  <a:lnTo>
                    <a:pt x="503" y="1005"/>
                  </a:lnTo>
                  <a:lnTo>
                    <a:pt x="583" y="1105"/>
                  </a:lnTo>
                  <a:lnTo>
                    <a:pt x="704" y="1326"/>
                  </a:lnTo>
                  <a:lnTo>
                    <a:pt x="1406" y="623"/>
                  </a:lnTo>
                  <a:lnTo>
                    <a:pt x="724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63" name="Google Shape;1663;p19"/>
            <p:cNvSpPr/>
            <p:nvPr/>
          </p:nvSpPr>
          <p:spPr>
            <a:xfrm>
              <a:off x="4465205" y="4599416"/>
              <a:ext cx="54205" cy="50406"/>
            </a:xfrm>
            <a:custGeom>
              <a:rect b="b" l="l" r="r" t="t"/>
              <a:pathLst>
                <a:path extrusionOk="0" h="1327" w="1427">
                  <a:moveTo>
                    <a:pt x="723" y="1"/>
                  </a:moveTo>
                  <a:lnTo>
                    <a:pt x="1" y="684"/>
                  </a:lnTo>
                  <a:lnTo>
                    <a:pt x="221" y="784"/>
                  </a:lnTo>
                  <a:lnTo>
                    <a:pt x="322" y="824"/>
                  </a:lnTo>
                  <a:lnTo>
                    <a:pt x="422" y="884"/>
                  </a:lnTo>
                  <a:lnTo>
                    <a:pt x="502" y="1005"/>
                  </a:lnTo>
                  <a:lnTo>
                    <a:pt x="583" y="1105"/>
                  </a:lnTo>
                  <a:lnTo>
                    <a:pt x="723" y="1326"/>
                  </a:lnTo>
                  <a:lnTo>
                    <a:pt x="1426" y="643"/>
                  </a:lnTo>
                  <a:lnTo>
                    <a:pt x="723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64" name="Google Shape;1664;p19"/>
            <p:cNvSpPr/>
            <p:nvPr/>
          </p:nvSpPr>
          <p:spPr>
            <a:xfrm>
              <a:off x="4632225" y="4599416"/>
              <a:ext cx="50406" cy="48887"/>
            </a:xfrm>
            <a:custGeom>
              <a:rect b="b" l="l" r="r" t="t"/>
              <a:pathLst>
                <a:path extrusionOk="0" h="1287" w="1327">
                  <a:moveTo>
                    <a:pt x="664" y="1"/>
                  </a:moveTo>
                  <a:lnTo>
                    <a:pt x="1" y="664"/>
                  </a:lnTo>
                  <a:lnTo>
                    <a:pt x="664" y="1286"/>
                  </a:lnTo>
                  <a:lnTo>
                    <a:pt x="1326" y="623"/>
                  </a:lnTo>
                  <a:lnTo>
                    <a:pt x="664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65" name="Google Shape;1665;p19"/>
            <p:cNvSpPr/>
            <p:nvPr/>
          </p:nvSpPr>
          <p:spPr>
            <a:xfrm>
              <a:off x="4466725" y="4755040"/>
              <a:ext cx="54205" cy="51888"/>
            </a:xfrm>
            <a:custGeom>
              <a:rect b="b" l="l" r="r" t="t"/>
              <a:pathLst>
                <a:path extrusionOk="0" h="1366" w="1427">
                  <a:moveTo>
                    <a:pt x="703" y="0"/>
                  </a:moveTo>
                  <a:lnTo>
                    <a:pt x="1" y="643"/>
                  </a:lnTo>
                  <a:lnTo>
                    <a:pt x="744" y="1366"/>
                  </a:lnTo>
                  <a:lnTo>
                    <a:pt x="784" y="1225"/>
                  </a:lnTo>
                  <a:lnTo>
                    <a:pt x="844" y="1125"/>
                  </a:lnTo>
                  <a:lnTo>
                    <a:pt x="924" y="1024"/>
                  </a:lnTo>
                  <a:lnTo>
                    <a:pt x="1005" y="944"/>
                  </a:lnTo>
                  <a:lnTo>
                    <a:pt x="1105" y="864"/>
                  </a:lnTo>
                  <a:lnTo>
                    <a:pt x="1205" y="803"/>
                  </a:lnTo>
                  <a:lnTo>
                    <a:pt x="1426" y="683"/>
                  </a:lnTo>
                  <a:lnTo>
                    <a:pt x="1346" y="582"/>
                  </a:lnTo>
                  <a:lnTo>
                    <a:pt x="1266" y="522"/>
                  </a:lnTo>
                  <a:lnTo>
                    <a:pt x="1045" y="402"/>
                  </a:lnTo>
                  <a:lnTo>
                    <a:pt x="964" y="342"/>
                  </a:lnTo>
                  <a:lnTo>
                    <a:pt x="884" y="281"/>
                  </a:lnTo>
                  <a:lnTo>
                    <a:pt x="824" y="181"/>
                  </a:lnTo>
                  <a:lnTo>
                    <a:pt x="804" y="40"/>
                  </a:lnTo>
                  <a:lnTo>
                    <a:pt x="784" y="20"/>
                  </a:lnTo>
                  <a:lnTo>
                    <a:pt x="744" y="20"/>
                  </a:lnTo>
                  <a:lnTo>
                    <a:pt x="70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66" name="Google Shape;1666;p19"/>
            <p:cNvSpPr/>
            <p:nvPr/>
          </p:nvSpPr>
          <p:spPr>
            <a:xfrm>
              <a:off x="4629946" y="4754280"/>
              <a:ext cx="54205" cy="54167"/>
            </a:xfrm>
            <a:custGeom>
              <a:rect b="b" l="l" r="r" t="t"/>
              <a:pathLst>
                <a:path extrusionOk="0" h="1426" w="1427">
                  <a:moveTo>
                    <a:pt x="724" y="0"/>
                  </a:moveTo>
                  <a:lnTo>
                    <a:pt x="1" y="703"/>
                  </a:lnTo>
                  <a:lnTo>
                    <a:pt x="121" y="743"/>
                  </a:lnTo>
                  <a:lnTo>
                    <a:pt x="242" y="823"/>
                  </a:lnTo>
                  <a:lnTo>
                    <a:pt x="342" y="884"/>
                  </a:lnTo>
                  <a:lnTo>
                    <a:pt x="422" y="984"/>
                  </a:lnTo>
                  <a:lnTo>
                    <a:pt x="603" y="1185"/>
                  </a:lnTo>
                  <a:lnTo>
                    <a:pt x="744" y="1426"/>
                  </a:lnTo>
                  <a:lnTo>
                    <a:pt x="844" y="1165"/>
                  </a:lnTo>
                  <a:lnTo>
                    <a:pt x="904" y="1064"/>
                  </a:lnTo>
                  <a:lnTo>
                    <a:pt x="964" y="984"/>
                  </a:lnTo>
                  <a:lnTo>
                    <a:pt x="1065" y="904"/>
                  </a:lnTo>
                  <a:lnTo>
                    <a:pt x="1185" y="823"/>
                  </a:lnTo>
                  <a:lnTo>
                    <a:pt x="1426" y="683"/>
                  </a:lnTo>
                  <a:lnTo>
                    <a:pt x="724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67" name="Google Shape;1667;p19"/>
            <p:cNvSpPr/>
            <p:nvPr/>
          </p:nvSpPr>
          <p:spPr>
            <a:xfrm>
              <a:off x="4796206" y="4755040"/>
              <a:ext cx="51166" cy="47329"/>
            </a:xfrm>
            <a:custGeom>
              <a:rect b="b" l="l" r="r" t="t"/>
              <a:pathLst>
                <a:path extrusionOk="0" h="1246" w="1347">
                  <a:moveTo>
                    <a:pt x="664" y="0"/>
                  </a:moveTo>
                  <a:lnTo>
                    <a:pt x="1" y="663"/>
                  </a:lnTo>
                  <a:lnTo>
                    <a:pt x="664" y="1245"/>
                  </a:lnTo>
                  <a:lnTo>
                    <a:pt x="1346" y="663"/>
                  </a:lnTo>
                  <a:lnTo>
                    <a:pt x="664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68" name="Google Shape;1668;p19"/>
            <p:cNvSpPr/>
            <p:nvPr/>
          </p:nvSpPr>
          <p:spPr>
            <a:xfrm>
              <a:off x="4459090" y="4906031"/>
              <a:ext cx="64119" cy="55724"/>
            </a:xfrm>
            <a:custGeom>
              <a:rect b="b" l="l" r="r" t="t"/>
              <a:pathLst>
                <a:path extrusionOk="0" h="1467" w="1688">
                  <a:moveTo>
                    <a:pt x="864" y="1"/>
                  </a:moveTo>
                  <a:lnTo>
                    <a:pt x="764" y="262"/>
                  </a:lnTo>
                  <a:lnTo>
                    <a:pt x="704" y="362"/>
                  </a:lnTo>
                  <a:lnTo>
                    <a:pt x="643" y="463"/>
                  </a:lnTo>
                  <a:lnTo>
                    <a:pt x="523" y="543"/>
                  </a:lnTo>
                  <a:lnTo>
                    <a:pt x="382" y="623"/>
                  </a:lnTo>
                  <a:lnTo>
                    <a:pt x="1" y="844"/>
                  </a:lnTo>
                  <a:lnTo>
                    <a:pt x="162" y="864"/>
                  </a:lnTo>
                  <a:lnTo>
                    <a:pt x="302" y="904"/>
                  </a:lnTo>
                  <a:lnTo>
                    <a:pt x="423" y="965"/>
                  </a:lnTo>
                  <a:lnTo>
                    <a:pt x="543" y="1025"/>
                  </a:lnTo>
                  <a:lnTo>
                    <a:pt x="623" y="1085"/>
                  </a:lnTo>
                  <a:lnTo>
                    <a:pt x="704" y="1186"/>
                  </a:lnTo>
                  <a:lnTo>
                    <a:pt x="744" y="1286"/>
                  </a:lnTo>
                  <a:lnTo>
                    <a:pt x="784" y="1406"/>
                  </a:lnTo>
                  <a:lnTo>
                    <a:pt x="804" y="1427"/>
                  </a:lnTo>
                  <a:lnTo>
                    <a:pt x="864" y="1447"/>
                  </a:lnTo>
                  <a:lnTo>
                    <a:pt x="985" y="1467"/>
                  </a:lnTo>
                  <a:lnTo>
                    <a:pt x="1045" y="1286"/>
                  </a:lnTo>
                  <a:lnTo>
                    <a:pt x="1065" y="1206"/>
                  </a:lnTo>
                  <a:lnTo>
                    <a:pt x="1105" y="1145"/>
                  </a:lnTo>
                  <a:lnTo>
                    <a:pt x="1246" y="1045"/>
                  </a:lnTo>
                  <a:lnTo>
                    <a:pt x="1386" y="945"/>
                  </a:lnTo>
                  <a:lnTo>
                    <a:pt x="1688" y="744"/>
                  </a:lnTo>
                  <a:lnTo>
                    <a:pt x="1547" y="684"/>
                  </a:lnTo>
                  <a:lnTo>
                    <a:pt x="1427" y="623"/>
                  </a:lnTo>
                  <a:lnTo>
                    <a:pt x="1306" y="543"/>
                  </a:lnTo>
                  <a:lnTo>
                    <a:pt x="1206" y="463"/>
                  </a:lnTo>
                  <a:lnTo>
                    <a:pt x="1105" y="362"/>
                  </a:lnTo>
                  <a:lnTo>
                    <a:pt x="1025" y="262"/>
                  </a:lnTo>
                  <a:lnTo>
                    <a:pt x="864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69" name="Google Shape;1669;p19"/>
            <p:cNvSpPr/>
            <p:nvPr/>
          </p:nvSpPr>
          <p:spPr>
            <a:xfrm>
              <a:off x="4631466" y="4910627"/>
              <a:ext cx="53445" cy="50368"/>
            </a:xfrm>
            <a:custGeom>
              <a:rect b="b" l="l" r="r" t="t"/>
              <a:pathLst>
                <a:path extrusionOk="0" h="1326" w="1407">
                  <a:moveTo>
                    <a:pt x="684" y="0"/>
                  </a:moveTo>
                  <a:lnTo>
                    <a:pt x="1" y="663"/>
                  </a:lnTo>
                  <a:lnTo>
                    <a:pt x="724" y="1326"/>
                  </a:lnTo>
                  <a:lnTo>
                    <a:pt x="764" y="1225"/>
                  </a:lnTo>
                  <a:lnTo>
                    <a:pt x="824" y="1105"/>
                  </a:lnTo>
                  <a:lnTo>
                    <a:pt x="904" y="1024"/>
                  </a:lnTo>
                  <a:lnTo>
                    <a:pt x="985" y="944"/>
                  </a:lnTo>
                  <a:lnTo>
                    <a:pt x="1186" y="804"/>
                  </a:lnTo>
                  <a:lnTo>
                    <a:pt x="1406" y="683"/>
                  </a:lnTo>
                  <a:lnTo>
                    <a:pt x="1326" y="583"/>
                  </a:lnTo>
                  <a:lnTo>
                    <a:pt x="1246" y="522"/>
                  </a:lnTo>
                  <a:lnTo>
                    <a:pt x="1045" y="402"/>
                  </a:lnTo>
                  <a:lnTo>
                    <a:pt x="945" y="342"/>
                  </a:lnTo>
                  <a:lnTo>
                    <a:pt x="864" y="261"/>
                  </a:lnTo>
                  <a:lnTo>
                    <a:pt x="804" y="161"/>
                  </a:lnTo>
                  <a:lnTo>
                    <a:pt x="784" y="41"/>
                  </a:lnTo>
                  <a:lnTo>
                    <a:pt x="764" y="20"/>
                  </a:lnTo>
                  <a:lnTo>
                    <a:pt x="724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70" name="Google Shape;1670;p19"/>
            <p:cNvSpPr/>
            <p:nvPr/>
          </p:nvSpPr>
          <p:spPr>
            <a:xfrm>
              <a:off x="4796206" y="4911386"/>
              <a:ext cx="51166" cy="48089"/>
            </a:xfrm>
            <a:custGeom>
              <a:rect b="b" l="l" r="r" t="t"/>
              <a:pathLst>
                <a:path extrusionOk="0" h="1266" w="1347">
                  <a:moveTo>
                    <a:pt x="664" y="0"/>
                  </a:moveTo>
                  <a:lnTo>
                    <a:pt x="1" y="623"/>
                  </a:lnTo>
                  <a:lnTo>
                    <a:pt x="684" y="1265"/>
                  </a:lnTo>
                  <a:lnTo>
                    <a:pt x="1346" y="603"/>
                  </a:lnTo>
                  <a:lnTo>
                    <a:pt x="664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71" name="Google Shape;1671;p19"/>
            <p:cNvSpPr/>
            <p:nvPr/>
          </p:nvSpPr>
          <p:spPr>
            <a:xfrm>
              <a:off x="4462166" y="5065454"/>
              <a:ext cx="58003" cy="53445"/>
            </a:xfrm>
            <a:custGeom>
              <a:rect b="b" l="l" r="r" t="t"/>
              <a:pathLst>
                <a:path extrusionOk="0" h="1407" w="1527">
                  <a:moveTo>
                    <a:pt x="783" y="1"/>
                  </a:moveTo>
                  <a:lnTo>
                    <a:pt x="683" y="161"/>
                  </a:lnTo>
                  <a:lnTo>
                    <a:pt x="623" y="282"/>
                  </a:lnTo>
                  <a:lnTo>
                    <a:pt x="542" y="362"/>
                  </a:lnTo>
                  <a:lnTo>
                    <a:pt x="422" y="442"/>
                  </a:lnTo>
                  <a:lnTo>
                    <a:pt x="301" y="523"/>
                  </a:lnTo>
                  <a:lnTo>
                    <a:pt x="0" y="663"/>
                  </a:lnTo>
                  <a:lnTo>
                    <a:pt x="301" y="844"/>
                  </a:lnTo>
                  <a:lnTo>
                    <a:pt x="422" y="904"/>
                  </a:lnTo>
                  <a:lnTo>
                    <a:pt x="542" y="984"/>
                  </a:lnTo>
                  <a:lnTo>
                    <a:pt x="582" y="1045"/>
                  </a:lnTo>
                  <a:lnTo>
                    <a:pt x="603" y="1105"/>
                  </a:lnTo>
                  <a:lnTo>
                    <a:pt x="643" y="1225"/>
                  </a:lnTo>
                  <a:lnTo>
                    <a:pt x="683" y="1346"/>
                  </a:lnTo>
                  <a:lnTo>
                    <a:pt x="703" y="1386"/>
                  </a:lnTo>
                  <a:lnTo>
                    <a:pt x="763" y="1406"/>
                  </a:lnTo>
                  <a:lnTo>
                    <a:pt x="1526" y="683"/>
                  </a:lnTo>
                  <a:lnTo>
                    <a:pt x="783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72" name="Google Shape;1672;p19"/>
            <p:cNvSpPr/>
            <p:nvPr/>
          </p:nvSpPr>
          <p:spPr>
            <a:xfrm>
              <a:off x="4630706" y="5066213"/>
              <a:ext cx="53445" cy="50368"/>
            </a:xfrm>
            <a:custGeom>
              <a:rect b="b" l="l" r="r" t="t"/>
              <a:pathLst>
                <a:path extrusionOk="0" h="1326" w="1407">
                  <a:moveTo>
                    <a:pt x="704" y="1"/>
                  </a:moveTo>
                  <a:lnTo>
                    <a:pt x="1" y="663"/>
                  </a:lnTo>
                  <a:lnTo>
                    <a:pt x="704" y="1326"/>
                  </a:lnTo>
                  <a:lnTo>
                    <a:pt x="1406" y="663"/>
                  </a:lnTo>
                  <a:lnTo>
                    <a:pt x="704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73" name="Google Shape;1673;p19"/>
            <p:cNvSpPr/>
            <p:nvPr/>
          </p:nvSpPr>
          <p:spPr>
            <a:xfrm>
              <a:off x="4797004" y="4600213"/>
              <a:ext cx="50368" cy="46532"/>
            </a:xfrm>
            <a:custGeom>
              <a:rect b="b" l="l" r="r" t="t"/>
              <a:pathLst>
                <a:path extrusionOk="0" h="1225" w="1326">
                  <a:moveTo>
                    <a:pt x="643" y="0"/>
                  </a:moveTo>
                  <a:lnTo>
                    <a:pt x="0" y="622"/>
                  </a:lnTo>
                  <a:lnTo>
                    <a:pt x="643" y="1225"/>
                  </a:lnTo>
                  <a:lnTo>
                    <a:pt x="1325" y="643"/>
                  </a:lnTo>
                  <a:lnTo>
                    <a:pt x="64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74" name="Google Shape;1674;p19"/>
            <p:cNvSpPr/>
            <p:nvPr/>
          </p:nvSpPr>
          <p:spPr>
            <a:xfrm>
              <a:off x="4960985" y="4602492"/>
              <a:ext cx="49608" cy="44253"/>
            </a:xfrm>
            <a:custGeom>
              <a:rect b="b" l="l" r="r" t="t"/>
              <a:pathLst>
                <a:path extrusionOk="0" h="1165" w="1306">
                  <a:moveTo>
                    <a:pt x="663" y="0"/>
                  </a:moveTo>
                  <a:lnTo>
                    <a:pt x="0" y="562"/>
                  </a:lnTo>
                  <a:lnTo>
                    <a:pt x="643" y="1165"/>
                  </a:lnTo>
                  <a:lnTo>
                    <a:pt x="1305" y="583"/>
                  </a:lnTo>
                  <a:lnTo>
                    <a:pt x="66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75" name="Google Shape;1675;p19"/>
            <p:cNvSpPr/>
            <p:nvPr/>
          </p:nvSpPr>
          <p:spPr>
            <a:xfrm>
              <a:off x="4303503" y="4600213"/>
              <a:ext cx="53445" cy="54167"/>
            </a:xfrm>
            <a:custGeom>
              <a:rect b="b" l="l" r="r" t="t"/>
              <a:pathLst>
                <a:path extrusionOk="0" h="1426" w="1407">
                  <a:moveTo>
                    <a:pt x="683" y="0"/>
                  </a:moveTo>
                  <a:lnTo>
                    <a:pt x="1" y="622"/>
                  </a:lnTo>
                  <a:lnTo>
                    <a:pt x="804" y="1426"/>
                  </a:lnTo>
                  <a:lnTo>
                    <a:pt x="804" y="1265"/>
                  </a:lnTo>
                  <a:lnTo>
                    <a:pt x="824" y="1145"/>
                  </a:lnTo>
                  <a:lnTo>
                    <a:pt x="864" y="1024"/>
                  </a:lnTo>
                  <a:lnTo>
                    <a:pt x="904" y="944"/>
                  </a:lnTo>
                  <a:lnTo>
                    <a:pt x="985" y="884"/>
                  </a:lnTo>
                  <a:lnTo>
                    <a:pt x="1065" y="823"/>
                  </a:lnTo>
                  <a:lnTo>
                    <a:pt x="1165" y="783"/>
                  </a:lnTo>
                  <a:lnTo>
                    <a:pt x="1286" y="763"/>
                  </a:lnTo>
                  <a:lnTo>
                    <a:pt x="1326" y="743"/>
                  </a:lnTo>
                  <a:lnTo>
                    <a:pt x="1366" y="703"/>
                  </a:lnTo>
                  <a:lnTo>
                    <a:pt x="1386" y="683"/>
                  </a:lnTo>
                  <a:lnTo>
                    <a:pt x="1406" y="643"/>
                  </a:lnTo>
                  <a:lnTo>
                    <a:pt x="1386" y="602"/>
                  </a:lnTo>
                  <a:lnTo>
                    <a:pt x="1366" y="562"/>
                  </a:lnTo>
                  <a:lnTo>
                    <a:pt x="1306" y="502"/>
                  </a:lnTo>
                  <a:lnTo>
                    <a:pt x="1145" y="442"/>
                  </a:lnTo>
                  <a:lnTo>
                    <a:pt x="985" y="361"/>
                  </a:lnTo>
                  <a:lnTo>
                    <a:pt x="924" y="321"/>
                  </a:lnTo>
                  <a:lnTo>
                    <a:pt x="864" y="261"/>
                  </a:lnTo>
                  <a:lnTo>
                    <a:pt x="824" y="181"/>
                  </a:lnTo>
                  <a:lnTo>
                    <a:pt x="804" y="80"/>
                  </a:lnTo>
                  <a:lnTo>
                    <a:pt x="784" y="40"/>
                  </a:lnTo>
                  <a:lnTo>
                    <a:pt x="744" y="20"/>
                  </a:lnTo>
                  <a:lnTo>
                    <a:pt x="68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76" name="Google Shape;1676;p19"/>
            <p:cNvSpPr/>
            <p:nvPr/>
          </p:nvSpPr>
          <p:spPr>
            <a:xfrm>
              <a:off x="4303503" y="4755040"/>
              <a:ext cx="52685" cy="49608"/>
            </a:xfrm>
            <a:custGeom>
              <a:rect b="b" l="l" r="r" t="t"/>
              <a:pathLst>
                <a:path extrusionOk="0" h="1306" w="1387">
                  <a:moveTo>
                    <a:pt x="663" y="0"/>
                  </a:moveTo>
                  <a:lnTo>
                    <a:pt x="583" y="60"/>
                  </a:lnTo>
                  <a:lnTo>
                    <a:pt x="523" y="141"/>
                  </a:lnTo>
                  <a:lnTo>
                    <a:pt x="422" y="301"/>
                  </a:lnTo>
                  <a:lnTo>
                    <a:pt x="342" y="382"/>
                  </a:lnTo>
                  <a:lnTo>
                    <a:pt x="262" y="462"/>
                  </a:lnTo>
                  <a:lnTo>
                    <a:pt x="161" y="522"/>
                  </a:lnTo>
                  <a:lnTo>
                    <a:pt x="41" y="542"/>
                  </a:lnTo>
                  <a:lnTo>
                    <a:pt x="21" y="562"/>
                  </a:lnTo>
                  <a:lnTo>
                    <a:pt x="21" y="603"/>
                  </a:lnTo>
                  <a:lnTo>
                    <a:pt x="1" y="643"/>
                  </a:lnTo>
                  <a:lnTo>
                    <a:pt x="663" y="1305"/>
                  </a:lnTo>
                  <a:lnTo>
                    <a:pt x="1386" y="663"/>
                  </a:lnTo>
                  <a:lnTo>
                    <a:pt x="66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77" name="Google Shape;1677;p19"/>
            <p:cNvSpPr/>
            <p:nvPr/>
          </p:nvSpPr>
          <p:spPr>
            <a:xfrm>
              <a:off x="4959428" y="5066973"/>
              <a:ext cx="51925" cy="48089"/>
            </a:xfrm>
            <a:custGeom>
              <a:rect b="b" l="l" r="r" t="t"/>
              <a:pathLst>
                <a:path extrusionOk="0" h="1266" w="1367">
                  <a:moveTo>
                    <a:pt x="704" y="1"/>
                  </a:moveTo>
                  <a:lnTo>
                    <a:pt x="1" y="623"/>
                  </a:lnTo>
                  <a:lnTo>
                    <a:pt x="704" y="1266"/>
                  </a:lnTo>
                  <a:lnTo>
                    <a:pt x="1366" y="643"/>
                  </a:lnTo>
                  <a:lnTo>
                    <a:pt x="704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78" name="Google Shape;1678;p19"/>
            <p:cNvSpPr/>
            <p:nvPr/>
          </p:nvSpPr>
          <p:spPr>
            <a:xfrm>
              <a:off x="4301984" y="5066213"/>
              <a:ext cx="55724" cy="53445"/>
            </a:xfrm>
            <a:custGeom>
              <a:rect b="b" l="l" r="r" t="t"/>
              <a:pathLst>
                <a:path extrusionOk="0" h="1407" w="1467">
                  <a:moveTo>
                    <a:pt x="703" y="1"/>
                  </a:moveTo>
                  <a:lnTo>
                    <a:pt x="0" y="663"/>
                  </a:lnTo>
                  <a:lnTo>
                    <a:pt x="804" y="1406"/>
                  </a:lnTo>
                  <a:lnTo>
                    <a:pt x="824" y="1246"/>
                  </a:lnTo>
                  <a:lnTo>
                    <a:pt x="864" y="1125"/>
                  </a:lnTo>
                  <a:lnTo>
                    <a:pt x="944" y="1025"/>
                  </a:lnTo>
                  <a:lnTo>
                    <a:pt x="1045" y="944"/>
                  </a:lnTo>
                  <a:lnTo>
                    <a:pt x="1145" y="884"/>
                  </a:lnTo>
                  <a:lnTo>
                    <a:pt x="1245" y="824"/>
                  </a:lnTo>
                  <a:lnTo>
                    <a:pt x="1466" y="683"/>
                  </a:lnTo>
                  <a:lnTo>
                    <a:pt x="703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79" name="Google Shape;1679;p19"/>
            <p:cNvSpPr/>
            <p:nvPr/>
          </p:nvSpPr>
          <p:spPr>
            <a:xfrm>
              <a:off x="4960226" y="4757319"/>
              <a:ext cx="51128" cy="45050"/>
            </a:xfrm>
            <a:custGeom>
              <a:rect b="b" l="l" r="r" t="t"/>
              <a:pathLst>
                <a:path extrusionOk="0" h="1186" w="1346">
                  <a:moveTo>
                    <a:pt x="663" y="0"/>
                  </a:moveTo>
                  <a:lnTo>
                    <a:pt x="0" y="583"/>
                  </a:lnTo>
                  <a:lnTo>
                    <a:pt x="663" y="1185"/>
                  </a:lnTo>
                  <a:lnTo>
                    <a:pt x="1345" y="603"/>
                  </a:lnTo>
                  <a:lnTo>
                    <a:pt x="66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80" name="Google Shape;1680;p19"/>
            <p:cNvSpPr/>
            <p:nvPr/>
          </p:nvSpPr>
          <p:spPr>
            <a:xfrm>
              <a:off x="4137243" y="5064694"/>
              <a:ext cx="58763" cy="54964"/>
            </a:xfrm>
            <a:custGeom>
              <a:rect b="b" l="l" r="r" t="t"/>
              <a:pathLst>
                <a:path extrusionOk="0" h="1447" w="1547">
                  <a:moveTo>
                    <a:pt x="763" y="0"/>
                  </a:moveTo>
                  <a:lnTo>
                    <a:pt x="0" y="703"/>
                  </a:lnTo>
                  <a:lnTo>
                    <a:pt x="804" y="1446"/>
                  </a:lnTo>
                  <a:lnTo>
                    <a:pt x="824" y="1306"/>
                  </a:lnTo>
                  <a:lnTo>
                    <a:pt x="884" y="1165"/>
                  </a:lnTo>
                  <a:lnTo>
                    <a:pt x="964" y="1065"/>
                  </a:lnTo>
                  <a:lnTo>
                    <a:pt x="1065" y="984"/>
                  </a:lnTo>
                  <a:lnTo>
                    <a:pt x="1165" y="904"/>
                  </a:lnTo>
                  <a:lnTo>
                    <a:pt x="1285" y="844"/>
                  </a:lnTo>
                  <a:lnTo>
                    <a:pt x="1546" y="683"/>
                  </a:lnTo>
                  <a:lnTo>
                    <a:pt x="1245" y="543"/>
                  </a:lnTo>
                  <a:lnTo>
                    <a:pt x="1125" y="482"/>
                  </a:lnTo>
                  <a:lnTo>
                    <a:pt x="1024" y="402"/>
                  </a:lnTo>
                  <a:lnTo>
                    <a:pt x="944" y="322"/>
                  </a:lnTo>
                  <a:lnTo>
                    <a:pt x="864" y="201"/>
                  </a:lnTo>
                  <a:lnTo>
                    <a:pt x="76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81" name="Google Shape;1681;p19"/>
            <p:cNvSpPr/>
            <p:nvPr/>
          </p:nvSpPr>
          <p:spPr>
            <a:xfrm>
              <a:off x="4959428" y="4912906"/>
              <a:ext cx="51925" cy="46570"/>
            </a:xfrm>
            <a:custGeom>
              <a:rect b="b" l="l" r="r" t="t"/>
              <a:pathLst>
                <a:path extrusionOk="0" h="1226" w="1367">
                  <a:moveTo>
                    <a:pt x="704" y="1"/>
                  </a:moveTo>
                  <a:lnTo>
                    <a:pt x="1" y="583"/>
                  </a:lnTo>
                  <a:lnTo>
                    <a:pt x="704" y="1225"/>
                  </a:lnTo>
                  <a:lnTo>
                    <a:pt x="1366" y="583"/>
                  </a:lnTo>
                  <a:lnTo>
                    <a:pt x="704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82" name="Google Shape;1682;p19"/>
            <p:cNvSpPr/>
            <p:nvPr/>
          </p:nvSpPr>
          <p:spPr>
            <a:xfrm>
              <a:off x="4302743" y="4909867"/>
              <a:ext cx="53445" cy="54964"/>
            </a:xfrm>
            <a:custGeom>
              <a:rect b="b" l="l" r="r" t="t"/>
              <a:pathLst>
                <a:path extrusionOk="0" h="1447" w="1407">
                  <a:moveTo>
                    <a:pt x="683" y="0"/>
                  </a:moveTo>
                  <a:lnTo>
                    <a:pt x="603" y="81"/>
                  </a:lnTo>
                  <a:lnTo>
                    <a:pt x="543" y="161"/>
                  </a:lnTo>
                  <a:lnTo>
                    <a:pt x="422" y="342"/>
                  </a:lnTo>
                  <a:lnTo>
                    <a:pt x="362" y="422"/>
                  </a:lnTo>
                  <a:lnTo>
                    <a:pt x="262" y="482"/>
                  </a:lnTo>
                  <a:lnTo>
                    <a:pt x="161" y="542"/>
                  </a:lnTo>
                  <a:lnTo>
                    <a:pt x="41" y="563"/>
                  </a:lnTo>
                  <a:lnTo>
                    <a:pt x="21" y="583"/>
                  </a:lnTo>
                  <a:lnTo>
                    <a:pt x="21" y="643"/>
                  </a:lnTo>
                  <a:lnTo>
                    <a:pt x="1" y="763"/>
                  </a:lnTo>
                  <a:lnTo>
                    <a:pt x="221" y="864"/>
                  </a:lnTo>
                  <a:lnTo>
                    <a:pt x="322" y="904"/>
                  </a:lnTo>
                  <a:lnTo>
                    <a:pt x="422" y="964"/>
                  </a:lnTo>
                  <a:lnTo>
                    <a:pt x="503" y="1085"/>
                  </a:lnTo>
                  <a:lnTo>
                    <a:pt x="563" y="1185"/>
                  </a:lnTo>
                  <a:lnTo>
                    <a:pt x="703" y="1446"/>
                  </a:lnTo>
                  <a:lnTo>
                    <a:pt x="1406" y="683"/>
                  </a:lnTo>
                  <a:lnTo>
                    <a:pt x="68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83" name="Google Shape;1683;p19"/>
            <p:cNvSpPr/>
            <p:nvPr/>
          </p:nvSpPr>
          <p:spPr>
            <a:xfrm>
              <a:off x="4138762" y="4901472"/>
              <a:ext cx="57243" cy="60282"/>
            </a:xfrm>
            <a:custGeom>
              <a:rect b="b" l="l" r="r" t="t"/>
              <a:pathLst>
                <a:path extrusionOk="0" h="1587" w="1507">
                  <a:moveTo>
                    <a:pt x="683" y="0"/>
                  </a:moveTo>
                  <a:lnTo>
                    <a:pt x="563" y="302"/>
                  </a:lnTo>
                  <a:lnTo>
                    <a:pt x="502" y="422"/>
                  </a:lnTo>
                  <a:lnTo>
                    <a:pt x="422" y="522"/>
                  </a:lnTo>
                  <a:lnTo>
                    <a:pt x="342" y="623"/>
                  </a:lnTo>
                  <a:lnTo>
                    <a:pt x="262" y="683"/>
                  </a:lnTo>
                  <a:lnTo>
                    <a:pt x="161" y="743"/>
                  </a:lnTo>
                  <a:lnTo>
                    <a:pt x="41" y="784"/>
                  </a:lnTo>
                  <a:lnTo>
                    <a:pt x="21" y="804"/>
                  </a:lnTo>
                  <a:lnTo>
                    <a:pt x="0" y="844"/>
                  </a:lnTo>
                  <a:lnTo>
                    <a:pt x="0" y="904"/>
                  </a:lnTo>
                  <a:lnTo>
                    <a:pt x="764" y="1587"/>
                  </a:lnTo>
                  <a:lnTo>
                    <a:pt x="824" y="1406"/>
                  </a:lnTo>
                  <a:lnTo>
                    <a:pt x="864" y="1306"/>
                  </a:lnTo>
                  <a:lnTo>
                    <a:pt x="904" y="1245"/>
                  </a:lnTo>
                  <a:lnTo>
                    <a:pt x="1045" y="1165"/>
                  </a:lnTo>
                  <a:lnTo>
                    <a:pt x="1185" y="1065"/>
                  </a:lnTo>
                  <a:lnTo>
                    <a:pt x="1506" y="884"/>
                  </a:lnTo>
                  <a:lnTo>
                    <a:pt x="1225" y="743"/>
                  </a:lnTo>
                  <a:lnTo>
                    <a:pt x="1105" y="663"/>
                  </a:lnTo>
                  <a:lnTo>
                    <a:pt x="1004" y="583"/>
                  </a:lnTo>
                  <a:lnTo>
                    <a:pt x="904" y="482"/>
                  </a:lnTo>
                  <a:lnTo>
                    <a:pt x="824" y="342"/>
                  </a:lnTo>
                  <a:lnTo>
                    <a:pt x="743" y="201"/>
                  </a:lnTo>
                  <a:lnTo>
                    <a:pt x="68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84" name="Google Shape;1684;p19"/>
            <p:cNvSpPr/>
            <p:nvPr/>
          </p:nvSpPr>
          <p:spPr>
            <a:xfrm>
              <a:off x="3970982" y="5065454"/>
              <a:ext cx="58003" cy="51128"/>
            </a:xfrm>
            <a:custGeom>
              <a:rect b="b" l="l" r="r" t="t"/>
              <a:pathLst>
                <a:path extrusionOk="0" h="1346" w="1527">
                  <a:moveTo>
                    <a:pt x="783" y="1"/>
                  </a:moveTo>
                  <a:lnTo>
                    <a:pt x="0" y="723"/>
                  </a:lnTo>
                  <a:lnTo>
                    <a:pt x="221" y="824"/>
                  </a:lnTo>
                  <a:lnTo>
                    <a:pt x="422" y="944"/>
                  </a:lnTo>
                  <a:lnTo>
                    <a:pt x="522" y="1025"/>
                  </a:lnTo>
                  <a:lnTo>
                    <a:pt x="582" y="1105"/>
                  </a:lnTo>
                  <a:lnTo>
                    <a:pt x="643" y="1205"/>
                  </a:lnTo>
                  <a:lnTo>
                    <a:pt x="703" y="1326"/>
                  </a:lnTo>
                  <a:lnTo>
                    <a:pt x="723" y="1346"/>
                  </a:lnTo>
                  <a:lnTo>
                    <a:pt x="783" y="1346"/>
                  </a:lnTo>
                  <a:lnTo>
                    <a:pt x="1526" y="663"/>
                  </a:lnTo>
                  <a:lnTo>
                    <a:pt x="783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85" name="Google Shape;1685;p19"/>
            <p:cNvSpPr/>
            <p:nvPr/>
          </p:nvSpPr>
          <p:spPr>
            <a:xfrm>
              <a:off x="3973261" y="4910627"/>
              <a:ext cx="54926" cy="50368"/>
            </a:xfrm>
            <a:custGeom>
              <a:rect b="b" l="l" r="r" t="t"/>
              <a:pathLst>
                <a:path extrusionOk="0" h="1326" w="1446">
                  <a:moveTo>
                    <a:pt x="703" y="0"/>
                  </a:moveTo>
                  <a:lnTo>
                    <a:pt x="0" y="663"/>
                  </a:lnTo>
                  <a:lnTo>
                    <a:pt x="723" y="1326"/>
                  </a:lnTo>
                  <a:lnTo>
                    <a:pt x="1446" y="663"/>
                  </a:lnTo>
                  <a:lnTo>
                    <a:pt x="70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86" name="Google Shape;1686;p19"/>
            <p:cNvSpPr/>
            <p:nvPr/>
          </p:nvSpPr>
          <p:spPr>
            <a:xfrm>
              <a:off x="5123447" y="5069252"/>
              <a:ext cx="52647" cy="44291"/>
            </a:xfrm>
            <a:custGeom>
              <a:rect b="b" l="l" r="r" t="t"/>
              <a:pathLst>
                <a:path extrusionOk="0" h="1166" w="1386">
                  <a:moveTo>
                    <a:pt x="683" y="1"/>
                  </a:moveTo>
                  <a:lnTo>
                    <a:pt x="0" y="563"/>
                  </a:lnTo>
                  <a:lnTo>
                    <a:pt x="723" y="1166"/>
                  </a:lnTo>
                  <a:lnTo>
                    <a:pt x="1386" y="543"/>
                  </a:lnTo>
                  <a:lnTo>
                    <a:pt x="683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87" name="Google Shape;1687;p19"/>
            <p:cNvSpPr/>
            <p:nvPr/>
          </p:nvSpPr>
          <p:spPr>
            <a:xfrm>
              <a:off x="4137243" y="4756560"/>
              <a:ext cx="56484" cy="48849"/>
            </a:xfrm>
            <a:custGeom>
              <a:rect b="b" l="l" r="r" t="t"/>
              <a:pathLst>
                <a:path extrusionOk="0" h="1286" w="1487">
                  <a:moveTo>
                    <a:pt x="743" y="0"/>
                  </a:moveTo>
                  <a:lnTo>
                    <a:pt x="0" y="623"/>
                  </a:lnTo>
                  <a:lnTo>
                    <a:pt x="783" y="1285"/>
                  </a:lnTo>
                  <a:lnTo>
                    <a:pt x="884" y="1085"/>
                  </a:lnTo>
                  <a:lnTo>
                    <a:pt x="944" y="984"/>
                  </a:lnTo>
                  <a:lnTo>
                    <a:pt x="1004" y="884"/>
                  </a:lnTo>
                  <a:lnTo>
                    <a:pt x="1125" y="824"/>
                  </a:lnTo>
                  <a:lnTo>
                    <a:pt x="1245" y="763"/>
                  </a:lnTo>
                  <a:lnTo>
                    <a:pt x="1486" y="643"/>
                  </a:lnTo>
                  <a:lnTo>
                    <a:pt x="74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88" name="Google Shape;1688;p19"/>
            <p:cNvSpPr/>
            <p:nvPr/>
          </p:nvSpPr>
          <p:spPr>
            <a:xfrm>
              <a:off x="4134964" y="4600973"/>
              <a:ext cx="55686" cy="46532"/>
            </a:xfrm>
            <a:custGeom>
              <a:rect b="b" l="l" r="r" t="t"/>
              <a:pathLst>
                <a:path extrusionOk="0" h="1225" w="1466">
                  <a:moveTo>
                    <a:pt x="783" y="0"/>
                  </a:moveTo>
                  <a:lnTo>
                    <a:pt x="0" y="663"/>
                  </a:lnTo>
                  <a:lnTo>
                    <a:pt x="221" y="743"/>
                  </a:lnTo>
                  <a:lnTo>
                    <a:pt x="341" y="783"/>
                  </a:lnTo>
                  <a:lnTo>
                    <a:pt x="422" y="843"/>
                  </a:lnTo>
                  <a:lnTo>
                    <a:pt x="522" y="924"/>
                  </a:lnTo>
                  <a:lnTo>
                    <a:pt x="582" y="1004"/>
                  </a:lnTo>
                  <a:lnTo>
                    <a:pt x="643" y="1084"/>
                  </a:lnTo>
                  <a:lnTo>
                    <a:pt x="703" y="1205"/>
                  </a:lnTo>
                  <a:lnTo>
                    <a:pt x="723" y="1225"/>
                  </a:lnTo>
                  <a:lnTo>
                    <a:pt x="783" y="1225"/>
                  </a:lnTo>
                  <a:lnTo>
                    <a:pt x="1466" y="602"/>
                  </a:lnTo>
                  <a:lnTo>
                    <a:pt x="78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89" name="Google Shape;1689;p19"/>
            <p:cNvSpPr/>
            <p:nvPr/>
          </p:nvSpPr>
          <p:spPr>
            <a:xfrm>
              <a:off x="5121890" y="4914425"/>
              <a:ext cx="54205" cy="44291"/>
            </a:xfrm>
            <a:custGeom>
              <a:rect b="b" l="l" r="r" t="t"/>
              <a:pathLst>
                <a:path extrusionOk="0" h="1166" w="1427">
                  <a:moveTo>
                    <a:pt x="724" y="1"/>
                  </a:moveTo>
                  <a:lnTo>
                    <a:pt x="1" y="603"/>
                  </a:lnTo>
                  <a:lnTo>
                    <a:pt x="242" y="683"/>
                  </a:lnTo>
                  <a:lnTo>
                    <a:pt x="342" y="724"/>
                  </a:lnTo>
                  <a:lnTo>
                    <a:pt x="423" y="784"/>
                  </a:lnTo>
                  <a:lnTo>
                    <a:pt x="503" y="864"/>
                  </a:lnTo>
                  <a:lnTo>
                    <a:pt x="563" y="965"/>
                  </a:lnTo>
                  <a:lnTo>
                    <a:pt x="684" y="1165"/>
                  </a:lnTo>
                  <a:lnTo>
                    <a:pt x="1427" y="543"/>
                  </a:lnTo>
                  <a:lnTo>
                    <a:pt x="724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90" name="Google Shape;1690;p19"/>
            <p:cNvSpPr/>
            <p:nvPr/>
          </p:nvSpPr>
          <p:spPr>
            <a:xfrm>
              <a:off x="5124207" y="4758839"/>
              <a:ext cx="45772" cy="42733"/>
            </a:xfrm>
            <a:custGeom>
              <a:rect b="b" l="l" r="r" t="t"/>
              <a:pathLst>
                <a:path extrusionOk="0" h="1125" w="1205">
                  <a:moveTo>
                    <a:pt x="663" y="1"/>
                  </a:moveTo>
                  <a:lnTo>
                    <a:pt x="0" y="543"/>
                  </a:lnTo>
                  <a:lnTo>
                    <a:pt x="703" y="1125"/>
                  </a:lnTo>
                  <a:lnTo>
                    <a:pt x="1205" y="663"/>
                  </a:lnTo>
                  <a:lnTo>
                    <a:pt x="663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91" name="Google Shape;1691;p19"/>
            <p:cNvSpPr/>
            <p:nvPr/>
          </p:nvSpPr>
          <p:spPr>
            <a:xfrm>
              <a:off x="3974781" y="4754280"/>
              <a:ext cx="53407" cy="49608"/>
            </a:xfrm>
            <a:custGeom>
              <a:rect b="b" l="l" r="r" t="t"/>
              <a:pathLst>
                <a:path extrusionOk="0" h="1306" w="1406">
                  <a:moveTo>
                    <a:pt x="663" y="0"/>
                  </a:moveTo>
                  <a:lnTo>
                    <a:pt x="563" y="161"/>
                  </a:lnTo>
                  <a:lnTo>
                    <a:pt x="502" y="261"/>
                  </a:lnTo>
                  <a:lnTo>
                    <a:pt x="422" y="341"/>
                  </a:lnTo>
                  <a:lnTo>
                    <a:pt x="322" y="422"/>
                  </a:lnTo>
                  <a:lnTo>
                    <a:pt x="221" y="502"/>
                  </a:lnTo>
                  <a:lnTo>
                    <a:pt x="0" y="663"/>
                  </a:lnTo>
                  <a:lnTo>
                    <a:pt x="683" y="1305"/>
                  </a:lnTo>
                  <a:lnTo>
                    <a:pt x="1406" y="663"/>
                  </a:lnTo>
                  <a:lnTo>
                    <a:pt x="66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92" name="Google Shape;1692;p19"/>
            <p:cNvSpPr/>
            <p:nvPr/>
          </p:nvSpPr>
          <p:spPr>
            <a:xfrm>
              <a:off x="3975541" y="4599416"/>
              <a:ext cx="54964" cy="48089"/>
            </a:xfrm>
            <a:custGeom>
              <a:rect b="b" l="l" r="r" t="t"/>
              <a:pathLst>
                <a:path extrusionOk="0" h="1266" w="1447">
                  <a:moveTo>
                    <a:pt x="683" y="1"/>
                  </a:moveTo>
                  <a:lnTo>
                    <a:pt x="0" y="664"/>
                  </a:lnTo>
                  <a:lnTo>
                    <a:pt x="663" y="1266"/>
                  </a:lnTo>
                  <a:lnTo>
                    <a:pt x="1446" y="603"/>
                  </a:lnTo>
                  <a:lnTo>
                    <a:pt x="1165" y="503"/>
                  </a:lnTo>
                  <a:lnTo>
                    <a:pt x="1065" y="443"/>
                  </a:lnTo>
                  <a:lnTo>
                    <a:pt x="964" y="382"/>
                  </a:lnTo>
                  <a:lnTo>
                    <a:pt x="884" y="282"/>
                  </a:lnTo>
                  <a:lnTo>
                    <a:pt x="804" y="182"/>
                  </a:lnTo>
                  <a:lnTo>
                    <a:pt x="683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93" name="Google Shape;1693;p19"/>
            <p:cNvSpPr/>
            <p:nvPr/>
          </p:nvSpPr>
          <p:spPr>
            <a:xfrm>
              <a:off x="5124967" y="4603252"/>
              <a:ext cx="44253" cy="41214"/>
            </a:xfrm>
            <a:custGeom>
              <a:rect b="b" l="l" r="r" t="t"/>
              <a:pathLst>
                <a:path extrusionOk="0" h="1085" w="1165">
                  <a:moveTo>
                    <a:pt x="643" y="0"/>
                  </a:moveTo>
                  <a:lnTo>
                    <a:pt x="0" y="563"/>
                  </a:lnTo>
                  <a:lnTo>
                    <a:pt x="443" y="911"/>
                  </a:lnTo>
                  <a:lnTo>
                    <a:pt x="443" y="911"/>
                  </a:lnTo>
                  <a:lnTo>
                    <a:pt x="1165" y="462"/>
                  </a:lnTo>
                  <a:lnTo>
                    <a:pt x="643" y="0"/>
                  </a:lnTo>
                  <a:close/>
                  <a:moveTo>
                    <a:pt x="443" y="911"/>
                  </a:moveTo>
                  <a:lnTo>
                    <a:pt x="422" y="924"/>
                  </a:lnTo>
                  <a:lnTo>
                    <a:pt x="663" y="1085"/>
                  </a:lnTo>
                  <a:lnTo>
                    <a:pt x="443" y="91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694" name="Google Shape;1694;p19"/>
          <p:cNvGrpSpPr/>
          <p:nvPr/>
        </p:nvGrpSpPr>
        <p:grpSpPr>
          <a:xfrm>
            <a:off x="335952" y="4224312"/>
            <a:ext cx="754524" cy="750237"/>
            <a:chOff x="8523754" y="10"/>
            <a:chExt cx="516408" cy="513439"/>
          </a:xfrm>
        </p:grpSpPr>
        <p:sp>
          <p:nvSpPr>
            <p:cNvPr id="1695" name="Google Shape;1695;p19"/>
            <p:cNvSpPr/>
            <p:nvPr/>
          </p:nvSpPr>
          <p:spPr>
            <a:xfrm>
              <a:off x="8523754" y="255242"/>
              <a:ext cx="516408" cy="258207"/>
            </a:xfrm>
            <a:custGeom>
              <a:rect b="b" l="l" r="r" t="t"/>
              <a:pathLst>
                <a:path extrusionOk="0" h="41798" w="83595">
                  <a:moveTo>
                    <a:pt x="41797" y="0"/>
                  </a:moveTo>
                  <a:lnTo>
                    <a:pt x="40710" y="28"/>
                  </a:lnTo>
                  <a:lnTo>
                    <a:pt x="39650" y="56"/>
                  </a:lnTo>
                  <a:lnTo>
                    <a:pt x="38591" y="112"/>
                  </a:lnTo>
                  <a:lnTo>
                    <a:pt x="37531" y="223"/>
                  </a:lnTo>
                  <a:lnTo>
                    <a:pt x="36472" y="335"/>
                  </a:lnTo>
                  <a:lnTo>
                    <a:pt x="35440" y="474"/>
                  </a:lnTo>
                  <a:lnTo>
                    <a:pt x="34408" y="669"/>
                  </a:lnTo>
                  <a:lnTo>
                    <a:pt x="33377" y="864"/>
                  </a:lnTo>
                  <a:lnTo>
                    <a:pt x="32373" y="1060"/>
                  </a:lnTo>
                  <a:lnTo>
                    <a:pt x="31369" y="1311"/>
                  </a:lnTo>
                  <a:lnTo>
                    <a:pt x="30365" y="1589"/>
                  </a:lnTo>
                  <a:lnTo>
                    <a:pt x="29361" y="1868"/>
                  </a:lnTo>
                  <a:lnTo>
                    <a:pt x="28385" y="2203"/>
                  </a:lnTo>
                  <a:lnTo>
                    <a:pt x="27437" y="2537"/>
                  </a:lnTo>
                  <a:lnTo>
                    <a:pt x="26489" y="2900"/>
                  </a:lnTo>
                  <a:lnTo>
                    <a:pt x="25541" y="3290"/>
                  </a:lnTo>
                  <a:lnTo>
                    <a:pt x="24593" y="3708"/>
                  </a:lnTo>
                  <a:lnTo>
                    <a:pt x="23673" y="4127"/>
                  </a:lnTo>
                  <a:lnTo>
                    <a:pt x="22781" y="4573"/>
                  </a:lnTo>
                  <a:lnTo>
                    <a:pt x="21889" y="5047"/>
                  </a:lnTo>
                  <a:lnTo>
                    <a:pt x="20996" y="5549"/>
                  </a:lnTo>
                  <a:lnTo>
                    <a:pt x="20132" y="6051"/>
                  </a:lnTo>
                  <a:lnTo>
                    <a:pt x="19267" y="6580"/>
                  </a:lnTo>
                  <a:lnTo>
                    <a:pt x="18431" y="7138"/>
                  </a:lnTo>
                  <a:lnTo>
                    <a:pt x="17594" y="7724"/>
                  </a:lnTo>
                  <a:lnTo>
                    <a:pt x="16786" y="8309"/>
                  </a:lnTo>
                  <a:lnTo>
                    <a:pt x="16005" y="8923"/>
                  </a:lnTo>
                  <a:lnTo>
                    <a:pt x="15224" y="9536"/>
                  </a:lnTo>
                  <a:lnTo>
                    <a:pt x="14444" y="10205"/>
                  </a:lnTo>
                  <a:lnTo>
                    <a:pt x="13691" y="10847"/>
                  </a:lnTo>
                  <a:lnTo>
                    <a:pt x="12966" y="11544"/>
                  </a:lnTo>
                  <a:lnTo>
                    <a:pt x="12241" y="12241"/>
                  </a:lnTo>
                  <a:lnTo>
                    <a:pt x="11544" y="12966"/>
                  </a:lnTo>
                  <a:lnTo>
                    <a:pt x="10875" y="13691"/>
                  </a:lnTo>
                  <a:lnTo>
                    <a:pt x="10205" y="14444"/>
                  </a:lnTo>
                  <a:lnTo>
                    <a:pt x="9564" y="15224"/>
                  </a:lnTo>
                  <a:lnTo>
                    <a:pt x="8923" y="16005"/>
                  </a:lnTo>
                  <a:lnTo>
                    <a:pt x="8309" y="16786"/>
                  </a:lnTo>
                  <a:lnTo>
                    <a:pt x="7724" y="17594"/>
                  </a:lnTo>
                  <a:lnTo>
                    <a:pt x="7138" y="18431"/>
                  </a:lnTo>
                  <a:lnTo>
                    <a:pt x="6581" y="19267"/>
                  </a:lnTo>
                  <a:lnTo>
                    <a:pt x="6051" y="20132"/>
                  </a:lnTo>
                  <a:lnTo>
                    <a:pt x="5549" y="20996"/>
                  </a:lnTo>
                  <a:lnTo>
                    <a:pt x="5047" y="21888"/>
                  </a:lnTo>
                  <a:lnTo>
                    <a:pt x="4573" y="22781"/>
                  </a:lnTo>
                  <a:lnTo>
                    <a:pt x="4127" y="23673"/>
                  </a:lnTo>
                  <a:lnTo>
                    <a:pt x="3709" y="24593"/>
                  </a:lnTo>
                  <a:lnTo>
                    <a:pt x="3290" y="25541"/>
                  </a:lnTo>
                  <a:lnTo>
                    <a:pt x="2900" y="26461"/>
                  </a:lnTo>
                  <a:lnTo>
                    <a:pt x="2537" y="27437"/>
                  </a:lnTo>
                  <a:lnTo>
                    <a:pt x="2203" y="28385"/>
                  </a:lnTo>
                  <a:lnTo>
                    <a:pt x="1896" y="29361"/>
                  </a:lnTo>
                  <a:lnTo>
                    <a:pt x="1589" y="30365"/>
                  </a:lnTo>
                  <a:lnTo>
                    <a:pt x="1311" y="31341"/>
                  </a:lnTo>
                  <a:lnTo>
                    <a:pt x="1087" y="32345"/>
                  </a:lnTo>
                  <a:lnTo>
                    <a:pt x="864" y="33376"/>
                  </a:lnTo>
                  <a:lnTo>
                    <a:pt x="669" y="34408"/>
                  </a:lnTo>
                  <a:lnTo>
                    <a:pt x="502" y="35440"/>
                  </a:lnTo>
                  <a:lnTo>
                    <a:pt x="335" y="36471"/>
                  </a:lnTo>
                  <a:lnTo>
                    <a:pt x="223" y="37531"/>
                  </a:lnTo>
                  <a:lnTo>
                    <a:pt x="139" y="38591"/>
                  </a:lnTo>
                  <a:lnTo>
                    <a:pt x="56" y="39650"/>
                  </a:lnTo>
                  <a:lnTo>
                    <a:pt x="28" y="40710"/>
                  </a:lnTo>
                  <a:lnTo>
                    <a:pt x="0" y="41797"/>
                  </a:lnTo>
                  <a:lnTo>
                    <a:pt x="83595" y="41797"/>
                  </a:lnTo>
                  <a:lnTo>
                    <a:pt x="83595" y="40710"/>
                  </a:lnTo>
                  <a:lnTo>
                    <a:pt x="83539" y="39650"/>
                  </a:lnTo>
                  <a:lnTo>
                    <a:pt x="83483" y="38591"/>
                  </a:lnTo>
                  <a:lnTo>
                    <a:pt x="83372" y="37531"/>
                  </a:lnTo>
                  <a:lnTo>
                    <a:pt x="83260" y="36471"/>
                  </a:lnTo>
                  <a:lnTo>
                    <a:pt x="83121" y="35440"/>
                  </a:lnTo>
                  <a:lnTo>
                    <a:pt x="82953" y="34408"/>
                  </a:lnTo>
                  <a:lnTo>
                    <a:pt x="82758" y="33376"/>
                  </a:lnTo>
                  <a:lnTo>
                    <a:pt x="82535" y="32345"/>
                  </a:lnTo>
                  <a:lnTo>
                    <a:pt x="82284" y="31341"/>
                  </a:lnTo>
                  <a:lnTo>
                    <a:pt x="82005" y="30365"/>
                  </a:lnTo>
                  <a:lnTo>
                    <a:pt x="81727" y="29361"/>
                  </a:lnTo>
                  <a:lnTo>
                    <a:pt x="81392" y="28385"/>
                  </a:lnTo>
                  <a:lnTo>
                    <a:pt x="81057" y="27437"/>
                  </a:lnTo>
                  <a:lnTo>
                    <a:pt x="80695" y="26461"/>
                  </a:lnTo>
                  <a:lnTo>
                    <a:pt x="80304" y="25541"/>
                  </a:lnTo>
                  <a:lnTo>
                    <a:pt x="79914" y="24593"/>
                  </a:lnTo>
                  <a:lnTo>
                    <a:pt x="79468" y="23673"/>
                  </a:lnTo>
                  <a:lnTo>
                    <a:pt x="79022" y="22781"/>
                  </a:lnTo>
                  <a:lnTo>
                    <a:pt x="78548" y="21888"/>
                  </a:lnTo>
                  <a:lnTo>
                    <a:pt x="78046" y="20996"/>
                  </a:lnTo>
                  <a:lnTo>
                    <a:pt x="77544" y="20132"/>
                  </a:lnTo>
                  <a:lnTo>
                    <a:pt x="77014" y="19267"/>
                  </a:lnTo>
                  <a:lnTo>
                    <a:pt x="76457" y="18431"/>
                  </a:lnTo>
                  <a:lnTo>
                    <a:pt x="75899" y="17594"/>
                  </a:lnTo>
                  <a:lnTo>
                    <a:pt x="75285" y="16786"/>
                  </a:lnTo>
                  <a:lnTo>
                    <a:pt x="74672" y="16005"/>
                  </a:lnTo>
                  <a:lnTo>
                    <a:pt x="74059" y="15224"/>
                  </a:lnTo>
                  <a:lnTo>
                    <a:pt x="73417" y="14444"/>
                  </a:lnTo>
                  <a:lnTo>
                    <a:pt x="72748" y="13691"/>
                  </a:lnTo>
                  <a:lnTo>
                    <a:pt x="72051" y="12966"/>
                  </a:lnTo>
                  <a:lnTo>
                    <a:pt x="71354" y="12241"/>
                  </a:lnTo>
                  <a:lnTo>
                    <a:pt x="70629" y="11544"/>
                  </a:lnTo>
                  <a:lnTo>
                    <a:pt x="69904" y="10847"/>
                  </a:lnTo>
                  <a:lnTo>
                    <a:pt x="69151" y="10205"/>
                  </a:lnTo>
                  <a:lnTo>
                    <a:pt x="68398" y="9536"/>
                  </a:lnTo>
                  <a:lnTo>
                    <a:pt x="67617" y="8923"/>
                  </a:lnTo>
                  <a:lnTo>
                    <a:pt x="66809" y="8309"/>
                  </a:lnTo>
                  <a:lnTo>
                    <a:pt x="66000" y="7724"/>
                  </a:lnTo>
                  <a:lnTo>
                    <a:pt x="65164" y="7138"/>
                  </a:lnTo>
                  <a:lnTo>
                    <a:pt x="64327" y="6580"/>
                  </a:lnTo>
                  <a:lnTo>
                    <a:pt x="63463" y="6051"/>
                  </a:lnTo>
                  <a:lnTo>
                    <a:pt x="62598" y="5549"/>
                  </a:lnTo>
                  <a:lnTo>
                    <a:pt x="61734" y="5047"/>
                  </a:lnTo>
                  <a:lnTo>
                    <a:pt x="60842" y="4573"/>
                  </a:lnTo>
                  <a:lnTo>
                    <a:pt x="59922" y="4127"/>
                  </a:lnTo>
                  <a:lnTo>
                    <a:pt x="59001" y="3708"/>
                  </a:lnTo>
                  <a:lnTo>
                    <a:pt x="58081" y="3290"/>
                  </a:lnTo>
                  <a:lnTo>
                    <a:pt x="57133" y="2900"/>
                  </a:lnTo>
                  <a:lnTo>
                    <a:pt x="56185" y="2537"/>
                  </a:lnTo>
                  <a:lnTo>
                    <a:pt x="55209" y="2203"/>
                  </a:lnTo>
                  <a:lnTo>
                    <a:pt x="54233" y="1868"/>
                  </a:lnTo>
                  <a:lnTo>
                    <a:pt x="53257" y="1589"/>
                  </a:lnTo>
                  <a:lnTo>
                    <a:pt x="52254" y="1311"/>
                  </a:lnTo>
                  <a:lnTo>
                    <a:pt x="51250" y="1060"/>
                  </a:lnTo>
                  <a:lnTo>
                    <a:pt x="50218" y="864"/>
                  </a:lnTo>
                  <a:lnTo>
                    <a:pt x="49214" y="669"/>
                  </a:lnTo>
                  <a:lnTo>
                    <a:pt x="48155" y="474"/>
                  </a:lnTo>
                  <a:lnTo>
                    <a:pt x="47123" y="335"/>
                  </a:lnTo>
                  <a:lnTo>
                    <a:pt x="46064" y="223"/>
                  </a:lnTo>
                  <a:lnTo>
                    <a:pt x="45032" y="112"/>
                  </a:lnTo>
                  <a:lnTo>
                    <a:pt x="43944" y="56"/>
                  </a:lnTo>
                  <a:lnTo>
                    <a:pt x="42885" y="28"/>
                  </a:lnTo>
                  <a:lnTo>
                    <a:pt x="41797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96" name="Google Shape;1696;p19"/>
            <p:cNvSpPr/>
            <p:nvPr/>
          </p:nvSpPr>
          <p:spPr>
            <a:xfrm>
              <a:off x="8523754" y="10"/>
              <a:ext cx="516408" cy="258207"/>
            </a:xfrm>
            <a:custGeom>
              <a:rect b="b" l="l" r="r" t="t"/>
              <a:pathLst>
                <a:path extrusionOk="0" h="41798" w="83595">
                  <a:moveTo>
                    <a:pt x="41797" y="0"/>
                  </a:moveTo>
                  <a:lnTo>
                    <a:pt x="40710" y="28"/>
                  </a:lnTo>
                  <a:lnTo>
                    <a:pt x="39650" y="56"/>
                  </a:lnTo>
                  <a:lnTo>
                    <a:pt x="38591" y="112"/>
                  </a:lnTo>
                  <a:lnTo>
                    <a:pt x="37531" y="223"/>
                  </a:lnTo>
                  <a:lnTo>
                    <a:pt x="36472" y="335"/>
                  </a:lnTo>
                  <a:lnTo>
                    <a:pt x="35440" y="474"/>
                  </a:lnTo>
                  <a:lnTo>
                    <a:pt x="34408" y="669"/>
                  </a:lnTo>
                  <a:lnTo>
                    <a:pt x="33377" y="864"/>
                  </a:lnTo>
                  <a:lnTo>
                    <a:pt x="32373" y="1060"/>
                  </a:lnTo>
                  <a:lnTo>
                    <a:pt x="31369" y="1311"/>
                  </a:lnTo>
                  <a:lnTo>
                    <a:pt x="30365" y="1589"/>
                  </a:lnTo>
                  <a:lnTo>
                    <a:pt x="29361" y="1868"/>
                  </a:lnTo>
                  <a:lnTo>
                    <a:pt x="28385" y="2203"/>
                  </a:lnTo>
                  <a:lnTo>
                    <a:pt x="27437" y="2537"/>
                  </a:lnTo>
                  <a:lnTo>
                    <a:pt x="26489" y="2900"/>
                  </a:lnTo>
                  <a:lnTo>
                    <a:pt x="25541" y="3290"/>
                  </a:lnTo>
                  <a:lnTo>
                    <a:pt x="24593" y="3708"/>
                  </a:lnTo>
                  <a:lnTo>
                    <a:pt x="23673" y="4127"/>
                  </a:lnTo>
                  <a:lnTo>
                    <a:pt x="22781" y="4573"/>
                  </a:lnTo>
                  <a:lnTo>
                    <a:pt x="21889" y="5047"/>
                  </a:lnTo>
                  <a:lnTo>
                    <a:pt x="20996" y="5549"/>
                  </a:lnTo>
                  <a:lnTo>
                    <a:pt x="20132" y="6051"/>
                  </a:lnTo>
                  <a:lnTo>
                    <a:pt x="19267" y="6580"/>
                  </a:lnTo>
                  <a:lnTo>
                    <a:pt x="18431" y="7138"/>
                  </a:lnTo>
                  <a:lnTo>
                    <a:pt x="17594" y="7724"/>
                  </a:lnTo>
                  <a:lnTo>
                    <a:pt x="16786" y="8309"/>
                  </a:lnTo>
                  <a:lnTo>
                    <a:pt x="16005" y="8923"/>
                  </a:lnTo>
                  <a:lnTo>
                    <a:pt x="15224" y="9536"/>
                  </a:lnTo>
                  <a:lnTo>
                    <a:pt x="14444" y="10205"/>
                  </a:lnTo>
                  <a:lnTo>
                    <a:pt x="13691" y="10847"/>
                  </a:lnTo>
                  <a:lnTo>
                    <a:pt x="12966" y="11544"/>
                  </a:lnTo>
                  <a:lnTo>
                    <a:pt x="12241" y="12241"/>
                  </a:lnTo>
                  <a:lnTo>
                    <a:pt x="11544" y="12966"/>
                  </a:lnTo>
                  <a:lnTo>
                    <a:pt x="10875" y="13691"/>
                  </a:lnTo>
                  <a:lnTo>
                    <a:pt x="10205" y="14444"/>
                  </a:lnTo>
                  <a:lnTo>
                    <a:pt x="9564" y="15224"/>
                  </a:lnTo>
                  <a:lnTo>
                    <a:pt x="8923" y="16005"/>
                  </a:lnTo>
                  <a:lnTo>
                    <a:pt x="8309" y="16786"/>
                  </a:lnTo>
                  <a:lnTo>
                    <a:pt x="7724" y="17594"/>
                  </a:lnTo>
                  <a:lnTo>
                    <a:pt x="7138" y="18431"/>
                  </a:lnTo>
                  <a:lnTo>
                    <a:pt x="6581" y="19267"/>
                  </a:lnTo>
                  <a:lnTo>
                    <a:pt x="6051" y="20132"/>
                  </a:lnTo>
                  <a:lnTo>
                    <a:pt x="5549" y="20996"/>
                  </a:lnTo>
                  <a:lnTo>
                    <a:pt x="5047" y="21888"/>
                  </a:lnTo>
                  <a:lnTo>
                    <a:pt x="4573" y="22781"/>
                  </a:lnTo>
                  <a:lnTo>
                    <a:pt x="4127" y="23673"/>
                  </a:lnTo>
                  <a:lnTo>
                    <a:pt x="3709" y="24593"/>
                  </a:lnTo>
                  <a:lnTo>
                    <a:pt x="3290" y="25541"/>
                  </a:lnTo>
                  <a:lnTo>
                    <a:pt x="2900" y="26461"/>
                  </a:lnTo>
                  <a:lnTo>
                    <a:pt x="2537" y="27437"/>
                  </a:lnTo>
                  <a:lnTo>
                    <a:pt x="2203" y="28385"/>
                  </a:lnTo>
                  <a:lnTo>
                    <a:pt x="1896" y="29361"/>
                  </a:lnTo>
                  <a:lnTo>
                    <a:pt x="1589" y="30365"/>
                  </a:lnTo>
                  <a:lnTo>
                    <a:pt x="1311" y="31341"/>
                  </a:lnTo>
                  <a:lnTo>
                    <a:pt x="1087" y="32345"/>
                  </a:lnTo>
                  <a:lnTo>
                    <a:pt x="864" y="33376"/>
                  </a:lnTo>
                  <a:lnTo>
                    <a:pt x="669" y="34408"/>
                  </a:lnTo>
                  <a:lnTo>
                    <a:pt x="502" y="35440"/>
                  </a:lnTo>
                  <a:lnTo>
                    <a:pt x="335" y="36471"/>
                  </a:lnTo>
                  <a:lnTo>
                    <a:pt x="223" y="37531"/>
                  </a:lnTo>
                  <a:lnTo>
                    <a:pt x="139" y="38591"/>
                  </a:lnTo>
                  <a:lnTo>
                    <a:pt x="56" y="39650"/>
                  </a:lnTo>
                  <a:lnTo>
                    <a:pt x="28" y="40710"/>
                  </a:lnTo>
                  <a:lnTo>
                    <a:pt x="0" y="41797"/>
                  </a:lnTo>
                  <a:lnTo>
                    <a:pt x="83595" y="41797"/>
                  </a:lnTo>
                  <a:lnTo>
                    <a:pt x="83595" y="40710"/>
                  </a:lnTo>
                  <a:lnTo>
                    <a:pt x="83539" y="39650"/>
                  </a:lnTo>
                  <a:lnTo>
                    <a:pt x="83483" y="38591"/>
                  </a:lnTo>
                  <a:lnTo>
                    <a:pt x="83372" y="37531"/>
                  </a:lnTo>
                  <a:lnTo>
                    <a:pt x="83260" y="36471"/>
                  </a:lnTo>
                  <a:lnTo>
                    <a:pt x="83121" y="35440"/>
                  </a:lnTo>
                  <a:lnTo>
                    <a:pt x="82953" y="34408"/>
                  </a:lnTo>
                  <a:lnTo>
                    <a:pt x="82758" y="33376"/>
                  </a:lnTo>
                  <a:lnTo>
                    <a:pt x="82535" y="32345"/>
                  </a:lnTo>
                  <a:lnTo>
                    <a:pt x="82284" y="31341"/>
                  </a:lnTo>
                  <a:lnTo>
                    <a:pt x="82005" y="30365"/>
                  </a:lnTo>
                  <a:lnTo>
                    <a:pt x="81727" y="29361"/>
                  </a:lnTo>
                  <a:lnTo>
                    <a:pt x="81392" y="28385"/>
                  </a:lnTo>
                  <a:lnTo>
                    <a:pt x="81057" y="27437"/>
                  </a:lnTo>
                  <a:lnTo>
                    <a:pt x="80695" y="26461"/>
                  </a:lnTo>
                  <a:lnTo>
                    <a:pt x="80304" y="25541"/>
                  </a:lnTo>
                  <a:lnTo>
                    <a:pt x="79914" y="24593"/>
                  </a:lnTo>
                  <a:lnTo>
                    <a:pt x="79468" y="23673"/>
                  </a:lnTo>
                  <a:lnTo>
                    <a:pt x="79022" y="22781"/>
                  </a:lnTo>
                  <a:lnTo>
                    <a:pt x="78548" y="21888"/>
                  </a:lnTo>
                  <a:lnTo>
                    <a:pt x="78046" y="20996"/>
                  </a:lnTo>
                  <a:lnTo>
                    <a:pt x="77544" y="20132"/>
                  </a:lnTo>
                  <a:lnTo>
                    <a:pt x="77014" y="19267"/>
                  </a:lnTo>
                  <a:lnTo>
                    <a:pt x="76457" y="18431"/>
                  </a:lnTo>
                  <a:lnTo>
                    <a:pt x="75899" y="17594"/>
                  </a:lnTo>
                  <a:lnTo>
                    <a:pt x="75285" y="16786"/>
                  </a:lnTo>
                  <a:lnTo>
                    <a:pt x="74672" y="16005"/>
                  </a:lnTo>
                  <a:lnTo>
                    <a:pt x="74059" y="15224"/>
                  </a:lnTo>
                  <a:lnTo>
                    <a:pt x="73417" y="14444"/>
                  </a:lnTo>
                  <a:lnTo>
                    <a:pt x="72748" y="13691"/>
                  </a:lnTo>
                  <a:lnTo>
                    <a:pt x="72051" y="12966"/>
                  </a:lnTo>
                  <a:lnTo>
                    <a:pt x="71354" y="12241"/>
                  </a:lnTo>
                  <a:lnTo>
                    <a:pt x="70629" y="11544"/>
                  </a:lnTo>
                  <a:lnTo>
                    <a:pt x="69904" y="10847"/>
                  </a:lnTo>
                  <a:lnTo>
                    <a:pt x="69151" y="10205"/>
                  </a:lnTo>
                  <a:lnTo>
                    <a:pt x="68398" y="9536"/>
                  </a:lnTo>
                  <a:lnTo>
                    <a:pt x="67617" y="8923"/>
                  </a:lnTo>
                  <a:lnTo>
                    <a:pt x="66809" y="8309"/>
                  </a:lnTo>
                  <a:lnTo>
                    <a:pt x="66000" y="7724"/>
                  </a:lnTo>
                  <a:lnTo>
                    <a:pt x="65164" y="7138"/>
                  </a:lnTo>
                  <a:lnTo>
                    <a:pt x="64327" y="6580"/>
                  </a:lnTo>
                  <a:lnTo>
                    <a:pt x="63463" y="6051"/>
                  </a:lnTo>
                  <a:lnTo>
                    <a:pt x="62598" y="5549"/>
                  </a:lnTo>
                  <a:lnTo>
                    <a:pt x="61734" y="5047"/>
                  </a:lnTo>
                  <a:lnTo>
                    <a:pt x="60842" y="4573"/>
                  </a:lnTo>
                  <a:lnTo>
                    <a:pt x="59922" y="4127"/>
                  </a:lnTo>
                  <a:lnTo>
                    <a:pt x="59001" y="3708"/>
                  </a:lnTo>
                  <a:lnTo>
                    <a:pt x="58081" y="3290"/>
                  </a:lnTo>
                  <a:lnTo>
                    <a:pt x="57133" y="2900"/>
                  </a:lnTo>
                  <a:lnTo>
                    <a:pt x="56185" y="2537"/>
                  </a:lnTo>
                  <a:lnTo>
                    <a:pt x="55209" y="2203"/>
                  </a:lnTo>
                  <a:lnTo>
                    <a:pt x="54233" y="1868"/>
                  </a:lnTo>
                  <a:lnTo>
                    <a:pt x="53257" y="1589"/>
                  </a:lnTo>
                  <a:lnTo>
                    <a:pt x="52254" y="1311"/>
                  </a:lnTo>
                  <a:lnTo>
                    <a:pt x="51250" y="1060"/>
                  </a:lnTo>
                  <a:lnTo>
                    <a:pt x="50218" y="864"/>
                  </a:lnTo>
                  <a:lnTo>
                    <a:pt x="49214" y="669"/>
                  </a:lnTo>
                  <a:lnTo>
                    <a:pt x="48155" y="474"/>
                  </a:lnTo>
                  <a:lnTo>
                    <a:pt x="47123" y="335"/>
                  </a:lnTo>
                  <a:lnTo>
                    <a:pt x="46064" y="223"/>
                  </a:lnTo>
                  <a:lnTo>
                    <a:pt x="45032" y="112"/>
                  </a:lnTo>
                  <a:lnTo>
                    <a:pt x="43944" y="56"/>
                  </a:lnTo>
                  <a:lnTo>
                    <a:pt x="42885" y="28"/>
                  </a:lnTo>
                  <a:lnTo>
                    <a:pt x="41797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697" name="Google Shape;1697;p19"/>
          <p:cNvSpPr/>
          <p:nvPr/>
        </p:nvSpPr>
        <p:spPr>
          <a:xfrm>
            <a:off x="8202150" y="4384722"/>
            <a:ext cx="457237" cy="429412"/>
          </a:xfrm>
          <a:custGeom>
            <a:rect b="b" l="l" r="r" t="t"/>
            <a:pathLst>
              <a:path extrusionOk="0" h="92099" w="98067">
                <a:moveTo>
                  <a:pt x="49019" y="0"/>
                </a:moveTo>
                <a:lnTo>
                  <a:pt x="48824" y="1171"/>
                </a:lnTo>
                <a:lnTo>
                  <a:pt x="48629" y="2064"/>
                </a:lnTo>
                <a:lnTo>
                  <a:pt x="48378" y="3151"/>
                </a:lnTo>
                <a:lnTo>
                  <a:pt x="48071" y="4434"/>
                </a:lnTo>
                <a:lnTo>
                  <a:pt x="47709" y="5884"/>
                </a:lnTo>
                <a:lnTo>
                  <a:pt x="47263" y="7501"/>
                </a:lnTo>
                <a:lnTo>
                  <a:pt x="46733" y="9230"/>
                </a:lnTo>
                <a:lnTo>
                  <a:pt x="46119" y="11070"/>
                </a:lnTo>
                <a:lnTo>
                  <a:pt x="45422" y="13050"/>
                </a:lnTo>
                <a:lnTo>
                  <a:pt x="44641" y="15085"/>
                </a:lnTo>
                <a:lnTo>
                  <a:pt x="43777" y="17177"/>
                </a:lnTo>
                <a:lnTo>
                  <a:pt x="43303" y="18264"/>
                </a:lnTo>
                <a:lnTo>
                  <a:pt x="42801" y="19351"/>
                </a:lnTo>
                <a:lnTo>
                  <a:pt x="42271" y="20439"/>
                </a:lnTo>
                <a:lnTo>
                  <a:pt x="41742" y="21554"/>
                </a:lnTo>
                <a:lnTo>
                  <a:pt x="41156" y="22670"/>
                </a:lnTo>
                <a:lnTo>
                  <a:pt x="40543" y="23785"/>
                </a:lnTo>
                <a:lnTo>
                  <a:pt x="39929" y="24900"/>
                </a:lnTo>
                <a:lnTo>
                  <a:pt x="39260" y="25988"/>
                </a:lnTo>
                <a:lnTo>
                  <a:pt x="38563" y="27103"/>
                </a:lnTo>
                <a:lnTo>
                  <a:pt x="37838" y="28218"/>
                </a:lnTo>
                <a:lnTo>
                  <a:pt x="37113" y="29306"/>
                </a:lnTo>
                <a:lnTo>
                  <a:pt x="36332" y="30421"/>
                </a:lnTo>
                <a:lnTo>
                  <a:pt x="35524" y="31481"/>
                </a:lnTo>
                <a:lnTo>
                  <a:pt x="34687" y="32568"/>
                </a:lnTo>
                <a:lnTo>
                  <a:pt x="33795" y="33600"/>
                </a:lnTo>
                <a:lnTo>
                  <a:pt x="32903" y="34659"/>
                </a:lnTo>
                <a:lnTo>
                  <a:pt x="31954" y="35663"/>
                </a:lnTo>
                <a:lnTo>
                  <a:pt x="30979" y="36667"/>
                </a:lnTo>
                <a:lnTo>
                  <a:pt x="29975" y="37643"/>
                </a:lnTo>
                <a:lnTo>
                  <a:pt x="28943" y="38591"/>
                </a:lnTo>
                <a:lnTo>
                  <a:pt x="27856" y="39511"/>
                </a:lnTo>
                <a:lnTo>
                  <a:pt x="26740" y="40403"/>
                </a:lnTo>
                <a:lnTo>
                  <a:pt x="25597" y="41268"/>
                </a:lnTo>
                <a:lnTo>
                  <a:pt x="24426" y="42104"/>
                </a:lnTo>
                <a:lnTo>
                  <a:pt x="23199" y="42885"/>
                </a:lnTo>
                <a:lnTo>
                  <a:pt x="21944" y="43638"/>
                </a:lnTo>
                <a:lnTo>
                  <a:pt x="20634" y="44363"/>
                </a:lnTo>
                <a:lnTo>
                  <a:pt x="19295" y="45060"/>
                </a:lnTo>
                <a:lnTo>
                  <a:pt x="17929" y="45673"/>
                </a:lnTo>
                <a:lnTo>
                  <a:pt x="16507" y="46287"/>
                </a:lnTo>
                <a:lnTo>
                  <a:pt x="15057" y="46816"/>
                </a:lnTo>
                <a:lnTo>
                  <a:pt x="13551" y="47318"/>
                </a:lnTo>
                <a:lnTo>
                  <a:pt x="12018" y="47765"/>
                </a:lnTo>
                <a:lnTo>
                  <a:pt x="10428" y="48155"/>
                </a:lnTo>
                <a:lnTo>
                  <a:pt x="8811" y="48489"/>
                </a:lnTo>
                <a:lnTo>
                  <a:pt x="7138" y="48768"/>
                </a:lnTo>
                <a:lnTo>
                  <a:pt x="5409" y="48991"/>
                </a:lnTo>
                <a:lnTo>
                  <a:pt x="3653" y="49159"/>
                </a:lnTo>
                <a:lnTo>
                  <a:pt x="1868" y="49242"/>
                </a:lnTo>
                <a:lnTo>
                  <a:pt x="948" y="49270"/>
                </a:lnTo>
                <a:lnTo>
                  <a:pt x="0" y="49298"/>
                </a:lnTo>
                <a:lnTo>
                  <a:pt x="474" y="49438"/>
                </a:lnTo>
                <a:lnTo>
                  <a:pt x="1840" y="49856"/>
                </a:lnTo>
                <a:lnTo>
                  <a:pt x="3959" y="50581"/>
                </a:lnTo>
                <a:lnTo>
                  <a:pt x="5270" y="51055"/>
                </a:lnTo>
                <a:lnTo>
                  <a:pt x="6720" y="51585"/>
                </a:lnTo>
                <a:lnTo>
                  <a:pt x="8309" y="52226"/>
                </a:lnTo>
                <a:lnTo>
                  <a:pt x="10010" y="52951"/>
                </a:lnTo>
                <a:lnTo>
                  <a:pt x="11823" y="53732"/>
                </a:lnTo>
                <a:lnTo>
                  <a:pt x="13719" y="54624"/>
                </a:lnTo>
                <a:lnTo>
                  <a:pt x="15698" y="55600"/>
                </a:lnTo>
                <a:lnTo>
                  <a:pt x="17762" y="56631"/>
                </a:lnTo>
                <a:lnTo>
                  <a:pt x="19853" y="57775"/>
                </a:lnTo>
                <a:lnTo>
                  <a:pt x="21972" y="59001"/>
                </a:lnTo>
                <a:lnTo>
                  <a:pt x="23032" y="59671"/>
                </a:lnTo>
                <a:lnTo>
                  <a:pt x="24119" y="60340"/>
                </a:lnTo>
                <a:lnTo>
                  <a:pt x="25179" y="61037"/>
                </a:lnTo>
                <a:lnTo>
                  <a:pt x="26266" y="61762"/>
                </a:lnTo>
                <a:lnTo>
                  <a:pt x="27354" y="62487"/>
                </a:lnTo>
                <a:lnTo>
                  <a:pt x="28413" y="63268"/>
                </a:lnTo>
                <a:lnTo>
                  <a:pt x="29473" y="64048"/>
                </a:lnTo>
                <a:lnTo>
                  <a:pt x="30532" y="64857"/>
                </a:lnTo>
                <a:lnTo>
                  <a:pt x="31592" y="65693"/>
                </a:lnTo>
                <a:lnTo>
                  <a:pt x="32624" y="66558"/>
                </a:lnTo>
                <a:lnTo>
                  <a:pt x="33627" y="67450"/>
                </a:lnTo>
                <a:lnTo>
                  <a:pt x="34659" y="68370"/>
                </a:lnTo>
                <a:lnTo>
                  <a:pt x="35635" y="69290"/>
                </a:lnTo>
                <a:lnTo>
                  <a:pt x="36611" y="70266"/>
                </a:lnTo>
                <a:lnTo>
                  <a:pt x="37559" y="71242"/>
                </a:lnTo>
                <a:lnTo>
                  <a:pt x="38507" y="72274"/>
                </a:lnTo>
                <a:lnTo>
                  <a:pt x="39399" y="73306"/>
                </a:lnTo>
                <a:lnTo>
                  <a:pt x="40292" y="74365"/>
                </a:lnTo>
                <a:lnTo>
                  <a:pt x="41156" y="75453"/>
                </a:lnTo>
                <a:lnTo>
                  <a:pt x="41993" y="76568"/>
                </a:lnTo>
                <a:lnTo>
                  <a:pt x="42773" y="77711"/>
                </a:lnTo>
                <a:lnTo>
                  <a:pt x="43554" y="78882"/>
                </a:lnTo>
                <a:lnTo>
                  <a:pt x="44279" y="80081"/>
                </a:lnTo>
                <a:lnTo>
                  <a:pt x="44976" y="81308"/>
                </a:lnTo>
                <a:lnTo>
                  <a:pt x="45617" y="82563"/>
                </a:lnTo>
                <a:lnTo>
                  <a:pt x="46259" y="83846"/>
                </a:lnTo>
                <a:lnTo>
                  <a:pt x="46816" y="85156"/>
                </a:lnTo>
                <a:lnTo>
                  <a:pt x="47374" y="86494"/>
                </a:lnTo>
                <a:lnTo>
                  <a:pt x="47848" y="87833"/>
                </a:lnTo>
                <a:lnTo>
                  <a:pt x="48294" y="89227"/>
                </a:lnTo>
                <a:lnTo>
                  <a:pt x="48685" y="90649"/>
                </a:lnTo>
                <a:lnTo>
                  <a:pt x="49019" y="92099"/>
                </a:lnTo>
                <a:lnTo>
                  <a:pt x="49382" y="90649"/>
                </a:lnTo>
                <a:lnTo>
                  <a:pt x="49772" y="89227"/>
                </a:lnTo>
                <a:lnTo>
                  <a:pt x="50218" y="87833"/>
                </a:lnTo>
                <a:lnTo>
                  <a:pt x="50692" y="86494"/>
                </a:lnTo>
                <a:lnTo>
                  <a:pt x="51250" y="85156"/>
                </a:lnTo>
                <a:lnTo>
                  <a:pt x="51808" y="83846"/>
                </a:lnTo>
                <a:lnTo>
                  <a:pt x="52421" y="82563"/>
                </a:lnTo>
                <a:lnTo>
                  <a:pt x="53090" y="81308"/>
                </a:lnTo>
                <a:lnTo>
                  <a:pt x="53787" y="80081"/>
                </a:lnTo>
                <a:lnTo>
                  <a:pt x="54512" y="78882"/>
                </a:lnTo>
                <a:lnTo>
                  <a:pt x="55293" y="77711"/>
                </a:lnTo>
                <a:lnTo>
                  <a:pt x="56074" y="76568"/>
                </a:lnTo>
                <a:lnTo>
                  <a:pt x="56910" y="75453"/>
                </a:lnTo>
                <a:lnTo>
                  <a:pt x="57775" y="74365"/>
                </a:lnTo>
                <a:lnTo>
                  <a:pt x="58639" y="73306"/>
                </a:lnTo>
                <a:lnTo>
                  <a:pt x="59559" y="72274"/>
                </a:lnTo>
                <a:lnTo>
                  <a:pt x="60479" y="71242"/>
                </a:lnTo>
                <a:lnTo>
                  <a:pt x="61455" y="70266"/>
                </a:lnTo>
                <a:lnTo>
                  <a:pt x="62431" y="69290"/>
                </a:lnTo>
                <a:lnTo>
                  <a:pt x="63407" y="68370"/>
                </a:lnTo>
                <a:lnTo>
                  <a:pt x="64411" y="67450"/>
                </a:lnTo>
                <a:lnTo>
                  <a:pt x="65443" y="66558"/>
                </a:lnTo>
                <a:lnTo>
                  <a:pt x="66474" y="65693"/>
                </a:lnTo>
                <a:lnTo>
                  <a:pt x="67534" y="64857"/>
                </a:lnTo>
                <a:lnTo>
                  <a:pt x="68593" y="64048"/>
                </a:lnTo>
                <a:lnTo>
                  <a:pt x="69653" y="63268"/>
                </a:lnTo>
                <a:lnTo>
                  <a:pt x="70713" y="62487"/>
                </a:lnTo>
                <a:lnTo>
                  <a:pt x="71800" y="61762"/>
                </a:lnTo>
                <a:lnTo>
                  <a:pt x="72860" y="61037"/>
                </a:lnTo>
                <a:lnTo>
                  <a:pt x="73947" y="60340"/>
                </a:lnTo>
                <a:lnTo>
                  <a:pt x="75034" y="59671"/>
                </a:lnTo>
                <a:lnTo>
                  <a:pt x="76094" y="59001"/>
                </a:lnTo>
                <a:lnTo>
                  <a:pt x="78213" y="57775"/>
                </a:lnTo>
                <a:lnTo>
                  <a:pt x="80304" y="56631"/>
                </a:lnTo>
                <a:lnTo>
                  <a:pt x="82368" y="55600"/>
                </a:lnTo>
                <a:lnTo>
                  <a:pt x="84348" y="54624"/>
                </a:lnTo>
                <a:lnTo>
                  <a:pt x="86244" y="53732"/>
                </a:lnTo>
                <a:lnTo>
                  <a:pt x="88056" y="52951"/>
                </a:lnTo>
                <a:lnTo>
                  <a:pt x="89757" y="52226"/>
                </a:lnTo>
                <a:lnTo>
                  <a:pt x="91346" y="51585"/>
                </a:lnTo>
                <a:lnTo>
                  <a:pt x="92796" y="51055"/>
                </a:lnTo>
                <a:lnTo>
                  <a:pt x="94107" y="50581"/>
                </a:lnTo>
                <a:lnTo>
                  <a:pt x="96226" y="49856"/>
                </a:lnTo>
                <a:lnTo>
                  <a:pt x="97592" y="49438"/>
                </a:lnTo>
                <a:lnTo>
                  <a:pt x="98066" y="49298"/>
                </a:lnTo>
                <a:lnTo>
                  <a:pt x="97118" y="49270"/>
                </a:lnTo>
                <a:lnTo>
                  <a:pt x="96198" y="49242"/>
                </a:lnTo>
                <a:lnTo>
                  <a:pt x="94413" y="49159"/>
                </a:lnTo>
                <a:lnTo>
                  <a:pt x="92657" y="48991"/>
                </a:lnTo>
                <a:lnTo>
                  <a:pt x="90928" y="48768"/>
                </a:lnTo>
                <a:lnTo>
                  <a:pt x="89255" y="48489"/>
                </a:lnTo>
                <a:lnTo>
                  <a:pt x="87638" y="48155"/>
                </a:lnTo>
                <a:lnTo>
                  <a:pt x="86048" y="47765"/>
                </a:lnTo>
                <a:lnTo>
                  <a:pt x="84515" y="47318"/>
                </a:lnTo>
                <a:lnTo>
                  <a:pt x="83009" y="46816"/>
                </a:lnTo>
                <a:lnTo>
                  <a:pt x="81559" y="46287"/>
                </a:lnTo>
                <a:lnTo>
                  <a:pt x="80137" y="45673"/>
                </a:lnTo>
                <a:lnTo>
                  <a:pt x="78771" y="45060"/>
                </a:lnTo>
                <a:lnTo>
                  <a:pt x="77432" y="44363"/>
                </a:lnTo>
                <a:lnTo>
                  <a:pt x="76122" y="43638"/>
                </a:lnTo>
                <a:lnTo>
                  <a:pt x="74867" y="42885"/>
                </a:lnTo>
                <a:lnTo>
                  <a:pt x="73640" y="42104"/>
                </a:lnTo>
                <a:lnTo>
                  <a:pt x="72469" y="41268"/>
                </a:lnTo>
                <a:lnTo>
                  <a:pt x="71298" y="40403"/>
                </a:lnTo>
                <a:lnTo>
                  <a:pt x="70211" y="39511"/>
                </a:lnTo>
                <a:lnTo>
                  <a:pt x="69123" y="38591"/>
                </a:lnTo>
                <a:lnTo>
                  <a:pt x="68091" y="37643"/>
                </a:lnTo>
                <a:lnTo>
                  <a:pt x="67088" y="36667"/>
                </a:lnTo>
                <a:lnTo>
                  <a:pt x="66112" y="35663"/>
                </a:lnTo>
                <a:lnTo>
                  <a:pt x="65164" y="34659"/>
                </a:lnTo>
                <a:lnTo>
                  <a:pt x="64271" y="33600"/>
                </a:lnTo>
                <a:lnTo>
                  <a:pt x="63379" y="32568"/>
                </a:lnTo>
                <a:lnTo>
                  <a:pt x="62543" y="31481"/>
                </a:lnTo>
                <a:lnTo>
                  <a:pt x="61734" y="30421"/>
                </a:lnTo>
                <a:lnTo>
                  <a:pt x="60953" y="29306"/>
                </a:lnTo>
                <a:lnTo>
                  <a:pt x="60200" y="28218"/>
                </a:lnTo>
                <a:lnTo>
                  <a:pt x="59503" y="27103"/>
                </a:lnTo>
                <a:lnTo>
                  <a:pt x="58806" y="25988"/>
                </a:lnTo>
                <a:lnTo>
                  <a:pt x="58137" y="24900"/>
                </a:lnTo>
                <a:lnTo>
                  <a:pt x="57524" y="23785"/>
                </a:lnTo>
                <a:lnTo>
                  <a:pt x="56910" y="22670"/>
                </a:lnTo>
                <a:lnTo>
                  <a:pt x="56325" y="21554"/>
                </a:lnTo>
                <a:lnTo>
                  <a:pt x="55795" y="20439"/>
                </a:lnTo>
                <a:lnTo>
                  <a:pt x="55265" y="19351"/>
                </a:lnTo>
                <a:lnTo>
                  <a:pt x="54763" y="18264"/>
                </a:lnTo>
                <a:lnTo>
                  <a:pt x="54289" y="17177"/>
                </a:lnTo>
                <a:lnTo>
                  <a:pt x="53425" y="15085"/>
                </a:lnTo>
                <a:lnTo>
                  <a:pt x="52644" y="13050"/>
                </a:lnTo>
                <a:lnTo>
                  <a:pt x="51947" y="11070"/>
                </a:lnTo>
                <a:lnTo>
                  <a:pt x="51334" y="9230"/>
                </a:lnTo>
                <a:lnTo>
                  <a:pt x="50804" y="7501"/>
                </a:lnTo>
                <a:lnTo>
                  <a:pt x="50358" y="5884"/>
                </a:lnTo>
                <a:lnTo>
                  <a:pt x="49995" y="4434"/>
                </a:lnTo>
                <a:lnTo>
                  <a:pt x="49688" y="3151"/>
                </a:lnTo>
                <a:lnTo>
                  <a:pt x="49437" y="2064"/>
                </a:lnTo>
                <a:lnTo>
                  <a:pt x="49242" y="1171"/>
                </a:lnTo>
                <a:lnTo>
                  <a:pt x="49019" y="0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98" name="Google Shape;1698;p19"/>
          <p:cNvSpPr/>
          <p:nvPr/>
        </p:nvSpPr>
        <p:spPr>
          <a:xfrm>
            <a:off x="484600" y="280722"/>
            <a:ext cx="457237" cy="429412"/>
          </a:xfrm>
          <a:custGeom>
            <a:rect b="b" l="l" r="r" t="t"/>
            <a:pathLst>
              <a:path extrusionOk="0" h="92099" w="98067">
                <a:moveTo>
                  <a:pt x="49019" y="0"/>
                </a:moveTo>
                <a:lnTo>
                  <a:pt x="48824" y="1171"/>
                </a:lnTo>
                <a:lnTo>
                  <a:pt x="48629" y="2064"/>
                </a:lnTo>
                <a:lnTo>
                  <a:pt x="48378" y="3151"/>
                </a:lnTo>
                <a:lnTo>
                  <a:pt x="48071" y="4434"/>
                </a:lnTo>
                <a:lnTo>
                  <a:pt x="47709" y="5884"/>
                </a:lnTo>
                <a:lnTo>
                  <a:pt x="47263" y="7501"/>
                </a:lnTo>
                <a:lnTo>
                  <a:pt x="46733" y="9230"/>
                </a:lnTo>
                <a:lnTo>
                  <a:pt x="46119" y="11070"/>
                </a:lnTo>
                <a:lnTo>
                  <a:pt x="45422" y="13050"/>
                </a:lnTo>
                <a:lnTo>
                  <a:pt x="44641" y="15085"/>
                </a:lnTo>
                <a:lnTo>
                  <a:pt x="43777" y="17177"/>
                </a:lnTo>
                <a:lnTo>
                  <a:pt x="43303" y="18264"/>
                </a:lnTo>
                <a:lnTo>
                  <a:pt x="42801" y="19351"/>
                </a:lnTo>
                <a:lnTo>
                  <a:pt x="42271" y="20439"/>
                </a:lnTo>
                <a:lnTo>
                  <a:pt x="41742" y="21554"/>
                </a:lnTo>
                <a:lnTo>
                  <a:pt x="41156" y="22670"/>
                </a:lnTo>
                <a:lnTo>
                  <a:pt x="40543" y="23785"/>
                </a:lnTo>
                <a:lnTo>
                  <a:pt x="39929" y="24900"/>
                </a:lnTo>
                <a:lnTo>
                  <a:pt x="39260" y="25988"/>
                </a:lnTo>
                <a:lnTo>
                  <a:pt x="38563" y="27103"/>
                </a:lnTo>
                <a:lnTo>
                  <a:pt x="37838" y="28218"/>
                </a:lnTo>
                <a:lnTo>
                  <a:pt x="37113" y="29306"/>
                </a:lnTo>
                <a:lnTo>
                  <a:pt x="36332" y="30421"/>
                </a:lnTo>
                <a:lnTo>
                  <a:pt x="35524" y="31481"/>
                </a:lnTo>
                <a:lnTo>
                  <a:pt x="34687" y="32568"/>
                </a:lnTo>
                <a:lnTo>
                  <a:pt x="33795" y="33600"/>
                </a:lnTo>
                <a:lnTo>
                  <a:pt x="32903" y="34659"/>
                </a:lnTo>
                <a:lnTo>
                  <a:pt x="31954" y="35663"/>
                </a:lnTo>
                <a:lnTo>
                  <a:pt x="30979" y="36667"/>
                </a:lnTo>
                <a:lnTo>
                  <a:pt x="29975" y="37643"/>
                </a:lnTo>
                <a:lnTo>
                  <a:pt x="28943" y="38591"/>
                </a:lnTo>
                <a:lnTo>
                  <a:pt x="27856" y="39511"/>
                </a:lnTo>
                <a:lnTo>
                  <a:pt x="26740" y="40403"/>
                </a:lnTo>
                <a:lnTo>
                  <a:pt x="25597" y="41268"/>
                </a:lnTo>
                <a:lnTo>
                  <a:pt x="24426" y="42104"/>
                </a:lnTo>
                <a:lnTo>
                  <a:pt x="23199" y="42885"/>
                </a:lnTo>
                <a:lnTo>
                  <a:pt x="21944" y="43638"/>
                </a:lnTo>
                <a:lnTo>
                  <a:pt x="20634" y="44363"/>
                </a:lnTo>
                <a:lnTo>
                  <a:pt x="19295" y="45060"/>
                </a:lnTo>
                <a:lnTo>
                  <a:pt x="17929" y="45673"/>
                </a:lnTo>
                <a:lnTo>
                  <a:pt x="16507" y="46287"/>
                </a:lnTo>
                <a:lnTo>
                  <a:pt x="15057" y="46816"/>
                </a:lnTo>
                <a:lnTo>
                  <a:pt x="13551" y="47318"/>
                </a:lnTo>
                <a:lnTo>
                  <a:pt x="12018" y="47765"/>
                </a:lnTo>
                <a:lnTo>
                  <a:pt x="10428" y="48155"/>
                </a:lnTo>
                <a:lnTo>
                  <a:pt x="8811" y="48489"/>
                </a:lnTo>
                <a:lnTo>
                  <a:pt x="7138" y="48768"/>
                </a:lnTo>
                <a:lnTo>
                  <a:pt x="5409" y="48991"/>
                </a:lnTo>
                <a:lnTo>
                  <a:pt x="3653" y="49159"/>
                </a:lnTo>
                <a:lnTo>
                  <a:pt x="1868" y="49242"/>
                </a:lnTo>
                <a:lnTo>
                  <a:pt x="948" y="49270"/>
                </a:lnTo>
                <a:lnTo>
                  <a:pt x="0" y="49298"/>
                </a:lnTo>
                <a:lnTo>
                  <a:pt x="474" y="49438"/>
                </a:lnTo>
                <a:lnTo>
                  <a:pt x="1840" y="49856"/>
                </a:lnTo>
                <a:lnTo>
                  <a:pt x="3959" y="50581"/>
                </a:lnTo>
                <a:lnTo>
                  <a:pt x="5270" y="51055"/>
                </a:lnTo>
                <a:lnTo>
                  <a:pt x="6720" y="51585"/>
                </a:lnTo>
                <a:lnTo>
                  <a:pt x="8309" y="52226"/>
                </a:lnTo>
                <a:lnTo>
                  <a:pt x="10010" y="52951"/>
                </a:lnTo>
                <a:lnTo>
                  <a:pt x="11823" y="53732"/>
                </a:lnTo>
                <a:lnTo>
                  <a:pt x="13719" y="54624"/>
                </a:lnTo>
                <a:lnTo>
                  <a:pt x="15698" y="55600"/>
                </a:lnTo>
                <a:lnTo>
                  <a:pt x="17762" y="56631"/>
                </a:lnTo>
                <a:lnTo>
                  <a:pt x="19853" y="57775"/>
                </a:lnTo>
                <a:lnTo>
                  <a:pt x="21972" y="59001"/>
                </a:lnTo>
                <a:lnTo>
                  <a:pt x="23032" y="59671"/>
                </a:lnTo>
                <a:lnTo>
                  <a:pt x="24119" y="60340"/>
                </a:lnTo>
                <a:lnTo>
                  <a:pt x="25179" y="61037"/>
                </a:lnTo>
                <a:lnTo>
                  <a:pt x="26266" y="61762"/>
                </a:lnTo>
                <a:lnTo>
                  <a:pt x="27354" y="62487"/>
                </a:lnTo>
                <a:lnTo>
                  <a:pt x="28413" y="63268"/>
                </a:lnTo>
                <a:lnTo>
                  <a:pt x="29473" y="64048"/>
                </a:lnTo>
                <a:lnTo>
                  <a:pt x="30532" y="64857"/>
                </a:lnTo>
                <a:lnTo>
                  <a:pt x="31592" y="65693"/>
                </a:lnTo>
                <a:lnTo>
                  <a:pt x="32624" y="66558"/>
                </a:lnTo>
                <a:lnTo>
                  <a:pt x="33627" y="67450"/>
                </a:lnTo>
                <a:lnTo>
                  <a:pt x="34659" y="68370"/>
                </a:lnTo>
                <a:lnTo>
                  <a:pt x="35635" y="69290"/>
                </a:lnTo>
                <a:lnTo>
                  <a:pt x="36611" y="70266"/>
                </a:lnTo>
                <a:lnTo>
                  <a:pt x="37559" y="71242"/>
                </a:lnTo>
                <a:lnTo>
                  <a:pt x="38507" y="72274"/>
                </a:lnTo>
                <a:lnTo>
                  <a:pt x="39399" y="73306"/>
                </a:lnTo>
                <a:lnTo>
                  <a:pt x="40292" y="74365"/>
                </a:lnTo>
                <a:lnTo>
                  <a:pt x="41156" y="75453"/>
                </a:lnTo>
                <a:lnTo>
                  <a:pt x="41993" y="76568"/>
                </a:lnTo>
                <a:lnTo>
                  <a:pt x="42773" y="77711"/>
                </a:lnTo>
                <a:lnTo>
                  <a:pt x="43554" y="78882"/>
                </a:lnTo>
                <a:lnTo>
                  <a:pt x="44279" y="80081"/>
                </a:lnTo>
                <a:lnTo>
                  <a:pt x="44976" y="81308"/>
                </a:lnTo>
                <a:lnTo>
                  <a:pt x="45617" y="82563"/>
                </a:lnTo>
                <a:lnTo>
                  <a:pt x="46259" y="83846"/>
                </a:lnTo>
                <a:lnTo>
                  <a:pt x="46816" y="85156"/>
                </a:lnTo>
                <a:lnTo>
                  <a:pt x="47374" y="86494"/>
                </a:lnTo>
                <a:lnTo>
                  <a:pt x="47848" y="87833"/>
                </a:lnTo>
                <a:lnTo>
                  <a:pt x="48294" y="89227"/>
                </a:lnTo>
                <a:lnTo>
                  <a:pt x="48685" y="90649"/>
                </a:lnTo>
                <a:lnTo>
                  <a:pt x="49019" y="92099"/>
                </a:lnTo>
                <a:lnTo>
                  <a:pt x="49382" y="90649"/>
                </a:lnTo>
                <a:lnTo>
                  <a:pt x="49772" y="89227"/>
                </a:lnTo>
                <a:lnTo>
                  <a:pt x="50218" y="87833"/>
                </a:lnTo>
                <a:lnTo>
                  <a:pt x="50692" y="86494"/>
                </a:lnTo>
                <a:lnTo>
                  <a:pt x="51250" y="85156"/>
                </a:lnTo>
                <a:lnTo>
                  <a:pt x="51808" y="83846"/>
                </a:lnTo>
                <a:lnTo>
                  <a:pt x="52421" y="82563"/>
                </a:lnTo>
                <a:lnTo>
                  <a:pt x="53090" y="81308"/>
                </a:lnTo>
                <a:lnTo>
                  <a:pt x="53787" y="80081"/>
                </a:lnTo>
                <a:lnTo>
                  <a:pt x="54512" y="78882"/>
                </a:lnTo>
                <a:lnTo>
                  <a:pt x="55293" y="77711"/>
                </a:lnTo>
                <a:lnTo>
                  <a:pt x="56074" y="76568"/>
                </a:lnTo>
                <a:lnTo>
                  <a:pt x="56910" y="75453"/>
                </a:lnTo>
                <a:lnTo>
                  <a:pt x="57775" y="74365"/>
                </a:lnTo>
                <a:lnTo>
                  <a:pt x="58639" y="73306"/>
                </a:lnTo>
                <a:lnTo>
                  <a:pt x="59559" y="72274"/>
                </a:lnTo>
                <a:lnTo>
                  <a:pt x="60479" y="71242"/>
                </a:lnTo>
                <a:lnTo>
                  <a:pt x="61455" y="70266"/>
                </a:lnTo>
                <a:lnTo>
                  <a:pt x="62431" y="69290"/>
                </a:lnTo>
                <a:lnTo>
                  <a:pt x="63407" y="68370"/>
                </a:lnTo>
                <a:lnTo>
                  <a:pt x="64411" y="67450"/>
                </a:lnTo>
                <a:lnTo>
                  <a:pt x="65443" y="66558"/>
                </a:lnTo>
                <a:lnTo>
                  <a:pt x="66474" y="65693"/>
                </a:lnTo>
                <a:lnTo>
                  <a:pt x="67534" y="64857"/>
                </a:lnTo>
                <a:lnTo>
                  <a:pt x="68593" y="64048"/>
                </a:lnTo>
                <a:lnTo>
                  <a:pt x="69653" y="63268"/>
                </a:lnTo>
                <a:lnTo>
                  <a:pt x="70713" y="62487"/>
                </a:lnTo>
                <a:lnTo>
                  <a:pt x="71800" y="61762"/>
                </a:lnTo>
                <a:lnTo>
                  <a:pt x="72860" y="61037"/>
                </a:lnTo>
                <a:lnTo>
                  <a:pt x="73947" y="60340"/>
                </a:lnTo>
                <a:lnTo>
                  <a:pt x="75034" y="59671"/>
                </a:lnTo>
                <a:lnTo>
                  <a:pt x="76094" y="59001"/>
                </a:lnTo>
                <a:lnTo>
                  <a:pt x="78213" y="57775"/>
                </a:lnTo>
                <a:lnTo>
                  <a:pt x="80304" y="56631"/>
                </a:lnTo>
                <a:lnTo>
                  <a:pt x="82368" y="55600"/>
                </a:lnTo>
                <a:lnTo>
                  <a:pt x="84348" y="54624"/>
                </a:lnTo>
                <a:lnTo>
                  <a:pt x="86244" y="53732"/>
                </a:lnTo>
                <a:lnTo>
                  <a:pt x="88056" y="52951"/>
                </a:lnTo>
                <a:lnTo>
                  <a:pt x="89757" y="52226"/>
                </a:lnTo>
                <a:lnTo>
                  <a:pt x="91346" y="51585"/>
                </a:lnTo>
                <a:lnTo>
                  <a:pt x="92796" y="51055"/>
                </a:lnTo>
                <a:lnTo>
                  <a:pt x="94107" y="50581"/>
                </a:lnTo>
                <a:lnTo>
                  <a:pt x="96226" y="49856"/>
                </a:lnTo>
                <a:lnTo>
                  <a:pt x="97592" y="49438"/>
                </a:lnTo>
                <a:lnTo>
                  <a:pt x="98066" y="49298"/>
                </a:lnTo>
                <a:lnTo>
                  <a:pt x="97118" y="49270"/>
                </a:lnTo>
                <a:lnTo>
                  <a:pt x="96198" y="49242"/>
                </a:lnTo>
                <a:lnTo>
                  <a:pt x="94413" y="49159"/>
                </a:lnTo>
                <a:lnTo>
                  <a:pt x="92657" y="48991"/>
                </a:lnTo>
                <a:lnTo>
                  <a:pt x="90928" y="48768"/>
                </a:lnTo>
                <a:lnTo>
                  <a:pt x="89255" y="48489"/>
                </a:lnTo>
                <a:lnTo>
                  <a:pt x="87638" y="48155"/>
                </a:lnTo>
                <a:lnTo>
                  <a:pt x="86048" y="47765"/>
                </a:lnTo>
                <a:lnTo>
                  <a:pt x="84515" y="47318"/>
                </a:lnTo>
                <a:lnTo>
                  <a:pt x="83009" y="46816"/>
                </a:lnTo>
                <a:lnTo>
                  <a:pt x="81559" y="46287"/>
                </a:lnTo>
                <a:lnTo>
                  <a:pt x="80137" y="45673"/>
                </a:lnTo>
                <a:lnTo>
                  <a:pt x="78771" y="45060"/>
                </a:lnTo>
                <a:lnTo>
                  <a:pt x="77432" y="44363"/>
                </a:lnTo>
                <a:lnTo>
                  <a:pt x="76122" y="43638"/>
                </a:lnTo>
                <a:lnTo>
                  <a:pt x="74867" y="42885"/>
                </a:lnTo>
                <a:lnTo>
                  <a:pt x="73640" y="42104"/>
                </a:lnTo>
                <a:lnTo>
                  <a:pt x="72469" y="41268"/>
                </a:lnTo>
                <a:lnTo>
                  <a:pt x="71298" y="40403"/>
                </a:lnTo>
                <a:lnTo>
                  <a:pt x="70211" y="39511"/>
                </a:lnTo>
                <a:lnTo>
                  <a:pt x="69123" y="38591"/>
                </a:lnTo>
                <a:lnTo>
                  <a:pt x="68091" y="37643"/>
                </a:lnTo>
                <a:lnTo>
                  <a:pt x="67088" y="36667"/>
                </a:lnTo>
                <a:lnTo>
                  <a:pt x="66112" y="35663"/>
                </a:lnTo>
                <a:lnTo>
                  <a:pt x="65164" y="34659"/>
                </a:lnTo>
                <a:lnTo>
                  <a:pt x="64271" y="33600"/>
                </a:lnTo>
                <a:lnTo>
                  <a:pt x="63379" y="32568"/>
                </a:lnTo>
                <a:lnTo>
                  <a:pt x="62543" y="31481"/>
                </a:lnTo>
                <a:lnTo>
                  <a:pt x="61734" y="30421"/>
                </a:lnTo>
                <a:lnTo>
                  <a:pt x="60953" y="29306"/>
                </a:lnTo>
                <a:lnTo>
                  <a:pt x="60200" y="28218"/>
                </a:lnTo>
                <a:lnTo>
                  <a:pt x="59503" y="27103"/>
                </a:lnTo>
                <a:lnTo>
                  <a:pt x="58806" y="25988"/>
                </a:lnTo>
                <a:lnTo>
                  <a:pt x="58137" y="24900"/>
                </a:lnTo>
                <a:lnTo>
                  <a:pt x="57524" y="23785"/>
                </a:lnTo>
                <a:lnTo>
                  <a:pt x="56910" y="22670"/>
                </a:lnTo>
                <a:lnTo>
                  <a:pt x="56325" y="21554"/>
                </a:lnTo>
                <a:lnTo>
                  <a:pt x="55795" y="20439"/>
                </a:lnTo>
                <a:lnTo>
                  <a:pt x="55265" y="19351"/>
                </a:lnTo>
                <a:lnTo>
                  <a:pt x="54763" y="18264"/>
                </a:lnTo>
                <a:lnTo>
                  <a:pt x="54289" y="17177"/>
                </a:lnTo>
                <a:lnTo>
                  <a:pt x="53425" y="15085"/>
                </a:lnTo>
                <a:lnTo>
                  <a:pt x="52644" y="13050"/>
                </a:lnTo>
                <a:lnTo>
                  <a:pt x="51947" y="11070"/>
                </a:lnTo>
                <a:lnTo>
                  <a:pt x="51334" y="9230"/>
                </a:lnTo>
                <a:lnTo>
                  <a:pt x="50804" y="7501"/>
                </a:lnTo>
                <a:lnTo>
                  <a:pt x="50358" y="5884"/>
                </a:lnTo>
                <a:lnTo>
                  <a:pt x="49995" y="4434"/>
                </a:lnTo>
                <a:lnTo>
                  <a:pt x="49688" y="3151"/>
                </a:lnTo>
                <a:lnTo>
                  <a:pt x="49437" y="2064"/>
                </a:lnTo>
                <a:lnTo>
                  <a:pt x="49242" y="1171"/>
                </a:lnTo>
                <a:lnTo>
                  <a:pt x="49019" y="0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699" name="Google Shape;1699;p19"/>
          <p:cNvGrpSpPr/>
          <p:nvPr/>
        </p:nvGrpSpPr>
        <p:grpSpPr>
          <a:xfrm flipH="1" rot="2700000">
            <a:off x="-2243747" y="347213"/>
            <a:ext cx="2946912" cy="1512954"/>
            <a:chOff x="-1306807" y="-1638114"/>
            <a:chExt cx="2946940" cy="1512969"/>
          </a:xfrm>
        </p:grpSpPr>
        <p:sp>
          <p:nvSpPr>
            <p:cNvPr id="1700" name="Google Shape;1700;p19"/>
            <p:cNvSpPr/>
            <p:nvPr/>
          </p:nvSpPr>
          <p:spPr>
            <a:xfrm flipH="1">
              <a:off x="-1306807" y="-1638114"/>
              <a:ext cx="2946940" cy="1512969"/>
            </a:xfrm>
            <a:custGeom>
              <a:rect b="b" l="l" r="r" t="t"/>
              <a:pathLst>
                <a:path extrusionOk="0" h="27062" w="52711">
                  <a:moveTo>
                    <a:pt x="48008" y="81"/>
                  </a:moveTo>
                  <a:lnTo>
                    <a:pt x="48654" y="122"/>
                  </a:lnTo>
                  <a:lnTo>
                    <a:pt x="49300" y="202"/>
                  </a:lnTo>
                  <a:lnTo>
                    <a:pt x="49623" y="243"/>
                  </a:lnTo>
                  <a:lnTo>
                    <a:pt x="49946" y="323"/>
                  </a:lnTo>
                  <a:lnTo>
                    <a:pt x="50248" y="404"/>
                  </a:lnTo>
                  <a:lnTo>
                    <a:pt x="50551" y="485"/>
                  </a:lnTo>
                  <a:lnTo>
                    <a:pt x="50854" y="606"/>
                  </a:lnTo>
                  <a:lnTo>
                    <a:pt x="51156" y="727"/>
                  </a:lnTo>
                  <a:lnTo>
                    <a:pt x="51399" y="848"/>
                  </a:lnTo>
                  <a:lnTo>
                    <a:pt x="51621" y="989"/>
                  </a:lnTo>
                  <a:lnTo>
                    <a:pt x="51822" y="1131"/>
                  </a:lnTo>
                  <a:lnTo>
                    <a:pt x="52004" y="1272"/>
                  </a:lnTo>
                  <a:lnTo>
                    <a:pt x="52165" y="1413"/>
                  </a:lnTo>
                  <a:lnTo>
                    <a:pt x="52287" y="1575"/>
                  </a:lnTo>
                  <a:lnTo>
                    <a:pt x="52408" y="1756"/>
                  </a:lnTo>
                  <a:lnTo>
                    <a:pt x="52488" y="1938"/>
                  </a:lnTo>
                  <a:lnTo>
                    <a:pt x="52569" y="2180"/>
                  </a:lnTo>
                  <a:lnTo>
                    <a:pt x="52609" y="2301"/>
                  </a:lnTo>
                  <a:lnTo>
                    <a:pt x="52630" y="2442"/>
                  </a:lnTo>
                  <a:lnTo>
                    <a:pt x="52630" y="2604"/>
                  </a:lnTo>
                  <a:lnTo>
                    <a:pt x="52609" y="2765"/>
                  </a:lnTo>
                  <a:lnTo>
                    <a:pt x="52589" y="2947"/>
                  </a:lnTo>
                  <a:lnTo>
                    <a:pt x="52549" y="3128"/>
                  </a:lnTo>
                  <a:lnTo>
                    <a:pt x="52488" y="3330"/>
                  </a:lnTo>
                  <a:lnTo>
                    <a:pt x="52408" y="3532"/>
                  </a:lnTo>
                  <a:lnTo>
                    <a:pt x="52307" y="3754"/>
                  </a:lnTo>
                  <a:lnTo>
                    <a:pt x="52186" y="3976"/>
                  </a:lnTo>
                  <a:lnTo>
                    <a:pt x="52024" y="4218"/>
                  </a:lnTo>
                  <a:lnTo>
                    <a:pt x="51843" y="4460"/>
                  </a:lnTo>
                  <a:lnTo>
                    <a:pt x="51641" y="4702"/>
                  </a:lnTo>
                  <a:lnTo>
                    <a:pt x="51399" y="4965"/>
                  </a:lnTo>
                  <a:lnTo>
                    <a:pt x="50854" y="5530"/>
                  </a:lnTo>
                  <a:lnTo>
                    <a:pt x="50269" y="6075"/>
                  </a:lnTo>
                  <a:lnTo>
                    <a:pt x="49118" y="7124"/>
                  </a:lnTo>
                  <a:lnTo>
                    <a:pt x="48311" y="7851"/>
                  </a:lnTo>
                  <a:lnTo>
                    <a:pt x="47524" y="8597"/>
                  </a:lnTo>
                  <a:lnTo>
                    <a:pt x="47141" y="8981"/>
                  </a:lnTo>
                  <a:lnTo>
                    <a:pt x="46777" y="9364"/>
                  </a:lnTo>
                  <a:lnTo>
                    <a:pt x="46414" y="9747"/>
                  </a:lnTo>
                  <a:lnTo>
                    <a:pt x="46071" y="10151"/>
                  </a:lnTo>
                  <a:lnTo>
                    <a:pt x="45748" y="10555"/>
                  </a:lnTo>
                  <a:lnTo>
                    <a:pt x="45446" y="10978"/>
                  </a:lnTo>
                  <a:lnTo>
                    <a:pt x="45163" y="11422"/>
                  </a:lnTo>
                  <a:lnTo>
                    <a:pt x="44901" y="11866"/>
                  </a:lnTo>
                  <a:lnTo>
                    <a:pt x="44658" y="12331"/>
                  </a:lnTo>
                  <a:lnTo>
                    <a:pt x="44457" y="12795"/>
                  </a:lnTo>
                  <a:lnTo>
                    <a:pt x="44295" y="13299"/>
                  </a:lnTo>
                  <a:lnTo>
                    <a:pt x="44154" y="13804"/>
                  </a:lnTo>
                  <a:lnTo>
                    <a:pt x="44093" y="14127"/>
                  </a:lnTo>
                  <a:lnTo>
                    <a:pt x="44033" y="14449"/>
                  </a:lnTo>
                  <a:lnTo>
                    <a:pt x="43972" y="15095"/>
                  </a:lnTo>
                  <a:lnTo>
                    <a:pt x="43932" y="15761"/>
                  </a:lnTo>
                  <a:lnTo>
                    <a:pt x="43912" y="16407"/>
                  </a:lnTo>
                  <a:lnTo>
                    <a:pt x="43871" y="17194"/>
                  </a:lnTo>
                  <a:lnTo>
                    <a:pt x="43811" y="17981"/>
                  </a:lnTo>
                  <a:lnTo>
                    <a:pt x="43771" y="18385"/>
                  </a:lnTo>
                  <a:lnTo>
                    <a:pt x="43710" y="18768"/>
                  </a:lnTo>
                  <a:lnTo>
                    <a:pt x="43609" y="19151"/>
                  </a:lnTo>
                  <a:lnTo>
                    <a:pt x="43508" y="19535"/>
                  </a:lnTo>
                  <a:lnTo>
                    <a:pt x="43306" y="20039"/>
                  </a:lnTo>
                  <a:lnTo>
                    <a:pt x="43064" y="20544"/>
                  </a:lnTo>
                  <a:lnTo>
                    <a:pt x="42782" y="21028"/>
                  </a:lnTo>
                  <a:lnTo>
                    <a:pt x="42459" y="21492"/>
                  </a:lnTo>
                  <a:lnTo>
                    <a:pt x="42096" y="21936"/>
                  </a:lnTo>
                  <a:lnTo>
                    <a:pt x="41692" y="22360"/>
                  </a:lnTo>
                  <a:lnTo>
                    <a:pt x="41248" y="22764"/>
                  </a:lnTo>
                  <a:lnTo>
                    <a:pt x="40784" y="23127"/>
                  </a:lnTo>
                  <a:lnTo>
                    <a:pt x="40300" y="23470"/>
                  </a:lnTo>
                  <a:lnTo>
                    <a:pt x="39795" y="23773"/>
                  </a:lnTo>
                  <a:lnTo>
                    <a:pt x="39270" y="24035"/>
                  </a:lnTo>
                  <a:lnTo>
                    <a:pt x="38746" y="24277"/>
                  </a:lnTo>
                  <a:lnTo>
                    <a:pt x="38181" y="24479"/>
                  </a:lnTo>
                  <a:lnTo>
                    <a:pt x="37636" y="24640"/>
                  </a:lnTo>
                  <a:lnTo>
                    <a:pt x="37071" y="24782"/>
                  </a:lnTo>
                  <a:lnTo>
                    <a:pt x="36506" y="24862"/>
                  </a:lnTo>
                  <a:lnTo>
                    <a:pt x="34790" y="25125"/>
                  </a:lnTo>
                  <a:lnTo>
                    <a:pt x="32894" y="25387"/>
                  </a:lnTo>
                  <a:lnTo>
                    <a:pt x="30250" y="25791"/>
                  </a:lnTo>
                  <a:lnTo>
                    <a:pt x="27485" y="26174"/>
                  </a:lnTo>
                  <a:lnTo>
                    <a:pt x="26093" y="26356"/>
                  </a:lnTo>
                  <a:lnTo>
                    <a:pt x="24680" y="26517"/>
                  </a:lnTo>
                  <a:lnTo>
                    <a:pt x="23247" y="26679"/>
                  </a:lnTo>
                  <a:lnTo>
                    <a:pt x="21855" y="26800"/>
                  </a:lnTo>
                  <a:lnTo>
                    <a:pt x="20564" y="26901"/>
                  </a:lnTo>
                  <a:lnTo>
                    <a:pt x="19252" y="26961"/>
                  </a:lnTo>
                  <a:lnTo>
                    <a:pt x="17900" y="26981"/>
                  </a:lnTo>
                  <a:lnTo>
                    <a:pt x="16548" y="26961"/>
                  </a:lnTo>
                  <a:lnTo>
                    <a:pt x="15175" y="26901"/>
                  </a:lnTo>
                  <a:lnTo>
                    <a:pt x="13783" y="26820"/>
                  </a:lnTo>
                  <a:lnTo>
                    <a:pt x="12370" y="26699"/>
                  </a:lnTo>
                  <a:lnTo>
                    <a:pt x="10958" y="26558"/>
                  </a:lnTo>
                  <a:lnTo>
                    <a:pt x="10837" y="26537"/>
                  </a:lnTo>
                  <a:lnTo>
                    <a:pt x="9626" y="26396"/>
                  </a:lnTo>
                  <a:lnTo>
                    <a:pt x="8334" y="26214"/>
                  </a:lnTo>
                  <a:lnTo>
                    <a:pt x="7648" y="26093"/>
                  </a:lnTo>
                  <a:lnTo>
                    <a:pt x="6962" y="25972"/>
                  </a:lnTo>
                  <a:lnTo>
                    <a:pt x="6276" y="25851"/>
                  </a:lnTo>
                  <a:lnTo>
                    <a:pt x="5590" y="25690"/>
                  </a:lnTo>
                  <a:lnTo>
                    <a:pt x="4924" y="25508"/>
                  </a:lnTo>
                  <a:lnTo>
                    <a:pt x="4258" y="25327"/>
                  </a:lnTo>
                  <a:lnTo>
                    <a:pt x="3612" y="25105"/>
                  </a:lnTo>
                  <a:lnTo>
                    <a:pt x="3007" y="24862"/>
                  </a:lnTo>
                  <a:lnTo>
                    <a:pt x="2422" y="24580"/>
                  </a:lnTo>
                  <a:lnTo>
                    <a:pt x="1877" y="24277"/>
                  </a:lnTo>
                  <a:lnTo>
                    <a:pt x="1614" y="24136"/>
                  </a:lnTo>
                  <a:lnTo>
                    <a:pt x="1372" y="23954"/>
                  </a:lnTo>
                  <a:lnTo>
                    <a:pt x="1130" y="23773"/>
                  </a:lnTo>
                  <a:lnTo>
                    <a:pt x="908" y="23591"/>
                  </a:lnTo>
                  <a:lnTo>
                    <a:pt x="727" y="23409"/>
                  </a:lnTo>
                  <a:lnTo>
                    <a:pt x="545" y="23208"/>
                  </a:lnTo>
                  <a:lnTo>
                    <a:pt x="404" y="23026"/>
                  </a:lnTo>
                  <a:lnTo>
                    <a:pt x="283" y="22824"/>
                  </a:lnTo>
                  <a:lnTo>
                    <a:pt x="202" y="22643"/>
                  </a:lnTo>
                  <a:lnTo>
                    <a:pt x="121" y="22441"/>
                  </a:lnTo>
                  <a:lnTo>
                    <a:pt x="101" y="22239"/>
                  </a:lnTo>
                  <a:lnTo>
                    <a:pt x="81" y="22037"/>
                  </a:lnTo>
                  <a:lnTo>
                    <a:pt x="101" y="21815"/>
                  </a:lnTo>
                  <a:lnTo>
                    <a:pt x="141" y="21593"/>
                  </a:lnTo>
                  <a:lnTo>
                    <a:pt x="202" y="21371"/>
                  </a:lnTo>
                  <a:lnTo>
                    <a:pt x="303" y="21149"/>
                  </a:lnTo>
                  <a:lnTo>
                    <a:pt x="424" y="20947"/>
                  </a:lnTo>
                  <a:lnTo>
                    <a:pt x="565" y="20725"/>
                  </a:lnTo>
                  <a:lnTo>
                    <a:pt x="706" y="20524"/>
                  </a:lnTo>
                  <a:lnTo>
                    <a:pt x="888" y="20302"/>
                  </a:lnTo>
                  <a:lnTo>
                    <a:pt x="1251" y="19898"/>
                  </a:lnTo>
                  <a:lnTo>
                    <a:pt x="1675" y="19494"/>
                  </a:lnTo>
                  <a:lnTo>
                    <a:pt x="2099" y="19111"/>
                  </a:lnTo>
                  <a:lnTo>
                    <a:pt x="2543" y="18748"/>
                  </a:lnTo>
                  <a:lnTo>
                    <a:pt x="3168" y="18183"/>
                  </a:lnTo>
                  <a:lnTo>
                    <a:pt x="3451" y="17920"/>
                  </a:lnTo>
                  <a:lnTo>
                    <a:pt x="3713" y="17658"/>
                  </a:lnTo>
                  <a:lnTo>
                    <a:pt x="4641" y="16669"/>
                  </a:lnTo>
                  <a:lnTo>
                    <a:pt x="5570" y="15701"/>
                  </a:lnTo>
                  <a:lnTo>
                    <a:pt x="6498" y="14793"/>
                  </a:lnTo>
                  <a:lnTo>
                    <a:pt x="7426" y="13925"/>
                  </a:lnTo>
                  <a:lnTo>
                    <a:pt x="8375" y="13097"/>
                  </a:lnTo>
                  <a:lnTo>
                    <a:pt x="9323" y="12310"/>
                  </a:lnTo>
                  <a:lnTo>
                    <a:pt x="10272" y="11564"/>
                  </a:lnTo>
                  <a:lnTo>
                    <a:pt x="11240" y="10857"/>
                  </a:lnTo>
                  <a:lnTo>
                    <a:pt x="12370" y="10091"/>
                  </a:lnTo>
                  <a:lnTo>
                    <a:pt x="13521" y="9324"/>
                  </a:lnTo>
                  <a:lnTo>
                    <a:pt x="14711" y="8597"/>
                  </a:lnTo>
                  <a:lnTo>
                    <a:pt x="15922" y="7911"/>
                  </a:lnTo>
                  <a:lnTo>
                    <a:pt x="17153" y="7245"/>
                  </a:lnTo>
                  <a:lnTo>
                    <a:pt x="18424" y="6599"/>
                  </a:lnTo>
                  <a:lnTo>
                    <a:pt x="19716" y="5994"/>
                  </a:lnTo>
                  <a:lnTo>
                    <a:pt x="21028" y="5429"/>
                  </a:lnTo>
                  <a:lnTo>
                    <a:pt x="22380" y="4864"/>
                  </a:lnTo>
                  <a:lnTo>
                    <a:pt x="23752" y="4339"/>
                  </a:lnTo>
                  <a:lnTo>
                    <a:pt x="25165" y="3855"/>
                  </a:lnTo>
                  <a:lnTo>
                    <a:pt x="26597" y="3391"/>
                  </a:lnTo>
                  <a:lnTo>
                    <a:pt x="28050" y="2967"/>
                  </a:lnTo>
                  <a:lnTo>
                    <a:pt x="29544" y="2563"/>
                  </a:lnTo>
                  <a:lnTo>
                    <a:pt x="31037" y="2180"/>
                  </a:lnTo>
                  <a:lnTo>
                    <a:pt x="32591" y="1837"/>
                  </a:lnTo>
                  <a:lnTo>
                    <a:pt x="34145" y="1514"/>
                  </a:lnTo>
                  <a:lnTo>
                    <a:pt x="35739" y="1231"/>
                  </a:lnTo>
                  <a:lnTo>
                    <a:pt x="37374" y="989"/>
                  </a:lnTo>
                  <a:lnTo>
                    <a:pt x="39028" y="747"/>
                  </a:lnTo>
                  <a:lnTo>
                    <a:pt x="40723" y="566"/>
                  </a:lnTo>
                  <a:lnTo>
                    <a:pt x="42439" y="384"/>
                  </a:lnTo>
                  <a:lnTo>
                    <a:pt x="44194" y="243"/>
                  </a:lnTo>
                  <a:lnTo>
                    <a:pt x="45970" y="142"/>
                  </a:lnTo>
                  <a:lnTo>
                    <a:pt x="46656" y="101"/>
                  </a:lnTo>
                  <a:lnTo>
                    <a:pt x="47342" y="81"/>
                  </a:lnTo>
                  <a:close/>
                  <a:moveTo>
                    <a:pt x="47302" y="1"/>
                  </a:moveTo>
                  <a:lnTo>
                    <a:pt x="46636" y="21"/>
                  </a:lnTo>
                  <a:lnTo>
                    <a:pt x="45970" y="61"/>
                  </a:lnTo>
                  <a:lnTo>
                    <a:pt x="44194" y="162"/>
                  </a:lnTo>
                  <a:lnTo>
                    <a:pt x="42439" y="303"/>
                  </a:lnTo>
                  <a:lnTo>
                    <a:pt x="40703" y="485"/>
                  </a:lnTo>
                  <a:lnTo>
                    <a:pt x="39028" y="666"/>
                  </a:lnTo>
                  <a:lnTo>
                    <a:pt x="37353" y="909"/>
                  </a:lnTo>
                  <a:lnTo>
                    <a:pt x="35739" y="1151"/>
                  </a:lnTo>
                  <a:lnTo>
                    <a:pt x="34145" y="1453"/>
                  </a:lnTo>
                  <a:lnTo>
                    <a:pt x="32571" y="1756"/>
                  </a:lnTo>
                  <a:lnTo>
                    <a:pt x="31017" y="2099"/>
                  </a:lnTo>
                  <a:lnTo>
                    <a:pt x="29523" y="2483"/>
                  </a:lnTo>
                  <a:lnTo>
                    <a:pt x="28030" y="2886"/>
                  </a:lnTo>
                  <a:lnTo>
                    <a:pt x="26577" y="3310"/>
                  </a:lnTo>
                  <a:lnTo>
                    <a:pt x="25144" y="3774"/>
                  </a:lnTo>
                  <a:lnTo>
                    <a:pt x="23732" y="4279"/>
                  </a:lnTo>
                  <a:lnTo>
                    <a:pt x="22339" y="4803"/>
                  </a:lnTo>
                  <a:lnTo>
                    <a:pt x="20987" y="5348"/>
                  </a:lnTo>
                  <a:lnTo>
                    <a:pt x="19676" y="5933"/>
                  </a:lnTo>
                  <a:lnTo>
                    <a:pt x="18384" y="6539"/>
                  </a:lnTo>
                  <a:lnTo>
                    <a:pt x="17113" y="7164"/>
                  </a:lnTo>
                  <a:lnTo>
                    <a:pt x="15882" y="7830"/>
                  </a:lnTo>
                  <a:lnTo>
                    <a:pt x="14671" y="8537"/>
                  </a:lnTo>
                  <a:lnTo>
                    <a:pt x="13480" y="9263"/>
                  </a:lnTo>
                  <a:lnTo>
                    <a:pt x="12330" y="10010"/>
                  </a:lnTo>
                  <a:lnTo>
                    <a:pt x="11200" y="10797"/>
                  </a:lnTo>
                  <a:lnTo>
                    <a:pt x="10231" y="11503"/>
                  </a:lnTo>
                  <a:lnTo>
                    <a:pt x="9263" y="12250"/>
                  </a:lnTo>
                  <a:lnTo>
                    <a:pt x="8314" y="13037"/>
                  </a:lnTo>
                  <a:lnTo>
                    <a:pt x="7386" y="13864"/>
                  </a:lnTo>
                  <a:lnTo>
                    <a:pt x="6438" y="14732"/>
                  </a:lnTo>
                  <a:lnTo>
                    <a:pt x="5509" y="15640"/>
                  </a:lnTo>
                  <a:lnTo>
                    <a:pt x="4581" y="16609"/>
                  </a:lnTo>
                  <a:lnTo>
                    <a:pt x="3653" y="17598"/>
                  </a:lnTo>
                  <a:lnTo>
                    <a:pt x="3390" y="17860"/>
                  </a:lnTo>
                  <a:lnTo>
                    <a:pt x="3108" y="18122"/>
                  </a:lnTo>
                  <a:lnTo>
                    <a:pt x="2482" y="18687"/>
                  </a:lnTo>
                  <a:lnTo>
                    <a:pt x="2038" y="19051"/>
                  </a:lnTo>
                  <a:lnTo>
                    <a:pt x="1614" y="19454"/>
                  </a:lnTo>
                  <a:lnTo>
                    <a:pt x="1191" y="19858"/>
                  </a:lnTo>
                  <a:lnTo>
                    <a:pt x="807" y="20261"/>
                  </a:lnTo>
                  <a:lnTo>
                    <a:pt x="646" y="20483"/>
                  </a:lnTo>
                  <a:lnTo>
                    <a:pt x="484" y="20685"/>
                  </a:lnTo>
                  <a:lnTo>
                    <a:pt x="343" y="20907"/>
                  </a:lnTo>
                  <a:lnTo>
                    <a:pt x="222" y="21129"/>
                  </a:lnTo>
                  <a:lnTo>
                    <a:pt x="141" y="21351"/>
                  </a:lnTo>
                  <a:lnTo>
                    <a:pt x="61" y="21573"/>
                  </a:lnTo>
                  <a:lnTo>
                    <a:pt x="20" y="21795"/>
                  </a:lnTo>
                  <a:lnTo>
                    <a:pt x="0" y="22037"/>
                  </a:lnTo>
                  <a:lnTo>
                    <a:pt x="20" y="22239"/>
                  </a:lnTo>
                  <a:lnTo>
                    <a:pt x="61" y="22441"/>
                  </a:lnTo>
                  <a:lnTo>
                    <a:pt x="121" y="22663"/>
                  </a:lnTo>
                  <a:lnTo>
                    <a:pt x="222" y="22865"/>
                  </a:lnTo>
                  <a:lnTo>
                    <a:pt x="343" y="23066"/>
                  </a:lnTo>
                  <a:lnTo>
                    <a:pt x="484" y="23268"/>
                  </a:lnTo>
                  <a:lnTo>
                    <a:pt x="666" y="23470"/>
                  </a:lnTo>
                  <a:lnTo>
                    <a:pt x="868" y="23652"/>
                  </a:lnTo>
                  <a:lnTo>
                    <a:pt x="1090" y="23833"/>
                  </a:lnTo>
                  <a:lnTo>
                    <a:pt x="1312" y="24015"/>
                  </a:lnTo>
                  <a:lnTo>
                    <a:pt x="1574" y="24196"/>
                  </a:lnTo>
                  <a:lnTo>
                    <a:pt x="1836" y="24358"/>
                  </a:lnTo>
                  <a:lnTo>
                    <a:pt x="2381" y="24661"/>
                  </a:lnTo>
                  <a:lnTo>
                    <a:pt x="2967" y="24923"/>
                  </a:lnTo>
                  <a:lnTo>
                    <a:pt x="3592" y="25165"/>
                  </a:lnTo>
                  <a:lnTo>
                    <a:pt x="4218" y="25387"/>
                  </a:lnTo>
                  <a:lnTo>
                    <a:pt x="4884" y="25589"/>
                  </a:lnTo>
                  <a:lnTo>
                    <a:pt x="5570" y="25770"/>
                  </a:lnTo>
                  <a:lnTo>
                    <a:pt x="6256" y="25912"/>
                  </a:lnTo>
                  <a:lnTo>
                    <a:pt x="6942" y="26053"/>
                  </a:lnTo>
                  <a:lnTo>
                    <a:pt x="7628" y="26174"/>
                  </a:lnTo>
                  <a:lnTo>
                    <a:pt x="8314" y="26295"/>
                  </a:lnTo>
                  <a:lnTo>
                    <a:pt x="9606" y="26477"/>
                  </a:lnTo>
                  <a:lnTo>
                    <a:pt x="10817" y="26618"/>
                  </a:lnTo>
                  <a:lnTo>
                    <a:pt x="10938" y="26638"/>
                  </a:lnTo>
                  <a:lnTo>
                    <a:pt x="11826" y="26739"/>
                  </a:lnTo>
                  <a:lnTo>
                    <a:pt x="12693" y="26820"/>
                  </a:lnTo>
                  <a:lnTo>
                    <a:pt x="13561" y="26880"/>
                  </a:lnTo>
                  <a:lnTo>
                    <a:pt x="14429" y="26941"/>
                  </a:lnTo>
                  <a:lnTo>
                    <a:pt x="15276" y="27001"/>
                  </a:lnTo>
                  <a:lnTo>
                    <a:pt x="16124" y="27022"/>
                  </a:lnTo>
                  <a:lnTo>
                    <a:pt x="16971" y="27042"/>
                  </a:lnTo>
                  <a:lnTo>
                    <a:pt x="17799" y="27062"/>
                  </a:lnTo>
                  <a:lnTo>
                    <a:pt x="18828" y="27042"/>
                  </a:lnTo>
                  <a:lnTo>
                    <a:pt x="19857" y="27022"/>
                  </a:lnTo>
                  <a:lnTo>
                    <a:pt x="20866" y="26961"/>
                  </a:lnTo>
                  <a:lnTo>
                    <a:pt x="21855" y="26880"/>
                  </a:lnTo>
                  <a:lnTo>
                    <a:pt x="23268" y="26759"/>
                  </a:lnTo>
                  <a:lnTo>
                    <a:pt x="24680" y="26598"/>
                  </a:lnTo>
                  <a:lnTo>
                    <a:pt x="26093" y="26436"/>
                  </a:lnTo>
                  <a:lnTo>
                    <a:pt x="27505" y="26255"/>
                  </a:lnTo>
                  <a:lnTo>
                    <a:pt x="30270" y="25871"/>
                  </a:lnTo>
                  <a:lnTo>
                    <a:pt x="32914" y="25468"/>
                  </a:lnTo>
                  <a:lnTo>
                    <a:pt x="34790" y="25205"/>
                  </a:lnTo>
                  <a:lnTo>
                    <a:pt x="36506" y="24943"/>
                  </a:lnTo>
                  <a:lnTo>
                    <a:pt x="37091" y="24862"/>
                  </a:lnTo>
                  <a:lnTo>
                    <a:pt x="37656" y="24721"/>
                  </a:lnTo>
                  <a:lnTo>
                    <a:pt x="38221" y="24539"/>
                  </a:lnTo>
                  <a:lnTo>
                    <a:pt x="38766" y="24338"/>
                  </a:lnTo>
                  <a:lnTo>
                    <a:pt x="39311" y="24096"/>
                  </a:lnTo>
                  <a:lnTo>
                    <a:pt x="39835" y="23833"/>
                  </a:lnTo>
                  <a:lnTo>
                    <a:pt x="40340" y="23530"/>
                  </a:lnTo>
                  <a:lnTo>
                    <a:pt x="40824" y="23208"/>
                  </a:lnTo>
                  <a:lnTo>
                    <a:pt x="41309" y="22824"/>
                  </a:lnTo>
                  <a:lnTo>
                    <a:pt x="41753" y="22421"/>
                  </a:lnTo>
                  <a:lnTo>
                    <a:pt x="42156" y="21977"/>
                  </a:lnTo>
                  <a:lnTo>
                    <a:pt x="42540" y="21533"/>
                  </a:lnTo>
                  <a:lnTo>
                    <a:pt x="42862" y="21069"/>
                  </a:lnTo>
                  <a:lnTo>
                    <a:pt x="43145" y="20584"/>
                  </a:lnTo>
                  <a:lnTo>
                    <a:pt x="43387" y="20080"/>
                  </a:lnTo>
                  <a:lnTo>
                    <a:pt x="43589" y="19555"/>
                  </a:lnTo>
                  <a:lnTo>
                    <a:pt x="43690" y="19172"/>
                  </a:lnTo>
                  <a:lnTo>
                    <a:pt x="43771" y="18788"/>
                  </a:lnTo>
                  <a:lnTo>
                    <a:pt x="43851" y="18385"/>
                  </a:lnTo>
                  <a:lnTo>
                    <a:pt x="43892" y="18001"/>
                  </a:lnTo>
                  <a:lnTo>
                    <a:pt x="43952" y="17194"/>
                  </a:lnTo>
                  <a:lnTo>
                    <a:pt x="43993" y="16407"/>
                  </a:lnTo>
                  <a:lnTo>
                    <a:pt x="44013" y="15761"/>
                  </a:lnTo>
                  <a:lnTo>
                    <a:pt x="44053" y="15115"/>
                  </a:lnTo>
                  <a:lnTo>
                    <a:pt x="44114" y="14449"/>
                  </a:lnTo>
                  <a:lnTo>
                    <a:pt x="44174" y="14147"/>
                  </a:lnTo>
                  <a:lnTo>
                    <a:pt x="44235" y="13824"/>
                  </a:lnTo>
                  <a:lnTo>
                    <a:pt x="44376" y="13319"/>
                  </a:lnTo>
                  <a:lnTo>
                    <a:pt x="44537" y="12815"/>
                  </a:lnTo>
                  <a:lnTo>
                    <a:pt x="44739" y="12351"/>
                  </a:lnTo>
                  <a:lnTo>
                    <a:pt x="44981" y="11887"/>
                  </a:lnTo>
                  <a:lnTo>
                    <a:pt x="45224" y="11443"/>
                  </a:lnTo>
                  <a:lnTo>
                    <a:pt x="45506" y="11019"/>
                  </a:lnTo>
                  <a:lnTo>
                    <a:pt x="45809" y="10595"/>
                  </a:lnTo>
                  <a:lnTo>
                    <a:pt x="46152" y="10191"/>
                  </a:lnTo>
                  <a:lnTo>
                    <a:pt x="46475" y="9788"/>
                  </a:lnTo>
                  <a:lnTo>
                    <a:pt x="46838" y="9404"/>
                  </a:lnTo>
                  <a:lnTo>
                    <a:pt x="47201" y="9021"/>
                  </a:lnTo>
                  <a:lnTo>
                    <a:pt x="47585" y="8658"/>
                  </a:lnTo>
                  <a:lnTo>
                    <a:pt x="48372" y="7911"/>
                  </a:lnTo>
                  <a:lnTo>
                    <a:pt x="49159" y="7185"/>
                  </a:lnTo>
                  <a:lnTo>
                    <a:pt x="50329" y="6135"/>
                  </a:lnTo>
                  <a:lnTo>
                    <a:pt x="50894" y="5590"/>
                  </a:lnTo>
                  <a:lnTo>
                    <a:pt x="51459" y="5025"/>
                  </a:lnTo>
                  <a:lnTo>
                    <a:pt x="51742" y="4702"/>
                  </a:lnTo>
                  <a:lnTo>
                    <a:pt x="52024" y="4359"/>
                  </a:lnTo>
                  <a:lnTo>
                    <a:pt x="52266" y="3976"/>
                  </a:lnTo>
                  <a:lnTo>
                    <a:pt x="52387" y="3774"/>
                  </a:lnTo>
                  <a:lnTo>
                    <a:pt x="52468" y="3572"/>
                  </a:lnTo>
                  <a:lnTo>
                    <a:pt x="52569" y="3371"/>
                  </a:lnTo>
                  <a:lnTo>
                    <a:pt x="52630" y="3169"/>
                  </a:lnTo>
                  <a:lnTo>
                    <a:pt x="52670" y="2947"/>
                  </a:lnTo>
                  <a:lnTo>
                    <a:pt x="52710" y="2745"/>
                  </a:lnTo>
                  <a:lnTo>
                    <a:pt x="52710" y="2523"/>
                  </a:lnTo>
                  <a:lnTo>
                    <a:pt x="52690" y="2321"/>
                  </a:lnTo>
                  <a:lnTo>
                    <a:pt x="52650" y="2099"/>
                  </a:lnTo>
                  <a:lnTo>
                    <a:pt x="52569" y="1897"/>
                  </a:lnTo>
                  <a:lnTo>
                    <a:pt x="52468" y="1716"/>
                  </a:lnTo>
                  <a:lnTo>
                    <a:pt x="52367" y="1534"/>
                  </a:lnTo>
                  <a:lnTo>
                    <a:pt x="52226" y="1373"/>
                  </a:lnTo>
                  <a:lnTo>
                    <a:pt x="52065" y="1211"/>
                  </a:lnTo>
                  <a:lnTo>
                    <a:pt x="51883" y="1070"/>
                  </a:lnTo>
                  <a:lnTo>
                    <a:pt x="51661" y="909"/>
                  </a:lnTo>
                  <a:lnTo>
                    <a:pt x="51439" y="788"/>
                  </a:lnTo>
                  <a:lnTo>
                    <a:pt x="51197" y="666"/>
                  </a:lnTo>
                  <a:lnTo>
                    <a:pt x="50894" y="525"/>
                  </a:lnTo>
                  <a:lnTo>
                    <a:pt x="50571" y="424"/>
                  </a:lnTo>
                  <a:lnTo>
                    <a:pt x="50269" y="323"/>
                  </a:lnTo>
                  <a:lnTo>
                    <a:pt x="49946" y="243"/>
                  </a:lnTo>
                  <a:lnTo>
                    <a:pt x="49623" y="182"/>
                  </a:lnTo>
                  <a:lnTo>
                    <a:pt x="49300" y="122"/>
                  </a:lnTo>
                  <a:lnTo>
                    <a:pt x="48654" y="41"/>
                  </a:lnTo>
                  <a:lnTo>
                    <a:pt x="47988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01" name="Google Shape;1701;p19"/>
            <p:cNvSpPr/>
            <p:nvPr/>
          </p:nvSpPr>
          <p:spPr>
            <a:xfrm flipH="1">
              <a:off x="-1104859" y="-1581704"/>
              <a:ext cx="2259893" cy="1045918"/>
            </a:xfrm>
            <a:custGeom>
              <a:rect b="b" l="l" r="r" t="t"/>
              <a:pathLst>
                <a:path extrusionOk="0" h="18708" w="40422">
                  <a:moveTo>
                    <a:pt x="37434" y="81"/>
                  </a:moveTo>
                  <a:lnTo>
                    <a:pt x="37919" y="101"/>
                  </a:lnTo>
                  <a:lnTo>
                    <a:pt x="38403" y="162"/>
                  </a:lnTo>
                  <a:lnTo>
                    <a:pt x="38887" y="263"/>
                  </a:lnTo>
                  <a:lnTo>
                    <a:pt x="39372" y="384"/>
                  </a:lnTo>
                  <a:lnTo>
                    <a:pt x="39634" y="485"/>
                  </a:lnTo>
                  <a:lnTo>
                    <a:pt x="39796" y="566"/>
                  </a:lnTo>
                  <a:lnTo>
                    <a:pt x="39957" y="666"/>
                  </a:lnTo>
                  <a:lnTo>
                    <a:pt x="40098" y="808"/>
                  </a:lnTo>
                  <a:lnTo>
                    <a:pt x="40219" y="949"/>
                  </a:lnTo>
                  <a:lnTo>
                    <a:pt x="40260" y="1030"/>
                  </a:lnTo>
                  <a:lnTo>
                    <a:pt x="40300" y="1110"/>
                  </a:lnTo>
                  <a:lnTo>
                    <a:pt x="40320" y="1211"/>
                  </a:lnTo>
                  <a:lnTo>
                    <a:pt x="40340" y="1292"/>
                  </a:lnTo>
                  <a:lnTo>
                    <a:pt x="40320" y="1413"/>
                  </a:lnTo>
                  <a:lnTo>
                    <a:pt x="40300" y="1534"/>
                  </a:lnTo>
                  <a:lnTo>
                    <a:pt x="40260" y="1655"/>
                  </a:lnTo>
                  <a:lnTo>
                    <a:pt x="40199" y="1756"/>
                  </a:lnTo>
                  <a:lnTo>
                    <a:pt x="40058" y="1958"/>
                  </a:lnTo>
                  <a:lnTo>
                    <a:pt x="39876" y="2160"/>
                  </a:lnTo>
                  <a:lnTo>
                    <a:pt x="39513" y="2523"/>
                  </a:lnTo>
                  <a:lnTo>
                    <a:pt x="39130" y="2886"/>
                  </a:lnTo>
                  <a:lnTo>
                    <a:pt x="38322" y="3572"/>
                  </a:lnTo>
                  <a:lnTo>
                    <a:pt x="37677" y="4117"/>
                  </a:lnTo>
                  <a:lnTo>
                    <a:pt x="37051" y="4682"/>
                  </a:lnTo>
                  <a:lnTo>
                    <a:pt x="36748" y="4985"/>
                  </a:lnTo>
                  <a:lnTo>
                    <a:pt x="36466" y="5308"/>
                  </a:lnTo>
                  <a:lnTo>
                    <a:pt x="36203" y="5631"/>
                  </a:lnTo>
                  <a:lnTo>
                    <a:pt x="35961" y="5974"/>
                  </a:lnTo>
                  <a:lnTo>
                    <a:pt x="35719" y="6337"/>
                  </a:lnTo>
                  <a:lnTo>
                    <a:pt x="35517" y="6700"/>
                  </a:lnTo>
                  <a:lnTo>
                    <a:pt x="35336" y="7084"/>
                  </a:lnTo>
                  <a:lnTo>
                    <a:pt x="35174" y="7467"/>
                  </a:lnTo>
                  <a:lnTo>
                    <a:pt x="34872" y="8254"/>
                  </a:lnTo>
                  <a:lnTo>
                    <a:pt x="34589" y="9041"/>
                  </a:lnTo>
                  <a:lnTo>
                    <a:pt x="34307" y="9869"/>
                  </a:lnTo>
                  <a:lnTo>
                    <a:pt x="34145" y="10292"/>
                  </a:lnTo>
                  <a:lnTo>
                    <a:pt x="33984" y="10696"/>
                  </a:lnTo>
                  <a:lnTo>
                    <a:pt x="33802" y="11100"/>
                  </a:lnTo>
                  <a:lnTo>
                    <a:pt x="33600" y="11503"/>
                  </a:lnTo>
                  <a:lnTo>
                    <a:pt x="33378" y="11887"/>
                  </a:lnTo>
                  <a:lnTo>
                    <a:pt x="33136" y="12250"/>
                  </a:lnTo>
                  <a:lnTo>
                    <a:pt x="32914" y="12512"/>
                  </a:lnTo>
                  <a:lnTo>
                    <a:pt x="32712" y="12754"/>
                  </a:lnTo>
                  <a:lnTo>
                    <a:pt x="32470" y="12996"/>
                  </a:lnTo>
                  <a:lnTo>
                    <a:pt x="32228" y="13239"/>
                  </a:lnTo>
                  <a:lnTo>
                    <a:pt x="31986" y="13440"/>
                  </a:lnTo>
                  <a:lnTo>
                    <a:pt x="31724" y="13642"/>
                  </a:lnTo>
                  <a:lnTo>
                    <a:pt x="31199" y="14026"/>
                  </a:lnTo>
                  <a:lnTo>
                    <a:pt x="30634" y="14369"/>
                  </a:lnTo>
                  <a:lnTo>
                    <a:pt x="30069" y="14692"/>
                  </a:lnTo>
                  <a:lnTo>
                    <a:pt x="29504" y="14954"/>
                  </a:lnTo>
                  <a:lnTo>
                    <a:pt x="28939" y="15216"/>
                  </a:lnTo>
                  <a:lnTo>
                    <a:pt x="27970" y="15640"/>
                  </a:lnTo>
                  <a:lnTo>
                    <a:pt x="26961" y="16024"/>
                  </a:lnTo>
                  <a:lnTo>
                    <a:pt x="25952" y="16387"/>
                  </a:lnTo>
                  <a:lnTo>
                    <a:pt x="24923" y="16730"/>
                  </a:lnTo>
                  <a:lnTo>
                    <a:pt x="23873" y="17033"/>
                  </a:lnTo>
                  <a:lnTo>
                    <a:pt x="22804" y="17315"/>
                  </a:lnTo>
                  <a:lnTo>
                    <a:pt x="21714" y="17557"/>
                  </a:lnTo>
                  <a:lnTo>
                    <a:pt x="20604" y="17799"/>
                  </a:lnTo>
                  <a:lnTo>
                    <a:pt x="19494" y="18001"/>
                  </a:lnTo>
                  <a:lnTo>
                    <a:pt x="18344" y="18163"/>
                  </a:lnTo>
                  <a:lnTo>
                    <a:pt x="17194" y="18304"/>
                  </a:lnTo>
                  <a:lnTo>
                    <a:pt x="16023" y="18425"/>
                  </a:lnTo>
                  <a:lnTo>
                    <a:pt x="14833" y="18526"/>
                  </a:lnTo>
                  <a:lnTo>
                    <a:pt x="13622" y="18586"/>
                  </a:lnTo>
                  <a:lnTo>
                    <a:pt x="12391" y="18607"/>
                  </a:lnTo>
                  <a:lnTo>
                    <a:pt x="11160" y="18627"/>
                  </a:lnTo>
                  <a:lnTo>
                    <a:pt x="10091" y="18607"/>
                  </a:lnTo>
                  <a:lnTo>
                    <a:pt x="8981" y="18566"/>
                  </a:lnTo>
                  <a:lnTo>
                    <a:pt x="7810" y="18465"/>
                  </a:lnTo>
                  <a:lnTo>
                    <a:pt x="7205" y="18405"/>
                  </a:lnTo>
                  <a:lnTo>
                    <a:pt x="6599" y="18324"/>
                  </a:lnTo>
                  <a:lnTo>
                    <a:pt x="5994" y="18243"/>
                  </a:lnTo>
                  <a:lnTo>
                    <a:pt x="5368" y="18122"/>
                  </a:lnTo>
                  <a:lnTo>
                    <a:pt x="4763" y="17981"/>
                  </a:lnTo>
                  <a:lnTo>
                    <a:pt x="4137" y="17840"/>
                  </a:lnTo>
                  <a:lnTo>
                    <a:pt x="3532" y="17658"/>
                  </a:lnTo>
                  <a:lnTo>
                    <a:pt x="2927" y="17456"/>
                  </a:lnTo>
                  <a:lnTo>
                    <a:pt x="2321" y="17234"/>
                  </a:lnTo>
                  <a:lnTo>
                    <a:pt x="1716" y="16972"/>
                  </a:lnTo>
                  <a:lnTo>
                    <a:pt x="1312" y="16790"/>
                  </a:lnTo>
                  <a:lnTo>
                    <a:pt x="1131" y="16669"/>
                  </a:lnTo>
                  <a:lnTo>
                    <a:pt x="949" y="16548"/>
                  </a:lnTo>
                  <a:lnTo>
                    <a:pt x="767" y="16427"/>
                  </a:lnTo>
                  <a:lnTo>
                    <a:pt x="606" y="16286"/>
                  </a:lnTo>
                  <a:lnTo>
                    <a:pt x="465" y="16124"/>
                  </a:lnTo>
                  <a:lnTo>
                    <a:pt x="323" y="15963"/>
                  </a:lnTo>
                  <a:lnTo>
                    <a:pt x="243" y="15802"/>
                  </a:lnTo>
                  <a:lnTo>
                    <a:pt x="162" y="15640"/>
                  </a:lnTo>
                  <a:lnTo>
                    <a:pt x="122" y="15499"/>
                  </a:lnTo>
                  <a:lnTo>
                    <a:pt x="101" y="15337"/>
                  </a:lnTo>
                  <a:lnTo>
                    <a:pt x="81" y="15196"/>
                  </a:lnTo>
                  <a:lnTo>
                    <a:pt x="101" y="15055"/>
                  </a:lnTo>
                  <a:lnTo>
                    <a:pt x="122" y="14914"/>
                  </a:lnTo>
                  <a:lnTo>
                    <a:pt x="162" y="14772"/>
                  </a:lnTo>
                  <a:lnTo>
                    <a:pt x="222" y="14631"/>
                  </a:lnTo>
                  <a:lnTo>
                    <a:pt x="283" y="14490"/>
                  </a:lnTo>
                  <a:lnTo>
                    <a:pt x="444" y="14207"/>
                  </a:lnTo>
                  <a:lnTo>
                    <a:pt x="646" y="13945"/>
                  </a:lnTo>
                  <a:lnTo>
                    <a:pt x="868" y="13703"/>
                  </a:lnTo>
                  <a:lnTo>
                    <a:pt x="1453" y="13077"/>
                  </a:lnTo>
                  <a:lnTo>
                    <a:pt x="2059" y="12472"/>
                  </a:lnTo>
                  <a:lnTo>
                    <a:pt x="2684" y="11887"/>
                  </a:lnTo>
                  <a:lnTo>
                    <a:pt x="3310" y="11322"/>
                  </a:lnTo>
                  <a:lnTo>
                    <a:pt x="3936" y="10797"/>
                  </a:lnTo>
                  <a:lnTo>
                    <a:pt x="4602" y="10272"/>
                  </a:lnTo>
                  <a:lnTo>
                    <a:pt x="5267" y="9768"/>
                  </a:lnTo>
                  <a:lnTo>
                    <a:pt x="5974" y="9283"/>
                  </a:lnTo>
                  <a:lnTo>
                    <a:pt x="6680" y="8819"/>
                  </a:lnTo>
                  <a:lnTo>
                    <a:pt x="7427" y="8355"/>
                  </a:lnTo>
                  <a:lnTo>
                    <a:pt x="8173" y="7891"/>
                  </a:lnTo>
                  <a:lnTo>
                    <a:pt x="8960" y="7467"/>
                  </a:lnTo>
                  <a:lnTo>
                    <a:pt x="9808" y="7003"/>
                  </a:lnTo>
                  <a:lnTo>
                    <a:pt x="10676" y="6579"/>
                  </a:lnTo>
                  <a:lnTo>
                    <a:pt x="11564" y="6155"/>
                  </a:lnTo>
                  <a:lnTo>
                    <a:pt x="12492" y="5752"/>
                  </a:lnTo>
                  <a:lnTo>
                    <a:pt x="13380" y="5389"/>
                  </a:lnTo>
                  <a:lnTo>
                    <a:pt x="14268" y="5046"/>
                  </a:lnTo>
                  <a:lnTo>
                    <a:pt x="15176" y="4702"/>
                  </a:lnTo>
                  <a:lnTo>
                    <a:pt x="16084" y="4380"/>
                  </a:lnTo>
                  <a:lnTo>
                    <a:pt x="17012" y="4077"/>
                  </a:lnTo>
                  <a:lnTo>
                    <a:pt x="17920" y="3794"/>
                  </a:lnTo>
                  <a:lnTo>
                    <a:pt x="18849" y="3512"/>
                  </a:lnTo>
                  <a:lnTo>
                    <a:pt x="19777" y="3270"/>
                  </a:lnTo>
                  <a:lnTo>
                    <a:pt x="21613" y="2765"/>
                  </a:lnTo>
                  <a:lnTo>
                    <a:pt x="23470" y="2321"/>
                  </a:lnTo>
                  <a:lnTo>
                    <a:pt x="25286" y="1918"/>
                  </a:lnTo>
                  <a:lnTo>
                    <a:pt x="27102" y="1534"/>
                  </a:lnTo>
                  <a:lnTo>
                    <a:pt x="29362" y="1070"/>
                  </a:lnTo>
                  <a:lnTo>
                    <a:pt x="30452" y="868"/>
                  </a:lnTo>
                  <a:lnTo>
                    <a:pt x="31502" y="687"/>
                  </a:lnTo>
                  <a:lnTo>
                    <a:pt x="32531" y="525"/>
                  </a:lnTo>
                  <a:lnTo>
                    <a:pt x="33560" y="384"/>
                  </a:lnTo>
                  <a:lnTo>
                    <a:pt x="34569" y="263"/>
                  </a:lnTo>
                  <a:lnTo>
                    <a:pt x="35578" y="162"/>
                  </a:lnTo>
                  <a:lnTo>
                    <a:pt x="36486" y="81"/>
                  </a:lnTo>
                  <a:close/>
                  <a:moveTo>
                    <a:pt x="36486" y="1"/>
                  </a:moveTo>
                  <a:lnTo>
                    <a:pt x="35558" y="81"/>
                  </a:lnTo>
                  <a:lnTo>
                    <a:pt x="34549" y="182"/>
                  </a:lnTo>
                  <a:lnTo>
                    <a:pt x="33540" y="303"/>
                  </a:lnTo>
                  <a:lnTo>
                    <a:pt x="32511" y="444"/>
                  </a:lnTo>
                  <a:lnTo>
                    <a:pt x="31481" y="606"/>
                  </a:lnTo>
                  <a:lnTo>
                    <a:pt x="30432" y="788"/>
                  </a:lnTo>
                  <a:lnTo>
                    <a:pt x="29362" y="989"/>
                  </a:lnTo>
                  <a:lnTo>
                    <a:pt x="27082" y="1453"/>
                  </a:lnTo>
                  <a:lnTo>
                    <a:pt x="25286" y="1837"/>
                  </a:lnTo>
                  <a:lnTo>
                    <a:pt x="23450" y="2241"/>
                  </a:lnTo>
                  <a:lnTo>
                    <a:pt x="21593" y="2705"/>
                  </a:lnTo>
                  <a:lnTo>
                    <a:pt x="19757" y="3189"/>
                  </a:lnTo>
                  <a:lnTo>
                    <a:pt x="18828" y="3451"/>
                  </a:lnTo>
                  <a:lnTo>
                    <a:pt x="17900" y="3714"/>
                  </a:lnTo>
                  <a:lnTo>
                    <a:pt x="16992" y="3996"/>
                  </a:lnTo>
                  <a:lnTo>
                    <a:pt x="16064" y="4299"/>
                  </a:lnTo>
                  <a:lnTo>
                    <a:pt x="15156" y="4622"/>
                  </a:lnTo>
                  <a:lnTo>
                    <a:pt x="14248" y="4965"/>
                  </a:lnTo>
                  <a:lnTo>
                    <a:pt x="13339" y="5308"/>
                  </a:lnTo>
                  <a:lnTo>
                    <a:pt x="12452" y="5691"/>
                  </a:lnTo>
                  <a:lnTo>
                    <a:pt x="11543" y="6095"/>
                  </a:lnTo>
                  <a:lnTo>
                    <a:pt x="10635" y="6499"/>
                  </a:lnTo>
                  <a:lnTo>
                    <a:pt x="9768" y="6942"/>
                  </a:lnTo>
                  <a:lnTo>
                    <a:pt x="8920" y="7386"/>
                  </a:lnTo>
                  <a:lnTo>
                    <a:pt x="8133" y="7830"/>
                  </a:lnTo>
                  <a:lnTo>
                    <a:pt x="7386" y="8274"/>
                  </a:lnTo>
                  <a:lnTo>
                    <a:pt x="6640" y="8738"/>
                  </a:lnTo>
                  <a:lnTo>
                    <a:pt x="5933" y="9223"/>
                  </a:lnTo>
                  <a:lnTo>
                    <a:pt x="5227" y="9707"/>
                  </a:lnTo>
                  <a:lnTo>
                    <a:pt x="4541" y="10212"/>
                  </a:lnTo>
                  <a:lnTo>
                    <a:pt x="3895" y="10736"/>
                  </a:lnTo>
                  <a:lnTo>
                    <a:pt x="3270" y="11261"/>
                  </a:lnTo>
                  <a:lnTo>
                    <a:pt x="2624" y="11826"/>
                  </a:lnTo>
                  <a:lnTo>
                    <a:pt x="1998" y="12411"/>
                  </a:lnTo>
                  <a:lnTo>
                    <a:pt x="1393" y="13017"/>
                  </a:lnTo>
                  <a:lnTo>
                    <a:pt x="808" y="13642"/>
                  </a:lnTo>
                  <a:lnTo>
                    <a:pt x="586" y="13905"/>
                  </a:lnTo>
                  <a:lnTo>
                    <a:pt x="364" y="14187"/>
                  </a:lnTo>
                  <a:lnTo>
                    <a:pt x="202" y="14470"/>
                  </a:lnTo>
                  <a:lnTo>
                    <a:pt x="122" y="14611"/>
                  </a:lnTo>
                  <a:lnTo>
                    <a:pt x="81" y="14752"/>
                  </a:lnTo>
                  <a:lnTo>
                    <a:pt x="41" y="14893"/>
                  </a:lnTo>
                  <a:lnTo>
                    <a:pt x="0" y="15055"/>
                  </a:lnTo>
                  <a:lnTo>
                    <a:pt x="0" y="15196"/>
                  </a:lnTo>
                  <a:lnTo>
                    <a:pt x="0" y="15358"/>
                  </a:lnTo>
                  <a:lnTo>
                    <a:pt x="41" y="15519"/>
                  </a:lnTo>
                  <a:lnTo>
                    <a:pt x="101" y="15680"/>
                  </a:lnTo>
                  <a:lnTo>
                    <a:pt x="162" y="15842"/>
                  </a:lnTo>
                  <a:lnTo>
                    <a:pt x="263" y="16003"/>
                  </a:lnTo>
                  <a:lnTo>
                    <a:pt x="404" y="16185"/>
                  </a:lnTo>
                  <a:lnTo>
                    <a:pt x="545" y="16346"/>
                  </a:lnTo>
                  <a:lnTo>
                    <a:pt x="727" y="16488"/>
                  </a:lnTo>
                  <a:lnTo>
                    <a:pt x="888" y="16629"/>
                  </a:lnTo>
                  <a:lnTo>
                    <a:pt x="1090" y="16750"/>
                  </a:lnTo>
                  <a:lnTo>
                    <a:pt x="1272" y="16851"/>
                  </a:lnTo>
                  <a:lnTo>
                    <a:pt x="1675" y="17053"/>
                  </a:lnTo>
                  <a:lnTo>
                    <a:pt x="2281" y="17295"/>
                  </a:lnTo>
                  <a:lnTo>
                    <a:pt x="2886" y="17537"/>
                  </a:lnTo>
                  <a:lnTo>
                    <a:pt x="3512" y="17739"/>
                  </a:lnTo>
                  <a:lnTo>
                    <a:pt x="4117" y="17920"/>
                  </a:lnTo>
                  <a:lnTo>
                    <a:pt x="4743" y="18062"/>
                  </a:lnTo>
                  <a:lnTo>
                    <a:pt x="5348" y="18203"/>
                  </a:lnTo>
                  <a:lnTo>
                    <a:pt x="5974" y="18324"/>
                  </a:lnTo>
                  <a:lnTo>
                    <a:pt x="6579" y="18405"/>
                  </a:lnTo>
                  <a:lnTo>
                    <a:pt x="7185" y="18485"/>
                  </a:lnTo>
                  <a:lnTo>
                    <a:pt x="7790" y="18546"/>
                  </a:lnTo>
                  <a:lnTo>
                    <a:pt x="8960" y="18647"/>
                  </a:lnTo>
                  <a:lnTo>
                    <a:pt x="10091" y="18687"/>
                  </a:lnTo>
                  <a:lnTo>
                    <a:pt x="11160" y="18707"/>
                  </a:lnTo>
                  <a:lnTo>
                    <a:pt x="11443" y="18707"/>
                  </a:lnTo>
                  <a:lnTo>
                    <a:pt x="12653" y="18687"/>
                  </a:lnTo>
                  <a:lnTo>
                    <a:pt x="13864" y="18647"/>
                  </a:lnTo>
                  <a:lnTo>
                    <a:pt x="15055" y="18586"/>
                  </a:lnTo>
                  <a:lnTo>
                    <a:pt x="16225" y="18485"/>
                  </a:lnTo>
                  <a:lnTo>
                    <a:pt x="17376" y="18364"/>
                  </a:lnTo>
                  <a:lnTo>
                    <a:pt x="18526" y="18223"/>
                  </a:lnTo>
                  <a:lnTo>
                    <a:pt x="19636" y="18042"/>
                  </a:lnTo>
                  <a:lnTo>
                    <a:pt x="20746" y="17840"/>
                  </a:lnTo>
                  <a:lnTo>
                    <a:pt x="21835" y="17618"/>
                  </a:lnTo>
                  <a:lnTo>
                    <a:pt x="22905" y="17376"/>
                  </a:lnTo>
                  <a:lnTo>
                    <a:pt x="23974" y="17093"/>
                  </a:lnTo>
                  <a:lnTo>
                    <a:pt x="25004" y="16790"/>
                  </a:lnTo>
                  <a:lnTo>
                    <a:pt x="26033" y="16447"/>
                  </a:lnTo>
                  <a:lnTo>
                    <a:pt x="27022" y="16084"/>
                  </a:lnTo>
                  <a:lnTo>
                    <a:pt x="28010" y="15701"/>
                  </a:lnTo>
                  <a:lnTo>
                    <a:pt x="28979" y="15297"/>
                  </a:lnTo>
                  <a:lnTo>
                    <a:pt x="29544" y="15035"/>
                  </a:lnTo>
                  <a:lnTo>
                    <a:pt x="30109" y="14752"/>
                  </a:lnTo>
                  <a:lnTo>
                    <a:pt x="30674" y="14449"/>
                  </a:lnTo>
                  <a:lnTo>
                    <a:pt x="31239" y="14086"/>
                  </a:lnTo>
                  <a:lnTo>
                    <a:pt x="31784" y="13703"/>
                  </a:lnTo>
                  <a:lnTo>
                    <a:pt x="32046" y="13501"/>
                  </a:lnTo>
                  <a:lnTo>
                    <a:pt x="32289" y="13279"/>
                  </a:lnTo>
                  <a:lnTo>
                    <a:pt x="32531" y="13057"/>
                  </a:lnTo>
                  <a:lnTo>
                    <a:pt x="32773" y="12815"/>
                  </a:lnTo>
                  <a:lnTo>
                    <a:pt x="32995" y="12553"/>
                  </a:lnTo>
                  <a:lnTo>
                    <a:pt x="33197" y="12290"/>
                  </a:lnTo>
                  <a:lnTo>
                    <a:pt x="33439" y="11927"/>
                  </a:lnTo>
                  <a:lnTo>
                    <a:pt x="33661" y="11544"/>
                  </a:lnTo>
                  <a:lnTo>
                    <a:pt x="33863" y="11140"/>
                  </a:lnTo>
                  <a:lnTo>
                    <a:pt x="34044" y="10736"/>
                  </a:lnTo>
                  <a:lnTo>
                    <a:pt x="34226" y="10333"/>
                  </a:lnTo>
                  <a:lnTo>
                    <a:pt x="34367" y="9909"/>
                  </a:lnTo>
                  <a:lnTo>
                    <a:pt x="34670" y="9061"/>
                  </a:lnTo>
                  <a:lnTo>
                    <a:pt x="34952" y="8274"/>
                  </a:lnTo>
                  <a:lnTo>
                    <a:pt x="35235" y="7487"/>
                  </a:lnTo>
                  <a:lnTo>
                    <a:pt x="35416" y="7104"/>
                  </a:lnTo>
                  <a:lnTo>
                    <a:pt x="35598" y="6741"/>
                  </a:lnTo>
                  <a:lnTo>
                    <a:pt x="35800" y="6377"/>
                  </a:lnTo>
                  <a:lnTo>
                    <a:pt x="36022" y="6014"/>
                  </a:lnTo>
                  <a:lnTo>
                    <a:pt x="36264" y="5671"/>
                  </a:lnTo>
                  <a:lnTo>
                    <a:pt x="36526" y="5348"/>
                  </a:lnTo>
                  <a:lnTo>
                    <a:pt x="36809" y="5046"/>
                  </a:lnTo>
                  <a:lnTo>
                    <a:pt x="37112" y="4743"/>
                  </a:lnTo>
                  <a:lnTo>
                    <a:pt x="37737" y="4178"/>
                  </a:lnTo>
                  <a:lnTo>
                    <a:pt x="38383" y="3633"/>
                  </a:lnTo>
                  <a:lnTo>
                    <a:pt x="39170" y="2947"/>
                  </a:lnTo>
                  <a:lnTo>
                    <a:pt x="39574" y="2584"/>
                  </a:lnTo>
                  <a:lnTo>
                    <a:pt x="39937" y="2200"/>
                  </a:lnTo>
                  <a:lnTo>
                    <a:pt x="40118" y="2019"/>
                  </a:lnTo>
                  <a:lnTo>
                    <a:pt x="40280" y="1797"/>
                  </a:lnTo>
                  <a:lnTo>
                    <a:pt x="40340" y="1675"/>
                  </a:lnTo>
                  <a:lnTo>
                    <a:pt x="40381" y="1554"/>
                  </a:lnTo>
                  <a:lnTo>
                    <a:pt x="40401" y="1433"/>
                  </a:lnTo>
                  <a:lnTo>
                    <a:pt x="40421" y="1292"/>
                  </a:lnTo>
                  <a:lnTo>
                    <a:pt x="40401" y="1191"/>
                  </a:lnTo>
                  <a:lnTo>
                    <a:pt x="40381" y="1090"/>
                  </a:lnTo>
                  <a:lnTo>
                    <a:pt x="40340" y="989"/>
                  </a:lnTo>
                  <a:lnTo>
                    <a:pt x="40280" y="909"/>
                  </a:lnTo>
                  <a:lnTo>
                    <a:pt x="40159" y="747"/>
                  </a:lnTo>
                  <a:lnTo>
                    <a:pt x="40018" y="626"/>
                  </a:lnTo>
                  <a:lnTo>
                    <a:pt x="39836" y="505"/>
                  </a:lnTo>
                  <a:lnTo>
                    <a:pt x="39674" y="424"/>
                  </a:lnTo>
                  <a:lnTo>
                    <a:pt x="39392" y="303"/>
                  </a:lnTo>
                  <a:lnTo>
                    <a:pt x="38908" y="182"/>
                  </a:lnTo>
                  <a:lnTo>
                    <a:pt x="38423" y="81"/>
                  </a:lnTo>
                  <a:lnTo>
                    <a:pt x="37939" y="21"/>
                  </a:lnTo>
                  <a:lnTo>
                    <a:pt x="37455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02" name="Google Shape;1702;p19"/>
            <p:cNvSpPr/>
            <p:nvPr/>
          </p:nvSpPr>
          <p:spPr>
            <a:xfrm flipH="1">
              <a:off x="-818271" y="-1474532"/>
              <a:ext cx="1642730" cy="740159"/>
            </a:xfrm>
            <a:custGeom>
              <a:rect b="b" l="l" r="r" t="t"/>
              <a:pathLst>
                <a:path extrusionOk="0" h="13239" w="29383">
                  <a:moveTo>
                    <a:pt x="28272" y="81"/>
                  </a:moveTo>
                  <a:lnTo>
                    <a:pt x="28474" y="102"/>
                  </a:lnTo>
                  <a:lnTo>
                    <a:pt x="28696" y="142"/>
                  </a:lnTo>
                  <a:lnTo>
                    <a:pt x="28898" y="202"/>
                  </a:lnTo>
                  <a:lnTo>
                    <a:pt x="29019" y="243"/>
                  </a:lnTo>
                  <a:lnTo>
                    <a:pt x="29140" y="303"/>
                  </a:lnTo>
                  <a:lnTo>
                    <a:pt x="29201" y="364"/>
                  </a:lnTo>
                  <a:lnTo>
                    <a:pt x="29261" y="404"/>
                  </a:lnTo>
                  <a:lnTo>
                    <a:pt x="29281" y="465"/>
                  </a:lnTo>
                  <a:lnTo>
                    <a:pt x="29302" y="545"/>
                  </a:lnTo>
                  <a:lnTo>
                    <a:pt x="29302" y="626"/>
                  </a:lnTo>
                  <a:lnTo>
                    <a:pt x="29281" y="707"/>
                  </a:lnTo>
                  <a:lnTo>
                    <a:pt x="29201" y="848"/>
                  </a:lnTo>
                  <a:lnTo>
                    <a:pt x="29059" y="1070"/>
                  </a:lnTo>
                  <a:lnTo>
                    <a:pt x="28918" y="1272"/>
                  </a:lnTo>
                  <a:lnTo>
                    <a:pt x="28595" y="1676"/>
                  </a:lnTo>
                  <a:lnTo>
                    <a:pt x="28232" y="2079"/>
                  </a:lnTo>
                  <a:lnTo>
                    <a:pt x="27889" y="2442"/>
                  </a:lnTo>
                  <a:lnTo>
                    <a:pt x="27566" y="2785"/>
                  </a:lnTo>
                  <a:lnTo>
                    <a:pt x="27263" y="3129"/>
                  </a:lnTo>
                  <a:lnTo>
                    <a:pt x="26961" y="3492"/>
                  </a:lnTo>
                  <a:lnTo>
                    <a:pt x="26698" y="3855"/>
                  </a:lnTo>
                  <a:lnTo>
                    <a:pt x="26476" y="4198"/>
                  </a:lnTo>
                  <a:lnTo>
                    <a:pt x="26295" y="4521"/>
                  </a:lnTo>
                  <a:lnTo>
                    <a:pt x="26133" y="4884"/>
                  </a:lnTo>
                  <a:lnTo>
                    <a:pt x="25972" y="5247"/>
                  </a:lnTo>
                  <a:lnTo>
                    <a:pt x="25689" y="5974"/>
                  </a:lnTo>
                  <a:lnTo>
                    <a:pt x="25447" y="6721"/>
                  </a:lnTo>
                  <a:lnTo>
                    <a:pt x="25124" y="7649"/>
                  </a:lnTo>
                  <a:lnTo>
                    <a:pt x="24943" y="8113"/>
                  </a:lnTo>
                  <a:lnTo>
                    <a:pt x="24741" y="8557"/>
                  </a:lnTo>
                  <a:lnTo>
                    <a:pt x="24539" y="8981"/>
                  </a:lnTo>
                  <a:lnTo>
                    <a:pt x="24297" y="9405"/>
                  </a:lnTo>
                  <a:lnTo>
                    <a:pt x="24014" y="9788"/>
                  </a:lnTo>
                  <a:lnTo>
                    <a:pt x="23853" y="9990"/>
                  </a:lnTo>
                  <a:lnTo>
                    <a:pt x="23692" y="10171"/>
                  </a:lnTo>
                  <a:lnTo>
                    <a:pt x="23409" y="10414"/>
                  </a:lnTo>
                  <a:lnTo>
                    <a:pt x="23106" y="10676"/>
                  </a:lnTo>
                  <a:lnTo>
                    <a:pt x="22784" y="10898"/>
                  </a:lnTo>
                  <a:lnTo>
                    <a:pt x="22420" y="11100"/>
                  </a:lnTo>
                  <a:lnTo>
                    <a:pt x="22017" y="11301"/>
                  </a:lnTo>
                  <a:lnTo>
                    <a:pt x="21593" y="11483"/>
                  </a:lnTo>
                  <a:lnTo>
                    <a:pt x="21129" y="11645"/>
                  </a:lnTo>
                  <a:lnTo>
                    <a:pt x="20644" y="11786"/>
                  </a:lnTo>
                  <a:lnTo>
                    <a:pt x="19958" y="11947"/>
                  </a:lnTo>
                  <a:lnTo>
                    <a:pt x="19272" y="12088"/>
                  </a:lnTo>
                  <a:lnTo>
                    <a:pt x="18566" y="12210"/>
                  </a:lnTo>
                  <a:lnTo>
                    <a:pt x="17880" y="12290"/>
                  </a:lnTo>
                  <a:lnTo>
                    <a:pt x="17173" y="12371"/>
                  </a:lnTo>
                  <a:lnTo>
                    <a:pt x="16467" y="12432"/>
                  </a:lnTo>
                  <a:lnTo>
                    <a:pt x="15075" y="12532"/>
                  </a:lnTo>
                  <a:lnTo>
                    <a:pt x="14106" y="12593"/>
                  </a:lnTo>
                  <a:lnTo>
                    <a:pt x="12774" y="12694"/>
                  </a:lnTo>
                  <a:lnTo>
                    <a:pt x="11442" y="12815"/>
                  </a:lnTo>
                  <a:lnTo>
                    <a:pt x="9142" y="12997"/>
                  </a:lnTo>
                  <a:lnTo>
                    <a:pt x="7971" y="13077"/>
                  </a:lnTo>
                  <a:lnTo>
                    <a:pt x="6801" y="13138"/>
                  </a:lnTo>
                  <a:lnTo>
                    <a:pt x="5630" y="13158"/>
                  </a:lnTo>
                  <a:lnTo>
                    <a:pt x="4480" y="13158"/>
                  </a:lnTo>
                  <a:lnTo>
                    <a:pt x="3895" y="13138"/>
                  </a:lnTo>
                  <a:lnTo>
                    <a:pt x="3310" y="13098"/>
                  </a:lnTo>
                  <a:lnTo>
                    <a:pt x="2725" y="13057"/>
                  </a:lnTo>
                  <a:lnTo>
                    <a:pt x="2139" y="12976"/>
                  </a:lnTo>
                  <a:lnTo>
                    <a:pt x="1857" y="12936"/>
                  </a:lnTo>
                  <a:lnTo>
                    <a:pt x="1554" y="12855"/>
                  </a:lnTo>
                  <a:lnTo>
                    <a:pt x="1251" y="12754"/>
                  </a:lnTo>
                  <a:lnTo>
                    <a:pt x="969" y="12613"/>
                  </a:lnTo>
                  <a:lnTo>
                    <a:pt x="707" y="12452"/>
                  </a:lnTo>
                  <a:lnTo>
                    <a:pt x="485" y="12270"/>
                  </a:lnTo>
                  <a:lnTo>
                    <a:pt x="384" y="12169"/>
                  </a:lnTo>
                  <a:lnTo>
                    <a:pt x="303" y="12048"/>
                  </a:lnTo>
                  <a:lnTo>
                    <a:pt x="222" y="11947"/>
                  </a:lnTo>
                  <a:lnTo>
                    <a:pt x="162" y="11826"/>
                  </a:lnTo>
                  <a:lnTo>
                    <a:pt x="121" y="11685"/>
                  </a:lnTo>
                  <a:lnTo>
                    <a:pt x="81" y="11544"/>
                  </a:lnTo>
                  <a:lnTo>
                    <a:pt x="81" y="11382"/>
                  </a:lnTo>
                  <a:lnTo>
                    <a:pt x="101" y="11241"/>
                  </a:lnTo>
                  <a:lnTo>
                    <a:pt x="142" y="11079"/>
                  </a:lnTo>
                  <a:lnTo>
                    <a:pt x="202" y="10938"/>
                  </a:lnTo>
                  <a:lnTo>
                    <a:pt x="283" y="10777"/>
                  </a:lnTo>
                  <a:lnTo>
                    <a:pt x="384" y="10615"/>
                  </a:lnTo>
                  <a:lnTo>
                    <a:pt x="646" y="10313"/>
                  </a:lnTo>
                  <a:lnTo>
                    <a:pt x="929" y="10010"/>
                  </a:lnTo>
                  <a:lnTo>
                    <a:pt x="1272" y="9727"/>
                  </a:lnTo>
                  <a:lnTo>
                    <a:pt x="1635" y="9465"/>
                  </a:lnTo>
                  <a:lnTo>
                    <a:pt x="2038" y="9203"/>
                  </a:lnTo>
                  <a:lnTo>
                    <a:pt x="2422" y="8940"/>
                  </a:lnTo>
                  <a:lnTo>
                    <a:pt x="3229" y="8476"/>
                  </a:lnTo>
                  <a:lnTo>
                    <a:pt x="4016" y="7992"/>
                  </a:lnTo>
                  <a:lnTo>
                    <a:pt x="5005" y="7407"/>
                  </a:lnTo>
                  <a:lnTo>
                    <a:pt x="6014" y="6821"/>
                  </a:lnTo>
                  <a:lnTo>
                    <a:pt x="7063" y="6277"/>
                  </a:lnTo>
                  <a:lnTo>
                    <a:pt x="8153" y="5732"/>
                  </a:lnTo>
                  <a:lnTo>
                    <a:pt x="9283" y="5207"/>
                  </a:lnTo>
                  <a:lnTo>
                    <a:pt x="10433" y="4682"/>
                  </a:lnTo>
                  <a:lnTo>
                    <a:pt x="11644" y="4198"/>
                  </a:lnTo>
                  <a:lnTo>
                    <a:pt x="12895" y="3714"/>
                  </a:lnTo>
                  <a:lnTo>
                    <a:pt x="14146" y="3250"/>
                  </a:lnTo>
                  <a:lnTo>
                    <a:pt x="15438" y="2826"/>
                  </a:lnTo>
                  <a:lnTo>
                    <a:pt x="16790" y="2382"/>
                  </a:lnTo>
                  <a:lnTo>
                    <a:pt x="18182" y="1958"/>
                  </a:lnTo>
                  <a:lnTo>
                    <a:pt x="19151" y="1676"/>
                  </a:lnTo>
                  <a:lnTo>
                    <a:pt x="20180" y="1393"/>
                  </a:lnTo>
                  <a:lnTo>
                    <a:pt x="21250" y="1111"/>
                  </a:lnTo>
                  <a:lnTo>
                    <a:pt x="22380" y="848"/>
                  </a:lnTo>
                  <a:lnTo>
                    <a:pt x="23550" y="606"/>
                  </a:lnTo>
                  <a:lnTo>
                    <a:pt x="24761" y="404"/>
                  </a:lnTo>
                  <a:lnTo>
                    <a:pt x="25972" y="223"/>
                  </a:lnTo>
                  <a:lnTo>
                    <a:pt x="26598" y="162"/>
                  </a:lnTo>
                  <a:lnTo>
                    <a:pt x="27223" y="102"/>
                  </a:lnTo>
                  <a:lnTo>
                    <a:pt x="27647" y="81"/>
                  </a:lnTo>
                  <a:close/>
                  <a:moveTo>
                    <a:pt x="27647" y="1"/>
                  </a:moveTo>
                  <a:lnTo>
                    <a:pt x="27223" y="21"/>
                  </a:lnTo>
                  <a:lnTo>
                    <a:pt x="26598" y="81"/>
                  </a:lnTo>
                  <a:lnTo>
                    <a:pt x="25972" y="142"/>
                  </a:lnTo>
                  <a:lnTo>
                    <a:pt x="24741" y="324"/>
                  </a:lnTo>
                  <a:lnTo>
                    <a:pt x="23550" y="525"/>
                  </a:lnTo>
                  <a:lnTo>
                    <a:pt x="22360" y="767"/>
                  </a:lnTo>
                  <a:lnTo>
                    <a:pt x="21230" y="1030"/>
                  </a:lnTo>
                  <a:lnTo>
                    <a:pt x="20160" y="1312"/>
                  </a:lnTo>
                  <a:lnTo>
                    <a:pt x="19131" y="1595"/>
                  </a:lnTo>
                  <a:lnTo>
                    <a:pt x="18162" y="1877"/>
                  </a:lnTo>
                  <a:lnTo>
                    <a:pt x="16750" y="2301"/>
                  </a:lnTo>
                  <a:lnTo>
                    <a:pt x="15418" y="2745"/>
                  </a:lnTo>
                  <a:lnTo>
                    <a:pt x="14106" y="3189"/>
                  </a:lnTo>
                  <a:lnTo>
                    <a:pt x="12855" y="3633"/>
                  </a:lnTo>
                  <a:lnTo>
                    <a:pt x="11604" y="4117"/>
                  </a:lnTo>
                  <a:lnTo>
                    <a:pt x="10413" y="4622"/>
                  </a:lnTo>
                  <a:lnTo>
                    <a:pt x="9243" y="5126"/>
                  </a:lnTo>
                  <a:lnTo>
                    <a:pt x="8113" y="5651"/>
                  </a:lnTo>
                  <a:lnTo>
                    <a:pt x="7023" y="6196"/>
                  </a:lnTo>
                  <a:lnTo>
                    <a:pt x="5974" y="6761"/>
                  </a:lnTo>
                  <a:lnTo>
                    <a:pt x="4965" y="7326"/>
                  </a:lnTo>
                  <a:lnTo>
                    <a:pt x="3976" y="7931"/>
                  </a:lnTo>
                  <a:lnTo>
                    <a:pt x="3189" y="8396"/>
                  </a:lnTo>
                  <a:lnTo>
                    <a:pt x="2381" y="8880"/>
                  </a:lnTo>
                  <a:lnTo>
                    <a:pt x="1978" y="9142"/>
                  </a:lnTo>
                  <a:lnTo>
                    <a:pt x="1594" y="9405"/>
                  </a:lnTo>
                  <a:lnTo>
                    <a:pt x="1211" y="9667"/>
                  </a:lnTo>
                  <a:lnTo>
                    <a:pt x="888" y="9949"/>
                  </a:lnTo>
                  <a:lnTo>
                    <a:pt x="585" y="10252"/>
                  </a:lnTo>
                  <a:lnTo>
                    <a:pt x="444" y="10414"/>
                  </a:lnTo>
                  <a:lnTo>
                    <a:pt x="323" y="10575"/>
                  </a:lnTo>
                  <a:lnTo>
                    <a:pt x="202" y="10736"/>
                  </a:lnTo>
                  <a:lnTo>
                    <a:pt x="121" y="10898"/>
                  </a:lnTo>
                  <a:lnTo>
                    <a:pt x="61" y="11059"/>
                  </a:lnTo>
                  <a:lnTo>
                    <a:pt x="20" y="11241"/>
                  </a:lnTo>
                  <a:lnTo>
                    <a:pt x="0" y="11382"/>
                  </a:lnTo>
                  <a:lnTo>
                    <a:pt x="0" y="11544"/>
                  </a:lnTo>
                  <a:lnTo>
                    <a:pt x="41" y="11705"/>
                  </a:lnTo>
                  <a:lnTo>
                    <a:pt x="101" y="11867"/>
                  </a:lnTo>
                  <a:lnTo>
                    <a:pt x="202" y="12048"/>
                  </a:lnTo>
                  <a:lnTo>
                    <a:pt x="343" y="12230"/>
                  </a:lnTo>
                  <a:lnTo>
                    <a:pt x="545" y="12411"/>
                  </a:lnTo>
                  <a:lnTo>
                    <a:pt x="787" y="12593"/>
                  </a:lnTo>
                  <a:lnTo>
                    <a:pt x="1070" y="12754"/>
                  </a:lnTo>
                  <a:lnTo>
                    <a:pt x="1393" y="12896"/>
                  </a:lnTo>
                  <a:lnTo>
                    <a:pt x="1736" y="12997"/>
                  </a:lnTo>
                  <a:lnTo>
                    <a:pt x="2139" y="13057"/>
                  </a:lnTo>
                  <a:lnTo>
                    <a:pt x="2947" y="13158"/>
                  </a:lnTo>
                  <a:lnTo>
                    <a:pt x="3754" y="13198"/>
                  </a:lnTo>
                  <a:lnTo>
                    <a:pt x="4561" y="13239"/>
                  </a:lnTo>
                  <a:lnTo>
                    <a:pt x="6135" y="13239"/>
                  </a:lnTo>
                  <a:lnTo>
                    <a:pt x="6902" y="13219"/>
                  </a:lnTo>
                  <a:lnTo>
                    <a:pt x="8435" y="13138"/>
                  </a:lnTo>
                  <a:lnTo>
                    <a:pt x="9949" y="13017"/>
                  </a:lnTo>
                  <a:lnTo>
                    <a:pt x="11442" y="12896"/>
                  </a:lnTo>
                  <a:lnTo>
                    <a:pt x="12774" y="12775"/>
                  </a:lnTo>
                  <a:lnTo>
                    <a:pt x="14106" y="12674"/>
                  </a:lnTo>
                  <a:lnTo>
                    <a:pt x="15075" y="12613"/>
                  </a:lnTo>
                  <a:lnTo>
                    <a:pt x="16467" y="12512"/>
                  </a:lnTo>
                  <a:lnTo>
                    <a:pt x="17173" y="12452"/>
                  </a:lnTo>
                  <a:lnTo>
                    <a:pt x="17880" y="12371"/>
                  </a:lnTo>
                  <a:lnTo>
                    <a:pt x="18586" y="12290"/>
                  </a:lnTo>
                  <a:lnTo>
                    <a:pt x="19272" y="12169"/>
                  </a:lnTo>
                  <a:lnTo>
                    <a:pt x="19978" y="12028"/>
                  </a:lnTo>
                  <a:lnTo>
                    <a:pt x="20665" y="11867"/>
                  </a:lnTo>
                  <a:lnTo>
                    <a:pt x="21149" y="11705"/>
                  </a:lnTo>
                  <a:lnTo>
                    <a:pt x="21613" y="11544"/>
                  </a:lnTo>
                  <a:lnTo>
                    <a:pt x="22057" y="11362"/>
                  </a:lnTo>
                  <a:lnTo>
                    <a:pt x="22461" y="11180"/>
                  </a:lnTo>
                  <a:lnTo>
                    <a:pt x="22824" y="10958"/>
                  </a:lnTo>
                  <a:lnTo>
                    <a:pt x="23167" y="10736"/>
                  </a:lnTo>
                  <a:lnTo>
                    <a:pt x="23470" y="10474"/>
                  </a:lnTo>
                  <a:lnTo>
                    <a:pt x="23752" y="10212"/>
                  </a:lnTo>
                  <a:lnTo>
                    <a:pt x="23914" y="10030"/>
                  </a:lnTo>
                  <a:lnTo>
                    <a:pt x="24075" y="9849"/>
                  </a:lnTo>
                  <a:lnTo>
                    <a:pt x="24358" y="9445"/>
                  </a:lnTo>
                  <a:lnTo>
                    <a:pt x="24600" y="9021"/>
                  </a:lnTo>
                  <a:lnTo>
                    <a:pt x="24822" y="8597"/>
                  </a:lnTo>
                  <a:lnTo>
                    <a:pt x="25023" y="8133"/>
                  </a:lnTo>
                  <a:lnTo>
                    <a:pt x="25185" y="7669"/>
                  </a:lnTo>
                  <a:lnTo>
                    <a:pt x="25508" y="6741"/>
                  </a:lnTo>
                  <a:lnTo>
                    <a:pt x="25770" y="6014"/>
                  </a:lnTo>
                  <a:lnTo>
                    <a:pt x="26053" y="5268"/>
                  </a:lnTo>
                  <a:lnTo>
                    <a:pt x="26194" y="4925"/>
                  </a:lnTo>
                  <a:lnTo>
                    <a:pt x="26376" y="4561"/>
                  </a:lnTo>
                  <a:lnTo>
                    <a:pt x="26557" y="4238"/>
                  </a:lnTo>
                  <a:lnTo>
                    <a:pt x="26759" y="3895"/>
                  </a:lnTo>
                  <a:lnTo>
                    <a:pt x="27021" y="3532"/>
                  </a:lnTo>
                  <a:lnTo>
                    <a:pt x="27324" y="3169"/>
                  </a:lnTo>
                  <a:lnTo>
                    <a:pt x="27627" y="2826"/>
                  </a:lnTo>
                  <a:lnTo>
                    <a:pt x="27950" y="2503"/>
                  </a:lnTo>
                  <a:lnTo>
                    <a:pt x="28293" y="2120"/>
                  </a:lnTo>
                  <a:lnTo>
                    <a:pt x="28656" y="1736"/>
                  </a:lnTo>
                  <a:lnTo>
                    <a:pt x="28979" y="1333"/>
                  </a:lnTo>
                  <a:lnTo>
                    <a:pt x="29120" y="1111"/>
                  </a:lnTo>
                  <a:lnTo>
                    <a:pt x="29261" y="889"/>
                  </a:lnTo>
                  <a:lnTo>
                    <a:pt x="29362" y="727"/>
                  </a:lnTo>
                  <a:lnTo>
                    <a:pt x="29382" y="626"/>
                  </a:lnTo>
                  <a:lnTo>
                    <a:pt x="29382" y="545"/>
                  </a:lnTo>
                  <a:lnTo>
                    <a:pt x="29362" y="445"/>
                  </a:lnTo>
                  <a:lnTo>
                    <a:pt x="29322" y="364"/>
                  </a:lnTo>
                  <a:lnTo>
                    <a:pt x="29261" y="303"/>
                  </a:lnTo>
                  <a:lnTo>
                    <a:pt x="29201" y="243"/>
                  </a:lnTo>
                  <a:lnTo>
                    <a:pt x="29059" y="162"/>
                  </a:lnTo>
                  <a:lnTo>
                    <a:pt x="28918" y="122"/>
                  </a:lnTo>
                  <a:lnTo>
                    <a:pt x="28716" y="61"/>
                  </a:lnTo>
                  <a:lnTo>
                    <a:pt x="28494" y="21"/>
                  </a:lnTo>
                  <a:lnTo>
                    <a:pt x="28293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703" name="Google Shape;1703;p19"/>
          <p:cNvSpPr/>
          <p:nvPr/>
        </p:nvSpPr>
        <p:spPr>
          <a:xfrm>
            <a:off x="322954" y="2732577"/>
            <a:ext cx="100466" cy="100466"/>
          </a:xfrm>
          <a:custGeom>
            <a:rect b="b" l="l" r="r" t="t"/>
            <a:pathLst>
              <a:path extrusionOk="0" h="1797" w="1797">
                <a:moveTo>
                  <a:pt x="909" y="0"/>
                </a:moveTo>
                <a:lnTo>
                  <a:pt x="727" y="20"/>
                </a:lnTo>
                <a:lnTo>
                  <a:pt x="546" y="61"/>
                </a:lnTo>
                <a:lnTo>
                  <a:pt x="404" y="162"/>
                </a:lnTo>
                <a:lnTo>
                  <a:pt x="263" y="263"/>
                </a:lnTo>
                <a:lnTo>
                  <a:pt x="162" y="404"/>
                </a:lnTo>
                <a:lnTo>
                  <a:pt x="61" y="545"/>
                </a:lnTo>
                <a:lnTo>
                  <a:pt x="21" y="727"/>
                </a:lnTo>
                <a:lnTo>
                  <a:pt x="1" y="908"/>
                </a:lnTo>
                <a:lnTo>
                  <a:pt x="21" y="1090"/>
                </a:lnTo>
                <a:lnTo>
                  <a:pt x="61" y="1251"/>
                </a:lnTo>
                <a:lnTo>
                  <a:pt x="162" y="1393"/>
                </a:lnTo>
                <a:lnTo>
                  <a:pt x="263" y="1534"/>
                </a:lnTo>
                <a:lnTo>
                  <a:pt x="404" y="1655"/>
                </a:lnTo>
                <a:lnTo>
                  <a:pt x="546" y="1736"/>
                </a:lnTo>
                <a:lnTo>
                  <a:pt x="727" y="1776"/>
                </a:lnTo>
                <a:lnTo>
                  <a:pt x="909" y="1796"/>
                </a:lnTo>
                <a:lnTo>
                  <a:pt x="1090" y="1776"/>
                </a:lnTo>
                <a:lnTo>
                  <a:pt x="1252" y="1736"/>
                </a:lnTo>
                <a:lnTo>
                  <a:pt x="1413" y="1655"/>
                </a:lnTo>
                <a:lnTo>
                  <a:pt x="1534" y="1534"/>
                </a:lnTo>
                <a:lnTo>
                  <a:pt x="1655" y="1393"/>
                </a:lnTo>
                <a:lnTo>
                  <a:pt x="1736" y="1251"/>
                </a:lnTo>
                <a:lnTo>
                  <a:pt x="1777" y="1090"/>
                </a:lnTo>
                <a:lnTo>
                  <a:pt x="1797" y="908"/>
                </a:lnTo>
                <a:lnTo>
                  <a:pt x="1777" y="727"/>
                </a:lnTo>
                <a:lnTo>
                  <a:pt x="1736" y="545"/>
                </a:lnTo>
                <a:lnTo>
                  <a:pt x="1655" y="404"/>
                </a:lnTo>
                <a:lnTo>
                  <a:pt x="1534" y="263"/>
                </a:lnTo>
                <a:lnTo>
                  <a:pt x="1413" y="162"/>
                </a:lnTo>
                <a:lnTo>
                  <a:pt x="1252" y="61"/>
                </a:lnTo>
                <a:lnTo>
                  <a:pt x="1090" y="20"/>
                </a:lnTo>
                <a:lnTo>
                  <a:pt x="909" y="0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04" name="Google Shape;1704;p19"/>
          <p:cNvSpPr/>
          <p:nvPr/>
        </p:nvSpPr>
        <p:spPr>
          <a:xfrm>
            <a:off x="2337742" y="162452"/>
            <a:ext cx="100466" cy="100466"/>
          </a:xfrm>
          <a:custGeom>
            <a:rect b="b" l="l" r="r" t="t"/>
            <a:pathLst>
              <a:path extrusionOk="0" h="1797" w="1797">
                <a:moveTo>
                  <a:pt x="909" y="0"/>
                </a:moveTo>
                <a:lnTo>
                  <a:pt x="727" y="20"/>
                </a:lnTo>
                <a:lnTo>
                  <a:pt x="546" y="61"/>
                </a:lnTo>
                <a:lnTo>
                  <a:pt x="404" y="162"/>
                </a:lnTo>
                <a:lnTo>
                  <a:pt x="263" y="263"/>
                </a:lnTo>
                <a:lnTo>
                  <a:pt x="162" y="404"/>
                </a:lnTo>
                <a:lnTo>
                  <a:pt x="61" y="545"/>
                </a:lnTo>
                <a:lnTo>
                  <a:pt x="21" y="727"/>
                </a:lnTo>
                <a:lnTo>
                  <a:pt x="1" y="908"/>
                </a:lnTo>
                <a:lnTo>
                  <a:pt x="21" y="1090"/>
                </a:lnTo>
                <a:lnTo>
                  <a:pt x="61" y="1251"/>
                </a:lnTo>
                <a:lnTo>
                  <a:pt x="162" y="1393"/>
                </a:lnTo>
                <a:lnTo>
                  <a:pt x="263" y="1534"/>
                </a:lnTo>
                <a:lnTo>
                  <a:pt x="404" y="1655"/>
                </a:lnTo>
                <a:lnTo>
                  <a:pt x="546" y="1736"/>
                </a:lnTo>
                <a:lnTo>
                  <a:pt x="727" y="1776"/>
                </a:lnTo>
                <a:lnTo>
                  <a:pt x="909" y="1796"/>
                </a:lnTo>
                <a:lnTo>
                  <a:pt x="1090" y="1776"/>
                </a:lnTo>
                <a:lnTo>
                  <a:pt x="1252" y="1736"/>
                </a:lnTo>
                <a:lnTo>
                  <a:pt x="1413" y="1655"/>
                </a:lnTo>
                <a:lnTo>
                  <a:pt x="1534" y="1534"/>
                </a:lnTo>
                <a:lnTo>
                  <a:pt x="1655" y="1393"/>
                </a:lnTo>
                <a:lnTo>
                  <a:pt x="1736" y="1251"/>
                </a:lnTo>
                <a:lnTo>
                  <a:pt x="1777" y="1090"/>
                </a:lnTo>
                <a:lnTo>
                  <a:pt x="1797" y="908"/>
                </a:lnTo>
                <a:lnTo>
                  <a:pt x="1777" y="727"/>
                </a:lnTo>
                <a:lnTo>
                  <a:pt x="1736" y="545"/>
                </a:lnTo>
                <a:lnTo>
                  <a:pt x="1655" y="404"/>
                </a:lnTo>
                <a:lnTo>
                  <a:pt x="1534" y="263"/>
                </a:lnTo>
                <a:lnTo>
                  <a:pt x="1413" y="162"/>
                </a:lnTo>
                <a:lnTo>
                  <a:pt x="1252" y="61"/>
                </a:lnTo>
                <a:lnTo>
                  <a:pt x="1090" y="20"/>
                </a:lnTo>
                <a:lnTo>
                  <a:pt x="909" y="0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05" name="Google Shape;1705;p19"/>
          <p:cNvSpPr/>
          <p:nvPr/>
        </p:nvSpPr>
        <p:spPr>
          <a:xfrm>
            <a:off x="266642" y="1375840"/>
            <a:ext cx="100466" cy="100466"/>
          </a:xfrm>
          <a:custGeom>
            <a:rect b="b" l="l" r="r" t="t"/>
            <a:pathLst>
              <a:path extrusionOk="0" h="1797" w="1797">
                <a:moveTo>
                  <a:pt x="909" y="0"/>
                </a:moveTo>
                <a:lnTo>
                  <a:pt x="727" y="20"/>
                </a:lnTo>
                <a:lnTo>
                  <a:pt x="546" y="61"/>
                </a:lnTo>
                <a:lnTo>
                  <a:pt x="404" y="162"/>
                </a:lnTo>
                <a:lnTo>
                  <a:pt x="263" y="263"/>
                </a:lnTo>
                <a:lnTo>
                  <a:pt x="162" y="404"/>
                </a:lnTo>
                <a:lnTo>
                  <a:pt x="61" y="545"/>
                </a:lnTo>
                <a:lnTo>
                  <a:pt x="21" y="727"/>
                </a:lnTo>
                <a:lnTo>
                  <a:pt x="1" y="908"/>
                </a:lnTo>
                <a:lnTo>
                  <a:pt x="21" y="1090"/>
                </a:lnTo>
                <a:lnTo>
                  <a:pt x="61" y="1251"/>
                </a:lnTo>
                <a:lnTo>
                  <a:pt x="162" y="1393"/>
                </a:lnTo>
                <a:lnTo>
                  <a:pt x="263" y="1534"/>
                </a:lnTo>
                <a:lnTo>
                  <a:pt x="404" y="1655"/>
                </a:lnTo>
                <a:lnTo>
                  <a:pt x="546" y="1736"/>
                </a:lnTo>
                <a:lnTo>
                  <a:pt x="727" y="1776"/>
                </a:lnTo>
                <a:lnTo>
                  <a:pt x="909" y="1796"/>
                </a:lnTo>
                <a:lnTo>
                  <a:pt x="1090" y="1776"/>
                </a:lnTo>
                <a:lnTo>
                  <a:pt x="1252" y="1736"/>
                </a:lnTo>
                <a:lnTo>
                  <a:pt x="1413" y="1655"/>
                </a:lnTo>
                <a:lnTo>
                  <a:pt x="1534" y="1534"/>
                </a:lnTo>
                <a:lnTo>
                  <a:pt x="1655" y="1393"/>
                </a:lnTo>
                <a:lnTo>
                  <a:pt x="1736" y="1251"/>
                </a:lnTo>
                <a:lnTo>
                  <a:pt x="1777" y="1090"/>
                </a:lnTo>
                <a:lnTo>
                  <a:pt x="1797" y="908"/>
                </a:lnTo>
                <a:lnTo>
                  <a:pt x="1777" y="727"/>
                </a:lnTo>
                <a:lnTo>
                  <a:pt x="1736" y="545"/>
                </a:lnTo>
                <a:lnTo>
                  <a:pt x="1655" y="404"/>
                </a:lnTo>
                <a:lnTo>
                  <a:pt x="1534" y="263"/>
                </a:lnTo>
                <a:lnTo>
                  <a:pt x="1413" y="162"/>
                </a:lnTo>
                <a:lnTo>
                  <a:pt x="1252" y="61"/>
                </a:lnTo>
                <a:lnTo>
                  <a:pt x="1090" y="20"/>
                </a:lnTo>
                <a:lnTo>
                  <a:pt x="909" y="0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06" name="Google Shape;1706;p19"/>
          <p:cNvSpPr/>
          <p:nvPr/>
        </p:nvSpPr>
        <p:spPr>
          <a:xfrm>
            <a:off x="523842" y="1693465"/>
            <a:ext cx="100466" cy="100466"/>
          </a:xfrm>
          <a:custGeom>
            <a:rect b="b" l="l" r="r" t="t"/>
            <a:pathLst>
              <a:path extrusionOk="0" h="1797" w="1797">
                <a:moveTo>
                  <a:pt x="909" y="0"/>
                </a:moveTo>
                <a:lnTo>
                  <a:pt x="727" y="20"/>
                </a:lnTo>
                <a:lnTo>
                  <a:pt x="546" y="61"/>
                </a:lnTo>
                <a:lnTo>
                  <a:pt x="404" y="162"/>
                </a:lnTo>
                <a:lnTo>
                  <a:pt x="263" y="263"/>
                </a:lnTo>
                <a:lnTo>
                  <a:pt x="162" y="404"/>
                </a:lnTo>
                <a:lnTo>
                  <a:pt x="61" y="545"/>
                </a:lnTo>
                <a:lnTo>
                  <a:pt x="21" y="727"/>
                </a:lnTo>
                <a:lnTo>
                  <a:pt x="1" y="908"/>
                </a:lnTo>
                <a:lnTo>
                  <a:pt x="21" y="1090"/>
                </a:lnTo>
                <a:lnTo>
                  <a:pt x="61" y="1251"/>
                </a:lnTo>
                <a:lnTo>
                  <a:pt x="162" y="1393"/>
                </a:lnTo>
                <a:lnTo>
                  <a:pt x="263" y="1534"/>
                </a:lnTo>
                <a:lnTo>
                  <a:pt x="404" y="1655"/>
                </a:lnTo>
                <a:lnTo>
                  <a:pt x="546" y="1736"/>
                </a:lnTo>
                <a:lnTo>
                  <a:pt x="727" y="1776"/>
                </a:lnTo>
                <a:lnTo>
                  <a:pt x="909" y="1796"/>
                </a:lnTo>
                <a:lnTo>
                  <a:pt x="1090" y="1776"/>
                </a:lnTo>
                <a:lnTo>
                  <a:pt x="1252" y="1736"/>
                </a:lnTo>
                <a:lnTo>
                  <a:pt x="1413" y="1655"/>
                </a:lnTo>
                <a:lnTo>
                  <a:pt x="1534" y="1534"/>
                </a:lnTo>
                <a:lnTo>
                  <a:pt x="1655" y="1393"/>
                </a:lnTo>
                <a:lnTo>
                  <a:pt x="1736" y="1251"/>
                </a:lnTo>
                <a:lnTo>
                  <a:pt x="1777" y="1090"/>
                </a:lnTo>
                <a:lnTo>
                  <a:pt x="1797" y="908"/>
                </a:lnTo>
                <a:lnTo>
                  <a:pt x="1777" y="727"/>
                </a:lnTo>
                <a:lnTo>
                  <a:pt x="1736" y="545"/>
                </a:lnTo>
                <a:lnTo>
                  <a:pt x="1655" y="404"/>
                </a:lnTo>
                <a:lnTo>
                  <a:pt x="1534" y="263"/>
                </a:lnTo>
                <a:lnTo>
                  <a:pt x="1413" y="162"/>
                </a:lnTo>
                <a:lnTo>
                  <a:pt x="1252" y="61"/>
                </a:lnTo>
                <a:lnTo>
                  <a:pt x="1090" y="20"/>
                </a:lnTo>
                <a:lnTo>
                  <a:pt x="909" y="0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07" name="Google Shape;1707;p19"/>
          <p:cNvSpPr/>
          <p:nvPr/>
        </p:nvSpPr>
        <p:spPr>
          <a:xfrm>
            <a:off x="3174892" y="-10"/>
            <a:ext cx="100466" cy="100466"/>
          </a:xfrm>
          <a:custGeom>
            <a:rect b="b" l="l" r="r" t="t"/>
            <a:pathLst>
              <a:path extrusionOk="0" h="1797" w="1797">
                <a:moveTo>
                  <a:pt x="909" y="0"/>
                </a:moveTo>
                <a:lnTo>
                  <a:pt x="727" y="20"/>
                </a:lnTo>
                <a:lnTo>
                  <a:pt x="546" y="61"/>
                </a:lnTo>
                <a:lnTo>
                  <a:pt x="404" y="162"/>
                </a:lnTo>
                <a:lnTo>
                  <a:pt x="263" y="263"/>
                </a:lnTo>
                <a:lnTo>
                  <a:pt x="162" y="404"/>
                </a:lnTo>
                <a:lnTo>
                  <a:pt x="61" y="545"/>
                </a:lnTo>
                <a:lnTo>
                  <a:pt x="21" y="727"/>
                </a:lnTo>
                <a:lnTo>
                  <a:pt x="1" y="908"/>
                </a:lnTo>
                <a:lnTo>
                  <a:pt x="21" y="1090"/>
                </a:lnTo>
                <a:lnTo>
                  <a:pt x="61" y="1251"/>
                </a:lnTo>
                <a:lnTo>
                  <a:pt x="162" y="1393"/>
                </a:lnTo>
                <a:lnTo>
                  <a:pt x="263" y="1534"/>
                </a:lnTo>
                <a:lnTo>
                  <a:pt x="404" y="1655"/>
                </a:lnTo>
                <a:lnTo>
                  <a:pt x="546" y="1736"/>
                </a:lnTo>
                <a:lnTo>
                  <a:pt x="727" y="1776"/>
                </a:lnTo>
                <a:lnTo>
                  <a:pt x="909" y="1796"/>
                </a:lnTo>
                <a:lnTo>
                  <a:pt x="1090" y="1776"/>
                </a:lnTo>
                <a:lnTo>
                  <a:pt x="1252" y="1736"/>
                </a:lnTo>
                <a:lnTo>
                  <a:pt x="1413" y="1655"/>
                </a:lnTo>
                <a:lnTo>
                  <a:pt x="1534" y="1534"/>
                </a:lnTo>
                <a:lnTo>
                  <a:pt x="1655" y="1393"/>
                </a:lnTo>
                <a:lnTo>
                  <a:pt x="1736" y="1251"/>
                </a:lnTo>
                <a:lnTo>
                  <a:pt x="1777" y="1090"/>
                </a:lnTo>
                <a:lnTo>
                  <a:pt x="1797" y="908"/>
                </a:lnTo>
                <a:lnTo>
                  <a:pt x="1777" y="727"/>
                </a:lnTo>
                <a:lnTo>
                  <a:pt x="1736" y="545"/>
                </a:lnTo>
                <a:lnTo>
                  <a:pt x="1655" y="404"/>
                </a:lnTo>
                <a:lnTo>
                  <a:pt x="1534" y="263"/>
                </a:lnTo>
                <a:lnTo>
                  <a:pt x="1413" y="162"/>
                </a:lnTo>
                <a:lnTo>
                  <a:pt x="1252" y="61"/>
                </a:lnTo>
                <a:lnTo>
                  <a:pt x="1090" y="20"/>
                </a:lnTo>
                <a:lnTo>
                  <a:pt x="909" y="0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ext 1">
  <p:cSld name="CUSTOM_12">
    <p:spTree>
      <p:nvGrpSpPr>
        <p:cNvPr id="1708" name="Shape 17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9" name="Google Shape;1709;p20"/>
          <p:cNvSpPr txBox="1"/>
          <p:nvPr>
            <p:ph type="title"/>
          </p:nvPr>
        </p:nvSpPr>
        <p:spPr>
          <a:xfrm>
            <a:off x="713225" y="530350"/>
            <a:ext cx="7717800" cy="292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Dosis"/>
              <a:buNone/>
              <a:defRPr/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710" name="Google Shape;1710;p20"/>
          <p:cNvSpPr txBox="1"/>
          <p:nvPr>
            <p:ph idx="1" type="body"/>
          </p:nvPr>
        </p:nvSpPr>
        <p:spPr>
          <a:xfrm>
            <a:off x="2286000" y="1638900"/>
            <a:ext cx="4848000" cy="1865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Clr>
                <a:srgbClr val="2A2828"/>
              </a:buClr>
              <a:buSzPts val="1400"/>
              <a:buFont typeface="Open Sans"/>
              <a:buAutoNum type="arabicPeriod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Clr>
                <a:srgbClr val="2A2828"/>
              </a:buClr>
              <a:buSzPts val="1400"/>
              <a:buFont typeface="Open Sans"/>
              <a:buAutoNum type="alphaLcPeriod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Clr>
                <a:srgbClr val="2A2828"/>
              </a:buClr>
              <a:buSzPts val="1400"/>
              <a:buFont typeface="Open Sans"/>
              <a:buAutoNum type="romanLcPeriod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Clr>
                <a:srgbClr val="2A2828"/>
              </a:buClr>
              <a:buSzPts val="1400"/>
              <a:buFont typeface="Open Sans"/>
              <a:buAutoNum type="arabicPeriod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Clr>
                <a:srgbClr val="2A2828"/>
              </a:buClr>
              <a:buSzPts val="1400"/>
              <a:buFont typeface="Open Sans"/>
              <a:buAutoNum type="alphaLcPeriod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Clr>
                <a:srgbClr val="2A2828"/>
              </a:buClr>
              <a:buSzPts val="1400"/>
              <a:buFont typeface="Open Sans"/>
              <a:buAutoNum type="romanLcPeriod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Clr>
                <a:srgbClr val="2A2828"/>
              </a:buClr>
              <a:buSzPts val="1400"/>
              <a:buFont typeface="Open Sans"/>
              <a:buAutoNum type="arabicPeriod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Clr>
                <a:srgbClr val="2A2828"/>
              </a:buClr>
              <a:buSzPts val="1400"/>
              <a:buFont typeface="Open Sans"/>
              <a:buAutoNum type="alphaLcPeriod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Clr>
                <a:srgbClr val="2A2828"/>
              </a:buClr>
              <a:buSzPts val="1400"/>
              <a:buFont typeface="Open Sans"/>
              <a:buAutoNum type="romanLcPeriod"/>
              <a:defRPr/>
            </a:lvl9pPr>
          </a:lstStyle>
          <a:p/>
        </p:txBody>
      </p:sp>
      <p:sp>
        <p:nvSpPr>
          <p:cNvPr id="1711" name="Google Shape;1711;p20"/>
          <p:cNvSpPr/>
          <p:nvPr/>
        </p:nvSpPr>
        <p:spPr>
          <a:xfrm flipH="1">
            <a:off x="7934700" y="0"/>
            <a:ext cx="12093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12" name="Google Shape;1712;p20"/>
          <p:cNvSpPr/>
          <p:nvPr/>
        </p:nvSpPr>
        <p:spPr>
          <a:xfrm flipH="1">
            <a:off x="225" y="0"/>
            <a:ext cx="12093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13" name="Google Shape;1713;p20"/>
          <p:cNvSpPr/>
          <p:nvPr/>
        </p:nvSpPr>
        <p:spPr>
          <a:xfrm>
            <a:off x="343700" y="196035"/>
            <a:ext cx="457237" cy="429412"/>
          </a:xfrm>
          <a:custGeom>
            <a:rect b="b" l="l" r="r" t="t"/>
            <a:pathLst>
              <a:path extrusionOk="0" h="92099" w="98067">
                <a:moveTo>
                  <a:pt x="49019" y="0"/>
                </a:moveTo>
                <a:lnTo>
                  <a:pt x="48824" y="1171"/>
                </a:lnTo>
                <a:lnTo>
                  <a:pt x="48629" y="2064"/>
                </a:lnTo>
                <a:lnTo>
                  <a:pt x="48378" y="3151"/>
                </a:lnTo>
                <a:lnTo>
                  <a:pt x="48071" y="4434"/>
                </a:lnTo>
                <a:lnTo>
                  <a:pt x="47709" y="5884"/>
                </a:lnTo>
                <a:lnTo>
                  <a:pt x="47263" y="7501"/>
                </a:lnTo>
                <a:lnTo>
                  <a:pt x="46733" y="9230"/>
                </a:lnTo>
                <a:lnTo>
                  <a:pt x="46119" y="11070"/>
                </a:lnTo>
                <a:lnTo>
                  <a:pt x="45422" y="13050"/>
                </a:lnTo>
                <a:lnTo>
                  <a:pt x="44641" y="15085"/>
                </a:lnTo>
                <a:lnTo>
                  <a:pt x="43777" y="17177"/>
                </a:lnTo>
                <a:lnTo>
                  <a:pt x="43303" y="18264"/>
                </a:lnTo>
                <a:lnTo>
                  <a:pt x="42801" y="19351"/>
                </a:lnTo>
                <a:lnTo>
                  <a:pt x="42271" y="20439"/>
                </a:lnTo>
                <a:lnTo>
                  <a:pt x="41742" y="21554"/>
                </a:lnTo>
                <a:lnTo>
                  <a:pt x="41156" y="22670"/>
                </a:lnTo>
                <a:lnTo>
                  <a:pt x="40543" y="23785"/>
                </a:lnTo>
                <a:lnTo>
                  <a:pt x="39929" y="24900"/>
                </a:lnTo>
                <a:lnTo>
                  <a:pt x="39260" y="25988"/>
                </a:lnTo>
                <a:lnTo>
                  <a:pt x="38563" y="27103"/>
                </a:lnTo>
                <a:lnTo>
                  <a:pt x="37838" y="28218"/>
                </a:lnTo>
                <a:lnTo>
                  <a:pt x="37113" y="29306"/>
                </a:lnTo>
                <a:lnTo>
                  <a:pt x="36332" y="30421"/>
                </a:lnTo>
                <a:lnTo>
                  <a:pt x="35524" y="31481"/>
                </a:lnTo>
                <a:lnTo>
                  <a:pt x="34687" y="32568"/>
                </a:lnTo>
                <a:lnTo>
                  <a:pt x="33795" y="33600"/>
                </a:lnTo>
                <a:lnTo>
                  <a:pt x="32903" y="34659"/>
                </a:lnTo>
                <a:lnTo>
                  <a:pt x="31954" y="35663"/>
                </a:lnTo>
                <a:lnTo>
                  <a:pt x="30979" y="36667"/>
                </a:lnTo>
                <a:lnTo>
                  <a:pt x="29975" y="37643"/>
                </a:lnTo>
                <a:lnTo>
                  <a:pt x="28943" y="38591"/>
                </a:lnTo>
                <a:lnTo>
                  <a:pt x="27856" y="39511"/>
                </a:lnTo>
                <a:lnTo>
                  <a:pt x="26740" y="40403"/>
                </a:lnTo>
                <a:lnTo>
                  <a:pt x="25597" y="41268"/>
                </a:lnTo>
                <a:lnTo>
                  <a:pt x="24426" y="42104"/>
                </a:lnTo>
                <a:lnTo>
                  <a:pt x="23199" y="42885"/>
                </a:lnTo>
                <a:lnTo>
                  <a:pt x="21944" y="43638"/>
                </a:lnTo>
                <a:lnTo>
                  <a:pt x="20634" y="44363"/>
                </a:lnTo>
                <a:lnTo>
                  <a:pt x="19295" y="45060"/>
                </a:lnTo>
                <a:lnTo>
                  <a:pt x="17929" y="45673"/>
                </a:lnTo>
                <a:lnTo>
                  <a:pt x="16507" y="46287"/>
                </a:lnTo>
                <a:lnTo>
                  <a:pt x="15057" y="46816"/>
                </a:lnTo>
                <a:lnTo>
                  <a:pt x="13551" y="47318"/>
                </a:lnTo>
                <a:lnTo>
                  <a:pt x="12018" y="47765"/>
                </a:lnTo>
                <a:lnTo>
                  <a:pt x="10428" y="48155"/>
                </a:lnTo>
                <a:lnTo>
                  <a:pt x="8811" y="48489"/>
                </a:lnTo>
                <a:lnTo>
                  <a:pt x="7138" y="48768"/>
                </a:lnTo>
                <a:lnTo>
                  <a:pt x="5409" y="48991"/>
                </a:lnTo>
                <a:lnTo>
                  <a:pt x="3653" y="49159"/>
                </a:lnTo>
                <a:lnTo>
                  <a:pt x="1868" y="49242"/>
                </a:lnTo>
                <a:lnTo>
                  <a:pt x="948" y="49270"/>
                </a:lnTo>
                <a:lnTo>
                  <a:pt x="0" y="49298"/>
                </a:lnTo>
                <a:lnTo>
                  <a:pt x="474" y="49438"/>
                </a:lnTo>
                <a:lnTo>
                  <a:pt x="1840" y="49856"/>
                </a:lnTo>
                <a:lnTo>
                  <a:pt x="3959" y="50581"/>
                </a:lnTo>
                <a:lnTo>
                  <a:pt x="5270" y="51055"/>
                </a:lnTo>
                <a:lnTo>
                  <a:pt x="6720" y="51585"/>
                </a:lnTo>
                <a:lnTo>
                  <a:pt x="8309" y="52226"/>
                </a:lnTo>
                <a:lnTo>
                  <a:pt x="10010" y="52951"/>
                </a:lnTo>
                <a:lnTo>
                  <a:pt x="11823" y="53732"/>
                </a:lnTo>
                <a:lnTo>
                  <a:pt x="13719" y="54624"/>
                </a:lnTo>
                <a:lnTo>
                  <a:pt x="15698" y="55600"/>
                </a:lnTo>
                <a:lnTo>
                  <a:pt x="17762" y="56631"/>
                </a:lnTo>
                <a:lnTo>
                  <a:pt x="19853" y="57775"/>
                </a:lnTo>
                <a:lnTo>
                  <a:pt x="21972" y="59001"/>
                </a:lnTo>
                <a:lnTo>
                  <a:pt x="23032" y="59671"/>
                </a:lnTo>
                <a:lnTo>
                  <a:pt x="24119" y="60340"/>
                </a:lnTo>
                <a:lnTo>
                  <a:pt x="25179" y="61037"/>
                </a:lnTo>
                <a:lnTo>
                  <a:pt x="26266" y="61762"/>
                </a:lnTo>
                <a:lnTo>
                  <a:pt x="27354" y="62487"/>
                </a:lnTo>
                <a:lnTo>
                  <a:pt x="28413" y="63268"/>
                </a:lnTo>
                <a:lnTo>
                  <a:pt x="29473" y="64048"/>
                </a:lnTo>
                <a:lnTo>
                  <a:pt x="30532" y="64857"/>
                </a:lnTo>
                <a:lnTo>
                  <a:pt x="31592" y="65693"/>
                </a:lnTo>
                <a:lnTo>
                  <a:pt x="32624" y="66558"/>
                </a:lnTo>
                <a:lnTo>
                  <a:pt x="33627" y="67450"/>
                </a:lnTo>
                <a:lnTo>
                  <a:pt x="34659" y="68370"/>
                </a:lnTo>
                <a:lnTo>
                  <a:pt x="35635" y="69290"/>
                </a:lnTo>
                <a:lnTo>
                  <a:pt x="36611" y="70266"/>
                </a:lnTo>
                <a:lnTo>
                  <a:pt x="37559" y="71242"/>
                </a:lnTo>
                <a:lnTo>
                  <a:pt x="38507" y="72274"/>
                </a:lnTo>
                <a:lnTo>
                  <a:pt x="39399" y="73306"/>
                </a:lnTo>
                <a:lnTo>
                  <a:pt x="40292" y="74365"/>
                </a:lnTo>
                <a:lnTo>
                  <a:pt x="41156" y="75453"/>
                </a:lnTo>
                <a:lnTo>
                  <a:pt x="41993" y="76568"/>
                </a:lnTo>
                <a:lnTo>
                  <a:pt x="42773" y="77711"/>
                </a:lnTo>
                <a:lnTo>
                  <a:pt x="43554" y="78882"/>
                </a:lnTo>
                <a:lnTo>
                  <a:pt x="44279" y="80081"/>
                </a:lnTo>
                <a:lnTo>
                  <a:pt x="44976" y="81308"/>
                </a:lnTo>
                <a:lnTo>
                  <a:pt x="45617" y="82563"/>
                </a:lnTo>
                <a:lnTo>
                  <a:pt x="46259" y="83846"/>
                </a:lnTo>
                <a:lnTo>
                  <a:pt x="46816" y="85156"/>
                </a:lnTo>
                <a:lnTo>
                  <a:pt x="47374" y="86494"/>
                </a:lnTo>
                <a:lnTo>
                  <a:pt x="47848" y="87833"/>
                </a:lnTo>
                <a:lnTo>
                  <a:pt x="48294" y="89227"/>
                </a:lnTo>
                <a:lnTo>
                  <a:pt x="48685" y="90649"/>
                </a:lnTo>
                <a:lnTo>
                  <a:pt x="49019" y="92099"/>
                </a:lnTo>
                <a:lnTo>
                  <a:pt x="49382" y="90649"/>
                </a:lnTo>
                <a:lnTo>
                  <a:pt x="49772" y="89227"/>
                </a:lnTo>
                <a:lnTo>
                  <a:pt x="50218" y="87833"/>
                </a:lnTo>
                <a:lnTo>
                  <a:pt x="50692" y="86494"/>
                </a:lnTo>
                <a:lnTo>
                  <a:pt x="51250" y="85156"/>
                </a:lnTo>
                <a:lnTo>
                  <a:pt x="51808" y="83846"/>
                </a:lnTo>
                <a:lnTo>
                  <a:pt x="52421" y="82563"/>
                </a:lnTo>
                <a:lnTo>
                  <a:pt x="53090" y="81308"/>
                </a:lnTo>
                <a:lnTo>
                  <a:pt x="53787" y="80081"/>
                </a:lnTo>
                <a:lnTo>
                  <a:pt x="54512" y="78882"/>
                </a:lnTo>
                <a:lnTo>
                  <a:pt x="55293" y="77711"/>
                </a:lnTo>
                <a:lnTo>
                  <a:pt x="56074" y="76568"/>
                </a:lnTo>
                <a:lnTo>
                  <a:pt x="56910" y="75453"/>
                </a:lnTo>
                <a:lnTo>
                  <a:pt x="57775" y="74365"/>
                </a:lnTo>
                <a:lnTo>
                  <a:pt x="58639" y="73306"/>
                </a:lnTo>
                <a:lnTo>
                  <a:pt x="59559" y="72274"/>
                </a:lnTo>
                <a:lnTo>
                  <a:pt x="60479" y="71242"/>
                </a:lnTo>
                <a:lnTo>
                  <a:pt x="61455" y="70266"/>
                </a:lnTo>
                <a:lnTo>
                  <a:pt x="62431" y="69290"/>
                </a:lnTo>
                <a:lnTo>
                  <a:pt x="63407" y="68370"/>
                </a:lnTo>
                <a:lnTo>
                  <a:pt x="64411" y="67450"/>
                </a:lnTo>
                <a:lnTo>
                  <a:pt x="65443" y="66558"/>
                </a:lnTo>
                <a:lnTo>
                  <a:pt x="66474" y="65693"/>
                </a:lnTo>
                <a:lnTo>
                  <a:pt x="67534" y="64857"/>
                </a:lnTo>
                <a:lnTo>
                  <a:pt x="68593" y="64048"/>
                </a:lnTo>
                <a:lnTo>
                  <a:pt x="69653" y="63268"/>
                </a:lnTo>
                <a:lnTo>
                  <a:pt x="70713" y="62487"/>
                </a:lnTo>
                <a:lnTo>
                  <a:pt x="71800" y="61762"/>
                </a:lnTo>
                <a:lnTo>
                  <a:pt x="72860" y="61037"/>
                </a:lnTo>
                <a:lnTo>
                  <a:pt x="73947" y="60340"/>
                </a:lnTo>
                <a:lnTo>
                  <a:pt x="75034" y="59671"/>
                </a:lnTo>
                <a:lnTo>
                  <a:pt x="76094" y="59001"/>
                </a:lnTo>
                <a:lnTo>
                  <a:pt x="78213" y="57775"/>
                </a:lnTo>
                <a:lnTo>
                  <a:pt x="80304" y="56631"/>
                </a:lnTo>
                <a:lnTo>
                  <a:pt x="82368" y="55600"/>
                </a:lnTo>
                <a:lnTo>
                  <a:pt x="84348" y="54624"/>
                </a:lnTo>
                <a:lnTo>
                  <a:pt x="86244" y="53732"/>
                </a:lnTo>
                <a:lnTo>
                  <a:pt x="88056" y="52951"/>
                </a:lnTo>
                <a:lnTo>
                  <a:pt x="89757" y="52226"/>
                </a:lnTo>
                <a:lnTo>
                  <a:pt x="91346" y="51585"/>
                </a:lnTo>
                <a:lnTo>
                  <a:pt x="92796" y="51055"/>
                </a:lnTo>
                <a:lnTo>
                  <a:pt x="94107" y="50581"/>
                </a:lnTo>
                <a:lnTo>
                  <a:pt x="96226" y="49856"/>
                </a:lnTo>
                <a:lnTo>
                  <a:pt x="97592" y="49438"/>
                </a:lnTo>
                <a:lnTo>
                  <a:pt x="98066" y="49298"/>
                </a:lnTo>
                <a:lnTo>
                  <a:pt x="97118" y="49270"/>
                </a:lnTo>
                <a:lnTo>
                  <a:pt x="96198" y="49242"/>
                </a:lnTo>
                <a:lnTo>
                  <a:pt x="94413" y="49159"/>
                </a:lnTo>
                <a:lnTo>
                  <a:pt x="92657" y="48991"/>
                </a:lnTo>
                <a:lnTo>
                  <a:pt x="90928" y="48768"/>
                </a:lnTo>
                <a:lnTo>
                  <a:pt x="89255" y="48489"/>
                </a:lnTo>
                <a:lnTo>
                  <a:pt x="87638" y="48155"/>
                </a:lnTo>
                <a:lnTo>
                  <a:pt x="86048" y="47765"/>
                </a:lnTo>
                <a:lnTo>
                  <a:pt x="84515" y="47318"/>
                </a:lnTo>
                <a:lnTo>
                  <a:pt x="83009" y="46816"/>
                </a:lnTo>
                <a:lnTo>
                  <a:pt x="81559" y="46287"/>
                </a:lnTo>
                <a:lnTo>
                  <a:pt x="80137" y="45673"/>
                </a:lnTo>
                <a:lnTo>
                  <a:pt x="78771" y="45060"/>
                </a:lnTo>
                <a:lnTo>
                  <a:pt x="77432" y="44363"/>
                </a:lnTo>
                <a:lnTo>
                  <a:pt x="76122" y="43638"/>
                </a:lnTo>
                <a:lnTo>
                  <a:pt x="74867" y="42885"/>
                </a:lnTo>
                <a:lnTo>
                  <a:pt x="73640" y="42104"/>
                </a:lnTo>
                <a:lnTo>
                  <a:pt x="72469" y="41268"/>
                </a:lnTo>
                <a:lnTo>
                  <a:pt x="71298" y="40403"/>
                </a:lnTo>
                <a:lnTo>
                  <a:pt x="70211" y="39511"/>
                </a:lnTo>
                <a:lnTo>
                  <a:pt x="69123" y="38591"/>
                </a:lnTo>
                <a:lnTo>
                  <a:pt x="68091" y="37643"/>
                </a:lnTo>
                <a:lnTo>
                  <a:pt x="67088" y="36667"/>
                </a:lnTo>
                <a:lnTo>
                  <a:pt x="66112" y="35663"/>
                </a:lnTo>
                <a:lnTo>
                  <a:pt x="65164" y="34659"/>
                </a:lnTo>
                <a:lnTo>
                  <a:pt x="64271" y="33600"/>
                </a:lnTo>
                <a:lnTo>
                  <a:pt x="63379" y="32568"/>
                </a:lnTo>
                <a:lnTo>
                  <a:pt x="62543" y="31481"/>
                </a:lnTo>
                <a:lnTo>
                  <a:pt x="61734" y="30421"/>
                </a:lnTo>
                <a:lnTo>
                  <a:pt x="60953" y="29306"/>
                </a:lnTo>
                <a:lnTo>
                  <a:pt x="60200" y="28218"/>
                </a:lnTo>
                <a:lnTo>
                  <a:pt x="59503" y="27103"/>
                </a:lnTo>
                <a:lnTo>
                  <a:pt x="58806" y="25988"/>
                </a:lnTo>
                <a:lnTo>
                  <a:pt x="58137" y="24900"/>
                </a:lnTo>
                <a:lnTo>
                  <a:pt x="57524" y="23785"/>
                </a:lnTo>
                <a:lnTo>
                  <a:pt x="56910" y="22670"/>
                </a:lnTo>
                <a:lnTo>
                  <a:pt x="56325" y="21554"/>
                </a:lnTo>
                <a:lnTo>
                  <a:pt x="55795" y="20439"/>
                </a:lnTo>
                <a:lnTo>
                  <a:pt x="55265" y="19351"/>
                </a:lnTo>
                <a:lnTo>
                  <a:pt x="54763" y="18264"/>
                </a:lnTo>
                <a:lnTo>
                  <a:pt x="54289" y="17177"/>
                </a:lnTo>
                <a:lnTo>
                  <a:pt x="53425" y="15085"/>
                </a:lnTo>
                <a:lnTo>
                  <a:pt x="52644" y="13050"/>
                </a:lnTo>
                <a:lnTo>
                  <a:pt x="51947" y="11070"/>
                </a:lnTo>
                <a:lnTo>
                  <a:pt x="51334" y="9230"/>
                </a:lnTo>
                <a:lnTo>
                  <a:pt x="50804" y="7501"/>
                </a:lnTo>
                <a:lnTo>
                  <a:pt x="50358" y="5884"/>
                </a:lnTo>
                <a:lnTo>
                  <a:pt x="49995" y="4434"/>
                </a:lnTo>
                <a:lnTo>
                  <a:pt x="49688" y="3151"/>
                </a:lnTo>
                <a:lnTo>
                  <a:pt x="49437" y="2064"/>
                </a:lnTo>
                <a:lnTo>
                  <a:pt x="49242" y="1171"/>
                </a:lnTo>
                <a:lnTo>
                  <a:pt x="49019" y="0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14" name="Google Shape;1714;p20"/>
          <p:cNvSpPr/>
          <p:nvPr/>
        </p:nvSpPr>
        <p:spPr>
          <a:xfrm>
            <a:off x="8352925" y="3903785"/>
            <a:ext cx="457237" cy="429412"/>
          </a:xfrm>
          <a:custGeom>
            <a:rect b="b" l="l" r="r" t="t"/>
            <a:pathLst>
              <a:path extrusionOk="0" h="92099" w="98067">
                <a:moveTo>
                  <a:pt x="49019" y="0"/>
                </a:moveTo>
                <a:lnTo>
                  <a:pt x="48824" y="1171"/>
                </a:lnTo>
                <a:lnTo>
                  <a:pt x="48629" y="2064"/>
                </a:lnTo>
                <a:lnTo>
                  <a:pt x="48378" y="3151"/>
                </a:lnTo>
                <a:lnTo>
                  <a:pt x="48071" y="4434"/>
                </a:lnTo>
                <a:lnTo>
                  <a:pt x="47709" y="5884"/>
                </a:lnTo>
                <a:lnTo>
                  <a:pt x="47263" y="7501"/>
                </a:lnTo>
                <a:lnTo>
                  <a:pt x="46733" y="9230"/>
                </a:lnTo>
                <a:lnTo>
                  <a:pt x="46119" y="11070"/>
                </a:lnTo>
                <a:lnTo>
                  <a:pt x="45422" y="13050"/>
                </a:lnTo>
                <a:lnTo>
                  <a:pt x="44641" y="15085"/>
                </a:lnTo>
                <a:lnTo>
                  <a:pt x="43777" y="17177"/>
                </a:lnTo>
                <a:lnTo>
                  <a:pt x="43303" y="18264"/>
                </a:lnTo>
                <a:lnTo>
                  <a:pt x="42801" y="19351"/>
                </a:lnTo>
                <a:lnTo>
                  <a:pt x="42271" y="20439"/>
                </a:lnTo>
                <a:lnTo>
                  <a:pt x="41742" y="21554"/>
                </a:lnTo>
                <a:lnTo>
                  <a:pt x="41156" y="22670"/>
                </a:lnTo>
                <a:lnTo>
                  <a:pt x="40543" y="23785"/>
                </a:lnTo>
                <a:lnTo>
                  <a:pt x="39929" y="24900"/>
                </a:lnTo>
                <a:lnTo>
                  <a:pt x="39260" y="25988"/>
                </a:lnTo>
                <a:lnTo>
                  <a:pt x="38563" y="27103"/>
                </a:lnTo>
                <a:lnTo>
                  <a:pt x="37838" y="28218"/>
                </a:lnTo>
                <a:lnTo>
                  <a:pt x="37113" y="29306"/>
                </a:lnTo>
                <a:lnTo>
                  <a:pt x="36332" y="30421"/>
                </a:lnTo>
                <a:lnTo>
                  <a:pt x="35524" y="31481"/>
                </a:lnTo>
                <a:lnTo>
                  <a:pt x="34687" y="32568"/>
                </a:lnTo>
                <a:lnTo>
                  <a:pt x="33795" y="33600"/>
                </a:lnTo>
                <a:lnTo>
                  <a:pt x="32903" y="34659"/>
                </a:lnTo>
                <a:lnTo>
                  <a:pt x="31954" y="35663"/>
                </a:lnTo>
                <a:lnTo>
                  <a:pt x="30979" y="36667"/>
                </a:lnTo>
                <a:lnTo>
                  <a:pt x="29975" y="37643"/>
                </a:lnTo>
                <a:lnTo>
                  <a:pt x="28943" y="38591"/>
                </a:lnTo>
                <a:lnTo>
                  <a:pt x="27856" y="39511"/>
                </a:lnTo>
                <a:lnTo>
                  <a:pt x="26740" y="40403"/>
                </a:lnTo>
                <a:lnTo>
                  <a:pt x="25597" y="41268"/>
                </a:lnTo>
                <a:lnTo>
                  <a:pt x="24426" y="42104"/>
                </a:lnTo>
                <a:lnTo>
                  <a:pt x="23199" y="42885"/>
                </a:lnTo>
                <a:lnTo>
                  <a:pt x="21944" y="43638"/>
                </a:lnTo>
                <a:lnTo>
                  <a:pt x="20634" y="44363"/>
                </a:lnTo>
                <a:lnTo>
                  <a:pt x="19295" y="45060"/>
                </a:lnTo>
                <a:lnTo>
                  <a:pt x="17929" y="45673"/>
                </a:lnTo>
                <a:lnTo>
                  <a:pt x="16507" y="46287"/>
                </a:lnTo>
                <a:lnTo>
                  <a:pt x="15057" y="46816"/>
                </a:lnTo>
                <a:lnTo>
                  <a:pt x="13551" y="47318"/>
                </a:lnTo>
                <a:lnTo>
                  <a:pt x="12018" y="47765"/>
                </a:lnTo>
                <a:lnTo>
                  <a:pt x="10428" y="48155"/>
                </a:lnTo>
                <a:lnTo>
                  <a:pt x="8811" y="48489"/>
                </a:lnTo>
                <a:lnTo>
                  <a:pt x="7138" y="48768"/>
                </a:lnTo>
                <a:lnTo>
                  <a:pt x="5409" y="48991"/>
                </a:lnTo>
                <a:lnTo>
                  <a:pt x="3653" y="49159"/>
                </a:lnTo>
                <a:lnTo>
                  <a:pt x="1868" y="49242"/>
                </a:lnTo>
                <a:lnTo>
                  <a:pt x="948" y="49270"/>
                </a:lnTo>
                <a:lnTo>
                  <a:pt x="0" y="49298"/>
                </a:lnTo>
                <a:lnTo>
                  <a:pt x="474" y="49438"/>
                </a:lnTo>
                <a:lnTo>
                  <a:pt x="1840" y="49856"/>
                </a:lnTo>
                <a:lnTo>
                  <a:pt x="3959" y="50581"/>
                </a:lnTo>
                <a:lnTo>
                  <a:pt x="5270" y="51055"/>
                </a:lnTo>
                <a:lnTo>
                  <a:pt x="6720" y="51585"/>
                </a:lnTo>
                <a:lnTo>
                  <a:pt x="8309" y="52226"/>
                </a:lnTo>
                <a:lnTo>
                  <a:pt x="10010" y="52951"/>
                </a:lnTo>
                <a:lnTo>
                  <a:pt x="11823" y="53732"/>
                </a:lnTo>
                <a:lnTo>
                  <a:pt x="13719" y="54624"/>
                </a:lnTo>
                <a:lnTo>
                  <a:pt x="15698" y="55600"/>
                </a:lnTo>
                <a:lnTo>
                  <a:pt x="17762" y="56631"/>
                </a:lnTo>
                <a:lnTo>
                  <a:pt x="19853" y="57775"/>
                </a:lnTo>
                <a:lnTo>
                  <a:pt x="21972" y="59001"/>
                </a:lnTo>
                <a:lnTo>
                  <a:pt x="23032" y="59671"/>
                </a:lnTo>
                <a:lnTo>
                  <a:pt x="24119" y="60340"/>
                </a:lnTo>
                <a:lnTo>
                  <a:pt x="25179" y="61037"/>
                </a:lnTo>
                <a:lnTo>
                  <a:pt x="26266" y="61762"/>
                </a:lnTo>
                <a:lnTo>
                  <a:pt x="27354" y="62487"/>
                </a:lnTo>
                <a:lnTo>
                  <a:pt x="28413" y="63268"/>
                </a:lnTo>
                <a:lnTo>
                  <a:pt x="29473" y="64048"/>
                </a:lnTo>
                <a:lnTo>
                  <a:pt x="30532" y="64857"/>
                </a:lnTo>
                <a:lnTo>
                  <a:pt x="31592" y="65693"/>
                </a:lnTo>
                <a:lnTo>
                  <a:pt x="32624" y="66558"/>
                </a:lnTo>
                <a:lnTo>
                  <a:pt x="33627" y="67450"/>
                </a:lnTo>
                <a:lnTo>
                  <a:pt x="34659" y="68370"/>
                </a:lnTo>
                <a:lnTo>
                  <a:pt x="35635" y="69290"/>
                </a:lnTo>
                <a:lnTo>
                  <a:pt x="36611" y="70266"/>
                </a:lnTo>
                <a:lnTo>
                  <a:pt x="37559" y="71242"/>
                </a:lnTo>
                <a:lnTo>
                  <a:pt x="38507" y="72274"/>
                </a:lnTo>
                <a:lnTo>
                  <a:pt x="39399" y="73306"/>
                </a:lnTo>
                <a:lnTo>
                  <a:pt x="40292" y="74365"/>
                </a:lnTo>
                <a:lnTo>
                  <a:pt x="41156" y="75453"/>
                </a:lnTo>
                <a:lnTo>
                  <a:pt x="41993" y="76568"/>
                </a:lnTo>
                <a:lnTo>
                  <a:pt x="42773" y="77711"/>
                </a:lnTo>
                <a:lnTo>
                  <a:pt x="43554" y="78882"/>
                </a:lnTo>
                <a:lnTo>
                  <a:pt x="44279" y="80081"/>
                </a:lnTo>
                <a:lnTo>
                  <a:pt x="44976" y="81308"/>
                </a:lnTo>
                <a:lnTo>
                  <a:pt x="45617" y="82563"/>
                </a:lnTo>
                <a:lnTo>
                  <a:pt x="46259" y="83846"/>
                </a:lnTo>
                <a:lnTo>
                  <a:pt x="46816" y="85156"/>
                </a:lnTo>
                <a:lnTo>
                  <a:pt x="47374" y="86494"/>
                </a:lnTo>
                <a:lnTo>
                  <a:pt x="47848" y="87833"/>
                </a:lnTo>
                <a:lnTo>
                  <a:pt x="48294" y="89227"/>
                </a:lnTo>
                <a:lnTo>
                  <a:pt x="48685" y="90649"/>
                </a:lnTo>
                <a:lnTo>
                  <a:pt x="49019" y="92099"/>
                </a:lnTo>
                <a:lnTo>
                  <a:pt x="49382" y="90649"/>
                </a:lnTo>
                <a:lnTo>
                  <a:pt x="49772" y="89227"/>
                </a:lnTo>
                <a:lnTo>
                  <a:pt x="50218" y="87833"/>
                </a:lnTo>
                <a:lnTo>
                  <a:pt x="50692" y="86494"/>
                </a:lnTo>
                <a:lnTo>
                  <a:pt x="51250" y="85156"/>
                </a:lnTo>
                <a:lnTo>
                  <a:pt x="51808" y="83846"/>
                </a:lnTo>
                <a:lnTo>
                  <a:pt x="52421" y="82563"/>
                </a:lnTo>
                <a:lnTo>
                  <a:pt x="53090" y="81308"/>
                </a:lnTo>
                <a:lnTo>
                  <a:pt x="53787" y="80081"/>
                </a:lnTo>
                <a:lnTo>
                  <a:pt x="54512" y="78882"/>
                </a:lnTo>
                <a:lnTo>
                  <a:pt x="55293" y="77711"/>
                </a:lnTo>
                <a:lnTo>
                  <a:pt x="56074" y="76568"/>
                </a:lnTo>
                <a:lnTo>
                  <a:pt x="56910" y="75453"/>
                </a:lnTo>
                <a:lnTo>
                  <a:pt x="57775" y="74365"/>
                </a:lnTo>
                <a:lnTo>
                  <a:pt x="58639" y="73306"/>
                </a:lnTo>
                <a:lnTo>
                  <a:pt x="59559" y="72274"/>
                </a:lnTo>
                <a:lnTo>
                  <a:pt x="60479" y="71242"/>
                </a:lnTo>
                <a:lnTo>
                  <a:pt x="61455" y="70266"/>
                </a:lnTo>
                <a:lnTo>
                  <a:pt x="62431" y="69290"/>
                </a:lnTo>
                <a:lnTo>
                  <a:pt x="63407" y="68370"/>
                </a:lnTo>
                <a:lnTo>
                  <a:pt x="64411" y="67450"/>
                </a:lnTo>
                <a:lnTo>
                  <a:pt x="65443" y="66558"/>
                </a:lnTo>
                <a:lnTo>
                  <a:pt x="66474" y="65693"/>
                </a:lnTo>
                <a:lnTo>
                  <a:pt x="67534" y="64857"/>
                </a:lnTo>
                <a:lnTo>
                  <a:pt x="68593" y="64048"/>
                </a:lnTo>
                <a:lnTo>
                  <a:pt x="69653" y="63268"/>
                </a:lnTo>
                <a:lnTo>
                  <a:pt x="70713" y="62487"/>
                </a:lnTo>
                <a:lnTo>
                  <a:pt x="71800" y="61762"/>
                </a:lnTo>
                <a:lnTo>
                  <a:pt x="72860" y="61037"/>
                </a:lnTo>
                <a:lnTo>
                  <a:pt x="73947" y="60340"/>
                </a:lnTo>
                <a:lnTo>
                  <a:pt x="75034" y="59671"/>
                </a:lnTo>
                <a:lnTo>
                  <a:pt x="76094" y="59001"/>
                </a:lnTo>
                <a:lnTo>
                  <a:pt x="78213" y="57775"/>
                </a:lnTo>
                <a:lnTo>
                  <a:pt x="80304" y="56631"/>
                </a:lnTo>
                <a:lnTo>
                  <a:pt x="82368" y="55600"/>
                </a:lnTo>
                <a:lnTo>
                  <a:pt x="84348" y="54624"/>
                </a:lnTo>
                <a:lnTo>
                  <a:pt x="86244" y="53732"/>
                </a:lnTo>
                <a:lnTo>
                  <a:pt x="88056" y="52951"/>
                </a:lnTo>
                <a:lnTo>
                  <a:pt x="89757" y="52226"/>
                </a:lnTo>
                <a:lnTo>
                  <a:pt x="91346" y="51585"/>
                </a:lnTo>
                <a:lnTo>
                  <a:pt x="92796" y="51055"/>
                </a:lnTo>
                <a:lnTo>
                  <a:pt x="94107" y="50581"/>
                </a:lnTo>
                <a:lnTo>
                  <a:pt x="96226" y="49856"/>
                </a:lnTo>
                <a:lnTo>
                  <a:pt x="97592" y="49438"/>
                </a:lnTo>
                <a:lnTo>
                  <a:pt x="98066" y="49298"/>
                </a:lnTo>
                <a:lnTo>
                  <a:pt x="97118" y="49270"/>
                </a:lnTo>
                <a:lnTo>
                  <a:pt x="96198" y="49242"/>
                </a:lnTo>
                <a:lnTo>
                  <a:pt x="94413" y="49159"/>
                </a:lnTo>
                <a:lnTo>
                  <a:pt x="92657" y="48991"/>
                </a:lnTo>
                <a:lnTo>
                  <a:pt x="90928" y="48768"/>
                </a:lnTo>
                <a:lnTo>
                  <a:pt x="89255" y="48489"/>
                </a:lnTo>
                <a:lnTo>
                  <a:pt x="87638" y="48155"/>
                </a:lnTo>
                <a:lnTo>
                  <a:pt x="86048" y="47765"/>
                </a:lnTo>
                <a:lnTo>
                  <a:pt x="84515" y="47318"/>
                </a:lnTo>
                <a:lnTo>
                  <a:pt x="83009" y="46816"/>
                </a:lnTo>
                <a:lnTo>
                  <a:pt x="81559" y="46287"/>
                </a:lnTo>
                <a:lnTo>
                  <a:pt x="80137" y="45673"/>
                </a:lnTo>
                <a:lnTo>
                  <a:pt x="78771" y="45060"/>
                </a:lnTo>
                <a:lnTo>
                  <a:pt x="77432" y="44363"/>
                </a:lnTo>
                <a:lnTo>
                  <a:pt x="76122" y="43638"/>
                </a:lnTo>
                <a:lnTo>
                  <a:pt x="74867" y="42885"/>
                </a:lnTo>
                <a:lnTo>
                  <a:pt x="73640" y="42104"/>
                </a:lnTo>
                <a:lnTo>
                  <a:pt x="72469" y="41268"/>
                </a:lnTo>
                <a:lnTo>
                  <a:pt x="71298" y="40403"/>
                </a:lnTo>
                <a:lnTo>
                  <a:pt x="70211" y="39511"/>
                </a:lnTo>
                <a:lnTo>
                  <a:pt x="69123" y="38591"/>
                </a:lnTo>
                <a:lnTo>
                  <a:pt x="68091" y="37643"/>
                </a:lnTo>
                <a:lnTo>
                  <a:pt x="67088" y="36667"/>
                </a:lnTo>
                <a:lnTo>
                  <a:pt x="66112" y="35663"/>
                </a:lnTo>
                <a:lnTo>
                  <a:pt x="65164" y="34659"/>
                </a:lnTo>
                <a:lnTo>
                  <a:pt x="64271" y="33600"/>
                </a:lnTo>
                <a:lnTo>
                  <a:pt x="63379" y="32568"/>
                </a:lnTo>
                <a:lnTo>
                  <a:pt x="62543" y="31481"/>
                </a:lnTo>
                <a:lnTo>
                  <a:pt x="61734" y="30421"/>
                </a:lnTo>
                <a:lnTo>
                  <a:pt x="60953" y="29306"/>
                </a:lnTo>
                <a:lnTo>
                  <a:pt x="60200" y="28218"/>
                </a:lnTo>
                <a:lnTo>
                  <a:pt x="59503" y="27103"/>
                </a:lnTo>
                <a:lnTo>
                  <a:pt x="58806" y="25988"/>
                </a:lnTo>
                <a:lnTo>
                  <a:pt x="58137" y="24900"/>
                </a:lnTo>
                <a:lnTo>
                  <a:pt x="57524" y="23785"/>
                </a:lnTo>
                <a:lnTo>
                  <a:pt x="56910" y="22670"/>
                </a:lnTo>
                <a:lnTo>
                  <a:pt x="56325" y="21554"/>
                </a:lnTo>
                <a:lnTo>
                  <a:pt x="55795" y="20439"/>
                </a:lnTo>
                <a:lnTo>
                  <a:pt x="55265" y="19351"/>
                </a:lnTo>
                <a:lnTo>
                  <a:pt x="54763" y="18264"/>
                </a:lnTo>
                <a:lnTo>
                  <a:pt x="54289" y="17177"/>
                </a:lnTo>
                <a:lnTo>
                  <a:pt x="53425" y="15085"/>
                </a:lnTo>
                <a:lnTo>
                  <a:pt x="52644" y="13050"/>
                </a:lnTo>
                <a:lnTo>
                  <a:pt x="51947" y="11070"/>
                </a:lnTo>
                <a:lnTo>
                  <a:pt x="51334" y="9230"/>
                </a:lnTo>
                <a:lnTo>
                  <a:pt x="50804" y="7501"/>
                </a:lnTo>
                <a:lnTo>
                  <a:pt x="50358" y="5884"/>
                </a:lnTo>
                <a:lnTo>
                  <a:pt x="49995" y="4434"/>
                </a:lnTo>
                <a:lnTo>
                  <a:pt x="49688" y="3151"/>
                </a:lnTo>
                <a:lnTo>
                  <a:pt x="49437" y="2064"/>
                </a:lnTo>
                <a:lnTo>
                  <a:pt x="49242" y="1171"/>
                </a:lnTo>
                <a:lnTo>
                  <a:pt x="49019" y="0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15" name="Google Shape;1715;p20"/>
          <p:cNvSpPr/>
          <p:nvPr/>
        </p:nvSpPr>
        <p:spPr>
          <a:xfrm>
            <a:off x="8352938" y="4435510"/>
            <a:ext cx="457237" cy="429412"/>
          </a:xfrm>
          <a:custGeom>
            <a:rect b="b" l="l" r="r" t="t"/>
            <a:pathLst>
              <a:path extrusionOk="0" h="92099" w="98067">
                <a:moveTo>
                  <a:pt x="49019" y="0"/>
                </a:moveTo>
                <a:lnTo>
                  <a:pt x="48824" y="1171"/>
                </a:lnTo>
                <a:lnTo>
                  <a:pt x="48629" y="2064"/>
                </a:lnTo>
                <a:lnTo>
                  <a:pt x="48378" y="3151"/>
                </a:lnTo>
                <a:lnTo>
                  <a:pt x="48071" y="4434"/>
                </a:lnTo>
                <a:lnTo>
                  <a:pt x="47709" y="5884"/>
                </a:lnTo>
                <a:lnTo>
                  <a:pt x="47263" y="7501"/>
                </a:lnTo>
                <a:lnTo>
                  <a:pt x="46733" y="9230"/>
                </a:lnTo>
                <a:lnTo>
                  <a:pt x="46119" y="11070"/>
                </a:lnTo>
                <a:lnTo>
                  <a:pt x="45422" y="13050"/>
                </a:lnTo>
                <a:lnTo>
                  <a:pt x="44641" y="15085"/>
                </a:lnTo>
                <a:lnTo>
                  <a:pt x="43777" y="17177"/>
                </a:lnTo>
                <a:lnTo>
                  <a:pt x="43303" y="18264"/>
                </a:lnTo>
                <a:lnTo>
                  <a:pt x="42801" y="19351"/>
                </a:lnTo>
                <a:lnTo>
                  <a:pt x="42271" y="20439"/>
                </a:lnTo>
                <a:lnTo>
                  <a:pt x="41742" y="21554"/>
                </a:lnTo>
                <a:lnTo>
                  <a:pt x="41156" y="22670"/>
                </a:lnTo>
                <a:lnTo>
                  <a:pt x="40543" y="23785"/>
                </a:lnTo>
                <a:lnTo>
                  <a:pt x="39929" y="24900"/>
                </a:lnTo>
                <a:lnTo>
                  <a:pt x="39260" y="25988"/>
                </a:lnTo>
                <a:lnTo>
                  <a:pt x="38563" y="27103"/>
                </a:lnTo>
                <a:lnTo>
                  <a:pt x="37838" y="28218"/>
                </a:lnTo>
                <a:lnTo>
                  <a:pt x="37113" y="29306"/>
                </a:lnTo>
                <a:lnTo>
                  <a:pt x="36332" y="30421"/>
                </a:lnTo>
                <a:lnTo>
                  <a:pt x="35524" y="31481"/>
                </a:lnTo>
                <a:lnTo>
                  <a:pt x="34687" y="32568"/>
                </a:lnTo>
                <a:lnTo>
                  <a:pt x="33795" y="33600"/>
                </a:lnTo>
                <a:lnTo>
                  <a:pt x="32903" y="34659"/>
                </a:lnTo>
                <a:lnTo>
                  <a:pt x="31954" y="35663"/>
                </a:lnTo>
                <a:lnTo>
                  <a:pt x="30979" y="36667"/>
                </a:lnTo>
                <a:lnTo>
                  <a:pt x="29975" y="37643"/>
                </a:lnTo>
                <a:lnTo>
                  <a:pt x="28943" y="38591"/>
                </a:lnTo>
                <a:lnTo>
                  <a:pt x="27856" y="39511"/>
                </a:lnTo>
                <a:lnTo>
                  <a:pt x="26740" y="40403"/>
                </a:lnTo>
                <a:lnTo>
                  <a:pt x="25597" y="41268"/>
                </a:lnTo>
                <a:lnTo>
                  <a:pt x="24426" y="42104"/>
                </a:lnTo>
                <a:lnTo>
                  <a:pt x="23199" y="42885"/>
                </a:lnTo>
                <a:lnTo>
                  <a:pt x="21944" y="43638"/>
                </a:lnTo>
                <a:lnTo>
                  <a:pt x="20634" y="44363"/>
                </a:lnTo>
                <a:lnTo>
                  <a:pt x="19295" y="45060"/>
                </a:lnTo>
                <a:lnTo>
                  <a:pt x="17929" y="45673"/>
                </a:lnTo>
                <a:lnTo>
                  <a:pt x="16507" y="46287"/>
                </a:lnTo>
                <a:lnTo>
                  <a:pt x="15057" y="46816"/>
                </a:lnTo>
                <a:lnTo>
                  <a:pt x="13551" y="47318"/>
                </a:lnTo>
                <a:lnTo>
                  <a:pt x="12018" y="47765"/>
                </a:lnTo>
                <a:lnTo>
                  <a:pt x="10428" y="48155"/>
                </a:lnTo>
                <a:lnTo>
                  <a:pt x="8811" y="48489"/>
                </a:lnTo>
                <a:lnTo>
                  <a:pt x="7138" y="48768"/>
                </a:lnTo>
                <a:lnTo>
                  <a:pt x="5409" y="48991"/>
                </a:lnTo>
                <a:lnTo>
                  <a:pt x="3653" y="49159"/>
                </a:lnTo>
                <a:lnTo>
                  <a:pt x="1868" y="49242"/>
                </a:lnTo>
                <a:lnTo>
                  <a:pt x="948" y="49270"/>
                </a:lnTo>
                <a:lnTo>
                  <a:pt x="0" y="49298"/>
                </a:lnTo>
                <a:lnTo>
                  <a:pt x="474" y="49438"/>
                </a:lnTo>
                <a:lnTo>
                  <a:pt x="1840" y="49856"/>
                </a:lnTo>
                <a:lnTo>
                  <a:pt x="3959" y="50581"/>
                </a:lnTo>
                <a:lnTo>
                  <a:pt x="5270" y="51055"/>
                </a:lnTo>
                <a:lnTo>
                  <a:pt x="6720" y="51585"/>
                </a:lnTo>
                <a:lnTo>
                  <a:pt x="8309" y="52226"/>
                </a:lnTo>
                <a:lnTo>
                  <a:pt x="10010" y="52951"/>
                </a:lnTo>
                <a:lnTo>
                  <a:pt x="11823" y="53732"/>
                </a:lnTo>
                <a:lnTo>
                  <a:pt x="13719" y="54624"/>
                </a:lnTo>
                <a:lnTo>
                  <a:pt x="15698" y="55600"/>
                </a:lnTo>
                <a:lnTo>
                  <a:pt x="17762" y="56631"/>
                </a:lnTo>
                <a:lnTo>
                  <a:pt x="19853" y="57775"/>
                </a:lnTo>
                <a:lnTo>
                  <a:pt x="21972" y="59001"/>
                </a:lnTo>
                <a:lnTo>
                  <a:pt x="23032" y="59671"/>
                </a:lnTo>
                <a:lnTo>
                  <a:pt x="24119" y="60340"/>
                </a:lnTo>
                <a:lnTo>
                  <a:pt x="25179" y="61037"/>
                </a:lnTo>
                <a:lnTo>
                  <a:pt x="26266" y="61762"/>
                </a:lnTo>
                <a:lnTo>
                  <a:pt x="27354" y="62487"/>
                </a:lnTo>
                <a:lnTo>
                  <a:pt x="28413" y="63268"/>
                </a:lnTo>
                <a:lnTo>
                  <a:pt x="29473" y="64048"/>
                </a:lnTo>
                <a:lnTo>
                  <a:pt x="30532" y="64857"/>
                </a:lnTo>
                <a:lnTo>
                  <a:pt x="31592" y="65693"/>
                </a:lnTo>
                <a:lnTo>
                  <a:pt x="32624" y="66558"/>
                </a:lnTo>
                <a:lnTo>
                  <a:pt x="33627" y="67450"/>
                </a:lnTo>
                <a:lnTo>
                  <a:pt x="34659" y="68370"/>
                </a:lnTo>
                <a:lnTo>
                  <a:pt x="35635" y="69290"/>
                </a:lnTo>
                <a:lnTo>
                  <a:pt x="36611" y="70266"/>
                </a:lnTo>
                <a:lnTo>
                  <a:pt x="37559" y="71242"/>
                </a:lnTo>
                <a:lnTo>
                  <a:pt x="38507" y="72274"/>
                </a:lnTo>
                <a:lnTo>
                  <a:pt x="39399" y="73306"/>
                </a:lnTo>
                <a:lnTo>
                  <a:pt x="40292" y="74365"/>
                </a:lnTo>
                <a:lnTo>
                  <a:pt x="41156" y="75453"/>
                </a:lnTo>
                <a:lnTo>
                  <a:pt x="41993" y="76568"/>
                </a:lnTo>
                <a:lnTo>
                  <a:pt x="42773" y="77711"/>
                </a:lnTo>
                <a:lnTo>
                  <a:pt x="43554" y="78882"/>
                </a:lnTo>
                <a:lnTo>
                  <a:pt x="44279" y="80081"/>
                </a:lnTo>
                <a:lnTo>
                  <a:pt x="44976" y="81308"/>
                </a:lnTo>
                <a:lnTo>
                  <a:pt x="45617" y="82563"/>
                </a:lnTo>
                <a:lnTo>
                  <a:pt x="46259" y="83846"/>
                </a:lnTo>
                <a:lnTo>
                  <a:pt x="46816" y="85156"/>
                </a:lnTo>
                <a:lnTo>
                  <a:pt x="47374" y="86494"/>
                </a:lnTo>
                <a:lnTo>
                  <a:pt x="47848" y="87833"/>
                </a:lnTo>
                <a:lnTo>
                  <a:pt x="48294" y="89227"/>
                </a:lnTo>
                <a:lnTo>
                  <a:pt x="48685" y="90649"/>
                </a:lnTo>
                <a:lnTo>
                  <a:pt x="49019" y="92099"/>
                </a:lnTo>
                <a:lnTo>
                  <a:pt x="49382" y="90649"/>
                </a:lnTo>
                <a:lnTo>
                  <a:pt x="49772" y="89227"/>
                </a:lnTo>
                <a:lnTo>
                  <a:pt x="50218" y="87833"/>
                </a:lnTo>
                <a:lnTo>
                  <a:pt x="50692" y="86494"/>
                </a:lnTo>
                <a:lnTo>
                  <a:pt x="51250" y="85156"/>
                </a:lnTo>
                <a:lnTo>
                  <a:pt x="51808" y="83846"/>
                </a:lnTo>
                <a:lnTo>
                  <a:pt x="52421" y="82563"/>
                </a:lnTo>
                <a:lnTo>
                  <a:pt x="53090" y="81308"/>
                </a:lnTo>
                <a:lnTo>
                  <a:pt x="53787" y="80081"/>
                </a:lnTo>
                <a:lnTo>
                  <a:pt x="54512" y="78882"/>
                </a:lnTo>
                <a:lnTo>
                  <a:pt x="55293" y="77711"/>
                </a:lnTo>
                <a:lnTo>
                  <a:pt x="56074" y="76568"/>
                </a:lnTo>
                <a:lnTo>
                  <a:pt x="56910" y="75453"/>
                </a:lnTo>
                <a:lnTo>
                  <a:pt x="57775" y="74365"/>
                </a:lnTo>
                <a:lnTo>
                  <a:pt x="58639" y="73306"/>
                </a:lnTo>
                <a:lnTo>
                  <a:pt x="59559" y="72274"/>
                </a:lnTo>
                <a:lnTo>
                  <a:pt x="60479" y="71242"/>
                </a:lnTo>
                <a:lnTo>
                  <a:pt x="61455" y="70266"/>
                </a:lnTo>
                <a:lnTo>
                  <a:pt x="62431" y="69290"/>
                </a:lnTo>
                <a:lnTo>
                  <a:pt x="63407" y="68370"/>
                </a:lnTo>
                <a:lnTo>
                  <a:pt x="64411" y="67450"/>
                </a:lnTo>
                <a:lnTo>
                  <a:pt x="65443" y="66558"/>
                </a:lnTo>
                <a:lnTo>
                  <a:pt x="66474" y="65693"/>
                </a:lnTo>
                <a:lnTo>
                  <a:pt x="67534" y="64857"/>
                </a:lnTo>
                <a:lnTo>
                  <a:pt x="68593" y="64048"/>
                </a:lnTo>
                <a:lnTo>
                  <a:pt x="69653" y="63268"/>
                </a:lnTo>
                <a:lnTo>
                  <a:pt x="70713" y="62487"/>
                </a:lnTo>
                <a:lnTo>
                  <a:pt x="71800" y="61762"/>
                </a:lnTo>
                <a:lnTo>
                  <a:pt x="72860" y="61037"/>
                </a:lnTo>
                <a:lnTo>
                  <a:pt x="73947" y="60340"/>
                </a:lnTo>
                <a:lnTo>
                  <a:pt x="75034" y="59671"/>
                </a:lnTo>
                <a:lnTo>
                  <a:pt x="76094" y="59001"/>
                </a:lnTo>
                <a:lnTo>
                  <a:pt x="78213" y="57775"/>
                </a:lnTo>
                <a:lnTo>
                  <a:pt x="80304" y="56631"/>
                </a:lnTo>
                <a:lnTo>
                  <a:pt x="82368" y="55600"/>
                </a:lnTo>
                <a:lnTo>
                  <a:pt x="84348" y="54624"/>
                </a:lnTo>
                <a:lnTo>
                  <a:pt x="86244" y="53732"/>
                </a:lnTo>
                <a:lnTo>
                  <a:pt x="88056" y="52951"/>
                </a:lnTo>
                <a:lnTo>
                  <a:pt x="89757" y="52226"/>
                </a:lnTo>
                <a:lnTo>
                  <a:pt x="91346" y="51585"/>
                </a:lnTo>
                <a:lnTo>
                  <a:pt x="92796" y="51055"/>
                </a:lnTo>
                <a:lnTo>
                  <a:pt x="94107" y="50581"/>
                </a:lnTo>
                <a:lnTo>
                  <a:pt x="96226" y="49856"/>
                </a:lnTo>
                <a:lnTo>
                  <a:pt x="97592" y="49438"/>
                </a:lnTo>
                <a:lnTo>
                  <a:pt x="98066" y="49298"/>
                </a:lnTo>
                <a:lnTo>
                  <a:pt x="97118" y="49270"/>
                </a:lnTo>
                <a:lnTo>
                  <a:pt x="96198" y="49242"/>
                </a:lnTo>
                <a:lnTo>
                  <a:pt x="94413" y="49159"/>
                </a:lnTo>
                <a:lnTo>
                  <a:pt x="92657" y="48991"/>
                </a:lnTo>
                <a:lnTo>
                  <a:pt x="90928" y="48768"/>
                </a:lnTo>
                <a:lnTo>
                  <a:pt x="89255" y="48489"/>
                </a:lnTo>
                <a:lnTo>
                  <a:pt x="87638" y="48155"/>
                </a:lnTo>
                <a:lnTo>
                  <a:pt x="86048" y="47765"/>
                </a:lnTo>
                <a:lnTo>
                  <a:pt x="84515" y="47318"/>
                </a:lnTo>
                <a:lnTo>
                  <a:pt x="83009" y="46816"/>
                </a:lnTo>
                <a:lnTo>
                  <a:pt x="81559" y="46287"/>
                </a:lnTo>
                <a:lnTo>
                  <a:pt x="80137" y="45673"/>
                </a:lnTo>
                <a:lnTo>
                  <a:pt x="78771" y="45060"/>
                </a:lnTo>
                <a:lnTo>
                  <a:pt x="77432" y="44363"/>
                </a:lnTo>
                <a:lnTo>
                  <a:pt x="76122" y="43638"/>
                </a:lnTo>
                <a:lnTo>
                  <a:pt x="74867" y="42885"/>
                </a:lnTo>
                <a:lnTo>
                  <a:pt x="73640" y="42104"/>
                </a:lnTo>
                <a:lnTo>
                  <a:pt x="72469" y="41268"/>
                </a:lnTo>
                <a:lnTo>
                  <a:pt x="71298" y="40403"/>
                </a:lnTo>
                <a:lnTo>
                  <a:pt x="70211" y="39511"/>
                </a:lnTo>
                <a:lnTo>
                  <a:pt x="69123" y="38591"/>
                </a:lnTo>
                <a:lnTo>
                  <a:pt x="68091" y="37643"/>
                </a:lnTo>
                <a:lnTo>
                  <a:pt x="67088" y="36667"/>
                </a:lnTo>
                <a:lnTo>
                  <a:pt x="66112" y="35663"/>
                </a:lnTo>
                <a:lnTo>
                  <a:pt x="65164" y="34659"/>
                </a:lnTo>
                <a:lnTo>
                  <a:pt x="64271" y="33600"/>
                </a:lnTo>
                <a:lnTo>
                  <a:pt x="63379" y="32568"/>
                </a:lnTo>
                <a:lnTo>
                  <a:pt x="62543" y="31481"/>
                </a:lnTo>
                <a:lnTo>
                  <a:pt x="61734" y="30421"/>
                </a:lnTo>
                <a:lnTo>
                  <a:pt x="60953" y="29306"/>
                </a:lnTo>
                <a:lnTo>
                  <a:pt x="60200" y="28218"/>
                </a:lnTo>
                <a:lnTo>
                  <a:pt x="59503" y="27103"/>
                </a:lnTo>
                <a:lnTo>
                  <a:pt x="58806" y="25988"/>
                </a:lnTo>
                <a:lnTo>
                  <a:pt x="58137" y="24900"/>
                </a:lnTo>
                <a:lnTo>
                  <a:pt x="57524" y="23785"/>
                </a:lnTo>
                <a:lnTo>
                  <a:pt x="56910" y="22670"/>
                </a:lnTo>
                <a:lnTo>
                  <a:pt x="56325" y="21554"/>
                </a:lnTo>
                <a:lnTo>
                  <a:pt x="55795" y="20439"/>
                </a:lnTo>
                <a:lnTo>
                  <a:pt x="55265" y="19351"/>
                </a:lnTo>
                <a:lnTo>
                  <a:pt x="54763" y="18264"/>
                </a:lnTo>
                <a:lnTo>
                  <a:pt x="54289" y="17177"/>
                </a:lnTo>
                <a:lnTo>
                  <a:pt x="53425" y="15085"/>
                </a:lnTo>
                <a:lnTo>
                  <a:pt x="52644" y="13050"/>
                </a:lnTo>
                <a:lnTo>
                  <a:pt x="51947" y="11070"/>
                </a:lnTo>
                <a:lnTo>
                  <a:pt x="51334" y="9230"/>
                </a:lnTo>
                <a:lnTo>
                  <a:pt x="50804" y="7501"/>
                </a:lnTo>
                <a:lnTo>
                  <a:pt x="50358" y="5884"/>
                </a:lnTo>
                <a:lnTo>
                  <a:pt x="49995" y="4434"/>
                </a:lnTo>
                <a:lnTo>
                  <a:pt x="49688" y="3151"/>
                </a:lnTo>
                <a:lnTo>
                  <a:pt x="49437" y="2064"/>
                </a:lnTo>
                <a:lnTo>
                  <a:pt x="49242" y="1171"/>
                </a:lnTo>
                <a:lnTo>
                  <a:pt x="49019" y="0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16" name="Google Shape;1716;p20"/>
          <p:cNvSpPr/>
          <p:nvPr/>
        </p:nvSpPr>
        <p:spPr>
          <a:xfrm>
            <a:off x="343713" y="727760"/>
            <a:ext cx="457237" cy="429412"/>
          </a:xfrm>
          <a:custGeom>
            <a:rect b="b" l="l" r="r" t="t"/>
            <a:pathLst>
              <a:path extrusionOk="0" h="92099" w="98067">
                <a:moveTo>
                  <a:pt x="49019" y="0"/>
                </a:moveTo>
                <a:lnTo>
                  <a:pt x="48824" y="1171"/>
                </a:lnTo>
                <a:lnTo>
                  <a:pt x="48629" y="2064"/>
                </a:lnTo>
                <a:lnTo>
                  <a:pt x="48378" y="3151"/>
                </a:lnTo>
                <a:lnTo>
                  <a:pt x="48071" y="4434"/>
                </a:lnTo>
                <a:lnTo>
                  <a:pt x="47709" y="5884"/>
                </a:lnTo>
                <a:lnTo>
                  <a:pt x="47263" y="7501"/>
                </a:lnTo>
                <a:lnTo>
                  <a:pt x="46733" y="9230"/>
                </a:lnTo>
                <a:lnTo>
                  <a:pt x="46119" y="11070"/>
                </a:lnTo>
                <a:lnTo>
                  <a:pt x="45422" y="13050"/>
                </a:lnTo>
                <a:lnTo>
                  <a:pt x="44641" y="15085"/>
                </a:lnTo>
                <a:lnTo>
                  <a:pt x="43777" y="17177"/>
                </a:lnTo>
                <a:lnTo>
                  <a:pt x="43303" y="18264"/>
                </a:lnTo>
                <a:lnTo>
                  <a:pt x="42801" y="19351"/>
                </a:lnTo>
                <a:lnTo>
                  <a:pt x="42271" y="20439"/>
                </a:lnTo>
                <a:lnTo>
                  <a:pt x="41742" y="21554"/>
                </a:lnTo>
                <a:lnTo>
                  <a:pt x="41156" y="22670"/>
                </a:lnTo>
                <a:lnTo>
                  <a:pt x="40543" y="23785"/>
                </a:lnTo>
                <a:lnTo>
                  <a:pt x="39929" y="24900"/>
                </a:lnTo>
                <a:lnTo>
                  <a:pt x="39260" y="25988"/>
                </a:lnTo>
                <a:lnTo>
                  <a:pt x="38563" y="27103"/>
                </a:lnTo>
                <a:lnTo>
                  <a:pt x="37838" y="28218"/>
                </a:lnTo>
                <a:lnTo>
                  <a:pt x="37113" y="29306"/>
                </a:lnTo>
                <a:lnTo>
                  <a:pt x="36332" y="30421"/>
                </a:lnTo>
                <a:lnTo>
                  <a:pt x="35524" y="31481"/>
                </a:lnTo>
                <a:lnTo>
                  <a:pt x="34687" y="32568"/>
                </a:lnTo>
                <a:lnTo>
                  <a:pt x="33795" y="33600"/>
                </a:lnTo>
                <a:lnTo>
                  <a:pt x="32903" y="34659"/>
                </a:lnTo>
                <a:lnTo>
                  <a:pt x="31954" y="35663"/>
                </a:lnTo>
                <a:lnTo>
                  <a:pt x="30979" y="36667"/>
                </a:lnTo>
                <a:lnTo>
                  <a:pt x="29975" y="37643"/>
                </a:lnTo>
                <a:lnTo>
                  <a:pt x="28943" y="38591"/>
                </a:lnTo>
                <a:lnTo>
                  <a:pt x="27856" y="39511"/>
                </a:lnTo>
                <a:lnTo>
                  <a:pt x="26740" y="40403"/>
                </a:lnTo>
                <a:lnTo>
                  <a:pt x="25597" y="41268"/>
                </a:lnTo>
                <a:lnTo>
                  <a:pt x="24426" y="42104"/>
                </a:lnTo>
                <a:lnTo>
                  <a:pt x="23199" y="42885"/>
                </a:lnTo>
                <a:lnTo>
                  <a:pt x="21944" y="43638"/>
                </a:lnTo>
                <a:lnTo>
                  <a:pt x="20634" y="44363"/>
                </a:lnTo>
                <a:lnTo>
                  <a:pt x="19295" y="45060"/>
                </a:lnTo>
                <a:lnTo>
                  <a:pt x="17929" y="45673"/>
                </a:lnTo>
                <a:lnTo>
                  <a:pt x="16507" y="46287"/>
                </a:lnTo>
                <a:lnTo>
                  <a:pt x="15057" y="46816"/>
                </a:lnTo>
                <a:lnTo>
                  <a:pt x="13551" y="47318"/>
                </a:lnTo>
                <a:lnTo>
                  <a:pt x="12018" y="47765"/>
                </a:lnTo>
                <a:lnTo>
                  <a:pt x="10428" y="48155"/>
                </a:lnTo>
                <a:lnTo>
                  <a:pt x="8811" y="48489"/>
                </a:lnTo>
                <a:lnTo>
                  <a:pt x="7138" y="48768"/>
                </a:lnTo>
                <a:lnTo>
                  <a:pt x="5409" y="48991"/>
                </a:lnTo>
                <a:lnTo>
                  <a:pt x="3653" y="49159"/>
                </a:lnTo>
                <a:lnTo>
                  <a:pt x="1868" y="49242"/>
                </a:lnTo>
                <a:lnTo>
                  <a:pt x="948" y="49270"/>
                </a:lnTo>
                <a:lnTo>
                  <a:pt x="0" y="49298"/>
                </a:lnTo>
                <a:lnTo>
                  <a:pt x="474" y="49438"/>
                </a:lnTo>
                <a:lnTo>
                  <a:pt x="1840" y="49856"/>
                </a:lnTo>
                <a:lnTo>
                  <a:pt x="3959" y="50581"/>
                </a:lnTo>
                <a:lnTo>
                  <a:pt x="5270" y="51055"/>
                </a:lnTo>
                <a:lnTo>
                  <a:pt x="6720" y="51585"/>
                </a:lnTo>
                <a:lnTo>
                  <a:pt x="8309" y="52226"/>
                </a:lnTo>
                <a:lnTo>
                  <a:pt x="10010" y="52951"/>
                </a:lnTo>
                <a:lnTo>
                  <a:pt x="11823" y="53732"/>
                </a:lnTo>
                <a:lnTo>
                  <a:pt x="13719" y="54624"/>
                </a:lnTo>
                <a:lnTo>
                  <a:pt x="15698" y="55600"/>
                </a:lnTo>
                <a:lnTo>
                  <a:pt x="17762" y="56631"/>
                </a:lnTo>
                <a:lnTo>
                  <a:pt x="19853" y="57775"/>
                </a:lnTo>
                <a:lnTo>
                  <a:pt x="21972" y="59001"/>
                </a:lnTo>
                <a:lnTo>
                  <a:pt x="23032" y="59671"/>
                </a:lnTo>
                <a:lnTo>
                  <a:pt x="24119" y="60340"/>
                </a:lnTo>
                <a:lnTo>
                  <a:pt x="25179" y="61037"/>
                </a:lnTo>
                <a:lnTo>
                  <a:pt x="26266" y="61762"/>
                </a:lnTo>
                <a:lnTo>
                  <a:pt x="27354" y="62487"/>
                </a:lnTo>
                <a:lnTo>
                  <a:pt x="28413" y="63268"/>
                </a:lnTo>
                <a:lnTo>
                  <a:pt x="29473" y="64048"/>
                </a:lnTo>
                <a:lnTo>
                  <a:pt x="30532" y="64857"/>
                </a:lnTo>
                <a:lnTo>
                  <a:pt x="31592" y="65693"/>
                </a:lnTo>
                <a:lnTo>
                  <a:pt x="32624" y="66558"/>
                </a:lnTo>
                <a:lnTo>
                  <a:pt x="33627" y="67450"/>
                </a:lnTo>
                <a:lnTo>
                  <a:pt x="34659" y="68370"/>
                </a:lnTo>
                <a:lnTo>
                  <a:pt x="35635" y="69290"/>
                </a:lnTo>
                <a:lnTo>
                  <a:pt x="36611" y="70266"/>
                </a:lnTo>
                <a:lnTo>
                  <a:pt x="37559" y="71242"/>
                </a:lnTo>
                <a:lnTo>
                  <a:pt x="38507" y="72274"/>
                </a:lnTo>
                <a:lnTo>
                  <a:pt x="39399" y="73306"/>
                </a:lnTo>
                <a:lnTo>
                  <a:pt x="40292" y="74365"/>
                </a:lnTo>
                <a:lnTo>
                  <a:pt x="41156" y="75453"/>
                </a:lnTo>
                <a:lnTo>
                  <a:pt x="41993" y="76568"/>
                </a:lnTo>
                <a:lnTo>
                  <a:pt x="42773" y="77711"/>
                </a:lnTo>
                <a:lnTo>
                  <a:pt x="43554" y="78882"/>
                </a:lnTo>
                <a:lnTo>
                  <a:pt x="44279" y="80081"/>
                </a:lnTo>
                <a:lnTo>
                  <a:pt x="44976" y="81308"/>
                </a:lnTo>
                <a:lnTo>
                  <a:pt x="45617" y="82563"/>
                </a:lnTo>
                <a:lnTo>
                  <a:pt x="46259" y="83846"/>
                </a:lnTo>
                <a:lnTo>
                  <a:pt x="46816" y="85156"/>
                </a:lnTo>
                <a:lnTo>
                  <a:pt x="47374" y="86494"/>
                </a:lnTo>
                <a:lnTo>
                  <a:pt x="47848" y="87833"/>
                </a:lnTo>
                <a:lnTo>
                  <a:pt x="48294" y="89227"/>
                </a:lnTo>
                <a:lnTo>
                  <a:pt x="48685" y="90649"/>
                </a:lnTo>
                <a:lnTo>
                  <a:pt x="49019" y="92099"/>
                </a:lnTo>
                <a:lnTo>
                  <a:pt x="49382" y="90649"/>
                </a:lnTo>
                <a:lnTo>
                  <a:pt x="49772" y="89227"/>
                </a:lnTo>
                <a:lnTo>
                  <a:pt x="50218" y="87833"/>
                </a:lnTo>
                <a:lnTo>
                  <a:pt x="50692" y="86494"/>
                </a:lnTo>
                <a:lnTo>
                  <a:pt x="51250" y="85156"/>
                </a:lnTo>
                <a:lnTo>
                  <a:pt x="51808" y="83846"/>
                </a:lnTo>
                <a:lnTo>
                  <a:pt x="52421" y="82563"/>
                </a:lnTo>
                <a:lnTo>
                  <a:pt x="53090" y="81308"/>
                </a:lnTo>
                <a:lnTo>
                  <a:pt x="53787" y="80081"/>
                </a:lnTo>
                <a:lnTo>
                  <a:pt x="54512" y="78882"/>
                </a:lnTo>
                <a:lnTo>
                  <a:pt x="55293" y="77711"/>
                </a:lnTo>
                <a:lnTo>
                  <a:pt x="56074" y="76568"/>
                </a:lnTo>
                <a:lnTo>
                  <a:pt x="56910" y="75453"/>
                </a:lnTo>
                <a:lnTo>
                  <a:pt x="57775" y="74365"/>
                </a:lnTo>
                <a:lnTo>
                  <a:pt x="58639" y="73306"/>
                </a:lnTo>
                <a:lnTo>
                  <a:pt x="59559" y="72274"/>
                </a:lnTo>
                <a:lnTo>
                  <a:pt x="60479" y="71242"/>
                </a:lnTo>
                <a:lnTo>
                  <a:pt x="61455" y="70266"/>
                </a:lnTo>
                <a:lnTo>
                  <a:pt x="62431" y="69290"/>
                </a:lnTo>
                <a:lnTo>
                  <a:pt x="63407" y="68370"/>
                </a:lnTo>
                <a:lnTo>
                  <a:pt x="64411" y="67450"/>
                </a:lnTo>
                <a:lnTo>
                  <a:pt x="65443" y="66558"/>
                </a:lnTo>
                <a:lnTo>
                  <a:pt x="66474" y="65693"/>
                </a:lnTo>
                <a:lnTo>
                  <a:pt x="67534" y="64857"/>
                </a:lnTo>
                <a:lnTo>
                  <a:pt x="68593" y="64048"/>
                </a:lnTo>
                <a:lnTo>
                  <a:pt x="69653" y="63268"/>
                </a:lnTo>
                <a:lnTo>
                  <a:pt x="70713" y="62487"/>
                </a:lnTo>
                <a:lnTo>
                  <a:pt x="71800" y="61762"/>
                </a:lnTo>
                <a:lnTo>
                  <a:pt x="72860" y="61037"/>
                </a:lnTo>
                <a:lnTo>
                  <a:pt x="73947" y="60340"/>
                </a:lnTo>
                <a:lnTo>
                  <a:pt x="75034" y="59671"/>
                </a:lnTo>
                <a:lnTo>
                  <a:pt x="76094" y="59001"/>
                </a:lnTo>
                <a:lnTo>
                  <a:pt x="78213" y="57775"/>
                </a:lnTo>
                <a:lnTo>
                  <a:pt x="80304" y="56631"/>
                </a:lnTo>
                <a:lnTo>
                  <a:pt x="82368" y="55600"/>
                </a:lnTo>
                <a:lnTo>
                  <a:pt x="84348" y="54624"/>
                </a:lnTo>
                <a:lnTo>
                  <a:pt x="86244" y="53732"/>
                </a:lnTo>
                <a:lnTo>
                  <a:pt x="88056" y="52951"/>
                </a:lnTo>
                <a:lnTo>
                  <a:pt x="89757" y="52226"/>
                </a:lnTo>
                <a:lnTo>
                  <a:pt x="91346" y="51585"/>
                </a:lnTo>
                <a:lnTo>
                  <a:pt x="92796" y="51055"/>
                </a:lnTo>
                <a:lnTo>
                  <a:pt x="94107" y="50581"/>
                </a:lnTo>
                <a:lnTo>
                  <a:pt x="96226" y="49856"/>
                </a:lnTo>
                <a:lnTo>
                  <a:pt x="97592" y="49438"/>
                </a:lnTo>
                <a:lnTo>
                  <a:pt x="98066" y="49298"/>
                </a:lnTo>
                <a:lnTo>
                  <a:pt x="97118" y="49270"/>
                </a:lnTo>
                <a:lnTo>
                  <a:pt x="96198" y="49242"/>
                </a:lnTo>
                <a:lnTo>
                  <a:pt x="94413" y="49159"/>
                </a:lnTo>
                <a:lnTo>
                  <a:pt x="92657" y="48991"/>
                </a:lnTo>
                <a:lnTo>
                  <a:pt x="90928" y="48768"/>
                </a:lnTo>
                <a:lnTo>
                  <a:pt x="89255" y="48489"/>
                </a:lnTo>
                <a:lnTo>
                  <a:pt x="87638" y="48155"/>
                </a:lnTo>
                <a:lnTo>
                  <a:pt x="86048" y="47765"/>
                </a:lnTo>
                <a:lnTo>
                  <a:pt x="84515" y="47318"/>
                </a:lnTo>
                <a:lnTo>
                  <a:pt x="83009" y="46816"/>
                </a:lnTo>
                <a:lnTo>
                  <a:pt x="81559" y="46287"/>
                </a:lnTo>
                <a:lnTo>
                  <a:pt x="80137" y="45673"/>
                </a:lnTo>
                <a:lnTo>
                  <a:pt x="78771" y="45060"/>
                </a:lnTo>
                <a:lnTo>
                  <a:pt x="77432" y="44363"/>
                </a:lnTo>
                <a:lnTo>
                  <a:pt x="76122" y="43638"/>
                </a:lnTo>
                <a:lnTo>
                  <a:pt x="74867" y="42885"/>
                </a:lnTo>
                <a:lnTo>
                  <a:pt x="73640" y="42104"/>
                </a:lnTo>
                <a:lnTo>
                  <a:pt x="72469" y="41268"/>
                </a:lnTo>
                <a:lnTo>
                  <a:pt x="71298" y="40403"/>
                </a:lnTo>
                <a:lnTo>
                  <a:pt x="70211" y="39511"/>
                </a:lnTo>
                <a:lnTo>
                  <a:pt x="69123" y="38591"/>
                </a:lnTo>
                <a:lnTo>
                  <a:pt x="68091" y="37643"/>
                </a:lnTo>
                <a:lnTo>
                  <a:pt x="67088" y="36667"/>
                </a:lnTo>
                <a:lnTo>
                  <a:pt x="66112" y="35663"/>
                </a:lnTo>
                <a:lnTo>
                  <a:pt x="65164" y="34659"/>
                </a:lnTo>
                <a:lnTo>
                  <a:pt x="64271" y="33600"/>
                </a:lnTo>
                <a:lnTo>
                  <a:pt x="63379" y="32568"/>
                </a:lnTo>
                <a:lnTo>
                  <a:pt x="62543" y="31481"/>
                </a:lnTo>
                <a:lnTo>
                  <a:pt x="61734" y="30421"/>
                </a:lnTo>
                <a:lnTo>
                  <a:pt x="60953" y="29306"/>
                </a:lnTo>
                <a:lnTo>
                  <a:pt x="60200" y="28218"/>
                </a:lnTo>
                <a:lnTo>
                  <a:pt x="59503" y="27103"/>
                </a:lnTo>
                <a:lnTo>
                  <a:pt x="58806" y="25988"/>
                </a:lnTo>
                <a:lnTo>
                  <a:pt x="58137" y="24900"/>
                </a:lnTo>
                <a:lnTo>
                  <a:pt x="57524" y="23785"/>
                </a:lnTo>
                <a:lnTo>
                  <a:pt x="56910" y="22670"/>
                </a:lnTo>
                <a:lnTo>
                  <a:pt x="56325" y="21554"/>
                </a:lnTo>
                <a:lnTo>
                  <a:pt x="55795" y="20439"/>
                </a:lnTo>
                <a:lnTo>
                  <a:pt x="55265" y="19351"/>
                </a:lnTo>
                <a:lnTo>
                  <a:pt x="54763" y="18264"/>
                </a:lnTo>
                <a:lnTo>
                  <a:pt x="54289" y="17177"/>
                </a:lnTo>
                <a:lnTo>
                  <a:pt x="53425" y="15085"/>
                </a:lnTo>
                <a:lnTo>
                  <a:pt x="52644" y="13050"/>
                </a:lnTo>
                <a:lnTo>
                  <a:pt x="51947" y="11070"/>
                </a:lnTo>
                <a:lnTo>
                  <a:pt x="51334" y="9230"/>
                </a:lnTo>
                <a:lnTo>
                  <a:pt x="50804" y="7501"/>
                </a:lnTo>
                <a:lnTo>
                  <a:pt x="50358" y="5884"/>
                </a:lnTo>
                <a:lnTo>
                  <a:pt x="49995" y="4434"/>
                </a:lnTo>
                <a:lnTo>
                  <a:pt x="49688" y="3151"/>
                </a:lnTo>
                <a:lnTo>
                  <a:pt x="49437" y="2064"/>
                </a:lnTo>
                <a:lnTo>
                  <a:pt x="49242" y="1171"/>
                </a:lnTo>
                <a:lnTo>
                  <a:pt x="49019" y="0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717" name="Google Shape;1717;p20"/>
          <p:cNvGrpSpPr/>
          <p:nvPr/>
        </p:nvGrpSpPr>
        <p:grpSpPr>
          <a:xfrm>
            <a:off x="8389390" y="1997778"/>
            <a:ext cx="398956" cy="1147945"/>
            <a:chOff x="8644380" y="1997778"/>
            <a:chExt cx="398956" cy="1147945"/>
          </a:xfrm>
        </p:grpSpPr>
        <p:sp>
          <p:nvSpPr>
            <p:cNvPr id="1718" name="Google Shape;1718;p20"/>
            <p:cNvSpPr/>
            <p:nvPr/>
          </p:nvSpPr>
          <p:spPr>
            <a:xfrm>
              <a:off x="8979217" y="3084680"/>
              <a:ext cx="63359" cy="58003"/>
            </a:xfrm>
            <a:custGeom>
              <a:rect b="b" l="l" r="r" t="t"/>
              <a:pathLst>
                <a:path extrusionOk="0" h="1527" w="1668">
                  <a:moveTo>
                    <a:pt x="743" y="0"/>
                  </a:moveTo>
                  <a:lnTo>
                    <a:pt x="0" y="723"/>
                  </a:lnTo>
                  <a:lnTo>
                    <a:pt x="784" y="1526"/>
                  </a:lnTo>
                  <a:lnTo>
                    <a:pt x="824" y="1386"/>
                  </a:lnTo>
                  <a:lnTo>
                    <a:pt x="884" y="1245"/>
                  </a:lnTo>
                  <a:lnTo>
                    <a:pt x="964" y="1125"/>
                  </a:lnTo>
                  <a:lnTo>
                    <a:pt x="1065" y="1044"/>
                  </a:lnTo>
                  <a:lnTo>
                    <a:pt x="1185" y="964"/>
                  </a:lnTo>
                  <a:lnTo>
                    <a:pt x="1326" y="884"/>
                  </a:lnTo>
                  <a:lnTo>
                    <a:pt x="1667" y="743"/>
                  </a:lnTo>
                  <a:lnTo>
                    <a:pt x="1266" y="583"/>
                  </a:lnTo>
                  <a:lnTo>
                    <a:pt x="1125" y="502"/>
                  </a:lnTo>
                  <a:lnTo>
                    <a:pt x="1025" y="442"/>
                  </a:lnTo>
                  <a:lnTo>
                    <a:pt x="944" y="342"/>
                  </a:lnTo>
                  <a:lnTo>
                    <a:pt x="864" y="221"/>
                  </a:lnTo>
                  <a:lnTo>
                    <a:pt x="74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19" name="Google Shape;1719;p20"/>
            <p:cNvSpPr/>
            <p:nvPr/>
          </p:nvSpPr>
          <p:spPr>
            <a:xfrm>
              <a:off x="8977698" y="2926017"/>
              <a:ext cx="65638" cy="61840"/>
            </a:xfrm>
            <a:custGeom>
              <a:rect b="b" l="l" r="r" t="t"/>
              <a:pathLst>
                <a:path extrusionOk="0" h="1628" w="1728">
                  <a:moveTo>
                    <a:pt x="763" y="1"/>
                  </a:moveTo>
                  <a:lnTo>
                    <a:pt x="583" y="302"/>
                  </a:lnTo>
                  <a:lnTo>
                    <a:pt x="502" y="422"/>
                  </a:lnTo>
                  <a:lnTo>
                    <a:pt x="422" y="543"/>
                  </a:lnTo>
                  <a:lnTo>
                    <a:pt x="362" y="583"/>
                  </a:lnTo>
                  <a:lnTo>
                    <a:pt x="302" y="603"/>
                  </a:lnTo>
                  <a:lnTo>
                    <a:pt x="161" y="643"/>
                  </a:lnTo>
                  <a:lnTo>
                    <a:pt x="101" y="683"/>
                  </a:lnTo>
                  <a:lnTo>
                    <a:pt x="40" y="724"/>
                  </a:lnTo>
                  <a:lnTo>
                    <a:pt x="20" y="784"/>
                  </a:lnTo>
                  <a:lnTo>
                    <a:pt x="0" y="884"/>
                  </a:lnTo>
                  <a:lnTo>
                    <a:pt x="141" y="924"/>
                  </a:lnTo>
                  <a:lnTo>
                    <a:pt x="261" y="985"/>
                  </a:lnTo>
                  <a:lnTo>
                    <a:pt x="362" y="1065"/>
                  </a:lnTo>
                  <a:lnTo>
                    <a:pt x="462" y="1165"/>
                  </a:lnTo>
                  <a:lnTo>
                    <a:pt x="623" y="1406"/>
                  </a:lnTo>
                  <a:lnTo>
                    <a:pt x="703" y="1527"/>
                  </a:lnTo>
                  <a:lnTo>
                    <a:pt x="824" y="1627"/>
                  </a:lnTo>
                  <a:lnTo>
                    <a:pt x="864" y="1467"/>
                  </a:lnTo>
                  <a:lnTo>
                    <a:pt x="924" y="1326"/>
                  </a:lnTo>
                  <a:lnTo>
                    <a:pt x="984" y="1226"/>
                  </a:lnTo>
                  <a:lnTo>
                    <a:pt x="1085" y="1125"/>
                  </a:lnTo>
                  <a:lnTo>
                    <a:pt x="1205" y="1025"/>
                  </a:lnTo>
                  <a:lnTo>
                    <a:pt x="1366" y="965"/>
                  </a:lnTo>
                  <a:lnTo>
                    <a:pt x="1526" y="904"/>
                  </a:lnTo>
                  <a:lnTo>
                    <a:pt x="1727" y="844"/>
                  </a:lnTo>
                  <a:lnTo>
                    <a:pt x="1306" y="643"/>
                  </a:lnTo>
                  <a:lnTo>
                    <a:pt x="1145" y="583"/>
                  </a:lnTo>
                  <a:lnTo>
                    <a:pt x="1044" y="503"/>
                  </a:lnTo>
                  <a:lnTo>
                    <a:pt x="964" y="402"/>
                  </a:lnTo>
                  <a:lnTo>
                    <a:pt x="904" y="282"/>
                  </a:lnTo>
                  <a:lnTo>
                    <a:pt x="763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20" name="Google Shape;1720;p20"/>
            <p:cNvSpPr/>
            <p:nvPr/>
          </p:nvSpPr>
          <p:spPr>
            <a:xfrm>
              <a:off x="8976938" y="2768911"/>
              <a:ext cx="58003" cy="64119"/>
            </a:xfrm>
            <a:custGeom>
              <a:rect b="b" l="l" r="r" t="t"/>
              <a:pathLst>
                <a:path extrusionOk="0" h="1688" w="1527">
                  <a:moveTo>
                    <a:pt x="783" y="0"/>
                  </a:moveTo>
                  <a:lnTo>
                    <a:pt x="623" y="322"/>
                  </a:lnTo>
                  <a:lnTo>
                    <a:pt x="542" y="442"/>
                  </a:lnTo>
                  <a:lnTo>
                    <a:pt x="462" y="542"/>
                  </a:lnTo>
                  <a:lnTo>
                    <a:pt x="362" y="623"/>
                  </a:lnTo>
                  <a:lnTo>
                    <a:pt x="241" y="703"/>
                  </a:lnTo>
                  <a:lnTo>
                    <a:pt x="0" y="804"/>
                  </a:lnTo>
                  <a:lnTo>
                    <a:pt x="141" y="864"/>
                  </a:lnTo>
                  <a:lnTo>
                    <a:pt x="281" y="944"/>
                  </a:lnTo>
                  <a:lnTo>
                    <a:pt x="382" y="1024"/>
                  </a:lnTo>
                  <a:lnTo>
                    <a:pt x="462" y="1125"/>
                  </a:lnTo>
                  <a:lnTo>
                    <a:pt x="542" y="1245"/>
                  </a:lnTo>
                  <a:lnTo>
                    <a:pt x="623" y="1386"/>
                  </a:lnTo>
                  <a:lnTo>
                    <a:pt x="783" y="1687"/>
                  </a:lnTo>
                  <a:lnTo>
                    <a:pt x="964" y="1346"/>
                  </a:lnTo>
                  <a:lnTo>
                    <a:pt x="1044" y="1205"/>
                  </a:lnTo>
                  <a:lnTo>
                    <a:pt x="1125" y="1085"/>
                  </a:lnTo>
                  <a:lnTo>
                    <a:pt x="1185" y="1044"/>
                  </a:lnTo>
                  <a:lnTo>
                    <a:pt x="1245" y="1024"/>
                  </a:lnTo>
                  <a:lnTo>
                    <a:pt x="1366" y="1004"/>
                  </a:lnTo>
                  <a:lnTo>
                    <a:pt x="1446" y="984"/>
                  </a:lnTo>
                  <a:lnTo>
                    <a:pt x="1486" y="924"/>
                  </a:lnTo>
                  <a:lnTo>
                    <a:pt x="1526" y="864"/>
                  </a:lnTo>
                  <a:lnTo>
                    <a:pt x="1526" y="763"/>
                  </a:lnTo>
                  <a:lnTo>
                    <a:pt x="1406" y="723"/>
                  </a:lnTo>
                  <a:lnTo>
                    <a:pt x="1285" y="683"/>
                  </a:lnTo>
                  <a:lnTo>
                    <a:pt x="1165" y="603"/>
                  </a:lnTo>
                  <a:lnTo>
                    <a:pt x="1085" y="522"/>
                  </a:lnTo>
                  <a:lnTo>
                    <a:pt x="984" y="422"/>
                  </a:lnTo>
                  <a:lnTo>
                    <a:pt x="904" y="302"/>
                  </a:lnTo>
                  <a:lnTo>
                    <a:pt x="844" y="161"/>
                  </a:lnTo>
                  <a:lnTo>
                    <a:pt x="78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21" name="Google Shape;1721;p20"/>
            <p:cNvSpPr/>
            <p:nvPr/>
          </p:nvSpPr>
          <p:spPr>
            <a:xfrm>
              <a:off x="8978458" y="2616363"/>
              <a:ext cx="60282" cy="55724"/>
            </a:xfrm>
            <a:custGeom>
              <a:rect b="b" l="l" r="r" t="t"/>
              <a:pathLst>
                <a:path extrusionOk="0" h="1467" w="1587">
                  <a:moveTo>
                    <a:pt x="723" y="0"/>
                  </a:moveTo>
                  <a:lnTo>
                    <a:pt x="583" y="261"/>
                  </a:lnTo>
                  <a:lnTo>
                    <a:pt x="502" y="382"/>
                  </a:lnTo>
                  <a:lnTo>
                    <a:pt x="422" y="482"/>
                  </a:lnTo>
                  <a:lnTo>
                    <a:pt x="362" y="522"/>
                  </a:lnTo>
                  <a:lnTo>
                    <a:pt x="302" y="563"/>
                  </a:lnTo>
                  <a:lnTo>
                    <a:pt x="161" y="583"/>
                  </a:lnTo>
                  <a:lnTo>
                    <a:pt x="101" y="603"/>
                  </a:lnTo>
                  <a:lnTo>
                    <a:pt x="41" y="623"/>
                  </a:lnTo>
                  <a:lnTo>
                    <a:pt x="0" y="663"/>
                  </a:lnTo>
                  <a:lnTo>
                    <a:pt x="0" y="723"/>
                  </a:lnTo>
                  <a:lnTo>
                    <a:pt x="743" y="1466"/>
                  </a:lnTo>
                  <a:lnTo>
                    <a:pt x="1587" y="623"/>
                  </a:lnTo>
                  <a:lnTo>
                    <a:pt x="1587" y="623"/>
                  </a:lnTo>
                  <a:lnTo>
                    <a:pt x="1386" y="643"/>
                  </a:lnTo>
                  <a:lnTo>
                    <a:pt x="1245" y="623"/>
                  </a:lnTo>
                  <a:lnTo>
                    <a:pt x="1125" y="563"/>
                  </a:lnTo>
                  <a:lnTo>
                    <a:pt x="1024" y="482"/>
                  </a:lnTo>
                  <a:lnTo>
                    <a:pt x="944" y="362"/>
                  </a:lnTo>
                  <a:lnTo>
                    <a:pt x="884" y="261"/>
                  </a:lnTo>
                  <a:lnTo>
                    <a:pt x="72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22" name="Google Shape;1722;p20"/>
            <p:cNvSpPr/>
            <p:nvPr/>
          </p:nvSpPr>
          <p:spPr>
            <a:xfrm>
              <a:off x="8980737" y="1998575"/>
              <a:ext cx="53445" cy="54167"/>
            </a:xfrm>
            <a:custGeom>
              <a:rect b="b" l="l" r="r" t="t"/>
              <a:pathLst>
                <a:path extrusionOk="0" h="1426" w="1407">
                  <a:moveTo>
                    <a:pt x="683" y="0"/>
                  </a:moveTo>
                  <a:lnTo>
                    <a:pt x="1" y="622"/>
                  </a:lnTo>
                  <a:lnTo>
                    <a:pt x="804" y="1426"/>
                  </a:lnTo>
                  <a:lnTo>
                    <a:pt x="804" y="1265"/>
                  </a:lnTo>
                  <a:lnTo>
                    <a:pt x="824" y="1145"/>
                  </a:lnTo>
                  <a:lnTo>
                    <a:pt x="864" y="1024"/>
                  </a:lnTo>
                  <a:lnTo>
                    <a:pt x="904" y="944"/>
                  </a:lnTo>
                  <a:lnTo>
                    <a:pt x="985" y="884"/>
                  </a:lnTo>
                  <a:lnTo>
                    <a:pt x="1065" y="823"/>
                  </a:lnTo>
                  <a:lnTo>
                    <a:pt x="1165" y="783"/>
                  </a:lnTo>
                  <a:lnTo>
                    <a:pt x="1286" y="763"/>
                  </a:lnTo>
                  <a:lnTo>
                    <a:pt x="1326" y="743"/>
                  </a:lnTo>
                  <a:lnTo>
                    <a:pt x="1366" y="703"/>
                  </a:lnTo>
                  <a:lnTo>
                    <a:pt x="1386" y="683"/>
                  </a:lnTo>
                  <a:lnTo>
                    <a:pt x="1406" y="643"/>
                  </a:lnTo>
                  <a:lnTo>
                    <a:pt x="1386" y="602"/>
                  </a:lnTo>
                  <a:lnTo>
                    <a:pt x="1366" y="562"/>
                  </a:lnTo>
                  <a:lnTo>
                    <a:pt x="1306" y="502"/>
                  </a:lnTo>
                  <a:lnTo>
                    <a:pt x="1145" y="442"/>
                  </a:lnTo>
                  <a:lnTo>
                    <a:pt x="985" y="361"/>
                  </a:lnTo>
                  <a:lnTo>
                    <a:pt x="924" y="321"/>
                  </a:lnTo>
                  <a:lnTo>
                    <a:pt x="864" y="261"/>
                  </a:lnTo>
                  <a:lnTo>
                    <a:pt x="824" y="181"/>
                  </a:lnTo>
                  <a:lnTo>
                    <a:pt x="804" y="80"/>
                  </a:lnTo>
                  <a:lnTo>
                    <a:pt x="784" y="40"/>
                  </a:lnTo>
                  <a:lnTo>
                    <a:pt x="744" y="20"/>
                  </a:lnTo>
                  <a:lnTo>
                    <a:pt x="68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23" name="Google Shape;1723;p20"/>
            <p:cNvSpPr/>
            <p:nvPr/>
          </p:nvSpPr>
          <p:spPr>
            <a:xfrm>
              <a:off x="8814476" y="2772710"/>
              <a:ext cx="61802" cy="57243"/>
            </a:xfrm>
            <a:custGeom>
              <a:rect b="b" l="l" r="r" t="t"/>
              <a:pathLst>
                <a:path extrusionOk="0" h="1507" w="1627">
                  <a:moveTo>
                    <a:pt x="743" y="1"/>
                  </a:moveTo>
                  <a:lnTo>
                    <a:pt x="703" y="161"/>
                  </a:lnTo>
                  <a:lnTo>
                    <a:pt x="643" y="282"/>
                  </a:lnTo>
                  <a:lnTo>
                    <a:pt x="542" y="382"/>
                  </a:lnTo>
                  <a:lnTo>
                    <a:pt x="422" y="463"/>
                  </a:lnTo>
                  <a:lnTo>
                    <a:pt x="201" y="563"/>
                  </a:lnTo>
                  <a:lnTo>
                    <a:pt x="81" y="623"/>
                  </a:lnTo>
                  <a:lnTo>
                    <a:pt x="0" y="704"/>
                  </a:lnTo>
                  <a:lnTo>
                    <a:pt x="763" y="1507"/>
                  </a:lnTo>
                  <a:lnTo>
                    <a:pt x="884" y="1266"/>
                  </a:lnTo>
                  <a:lnTo>
                    <a:pt x="964" y="1145"/>
                  </a:lnTo>
                  <a:lnTo>
                    <a:pt x="1044" y="1045"/>
                  </a:lnTo>
                  <a:lnTo>
                    <a:pt x="1145" y="965"/>
                  </a:lnTo>
                  <a:lnTo>
                    <a:pt x="1285" y="904"/>
                  </a:lnTo>
                  <a:lnTo>
                    <a:pt x="1627" y="744"/>
                  </a:lnTo>
                  <a:lnTo>
                    <a:pt x="1265" y="583"/>
                  </a:lnTo>
                  <a:lnTo>
                    <a:pt x="1125" y="523"/>
                  </a:lnTo>
                  <a:lnTo>
                    <a:pt x="1024" y="442"/>
                  </a:lnTo>
                  <a:lnTo>
                    <a:pt x="944" y="342"/>
                  </a:lnTo>
                  <a:lnTo>
                    <a:pt x="864" y="242"/>
                  </a:lnTo>
                  <a:lnTo>
                    <a:pt x="743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24" name="Google Shape;1724;p20"/>
            <p:cNvSpPr/>
            <p:nvPr/>
          </p:nvSpPr>
          <p:spPr>
            <a:xfrm>
              <a:off x="8813717" y="2614844"/>
              <a:ext cx="61802" cy="58763"/>
            </a:xfrm>
            <a:custGeom>
              <a:rect b="b" l="l" r="r" t="t"/>
              <a:pathLst>
                <a:path extrusionOk="0" h="1547" w="1627">
                  <a:moveTo>
                    <a:pt x="723" y="0"/>
                  </a:moveTo>
                  <a:lnTo>
                    <a:pt x="603" y="281"/>
                  </a:lnTo>
                  <a:lnTo>
                    <a:pt x="542" y="382"/>
                  </a:lnTo>
                  <a:lnTo>
                    <a:pt x="482" y="462"/>
                  </a:lnTo>
                  <a:lnTo>
                    <a:pt x="362" y="562"/>
                  </a:lnTo>
                  <a:lnTo>
                    <a:pt x="241" y="623"/>
                  </a:lnTo>
                  <a:lnTo>
                    <a:pt x="0" y="763"/>
                  </a:lnTo>
                  <a:lnTo>
                    <a:pt x="783" y="1546"/>
                  </a:lnTo>
                  <a:lnTo>
                    <a:pt x="904" y="1305"/>
                  </a:lnTo>
                  <a:lnTo>
                    <a:pt x="964" y="1185"/>
                  </a:lnTo>
                  <a:lnTo>
                    <a:pt x="1064" y="1085"/>
                  </a:lnTo>
                  <a:lnTo>
                    <a:pt x="1165" y="1024"/>
                  </a:lnTo>
                  <a:lnTo>
                    <a:pt x="1285" y="944"/>
                  </a:lnTo>
                  <a:lnTo>
                    <a:pt x="1627" y="803"/>
                  </a:lnTo>
                  <a:lnTo>
                    <a:pt x="1285" y="643"/>
                  </a:lnTo>
                  <a:lnTo>
                    <a:pt x="1145" y="583"/>
                  </a:lnTo>
                  <a:lnTo>
                    <a:pt x="1044" y="502"/>
                  </a:lnTo>
                  <a:lnTo>
                    <a:pt x="944" y="402"/>
                  </a:lnTo>
                  <a:lnTo>
                    <a:pt x="884" y="281"/>
                  </a:lnTo>
                  <a:lnTo>
                    <a:pt x="72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25" name="Google Shape;1725;p20"/>
            <p:cNvSpPr/>
            <p:nvPr/>
          </p:nvSpPr>
          <p:spPr>
            <a:xfrm>
              <a:off x="8980737" y="2153402"/>
              <a:ext cx="52685" cy="49608"/>
            </a:xfrm>
            <a:custGeom>
              <a:rect b="b" l="l" r="r" t="t"/>
              <a:pathLst>
                <a:path extrusionOk="0" h="1306" w="1387">
                  <a:moveTo>
                    <a:pt x="663" y="0"/>
                  </a:moveTo>
                  <a:lnTo>
                    <a:pt x="583" y="60"/>
                  </a:lnTo>
                  <a:lnTo>
                    <a:pt x="523" y="141"/>
                  </a:lnTo>
                  <a:lnTo>
                    <a:pt x="422" y="301"/>
                  </a:lnTo>
                  <a:lnTo>
                    <a:pt x="342" y="382"/>
                  </a:lnTo>
                  <a:lnTo>
                    <a:pt x="262" y="462"/>
                  </a:lnTo>
                  <a:lnTo>
                    <a:pt x="161" y="522"/>
                  </a:lnTo>
                  <a:lnTo>
                    <a:pt x="41" y="542"/>
                  </a:lnTo>
                  <a:lnTo>
                    <a:pt x="21" y="562"/>
                  </a:lnTo>
                  <a:lnTo>
                    <a:pt x="21" y="603"/>
                  </a:lnTo>
                  <a:lnTo>
                    <a:pt x="1" y="643"/>
                  </a:lnTo>
                  <a:lnTo>
                    <a:pt x="663" y="1305"/>
                  </a:lnTo>
                  <a:lnTo>
                    <a:pt x="1386" y="663"/>
                  </a:lnTo>
                  <a:lnTo>
                    <a:pt x="66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26" name="Google Shape;1726;p20"/>
            <p:cNvSpPr/>
            <p:nvPr/>
          </p:nvSpPr>
          <p:spPr>
            <a:xfrm>
              <a:off x="8979217" y="2464575"/>
              <a:ext cx="55724" cy="53445"/>
            </a:xfrm>
            <a:custGeom>
              <a:rect b="b" l="l" r="r" t="t"/>
              <a:pathLst>
                <a:path extrusionOk="0" h="1407" w="1467">
                  <a:moveTo>
                    <a:pt x="703" y="1"/>
                  </a:moveTo>
                  <a:lnTo>
                    <a:pt x="0" y="663"/>
                  </a:lnTo>
                  <a:lnTo>
                    <a:pt x="804" y="1406"/>
                  </a:lnTo>
                  <a:lnTo>
                    <a:pt x="824" y="1246"/>
                  </a:lnTo>
                  <a:lnTo>
                    <a:pt x="864" y="1125"/>
                  </a:lnTo>
                  <a:lnTo>
                    <a:pt x="944" y="1025"/>
                  </a:lnTo>
                  <a:lnTo>
                    <a:pt x="1045" y="944"/>
                  </a:lnTo>
                  <a:lnTo>
                    <a:pt x="1145" y="884"/>
                  </a:lnTo>
                  <a:lnTo>
                    <a:pt x="1245" y="824"/>
                  </a:lnTo>
                  <a:lnTo>
                    <a:pt x="1466" y="683"/>
                  </a:lnTo>
                  <a:lnTo>
                    <a:pt x="703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27" name="Google Shape;1727;p20"/>
            <p:cNvSpPr/>
            <p:nvPr/>
          </p:nvSpPr>
          <p:spPr>
            <a:xfrm>
              <a:off x="8814476" y="2929094"/>
              <a:ext cx="57243" cy="57205"/>
            </a:xfrm>
            <a:custGeom>
              <a:rect b="b" l="l" r="r" t="t"/>
              <a:pathLst>
                <a:path extrusionOk="0" h="1506" w="1507">
                  <a:moveTo>
                    <a:pt x="723" y="0"/>
                  </a:moveTo>
                  <a:lnTo>
                    <a:pt x="0" y="743"/>
                  </a:lnTo>
                  <a:lnTo>
                    <a:pt x="804" y="1506"/>
                  </a:lnTo>
                  <a:lnTo>
                    <a:pt x="844" y="1365"/>
                  </a:lnTo>
                  <a:lnTo>
                    <a:pt x="884" y="1225"/>
                  </a:lnTo>
                  <a:lnTo>
                    <a:pt x="964" y="1124"/>
                  </a:lnTo>
                  <a:lnTo>
                    <a:pt x="1044" y="1044"/>
                  </a:lnTo>
                  <a:lnTo>
                    <a:pt x="1145" y="964"/>
                  </a:lnTo>
                  <a:lnTo>
                    <a:pt x="1245" y="904"/>
                  </a:lnTo>
                  <a:lnTo>
                    <a:pt x="1366" y="843"/>
                  </a:lnTo>
                  <a:lnTo>
                    <a:pt x="1506" y="823"/>
                  </a:lnTo>
                  <a:lnTo>
                    <a:pt x="1486" y="723"/>
                  </a:lnTo>
                  <a:lnTo>
                    <a:pt x="1466" y="663"/>
                  </a:lnTo>
                  <a:lnTo>
                    <a:pt x="1406" y="602"/>
                  </a:lnTo>
                  <a:lnTo>
                    <a:pt x="1346" y="582"/>
                  </a:lnTo>
                  <a:lnTo>
                    <a:pt x="1225" y="542"/>
                  </a:lnTo>
                  <a:lnTo>
                    <a:pt x="1165" y="502"/>
                  </a:lnTo>
                  <a:lnTo>
                    <a:pt x="1105" y="482"/>
                  </a:lnTo>
                  <a:lnTo>
                    <a:pt x="1004" y="361"/>
                  </a:lnTo>
                  <a:lnTo>
                    <a:pt x="904" y="241"/>
                  </a:lnTo>
                  <a:lnTo>
                    <a:pt x="72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28" name="Google Shape;1728;p20"/>
            <p:cNvSpPr/>
            <p:nvPr/>
          </p:nvSpPr>
          <p:spPr>
            <a:xfrm>
              <a:off x="8814476" y="2463056"/>
              <a:ext cx="58763" cy="54964"/>
            </a:xfrm>
            <a:custGeom>
              <a:rect b="b" l="l" r="r" t="t"/>
              <a:pathLst>
                <a:path extrusionOk="0" h="1447" w="1547">
                  <a:moveTo>
                    <a:pt x="763" y="0"/>
                  </a:moveTo>
                  <a:lnTo>
                    <a:pt x="0" y="703"/>
                  </a:lnTo>
                  <a:lnTo>
                    <a:pt x="804" y="1446"/>
                  </a:lnTo>
                  <a:lnTo>
                    <a:pt x="824" y="1306"/>
                  </a:lnTo>
                  <a:lnTo>
                    <a:pt x="884" y="1165"/>
                  </a:lnTo>
                  <a:lnTo>
                    <a:pt x="964" y="1065"/>
                  </a:lnTo>
                  <a:lnTo>
                    <a:pt x="1065" y="984"/>
                  </a:lnTo>
                  <a:lnTo>
                    <a:pt x="1165" y="904"/>
                  </a:lnTo>
                  <a:lnTo>
                    <a:pt x="1285" y="844"/>
                  </a:lnTo>
                  <a:lnTo>
                    <a:pt x="1546" y="683"/>
                  </a:lnTo>
                  <a:lnTo>
                    <a:pt x="1245" y="543"/>
                  </a:lnTo>
                  <a:lnTo>
                    <a:pt x="1125" y="482"/>
                  </a:lnTo>
                  <a:lnTo>
                    <a:pt x="1024" y="402"/>
                  </a:lnTo>
                  <a:lnTo>
                    <a:pt x="944" y="322"/>
                  </a:lnTo>
                  <a:lnTo>
                    <a:pt x="864" y="201"/>
                  </a:lnTo>
                  <a:lnTo>
                    <a:pt x="76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29" name="Google Shape;1729;p20"/>
            <p:cNvSpPr/>
            <p:nvPr/>
          </p:nvSpPr>
          <p:spPr>
            <a:xfrm>
              <a:off x="8812957" y="3083921"/>
              <a:ext cx="63321" cy="60282"/>
            </a:xfrm>
            <a:custGeom>
              <a:rect b="b" l="l" r="r" t="t"/>
              <a:pathLst>
                <a:path extrusionOk="0" h="1587" w="1667">
                  <a:moveTo>
                    <a:pt x="803" y="0"/>
                  </a:moveTo>
                  <a:lnTo>
                    <a:pt x="0" y="783"/>
                  </a:lnTo>
                  <a:lnTo>
                    <a:pt x="20" y="823"/>
                  </a:lnTo>
                  <a:lnTo>
                    <a:pt x="40" y="864"/>
                  </a:lnTo>
                  <a:lnTo>
                    <a:pt x="161" y="904"/>
                  </a:lnTo>
                  <a:lnTo>
                    <a:pt x="281" y="944"/>
                  </a:lnTo>
                  <a:lnTo>
                    <a:pt x="342" y="964"/>
                  </a:lnTo>
                  <a:lnTo>
                    <a:pt x="402" y="1004"/>
                  </a:lnTo>
                  <a:lnTo>
                    <a:pt x="502" y="1145"/>
                  </a:lnTo>
                  <a:lnTo>
                    <a:pt x="603" y="1285"/>
                  </a:lnTo>
                  <a:lnTo>
                    <a:pt x="783" y="1586"/>
                  </a:lnTo>
                  <a:lnTo>
                    <a:pt x="944" y="1285"/>
                  </a:lnTo>
                  <a:lnTo>
                    <a:pt x="1024" y="1145"/>
                  </a:lnTo>
                  <a:lnTo>
                    <a:pt x="1105" y="1044"/>
                  </a:lnTo>
                  <a:lnTo>
                    <a:pt x="1205" y="964"/>
                  </a:lnTo>
                  <a:lnTo>
                    <a:pt x="1325" y="884"/>
                  </a:lnTo>
                  <a:lnTo>
                    <a:pt x="1667" y="743"/>
                  </a:lnTo>
                  <a:lnTo>
                    <a:pt x="1325" y="582"/>
                  </a:lnTo>
                  <a:lnTo>
                    <a:pt x="1185" y="522"/>
                  </a:lnTo>
                  <a:lnTo>
                    <a:pt x="1064" y="442"/>
                  </a:lnTo>
                  <a:lnTo>
                    <a:pt x="984" y="342"/>
                  </a:lnTo>
                  <a:lnTo>
                    <a:pt x="924" y="241"/>
                  </a:lnTo>
                  <a:lnTo>
                    <a:pt x="80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30" name="Google Shape;1730;p20"/>
            <p:cNvSpPr/>
            <p:nvPr/>
          </p:nvSpPr>
          <p:spPr>
            <a:xfrm>
              <a:off x="8644380" y="3080844"/>
              <a:ext cx="61840" cy="64878"/>
            </a:xfrm>
            <a:custGeom>
              <a:rect b="b" l="l" r="r" t="t"/>
              <a:pathLst>
                <a:path extrusionOk="0" h="1708" w="1628">
                  <a:moveTo>
                    <a:pt x="884" y="1"/>
                  </a:moveTo>
                  <a:lnTo>
                    <a:pt x="744" y="282"/>
                  </a:lnTo>
                  <a:lnTo>
                    <a:pt x="663" y="402"/>
                  </a:lnTo>
                  <a:lnTo>
                    <a:pt x="583" y="503"/>
                  </a:lnTo>
                  <a:lnTo>
                    <a:pt x="462" y="603"/>
                  </a:lnTo>
                  <a:lnTo>
                    <a:pt x="342" y="663"/>
                  </a:lnTo>
                  <a:lnTo>
                    <a:pt x="1" y="824"/>
                  </a:lnTo>
                  <a:lnTo>
                    <a:pt x="322" y="985"/>
                  </a:lnTo>
                  <a:lnTo>
                    <a:pt x="462" y="1065"/>
                  </a:lnTo>
                  <a:lnTo>
                    <a:pt x="563" y="1145"/>
                  </a:lnTo>
                  <a:lnTo>
                    <a:pt x="643" y="1246"/>
                  </a:lnTo>
                  <a:lnTo>
                    <a:pt x="723" y="1386"/>
                  </a:lnTo>
                  <a:lnTo>
                    <a:pt x="884" y="1708"/>
                  </a:lnTo>
                  <a:lnTo>
                    <a:pt x="1045" y="1406"/>
                  </a:lnTo>
                  <a:lnTo>
                    <a:pt x="1185" y="1165"/>
                  </a:lnTo>
                  <a:lnTo>
                    <a:pt x="1225" y="1105"/>
                  </a:lnTo>
                  <a:lnTo>
                    <a:pt x="1306" y="1065"/>
                  </a:lnTo>
                  <a:lnTo>
                    <a:pt x="1466" y="1005"/>
                  </a:lnTo>
                  <a:lnTo>
                    <a:pt x="1547" y="965"/>
                  </a:lnTo>
                  <a:lnTo>
                    <a:pt x="1607" y="904"/>
                  </a:lnTo>
                  <a:lnTo>
                    <a:pt x="1627" y="804"/>
                  </a:lnTo>
                  <a:lnTo>
                    <a:pt x="1627" y="663"/>
                  </a:lnTo>
                  <a:lnTo>
                    <a:pt x="1466" y="684"/>
                  </a:lnTo>
                  <a:lnTo>
                    <a:pt x="1346" y="663"/>
                  </a:lnTo>
                  <a:lnTo>
                    <a:pt x="1246" y="603"/>
                  </a:lnTo>
                  <a:lnTo>
                    <a:pt x="1165" y="503"/>
                  </a:lnTo>
                  <a:lnTo>
                    <a:pt x="1085" y="402"/>
                  </a:lnTo>
                  <a:lnTo>
                    <a:pt x="1025" y="262"/>
                  </a:lnTo>
                  <a:lnTo>
                    <a:pt x="884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31" name="Google Shape;1731;p20"/>
            <p:cNvSpPr/>
            <p:nvPr/>
          </p:nvSpPr>
          <p:spPr>
            <a:xfrm>
              <a:off x="8979977" y="2308229"/>
              <a:ext cx="53445" cy="54964"/>
            </a:xfrm>
            <a:custGeom>
              <a:rect b="b" l="l" r="r" t="t"/>
              <a:pathLst>
                <a:path extrusionOk="0" h="1447" w="1407">
                  <a:moveTo>
                    <a:pt x="683" y="0"/>
                  </a:moveTo>
                  <a:lnTo>
                    <a:pt x="603" y="81"/>
                  </a:lnTo>
                  <a:lnTo>
                    <a:pt x="543" y="161"/>
                  </a:lnTo>
                  <a:lnTo>
                    <a:pt x="422" y="342"/>
                  </a:lnTo>
                  <a:lnTo>
                    <a:pt x="362" y="422"/>
                  </a:lnTo>
                  <a:lnTo>
                    <a:pt x="262" y="482"/>
                  </a:lnTo>
                  <a:lnTo>
                    <a:pt x="161" y="542"/>
                  </a:lnTo>
                  <a:lnTo>
                    <a:pt x="41" y="563"/>
                  </a:lnTo>
                  <a:lnTo>
                    <a:pt x="21" y="583"/>
                  </a:lnTo>
                  <a:lnTo>
                    <a:pt x="21" y="643"/>
                  </a:lnTo>
                  <a:lnTo>
                    <a:pt x="1" y="763"/>
                  </a:lnTo>
                  <a:lnTo>
                    <a:pt x="221" y="864"/>
                  </a:lnTo>
                  <a:lnTo>
                    <a:pt x="322" y="904"/>
                  </a:lnTo>
                  <a:lnTo>
                    <a:pt x="422" y="964"/>
                  </a:lnTo>
                  <a:lnTo>
                    <a:pt x="503" y="1085"/>
                  </a:lnTo>
                  <a:lnTo>
                    <a:pt x="563" y="1185"/>
                  </a:lnTo>
                  <a:lnTo>
                    <a:pt x="703" y="1446"/>
                  </a:lnTo>
                  <a:lnTo>
                    <a:pt x="1406" y="683"/>
                  </a:lnTo>
                  <a:lnTo>
                    <a:pt x="68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32" name="Google Shape;1732;p20"/>
            <p:cNvSpPr/>
            <p:nvPr/>
          </p:nvSpPr>
          <p:spPr>
            <a:xfrm>
              <a:off x="8815996" y="2299834"/>
              <a:ext cx="57243" cy="60282"/>
            </a:xfrm>
            <a:custGeom>
              <a:rect b="b" l="l" r="r" t="t"/>
              <a:pathLst>
                <a:path extrusionOk="0" h="1587" w="1507">
                  <a:moveTo>
                    <a:pt x="683" y="0"/>
                  </a:moveTo>
                  <a:lnTo>
                    <a:pt x="563" y="302"/>
                  </a:lnTo>
                  <a:lnTo>
                    <a:pt x="502" y="422"/>
                  </a:lnTo>
                  <a:lnTo>
                    <a:pt x="422" y="522"/>
                  </a:lnTo>
                  <a:lnTo>
                    <a:pt x="342" y="623"/>
                  </a:lnTo>
                  <a:lnTo>
                    <a:pt x="262" y="683"/>
                  </a:lnTo>
                  <a:lnTo>
                    <a:pt x="161" y="743"/>
                  </a:lnTo>
                  <a:lnTo>
                    <a:pt x="41" y="784"/>
                  </a:lnTo>
                  <a:lnTo>
                    <a:pt x="21" y="804"/>
                  </a:lnTo>
                  <a:lnTo>
                    <a:pt x="0" y="844"/>
                  </a:lnTo>
                  <a:lnTo>
                    <a:pt x="0" y="904"/>
                  </a:lnTo>
                  <a:lnTo>
                    <a:pt x="764" y="1587"/>
                  </a:lnTo>
                  <a:lnTo>
                    <a:pt x="824" y="1406"/>
                  </a:lnTo>
                  <a:lnTo>
                    <a:pt x="864" y="1306"/>
                  </a:lnTo>
                  <a:lnTo>
                    <a:pt x="904" y="1245"/>
                  </a:lnTo>
                  <a:lnTo>
                    <a:pt x="1045" y="1165"/>
                  </a:lnTo>
                  <a:lnTo>
                    <a:pt x="1185" y="1065"/>
                  </a:lnTo>
                  <a:lnTo>
                    <a:pt x="1506" y="884"/>
                  </a:lnTo>
                  <a:lnTo>
                    <a:pt x="1225" y="743"/>
                  </a:lnTo>
                  <a:lnTo>
                    <a:pt x="1105" y="663"/>
                  </a:lnTo>
                  <a:lnTo>
                    <a:pt x="1004" y="583"/>
                  </a:lnTo>
                  <a:lnTo>
                    <a:pt x="904" y="482"/>
                  </a:lnTo>
                  <a:lnTo>
                    <a:pt x="824" y="342"/>
                  </a:lnTo>
                  <a:lnTo>
                    <a:pt x="743" y="201"/>
                  </a:lnTo>
                  <a:lnTo>
                    <a:pt x="68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33" name="Google Shape;1733;p20"/>
            <p:cNvSpPr/>
            <p:nvPr/>
          </p:nvSpPr>
          <p:spPr>
            <a:xfrm>
              <a:off x="8648216" y="2463816"/>
              <a:ext cx="58003" cy="51128"/>
            </a:xfrm>
            <a:custGeom>
              <a:rect b="b" l="l" r="r" t="t"/>
              <a:pathLst>
                <a:path extrusionOk="0" h="1346" w="1527">
                  <a:moveTo>
                    <a:pt x="783" y="1"/>
                  </a:moveTo>
                  <a:lnTo>
                    <a:pt x="0" y="723"/>
                  </a:lnTo>
                  <a:lnTo>
                    <a:pt x="221" y="824"/>
                  </a:lnTo>
                  <a:lnTo>
                    <a:pt x="422" y="944"/>
                  </a:lnTo>
                  <a:lnTo>
                    <a:pt x="522" y="1025"/>
                  </a:lnTo>
                  <a:lnTo>
                    <a:pt x="582" y="1105"/>
                  </a:lnTo>
                  <a:lnTo>
                    <a:pt x="643" y="1205"/>
                  </a:lnTo>
                  <a:lnTo>
                    <a:pt x="703" y="1326"/>
                  </a:lnTo>
                  <a:lnTo>
                    <a:pt x="723" y="1346"/>
                  </a:lnTo>
                  <a:lnTo>
                    <a:pt x="783" y="1346"/>
                  </a:lnTo>
                  <a:lnTo>
                    <a:pt x="1526" y="663"/>
                  </a:lnTo>
                  <a:lnTo>
                    <a:pt x="783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34" name="Google Shape;1734;p20"/>
            <p:cNvSpPr/>
            <p:nvPr/>
          </p:nvSpPr>
          <p:spPr>
            <a:xfrm>
              <a:off x="8650495" y="2308989"/>
              <a:ext cx="54926" cy="50368"/>
            </a:xfrm>
            <a:custGeom>
              <a:rect b="b" l="l" r="r" t="t"/>
              <a:pathLst>
                <a:path extrusionOk="0" h="1326" w="1446">
                  <a:moveTo>
                    <a:pt x="703" y="0"/>
                  </a:moveTo>
                  <a:lnTo>
                    <a:pt x="0" y="663"/>
                  </a:lnTo>
                  <a:lnTo>
                    <a:pt x="723" y="1326"/>
                  </a:lnTo>
                  <a:lnTo>
                    <a:pt x="1446" y="663"/>
                  </a:lnTo>
                  <a:lnTo>
                    <a:pt x="70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35" name="Google Shape;1735;p20"/>
            <p:cNvSpPr/>
            <p:nvPr/>
          </p:nvSpPr>
          <p:spPr>
            <a:xfrm>
              <a:off x="8649735" y="2928296"/>
              <a:ext cx="57243" cy="57243"/>
            </a:xfrm>
            <a:custGeom>
              <a:rect b="b" l="l" r="r" t="t"/>
              <a:pathLst>
                <a:path extrusionOk="0" h="1507" w="1507">
                  <a:moveTo>
                    <a:pt x="783" y="1"/>
                  </a:moveTo>
                  <a:lnTo>
                    <a:pt x="0" y="744"/>
                  </a:lnTo>
                  <a:lnTo>
                    <a:pt x="803" y="1507"/>
                  </a:lnTo>
                  <a:lnTo>
                    <a:pt x="944" y="1246"/>
                  </a:lnTo>
                  <a:lnTo>
                    <a:pt x="1024" y="1125"/>
                  </a:lnTo>
                  <a:lnTo>
                    <a:pt x="1105" y="1005"/>
                  </a:lnTo>
                  <a:lnTo>
                    <a:pt x="1145" y="965"/>
                  </a:lnTo>
                  <a:lnTo>
                    <a:pt x="1225" y="945"/>
                  </a:lnTo>
                  <a:lnTo>
                    <a:pt x="1345" y="905"/>
                  </a:lnTo>
                  <a:lnTo>
                    <a:pt x="1406" y="884"/>
                  </a:lnTo>
                  <a:lnTo>
                    <a:pt x="1466" y="844"/>
                  </a:lnTo>
                  <a:lnTo>
                    <a:pt x="1506" y="764"/>
                  </a:lnTo>
                  <a:lnTo>
                    <a:pt x="1506" y="684"/>
                  </a:lnTo>
                  <a:lnTo>
                    <a:pt x="1265" y="563"/>
                  </a:lnTo>
                  <a:lnTo>
                    <a:pt x="1165" y="503"/>
                  </a:lnTo>
                  <a:lnTo>
                    <a:pt x="1064" y="423"/>
                  </a:lnTo>
                  <a:lnTo>
                    <a:pt x="964" y="342"/>
                  </a:lnTo>
                  <a:lnTo>
                    <a:pt x="904" y="242"/>
                  </a:lnTo>
                  <a:lnTo>
                    <a:pt x="823" y="121"/>
                  </a:lnTo>
                  <a:lnTo>
                    <a:pt x="783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36" name="Google Shape;1736;p20"/>
            <p:cNvSpPr/>
            <p:nvPr/>
          </p:nvSpPr>
          <p:spPr>
            <a:xfrm>
              <a:off x="8648216" y="2618642"/>
              <a:ext cx="58003" cy="52685"/>
            </a:xfrm>
            <a:custGeom>
              <a:rect b="b" l="l" r="r" t="t"/>
              <a:pathLst>
                <a:path extrusionOk="0" h="1387" w="1527">
                  <a:moveTo>
                    <a:pt x="743" y="1"/>
                  </a:moveTo>
                  <a:lnTo>
                    <a:pt x="622" y="201"/>
                  </a:lnTo>
                  <a:lnTo>
                    <a:pt x="562" y="302"/>
                  </a:lnTo>
                  <a:lnTo>
                    <a:pt x="462" y="422"/>
                  </a:lnTo>
                  <a:lnTo>
                    <a:pt x="361" y="503"/>
                  </a:lnTo>
                  <a:lnTo>
                    <a:pt x="241" y="563"/>
                  </a:lnTo>
                  <a:lnTo>
                    <a:pt x="0" y="683"/>
                  </a:lnTo>
                  <a:lnTo>
                    <a:pt x="763" y="1386"/>
                  </a:lnTo>
                  <a:lnTo>
                    <a:pt x="1526" y="703"/>
                  </a:lnTo>
                  <a:lnTo>
                    <a:pt x="743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37" name="Google Shape;1737;p20"/>
            <p:cNvSpPr/>
            <p:nvPr/>
          </p:nvSpPr>
          <p:spPr>
            <a:xfrm>
              <a:off x="8814476" y="2154922"/>
              <a:ext cx="56484" cy="48849"/>
            </a:xfrm>
            <a:custGeom>
              <a:rect b="b" l="l" r="r" t="t"/>
              <a:pathLst>
                <a:path extrusionOk="0" h="1286" w="1487">
                  <a:moveTo>
                    <a:pt x="743" y="0"/>
                  </a:moveTo>
                  <a:lnTo>
                    <a:pt x="0" y="623"/>
                  </a:lnTo>
                  <a:lnTo>
                    <a:pt x="783" y="1285"/>
                  </a:lnTo>
                  <a:lnTo>
                    <a:pt x="884" y="1085"/>
                  </a:lnTo>
                  <a:lnTo>
                    <a:pt x="944" y="984"/>
                  </a:lnTo>
                  <a:lnTo>
                    <a:pt x="1004" y="884"/>
                  </a:lnTo>
                  <a:lnTo>
                    <a:pt x="1125" y="824"/>
                  </a:lnTo>
                  <a:lnTo>
                    <a:pt x="1245" y="763"/>
                  </a:lnTo>
                  <a:lnTo>
                    <a:pt x="1486" y="643"/>
                  </a:lnTo>
                  <a:lnTo>
                    <a:pt x="74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38" name="Google Shape;1738;p20"/>
            <p:cNvSpPr/>
            <p:nvPr/>
          </p:nvSpPr>
          <p:spPr>
            <a:xfrm>
              <a:off x="8649735" y="2774229"/>
              <a:ext cx="57243" cy="54964"/>
            </a:xfrm>
            <a:custGeom>
              <a:rect b="b" l="l" r="r" t="t"/>
              <a:pathLst>
                <a:path extrusionOk="0" h="1447" w="1507">
                  <a:moveTo>
                    <a:pt x="763" y="1"/>
                  </a:moveTo>
                  <a:lnTo>
                    <a:pt x="0" y="704"/>
                  </a:lnTo>
                  <a:lnTo>
                    <a:pt x="803" y="1447"/>
                  </a:lnTo>
                  <a:lnTo>
                    <a:pt x="944" y="1186"/>
                  </a:lnTo>
                  <a:lnTo>
                    <a:pt x="1024" y="1065"/>
                  </a:lnTo>
                  <a:lnTo>
                    <a:pt x="1125" y="965"/>
                  </a:lnTo>
                  <a:lnTo>
                    <a:pt x="1165" y="925"/>
                  </a:lnTo>
                  <a:lnTo>
                    <a:pt x="1225" y="904"/>
                  </a:lnTo>
                  <a:lnTo>
                    <a:pt x="1366" y="864"/>
                  </a:lnTo>
                  <a:lnTo>
                    <a:pt x="1426" y="824"/>
                  </a:lnTo>
                  <a:lnTo>
                    <a:pt x="1466" y="784"/>
                  </a:lnTo>
                  <a:lnTo>
                    <a:pt x="1506" y="724"/>
                  </a:lnTo>
                  <a:lnTo>
                    <a:pt x="1506" y="623"/>
                  </a:lnTo>
                  <a:lnTo>
                    <a:pt x="1125" y="302"/>
                  </a:lnTo>
                  <a:lnTo>
                    <a:pt x="763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39" name="Google Shape;1739;p20"/>
            <p:cNvSpPr/>
            <p:nvPr/>
          </p:nvSpPr>
          <p:spPr>
            <a:xfrm>
              <a:off x="8812197" y="1999335"/>
              <a:ext cx="55686" cy="46532"/>
            </a:xfrm>
            <a:custGeom>
              <a:rect b="b" l="l" r="r" t="t"/>
              <a:pathLst>
                <a:path extrusionOk="0" h="1225" w="1466">
                  <a:moveTo>
                    <a:pt x="783" y="0"/>
                  </a:moveTo>
                  <a:lnTo>
                    <a:pt x="0" y="663"/>
                  </a:lnTo>
                  <a:lnTo>
                    <a:pt x="221" y="743"/>
                  </a:lnTo>
                  <a:lnTo>
                    <a:pt x="341" y="783"/>
                  </a:lnTo>
                  <a:lnTo>
                    <a:pt x="422" y="843"/>
                  </a:lnTo>
                  <a:lnTo>
                    <a:pt x="522" y="924"/>
                  </a:lnTo>
                  <a:lnTo>
                    <a:pt x="582" y="1004"/>
                  </a:lnTo>
                  <a:lnTo>
                    <a:pt x="643" y="1084"/>
                  </a:lnTo>
                  <a:lnTo>
                    <a:pt x="703" y="1205"/>
                  </a:lnTo>
                  <a:lnTo>
                    <a:pt x="723" y="1225"/>
                  </a:lnTo>
                  <a:lnTo>
                    <a:pt x="783" y="1225"/>
                  </a:lnTo>
                  <a:lnTo>
                    <a:pt x="1466" y="602"/>
                  </a:lnTo>
                  <a:lnTo>
                    <a:pt x="78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40" name="Google Shape;1740;p20"/>
            <p:cNvSpPr/>
            <p:nvPr/>
          </p:nvSpPr>
          <p:spPr>
            <a:xfrm>
              <a:off x="8652015" y="2152643"/>
              <a:ext cx="53407" cy="49608"/>
            </a:xfrm>
            <a:custGeom>
              <a:rect b="b" l="l" r="r" t="t"/>
              <a:pathLst>
                <a:path extrusionOk="0" h="1306" w="1406">
                  <a:moveTo>
                    <a:pt x="663" y="0"/>
                  </a:moveTo>
                  <a:lnTo>
                    <a:pt x="563" y="161"/>
                  </a:lnTo>
                  <a:lnTo>
                    <a:pt x="502" y="261"/>
                  </a:lnTo>
                  <a:lnTo>
                    <a:pt x="422" y="341"/>
                  </a:lnTo>
                  <a:lnTo>
                    <a:pt x="322" y="422"/>
                  </a:lnTo>
                  <a:lnTo>
                    <a:pt x="221" y="502"/>
                  </a:lnTo>
                  <a:lnTo>
                    <a:pt x="0" y="663"/>
                  </a:lnTo>
                  <a:lnTo>
                    <a:pt x="683" y="1305"/>
                  </a:lnTo>
                  <a:lnTo>
                    <a:pt x="1406" y="663"/>
                  </a:lnTo>
                  <a:lnTo>
                    <a:pt x="66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41" name="Google Shape;1741;p20"/>
            <p:cNvSpPr/>
            <p:nvPr/>
          </p:nvSpPr>
          <p:spPr>
            <a:xfrm>
              <a:off x="8652774" y="1997778"/>
              <a:ext cx="54964" cy="48089"/>
            </a:xfrm>
            <a:custGeom>
              <a:rect b="b" l="l" r="r" t="t"/>
              <a:pathLst>
                <a:path extrusionOk="0" h="1266" w="1447">
                  <a:moveTo>
                    <a:pt x="683" y="1"/>
                  </a:moveTo>
                  <a:lnTo>
                    <a:pt x="0" y="664"/>
                  </a:lnTo>
                  <a:lnTo>
                    <a:pt x="663" y="1266"/>
                  </a:lnTo>
                  <a:lnTo>
                    <a:pt x="1446" y="603"/>
                  </a:lnTo>
                  <a:lnTo>
                    <a:pt x="1165" y="503"/>
                  </a:lnTo>
                  <a:lnTo>
                    <a:pt x="1065" y="443"/>
                  </a:lnTo>
                  <a:lnTo>
                    <a:pt x="964" y="382"/>
                  </a:lnTo>
                  <a:lnTo>
                    <a:pt x="884" y="282"/>
                  </a:lnTo>
                  <a:lnTo>
                    <a:pt x="804" y="182"/>
                  </a:lnTo>
                  <a:lnTo>
                    <a:pt x="683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742" name="Google Shape;1742;p20"/>
          <p:cNvGrpSpPr/>
          <p:nvPr/>
        </p:nvGrpSpPr>
        <p:grpSpPr>
          <a:xfrm>
            <a:off x="351774" y="1997778"/>
            <a:ext cx="398956" cy="1147945"/>
            <a:chOff x="8644380" y="1997778"/>
            <a:chExt cx="398956" cy="1147945"/>
          </a:xfrm>
        </p:grpSpPr>
        <p:sp>
          <p:nvSpPr>
            <p:cNvPr id="1743" name="Google Shape;1743;p20"/>
            <p:cNvSpPr/>
            <p:nvPr/>
          </p:nvSpPr>
          <p:spPr>
            <a:xfrm>
              <a:off x="8979217" y="3084680"/>
              <a:ext cx="63359" cy="58003"/>
            </a:xfrm>
            <a:custGeom>
              <a:rect b="b" l="l" r="r" t="t"/>
              <a:pathLst>
                <a:path extrusionOk="0" h="1527" w="1668">
                  <a:moveTo>
                    <a:pt x="743" y="0"/>
                  </a:moveTo>
                  <a:lnTo>
                    <a:pt x="0" y="723"/>
                  </a:lnTo>
                  <a:lnTo>
                    <a:pt x="784" y="1526"/>
                  </a:lnTo>
                  <a:lnTo>
                    <a:pt x="824" y="1386"/>
                  </a:lnTo>
                  <a:lnTo>
                    <a:pt x="884" y="1245"/>
                  </a:lnTo>
                  <a:lnTo>
                    <a:pt x="964" y="1125"/>
                  </a:lnTo>
                  <a:lnTo>
                    <a:pt x="1065" y="1044"/>
                  </a:lnTo>
                  <a:lnTo>
                    <a:pt x="1185" y="964"/>
                  </a:lnTo>
                  <a:lnTo>
                    <a:pt x="1326" y="884"/>
                  </a:lnTo>
                  <a:lnTo>
                    <a:pt x="1667" y="743"/>
                  </a:lnTo>
                  <a:lnTo>
                    <a:pt x="1266" y="583"/>
                  </a:lnTo>
                  <a:lnTo>
                    <a:pt x="1125" y="502"/>
                  </a:lnTo>
                  <a:lnTo>
                    <a:pt x="1025" y="442"/>
                  </a:lnTo>
                  <a:lnTo>
                    <a:pt x="944" y="342"/>
                  </a:lnTo>
                  <a:lnTo>
                    <a:pt x="864" y="221"/>
                  </a:lnTo>
                  <a:lnTo>
                    <a:pt x="74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44" name="Google Shape;1744;p20"/>
            <p:cNvSpPr/>
            <p:nvPr/>
          </p:nvSpPr>
          <p:spPr>
            <a:xfrm>
              <a:off x="8977698" y="2926017"/>
              <a:ext cx="65638" cy="61840"/>
            </a:xfrm>
            <a:custGeom>
              <a:rect b="b" l="l" r="r" t="t"/>
              <a:pathLst>
                <a:path extrusionOk="0" h="1628" w="1728">
                  <a:moveTo>
                    <a:pt x="763" y="1"/>
                  </a:moveTo>
                  <a:lnTo>
                    <a:pt x="583" y="302"/>
                  </a:lnTo>
                  <a:lnTo>
                    <a:pt x="502" y="422"/>
                  </a:lnTo>
                  <a:lnTo>
                    <a:pt x="422" y="543"/>
                  </a:lnTo>
                  <a:lnTo>
                    <a:pt x="362" y="583"/>
                  </a:lnTo>
                  <a:lnTo>
                    <a:pt x="302" y="603"/>
                  </a:lnTo>
                  <a:lnTo>
                    <a:pt x="161" y="643"/>
                  </a:lnTo>
                  <a:lnTo>
                    <a:pt x="101" y="683"/>
                  </a:lnTo>
                  <a:lnTo>
                    <a:pt x="40" y="724"/>
                  </a:lnTo>
                  <a:lnTo>
                    <a:pt x="20" y="784"/>
                  </a:lnTo>
                  <a:lnTo>
                    <a:pt x="0" y="884"/>
                  </a:lnTo>
                  <a:lnTo>
                    <a:pt x="141" y="924"/>
                  </a:lnTo>
                  <a:lnTo>
                    <a:pt x="261" y="985"/>
                  </a:lnTo>
                  <a:lnTo>
                    <a:pt x="362" y="1065"/>
                  </a:lnTo>
                  <a:lnTo>
                    <a:pt x="462" y="1165"/>
                  </a:lnTo>
                  <a:lnTo>
                    <a:pt x="623" y="1406"/>
                  </a:lnTo>
                  <a:lnTo>
                    <a:pt x="703" y="1527"/>
                  </a:lnTo>
                  <a:lnTo>
                    <a:pt x="824" y="1627"/>
                  </a:lnTo>
                  <a:lnTo>
                    <a:pt x="864" y="1467"/>
                  </a:lnTo>
                  <a:lnTo>
                    <a:pt x="924" y="1326"/>
                  </a:lnTo>
                  <a:lnTo>
                    <a:pt x="984" y="1226"/>
                  </a:lnTo>
                  <a:lnTo>
                    <a:pt x="1085" y="1125"/>
                  </a:lnTo>
                  <a:lnTo>
                    <a:pt x="1205" y="1025"/>
                  </a:lnTo>
                  <a:lnTo>
                    <a:pt x="1366" y="965"/>
                  </a:lnTo>
                  <a:lnTo>
                    <a:pt x="1526" y="904"/>
                  </a:lnTo>
                  <a:lnTo>
                    <a:pt x="1727" y="844"/>
                  </a:lnTo>
                  <a:lnTo>
                    <a:pt x="1306" y="643"/>
                  </a:lnTo>
                  <a:lnTo>
                    <a:pt x="1145" y="583"/>
                  </a:lnTo>
                  <a:lnTo>
                    <a:pt x="1044" y="503"/>
                  </a:lnTo>
                  <a:lnTo>
                    <a:pt x="964" y="402"/>
                  </a:lnTo>
                  <a:lnTo>
                    <a:pt x="904" y="282"/>
                  </a:lnTo>
                  <a:lnTo>
                    <a:pt x="763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45" name="Google Shape;1745;p20"/>
            <p:cNvSpPr/>
            <p:nvPr/>
          </p:nvSpPr>
          <p:spPr>
            <a:xfrm>
              <a:off x="8976938" y="2768911"/>
              <a:ext cx="58003" cy="64119"/>
            </a:xfrm>
            <a:custGeom>
              <a:rect b="b" l="l" r="r" t="t"/>
              <a:pathLst>
                <a:path extrusionOk="0" h="1688" w="1527">
                  <a:moveTo>
                    <a:pt x="783" y="0"/>
                  </a:moveTo>
                  <a:lnTo>
                    <a:pt x="623" y="322"/>
                  </a:lnTo>
                  <a:lnTo>
                    <a:pt x="542" y="442"/>
                  </a:lnTo>
                  <a:lnTo>
                    <a:pt x="462" y="542"/>
                  </a:lnTo>
                  <a:lnTo>
                    <a:pt x="362" y="623"/>
                  </a:lnTo>
                  <a:lnTo>
                    <a:pt x="241" y="703"/>
                  </a:lnTo>
                  <a:lnTo>
                    <a:pt x="0" y="804"/>
                  </a:lnTo>
                  <a:lnTo>
                    <a:pt x="141" y="864"/>
                  </a:lnTo>
                  <a:lnTo>
                    <a:pt x="281" y="944"/>
                  </a:lnTo>
                  <a:lnTo>
                    <a:pt x="382" y="1024"/>
                  </a:lnTo>
                  <a:lnTo>
                    <a:pt x="462" y="1125"/>
                  </a:lnTo>
                  <a:lnTo>
                    <a:pt x="542" y="1245"/>
                  </a:lnTo>
                  <a:lnTo>
                    <a:pt x="623" y="1386"/>
                  </a:lnTo>
                  <a:lnTo>
                    <a:pt x="783" y="1687"/>
                  </a:lnTo>
                  <a:lnTo>
                    <a:pt x="964" y="1346"/>
                  </a:lnTo>
                  <a:lnTo>
                    <a:pt x="1044" y="1205"/>
                  </a:lnTo>
                  <a:lnTo>
                    <a:pt x="1125" y="1085"/>
                  </a:lnTo>
                  <a:lnTo>
                    <a:pt x="1185" y="1044"/>
                  </a:lnTo>
                  <a:lnTo>
                    <a:pt x="1245" y="1024"/>
                  </a:lnTo>
                  <a:lnTo>
                    <a:pt x="1366" y="1004"/>
                  </a:lnTo>
                  <a:lnTo>
                    <a:pt x="1446" y="984"/>
                  </a:lnTo>
                  <a:lnTo>
                    <a:pt x="1486" y="924"/>
                  </a:lnTo>
                  <a:lnTo>
                    <a:pt x="1526" y="864"/>
                  </a:lnTo>
                  <a:lnTo>
                    <a:pt x="1526" y="763"/>
                  </a:lnTo>
                  <a:lnTo>
                    <a:pt x="1406" y="723"/>
                  </a:lnTo>
                  <a:lnTo>
                    <a:pt x="1285" y="683"/>
                  </a:lnTo>
                  <a:lnTo>
                    <a:pt x="1165" y="603"/>
                  </a:lnTo>
                  <a:lnTo>
                    <a:pt x="1085" y="522"/>
                  </a:lnTo>
                  <a:lnTo>
                    <a:pt x="984" y="422"/>
                  </a:lnTo>
                  <a:lnTo>
                    <a:pt x="904" y="302"/>
                  </a:lnTo>
                  <a:lnTo>
                    <a:pt x="844" y="161"/>
                  </a:lnTo>
                  <a:lnTo>
                    <a:pt x="78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46" name="Google Shape;1746;p20"/>
            <p:cNvSpPr/>
            <p:nvPr/>
          </p:nvSpPr>
          <p:spPr>
            <a:xfrm>
              <a:off x="8978458" y="2616363"/>
              <a:ext cx="60282" cy="55724"/>
            </a:xfrm>
            <a:custGeom>
              <a:rect b="b" l="l" r="r" t="t"/>
              <a:pathLst>
                <a:path extrusionOk="0" h="1467" w="1587">
                  <a:moveTo>
                    <a:pt x="723" y="0"/>
                  </a:moveTo>
                  <a:lnTo>
                    <a:pt x="583" y="261"/>
                  </a:lnTo>
                  <a:lnTo>
                    <a:pt x="502" y="382"/>
                  </a:lnTo>
                  <a:lnTo>
                    <a:pt x="422" y="482"/>
                  </a:lnTo>
                  <a:lnTo>
                    <a:pt x="362" y="522"/>
                  </a:lnTo>
                  <a:lnTo>
                    <a:pt x="302" y="563"/>
                  </a:lnTo>
                  <a:lnTo>
                    <a:pt x="161" y="583"/>
                  </a:lnTo>
                  <a:lnTo>
                    <a:pt x="101" y="603"/>
                  </a:lnTo>
                  <a:lnTo>
                    <a:pt x="41" y="623"/>
                  </a:lnTo>
                  <a:lnTo>
                    <a:pt x="0" y="663"/>
                  </a:lnTo>
                  <a:lnTo>
                    <a:pt x="0" y="723"/>
                  </a:lnTo>
                  <a:lnTo>
                    <a:pt x="743" y="1466"/>
                  </a:lnTo>
                  <a:lnTo>
                    <a:pt x="1587" y="623"/>
                  </a:lnTo>
                  <a:lnTo>
                    <a:pt x="1587" y="623"/>
                  </a:lnTo>
                  <a:lnTo>
                    <a:pt x="1386" y="643"/>
                  </a:lnTo>
                  <a:lnTo>
                    <a:pt x="1245" y="623"/>
                  </a:lnTo>
                  <a:lnTo>
                    <a:pt x="1125" y="563"/>
                  </a:lnTo>
                  <a:lnTo>
                    <a:pt x="1024" y="482"/>
                  </a:lnTo>
                  <a:lnTo>
                    <a:pt x="944" y="362"/>
                  </a:lnTo>
                  <a:lnTo>
                    <a:pt x="884" y="261"/>
                  </a:lnTo>
                  <a:lnTo>
                    <a:pt x="72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47" name="Google Shape;1747;p20"/>
            <p:cNvSpPr/>
            <p:nvPr/>
          </p:nvSpPr>
          <p:spPr>
            <a:xfrm>
              <a:off x="8980737" y="1998575"/>
              <a:ext cx="53445" cy="54167"/>
            </a:xfrm>
            <a:custGeom>
              <a:rect b="b" l="l" r="r" t="t"/>
              <a:pathLst>
                <a:path extrusionOk="0" h="1426" w="1407">
                  <a:moveTo>
                    <a:pt x="683" y="0"/>
                  </a:moveTo>
                  <a:lnTo>
                    <a:pt x="1" y="622"/>
                  </a:lnTo>
                  <a:lnTo>
                    <a:pt x="804" y="1426"/>
                  </a:lnTo>
                  <a:lnTo>
                    <a:pt x="804" y="1265"/>
                  </a:lnTo>
                  <a:lnTo>
                    <a:pt x="824" y="1145"/>
                  </a:lnTo>
                  <a:lnTo>
                    <a:pt x="864" y="1024"/>
                  </a:lnTo>
                  <a:lnTo>
                    <a:pt x="904" y="944"/>
                  </a:lnTo>
                  <a:lnTo>
                    <a:pt x="985" y="884"/>
                  </a:lnTo>
                  <a:lnTo>
                    <a:pt x="1065" y="823"/>
                  </a:lnTo>
                  <a:lnTo>
                    <a:pt x="1165" y="783"/>
                  </a:lnTo>
                  <a:lnTo>
                    <a:pt x="1286" y="763"/>
                  </a:lnTo>
                  <a:lnTo>
                    <a:pt x="1326" y="743"/>
                  </a:lnTo>
                  <a:lnTo>
                    <a:pt x="1366" y="703"/>
                  </a:lnTo>
                  <a:lnTo>
                    <a:pt x="1386" y="683"/>
                  </a:lnTo>
                  <a:lnTo>
                    <a:pt x="1406" y="643"/>
                  </a:lnTo>
                  <a:lnTo>
                    <a:pt x="1386" y="602"/>
                  </a:lnTo>
                  <a:lnTo>
                    <a:pt x="1366" y="562"/>
                  </a:lnTo>
                  <a:lnTo>
                    <a:pt x="1306" y="502"/>
                  </a:lnTo>
                  <a:lnTo>
                    <a:pt x="1145" y="442"/>
                  </a:lnTo>
                  <a:lnTo>
                    <a:pt x="985" y="361"/>
                  </a:lnTo>
                  <a:lnTo>
                    <a:pt x="924" y="321"/>
                  </a:lnTo>
                  <a:lnTo>
                    <a:pt x="864" y="261"/>
                  </a:lnTo>
                  <a:lnTo>
                    <a:pt x="824" y="181"/>
                  </a:lnTo>
                  <a:lnTo>
                    <a:pt x="804" y="80"/>
                  </a:lnTo>
                  <a:lnTo>
                    <a:pt x="784" y="40"/>
                  </a:lnTo>
                  <a:lnTo>
                    <a:pt x="744" y="20"/>
                  </a:lnTo>
                  <a:lnTo>
                    <a:pt x="68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48" name="Google Shape;1748;p20"/>
            <p:cNvSpPr/>
            <p:nvPr/>
          </p:nvSpPr>
          <p:spPr>
            <a:xfrm>
              <a:off x="8814476" y="2772710"/>
              <a:ext cx="61802" cy="57243"/>
            </a:xfrm>
            <a:custGeom>
              <a:rect b="b" l="l" r="r" t="t"/>
              <a:pathLst>
                <a:path extrusionOk="0" h="1507" w="1627">
                  <a:moveTo>
                    <a:pt x="743" y="1"/>
                  </a:moveTo>
                  <a:lnTo>
                    <a:pt x="703" y="161"/>
                  </a:lnTo>
                  <a:lnTo>
                    <a:pt x="643" y="282"/>
                  </a:lnTo>
                  <a:lnTo>
                    <a:pt x="542" y="382"/>
                  </a:lnTo>
                  <a:lnTo>
                    <a:pt x="422" y="463"/>
                  </a:lnTo>
                  <a:lnTo>
                    <a:pt x="201" y="563"/>
                  </a:lnTo>
                  <a:lnTo>
                    <a:pt x="81" y="623"/>
                  </a:lnTo>
                  <a:lnTo>
                    <a:pt x="0" y="704"/>
                  </a:lnTo>
                  <a:lnTo>
                    <a:pt x="763" y="1507"/>
                  </a:lnTo>
                  <a:lnTo>
                    <a:pt x="884" y="1266"/>
                  </a:lnTo>
                  <a:lnTo>
                    <a:pt x="964" y="1145"/>
                  </a:lnTo>
                  <a:lnTo>
                    <a:pt x="1044" y="1045"/>
                  </a:lnTo>
                  <a:lnTo>
                    <a:pt x="1145" y="965"/>
                  </a:lnTo>
                  <a:lnTo>
                    <a:pt x="1285" y="904"/>
                  </a:lnTo>
                  <a:lnTo>
                    <a:pt x="1627" y="744"/>
                  </a:lnTo>
                  <a:lnTo>
                    <a:pt x="1265" y="583"/>
                  </a:lnTo>
                  <a:lnTo>
                    <a:pt x="1125" y="523"/>
                  </a:lnTo>
                  <a:lnTo>
                    <a:pt x="1024" y="442"/>
                  </a:lnTo>
                  <a:lnTo>
                    <a:pt x="944" y="342"/>
                  </a:lnTo>
                  <a:lnTo>
                    <a:pt x="864" y="242"/>
                  </a:lnTo>
                  <a:lnTo>
                    <a:pt x="743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49" name="Google Shape;1749;p20"/>
            <p:cNvSpPr/>
            <p:nvPr/>
          </p:nvSpPr>
          <p:spPr>
            <a:xfrm>
              <a:off x="8813717" y="2614844"/>
              <a:ext cx="61802" cy="58763"/>
            </a:xfrm>
            <a:custGeom>
              <a:rect b="b" l="l" r="r" t="t"/>
              <a:pathLst>
                <a:path extrusionOk="0" h="1547" w="1627">
                  <a:moveTo>
                    <a:pt x="723" y="0"/>
                  </a:moveTo>
                  <a:lnTo>
                    <a:pt x="603" y="281"/>
                  </a:lnTo>
                  <a:lnTo>
                    <a:pt x="542" y="382"/>
                  </a:lnTo>
                  <a:lnTo>
                    <a:pt x="482" y="462"/>
                  </a:lnTo>
                  <a:lnTo>
                    <a:pt x="362" y="562"/>
                  </a:lnTo>
                  <a:lnTo>
                    <a:pt x="241" y="623"/>
                  </a:lnTo>
                  <a:lnTo>
                    <a:pt x="0" y="763"/>
                  </a:lnTo>
                  <a:lnTo>
                    <a:pt x="783" y="1546"/>
                  </a:lnTo>
                  <a:lnTo>
                    <a:pt x="904" y="1305"/>
                  </a:lnTo>
                  <a:lnTo>
                    <a:pt x="964" y="1185"/>
                  </a:lnTo>
                  <a:lnTo>
                    <a:pt x="1064" y="1085"/>
                  </a:lnTo>
                  <a:lnTo>
                    <a:pt x="1165" y="1024"/>
                  </a:lnTo>
                  <a:lnTo>
                    <a:pt x="1285" y="944"/>
                  </a:lnTo>
                  <a:lnTo>
                    <a:pt x="1627" y="803"/>
                  </a:lnTo>
                  <a:lnTo>
                    <a:pt x="1285" y="643"/>
                  </a:lnTo>
                  <a:lnTo>
                    <a:pt x="1145" y="583"/>
                  </a:lnTo>
                  <a:lnTo>
                    <a:pt x="1044" y="502"/>
                  </a:lnTo>
                  <a:lnTo>
                    <a:pt x="944" y="402"/>
                  </a:lnTo>
                  <a:lnTo>
                    <a:pt x="884" y="281"/>
                  </a:lnTo>
                  <a:lnTo>
                    <a:pt x="72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50" name="Google Shape;1750;p20"/>
            <p:cNvSpPr/>
            <p:nvPr/>
          </p:nvSpPr>
          <p:spPr>
            <a:xfrm>
              <a:off x="8980737" y="2153402"/>
              <a:ext cx="52685" cy="49608"/>
            </a:xfrm>
            <a:custGeom>
              <a:rect b="b" l="l" r="r" t="t"/>
              <a:pathLst>
                <a:path extrusionOk="0" h="1306" w="1387">
                  <a:moveTo>
                    <a:pt x="663" y="0"/>
                  </a:moveTo>
                  <a:lnTo>
                    <a:pt x="583" y="60"/>
                  </a:lnTo>
                  <a:lnTo>
                    <a:pt x="523" y="141"/>
                  </a:lnTo>
                  <a:lnTo>
                    <a:pt x="422" y="301"/>
                  </a:lnTo>
                  <a:lnTo>
                    <a:pt x="342" y="382"/>
                  </a:lnTo>
                  <a:lnTo>
                    <a:pt x="262" y="462"/>
                  </a:lnTo>
                  <a:lnTo>
                    <a:pt x="161" y="522"/>
                  </a:lnTo>
                  <a:lnTo>
                    <a:pt x="41" y="542"/>
                  </a:lnTo>
                  <a:lnTo>
                    <a:pt x="21" y="562"/>
                  </a:lnTo>
                  <a:lnTo>
                    <a:pt x="21" y="603"/>
                  </a:lnTo>
                  <a:lnTo>
                    <a:pt x="1" y="643"/>
                  </a:lnTo>
                  <a:lnTo>
                    <a:pt x="663" y="1305"/>
                  </a:lnTo>
                  <a:lnTo>
                    <a:pt x="1386" y="663"/>
                  </a:lnTo>
                  <a:lnTo>
                    <a:pt x="66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51" name="Google Shape;1751;p20"/>
            <p:cNvSpPr/>
            <p:nvPr/>
          </p:nvSpPr>
          <p:spPr>
            <a:xfrm>
              <a:off x="8979217" y="2464575"/>
              <a:ext cx="55724" cy="53445"/>
            </a:xfrm>
            <a:custGeom>
              <a:rect b="b" l="l" r="r" t="t"/>
              <a:pathLst>
                <a:path extrusionOk="0" h="1407" w="1467">
                  <a:moveTo>
                    <a:pt x="703" y="1"/>
                  </a:moveTo>
                  <a:lnTo>
                    <a:pt x="0" y="663"/>
                  </a:lnTo>
                  <a:lnTo>
                    <a:pt x="804" y="1406"/>
                  </a:lnTo>
                  <a:lnTo>
                    <a:pt x="824" y="1246"/>
                  </a:lnTo>
                  <a:lnTo>
                    <a:pt x="864" y="1125"/>
                  </a:lnTo>
                  <a:lnTo>
                    <a:pt x="944" y="1025"/>
                  </a:lnTo>
                  <a:lnTo>
                    <a:pt x="1045" y="944"/>
                  </a:lnTo>
                  <a:lnTo>
                    <a:pt x="1145" y="884"/>
                  </a:lnTo>
                  <a:lnTo>
                    <a:pt x="1245" y="824"/>
                  </a:lnTo>
                  <a:lnTo>
                    <a:pt x="1466" y="683"/>
                  </a:lnTo>
                  <a:lnTo>
                    <a:pt x="703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52" name="Google Shape;1752;p20"/>
            <p:cNvSpPr/>
            <p:nvPr/>
          </p:nvSpPr>
          <p:spPr>
            <a:xfrm>
              <a:off x="8814476" y="2929094"/>
              <a:ext cx="57243" cy="57205"/>
            </a:xfrm>
            <a:custGeom>
              <a:rect b="b" l="l" r="r" t="t"/>
              <a:pathLst>
                <a:path extrusionOk="0" h="1506" w="1507">
                  <a:moveTo>
                    <a:pt x="723" y="0"/>
                  </a:moveTo>
                  <a:lnTo>
                    <a:pt x="0" y="743"/>
                  </a:lnTo>
                  <a:lnTo>
                    <a:pt x="804" y="1506"/>
                  </a:lnTo>
                  <a:lnTo>
                    <a:pt x="844" y="1365"/>
                  </a:lnTo>
                  <a:lnTo>
                    <a:pt x="884" y="1225"/>
                  </a:lnTo>
                  <a:lnTo>
                    <a:pt x="964" y="1124"/>
                  </a:lnTo>
                  <a:lnTo>
                    <a:pt x="1044" y="1044"/>
                  </a:lnTo>
                  <a:lnTo>
                    <a:pt x="1145" y="964"/>
                  </a:lnTo>
                  <a:lnTo>
                    <a:pt x="1245" y="904"/>
                  </a:lnTo>
                  <a:lnTo>
                    <a:pt x="1366" y="843"/>
                  </a:lnTo>
                  <a:lnTo>
                    <a:pt x="1506" y="823"/>
                  </a:lnTo>
                  <a:lnTo>
                    <a:pt x="1486" y="723"/>
                  </a:lnTo>
                  <a:lnTo>
                    <a:pt x="1466" y="663"/>
                  </a:lnTo>
                  <a:lnTo>
                    <a:pt x="1406" y="602"/>
                  </a:lnTo>
                  <a:lnTo>
                    <a:pt x="1346" y="582"/>
                  </a:lnTo>
                  <a:lnTo>
                    <a:pt x="1225" y="542"/>
                  </a:lnTo>
                  <a:lnTo>
                    <a:pt x="1165" y="502"/>
                  </a:lnTo>
                  <a:lnTo>
                    <a:pt x="1105" y="482"/>
                  </a:lnTo>
                  <a:lnTo>
                    <a:pt x="1004" y="361"/>
                  </a:lnTo>
                  <a:lnTo>
                    <a:pt x="904" y="241"/>
                  </a:lnTo>
                  <a:lnTo>
                    <a:pt x="72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53" name="Google Shape;1753;p20"/>
            <p:cNvSpPr/>
            <p:nvPr/>
          </p:nvSpPr>
          <p:spPr>
            <a:xfrm>
              <a:off x="8814476" y="2463056"/>
              <a:ext cx="58763" cy="54964"/>
            </a:xfrm>
            <a:custGeom>
              <a:rect b="b" l="l" r="r" t="t"/>
              <a:pathLst>
                <a:path extrusionOk="0" h="1447" w="1547">
                  <a:moveTo>
                    <a:pt x="763" y="0"/>
                  </a:moveTo>
                  <a:lnTo>
                    <a:pt x="0" y="703"/>
                  </a:lnTo>
                  <a:lnTo>
                    <a:pt x="804" y="1446"/>
                  </a:lnTo>
                  <a:lnTo>
                    <a:pt x="824" y="1306"/>
                  </a:lnTo>
                  <a:lnTo>
                    <a:pt x="884" y="1165"/>
                  </a:lnTo>
                  <a:lnTo>
                    <a:pt x="964" y="1065"/>
                  </a:lnTo>
                  <a:lnTo>
                    <a:pt x="1065" y="984"/>
                  </a:lnTo>
                  <a:lnTo>
                    <a:pt x="1165" y="904"/>
                  </a:lnTo>
                  <a:lnTo>
                    <a:pt x="1285" y="844"/>
                  </a:lnTo>
                  <a:lnTo>
                    <a:pt x="1546" y="683"/>
                  </a:lnTo>
                  <a:lnTo>
                    <a:pt x="1245" y="543"/>
                  </a:lnTo>
                  <a:lnTo>
                    <a:pt x="1125" y="482"/>
                  </a:lnTo>
                  <a:lnTo>
                    <a:pt x="1024" y="402"/>
                  </a:lnTo>
                  <a:lnTo>
                    <a:pt x="944" y="322"/>
                  </a:lnTo>
                  <a:lnTo>
                    <a:pt x="864" y="201"/>
                  </a:lnTo>
                  <a:lnTo>
                    <a:pt x="76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54" name="Google Shape;1754;p20"/>
            <p:cNvSpPr/>
            <p:nvPr/>
          </p:nvSpPr>
          <p:spPr>
            <a:xfrm>
              <a:off x="8812957" y="3083921"/>
              <a:ext cx="63321" cy="60282"/>
            </a:xfrm>
            <a:custGeom>
              <a:rect b="b" l="l" r="r" t="t"/>
              <a:pathLst>
                <a:path extrusionOk="0" h="1587" w="1667">
                  <a:moveTo>
                    <a:pt x="803" y="0"/>
                  </a:moveTo>
                  <a:lnTo>
                    <a:pt x="0" y="783"/>
                  </a:lnTo>
                  <a:lnTo>
                    <a:pt x="20" y="823"/>
                  </a:lnTo>
                  <a:lnTo>
                    <a:pt x="40" y="864"/>
                  </a:lnTo>
                  <a:lnTo>
                    <a:pt x="161" y="904"/>
                  </a:lnTo>
                  <a:lnTo>
                    <a:pt x="281" y="944"/>
                  </a:lnTo>
                  <a:lnTo>
                    <a:pt x="342" y="964"/>
                  </a:lnTo>
                  <a:lnTo>
                    <a:pt x="402" y="1004"/>
                  </a:lnTo>
                  <a:lnTo>
                    <a:pt x="502" y="1145"/>
                  </a:lnTo>
                  <a:lnTo>
                    <a:pt x="603" y="1285"/>
                  </a:lnTo>
                  <a:lnTo>
                    <a:pt x="783" y="1586"/>
                  </a:lnTo>
                  <a:lnTo>
                    <a:pt x="944" y="1285"/>
                  </a:lnTo>
                  <a:lnTo>
                    <a:pt x="1024" y="1145"/>
                  </a:lnTo>
                  <a:lnTo>
                    <a:pt x="1105" y="1044"/>
                  </a:lnTo>
                  <a:lnTo>
                    <a:pt x="1205" y="964"/>
                  </a:lnTo>
                  <a:lnTo>
                    <a:pt x="1325" y="884"/>
                  </a:lnTo>
                  <a:lnTo>
                    <a:pt x="1667" y="743"/>
                  </a:lnTo>
                  <a:lnTo>
                    <a:pt x="1325" y="582"/>
                  </a:lnTo>
                  <a:lnTo>
                    <a:pt x="1185" y="522"/>
                  </a:lnTo>
                  <a:lnTo>
                    <a:pt x="1064" y="442"/>
                  </a:lnTo>
                  <a:lnTo>
                    <a:pt x="984" y="342"/>
                  </a:lnTo>
                  <a:lnTo>
                    <a:pt x="924" y="241"/>
                  </a:lnTo>
                  <a:lnTo>
                    <a:pt x="80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55" name="Google Shape;1755;p20"/>
            <p:cNvSpPr/>
            <p:nvPr/>
          </p:nvSpPr>
          <p:spPr>
            <a:xfrm>
              <a:off x="8644380" y="3080844"/>
              <a:ext cx="61840" cy="64878"/>
            </a:xfrm>
            <a:custGeom>
              <a:rect b="b" l="l" r="r" t="t"/>
              <a:pathLst>
                <a:path extrusionOk="0" h="1708" w="1628">
                  <a:moveTo>
                    <a:pt x="884" y="1"/>
                  </a:moveTo>
                  <a:lnTo>
                    <a:pt x="744" y="282"/>
                  </a:lnTo>
                  <a:lnTo>
                    <a:pt x="663" y="402"/>
                  </a:lnTo>
                  <a:lnTo>
                    <a:pt x="583" y="503"/>
                  </a:lnTo>
                  <a:lnTo>
                    <a:pt x="462" y="603"/>
                  </a:lnTo>
                  <a:lnTo>
                    <a:pt x="342" y="663"/>
                  </a:lnTo>
                  <a:lnTo>
                    <a:pt x="1" y="824"/>
                  </a:lnTo>
                  <a:lnTo>
                    <a:pt x="322" y="985"/>
                  </a:lnTo>
                  <a:lnTo>
                    <a:pt x="462" y="1065"/>
                  </a:lnTo>
                  <a:lnTo>
                    <a:pt x="563" y="1145"/>
                  </a:lnTo>
                  <a:lnTo>
                    <a:pt x="643" y="1246"/>
                  </a:lnTo>
                  <a:lnTo>
                    <a:pt x="723" y="1386"/>
                  </a:lnTo>
                  <a:lnTo>
                    <a:pt x="884" y="1708"/>
                  </a:lnTo>
                  <a:lnTo>
                    <a:pt x="1045" y="1406"/>
                  </a:lnTo>
                  <a:lnTo>
                    <a:pt x="1185" y="1165"/>
                  </a:lnTo>
                  <a:lnTo>
                    <a:pt x="1225" y="1105"/>
                  </a:lnTo>
                  <a:lnTo>
                    <a:pt x="1306" y="1065"/>
                  </a:lnTo>
                  <a:lnTo>
                    <a:pt x="1466" y="1005"/>
                  </a:lnTo>
                  <a:lnTo>
                    <a:pt x="1547" y="965"/>
                  </a:lnTo>
                  <a:lnTo>
                    <a:pt x="1607" y="904"/>
                  </a:lnTo>
                  <a:lnTo>
                    <a:pt x="1627" y="804"/>
                  </a:lnTo>
                  <a:lnTo>
                    <a:pt x="1627" y="663"/>
                  </a:lnTo>
                  <a:lnTo>
                    <a:pt x="1466" y="684"/>
                  </a:lnTo>
                  <a:lnTo>
                    <a:pt x="1346" y="663"/>
                  </a:lnTo>
                  <a:lnTo>
                    <a:pt x="1246" y="603"/>
                  </a:lnTo>
                  <a:lnTo>
                    <a:pt x="1165" y="503"/>
                  </a:lnTo>
                  <a:lnTo>
                    <a:pt x="1085" y="402"/>
                  </a:lnTo>
                  <a:lnTo>
                    <a:pt x="1025" y="262"/>
                  </a:lnTo>
                  <a:lnTo>
                    <a:pt x="884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56" name="Google Shape;1756;p20"/>
            <p:cNvSpPr/>
            <p:nvPr/>
          </p:nvSpPr>
          <p:spPr>
            <a:xfrm>
              <a:off x="8979977" y="2308229"/>
              <a:ext cx="53445" cy="54964"/>
            </a:xfrm>
            <a:custGeom>
              <a:rect b="b" l="l" r="r" t="t"/>
              <a:pathLst>
                <a:path extrusionOk="0" h="1447" w="1407">
                  <a:moveTo>
                    <a:pt x="683" y="0"/>
                  </a:moveTo>
                  <a:lnTo>
                    <a:pt x="603" y="81"/>
                  </a:lnTo>
                  <a:lnTo>
                    <a:pt x="543" y="161"/>
                  </a:lnTo>
                  <a:lnTo>
                    <a:pt x="422" y="342"/>
                  </a:lnTo>
                  <a:lnTo>
                    <a:pt x="362" y="422"/>
                  </a:lnTo>
                  <a:lnTo>
                    <a:pt x="262" y="482"/>
                  </a:lnTo>
                  <a:lnTo>
                    <a:pt x="161" y="542"/>
                  </a:lnTo>
                  <a:lnTo>
                    <a:pt x="41" y="563"/>
                  </a:lnTo>
                  <a:lnTo>
                    <a:pt x="21" y="583"/>
                  </a:lnTo>
                  <a:lnTo>
                    <a:pt x="21" y="643"/>
                  </a:lnTo>
                  <a:lnTo>
                    <a:pt x="1" y="763"/>
                  </a:lnTo>
                  <a:lnTo>
                    <a:pt x="221" y="864"/>
                  </a:lnTo>
                  <a:lnTo>
                    <a:pt x="322" y="904"/>
                  </a:lnTo>
                  <a:lnTo>
                    <a:pt x="422" y="964"/>
                  </a:lnTo>
                  <a:lnTo>
                    <a:pt x="503" y="1085"/>
                  </a:lnTo>
                  <a:lnTo>
                    <a:pt x="563" y="1185"/>
                  </a:lnTo>
                  <a:lnTo>
                    <a:pt x="703" y="1446"/>
                  </a:lnTo>
                  <a:lnTo>
                    <a:pt x="1406" y="683"/>
                  </a:lnTo>
                  <a:lnTo>
                    <a:pt x="68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57" name="Google Shape;1757;p20"/>
            <p:cNvSpPr/>
            <p:nvPr/>
          </p:nvSpPr>
          <p:spPr>
            <a:xfrm>
              <a:off x="8815996" y="2299834"/>
              <a:ext cx="57243" cy="60282"/>
            </a:xfrm>
            <a:custGeom>
              <a:rect b="b" l="l" r="r" t="t"/>
              <a:pathLst>
                <a:path extrusionOk="0" h="1587" w="1507">
                  <a:moveTo>
                    <a:pt x="683" y="0"/>
                  </a:moveTo>
                  <a:lnTo>
                    <a:pt x="563" y="302"/>
                  </a:lnTo>
                  <a:lnTo>
                    <a:pt x="502" y="422"/>
                  </a:lnTo>
                  <a:lnTo>
                    <a:pt x="422" y="522"/>
                  </a:lnTo>
                  <a:lnTo>
                    <a:pt x="342" y="623"/>
                  </a:lnTo>
                  <a:lnTo>
                    <a:pt x="262" y="683"/>
                  </a:lnTo>
                  <a:lnTo>
                    <a:pt x="161" y="743"/>
                  </a:lnTo>
                  <a:lnTo>
                    <a:pt x="41" y="784"/>
                  </a:lnTo>
                  <a:lnTo>
                    <a:pt x="21" y="804"/>
                  </a:lnTo>
                  <a:lnTo>
                    <a:pt x="0" y="844"/>
                  </a:lnTo>
                  <a:lnTo>
                    <a:pt x="0" y="904"/>
                  </a:lnTo>
                  <a:lnTo>
                    <a:pt x="764" y="1587"/>
                  </a:lnTo>
                  <a:lnTo>
                    <a:pt x="824" y="1406"/>
                  </a:lnTo>
                  <a:lnTo>
                    <a:pt x="864" y="1306"/>
                  </a:lnTo>
                  <a:lnTo>
                    <a:pt x="904" y="1245"/>
                  </a:lnTo>
                  <a:lnTo>
                    <a:pt x="1045" y="1165"/>
                  </a:lnTo>
                  <a:lnTo>
                    <a:pt x="1185" y="1065"/>
                  </a:lnTo>
                  <a:lnTo>
                    <a:pt x="1506" y="884"/>
                  </a:lnTo>
                  <a:lnTo>
                    <a:pt x="1225" y="743"/>
                  </a:lnTo>
                  <a:lnTo>
                    <a:pt x="1105" y="663"/>
                  </a:lnTo>
                  <a:lnTo>
                    <a:pt x="1004" y="583"/>
                  </a:lnTo>
                  <a:lnTo>
                    <a:pt x="904" y="482"/>
                  </a:lnTo>
                  <a:lnTo>
                    <a:pt x="824" y="342"/>
                  </a:lnTo>
                  <a:lnTo>
                    <a:pt x="743" y="201"/>
                  </a:lnTo>
                  <a:lnTo>
                    <a:pt x="68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58" name="Google Shape;1758;p20"/>
            <p:cNvSpPr/>
            <p:nvPr/>
          </p:nvSpPr>
          <p:spPr>
            <a:xfrm>
              <a:off x="8648216" y="2463816"/>
              <a:ext cx="58003" cy="51128"/>
            </a:xfrm>
            <a:custGeom>
              <a:rect b="b" l="l" r="r" t="t"/>
              <a:pathLst>
                <a:path extrusionOk="0" h="1346" w="1527">
                  <a:moveTo>
                    <a:pt x="783" y="1"/>
                  </a:moveTo>
                  <a:lnTo>
                    <a:pt x="0" y="723"/>
                  </a:lnTo>
                  <a:lnTo>
                    <a:pt x="221" y="824"/>
                  </a:lnTo>
                  <a:lnTo>
                    <a:pt x="422" y="944"/>
                  </a:lnTo>
                  <a:lnTo>
                    <a:pt x="522" y="1025"/>
                  </a:lnTo>
                  <a:lnTo>
                    <a:pt x="582" y="1105"/>
                  </a:lnTo>
                  <a:lnTo>
                    <a:pt x="643" y="1205"/>
                  </a:lnTo>
                  <a:lnTo>
                    <a:pt x="703" y="1326"/>
                  </a:lnTo>
                  <a:lnTo>
                    <a:pt x="723" y="1346"/>
                  </a:lnTo>
                  <a:lnTo>
                    <a:pt x="783" y="1346"/>
                  </a:lnTo>
                  <a:lnTo>
                    <a:pt x="1526" y="663"/>
                  </a:lnTo>
                  <a:lnTo>
                    <a:pt x="783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59" name="Google Shape;1759;p20"/>
            <p:cNvSpPr/>
            <p:nvPr/>
          </p:nvSpPr>
          <p:spPr>
            <a:xfrm>
              <a:off x="8650495" y="2308989"/>
              <a:ext cx="54926" cy="50368"/>
            </a:xfrm>
            <a:custGeom>
              <a:rect b="b" l="l" r="r" t="t"/>
              <a:pathLst>
                <a:path extrusionOk="0" h="1326" w="1446">
                  <a:moveTo>
                    <a:pt x="703" y="0"/>
                  </a:moveTo>
                  <a:lnTo>
                    <a:pt x="0" y="663"/>
                  </a:lnTo>
                  <a:lnTo>
                    <a:pt x="723" y="1326"/>
                  </a:lnTo>
                  <a:lnTo>
                    <a:pt x="1446" y="663"/>
                  </a:lnTo>
                  <a:lnTo>
                    <a:pt x="70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60" name="Google Shape;1760;p20"/>
            <p:cNvSpPr/>
            <p:nvPr/>
          </p:nvSpPr>
          <p:spPr>
            <a:xfrm>
              <a:off x="8649735" y="2928296"/>
              <a:ext cx="57243" cy="57243"/>
            </a:xfrm>
            <a:custGeom>
              <a:rect b="b" l="l" r="r" t="t"/>
              <a:pathLst>
                <a:path extrusionOk="0" h="1507" w="1507">
                  <a:moveTo>
                    <a:pt x="783" y="1"/>
                  </a:moveTo>
                  <a:lnTo>
                    <a:pt x="0" y="744"/>
                  </a:lnTo>
                  <a:lnTo>
                    <a:pt x="803" y="1507"/>
                  </a:lnTo>
                  <a:lnTo>
                    <a:pt x="944" y="1246"/>
                  </a:lnTo>
                  <a:lnTo>
                    <a:pt x="1024" y="1125"/>
                  </a:lnTo>
                  <a:lnTo>
                    <a:pt x="1105" y="1005"/>
                  </a:lnTo>
                  <a:lnTo>
                    <a:pt x="1145" y="965"/>
                  </a:lnTo>
                  <a:lnTo>
                    <a:pt x="1225" y="945"/>
                  </a:lnTo>
                  <a:lnTo>
                    <a:pt x="1345" y="905"/>
                  </a:lnTo>
                  <a:lnTo>
                    <a:pt x="1406" y="884"/>
                  </a:lnTo>
                  <a:lnTo>
                    <a:pt x="1466" y="844"/>
                  </a:lnTo>
                  <a:lnTo>
                    <a:pt x="1506" y="764"/>
                  </a:lnTo>
                  <a:lnTo>
                    <a:pt x="1506" y="684"/>
                  </a:lnTo>
                  <a:lnTo>
                    <a:pt x="1265" y="563"/>
                  </a:lnTo>
                  <a:lnTo>
                    <a:pt x="1165" y="503"/>
                  </a:lnTo>
                  <a:lnTo>
                    <a:pt x="1064" y="423"/>
                  </a:lnTo>
                  <a:lnTo>
                    <a:pt x="964" y="342"/>
                  </a:lnTo>
                  <a:lnTo>
                    <a:pt x="904" y="242"/>
                  </a:lnTo>
                  <a:lnTo>
                    <a:pt x="823" y="121"/>
                  </a:lnTo>
                  <a:lnTo>
                    <a:pt x="783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61" name="Google Shape;1761;p20"/>
            <p:cNvSpPr/>
            <p:nvPr/>
          </p:nvSpPr>
          <p:spPr>
            <a:xfrm>
              <a:off x="8648216" y="2618642"/>
              <a:ext cx="58003" cy="52685"/>
            </a:xfrm>
            <a:custGeom>
              <a:rect b="b" l="l" r="r" t="t"/>
              <a:pathLst>
                <a:path extrusionOk="0" h="1387" w="1527">
                  <a:moveTo>
                    <a:pt x="743" y="1"/>
                  </a:moveTo>
                  <a:lnTo>
                    <a:pt x="622" y="201"/>
                  </a:lnTo>
                  <a:lnTo>
                    <a:pt x="562" y="302"/>
                  </a:lnTo>
                  <a:lnTo>
                    <a:pt x="462" y="422"/>
                  </a:lnTo>
                  <a:lnTo>
                    <a:pt x="361" y="503"/>
                  </a:lnTo>
                  <a:lnTo>
                    <a:pt x="241" y="563"/>
                  </a:lnTo>
                  <a:lnTo>
                    <a:pt x="0" y="683"/>
                  </a:lnTo>
                  <a:lnTo>
                    <a:pt x="763" y="1386"/>
                  </a:lnTo>
                  <a:lnTo>
                    <a:pt x="1526" y="703"/>
                  </a:lnTo>
                  <a:lnTo>
                    <a:pt x="743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62" name="Google Shape;1762;p20"/>
            <p:cNvSpPr/>
            <p:nvPr/>
          </p:nvSpPr>
          <p:spPr>
            <a:xfrm>
              <a:off x="8814476" y="2154922"/>
              <a:ext cx="56484" cy="48849"/>
            </a:xfrm>
            <a:custGeom>
              <a:rect b="b" l="l" r="r" t="t"/>
              <a:pathLst>
                <a:path extrusionOk="0" h="1286" w="1487">
                  <a:moveTo>
                    <a:pt x="743" y="0"/>
                  </a:moveTo>
                  <a:lnTo>
                    <a:pt x="0" y="623"/>
                  </a:lnTo>
                  <a:lnTo>
                    <a:pt x="783" y="1285"/>
                  </a:lnTo>
                  <a:lnTo>
                    <a:pt x="884" y="1085"/>
                  </a:lnTo>
                  <a:lnTo>
                    <a:pt x="944" y="984"/>
                  </a:lnTo>
                  <a:lnTo>
                    <a:pt x="1004" y="884"/>
                  </a:lnTo>
                  <a:lnTo>
                    <a:pt x="1125" y="824"/>
                  </a:lnTo>
                  <a:lnTo>
                    <a:pt x="1245" y="763"/>
                  </a:lnTo>
                  <a:lnTo>
                    <a:pt x="1486" y="643"/>
                  </a:lnTo>
                  <a:lnTo>
                    <a:pt x="74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63" name="Google Shape;1763;p20"/>
            <p:cNvSpPr/>
            <p:nvPr/>
          </p:nvSpPr>
          <p:spPr>
            <a:xfrm>
              <a:off x="8649735" y="2774229"/>
              <a:ext cx="57243" cy="54964"/>
            </a:xfrm>
            <a:custGeom>
              <a:rect b="b" l="l" r="r" t="t"/>
              <a:pathLst>
                <a:path extrusionOk="0" h="1447" w="1507">
                  <a:moveTo>
                    <a:pt x="763" y="1"/>
                  </a:moveTo>
                  <a:lnTo>
                    <a:pt x="0" y="704"/>
                  </a:lnTo>
                  <a:lnTo>
                    <a:pt x="803" y="1447"/>
                  </a:lnTo>
                  <a:lnTo>
                    <a:pt x="944" y="1186"/>
                  </a:lnTo>
                  <a:lnTo>
                    <a:pt x="1024" y="1065"/>
                  </a:lnTo>
                  <a:lnTo>
                    <a:pt x="1125" y="965"/>
                  </a:lnTo>
                  <a:lnTo>
                    <a:pt x="1165" y="925"/>
                  </a:lnTo>
                  <a:lnTo>
                    <a:pt x="1225" y="904"/>
                  </a:lnTo>
                  <a:lnTo>
                    <a:pt x="1366" y="864"/>
                  </a:lnTo>
                  <a:lnTo>
                    <a:pt x="1426" y="824"/>
                  </a:lnTo>
                  <a:lnTo>
                    <a:pt x="1466" y="784"/>
                  </a:lnTo>
                  <a:lnTo>
                    <a:pt x="1506" y="724"/>
                  </a:lnTo>
                  <a:lnTo>
                    <a:pt x="1506" y="623"/>
                  </a:lnTo>
                  <a:lnTo>
                    <a:pt x="1125" y="302"/>
                  </a:lnTo>
                  <a:lnTo>
                    <a:pt x="763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64" name="Google Shape;1764;p20"/>
            <p:cNvSpPr/>
            <p:nvPr/>
          </p:nvSpPr>
          <p:spPr>
            <a:xfrm>
              <a:off x="8812197" y="1999335"/>
              <a:ext cx="55686" cy="46532"/>
            </a:xfrm>
            <a:custGeom>
              <a:rect b="b" l="l" r="r" t="t"/>
              <a:pathLst>
                <a:path extrusionOk="0" h="1225" w="1466">
                  <a:moveTo>
                    <a:pt x="783" y="0"/>
                  </a:moveTo>
                  <a:lnTo>
                    <a:pt x="0" y="663"/>
                  </a:lnTo>
                  <a:lnTo>
                    <a:pt x="221" y="743"/>
                  </a:lnTo>
                  <a:lnTo>
                    <a:pt x="341" y="783"/>
                  </a:lnTo>
                  <a:lnTo>
                    <a:pt x="422" y="843"/>
                  </a:lnTo>
                  <a:lnTo>
                    <a:pt x="522" y="924"/>
                  </a:lnTo>
                  <a:lnTo>
                    <a:pt x="582" y="1004"/>
                  </a:lnTo>
                  <a:lnTo>
                    <a:pt x="643" y="1084"/>
                  </a:lnTo>
                  <a:lnTo>
                    <a:pt x="703" y="1205"/>
                  </a:lnTo>
                  <a:lnTo>
                    <a:pt x="723" y="1225"/>
                  </a:lnTo>
                  <a:lnTo>
                    <a:pt x="783" y="1225"/>
                  </a:lnTo>
                  <a:lnTo>
                    <a:pt x="1466" y="602"/>
                  </a:lnTo>
                  <a:lnTo>
                    <a:pt x="78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65" name="Google Shape;1765;p20"/>
            <p:cNvSpPr/>
            <p:nvPr/>
          </p:nvSpPr>
          <p:spPr>
            <a:xfrm>
              <a:off x="8652015" y="2152643"/>
              <a:ext cx="53407" cy="49608"/>
            </a:xfrm>
            <a:custGeom>
              <a:rect b="b" l="l" r="r" t="t"/>
              <a:pathLst>
                <a:path extrusionOk="0" h="1306" w="1406">
                  <a:moveTo>
                    <a:pt x="663" y="0"/>
                  </a:moveTo>
                  <a:lnTo>
                    <a:pt x="563" y="161"/>
                  </a:lnTo>
                  <a:lnTo>
                    <a:pt x="502" y="261"/>
                  </a:lnTo>
                  <a:lnTo>
                    <a:pt x="422" y="341"/>
                  </a:lnTo>
                  <a:lnTo>
                    <a:pt x="322" y="422"/>
                  </a:lnTo>
                  <a:lnTo>
                    <a:pt x="221" y="502"/>
                  </a:lnTo>
                  <a:lnTo>
                    <a:pt x="0" y="663"/>
                  </a:lnTo>
                  <a:lnTo>
                    <a:pt x="683" y="1305"/>
                  </a:lnTo>
                  <a:lnTo>
                    <a:pt x="1406" y="663"/>
                  </a:lnTo>
                  <a:lnTo>
                    <a:pt x="66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66" name="Google Shape;1766;p20"/>
            <p:cNvSpPr/>
            <p:nvPr/>
          </p:nvSpPr>
          <p:spPr>
            <a:xfrm>
              <a:off x="8652774" y="1997778"/>
              <a:ext cx="54964" cy="48089"/>
            </a:xfrm>
            <a:custGeom>
              <a:rect b="b" l="l" r="r" t="t"/>
              <a:pathLst>
                <a:path extrusionOk="0" h="1266" w="1447">
                  <a:moveTo>
                    <a:pt x="683" y="1"/>
                  </a:moveTo>
                  <a:lnTo>
                    <a:pt x="0" y="664"/>
                  </a:lnTo>
                  <a:lnTo>
                    <a:pt x="663" y="1266"/>
                  </a:lnTo>
                  <a:lnTo>
                    <a:pt x="1446" y="603"/>
                  </a:lnTo>
                  <a:lnTo>
                    <a:pt x="1165" y="503"/>
                  </a:lnTo>
                  <a:lnTo>
                    <a:pt x="1065" y="443"/>
                  </a:lnTo>
                  <a:lnTo>
                    <a:pt x="964" y="382"/>
                  </a:lnTo>
                  <a:lnTo>
                    <a:pt x="884" y="282"/>
                  </a:lnTo>
                  <a:lnTo>
                    <a:pt x="804" y="182"/>
                  </a:lnTo>
                  <a:lnTo>
                    <a:pt x="683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767" name="Google Shape;1767;p20"/>
          <p:cNvSpPr/>
          <p:nvPr/>
        </p:nvSpPr>
        <p:spPr>
          <a:xfrm>
            <a:off x="-636920" y="3488029"/>
            <a:ext cx="1596439" cy="1802961"/>
          </a:xfrm>
          <a:custGeom>
            <a:rect b="b" l="l" r="r" t="t"/>
            <a:pathLst>
              <a:path extrusionOk="0" h="32249" w="28555">
                <a:moveTo>
                  <a:pt x="20483" y="82"/>
                </a:moveTo>
                <a:lnTo>
                  <a:pt x="20947" y="102"/>
                </a:lnTo>
                <a:lnTo>
                  <a:pt x="21411" y="122"/>
                </a:lnTo>
                <a:lnTo>
                  <a:pt x="21875" y="203"/>
                </a:lnTo>
                <a:lnTo>
                  <a:pt x="22319" y="283"/>
                </a:lnTo>
                <a:lnTo>
                  <a:pt x="22763" y="404"/>
                </a:lnTo>
                <a:lnTo>
                  <a:pt x="23187" y="566"/>
                </a:lnTo>
                <a:lnTo>
                  <a:pt x="23611" y="748"/>
                </a:lnTo>
                <a:lnTo>
                  <a:pt x="23994" y="949"/>
                </a:lnTo>
                <a:lnTo>
                  <a:pt x="24378" y="1191"/>
                </a:lnTo>
                <a:lnTo>
                  <a:pt x="24741" y="1454"/>
                </a:lnTo>
                <a:lnTo>
                  <a:pt x="25124" y="1777"/>
                </a:lnTo>
                <a:lnTo>
                  <a:pt x="25487" y="2140"/>
                </a:lnTo>
                <a:lnTo>
                  <a:pt x="25851" y="2564"/>
                </a:lnTo>
                <a:lnTo>
                  <a:pt x="26174" y="3008"/>
                </a:lnTo>
                <a:lnTo>
                  <a:pt x="26496" y="3492"/>
                </a:lnTo>
                <a:lnTo>
                  <a:pt x="26779" y="4017"/>
                </a:lnTo>
                <a:lnTo>
                  <a:pt x="27062" y="4582"/>
                </a:lnTo>
                <a:lnTo>
                  <a:pt x="27324" y="5187"/>
                </a:lnTo>
                <a:lnTo>
                  <a:pt x="27546" y="5772"/>
                </a:lnTo>
                <a:lnTo>
                  <a:pt x="27748" y="6358"/>
                </a:lnTo>
                <a:lnTo>
                  <a:pt x="27909" y="6943"/>
                </a:lnTo>
                <a:lnTo>
                  <a:pt x="28071" y="7548"/>
                </a:lnTo>
                <a:lnTo>
                  <a:pt x="28192" y="8154"/>
                </a:lnTo>
                <a:lnTo>
                  <a:pt x="28293" y="8739"/>
                </a:lnTo>
                <a:lnTo>
                  <a:pt x="28373" y="9344"/>
                </a:lnTo>
                <a:lnTo>
                  <a:pt x="28434" y="9950"/>
                </a:lnTo>
                <a:lnTo>
                  <a:pt x="28474" y="10555"/>
                </a:lnTo>
                <a:lnTo>
                  <a:pt x="28474" y="11160"/>
                </a:lnTo>
                <a:lnTo>
                  <a:pt x="28474" y="11766"/>
                </a:lnTo>
                <a:lnTo>
                  <a:pt x="28434" y="12371"/>
                </a:lnTo>
                <a:lnTo>
                  <a:pt x="28373" y="12977"/>
                </a:lnTo>
                <a:lnTo>
                  <a:pt x="28272" y="13562"/>
                </a:lnTo>
                <a:lnTo>
                  <a:pt x="28171" y="14167"/>
                </a:lnTo>
                <a:lnTo>
                  <a:pt x="28030" y="14732"/>
                </a:lnTo>
                <a:lnTo>
                  <a:pt x="27869" y="15338"/>
                </a:lnTo>
                <a:lnTo>
                  <a:pt x="27667" y="15923"/>
                </a:lnTo>
                <a:lnTo>
                  <a:pt x="27465" y="16488"/>
                </a:lnTo>
                <a:lnTo>
                  <a:pt x="27223" y="17053"/>
                </a:lnTo>
                <a:lnTo>
                  <a:pt x="26961" y="17618"/>
                </a:lnTo>
                <a:lnTo>
                  <a:pt x="26678" y="18143"/>
                </a:lnTo>
                <a:lnTo>
                  <a:pt x="26355" y="18667"/>
                </a:lnTo>
                <a:lnTo>
                  <a:pt x="26032" y="19192"/>
                </a:lnTo>
                <a:lnTo>
                  <a:pt x="25669" y="19676"/>
                </a:lnTo>
                <a:lnTo>
                  <a:pt x="25306" y="20161"/>
                </a:lnTo>
                <a:lnTo>
                  <a:pt x="24922" y="20625"/>
                </a:lnTo>
                <a:lnTo>
                  <a:pt x="24499" y="21069"/>
                </a:lnTo>
                <a:lnTo>
                  <a:pt x="24075" y="21493"/>
                </a:lnTo>
                <a:lnTo>
                  <a:pt x="23631" y="21896"/>
                </a:lnTo>
                <a:lnTo>
                  <a:pt x="23167" y="22280"/>
                </a:lnTo>
                <a:lnTo>
                  <a:pt x="22703" y="22643"/>
                </a:lnTo>
                <a:lnTo>
                  <a:pt x="22238" y="22946"/>
                </a:lnTo>
                <a:lnTo>
                  <a:pt x="21795" y="23228"/>
                </a:lnTo>
                <a:lnTo>
                  <a:pt x="21310" y="23511"/>
                </a:lnTo>
                <a:lnTo>
                  <a:pt x="20846" y="23773"/>
                </a:lnTo>
                <a:lnTo>
                  <a:pt x="19877" y="24277"/>
                </a:lnTo>
                <a:lnTo>
                  <a:pt x="18909" y="24742"/>
                </a:lnTo>
                <a:lnTo>
                  <a:pt x="17940" y="25226"/>
                </a:lnTo>
                <a:lnTo>
                  <a:pt x="16951" y="25751"/>
                </a:lnTo>
                <a:lnTo>
                  <a:pt x="16467" y="26013"/>
                </a:lnTo>
                <a:lnTo>
                  <a:pt x="15983" y="26296"/>
                </a:lnTo>
                <a:lnTo>
                  <a:pt x="15519" y="26598"/>
                </a:lnTo>
                <a:lnTo>
                  <a:pt x="15075" y="26901"/>
                </a:lnTo>
                <a:lnTo>
                  <a:pt x="14510" y="27325"/>
                </a:lnTo>
                <a:lnTo>
                  <a:pt x="13965" y="27789"/>
                </a:lnTo>
                <a:lnTo>
                  <a:pt x="13420" y="28253"/>
                </a:lnTo>
                <a:lnTo>
                  <a:pt x="12895" y="28717"/>
                </a:lnTo>
                <a:lnTo>
                  <a:pt x="12148" y="29383"/>
                </a:lnTo>
                <a:lnTo>
                  <a:pt x="11402" y="30029"/>
                </a:lnTo>
                <a:lnTo>
                  <a:pt x="10998" y="30332"/>
                </a:lnTo>
                <a:lnTo>
                  <a:pt x="10595" y="30614"/>
                </a:lnTo>
                <a:lnTo>
                  <a:pt x="10171" y="30897"/>
                </a:lnTo>
                <a:lnTo>
                  <a:pt x="9747" y="31159"/>
                </a:lnTo>
                <a:lnTo>
                  <a:pt x="9303" y="31381"/>
                </a:lnTo>
                <a:lnTo>
                  <a:pt x="8839" y="31583"/>
                </a:lnTo>
                <a:lnTo>
                  <a:pt x="8375" y="31764"/>
                </a:lnTo>
                <a:lnTo>
                  <a:pt x="7890" y="31906"/>
                </a:lnTo>
                <a:lnTo>
                  <a:pt x="7406" y="32027"/>
                </a:lnTo>
                <a:lnTo>
                  <a:pt x="6922" y="32107"/>
                </a:lnTo>
                <a:lnTo>
                  <a:pt x="6417" y="32148"/>
                </a:lnTo>
                <a:lnTo>
                  <a:pt x="5933" y="32168"/>
                </a:lnTo>
                <a:lnTo>
                  <a:pt x="5893" y="32168"/>
                </a:lnTo>
                <a:lnTo>
                  <a:pt x="5368" y="32148"/>
                </a:lnTo>
                <a:lnTo>
                  <a:pt x="4843" y="32087"/>
                </a:lnTo>
                <a:lnTo>
                  <a:pt x="4359" y="31986"/>
                </a:lnTo>
                <a:lnTo>
                  <a:pt x="3875" y="31845"/>
                </a:lnTo>
                <a:lnTo>
                  <a:pt x="3431" y="31684"/>
                </a:lnTo>
                <a:lnTo>
                  <a:pt x="2987" y="31462"/>
                </a:lnTo>
                <a:lnTo>
                  <a:pt x="2583" y="31219"/>
                </a:lnTo>
                <a:lnTo>
                  <a:pt x="2200" y="30957"/>
                </a:lnTo>
                <a:lnTo>
                  <a:pt x="1998" y="30775"/>
                </a:lnTo>
                <a:lnTo>
                  <a:pt x="1816" y="30614"/>
                </a:lnTo>
                <a:lnTo>
                  <a:pt x="1635" y="30412"/>
                </a:lnTo>
                <a:lnTo>
                  <a:pt x="1453" y="30231"/>
                </a:lnTo>
                <a:lnTo>
                  <a:pt x="1292" y="30029"/>
                </a:lnTo>
                <a:lnTo>
                  <a:pt x="1150" y="29807"/>
                </a:lnTo>
                <a:lnTo>
                  <a:pt x="1009" y="29585"/>
                </a:lnTo>
                <a:lnTo>
                  <a:pt x="868" y="29363"/>
                </a:lnTo>
                <a:lnTo>
                  <a:pt x="747" y="29121"/>
                </a:lnTo>
                <a:lnTo>
                  <a:pt x="626" y="28879"/>
                </a:lnTo>
                <a:lnTo>
                  <a:pt x="525" y="28616"/>
                </a:lnTo>
                <a:lnTo>
                  <a:pt x="424" y="28354"/>
                </a:lnTo>
                <a:lnTo>
                  <a:pt x="343" y="28092"/>
                </a:lnTo>
                <a:lnTo>
                  <a:pt x="283" y="27829"/>
                </a:lnTo>
                <a:lnTo>
                  <a:pt x="222" y="27547"/>
                </a:lnTo>
                <a:lnTo>
                  <a:pt x="162" y="27264"/>
                </a:lnTo>
                <a:lnTo>
                  <a:pt x="101" y="26719"/>
                </a:lnTo>
                <a:lnTo>
                  <a:pt x="81" y="26154"/>
                </a:lnTo>
                <a:lnTo>
                  <a:pt x="121" y="25609"/>
                </a:lnTo>
                <a:lnTo>
                  <a:pt x="182" y="25065"/>
                </a:lnTo>
                <a:lnTo>
                  <a:pt x="283" y="24520"/>
                </a:lnTo>
                <a:lnTo>
                  <a:pt x="444" y="23995"/>
                </a:lnTo>
                <a:lnTo>
                  <a:pt x="626" y="23490"/>
                </a:lnTo>
                <a:lnTo>
                  <a:pt x="868" y="23006"/>
                </a:lnTo>
                <a:lnTo>
                  <a:pt x="1029" y="22724"/>
                </a:lnTo>
                <a:lnTo>
                  <a:pt x="1191" y="22441"/>
                </a:lnTo>
                <a:lnTo>
                  <a:pt x="1372" y="22179"/>
                </a:lnTo>
                <a:lnTo>
                  <a:pt x="1574" y="21916"/>
                </a:lnTo>
                <a:lnTo>
                  <a:pt x="1776" y="21654"/>
                </a:lnTo>
                <a:lnTo>
                  <a:pt x="1998" y="21392"/>
                </a:lnTo>
                <a:lnTo>
                  <a:pt x="2240" y="21129"/>
                </a:lnTo>
                <a:lnTo>
                  <a:pt x="2482" y="20867"/>
                </a:lnTo>
                <a:lnTo>
                  <a:pt x="3027" y="20383"/>
                </a:lnTo>
                <a:lnTo>
                  <a:pt x="3612" y="19898"/>
                </a:lnTo>
                <a:lnTo>
                  <a:pt x="4258" y="19414"/>
                </a:lnTo>
                <a:lnTo>
                  <a:pt x="4964" y="18970"/>
                </a:lnTo>
                <a:lnTo>
                  <a:pt x="5691" y="18526"/>
                </a:lnTo>
                <a:lnTo>
                  <a:pt x="6438" y="18102"/>
                </a:lnTo>
                <a:lnTo>
                  <a:pt x="7951" y="17336"/>
                </a:lnTo>
                <a:lnTo>
                  <a:pt x="9021" y="16771"/>
                </a:lnTo>
                <a:lnTo>
                  <a:pt x="10110" y="16185"/>
                </a:lnTo>
                <a:lnTo>
                  <a:pt x="10433" y="15983"/>
                </a:lnTo>
                <a:lnTo>
                  <a:pt x="10716" y="15802"/>
                </a:lnTo>
                <a:lnTo>
                  <a:pt x="10978" y="15600"/>
                </a:lnTo>
                <a:lnTo>
                  <a:pt x="11220" y="15398"/>
                </a:lnTo>
                <a:lnTo>
                  <a:pt x="11442" y="15196"/>
                </a:lnTo>
                <a:lnTo>
                  <a:pt x="11644" y="14974"/>
                </a:lnTo>
                <a:lnTo>
                  <a:pt x="11805" y="14752"/>
                </a:lnTo>
                <a:lnTo>
                  <a:pt x="11967" y="14510"/>
                </a:lnTo>
                <a:lnTo>
                  <a:pt x="12088" y="14268"/>
                </a:lnTo>
                <a:lnTo>
                  <a:pt x="12189" y="13986"/>
                </a:lnTo>
                <a:lnTo>
                  <a:pt x="12290" y="13723"/>
                </a:lnTo>
                <a:lnTo>
                  <a:pt x="12350" y="13421"/>
                </a:lnTo>
                <a:lnTo>
                  <a:pt x="12411" y="13098"/>
                </a:lnTo>
                <a:lnTo>
                  <a:pt x="12451" y="12755"/>
                </a:lnTo>
                <a:lnTo>
                  <a:pt x="12471" y="12391"/>
                </a:lnTo>
                <a:lnTo>
                  <a:pt x="12471" y="12008"/>
                </a:lnTo>
                <a:lnTo>
                  <a:pt x="12492" y="11302"/>
                </a:lnTo>
                <a:lnTo>
                  <a:pt x="12512" y="10616"/>
                </a:lnTo>
                <a:lnTo>
                  <a:pt x="12532" y="9950"/>
                </a:lnTo>
                <a:lnTo>
                  <a:pt x="12592" y="9324"/>
                </a:lnTo>
                <a:lnTo>
                  <a:pt x="12653" y="8698"/>
                </a:lnTo>
                <a:lnTo>
                  <a:pt x="12714" y="8113"/>
                </a:lnTo>
                <a:lnTo>
                  <a:pt x="12814" y="7548"/>
                </a:lnTo>
                <a:lnTo>
                  <a:pt x="12915" y="7003"/>
                </a:lnTo>
                <a:lnTo>
                  <a:pt x="13036" y="6479"/>
                </a:lnTo>
                <a:lnTo>
                  <a:pt x="13157" y="5974"/>
                </a:lnTo>
                <a:lnTo>
                  <a:pt x="13299" y="5510"/>
                </a:lnTo>
                <a:lnTo>
                  <a:pt x="13460" y="5046"/>
                </a:lnTo>
                <a:lnTo>
                  <a:pt x="13642" y="4622"/>
                </a:lnTo>
                <a:lnTo>
                  <a:pt x="13823" y="4218"/>
                </a:lnTo>
                <a:lnTo>
                  <a:pt x="14025" y="3835"/>
                </a:lnTo>
                <a:lnTo>
                  <a:pt x="14247" y="3472"/>
                </a:lnTo>
                <a:lnTo>
                  <a:pt x="14429" y="3169"/>
                </a:lnTo>
                <a:lnTo>
                  <a:pt x="14631" y="2887"/>
                </a:lnTo>
                <a:lnTo>
                  <a:pt x="14853" y="2644"/>
                </a:lnTo>
                <a:lnTo>
                  <a:pt x="15054" y="2402"/>
                </a:lnTo>
                <a:lnTo>
                  <a:pt x="15276" y="2180"/>
                </a:lnTo>
                <a:lnTo>
                  <a:pt x="15498" y="1979"/>
                </a:lnTo>
                <a:lnTo>
                  <a:pt x="15700" y="1797"/>
                </a:lnTo>
                <a:lnTo>
                  <a:pt x="15942" y="1635"/>
                </a:lnTo>
                <a:lnTo>
                  <a:pt x="16386" y="1333"/>
                </a:lnTo>
                <a:lnTo>
                  <a:pt x="16830" y="1091"/>
                </a:lnTo>
                <a:lnTo>
                  <a:pt x="17274" y="869"/>
                </a:lnTo>
                <a:lnTo>
                  <a:pt x="17698" y="667"/>
                </a:lnTo>
                <a:lnTo>
                  <a:pt x="18142" y="505"/>
                </a:lnTo>
                <a:lnTo>
                  <a:pt x="18606" y="364"/>
                </a:lnTo>
                <a:lnTo>
                  <a:pt x="19070" y="243"/>
                </a:lnTo>
                <a:lnTo>
                  <a:pt x="19534" y="162"/>
                </a:lnTo>
                <a:lnTo>
                  <a:pt x="19999" y="102"/>
                </a:lnTo>
                <a:lnTo>
                  <a:pt x="20483" y="82"/>
                </a:lnTo>
                <a:close/>
                <a:moveTo>
                  <a:pt x="20483" y="1"/>
                </a:moveTo>
                <a:lnTo>
                  <a:pt x="19999" y="21"/>
                </a:lnTo>
                <a:lnTo>
                  <a:pt x="19534" y="82"/>
                </a:lnTo>
                <a:lnTo>
                  <a:pt x="19050" y="162"/>
                </a:lnTo>
                <a:lnTo>
                  <a:pt x="18586" y="283"/>
                </a:lnTo>
                <a:lnTo>
                  <a:pt x="18122" y="425"/>
                </a:lnTo>
                <a:lnTo>
                  <a:pt x="17678" y="606"/>
                </a:lnTo>
                <a:lnTo>
                  <a:pt x="17214" y="808"/>
                </a:lnTo>
                <a:lnTo>
                  <a:pt x="16750" y="1050"/>
                </a:lnTo>
                <a:lnTo>
                  <a:pt x="16285" y="1313"/>
                </a:lnTo>
                <a:lnTo>
                  <a:pt x="15841" y="1615"/>
                </a:lnTo>
                <a:lnTo>
                  <a:pt x="15619" y="1777"/>
                </a:lnTo>
                <a:lnTo>
                  <a:pt x="15397" y="1979"/>
                </a:lnTo>
                <a:lnTo>
                  <a:pt x="15175" y="2180"/>
                </a:lnTo>
                <a:lnTo>
                  <a:pt x="14974" y="2382"/>
                </a:lnTo>
                <a:lnTo>
                  <a:pt x="14752" y="2624"/>
                </a:lnTo>
                <a:lnTo>
                  <a:pt x="14550" y="2866"/>
                </a:lnTo>
                <a:lnTo>
                  <a:pt x="14368" y="3129"/>
                </a:lnTo>
                <a:lnTo>
                  <a:pt x="14166" y="3411"/>
                </a:lnTo>
                <a:lnTo>
                  <a:pt x="13944" y="3795"/>
                </a:lnTo>
                <a:lnTo>
                  <a:pt x="13743" y="4178"/>
                </a:lnTo>
                <a:lnTo>
                  <a:pt x="13561" y="4582"/>
                </a:lnTo>
                <a:lnTo>
                  <a:pt x="13400" y="5026"/>
                </a:lnTo>
                <a:lnTo>
                  <a:pt x="13238" y="5470"/>
                </a:lnTo>
                <a:lnTo>
                  <a:pt x="13077" y="5954"/>
                </a:lnTo>
                <a:lnTo>
                  <a:pt x="12956" y="6458"/>
                </a:lnTo>
                <a:lnTo>
                  <a:pt x="12835" y="6983"/>
                </a:lnTo>
                <a:lnTo>
                  <a:pt x="12734" y="7528"/>
                </a:lnTo>
                <a:lnTo>
                  <a:pt x="12653" y="8093"/>
                </a:lnTo>
                <a:lnTo>
                  <a:pt x="12572" y="8678"/>
                </a:lnTo>
                <a:lnTo>
                  <a:pt x="12512" y="9304"/>
                </a:lnTo>
                <a:lnTo>
                  <a:pt x="12451" y="9950"/>
                </a:lnTo>
                <a:lnTo>
                  <a:pt x="12431" y="10616"/>
                </a:lnTo>
                <a:lnTo>
                  <a:pt x="12411" y="11302"/>
                </a:lnTo>
                <a:lnTo>
                  <a:pt x="12391" y="12008"/>
                </a:lnTo>
                <a:lnTo>
                  <a:pt x="12391" y="12391"/>
                </a:lnTo>
                <a:lnTo>
                  <a:pt x="12370" y="12755"/>
                </a:lnTo>
                <a:lnTo>
                  <a:pt x="12330" y="13078"/>
                </a:lnTo>
                <a:lnTo>
                  <a:pt x="12270" y="13400"/>
                </a:lnTo>
                <a:lnTo>
                  <a:pt x="12209" y="13683"/>
                </a:lnTo>
                <a:lnTo>
                  <a:pt x="12128" y="13965"/>
                </a:lnTo>
                <a:lnTo>
                  <a:pt x="12007" y="14228"/>
                </a:lnTo>
                <a:lnTo>
                  <a:pt x="11886" y="14470"/>
                </a:lnTo>
                <a:lnTo>
                  <a:pt x="11745" y="14712"/>
                </a:lnTo>
                <a:lnTo>
                  <a:pt x="11563" y="14934"/>
                </a:lnTo>
                <a:lnTo>
                  <a:pt x="11382" y="15136"/>
                </a:lnTo>
                <a:lnTo>
                  <a:pt x="11160" y="15338"/>
                </a:lnTo>
                <a:lnTo>
                  <a:pt x="10938" y="15540"/>
                </a:lnTo>
                <a:lnTo>
                  <a:pt x="10675" y="15741"/>
                </a:lnTo>
                <a:lnTo>
                  <a:pt x="10373" y="15923"/>
                </a:lnTo>
                <a:lnTo>
                  <a:pt x="10070" y="16105"/>
                </a:lnTo>
                <a:lnTo>
                  <a:pt x="8980" y="16690"/>
                </a:lnTo>
                <a:lnTo>
                  <a:pt x="7911" y="17255"/>
                </a:lnTo>
                <a:lnTo>
                  <a:pt x="6397" y="18042"/>
                </a:lnTo>
                <a:lnTo>
                  <a:pt x="5651" y="18466"/>
                </a:lnTo>
                <a:lnTo>
                  <a:pt x="4924" y="18889"/>
                </a:lnTo>
                <a:lnTo>
                  <a:pt x="4218" y="19354"/>
                </a:lnTo>
                <a:lnTo>
                  <a:pt x="3552" y="19838"/>
                </a:lnTo>
                <a:lnTo>
                  <a:pt x="2967" y="20322"/>
                </a:lnTo>
                <a:lnTo>
                  <a:pt x="2422" y="20827"/>
                </a:lnTo>
                <a:lnTo>
                  <a:pt x="2180" y="21069"/>
                </a:lnTo>
                <a:lnTo>
                  <a:pt x="1937" y="21331"/>
                </a:lnTo>
                <a:lnTo>
                  <a:pt x="1715" y="21594"/>
                </a:lnTo>
                <a:lnTo>
                  <a:pt x="1514" y="21856"/>
                </a:lnTo>
                <a:lnTo>
                  <a:pt x="1312" y="22138"/>
                </a:lnTo>
                <a:lnTo>
                  <a:pt x="1130" y="22401"/>
                </a:lnTo>
                <a:lnTo>
                  <a:pt x="949" y="22683"/>
                </a:lnTo>
                <a:lnTo>
                  <a:pt x="807" y="22966"/>
                </a:lnTo>
                <a:lnTo>
                  <a:pt x="565" y="23450"/>
                </a:lnTo>
                <a:lnTo>
                  <a:pt x="363" y="23975"/>
                </a:lnTo>
                <a:lnTo>
                  <a:pt x="222" y="24499"/>
                </a:lnTo>
                <a:lnTo>
                  <a:pt x="101" y="25044"/>
                </a:lnTo>
                <a:lnTo>
                  <a:pt x="40" y="25589"/>
                </a:lnTo>
                <a:lnTo>
                  <a:pt x="0" y="26154"/>
                </a:lnTo>
                <a:lnTo>
                  <a:pt x="20" y="26719"/>
                </a:lnTo>
                <a:lnTo>
                  <a:pt x="81" y="27284"/>
                </a:lnTo>
                <a:lnTo>
                  <a:pt x="141" y="27567"/>
                </a:lnTo>
                <a:lnTo>
                  <a:pt x="202" y="27849"/>
                </a:lnTo>
                <a:lnTo>
                  <a:pt x="262" y="28112"/>
                </a:lnTo>
                <a:lnTo>
                  <a:pt x="363" y="28394"/>
                </a:lnTo>
                <a:lnTo>
                  <a:pt x="444" y="28657"/>
                </a:lnTo>
                <a:lnTo>
                  <a:pt x="545" y="28899"/>
                </a:lnTo>
                <a:lnTo>
                  <a:pt x="666" y="29161"/>
                </a:lnTo>
                <a:lnTo>
                  <a:pt x="787" y="29403"/>
                </a:lnTo>
                <a:lnTo>
                  <a:pt x="928" y="29625"/>
                </a:lnTo>
                <a:lnTo>
                  <a:pt x="1070" y="29847"/>
                </a:lnTo>
                <a:lnTo>
                  <a:pt x="1231" y="30069"/>
                </a:lnTo>
                <a:lnTo>
                  <a:pt x="1393" y="30271"/>
                </a:lnTo>
                <a:lnTo>
                  <a:pt x="1574" y="30473"/>
                </a:lnTo>
                <a:lnTo>
                  <a:pt x="1756" y="30654"/>
                </a:lnTo>
                <a:lnTo>
                  <a:pt x="1958" y="30836"/>
                </a:lnTo>
                <a:lnTo>
                  <a:pt x="2159" y="31018"/>
                </a:lnTo>
                <a:lnTo>
                  <a:pt x="2543" y="31300"/>
                </a:lnTo>
                <a:lnTo>
                  <a:pt x="2967" y="31542"/>
                </a:lnTo>
                <a:lnTo>
                  <a:pt x="3390" y="31744"/>
                </a:lnTo>
                <a:lnTo>
                  <a:pt x="3854" y="31926"/>
                </a:lnTo>
                <a:lnTo>
                  <a:pt x="4339" y="32067"/>
                </a:lnTo>
                <a:lnTo>
                  <a:pt x="4843" y="32168"/>
                </a:lnTo>
                <a:lnTo>
                  <a:pt x="5348" y="32228"/>
                </a:lnTo>
                <a:lnTo>
                  <a:pt x="5893" y="32249"/>
                </a:lnTo>
                <a:lnTo>
                  <a:pt x="5933" y="32249"/>
                </a:lnTo>
                <a:lnTo>
                  <a:pt x="6438" y="32228"/>
                </a:lnTo>
                <a:lnTo>
                  <a:pt x="6922" y="32188"/>
                </a:lnTo>
                <a:lnTo>
                  <a:pt x="7426" y="32107"/>
                </a:lnTo>
                <a:lnTo>
                  <a:pt x="7911" y="31986"/>
                </a:lnTo>
                <a:lnTo>
                  <a:pt x="8395" y="31845"/>
                </a:lnTo>
                <a:lnTo>
                  <a:pt x="8879" y="31663"/>
                </a:lnTo>
                <a:lnTo>
                  <a:pt x="9343" y="31462"/>
                </a:lnTo>
                <a:lnTo>
                  <a:pt x="9787" y="31219"/>
                </a:lnTo>
                <a:lnTo>
                  <a:pt x="10211" y="30977"/>
                </a:lnTo>
                <a:lnTo>
                  <a:pt x="10635" y="30695"/>
                </a:lnTo>
                <a:lnTo>
                  <a:pt x="11039" y="30392"/>
                </a:lnTo>
                <a:lnTo>
                  <a:pt x="11442" y="30089"/>
                </a:lnTo>
                <a:lnTo>
                  <a:pt x="12209" y="29444"/>
                </a:lnTo>
                <a:lnTo>
                  <a:pt x="12956" y="28778"/>
                </a:lnTo>
                <a:lnTo>
                  <a:pt x="13480" y="28314"/>
                </a:lnTo>
                <a:lnTo>
                  <a:pt x="14005" y="27849"/>
                </a:lnTo>
                <a:lnTo>
                  <a:pt x="14550" y="27405"/>
                </a:lnTo>
                <a:lnTo>
                  <a:pt x="15115" y="26961"/>
                </a:lnTo>
                <a:lnTo>
                  <a:pt x="15559" y="26659"/>
                </a:lnTo>
                <a:lnTo>
                  <a:pt x="16023" y="26356"/>
                </a:lnTo>
                <a:lnTo>
                  <a:pt x="16507" y="26074"/>
                </a:lnTo>
                <a:lnTo>
                  <a:pt x="16992" y="25811"/>
                </a:lnTo>
                <a:lnTo>
                  <a:pt x="17960" y="25307"/>
                </a:lnTo>
                <a:lnTo>
                  <a:pt x="18949" y="24822"/>
                </a:lnTo>
                <a:lnTo>
                  <a:pt x="19918" y="24338"/>
                </a:lnTo>
                <a:lnTo>
                  <a:pt x="20886" y="23834"/>
                </a:lnTo>
                <a:lnTo>
                  <a:pt x="21351" y="23571"/>
                </a:lnTo>
                <a:lnTo>
                  <a:pt x="21835" y="23309"/>
                </a:lnTo>
                <a:lnTo>
                  <a:pt x="22299" y="23006"/>
                </a:lnTo>
                <a:lnTo>
                  <a:pt x="22743" y="22703"/>
                </a:lnTo>
                <a:lnTo>
                  <a:pt x="23227" y="22340"/>
                </a:lnTo>
                <a:lnTo>
                  <a:pt x="23691" y="21957"/>
                </a:lnTo>
                <a:lnTo>
                  <a:pt x="24135" y="21553"/>
                </a:lnTo>
                <a:lnTo>
                  <a:pt x="24559" y="21129"/>
                </a:lnTo>
                <a:lnTo>
                  <a:pt x="24983" y="20685"/>
                </a:lnTo>
                <a:lnTo>
                  <a:pt x="25366" y="20221"/>
                </a:lnTo>
                <a:lnTo>
                  <a:pt x="25750" y="19737"/>
                </a:lnTo>
                <a:lnTo>
                  <a:pt x="26093" y="19232"/>
                </a:lnTo>
                <a:lnTo>
                  <a:pt x="26436" y="18728"/>
                </a:lnTo>
                <a:lnTo>
                  <a:pt x="26739" y="18183"/>
                </a:lnTo>
                <a:lnTo>
                  <a:pt x="27021" y="17638"/>
                </a:lnTo>
                <a:lnTo>
                  <a:pt x="27304" y="17093"/>
                </a:lnTo>
                <a:lnTo>
                  <a:pt x="27546" y="16528"/>
                </a:lnTo>
                <a:lnTo>
                  <a:pt x="27748" y="15943"/>
                </a:lnTo>
                <a:lnTo>
                  <a:pt x="27949" y="15358"/>
                </a:lnTo>
                <a:lnTo>
                  <a:pt x="28111" y="14752"/>
                </a:lnTo>
                <a:lnTo>
                  <a:pt x="28252" y="14167"/>
                </a:lnTo>
                <a:lnTo>
                  <a:pt x="28353" y="13582"/>
                </a:lnTo>
                <a:lnTo>
                  <a:pt x="28454" y="12977"/>
                </a:lnTo>
                <a:lnTo>
                  <a:pt x="28514" y="12391"/>
                </a:lnTo>
                <a:lnTo>
                  <a:pt x="28555" y="11786"/>
                </a:lnTo>
                <a:lnTo>
                  <a:pt x="28555" y="11181"/>
                </a:lnTo>
                <a:lnTo>
                  <a:pt x="28555" y="10555"/>
                </a:lnTo>
                <a:lnTo>
                  <a:pt x="28514" y="9950"/>
                </a:lnTo>
                <a:lnTo>
                  <a:pt x="28454" y="9344"/>
                </a:lnTo>
                <a:lnTo>
                  <a:pt x="28373" y="8739"/>
                </a:lnTo>
                <a:lnTo>
                  <a:pt x="28272" y="8133"/>
                </a:lnTo>
                <a:lnTo>
                  <a:pt x="28151" y="7528"/>
                </a:lnTo>
                <a:lnTo>
                  <a:pt x="27990" y="6923"/>
                </a:lnTo>
                <a:lnTo>
                  <a:pt x="27828" y="6337"/>
                </a:lnTo>
                <a:lnTo>
                  <a:pt x="27627" y="5752"/>
                </a:lnTo>
                <a:lnTo>
                  <a:pt x="27405" y="5167"/>
                </a:lnTo>
                <a:lnTo>
                  <a:pt x="27142" y="4541"/>
                </a:lnTo>
                <a:lnTo>
                  <a:pt x="26860" y="3976"/>
                </a:lnTo>
                <a:lnTo>
                  <a:pt x="26557" y="3452"/>
                </a:lnTo>
                <a:lnTo>
                  <a:pt x="26234" y="2947"/>
                </a:lnTo>
                <a:lnTo>
                  <a:pt x="25911" y="2503"/>
                </a:lnTo>
                <a:lnTo>
                  <a:pt x="25548" y="2100"/>
                </a:lnTo>
                <a:lnTo>
                  <a:pt x="25185" y="1716"/>
                </a:lnTo>
                <a:lnTo>
                  <a:pt x="24801" y="1393"/>
                </a:lnTo>
                <a:lnTo>
                  <a:pt x="24438" y="1111"/>
                </a:lnTo>
                <a:lnTo>
                  <a:pt x="24055" y="889"/>
                </a:lnTo>
                <a:lnTo>
                  <a:pt x="23651" y="667"/>
                </a:lnTo>
                <a:lnTo>
                  <a:pt x="23227" y="485"/>
                </a:lnTo>
                <a:lnTo>
                  <a:pt x="22783" y="344"/>
                </a:lnTo>
                <a:lnTo>
                  <a:pt x="22339" y="223"/>
                </a:lnTo>
                <a:lnTo>
                  <a:pt x="21895" y="122"/>
                </a:lnTo>
                <a:lnTo>
                  <a:pt x="21411" y="61"/>
                </a:lnTo>
                <a:lnTo>
                  <a:pt x="20947" y="21"/>
                </a:lnTo>
                <a:lnTo>
                  <a:pt x="20483" y="1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68" name="Google Shape;1768;p20"/>
          <p:cNvSpPr/>
          <p:nvPr/>
        </p:nvSpPr>
        <p:spPr>
          <a:xfrm>
            <a:off x="366041" y="4664747"/>
            <a:ext cx="935332" cy="741278"/>
          </a:xfrm>
          <a:custGeom>
            <a:rect b="b" l="l" r="r" t="t"/>
            <a:pathLst>
              <a:path extrusionOk="0" h="13259" w="16730">
                <a:moveTo>
                  <a:pt x="14550" y="81"/>
                </a:moveTo>
                <a:lnTo>
                  <a:pt x="14772" y="122"/>
                </a:lnTo>
                <a:lnTo>
                  <a:pt x="15014" y="202"/>
                </a:lnTo>
                <a:lnTo>
                  <a:pt x="15216" y="324"/>
                </a:lnTo>
                <a:lnTo>
                  <a:pt x="15438" y="465"/>
                </a:lnTo>
                <a:lnTo>
                  <a:pt x="15640" y="667"/>
                </a:lnTo>
                <a:lnTo>
                  <a:pt x="15821" y="889"/>
                </a:lnTo>
                <a:lnTo>
                  <a:pt x="15983" y="1131"/>
                </a:lnTo>
                <a:lnTo>
                  <a:pt x="16144" y="1413"/>
                </a:lnTo>
                <a:lnTo>
                  <a:pt x="16245" y="1655"/>
                </a:lnTo>
                <a:lnTo>
                  <a:pt x="16346" y="1898"/>
                </a:lnTo>
                <a:lnTo>
                  <a:pt x="16427" y="2140"/>
                </a:lnTo>
                <a:lnTo>
                  <a:pt x="16487" y="2422"/>
                </a:lnTo>
                <a:lnTo>
                  <a:pt x="16548" y="2685"/>
                </a:lnTo>
                <a:lnTo>
                  <a:pt x="16588" y="2967"/>
                </a:lnTo>
                <a:lnTo>
                  <a:pt x="16628" y="3250"/>
                </a:lnTo>
                <a:lnTo>
                  <a:pt x="16649" y="3552"/>
                </a:lnTo>
                <a:lnTo>
                  <a:pt x="16649" y="3855"/>
                </a:lnTo>
                <a:lnTo>
                  <a:pt x="16649" y="4178"/>
                </a:lnTo>
                <a:lnTo>
                  <a:pt x="16588" y="4844"/>
                </a:lnTo>
                <a:lnTo>
                  <a:pt x="16487" y="5550"/>
                </a:lnTo>
                <a:lnTo>
                  <a:pt x="16326" y="6317"/>
                </a:lnTo>
                <a:lnTo>
                  <a:pt x="16144" y="7044"/>
                </a:lnTo>
                <a:lnTo>
                  <a:pt x="15942" y="7709"/>
                </a:lnTo>
                <a:lnTo>
                  <a:pt x="15720" y="8315"/>
                </a:lnTo>
                <a:lnTo>
                  <a:pt x="15458" y="8860"/>
                </a:lnTo>
                <a:lnTo>
                  <a:pt x="15317" y="9122"/>
                </a:lnTo>
                <a:lnTo>
                  <a:pt x="15176" y="9364"/>
                </a:lnTo>
                <a:lnTo>
                  <a:pt x="15014" y="9586"/>
                </a:lnTo>
                <a:lnTo>
                  <a:pt x="14873" y="9808"/>
                </a:lnTo>
                <a:lnTo>
                  <a:pt x="14691" y="10010"/>
                </a:lnTo>
                <a:lnTo>
                  <a:pt x="14530" y="10212"/>
                </a:lnTo>
                <a:lnTo>
                  <a:pt x="14348" y="10393"/>
                </a:lnTo>
                <a:lnTo>
                  <a:pt x="14146" y="10555"/>
                </a:lnTo>
                <a:lnTo>
                  <a:pt x="13803" y="10837"/>
                </a:lnTo>
                <a:lnTo>
                  <a:pt x="13440" y="11080"/>
                </a:lnTo>
                <a:lnTo>
                  <a:pt x="13036" y="11302"/>
                </a:lnTo>
                <a:lnTo>
                  <a:pt x="12633" y="11483"/>
                </a:lnTo>
                <a:lnTo>
                  <a:pt x="12229" y="11665"/>
                </a:lnTo>
                <a:lnTo>
                  <a:pt x="11805" y="11806"/>
                </a:lnTo>
                <a:lnTo>
                  <a:pt x="11402" y="11947"/>
                </a:lnTo>
                <a:lnTo>
                  <a:pt x="10978" y="12068"/>
                </a:lnTo>
                <a:lnTo>
                  <a:pt x="10373" y="12230"/>
                </a:lnTo>
                <a:lnTo>
                  <a:pt x="9787" y="12371"/>
                </a:lnTo>
                <a:lnTo>
                  <a:pt x="9202" y="12512"/>
                </a:lnTo>
                <a:lnTo>
                  <a:pt x="8597" y="12633"/>
                </a:lnTo>
                <a:lnTo>
                  <a:pt x="7991" y="12734"/>
                </a:lnTo>
                <a:lnTo>
                  <a:pt x="7386" y="12835"/>
                </a:lnTo>
                <a:lnTo>
                  <a:pt x="6801" y="12936"/>
                </a:lnTo>
                <a:lnTo>
                  <a:pt x="6195" y="12997"/>
                </a:lnTo>
                <a:lnTo>
                  <a:pt x="5590" y="13057"/>
                </a:lnTo>
                <a:lnTo>
                  <a:pt x="4964" y="13118"/>
                </a:lnTo>
                <a:lnTo>
                  <a:pt x="4359" y="13158"/>
                </a:lnTo>
                <a:lnTo>
                  <a:pt x="3754" y="13178"/>
                </a:lnTo>
                <a:lnTo>
                  <a:pt x="1917" y="13178"/>
                </a:lnTo>
                <a:lnTo>
                  <a:pt x="1312" y="13138"/>
                </a:lnTo>
                <a:lnTo>
                  <a:pt x="1070" y="13118"/>
                </a:lnTo>
                <a:lnTo>
                  <a:pt x="848" y="13077"/>
                </a:lnTo>
                <a:lnTo>
                  <a:pt x="646" y="13017"/>
                </a:lnTo>
                <a:lnTo>
                  <a:pt x="484" y="12956"/>
                </a:lnTo>
                <a:lnTo>
                  <a:pt x="343" y="12855"/>
                </a:lnTo>
                <a:lnTo>
                  <a:pt x="242" y="12754"/>
                </a:lnTo>
                <a:lnTo>
                  <a:pt x="162" y="12613"/>
                </a:lnTo>
                <a:lnTo>
                  <a:pt x="101" y="12472"/>
                </a:lnTo>
                <a:lnTo>
                  <a:pt x="81" y="12351"/>
                </a:lnTo>
                <a:lnTo>
                  <a:pt x="81" y="12210"/>
                </a:lnTo>
                <a:lnTo>
                  <a:pt x="101" y="12068"/>
                </a:lnTo>
                <a:lnTo>
                  <a:pt x="121" y="11907"/>
                </a:lnTo>
                <a:lnTo>
                  <a:pt x="182" y="11745"/>
                </a:lnTo>
                <a:lnTo>
                  <a:pt x="242" y="11584"/>
                </a:lnTo>
                <a:lnTo>
                  <a:pt x="384" y="11241"/>
                </a:lnTo>
                <a:lnTo>
                  <a:pt x="606" y="10878"/>
                </a:lnTo>
                <a:lnTo>
                  <a:pt x="848" y="10515"/>
                </a:lnTo>
                <a:lnTo>
                  <a:pt x="1110" y="10131"/>
                </a:lnTo>
                <a:lnTo>
                  <a:pt x="1413" y="9768"/>
                </a:lnTo>
                <a:lnTo>
                  <a:pt x="1715" y="9405"/>
                </a:lnTo>
                <a:lnTo>
                  <a:pt x="2038" y="9062"/>
                </a:lnTo>
                <a:lnTo>
                  <a:pt x="2341" y="8739"/>
                </a:lnTo>
                <a:lnTo>
                  <a:pt x="2644" y="8456"/>
                </a:lnTo>
                <a:lnTo>
                  <a:pt x="2926" y="8194"/>
                </a:lnTo>
                <a:lnTo>
                  <a:pt x="3189" y="7972"/>
                </a:lnTo>
                <a:lnTo>
                  <a:pt x="3411" y="7790"/>
                </a:lnTo>
                <a:lnTo>
                  <a:pt x="3592" y="7669"/>
                </a:lnTo>
                <a:lnTo>
                  <a:pt x="4198" y="7306"/>
                </a:lnTo>
                <a:lnTo>
                  <a:pt x="4823" y="6983"/>
                </a:lnTo>
                <a:lnTo>
                  <a:pt x="6095" y="6357"/>
                </a:lnTo>
                <a:lnTo>
                  <a:pt x="6720" y="6055"/>
                </a:lnTo>
                <a:lnTo>
                  <a:pt x="7346" y="5752"/>
                </a:lnTo>
                <a:lnTo>
                  <a:pt x="7971" y="5409"/>
                </a:lnTo>
                <a:lnTo>
                  <a:pt x="8597" y="5066"/>
                </a:lnTo>
                <a:lnTo>
                  <a:pt x="9101" y="4723"/>
                </a:lnTo>
                <a:lnTo>
                  <a:pt x="9606" y="4360"/>
                </a:lnTo>
                <a:lnTo>
                  <a:pt x="10110" y="3976"/>
                </a:lnTo>
                <a:lnTo>
                  <a:pt x="10574" y="3573"/>
                </a:lnTo>
                <a:lnTo>
                  <a:pt x="11018" y="3149"/>
                </a:lnTo>
                <a:lnTo>
                  <a:pt x="11442" y="2705"/>
                </a:lnTo>
                <a:lnTo>
                  <a:pt x="11866" y="2241"/>
                </a:lnTo>
                <a:lnTo>
                  <a:pt x="12249" y="1756"/>
                </a:lnTo>
                <a:lnTo>
                  <a:pt x="12290" y="1716"/>
                </a:lnTo>
                <a:lnTo>
                  <a:pt x="12754" y="1131"/>
                </a:lnTo>
                <a:lnTo>
                  <a:pt x="12996" y="868"/>
                </a:lnTo>
                <a:lnTo>
                  <a:pt x="13238" y="606"/>
                </a:lnTo>
                <a:lnTo>
                  <a:pt x="13521" y="404"/>
                </a:lnTo>
                <a:lnTo>
                  <a:pt x="13662" y="303"/>
                </a:lnTo>
                <a:lnTo>
                  <a:pt x="13803" y="223"/>
                </a:lnTo>
                <a:lnTo>
                  <a:pt x="13965" y="162"/>
                </a:lnTo>
                <a:lnTo>
                  <a:pt x="14126" y="122"/>
                </a:lnTo>
                <a:lnTo>
                  <a:pt x="14288" y="102"/>
                </a:lnTo>
                <a:lnTo>
                  <a:pt x="14449" y="81"/>
                </a:lnTo>
                <a:close/>
                <a:moveTo>
                  <a:pt x="14368" y="1"/>
                </a:moveTo>
                <a:lnTo>
                  <a:pt x="14187" y="21"/>
                </a:lnTo>
                <a:lnTo>
                  <a:pt x="14025" y="61"/>
                </a:lnTo>
                <a:lnTo>
                  <a:pt x="13864" y="122"/>
                </a:lnTo>
                <a:lnTo>
                  <a:pt x="13702" y="202"/>
                </a:lnTo>
                <a:lnTo>
                  <a:pt x="13541" y="283"/>
                </a:lnTo>
                <a:lnTo>
                  <a:pt x="13400" y="384"/>
                </a:lnTo>
                <a:lnTo>
                  <a:pt x="13238" y="505"/>
                </a:lnTo>
                <a:lnTo>
                  <a:pt x="12976" y="768"/>
                </a:lnTo>
                <a:lnTo>
                  <a:pt x="12714" y="1050"/>
                </a:lnTo>
                <a:lnTo>
                  <a:pt x="12451" y="1353"/>
                </a:lnTo>
                <a:lnTo>
                  <a:pt x="12229" y="1655"/>
                </a:lnTo>
                <a:lnTo>
                  <a:pt x="12189" y="1716"/>
                </a:lnTo>
                <a:lnTo>
                  <a:pt x="11805" y="2200"/>
                </a:lnTo>
                <a:lnTo>
                  <a:pt x="11382" y="2664"/>
                </a:lnTo>
                <a:lnTo>
                  <a:pt x="10958" y="3088"/>
                </a:lnTo>
                <a:lnTo>
                  <a:pt x="10514" y="3512"/>
                </a:lnTo>
                <a:lnTo>
                  <a:pt x="10050" y="3916"/>
                </a:lnTo>
                <a:lnTo>
                  <a:pt x="9565" y="4299"/>
                </a:lnTo>
                <a:lnTo>
                  <a:pt x="9061" y="4662"/>
                </a:lnTo>
                <a:lnTo>
                  <a:pt x="8556" y="4985"/>
                </a:lnTo>
                <a:lnTo>
                  <a:pt x="7931" y="5348"/>
                </a:lnTo>
                <a:lnTo>
                  <a:pt x="7305" y="5671"/>
                </a:lnTo>
                <a:lnTo>
                  <a:pt x="6680" y="5994"/>
                </a:lnTo>
                <a:lnTo>
                  <a:pt x="6054" y="6297"/>
                </a:lnTo>
                <a:lnTo>
                  <a:pt x="4783" y="6902"/>
                </a:lnTo>
                <a:lnTo>
                  <a:pt x="4157" y="7245"/>
                </a:lnTo>
                <a:lnTo>
                  <a:pt x="3552" y="7588"/>
                </a:lnTo>
                <a:lnTo>
                  <a:pt x="3370" y="7709"/>
                </a:lnTo>
                <a:lnTo>
                  <a:pt x="3168" y="7891"/>
                </a:lnTo>
                <a:lnTo>
                  <a:pt x="2624" y="8375"/>
                </a:lnTo>
                <a:lnTo>
                  <a:pt x="2321" y="8658"/>
                </a:lnTo>
                <a:lnTo>
                  <a:pt x="1998" y="8981"/>
                </a:lnTo>
                <a:lnTo>
                  <a:pt x="1675" y="9344"/>
                </a:lnTo>
                <a:lnTo>
                  <a:pt x="1352" y="9707"/>
                </a:lnTo>
                <a:lnTo>
                  <a:pt x="1050" y="10071"/>
                </a:lnTo>
                <a:lnTo>
                  <a:pt x="787" y="10454"/>
                </a:lnTo>
                <a:lnTo>
                  <a:pt x="525" y="10837"/>
                </a:lnTo>
                <a:lnTo>
                  <a:pt x="323" y="11201"/>
                </a:lnTo>
                <a:lnTo>
                  <a:pt x="162" y="11564"/>
                </a:lnTo>
                <a:lnTo>
                  <a:pt x="101" y="11725"/>
                </a:lnTo>
                <a:lnTo>
                  <a:pt x="41" y="11907"/>
                </a:lnTo>
                <a:lnTo>
                  <a:pt x="20" y="12068"/>
                </a:lnTo>
                <a:lnTo>
                  <a:pt x="0" y="12210"/>
                </a:lnTo>
                <a:lnTo>
                  <a:pt x="0" y="12371"/>
                </a:lnTo>
                <a:lnTo>
                  <a:pt x="41" y="12492"/>
                </a:lnTo>
                <a:lnTo>
                  <a:pt x="81" y="12654"/>
                </a:lnTo>
                <a:lnTo>
                  <a:pt x="182" y="12795"/>
                </a:lnTo>
                <a:lnTo>
                  <a:pt x="283" y="12916"/>
                </a:lnTo>
                <a:lnTo>
                  <a:pt x="444" y="13017"/>
                </a:lnTo>
                <a:lnTo>
                  <a:pt x="606" y="13098"/>
                </a:lnTo>
                <a:lnTo>
                  <a:pt x="807" y="13158"/>
                </a:lnTo>
                <a:lnTo>
                  <a:pt x="1050" y="13198"/>
                </a:lnTo>
                <a:lnTo>
                  <a:pt x="1312" y="13219"/>
                </a:lnTo>
                <a:lnTo>
                  <a:pt x="2099" y="13259"/>
                </a:lnTo>
                <a:lnTo>
                  <a:pt x="2886" y="13259"/>
                </a:lnTo>
                <a:lnTo>
                  <a:pt x="3915" y="13239"/>
                </a:lnTo>
                <a:lnTo>
                  <a:pt x="4944" y="13198"/>
                </a:lnTo>
                <a:lnTo>
                  <a:pt x="5973" y="13098"/>
                </a:lnTo>
                <a:lnTo>
                  <a:pt x="6982" y="12976"/>
                </a:lnTo>
                <a:lnTo>
                  <a:pt x="7991" y="12835"/>
                </a:lnTo>
                <a:lnTo>
                  <a:pt x="9000" y="12633"/>
                </a:lnTo>
                <a:lnTo>
                  <a:pt x="10009" y="12411"/>
                </a:lnTo>
                <a:lnTo>
                  <a:pt x="10998" y="12149"/>
                </a:lnTo>
                <a:lnTo>
                  <a:pt x="11422" y="12028"/>
                </a:lnTo>
                <a:lnTo>
                  <a:pt x="11846" y="11887"/>
                </a:lnTo>
                <a:lnTo>
                  <a:pt x="12270" y="11725"/>
                </a:lnTo>
                <a:lnTo>
                  <a:pt x="12673" y="11564"/>
                </a:lnTo>
                <a:lnTo>
                  <a:pt x="13077" y="11362"/>
                </a:lnTo>
                <a:lnTo>
                  <a:pt x="13480" y="11160"/>
                </a:lnTo>
                <a:lnTo>
                  <a:pt x="13844" y="10898"/>
                </a:lnTo>
                <a:lnTo>
                  <a:pt x="14207" y="10615"/>
                </a:lnTo>
                <a:lnTo>
                  <a:pt x="14409" y="10454"/>
                </a:lnTo>
                <a:lnTo>
                  <a:pt x="14590" y="10272"/>
                </a:lnTo>
                <a:lnTo>
                  <a:pt x="14752" y="10071"/>
                </a:lnTo>
                <a:lnTo>
                  <a:pt x="14933" y="9869"/>
                </a:lnTo>
                <a:lnTo>
                  <a:pt x="15095" y="9647"/>
                </a:lnTo>
                <a:lnTo>
                  <a:pt x="15236" y="9405"/>
                </a:lnTo>
                <a:lnTo>
                  <a:pt x="15398" y="9162"/>
                </a:lnTo>
                <a:lnTo>
                  <a:pt x="15519" y="8900"/>
                </a:lnTo>
                <a:lnTo>
                  <a:pt x="15781" y="8355"/>
                </a:lnTo>
                <a:lnTo>
                  <a:pt x="16023" y="7730"/>
                </a:lnTo>
                <a:lnTo>
                  <a:pt x="16225" y="7064"/>
                </a:lnTo>
                <a:lnTo>
                  <a:pt x="16407" y="6337"/>
                </a:lnTo>
                <a:lnTo>
                  <a:pt x="16568" y="5570"/>
                </a:lnTo>
                <a:lnTo>
                  <a:pt x="16669" y="4844"/>
                </a:lnTo>
                <a:lnTo>
                  <a:pt x="16729" y="4178"/>
                </a:lnTo>
                <a:lnTo>
                  <a:pt x="16729" y="3855"/>
                </a:lnTo>
                <a:lnTo>
                  <a:pt x="16729" y="3532"/>
                </a:lnTo>
                <a:lnTo>
                  <a:pt x="16709" y="3250"/>
                </a:lnTo>
                <a:lnTo>
                  <a:pt x="16669" y="2947"/>
                </a:lnTo>
                <a:lnTo>
                  <a:pt x="16628" y="2664"/>
                </a:lnTo>
                <a:lnTo>
                  <a:pt x="16568" y="2382"/>
                </a:lnTo>
                <a:lnTo>
                  <a:pt x="16507" y="2120"/>
                </a:lnTo>
                <a:lnTo>
                  <a:pt x="16427" y="1857"/>
                </a:lnTo>
                <a:lnTo>
                  <a:pt x="16326" y="1615"/>
                </a:lnTo>
                <a:lnTo>
                  <a:pt x="16205" y="1373"/>
                </a:lnTo>
                <a:lnTo>
                  <a:pt x="16063" y="1090"/>
                </a:lnTo>
                <a:lnTo>
                  <a:pt x="15882" y="828"/>
                </a:lnTo>
                <a:lnTo>
                  <a:pt x="15680" y="606"/>
                </a:lnTo>
                <a:lnTo>
                  <a:pt x="15478" y="404"/>
                </a:lnTo>
                <a:lnTo>
                  <a:pt x="15256" y="243"/>
                </a:lnTo>
                <a:lnTo>
                  <a:pt x="15034" y="122"/>
                </a:lnTo>
                <a:lnTo>
                  <a:pt x="14792" y="41"/>
                </a:lnTo>
                <a:lnTo>
                  <a:pt x="14550" y="1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69" name="Google Shape;1769;p20"/>
          <p:cNvSpPr/>
          <p:nvPr/>
        </p:nvSpPr>
        <p:spPr>
          <a:xfrm>
            <a:off x="-555688" y="3574908"/>
            <a:ext cx="1395619" cy="1650669"/>
          </a:xfrm>
          <a:custGeom>
            <a:rect b="b" l="l" r="r" t="t"/>
            <a:pathLst>
              <a:path extrusionOk="0" h="29525" w="24963">
                <a:moveTo>
                  <a:pt x="18727" y="81"/>
                </a:moveTo>
                <a:lnTo>
                  <a:pt x="19211" y="102"/>
                </a:lnTo>
                <a:lnTo>
                  <a:pt x="19514" y="142"/>
                </a:lnTo>
                <a:lnTo>
                  <a:pt x="19837" y="223"/>
                </a:lnTo>
                <a:lnTo>
                  <a:pt x="20140" y="303"/>
                </a:lnTo>
                <a:lnTo>
                  <a:pt x="20442" y="404"/>
                </a:lnTo>
                <a:lnTo>
                  <a:pt x="20745" y="525"/>
                </a:lnTo>
                <a:lnTo>
                  <a:pt x="21048" y="667"/>
                </a:lnTo>
                <a:lnTo>
                  <a:pt x="21330" y="828"/>
                </a:lnTo>
                <a:lnTo>
                  <a:pt x="21613" y="1010"/>
                </a:lnTo>
                <a:lnTo>
                  <a:pt x="21895" y="1212"/>
                </a:lnTo>
                <a:lnTo>
                  <a:pt x="22158" y="1413"/>
                </a:lnTo>
                <a:lnTo>
                  <a:pt x="22420" y="1655"/>
                </a:lnTo>
                <a:lnTo>
                  <a:pt x="22662" y="1898"/>
                </a:lnTo>
                <a:lnTo>
                  <a:pt x="22904" y="2160"/>
                </a:lnTo>
                <a:lnTo>
                  <a:pt x="23126" y="2443"/>
                </a:lnTo>
                <a:lnTo>
                  <a:pt x="23328" y="2725"/>
                </a:lnTo>
                <a:lnTo>
                  <a:pt x="23530" y="3028"/>
                </a:lnTo>
                <a:lnTo>
                  <a:pt x="23691" y="3290"/>
                </a:lnTo>
                <a:lnTo>
                  <a:pt x="23833" y="3573"/>
                </a:lnTo>
                <a:lnTo>
                  <a:pt x="24095" y="4138"/>
                </a:lnTo>
                <a:lnTo>
                  <a:pt x="24317" y="4723"/>
                </a:lnTo>
                <a:lnTo>
                  <a:pt x="24499" y="5369"/>
                </a:lnTo>
                <a:lnTo>
                  <a:pt x="24660" y="6035"/>
                </a:lnTo>
                <a:lnTo>
                  <a:pt x="24761" y="6721"/>
                </a:lnTo>
                <a:lnTo>
                  <a:pt x="24842" y="7467"/>
                </a:lnTo>
                <a:lnTo>
                  <a:pt x="24882" y="8214"/>
                </a:lnTo>
                <a:lnTo>
                  <a:pt x="24882" y="8880"/>
                </a:lnTo>
                <a:lnTo>
                  <a:pt x="24862" y="9546"/>
                </a:lnTo>
                <a:lnTo>
                  <a:pt x="24822" y="10232"/>
                </a:lnTo>
                <a:lnTo>
                  <a:pt x="24761" y="10938"/>
                </a:lnTo>
                <a:lnTo>
                  <a:pt x="24660" y="11665"/>
                </a:lnTo>
                <a:lnTo>
                  <a:pt x="24539" y="12411"/>
                </a:lnTo>
                <a:lnTo>
                  <a:pt x="24398" y="13178"/>
                </a:lnTo>
                <a:lnTo>
                  <a:pt x="24216" y="13986"/>
                </a:lnTo>
                <a:lnTo>
                  <a:pt x="23994" y="14853"/>
                </a:lnTo>
                <a:lnTo>
                  <a:pt x="23873" y="15297"/>
                </a:lnTo>
                <a:lnTo>
                  <a:pt x="23732" y="15721"/>
                </a:lnTo>
                <a:lnTo>
                  <a:pt x="23570" y="16145"/>
                </a:lnTo>
                <a:lnTo>
                  <a:pt x="23369" y="16569"/>
                </a:lnTo>
                <a:lnTo>
                  <a:pt x="23167" y="16972"/>
                </a:lnTo>
                <a:lnTo>
                  <a:pt x="22925" y="17356"/>
                </a:lnTo>
                <a:lnTo>
                  <a:pt x="22682" y="17658"/>
                </a:lnTo>
                <a:lnTo>
                  <a:pt x="22440" y="17961"/>
                </a:lnTo>
                <a:lnTo>
                  <a:pt x="22158" y="18244"/>
                </a:lnTo>
                <a:lnTo>
                  <a:pt x="21875" y="18506"/>
                </a:lnTo>
                <a:lnTo>
                  <a:pt x="21573" y="18748"/>
                </a:lnTo>
                <a:lnTo>
                  <a:pt x="21270" y="18990"/>
                </a:lnTo>
                <a:lnTo>
                  <a:pt x="20947" y="19212"/>
                </a:lnTo>
                <a:lnTo>
                  <a:pt x="20604" y="19414"/>
                </a:lnTo>
                <a:lnTo>
                  <a:pt x="20261" y="19616"/>
                </a:lnTo>
                <a:lnTo>
                  <a:pt x="19918" y="19818"/>
                </a:lnTo>
                <a:lnTo>
                  <a:pt x="19211" y="20181"/>
                </a:lnTo>
                <a:lnTo>
                  <a:pt x="18465" y="20524"/>
                </a:lnTo>
                <a:lnTo>
                  <a:pt x="17738" y="20847"/>
                </a:lnTo>
                <a:lnTo>
                  <a:pt x="17133" y="21109"/>
                </a:lnTo>
                <a:lnTo>
                  <a:pt x="16245" y="21513"/>
                </a:lnTo>
                <a:lnTo>
                  <a:pt x="15418" y="21916"/>
                </a:lnTo>
                <a:lnTo>
                  <a:pt x="14651" y="22340"/>
                </a:lnTo>
                <a:lnTo>
                  <a:pt x="13924" y="22744"/>
                </a:lnTo>
                <a:lnTo>
                  <a:pt x="13258" y="23167"/>
                </a:lnTo>
                <a:lnTo>
                  <a:pt x="12633" y="23611"/>
                </a:lnTo>
                <a:lnTo>
                  <a:pt x="12048" y="24055"/>
                </a:lnTo>
                <a:lnTo>
                  <a:pt x="11503" y="24520"/>
                </a:lnTo>
                <a:lnTo>
                  <a:pt x="11099" y="24883"/>
                </a:lnTo>
                <a:lnTo>
                  <a:pt x="10695" y="25246"/>
                </a:lnTo>
                <a:lnTo>
                  <a:pt x="9949" y="26013"/>
                </a:lnTo>
                <a:lnTo>
                  <a:pt x="9323" y="26638"/>
                </a:lnTo>
                <a:lnTo>
                  <a:pt x="8698" y="27244"/>
                </a:lnTo>
                <a:lnTo>
                  <a:pt x="8355" y="27526"/>
                </a:lnTo>
                <a:lnTo>
                  <a:pt x="8032" y="27809"/>
                </a:lnTo>
                <a:lnTo>
                  <a:pt x="7668" y="28091"/>
                </a:lnTo>
                <a:lnTo>
                  <a:pt x="7325" y="28334"/>
                </a:lnTo>
                <a:lnTo>
                  <a:pt x="6902" y="28596"/>
                </a:lnTo>
                <a:lnTo>
                  <a:pt x="6498" y="28818"/>
                </a:lnTo>
                <a:lnTo>
                  <a:pt x="6094" y="29000"/>
                </a:lnTo>
                <a:lnTo>
                  <a:pt x="5711" y="29141"/>
                </a:lnTo>
                <a:lnTo>
                  <a:pt x="5328" y="29262"/>
                </a:lnTo>
                <a:lnTo>
                  <a:pt x="4964" y="29343"/>
                </a:lnTo>
                <a:lnTo>
                  <a:pt x="4601" y="29403"/>
                </a:lnTo>
                <a:lnTo>
                  <a:pt x="4238" y="29423"/>
                </a:lnTo>
                <a:lnTo>
                  <a:pt x="3915" y="29423"/>
                </a:lnTo>
                <a:lnTo>
                  <a:pt x="3592" y="29403"/>
                </a:lnTo>
                <a:lnTo>
                  <a:pt x="3289" y="29363"/>
                </a:lnTo>
                <a:lnTo>
                  <a:pt x="2987" y="29302"/>
                </a:lnTo>
                <a:lnTo>
                  <a:pt x="2724" y="29221"/>
                </a:lnTo>
                <a:lnTo>
                  <a:pt x="2462" y="29121"/>
                </a:lnTo>
                <a:lnTo>
                  <a:pt x="2240" y="29020"/>
                </a:lnTo>
                <a:lnTo>
                  <a:pt x="2018" y="28899"/>
                </a:lnTo>
                <a:lnTo>
                  <a:pt x="1715" y="28677"/>
                </a:lnTo>
                <a:lnTo>
                  <a:pt x="1433" y="28414"/>
                </a:lnTo>
                <a:lnTo>
                  <a:pt x="1170" y="28132"/>
                </a:lnTo>
                <a:lnTo>
                  <a:pt x="928" y="27809"/>
                </a:lnTo>
                <a:lnTo>
                  <a:pt x="706" y="27446"/>
                </a:lnTo>
                <a:lnTo>
                  <a:pt x="525" y="27062"/>
                </a:lnTo>
                <a:lnTo>
                  <a:pt x="363" y="26659"/>
                </a:lnTo>
                <a:lnTo>
                  <a:pt x="242" y="26235"/>
                </a:lnTo>
                <a:lnTo>
                  <a:pt x="182" y="25952"/>
                </a:lnTo>
                <a:lnTo>
                  <a:pt x="121" y="25670"/>
                </a:lnTo>
                <a:lnTo>
                  <a:pt x="101" y="25387"/>
                </a:lnTo>
                <a:lnTo>
                  <a:pt x="81" y="25105"/>
                </a:lnTo>
                <a:lnTo>
                  <a:pt x="81" y="24802"/>
                </a:lnTo>
                <a:lnTo>
                  <a:pt x="81" y="24520"/>
                </a:lnTo>
                <a:lnTo>
                  <a:pt x="101" y="24237"/>
                </a:lnTo>
                <a:lnTo>
                  <a:pt x="141" y="23954"/>
                </a:lnTo>
                <a:lnTo>
                  <a:pt x="202" y="23672"/>
                </a:lnTo>
                <a:lnTo>
                  <a:pt x="262" y="23389"/>
                </a:lnTo>
                <a:lnTo>
                  <a:pt x="343" y="23107"/>
                </a:lnTo>
                <a:lnTo>
                  <a:pt x="424" y="22824"/>
                </a:lnTo>
                <a:lnTo>
                  <a:pt x="545" y="22562"/>
                </a:lnTo>
                <a:lnTo>
                  <a:pt x="666" y="22300"/>
                </a:lnTo>
                <a:lnTo>
                  <a:pt x="787" y="22037"/>
                </a:lnTo>
                <a:lnTo>
                  <a:pt x="928" y="21795"/>
                </a:lnTo>
                <a:lnTo>
                  <a:pt x="1211" y="21392"/>
                </a:lnTo>
                <a:lnTo>
                  <a:pt x="1514" y="21008"/>
                </a:lnTo>
                <a:lnTo>
                  <a:pt x="1836" y="20645"/>
                </a:lnTo>
                <a:lnTo>
                  <a:pt x="2200" y="20302"/>
                </a:lnTo>
                <a:lnTo>
                  <a:pt x="2563" y="19959"/>
                </a:lnTo>
                <a:lnTo>
                  <a:pt x="2926" y="19656"/>
                </a:lnTo>
                <a:lnTo>
                  <a:pt x="3693" y="19071"/>
                </a:lnTo>
                <a:lnTo>
                  <a:pt x="4238" y="18687"/>
                </a:lnTo>
                <a:lnTo>
                  <a:pt x="4803" y="18304"/>
                </a:lnTo>
                <a:lnTo>
                  <a:pt x="5368" y="17921"/>
                </a:lnTo>
                <a:lnTo>
                  <a:pt x="5953" y="17557"/>
                </a:lnTo>
                <a:lnTo>
                  <a:pt x="6518" y="17194"/>
                </a:lnTo>
                <a:lnTo>
                  <a:pt x="7124" y="16851"/>
                </a:lnTo>
                <a:lnTo>
                  <a:pt x="7709" y="16528"/>
                </a:lnTo>
                <a:lnTo>
                  <a:pt x="8314" y="16205"/>
                </a:lnTo>
                <a:lnTo>
                  <a:pt x="8556" y="16084"/>
                </a:lnTo>
                <a:lnTo>
                  <a:pt x="9162" y="15761"/>
                </a:lnTo>
                <a:lnTo>
                  <a:pt x="9464" y="15580"/>
                </a:lnTo>
                <a:lnTo>
                  <a:pt x="9767" y="15398"/>
                </a:lnTo>
                <a:lnTo>
                  <a:pt x="10050" y="15196"/>
                </a:lnTo>
                <a:lnTo>
                  <a:pt x="10312" y="14995"/>
                </a:lnTo>
                <a:lnTo>
                  <a:pt x="10574" y="14752"/>
                </a:lnTo>
                <a:lnTo>
                  <a:pt x="10796" y="14490"/>
                </a:lnTo>
                <a:lnTo>
                  <a:pt x="10938" y="14308"/>
                </a:lnTo>
                <a:lnTo>
                  <a:pt x="11059" y="14107"/>
                </a:lnTo>
                <a:lnTo>
                  <a:pt x="11180" y="13905"/>
                </a:lnTo>
                <a:lnTo>
                  <a:pt x="11281" y="13683"/>
                </a:lnTo>
                <a:lnTo>
                  <a:pt x="11482" y="13219"/>
                </a:lnTo>
                <a:lnTo>
                  <a:pt x="11624" y="12755"/>
                </a:lnTo>
                <a:lnTo>
                  <a:pt x="11745" y="12270"/>
                </a:lnTo>
                <a:lnTo>
                  <a:pt x="11846" y="11766"/>
                </a:lnTo>
                <a:lnTo>
                  <a:pt x="11926" y="11261"/>
                </a:lnTo>
                <a:lnTo>
                  <a:pt x="11987" y="10777"/>
                </a:lnTo>
                <a:lnTo>
                  <a:pt x="12088" y="9889"/>
                </a:lnTo>
                <a:lnTo>
                  <a:pt x="12169" y="9001"/>
                </a:lnTo>
                <a:lnTo>
                  <a:pt x="12229" y="8153"/>
                </a:lnTo>
                <a:lnTo>
                  <a:pt x="12330" y="7286"/>
                </a:lnTo>
                <a:lnTo>
                  <a:pt x="12451" y="6438"/>
                </a:lnTo>
                <a:lnTo>
                  <a:pt x="12532" y="6014"/>
                </a:lnTo>
                <a:lnTo>
                  <a:pt x="12633" y="5591"/>
                </a:lnTo>
                <a:lnTo>
                  <a:pt x="12814" y="5005"/>
                </a:lnTo>
                <a:lnTo>
                  <a:pt x="13016" y="4420"/>
                </a:lnTo>
                <a:lnTo>
                  <a:pt x="13258" y="3875"/>
                </a:lnTo>
                <a:lnTo>
                  <a:pt x="13541" y="3351"/>
                </a:lnTo>
                <a:lnTo>
                  <a:pt x="13844" y="2866"/>
                </a:lnTo>
                <a:lnTo>
                  <a:pt x="14187" y="2422"/>
                </a:lnTo>
                <a:lnTo>
                  <a:pt x="14550" y="1999"/>
                </a:lnTo>
                <a:lnTo>
                  <a:pt x="14933" y="1615"/>
                </a:lnTo>
                <a:lnTo>
                  <a:pt x="15135" y="1434"/>
                </a:lnTo>
                <a:lnTo>
                  <a:pt x="15357" y="1272"/>
                </a:lnTo>
                <a:lnTo>
                  <a:pt x="15801" y="949"/>
                </a:lnTo>
                <a:lnTo>
                  <a:pt x="16265" y="707"/>
                </a:lnTo>
                <a:lnTo>
                  <a:pt x="16729" y="485"/>
                </a:lnTo>
                <a:lnTo>
                  <a:pt x="17234" y="303"/>
                </a:lnTo>
                <a:lnTo>
                  <a:pt x="17738" y="182"/>
                </a:lnTo>
                <a:lnTo>
                  <a:pt x="17980" y="142"/>
                </a:lnTo>
                <a:lnTo>
                  <a:pt x="18223" y="102"/>
                </a:lnTo>
                <a:lnTo>
                  <a:pt x="18485" y="81"/>
                </a:lnTo>
                <a:close/>
                <a:moveTo>
                  <a:pt x="18646" y="1"/>
                </a:moveTo>
                <a:lnTo>
                  <a:pt x="18364" y="21"/>
                </a:lnTo>
                <a:lnTo>
                  <a:pt x="18081" y="41"/>
                </a:lnTo>
                <a:lnTo>
                  <a:pt x="17799" y="81"/>
                </a:lnTo>
                <a:lnTo>
                  <a:pt x="17516" y="142"/>
                </a:lnTo>
                <a:lnTo>
                  <a:pt x="17234" y="223"/>
                </a:lnTo>
                <a:lnTo>
                  <a:pt x="16951" y="324"/>
                </a:lnTo>
                <a:lnTo>
                  <a:pt x="16669" y="425"/>
                </a:lnTo>
                <a:lnTo>
                  <a:pt x="16406" y="546"/>
                </a:lnTo>
                <a:lnTo>
                  <a:pt x="16124" y="667"/>
                </a:lnTo>
                <a:lnTo>
                  <a:pt x="15862" y="828"/>
                </a:lnTo>
                <a:lnTo>
                  <a:pt x="15599" y="990"/>
                </a:lnTo>
                <a:lnTo>
                  <a:pt x="15357" y="1151"/>
                </a:lnTo>
                <a:lnTo>
                  <a:pt x="15115" y="1353"/>
                </a:lnTo>
                <a:lnTo>
                  <a:pt x="14873" y="1555"/>
                </a:lnTo>
                <a:lnTo>
                  <a:pt x="14489" y="1938"/>
                </a:lnTo>
                <a:lnTo>
                  <a:pt x="14126" y="2362"/>
                </a:lnTo>
                <a:lnTo>
                  <a:pt x="13783" y="2826"/>
                </a:lnTo>
                <a:lnTo>
                  <a:pt x="13460" y="3310"/>
                </a:lnTo>
                <a:lnTo>
                  <a:pt x="13198" y="3835"/>
                </a:lnTo>
                <a:lnTo>
                  <a:pt x="12956" y="4400"/>
                </a:lnTo>
                <a:lnTo>
                  <a:pt x="12734" y="4965"/>
                </a:lnTo>
                <a:lnTo>
                  <a:pt x="12552" y="5570"/>
                </a:lnTo>
                <a:lnTo>
                  <a:pt x="12471" y="5994"/>
                </a:lnTo>
                <a:lnTo>
                  <a:pt x="12370" y="6418"/>
                </a:lnTo>
                <a:lnTo>
                  <a:pt x="12310" y="6842"/>
                </a:lnTo>
                <a:lnTo>
                  <a:pt x="12249" y="7286"/>
                </a:lnTo>
                <a:lnTo>
                  <a:pt x="12148" y="8133"/>
                </a:lnTo>
                <a:lnTo>
                  <a:pt x="12088" y="9001"/>
                </a:lnTo>
                <a:lnTo>
                  <a:pt x="12007" y="9889"/>
                </a:lnTo>
                <a:lnTo>
                  <a:pt x="11906" y="10777"/>
                </a:lnTo>
                <a:lnTo>
                  <a:pt x="11846" y="11261"/>
                </a:lnTo>
                <a:lnTo>
                  <a:pt x="11765" y="11746"/>
                </a:lnTo>
                <a:lnTo>
                  <a:pt x="11664" y="12230"/>
                </a:lnTo>
                <a:lnTo>
                  <a:pt x="11543" y="12714"/>
                </a:lnTo>
                <a:lnTo>
                  <a:pt x="11402" y="13198"/>
                </a:lnTo>
                <a:lnTo>
                  <a:pt x="11220" y="13642"/>
                </a:lnTo>
                <a:lnTo>
                  <a:pt x="11119" y="13844"/>
                </a:lnTo>
                <a:lnTo>
                  <a:pt x="10998" y="14066"/>
                </a:lnTo>
                <a:lnTo>
                  <a:pt x="10877" y="14248"/>
                </a:lnTo>
                <a:lnTo>
                  <a:pt x="10736" y="14450"/>
                </a:lnTo>
                <a:lnTo>
                  <a:pt x="10514" y="14692"/>
                </a:lnTo>
                <a:lnTo>
                  <a:pt x="10272" y="14934"/>
                </a:lnTo>
                <a:lnTo>
                  <a:pt x="9989" y="15136"/>
                </a:lnTo>
                <a:lnTo>
                  <a:pt x="9707" y="15338"/>
                </a:lnTo>
                <a:lnTo>
                  <a:pt x="9424" y="15519"/>
                </a:lnTo>
                <a:lnTo>
                  <a:pt x="9121" y="15681"/>
                </a:lnTo>
                <a:lnTo>
                  <a:pt x="8516" y="16004"/>
                </a:lnTo>
                <a:lnTo>
                  <a:pt x="8274" y="16145"/>
                </a:lnTo>
                <a:lnTo>
                  <a:pt x="7668" y="16447"/>
                </a:lnTo>
                <a:lnTo>
                  <a:pt x="7083" y="16791"/>
                </a:lnTo>
                <a:lnTo>
                  <a:pt x="6478" y="17134"/>
                </a:lnTo>
                <a:lnTo>
                  <a:pt x="5913" y="17497"/>
                </a:lnTo>
                <a:lnTo>
                  <a:pt x="5328" y="17860"/>
                </a:lnTo>
                <a:lnTo>
                  <a:pt x="4763" y="18223"/>
                </a:lnTo>
                <a:lnTo>
                  <a:pt x="4198" y="18607"/>
                </a:lnTo>
                <a:lnTo>
                  <a:pt x="3653" y="19010"/>
                </a:lnTo>
                <a:lnTo>
                  <a:pt x="2866" y="19596"/>
                </a:lnTo>
                <a:lnTo>
                  <a:pt x="2502" y="19918"/>
                </a:lnTo>
                <a:lnTo>
                  <a:pt x="2139" y="20241"/>
                </a:lnTo>
                <a:lnTo>
                  <a:pt x="1776" y="20584"/>
                </a:lnTo>
                <a:lnTo>
                  <a:pt x="1453" y="20948"/>
                </a:lnTo>
                <a:lnTo>
                  <a:pt x="1150" y="21331"/>
                </a:lnTo>
                <a:lnTo>
                  <a:pt x="868" y="21755"/>
                </a:lnTo>
                <a:lnTo>
                  <a:pt x="727" y="21997"/>
                </a:lnTo>
                <a:lnTo>
                  <a:pt x="585" y="22259"/>
                </a:lnTo>
                <a:lnTo>
                  <a:pt x="464" y="22542"/>
                </a:lnTo>
                <a:lnTo>
                  <a:pt x="363" y="22804"/>
                </a:lnTo>
                <a:lnTo>
                  <a:pt x="262" y="23087"/>
                </a:lnTo>
                <a:lnTo>
                  <a:pt x="182" y="23369"/>
                </a:lnTo>
                <a:lnTo>
                  <a:pt x="121" y="23652"/>
                </a:lnTo>
                <a:lnTo>
                  <a:pt x="61" y="23934"/>
                </a:lnTo>
                <a:lnTo>
                  <a:pt x="20" y="24217"/>
                </a:lnTo>
                <a:lnTo>
                  <a:pt x="0" y="24520"/>
                </a:lnTo>
                <a:lnTo>
                  <a:pt x="0" y="24802"/>
                </a:lnTo>
                <a:lnTo>
                  <a:pt x="0" y="25105"/>
                </a:lnTo>
                <a:lnTo>
                  <a:pt x="20" y="25387"/>
                </a:lnTo>
                <a:lnTo>
                  <a:pt x="61" y="25690"/>
                </a:lnTo>
                <a:lnTo>
                  <a:pt x="101" y="25972"/>
                </a:lnTo>
                <a:lnTo>
                  <a:pt x="161" y="26255"/>
                </a:lnTo>
                <a:lnTo>
                  <a:pt x="283" y="26699"/>
                </a:lnTo>
                <a:lnTo>
                  <a:pt x="444" y="27103"/>
                </a:lnTo>
                <a:lnTo>
                  <a:pt x="646" y="27486"/>
                </a:lnTo>
                <a:lnTo>
                  <a:pt x="848" y="27849"/>
                </a:lnTo>
                <a:lnTo>
                  <a:pt x="1110" y="28172"/>
                </a:lnTo>
                <a:lnTo>
                  <a:pt x="1372" y="28475"/>
                </a:lnTo>
                <a:lnTo>
                  <a:pt x="1675" y="28737"/>
                </a:lnTo>
                <a:lnTo>
                  <a:pt x="1978" y="28959"/>
                </a:lnTo>
                <a:lnTo>
                  <a:pt x="2220" y="29100"/>
                </a:lnTo>
                <a:lnTo>
                  <a:pt x="2462" y="29221"/>
                </a:lnTo>
                <a:lnTo>
                  <a:pt x="2704" y="29302"/>
                </a:lnTo>
                <a:lnTo>
                  <a:pt x="2967" y="29383"/>
                </a:lnTo>
                <a:lnTo>
                  <a:pt x="3209" y="29443"/>
                </a:lnTo>
                <a:lnTo>
                  <a:pt x="3471" y="29484"/>
                </a:lnTo>
                <a:lnTo>
                  <a:pt x="3733" y="29504"/>
                </a:lnTo>
                <a:lnTo>
                  <a:pt x="3996" y="29524"/>
                </a:lnTo>
                <a:lnTo>
                  <a:pt x="4460" y="29484"/>
                </a:lnTo>
                <a:lnTo>
                  <a:pt x="4904" y="29423"/>
                </a:lnTo>
                <a:lnTo>
                  <a:pt x="5368" y="29322"/>
                </a:lnTo>
                <a:lnTo>
                  <a:pt x="5812" y="29181"/>
                </a:lnTo>
                <a:lnTo>
                  <a:pt x="6236" y="29020"/>
                </a:lnTo>
                <a:lnTo>
                  <a:pt x="6639" y="28838"/>
                </a:lnTo>
                <a:lnTo>
                  <a:pt x="7003" y="28636"/>
                </a:lnTo>
                <a:lnTo>
                  <a:pt x="7366" y="28414"/>
                </a:lnTo>
                <a:lnTo>
                  <a:pt x="7729" y="28152"/>
                </a:lnTo>
                <a:lnTo>
                  <a:pt x="8072" y="27890"/>
                </a:lnTo>
                <a:lnTo>
                  <a:pt x="8415" y="27587"/>
                </a:lnTo>
                <a:lnTo>
                  <a:pt x="8738" y="27304"/>
                </a:lnTo>
                <a:lnTo>
                  <a:pt x="9384" y="26699"/>
                </a:lnTo>
                <a:lnTo>
                  <a:pt x="9989" y="26073"/>
                </a:lnTo>
                <a:lnTo>
                  <a:pt x="10756" y="25307"/>
                </a:lnTo>
                <a:lnTo>
                  <a:pt x="11139" y="24943"/>
                </a:lnTo>
                <a:lnTo>
                  <a:pt x="11543" y="24580"/>
                </a:lnTo>
                <a:lnTo>
                  <a:pt x="12108" y="24116"/>
                </a:lnTo>
                <a:lnTo>
                  <a:pt x="12693" y="23672"/>
                </a:lnTo>
                <a:lnTo>
                  <a:pt x="13299" y="23248"/>
                </a:lnTo>
                <a:lnTo>
                  <a:pt x="13985" y="22824"/>
                </a:lnTo>
                <a:lnTo>
                  <a:pt x="14691" y="22401"/>
                </a:lnTo>
                <a:lnTo>
                  <a:pt x="15458" y="21997"/>
                </a:lnTo>
                <a:lnTo>
                  <a:pt x="16285" y="21593"/>
                </a:lnTo>
                <a:lnTo>
                  <a:pt x="17173" y="21170"/>
                </a:lnTo>
                <a:lnTo>
                  <a:pt x="17758" y="20907"/>
                </a:lnTo>
                <a:lnTo>
                  <a:pt x="18505" y="20584"/>
                </a:lnTo>
                <a:lnTo>
                  <a:pt x="19252" y="20241"/>
                </a:lnTo>
                <a:lnTo>
                  <a:pt x="19958" y="19878"/>
                </a:lnTo>
                <a:lnTo>
                  <a:pt x="20321" y="19696"/>
                </a:lnTo>
                <a:lnTo>
                  <a:pt x="20664" y="19495"/>
                </a:lnTo>
                <a:lnTo>
                  <a:pt x="20987" y="19273"/>
                </a:lnTo>
                <a:lnTo>
                  <a:pt x="21330" y="19051"/>
                </a:lnTo>
                <a:lnTo>
                  <a:pt x="21633" y="18809"/>
                </a:lnTo>
                <a:lnTo>
                  <a:pt x="21936" y="18566"/>
                </a:lnTo>
                <a:lnTo>
                  <a:pt x="22218" y="18304"/>
                </a:lnTo>
                <a:lnTo>
                  <a:pt x="22501" y="18022"/>
                </a:lnTo>
                <a:lnTo>
                  <a:pt x="22743" y="17719"/>
                </a:lnTo>
                <a:lnTo>
                  <a:pt x="22985" y="17396"/>
                </a:lnTo>
                <a:lnTo>
                  <a:pt x="23227" y="17013"/>
                </a:lnTo>
                <a:lnTo>
                  <a:pt x="23449" y="16589"/>
                </a:lnTo>
                <a:lnTo>
                  <a:pt x="23631" y="16185"/>
                </a:lnTo>
                <a:lnTo>
                  <a:pt x="23792" y="15761"/>
                </a:lnTo>
                <a:lnTo>
                  <a:pt x="23954" y="15317"/>
                </a:lnTo>
                <a:lnTo>
                  <a:pt x="24075" y="14873"/>
                </a:lnTo>
                <a:lnTo>
                  <a:pt x="24297" y="14006"/>
                </a:lnTo>
                <a:lnTo>
                  <a:pt x="24478" y="13198"/>
                </a:lnTo>
                <a:lnTo>
                  <a:pt x="24620" y="12432"/>
                </a:lnTo>
                <a:lnTo>
                  <a:pt x="24741" y="11685"/>
                </a:lnTo>
                <a:lnTo>
                  <a:pt x="24842" y="10938"/>
                </a:lnTo>
                <a:lnTo>
                  <a:pt x="24902" y="10232"/>
                </a:lnTo>
                <a:lnTo>
                  <a:pt x="24943" y="9546"/>
                </a:lnTo>
                <a:lnTo>
                  <a:pt x="24963" y="8880"/>
                </a:lnTo>
                <a:lnTo>
                  <a:pt x="24963" y="8214"/>
                </a:lnTo>
                <a:lnTo>
                  <a:pt x="24922" y="7447"/>
                </a:lnTo>
                <a:lnTo>
                  <a:pt x="24842" y="6721"/>
                </a:lnTo>
                <a:lnTo>
                  <a:pt x="24741" y="6014"/>
                </a:lnTo>
                <a:lnTo>
                  <a:pt x="24579" y="5348"/>
                </a:lnTo>
                <a:lnTo>
                  <a:pt x="24398" y="4703"/>
                </a:lnTo>
                <a:lnTo>
                  <a:pt x="24156" y="4097"/>
                </a:lnTo>
                <a:lnTo>
                  <a:pt x="23893" y="3532"/>
                </a:lnTo>
                <a:lnTo>
                  <a:pt x="23752" y="3250"/>
                </a:lnTo>
                <a:lnTo>
                  <a:pt x="23591" y="2987"/>
                </a:lnTo>
                <a:lnTo>
                  <a:pt x="23389" y="2685"/>
                </a:lnTo>
                <a:lnTo>
                  <a:pt x="23187" y="2382"/>
                </a:lnTo>
                <a:lnTo>
                  <a:pt x="22965" y="2099"/>
                </a:lnTo>
                <a:lnTo>
                  <a:pt x="22723" y="1837"/>
                </a:lnTo>
                <a:lnTo>
                  <a:pt x="22460" y="1595"/>
                </a:lnTo>
                <a:lnTo>
                  <a:pt x="22218" y="1353"/>
                </a:lnTo>
                <a:lnTo>
                  <a:pt x="21936" y="1151"/>
                </a:lnTo>
                <a:lnTo>
                  <a:pt x="21653" y="949"/>
                </a:lnTo>
                <a:lnTo>
                  <a:pt x="21371" y="768"/>
                </a:lnTo>
                <a:lnTo>
                  <a:pt x="21088" y="606"/>
                </a:lnTo>
                <a:lnTo>
                  <a:pt x="20785" y="445"/>
                </a:lnTo>
                <a:lnTo>
                  <a:pt x="20483" y="324"/>
                </a:lnTo>
                <a:lnTo>
                  <a:pt x="20160" y="223"/>
                </a:lnTo>
                <a:lnTo>
                  <a:pt x="19857" y="142"/>
                </a:lnTo>
                <a:lnTo>
                  <a:pt x="19534" y="61"/>
                </a:lnTo>
                <a:lnTo>
                  <a:pt x="19211" y="21"/>
                </a:lnTo>
                <a:lnTo>
                  <a:pt x="18929" y="1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70" name="Google Shape;1770;p20"/>
          <p:cNvSpPr/>
          <p:nvPr/>
        </p:nvSpPr>
        <p:spPr>
          <a:xfrm>
            <a:off x="546506" y="4771920"/>
            <a:ext cx="653335" cy="572101"/>
          </a:xfrm>
          <a:custGeom>
            <a:rect b="b" l="l" r="r" t="t"/>
            <a:pathLst>
              <a:path extrusionOk="0" h="10233" w="11686">
                <a:moveTo>
                  <a:pt x="10817" y="82"/>
                </a:moveTo>
                <a:lnTo>
                  <a:pt x="10918" y="102"/>
                </a:lnTo>
                <a:lnTo>
                  <a:pt x="10979" y="142"/>
                </a:lnTo>
                <a:lnTo>
                  <a:pt x="11039" y="182"/>
                </a:lnTo>
                <a:lnTo>
                  <a:pt x="11120" y="303"/>
                </a:lnTo>
                <a:lnTo>
                  <a:pt x="11201" y="445"/>
                </a:lnTo>
                <a:lnTo>
                  <a:pt x="11241" y="586"/>
                </a:lnTo>
                <a:lnTo>
                  <a:pt x="11382" y="1191"/>
                </a:lnTo>
                <a:lnTo>
                  <a:pt x="11504" y="1797"/>
                </a:lnTo>
                <a:lnTo>
                  <a:pt x="11564" y="2422"/>
                </a:lnTo>
                <a:lnTo>
                  <a:pt x="11604" y="3028"/>
                </a:lnTo>
                <a:lnTo>
                  <a:pt x="11584" y="3653"/>
                </a:lnTo>
                <a:lnTo>
                  <a:pt x="11544" y="4259"/>
                </a:lnTo>
                <a:lnTo>
                  <a:pt x="11463" y="4884"/>
                </a:lnTo>
                <a:lnTo>
                  <a:pt x="11342" y="5490"/>
                </a:lnTo>
                <a:lnTo>
                  <a:pt x="11241" y="5853"/>
                </a:lnTo>
                <a:lnTo>
                  <a:pt x="11140" y="6176"/>
                </a:lnTo>
                <a:lnTo>
                  <a:pt x="11019" y="6499"/>
                </a:lnTo>
                <a:lnTo>
                  <a:pt x="10878" y="6781"/>
                </a:lnTo>
                <a:lnTo>
                  <a:pt x="10737" y="7044"/>
                </a:lnTo>
                <a:lnTo>
                  <a:pt x="10575" y="7286"/>
                </a:lnTo>
                <a:lnTo>
                  <a:pt x="10414" y="7488"/>
                </a:lnTo>
                <a:lnTo>
                  <a:pt x="10212" y="7669"/>
                </a:lnTo>
                <a:lnTo>
                  <a:pt x="10030" y="7831"/>
                </a:lnTo>
                <a:lnTo>
                  <a:pt x="9849" y="7972"/>
                </a:lnTo>
                <a:lnTo>
                  <a:pt x="9647" y="8093"/>
                </a:lnTo>
                <a:lnTo>
                  <a:pt x="9425" y="8194"/>
                </a:lnTo>
                <a:lnTo>
                  <a:pt x="9001" y="8396"/>
                </a:lnTo>
                <a:lnTo>
                  <a:pt x="8557" y="8557"/>
                </a:lnTo>
                <a:lnTo>
                  <a:pt x="7730" y="8840"/>
                </a:lnTo>
                <a:lnTo>
                  <a:pt x="6862" y="9142"/>
                </a:lnTo>
                <a:lnTo>
                  <a:pt x="5974" y="9405"/>
                </a:lnTo>
                <a:lnTo>
                  <a:pt x="5066" y="9647"/>
                </a:lnTo>
                <a:lnTo>
                  <a:pt x="4158" y="9849"/>
                </a:lnTo>
                <a:lnTo>
                  <a:pt x="3714" y="9950"/>
                </a:lnTo>
                <a:lnTo>
                  <a:pt x="3270" y="10010"/>
                </a:lnTo>
                <a:lnTo>
                  <a:pt x="2806" y="10071"/>
                </a:lnTo>
                <a:lnTo>
                  <a:pt x="2362" y="10111"/>
                </a:lnTo>
                <a:lnTo>
                  <a:pt x="1918" y="10151"/>
                </a:lnTo>
                <a:lnTo>
                  <a:pt x="1252" y="10151"/>
                </a:lnTo>
                <a:lnTo>
                  <a:pt x="1070" y="10131"/>
                </a:lnTo>
                <a:lnTo>
                  <a:pt x="889" y="10071"/>
                </a:lnTo>
                <a:lnTo>
                  <a:pt x="707" y="10010"/>
                </a:lnTo>
                <a:lnTo>
                  <a:pt x="566" y="9950"/>
                </a:lnTo>
                <a:lnTo>
                  <a:pt x="425" y="9849"/>
                </a:lnTo>
                <a:lnTo>
                  <a:pt x="324" y="9748"/>
                </a:lnTo>
                <a:lnTo>
                  <a:pt x="223" y="9627"/>
                </a:lnTo>
                <a:lnTo>
                  <a:pt x="162" y="9526"/>
                </a:lnTo>
                <a:lnTo>
                  <a:pt x="122" y="9405"/>
                </a:lnTo>
                <a:lnTo>
                  <a:pt x="102" y="9284"/>
                </a:lnTo>
                <a:lnTo>
                  <a:pt x="82" y="9163"/>
                </a:lnTo>
                <a:lnTo>
                  <a:pt x="102" y="9021"/>
                </a:lnTo>
                <a:lnTo>
                  <a:pt x="122" y="8880"/>
                </a:lnTo>
                <a:lnTo>
                  <a:pt x="162" y="8739"/>
                </a:lnTo>
                <a:lnTo>
                  <a:pt x="223" y="8577"/>
                </a:lnTo>
                <a:lnTo>
                  <a:pt x="324" y="8416"/>
                </a:lnTo>
                <a:lnTo>
                  <a:pt x="425" y="8234"/>
                </a:lnTo>
                <a:lnTo>
                  <a:pt x="546" y="8073"/>
                </a:lnTo>
                <a:lnTo>
                  <a:pt x="667" y="7911"/>
                </a:lnTo>
                <a:lnTo>
                  <a:pt x="970" y="7589"/>
                </a:lnTo>
                <a:lnTo>
                  <a:pt x="1292" y="7306"/>
                </a:lnTo>
                <a:lnTo>
                  <a:pt x="1615" y="7064"/>
                </a:lnTo>
                <a:lnTo>
                  <a:pt x="1979" y="6822"/>
                </a:lnTo>
                <a:lnTo>
                  <a:pt x="2322" y="6620"/>
                </a:lnTo>
                <a:lnTo>
                  <a:pt x="2645" y="6438"/>
                </a:lnTo>
                <a:lnTo>
                  <a:pt x="3008" y="6257"/>
                </a:lnTo>
                <a:lnTo>
                  <a:pt x="3391" y="6075"/>
                </a:lnTo>
                <a:lnTo>
                  <a:pt x="4138" y="5752"/>
                </a:lnTo>
                <a:lnTo>
                  <a:pt x="5107" y="5328"/>
                </a:lnTo>
                <a:lnTo>
                  <a:pt x="5591" y="5086"/>
                </a:lnTo>
                <a:lnTo>
                  <a:pt x="6055" y="4824"/>
                </a:lnTo>
                <a:lnTo>
                  <a:pt x="6459" y="4582"/>
                </a:lnTo>
                <a:lnTo>
                  <a:pt x="6822" y="4319"/>
                </a:lnTo>
                <a:lnTo>
                  <a:pt x="7185" y="4017"/>
                </a:lnTo>
                <a:lnTo>
                  <a:pt x="7528" y="3714"/>
                </a:lnTo>
                <a:lnTo>
                  <a:pt x="7851" y="3391"/>
                </a:lnTo>
                <a:lnTo>
                  <a:pt x="8174" y="3048"/>
                </a:lnTo>
                <a:lnTo>
                  <a:pt x="8456" y="2685"/>
                </a:lnTo>
                <a:lnTo>
                  <a:pt x="8719" y="2301"/>
                </a:lnTo>
                <a:lnTo>
                  <a:pt x="9021" y="1817"/>
                </a:lnTo>
                <a:lnTo>
                  <a:pt x="9324" y="1353"/>
                </a:lnTo>
                <a:lnTo>
                  <a:pt x="9465" y="1131"/>
                </a:lnTo>
                <a:lnTo>
                  <a:pt x="9647" y="909"/>
                </a:lnTo>
                <a:lnTo>
                  <a:pt x="9808" y="707"/>
                </a:lnTo>
                <a:lnTo>
                  <a:pt x="10010" y="525"/>
                </a:lnTo>
                <a:lnTo>
                  <a:pt x="10212" y="344"/>
                </a:lnTo>
                <a:lnTo>
                  <a:pt x="10434" y="203"/>
                </a:lnTo>
                <a:lnTo>
                  <a:pt x="10575" y="122"/>
                </a:lnTo>
                <a:lnTo>
                  <a:pt x="10696" y="102"/>
                </a:lnTo>
                <a:lnTo>
                  <a:pt x="10817" y="82"/>
                </a:lnTo>
                <a:close/>
                <a:moveTo>
                  <a:pt x="10838" y="1"/>
                </a:moveTo>
                <a:lnTo>
                  <a:pt x="10696" y="21"/>
                </a:lnTo>
                <a:lnTo>
                  <a:pt x="10555" y="61"/>
                </a:lnTo>
                <a:lnTo>
                  <a:pt x="10394" y="122"/>
                </a:lnTo>
                <a:lnTo>
                  <a:pt x="10152" y="283"/>
                </a:lnTo>
                <a:lnTo>
                  <a:pt x="9950" y="445"/>
                </a:lnTo>
                <a:lnTo>
                  <a:pt x="9748" y="647"/>
                </a:lnTo>
                <a:lnTo>
                  <a:pt x="9586" y="848"/>
                </a:lnTo>
                <a:lnTo>
                  <a:pt x="9405" y="1070"/>
                </a:lnTo>
                <a:lnTo>
                  <a:pt x="9264" y="1312"/>
                </a:lnTo>
                <a:lnTo>
                  <a:pt x="8961" y="1777"/>
                </a:lnTo>
                <a:lnTo>
                  <a:pt x="8658" y="2261"/>
                </a:lnTo>
                <a:lnTo>
                  <a:pt x="8396" y="2624"/>
                </a:lnTo>
                <a:lnTo>
                  <a:pt x="8113" y="2987"/>
                </a:lnTo>
                <a:lnTo>
                  <a:pt x="7790" y="3331"/>
                </a:lnTo>
                <a:lnTo>
                  <a:pt x="7468" y="3653"/>
                </a:lnTo>
                <a:lnTo>
                  <a:pt x="7145" y="3956"/>
                </a:lnTo>
                <a:lnTo>
                  <a:pt x="6781" y="4239"/>
                </a:lnTo>
                <a:lnTo>
                  <a:pt x="6398" y="4521"/>
                </a:lnTo>
                <a:lnTo>
                  <a:pt x="6015" y="4763"/>
                </a:lnTo>
                <a:lnTo>
                  <a:pt x="5550" y="5026"/>
                </a:lnTo>
                <a:lnTo>
                  <a:pt x="5066" y="5248"/>
                </a:lnTo>
                <a:lnTo>
                  <a:pt x="4097" y="5692"/>
                </a:lnTo>
                <a:lnTo>
                  <a:pt x="3351" y="6014"/>
                </a:lnTo>
                <a:lnTo>
                  <a:pt x="2988" y="6176"/>
                </a:lnTo>
                <a:lnTo>
                  <a:pt x="2604" y="6358"/>
                </a:lnTo>
                <a:lnTo>
                  <a:pt x="2281" y="6539"/>
                </a:lnTo>
                <a:lnTo>
                  <a:pt x="1918" y="6761"/>
                </a:lnTo>
                <a:lnTo>
                  <a:pt x="1575" y="7003"/>
                </a:lnTo>
                <a:lnTo>
                  <a:pt x="1232" y="7266"/>
                </a:lnTo>
                <a:lnTo>
                  <a:pt x="909" y="7548"/>
                </a:lnTo>
                <a:lnTo>
                  <a:pt x="606" y="7851"/>
                </a:lnTo>
                <a:lnTo>
                  <a:pt x="485" y="8012"/>
                </a:lnTo>
                <a:lnTo>
                  <a:pt x="364" y="8194"/>
                </a:lnTo>
                <a:lnTo>
                  <a:pt x="243" y="8376"/>
                </a:lnTo>
                <a:lnTo>
                  <a:pt x="162" y="8557"/>
                </a:lnTo>
                <a:lnTo>
                  <a:pt x="102" y="8719"/>
                </a:lnTo>
                <a:lnTo>
                  <a:pt x="41" y="8860"/>
                </a:lnTo>
                <a:lnTo>
                  <a:pt x="21" y="9021"/>
                </a:lnTo>
                <a:lnTo>
                  <a:pt x="1" y="9163"/>
                </a:lnTo>
                <a:lnTo>
                  <a:pt x="21" y="9304"/>
                </a:lnTo>
                <a:lnTo>
                  <a:pt x="41" y="9425"/>
                </a:lnTo>
                <a:lnTo>
                  <a:pt x="102" y="9546"/>
                </a:lnTo>
                <a:lnTo>
                  <a:pt x="162" y="9667"/>
                </a:lnTo>
                <a:lnTo>
                  <a:pt x="263" y="9808"/>
                </a:lnTo>
                <a:lnTo>
                  <a:pt x="384" y="9909"/>
                </a:lnTo>
                <a:lnTo>
                  <a:pt x="526" y="10010"/>
                </a:lnTo>
                <a:lnTo>
                  <a:pt x="687" y="10091"/>
                </a:lnTo>
                <a:lnTo>
                  <a:pt x="849" y="10151"/>
                </a:lnTo>
                <a:lnTo>
                  <a:pt x="1050" y="10192"/>
                </a:lnTo>
                <a:lnTo>
                  <a:pt x="1252" y="10232"/>
                </a:lnTo>
                <a:lnTo>
                  <a:pt x="1918" y="10232"/>
                </a:lnTo>
                <a:lnTo>
                  <a:pt x="2362" y="10192"/>
                </a:lnTo>
                <a:lnTo>
                  <a:pt x="2826" y="10151"/>
                </a:lnTo>
                <a:lnTo>
                  <a:pt x="3270" y="10091"/>
                </a:lnTo>
                <a:lnTo>
                  <a:pt x="3734" y="10030"/>
                </a:lnTo>
                <a:lnTo>
                  <a:pt x="4178" y="9929"/>
                </a:lnTo>
                <a:lnTo>
                  <a:pt x="5086" y="9728"/>
                </a:lnTo>
                <a:lnTo>
                  <a:pt x="5994" y="9485"/>
                </a:lnTo>
                <a:lnTo>
                  <a:pt x="6882" y="9223"/>
                </a:lnTo>
                <a:lnTo>
                  <a:pt x="7750" y="8920"/>
                </a:lnTo>
                <a:lnTo>
                  <a:pt x="8577" y="8638"/>
                </a:lnTo>
                <a:lnTo>
                  <a:pt x="9021" y="8456"/>
                </a:lnTo>
                <a:lnTo>
                  <a:pt x="9465" y="8275"/>
                </a:lnTo>
                <a:lnTo>
                  <a:pt x="9687" y="8154"/>
                </a:lnTo>
                <a:lnTo>
                  <a:pt x="9889" y="8032"/>
                </a:lnTo>
                <a:lnTo>
                  <a:pt x="10091" y="7891"/>
                </a:lnTo>
                <a:lnTo>
                  <a:pt x="10273" y="7730"/>
                </a:lnTo>
                <a:lnTo>
                  <a:pt x="10474" y="7548"/>
                </a:lnTo>
                <a:lnTo>
                  <a:pt x="10636" y="7326"/>
                </a:lnTo>
                <a:lnTo>
                  <a:pt x="10817" y="7084"/>
                </a:lnTo>
                <a:lnTo>
                  <a:pt x="10959" y="6822"/>
                </a:lnTo>
                <a:lnTo>
                  <a:pt x="11100" y="6539"/>
                </a:lnTo>
                <a:lnTo>
                  <a:pt x="11221" y="6216"/>
                </a:lnTo>
                <a:lnTo>
                  <a:pt x="11322" y="5873"/>
                </a:lnTo>
                <a:lnTo>
                  <a:pt x="11423" y="5510"/>
                </a:lnTo>
                <a:lnTo>
                  <a:pt x="11544" y="4884"/>
                </a:lnTo>
                <a:lnTo>
                  <a:pt x="11625" y="4279"/>
                </a:lnTo>
                <a:lnTo>
                  <a:pt x="11665" y="3653"/>
                </a:lnTo>
                <a:lnTo>
                  <a:pt x="11685" y="3028"/>
                </a:lnTo>
                <a:lnTo>
                  <a:pt x="11645" y="2402"/>
                </a:lnTo>
                <a:lnTo>
                  <a:pt x="11584" y="1797"/>
                </a:lnTo>
                <a:lnTo>
                  <a:pt x="11463" y="1171"/>
                </a:lnTo>
                <a:lnTo>
                  <a:pt x="11322" y="566"/>
                </a:lnTo>
                <a:lnTo>
                  <a:pt x="11261" y="404"/>
                </a:lnTo>
                <a:lnTo>
                  <a:pt x="11201" y="263"/>
                </a:lnTo>
                <a:lnTo>
                  <a:pt x="11140" y="182"/>
                </a:lnTo>
                <a:lnTo>
                  <a:pt x="11100" y="122"/>
                </a:lnTo>
                <a:lnTo>
                  <a:pt x="11019" y="82"/>
                </a:lnTo>
                <a:lnTo>
                  <a:pt x="10959" y="41"/>
                </a:lnTo>
                <a:lnTo>
                  <a:pt x="10838" y="1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71" name="Google Shape;1771;p20"/>
          <p:cNvSpPr/>
          <p:nvPr/>
        </p:nvSpPr>
        <p:spPr>
          <a:xfrm>
            <a:off x="-454162" y="3686609"/>
            <a:ext cx="1193681" cy="1427263"/>
          </a:xfrm>
          <a:custGeom>
            <a:rect b="b" l="l" r="r" t="t"/>
            <a:pathLst>
              <a:path extrusionOk="0" h="25529" w="21351">
                <a:moveTo>
                  <a:pt x="16709" y="81"/>
                </a:moveTo>
                <a:lnTo>
                  <a:pt x="17052" y="122"/>
                </a:lnTo>
                <a:lnTo>
                  <a:pt x="17416" y="202"/>
                </a:lnTo>
                <a:lnTo>
                  <a:pt x="17759" y="303"/>
                </a:lnTo>
                <a:lnTo>
                  <a:pt x="18102" y="424"/>
                </a:lnTo>
                <a:lnTo>
                  <a:pt x="18445" y="586"/>
                </a:lnTo>
                <a:lnTo>
                  <a:pt x="18788" y="788"/>
                </a:lnTo>
                <a:lnTo>
                  <a:pt x="19111" y="1010"/>
                </a:lnTo>
                <a:lnTo>
                  <a:pt x="19434" y="1272"/>
                </a:lnTo>
                <a:lnTo>
                  <a:pt x="19736" y="1575"/>
                </a:lnTo>
                <a:lnTo>
                  <a:pt x="19999" y="1897"/>
                </a:lnTo>
                <a:lnTo>
                  <a:pt x="20261" y="2261"/>
                </a:lnTo>
                <a:lnTo>
                  <a:pt x="20483" y="2644"/>
                </a:lnTo>
                <a:lnTo>
                  <a:pt x="20644" y="2947"/>
                </a:lnTo>
                <a:lnTo>
                  <a:pt x="20766" y="3250"/>
                </a:lnTo>
                <a:lnTo>
                  <a:pt x="20887" y="3572"/>
                </a:lnTo>
                <a:lnTo>
                  <a:pt x="20987" y="3895"/>
                </a:lnTo>
                <a:lnTo>
                  <a:pt x="21068" y="4238"/>
                </a:lnTo>
                <a:lnTo>
                  <a:pt x="21149" y="4581"/>
                </a:lnTo>
                <a:lnTo>
                  <a:pt x="21209" y="4945"/>
                </a:lnTo>
                <a:lnTo>
                  <a:pt x="21250" y="5308"/>
                </a:lnTo>
                <a:lnTo>
                  <a:pt x="21270" y="5691"/>
                </a:lnTo>
                <a:lnTo>
                  <a:pt x="21270" y="6075"/>
                </a:lnTo>
                <a:lnTo>
                  <a:pt x="21270" y="6478"/>
                </a:lnTo>
                <a:lnTo>
                  <a:pt x="21250" y="6882"/>
                </a:lnTo>
                <a:lnTo>
                  <a:pt x="21230" y="7306"/>
                </a:lnTo>
                <a:lnTo>
                  <a:pt x="21169" y="7750"/>
                </a:lnTo>
                <a:lnTo>
                  <a:pt x="21109" y="8194"/>
                </a:lnTo>
                <a:lnTo>
                  <a:pt x="21028" y="8658"/>
                </a:lnTo>
                <a:lnTo>
                  <a:pt x="20947" y="9122"/>
                </a:lnTo>
                <a:lnTo>
                  <a:pt x="20846" y="9586"/>
                </a:lnTo>
                <a:lnTo>
                  <a:pt x="20725" y="10010"/>
                </a:lnTo>
                <a:lnTo>
                  <a:pt x="20604" y="10434"/>
                </a:lnTo>
                <a:lnTo>
                  <a:pt x="20483" y="10857"/>
                </a:lnTo>
                <a:lnTo>
                  <a:pt x="20342" y="11261"/>
                </a:lnTo>
                <a:lnTo>
                  <a:pt x="20180" y="11644"/>
                </a:lnTo>
                <a:lnTo>
                  <a:pt x="20019" y="12008"/>
                </a:lnTo>
                <a:lnTo>
                  <a:pt x="19857" y="12371"/>
                </a:lnTo>
                <a:lnTo>
                  <a:pt x="19676" y="12714"/>
                </a:lnTo>
                <a:lnTo>
                  <a:pt x="19474" y="13037"/>
                </a:lnTo>
                <a:lnTo>
                  <a:pt x="19272" y="13340"/>
                </a:lnTo>
                <a:lnTo>
                  <a:pt x="19070" y="13642"/>
                </a:lnTo>
                <a:lnTo>
                  <a:pt x="18848" y="13945"/>
                </a:lnTo>
                <a:lnTo>
                  <a:pt x="18606" y="14207"/>
                </a:lnTo>
                <a:lnTo>
                  <a:pt x="18364" y="14470"/>
                </a:lnTo>
                <a:lnTo>
                  <a:pt x="18142" y="14692"/>
                </a:lnTo>
                <a:lnTo>
                  <a:pt x="17920" y="14893"/>
                </a:lnTo>
                <a:lnTo>
                  <a:pt x="17436" y="15297"/>
                </a:lnTo>
                <a:lnTo>
                  <a:pt x="16931" y="15640"/>
                </a:lnTo>
                <a:lnTo>
                  <a:pt x="16386" y="15983"/>
                </a:lnTo>
                <a:lnTo>
                  <a:pt x="15842" y="16306"/>
                </a:lnTo>
                <a:lnTo>
                  <a:pt x="15297" y="16589"/>
                </a:lnTo>
                <a:lnTo>
                  <a:pt x="14187" y="17154"/>
                </a:lnTo>
                <a:lnTo>
                  <a:pt x="13481" y="17497"/>
                </a:lnTo>
                <a:lnTo>
                  <a:pt x="12774" y="17860"/>
                </a:lnTo>
                <a:lnTo>
                  <a:pt x="12088" y="18264"/>
                </a:lnTo>
                <a:lnTo>
                  <a:pt x="11422" y="18667"/>
                </a:lnTo>
                <a:lnTo>
                  <a:pt x="10958" y="18990"/>
                </a:lnTo>
                <a:lnTo>
                  <a:pt x="10494" y="19333"/>
                </a:lnTo>
                <a:lnTo>
                  <a:pt x="10070" y="19696"/>
                </a:lnTo>
                <a:lnTo>
                  <a:pt x="9646" y="20060"/>
                </a:lnTo>
                <a:lnTo>
                  <a:pt x="8799" y="20847"/>
                </a:lnTo>
                <a:lnTo>
                  <a:pt x="7992" y="21613"/>
                </a:lnTo>
                <a:lnTo>
                  <a:pt x="7205" y="22400"/>
                </a:lnTo>
                <a:lnTo>
                  <a:pt x="6377" y="23167"/>
                </a:lnTo>
                <a:lnTo>
                  <a:pt x="5953" y="23531"/>
                </a:lnTo>
                <a:lnTo>
                  <a:pt x="5509" y="23894"/>
                </a:lnTo>
                <a:lnTo>
                  <a:pt x="5065" y="24237"/>
                </a:lnTo>
                <a:lnTo>
                  <a:pt x="4601" y="24560"/>
                </a:lnTo>
                <a:lnTo>
                  <a:pt x="4178" y="24822"/>
                </a:lnTo>
                <a:lnTo>
                  <a:pt x="3935" y="24963"/>
                </a:lnTo>
                <a:lnTo>
                  <a:pt x="3673" y="25084"/>
                </a:lnTo>
                <a:lnTo>
                  <a:pt x="3411" y="25205"/>
                </a:lnTo>
                <a:lnTo>
                  <a:pt x="3148" y="25306"/>
                </a:lnTo>
                <a:lnTo>
                  <a:pt x="2866" y="25367"/>
                </a:lnTo>
                <a:lnTo>
                  <a:pt x="2563" y="25427"/>
                </a:lnTo>
                <a:lnTo>
                  <a:pt x="2260" y="25448"/>
                </a:lnTo>
                <a:lnTo>
                  <a:pt x="1978" y="25427"/>
                </a:lnTo>
                <a:lnTo>
                  <a:pt x="1695" y="25367"/>
                </a:lnTo>
                <a:lnTo>
                  <a:pt x="1433" y="25286"/>
                </a:lnTo>
                <a:lnTo>
                  <a:pt x="1171" y="25185"/>
                </a:lnTo>
                <a:lnTo>
                  <a:pt x="949" y="25044"/>
                </a:lnTo>
                <a:lnTo>
                  <a:pt x="747" y="24883"/>
                </a:lnTo>
                <a:lnTo>
                  <a:pt x="585" y="24701"/>
                </a:lnTo>
                <a:lnTo>
                  <a:pt x="424" y="24459"/>
                </a:lnTo>
                <a:lnTo>
                  <a:pt x="303" y="24196"/>
                </a:lnTo>
                <a:lnTo>
                  <a:pt x="222" y="23894"/>
                </a:lnTo>
                <a:lnTo>
                  <a:pt x="142" y="23551"/>
                </a:lnTo>
                <a:lnTo>
                  <a:pt x="101" y="23167"/>
                </a:lnTo>
                <a:lnTo>
                  <a:pt x="81" y="22784"/>
                </a:lnTo>
                <a:lnTo>
                  <a:pt x="101" y="22421"/>
                </a:lnTo>
                <a:lnTo>
                  <a:pt x="142" y="22037"/>
                </a:lnTo>
                <a:lnTo>
                  <a:pt x="202" y="21654"/>
                </a:lnTo>
                <a:lnTo>
                  <a:pt x="303" y="21291"/>
                </a:lnTo>
                <a:lnTo>
                  <a:pt x="424" y="20947"/>
                </a:lnTo>
                <a:lnTo>
                  <a:pt x="585" y="20584"/>
                </a:lnTo>
                <a:lnTo>
                  <a:pt x="727" y="20342"/>
                </a:lnTo>
                <a:lnTo>
                  <a:pt x="868" y="20080"/>
                </a:lnTo>
                <a:lnTo>
                  <a:pt x="1029" y="19838"/>
                </a:lnTo>
                <a:lnTo>
                  <a:pt x="1211" y="19616"/>
                </a:lnTo>
                <a:lnTo>
                  <a:pt x="1393" y="19373"/>
                </a:lnTo>
                <a:lnTo>
                  <a:pt x="1574" y="19172"/>
                </a:lnTo>
                <a:lnTo>
                  <a:pt x="1978" y="18768"/>
                </a:lnTo>
                <a:lnTo>
                  <a:pt x="2402" y="18385"/>
                </a:lnTo>
                <a:lnTo>
                  <a:pt x="2825" y="18042"/>
                </a:lnTo>
                <a:lnTo>
                  <a:pt x="3249" y="17739"/>
                </a:lnTo>
                <a:lnTo>
                  <a:pt x="3673" y="17456"/>
                </a:lnTo>
                <a:lnTo>
                  <a:pt x="4561" y="16871"/>
                </a:lnTo>
                <a:lnTo>
                  <a:pt x="5489" y="16306"/>
                </a:lnTo>
                <a:lnTo>
                  <a:pt x="6438" y="15761"/>
                </a:lnTo>
                <a:lnTo>
                  <a:pt x="7366" y="15257"/>
                </a:lnTo>
                <a:lnTo>
                  <a:pt x="7568" y="15136"/>
                </a:lnTo>
                <a:lnTo>
                  <a:pt x="8153" y="14793"/>
                </a:lnTo>
                <a:lnTo>
                  <a:pt x="8758" y="14429"/>
                </a:lnTo>
                <a:lnTo>
                  <a:pt x="9041" y="14228"/>
                </a:lnTo>
                <a:lnTo>
                  <a:pt x="9323" y="14026"/>
                </a:lnTo>
                <a:lnTo>
                  <a:pt x="9606" y="13804"/>
                </a:lnTo>
                <a:lnTo>
                  <a:pt x="9868" y="13541"/>
                </a:lnTo>
                <a:lnTo>
                  <a:pt x="10070" y="13340"/>
                </a:lnTo>
                <a:lnTo>
                  <a:pt x="10232" y="13138"/>
                </a:lnTo>
                <a:lnTo>
                  <a:pt x="10393" y="12916"/>
                </a:lnTo>
                <a:lnTo>
                  <a:pt x="10534" y="12694"/>
                </a:lnTo>
                <a:lnTo>
                  <a:pt x="10675" y="12452"/>
                </a:lnTo>
                <a:lnTo>
                  <a:pt x="10797" y="12210"/>
                </a:lnTo>
                <a:lnTo>
                  <a:pt x="10897" y="11967"/>
                </a:lnTo>
                <a:lnTo>
                  <a:pt x="10978" y="11725"/>
                </a:lnTo>
                <a:lnTo>
                  <a:pt x="11140" y="11221"/>
                </a:lnTo>
                <a:lnTo>
                  <a:pt x="11261" y="10716"/>
                </a:lnTo>
                <a:lnTo>
                  <a:pt x="11362" y="10191"/>
                </a:lnTo>
                <a:lnTo>
                  <a:pt x="11463" y="9647"/>
                </a:lnTo>
                <a:lnTo>
                  <a:pt x="11563" y="8839"/>
                </a:lnTo>
                <a:lnTo>
                  <a:pt x="11664" y="8012"/>
                </a:lnTo>
                <a:lnTo>
                  <a:pt x="11846" y="6599"/>
                </a:lnTo>
                <a:lnTo>
                  <a:pt x="11947" y="5893"/>
                </a:lnTo>
                <a:lnTo>
                  <a:pt x="12088" y="5187"/>
                </a:lnTo>
                <a:lnTo>
                  <a:pt x="12209" y="4682"/>
                </a:lnTo>
                <a:lnTo>
                  <a:pt x="12330" y="4218"/>
                </a:lnTo>
                <a:lnTo>
                  <a:pt x="12472" y="3754"/>
                </a:lnTo>
                <a:lnTo>
                  <a:pt x="12633" y="3330"/>
                </a:lnTo>
                <a:lnTo>
                  <a:pt x="12794" y="2947"/>
                </a:lnTo>
                <a:lnTo>
                  <a:pt x="12976" y="2563"/>
                </a:lnTo>
                <a:lnTo>
                  <a:pt x="13158" y="2220"/>
                </a:lnTo>
                <a:lnTo>
                  <a:pt x="13359" y="1897"/>
                </a:lnTo>
                <a:lnTo>
                  <a:pt x="13561" y="1615"/>
                </a:lnTo>
                <a:lnTo>
                  <a:pt x="13803" y="1332"/>
                </a:lnTo>
                <a:lnTo>
                  <a:pt x="14025" y="1090"/>
                </a:lnTo>
                <a:lnTo>
                  <a:pt x="14288" y="868"/>
                </a:lnTo>
                <a:lnTo>
                  <a:pt x="14550" y="687"/>
                </a:lnTo>
                <a:lnTo>
                  <a:pt x="14812" y="525"/>
                </a:lnTo>
                <a:lnTo>
                  <a:pt x="15115" y="364"/>
                </a:lnTo>
                <a:lnTo>
                  <a:pt x="15418" y="263"/>
                </a:lnTo>
                <a:lnTo>
                  <a:pt x="15721" y="162"/>
                </a:lnTo>
                <a:lnTo>
                  <a:pt x="16043" y="101"/>
                </a:lnTo>
                <a:lnTo>
                  <a:pt x="16366" y="81"/>
                </a:lnTo>
                <a:close/>
                <a:moveTo>
                  <a:pt x="16467" y="1"/>
                </a:moveTo>
                <a:lnTo>
                  <a:pt x="16104" y="21"/>
                </a:lnTo>
                <a:lnTo>
                  <a:pt x="15741" y="81"/>
                </a:lnTo>
                <a:lnTo>
                  <a:pt x="15377" y="182"/>
                </a:lnTo>
                <a:lnTo>
                  <a:pt x="15075" y="303"/>
                </a:lnTo>
                <a:lnTo>
                  <a:pt x="14792" y="445"/>
                </a:lnTo>
                <a:lnTo>
                  <a:pt x="14510" y="606"/>
                </a:lnTo>
                <a:lnTo>
                  <a:pt x="14227" y="808"/>
                </a:lnTo>
                <a:lnTo>
                  <a:pt x="13985" y="1030"/>
                </a:lnTo>
                <a:lnTo>
                  <a:pt x="13743" y="1272"/>
                </a:lnTo>
                <a:lnTo>
                  <a:pt x="13501" y="1554"/>
                </a:lnTo>
                <a:lnTo>
                  <a:pt x="13299" y="1857"/>
                </a:lnTo>
                <a:lnTo>
                  <a:pt x="13097" y="2180"/>
                </a:lnTo>
                <a:lnTo>
                  <a:pt x="12895" y="2523"/>
                </a:lnTo>
                <a:lnTo>
                  <a:pt x="12714" y="2906"/>
                </a:lnTo>
                <a:lnTo>
                  <a:pt x="12552" y="3310"/>
                </a:lnTo>
                <a:lnTo>
                  <a:pt x="12391" y="3734"/>
                </a:lnTo>
                <a:lnTo>
                  <a:pt x="12250" y="4178"/>
                </a:lnTo>
                <a:lnTo>
                  <a:pt x="12128" y="4662"/>
                </a:lnTo>
                <a:lnTo>
                  <a:pt x="12007" y="5187"/>
                </a:lnTo>
                <a:lnTo>
                  <a:pt x="11886" y="5873"/>
                </a:lnTo>
                <a:lnTo>
                  <a:pt x="11765" y="6599"/>
                </a:lnTo>
                <a:lnTo>
                  <a:pt x="11584" y="7992"/>
                </a:lnTo>
                <a:lnTo>
                  <a:pt x="11483" y="8819"/>
                </a:lnTo>
                <a:lnTo>
                  <a:pt x="11382" y="9647"/>
                </a:lnTo>
                <a:lnTo>
                  <a:pt x="11281" y="10171"/>
                </a:lnTo>
                <a:lnTo>
                  <a:pt x="11180" y="10696"/>
                </a:lnTo>
                <a:lnTo>
                  <a:pt x="11059" y="11200"/>
                </a:lnTo>
                <a:lnTo>
                  <a:pt x="10918" y="11705"/>
                </a:lnTo>
                <a:lnTo>
                  <a:pt x="10817" y="11947"/>
                </a:lnTo>
                <a:lnTo>
                  <a:pt x="10716" y="12169"/>
                </a:lnTo>
                <a:lnTo>
                  <a:pt x="10595" y="12411"/>
                </a:lnTo>
                <a:lnTo>
                  <a:pt x="10474" y="12633"/>
                </a:lnTo>
                <a:lnTo>
                  <a:pt x="10332" y="12855"/>
                </a:lnTo>
                <a:lnTo>
                  <a:pt x="10171" y="13077"/>
                </a:lnTo>
                <a:lnTo>
                  <a:pt x="10010" y="13279"/>
                </a:lnTo>
                <a:lnTo>
                  <a:pt x="9808" y="13501"/>
                </a:lnTo>
                <a:lnTo>
                  <a:pt x="9545" y="13743"/>
                </a:lnTo>
                <a:lnTo>
                  <a:pt x="9283" y="13965"/>
                </a:lnTo>
                <a:lnTo>
                  <a:pt x="9001" y="14167"/>
                </a:lnTo>
                <a:lnTo>
                  <a:pt x="8718" y="14369"/>
                </a:lnTo>
                <a:lnTo>
                  <a:pt x="8113" y="14732"/>
                </a:lnTo>
                <a:lnTo>
                  <a:pt x="7527" y="15055"/>
                </a:lnTo>
                <a:lnTo>
                  <a:pt x="7326" y="15176"/>
                </a:lnTo>
                <a:lnTo>
                  <a:pt x="6397" y="15701"/>
                </a:lnTo>
                <a:lnTo>
                  <a:pt x="5449" y="16246"/>
                </a:lnTo>
                <a:lnTo>
                  <a:pt x="4521" y="16790"/>
                </a:lnTo>
                <a:lnTo>
                  <a:pt x="3612" y="17376"/>
                </a:lnTo>
                <a:lnTo>
                  <a:pt x="3209" y="17658"/>
                </a:lnTo>
                <a:lnTo>
                  <a:pt x="2765" y="17981"/>
                </a:lnTo>
                <a:lnTo>
                  <a:pt x="2341" y="18324"/>
                </a:lnTo>
                <a:lnTo>
                  <a:pt x="1917" y="18707"/>
                </a:lnTo>
                <a:lnTo>
                  <a:pt x="1514" y="19111"/>
                </a:lnTo>
                <a:lnTo>
                  <a:pt x="1312" y="19333"/>
                </a:lnTo>
                <a:lnTo>
                  <a:pt x="1130" y="19555"/>
                </a:lnTo>
                <a:lnTo>
                  <a:pt x="969" y="19797"/>
                </a:lnTo>
                <a:lnTo>
                  <a:pt x="807" y="20039"/>
                </a:lnTo>
                <a:lnTo>
                  <a:pt x="646" y="20302"/>
                </a:lnTo>
                <a:lnTo>
                  <a:pt x="505" y="20564"/>
                </a:lnTo>
                <a:lnTo>
                  <a:pt x="364" y="20907"/>
                </a:lnTo>
                <a:lnTo>
                  <a:pt x="222" y="21270"/>
                </a:lnTo>
                <a:lnTo>
                  <a:pt x="142" y="21654"/>
                </a:lnTo>
                <a:lnTo>
                  <a:pt x="61" y="22017"/>
                </a:lnTo>
                <a:lnTo>
                  <a:pt x="20" y="22400"/>
                </a:lnTo>
                <a:lnTo>
                  <a:pt x="0" y="22784"/>
                </a:lnTo>
                <a:lnTo>
                  <a:pt x="20" y="23167"/>
                </a:lnTo>
                <a:lnTo>
                  <a:pt x="61" y="23551"/>
                </a:lnTo>
                <a:lnTo>
                  <a:pt x="142" y="23914"/>
                </a:lnTo>
                <a:lnTo>
                  <a:pt x="242" y="24237"/>
                </a:lnTo>
                <a:lnTo>
                  <a:pt x="364" y="24499"/>
                </a:lnTo>
                <a:lnTo>
                  <a:pt x="505" y="24741"/>
                </a:lnTo>
                <a:lnTo>
                  <a:pt x="666" y="24923"/>
                </a:lnTo>
                <a:lnTo>
                  <a:pt x="848" y="25064"/>
                </a:lnTo>
                <a:lnTo>
                  <a:pt x="1050" y="25205"/>
                </a:lnTo>
                <a:lnTo>
                  <a:pt x="1251" y="25327"/>
                </a:lnTo>
                <a:lnTo>
                  <a:pt x="1494" y="25407"/>
                </a:lnTo>
                <a:lnTo>
                  <a:pt x="1736" y="25468"/>
                </a:lnTo>
                <a:lnTo>
                  <a:pt x="1978" y="25508"/>
                </a:lnTo>
                <a:lnTo>
                  <a:pt x="2260" y="25528"/>
                </a:lnTo>
                <a:lnTo>
                  <a:pt x="2563" y="25508"/>
                </a:lnTo>
                <a:lnTo>
                  <a:pt x="2866" y="25448"/>
                </a:lnTo>
                <a:lnTo>
                  <a:pt x="3169" y="25367"/>
                </a:lnTo>
                <a:lnTo>
                  <a:pt x="3451" y="25286"/>
                </a:lnTo>
                <a:lnTo>
                  <a:pt x="3713" y="25165"/>
                </a:lnTo>
                <a:lnTo>
                  <a:pt x="3976" y="25044"/>
                </a:lnTo>
                <a:lnTo>
                  <a:pt x="4218" y="24903"/>
                </a:lnTo>
                <a:lnTo>
                  <a:pt x="4642" y="24620"/>
                </a:lnTo>
                <a:lnTo>
                  <a:pt x="5106" y="24297"/>
                </a:lnTo>
                <a:lnTo>
                  <a:pt x="5550" y="23954"/>
                </a:lnTo>
                <a:lnTo>
                  <a:pt x="5994" y="23611"/>
                </a:lnTo>
                <a:lnTo>
                  <a:pt x="6418" y="23228"/>
                </a:lnTo>
                <a:lnTo>
                  <a:pt x="7245" y="22461"/>
                </a:lnTo>
                <a:lnTo>
                  <a:pt x="8052" y="21674"/>
                </a:lnTo>
                <a:lnTo>
                  <a:pt x="8859" y="20907"/>
                </a:lnTo>
                <a:lnTo>
                  <a:pt x="9687" y="20140"/>
                </a:lnTo>
                <a:lnTo>
                  <a:pt x="10110" y="19757"/>
                </a:lnTo>
                <a:lnTo>
                  <a:pt x="10554" y="19394"/>
                </a:lnTo>
                <a:lnTo>
                  <a:pt x="10998" y="19051"/>
                </a:lnTo>
                <a:lnTo>
                  <a:pt x="11463" y="18728"/>
                </a:lnTo>
                <a:lnTo>
                  <a:pt x="12128" y="18324"/>
                </a:lnTo>
                <a:lnTo>
                  <a:pt x="12815" y="17941"/>
                </a:lnTo>
                <a:lnTo>
                  <a:pt x="13521" y="17577"/>
                </a:lnTo>
                <a:lnTo>
                  <a:pt x="14207" y="17234"/>
                </a:lnTo>
                <a:lnTo>
                  <a:pt x="15337" y="16669"/>
                </a:lnTo>
                <a:lnTo>
                  <a:pt x="15902" y="16367"/>
                </a:lnTo>
                <a:lnTo>
                  <a:pt x="16447" y="16044"/>
                </a:lnTo>
                <a:lnTo>
                  <a:pt x="16972" y="15721"/>
                </a:lnTo>
                <a:lnTo>
                  <a:pt x="17476" y="15358"/>
                </a:lnTo>
                <a:lnTo>
                  <a:pt x="17981" y="14954"/>
                </a:lnTo>
                <a:lnTo>
                  <a:pt x="18203" y="14752"/>
                </a:lnTo>
                <a:lnTo>
                  <a:pt x="18425" y="14530"/>
                </a:lnTo>
                <a:lnTo>
                  <a:pt x="18667" y="14268"/>
                </a:lnTo>
                <a:lnTo>
                  <a:pt x="18909" y="13985"/>
                </a:lnTo>
                <a:lnTo>
                  <a:pt x="19131" y="13703"/>
                </a:lnTo>
                <a:lnTo>
                  <a:pt x="19333" y="13400"/>
                </a:lnTo>
                <a:lnTo>
                  <a:pt x="19535" y="13077"/>
                </a:lnTo>
                <a:lnTo>
                  <a:pt x="19736" y="12754"/>
                </a:lnTo>
                <a:lnTo>
                  <a:pt x="19918" y="12411"/>
                </a:lnTo>
                <a:lnTo>
                  <a:pt x="20100" y="12048"/>
                </a:lnTo>
                <a:lnTo>
                  <a:pt x="20261" y="11665"/>
                </a:lnTo>
                <a:lnTo>
                  <a:pt x="20402" y="11281"/>
                </a:lnTo>
                <a:lnTo>
                  <a:pt x="20544" y="10878"/>
                </a:lnTo>
                <a:lnTo>
                  <a:pt x="20685" y="10474"/>
                </a:lnTo>
                <a:lnTo>
                  <a:pt x="20806" y="10050"/>
                </a:lnTo>
                <a:lnTo>
                  <a:pt x="20927" y="9606"/>
                </a:lnTo>
                <a:lnTo>
                  <a:pt x="21028" y="9142"/>
                </a:lnTo>
                <a:lnTo>
                  <a:pt x="21109" y="8678"/>
                </a:lnTo>
                <a:lnTo>
                  <a:pt x="21189" y="8214"/>
                </a:lnTo>
                <a:lnTo>
                  <a:pt x="21250" y="7750"/>
                </a:lnTo>
                <a:lnTo>
                  <a:pt x="21310" y="7326"/>
                </a:lnTo>
                <a:lnTo>
                  <a:pt x="21331" y="6882"/>
                </a:lnTo>
                <a:lnTo>
                  <a:pt x="21351" y="6478"/>
                </a:lnTo>
                <a:lnTo>
                  <a:pt x="21351" y="6075"/>
                </a:lnTo>
                <a:lnTo>
                  <a:pt x="21351" y="5671"/>
                </a:lnTo>
                <a:lnTo>
                  <a:pt x="21331" y="5288"/>
                </a:lnTo>
                <a:lnTo>
                  <a:pt x="21270" y="4924"/>
                </a:lnTo>
                <a:lnTo>
                  <a:pt x="21230" y="4561"/>
                </a:lnTo>
                <a:lnTo>
                  <a:pt x="21149" y="4218"/>
                </a:lnTo>
                <a:lnTo>
                  <a:pt x="21068" y="3875"/>
                </a:lnTo>
                <a:lnTo>
                  <a:pt x="20967" y="3532"/>
                </a:lnTo>
                <a:lnTo>
                  <a:pt x="20846" y="3229"/>
                </a:lnTo>
                <a:lnTo>
                  <a:pt x="20705" y="2906"/>
                </a:lnTo>
                <a:lnTo>
                  <a:pt x="20564" y="2624"/>
                </a:lnTo>
                <a:lnTo>
                  <a:pt x="20362" y="2281"/>
                </a:lnTo>
                <a:lnTo>
                  <a:pt x="20140" y="1958"/>
                </a:lnTo>
                <a:lnTo>
                  <a:pt x="19898" y="1655"/>
                </a:lnTo>
                <a:lnTo>
                  <a:pt x="19615" y="1373"/>
                </a:lnTo>
                <a:lnTo>
                  <a:pt x="19333" y="1110"/>
                </a:lnTo>
                <a:lnTo>
                  <a:pt x="19010" y="868"/>
                </a:lnTo>
                <a:lnTo>
                  <a:pt x="18687" y="646"/>
                </a:lnTo>
                <a:lnTo>
                  <a:pt x="18344" y="465"/>
                </a:lnTo>
                <a:lnTo>
                  <a:pt x="17981" y="283"/>
                </a:lnTo>
                <a:lnTo>
                  <a:pt x="17597" y="162"/>
                </a:lnTo>
                <a:lnTo>
                  <a:pt x="17214" y="61"/>
                </a:lnTo>
                <a:lnTo>
                  <a:pt x="16851" y="21"/>
                </a:lnTo>
                <a:lnTo>
                  <a:pt x="16467" y="1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72" name="Google Shape;1772;p20"/>
          <p:cNvSpPr/>
          <p:nvPr/>
        </p:nvSpPr>
        <p:spPr>
          <a:xfrm>
            <a:off x="-321049" y="3828779"/>
            <a:ext cx="901508" cy="1104564"/>
          </a:xfrm>
          <a:custGeom>
            <a:rect b="b" l="l" r="r" t="t"/>
            <a:pathLst>
              <a:path extrusionOk="0" h="19757" w="16125">
                <a:moveTo>
                  <a:pt x="13945" y="81"/>
                </a:moveTo>
                <a:lnTo>
                  <a:pt x="14187" y="142"/>
                </a:lnTo>
                <a:lnTo>
                  <a:pt x="14449" y="222"/>
                </a:lnTo>
                <a:lnTo>
                  <a:pt x="14671" y="323"/>
                </a:lnTo>
                <a:lnTo>
                  <a:pt x="14893" y="464"/>
                </a:lnTo>
                <a:lnTo>
                  <a:pt x="15095" y="626"/>
                </a:lnTo>
                <a:lnTo>
                  <a:pt x="15277" y="807"/>
                </a:lnTo>
                <a:lnTo>
                  <a:pt x="15438" y="1009"/>
                </a:lnTo>
                <a:lnTo>
                  <a:pt x="15620" y="1332"/>
                </a:lnTo>
                <a:lnTo>
                  <a:pt x="15761" y="1655"/>
                </a:lnTo>
                <a:lnTo>
                  <a:pt x="15862" y="1998"/>
                </a:lnTo>
                <a:lnTo>
                  <a:pt x="15943" y="2341"/>
                </a:lnTo>
                <a:lnTo>
                  <a:pt x="16003" y="2704"/>
                </a:lnTo>
                <a:lnTo>
                  <a:pt x="16023" y="3068"/>
                </a:lnTo>
                <a:lnTo>
                  <a:pt x="16044" y="3431"/>
                </a:lnTo>
                <a:lnTo>
                  <a:pt x="16044" y="3814"/>
                </a:lnTo>
                <a:lnTo>
                  <a:pt x="16023" y="4319"/>
                </a:lnTo>
                <a:lnTo>
                  <a:pt x="16003" y="4803"/>
                </a:lnTo>
                <a:lnTo>
                  <a:pt x="15963" y="5287"/>
                </a:lnTo>
                <a:lnTo>
                  <a:pt x="15923" y="5731"/>
                </a:lnTo>
                <a:lnTo>
                  <a:pt x="15862" y="6175"/>
                </a:lnTo>
                <a:lnTo>
                  <a:pt x="15781" y="6599"/>
                </a:lnTo>
                <a:lnTo>
                  <a:pt x="15701" y="7003"/>
                </a:lnTo>
                <a:lnTo>
                  <a:pt x="15600" y="7386"/>
                </a:lnTo>
                <a:lnTo>
                  <a:pt x="15479" y="7749"/>
                </a:lnTo>
                <a:lnTo>
                  <a:pt x="15337" y="8113"/>
                </a:lnTo>
                <a:lnTo>
                  <a:pt x="15196" y="8436"/>
                </a:lnTo>
                <a:lnTo>
                  <a:pt x="15055" y="8758"/>
                </a:lnTo>
                <a:lnTo>
                  <a:pt x="14873" y="9081"/>
                </a:lnTo>
                <a:lnTo>
                  <a:pt x="14692" y="9364"/>
                </a:lnTo>
                <a:lnTo>
                  <a:pt x="14490" y="9646"/>
                </a:lnTo>
                <a:lnTo>
                  <a:pt x="14268" y="9909"/>
                </a:lnTo>
                <a:lnTo>
                  <a:pt x="14086" y="10131"/>
                </a:lnTo>
                <a:lnTo>
                  <a:pt x="13884" y="10332"/>
                </a:lnTo>
                <a:lnTo>
                  <a:pt x="13683" y="10514"/>
                </a:lnTo>
                <a:lnTo>
                  <a:pt x="13461" y="10716"/>
                </a:lnTo>
                <a:lnTo>
                  <a:pt x="13017" y="11059"/>
                </a:lnTo>
                <a:lnTo>
                  <a:pt x="12532" y="11362"/>
                </a:lnTo>
                <a:lnTo>
                  <a:pt x="12048" y="11664"/>
                </a:lnTo>
                <a:lnTo>
                  <a:pt x="11543" y="11947"/>
                </a:lnTo>
                <a:lnTo>
                  <a:pt x="10514" y="12451"/>
                </a:lnTo>
                <a:lnTo>
                  <a:pt x="9586" y="12915"/>
                </a:lnTo>
                <a:lnTo>
                  <a:pt x="9122" y="13178"/>
                </a:lnTo>
                <a:lnTo>
                  <a:pt x="8678" y="13420"/>
                </a:lnTo>
                <a:lnTo>
                  <a:pt x="8032" y="13844"/>
                </a:lnTo>
                <a:lnTo>
                  <a:pt x="7427" y="14288"/>
                </a:lnTo>
                <a:lnTo>
                  <a:pt x="6821" y="14752"/>
                </a:lnTo>
                <a:lnTo>
                  <a:pt x="6236" y="15236"/>
                </a:lnTo>
                <a:lnTo>
                  <a:pt x="5671" y="15761"/>
                </a:lnTo>
                <a:lnTo>
                  <a:pt x="5106" y="16265"/>
                </a:lnTo>
                <a:lnTo>
                  <a:pt x="4037" y="17335"/>
                </a:lnTo>
                <a:lnTo>
                  <a:pt x="3350" y="18001"/>
                </a:lnTo>
                <a:lnTo>
                  <a:pt x="2644" y="18667"/>
                </a:lnTo>
                <a:lnTo>
                  <a:pt x="2281" y="18990"/>
                </a:lnTo>
                <a:lnTo>
                  <a:pt x="2099" y="19151"/>
                </a:lnTo>
                <a:lnTo>
                  <a:pt x="1897" y="19292"/>
                </a:lnTo>
                <a:lnTo>
                  <a:pt x="1696" y="19413"/>
                </a:lnTo>
                <a:lnTo>
                  <a:pt x="1474" y="19514"/>
                </a:lnTo>
                <a:lnTo>
                  <a:pt x="1272" y="19595"/>
                </a:lnTo>
                <a:lnTo>
                  <a:pt x="1030" y="19656"/>
                </a:lnTo>
                <a:lnTo>
                  <a:pt x="808" y="19676"/>
                </a:lnTo>
                <a:lnTo>
                  <a:pt x="687" y="19656"/>
                </a:lnTo>
                <a:lnTo>
                  <a:pt x="566" y="19635"/>
                </a:lnTo>
                <a:lnTo>
                  <a:pt x="444" y="19595"/>
                </a:lnTo>
                <a:lnTo>
                  <a:pt x="344" y="19555"/>
                </a:lnTo>
                <a:lnTo>
                  <a:pt x="243" y="19474"/>
                </a:lnTo>
                <a:lnTo>
                  <a:pt x="162" y="19373"/>
                </a:lnTo>
                <a:lnTo>
                  <a:pt x="101" y="19232"/>
                </a:lnTo>
                <a:lnTo>
                  <a:pt x="81" y="19091"/>
                </a:lnTo>
                <a:lnTo>
                  <a:pt x="81" y="18929"/>
                </a:lnTo>
                <a:lnTo>
                  <a:pt x="122" y="18788"/>
                </a:lnTo>
                <a:lnTo>
                  <a:pt x="162" y="18667"/>
                </a:lnTo>
                <a:lnTo>
                  <a:pt x="222" y="18546"/>
                </a:lnTo>
                <a:lnTo>
                  <a:pt x="323" y="18364"/>
                </a:lnTo>
                <a:lnTo>
                  <a:pt x="444" y="18203"/>
                </a:lnTo>
                <a:lnTo>
                  <a:pt x="566" y="18021"/>
                </a:lnTo>
                <a:lnTo>
                  <a:pt x="868" y="17718"/>
                </a:lnTo>
                <a:lnTo>
                  <a:pt x="1171" y="17436"/>
                </a:lnTo>
                <a:lnTo>
                  <a:pt x="1494" y="17173"/>
                </a:lnTo>
                <a:lnTo>
                  <a:pt x="2220" y="16588"/>
                </a:lnTo>
                <a:lnTo>
                  <a:pt x="2987" y="16043"/>
                </a:lnTo>
                <a:lnTo>
                  <a:pt x="3754" y="15499"/>
                </a:lnTo>
                <a:lnTo>
                  <a:pt x="4521" y="14974"/>
                </a:lnTo>
                <a:lnTo>
                  <a:pt x="5308" y="14429"/>
                </a:lnTo>
                <a:lnTo>
                  <a:pt x="6075" y="13884"/>
                </a:lnTo>
                <a:lnTo>
                  <a:pt x="6862" y="13319"/>
                </a:lnTo>
                <a:lnTo>
                  <a:pt x="7608" y="12734"/>
                </a:lnTo>
                <a:lnTo>
                  <a:pt x="8153" y="12270"/>
                </a:lnTo>
                <a:lnTo>
                  <a:pt x="8436" y="12007"/>
                </a:lnTo>
                <a:lnTo>
                  <a:pt x="8718" y="11725"/>
                </a:lnTo>
                <a:lnTo>
                  <a:pt x="9001" y="11422"/>
                </a:lnTo>
                <a:lnTo>
                  <a:pt x="9283" y="11119"/>
                </a:lnTo>
                <a:lnTo>
                  <a:pt x="9546" y="10776"/>
                </a:lnTo>
                <a:lnTo>
                  <a:pt x="9788" y="10413"/>
                </a:lnTo>
                <a:lnTo>
                  <a:pt x="9949" y="10131"/>
                </a:lnTo>
                <a:lnTo>
                  <a:pt x="10111" y="9828"/>
                </a:lnTo>
                <a:lnTo>
                  <a:pt x="10252" y="9525"/>
                </a:lnTo>
                <a:lnTo>
                  <a:pt x="10393" y="9202"/>
                </a:lnTo>
                <a:lnTo>
                  <a:pt x="10494" y="8879"/>
                </a:lnTo>
                <a:lnTo>
                  <a:pt x="10615" y="8557"/>
                </a:lnTo>
                <a:lnTo>
                  <a:pt x="10777" y="7911"/>
                </a:lnTo>
                <a:lnTo>
                  <a:pt x="10938" y="7245"/>
                </a:lnTo>
                <a:lnTo>
                  <a:pt x="11039" y="6559"/>
                </a:lnTo>
                <a:lnTo>
                  <a:pt x="11241" y="5207"/>
                </a:lnTo>
                <a:lnTo>
                  <a:pt x="11342" y="4399"/>
                </a:lnTo>
                <a:lnTo>
                  <a:pt x="11463" y="3612"/>
                </a:lnTo>
                <a:lnTo>
                  <a:pt x="11604" y="2825"/>
                </a:lnTo>
                <a:lnTo>
                  <a:pt x="11685" y="2422"/>
                </a:lnTo>
                <a:lnTo>
                  <a:pt x="11786" y="2038"/>
                </a:lnTo>
                <a:lnTo>
                  <a:pt x="11866" y="1756"/>
                </a:lnTo>
                <a:lnTo>
                  <a:pt x="11987" y="1473"/>
                </a:lnTo>
                <a:lnTo>
                  <a:pt x="12109" y="1171"/>
                </a:lnTo>
                <a:lnTo>
                  <a:pt x="12250" y="888"/>
                </a:lnTo>
                <a:lnTo>
                  <a:pt x="12452" y="626"/>
                </a:lnTo>
                <a:lnTo>
                  <a:pt x="12552" y="525"/>
                </a:lnTo>
                <a:lnTo>
                  <a:pt x="12674" y="404"/>
                </a:lnTo>
                <a:lnTo>
                  <a:pt x="12795" y="323"/>
                </a:lnTo>
                <a:lnTo>
                  <a:pt x="12916" y="242"/>
                </a:lnTo>
                <a:lnTo>
                  <a:pt x="13077" y="182"/>
                </a:lnTo>
                <a:lnTo>
                  <a:pt x="13218" y="121"/>
                </a:lnTo>
                <a:lnTo>
                  <a:pt x="13461" y="81"/>
                </a:lnTo>
                <a:close/>
                <a:moveTo>
                  <a:pt x="13541" y="0"/>
                </a:moveTo>
                <a:lnTo>
                  <a:pt x="13380" y="20"/>
                </a:lnTo>
                <a:lnTo>
                  <a:pt x="13218" y="41"/>
                </a:lnTo>
                <a:lnTo>
                  <a:pt x="13037" y="101"/>
                </a:lnTo>
                <a:lnTo>
                  <a:pt x="12896" y="162"/>
                </a:lnTo>
                <a:lnTo>
                  <a:pt x="12754" y="242"/>
                </a:lnTo>
                <a:lnTo>
                  <a:pt x="12613" y="343"/>
                </a:lnTo>
                <a:lnTo>
                  <a:pt x="12492" y="464"/>
                </a:lnTo>
                <a:lnTo>
                  <a:pt x="12391" y="565"/>
                </a:lnTo>
                <a:lnTo>
                  <a:pt x="12189" y="848"/>
                </a:lnTo>
                <a:lnTo>
                  <a:pt x="12028" y="1130"/>
                </a:lnTo>
                <a:lnTo>
                  <a:pt x="11907" y="1433"/>
                </a:lnTo>
                <a:lnTo>
                  <a:pt x="11806" y="1736"/>
                </a:lnTo>
                <a:lnTo>
                  <a:pt x="11705" y="2018"/>
                </a:lnTo>
                <a:lnTo>
                  <a:pt x="11604" y="2402"/>
                </a:lnTo>
                <a:lnTo>
                  <a:pt x="11523" y="2805"/>
                </a:lnTo>
                <a:lnTo>
                  <a:pt x="11382" y="3592"/>
                </a:lnTo>
                <a:lnTo>
                  <a:pt x="11261" y="4399"/>
                </a:lnTo>
                <a:lnTo>
                  <a:pt x="11160" y="5187"/>
                </a:lnTo>
                <a:lnTo>
                  <a:pt x="10958" y="6539"/>
                </a:lnTo>
                <a:lnTo>
                  <a:pt x="10857" y="7225"/>
                </a:lnTo>
                <a:lnTo>
                  <a:pt x="10716" y="7870"/>
                </a:lnTo>
                <a:lnTo>
                  <a:pt x="10534" y="8536"/>
                </a:lnTo>
                <a:lnTo>
                  <a:pt x="10434" y="8859"/>
                </a:lnTo>
                <a:lnTo>
                  <a:pt x="10313" y="9162"/>
                </a:lnTo>
                <a:lnTo>
                  <a:pt x="10191" y="9485"/>
                </a:lnTo>
                <a:lnTo>
                  <a:pt x="10050" y="9788"/>
                </a:lnTo>
                <a:lnTo>
                  <a:pt x="9889" y="10090"/>
                </a:lnTo>
                <a:lnTo>
                  <a:pt x="9707" y="10373"/>
                </a:lnTo>
                <a:lnTo>
                  <a:pt x="9465" y="10736"/>
                </a:lnTo>
                <a:lnTo>
                  <a:pt x="9223" y="11059"/>
                </a:lnTo>
                <a:lnTo>
                  <a:pt x="8940" y="11382"/>
                </a:lnTo>
                <a:lnTo>
                  <a:pt x="8658" y="11664"/>
                </a:lnTo>
                <a:lnTo>
                  <a:pt x="8375" y="11947"/>
                </a:lnTo>
                <a:lnTo>
                  <a:pt x="8093" y="12209"/>
                </a:lnTo>
                <a:lnTo>
                  <a:pt x="7568" y="12653"/>
                </a:lnTo>
                <a:lnTo>
                  <a:pt x="6801" y="13259"/>
                </a:lnTo>
                <a:lnTo>
                  <a:pt x="6034" y="13824"/>
                </a:lnTo>
                <a:lnTo>
                  <a:pt x="5247" y="14368"/>
                </a:lnTo>
                <a:lnTo>
                  <a:pt x="4480" y="14913"/>
                </a:lnTo>
                <a:lnTo>
                  <a:pt x="3714" y="15438"/>
                </a:lnTo>
                <a:lnTo>
                  <a:pt x="2927" y="15983"/>
                </a:lnTo>
                <a:lnTo>
                  <a:pt x="2180" y="16528"/>
                </a:lnTo>
                <a:lnTo>
                  <a:pt x="1433" y="17113"/>
                </a:lnTo>
                <a:lnTo>
                  <a:pt x="1131" y="17375"/>
                </a:lnTo>
                <a:lnTo>
                  <a:pt x="808" y="17658"/>
                </a:lnTo>
                <a:lnTo>
                  <a:pt x="505" y="17981"/>
                </a:lnTo>
                <a:lnTo>
                  <a:pt x="384" y="18142"/>
                </a:lnTo>
                <a:lnTo>
                  <a:pt x="243" y="18324"/>
                </a:lnTo>
                <a:lnTo>
                  <a:pt x="142" y="18526"/>
                </a:lnTo>
                <a:lnTo>
                  <a:pt x="81" y="18667"/>
                </a:lnTo>
                <a:lnTo>
                  <a:pt x="21" y="18808"/>
                </a:lnTo>
                <a:lnTo>
                  <a:pt x="1" y="18949"/>
                </a:lnTo>
                <a:lnTo>
                  <a:pt x="1" y="19111"/>
                </a:lnTo>
                <a:lnTo>
                  <a:pt x="21" y="19272"/>
                </a:lnTo>
                <a:lnTo>
                  <a:pt x="101" y="19434"/>
                </a:lnTo>
                <a:lnTo>
                  <a:pt x="162" y="19514"/>
                </a:lnTo>
                <a:lnTo>
                  <a:pt x="243" y="19575"/>
                </a:lnTo>
                <a:lnTo>
                  <a:pt x="323" y="19635"/>
                </a:lnTo>
                <a:lnTo>
                  <a:pt x="424" y="19676"/>
                </a:lnTo>
                <a:lnTo>
                  <a:pt x="626" y="19736"/>
                </a:lnTo>
                <a:lnTo>
                  <a:pt x="828" y="19757"/>
                </a:lnTo>
                <a:lnTo>
                  <a:pt x="1050" y="19736"/>
                </a:lnTo>
                <a:lnTo>
                  <a:pt x="1292" y="19676"/>
                </a:lnTo>
                <a:lnTo>
                  <a:pt x="1514" y="19595"/>
                </a:lnTo>
                <a:lnTo>
                  <a:pt x="1736" y="19494"/>
                </a:lnTo>
                <a:lnTo>
                  <a:pt x="1938" y="19353"/>
                </a:lnTo>
                <a:lnTo>
                  <a:pt x="2140" y="19212"/>
                </a:lnTo>
                <a:lnTo>
                  <a:pt x="2341" y="19050"/>
                </a:lnTo>
                <a:lnTo>
                  <a:pt x="2705" y="18727"/>
                </a:lnTo>
                <a:lnTo>
                  <a:pt x="3411" y="18061"/>
                </a:lnTo>
                <a:lnTo>
                  <a:pt x="4077" y="17395"/>
                </a:lnTo>
                <a:lnTo>
                  <a:pt x="5167" y="16326"/>
                </a:lnTo>
                <a:lnTo>
                  <a:pt x="5732" y="15821"/>
                </a:lnTo>
                <a:lnTo>
                  <a:pt x="6297" y="15297"/>
                </a:lnTo>
                <a:lnTo>
                  <a:pt x="6862" y="14812"/>
                </a:lnTo>
                <a:lnTo>
                  <a:pt x="7467" y="14348"/>
                </a:lnTo>
                <a:lnTo>
                  <a:pt x="8093" y="13904"/>
                </a:lnTo>
                <a:lnTo>
                  <a:pt x="8718" y="13501"/>
                </a:lnTo>
                <a:lnTo>
                  <a:pt x="9162" y="13238"/>
                </a:lnTo>
                <a:lnTo>
                  <a:pt x="9626" y="12996"/>
                </a:lnTo>
                <a:lnTo>
                  <a:pt x="10555" y="12532"/>
                </a:lnTo>
                <a:lnTo>
                  <a:pt x="11584" y="12007"/>
                </a:lnTo>
                <a:lnTo>
                  <a:pt x="12088" y="11725"/>
                </a:lnTo>
                <a:lnTo>
                  <a:pt x="12573" y="11442"/>
                </a:lnTo>
                <a:lnTo>
                  <a:pt x="13057" y="11119"/>
                </a:lnTo>
                <a:lnTo>
                  <a:pt x="13521" y="10776"/>
                </a:lnTo>
                <a:lnTo>
                  <a:pt x="13743" y="10575"/>
                </a:lnTo>
                <a:lnTo>
                  <a:pt x="13945" y="10393"/>
                </a:lnTo>
                <a:lnTo>
                  <a:pt x="14147" y="10171"/>
                </a:lnTo>
                <a:lnTo>
                  <a:pt x="14328" y="9969"/>
                </a:lnTo>
                <a:lnTo>
                  <a:pt x="14550" y="9687"/>
                </a:lnTo>
                <a:lnTo>
                  <a:pt x="14752" y="9404"/>
                </a:lnTo>
                <a:lnTo>
                  <a:pt x="14934" y="9122"/>
                </a:lnTo>
                <a:lnTo>
                  <a:pt x="15115" y="8799"/>
                </a:lnTo>
                <a:lnTo>
                  <a:pt x="15277" y="8476"/>
                </a:lnTo>
                <a:lnTo>
                  <a:pt x="15418" y="8133"/>
                </a:lnTo>
                <a:lnTo>
                  <a:pt x="15559" y="7790"/>
                </a:lnTo>
                <a:lnTo>
                  <a:pt x="15660" y="7406"/>
                </a:lnTo>
                <a:lnTo>
                  <a:pt x="15761" y="7023"/>
                </a:lnTo>
                <a:lnTo>
                  <a:pt x="15862" y="6619"/>
                </a:lnTo>
                <a:lnTo>
                  <a:pt x="15943" y="6196"/>
                </a:lnTo>
                <a:lnTo>
                  <a:pt x="16003" y="5752"/>
                </a:lnTo>
                <a:lnTo>
                  <a:pt x="16044" y="5287"/>
                </a:lnTo>
                <a:lnTo>
                  <a:pt x="16084" y="4823"/>
                </a:lnTo>
                <a:lnTo>
                  <a:pt x="16104" y="4319"/>
                </a:lnTo>
                <a:lnTo>
                  <a:pt x="16124" y="3814"/>
                </a:lnTo>
                <a:lnTo>
                  <a:pt x="16124" y="3431"/>
                </a:lnTo>
                <a:lnTo>
                  <a:pt x="16104" y="3068"/>
                </a:lnTo>
                <a:lnTo>
                  <a:pt x="16084" y="2684"/>
                </a:lnTo>
                <a:lnTo>
                  <a:pt x="16023" y="2321"/>
                </a:lnTo>
                <a:lnTo>
                  <a:pt x="15943" y="1958"/>
                </a:lnTo>
                <a:lnTo>
                  <a:pt x="15842" y="1615"/>
                </a:lnTo>
                <a:lnTo>
                  <a:pt x="15701" y="1292"/>
                </a:lnTo>
                <a:lnTo>
                  <a:pt x="15519" y="969"/>
                </a:lnTo>
                <a:lnTo>
                  <a:pt x="15418" y="828"/>
                </a:lnTo>
                <a:lnTo>
                  <a:pt x="15297" y="707"/>
                </a:lnTo>
                <a:lnTo>
                  <a:pt x="15196" y="585"/>
                </a:lnTo>
                <a:lnTo>
                  <a:pt x="15055" y="485"/>
                </a:lnTo>
                <a:lnTo>
                  <a:pt x="14934" y="384"/>
                </a:lnTo>
                <a:lnTo>
                  <a:pt x="14792" y="303"/>
                </a:lnTo>
                <a:lnTo>
                  <a:pt x="14490" y="142"/>
                </a:lnTo>
                <a:lnTo>
                  <a:pt x="14187" y="61"/>
                </a:lnTo>
                <a:lnTo>
                  <a:pt x="14026" y="20"/>
                </a:lnTo>
                <a:lnTo>
                  <a:pt x="13864" y="0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73" name="Google Shape;1773;p20"/>
          <p:cNvSpPr/>
          <p:nvPr/>
        </p:nvSpPr>
        <p:spPr>
          <a:xfrm>
            <a:off x="368277" y="3939306"/>
            <a:ext cx="130935" cy="390458"/>
          </a:xfrm>
          <a:custGeom>
            <a:rect b="b" l="l" r="r" t="t"/>
            <a:pathLst>
              <a:path extrusionOk="0" h="6984" w="2342">
                <a:moveTo>
                  <a:pt x="1494" y="82"/>
                </a:moveTo>
                <a:lnTo>
                  <a:pt x="1615" y="122"/>
                </a:lnTo>
                <a:lnTo>
                  <a:pt x="1716" y="162"/>
                </a:lnTo>
                <a:lnTo>
                  <a:pt x="1817" y="223"/>
                </a:lnTo>
                <a:lnTo>
                  <a:pt x="1897" y="304"/>
                </a:lnTo>
                <a:lnTo>
                  <a:pt x="1978" y="404"/>
                </a:lnTo>
                <a:lnTo>
                  <a:pt x="2039" y="485"/>
                </a:lnTo>
                <a:lnTo>
                  <a:pt x="2099" y="586"/>
                </a:lnTo>
                <a:lnTo>
                  <a:pt x="2160" y="707"/>
                </a:lnTo>
                <a:lnTo>
                  <a:pt x="2200" y="828"/>
                </a:lnTo>
                <a:lnTo>
                  <a:pt x="2240" y="1070"/>
                </a:lnTo>
                <a:lnTo>
                  <a:pt x="2261" y="1333"/>
                </a:lnTo>
                <a:lnTo>
                  <a:pt x="2261" y="1595"/>
                </a:lnTo>
                <a:lnTo>
                  <a:pt x="2240" y="2281"/>
                </a:lnTo>
                <a:lnTo>
                  <a:pt x="2180" y="2967"/>
                </a:lnTo>
                <a:lnTo>
                  <a:pt x="2059" y="3694"/>
                </a:lnTo>
                <a:lnTo>
                  <a:pt x="1897" y="4521"/>
                </a:lnTo>
                <a:lnTo>
                  <a:pt x="1837" y="4763"/>
                </a:lnTo>
                <a:lnTo>
                  <a:pt x="1776" y="5026"/>
                </a:lnTo>
                <a:lnTo>
                  <a:pt x="1675" y="5308"/>
                </a:lnTo>
                <a:lnTo>
                  <a:pt x="1554" y="5591"/>
                </a:lnTo>
                <a:lnTo>
                  <a:pt x="1413" y="5893"/>
                </a:lnTo>
                <a:lnTo>
                  <a:pt x="1231" y="6176"/>
                </a:lnTo>
                <a:lnTo>
                  <a:pt x="1030" y="6459"/>
                </a:lnTo>
                <a:lnTo>
                  <a:pt x="808" y="6741"/>
                </a:lnTo>
                <a:lnTo>
                  <a:pt x="707" y="6822"/>
                </a:lnTo>
                <a:lnTo>
                  <a:pt x="626" y="6862"/>
                </a:lnTo>
                <a:lnTo>
                  <a:pt x="566" y="6902"/>
                </a:lnTo>
                <a:lnTo>
                  <a:pt x="485" y="6882"/>
                </a:lnTo>
                <a:lnTo>
                  <a:pt x="444" y="6862"/>
                </a:lnTo>
                <a:lnTo>
                  <a:pt x="384" y="6822"/>
                </a:lnTo>
                <a:lnTo>
                  <a:pt x="303" y="6701"/>
                </a:lnTo>
                <a:lnTo>
                  <a:pt x="243" y="6539"/>
                </a:lnTo>
                <a:lnTo>
                  <a:pt x="182" y="6317"/>
                </a:lnTo>
                <a:lnTo>
                  <a:pt x="142" y="6055"/>
                </a:lnTo>
                <a:lnTo>
                  <a:pt x="101" y="5752"/>
                </a:lnTo>
                <a:lnTo>
                  <a:pt x="81" y="5086"/>
                </a:lnTo>
                <a:lnTo>
                  <a:pt x="81" y="4602"/>
                </a:lnTo>
                <a:lnTo>
                  <a:pt x="81" y="4097"/>
                </a:lnTo>
                <a:lnTo>
                  <a:pt x="101" y="3976"/>
                </a:lnTo>
                <a:lnTo>
                  <a:pt x="122" y="3310"/>
                </a:lnTo>
                <a:lnTo>
                  <a:pt x="162" y="2685"/>
                </a:lnTo>
                <a:lnTo>
                  <a:pt x="222" y="2100"/>
                </a:lnTo>
                <a:lnTo>
                  <a:pt x="283" y="1535"/>
                </a:lnTo>
                <a:lnTo>
                  <a:pt x="323" y="1353"/>
                </a:lnTo>
                <a:lnTo>
                  <a:pt x="384" y="1131"/>
                </a:lnTo>
                <a:lnTo>
                  <a:pt x="444" y="909"/>
                </a:lnTo>
                <a:lnTo>
                  <a:pt x="545" y="667"/>
                </a:lnTo>
                <a:lnTo>
                  <a:pt x="687" y="465"/>
                </a:lnTo>
                <a:lnTo>
                  <a:pt x="767" y="364"/>
                </a:lnTo>
                <a:lnTo>
                  <a:pt x="848" y="263"/>
                </a:lnTo>
                <a:lnTo>
                  <a:pt x="949" y="203"/>
                </a:lnTo>
                <a:lnTo>
                  <a:pt x="1070" y="142"/>
                </a:lnTo>
                <a:lnTo>
                  <a:pt x="1191" y="102"/>
                </a:lnTo>
                <a:lnTo>
                  <a:pt x="1312" y="82"/>
                </a:lnTo>
                <a:close/>
                <a:moveTo>
                  <a:pt x="1312" y="1"/>
                </a:moveTo>
                <a:lnTo>
                  <a:pt x="1171" y="21"/>
                </a:lnTo>
                <a:lnTo>
                  <a:pt x="1030" y="61"/>
                </a:lnTo>
                <a:lnTo>
                  <a:pt x="868" y="162"/>
                </a:lnTo>
                <a:lnTo>
                  <a:pt x="707" y="304"/>
                </a:lnTo>
                <a:lnTo>
                  <a:pt x="566" y="485"/>
                </a:lnTo>
                <a:lnTo>
                  <a:pt x="485" y="606"/>
                </a:lnTo>
                <a:lnTo>
                  <a:pt x="424" y="748"/>
                </a:lnTo>
                <a:lnTo>
                  <a:pt x="364" y="909"/>
                </a:lnTo>
                <a:lnTo>
                  <a:pt x="303" y="1091"/>
                </a:lnTo>
                <a:lnTo>
                  <a:pt x="263" y="1292"/>
                </a:lnTo>
                <a:lnTo>
                  <a:pt x="222" y="1514"/>
                </a:lnTo>
                <a:lnTo>
                  <a:pt x="142" y="2079"/>
                </a:lnTo>
                <a:lnTo>
                  <a:pt x="81" y="2685"/>
                </a:lnTo>
                <a:lnTo>
                  <a:pt x="41" y="3310"/>
                </a:lnTo>
                <a:lnTo>
                  <a:pt x="21" y="3976"/>
                </a:lnTo>
                <a:lnTo>
                  <a:pt x="1" y="4097"/>
                </a:lnTo>
                <a:lnTo>
                  <a:pt x="1" y="4602"/>
                </a:lnTo>
                <a:lnTo>
                  <a:pt x="1" y="5106"/>
                </a:lnTo>
                <a:lnTo>
                  <a:pt x="21" y="5752"/>
                </a:lnTo>
                <a:lnTo>
                  <a:pt x="61" y="6055"/>
                </a:lnTo>
                <a:lnTo>
                  <a:pt x="101" y="6337"/>
                </a:lnTo>
                <a:lnTo>
                  <a:pt x="142" y="6499"/>
                </a:lnTo>
                <a:lnTo>
                  <a:pt x="202" y="6680"/>
                </a:lnTo>
                <a:lnTo>
                  <a:pt x="263" y="6781"/>
                </a:lnTo>
                <a:lnTo>
                  <a:pt x="303" y="6862"/>
                </a:lnTo>
                <a:lnTo>
                  <a:pt x="384" y="6923"/>
                </a:lnTo>
                <a:lnTo>
                  <a:pt x="465" y="6963"/>
                </a:lnTo>
                <a:lnTo>
                  <a:pt x="525" y="6983"/>
                </a:lnTo>
                <a:lnTo>
                  <a:pt x="606" y="6963"/>
                </a:lnTo>
                <a:lnTo>
                  <a:pt x="687" y="6923"/>
                </a:lnTo>
                <a:lnTo>
                  <a:pt x="767" y="6882"/>
                </a:lnTo>
                <a:lnTo>
                  <a:pt x="868" y="6802"/>
                </a:lnTo>
                <a:lnTo>
                  <a:pt x="1090" y="6519"/>
                </a:lnTo>
                <a:lnTo>
                  <a:pt x="1292" y="6237"/>
                </a:lnTo>
                <a:lnTo>
                  <a:pt x="1474" y="5934"/>
                </a:lnTo>
                <a:lnTo>
                  <a:pt x="1615" y="5631"/>
                </a:lnTo>
                <a:lnTo>
                  <a:pt x="1736" y="5349"/>
                </a:lnTo>
                <a:lnTo>
                  <a:pt x="1837" y="5046"/>
                </a:lnTo>
                <a:lnTo>
                  <a:pt x="1918" y="4784"/>
                </a:lnTo>
                <a:lnTo>
                  <a:pt x="1978" y="4521"/>
                </a:lnTo>
                <a:lnTo>
                  <a:pt x="2140" y="3714"/>
                </a:lnTo>
                <a:lnTo>
                  <a:pt x="2261" y="2967"/>
                </a:lnTo>
                <a:lnTo>
                  <a:pt x="2321" y="2281"/>
                </a:lnTo>
                <a:lnTo>
                  <a:pt x="2341" y="1595"/>
                </a:lnTo>
                <a:lnTo>
                  <a:pt x="2341" y="1333"/>
                </a:lnTo>
                <a:lnTo>
                  <a:pt x="2321" y="1050"/>
                </a:lnTo>
                <a:lnTo>
                  <a:pt x="2261" y="788"/>
                </a:lnTo>
                <a:lnTo>
                  <a:pt x="2220" y="667"/>
                </a:lnTo>
                <a:lnTo>
                  <a:pt x="2180" y="546"/>
                </a:lnTo>
                <a:lnTo>
                  <a:pt x="2119" y="445"/>
                </a:lnTo>
                <a:lnTo>
                  <a:pt x="2039" y="324"/>
                </a:lnTo>
                <a:lnTo>
                  <a:pt x="1938" y="243"/>
                </a:lnTo>
                <a:lnTo>
                  <a:pt x="1837" y="142"/>
                </a:lnTo>
                <a:lnTo>
                  <a:pt x="1716" y="82"/>
                </a:lnTo>
                <a:lnTo>
                  <a:pt x="1595" y="21"/>
                </a:lnTo>
                <a:lnTo>
                  <a:pt x="1453" y="1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74" name="Google Shape;1774;p20"/>
          <p:cNvSpPr/>
          <p:nvPr/>
        </p:nvSpPr>
        <p:spPr>
          <a:xfrm>
            <a:off x="425805" y="4080358"/>
            <a:ext cx="4584" cy="55348"/>
          </a:xfrm>
          <a:custGeom>
            <a:rect b="b" l="l" r="r" t="t"/>
            <a:pathLst>
              <a:path extrusionOk="0" h="990" w="82">
                <a:moveTo>
                  <a:pt x="1" y="0"/>
                </a:moveTo>
                <a:lnTo>
                  <a:pt x="1" y="989"/>
                </a:lnTo>
                <a:lnTo>
                  <a:pt x="81" y="989"/>
                </a:lnTo>
                <a:lnTo>
                  <a:pt x="81" y="0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75" name="Google Shape;1775;p20"/>
          <p:cNvSpPr/>
          <p:nvPr/>
        </p:nvSpPr>
        <p:spPr>
          <a:xfrm>
            <a:off x="400982" y="4105180"/>
            <a:ext cx="55348" cy="4584"/>
          </a:xfrm>
          <a:custGeom>
            <a:rect b="b" l="l" r="r" t="t"/>
            <a:pathLst>
              <a:path extrusionOk="0" h="82" w="990">
                <a:moveTo>
                  <a:pt x="1" y="0"/>
                </a:moveTo>
                <a:lnTo>
                  <a:pt x="1" y="81"/>
                </a:lnTo>
                <a:lnTo>
                  <a:pt x="990" y="81"/>
                </a:lnTo>
                <a:lnTo>
                  <a:pt x="990" y="0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76" name="Google Shape;1776;p20"/>
          <p:cNvSpPr/>
          <p:nvPr/>
        </p:nvSpPr>
        <p:spPr>
          <a:xfrm flipH="1">
            <a:off x="8401164" y="359803"/>
            <a:ext cx="429300" cy="4293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77" name="Google Shape;1777;p20"/>
          <p:cNvSpPr/>
          <p:nvPr/>
        </p:nvSpPr>
        <p:spPr>
          <a:xfrm>
            <a:off x="8317542" y="25906"/>
            <a:ext cx="2383952" cy="1642730"/>
          </a:xfrm>
          <a:custGeom>
            <a:rect b="b" l="l" r="r" t="t"/>
            <a:pathLst>
              <a:path extrusionOk="0" h="29383" w="42641">
                <a:moveTo>
                  <a:pt x="9364" y="81"/>
                </a:moveTo>
                <a:lnTo>
                  <a:pt x="10796" y="141"/>
                </a:lnTo>
                <a:lnTo>
                  <a:pt x="12209" y="222"/>
                </a:lnTo>
                <a:lnTo>
                  <a:pt x="13642" y="363"/>
                </a:lnTo>
                <a:lnTo>
                  <a:pt x="15054" y="505"/>
                </a:lnTo>
                <a:lnTo>
                  <a:pt x="16467" y="706"/>
                </a:lnTo>
                <a:lnTo>
                  <a:pt x="17880" y="928"/>
                </a:lnTo>
                <a:lnTo>
                  <a:pt x="19292" y="1191"/>
                </a:lnTo>
                <a:lnTo>
                  <a:pt x="20685" y="1494"/>
                </a:lnTo>
                <a:lnTo>
                  <a:pt x="22077" y="1816"/>
                </a:lnTo>
                <a:lnTo>
                  <a:pt x="23469" y="2180"/>
                </a:lnTo>
                <a:lnTo>
                  <a:pt x="24842" y="2563"/>
                </a:lnTo>
                <a:lnTo>
                  <a:pt x="26194" y="2987"/>
                </a:lnTo>
                <a:lnTo>
                  <a:pt x="27546" y="3451"/>
                </a:lnTo>
                <a:lnTo>
                  <a:pt x="28878" y="3935"/>
                </a:lnTo>
                <a:lnTo>
                  <a:pt x="30210" y="4460"/>
                </a:lnTo>
                <a:lnTo>
                  <a:pt x="31340" y="4944"/>
                </a:lnTo>
                <a:lnTo>
                  <a:pt x="32409" y="5429"/>
                </a:lnTo>
                <a:lnTo>
                  <a:pt x="33418" y="5933"/>
                </a:lnTo>
                <a:lnTo>
                  <a:pt x="34346" y="6438"/>
                </a:lnTo>
                <a:lnTo>
                  <a:pt x="35234" y="6962"/>
                </a:lnTo>
                <a:lnTo>
                  <a:pt x="36062" y="7487"/>
                </a:lnTo>
                <a:lnTo>
                  <a:pt x="36829" y="8032"/>
                </a:lnTo>
                <a:lnTo>
                  <a:pt x="37555" y="8597"/>
                </a:lnTo>
                <a:lnTo>
                  <a:pt x="37979" y="8960"/>
                </a:lnTo>
                <a:lnTo>
                  <a:pt x="38403" y="9344"/>
                </a:lnTo>
                <a:lnTo>
                  <a:pt x="38806" y="9727"/>
                </a:lnTo>
                <a:lnTo>
                  <a:pt x="39190" y="10131"/>
                </a:lnTo>
                <a:lnTo>
                  <a:pt x="39573" y="10534"/>
                </a:lnTo>
                <a:lnTo>
                  <a:pt x="39916" y="10938"/>
                </a:lnTo>
                <a:lnTo>
                  <a:pt x="40239" y="11362"/>
                </a:lnTo>
                <a:lnTo>
                  <a:pt x="40562" y="11785"/>
                </a:lnTo>
                <a:lnTo>
                  <a:pt x="40844" y="12209"/>
                </a:lnTo>
                <a:lnTo>
                  <a:pt x="41127" y="12653"/>
                </a:lnTo>
                <a:lnTo>
                  <a:pt x="41369" y="13097"/>
                </a:lnTo>
                <a:lnTo>
                  <a:pt x="41611" y="13541"/>
                </a:lnTo>
                <a:lnTo>
                  <a:pt x="41813" y="14005"/>
                </a:lnTo>
                <a:lnTo>
                  <a:pt x="42015" y="14469"/>
                </a:lnTo>
                <a:lnTo>
                  <a:pt x="42176" y="14913"/>
                </a:lnTo>
                <a:lnTo>
                  <a:pt x="42338" y="15398"/>
                </a:lnTo>
                <a:lnTo>
                  <a:pt x="42459" y="15862"/>
                </a:lnTo>
                <a:lnTo>
                  <a:pt x="42499" y="16104"/>
                </a:lnTo>
                <a:lnTo>
                  <a:pt x="42540" y="16366"/>
                </a:lnTo>
                <a:lnTo>
                  <a:pt x="42560" y="16608"/>
                </a:lnTo>
                <a:lnTo>
                  <a:pt x="42560" y="16851"/>
                </a:lnTo>
                <a:lnTo>
                  <a:pt x="42540" y="17113"/>
                </a:lnTo>
                <a:lnTo>
                  <a:pt x="42519" y="17355"/>
                </a:lnTo>
                <a:lnTo>
                  <a:pt x="42479" y="17577"/>
                </a:lnTo>
                <a:lnTo>
                  <a:pt x="42418" y="17799"/>
                </a:lnTo>
                <a:lnTo>
                  <a:pt x="42338" y="18021"/>
                </a:lnTo>
                <a:lnTo>
                  <a:pt x="42217" y="18223"/>
                </a:lnTo>
                <a:lnTo>
                  <a:pt x="42096" y="18404"/>
                </a:lnTo>
                <a:lnTo>
                  <a:pt x="41954" y="18566"/>
                </a:lnTo>
                <a:lnTo>
                  <a:pt x="41773" y="18707"/>
                </a:lnTo>
                <a:lnTo>
                  <a:pt x="41571" y="18848"/>
                </a:lnTo>
                <a:lnTo>
                  <a:pt x="41409" y="18909"/>
                </a:lnTo>
                <a:lnTo>
                  <a:pt x="41228" y="18969"/>
                </a:lnTo>
                <a:lnTo>
                  <a:pt x="41046" y="19010"/>
                </a:lnTo>
                <a:lnTo>
                  <a:pt x="40865" y="19050"/>
                </a:lnTo>
                <a:lnTo>
                  <a:pt x="40461" y="19070"/>
                </a:lnTo>
                <a:lnTo>
                  <a:pt x="40057" y="19070"/>
                </a:lnTo>
                <a:lnTo>
                  <a:pt x="38948" y="19050"/>
                </a:lnTo>
                <a:lnTo>
                  <a:pt x="37838" y="19010"/>
                </a:lnTo>
                <a:lnTo>
                  <a:pt x="35618" y="18909"/>
                </a:lnTo>
                <a:lnTo>
                  <a:pt x="33398" y="18788"/>
                </a:lnTo>
                <a:lnTo>
                  <a:pt x="31198" y="18626"/>
                </a:lnTo>
                <a:lnTo>
                  <a:pt x="28918" y="18485"/>
                </a:lnTo>
                <a:lnTo>
                  <a:pt x="26597" y="18344"/>
                </a:lnTo>
                <a:lnTo>
                  <a:pt x="24277" y="18243"/>
                </a:lnTo>
                <a:lnTo>
                  <a:pt x="23126" y="18223"/>
                </a:lnTo>
                <a:lnTo>
                  <a:pt x="21956" y="18203"/>
                </a:lnTo>
                <a:lnTo>
                  <a:pt x="20806" y="18182"/>
                </a:lnTo>
                <a:lnTo>
                  <a:pt x="19635" y="18203"/>
                </a:lnTo>
                <a:lnTo>
                  <a:pt x="18465" y="18243"/>
                </a:lnTo>
                <a:lnTo>
                  <a:pt x="17315" y="18304"/>
                </a:lnTo>
                <a:lnTo>
                  <a:pt x="16164" y="18384"/>
                </a:lnTo>
                <a:lnTo>
                  <a:pt x="14994" y="18485"/>
                </a:lnTo>
                <a:lnTo>
                  <a:pt x="13844" y="18626"/>
                </a:lnTo>
                <a:lnTo>
                  <a:pt x="12693" y="18788"/>
                </a:lnTo>
                <a:lnTo>
                  <a:pt x="12007" y="18909"/>
                </a:lnTo>
                <a:lnTo>
                  <a:pt x="11321" y="19050"/>
                </a:lnTo>
                <a:lnTo>
                  <a:pt x="10615" y="19232"/>
                </a:lnTo>
                <a:lnTo>
                  <a:pt x="10272" y="19333"/>
                </a:lnTo>
                <a:lnTo>
                  <a:pt x="9929" y="19454"/>
                </a:lnTo>
                <a:lnTo>
                  <a:pt x="9586" y="19595"/>
                </a:lnTo>
                <a:lnTo>
                  <a:pt x="9263" y="19736"/>
                </a:lnTo>
                <a:lnTo>
                  <a:pt x="8940" y="19898"/>
                </a:lnTo>
                <a:lnTo>
                  <a:pt x="8617" y="20059"/>
                </a:lnTo>
                <a:lnTo>
                  <a:pt x="8314" y="20261"/>
                </a:lnTo>
                <a:lnTo>
                  <a:pt x="8032" y="20463"/>
                </a:lnTo>
                <a:lnTo>
                  <a:pt x="7749" y="20705"/>
                </a:lnTo>
                <a:lnTo>
                  <a:pt x="7487" y="20947"/>
                </a:lnTo>
                <a:lnTo>
                  <a:pt x="7245" y="21230"/>
                </a:lnTo>
                <a:lnTo>
                  <a:pt x="7003" y="21512"/>
                </a:lnTo>
                <a:lnTo>
                  <a:pt x="6801" y="21815"/>
                </a:lnTo>
                <a:lnTo>
                  <a:pt x="6619" y="22118"/>
                </a:lnTo>
                <a:lnTo>
                  <a:pt x="6458" y="22440"/>
                </a:lnTo>
                <a:lnTo>
                  <a:pt x="6316" y="22763"/>
                </a:lnTo>
                <a:lnTo>
                  <a:pt x="6195" y="23086"/>
                </a:lnTo>
                <a:lnTo>
                  <a:pt x="6094" y="23429"/>
                </a:lnTo>
                <a:lnTo>
                  <a:pt x="5994" y="23752"/>
                </a:lnTo>
                <a:lnTo>
                  <a:pt x="5913" y="24075"/>
                </a:lnTo>
                <a:lnTo>
                  <a:pt x="5792" y="24701"/>
                </a:lnTo>
                <a:lnTo>
                  <a:pt x="5711" y="25306"/>
                </a:lnTo>
                <a:lnTo>
                  <a:pt x="5650" y="25871"/>
                </a:lnTo>
                <a:lnTo>
                  <a:pt x="5650" y="26154"/>
                </a:lnTo>
                <a:lnTo>
                  <a:pt x="5650" y="26497"/>
                </a:lnTo>
                <a:lnTo>
                  <a:pt x="5650" y="27243"/>
                </a:lnTo>
                <a:lnTo>
                  <a:pt x="5630" y="27627"/>
                </a:lnTo>
                <a:lnTo>
                  <a:pt x="5610" y="28010"/>
                </a:lnTo>
                <a:lnTo>
                  <a:pt x="5529" y="28373"/>
                </a:lnTo>
                <a:lnTo>
                  <a:pt x="5489" y="28555"/>
                </a:lnTo>
                <a:lnTo>
                  <a:pt x="5428" y="28696"/>
                </a:lnTo>
                <a:lnTo>
                  <a:pt x="5368" y="28838"/>
                </a:lnTo>
                <a:lnTo>
                  <a:pt x="5287" y="28979"/>
                </a:lnTo>
                <a:lnTo>
                  <a:pt x="5206" y="29080"/>
                </a:lnTo>
                <a:lnTo>
                  <a:pt x="5106" y="29181"/>
                </a:lnTo>
                <a:lnTo>
                  <a:pt x="5005" y="29221"/>
                </a:lnTo>
                <a:lnTo>
                  <a:pt x="4904" y="29261"/>
                </a:lnTo>
                <a:lnTo>
                  <a:pt x="4803" y="29281"/>
                </a:lnTo>
                <a:lnTo>
                  <a:pt x="4702" y="29302"/>
                </a:lnTo>
                <a:lnTo>
                  <a:pt x="4581" y="29302"/>
                </a:lnTo>
                <a:lnTo>
                  <a:pt x="4440" y="29281"/>
                </a:lnTo>
                <a:lnTo>
                  <a:pt x="4177" y="29201"/>
                </a:lnTo>
                <a:lnTo>
                  <a:pt x="3955" y="29100"/>
                </a:lnTo>
                <a:lnTo>
                  <a:pt x="3774" y="28959"/>
                </a:lnTo>
                <a:lnTo>
                  <a:pt x="3592" y="28797"/>
                </a:lnTo>
                <a:lnTo>
                  <a:pt x="3451" y="28616"/>
                </a:lnTo>
                <a:lnTo>
                  <a:pt x="3310" y="28414"/>
                </a:lnTo>
                <a:lnTo>
                  <a:pt x="3188" y="28192"/>
                </a:lnTo>
                <a:lnTo>
                  <a:pt x="2946" y="27728"/>
                </a:lnTo>
                <a:lnTo>
                  <a:pt x="2523" y="26678"/>
                </a:lnTo>
                <a:lnTo>
                  <a:pt x="2119" y="25629"/>
                </a:lnTo>
                <a:lnTo>
                  <a:pt x="1756" y="24539"/>
                </a:lnTo>
                <a:lnTo>
                  <a:pt x="1433" y="23429"/>
                </a:lnTo>
                <a:lnTo>
                  <a:pt x="1130" y="22279"/>
                </a:lnTo>
                <a:lnTo>
                  <a:pt x="868" y="21129"/>
                </a:lnTo>
                <a:lnTo>
                  <a:pt x="646" y="19938"/>
                </a:lnTo>
                <a:lnTo>
                  <a:pt x="464" y="18707"/>
                </a:lnTo>
                <a:lnTo>
                  <a:pt x="323" y="17476"/>
                </a:lnTo>
                <a:lnTo>
                  <a:pt x="202" y="16205"/>
                </a:lnTo>
                <a:lnTo>
                  <a:pt x="141" y="14913"/>
                </a:lnTo>
                <a:lnTo>
                  <a:pt x="101" y="13602"/>
                </a:lnTo>
                <a:lnTo>
                  <a:pt x="81" y="12250"/>
                </a:lnTo>
                <a:lnTo>
                  <a:pt x="121" y="10897"/>
                </a:lnTo>
                <a:lnTo>
                  <a:pt x="202" y="9505"/>
                </a:lnTo>
                <a:lnTo>
                  <a:pt x="303" y="8092"/>
                </a:lnTo>
                <a:lnTo>
                  <a:pt x="404" y="7144"/>
                </a:lnTo>
                <a:lnTo>
                  <a:pt x="464" y="6639"/>
                </a:lnTo>
                <a:lnTo>
                  <a:pt x="545" y="6135"/>
                </a:lnTo>
                <a:lnTo>
                  <a:pt x="646" y="5630"/>
                </a:lnTo>
                <a:lnTo>
                  <a:pt x="767" y="5106"/>
                </a:lnTo>
                <a:lnTo>
                  <a:pt x="928" y="4601"/>
                </a:lnTo>
                <a:lnTo>
                  <a:pt x="1090" y="4097"/>
                </a:lnTo>
                <a:lnTo>
                  <a:pt x="1292" y="3612"/>
                </a:lnTo>
                <a:lnTo>
                  <a:pt x="1514" y="3128"/>
                </a:lnTo>
                <a:lnTo>
                  <a:pt x="1776" y="2684"/>
                </a:lnTo>
                <a:lnTo>
                  <a:pt x="2058" y="2240"/>
                </a:lnTo>
                <a:lnTo>
                  <a:pt x="2220" y="2038"/>
                </a:lnTo>
                <a:lnTo>
                  <a:pt x="2381" y="1837"/>
                </a:lnTo>
                <a:lnTo>
                  <a:pt x="2563" y="1655"/>
                </a:lnTo>
                <a:lnTo>
                  <a:pt x="2765" y="1473"/>
                </a:lnTo>
                <a:lnTo>
                  <a:pt x="2967" y="1312"/>
                </a:lnTo>
                <a:lnTo>
                  <a:pt x="3168" y="1150"/>
                </a:lnTo>
                <a:lnTo>
                  <a:pt x="3390" y="989"/>
                </a:lnTo>
                <a:lnTo>
                  <a:pt x="3612" y="848"/>
                </a:lnTo>
                <a:lnTo>
                  <a:pt x="3854" y="727"/>
                </a:lnTo>
                <a:lnTo>
                  <a:pt x="4117" y="626"/>
                </a:lnTo>
                <a:lnTo>
                  <a:pt x="4359" y="525"/>
                </a:lnTo>
                <a:lnTo>
                  <a:pt x="4621" y="424"/>
                </a:lnTo>
                <a:lnTo>
                  <a:pt x="5146" y="303"/>
                </a:lnTo>
                <a:lnTo>
                  <a:pt x="5691" y="202"/>
                </a:lnTo>
                <a:lnTo>
                  <a:pt x="6236" y="141"/>
                </a:lnTo>
                <a:lnTo>
                  <a:pt x="6760" y="101"/>
                </a:lnTo>
                <a:lnTo>
                  <a:pt x="7305" y="81"/>
                </a:lnTo>
                <a:close/>
                <a:moveTo>
                  <a:pt x="7305" y="0"/>
                </a:moveTo>
                <a:lnTo>
                  <a:pt x="6760" y="20"/>
                </a:lnTo>
                <a:lnTo>
                  <a:pt x="6215" y="61"/>
                </a:lnTo>
                <a:lnTo>
                  <a:pt x="5671" y="121"/>
                </a:lnTo>
                <a:lnTo>
                  <a:pt x="5126" y="222"/>
                </a:lnTo>
                <a:lnTo>
                  <a:pt x="4601" y="363"/>
                </a:lnTo>
                <a:lnTo>
                  <a:pt x="4339" y="444"/>
                </a:lnTo>
                <a:lnTo>
                  <a:pt x="4076" y="545"/>
                </a:lnTo>
                <a:lnTo>
                  <a:pt x="3834" y="666"/>
                </a:lnTo>
                <a:lnTo>
                  <a:pt x="3572" y="787"/>
                </a:lnTo>
                <a:lnTo>
                  <a:pt x="3350" y="928"/>
                </a:lnTo>
                <a:lnTo>
                  <a:pt x="3128" y="1070"/>
                </a:lnTo>
                <a:lnTo>
                  <a:pt x="2906" y="1231"/>
                </a:lnTo>
                <a:lnTo>
                  <a:pt x="2704" y="1413"/>
                </a:lnTo>
                <a:lnTo>
                  <a:pt x="2523" y="1594"/>
                </a:lnTo>
                <a:lnTo>
                  <a:pt x="2341" y="1776"/>
                </a:lnTo>
                <a:lnTo>
                  <a:pt x="2159" y="1978"/>
                </a:lnTo>
                <a:lnTo>
                  <a:pt x="1998" y="2200"/>
                </a:lnTo>
                <a:lnTo>
                  <a:pt x="1695" y="2624"/>
                </a:lnTo>
                <a:lnTo>
                  <a:pt x="1453" y="3088"/>
                </a:lnTo>
                <a:lnTo>
                  <a:pt x="1211" y="3572"/>
                </a:lnTo>
                <a:lnTo>
                  <a:pt x="1009" y="4056"/>
                </a:lnTo>
                <a:lnTo>
                  <a:pt x="848" y="4561"/>
                </a:lnTo>
                <a:lnTo>
                  <a:pt x="706" y="5086"/>
                </a:lnTo>
                <a:lnTo>
                  <a:pt x="585" y="5590"/>
                </a:lnTo>
                <a:lnTo>
                  <a:pt x="464" y="6115"/>
                </a:lnTo>
                <a:lnTo>
                  <a:pt x="383" y="6619"/>
                </a:lnTo>
                <a:lnTo>
                  <a:pt x="323" y="7124"/>
                </a:lnTo>
                <a:lnTo>
                  <a:pt x="222" y="8092"/>
                </a:lnTo>
                <a:lnTo>
                  <a:pt x="121" y="9505"/>
                </a:lnTo>
                <a:lnTo>
                  <a:pt x="40" y="10897"/>
                </a:lnTo>
                <a:lnTo>
                  <a:pt x="0" y="12250"/>
                </a:lnTo>
                <a:lnTo>
                  <a:pt x="20" y="13602"/>
                </a:lnTo>
                <a:lnTo>
                  <a:pt x="61" y="14913"/>
                </a:lnTo>
                <a:lnTo>
                  <a:pt x="121" y="16205"/>
                </a:lnTo>
                <a:lnTo>
                  <a:pt x="242" y="17476"/>
                </a:lnTo>
                <a:lnTo>
                  <a:pt x="383" y="18727"/>
                </a:lnTo>
                <a:lnTo>
                  <a:pt x="565" y="19938"/>
                </a:lnTo>
                <a:lnTo>
                  <a:pt x="787" y="21149"/>
                </a:lnTo>
                <a:lnTo>
                  <a:pt x="1049" y="22319"/>
                </a:lnTo>
                <a:lnTo>
                  <a:pt x="1352" y="23449"/>
                </a:lnTo>
                <a:lnTo>
                  <a:pt x="1675" y="24559"/>
                </a:lnTo>
                <a:lnTo>
                  <a:pt x="2038" y="25649"/>
                </a:lnTo>
                <a:lnTo>
                  <a:pt x="2442" y="26719"/>
                </a:lnTo>
                <a:lnTo>
                  <a:pt x="2886" y="27748"/>
                </a:lnTo>
                <a:lnTo>
                  <a:pt x="3108" y="28232"/>
                </a:lnTo>
                <a:lnTo>
                  <a:pt x="3249" y="28454"/>
                </a:lnTo>
                <a:lnTo>
                  <a:pt x="3390" y="28676"/>
                </a:lnTo>
                <a:lnTo>
                  <a:pt x="3552" y="28858"/>
                </a:lnTo>
                <a:lnTo>
                  <a:pt x="3733" y="29019"/>
                </a:lnTo>
                <a:lnTo>
                  <a:pt x="3915" y="29160"/>
                </a:lnTo>
                <a:lnTo>
                  <a:pt x="4137" y="29261"/>
                </a:lnTo>
                <a:lnTo>
                  <a:pt x="4419" y="29362"/>
                </a:lnTo>
                <a:lnTo>
                  <a:pt x="4541" y="29382"/>
                </a:lnTo>
                <a:lnTo>
                  <a:pt x="4662" y="29382"/>
                </a:lnTo>
                <a:lnTo>
                  <a:pt x="4803" y="29362"/>
                </a:lnTo>
                <a:lnTo>
                  <a:pt x="4924" y="29342"/>
                </a:lnTo>
                <a:lnTo>
                  <a:pt x="5045" y="29302"/>
                </a:lnTo>
                <a:lnTo>
                  <a:pt x="5146" y="29241"/>
                </a:lnTo>
                <a:lnTo>
                  <a:pt x="5247" y="29140"/>
                </a:lnTo>
                <a:lnTo>
                  <a:pt x="5348" y="29039"/>
                </a:lnTo>
                <a:lnTo>
                  <a:pt x="5428" y="28898"/>
                </a:lnTo>
                <a:lnTo>
                  <a:pt x="5509" y="28757"/>
                </a:lnTo>
                <a:lnTo>
                  <a:pt x="5570" y="28595"/>
                </a:lnTo>
                <a:lnTo>
                  <a:pt x="5610" y="28414"/>
                </a:lnTo>
                <a:lnTo>
                  <a:pt x="5671" y="28051"/>
                </a:lnTo>
                <a:lnTo>
                  <a:pt x="5711" y="27647"/>
                </a:lnTo>
                <a:lnTo>
                  <a:pt x="5731" y="27243"/>
                </a:lnTo>
                <a:lnTo>
                  <a:pt x="5731" y="26497"/>
                </a:lnTo>
                <a:lnTo>
                  <a:pt x="5731" y="26154"/>
                </a:lnTo>
                <a:lnTo>
                  <a:pt x="5731" y="25891"/>
                </a:lnTo>
                <a:lnTo>
                  <a:pt x="5792" y="25326"/>
                </a:lnTo>
                <a:lnTo>
                  <a:pt x="5872" y="24721"/>
                </a:lnTo>
                <a:lnTo>
                  <a:pt x="5994" y="24095"/>
                </a:lnTo>
                <a:lnTo>
                  <a:pt x="6074" y="23772"/>
                </a:lnTo>
                <a:lnTo>
                  <a:pt x="6155" y="23449"/>
                </a:lnTo>
                <a:lnTo>
                  <a:pt x="6276" y="23127"/>
                </a:lnTo>
                <a:lnTo>
                  <a:pt x="6397" y="22804"/>
                </a:lnTo>
                <a:lnTo>
                  <a:pt x="6538" y="22481"/>
                </a:lnTo>
                <a:lnTo>
                  <a:pt x="6700" y="22178"/>
                </a:lnTo>
                <a:lnTo>
                  <a:pt x="6881" y="21855"/>
                </a:lnTo>
                <a:lnTo>
                  <a:pt x="7083" y="21573"/>
                </a:lnTo>
                <a:lnTo>
                  <a:pt x="7305" y="21270"/>
                </a:lnTo>
                <a:lnTo>
                  <a:pt x="7547" y="21008"/>
                </a:lnTo>
                <a:lnTo>
                  <a:pt x="7810" y="20765"/>
                </a:lnTo>
                <a:lnTo>
                  <a:pt x="8092" y="20523"/>
                </a:lnTo>
                <a:lnTo>
                  <a:pt x="8375" y="20322"/>
                </a:lnTo>
                <a:lnTo>
                  <a:pt x="8677" y="20140"/>
                </a:lnTo>
                <a:lnTo>
                  <a:pt x="8980" y="19958"/>
                </a:lnTo>
                <a:lnTo>
                  <a:pt x="9303" y="19797"/>
                </a:lnTo>
                <a:lnTo>
                  <a:pt x="9626" y="19656"/>
                </a:lnTo>
                <a:lnTo>
                  <a:pt x="9969" y="19535"/>
                </a:lnTo>
                <a:lnTo>
                  <a:pt x="10292" y="19413"/>
                </a:lnTo>
                <a:lnTo>
                  <a:pt x="10635" y="19313"/>
                </a:lnTo>
                <a:lnTo>
                  <a:pt x="11341" y="19131"/>
                </a:lnTo>
                <a:lnTo>
                  <a:pt x="12027" y="18990"/>
                </a:lnTo>
                <a:lnTo>
                  <a:pt x="12713" y="18869"/>
                </a:lnTo>
                <a:lnTo>
                  <a:pt x="13864" y="18707"/>
                </a:lnTo>
                <a:lnTo>
                  <a:pt x="15014" y="18566"/>
                </a:lnTo>
                <a:lnTo>
                  <a:pt x="16164" y="18465"/>
                </a:lnTo>
                <a:lnTo>
                  <a:pt x="17315" y="18384"/>
                </a:lnTo>
                <a:lnTo>
                  <a:pt x="18485" y="18324"/>
                </a:lnTo>
                <a:lnTo>
                  <a:pt x="19635" y="18283"/>
                </a:lnTo>
                <a:lnTo>
                  <a:pt x="20806" y="18263"/>
                </a:lnTo>
                <a:lnTo>
                  <a:pt x="21956" y="18283"/>
                </a:lnTo>
                <a:lnTo>
                  <a:pt x="23126" y="18304"/>
                </a:lnTo>
                <a:lnTo>
                  <a:pt x="24277" y="18324"/>
                </a:lnTo>
                <a:lnTo>
                  <a:pt x="26597" y="18425"/>
                </a:lnTo>
                <a:lnTo>
                  <a:pt x="28918" y="18566"/>
                </a:lnTo>
                <a:lnTo>
                  <a:pt x="31198" y="18707"/>
                </a:lnTo>
                <a:lnTo>
                  <a:pt x="33398" y="18869"/>
                </a:lnTo>
                <a:lnTo>
                  <a:pt x="35618" y="18990"/>
                </a:lnTo>
                <a:lnTo>
                  <a:pt x="37838" y="19091"/>
                </a:lnTo>
                <a:lnTo>
                  <a:pt x="38948" y="19131"/>
                </a:lnTo>
                <a:lnTo>
                  <a:pt x="40057" y="19151"/>
                </a:lnTo>
                <a:lnTo>
                  <a:pt x="40481" y="19151"/>
                </a:lnTo>
                <a:lnTo>
                  <a:pt x="40885" y="19131"/>
                </a:lnTo>
                <a:lnTo>
                  <a:pt x="41066" y="19091"/>
                </a:lnTo>
                <a:lnTo>
                  <a:pt x="41248" y="19050"/>
                </a:lnTo>
                <a:lnTo>
                  <a:pt x="41430" y="18990"/>
                </a:lnTo>
                <a:lnTo>
                  <a:pt x="41611" y="18909"/>
                </a:lnTo>
                <a:lnTo>
                  <a:pt x="41813" y="18788"/>
                </a:lnTo>
                <a:lnTo>
                  <a:pt x="41995" y="18626"/>
                </a:lnTo>
                <a:lnTo>
                  <a:pt x="42156" y="18465"/>
                </a:lnTo>
                <a:lnTo>
                  <a:pt x="42297" y="18263"/>
                </a:lnTo>
                <a:lnTo>
                  <a:pt x="42398" y="18061"/>
                </a:lnTo>
                <a:lnTo>
                  <a:pt x="42479" y="17839"/>
                </a:lnTo>
                <a:lnTo>
                  <a:pt x="42560" y="17617"/>
                </a:lnTo>
                <a:lnTo>
                  <a:pt x="42600" y="17375"/>
                </a:lnTo>
                <a:lnTo>
                  <a:pt x="42620" y="17133"/>
                </a:lnTo>
                <a:lnTo>
                  <a:pt x="42640" y="16871"/>
                </a:lnTo>
                <a:lnTo>
                  <a:pt x="42640" y="16608"/>
                </a:lnTo>
                <a:lnTo>
                  <a:pt x="42620" y="16366"/>
                </a:lnTo>
                <a:lnTo>
                  <a:pt x="42580" y="16104"/>
                </a:lnTo>
                <a:lnTo>
                  <a:pt x="42540" y="15862"/>
                </a:lnTo>
                <a:lnTo>
                  <a:pt x="42418" y="15357"/>
                </a:lnTo>
                <a:lnTo>
                  <a:pt x="42257" y="14893"/>
                </a:lnTo>
                <a:lnTo>
                  <a:pt x="42096" y="14429"/>
                </a:lnTo>
                <a:lnTo>
                  <a:pt x="41894" y="13965"/>
                </a:lnTo>
                <a:lnTo>
                  <a:pt x="41672" y="13521"/>
                </a:lnTo>
                <a:lnTo>
                  <a:pt x="41450" y="13057"/>
                </a:lnTo>
                <a:lnTo>
                  <a:pt x="41187" y="12613"/>
                </a:lnTo>
                <a:lnTo>
                  <a:pt x="40925" y="12169"/>
                </a:lnTo>
                <a:lnTo>
                  <a:pt x="40622" y="11745"/>
                </a:lnTo>
                <a:lnTo>
                  <a:pt x="40320" y="11301"/>
                </a:lnTo>
                <a:lnTo>
                  <a:pt x="39977" y="10897"/>
                </a:lnTo>
                <a:lnTo>
                  <a:pt x="39634" y="10474"/>
                </a:lnTo>
                <a:lnTo>
                  <a:pt x="39250" y="10070"/>
                </a:lnTo>
                <a:lnTo>
                  <a:pt x="38867" y="9666"/>
                </a:lnTo>
                <a:lnTo>
                  <a:pt x="38463" y="9283"/>
                </a:lnTo>
                <a:lnTo>
                  <a:pt x="38039" y="8900"/>
                </a:lnTo>
                <a:lnTo>
                  <a:pt x="37595" y="8536"/>
                </a:lnTo>
                <a:lnTo>
                  <a:pt x="36869" y="7971"/>
                </a:lnTo>
                <a:lnTo>
                  <a:pt x="36102" y="7426"/>
                </a:lnTo>
                <a:lnTo>
                  <a:pt x="35275" y="6882"/>
                </a:lnTo>
                <a:lnTo>
                  <a:pt x="34387" y="6377"/>
                </a:lnTo>
                <a:lnTo>
                  <a:pt x="33459" y="5873"/>
                </a:lnTo>
                <a:lnTo>
                  <a:pt x="32450" y="5368"/>
                </a:lnTo>
                <a:lnTo>
                  <a:pt x="31380" y="4884"/>
                </a:lnTo>
                <a:lnTo>
                  <a:pt x="30230" y="4379"/>
                </a:lnTo>
                <a:lnTo>
                  <a:pt x="28918" y="3875"/>
                </a:lnTo>
                <a:lnTo>
                  <a:pt x="27586" y="3370"/>
                </a:lnTo>
                <a:lnTo>
                  <a:pt x="26234" y="2906"/>
                </a:lnTo>
                <a:lnTo>
                  <a:pt x="24862" y="2482"/>
                </a:lnTo>
                <a:lnTo>
                  <a:pt x="23490" y="2099"/>
                </a:lnTo>
                <a:lnTo>
                  <a:pt x="22097" y="1736"/>
                </a:lnTo>
                <a:lnTo>
                  <a:pt x="20705" y="1413"/>
                </a:lnTo>
                <a:lnTo>
                  <a:pt x="19312" y="1110"/>
                </a:lnTo>
                <a:lnTo>
                  <a:pt x="17900" y="848"/>
                </a:lnTo>
                <a:lnTo>
                  <a:pt x="16487" y="626"/>
                </a:lnTo>
                <a:lnTo>
                  <a:pt x="15075" y="424"/>
                </a:lnTo>
                <a:lnTo>
                  <a:pt x="13642" y="283"/>
                </a:lnTo>
                <a:lnTo>
                  <a:pt x="12229" y="141"/>
                </a:lnTo>
                <a:lnTo>
                  <a:pt x="10796" y="61"/>
                </a:lnTo>
                <a:lnTo>
                  <a:pt x="9364" y="0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78" name="Google Shape;1778;p20"/>
          <p:cNvSpPr/>
          <p:nvPr/>
        </p:nvSpPr>
        <p:spPr>
          <a:xfrm>
            <a:off x="8870345" y="1227390"/>
            <a:ext cx="631867" cy="441222"/>
          </a:xfrm>
          <a:custGeom>
            <a:rect b="b" l="l" r="r" t="t"/>
            <a:pathLst>
              <a:path extrusionOk="0" h="7892" w="11302">
                <a:moveTo>
                  <a:pt x="10030" y="82"/>
                </a:moveTo>
                <a:lnTo>
                  <a:pt x="10252" y="102"/>
                </a:lnTo>
                <a:lnTo>
                  <a:pt x="10494" y="142"/>
                </a:lnTo>
                <a:lnTo>
                  <a:pt x="10696" y="203"/>
                </a:lnTo>
                <a:lnTo>
                  <a:pt x="10797" y="243"/>
                </a:lnTo>
                <a:lnTo>
                  <a:pt x="10897" y="304"/>
                </a:lnTo>
                <a:lnTo>
                  <a:pt x="10978" y="364"/>
                </a:lnTo>
                <a:lnTo>
                  <a:pt x="11059" y="445"/>
                </a:lnTo>
                <a:lnTo>
                  <a:pt x="11119" y="526"/>
                </a:lnTo>
                <a:lnTo>
                  <a:pt x="11180" y="627"/>
                </a:lnTo>
                <a:lnTo>
                  <a:pt x="11220" y="727"/>
                </a:lnTo>
                <a:lnTo>
                  <a:pt x="11220" y="828"/>
                </a:lnTo>
                <a:lnTo>
                  <a:pt x="11220" y="949"/>
                </a:lnTo>
                <a:lnTo>
                  <a:pt x="11180" y="1050"/>
                </a:lnTo>
                <a:lnTo>
                  <a:pt x="11140" y="1131"/>
                </a:lnTo>
                <a:lnTo>
                  <a:pt x="11079" y="1192"/>
                </a:lnTo>
                <a:lnTo>
                  <a:pt x="11019" y="1252"/>
                </a:lnTo>
                <a:lnTo>
                  <a:pt x="10938" y="1313"/>
                </a:lnTo>
                <a:lnTo>
                  <a:pt x="10756" y="1393"/>
                </a:lnTo>
                <a:lnTo>
                  <a:pt x="10554" y="1474"/>
                </a:lnTo>
                <a:lnTo>
                  <a:pt x="10433" y="1535"/>
                </a:lnTo>
                <a:lnTo>
                  <a:pt x="10131" y="1676"/>
                </a:lnTo>
                <a:lnTo>
                  <a:pt x="9888" y="1858"/>
                </a:lnTo>
                <a:lnTo>
                  <a:pt x="9666" y="2039"/>
                </a:lnTo>
                <a:lnTo>
                  <a:pt x="9505" y="2261"/>
                </a:lnTo>
                <a:lnTo>
                  <a:pt x="9364" y="2503"/>
                </a:lnTo>
                <a:lnTo>
                  <a:pt x="9243" y="2745"/>
                </a:lnTo>
                <a:lnTo>
                  <a:pt x="9021" y="3290"/>
                </a:lnTo>
                <a:lnTo>
                  <a:pt x="8819" y="3795"/>
                </a:lnTo>
                <a:lnTo>
                  <a:pt x="8617" y="4239"/>
                </a:lnTo>
                <a:lnTo>
                  <a:pt x="8415" y="4663"/>
                </a:lnTo>
                <a:lnTo>
                  <a:pt x="8193" y="5046"/>
                </a:lnTo>
                <a:lnTo>
                  <a:pt x="7992" y="5389"/>
                </a:lnTo>
                <a:lnTo>
                  <a:pt x="7749" y="5712"/>
                </a:lnTo>
                <a:lnTo>
                  <a:pt x="7527" y="6015"/>
                </a:lnTo>
                <a:lnTo>
                  <a:pt x="7285" y="6277"/>
                </a:lnTo>
                <a:lnTo>
                  <a:pt x="7023" y="6519"/>
                </a:lnTo>
                <a:lnTo>
                  <a:pt x="6821" y="6701"/>
                </a:lnTo>
                <a:lnTo>
                  <a:pt x="6599" y="6862"/>
                </a:lnTo>
                <a:lnTo>
                  <a:pt x="6357" y="7024"/>
                </a:lnTo>
                <a:lnTo>
                  <a:pt x="6115" y="7165"/>
                </a:lnTo>
                <a:lnTo>
                  <a:pt x="5873" y="7286"/>
                </a:lnTo>
                <a:lnTo>
                  <a:pt x="5630" y="7407"/>
                </a:lnTo>
                <a:lnTo>
                  <a:pt x="5368" y="7508"/>
                </a:lnTo>
                <a:lnTo>
                  <a:pt x="5086" y="7589"/>
                </a:lnTo>
                <a:lnTo>
                  <a:pt x="4823" y="7669"/>
                </a:lnTo>
                <a:lnTo>
                  <a:pt x="4541" y="7730"/>
                </a:lnTo>
                <a:lnTo>
                  <a:pt x="4278" y="7770"/>
                </a:lnTo>
                <a:lnTo>
                  <a:pt x="3996" y="7790"/>
                </a:lnTo>
                <a:lnTo>
                  <a:pt x="3713" y="7811"/>
                </a:lnTo>
                <a:lnTo>
                  <a:pt x="3431" y="7811"/>
                </a:lnTo>
                <a:lnTo>
                  <a:pt x="3169" y="7790"/>
                </a:lnTo>
                <a:lnTo>
                  <a:pt x="2886" y="7750"/>
                </a:lnTo>
                <a:lnTo>
                  <a:pt x="2603" y="7690"/>
                </a:lnTo>
                <a:lnTo>
                  <a:pt x="2321" y="7629"/>
                </a:lnTo>
                <a:lnTo>
                  <a:pt x="2059" y="7528"/>
                </a:lnTo>
                <a:lnTo>
                  <a:pt x="1796" y="7427"/>
                </a:lnTo>
                <a:lnTo>
                  <a:pt x="1554" y="7306"/>
                </a:lnTo>
                <a:lnTo>
                  <a:pt x="1332" y="7165"/>
                </a:lnTo>
                <a:lnTo>
                  <a:pt x="1110" y="7024"/>
                </a:lnTo>
                <a:lnTo>
                  <a:pt x="908" y="6842"/>
                </a:lnTo>
                <a:lnTo>
                  <a:pt x="707" y="6640"/>
                </a:lnTo>
                <a:lnTo>
                  <a:pt x="545" y="6418"/>
                </a:lnTo>
                <a:lnTo>
                  <a:pt x="384" y="6176"/>
                </a:lnTo>
                <a:lnTo>
                  <a:pt x="263" y="5934"/>
                </a:lnTo>
                <a:lnTo>
                  <a:pt x="182" y="5692"/>
                </a:lnTo>
                <a:lnTo>
                  <a:pt x="101" y="5429"/>
                </a:lnTo>
                <a:lnTo>
                  <a:pt x="81" y="5167"/>
                </a:lnTo>
                <a:lnTo>
                  <a:pt x="81" y="4905"/>
                </a:lnTo>
                <a:lnTo>
                  <a:pt x="101" y="4663"/>
                </a:lnTo>
                <a:lnTo>
                  <a:pt x="142" y="4441"/>
                </a:lnTo>
                <a:lnTo>
                  <a:pt x="222" y="4239"/>
                </a:lnTo>
                <a:lnTo>
                  <a:pt x="303" y="4037"/>
                </a:lnTo>
                <a:lnTo>
                  <a:pt x="404" y="3835"/>
                </a:lnTo>
                <a:lnTo>
                  <a:pt x="525" y="3654"/>
                </a:lnTo>
                <a:lnTo>
                  <a:pt x="646" y="3472"/>
                </a:lnTo>
                <a:lnTo>
                  <a:pt x="787" y="3311"/>
                </a:lnTo>
                <a:lnTo>
                  <a:pt x="1090" y="3008"/>
                </a:lnTo>
                <a:lnTo>
                  <a:pt x="1393" y="2745"/>
                </a:lnTo>
                <a:lnTo>
                  <a:pt x="1695" y="2523"/>
                </a:lnTo>
                <a:lnTo>
                  <a:pt x="1978" y="2342"/>
                </a:lnTo>
                <a:lnTo>
                  <a:pt x="2361" y="2120"/>
                </a:lnTo>
                <a:lnTo>
                  <a:pt x="2745" y="1918"/>
                </a:lnTo>
                <a:lnTo>
                  <a:pt x="3128" y="1736"/>
                </a:lnTo>
                <a:lnTo>
                  <a:pt x="3532" y="1555"/>
                </a:lnTo>
                <a:lnTo>
                  <a:pt x="4319" y="1252"/>
                </a:lnTo>
                <a:lnTo>
                  <a:pt x="5106" y="990"/>
                </a:lnTo>
                <a:lnTo>
                  <a:pt x="6175" y="647"/>
                </a:lnTo>
                <a:lnTo>
                  <a:pt x="6740" y="505"/>
                </a:lnTo>
                <a:lnTo>
                  <a:pt x="7326" y="364"/>
                </a:lnTo>
                <a:lnTo>
                  <a:pt x="7911" y="243"/>
                </a:lnTo>
                <a:lnTo>
                  <a:pt x="8496" y="162"/>
                </a:lnTo>
                <a:lnTo>
                  <a:pt x="9101" y="102"/>
                </a:lnTo>
                <a:lnTo>
                  <a:pt x="9727" y="82"/>
                </a:lnTo>
                <a:close/>
                <a:moveTo>
                  <a:pt x="9384" y="1"/>
                </a:moveTo>
                <a:lnTo>
                  <a:pt x="8718" y="62"/>
                </a:lnTo>
                <a:lnTo>
                  <a:pt x="8092" y="142"/>
                </a:lnTo>
                <a:lnTo>
                  <a:pt x="7447" y="243"/>
                </a:lnTo>
                <a:lnTo>
                  <a:pt x="6841" y="384"/>
                </a:lnTo>
                <a:lnTo>
                  <a:pt x="6236" y="546"/>
                </a:lnTo>
                <a:lnTo>
                  <a:pt x="5651" y="727"/>
                </a:lnTo>
                <a:lnTo>
                  <a:pt x="5086" y="909"/>
                </a:lnTo>
                <a:lnTo>
                  <a:pt x="4299" y="1171"/>
                </a:lnTo>
                <a:lnTo>
                  <a:pt x="3491" y="1474"/>
                </a:lnTo>
                <a:lnTo>
                  <a:pt x="3108" y="1656"/>
                </a:lnTo>
                <a:lnTo>
                  <a:pt x="2704" y="1837"/>
                </a:lnTo>
                <a:lnTo>
                  <a:pt x="2321" y="2039"/>
                </a:lnTo>
                <a:lnTo>
                  <a:pt x="1938" y="2261"/>
                </a:lnTo>
                <a:lnTo>
                  <a:pt x="1655" y="2443"/>
                </a:lnTo>
                <a:lnTo>
                  <a:pt x="1352" y="2685"/>
                </a:lnTo>
                <a:lnTo>
                  <a:pt x="1029" y="2947"/>
                </a:lnTo>
                <a:lnTo>
                  <a:pt x="727" y="3250"/>
                </a:lnTo>
                <a:lnTo>
                  <a:pt x="585" y="3432"/>
                </a:lnTo>
                <a:lnTo>
                  <a:pt x="464" y="3613"/>
                </a:lnTo>
                <a:lnTo>
                  <a:pt x="343" y="3795"/>
                </a:lnTo>
                <a:lnTo>
                  <a:pt x="222" y="3997"/>
                </a:lnTo>
                <a:lnTo>
                  <a:pt x="142" y="4219"/>
                </a:lnTo>
                <a:lnTo>
                  <a:pt x="61" y="4441"/>
                </a:lnTo>
                <a:lnTo>
                  <a:pt x="20" y="4663"/>
                </a:lnTo>
                <a:lnTo>
                  <a:pt x="0" y="4905"/>
                </a:lnTo>
                <a:lnTo>
                  <a:pt x="0" y="5167"/>
                </a:lnTo>
                <a:lnTo>
                  <a:pt x="20" y="5429"/>
                </a:lnTo>
                <a:lnTo>
                  <a:pt x="101" y="5712"/>
                </a:lnTo>
                <a:lnTo>
                  <a:pt x="202" y="5974"/>
                </a:lnTo>
                <a:lnTo>
                  <a:pt x="323" y="6216"/>
                </a:lnTo>
                <a:lnTo>
                  <a:pt x="485" y="6459"/>
                </a:lnTo>
                <a:lnTo>
                  <a:pt x="646" y="6701"/>
                </a:lnTo>
                <a:lnTo>
                  <a:pt x="868" y="6903"/>
                </a:lnTo>
                <a:lnTo>
                  <a:pt x="1070" y="7084"/>
                </a:lnTo>
                <a:lnTo>
                  <a:pt x="1272" y="7225"/>
                </a:lnTo>
                <a:lnTo>
                  <a:pt x="1514" y="7367"/>
                </a:lnTo>
                <a:lnTo>
                  <a:pt x="1756" y="7488"/>
                </a:lnTo>
                <a:lnTo>
                  <a:pt x="2018" y="7609"/>
                </a:lnTo>
                <a:lnTo>
                  <a:pt x="2301" y="7690"/>
                </a:lnTo>
                <a:lnTo>
                  <a:pt x="2583" y="7770"/>
                </a:lnTo>
                <a:lnTo>
                  <a:pt x="2886" y="7831"/>
                </a:lnTo>
                <a:lnTo>
                  <a:pt x="3269" y="7871"/>
                </a:lnTo>
                <a:lnTo>
                  <a:pt x="3673" y="7891"/>
                </a:lnTo>
                <a:lnTo>
                  <a:pt x="4137" y="7871"/>
                </a:lnTo>
                <a:lnTo>
                  <a:pt x="4601" y="7811"/>
                </a:lnTo>
                <a:lnTo>
                  <a:pt x="5045" y="7710"/>
                </a:lnTo>
                <a:lnTo>
                  <a:pt x="5489" y="7548"/>
                </a:lnTo>
                <a:lnTo>
                  <a:pt x="5913" y="7367"/>
                </a:lnTo>
                <a:lnTo>
                  <a:pt x="6337" y="7145"/>
                </a:lnTo>
                <a:lnTo>
                  <a:pt x="6720" y="6882"/>
                </a:lnTo>
                <a:lnTo>
                  <a:pt x="7083" y="6580"/>
                </a:lnTo>
                <a:lnTo>
                  <a:pt x="7346" y="6338"/>
                </a:lnTo>
                <a:lnTo>
                  <a:pt x="7588" y="6055"/>
                </a:lnTo>
                <a:lnTo>
                  <a:pt x="7830" y="5752"/>
                </a:lnTo>
                <a:lnTo>
                  <a:pt x="8052" y="5429"/>
                </a:lnTo>
                <a:lnTo>
                  <a:pt x="8274" y="5086"/>
                </a:lnTo>
                <a:lnTo>
                  <a:pt x="8476" y="4703"/>
                </a:lnTo>
                <a:lnTo>
                  <a:pt x="8698" y="4279"/>
                </a:lnTo>
                <a:lnTo>
                  <a:pt x="8900" y="3815"/>
                </a:lnTo>
                <a:lnTo>
                  <a:pt x="9101" y="3311"/>
                </a:lnTo>
                <a:lnTo>
                  <a:pt x="9303" y="2786"/>
                </a:lnTo>
                <a:lnTo>
                  <a:pt x="9424" y="2544"/>
                </a:lnTo>
                <a:lnTo>
                  <a:pt x="9566" y="2322"/>
                </a:lnTo>
                <a:lnTo>
                  <a:pt x="9727" y="2100"/>
                </a:lnTo>
                <a:lnTo>
                  <a:pt x="9929" y="1918"/>
                </a:lnTo>
                <a:lnTo>
                  <a:pt x="10171" y="1757"/>
                </a:lnTo>
                <a:lnTo>
                  <a:pt x="10454" y="1615"/>
                </a:lnTo>
                <a:lnTo>
                  <a:pt x="10595" y="1555"/>
                </a:lnTo>
                <a:lnTo>
                  <a:pt x="10797" y="1474"/>
                </a:lnTo>
                <a:lnTo>
                  <a:pt x="10978" y="1373"/>
                </a:lnTo>
                <a:lnTo>
                  <a:pt x="11059" y="1313"/>
                </a:lnTo>
                <a:lnTo>
                  <a:pt x="11140" y="1252"/>
                </a:lnTo>
                <a:lnTo>
                  <a:pt x="11200" y="1171"/>
                </a:lnTo>
                <a:lnTo>
                  <a:pt x="11261" y="1071"/>
                </a:lnTo>
                <a:lnTo>
                  <a:pt x="11301" y="970"/>
                </a:lnTo>
                <a:lnTo>
                  <a:pt x="11301" y="849"/>
                </a:lnTo>
                <a:lnTo>
                  <a:pt x="11301" y="727"/>
                </a:lnTo>
                <a:lnTo>
                  <a:pt x="11261" y="606"/>
                </a:lnTo>
                <a:lnTo>
                  <a:pt x="11200" y="485"/>
                </a:lnTo>
                <a:lnTo>
                  <a:pt x="11119" y="384"/>
                </a:lnTo>
                <a:lnTo>
                  <a:pt x="11039" y="304"/>
                </a:lnTo>
                <a:lnTo>
                  <a:pt x="10938" y="223"/>
                </a:lnTo>
                <a:lnTo>
                  <a:pt x="10837" y="162"/>
                </a:lnTo>
                <a:lnTo>
                  <a:pt x="10736" y="122"/>
                </a:lnTo>
                <a:lnTo>
                  <a:pt x="10514" y="62"/>
                </a:lnTo>
                <a:lnTo>
                  <a:pt x="10272" y="21"/>
                </a:lnTo>
                <a:lnTo>
                  <a:pt x="10030" y="1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79" name="Google Shape;1779;p20"/>
          <p:cNvSpPr/>
          <p:nvPr/>
        </p:nvSpPr>
        <p:spPr>
          <a:xfrm>
            <a:off x="8450655" y="170312"/>
            <a:ext cx="2123367" cy="1193681"/>
          </a:xfrm>
          <a:custGeom>
            <a:rect b="b" l="l" r="r" t="t"/>
            <a:pathLst>
              <a:path extrusionOk="0" h="21351" w="37980">
                <a:moveTo>
                  <a:pt x="10776" y="81"/>
                </a:moveTo>
                <a:lnTo>
                  <a:pt x="11341" y="101"/>
                </a:lnTo>
                <a:lnTo>
                  <a:pt x="11927" y="121"/>
                </a:lnTo>
                <a:lnTo>
                  <a:pt x="12532" y="182"/>
                </a:lnTo>
                <a:lnTo>
                  <a:pt x="13178" y="222"/>
                </a:lnTo>
                <a:lnTo>
                  <a:pt x="13824" y="303"/>
                </a:lnTo>
                <a:lnTo>
                  <a:pt x="14510" y="404"/>
                </a:lnTo>
                <a:lnTo>
                  <a:pt x="15216" y="505"/>
                </a:lnTo>
                <a:lnTo>
                  <a:pt x="15943" y="626"/>
                </a:lnTo>
                <a:lnTo>
                  <a:pt x="16709" y="767"/>
                </a:lnTo>
                <a:lnTo>
                  <a:pt x="17496" y="949"/>
                </a:lnTo>
                <a:lnTo>
                  <a:pt x="18324" y="1130"/>
                </a:lnTo>
                <a:lnTo>
                  <a:pt x="19171" y="1332"/>
                </a:lnTo>
                <a:lnTo>
                  <a:pt x="20039" y="1554"/>
                </a:lnTo>
                <a:lnTo>
                  <a:pt x="20947" y="1796"/>
                </a:lnTo>
                <a:lnTo>
                  <a:pt x="21875" y="2059"/>
                </a:lnTo>
                <a:lnTo>
                  <a:pt x="23571" y="2583"/>
                </a:lnTo>
                <a:lnTo>
                  <a:pt x="24418" y="2866"/>
                </a:lnTo>
                <a:lnTo>
                  <a:pt x="25286" y="3148"/>
                </a:lnTo>
                <a:lnTo>
                  <a:pt x="26154" y="3471"/>
                </a:lnTo>
                <a:lnTo>
                  <a:pt x="27021" y="3794"/>
                </a:lnTo>
                <a:lnTo>
                  <a:pt x="27889" y="4157"/>
                </a:lnTo>
                <a:lnTo>
                  <a:pt x="28757" y="4541"/>
                </a:lnTo>
                <a:lnTo>
                  <a:pt x="29625" y="4944"/>
                </a:lnTo>
                <a:lnTo>
                  <a:pt x="30472" y="5368"/>
                </a:lnTo>
                <a:lnTo>
                  <a:pt x="31300" y="5832"/>
                </a:lnTo>
                <a:lnTo>
                  <a:pt x="32127" y="6317"/>
                </a:lnTo>
                <a:lnTo>
                  <a:pt x="32954" y="6841"/>
                </a:lnTo>
                <a:lnTo>
                  <a:pt x="33741" y="7406"/>
                </a:lnTo>
                <a:lnTo>
                  <a:pt x="34508" y="7992"/>
                </a:lnTo>
                <a:lnTo>
                  <a:pt x="35255" y="8637"/>
                </a:lnTo>
                <a:lnTo>
                  <a:pt x="35638" y="8980"/>
                </a:lnTo>
                <a:lnTo>
                  <a:pt x="36001" y="9344"/>
                </a:lnTo>
                <a:lnTo>
                  <a:pt x="36345" y="9687"/>
                </a:lnTo>
                <a:lnTo>
                  <a:pt x="36627" y="10030"/>
                </a:lnTo>
                <a:lnTo>
                  <a:pt x="36910" y="10373"/>
                </a:lnTo>
                <a:lnTo>
                  <a:pt x="37132" y="10696"/>
                </a:lnTo>
                <a:lnTo>
                  <a:pt x="37354" y="11039"/>
                </a:lnTo>
                <a:lnTo>
                  <a:pt x="37535" y="11382"/>
                </a:lnTo>
                <a:lnTo>
                  <a:pt x="37656" y="11624"/>
                </a:lnTo>
                <a:lnTo>
                  <a:pt x="37737" y="11846"/>
                </a:lnTo>
                <a:lnTo>
                  <a:pt x="37818" y="12068"/>
                </a:lnTo>
                <a:lnTo>
                  <a:pt x="37858" y="12290"/>
                </a:lnTo>
                <a:lnTo>
                  <a:pt x="37898" y="12492"/>
                </a:lnTo>
                <a:lnTo>
                  <a:pt x="37898" y="12694"/>
                </a:lnTo>
                <a:lnTo>
                  <a:pt x="37878" y="12875"/>
                </a:lnTo>
                <a:lnTo>
                  <a:pt x="37838" y="13057"/>
                </a:lnTo>
                <a:lnTo>
                  <a:pt x="37757" y="13259"/>
                </a:lnTo>
                <a:lnTo>
                  <a:pt x="37636" y="13460"/>
                </a:lnTo>
                <a:lnTo>
                  <a:pt x="37495" y="13662"/>
                </a:lnTo>
                <a:lnTo>
                  <a:pt x="37313" y="13824"/>
                </a:lnTo>
                <a:lnTo>
                  <a:pt x="37111" y="13985"/>
                </a:lnTo>
                <a:lnTo>
                  <a:pt x="36869" y="14106"/>
                </a:lnTo>
                <a:lnTo>
                  <a:pt x="36627" y="14207"/>
                </a:lnTo>
                <a:lnTo>
                  <a:pt x="36365" y="14288"/>
                </a:lnTo>
                <a:lnTo>
                  <a:pt x="36102" y="14328"/>
                </a:lnTo>
                <a:lnTo>
                  <a:pt x="35860" y="14368"/>
                </a:lnTo>
                <a:lnTo>
                  <a:pt x="35336" y="14368"/>
                </a:lnTo>
                <a:lnTo>
                  <a:pt x="34831" y="14328"/>
                </a:lnTo>
                <a:lnTo>
                  <a:pt x="34327" y="14268"/>
                </a:lnTo>
                <a:lnTo>
                  <a:pt x="34306" y="14268"/>
                </a:lnTo>
                <a:lnTo>
                  <a:pt x="32934" y="14106"/>
                </a:lnTo>
                <a:lnTo>
                  <a:pt x="31501" y="13945"/>
                </a:lnTo>
                <a:lnTo>
                  <a:pt x="30028" y="13803"/>
                </a:lnTo>
                <a:lnTo>
                  <a:pt x="28535" y="13682"/>
                </a:lnTo>
                <a:lnTo>
                  <a:pt x="26981" y="13561"/>
                </a:lnTo>
                <a:lnTo>
                  <a:pt x="25387" y="13481"/>
                </a:lnTo>
                <a:lnTo>
                  <a:pt x="23772" y="13420"/>
                </a:lnTo>
                <a:lnTo>
                  <a:pt x="22138" y="13400"/>
                </a:lnTo>
                <a:lnTo>
                  <a:pt x="20483" y="13420"/>
                </a:lnTo>
                <a:lnTo>
                  <a:pt x="18788" y="13460"/>
                </a:lnTo>
                <a:lnTo>
                  <a:pt x="17093" y="13561"/>
                </a:lnTo>
                <a:lnTo>
                  <a:pt x="16245" y="13622"/>
                </a:lnTo>
                <a:lnTo>
                  <a:pt x="15398" y="13703"/>
                </a:lnTo>
                <a:lnTo>
                  <a:pt x="14530" y="13803"/>
                </a:lnTo>
                <a:lnTo>
                  <a:pt x="13682" y="13904"/>
                </a:lnTo>
                <a:lnTo>
                  <a:pt x="12815" y="14025"/>
                </a:lnTo>
                <a:lnTo>
                  <a:pt x="11967" y="14146"/>
                </a:lnTo>
                <a:lnTo>
                  <a:pt x="11099" y="14308"/>
                </a:lnTo>
                <a:lnTo>
                  <a:pt x="10252" y="14469"/>
                </a:lnTo>
                <a:lnTo>
                  <a:pt x="9384" y="14651"/>
                </a:lnTo>
                <a:lnTo>
                  <a:pt x="8536" y="14833"/>
                </a:lnTo>
                <a:lnTo>
                  <a:pt x="7992" y="14974"/>
                </a:lnTo>
                <a:lnTo>
                  <a:pt x="7467" y="15115"/>
                </a:lnTo>
                <a:lnTo>
                  <a:pt x="6922" y="15277"/>
                </a:lnTo>
                <a:lnTo>
                  <a:pt x="6397" y="15458"/>
                </a:lnTo>
                <a:lnTo>
                  <a:pt x="5873" y="15660"/>
                </a:lnTo>
                <a:lnTo>
                  <a:pt x="5368" y="15902"/>
                </a:lnTo>
                <a:lnTo>
                  <a:pt x="4864" y="16164"/>
                </a:lnTo>
                <a:lnTo>
                  <a:pt x="4379" y="16467"/>
                </a:lnTo>
                <a:lnTo>
                  <a:pt x="4137" y="16649"/>
                </a:lnTo>
                <a:lnTo>
                  <a:pt x="3875" y="16851"/>
                </a:lnTo>
                <a:lnTo>
                  <a:pt x="3613" y="17073"/>
                </a:lnTo>
                <a:lnTo>
                  <a:pt x="3350" y="17335"/>
                </a:lnTo>
                <a:lnTo>
                  <a:pt x="3108" y="17617"/>
                </a:lnTo>
                <a:lnTo>
                  <a:pt x="2866" y="17940"/>
                </a:lnTo>
                <a:lnTo>
                  <a:pt x="2644" y="18283"/>
                </a:lnTo>
                <a:lnTo>
                  <a:pt x="2462" y="18667"/>
                </a:lnTo>
                <a:lnTo>
                  <a:pt x="2382" y="18889"/>
                </a:lnTo>
                <a:lnTo>
                  <a:pt x="2341" y="19131"/>
                </a:lnTo>
                <a:lnTo>
                  <a:pt x="2260" y="19635"/>
                </a:lnTo>
                <a:lnTo>
                  <a:pt x="2220" y="19918"/>
                </a:lnTo>
                <a:lnTo>
                  <a:pt x="2180" y="20201"/>
                </a:lnTo>
                <a:lnTo>
                  <a:pt x="2099" y="20463"/>
                </a:lnTo>
                <a:lnTo>
                  <a:pt x="2059" y="20584"/>
                </a:lnTo>
                <a:lnTo>
                  <a:pt x="1998" y="20705"/>
                </a:lnTo>
                <a:lnTo>
                  <a:pt x="1897" y="20846"/>
                </a:lnTo>
                <a:lnTo>
                  <a:pt x="1816" y="20988"/>
                </a:lnTo>
                <a:lnTo>
                  <a:pt x="1716" y="21088"/>
                </a:lnTo>
                <a:lnTo>
                  <a:pt x="1615" y="21169"/>
                </a:lnTo>
                <a:lnTo>
                  <a:pt x="1514" y="21210"/>
                </a:lnTo>
                <a:lnTo>
                  <a:pt x="1413" y="21250"/>
                </a:lnTo>
                <a:lnTo>
                  <a:pt x="1312" y="21270"/>
                </a:lnTo>
                <a:lnTo>
                  <a:pt x="1211" y="21250"/>
                </a:lnTo>
                <a:lnTo>
                  <a:pt x="1110" y="21210"/>
                </a:lnTo>
                <a:lnTo>
                  <a:pt x="1009" y="21149"/>
                </a:lnTo>
                <a:lnTo>
                  <a:pt x="908" y="21068"/>
                </a:lnTo>
                <a:lnTo>
                  <a:pt x="807" y="20967"/>
                </a:lnTo>
                <a:lnTo>
                  <a:pt x="707" y="20846"/>
                </a:lnTo>
                <a:lnTo>
                  <a:pt x="626" y="20725"/>
                </a:lnTo>
                <a:lnTo>
                  <a:pt x="464" y="20422"/>
                </a:lnTo>
                <a:lnTo>
                  <a:pt x="323" y="20100"/>
                </a:lnTo>
                <a:lnTo>
                  <a:pt x="222" y="19777"/>
                </a:lnTo>
                <a:lnTo>
                  <a:pt x="162" y="19454"/>
                </a:lnTo>
                <a:lnTo>
                  <a:pt x="121" y="19151"/>
                </a:lnTo>
                <a:lnTo>
                  <a:pt x="101" y="18223"/>
                </a:lnTo>
                <a:lnTo>
                  <a:pt x="81" y="17274"/>
                </a:lnTo>
                <a:lnTo>
                  <a:pt x="81" y="16326"/>
                </a:lnTo>
                <a:lnTo>
                  <a:pt x="101" y="15377"/>
                </a:lnTo>
                <a:lnTo>
                  <a:pt x="142" y="14449"/>
                </a:lnTo>
                <a:lnTo>
                  <a:pt x="182" y="13501"/>
                </a:lnTo>
                <a:lnTo>
                  <a:pt x="263" y="12572"/>
                </a:lnTo>
                <a:lnTo>
                  <a:pt x="343" y="11624"/>
                </a:lnTo>
                <a:lnTo>
                  <a:pt x="444" y="10696"/>
                </a:lnTo>
                <a:lnTo>
                  <a:pt x="545" y="9747"/>
                </a:lnTo>
                <a:lnTo>
                  <a:pt x="686" y="8819"/>
                </a:lnTo>
                <a:lnTo>
                  <a:pt x="828" y="7891"/>
                </a:lnTo>
                <a:lnTo>
                  <a:pt x="989" y="6962"/>
                </a:lnTo>
                <a:lnTo>
                  <a:pt x="1171" y="6034"/>
                </a:lnTo>
                <a:lnTo>
                  <a:pt x="1373" y="5126"/>
                </a:lnTo>
                <a:lnTo>
                  <a:pt x="1574" y="4198"/>
                </a:lnTo>
                <a:lnTo>
                  <a:pt x="1736" y="3572"/>
                </a:lnTo>
                <a:lnTo>
                  <a:pt x="1837" y="3269"/>
                </a:lnTo>
                <a:lnTo>
                  <a:pt x="1958" y="2967"/>
                </a:lnTo>
                <a:lnTo>
                  <a:pt x="2079" y="2664"/>
                </a:lnTo>
                <a:lnTo>
                  <a:pt x="2220" y="2402"/>
                </a:lnTo>
                <a:lnTo>
                  <a:pt x="2402" y="2139"/>
                </a:lnTo>
                <a:lnTo>
                  <a:pt x="2604" y="1897"/>
                </a:lnTo>
                <a:lnTo>
                  <a:pt x="2825" y="1695"/>
                </a:lnTo>
                <a:lnTo>
                  <a:pt x="3068" y="1514"/>
                </a:lnTo>
                <a:lnTo>
                  <a:pt x="3330" y="1352"/>
                </a:lnTo>
                <a:lnTo>
                  <a:pt x="3592" y="1211"/>
                </a:lnTo>
                <a:lnTo>
                  <a:pt x="3875" y="1090"/>
                </a:lnTo>
                <a:lnTo>
                  <a:pt x="4157" y="989"/>
                </a:lnTo>
                <a:lnTo>
                  <a:pt x="4702" y="807"/>
                </a:lnTo>
                <a:lnTo>
                  <a:pt x="5247" y="666"/>
                </a:lnTo>
                <a:lnTo>
                  <a:pt x="5832" y="525"/>
                </a:lnTo>
                <a:lnTo>
                  <a:pt x="6458" y="404"/>
                </a:lnTo>
                <a:lnTo>
                  <a:pt x="7104" y="303"/>
                </a:lnTo>
                <a:lnTo>
                  <a:pt x="7810" y="202"/>
                </a:lnTo>
                <a:lnTo>
                  <a:pt x="8577" y="142"/>
                </a:lnTo>
                <a:lnTo>
                  <a:pt x="9384" y="81"/>
                </a:lnTo>
                <a:close/>
                <a:moveTo>
                  <a:pt x="9848" y="0"/>
                </a:moveTo>
                <a:lnTo>
                  <a:pt x="9303" y="20"/>
                </a:lnTo>
                <a:lnTo>
                  <a:pt x="8758" y="41"/>
                </a:lnTo>
                <a:lnTo>
                  <a:pt x="8234" y="81"/>
                </a:lnTo>
                <a:lnTo>
                  <a:pt x="7709" y="142"/>
                </a:lnTo>
                <a:lnTo>
                  <a:pt x="7184" y="202"/>
                </a:lnTo>
                <a:lnTo>
                  <a:pt x="6680" y="283"/>
                </a:lnTo>
                <a:lnTo>
                  <a:pt x="6175" y="384"/>
                </a:lnTo>
                <a:lnTo>
                  <a:pt x="5671" y="485"/>
                </a:lnTo>
                <a:lnTo>
                  <a:pt x="5166" y="606"/>
                </a:lnTo>
                <a:lnTo>
                  <a:pt x="4682" y="727"/>
                </a:lnTo>
                <a:lnTo>
                  <a:pt x="4117" y="908"/>
                </a:lnTo>
                <a:lnTo>
                  <a:pt x="3834" y="1009"/>
                </a:lnTo>
                <a:lnTo>
                  <a:pt x="3552" y="1130"/>
                </a:lnTo>
                <a:lnTo>
                  <a:pt x="3269" y="1272"/>
                </a:lnTo>
                <a:lnTo>
                  <a:pt x="3007" y="1433"/>
                </a:lnTo>
                <a:lnTo>
                  <a:pt x="2765" y="1635"/>
                </a:lnTo>
                <a:lnTo>
                  <a:pt x="2543" y="1837"/>
                </a:lnTo>
                <a:lnTo>
                  <a:pt x="2341" y="2079"/>
                </a:lnTo>
                <a:lnTo>
                  <a:pt x="2160" y="2341"/>
                </a:lnTo>
                <a:lnTo>
                  <a:pt x="1998" y="2624"/>
                </a:lnTo>
                <a:lnTo>
                  <a:pt x="1877" y="2926"/>
                </a:lnTo>
                <a:lnTo>
                  <a:pt x="1776" y="3229"/>
                </a:lnTo>
                <a:lnTo>
                  <a:pt x="1675" y="3552"/>
                </a:lnTo>
                <a:lnTo>
                  <a:pt x="1514" y="4178"/>
                </a:lnTo>
                <a:lnTo>
                  <a:pt x="1292" y="5106"/>
                </a:lnTo>
                <a:lnTo>
                  <a:pt x="1090" y="6014"/>
                </a:lnTo>
                <a:lnTo>
                  <a:pt x="908" y="6942"/>
                </a:lnTo>
                <a:lnTo>
                  <a:pt x="747" y="7870"/>
                </a:lnTo>
                <a:lnTo>
                  <a:pt x="606" y="8819"/>
                </a:lnTo>
                <a:lnTo>
                  <a:pt x="485" y="9747"/>
                </a:lnTo>
                <a:lnTo>
                  <a:pt x="364" y="10676"/>
                </a:lnTo>
                <a:lnTo>
                  <a:pt x="263" y="11624"/>
                </a:lnTo>
                <a:lnTo>
                  <a:pt x="182" y="12552"/>
                </a:lnTo>
                <a:lnTo>
                  <a:pt x="101" y="13501"/>
                </a:lnTo>
                <a:lnTo>
                  <a:pt x="61" y="14449"/>
                </a:lnTo>
                <a:lnTo>
                  <a:pt x="20" y="15377"/>
                </a:lnTo>
                <a:lnTo>
                  <a:pt x="0" y="16326"/>
                </a:lnTo>
                <a:lnTo>
                  <a:pt x="0" y="17274"/>
                </a:lnTo>
                <a:lnTo>
                  <a:pt x="20" y="18223"/>
                </a:lnTo>
                <a:lnTo>
                  <a:pt x="41" y="19171"/>
                </a:lnTo>
                <a:lnTo>
                  <a:pt x="81" y="19474"/>
                </a:lnTo>
                <a:lnTo>
                  <a:pt x="162" y="19797"/>
                </a:lnTo>
                <a:lnTo>
                  <a:pt x="263" y="20140"/>
                </a:lnTo>
                <a:lnTo>
                  <a:pt x="404" y="20483"/>
                </a:lnTo>
                <a:lnTo>
                  <a:pt x="565" y="20766"/>
                </a:lnTo>
                <a:lnTo>
                  <a:pt x="666" y="20907"/>
                </a:lnTo>
                <a:lnTo>
                  <a:pt x="767" y="21028"/>
                </a:lnTo>
                <a:lnTo>
                  <a:pt x="868" y="21129"/>
                </a:lnTo>
                <a:lnTo>
                  <a:pt x="969" y="21210"/>
                </a:lnTo>
                <a:lnTo>
                  <a:pt x="1070" y="21290"/>
                </a:lnTo>
                <a:lnTo>
                  <a:pt x="1191" y="21331"/>
                </a:lnTo>
                <a:lnTo>
                  <a:pt x="1332" y="21351"/>
                </a:lnTo>
                <a:lnTo>
                  <a:pt x="1433" y="21331"/>
                </a:lnTo>
                <a:lnTo>
                  <a:pt x="1514" y="21310"/>
                </a:lnTo>
                <a:lnTo>
                  <a:pt x="1615" y="21250"/>
                </a:lnTo>
                <a:lnTo>
                  <a:pt x="1716" y="21189"/>
                </a:lnTo>
                <a:lnTo>
                  <a:pt x="1796" y="21109"/>
                </a:lnTo>
                <a:lnTo>
                  <a:pt x="1897" y="21008"/>
                </a:lnTo>
                <a:lnTo>
                  <a:pt x="2059" y="20745"/>
                </a:lnTo>
                <a:lnTo>
                  <a:pt x="2119" y="20624"/>
                </a:lnTo>
                <a:lnTo>
                  <a:pt x="2180" y="20503"/>
                </a:lnTo>
                <a:lnTo>
                  <a:pt x="2260" y="20221"/>
                </a:lnTo>
                <a:lnTo>
                  <a:pt x="2301" y="19938"/>
                </a:lnTo>
                <a:lnTo>
                  <a:pt x="2341" y="19635"/>
                </a:lnTo>
                <a:lnTo>
                  <a:pt x="2422" y="19151"/>
                </a:lnTo>
                <a:lnTo>
                  <a:pt x="2462" y="18909"/>
                </a:lnTo>
                <a:lnTo>
                  <a:pt x="2543" y="18687"/>
                </a:lnTo>
                <a:lnTo>
                  <a:pt x="2725" y="18324"/>
                </a:lnTo>
                <a:lnTo>
                  <a:pt x="2926" y="17981"/>
                </a:lnTo>
                <a:lnTo>
                  <a:pt x="3169" y="17678"/>
                </a:lnTo>
                <a:lnTo>
                  <a:pt x="3411" y="17395"/>
                </a:lnTo>
                <a:lnTo>
                  <a:pt x="3673" y="17133"/>
                </a:lnTo>
                <a:lnTo>
                  <a:pt x="3935" y="16911"/>
                </a:lnTo>
                <a:lnTo>
                  <a:pt x="4198" y="16709"/>
                </a:lnTo>
                <a:lnTo>
                  <a:pt x="4440" y="16528"/>
                </a:lnTo>
                <a:lnTo>
                  <a:pt x="4904" y="16245"/>
                </a:lnTo>
                <a:lnTo>
                  <a:pt x="5388" y="15983"/>
                </a:lnTo>
                <a:lnTo>
                  <a:pt x="5913" y="15741"/>
                </a:lnTo>
                <a:lnTo>
                  <a:pt x="6418" y="15539"/>
                </a:lnTo>
                <a:lnTo>
                  <a:pt x="6962" y="15357"/>
                </a:lnTo>
                <a:lnTo>
                  <a:pt x="7487" y="15196"/>
                </a:lnTo>
                <a:lnTo>
                  <a:pt x="8032" y="15055"/>
                </a:lnTo>
                <a:lnTo>
                  <a:pt x="8557" y="14913"/>
                </a:lnTo>
                <a:lnTo>
                  <a:pt x="9404" y="14732"/>
                </a:lnTo>
                <a:lnTo>
                  <a:pt x="10272" y="14550"/>
                </a:lnTo>
                <a:lnTo>
                  <a:pt x="11119" y="14389"/>
                </a:lnTo>
                <a:lnTo>
                  <a:pt x="11987" y="14227"/>
                </a:lnTo>
                <a:lnTo>
                  <a:pt x="12835" y="14106"/>
                </a:lnTo>
                <a:lnTo>
                  <a:pt x="13703" y="13985"/>
                </a:lnTo>
                <a:lnTo>
                  <a:pt x="14550" y="13884"/>
                </a:lnTo>
                <a:lnTo>
                  <a:pt x="15398" y="13783"/>
                </a:lnTo>
                <a:lnTo>
                  <a:pt x="16265" y="13703"/>
                </a:lnTo>
                <a:lnTo>
                  <a:pt x="17113" y="13642"/>
                </a:lnTo>
                <a:lnTo>
                  <a:pt x="18808" y="13541"/>
                </a:lnTo>
                <a:lnTo>
                  <a:pt x="20483" y="13501"/>
                </a:lnTo>
                <a:lnTo>
                  <a:pt x="22138" y="13481"/>
                </a:lnTo>
                <a:lnTo>
                  <a:pt x="23772" y="13501"/>
                </a:lnTo>
                <a:lnTo>
                  <a:pt x="25387" y="13561"/>
                </a:lnTo>
                <a:lnTo>
                  <a:pt x="26981" y="13642"/>
                </a:lnTo>
                <a:lnTo>
                  <a:pt x="28515" y="13763"/>
                </a:lnTo>
                <a:lnTo>
                  <a:pt x="30028" y="13884"/>
                </a:lnTo>
                <a:lnTo>
                  <a:pt x="31501" y="14025"/>
                </a:lnTo>
                <a:lnTo>
                  <a:pt x="32934" y="14187"/>
                </a:lnTo>
                <a:lnTo>
                  <a:pt x="34306" y="14348"/>
                </a:lnTo>
                <a:lnTo>
                  <a:pt x="34831" y="14409"/>
                </a:lnTo>
                <a:lnTo>
                  <a:pt x="35356" y="14449"/>
                </a:lnTo>
                <a:lnTo>
                  <a:pt x="35860" y="14449"/>
                </a:lnTo>
                <a:lnTo>
                  <a:pt x="36123" y="14409"/>
                </a:lnTo>
                <a:lnTo>
                  <a:pt x="36385" y="14368"/>
                </a:lnTo>
                <a:lnTo>
                  <a:pt x="36647" y="14288"/>
                </a:lnTo>
                <a:lnTo>
                  <a:pt x="36910" y="14187"/>
                </a:lnTo>
                <a:lnTo>
                  <a:pt x="37152" y="14046"/>
                </a:lnTo>
                <a:lnTo>
                  <a:pt x="37374" y="13884"/>
                </a:lnTo>
                <a:lnTo>
                  <a:pt x="37555" y="13703"/>
                </a:lnTo>
                <a:lnTo>
                  <a:pt x="37717" y="13501"/>
                </a:lnTo>
                <a:lnTo>
                  <a:pt x="37838" y="13299"/>
                </a:lnTo>
                <a:lnTo>
                  <a:pt x="37919" y="13077"/>
                </a:lnTo>
                <a:lnTo>
                  <a:pt x="37959" y="12895"/>
                </a:lnTo>
                <a:lnTo>
                  <a:pt x="37979" y="12694"/>
                </a:lnTo>
                <a:lnTo>
                  <a:pt x="37979" y="12492"/>
                </a:lnTo>
                <a:lnTo>
                  <a:pt x="37939" y="12290"/>
                </a:lnTo>
                <a:lnTo>
                  <a:pt x="37898" y="12068"/>
                </a:lnTo>
                <a:lnTo>
                  <a:pt x="37818" y="11826"/>
                </a:lnTo>
                <a:lnTo>
                  <a:pt x="37737" y="11604"/>
                </a:lnTo>
                <a:lnTo>
                  <a:pt x="37616" y="11341"/>
                </a:lnTo>
                <a:lnTo>
                  <a:pt x="37414" y="10998"/>
                </a:lnTo>
                <a:lnTo>
                  <a:pt x="37212" y="10655"/>
                </a:lnTo>
                <a:lnTo>
                  <a:pt x="36970" y="10312"/>
                </a:lnTo>
                <a:lnTo>
                  <a:pt x="36708" y="9969"/>
                </a:lnTo>
                <a:lnTo>
                  <a:pt x="36405" y="9626"/>
                </a:lnTo>
                <a:lnTo>
                  <a:pt x="36062" y="9283"/>
                </a:lnTo>
                <a:lnTo>
                  <a:pt x="35699" y="8920"/>
                </a:lnTo>
                <a:lnTo>
                  <a:pt x="35315" y="8577"/>
                </a:lnTo>
                <a:lnTo>
                  <a:pt x="34569" y="7931"/>
                </a:lnTo>
                <a:lnTo>
                  <a:pt x="33782" y="7346"/>
                </a:lnTo>
                <a:lnTo>
                  <a:pt x="32995" y="6781"/>
                </a:lnTo>
                <a:lnTo>
                  <a:pt x="32187" y="6256"/>
                </a:lnTo>
                <a:lnTo>
                  <a:pt x="31360" y="5772"/>
                </a:lnTo>
                <a:lnTo>
                  <a:pt x="30512" y="5308"/>
                </a:lnTo>
                <a:lnTo>
                  <a:pt x="29665" y="4864"/>
                </a:lnTo>
                <a:lnTo>
                  <a:pt x="28797" y="4460"/>
                </a:lnTo>
                <a:lnTo>
                  <a:pt x="27929" y="4077"/>
                </a:lnTo>
                <a:lnTo>
                  <a:pt x="27062" y="3734"/>
                </a:lnTo>
                <a:lnTo>
                  <a:pt x="26194" y="3390"/>
                </a:lnTo>
                <a:lnTo>
                  <a:pt x="25306" y="3088"/>
                </a:lnTo>
                <a:lnTo>
                  <a:pt x="24458" y="2785"/>
                </a:lnTo>
                <a:lnTo>
                  <a:pt x="23591" y="2503"/>
                </a:lnTo>
                <a:lnTo>
                  <a:pt x="21896" y="1998"/>
                </a:lnTo>
                <a:lnTo>
                  <a:pt x="20685" y="1635"/>
                </a:lnTo>
                <a:lnTo>
                  <a:pt x="19494" y="1332"/>
                </a:lnTo>
                <a:lnTo>
                  <a:pt x="18364" y="1050"/>
                </a:lnTo>
                <a:lnTo>
                  <a:pt x="17295" y="807"/>
                </a:lnTo>
                <a:lnTo>
                  <a:pt x="16245" y="585"/>
                </a:lnTo>
                <a:lnTo>
                  <a:pt x="15236" y="404"/>
                </a:lnTo>
                <a:lnTo>
                  <a:pt x="14268" y="263"/>
                </a:lnTo>
                <a:lnTo>
                  <a:pt x="13299" y="162"/>
                </a:lnTo>
                <a:lnTo>
                  <a:pt x="12128" y="61"/>
                </a:lnTo>
                <a:lnTo>
                  <a:pt x="10978" y="0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80" name="Google Shape;1780;p20"/>
          <p:cNvSpPr/>
          <p:nvPr/>
        </p:nvSpPr>
        <p:spPr>
          <a:xfrm>
            <a:off x="8942520" y="1296211"/>
            <a:ext cx="415281" cy="285520"/>
          </a:xfrm>
          <a:custGeom>
            <a:rect b="b" l="l" r="r" t="t"/>
            <a:pathLst>
              <a:path extrusionOk="0" h="5107" w="7428">
                <a:moveTo>
                  <a:pt x="7124" y="82"/>
                </a:moveTo>
                <a:lnTo>
                  <a:pt x="7205" y="102"/>
                </a:lnTo>
                <a:lnTo>
                  <a:pt x="7286" y="142"/>
                </a:lnTo>
                <a:lnTo>
                  <a:pt x="7326" y="223"/>
                </a:lnTo>
                <a:lnTo>
                  <a:pt x="7346" y="344"/>
                </a:lnTo>
                <a:lnTo>
                  <a:pt x="7346" y="485"/>
                </a:lnTo>
                <a:lnTo>
                  <a:pt x="7306" y="647"/>
                </a:lnTo>
                <a:lnTo>
                  <a:pt x="7225" y="808"/>
                </a:lnTo>
                <a:lnTo>
                  <a:pt x="7064" y="1212"/>
                </a:lnTo>
                <a:lnTo>
                  <a:pt x="6842" y="1615"/>
                </a:lnTo>
                <a:lnTo>
                  <a:pt x="6600" y="1999"/>
                </a:lnTo>
                <a:lnTo>
                  <a:pt x="6357" y="2362"/>
                </a:lnTo>
                <a:lnTo>
                  <a:pt x="6055" y="2786"/>
                </a:lnTo>
                <a:lnTo>
                  <a:pt x="5732" y="3149"/>
                </a:lnTo>
                <a:lnTo>
                  <a:pt x="5389" y="3472"/>
                </a:lnTo>
                <a:lnTo>
                  <a:pt x="5026" y="3775"/>
                </a:lnTo>
                <a:lnTo>
                  <a:pt x="4642" y="4037"/>
                </a:lnTo>
                <a:lnTo>
                  <a:pt x="4259" y="4279"/>
                </a:lnTo>
                <a:lnTo>
                  <a:pt x="3835" y="4501"/>
                </a:lnTo>
                <a:lnTo>
                  <a:pt x="3411" y="4683"/>
                </a:lnTo>
                <a:lnTo>
                  <a:pt x="2987" y="4824"/>
                </a:lnTo>
                <a:lnTo>
                  <a:pt x="2745" y="4905"/>
                </a:lnTo>
                <a:lnTo>
                  <a:pt x="2463" y="4965"/>
                </a:lnTo>
                <a:lnTo>
                  <a:pt x="2160" y="5006"/>
                </a:lnTo>
                <a:lnTo>
                  <a:pt x="1837" y="5026"/>
                </a:lnTo>
                <a:lnTo>
                  <a:pt x="1514" y="5006"/>
                </a:lnTo>
                <a:lnTo>
                  <a:pt x="1353" y="4965"/>
                </a:lnTo>
                <a:lnTo>
                  <a:pt x="1171" y="4945"/>
                </a:lnTo>
                <a:lnTo>
                  <a:pt x="1010" y="4885"/>
                </a:lnTo>
                <a:lnTo>
                  <a:pt x="848" y="4824"/>
                </a:lnTo>
                <a:lnTo>
                  <a:pt x="707" y="4743"/>
                </a:lnTo>
                <a:lnTo>
                  <a:pt x="546" y="4642"/>
                </a:lnTo>
                <a:lnTo>
                  <a:pt x="445" y="4562"/>
                </a:lnTo>
                <a:lnTo>
                  <a:pt x="364" y="4461"/>
                </a:lnTo>
                <a:lnTo>
                  <a:pt x="283" y="4380"/>
                </a:lnTo>
                <a:lnTo>
                  <a:pt x="203" y="4279"/>
                </a:lnTo>
                <a:lnTo>
                  <a:pt x="162" y="4178"/>
                </a:lnTo>
                <a:lnTo>
                  <a:pt x="122" y="4057"/>
                </a:lnTo>
                <a:lnTo>
                  <a:pt x="81" y="3956"/>
                </a:lnTo>
                <a:lnTo>
                  <a:pt x="81" y="3855"/>
                </a:lnTo>
                <a:lnTo>
                  <a:pt x="81" y="3654"/>
                </a:lnTo>
                <a:lnTo>
                  <a:pt x="142" y="3492"/>
                </a:lnTo>
                <a:lnTo>
                  <a:pt x="243" y="3331"/>
                </a:lnTo>
                <a:lnTo>
                  <a:pt x="364" y="3169"/>
                </a:lnTo>
                <a:lnTo>
                  <a:pt x="505" y="3028"/>
                </a:lnTo>
                <a:lnTo>
                  <a:pt x="647" y="2907"/>
                </a:lnTo>
                <a:lnTo>
                  <a:pt x="949" y="2685"/>
                </a:lnTo>
                <a:lnTo>
                  <a:pt x="1656" y="2261"/>
                </a:lnTo>
                <a:lnTo>
                  <a:pt x="2362" y="1858"/>
                </a:lnTo>
                <a:lnTo>
                  <a:pt x="3088" y="1474"/>
                </a:lnTo>
                <a:lnTo>
                  <a:pt x="3835" y="1131"/>
                </a:lnTo>
                <a:lnTo>
                  <a:pt x="4602" y="828"/>
                </a:lnTo>
                <a:lnTo>
                  <a:pt x="5369" y="566"/>
                </a:lnTo>
                <a:lnTo>
                  <a:pt x="6156" y="324"/>
                </a:lnTo>
                <a:lnTo>
                  <a:pt x="6943" y="122"/>
                </a:lnTo>
                <a:lnTo>
                  <a:pt x="7044" y="102"/>
                </a:lnTo>
                <a:lnTo>
                  <a:pt x="7124" y="82"/>
                </a:lnTo>
                <a:close/>
                <a:moveTo>
                  <a:pt x="7145" y="1"/>
                </a:moveTo>
                <a:lnTo>
                  <a:pt x="7084" y="21"/>
                </a:lnTo>
                <a:lnTo>
                  <a:pt x="6923" y="41"/>
                </a:lnTo>
                <a:lnTo>
                  <a:pt x="6136" y="243"/>
                </a:lnTo>
                <a:lnTo>
                  <a:pt x="5348" y="485"/>
                </a:lnTo>
                <a:lnTo>
                  <a:pt x="4561" y="768"/>
                </a:lnTo>
                <a:lnTo>
                  <a:pt x="3795" y="1071"/>
                </a:lnTo>
                <a:lnTo>
                  <a:pt x="3048" y="1414"/>
                </a:lnTo>
                <a:lnTo>
                  <a:pt x="2321" y="1777"/>
                </a:lnTo>
                <a:lnTo>
                  <a:pt x="1595" y="2180"/>
                </a:lnTo>
                <a:lnTo>
                  <a:pt x="909" y="2624"/>
                </a:lnTo>
                <a:lnTo>
                  <a:pt x="586" y="2846"/>
                </a:lnTo>
                <a:lnTo>
                  <a:pt x="445" y="2988"/>
                </a:lnTo>
                <a:lnTo>
                  <a:pt x="283" y="3129"/>
                </a:lnTo>
                <a:lnTo>
                  <a:pt x="162" y="3290"/>
                </a:lnTo>
                <a:lnTo>
                  <a:pt x="81" y="3472"/>
                </a:lnTo>
                <a:lnTo>
                  <a:pt x="21" y="3654"/>
                </a:lnTo>
                <a:lnTo>
                  <a:pt x="1" y="3754"/>
                </a:lnTo>
                <a:lnTo>
                  <a:pt x="1" y="3855"/>
                </a:lnTo>
                <a:lnTo>
                  <a:pt x="1" y="3976"/>
                </a:lnTo>
                <a:lnTo>
                  <a:pt x="41" y="4077"/>
                </a:lnTo>
                <a:lnTo>
                  <a:pt x="81" y="4198"/>
                </a:lnTo>
                <a:lnTo>
                  <a:pt x="142" y="4320"/>
                </a:lnTo>
                <a:lnTo>
                  <a:pt x="203" y="4420"/>
                </a:lnTo>
                <a:lnTo>
                  <a:pt x="303" y="4521"/>
                </a:lnTo>
                <a:lnTo>
                  <a:pt x="384" y="4622"/>
                </a:lnTo>
                <a:lnTo>
                  <a:pt x="505" y="4703"/>
                </a:lnTo>
                <a:lnTo>
                  <a:pt x="667" y="4804"/>
                </a:lnTo>
                <a:lnTo>
                  <a:pt x="808" y="4885"/>
                </a:lnTo>
                <a:lnTo>
                  <a:pt x="990" y="4965"/>
                </a:lnTo>
                <a:lnTo>
                  <a:pt x="1151" y="5006"/>
                </a:lnTo>
                <a:lnTo>
                  <a:pt x="1312" y="5046"/>
                </a:lnTo>
                <a:lnTo>
                  <a:pt x="1494" y="5086"/>
                </a:lnTo>
                <a:lnTo>
                  <a:pt x="1837" y="5107"/>
                </a:lnTo>
                <a:lnTo>
                  <a:pt x="2160" y="5086"/>
                </a:lnTo>
                <a:lnTo>
                  <a:pt x="2483" y="5046"/>
                </a:lnTo>
                <a:lnTo>
                  <a:pt x="2765" y="4985"/>
                </a:lnTo>
                <a:lnTo>
                  <a:pt x="3008" y="4905"/>
                </a:lnTo>
                <a:lnTo>
                  <a:pt x="3452" y="4763"/>
                </a:lnTo>
                <a:lnTo>
                  <a:pt x="3875" y="4582"/>
                </a:lnTo>
                <a:lnTo>
                  <a:pt x="4299" y="4360"/>
                </a:lnTo>
                <a:lnTo>
                  <a:pt x="4703" y="4118"/>
                </a:lnTo>
                <a:lnTo>
                  <a:pt x="5086" y="3835"/>
                </a:lnTo>
                <a:lnTo>
                  <a:pt x="5449" y="3532"/>
                </a:lnTo>
                <a:lnTo>
                  <a:pt x="5792" y="3189"/>
                </a:lnTo>
                <a:lnTo>
                  <a:pt x="6115" y="2846"/>
                </a:lnTo>
                <a:lnTo>
                  <a:pt x="6398" y="2443"/>
                </a:lnTo>
                <a:lnTo>
                  <a:pt x="6640" y="2080"/>
                </a:lnTo>
                <a:lnTo>
                  <a:pt x="6882" y="1676"/>
                </a:lnTo>
                <a:lnTo>
                  <a:pt x="7124" y="1252"/>
                </a:lnTo>
                <a:lnTo>
                  <a:pt x="7306" y="849"/>
                </a:lnTo>
                <a:lnTo>
                  <a:pt x="7366" y="667"/>
                </a:lnTo>
                <a:lnTo>
                  <a:pt x="7407" y="485"/>
                </a:lnTo>
                <a:lnTo>
                  <a:pt x="7427" y="324"/>
                </a:lnTo>
                <a:lnTo>
                  <a:pt x="7407" y="203"/>
                </a:lnTo>
                <a:lnTo>
                  <a:pt x="7387" y="142"/>
                </a:lnTo>
                <a:lnTo>
                  <a:pt x="7346" y="82"/>
                </a:lnTo>
                <a:lnTo>
                  <a:pt x="7286" y="41"/>
                </a:lnTo>
                <a:lnTo>
                  <a:pt x="7225" y="21"/>
                </a:lnTo>
                <a:lnTo>
                  <a:pt x="7145" y="1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81" name="Google Shape;1781;p20"/>
          <p:cNvSpPr/>
          <p:nvPr/>
        </p:nvSpPr>
        <p:spPr>
          <a:xfrm>
            <a:off x="8564592" y="231194"/>
            <a:ext cx="1884195" cy="733450"/>
          </a:xfrm>
          <a:custGeom>
            <a:rect b="b" l="l" r="r" t="t"/>
            <a:pathLst>
              <a:path extrusionOk="0" h="13119" w="33702">
                <a:moveTo>
                  <a:pt x="8436" y="82"/>
                </a:moveTo>
                <a:lnTo>
                  <a:pt x="9041" y="102"/>
                </a:lnTo>
                <a:lnTo>
                  <a:pt x="9667" y="142"/>
                </a:lnTo>
                <a:lnTo>
                  <a:pt x="10312" y="183"/>
                </a:lnTo>
                <a:lnTo>
                  <a:pt x="10978" y="263"/>
                </a:lnTo>
                <a:lnTo>
                  <a:pt x="12532" y="465"/>
                </a:lnTo>
                <a:lnTo>
                  <a:pt x="14005" y="707"/>
                </a:lnTo>
                <a:lnTo>
                  <a:pt x="15398" y="949"/>
                </a:lnTo>
                <a:lnTo>
                  <a:pt x="16689" y="1192"/>
                </a:lnTo>
                <a:lnTo>
                  <a:pt x="17900" y="1454"/>
                </a:lnTo>
                <a:lnTo>
                  <a:pt x="19030" y="1716"/>
                </a:lnTo>
                <a:lnTo>
                  <a:pt x="20080" y="1979"/>
                </a:lnTo>
                <a:lnTo>
                  <a:pt x="21048" y="2241"/>
                </a:lnTo>
                <a:lnTo>
                  <a:pt x="21956" y="2523"/>
                </a:lnTo>
                <a:lnTo>
                  <a:pt x="22804" y="2786"/>
                </a:lnTo>
                <a:lnTo>
                  <a:pt x="23571" y="3068"/>
                </a:lnTo>
                <a:lnTo>
                  <a:pt x="24277" y="3331"/>
                </a:lnTo>
                <a:lnTo>
                  <a:pt x="24943" y="3593"/>
                </a:lnTo>
                <a:lnTo>
                  <a:pt x="25548" y="3835"/>
                </a:lnTo>
                <a:lnTo>
                  <a:pt x="26598" y="4320"/>
                </a:lnTo>
                <a:lnTo>
                  <a:pt x="27607" y="4824"/>
                </a:lnTo>
                <a:lnTo>
                  <a:pt x="28071" y="5066"/>
                </a:lnTo>
                <a:lnTo>
                  <a:pt x="28535" y="5329"/>
                </a:lnTo>
                <a:lnTo>
                  <a:pt x="28999" y="5611"/>
                </a:lnTo>
                <a:lnTo>
                  <a:pt x="29423" y="5894"/>
                </a:lnTo>
                <a:lnTo>
                  <a:pt x="29847" y="6176"/>
                </a:lnTo>
                <a:lnTo>
                  <a:pt x="30271" y="6459"/>
                </a:lnTo>
                <a:lnTo>
                  <a:pt x="30654" y="6761"/>
                </a:lnTo>
                <a:lnTo>
                  <a:pt x="31058" y="7064"/>
                </a:lnTo>
                <a:lnTo>
                  <a:pt x="31421" y="7367"/>
                </a:lnTo>
                <a:lnTo>
                  <a:pt x="31784" y="7690"/>
                </a:lnTo>
                <a:lnTo>
                  <a:pt x="32127" y="8012"/>
                </a:lnTo>
                <a:lnTo>
                  <a:pt x="32450" y="8335"/>
                </a:lnTo>
                <a:lnTo>
                  <a:pt x="32773" y="8678"/>
                </a:lnTo>
                <a:lnTo>
                  <a:pt x="33076" y="9021"/>
                </a:lnTo>
                <a:lnTo>
                  <a:pt x="33237" y="9223"/>
                </a:lnTo>
                <a:lnTo>
                  <a:pt x="33378" y="9425"/>
                </a:lnTo>
                <a:lnTo>
                  <a:pt x="33520" y="9667"/>
                </a:lnTo>
                <a:lnTo>
                  <a:pt x="33560" y="9788"/>
                </a:lnTo>
                <a:lnTo>
                  <a:pt x="33600" y="9909"/>
                </a:lnTo>
                <a:lnTo>
                  <a:pt x="33620" y="10030"/>
                </a:lnTo>
                <a:lnTo>
                  <a:pt x="33620" y="10172"/>
                </a:lnTo>
                <a:lnTo>
                  <a:pt x="33600" y="10293"/>
                </a:lnTo>
                <a:lnTo>
                  <a:pt x="33580" y="10414"/>
                </a:lnTo>
                <a:lnTo>
                  <a:pt x="33520" y="10535"/>
                </a:lnTo>
                <a:lnTo>
                  <a:pt x="33459" y="10636"/>
                </a:lnTo>
                <a:lnTo>
                  <a:pt x="33378" y="10737"/>
                </a:lnTo>
                <a:lnTo>
                  <a:pt x="33257" y="10797"/>
                </a:lnTo>
                <a:lnTo>
                  <a:pt x="33176" y="10838"/>
                </a:lnTo>
                <a:lnTo>
                  <a:pt x="33096" y="10858"/>
                </a:lnTo>
                <a:lnTo>
                  <a:pt x="32894" y="10878"/>
                </a:lnTo>
                <a:lnTo>
                  <a:pt x="32692" y="10858"/>
                </a:lnTo>
                <a:lnTo>
                  <a:pt x="32470" y="10817"/>
                </a:lnTo>
                <a:lnTo>
                  <a:pt x="29019" y="10152"/>
                </a:lnTo>
                <a:lnTo>
                  <a:pt x="26840" y="9748"/>
                </a:lnTo>
                <a:lnTo>
                  <a:pt x="25750" y="9566"/>
                </a:lnTo>
                <a:lnTo>
                  <a:pt x="24640" y="9385"/>
                </a:lnTo>
                <a:lnTo>
                  <a:pt x="23551" y="9223"/>
                </a:lnTo>
                <a:lnTo>
                  <a:pt x="22420" y="9102"/>
                </a:lnTo>
                <a:lnTo>
                  <a:pt x="21311" y="9021"/>
                </a:lnTo>
                <a:lnTo>
                  <a:pt x="20201" y="8981"/>
                </a:lnTo>
                <a:lnTo>
                  <a:pt x="19071" y="8961"/>
                </a:lnTo>
                <a:lnTo>
                  <a:pt x="17941" y="9021"/>
                </a:lnTo>
                <a:lnTo>
                  <a:pt x="16831" y="9102"/>
                </a:lnTo>
                <a:lnTo>
                  <a:pt x="15721" y="9223"/>
                </a:lnTo>
                <a:lnTo>
                  <a:pt x="14591" y="9385"/>
                </a:lnTo>
                <a:lnTo>
                  <a:pt x="13501" y="9566"/>
                </a:lnTo>
                <a:lnTo>
                  <a:pt x="12391" y="9788"/>
                </a:lnTo>
                <a:lnTo>
                  <a:pt x="11281" y="10051"/>
                </a:lnTo>
                <a:lnTo>
                  <a:pt x="10191" y="10313"/>
                </a:lnTo>
                <a:lnTo>
                  <a:pt x="9081" y="10596"/>
                </a:lnTo>
                <a:lnTo>
                  <a:pt x="7992" y="10918"/>
                </a:lnTo>
                <a:lnTo>
                  <a:pt x="6922" y="11241"/>
                </a:lnTo>
                <a:lnTo>
                  <a:pt x="4763" y="11907"/>
                </a:lnTo>
                <a:lnTo>
                  <a:pt x="2604" y="12593"/>
                </a:lnTo>
                <a:lnTo>
                  <a:pt x="1595" y="12936"/>
                </a:lnTo>
                <a:lnTo>
                  <a:pt x="1433" y="12977"/>
                </a:lnTo>
                <a:lnTo>
                  <a:pt x="1231" y="13017"/>
                </a:lnTo>
                <a:lnTo>
                  <a:pt x="1050" y="13037"/>
                </a:lnTo>
                <a:lnTo>
                  <a:pt x="949" y="13037"/>
                </a:lnTo>
                <a:lnTo>
                  <a:pt x="868" y="13017"/>
                </a:lnTo>
                <a:lnTo>
                  <a:pt x="767" y="12997"/>
                </a:lnTo>
                <a:lnTo>
                  <a:pt x="687" y="12957"/>
                </a:lnTo>
                <a:lnTo>
                  <a:pt x="606" y="12896"/>
                </a:lnTo>
                <a:lnTo>
                  <a:pt x="525" y="12835"/>
                </a:lnTo>
                <a:lnTo>
                  <a:pt x="404" y="12674"/>
                </a:lnTo>
                <a:lnTo>
                  <a:pt x="323" y="12492"/>
                </a:lnTo>
                <a:lnTo>
                  <a:pt x="243" y="12291"/>
                </a:lnTo>
                <a:lnTo>
                  <a:pt x="202" y="12089"/>
                </a:lnTo>
                <a:lnTo>
                  <a:pt x="162" y="11867"/>
                </a:lnTo>
                <a:lnTo>
                  <a:pt x="142" y="11665"/>
                </a:lnTo>
                <a:lnTo>
                  <a:pt x="101" y="10838"/>
                </a:lnTo>
                <a:lnTo>
                  <a:pt x="81" y="9990"/>
                </a:lnTo>
                <a:lnTo>
                  <a:pt x="101" y="9163"/>
                </a:lnTo>
                <a:lnTo>
                  <a:pt x="142" y="8315"/>
                </a:lnTo>
                <a:lnTo>
                  <a:pt x="202" y="7488"/>
                </a:lnTo>
                <a:lnTo>
                  <a:pt x="283" y="6660"/>
                </a:lnTo>
                <a:lnTo>
                  <a:pt x="404" y="5833"/>
                </a:lnTo>
                <a:lnTo>
                  <a:pt x="545" y="5006"/>
                </a:lnTo>
                <a:lnTo>
                  <a:pt x="666" y="4441"/>
                </a:lnTo>
                <a:lnTo>
                  <a:pt x="808" y="3896"/>
                </a:lnTo>
                <a:lnTo>
                  <a:pt x="909" y="3654"/>
                </a:lnTo>
                <a:lnTo>
                  <a:pt x="989" y="3411"/>
                </a:lnTo>
                <a:lnTo>
                  <a:pt x="1110" y="3189"/>
                </a:lnTo>
                <a:lnTo>
                  <a:pt x="1231" y="2967"/>
                </a:lnTo>
                <a:lnTo>
                  <a:pt x="1413" y="2685"/>
                </a:lnTo>
                <a:lnTo>
                  <a:pt x="1635" y="2402"/>
                </a:lnTo>
                <a:lnTo>
                  <a:pt x="1877" y="2140"/>
                </a:lnTo>
                <a:lnTo>
                  <a:pt x="2160" y="1898"/>
                </a:lnTo>
                <a:lnTo>
                  <a:pt x="2462" y="1656"/>
                </a:lnTo>
                <a:lnTo>
                  <a:pt x="2805" y="1434"/>
                </a:lnTo>
                <a:lnTo>
                  <a:pt x="3189" y="1232"/>
                </a:lnTo>
                <a:lnTo>
                  <a:pt x="3572" y="1030"/>
                </a:lnTo>
                <a:lnTo>
                  <a:pt x="4117" y="808"/>
                </a:lnTo>
                <a:lnTo>
                  <a:pt x="4662" y="627"/>
                </a:lnTo>
                <a:lnTo>
                  <a:pt x="5227" y="465"/>
                </a:lnTo>
                <a:lnTo>
                  <a:pt x="5832" y="324"/>
                </a:lnTo>
                <a:lnTo>
                  <a:pt x="6438" y="223"/>
                </a:lnTo>
                <a:lnTo>
                  <a:pt x="7084" y="142"/>
                </a:lnTo>
                <a:lnTo>
                  <a:pt x="7750" y="102"/>
                </a:lnTo>
                <a:lnTo>
                  <a:pt x="8436" y="82"/>
                </a:lnTo>
                <a:close/>
                <a:moveTo>
                  <a:pt x="8335" y="1"/>
                </a:moveTo>
                <a:lnTo>
                  <a:pt x="7830" y="21"/>
                </a:lnTo>
                <a:lnTo>
                  <a:pt x="7346" y="41"/>
                </a:lnTo>
                <a:lnTo>
                  <a:pt x="6882" y="82"/>
                </a:lnTo>
                <a:lnTo>
                  <a:pt x="6438" y="142"/>
                </a:lnTo>
                <a:lnTo>
                  <a:pt x="5974" y="223"/>
                </a:lnTo>
                <a:lnTo>
                  <a:pt x="5550" y="304"/>
                </a:lnTo>
                <a:lnTo>
                  <a:pt x="5126" y="405"/>
                </a:lnTo>
                <a:lnTo>
                  <a:pt x="4723" y="526"/>
                </a:lnTo>
                <a:lnTo>
                  <a:pt x="4319" y="647"/>
                </a:lnTo>
                <a:lnTo>
                  <a:pt x="3915" y="808"/>
                </a:lnTo>
                <a:lnTo>
                  <a:pt x="3552" y="970"/>
                </a:lnTo>
                <a:lnTo>
                  <a:pt x="3149" y="1151"/>
                </a:lnTo>
                <a:lnTo>
                  <a:pt x="2765" y="1373"/>
                </a:lnTo>
                <a:lnTo>
                  <a:pt x="2422" y="1595"/>
                </a:lnTo>
                <a:lnTo>
                  <a:pt x="2099" y="1837"/>
                </a:lnTo>
                <a:lnTo>
                  <a:pt x="1817" y="2080"/>
                </a:lnTo>
                <a:lnTo>
                  <a:pt x="1575" y="2362"/>
                </a:lnTo>
                <a:lnTo>
                  <a:pt x="1353" y="2624"/>
                </a:lnTo>
                <a:lnTo>
                  <a:pt x="1151" y="2927"/>
                </a:lnTo>
                <a:lnTo>
                  <a:pt x="1030" y="3169"/>
                </a:lnTo>
                <a:lnTo>
                  <a:pt x="909" y="3432"/>
                </a:lnTo>
                <a:lnTo>
                  <a:pt x="808" y="3694"/>
                </a:lnTo>
                <a:lnTo>
                  <a:pt x="707" y="3956"/>
                </a:lnTo>
                <a:lnTo>
                  <a:pt x="586" y="4481"/>
                </a:lnTo>
                <a:lnTo>
                  <a:pt x="465" y="4985"/>
                </a:lnTo>
                <a:lnTo>
                  <a:pt x="323" y="5813"/>
                </a:lnTo>
                <a:lnTo>
                  <a:pt x="222" y="6660"/>
                </a:lnTo>
                <a:lnTo>
                  <a:pt x="122" y="7488"/>
                </a:lnTo>
                <a:lnTo>
                  <a:pt x="61" y="8315"/>
                </a:lnTo>
                <a:lnTo>
                  <a:pt x="21" y="9163"/>
                </a:lnTo>
                <a:lnTo>
                  <a:pt x="0" y="9990"/>
                </a:lnTo>
                <a:lnTo>
                  <a:pt x="21" y="10838"/>
                </a:lnTo>
                <a:lnTo>
                  <a:pt x="61" y="11665"/>
                </a:lnTo>
                <a:lnTo>
                  <a:pt x="101" y="11968"/>
                </a:lnTo>
                <a:lnTo>
                  <a:pt x="142" y="12230"/>
                </a:lnTo>
                <a:lnTo>
                  <a:pt x="222" y="12452"/>
                </a:lnTo>
                <a:lnTo>
                  <a:pt x="303" y="12654"/>
                </a:lnTo>
                <a:lnTo>
                  <a:pt x="404" y="12815"/>
                </a:lnTo>
                <a:lnTo>
                  <a:pt x="545" y="12936"/>
                </a:lnTo>
                <a:lnTo>
                  <a:pt x="687" y="13037"/>
                </a:lnTo>
                <a:lnTo>
                  <a:pt x="848" y="13098"/>
                </a:lnTo>
                <a:lnTo>
                  <a:pt x="949" y="13118"/>
                </a:lnTo>
                <a:lnTo>
                  <a:pt x="1191" y="13118"/>
                </a:lnTo>
                <a:lnTo>
                  <a:pt x="1353" y="13078"/>
                </a:lnTo>
                <a:lnTo>
                  <a:pt x="1615" y="12997"/>
                </a:lnTo>
                <a:lnTo>
                  <a:pt x="2644" y="12674"/>
                </a:lnTo>
                <a:lnTo>
                  <a:pt x="4783" y="11988"/>
                </a:lnTo>
                <a:lnTo>
                  <a:pt x="6942" y="11302"/>
                </a:lnTo>
                <a:lnTo>
                  <a:pt x="8012" y="10999"/>
                </a:lnTo>
                <a:lnTo>
                  <a:pt x="9102" y="10676"/>
                </a:lnTo>
                <a:lnTo>
                  <a:pt x="10191" y="10394"/>
                </a:lnTo>
                <a:lnTo>
                  <a:pt x="11301" y="10131"/>
                </a:lnTo>
                <a:lnTo>
                  <a:pt x="12391" y="9869"/>
                </a:lnTo>
                <a:lnTo>
                  <a:pt x="13501" y="9647"/>
                </a:lnTo>
                <a:lnTo>
                  <a:pt x="14611" y="9465"/>
                </a:lnTo>
                <a:lnTo>
                  <a:pt x="15721" y="9304"/>
                </a:lnTo>
                <a:lnTo>
                  <a:pt x="16831" y="9183"/>
                </a:lnTo>
                <a:lnTo>
                  <a:pt x="17961" y="9102"/>
                </a:lnTo>
                <a:lnTo>
                  <a:pt x="19071" y="9042"/>
                </a:lnTo>
                <a:lnTo>
                  <a:pt x="20201" y="9062"/>
                </a:lnTo>
                <a:lnTo>
                  <a:pt x="21311" y="9102"/>
                </a:lnTo>
                <a:lnTo>
                  <a:pt x="22420" y="9183"/>
                </a:lnTo>
                <a:lnTo>
                  <a:pt x="23530" y="9304"/>
                </a:lnTo>
                <a:lnTo>
                  <a:pt x="24640" y="9465"/>
                </a:lnTo>
                <a:lnTo>
                  <a:pt x="25750" y="9647"/>
                </a:lnTo>
                <a:lnTo>
                  <a:pt x="26840" y="9829"/>
                </a:lnTo>
                <a:lnTo>
                  <a:pt x="28999" y="10232"/>
                </a:lnTo>
                <a:lnTo>
                  <a:pt x="32470" y="10898"/>
                </a:lnTo>
                <a:lnTo>
                  <a:pt x="32692" y="10939"/>
                </a:lnTo>
                <a:lnTo>
                  <a:pt x="32894" y="10959"/>
                </a:lnTo>
                <a:lnTo>
                  <a:pt x="33116" y="10939"/>
                </a:lnTo>
                <a:lnTo>
                  <a:pt x="33197" y="10918"/>
                </a:lnTo>
                <a:lnTo>
                  <a:pt x="33298" y="10878"/>
                </a:lnTo>
                <a:lnTo>
                  <a:pt x="33419" y="10797"/>
                </a:lnTo>
                <a:lnTo>
                  <a:pt x="33520" y="10696"/>
                </a:lnTo>
                <a:lnTo>
                  <a:pt x="33600" y="10575"/>
                </a:lnTo>
                <a:lnTo>
                  <a:pt x="33661" y="10454"/>
                </a:lnTo>
                <a:lnTo>
                  <a:pt x="33681" y="10313"/>
                </a:lnTo>
                <a:lnTo>
                  <a:pt x="33701" y="10172"/>
                </a:lnTo>
                <a:lnTo>
                  <a:pt x="33701" y="10030"/>
                </a:lnTo>
                <a:lnTo>
                  <a:pt x="33681" y="9889"/>
                </a:lnTo>
                <a:lnTo>
                  <a:pt x="33641" y="9768"/>
                </a:lnTo>
                <a:lnTo>
                  <a:pt x="33600" y="9627"/>
                </a:lnTo>
                <a:lnTo>
                  <a:pt x="33459" y="9385"/>
                </a:lnTo>
                <a:lnTo>
                  <a:pt x="33298" y="9163"/>
                </a:lnTo>
                <a:lnTo>
                  <a:pt x="33136" y="8961"/>
                </a:lnTo>
                <a:lnTo>
                  <a:pt x="32833" y="8618"/>
                </a:lnTo>
                <a:lnTo>
                  <a:pt x="32511" y="8275"/>
                </a:lnTo>
                <a:lnTo>
                  <a:pt x="32188" y="7952"/>
                </a:lnTo>
                <a:lnTo>
                  <a:pt x="31824" y="7629"/>
                </a:lnTo>
                <a:lnTo>
                  <a:pt x="31481" y="7306"/>
                </a:lnTo>
                <a:lnTo>
                  <a:pt x="31098" y="7003"/>
                </a:lnTo>
                <a:lnTo>
                  <a:pt x="30714" y="6701"/>
                </a:lnTo>
                <a:lnTo>
                  <a:pt x="30311" y="6398"/>
                </a:lnTo>
                <a:lnTo>
                  <a:pt x="29907" y="6095"/>
                </a:lnTo>
                <a:lnTo>
                  <a:pt x="29483" y="5813"/>
                </a:lnTo>
                <a:lnTo>
                  <a:pt x="29040" y="5530"/>
                </a:lnTo>
                <a:lnTo>
                  <a:pt x="28575" y="5268"/>
                </a:lnTo>
                <a:lnTo>
                  <a:pt x="28111" y="5006"/>
                </a:lnTo>
                <a:lnTo>
                  <a:pt x="27627" y="4743"/>
                </a:lnTo>
                <a:lnTo>
                  <a:pt x="26638" y="4259"/>
                </a:lnTo>
                <a:lnTo>
                  <a:pt x="25569" y="3775"/>
                </a:lnTo>
                <a:lnTo>
                  <a:pt x="24963" y="3512"/>
                </a:lnTo>
                <a:lnTo>
                  <a:pt x="24317" y="3250"/>
                </a:lnTo>
                <a:lnTo>
                  <a:pt x="23591" y="2988"/>
                </a:lnTo>
                <a:lnTo>
                  <a:pt x="22824" y="2725"/>
                </a:lnTo>
                <a:lnTo>
                  <a:pt x="21977" y="2443"/>
                </a:lnTo>
                <a:lnTo>
                  <a:pt x="21068" y="2180"/>
                </a:lnTo>
                <a:lnTo>
                  <a:pt x="20100" y="1898"/>
                </a:lnTo>
                <a:lnTo>
                  <a:pt x="19050" y="1636"/>
                </a:lnTo>
                <a:lnTo>
                  <a:pt x="17920" y="1373"/>
                </a:lnTo>
                <a:lnTo>
                  <a:pt x="16710" y="1111"/>
                </a:lnTo>
                <a:lnTo>
                  <a:pt x="15398" y="869"/>
                </a:lnTo>
                <a:lnTo>
                  <a:pt x="14026" y="627"/>
                </a:lnTo>
                <a:lnTo>
                  <a:pt x="12552" y="405"/>
                </a:lnTo>
                <a:lnTo>
                  <a:pt x="10978" y="183"/>
                </a:lnTo>
                <a:lnTo>
                  <a:pt x="10413" y="122"/>
                </a:lnTo>
                <a:lnTo>
                  <a:pt x="9889" y="62"/>
                </a:lnTo>
                <a:lnTo>
                  <a:pt x="9344" y="41"/>
                </a:lnTo>
                <a:lnTo>
                  <a:pt x="8839" y="21"/>
                </a:lnTo>
                <a:lnTo>
                  <a:pt x="8335" y="1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82" name="Google Shape;1782;p20"/>
          <p:cNvSpPr/>
          <p:nvPr/>
        </p:nvSpPr>
        <p:spPr>
          <a:xfrm>
            <a:off x="9046338" y="1405675"/>
            <a:ext cx="166996" cy="99348"/>
          </a:xfrm>
          <a:custGeom>
            <a:rect b="b" l="l" r="r" t="t"/>
            <a:pathLst>
              <a:path extrusionOk="0" h="1777" w="2987">
                <a:moveTo>
                  <a:pt x="2240" y="81"/>
                </a:moveTo>
                <a:lnTo>
                  <a:pt x="2442" y="101"/>
                </a:lnTo>
                <a:lnTo>
                  <a:pt x="2644" y="122"/>
                </a:lnTo>
                <a:lnTo>
                  <a:pt x="2745" y="162"/>
                </a:lnTo>
                <a:lnTo>
                  <a:pt x="2805" y="182"/>
                </a:lnTo>
                <a:lnTo>
                  <a:pt x="2866" y="243"/>
                </a:lnTo>
                <a:lnTo>
                  <a:pt x="2906" y="283"/>
                </a:lnTo>
                <a:lnTo>
                  <a:pt x="2906" y="364"/>
                </a:lnTo>
                <a:lnTo>
                  <a:pt x="2906" y="444"/>
                </a:lnTo>
                <a:lnTo>
                  <a:pt x="2846" y="525"/>
                </a:lnTo>
                <a:lnTo>
                  <a:pt x="2765" y="626"/>
                </a:lnTo>
                <a:lnTo>
                  <a:pt x="2543" y="868"/>
                </a:lnTo>
                <a:lnTo>
                  <a:pt x="2281" y="1070"/>
                </a:lnTo>
                <a:lnTo>
                  <a:pt x="1998" y="1252"/>
                </a:lnTo>
                <a:lnTo>
                  <a:pt x="1716" y="1413"/>
                </a:lnTo>
                <a:lnTo>
                  <a:pt x="1393" y="1534"/>
                </a:lnTo>
                <a:lnTo>
                  <a:pt x="1090" y="1615"/>
                </a:lnTo>
                <a:lnTo>
                  <a:pt x="747" y="1675"/>
                </a:lnTo>
                <a:lnTo>
                  <a:pt x="424" y="1696"/>
                </a:lnTo>
                <a:lnTo>
                  <a:pt x="263" y="1696"/>
                </a:lnTo>
                <a:lnTo>
                  <a:pt x="182" y="1655"/>
                </a:lnTo>
                <a:lnTo>
                  <a:pt x="121" y="1615"/>
                </a:lnTo>
                <a:lnTo>
                  <a:pt x="81" y="1554"/>
                </a:lnTo>
                <a:lnTo>
                  <a:pt x="81" y="1494"/>
                </a:lnTo>
                <a:lnTo>
                  <a:pt x="81" y="1433"/>
                </a:lnTo>
                <a:lnTo>
                  <a:pt x="101" y="1373"/>
                </a:lnTo>
                <a:lnTo>
                  <a:pt x="182" y="1252"/>
                </a:lnTo>
                <a:lnTo>
                  <a:pt x="263" y="1151"/>
                </a:lnTo>
                <a:lnTo>
                  <a:pt x="485" y="949"/>
                </a:lnTo>
                <a:lnTo>
                  <a:pt x="686" y="747"/>
                </a:lnTo>
                <a:lnTo>
                  <a:pt x="929" y="586"/>
                </a:lnTo>
                <a:lnTo>
                  <a:pt x="1171" y="424"/>
                </a:lnTo>
                <a:lnTo>
                  <a:pt x="1413" y="283"/>
                </a:lnTo>
                <a:lnTo>
                  <a:pt x="1675" y="182"/>
                </a:lnTo>
                <a:lnTo>
                  <a:pt x="1958" y="101"/>
                </a:lnTo>
                <a:lnTo>
                  <a:pt x="2240" y="81"/>
                </a:lnTo>
                <a:close/>
                <a:moveTo>
                  <a:pt x="2119" y="0"/>
                </a:moveTo>
                <a:lnTo>
                  <a:pt x="1938" y="21"/>
                </a:lnTo>
                <a:lnTo>
                  <a:pt x="1776" y="61"/>
                </a:lnTo>
                <a:lnTo>
                  <a:pt x="1615" y="122"/>
                </a:lnTo>
                <a:lnTo>
                  <a:pt x="1453" y="182"/>
                </a:lnTo>
                <a:lnTo>
                  <a:pt x="1292" y="243"/>
                </a:lnTo>
                <a:lnTo>
                  <a:pt x="1009" y="424"/>
                </a:lnTo>
                <a:lnTo>
                  <a:pt x="727" y="626"/>
                </a:lnTo>
                <a:lnTo>
                  <a:pt x="464" y="848"/>
                </a:lnTo>
                <a:lnTo>
                  <a:pt x="222" y="1090"/>
                </a:lnTo>
                <a:lnTo>
                  <a:pt x="101" y="1211"/>
                </a:lnTo>
                <a:lnTo>
                  <a:pt x="21" y="1332"/>
                </a:lnTo>
                <a:lnTo>
                  <a:pt x="0" y="1433"/>
                </a:lnTo>
                <a:lnTo>
                  <a:pt x="0" y="1514"/>
                </a:lnTo>
                <a:lnTo>
                  <a:pt x="21" y="1595"/>
                </a:lnTo>
                <a:lnTo>
                  <a:pt x="61" y="1655"/>
                </a:lnTo>
                <a:lnTo>
                  <a:pt x="121" y="1716"/>
                </a:lnTo>
                <a:lnTo>
                  <a:pt x="222" y="1756"/>
                </a:lnTo>
                <a:lnTo>
                  <a:pt x="303" y="1776"/>
                </a:lnTo>
                <a:lnTo>
                  <a:pt x="424" y="1776"/>
                </a:lnTo>
                <a:lnTo>
                  <a:pt x="767" y="1756"/>
                </a:lnTo>
                <a:lnTo>
                  <a:pt x="1110" y="1696"/>
                </a:lnTo>
                <a:lnTo>
                  <a:pt x="1433" y="1615"/>
                </a:lnTo>
                <a:lnTo>
                  <a:pt x="1736" y="1474"/>
                </a:lnTo>
                <a:lnTo>
                  <a:pt x="2039" y="1332"/>
                </a:lnTo>
                <a:lnTo>
                  <a:pt x="2321" y="1131"/>
                </a:lnTo>
                <a:lnTo>
                  <a:pt x="2604" y="929"/>
                </a:lnTo>
                <a:lnTo>
                  <a:pt x="2826" y="687"/>
                </a:lnTo>
                <a:lnTo>
                  <a:pt x="2926" y="565"/>
                </a:lnTo>
                <a:lnTo>
                  <a:pt x="2987" y="465"/>
                </a:lnTo>
                <a:lnTo>
                  <a:pt x="2987" y="343"/>
                </a:lnTo>
                <a:lnTo>
                  <a:pt x="2967" y="263"/>
                </a:lnTo>
                <a:lnTo>
                  <a:pt x="2926" y="182"/>
                </a:lnTo>
                <a:lnTo>
                  <a:pt x="2866" y="122"/>
                </a:lnTo>
                <a:lnTo>
                  <a:pt x="2765" y="81"/>
                </a:lnTo>
                <a:lnTo>
                  <a:pt x="2664" y="41"/>
                </a:lnTo>
                <a:lnTo>
                  <a:pt x="2462" y="21"/>
                </a:lnTo>
                <a:lnTo>
                  <a:pt x="2281" y="0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83" name="Google Shape;1783;p20"/>
          <p:cNvSpPr/>
          <p:nvPr/>
        </p:nvSpPr>
        <p:spPr>
          <a:xfrm>
            <a:off x="4194777" y="4711912"/>
            <a:ext cx="754445" cy="377331"/>
          </a:xfrm>
          <a:custGeom>
            <a:rect b="b" l="l" r="r" t="t"/>
            <a:pathLst>
              <a:path extrusionOk="0" h="41798" w="83595">
                <a:moveTo>
                  <a:pt x="41797" y="0"/>
                </a:moveTo>
                <a:lnTo>
                  <a:pt x="40710" y="28"/>
                </a:lnTo>
                <a:lnTo>
                  <a:pt x="39650" y="56"/>
                </a:lnTo>
                <a:lnTo>
                  <a:pt x="38591" y="112"/>
                </a:lnTo>
                <a:lnTo>
                  <a:pt x="37531" y="223"/>
                </a:lnTo>
                <a:lnTo>
                  <a:pt x="36472" y="335"/>
                </a:lnTo>
                <a:lnTo>
                  <a:pt x="35440" y="474"/>
                </a:lnTo>
                <a:lnTo>
                  <a:pt x="34408" y="669"/>
                </a:lnTo>
                <a:lnTo>
                  <a:pt x="33377" y="864"/>
                </a:lnTo>
                <a:lnTo>
                  <a:pt x="32373" y="1060"/>
                </a:lnTo>
                <a:lnTo>
                  <a:pt x="31369" y="1311"/>
                </a:lnTo>
                <a:lnTo>
                  <a:pt x="30365" y="1589"/>
                </a:lnTo>
                <a:lnTo>
                  <a:pt x="29361" y="1868"/>
                </a:lnTo>
                <a:lnTo>
                  <a:pt x="28385" y="2203"/>
                </a:lnTo>
                <a:lnTo>
                  <a:pt x="27437" y="2537"/>
                </a:lnTo>
                <a:lnTo>
                  <a:pt x="26489" y="2900"/>
                </a:lnTo>
                <a:lnTo>
                  <a:pt x="25541" y="3290"/>
                </a:lnTo>
                <a:lnTo>
                  <a:pt x="24593" y="3708"/>
                </a:lnTo>
                <a:lnTo>
                  <a:pt x="23673" y="4127"/>
                </a:lnTo>
                <a:lnTo>
                  <a:pt x="22781" y="4573"/>
                </a:lnTo>
                <a:lnTo>
                  <a:pt x="21889" y="5047"/>
                </a:lnTo>
                <a:lnTo>
                  <a:pt x="20996" y="5549"/>
                </a:lnTo>
                <a:lnTo>
                  <a:pt x="20132" y="6051"/>
                </a:lnTo>
                <a:lnTo>
                  <a:pt x="19267" y="6580"/>
                </a:lnTo>
                <a:lnTo>
                  <a:pt x="18431" y="7138"/>
                </a:lnTo>
                <a:lnTo>
                  <a:pt x="17594" y="7724"/>
                </a:lnTo>
                <a:lnTo>
                  <a:pt x="16786" y="8309"/>
                </a:lnTo>
                <a:lnTo>
                  <a:pt x="16005" y="8923"/>
                </a:lnTo>
                <a:lnTo>
                  <a:pt x="15224" y="9536"/>
                </a:lnTo>
                <a:lnTo>
                  <a:pt x="14444" y="10205"/>
                </a:lnTo>
                <a:lnTo>
                  <a:pt x="13691" y="10847"/>
                </a:lnTo>
                <a:lnTo>
                  <a:pt x="12966" y="11544"/>
                </a:lnTo>
                <a:lnTo>
                  <a:pt x="12241" y="12241"/>
                </a:lnTo>
                <a:lnTo>
                  <a:pt x="11544" y="12966"/>
                </a:lnTo>
                <a:lnTo>
                  <a:pt x="10875" y="13691"/>
                </a:lnTo>
                <a:lnTo>
                  <a:pt x="10205" y="14444"/>
                </a:lnTo>
                <a:lnTo>
                  <a:pt x="9564" y="15224"/>
                </a:lnTo>
                <a:lnTo>
                  <a:pt x="8923" y="16005"/>
                </a:lnTo>
                <a:lnTo>
                  <a:pt x="8309" y="16786"/>
                </a:lnTo>
                <a:lnTo>
                  <a:pt x="7724" y="17594"/>
                </a:lnTo>
                <a:lnTo>
                  <a:pt x="7138" y="18431"/>
                </a:lnTo>
                <a:lnTo>
                  <a:pt x="6581" y="19267"/>
                </a:lnTo>
                <a:lnTo>
                  <a:pt x="6051" y="20132"/>
                </a:lnTo>
                <a:lnTo>
                  <a:pt x="5549" y="20996"/>
                </a:lnTo>
                <a:lnTo>
                  <a:pt x="5047" y="21888"/>
                </a:lnTo>
                <a:lnTo>
                  <a:pt x="4573" y="22781"/>
                </a:lnTo>
                <a:lnTo>
                  <a:pt x="4127" y="23673"/>
                </a:lnTo>
                <a:lnTo>
                  <a:pt x="3709" y="24593"/>
                </a:lnTo>
                <a:lnTo>
                  <a:pt x="3290" y="25541"/>
                </a:lnTo>
                <a:lnTo>
                  <a:pt x="2900" y="26461"/>
                </a:lnTo>
                <a:lnTo>
                  <a:pt x="2537" y="27437"/>
                </a:lnTo>
                <a:lnTo>
                  <a:pt x="2203" y="28385"/>
                </a:lnTo>
                <a:lnTo>
                  <a:pt x="1896" y="29361"/>
                </a:lnTo>
                <a:lnTo>
                  <a:pt x="1589" y="30365"/>
                </a:lnTo>
                <a:lnTo>
                  <a:pt x="1311" y="31341"/>
                </a:lnTo>
                <a:lnTo>
                  <a:pt x="1087" y="32345"/>
                </a:lnTo>
                <a:lnTo>
                  <a:pt x="864" y="33376"/>
                </a:lnTo>
                <a:lnTo>
                  <a:pt x="669" y="34408"/>
                </a:lnTo>
                <a:lnTo>
                  <a:pt x="502" y="35440"/>
                </a:lnTo>
                <a:lnTo>
                  <a:pt x="335" y="36471"/>
                </a:lnTo>
                <a:lnTo>
                  <a:pt x="223" y="37531"/>
                </a:lnTo>
                <a:lnTo>
                  <a:pt x="139" y="38591"/>
                </a:lnTo>
                <a:lnTo>
                  <a:pt x="56" y="39650"/>
                </a:lnTo>
                <a:lnTo>
                  <a:pt x="28" y="40710"/>
                </a:lnTo>
                <a:lnTo>
                  <a:pt x="0" y="41797"/>
                </a:lnTo>
                <a:lnTo>
                  <a:pt x="83595" y="41797"/>
                </a:lnTo>
                <a:lnTo>
                  <a:pt x="83595" y="40710"/>
                </a:lnTo>
                <a:lnTo>
                  <a:pt x="83539" y="39650"/>
                </a:lnTo>
                <a:lnTo>
                  <a:pt x="83483" y="38591"/>
                </a:lnTo>
                <a:lnTo>
                  <a:pt x="83372" y="37531"/>
                </a:lnTo>
                <a:lnTo>
                  <a:pt x="83260" y="36471"/>
                </a:lnTo>
                <a:lnTo>
                  <a:pt x="83121" y="35440"/>
                </a:lnTo>
                <a:lnTo>
                  <a:pt x="82953" y="34408"/>
                </a:lnTo>
                <a:lnTo>
                  <a:pt x="82758" y="33376"/>
                </a:lnTo>
                <a:lnTo>
                  <a:pt x="82535" y="32345"/>
                </a:lnTo>
                <a:lnTo>
                  <a:pt x="82284" y="31341"/>
                </a:lnTo>
                <a:lnTo>
                  <a:pt x="82005" y="30365"/>
                </a:lnTo>
                <a:lnTo>
                  <a:pt x="81727" y="29361"/>
                </a:lnTo>
                <a:lnTo>
                  <a:pt x="81392" y="28385"/>
                </a:lnTo>
                <a:lnTo>
                  <a:pt x="81057" y="27437"/>
                </a:lnTo>
                <a:lnTo>
                  <a:pt x="80695" y="26461"/>
                </a:lnTo>
                <a:lnTo>
                  <a:pt x="80304" y="25541"/>
                </a:lnTo>
                <a:lnTo>
                  <a:pt x="79914" y="24593"/>
                </a:lnTo>
                <a:lnTo>
                  <a:pt x="79468" y="23673"/>
                </a:lnTo>
                <a:lnTo>
                  <a:pt x="79022" y="22781"/>
                </a:lnTo>
                <a:lnTo>
                  <a:pt x="78548" y="21888"/>
                </a:lnTo>
                <a:lnTo>
                  <a:pt x="78046" y="20996"/>
                </a:lnTo>
                <a:lnTo>
                  <a:pt x="77544" y="20132"/>
                </a:lnTo>
                <a:lnTo>
                  <a:pt x="77014" y="19267"/>
                </a:lnTo>
                <a:lnTo>
                  <a:pt x="76457" y="18431"/>
                </a:lnTo>
                <a:lnTo>
                  <a:pt x="75899" y="17594"/>
                </a:lnTo>
                <a:lnTo>
                  <a:pt x="75285" y="16786"/>
                </a:lnTo>
                <a:lnTo>
                  <a:pt x="74672" y="16005"/>
                </a:lnTo>
                <a:lnTo>
                  <a:pt x="74059" y="15224"/>
                </a:lnTo>
                <a:lnTo>
                  <a:pt x="73417" y="14444"/>
                </a:lnTo>
                <a:lnTo>
                  <a:pt x="72748" y="13691"/>
                </a:lnTo>
                <a:lnTo>
                  <a:pt x="72051" y="12966"/>
                </a:lnTo>
                <a:lnTo>
                  <a:pt x="71354" y="12241"/>
                </a:lnTo>
                <a:lnTo>
                  <a:pt x="70629" y="11544"/>
                </a:lnTo>
                <a:lnTo>
                  <a:pt x="69904" y="10847"/>
                </a:lnTo>
                <a:lnTo>
                  <a:pt x="69151" y="10205"/>
                </a:lnTo>
                <a:lnTo>
                  <a:pt x="68398" y="9536"/>
                </a:lnTo>
                <a:lnTo>
                  <a:pt x="67617" y="8923"/>
                </a:lnTo>
                <a:lnTo>
                  <a:pt x="66809" y="8309"/>
                </a:lnTo>
                <a:lnTo>
                  <a:pt x="66000" y="7724"/>
                </a:lnTo>
                <a:lnTo>
                  <a:pt x="65164" y="7138"/>
                </a:lnTo>
                <a:lnTo>
                  <a:pt x="64327" y="6580"/>
                </a:lnTo>
                <a:lnTo>
                  <a:pt x="63463" y="6051"/>
                </a:lnTo>
                <a:lnTo>
                  <a:pt x="62598" y="5549"/>
                </a:lnTo>
                <a:lnTo>
                  <a:pt x="61734" y="5047"/>
                </a:lnTo>
                <a:lnTo>
                  <a:pt x="60842" y="4573"/>
                </a:lnTo>
                <a:lnTo>
                  <a:pt x="59922" y="4127"/>
                </a:lnTo>
                <a:lnTo>
                  <a:pt x="59001" y="3708"/>
                </a:lnTo>
                <a:lnTo>
                  <a:pt x="58081" y="3290"/>
                </a:lnTo>
                <a:lnTo>
                  <a:pt x="57133" y="2900"/>
                </a:lnTo>
                <a:lnTo>
                  <a:pt x="56185" y="2537"/>
                </a:lnTo>
                <a:lnTo>
                  <a:pt x="55209" y="2203"/>
                </a:lnTo>
                <a:lnTo>
                  <a:pt x="54233" y="1868"/>
                </a:lnTo>
                <a:lnTo>
                  <a:pt x="53257" y="1589"/>
                </a:lnTo>
                <a:lnTo>
                  <a:pt x="52254" y="1311"/>
                </a:lnTo>
                <a:lnTo>
                  <a:pt x="51250" y="1060"/>
                </a:lnTo>
                <a:lnTo>
                  <a:pt x="50218" y="864"/>
                </a:lnTo>
                <a:lnTo>
                  <a:pt x="49214" y="669"/>
                </a:lnTo>
                <a:lnTo>
                  <a:pt x="48155" y="474"/>
                </a:lnTo>
                <a:lnTo>
                  <a:pt x="47123" y="335"/>
                </a:lnTo>
                <a:lnTo>
                  <a:pt x="46064" y="223"/>
                </a:lnTo>
                <a:lnTo>
                  <a:pt x="45032" y="112"/>
                </a:lnTo>
                <a:lnTo>
                  <a:pt x="43944" y="56"/>
                </a:lnTo>
                <a:lnTo>
                  <a:pt x="42885" y="28"/>
                </a:lnTo>
                <a:lnTo>
                  <a:pt x="41797" y="0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84" name="Google Shape;1784;p20"/>
          <p:cNvSpPr/>
          <p:nvPr/>
        </p:nvSpPr>
        <p:spPr>
          <a:xfrm>
            <a:off x="4194777" y="4334562"/>
            <a:ext cx="754445" cy="377331"/>
          </a:xfrm>
          <a:custGeom>
            <a:rect b="b" l="l" r="r" t="t"/>
            <a:pathLst>
              <a:path extrusionOk="0" h="41798" w="83595">
                <a:moveTo>
                  <a:pt x="41797" y="0"/>
                </a:moveTo>
                <a:lnTo>
                  <a:pt x="40710" y="28"/>
                </a:lnTo>
                <a:lnTo>
                  <a:pt x="39650" y="56"/>
                </a:lnTo>
                <a:lnTo>
                  <a:pt x="38591" y="112"/>
                </a:lnTo>
                <a:lnTo>
                  <a:pt x="37531" y="223"/>
                </a:lnTo>
                <a:lnTo>
                  <a:pt x="36472" y="335"/>
                </a:lnTo>
                <a:lnTo>
                  <a:pt x="35440" y="474"/>
                </a:lnTo>
                <a:lnTo>
                  <a:pt x="34408" y="669"/>
                </a:lnTo>
                <a:lnTo>
                  <a:pt x="33377" y="864"/>
                </a:lnTo>
                <a:lnTo>
                  <a:pt x="32373" y="1060"/>
                </a:lnTo>
                <a:lnTo>
                  <a:pt x="31369" y="1311"/>
                </a:lnTo>
                <a:lnTo>
                  <a:pt x="30365" y="1589"/>
                </a:lnTo>
                <a:lnTo>
                  <a:pt x="29361" y="1868"/>
                </a:lnTo>
                <a:lnTo>
                  <a:pt x="28385" y="2203"/>
                </a:lnTo>
                <a:lnTo>
                  <a:pt x="27437" y="2537"/>
                </a:lnTo>
                <a:lnTo>
                  <a:pt x="26489" y="2900"/>
                </a:lnTo>
                <a:lnTo>
                  <a:pt x="25541" y="3290"/>
                </a:lnTo>
                <a:lnTo>
                  <a:pt x="24593" y="3708"/>
                </a:lnTo>
                <a:lnTo>
                  <a:pt x="23673" y="4127"/>
                </a:lnTo>
                <a:lnTo>
                  <a:pt x="22781" y="4573"/>
                </a:lnTo>
                <a:lnTo>
                  <a:pt x="21889" y="5047"/>
                </a:lnTo>
                <a:lnTo>
                  <a:pt x="20996" y="5549"/>
                </a:lnTo>
                <a:lnTo>
                  <a:pt x="20132" y="6051"/>
                </a:lnTo>
                <a:lnTo>
                  <a:pt x="19267" y="6580"/>
                </a:lnTo>
                <a:lnTo>
                  <a:pt x="18431" y="7138"/>
                </a:lnTo>
                <a:lnTo>
                  <a:pt x="17594" y="7724"/>
                </a:lnTo>
                <a:lnTo>
                  <a:pt x="16786" y="8309"/>
                </a:lnTo>
                <a:lnTo>
                  <a:pt x="16005" y="8923"/>
                </a:lnTo>
                <a:lnTo>
                  <a:pt x="15224" y="9536"/>
                </a:lnTo>
                <a:lnTo>
                  <a:pt x="14444" y="10205"/>
                </a:lnTo>
                <a:lnTo>
                  <a:pt x="13691" y="10847"/>
                </a:lnTo>
                <a:lnTo>
                  <a:pt x="12966" y="11544"/>
                </a:lnTo>
                <a:lnTo>
                  <a:pt x="12241" y="12241"/>
                </a:lnTo>
                <a:lnTo>
                  <a:pt x="11544" y="12966"/>
                </a:lnTo>
                <a:lnTo>
                  <a:pt x="10875" y="13691"/>
                </a:lnTo>
                <a:lnTo>
                  <a:pt x="10205" y="14444"/>
                </a:lnTo>
                <a:lnTo>
                  <a:pt x="9564" y="15224"/>
                </a:lnTo>
                <a:lnTo>
                  <a:pt x="8923" y="16005"/>
                </a:lnTo>
                <a:lnTo>
                  <a:pt x="8309" y="16786"/>
                </a:lnTo>
                <a:lnTo>
                  <a:pt x="7724" y="17594"/>
                </a:lnTo>
                <a:lnTo>
                  <a:pt x="7138" y="18431"/>
                </a:lnTo>
                <a:lnTo>
                  <a:pt x="6581" y="19267"/>
                </a:lnTo>
                <a:lnTo>
                  <a:pt x="6051" y="20132"/>
                </a:lnTo>
                <a:lnTo>
                  <a:pt x="5549" y="20996"/>
                </a:lnTo>
                <a:lnTo>
                  <a:pt x="5047" y="21888"/>
                </a:lnTo>
                <a:lnTo>
                  <a:pt x="4573" y="22781"/>
                </a:lnTo>
                <a:lnTo>
                  <a:pt x="4127" y="23673"/>
                </a:lnTo>
                <a:lnTo>
                  <a:pt x="3709" y="24593"/>
                </a:lnTo>
                <a:lnTo>
                  <a:pt x="3290" y="25541"/>
                </a:lnTo>
                <a:lnTo>
                  <a:pt x="2900" y="26461"/>
                </a:lnTo>
                <a:lnTo>
                  <a:pt x="2537" y="27437"/>
                </a:lnTo>
                <a:lnTo>
                  <a:pt x="2203" y="28385"/>
                </a:lnTo>
                <a:lnTo>
                  <a:pt x="1896" y="29361"/>
                </a:lnTo>
                <a:lnTo>
                  <a:pt x="1589" y="30365"/>
                </a:lnTo>
                <a:lnTo>
                  <a:pt x="1311" y="31341"/>
                </a:lnTo>
                <a:lnTo>
                  <a:pt x="1087" y="32345"/>
                </a:lnTo>
                <a:lnTo>
                  <a:pt x="864" y="33376"/>
                </a:lnTo>
                <a:lnTo>
                  <a:pt x="669" y="34408"/>
                </a:lnTo>
                <a:lnTo>
                  <a:pt x="502" y="35440"/>
                </a:lnTo>
                <a:lnTo>
                  <a:pt x="335" y="36471"/>
                </a:lnTo>
                <a:lnTo>
                  <a:pt x="223" y="37531"/>
                </a:lnTo>
                <a:lnTo>
                  <a:pt x="139" y="38591"/>
                </a:lnTo>
                <a:lnTo>
                  <a:pt x="56" y="39650"/>
                </a:lnTo>
                <a:lnTo>
                  <a:pt x="28" y="40710"/>
                </a:lnTo>
                <a:lnTo>
                  <a:pt x="0" y="41797"/>
                </a:lnTo>
                <a:lnTo>
                  <a:pt x="83595" y="41797"/>
                </a:lnTo>
                <a:lnTo>
                  <a:pt x="83595" y="40710"/>
                </a:lnTo>
                <a:lnTo>
                  <a:pt x="83539" y="39650"/>
                </a:lnTo>
                <a:lnTo>
                  <a:pt x="83483" y="38591"/>
                </a:lnTo>
                <a:lnTo>
                  <a:pt x="83372" y="37531"/>
                </a:lnTo>
                <a:lnTo>
                  <a:pt x="83260" y="36471"/>
                </a:lnTo>
                <a:lnTo>
                  <a:pt x="83121" y="35440"/>
                </a:lnTo>
                <a:lnTo>
                  <a:pt x="82953" y="34408"/>
                </a:lnTo>
                <a:lnTo>
                  <a:pt x="82758" y="33376"/>
                </a:lnTo>
                <a:lnTo>
                  <a:pt x="82535" y="32345"/>
                </a:lnTo>
                <a:lnTo>
                  <a:pt x="82284" y="31341"/>
                </a:lnTo>
                <a:lnTo>
                  <a:pt x="82005" y="30365"/>
                </a:lnTo>
                <a:lnTo>
                  <a:pt x="81727" y="29361"/>
                </a:lnTo>
                <a:lnTo>
                  <a:pt x="81392" y="28385"/>
                </a:lnTo>
                <a:lnTo>
                  <a:pt x="81057" y="27437"/>
                </a:lnTo>
                <a:lnTo>
                  <a:pt x="80695" y="26461"/>
                </a:lnTo>
                <a:lnTo>
                  <a:pt x="80304" y="25541"/>
                </a:lnTo>
                <a:lnTo>
                  <a:pt x="79914" y="24593"/>
                </a:lnTo>
                <a:lnTo>
                  <a:pt x="79468" y="23673"/>
                </a:lnTo>
                <a:lnTo>
                  <a:pt x="79022" y="22781"/>
                </a:lnTo>
                <a:lnTo>
                  <a:pt x="78548" y="21888"/>
                </a:lnTo>
                <a:lnTo>
                  <a:pt x="78046" y="20996"/>
                </a:lnTo>
                <a:lnTo>
                  <a:pt x="77544" y="20132"/>
                </a:lnTo>
                <a:lnTo>
                  <a:pt x="77014" y="19267"/>
                </a:lnTo>
                <a:lnTo>
                  <a:pt x="76457" y="18431"/>
                </a:lnTo>
                <a:lnTo>
                  <a:pt x="75899" y="17594"/>
                </a:lnTo>
                <a:lnTo>
                  <a:pt x="75285" y="16786"/>
                </a:lnTo>
                <a:lnTo>
                  <a:pt x="74672" y="16005"/>
                </a:lnTo>
                <a:lnTo>
                  <a:pt x="74059" y="15224"/>
                </a:lnTo>
                <a:lnTo>
                  <a:pt x="73417" y="14444"/>
                </a:lnTo>
                <a:lnTo>
                  <a:pt x="72748" y="13691"/>
                </a:lnTo>
                <a:lnTo>
                  <a:pt x="72051" y="12966"/>
                </a:lnTo>
                <a:lnTo>
                  <a:pt x="71354" y="12241"/>
                </a:lnTo>
                <a:lnTo>
                  <a:pt x="70629" y="11544"/>
                </a:lnTo>
                <a:lnTo>
                  <a:pt x="69904" y="10847"/>
                </a:lnTo>
                <a:lnTo>
                  <a:pt x="69151" y="10205"/>
                </a:lnTo>
                <a:lnTo>
                  <a:pt x="68398" y="9536"/>
                </a:lnTo>
                <a:lnTo>
                  <a:pt x="67617" y="8923"/>
                </a:lnTo>
                <a:lnTo>
                  <a:pt x="66809" y="8309"/>
                </a:lnTo>
                <a:lnTo>
                  <a:pt x="66000" y="7724"/>
                </a:lnTo>
                <a:lnTo>
                  <a:pt x="65164" y="7138"/>
                </a:lnTo>
                <a:lnTo>
                  <a:pt x="64327" y="6580"/>
                </a:lnTo>
                <a:lnTo>
                  <a:pt x="63463" y="6051"/>
                </a:lnTo>
                <a:lnTo>
                  <a:pt x="62598" y="5549"/>
                </a:lnTo>
                <a:lnTo>
                  <a:pt x="61734" y="5047"/>
                </a:lnTo>
                <a:lnTo>
                  <a:pt x="60842" y="4573"/>
                </a:lnTo>
                <a:lnTo>
                  <a:pt x="59922" y="4127"/>
                </a:lnTo>
                <a:lnTo>
                  <a:pt x="59001" y="3708"/>
                </a:lnTo>
                <a:lnTo>
                  <a:pt x="58081" y="3290"/>
                </a:lnTo>
                <a:lnTo>
                  <a:pt x="57133" y="2900"/>
                </a:lnTo>
                <a:lnTo>
                  <a:pt x="56185" y="2537"/>
                </a:lnTo>
                <a:lnTo>
                  <a:pt x="55209" y="2203"/>
                </a:lnTo>
                <a:lnTo>
                  <a:pt x="54233" y="1868"/>
                </a:lnTo>
                <a:lnTo>
                  <a:pt x="53257" y="1589"/>
                </a:lnTo>
                <a:lnTo>
                  <a:pt x="52254" y="1311"/>
                </a:lnTo>
                <a:lnTo>
                  <a:pt x="51250" y="1060"/>
                </a:lnTo>
                <a:lnTo>
                  <a:pt x="50218" y="864"/>
                </a:lnTo>
                <a:lnTo>
                  <a:pt x="49214" y="669"/>
                </a:lnTo>
                <a:lnTo>
                  <a:pt x="48155" y="474"/>
                </a:lnTo>
                <a:lnTo>
                  <a:pt x="47123" y="335"/>
                </a:lnTo>
                <a:lnTo>
                  <a:pt x="46064" y="223"/>
                </a:lnTo>
                <a:lnTo>
                  <a:pt x="45032" y="112"/>
                </a:lnTo>
                <a:lnTo>
                  <a:pt x="43944" y="56"/>
                </a:lnTo>
                <a:lnTo>
                  <a:pt x="42885" y="28"/>
                </a:lnTo>
                <a:lnTo>
                  <a:pt x="41797" y="0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ext 2">
  <p:cSld name="CUSTOM_12_1">
    <p:spTree>
      <p:nvGrpSpPr>
        <p:cNvPr id="1785" name="Shape 17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6" name="Google Shape;1786;p21"/>
          <p:cNvSpPr txBox="1"/>
          <p:nvPr>
            <p:ph type="title"/>
          </p:nvPr>
        </p:nvSpPr>
        <p:spPr>
          <a:xfrm>
            <a:off x="4153050" y="1534200"/>
            <a:ext cx="4277700" cy="1122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Dosis"/>
              <a:buNone/>
              <a:defRPr/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787" name="Google Shape;1787;p21"/>
          <p:cNvSpPr txBox="1"/>
          <p:nvPr>
            <p:ph idx="1" type="subTitle"/>
          </p:nvPr>
        </p:nvSpPr>
        <p:spPr>
          <a:xfrm>
            <a:off x="5230300" y="2694900"/>
            <a:ext cx="3200400" cy="914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9pPr>
          </a:lstStyle>
          <a:p/>
        </p:txBody>
      </p:sp>
      <p:sp>
        <p:nvSpPr>
          <p:cNvPr id="1788" name="Google Shape;1788;p21"/>
          <p:cNvSpPr/>
          <p:nvPr/>
        </p:nvSpPr>
        <p:spPr>
          <a:xfrm flipH="1">
            <a:off x="-75" y="0"/>
            <a:ext cx="27006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89" name="Google Shape;1789;p21"/>
          <p:cNvSpPr/>
          <p:nvPr/>
        </p:nvSpPr>
        <p:spPr>
          <a:xfrm>
            <a:off x="2488747" y="497678"/>
            <a:ext cx="429300" cy="4293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90" name="Google Shape;1790;p21"/>
          <p:cNvSpPr/>
          <p:nvPr/>
        </p:nvSpPr>
        <p:spPr>
          <a:xfrm flipH="1">
            <a:off x="617717" y="163781"/>
            <a:ext cx="2383952" cy="1642730"/>
          </a:xfrm>
          <a:custGeom>
            <a:rect b="b" l="l" r="r" t="t"/>
            <a:pathLst>
              <a:path extrusionOk="0" h="29383" w="42641">
                <a:moveTo>
                  <a:pt x="9364" y="81"/>
                </a:moveTo>
                <a:lnTo>
                  <a:pt x="10796" y="141"/>
                </a:lnTo>
                <a:lnTo>
                  <a:pt x="12209" y="222"/>
                </a:lnTo>
                <a:lnTo>
                  <a:pt x="13642" y="363"/>
                </a:lnTo>
                <a:lnTo>
                  <a:pt x="15054" y="505"/>
                </a:lnTo>
                <a:lnTo>
                  <a:pt x="16467" y="706"/>
                </a:lnTo>
                <a:lnTo>
                  <a:pt x="17880" y="928"/>
                </a:lnTo>
                <a:lnTo>
                  <a:pt x="19292" y="1191"/>
                </a:lnTo>
                <a:lnTo>
                  <a:pt x="20685" y="1494"/>
                </a:lnTo>
                <a:lnTo>
                  <a:pt x="22077" y="1816"/>
                </a:lnTo>
                <a:lnTo>
                  <a:pt x="23469" y="2180"/>
                </a:lnTo>
                <a:lnTo>
                  <a:pt x="24842" y="2563"/>
                </a:lnTo>
                <a:lnTo>
                  <a:pt x="26194" y="2987"/>
                </a:lnTo>
                <a:lnTo>
                  <a:pt x="27546" y="3451"/>
                </a:lnTo>
                <a:lnTo>
                  <a:pt x="28878" y="3935"/>
                </a:lnTo>
                <a:lnTo>
                  <a:pt x="30210" y="4460"/>
                </a:lnTo>
                <a:lnTo>
                  <a:pt x="31340" y="4944"/>
                </a:lnTo>
                <a:lnTo>
                  <a:pt x="32409" y="5429"/>
                </a:lnTo>
                <a:lnTo>
                  <a:pt x="33418" y="5933"/>
                </a:lnTo>
                <a:lnTo>
                  <a:pt x="34346" y="6438"/>
                </a:lnTo>
                <a:lnTo>
                  <a:pt x="35234" y="6962"/>
                </a:lnTo>
                <a:lnTo>
                  <a:pt x="36062" y="7487"/>
                </a:lnTo>
                <a:lnTo>
                  <a:pt x="36829" y="8032"/>
                </a:lnTo>
                <a:lnTo>
                  <a:pt x="37555" y="8597"/>
                </a:lnTo>
                <a:lnTo>
                  <a:pt x="37979" y="8960"/>
                </a:lnTo>
                <a:lnTo>
                  <a:pt x="38403" y="9344"/>
                </a:lnTo>
                <a:lnTo>
                  <a:pt x="38806" y="9727"/>
                </a:lnTo>
                <a:lnTo>
                  <a:pt x="39190" y="10131"/>
                </a:lnTo>
                <a:lnTo>
                  <a:pt x="39573" y="10534"/>
                </a:lnTo>
                <a:lnTo>
                  <a:pt x="39916" y="10938"/>
                </a:lnTo>
                <a:lnTo>
                  <a:pt x="40239" y="11362"/>
                </a:lnTo>
                <a:lnTo>
                  <a:pt x="40562" y="11785"/>
                </a:lnTo>
                <a:lnTo>
                  <a:pt x="40844" y="12209"/>
                </a:lnTo>
                <a:lnTo>
                  <a:pt x="41127" y="12653"/>
                </a:lnTo>
                <a:lnTo>
                  <a:pt x="41369" y="13097"/>
                </a:lnTo>
                <a:lnTo>
                  <a:pt x="41611" y="13541"/>
                </a:lnTo>
                <a:lnTo>
                  <a:pt x="41813" y="14005"/>
                </a:lnTo>
                <a:lnTo>
                  <a:pt x="42015" y="14469"/>
                </a:lnTo>
                <a:lnTo>
                  <a:pt x="42176" y="14913"/>
                </a:lnTo>
                <a:lnTo>
                  <a:pt x="42338" y="15398"/>
                </a:lnTo>
                <a:lnTo>
                  <a:pt x="42459" y="15862"/>
                </a:lnTo>
                <a:lnTo>
                  <a:pt x="42499" y="16104"/>
                </a:lnTo>
                <a:lnTo>
                  <a:pt x="42540" y="16366"/>
                </a:lnTo>
                <a:lnTo>
                  <a:pt x="42560" y="16608"/>
                </a:lnTo>
                <a:lnTo>
                  <a:pt x="42560" y="16851"/>
                </a:lnTo>
                <a:lnTo>
                  <a:pt x="42540" y="17113"/>
                </a:lnTo>
                <a:lnTo>
                  <a:pt x="42519" y="17355"/>
                </a:lnTo>
                <a:lnTo>
                  <a:pt x="42479" y="17577"/>
                </a:lnTo>
                <a:lnTo>
                  <a:pt x="42418" y="17799"/>
                </a:lnTo>
                <a:lnTo>
                  <a:pt x="42338" y="18021"/>
                </a:lnTo>
                <a:lnTo>
                  <a:pt x="42217" y="18223"/>
                </a:lnTo>
                <a:lnTo>
                  <a:pt x="42096" y="18404"/>
                </a:lnTo>
                <a:lnTo>
                  <a:pt x="41954" y="18566"/>
                </a:lnTo>
                <a:lnTo>
                  <a:pt x="41773" y="18707"/>
                </a:lnTo>
                <a:lnTo>
                  <a:pt x="41571" y="18848"/>
                </a:lnTo>
                <a:lnTo>
                  <a:pt x="41409" y="18909"/>
                </a:lnTo>
                <a:lnTo>
                  <a:pt x="41228" y="18969"/>
                </a:lnTo>
                <a:lnTo>
                  <a:pt x="41046" y="19010"/>
                </a:lnTo>
                <a:lnTo>
                  <a:pt x="40865" y="19050"/>
                </a:lnTo>
                <a:lnTo>
                  <a:pt x="40461" y="19070"/>
                </a:lnTo>
                <a:lnTo>
                  <a:pt x="40057" y="19070"/>
                </a:lnTo>
                <a:lnTo>
                  <a:pt x="38948" y="19050"/>
                </a:lnTo>
                <a:lnTo>
                  <a:pt x="37838" y="19010"/>
                </a:lnTo>
                <a:lnTo>
                  <a:pt x="35618" y="18909"/>
                </a:lnTo>
                <a:lnTo>
                  <a:pt x="33398" y="18788"/>
                </a:lnTo>
                <a:lnTo>
                  <a:pt x="31198" y="18626"/>
                </a:lnTo>
                <a:lnTo>
                  <a:pt x="28918" y="18485"/>
                </a:lnTo>
                <a:lnTo>
                  <a:pt x="26597" y="18344"/>
                </a:lnTo>
                <a:lnTo>
                  <a:pt x="24277" y="18243"/>
                </a:lnTo>
                <a:lnTo>
                  <a:pt x="23126" y="18223"/>
                </a:lnTo>
                <a:lnTo>
                  <a:pt x="21956" y="18203"/>
                </a:lnTo>
                <a:lnTo>
                  <a:pt x="20806" y="18182"/>
                </a:lnTo>
                <a:lnTo>
                  <a:pt x="19635" y="18203"/>
                </a:lnTo>
                <a:lnTo>
                  <a:pt x="18465" y="18243"/>
                </a:lnTo>
                <a:lnTo>
                  <a:pt x="17315" y="18304"/>
                </a:lnTo>
                <a:lnTo>
                  <a:pt x="16164" y="18384"/>
                </a:lnTo>
                <a:lnTo>
                  <a:pt x="14994" y="18485"/>
                </a:lnTo>
                <a:lnTo>
                  <a:pt x="13844" y="18626"/>
                </a:lnTo>
                <a:lnTo>
                  <a:pt x="12693" y="18788"/>
                </a:lnTo>
                <a:lnTo>
                  <a:pt x="12007" y="18909"/>
                </a:lnTo>
                <a:lnTo>
                  <a:pt x="11321" y="19050"/>
                </a:lnTo>
                <a:lnTo>
                  <a:pt x="10615" y="19232"/>
                </a:lnTo>
                <a:lnTo>
                  <a:pt x="10272" y="19333"/>
                </a:lnTo>
                <a:lnTo>
                  <a:pt x="9929" y="19454"/>
                </a:lnTo>
                <a:lnTo>
                  <a:pt x="9586" y="19595"/>
                </a:lnTo>
                <a:lnTo>
                  <a:pt x="9263" y="19736"/>
                </a:lnTo>
                <a:lnTo>
                  <a:pt x="8940" y="19898"/>
                </a:lnTo>
                <a:lnTo>
                  <a:pt x="8617" y="20059"/>
                </a:lnTo>
                <a:lnTo>
                  <a:pt x="8314" y="20261"/>
                </a:lnTo>
                <a:lnTo>
                  <a:pt x="8032" y="20463"/>
                </a:lnTo>
                <a:lnTo>
                  <a:pt x="7749" y="20705"/>
                </a:lnTo>
                <a:lnTo>
                  <a:pt x="7487" y="20947"/>
                </a:lnTo>
                <a:lnTo>
                  <a:pt x="7245" y="21230"/>
                </a:lnTo>
                <a:lnTo>
                  <a:pt x="7003" y="21512"/>
                </a:lnTo>
                <a:lnTo>
                  <a:pt x="6801" y="21815"/>
                </a:lnTo>
                <a:lnTo>
                  <a:pt x="6619" y="22118"/>
                </a:lnTo>
                <a:lnTo>
                  <a:pt x="6458" y="22440"/>
                </a:lnTo>
                <a:lnTo>
                  <a:pt x="6316" y="22763"/>
                </a:lnTo>
                <a:lnTo>
                  <a:pt x="6195" y="23086"/>
                </a:lnTo>
                <a:lnTo>
                  <a:pt x="6094" y="23429"/>
                </a:lnTo>
                <a:lnTo>
                  <a:pt x="5994" y="23752"/>
                </a:lnTo>
                <a:lnTo>
                  <a:pt x="5913" y="24075"/>
                </a:lnTo>
                <a:lnTo>
                  <a:pt x="5792" y="24701"/>
                </a:lnTo>
                <a:lnTo>
                  <a:pt x="5711" y="25306"/>
                </a:lnTo>
                <a:lnTo>
                  <a:pt x="5650" y="25871"/>
                </a:lnTo>
                <a:lnTo>
                  <a:pt x="5650" y="26154"/>
                </a:lnTo>
                <a:lnTo>
                  <a:pt x="5650" y="26497"/>
                </a:lnTo>
                <a:lnTo>
                  <a:pt x="5650" y="27243"/>
                </a:lnTo>
                <a:lnTo>
                  <a:pt x="5630" y="27627"/>
                </a:lnTo>
                <a:lnTo>
                  <a:pt x="5610" y="28010"/>
                </a:lnTo>
                <a:lnTo>
                  <a:pt x="5529" y="28373"/>
                </a:lnTo>
                <a:lnTo>
                  <a:pt x="5489" y="28555"/>
                </a:lnTo>
                <a:lnTo>
                  <a:pt x="5428" y="28696"/>
                </a:lnTo>
                <a:lnTo>
                  <a:pt x="5368" y="28838"/>
                </a:lnTo>
                <a:lnTo>
                  <a:pt x="5287" y="28979"/>
                </a:lnTo>
                <a:lnTo>
                  <a:pt x="5206" y="29080"/>
                </a:lnTo>
                <a:lnTo>
                  <a:pt x="5106" y="29181"/>
                </a:lnTo>
                <a:lnTo>
                  <a:pt x="5005" y="29221"/>
                </a:lnTo>
                <a:lnTo>
                  <a:pt x="4904" y="29261"/>
                </a:lnTo>
                <a:lnTo>
                  <a:pt x="4803" y="29281"/>
                </a:lnTo>
                <a:lnTo>
                  <a:pt x="4702" y="29302"/>
                </a:lnTo>
                <a:lnTo>
                  <a:pt x="4581" y="29302"/>
                </a:lnTo>
                <a:lnTo>
                  <a:pt x="4440" y="29281"/>
                </a:lnTo>
                <a:lnTo>
                  <a:pt x="4177" y="29201"/>
                </a:lnTo>
                <a:lnTo>
                  <a:pt x="3955" y="29100"/>
                </a:lnTo>
                <a:lnTo>
                  <a:pt x="3774" y="28959"/>
                </a:lnTo>
                <a:lnTo>
                  <a:pt x="3592" y="28797"/>
                </a:lnTo>
                <a:lnTo>
                  <a:pt x="3451" y="28616"/>
                </a:lnTo>
                <a:lnTo>
                  <a:pt x="3310" y="28414"/>
                </a:lnTo>
                <a:lnTo>
                  <a:pt x="3188" y="28192"/>
                </a:lnTo>
                <a:lnTo>
                  <a:pt x="2946" y="27728"/>
                </a:lnTo>
                <a:lnTo>
                  <a:pt x="2523" y="26678"/>
                </a:lnTo>
                <a:lnTo>
                  <a:pt x="2119" y="25629"/>
                </a:lnTo>
                <a:lnTo>
                  <a:pt x="1756" y="24539"/>
                </a:lnTo>
                <a:lnTo>
                  <a:pt x="1433" y="23429"/>
                </a:lnTo>
                <a:lnTo>
                  <a:pt x="1130" y="22279"/>
                </a:lnTo>
                <a:lnTo>
                  <a:pt x="868" y="21129"/>
                </a:lnTo>
                <a:lnTo>
                  <a:pt x="646" y="19938"/>
                </a:lnTo>
                <a:lnTo>
                  <a:pt x="464" y="18707"/>
                </a:lnTo>
                <a:lnTo>
                  <a:pt x="323" y="17476"/>
                </a:lnTo>
                <a:lnTo>
                  <a:pt x="202" y="16205"/>
                </a:lnTo>
                <a:lnTo>
                  <a:pt x="141" y="14913"/>
                </a:lnTo>
                <a:lnTo>
                  <a:pt x="101" y="13602"/>
                </a:lnTo>
                <a:lnTo>
                  <a:pt x="81" y="12250"/>
                </a:lnTo>
                <a:lnTo>
                  <a:pt x="121" y="10897"/>
                </a:lnTo>
                <a:lnTo>
                  <a:pt x="202" y="9505"/>
                </a:lnTo>
                <a:lnTo>
                  <a:pt x="303" y="8092"/>
                </a:lnTo>
                <a:lnTo>
                  <a:pt x="404" y="7144"/>
                </a:lnTo>
                <a:lnTo>
                  <a:pt x="464" y="6639"/>
                </a:lnTo>
                <a:lnTo>
                  <a:pt x="545" y="6135"/>
                </a:lnTo>
                <a:lnTo>
                  <a:pt x="646" y="5630"/>
                </a:lnTo>
                <a:lnTo>
                  <a:pt x="767" y="5106"/>
                </a:lnTo>
                <a:lnTo>
                  <a:pt x="928" y="4601"/>
                </a:lnTo>
                <a:lnTo>
                  <a:pt x="1090" y="4097"/>
                </a:lnTo>
                <a:lnTo>
                  <a:pt x="1292" y="3612"/>
                </a:lnTo>
                <a:lnTo>
                  <a:pt x="1514" y="3128"/>
                </a:lnTo>
                <a:lnTo>
                  <a:pt x="1776" y="2684"/>
                </a:lnTo>
                <a:lnTo>
                  <a:pt x="2058" y="2240"/>
                </a:lnTo>
                <a:lnTo>
                  <a:pt x="2220" y="2038"/>
                </a:lnTo>
                <a:lnTo>
                  <a:pt x="2381" y="1837"/>
                </a:lnTo>
                <a:lnTo>
                  <a:pt x="2563" y="1655"/>
                </a:lnTo>
                <a:lnTo>
                  <a:pt x="2765" y="1473"/>
                </a:lnTo>
                <a:lnTo>
                  <a:pt x="2967" y="1312"/>
                </a:lnTo>
                <a:lnTo>
                  <a:pt x="3168" y="1150"/>
                </a:lnTo>
                <a:lnTo>
                  <a:pt x="3390" y="989"/>
                </a:lnTo>
                <a:lnTo>
                  <a:pt x="3612" y="848"/>
                </a:lnTo>
                <a:lnTo>
                  <a:pt x="3854" y="727"/>
                </a:lnTo>
                <a:lnTo>
                  <a:pt x="4117" y="626"/>
                </a:lnTo>
                <a:lnTo>
                  <a:pt x="4359" y="525"/>
                </a:lnTo>
                <a:lnTo>
                  <a:pt x="4621" y="424"/>
                </a:lnTo>
                <a:lnTo>
                  <a:pt x="5146" y="303"/>
                </a:lnTo>
                <a:lnTo>
                  <a:pt x="5691" y="202"/>
                </a:lnTo>
                <a:lnTo>
                  <a:pt x="6236" y="141"/>
                </a:lnTo>
                <a:lnTo>
                  <a:pt x="6760" y="101"/>
                </a:lnTo>
                <a:lnTo>
                  <a:pt x="7305" y="81"/>
                </a:lnTo>
                <a:close/>
                <a:moveTo>
                  <a:pt x="7305" y="0"/>
                </a:moveTo>
                <a:lnTo>
                  <a:pt x="6760" y="20"/>
                </a:lnTo>
                <a:lnTo>
                  <a:pt x="6215" y="61"/>
                </a:lnTo>
                <a:lnTo>
                  <a:pt x="5671" y="121"/>
                </a:lnTo>
                <a:lnTo>
                  <a:pt x="5126" y="222"/>
                </a:lnTo>
                <a:lnTo>
                  <a:pt x="4601" y="363"/>
                </a:lnTo>
                <a:lnTo>
                  <a:pt x="4339" y="444"/>
                </a:lnTo>
                <a:lnTo>
                  <a:pt x="4076" y="545"/>
                </a:lnTo>
                <a:lnTo>
                  <a:pt x="3834" y="666"/>
                </a:lnTo>
                <a:lnTo>
                  <a:pt x="3572" y="787"/>
                </a:lnTo>
                <a:lnTo>
                  <a:pt x="3350" y="928"/>
                </a:lnTo>
                <a:lnTo>
                  <a:pt x="3128" y="1070"/>
                </a:lnTo>
                <a:lnTo>
                  <a:pt x="2906" y="1231"/>
                </a:lnTo>
                <a:lnTo>
                  <a:pt x="2704" y="1413"/>
                </a:lnTo>
                <a:lnTo>
                  <a:pt x="2523" y="1594"/>
                </a:lnTo>
                <a:lnTo>
                  <a:pt x="2341" y="1776"/>
                </a:lnTo>
                <a:lnTo>
                  <a:pt x="2159" y="1978"/>
                </a:lnTo>
                <a:lnTo>
                  <a:pt x="1998" y="2200"/>
                </a:lnTo>
                <a:lnTo>
                  <a:pt x="1695" y="2624"/>
                </a:lnTo>
                <a:lnTo>
                  <a:pt x="1453" y="3088"/>
                </a:lnTo>
                <a:lnTo>
                  <a:pt x="1211" y="3572"/>
                </a:lnTo>
                <a:lnTo>
                  <a:pt x="1009" y="4056"/>
                </a:lnTo>
                <a:lnTo>
                  <a:pt x="848" y="4561"/>
                </a:lnTo>
                <a:lnTo>
                  <a:pt x="706" y="5086"/>
                </a:lnTo>
                <a:lnTo>
                  <a:pt x="585" y="5590"/>
                </a:lnTo>
                <a:lnTo>
                  <a:pt x="464" y="6115"/>
                </a:lnTo>
                <a:lnTo>
                  <a:pt x="383" y="6619"/>
                </a:lnTo>
                <a:lnTo>
                  <a:pt x="323" y="7124"/>
                </a:lnTo>
                <a:lnTo>
                  <a:pt x="222" y="8092"/>
                </a:lnTo>
                <a:lnTo>
                  <a:pt x="121" y="9505"/>
                </a:lnTo>
                <a:lnTo>
                  <a:pt x="40" y="10897"/>
                </a:lnTo>
                <a:lnTo>
                  <a:pt x="0" y="12250"/>
                </a:lnTo>
                <a:lnTo>
                  <a:pt x="20" y="13602"/>
                </a:lnTo>
                <a:lnTo>
                  <a:pt x="61" y="14913"/>
                </a:lnTo>
                <a:lnTo>
                  <a:pt x="121" y="16205"/>
                </a:lnTo>
                <a:lnTo>
                  <a:pt x="242" y="17476"/>
                </a:lnTo>
                <a:lnTo>
                  <a:pt x="383" y="18727"/>
                </a:lnTo>
                <a:lnTo>
                  <a:pt x="565" y="19938"/>
                </a:lnTo>
                <a:lnTo>
                  <a:pt x="787" y="21149"/>
                </a:lnTo>
                <a:lnTo>
                  <a:pt x="1049" y="22319"/>
                </a:lnTo>
                <a:lnTo>
                  <a:pt x="1352" y="23449"/>
                </a:lnTo>
                <a:lnTo>
                  <a:pt x="1675" y="24559"/>
                </a:lnTo>
                <a:lnTo>
                  <a:pt x="2038" y="25649"/>
                </a:lnTo>
                <a:lnTo>
                  <a:pt x="2442" y="26719"/>
                </a:lnTo>
                <a:lnTo>
                  <a:pt x="2886" y="27748"/>
                </a:lnTo>
                <a:lnTo>
                  <a:pt x="3108" y="28232"/>
                </a:lnTo>
                <a:lnTo>
                  <a:pt x="3249" y="28454"/>
                </a:lnTo>
                <a:lnTo>
                  <a:pt x="3390" y="28676"/>
                </a:lnTo>
                <a:lnTo>
                  <a:pt x="3552" y="28858"/>
                </a:lnTo>
                <a:lnTo>
                  <a:pt x="3733" y="29019"/>
                </a:lnTo>
                <a:lnTo>
                  <a:pt x="3915" y="29160"/>
                </a:lnTo>
                <a:lnTo>
                  <a:pt x="4137" y="29261"/>
                </a:lnTo>
                <a:lnTo>
                  <a:pt x="4419" y="29362"/>
                </a:lnTo>
                <a:lnTo>
                  <a:pt x="4541" y="29382"/>
                </a:lnTo>
                <a:lnTo>
                  <a:pt x="4662" y="29382"/>
                </a:lnTo>
                <a:lnTo>
                  <a:pt x="4803" y="29362"/>
                </a:lnTo>
                <a:lnTo>
                  <a:pt x="4924" y="29342"/>
                </a:lnTo>
                <a:lnTo>
                  <a:pt x="5045" y="29302"/>
                </a:lnTo>
                <a:lnTo>
                  <a:pt x="5146" y="29241"/>
                </a:lnTo>
                <a:lnTo>
                  <a:pt x="5247" y="29140"/>
                </a:lnTo>
                <a:lnTo>
                  <a:pt x="5348" y="29039"/>
                </a:lnTo>
                <a:lnTo>
                  <a:pt x="5428" y="28898"/>
                </a:lnTo>
                <a:lnTo>
                  <a:pt x="5509" y="28757"/>
                </a:lnTo>
                <a:lnTo>
                  <a:pt x="5570" y="28595"/>
                </a:lnTo>
                <a:lnTo>
                  <a:pt x="5610" y="28414"/>
                </a:lnTo>
                <a:lnTo>
                  <a:pt x="5671" y="28051"/>
                </a:lnTo>
                <a:lnTo>
                  <a:pt x="5711" y="27647"/>
                </a:lnTo>
                <a:lnTo>
                  <a:pt x="5731" y="27243"/>
                </a:lnTo>
                <a:lnTo>
                  <a:pt x="5731" y="26497"/>
                </a:lnTo>
                <a:lnTo>
                  <a:pt x="5731" y="26154"/>
                </a:lnTo>
                <a:lnTo>
                  <a:pt x="5731" y="25891"/>
                </a:lnTo>
                <a:lnTo>
                  <a:pt x="5792" y="25326"/>
                </a:lnTo>
                <a:lnTo>
                  <a:pt x="5872" y="24721"/>
                </a:lnTo>
                <a:lnTo>
                  <a:pt x="5994" y="24095"/>
                </a:lnTo>
                <a:lnTo>
                  <a:pt x="6074" y="23772"/>
                </a:lnTo>
                <a:lnTo>
                  <a:pt x="6155" y="23449"/>
                </a:lnTo>
                <a:lnTo>
                  <a:pt x="6276" y="23127"/>
                </a:lnTo>
                <a:lnTo>
                  <a:pt x="6397" y="22804"/>
                </a:lnTo>
                <a:lnTo>
                  <a:pt x="6538" y="22481"/>
                </a:lnTo>
                <a:lnTo>
                  <a:pt x="6700" y="22178"/>
                </a:lnTo>
                <a:lnTo>
                  <a:pt x="6881" y="21855"/>
                </a:lnTo>
                <a:lnTo>
                  <a:pt x="7083" y="21573"/>
                </a:lnTo>
                <a:lnTo>
                  <a:pt x="7305" y="21270"/>
                </a:lnTo>
                <a:lnTo>
                  <a:pt x="7547" y="21008"/>
                </a:lnTo>
                <a:lnTo>
                  <a:pt x="7810" y="20765"/>
                </a:lnTo>
                <a:lnTo>
                  <a:pt x="8092" y="20523"/>
                </a:lnTo>
                <a:lnTo>
                  <a:pt x="8375" y="20322"/>
                </a:lnTo>
                <a:lnTo>
                  <a:pt x="8677" y="20140"/>
                </a:lnTo>
                <a:lnTo>
                  <a:pt x="8980" y="19958"/>
                </a:lnTo>
                <a:lnTo>
                  <a:pt x="9303" y="19797"/>
                </a:lnTo>
                <a:lnTo>
                  <a:pt x="9626" y="19656"/>
                </a:lnTo>
                <a:lnTo>
                  <a:pt x="9969" y="19535"/>
                </a:lnTo>
                <a:lnTo>
                  <a:pt x="10292" y="19413"/>
                </a:lnTo>
                <a:lnTo>
                  <a:pt x="10635" y="19313"/>
                </a:lnTo>
                <a:lnTo>
                  <a:pt x="11341" y="19131"/>
                </a:lnTo>
                <a:lnTo>
                  <a:pt x="12027" y="18990"/>
                </a:lnTo>
                <a:lnTo>
                  <a:pt x="12713" y="18869"/>
                </a:lnTo>
                <a:lnTo>
                  <a:pt x="13864" y="18707"/>
                </a:lnTo>
                <a:lnTo>
                  <a:pt x="15014" y="18566"/>
                </a:lnTo>
                <a:lnTo>
                  <a:pt x="16164" y="18465"/>
                </a:lnTo>
                <a:lnTo>
                  <a:pt x="17315" y="18384"/>
                </a:lnTo>
                <a:lnTo>
                  <a:pt x="18485" y="18324"/>
                </a:lnTo>
                <a:lnTo>
                  <a:pt x="19635" y="18283"/>
                </a:lnTo>
                <a:lnTo>
                  <a:pt x="20806" y="18263"/>
                </a:lnTo>
                <a:lnTo>
                  <a:pt x="21956" y="18283"/>
                </a:lnTo>
                <a:lnTo>
                  <a:pt x="23126" y="18304"/>
                </a:lnTo>
                <a:lnTo>
                  <a:pt x="24277" y="18324"/>
                </a:lnTo>
                <a:lnTo>
                  <a:pt x="26597" y="18425"/>
                </a:lnTo>
                <a:lnTo>
                  <a:pt x="28918" y="18566"/>
                </a:lnTo>
                <a:lnTo>
                  <a:pt x="31198" y="18707"/>
                </a:lnTo>
                <a:lnTo>
                  <a:pt x="33398" y="18869"/>
                </a:lnTo>
                <a:lnTo>
                  <a:pt x="35618" y="18990"/>
                </a:lnTo>
                <a:lnTo>
                  <a:pt x="37838" y="19091"/>
                </a:lnTo>
                <a:lnTo>
                  <a:pt x="38948" y="19131"/>
                </a:lnTo>
                <a:lnTo>
                  <a:pt x="40057" y="19151"/>
                </a:lnTo>
                <a:lnTo>
                  <a:pt x="40481" y="19151"/>
                </a:lnTo>
                <a:lnTo>
                  <a:pt x="40885" y="19131"/>
                </a:lnTo>
                <a:lnTo>
                  <a:pt x="41066" y="19091"/>
                </a:lnTo>
                <a:lnTo>
                  <a:pt x="41248" y="19050"/>
                </a:lnTo>
                <a:lnTo>
                  <a:pt x="41430" y="18990"/>
                </a:lnTo>
                <a:lnTo>
                  <a:pt x="41611" y="18909"/>
                </a:lnTo>
                <a:lnTo>
                  <a:pt x="41813" y="18788"/>
                </a:lnTo>
                <a:lnTo>
                  <a:pt x="41995" y="18626"/>
                </a:lnTo>
                <a:lnTo>
                  <a:pt x="42156" y="18465"/>
                </a:lnTo>
                <a:lnTo>
                  <a:pt x="42297" y="18263"/>
                </a:lnTo>
                <a:lnTo>
                  <a:pt x="42398" y="18061"/>
                </a:lnTo>
                <a:lnTo>
                  <a:pt x="42479" y="17839"/>
                </a:lnTo>
                <a:lnTo>
                  <a:pt x="42560" y="17617"/>
                </a:lnTo>
                <a:lnTo>
                  <a:pt x="42600" y="17375"/>
                </a:lnTo>
                <a:lnTo>
                  <a:pt x="42620" y="17133"/>
                </a:lnTo>
                <a:lnTo>
                  <a:pt x="42640" y="16871"/>
                </a:lnTo>
                <a:lnTo>
                  <a:pt x="42640" y="16608"/>
                </a:lnTo>
                <a:lnTo>
                  <a:pt x="42620" y="16366"/>
                </a:lnTo>
                <a:lnTo>
                  <a:pt x="42580" y="16104"/>
                </a:lnTo>
                <a:lnTo>
                  <a:pt x="42540" y="15862"/>
                </a:lnTo>
                <a:lnTo>
                  <a:pt x="42418" y="15357"/>
                </a:lnTo>
                <a:lnTo>
                  <a:pt x="42257" y="14893"/>
                </a:lnTo>
                <a:lnTo>
                  <a:pt x="42096" y="14429"/>
                </a:lnTo>
                <a:lnTo>
                  <a:pt x="41894" y="13965"/>
                </a:lnTo>
                <a:lnTo>
                  <a:pt x="41672" y="13521"/>
                </a:lnTo>
                <a:lnTo>
                  <a:pt x="41450" y="13057"/>
                </a:lnTo>
                <a:lnTo>
                  <a:pt x="41187" y="12613"/>
                </a:lnTo>
                <a:lnTo>
                  <a:pt x="40925" y="12169"/>
                </a:lnTo>
                <a:lnTo>
                  <a:pt x="40622" y="11745"/>
                </a:lnTo>
                <a:lnTo>
                  <a:pt x="40320" y="11301"/>
                </a:lnTo>
                <a:lnTo>
                  <a:pt x="39977" y="10897"/>
                </a:lnTo>
                <a:lnTo>
                  <a:pt x="39634" y="10474"/>
                </a:lnTo>
                <a:lnTo>
                  <a:pt x="39250" y="10070"/>
                </a:lnTo>
                <a:lnTo>
                  <a:pt x="38867" y="9666"/>
                </a:lnTo>
                <a:lnTo>
                  <a:pt x="38463" y="9283"/>
                </a:lnTo>
                <a:lnTo>
                  <a:pt x="38039" y="8900"/>
                </a:lnTo>
                <a:lnTo>
                  <a:pt x="37595" y="8536"/>
                </a:lnTo>
                <a:lnTo>
                  <a:pt x="36869" y="7971"/>
                </a:lnTo>
                <a:lnTo>
                  <a:pt x="36102" y="7426"/>
                </a:lnTo>
                <a:lnTo>
                  <a:pt x="35275" y="6882"/>
                </a:lnTo>
                <a:lnTo>
                  <a:pt x="34387" y="6377"/>
                </a:lnTo>
                <a:lnTo>
                  <a:pt x="33459" y="5873"/>
                </a:lnTo>
                <a:lnTo>
                  <a:pt x="32450" y="5368"/>
                </a:lnTo>
                <a:lnTo>
                  <a:pt x="31380" y="4884"/>
                </a:lnTo>
                <a:lnTo>
                  <a:pt x="30230" y="4379"/>
                </a:lnTo>
                <a:lnTo>
                  <a:pt x="28918" y="3875"/>
                </a:lnTo>
                <a:lnTo>
                  <a:pt x="27586" y="3370"/>
                </a:lnTo>
                <a:lnTo>
                  <a:pt x="26234" y="2906"/>
                </a:lnTo>
                <a:lnTo>
                  <a:pt x="24862" y="2482"/>
                </a:lnTo>
                <a:lnTo>
                  <a:pt x="23490" y="2099"/>
                </a:lnTo>
                <a:lnTo>
                  <a:pt x="22097" y="1736"/>
                </a:lnTo>
                <a:lnTo>
                  <a:pt x="20705" y="1413"/>
                </a:lnTo>
                <a:lnTo>
                  <a:pt x="19312" y="1110"/>
                </a:lnTo>
                <a:lnTo>
                  <a:pt x="17900" y="848"/>
                </a:lnTo>
                <a:lnTo>
                  <a:pt x="16487" y="626"/>
                </a:lnTo>
                <a:lnTo>
                  <a:pt x="15075" y="424"/>
                </a:lnTo>
                <a:lnTo>
                  <a:pt x="13642" y="283"/>
                </a:lnTo>
                <a:lnTo>
                  <a:pt x="12229" y="141"/>
                </a:lnTo>
                <a:lnTo>
                  <a:pt x="10796" y="61"/>
                </a:lnTo>
                <a:lnTo>
                  <a:pt x="9364" y="0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91" name="Google Shape;1791;p21"/>
          <p:cNvSpPr/>
          <p:nvPr/>
        </p:nvSpPr>
        <p:spPr>
          <a:xfrm flipH="1">
            <a:off x="1817000" y="1365265"/>
            <a:ext cx="631867" cy="441222"/>
          </a:xfrm>
          <a:custGeom>
            <a:rect b="b" l="l" r="r" t="t"/>
            <a:pathLst>
              <a:path extrusionOk="0" h="7892" w="11302">
                <a:moveTo>
                  <a:pt x="10030" y="82"/>
                </a:moveTo>
                <a:lnTo>
                  <a:pt x="10252" y="102"/>
                </a:lnTo>
                <a:lnTo>
                  <a:pt x="10494" y="142"/>
                </a:lnTo>
                <a:lnTo>
                  <a:pt x="10696" y="203"/>
                </a:lnTo>
                <a:lnTo>
                  <a:pt x="10797" y="243"/>
                </a:lnTo>
                <a:lnTo>
                  <a:pt x="10897" y="304"/>
                </a:lnTo>
                <a:lnTo>
                  <a:pt x="10978" y="364"/>
                </a:lnTo>
                <a:lnTo>
                  <a:pt x="11059" y="445"/>
                </a:lnTo>
                <a:lnTo>
                  <a:pt x="11119" y="526"/>
                </a:lnTo>
                <a:lnTo>
                  <a:pt x="11180" y="627"/>
                </a:lnTo>
                <a:lnTo>
                  <a:pt x="11220" y="727"/>
                </a:lnTo>
                <a:lnTo>
                  <a:pt x="11220" y="828"/>
                </a:lnTo>
                <a:lnTo>
                  <a:pt x="11220" y="949"/>
                </a:lnTo>
                <a:lnTo>
                  <a:pt x="11180" y="1050"/>
                </a:lnTo>
                <a:lnTo>
                  <a:pt x="11140" y="1131"/>
                </a:lnTo>
                <a:lnTo>
                  <a:pt x="11079" y="1192"/>
                </a:lnTo>
                <a:lnTo>
                  <a:pt x="11019" y="1252"/>
                </a:lnTo>
                <a:lnTo>
                  <a:pt x="10938" y="1313"/>
                </a:lnTo>
                <a:lnTo>
                  <a:pt x="10756" y="1393"/>
                </a:lnTo>
                <a:lnTo>
                  <a:pt x="10554" y="1474"/>
                </a:lnTo>
                <a:lnTo>
                  <a:pt x="10433" y="1535"/>
                </a:lnTo>
                <a:lnTo>
                  <a:pt x="10131" y="1676"/>
                </a:lnTo>
                <a:lnTo>
                  <a:pt x="9888" y="1858"/>
                </a:lnTo>
                <a:lnTo>
                  <a:pt x="9666" y="2039"/>
                </a:lnTo>
                <a:lnTo>
                  <a:pt x="9505" y="2261"/>
                </a:lnTo>
                <a:lnTo>
                  <a:pt x="9364" y="2503"/>
                </a:lnTo>
                <a:lnTo>
                  <a:pt x="9243" y="2745"/>
                </a:lnTo>
                <a:lnTo>
                  <a:pt x="9021" y="3290"/>
                </a:lnTo>
                <a:lnTo>
                  <a:pt x="8819" y="3795"/>
                </a:lnTo>
                <a:lnTo>
                  <a:pt x="8617" y="4239"/>
                </a:lnTo>
                <a:lnTo>
                  <a:pt x="8415" y="4663"/>
                </a:lnTo>
                <a:lnTo>
                  <a:pt x="8193" y="5046"/>
                </a:lnTo>
                <a:lnTo>
                  <a:pt x="7992" y="5389"/>
                </a:lnTo>
                <a:lnTo>
                  <a:pt x="7749" y="5712"/>
                </a:lnTo>
                <a:lnTo>
                  <a:pt x="7527" y="6015"/>
                </a:lnTo>
                <a:lnTo>
                  <a:pt x="7285" y="6277"/>
                </a:lnTo>
                <a:lnTo>
                  <a:pt x="7023" y="6519"/>
                </a:lnTo>
                <a:lnTo>
                  <a:pt x="6821" y="6701"/>
                </a:lnTo>
                <a:lnTo>
                  <a:pt x="6599" y="6862"/>
                </a:lnTo>
                <a:lnTo>
                  <a:pt x="6357" y="7024"/>
                </a:lnTo>
                <a:lnTo>
                  <a:pt x="6115" y="7165"/>
                </a:lnTo>
                <a:lnTo>
                  <a:pt x="5873" y="7286"/>
                </a:lnTo>
                <a:lnTo>
                  <a:pt x="5630" y="7407"/>
                </a:lnTo>
                <a:lnTo>
                  <a:pt x="5368" y="7508"/>
                </a:lnTo>
                <a:lnTo>
                  <a:pt x="5086" y="7589"/>
                </a:lnTo>
                <a:lnTo>
                  <a:pt x="4823" y="7669"/>
                </a:lnTo>
                <a:lnTo>
                  <a:pt x="4541" y="7730"/>
                </a:lnTo>
                <a:lnTo>
                  <a:pt x="4278" y="7770"/>
                </a:lnTo>
                <a:lnTo>
                  <a:pt x="3996" y="7790"/>
                </a:lnTo>
                <a:lnTo>
                  <a:pt x="3713" y="7811"/>
                </a:lnTo>
                <a:lnTo>
                  <a:pt x="3431" y="7811"/>
                </a:lnTo>
                <a:lnTo>
                  <a:pt x="3169" y="7790"/>
                </a:lnTo>
                <a:lnTo>
                  <a:pt x="2886" y="7750"/>
                </a:lnTo>
                <a:lnTo>
                  <a:pt x="2603" y="7690"/>
                </a:lnTo>
                <a:lnTo>
                  <a:pt x="2321" y="7629"/>
                </a:lnTo>
                <a:lnTo>
                  <a:pt x="2059" y="7528"/>
                </a:lnTo>
                <a:lnTo>
                  <a:pt x="1796" y="7427"/>
                </a:lnTo>
                <a:lnTo>
                  <a:pt x="1554" y="7306"/>
                </a:lnTo>
                <a:lnTo>
                  <a:pt x="1332" y="7165"/>
                </a:lnTo>
                <a:lnTo>
                  <a:pt x="1110" y="7024"/>
                </a:lnTo>
                <a:lnTo>
                  <a:pt x="908" y="6842"/>
                </a:lnTo>
                <a:lnTo>
                  <a:pt x="707" y="6640"/>
                </a:lnTo>
                <a:lnTo>
                  <a:pt x="545" y="6418"/>
                </a:lnTo>
                <a:lnTo>
                  <a:pt x="384" y="6176"/>
                </a:lnTo>
                <a:lnTo>
                  <a:pt x="263" y="5934"/>
                </a:lnTo>
                <a:lnTo>
                  <a:pt x="182" y="5692"/>
                </a:lnTo>
                <a:lnTo>
                  <a:pt x="101" y="5429"/>
                </a:lnTo>
                <a:lnTo>
                  <a:pt x="81" y="5167"/>
                </a:lnTo>
                <a:lnTo>
                  <a:pt x="81" y="4905"/>
                </a:lnTo>
                <a:lnTo>
                  <a:pt x="101" y="4663"/>
                </a:lnTo>
                <a:lnTo>
                  <a:pt x="142" y="4441"/>
                </a:lnTo>
                <a:lnTo>
                  <a:pt x="222" y="4239"/>
                </a:lnTo>
                <a:lnTo>
                  <a:pt x="303" y="4037"/>
                </a:lnTo>
                <a:lnTo>
                  <a:pt x="404" y="3835"/>
                </a:lnTo>
                <a:lnTo>
                  <a:pt x="525" y="3654"/>
                </a:lnTo>
                <a:lnTo>
                  <a:pt x="646" y="3472"/>
                </a:lnTo>
                <a:lnTo>
                  <a:pt x="787" y="3311"/>
                </a:lnTo>
                <a:lnTo>
                  <a:pt x="1090" y="3008"/>
                </a:lnTo>
                <a:lnTo>
                  <a:pt x="1393" y="2745"/>
                </a:lnTo>
                <a:lnTo>
                  <a:pt x="1695" y="2523"/>
                </a:lnTo>
                <a:lnTo>
                  <a:pt x="1978" y="2342"/>
                </a:lnTo>
                <a:lnTo>
                  <a:pt x="2361" y="2120"/>
                </a:lnTo>
                <a:lnTo>
                  <a:pt x="2745" y="1918"/>
                </a:lnTo>
                <a:lnTo>
                  <a:pt x="3128" y="1736"/>
                </a:lnTo>
                <a:lnTo>
                  <a:pt x="3532" y="1555"/>
                </a:lnTo>
                <a:lnTo>
                  <a:pt x="4319" y="1252"/>
                </a:lnTo>
                <a:lnTo>
                  <a:pt x="5106" y="990"/>
                </a:lnTo>
                <a:lnTo>
                  <a:pt x="6175" y="647"/>
                </a:lnTo>
                <a:lnTo>
                  <a:pt x="6740" y="505"/>
                </a:lnTo>
                <a:lnTo>
                  <a:pt x="7326" y="364"/>
                </a:lnTo>
                <a:lnTo>
                  <a:pt x="7911" y="243"/>
                </a:lnTo>
                <a:lnTo>
                  <a:pt x="8496" y="162"/>
                </a:lnTo>
                <a:lnTo>
                  <a:pt x="9101" y="102"/>
                </a:lnTo>
                <a:lnTo>
                  <a:pt x="9727" y="82"/>
                </a:lnTo>
                <a:close/>
                <a:moveTo>
                  <a:pt x="9384" y="1"/>
                </a:moveTo>
                <a:lnTo>
                  <a:pt x="8718" y="62"/>
                </a:lnTo>
                <a:lnTo>
                  <a:pt x="8092" y="142"/>
                </a:lnTo>
                <a:lnTo>
                  <a:pt x="7447" y="243"/>
                </a:lnTo>
                <a:lnTo>
                  <a:pt x="6841" y="384"/>
                </a:lnTo>
                <a:lnTo>
                  <a:pt x="6236" y="546"/>
                </a:lnTo>
                <a:lnTo>
                  <a:pt x="5651" y="727"/>
                </a:lnTo>
                <a:lnTo>
                  <a:pt x="5086" y="909"/>
                </a:lnTo>
                <a:lnTo>
                  <a:pt x="4299" y="1171"/>
                </a:lnTo>
                <a:lnTo>
                  <a:pt x="3491" y="1474"/>
                </a:lnTo>
                <a:lnTo>
                  <a:pt x="3108" y="1656"/>
                </a:lnTo>
                <a:lnTo>
                  <a:pt x="2704" y="1837"/>
                </a:lnTo>
                <a:lnTo>
                  <a:pt x="2321" y="2039"/>
                </a:lnTo>
                <a:lnTo>
                  <a:pt x="1938" y="2261"/>
                </a:lnTo>
                <a:lnTo>
                  <a:pt x="1655" y="2443"/>
                </a:lnTo>
                <a:lnTo>
                  <a:pt x="1352" y="2685"/>
                </a:lnTo>
                <a:lnTo>
                  <a:pt x="1029" y="2947"/>
                </a:lnTo>
                <a:lnTo>
                  <a:pt x="727" y="3250"/>
                </a:lnTo>
                <a:lnTo>
                  <a:pt x="585" y="3432"/>
                </a:lnTo>
                <a:lnTo>
                  <a:pt x="464" y="3613"/>
                </a:lnTo>
                <a:lnTo>
                  <a:pt x="343" y="3795"/>
                </a:lnTo>
                <a:lnTo>
                  <a:pt x="222" y="3997"/>
                </a:lnTo>
                <a:lnTo>
                  <a:pt x="142" y="4219"/>
                </a:lnTo>
                <a:lnTo>
                  <a:pt x="61" y="4441"/>
                </a:lnTo>
                <a:lnTo>
                  <a:pt x="20" y="4663"/>
                </a:lnTo>
                <a:lnTo>
                  <a:pt x="0" y="4905"/>
                </a:lnTo>
                <a:lnTo>
                  <a:pt x="0" y="5167"/>
                </a:lnTo>
                <a:lnTo>
                  <a:pt x="20" y="5429"/>
                </a:lnTo>
                <a:lnTo>
                  <a:pt x="101" y="5712"/>
                </a:lnTo>
                <a:lnTo>
                  <a:pt x="202" y="5974"/>
                </a:lnTo>
                <a:lnTo>
                  <a:pt x="323" y="6216"/>
                </a:lnTo>
                <a:lnTo>
                  <a:pt x="485" y="6459"/>
                </a:lnTo>
                <a:lnTo>
                  <a:pt x="646" y="6701"/>
                </a:lnTo>
                <a:lnTo>
                  <a:pt x="868" y="6903"/>
                </a:lnTo>
                <a:lnTo>
                  <a:pt x="1070" y="7084"/>
                </a:lnTo>
                <a:lnTo>
                  <a:pt x="1272" y="7225"/>
                </a:lnTo>
                <a:lnTo>
                  <a:pt x="1514" y="7367"/>
                </a:lnTo>
                <a:lnTo>
                  <a:pt x="1756" y="7488"/>
                </a:lnTo>
                <a:lnTo>
                  <a:pt x="2018" y="7609"/>
                </a:lnTo>
                <a:lnTo>
                  <a:pt x="2301" y="7690"/>
                </a:lnTo>
                <a:lnTo>
                  <a:pt x="2583" y="7770"/>
                </a:lnTo>
                <a:lnTo>
                  <a:pt x="2886" y="7831"/>
                </a:lnTo>
                <a:lnTo>
                  <a:pt x="3269" y="7871"/>
                </a:lnTo>
                <a:lnTo>
                  <a:pt x="3673" y="7891"/>
                </a:lnTo>
                <a:lnTo>
                  <a:pt x="4137" y="7871"/>
                </a:lnTo>
                <a:lnTo>
                  <a:pt x="4601" y="7811"/>
                </a:lnTo>
                <a:lnTo>
                  <a:pt x="5045" y="7710"/>
                </a:lnTo>
                <a:lnTo>
                  <a:pt x="5489" y="7548"/>
                </a:lnTo>
                <a:lnTo>
                  <a:pt x="5913" y="7367"/>
                </a:lnTo>
                <a:lnTo>
                  <a:pt x="6337" y="7145"/>
                </a:lnTo>
                <a:lnTo>
                  <a:pt x="6720" y="6882"/>
                </a:lnTo>
                <a:lnTo>
                  <a:pt x="7083" y="6580"/>
                </a:lnTo>
                <a:lnTo>
                  <a:pt x="7346" y="6338"/>
                </a:lnTo>
                <a:lnTo>
                  <a:pt x="7588" y="6055"/>
                </a:lnTo>
                <a:lnTo>
                  <a:pt x="7830" y="5752"/>
                </a:lnTo>
                <a:lnTo>
                  <a:pt x="8052" y="5429"/>
                </a:lnTo>
                <a:lnTo>
                  <a:pt x="8274" y="5086"/>
                </a:lnTo>
                <a:lnTo>
                  <a:pt x="8476" y="4703"/>
                </a:lnTo>
                <a:lnTo>
                  <a:pt x="8698" y="4279"/>
                </a:lnTo>
                <a:lnTo>
                  <a:pt x="8900" y="3815"/>
                </a:lnTo>
                <a:lnTo>
                  <a:pt x="9101" y="3311"/>
                </a:lnTo>
                <a:lnTo>
                  <a:pt x="9303" y="2786"/>
                </a:lnTo>
                <a:lnTo>
                  <a:pt x="9424" y="2544"/>
                </a:lnTo>
                <a:lnTo>
                  <a:pt x="9566" y="2322"/>
                </a:lnTo>
                <a:lnTo>
                  <a:pt x="9727" y="2100"/>
                </a:lnTo>
                <a:lnTo>
                  <a:pt x="9929" y="1918"/>
                </a:lnTo>
                <a:lnTo>
                  <a:pt x="10171" y="1757"/>
                </a:lnTo>
                <a:lnTo>
                  <a:pt x="10454" y="1615"/>
                </a:lnTo>
                <a:lnTo>
                  <a:pt x="10595" y="1555"/>
                </a:lnTo>
                <a:lnTo>
                  <a:pt x="10797" y="1474"/>
                </a:lnTo>
                <a:lnTo>
                  <a:pt x="10978" y="1373"/>
                </a:lnTo>
                <a:lnTo>
                  <a:pt x="11059" y="1313"/>
                </a:lnTo>
                <a:lnTo>
                  <a:pt x="11140" y="1252"/>
                </a:lnTo>
                <a:lnTo>
                  <a:pt x="11200" y="1171"/>
                </a:lnTo>
                <a:lnTo>
                  <a:pt x="11261" y="1071"/>
                </a:lnTo>
                <a:lnTo>
                  <a:pt x="11301" y="970"/>
                </a:lnTo>
                <a:lnTo>
                  <a:pt x="11301" y="849"/>
                </a:lnTo>
                <a:lnTo>
                  <a:pt x="11301" y="727"/>
                </a:lnTo>
                <a:lnTo>
                  <a:pt x="11261" y="606"/>
                </a:lnTo>
                <a:lnTo>
                  <a:pt x="11200" y="485"/>
                </a:lnTo>
                <a:lnTo>
                  <a:pt x="11119" y="384"/>
                </a:lnTo>
                <a:lnTo>
                  <a:pt x="11039" y="304"/>
                </a:lnTo>
                <a:lnTo>
                  <a:pt x="10938" y="223"/>
                </a:lnTo>
                <a:lnTo>
                  <a:pt x="10837" y="162"/>
                </a:lnTo>
                <a:lnTo>
                  <a:pt x="10736" y="122"/>
                </a:lnTo>
                <a:lnTo>
                  <a:pt x="10514" y="62"/>
                </a:lnTo>
                <a:lnTo>
                  <a:pt x="10272" y="21"/>
                </a:lnTo>
                <a:lnTo>
                  <a:pt x="10030" y="1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92" name="Google Shape;1792;p21"/>
          <p:cNvSpPr/>
          <p:nvPr/>
        </p:nvSpPr>
        <p:spPr>
          <a:xfrm flipH="1">
            <a:off x="745189" y="308187"/>
            <a:ext cx="2123367" cy="1193681"/>
          </a:xfrm>
          <a:custGeom>
            <a:rect b="b" l="l" r="r" t="t"/>
            <a:pathLst>
              <a:path extrusionOk="0" h="21351" w="37980">
                <a:moveTo>
                  <a:pt x="10776" y="81"/>
                </a:moveTo>
                <a:lnTo>
                  <a:pt x="11341" y="101"/>
                </a:lnTo>
                <a:lnTo>
                  <a:pt x="11927" y="121"/>
                </a:lnTo>
                <a:lnTo>
                  <a:pt x="12532" y="182"/>
                </a:lnTo>
                <a:lnTo>
                  <a:pt x="13178" y="222"/>
                </a:lnTo>
                <a:lnTo>
                  <a:pt x="13824" y="303"/>
                </a:lnTo>
                <a:lnTo>
                  <a:pt x="14510" y="404"/>
                </a:lnTo>
                <a:lnTo>
                  <a:pt x="15216" y="505"/>
                </a:lnTo>
                <a:lnTo>
                  <a:pt x="15943" y="626"/>
                </a:lnTo>
                <a:lnTo>
                  <a:pt x="16709" y="767"/>
                </a:lnTo>
                <a:lnTo>
                  <a:pt x="17496" y="949"/>
                </a:lnTo>
                <a:lnTo>
                  <a:pt x="18324" y="1130"/>
                </a:lnTo>
                <a:lnTo>
                  <a:pt x="19171" y="1332"/>
                </a:lnTo>
                <a:lnTo>
                  <a:pt x="20039" y="1554"/>
                </a:lnTo>
                <a:lnTo>
                  <a:pt x="20947" y="1796"/>
                </a:lnTo>
                <a:lnTo>
                  <a:pt x="21875" y="2059"/>
                </a:lnTo>
                <a:lnTo>
                  <a:pt x="23571" y="2583"/>
                </a:lnTo>
                <a:lnTo>
                  <a:pt x="24418" y="2866"/>
                </a:lnTo>
                <a:lnTo>
                  <a:pt x="25286" y="3148"/>
                </a:lnTo>
                <a:lnTo>
                  <a:pt x="26154" y="3471"/>
                </a:lnTo>
                <a:lnTo>
                  <a:pt x="27021" y="3794"/>
                </a:lnTo>
                <a:lnTo>
                  <a:pt x="27889" y="4157"/>
                </a:lnTo>
                <a:lnTo>
                  <a:pt x="28757" y="4541"/>
                </a:lnTo>
                <a:lnTo>
                  <a:pt x="29625" y="4944"/>
                </a:lnTo>
                <a:lnTo>
                  <a:pt x="30472" y="5368"/>
                </a:lnTo>
                <a:lnTo>
                  <a:pt x="31300" y="5832"/>
                </a:lnTo>
                <a:lnTo>
                  <a:pt x="32127" y="6317"/>
                </a:lnTo>
                <a:lnTo>
                  <a:pt x="32954" y="6841"/>
                </a:lnTo>
                <a:lnTo>
                  <a:pt x="33741" y="7406"/>
                </a:lnTo>
                <a:lnTo>
                  <a:pt x="34508" y="7992"/>
                </a:lnTo>
                <a:lnTo>
                  <a:pt x="35255" y="8637"/>
                </a:lnTo>
                <a:lnTo>
                  <a:pt x="35638" y="8980"/>
                </a:lnTo>
                <a:lnTo>
                  <a:pt x="36001" y="9344"/>
                </a:lnTo>
                <a:lnTo>
                  <a:pt x="36345" y="9687"/>
                </a:lnTo>
                <a:lnTo>
                  <a:pt x="36627" y="10030"/>
                </a:lnTo>
                <a:lnTo>
                  <a:pt x="36910" y="10373"/>
                </a:lnTo>
                <a:lnTo>
                  <a:pt x="37132" y="10696"/>
                </a:lnTo>
                <a:lnTo>
                  <a:pt x="37354" y="11039"/>
                </a:lnTo>
                <a:lnTo>
                  <a:pt x="37535" y="11382"/>
                </a:lnTo>
                <a:lnTo>
                  <a:pt x="37656" y="11624"/>
                </a:lnTo>
                <a:lnTo>
                  <a:pt x="37737" y="11846"/>
                </a:lnTo>
                <a:lnTo>
                  <a:pt x="37818" y="12068"/>
                </a:lnTo>
                <a:lnTo>
                  <a:pt x="37858" y="12290"/>
                </a:lnTo>
                <a:lnTo>
                  <a:pt x="37898" y="12492"/>
                </a:lnTo>
                <a:lnTo>
                  <a:pt x="37898" y="12694"/>
                </a:lnTo>
                <a:lnTo>
                  <a:pt x="37878" y="12875"/>
                </a:lnTo>
                <a:lnTo>
                  <a:pt x="37838" y="13057"/>
                </a:lnTo>
                <a:lnTo>
                  <a:pt x="37757" y="13259"/>
                </a:lnTo>
                <a:lnTo>
                  <a:pt x="37636" y="13460"/>
                </a:lnTo>
                <a:lnTo>
                  <a:pt x="37495" y="13662"/>
                </a:lnTo>
                <a:lnTo>
                  <a:pt x="37313" y="13824"/>
                </a:lnTo>
                <a:lnTo>
                  <a:pt x="37111" y="13985"/>
                </a:lnTo>
                <a:lnTo>
                  <a:pt x="36869" y="14106"/>
                </a:lnTo>
                <a:lnTo>
                  <a:pt x="36627" y="14207"/>
                </a:lnTo>
                <a:lnTo>
                  <a:pt x="36365" y="14288"/>
                </a:lnTo>
                <a:lnTo>
                  <a:pt x="36102" y="14328"/>
                </a:lnTo>
                <a:lnTo>
                  <a:pt x="35860" y="14368"/>
                </a:lnTo>
                <a:lnTo>
                  <a:pt x="35336" y="14368"/>
                </a:lnTo>
                <a:lnTo>
                  <a:pt x="34831" y="14328"/>
                </a:lnTo>
                <a:lnTo>
                  <a:pt x="34327" y="14268"/>
                </a:lnTo>
                <a:lnTo>
                  <a:pt x="34306" y="14268"/>
                </a:lnTo>
                <a:lnTo>
                  <a:pt x="32934" y="14106"/>
                </a:lnTo>
                <a:lnTo>
                  <a:pt x="31501" y="13945"/>
                </a:lnTo>
                <a:lnTo>
                  <a:pt x="30028" y="13803"/>
                </a:lnTo>
                <a:lnTo>
                  <a:pt x="28535" y="13682"/>
                </a:lnTo>
                <a:lnTo>
                  <a:pt x="26981" y="13561"/>
                </a:lnTo>
                <a:lnTo>
                  <a:pt x="25387" y="13481"/>
                </a:lnTo>
                <a:lnTo>
                  <a:pt x="23772" y="13420"/>
                </a:lnTo>
                <a:lnTo>
                  <a:pt x="22138" y="13400"/>
                </a:lnTo>
                <a:lnTo>
                  <a:pt x="20483" y="13420"/>
                </a:lnTo>
                <a:lnTo>
                  <a:pt x="18788" y="13460"/>
                </a:lnTo>
                <a:lnTo>
                  <a:pt x="17093" y="13561"/>
                </a:lnTo>
                <a:lnTo>
                  <a:pt x="16245" y="13622"/>
                </a:lnTo>
                <a:lnTo>
                  <a:pt x="15398" y="13703"/>
                </a:lnTo>
                <a:lnTo>
                  <a:pt x="14530" y="13803"/>
                </a:lnTo>
                <a:lnTo>
                  <a:pt x="13682" y="13904"/>
                </a:lnTo>
                <a:lnTo>
                  <a:pt x="12815" y="14025"/>
                </a:lnTo>
                <a:lnTo>
                  <a:pt x="11967" y="14146"/>
                </a:lnTo>
                <a:lnTo>
                  <a:pt x="11099" y="14308"/>
                </a:lnTo>
                <a:lnTo>
                  <a:pt x="10252" y="14469"/>
                </a:lnTo>
                <a:lnTo>
                  <a:pt x="9384" y="14651"/>
                </a:lnTo>
                <a:lnTo>
                  <a:pt x="8536" y="14833"/>
                </a:lnTo>
                <a:lnTo>
                  <a:pt x="7992" y="14974"/>
                </a:lnTo>
                <a:lnTo>
                  <a:pt x="7467" y="15115"/>
                </a:lnTo>
                <a:lnTo>
                  <a:pt x="6922" y="15277"/>
                </a:lnTo>
                <a:lnTo>
                  <a:pt x="6397" y="15458"/>
                </a:lnTo>
                <a:lnTo>
                  <a:pt x="5873" y="15660"/>
                </a:lnTo>
                <a:lnTo>
                  <a:pt x="5368" y="15902"/>
                </a:lnTo>
                <a:lnTo>
                  <a:pt x="4864" y="16164"/>
                </a:lnTo>
                <a:lnTo>
                  <a:pt x="4379" y="16467"/>
                </a:lnTo>
                <a:lnTo>
                  <a:pt x="4137" y="16649"/>
                </a:lnTo>
                <a:lnTo>
                  <a:pt x="3875" y="16851"/>
                </a:lnTo>
                <a:lnTo>
                  <a:pt x="3613" y="17073"/>
                </a:lnTo>
                <a:lnTo>
                  <a:pt x="3350" y="17335"/>
                </a:lnTo>
                <a:lnTo>
                  <a:pt x="3108" y="17617"/>
                </a:lnTo>
                <a:lnTo>
                  <a:pt x="2866" y="17940"/>
                </a:lnTo>
                <a:lnTo>
                  <a:pt x="2644" y="18283"/>
                </a:lnTo>
                <a:lnTo>
                  <a:pt x="2462" y="18667"/>
                </a:lnTo>
                <a:lnTo>
                  <a:pt x="2382" y="18889"/>
                </a:lnTo>
                <a:lnTo>
                  <a:pt x="2341" y="19131"/>
                </a:lnTo>
                <a:lnTo>
                  <a:pt x="2260" y="19635"/>
                </a:lnTo>
                <a:lnTo>
                  <a:pt x="2220" y="19918"/>
                </a:lnTo>
                <a:lnTo>
                  <a:pt x="2180" y="20201"/>
                </a:lnTo>
                <a:lnTo>
                  <a:pt x="2099" y="20463"/>
                </a:lnTo>
                <a:lnTo>
                  <a:pt x="2059" y="20584"/>
                </a:lnTo>
                <a:lnTo>
                  <a:pt x="1998" y="20705"/>
                </a:lnTo>
                <a:lnTo>
                  <a:pt x="1897" y="20846"/>
                </a:lnTo>
                <a:lnTo>
                  <a:pt x="1816" y="20988"/>
                </a:lnTo>
                <a:lnTo>
                  <a:pt x="1716" y="21088"/>
                </a:lnTo>
                <a:lnTo>
                  <a:pt x="1615" y="21169"/>
                </a:lnTo>
                <a:lnTo>
                  <a:pt x="1514" y="21210"/>
                </a:lnTo>
                <a:lnTo>
                  <a:pt x="1413" y="21250"/>
                </a:lnTo>
                <a:lnTo>
                  <a:pt x="1312" y="21270"/>
                </a:lnTo>
                <a:lnTo>
                  <a:pt x="1211" y="21250"/>
                </a:lnTo>
                <a:lnTo>
                  <a:pt x="1110" y="21210"/>
                </a:lnTo>
                <a:lnTo>
                  <a:pt x="1009" y="21149"/>
                </a:lnTo>
                <a:lnTo>
                  <a:pt x="908" y="21068"/>
                </a:lnTo>
                <a:lnTo>
                  <a:pt x="807" y="20967"/>
                </a:lnTo>
                <a:lnTo>
                  <a:pt x="707" y="20846"/>
                </a:lnTo>
                <a:lnTo>
                  <a:pt x="626" y="20725"/>
                </a:lnTo>
                <a:lnTo>
                  <a:pt x="464" y="20422"/>
                </a:lnTo>
                <a:lnTo>
                  <a:pt x="323" y="20100"/>
                </a:lnTo>
                <a:lnTo>
                  <a:pt x="222" y="19777"/>
                </a:lnTo>
                <a:lnTo>
                  <a:pt x="162" y="19454"/>
                </a:lnTo>
                <a:lnTo>
                  <a:pt x="121" y="19151"/>
                </a:lnTo>
                <a:lnTo>
                  <a:pt x="101" y="18223"/>
                </a:lnTo>
                <a:lnTo>
                  <a:pt x="81" y="17274"/>
                </a:lnTo>
                <a:lnTo>
                  <a:pt x="81" y="16326"/>
                </a:lnTo>
                <a:lnTo>
                  <a:pt x="101" y="15377"/>
                </a:lnTo>
                <a:lnTo>
                  <a:pt x="142" y="14449"/>
                </a:lnTo>
                <a:lnTo>
                  <a:pt x="182" y="13501"/>
                </a:lnTo>
                <a:lnTo>
                  <a:pt x="263" y="12572"/>
                </a:lnTo>
                <a:lnTo>
                  <a:pt x="343" y="11624"/>
                </a:lnTo>
                <a:lnTo>
                  <a:pt x="444" y="10696"/>
                </a:lnTo>
                <a:lnTo>
                  <a:pt x="545" y="9747"/>
                </a:lnTo>
                <a:lnTo>
                  <a:pt x="686" y="8819"/>
                </a:lnTo>
                <a:lnTo>
                  <a:pt x="828" y="7891"/>
                </a:lnTo>
                <a:lnTo>
                  <a:pt x="989" y="6962"/>
                </a:lnTo>
                <a:lnTo>
                  <a:pt x="1171" y="6034"/>
                </a:lnTo>
                <a:lnTo>
                  <a:pt x="1373" y="5126"/>
                </a:lnTo>
                <a:lnTo>
                  <a:pt x="1574" y="4198"/>
                </a:lnTo>
                <a:lnTo>
                  <a:pt x="1736" y="3572"/>
                </a:lnTo>
                <a:lnTo>
                  <a:pt x="1837" y="3269"/>
                </a:lnTo>
                <a:lnTo>
                  <a:pt x="1958" y="2967"/>
                </a:lnTo>
                <a:lnTo>
                  <a:pt x="2079" y="2664"/>
                </a:lnTo>
                <a:lnTo>
                  <a:pt x="2220" y="2402"/>
                </a:lnTo>
                <a:lnTo>
                  <a:pt x="2402" y="2139"/>
                </a:lnTo>
                <a:lnTo>
                  <a:pt x="2604" y="1897"/>
                </a:lnTo>
                <a:lnTo>
                  <a:pt x="2825" y="1695"/>
                </a:lnTo>
                <a:lnTo>
                  <a:pt x="3068" y="1514"/>
                </a:lnTo>
                <a:lnTo>
                  <a:pt x="3330" y="1352"/>
                </a:lnTo>
                <a:lnTo>
                  <a:pt x="3592" y="1211"/>
                </a:lnTo>
                <a:lnTo>
                  <a:pt x="3875" y="1090"/>
                </a:lnTo>
                <a:lnTo>
                  <a:pt x="4157" y="989"/>
                </a:lnTo>
                <a:lnTo>
                  <a:pt x="4702" y="807"/>
                </a:lnTo>
                <a:lnTo>
                  <a:pt x="5247" y="666"/>
                </a:lnTo>
                <a:lnTo>
                  <a:pt x="5832" y="525"/>
                </a:lnTo>
                <a:lnTo>
                  <a:pt x="6458" y="404"/>
                </a:lnTo>
                <a:lnTo>
                  <a:pt x="7104" y="303"/>
                </a:lnTo>
                <a:lnTo>
                  <a:pt x="7810" y="202"/>
                </a:lnTo>
                <a:lnTo>
                  <a:pt x="8577" y="142"/>
                </a:lnTo>
                <a:lnTo>
                  <a:pt x="9384" y="81"/>
                </a:lnTo>
                <a:close/>
                <a:moveTo>
                  <a:pt x="9848" y="0"/>
                </a:moveTo>
                <a:lnTo>
                  <a:pt x="9303" y="20"/>
                </a:lnTo>
                <a:lnTo>
                  <a:pt x="8758" y="41"/>
                </a:lnTo>
                <a:lnTo>
                  <a:pt x="8234" y="81"/>
                </a:lnTo>
                <a:lnTo>
                  <a:pt x="7709" y="142"/>
                </a:lnTo>
                <a:lnTo>
                  <a:pt x="7184" y="202"/>
                </a:lnTo>
                <a:lnTo>
                  <a:pt x="6680" y="283"/>
                </a:lnTo>
                <a:lnTo>
                  <a:pt x="6175" y="384"/>
                </a:lnTo>
                <a:lnTo>
                  <a:pt x="5671" y="485"/>
                </a:lnTo>
                <a:lnTo>
                  <a:pt x="5166" y="606"/>
                </a:lnTo>
                <a:lnTo>
                  <a:pt x="4682" y="727"/>
                </a:lnTo>
                <a:lnTo>
                  <a:pt x="4117" y="908"/>
                </a:lnTo>
                <a:lnTo>
                  <a:pt x="3834" y="1009"/>
                </a:lnTo>
                <a:lnTo>
                  <a:pt x="3552" y="1130"/>
                </a:lnTo>
                <a:lnTo>
                  <a:pt x="3269" y="1272"/>
                </a:lnTo>
                <a:lnTo>
                  <a:pt x="3007" y="1433"/>
                </a:lnTo>
                <a:lnTo>
                  <a:pt x="2765" y="1635"/>
                </a:lnTo>
                <a:lnTo>
                  <a:pt x="2543" y="1837"/>
                </a:lnTo>
                <a:lnTo>
                  <a:pt x="2341" y="2079"/>
                </a:lnTo>
                <a:lnTo>
                  <a:pt x="2160" y="2341"/>
                </a:lnTo>
                <a:lnTo>
                  <a:pt x="1998" y="2624"/>
                </a:lnTo>
                <a:lnTo>
                  <a:pt x="1877" y="2926"/>
                </a:lnTo>
                <a:lnTo>
                  <a:pt x="1776" y="3229"/>
                </a:lnTo>
                <a:lnTo>
                  <a:pt x="1675" y="3552"/>
                </a:lnTo>
                <a:lnTo>
                  <a:pt x="1514" y="4178"/>
                </a:lnTo>
                <a:lnTo>
                  <a:pt x="1292" y="5106"/>
                </a:lnTo>
                <a:lnTo>
                  <a:pt x="1090" y="6014"/>
                </a:lnTo>
                <a:lnTo>
                  <a:pt x="908" y="6942"/>
                </a:lnTo>
                <a:lnTo>
                  <a:pt x="747" y="7870"/>
                </a:lnTo>
                <a:lnTo>
                  <a:pt x="606" y="8819"/>
                </a:lnTo>
                <a:lnTo>
                  <a:pt x="485" y="9747"/>
                </a:lnTo>
                <a:lnTo>
                  <a:pt x="364" y="10676"/>
                </a:lnTo>
                <a:lnTo>
                  <a:pt x="263" y="11624"/>
                </a:lnTo>
                <a:lnTo>
                  <a:pt x="182" y="12552"/>
                </a:lnTo>
                <a:lnTo>
                  <a:pt x="101" y="13501"/>
                </a:lnTo>
                <a:lnTo>
                  <a:pt x="61" y="14449"/>
                </a:lnTo>
                <a:lnTo>
                  <a:pt x="20" y="15377"/>
                </a:lnTo>
                <a:lnTo>
                  <a:pt x="0" y="16326"/>
                </a:lnTo>
                <a:lnTo>
                  <a:pt x="0" y="17274"/>
                </a:lnTo>
                <a:lnTo>
                  <a:pt x="20" y="18223"/>
                </a:lnTo>
                <a:lnTo>
                  <a:pt x="41" y="19171"/>
                </a:lnTo>
                <a:lnTo>
                  <a:pt x="81" y="19474"/>
                </a:lnTo>
                <a:lnTo>
                  <a:pt x="162" y="19797"/>
                </a:lnTo>
                <a:lnTo>
                  <a:pt x="263" y="20140"/>
                </a:lnTo>
                <a:lnTo>
                  <a:pt x="404" y="20483"/>
                </a:lnTo>
                <a:lnTo>
                  <a:pt x="565" y="20766"/>
                </a:lnTo>
                <a:lnTo>
                  <a:pt x="666" y="20907"/>
                </a:lnTo>
                <a:lnTo>
                  <a:pt x="767" y="21028"/>
                </a:lnTo>
                <a:lnTo>
                  <a:pt x="868" y="21129"/>
                </a:lnTo>
                <a:lnTo>
                  <a:pt x="969" y="21210"/>
                </a:lnTo>
                <a:lnTo>
                  <a:pt x="1070" y="21290"/>
                </a:lnTo>
                <a:lnTo>
                  <a:pt x="1191" y="21331"/>
                </a:lnTo>
                <a:lnTo>
                  <a:pt x="1332" y="21351"/>
                </a:lnTo>
                <a:lnTo>
                  <a:pt x="1433" y="21331"/>
                </a:lnTo>
                <a:lnTo>
                  <a:pt x="1514" y="21310"/>
                </a:lnTo>
                <a:lnTo>
                  <a:pt x="1615" y="21250"/>
                </a:lnTo>
                <a:lnTo>
                  <a:pt x="1716" y="21189"/>
                </a:lnTo>
                <a:lnTo>
                  <a:pt x="1796" y="21109"/>
                </a:lnTo>
                <a:lnTo>
                  <a:pt x="1897" y="21008"/>
                </a:lnTo>
                <a:lnTo>
                  <a:pt x="2059" y="20745"/>
                </a:lnTo>
                <a:lnTo>
                  <a:pt x="2119" y="20624"/>
                </a:lnTo>
                <a:lnTo>
                  <a:pt x="2180" y="20503"/>
                </a:lnTo>
                <a:lnTo>
                  <a:pt x="2260" y="20221"/>
                </a:lnTo>
                <a:lnTo>
                  <a:pt x="2301" y="19938"/>
                </a:lnTo>
                <a:lnTo>
                  <a:pt x="2341" y="19635"/>
                </a:lnTo>
                <a:lnTo>
                  <a:pt x="2422" y="19151"/>
                </a:lnTo>
                <a:lnTo>
                  <a:pt x="2462" y="18909"/>
                </a:lnTo>
                <a:lnTo>
                  <a:pt x="2543" y="18687"/>
                </a:lnTo>
                <a:lnTo>
                  <a:pt x="2725" y="18324"/>
                </a:lnTo>
                <a:lnTo>
                  <a:pt x="2926" y="17981"/>
                </a:lnTo>
                <a:lnTo>
                  <a:pt x="3169" y="17678"/>
                </a:lnTo>
                <a:lnTo>
                  <a:pt x="3411" y="17395"/>
                </a:lnTo>
                <a:lnTo>
                  <a:pt x="3673" y="17133"/>
                </a:lnTo>
                <a:lnTo>
                  <a:pt x="3935" y="16911"/>
                </a:lnTo>
                <a:lnTo>
                  <a:pt x="4198" y="16709"/>
                </a:lnTo>
                <a:lnTo>
                  <a:pt x="4440" y="16528"/>
                </a:lnTo>
                <a:lnTo>
                  <a:pt x="4904" y="16245"/>
                </a:lnTo>
                <a:lnTo>
                  <a:pt x="5388" y="15983"/>
                </a:lnTo>
                <a:lnTo>
                  <a:pt x="5913" y="15741"/>
                </a:lnTo>
                <a:lnTo>
                  <a:pt x="6418" y="15539"/>
                </a:lnTo>
                <a:lnTo>
                  <a:pt x="6962" y="15357"/>
                </a:lnTo>
                <a:lnTo>
                  <a:pt x="7487" y="15196"/>
                </a:lnTo>
                <a:lnTo>
                  <a:pt x="8032" y="15055"/>
                </a:lnTo>
                <a:lnTo>
                  <a:pt x="8557" y="14913"/>
                </a:lnTo>
                <a:lnTo>
                  <a:pt x="9404" y="14732"/>
                </a:lnTo>
                <a:lnTo>
                  <a:pt x="10272" y="14550"/>
                </a:lnTo>
                <a:lnTo>
                  <a:pt x="11119" y="14389"/>
                </a:lnTo>
                <a:lnTo>
                  <a:pt x="11987" y="14227"/>
                </a:lnTo>
                <a:lnTo>
                  <a:pt x="12835" y="14106"/>
                </a:lnTo>
                <a:lnTo>
                  <a:pt x="13703" y="13985"/>
                </a:lnTo>
                <a:lnTo>
                  <a:pt x="14550" y="13884"/>
                </a:lnTo>
                <a:lnTo>
                  <a:pt x="15398" y="13783"/>
                </a:lnTo>
                <a:lnTo>
                  <a:pt x="16265" y="13703"/>
                </a:lnTo>
                <a:lnTo>
                  <a:pt x="17113" y="13642"/>
                </a:lnTo>
                <a:lnTo>
                  <a:pt x="18808" y="13541"/>
                </a:lnTo>
                <a:lnTo>
                  <a:pt x="20483" y="13501"/>
                </a:lnTo>
                <a:lnTo>
                  <a:pt x="22138" y="13481"/>
                </a:lnTo>
                <a:lnTo>
                  <a:pt x="23772" y="13501"/>
                </a:lnTo>
                <a:lnTo>
                  <a:pt x="25387" y="13561"/>
                </a:lnTo>
                <a:lnTo>
                  <a:pt x="26981" y="13642"/>
                </a:lnTo>
                <a:lnTo>
                  <a:pt x="28515" y="13763"/>
                </a:lnTo>
                <a:lnTo>
                  <a:pt x="30028" y="13884"/>
                </a:lnTo>
                <a:lnTo>
                  <a:pt x="31501" y="14025"/>
                </a:lnTo>
                <a:lnTo>
                  <a:pt x="32934" y="14187"/>
                </a:lnTo>
                <a:lnTo>
                  <a:pt x="34306" y="14348"/>
                </a:lnTo>
                <a:lnTo>
                  <a:pt x="34831" y="14409"/>
                </a:lnTo>
                <a:lnTo>
                  <a:pt x="35356" y="14449"/>
                </a:lnTo>
                <a:lnTo>
                  <a:pt x="35860" y="14449"/>
                </a:lnTo>
                <a:lnTo>
                  <a:pt x="36123" y="14409"/>
                </a:lnTo>
                <a:lnTo>
                  <a:pt x="36385" y="14368"/>
                </a:lnTo>
                <a:lnTo>
                  <a:pt x="36647" y="14288"/>
                </a:lnTo>
                <a:lnTo>
                  <a:pt x="36910" y="14187"/>
                </a:lnTo>
                <a:lnTo>
                  <a:pt x="37152" y="14046"/>
                </a:lnTo>
                <a:lnTo>
                  <a:pt x="37374" y="13884"/>
                </a:lnTo>
                <a:lnTo>
                  <a:pt x="37555" y="13703"/>
                </a:lnTo>
                <a:lnTo>
                  <a:pt x="37717" y="13501"/>
                </a:lnTo>
                <a:lnTo>
                  <a:pt x="37838" y="13299"/>
                </a:lnTo>
                <a:lnTo>
                  <a:pt x="37919" y="13077"/>
                </a:lnTo>
                <a:lnTo>
                  <a:pt x="37959" y="12895"/>
                </a:lnTo>
                <a:lnTo>
                  <a:pt x="37979" y="12694"/>
                </a:lnTo>
                <a:lnTo>
                  <a:pt x="37979" y="12492"/>
                </a:lnTo>
                <a:lnTo>
                  <a:pt x="37939" y="12290"/>
                </a:lnTo>
                <a:lnTo>
                  <a:pt x="37898" y="12068"/>
                </a:lnTo>
                <a:lnTo>
                  <a:pt x="37818" y="11826"/>
                </a:lnTo>
                <a:lnTo>
                  <a:pt x="37737" y="11604"/>
                </a:lnTo>
                <a:lnTo>
                  <a:pt x="37616" y="11341"/>
                </a:lnTo>
                <a:lnTo>
                  <a:pt x="37414" y="10998"/>
                </a:lnTo>
                <a:lnTo>
                  <a:pt x="37212" y="10655"/>
                </a:lnTo>
                <a:lnTo>
                  <a:pt x="36970" y="10312"/>
                </a:lnTo>
                <a:lnTo>
                  <a:pt x="36708" y="9969"/>
                </a:lnTo>
                <a:lnTo>
                  <a:pt x="36405" y="9626"/>
                </a:lnTo>
                <a:lnTo>
                  <a:pt x="36062" y="9283"/>
                </a:lnTo>
                <a:lnTo>
                  <a:pt x="35699" y="8920"/>
                </a:lnTo>
                <a:lnTo>
                  <a:pt x="35315" y="8577"/>
                </a:lnTo>
                <a:lnTo>
                  <a:pt x="34569" y="7931"/>
                </a:lnTo>
                <a:lnTo>
                  <a:pt x="33782" y="7346"/>
                </a:lnTo>
                <a:lnTo>
                  <a:pt x="32995" y="6781"/>
                </a:lnTo>
                <a:lnTo>
                  <a:pt x="32187" y="6256"/>
                </a:lnTo>
                <a:lnTo>
                  <a:pt x="31360" y="5772"/>
                </a:lnTo>
                <a:lnTo>
                  <a:pt x="30512" y="5308"/>
                </a:lnTo>
                <a:lnTo>
                  <a:pt x="29665" y="4864"/>
                </a:lnTo>
                <a:lnTo>
                  <a:pt x="28797" y="4460"/>
                </a:lnTo>
                <a:lnTo>
                  <a:pt x="27929" y="4077"/>
                </a:lnTo>
                <a:lnTo>
                  <a:pt x="27062" y="3734"/>
                </a:lnTo>
                <a:lnTo>
                  <a:pt x="26194" y="3390"/>
                </a:lnTo>
                <a:lnTo>
                  <a:pt x="25306" y="3088"/>
                </a:lnTo>
                <a:lnTo>
                  <a:pt x="24458" y="2785"/>
                </a:lnTo>
                <a:lnTo>
                  <a:pt x="23591" y="2503"/>
                </a:lnTo>
                <a:lnTo>
                  <a:pt x="21896" y="1998"/>
                </a:lnTo>
                <a:lnTo>
                  <a:pt x="20685" y="1635"/>
                </a:lnTo>
                <a:lnTo>
                  <a:pt x="19494" y="1332"/>
                </a:lnTo>
                <a:lnTo>
                  <a:pt x="18364" y="1050"/>
                </a:lnTo>
                <a:lnTo>
                  <a:pt x="17295" y="807"/>
                </a:lnTo>
                <a:lnTo>
                  <a:pt x="16245" y="585"/>
                </a:lnTo>
                <a:lnTo>
                  <a:pt x="15236" y="404"/>
                </a:lnTo>
                <a:lnTo>
                  <a:pt x="14268" y="263"/>
                </a:lnTo>
                <a:lnTo>
                  <a:pt x="13299" y="162"/>
                </a:lnTo>
                <a:lnTo>
                  <a:pt x="12128" y="61"/>
                </a:lnTo>
                <a:lnTo>
                  <a:pt x="10978" y="0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93" name="Google Shape;1793;p21"/>
          <p:cNvSpPr/>
          <p:nvPr/>
        </p:nvSpPr>
        <p:spPr>
          <a:xfrm flipH="1">
            <a:off x="1961410" y="1434086"/>
            <a:ext cx="415281" cy="285520"/>
          </a:xfrm>
          <a:custGeom>
            <a:rect b="b" l="l" r="r" t="t"/>
            <a:pathLst>
              <a:path extrusionOk="0" h="5107" w="7428">
                <a:moveTo>
                  <a:pt x="7124" y="82"/>
                </a:moveTo>
                <a:lnTo>
                  <a:pt x="7205" y="102"/>
                </a:lnTo>
                <a:lnTo>
                  <a:pt x="7286" y="142"/>
                </a:lnTo>
                <a:lnTo>
                  <a:pt x="7326" y="223"/>
                </a:lnTo>
                <a:lnTo>
                  <a:pt x="7346" y="344"/>
                </a:lnTo>
                <a:lnTo>
                  <a:pt x="7346" y="485"/>
                </a:lnTo>
                <a:lnTo>
                  <a:pt x="7306" y="647"/>
                </a:lnTo>
                <a:lnTo>
                  <a:pt x="7225" y="808"/>
                </a:lnTo>
                <a:lnTo>
                  <a:pt x="7064" y="1212"/>
                </a:lnTo>
                <a:lnTo>
                  <a:pt x="6842" y="1615"/>
                </a:lnTo>
                <a:lnTo>
                  <a:pt x="6600" y="1999"/>
                </a:lnTo>
                <a:lnTo>
                  <a:pt x="6357" y="2362"/>
                </a:lnTo>
                <a:lnTo>
                  <a:pt x="6055" y="2786"/>
                </a:lnTo>
                <a:lnTo>
                  <a:pt x="5732" y="3149"/>
                </a:lnTo>
                <a:lnTo>
                  <a:pt x="5389" y="3472"/>
                </a:lnTo>
                <a:lnTo>
                  <a:pt x="5026" y="3775"/>
                </a:lnTo>
                <a:lnTo>
                  <a:pt x="4642" y="4037"/>
                </a:lnTo>
                <a:lnTo>
                  <a:pt x="4259" y="4279"/>
                </a:lnTo>
                <a:lnTo>
                  <a:pt x="3835" y="4501"/>
                </a:lnTo>
                <a:lnTo>
                  <a:pt x="3411" y="4683"/>
                </a:lnTo>
                <a:lnTo>
                  <a:pt x="2987" y="4824"/>
                </a:lnTo>
                <a:lnTo>
                  <a:pt x="2745" y="4905"/>
                </a:lnTo>
                <a:lnTo>
                  <a:pt x="2463" y="4965"/>
                </a:lnTo>
                <a:lnTo>
                  <a:pt x="2160" y="5006"/>
                </a:lnTo>
                <a:lnTo>
                  <a:pt x="1837" y="5026"/>
                </a:lnTo>
                <a:lnTo>
                  <a:pt x="1514" y="5006"/>
                </a:lnTo>
                <a:lnTo>
                  <a:pt x="1353" y="4965"/>
                </a:lnTo>
                <a:lnTo>
                  <a:pt x="1171" y="4945"/>
                </a:lnTo>
                <a:lnTo>
                  <a:pt x="1010" y="4885"/>
                </a:lnTo>
                <a:lnTo>
                  <a:pt x="848" y="4824"/>
                </a:lnTo>
                <a:lnTo>
                  <a:pt x="707" y="4743"/>
                </a:lnTo>
                <a:lnTo>
                  <a:pt x="546" y="4642"/>
                </a:lnTo>
                <a:lnTo>
                  <a:pt x="445" y="4562"/>
                </a:lnTo>
                <a:lnTo>
                  <a:pt x="364" y="4461"/>
                </a:lnTo>
                <a:lnTo>
                  <a:pt x="283" y="4380"/>
                </a:lnTo>
                <a:lnTo>
                  <a:pt x="203" y="4279"/>
                </a:lnTo>
                <a:lnTo>
                  <a:pt x="162" y="4178"/>
                </a:lnTo>
                <a:lnTo>
                  <a:pt x="122" y="4057"/>
                </a:lnTo>
                <a:lnTo>
                  <a:pt x="81" y="3956"/>
                </a:lnTo>
                <a:lnTo>
                  <a:pt x="81" y="3855"/>
                </a:lnTo>
                <a:lnTo>
                  <a:pt x="81" y="3654"/>
                </a:lnTo>
                <a:lnTo>
                  <a:pt x="142" y="3492"/>
                </a:lnTo>
                <a:lnTo>
                  <a:pt x="243" y="3331"/>
                </a:lnTo>
                <a:lnTo>
                  <a:pt x="364" y="3169"/>
                </a:lnTo>
                <a:lnTo>
                  <a:pt x="505" y="3028"/>
                </a:lnTo>
                <a:lnTo>
                  <a:pt x="647" y="2907"/>
                </a:lnTo>
                <a:lnTo>
                  <a:pt x="949" y="2685"/>
                </a:lnTo>
                <a:lnTo>
                  <a:pt x="1656" y="2261"/>
                </a:lnTo>
                <a:lnTo>
                  <a:pt x="2362" y="1858"/>
                </a:lnTo>
                <a:lnTo>
                  <a:pt x="3088" y="1474"/>
                </a:lnTo>
                <a:lnTo>
                  <a:pt x="3835" y="1131"/>
                </a:lnTo>
                <a:lnTo>
                  <a:pt x="4602" y="828"/>
                </a:lnTo>
                <a:lnTo>
                  <a:pt x="5369" y="566"/>
                </a:lnTo>
                <a:lnTo>
                  <a:pt x="6156" y="324"/>
                </a:lnTo>
                <a:lnTo>
                  <a:pt x="6943" y="122"/>
                </a:lnTo>
                <a:lnTo>
                  <a:pt x="7044" y="102"/>
                </a:lnTo>
                <a:lnTo>
                  <a:pt x="7124" y="82"/>
                </a:lnTo>
                <a:close/>
                <a:moveTo>
                  <a:pt x="7145" y="1"/>
                </a:moveTo>
                <a:lnTo>
                  <a:pt x="7084" y="21"/>
                </a:lnTo>
                <a:lnTo>
                  <a:pt x="6923" y="41"/>
                </a:lnTo>
                <a:lnTo>
                  <a:pt x="6136" y="243"/>
                </a:lnTo>
                <a:lnTo>
                  <a:pt x="5348" y="485"/>
                </a:lnTo>
                <a:lnTo>
                  <a:pt x="4561" y="768"/>
                </a:lnTo>
                <a:lnTo>
                  <a:pt x="3795" y="1071"/>
                </a:lnTo>
                <a:lnTo>
                  <a:pt x="3048" y="1414"/>
                </a:lnTo>
                <a:lnTo>
                  <a:pt x="2321" y="1777"/>
                </a:lnTo>
                <a:lnTo>
                  <a:pt x="1595" y="2180"/>
                </a:lnTo>
                <a:lnTo>
                  <a:pt x="909" y="2624"/>
                </a:lnTo>
                <a:lnTo>
                  <a:pt x="586" y="2846"/>
                </a:lnTo>
                <a:lnTo>
                  <a:pt x="445" y="2988"/>
                </a:lnTo>
                <a:lnTo>
                  <a:pt x="283" y="3129"/>
                </a:lnTo>
                <a:lnTo>
                  <a:pt x="162" y="3290"/>
                </a:lnTo>
                <a:lnTo>
                  <a:pt x="81" y="3472"/>
                </a:lnTo>
                <a:lnTo>
                  <a:pt x="21" y="3654"/>
                </a:lnTo>
                <a:lnTo>
                  <a:pt x="1" y="3754"/>
                </a:lnTo>
                <a:lnTo>
                  <a:pt x="1" y="3855"/>
                </a:lnTo>
                <a:lnTo>
                  <a:pt x="1" y="3976"/>
                </a:lnTo>
                <a:lnTo>
                  <a:pt x="41" y="4077"/>
                </a:lnTo>
                <a:lnTo>
                  <a:pt x="81" y="4198"/>
                </a:lnTo>
                <a:lnTo>
                  <a:pt x="142" y="4320"/>
                </a:lnTo>
                <a:lnTo>
                  <a:pt x="203" y="4420"/>
                </a:lnTo>
                <a:lnTo>
                  <a:pt x="303" y="4521"/>
                </a:lnTo>
                <a:lnTo>
                  <a:pt x="384" y="4622"/>
                </a:lnTo>
                <a:lnTo>
                  <a:pt x="505" y="4703"/>
                </a:lnTo>
                <a:lnTo>
                  <a:pt x="667" y="4804"/>
                </a:lnTo>
                <a:lnTo>
                  <a:pt x="808" y="4885"/>
                </a:lnTo>
                <a:lnTo>
                  <a:pt x="990" y="4965"/>
                </a:lnTo>
                <a:lnTo>
                  <a:pt x="1151" y="5006"/>
                </a:lnTo>
                <a:lnTo>
                  <a:pt x="1312" y="5046"/>
                </a:lnTo>
                <a:lnTo>
                  <a:pt x="1494" y="5086"/>
                </a:lnTo>
                <a:lnTo>
                  <a:pt x="1837" y="5107"/>
                </a:lnTo>
                <a:lnTo>
                  <a:pt x="2160" y="5086"/>
                </a:lnTo>
                <a:lnTo>
                  <a:pt x="2483" y="5046"/>
                </a:lnTo>
                <a:lnTo>
                  <a:pt x="2765" y="4985"/>
                </a:lnTo>
                <a:lnTo>
                  <a:pt x="3008" y="4905"/>
                </a:lnTo>
                <a:lnTo>
                  <a:pt x="3452" y="4763"/>
                </a:lnTo>
                <a:lnTo>
                  <a:pt x="3875" y="4582"/>
                </a:lnTo>
                <a:lnTo>
                  <a:pt x="4299" y="4360"/>
                </a:lnTo>
                <a:lnTo>
                  <a:pt x="4703" y="4118"/>
                </a:lnTo>
                <a:lnTo>
                  <a:pt x="5086" y="3835"/>
                </a:lnTo>
                <a:lnTo>
                  <a:pt x="5449" y="3532"/>
                </a:lnTo>
                <a:lnTo>
                  <a:pt x="5792" y="3189"/>
                </a:lnTo>
                <a:lnTo>
                  <a:pt x="6115" y="2846"/>
                </a:lnTo>
                <a:lnTo>
                  <a:pt x="6398" y="2443"/>
                </a:lnTo>
                <a:lnTo>
                  <a:pt x="6640" y="2080"/>
                </a:lnTo>
                <a:lnTo>
                  <a:pt x="6882" y="1676"/>
                </a:lnTo>
                <a:lnTo>
                  <a:pt x="7124" y="1252"/>
                </a:lnTo>
                <a:lnTo>
                  <a:pt x="7306" y="849"/>
                </a:lnTo>
                <a:lnTo>
                  <a:pt x="7366" y="667"/>
                </a:lnTo>
                <a:lnTo>
                  <a:pt x="7407" y="485"/>
                </a:lnTo>
                <a:lnTo>
                  <a:pt x="7427" y="324"/>
                </a:lnTo>
                <a:lnTo>
                  <a:pt x="7407" y="203"/>
                </a:lnTo>
                <a:lnTo>
                  <a:pt x="7387" y="142"/>
                </a:lnTo>
                <a:lnTo>
                  <a:pt x="7346" y="82"/>
                </a:lnTo>
                <a:lnTo>
                  <a:pt x="7286" y="41"/>
                </a:lnTo>
                <a:lnTo>
                  <a:pt x="7225" y="21"/>
                </a:lnTo>
                <a:lnTo>
                  <a:pt x="7145" y="1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94" name="Google Shape;1794;p21"/>
          <p:cNvSpPr/>
          <p:nvPr/>
        </p:nvSpPr>
        <p:spPr>
          <a:xfrm flipH="1">
            <a:off x="870424" y="369069"/>
            <a:ext cx="1884195" cy="733450"/>
          </a:xfrm>
          <a:custGeom>
            <a:rect b="b" l="l" r="r" t="t"/>
            <a:pathLst>
              <a:path extrusionOk="0" h="13119" w="33702">
                <a:moveTo>
                  <a:pt x="8436" y="82"/>
                </a:moveTo>
                <a:lnTo>
                  <a:pt x="9041" y="102"/>
                </a:lnTo>
                <a:lnTo>
                  <a:pt x="9667" y="142"/>
                </a:lnTo>
                <a:lnTo>
                  <a:pt x="10312" y="183"/>
                </a:lnTo>
                <a:lnTo>
                  <a:pt x="10978" y="263"/>
                </a:lnTo>
                <a:lnTo>
                  <a:pt x="12532" y="465"/>
                </a:lnTo>
                <a:lnTo>
                  <a:pt x="14005" y="707"/>
                </a:lnTo>
                <a:lnTo>
                  <a:pt x="15398" y="949"/>
                </a:lnTo>
                <a:lnTo>
                  <a:pt x="16689" y="1192"/>
                </a:lnTo>
                <a:lnTo>
                  <a:pt x="17900" y="1454"/>
                </a:lnTo>
                <a:lnTo>
                  <a:pt x="19030" y="1716"/>
                </a:lnTo>
                <a:lnTo>
                  <a:pt x="20080" y="1979"/>
                </a:lnTo>
                <a:lnTo>
                  <a:pt x="21048" y="2241"/>
                </a:lnTo>
                <a:lnTo>
                  <a:pt x="21956" y="2523"/>
                </a:lnTo>
                <a:lnTo>
                  <a:pt x="22804" y="2786"/>
                </a:lnTo>
                <a:lnTo>
                  <a:pt x="23571" y="3068"/>
                </a:lnTo>
                <a:lnTo>
                  <a:pt x="24277" y="3331"/>
                </a:lnTo>
                <a:lnTo>
                  <a:pt x="24943" y="3593"/>
                </a:lnTo>
                <a:lnTo>
                  <a:pt x="25548" y="3835"/>
                </a:lnTo>
                <a:lnTo>
                  <a:pt x="26598" y="4320"/>
                </a:lnTo>
                <a:lnTo>
                  <a:pt x="27607" y="4824"/>
                </a:lnTo>
                <a:lnTo>
                  <a:pt x="28071" y="5066"/>
                </a:lnTo>
                <a:lnTo>
                  <a:pt x="28535" y="5329"/>
                </a:lnTo>
                <a:lnTo>
                  <a:pt x="28999" y="5611"/>
                </a:lnTo>
                <a:lnTo>
                  <a:pt x="29423" y="5894"/>
                </a:lnTo>
                <a:lnTo>
                  <a:pt x="29847" y="6176"/>
                </a:lnTo>
                <a:lnTo>
                  <a:pt x="30271" y="6459"/>
                </a:lnTo>
                <a:lnTo>
                  <a:pt x="30654" y="6761"/>
                </a:lnTo>
                <a:lnTo>
                  <a:pt x="31058" y="7064"/>
                </a:lnTo>
                <a:lnTo>
                  <a:pt x="31421" y="7367"/>
                </a:lnTo>
                <a:lnTo>
                  <a:pt x="31784" y="7690"/>
                </a:lnTo>
                <a:lnTo>
                  <a:pt x="32127" y="8012"/>
                </a:lnTo>
                <a:lnTo>
                  <a:pt x="32450" y="8335"/>
                </a:lnTo>
                <a:lnTo>
                  <a:pt x="32773" y="8678"/>
                </a:lnTo>
                <a:lnTo>
                  <a:pt x="33076" y="9021"/>
                </a:lnTo>
                <a:lnTo>
                  <a:pt x="33237" y="9223"/>
                </a:lnTo>
                <a:lnTo>
                  <a:pt x="33378" y="9425"/>
                </a:lnTo>
                <a:lnTo>
                  <a:pt x="33520" y="9667"/>
                </a:lnTo>
                <a:lnTo>
                  <a:pt x="33560" y="9788"/>
                </a:lnTo>
                <a:lnTo>
                  <a:pt x="33600" y="9909"/>
                </a:lnTo>
                <a:lnTo>
                  <a:pt x="33620" y="10030"/>
                </a:lnTo>
                <a:lnTo>
                  <a:pt x="33620" y="10172"/>
                </a:lnTo>
                <a:lnTo>
                  <a:pt x="33600" y="10293"/>
                </a:lnTo>
                <a:lnTo>
                  <a:pt x="33580" y="10414"/>
                </a:lnTo>
                <a:lnTo>
                  <a:pt x="33520" y="10535"/>
                </a:lnTo>
                <a:lnTo>
                  <a:pt x="33459" y="10636"/>
                </a:lnTo>
                <a:lnTo>
                  <a:pt x="33378" y="10737"/>
                </a:lnTo>
                <a:lnTo>
                  <a:pt x="33257" y="10797"/>
                </a:lnTo>
                <a:lnTo>
                  <a:pt x="33176" y="10838"/>
                </a:lnTo>
                <a:lnTo>
                  <a:pt x="33096" y="10858"/>
                </a:lnTo>
                <a:lnTo>
                  <a:pt x="32894" y="10878"/>
                </a:lnTo>
                <a:lnTo>
                  <a:pt x="32692" y="10858"/>
                </a:lnTo>
                <a:lnTo>
                  <a:pt x="32470" y="10817"/>
                </a:lnTo>
                <a:lnTo>
                  <a:pt x="29019" y="10152"/>
                </a:lnTo>
                <a:lnTo>
                  <a:pt x="26840" y="9748"/>
                </a:lnTo>
                <a:lnTo>
                  <a:pt x="25750" y="9566"/>
                </a:lnTo>
                <a:lnTo>
                  <a:pt x="24640" y="9385"/>
                </a:lnTo>
                <a:lnTo>
                  <a:pt x="23551" y="9223"/>
                </a:lnTo>
                <a:lnTo>
                  <a:pt x="22420" y="9102"/>
                </a:lnTo>
                <a:lnTo>
                  <a:pt x="21311" y="9021"/>
                </a:lnTo>
                <a:lnTo>
                  <a:pt x="20201" y="8981"/>
                </a:lnTo>
                <a:lnTo>
                  <a:pt x="19071" y="8961"/>
                </a:lnTo>
                <a:lnTo>
                  <a:pt x="17941" y="9021"/>
                </a:lnTo>
                <a:lnTo>
                  <a:pt x="16831" y="9102"/>
                </a:lnTo>
                <a:lnTo>
                  <a:pt x="15721" y="9223"/>
                </a:lnTo>
                <a:lnTo>
                  <a:pt x="14591" y="9385"/>
                </a:lnTo>
                <a:lnTo>
                  <a:pt x="13501" y="9566"/>
                </a:lnTo>
                <a:lnTo>
                  <a:pt x="12391" y="9788"/>
                </a:lnTo>
                <a:lnTo>
                  <a:pt x="11281" y="10051"/>
                </a:lnTo>
                <a:lnTo>
                  <a:pt x="10191" y="10313"/>
                </a:lnTo>
                <a:lnTo>
                  <a:pt x="9081" y="10596"/>
                </a:lnTo>
                <a:lnTo>
                  <a:pt x="7992" y="10918"/>
                </a:lnTo>
                <a:lnTo>
                  <a:pt x="6922" y="11241"/>
                </a:lnTo>
                <a:lnTo>
                  <a:pt x="4763" y="11907"/>
                </a:lnTo>
                <a:lnTo>
                  <a:pt x="2604" y="12593"/>
                </a:lnTo>
                <a:lnTo>
                  <a:pt x="1595" y="12936"/>
                </a:lnTo>
                <a:lnTo>
                  <a:pt x="1433" y="12977"/>
                </a:lnTo>
                <a:lnTo>
                  <a:pt x="1231" y="13017"/>
                </a:lnTo>
                <a:lnTo>
                  <a:pt x="1050" y="13037"/>
                </a:lnTo>
                <a:lnTo>
                  <a:pt x="949" y="13037"/>
                </a:lnTo>
                <a:lnTo>
                  <a:pt x="868" y="13017"/>
                </a:lnTo>
                <a:lnTo>
                  <a:pt x="767" y="12997"/>
                </a:lnTo>
                <a:lnTo>
                  <a:pt x="687" y="12957"/>
                </a:lnTo>
                <a:lnTo>
                  <a:pt x="606" y="12896"/>
                </a:lnTo>
                <a:lnTo>
                  <a:pt x="525" y="12835"/>
                </a:lnTo>
                <a:lnTo>
                  <a:pt x="404" y="12674"/>
                </a:lnTo>
                <a:lnTo>
                  <a:pt x="323" y="12492"/>
                </a:lnTo>
                <a:lnTo>
                  <a:pt x="243" y="12291"/>
                </a:lnTo>
                <a:lnTo>
                  <a:pt x="202" y="12089"/>
                </a:lnTo>
                <a:lnTo>
                  <a:pt x="162" y="11867"/>
                </a:lnTo>
                <a:lnTo>
                  <a:pt x="142" y="11665"/>
                </a:lnTo>
                <a:lnTo>
                  <a:pt x="101" y="10838"/>
                </a:lnTo>
                <a:lnTo>
                  <a:pt x="81" y="9990"/>
                </a:lnTo>
                <a:lnTo>
                  <a:pt x="101" y="9163"/>
                </a:lnTo>
                <a:lnTo>
                  <a:pt x="142" y="8315"/>
                </a:lnTo>
                <a:lnTo>
                  <a:pt x="202" y="7488"/>
                </a:lnTo>
                <a:lnTo>
                  <a:pt x="283" y="6660"/>
                </a:lnTo>
                <a:lnTo>
                  <a:pt x="404" y="5833"/>
                </a:lnTo>
                <a:lnTo>
                  <a:pt x="545" y="5006"/>
                </a:lnTo>
                <a:lnTo>
                  <a:pt x="666" y="4441"/>
                </a:lnTo>
                <a:lnTo>
                  <a:pt x="808" y="3896"/>
                </a:lnTo>
                <a:lnTo>
                  <a:pt x="909" y="3654"/>
                </a:lnTo>
                <a:lnTo>
                  <a:pt x="989" y="3411"/>
                </a:lnTo>
                <a:lnTo>
                  <a:pt x="1110" y="3189"/>
                </a:lnTo>
                <a:lnTo>
                  <a:pt x="1231" y="2967"/>
                </a:lnTo>
                <a:lnTo>
                  <a:pt x="1413" y="2685"/>
                </a:lnTo>
                <a:lnTo>
                  <a:pt x="1635" y="2402"/>
                </a:lnTo>
                <a:lnTo>
                  <a:pt x="1877" y="2140"/>
                </a:lnTo>
                <a:lnTo>
                  <a:pt x="2160" y="1898"/>
                </a:lnTo>
                <a:lnTo>
                  <a:pt x="2462" y="1656"/>
                </a:lnTo>
                <a:lnTo>
                  <a:pt x="2805" y="1434"/>
                </a:lnTo>
                <a:lnTo>
                  <a:pt x="3189" y="1232"/>
                </a:lnTo>
                <a:lnTo>
                  <a:pt x="3572" y="1030"/>
                </a:lnTo>
                <a:lnTo>
                  <a:pt x="4117" y="808"/>
                </a:lnTo>
                <a:lnTo>
                  <a:pt x="4662" y="627"/>
                </a:lnTo>
                <a:lnTo>
                  <a:pt x="5227" y="465"/>
                </a:lnTo>
                <a:lnTo>
                  <a:pt x="5832" y="324"/>
                </a:lnTo>
                <a:lnTo>
                  <a:pt x="6438" y="223"/>
                </a:lnTo>
                <a:lnTo>
                  <a:pt x="7084" y="142"/>
                </a:lnTo>
                <a:lnTo>
                  <a:pt x="7750" y="102"/>
                </a:lnTo>
                <a:lnTo>
                  <a:pt x="8436" y="82"/>
                </a:lnTo>
                <a:close/>
                <a:moveTo>
                  <a:pt x="8335" y="1"/>
                </a:moveTo>
                <a:lnTo>
                  <a:pt x="7830" y="21"/>
                </a:lnTo>
                <a:lnTo>
                  <a:pt x="7346" y="41"/>
                </a:lnTo>
                <a:lnTo>
                  <a:pt x="6882" y="82"/>
                </a:lnTo>
                <a:lnTo>
                  <a:pt x="6438" y="142"/>
                </a:lnTo>
                <a:lnTo>
                  <a:pt x="5974" y="223"/>
                </a:lnTo>
                <a:lnTo>
                  <a:pt x="5550" y="304"/>
                </a:lnTo>
                <a:lnTo>
                  <a:pt x="5126" y="405"/>
                </a:lnTo>
                <a:lnTo>
                  <a:pt x="4723" y="526"/>
                </a:lnTo>
                <a:lnTo>
                  <a:pt x="4319" y="647"/>
                </a:lnTo>
                <a:lnTo>
                  <a:pt x="3915" y="808"/>
                </a:lnTo>
                <a:lnTo>
                  <a:pt x="3552" y="970"/>
                </a:lnTo>
                <a:lnTo>
                  <a:pt x="3149" y="1151"/>
                </a:lnTo>
                <a:lnTo>
                  <a:pt x="2765" y="1373"/>
                </a:lnTo>
                <a:lnTo>
                  <a:pt x="2422" y="1595"/>
                </a:lnTo>
                <a:lnTo>
                  <a:pt x="2099" y="1837"/>
                </a:lnTo>
                <a:lnTo>
                  <a:pt x="1817" y="2080"/>
                </a:lnTo>
                <a:lnTo>
                  <a:pt x="1575" y="2362"/>
                </a:lnTo>
                <a:lnTo>
                  <a:pt x="1353" y="2624"/>
                </a:lnTo>
                <a:lnTo>
                  <a:pt x="1151" y="2927"/>
                </a:lnTo>
                <a:lnTo>
                  <a:pt x="1030" y="3169"/>
                </a:lnTo>
                <a:lnTo>
                  <a:pt x="909" y="3432"/>
                </a:lnTo>
                <a:lnTo>
                  <a:pt x="808" y="3694"/>
                </a:lnTo>
                <a:lnTo>
                  <a:pt x="707" y="3956"/>
                </a:lnTo>
                <a:lnTo>
                  <a:pt x="586" y="4481"/>
                </a:lnTo>
                <a:lnTo>
                  <a:pt x="465" y="4985"/>
                </a:lnTo>
                <a:lnTo>
                  <a:pt x="323" y="5813"/>
                </a:lnTo>
                <a:lnTo>
                  <a:pt x="222" y="6660"/>
                </a:lnTo>
                <a:lnTo>
                  <a:pt x="122" y="7488"/>
                </a:lnTo>
                <a:lnTo>
                  <a:pt x="61" y="8315"/>
                </a:lnTo>
                <a:lnTo>
                  <a:pt x="21" y="9163"/>
                </a:lnTo>
                <a:lnTo>
                  <a:pt x="0" y="9990"/>
                </a:lnTo>
                <a:lnTo>
                  <a:pt x="21" y="10838"/>
                </a:lnTo>
                <a:lnTo>
                  <a:pt x="61" y="11665"/>
                </a:lnTo>
                <a:lnTo>
                  <a:pt x="101" y="11968"/>
                </a:lnTo>
                <a:lnTo>
                  <a:pt x="142" y="12230"/>
                </a:lnTo>
                <a:lnTo>
                  <a:pt x="222" y="12452"/>
                </a:lnTo>
                <a:lnTo>
                  <a:pt x="303" y="12654"/>
                </a:lnTo>
                <a:lnTo>
                  <a:pt x="404" y="12815"/>
                </a:lnTo>
                <a:lnTo>
                  <a:pt x="545" y="12936"/>
                </a:lnTo>
                <a:lnTo>
                  <a:pt x="687" y="13037"/>
                </a:lnTo>
                <a:lnTo>
                  <a:pt x="848" y="13098"/>
                </a:lnTo>
                <a:lnTo>
                  <a:pt x="949" y="13118"/>
                </a:lnTo>
                <a:lnTo>
                  <a:pt x="1191" y="13118"/>
                </a:lnTo>
                <a:lnTo>
                  <a:pt x="1353" y="13078"/>
                </a:lnTo>
                <a:lnTo>
                  <a:pt x="1615" y="12997"/>
                </a:lnTo>
                <a:lnTo>
                  <a:pt x="2644" y="12674"/>
                </a:lnTo>
                <a:lnTo>
                  <a:pt x="4783" y="11988"/>
                </a:lnTo>
                <a:lnTo>
                  <a:pt x="6942" y="11302"/>
                </a:lnTo>
                <a:lnTo>
                  <a:pt x="8012" y="10999"/>
                </a:lnTo>
                <a:lnTo>
                  <a:pt x="9102" y="10676"/>
                </a:lnTo>
                <a:lnTo>
                  <a:pt x="10191" y="10394"/>
                </a:lnTo>
                <a:lnTo>
                  <a:pt x="11301" y="10131"/>
                </a:lnTo>
                <a:lnTo>
                  <a:pt x="12391" y="9869"/>
                </a:lnTo>
                <a:lnTo>
                  <a:pt x="13501" y="9647"/>
                </a:lnTo>
                <a:lnTo>
                  <a:pt x="14611" y="9465"/>
                </a:lnTo>
                <a:lnTo>
                  <a:pt x="15721" y="9304"/>
                </a:lnTo>
                <a:lnTo>
                  <a:pt x="16831" y="9183"/>
                </a:lnTo>
                <a:lnTo>
                  <a:pt x="17961" y="9102"/>
                </a:lnTo>
                <a:lnTo>
                  <a:pt x="19071" y="9042"/>
                </a:lnTo>
                <a:lnTo>
                  <a:pt x="20201" y="9062"/>
                </a:lnTo>
                <a:lnTo>
                  <a:pt x="21311" y="9102"/>
                </a:lnTo>
                <a:lnTo>
                  <a:pt x="22420" y="9183"/>
                </a:lnTo>
                <a:lnTo>
                  <a:pt x="23530" y="9304"/>
                </a:lnTo>
                <a:lnTo>
                  <a:pt x="24640" y="9465"/>
                </a:lnTo>
                <a:lnTo>
                  <a:pt x="25750" y="9647"/>
                </a:lnTo>
                <a:lnTo>
                  <a:pt x="26840" y="9829"/>
                </a:lnTo>
                <a:lnTo>
                  <a:pt x="28999" y="10232"/>
                </a:lnTo>
                <a:lnTo>
                  <a:pt x="32470" y="10898"/>
                </a:lnTo>
                <a:lnTo>
                  <a:pt x="32692" y="10939"/>
                </a:lnTo>
                <a:lnTo>
                  <a:pt x="32894" y="10959"/>
                </a:lnTo>
                <a:lnTo>
                  <a:pt x="33116" y="10939"/>
                </a:lnTo>
                <a:lnTo>
                  <a:pt x="33197" y="10918"/>
                </a:lnTo>
                <a:lnTo>
                  <a:pt x="33298" y="10878"/>
                </a:lnTo>
                <a:lnTo>
                  <a:pt x="33419" y="10797"/>
                </a:lnTo>
                <a:lnTo>
                  <a:pt x="33520" y="10696"/>
                </a:lnTo>
                <a:lnTo>
                  <a:pt x="33600" y="10575"/>
                </a:lnTo>
                <a:lnTo>
                  <a:pt x="33661" y="10454"/>
                </a:lnTo>
                <a:lnTo>
                  <a:pt x="33681" y="10313"/>
                </a:lnTo>
                <a:lnTo>
                  <a:pt x="33701" y="10172"/>
                </a:lnTo>
                <a:lnTo>
                  <a:pt x="33701" y="10030"/>
                </a:lnTo>
                <a:lnTo>
                  <a:pt x="33681" y="9889"/>
                </a:lnTo>
                <a:lnTo>
                  <a:pt x="33641" y="9768"/>
                </a:lnTo>
                <a:lnTo>
                  <a:pt x="33600" y="9627"/>
                </a:lnTo>
                <a:lnTo>
                  <a:pt x="33459" y="9385"/>
                </a:lnTo>
                <a:lnTo>
                  <a:pt x="33298" y="9163"/>
                </a:lnTo>
                <a:lnTo>
                  <a:pt x="33136" y="8961"/>
                </a:lnTo>
                <a:lnTo>
                  <a:pt x="32833" y="8618"/>
                </a:lnTo>
                <a:lnTo>
                  <a:pt x="32511" y="8275"/>
                </a:lnTo>
                <a:lnTo>
                  <a:pt x="32188" y="7952"/>
                </a:lnTo>
                <a:lnTo>
                  <a:pt x="31824" y="7629"/>
                </a:lnTo>
                <a:lnTo>
                  <a:pt x="31481" y="7306"/>
                </a:lnTo>
                <a:lnTo>
                  <a:pt x="31098" y="7003"/>
                </a:lnTo>
                <a:lnTo>
                  <a:pt x="30714" y="6701"/>
                </a:lnTo>
                <a:lnTo>
                  <a:pt x="30311" y="6398"/>
                </a:lnTo>
                <a:lnTo>
                  <a:pt x="29907" y="6095"/>
                </a:lnTo>
                <a:lnTo>
                  <a:pt x="29483" y="5813"/>
                </a:lnTo>
                <a:lnTo>
                  <a:pt x="29040" y="5530"/>
                </a:lnTo>
                <a:lnTo>
                  <a:pt x="28575" y="5268"/>
                </a:lnTo>
                <a:lnTo>
                  <a:pt x="28111" y="5006"/>
                </a:lnTo>
                <a:lnTo>
                  <a:pt x="27627" y="4743"/>
                </a:lnTo>
                <a:lnTo>
                  <a:pt x="26638" y="4259"/>
                </a:lnTo>
                <a:lnTo>
                  <a:pt x="25569" y="3775"/>
                </a:lnTo>
                <a:lnTo>
                  <a:pt x="24963" y="3512"/>
                </a:lnTo>
                <a:lnTo>
                  <a:pt x="24317" y="3250"/>
                </a:lnTo>
                <a:lnTo>
                  <a:pt x="23591" y="2988"/>
                </a:lnTo>
                <a:lnTo>
                  <a:pt x="22824" y="2725"/>
                </a:lnTo>
                <a:lnTo>
                  <a:pt x="21977" y="2443"/>
                </a:lnTo>
                <a:lnTo>
                  <a:pt x="21068" y="2180"/>
                </a:lnTo>
                <a:lnTo>
                  <a:pt x="20100" y="1898"/>
                </a:lnTo>
                <a:lnTo>
                  <a:pt x="19050" y="1636"/>
                </a:lnTo>
                <a:lnTo>
                  <a:pt x="17920" y="1373"/>
                </a:lnTo>
                <a:lnTo>
                  <a:pt x="16710" y="1111"/>
                </a:lnTo>
                <a:lnTo>
                  <a:pt x="15398" y="869"/>
                </a:lnTo>
                <a:lnTo>
                  <a:pt x="14026" y="627"/>
                </a:lnTo>
                <a:lnTo>
                  <a:pt x="12552" y="405"/>
                </a:lnTo>
                <a:lnTo>
                  <a:pt x="10978" y="183"/>
                </a:lnTo>
                <a:lnTo>
                  <a:pt x="10413" y="122"/>
                </a:lnTo>
                <a:lnTo>
                  <a:pt x="9889" y="62"/>
                </a:lnTo>
                <a:lnTo>
                  <a:pt x="9344" y="41"/>
                </a:lnTo>
                <a:lnTo>
                  <a:pt x="8839" y="21"/>
                </a:lnTo>
                <a:lnTo>
                  <a:pt x="8335" y="1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95" name="Google Shape;1795;p21"/>
          <p:cNvSpPr/>
          <p:nvPr/>
        </p:nvSpPr>
        <p:spPr>
          <a:xfrm flipH="1">
            <a:off x="2105877" y="1543550"/>
            <a:ext cx="166996" cy="99348"/>
          </a:xfrm>
          <a:custGeom>
            <a:rect b="b" l="l" r="r" t="t"/>
            <a:pathLst>
              <a:path extrusionOk="0" h="1777" w="2987">
                <a:moveTo>
                  <a:pt x="2240" y="81"/>
                </a:moveTo>
                <a:lnTo>
                  <a:pt x="2442" y="101"/>
                </a:lnTo>
                <a:lnTo>
                  <a:pt x="2644" y="122"/>
                </a:lnTo>
                <a:lnTo>
                  <a:pt x="2745" y="162"/>
                </a:lnTo>
                <a:lnTo>
                  <a:pt x="2805" y="182"/>
                </a:lnTo>
                <a:lnTo>
                  <a:pt x="2866" y="243"/>
                </a:lnTo>
                <a:lnTo>
                  <a:pt x="2906" y="283"/>
                </a:lnTo>
                <a:lnTo>
                  <a:pt x="2906" y="364"/>
                </a:lnTo>
                <a:lnTo>
                  <a:pt x="2906" y="444"/>
                </a:lnTo>
                <a:lnTo>
                  <a:pt x="2846" y="525"/>
                </a:lnTo>
                <a:lnTo>
                  <a:pt x="2765" y="626"/>
                </a:lnTo>
                <a:lnTo>
                  <a:pt x="2543" y="868"/>
                </a:lnTo>
                <a:lnTo>
                  <a:pt x="2281" y="1070"/>
                </a:lnTo>
                <a:lnTo>
                  <a:pt x="1998" y="1252"/>
                </a:lnTo>
                <a:lnTo>
                  <a:pt x="1716" y="1413"/>
                </a:lnTo>
                <a:lnTo>
                  <a:pt x="1393" y="1534"/>
                </a:lnTo>
                <a:lnTo>
                  <a:pt x="1090" y="1615"/>
                </a:lnTo>
                <a:lnTo>
                  <a:pt x="747" y="1675"/>
                </a:lnTo>
                <a:lnTo>
                  <a:pt x="424" y="1696"/>
                </a:lnTo>
                <a:lnTo>
                  <a:pt x="263" y="1696"/>
                </a:lnTo>
                <a:lnTo>
                  <a:pt x="182" y="1655"/>
                </a:lnTo>
                <a:lnTo>
                  <a:pt x="121" y="1615"/>
                </a:lnTo>
                <a:lnTo>
                  <a:pt x="81" y="1554"/>
                </a:lnTo>
                <a:lnTo>
                  <a:pt x="81" y="1494"/>
                </a:lnTo>
                <a:lnTo>
                  <a:pt x="81" y="1433"/>
                </a:lnTo>
                <a:lnTo>
                  <a:pt x="101" y="1373"/>
                </a:lnTo>
                <a:lnTo>
                  <a:pt x="182" y="1252"/>
                </a:lnTo>
                <a:lnTo>
                  <a:pt x="263" y="1151"/>
                </a:lnTo>
                <a:lnTo>
                  <a:pt x="485" y="949"/>
                </a:lnTo>
                <a:lnTo>
                  <a:pt x="686" y="747"/>
                </a:lnTo>
                <a:lnTo>
                  <a:pt x="929" y="586"/>
                </a:lnTo>
                <a:lnTo>
                  <a:pt x="1171" y="424"/>
                </a:lnTo>
                <a:lnTo>
                  <a:pt x="1413" y="283"/>
                </a:lnTo>
                <a:lnTo>
                  <a:pt x="1675" y="182"/>
                </a:lnTo>
                <a:lnTo>
                  <a:pt x="1958" y="101"/>
                </a:lnTo>
                <a:lnTo>
                  <a:pt x="2240" y="81"/>
                </a:lnTo>
                <a:close/>
                <a:moveTo>
                  <a:pt x="2119" y="0"/>
                </a:moveTo>
                <a:lnTo>
                  <a:pt x="1938" y="21"/>
                </a:lnTo>
                <a:lnTo>
                  <a:pt x="1776" y="61"/>
                </a:lnTo>
                <a:lnTo>
                  <a:pt x="1615" y="122"/>
                </a:lnTo>
                <a:lnTo>
                  <a:pt x="1453" y="182"/>
                </a:lnTo>
                <a:lnTo>
                  <a:pt x="1292" y="243"/>
                </a:lnTo>
                <a:lnTo>
                  <a:pt x="1009" y="424"/>
                </a:lnTo>
                <a:lnTo>
                  <a:pt x="727" y="626"/>
                </a:lnTo>
                <a:lnTo>
                  <a:pt x="464" y="848"/>
                </a:lnTo>
                <a:lnTo>
                  <a:pt x="222" y="1090"/>
                </a:lnTo>
                <a:lnTo>
                  <a:pt x="101" y="1211"/>
                </a:lnTo>
                <a:lnTo>
                  <a:pt x="21" y="1332"/>
                </a:lnTo>
                <a:lnTo>
                  <a:pt x="0" y="1433"/>
                </a:lnTo>
                <a:lnTo>
                  <a:pt x="0" y="1514"/>
                </a:lnTo>
                <a:lnTo>
                  <a:pt x="21" y="1595"/>
                </a:lnTo>
                <a:lnTo>
                  <a:pt x="61" y="1655"/>
                </a:lnTo>
                <a:lnTo>
                  <a:pt x="121" y="1716"/>
                </a:lnTo>
                <a:lnTo>
                  <a:pt x="222" y="1756"/>
                </a:lnTo>
                <a:lnTo>
                  <a:pt x="303" y="1776"/>
                </a:lnTo>
                <a:lnTo>
                  <a:pt x="424" y="1776"/>
                </a:lnTo>
                <a:lnTo>
                  <a:pt x="767" y="1756"/>
                </a:lnTo>
                <a:lnTo>
                  <a:pt x="1110" y="1696"/>
                </a:lnTo>
                <a:lnTo>
                  <a:pt x="1433" y="1615"/>
                </a:lnTo>
                <a:lnTo>
                  <a:pt x="1736" y="1474"/>
                </a:lnTo>
                <a:lnTo>
                  <a:pt x="2039" y="1332"/>
                </a:lnTo>
                <a:lnTo>
                  <a:pt x="2321" y="1131"/>
                </a:lnTo>
                <a:lnTo>
                  <a:pt x="2604" y="929"/>
                </a:lnTo>
                <a:lnTo>
                  <a:pt x="2826" y="687"/>
                </a:lnTo>
                <a:lnTo>
                  <a:pt x="2926" y="565"/>
                </a:lnTo>
                <a:lnTo>
                  <a:pt x="2987" y="465"/>
                </a:lnTo>
                <a:lnTo>
                  <a:pt x="2987" y="343"/>
                </a:lnTo>
                <a:lnTo>
                  <a:pt x="2967" y="263"/>
                </a:lnTo>
                <a:lnTo>
                  <a:pt x="2926" y="182"/>
                </a:lnTo>
                <a:lnTo>
                  <a:pt x="2866" y="122"/>
                </a:lnTo>
                <a:lnTo>
                  <a:pt x="2765" y="81"/>
                </a:lnTo>
                <a:lnTo>
                  <a:pt x="2664" y="41"/>
                </a:lnTo>
                <a:lnTo>
                  <a:pt x="2462" y="21"/>
                </a:lnTo>
                <a:lnTo>
                  <a:pt x="2281" y="0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96" name="Google Shape;1796;p21"/>
          <p:cNvSpPr/>
          <p:nvPr/>
        </p:nvSpPr>
        <p:spPr>
          <a:xfrm>
            <a:off x="772520" y="3766430"/>
            <a:ext cx="939900" cy="9399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97" name="Google Shape;1797;p21"/>
          <p:cNvSpPr/>
          <p:nvPr/>
        </p:nvSpPr>
        <p:spPr>
          <a:xfrm flipH="1">
            <a:off x="163868" y="3478149"/>
            <a:ext cx="2946940" cy="1512969"/>
          </a:xfrm>
          <a:custGeom>
            <a:rect b="b" l="l" r="r" t="t"/>
            <a:pathLst>
              <a:path extrusionOk="0" h="27062" w="52711">
                <a:moveTo>
                  <a:pt x="48008" y="81"/>
                </a:moveTo>
                <a:lnTo>
                  <a:pt x="48654" y="122"/>
                </a:lnTo>
                <a:lnTo>
                  <a:pt x="49300" y="202"/>
                </a:lnTo>
                <a:lnTo>
                  <a:pt x="49623" y="243"/>
                </a:lnTo>
                <a:lnTo>
                  <a:pt x="49946" y="323"/>
                </a:lnTo>
                <a:lnTo>
                  <a:pt x="50248" y="404"/>
                </a:lnTo>
                <a:lnTo>
                  <a:pt x="50551" y="485"/>
                </a:lnTo>
                <a:lnTo>
                  <a:pt x="50854" y="606"/>
                </a:lnTo>
                <a:lnTo>
                  <a:pt x="51156" y="727"/>
                </a:lnTo>
                <a:lnTo>
                  <a:pt x="51399" y="848"/>
                </a:lnTo>
                <a:lnTo>
                  <a:pt x="51621" y="989"/>
                </a:lnTo>
                <a:lnTo>
                  <a:pt x="51822" y="1131"/>
                </a:lnTo>
                <a:lnTo>
                  <a:pt x="52004" y="1272"/>
                </a:lnTo>
                <a:lnTo>
                  <a:pt x="52165" y="1413"/>
                </a:lnTo>
                <a:lnTo>
                  <a:pt x="52287" y="1575"/>
                </a:lnTo>
                <a:lnTo>
                  <a:pt x="52408" y="1756"/>
                </a:lnTo>
                <a:lnTo>
                  <a:pt x="52488" y="1938"/>
                </a:lnTo>
                <a:lnTo>
                  <a:pt x="52569" y="2180"/>
                </a:lnTo>
                <a:lnTo>
                  <a:pt x="52609" y="2301"/>
                </a:lnTo>
                <a:lnTo>
                  <a:pt x="52630" y="2442"/>
                </a:lnTo>
                <a:lnTo>
                  <a:pt x="52630" y="2604"/>
                </a:lnTo>
                <a:lnTo>
                  <a:pt x="52609" y="2765"/>
                </a:lnTo>
                <a:lnTo>
                  <a:pt x="52589" y="2947"/>
                </a:lnTo>
                <a:lnTo>
                  <a:pt x="52549" y="3128"/>
                </a:lnTo>
                <a:lnTo>
                  <a:pt x="52488" y="3330"/>
                </a:lnTo>
                <a:lnTo>
                  <a:pt x="52408" y="3532"/>
                </a:lnTo>
                <a:lnTo>
                  <a:pt x="52307" y="3754"/>
                </a:lnTo>
                <a:lnTo>
                  <a:pt x="52186" y="3976"/>
                </a:lnTo>
                <a:lnTo>
                  <a:pt x="52024" y="4218"/>
                </a:lnTo>
                <a:lnTo>
                  <a:pt x="51843" y="4460"/>
                </a:lnTo>
                <a:lnTo>
                  <a:pt x="51641" y="4702"/>
                </a:lnTo>
                <a:lnTo>
                  <a:pt x="51399" y="4965"/>
                </a:lnTo>
                <a:lnTo>
                  <a:pt x="50854" y="5530"/>
                </a:lnTo>
                <a:lnTo>
                  <a:pt x="50269" y="6075"/>
                </a:lnTo>
                <a:lnTo>
                  <a:pt x="49118" y="7124"/>
                </a:lnTo>
                <a:lnTo>
                  <a:pt x="48311" y="7851"/>
                </a:lnTo>
                <a:lnTo>
                  <a:pt x="47524" y="8597"/>
                </a:lnTo>
                <a:lnTo>
                  <a:pt x="47141" y="8981"/>
                </a:lnTo>
                <a:lnTo>
                  <a:pt x="46777" y="9364"/>
                </a:lnTo>
                <a:lnTo>
                  <a:pt x="46414" y="9747"/>
                </a:lnTo>
                <a:lnTo>
                  <a:pt x="46071" y="10151"/>
                </a:lnTo>
                <a:lnTo>
                  <a:pt x="45748" y="10555"/>
                </a:lnTo>
                <a:lnTo>
                  <a:pt x="45446" y="10978"/>
                </a:lnTo>
                <a:lnTo>
                  <a:pt x="45163" y="11422"/>
                </a:lnTo>
                <a:lnTo>
                  <a:pt x="44901" y="11866"/>
                </a:lnTo>
                <a:lnTo>
                  <a:pt x="44658" y="12331"/>
                </a:lnTo>
                <a:lnTo>
                  <a:pt x="44457" y="12795"/>
                </a:lnTo>
                <a:lnTo>
                  <a:pt x="44295" y="13299"/>
                </a:lnTo>
                <a:lnTo>
                  <a:pt x="44154" y="13804"/>
                </a:lnTo>
                <a:lnTo>
                  <a:pt x="44093" y="14127"/>
                </a:lnTo>
                <a:lnTo>
                  <a:pt x="44033" y="14449"/>
                </a:lnTo>
                <a:lnTo>
                  <a:pt x="43972" y="15095"/>
                </a:lnTo>
                <a:lnTo>
                  <a:pt x="43932" y="15761"/>
                </a:lnTo>
                <a:lnTo>
                  <a:pt x="43912" y="16407"/>
                </a:lnTo>
                <a:lnTo>
                  <a:pt x="43871" y="17194"/>
                </a:lnTo>
                <a:lnTo>
                  <a:pt x="43811" y="17981"/>
                </a:lnTo>
                <a:lnTo>
                  <a:pt x="43771" y="18385"/>
                </a:lnTo>
                <a:lnTo>
                  <a:pt x="43710" y="18768"/>
                </a:lnTo>
                <a:lnTo>
                  <a:pt x="43609" y="19151"/>
                </a:lnTo>
                <a:lnTo>
                  <a:pt x="43508" y="19535"/>
                </a:lnTo>
                <a:lnTo>
                  <a:pt x="43306" y="20039"/>
                </a:lnTo>
                <a:lnTo>
                  <a:pt x="43064" y="20544"/>
                </a:lnTo>
                <a:lnTo>
                  <a:pt x="42782" y="21028"/>
                </a:lnTo>
                <a:lnTo>
                  <a:pt x="42459" y="21492"/>
                </a:lnTo>
                <a:lnTo>
                  <a:pt x="42096" y="21936"/>
                </a:lnTo>
                <a:lnTo>
                  <a:pt x="41692" y="22360"/>
                </a:lnTo>
                <a:lnTo>
                  <a:pt x="41248" y="22764"/>
                </a:lnTo>
                <a:lnTo>
                  <a:pt x="40784" y="23127"/>
                </a:lnTo>
                <a:lnTo>
                  <a:pt x="40300" y="23470"/>
                </a:lnTo>
                <a:lnTo>
                  <a:pt x="39795" y="23773"/>
                </a:lnTo>
                <a:lnTo>
                  <a:pt x="39270" y="24035"/>
                </a:lnTo>
                <a:lnTo>
                  <a:pt x="38746" y="24277"/>
                </a:lnTo>
                <a:lnTo>
                  <a:pt x="38181" y="24479"/>
                </a:lnTo>
                <a:lnTo>
                  <a:pt x="37636" y="24640"/>
                </a:lnTo>
                <a:lnTo>
                  <a:pt x="37071" y="24782"/>
                </a:lnTo>
                <a:lnTo>
                  <a:pt x="36506" y="24862"/>
                </a:lnTo>
                <a:lnTo>
                  <a:pt x="34790" y="25125"/>
                </a:lnTo>
                <a:lnTo>
                  <a:pt x="32894" y="25387"/>
                </a:lnTo>
                <a:lnTo>
                  <a:pt x="30250" y="25791"/>
                </a:lnTo>
                <a:lnTo>
                  <a:pt x="27485" y="26174"/>
                </a:lnTo>
                <a:lnTo>
                  <a:pt x="26093" y="26356"/>
                </a:lnTo>
                <a:lnTo>
                  <a:pt x="24680" y="26517"/>
                </a:lnTo>
                <a:lnTo>
                  <a:pt x="23247" y="26679"/>
                </a:lnTo>
                <a:lnTo>
                  <a:pt x="21855" y="26800"/>
                </a:lnTo>
                <a:lnTo>
                  <a:pt x="20564" y="26901"/>
                </a:lnTo>
                <a:lnTo>
                  <a:pt x="19252" y="26961"/>
                </a:lnTo>
                <a:lnTo>
                  <a:pt x="17900" y="26981"/>
                </a:lnTo>
                <a:lnTo>
                  <a:pt x="16548" y="26961"/>
                </a:lnTo>
                <a:lnTo>
                  <a:pt x="15175" y="26901"/>
                </a:lnTo>
                <a:lnTo>
                  <a:pt x="13783" y="26820"/>
                </a:lnTo>
                <a:lnTo>
                  <a:pt x="12370" y="26699"/>
                </a:lnTo>
                <a:lnTo>
                  <a:pt x="10958" y="26558"/>
                </a:lnTo>
                <a:lnTo>
                  <a:pt x="10837" y="26537"/>
                </a:lnTo>
                <a:lnTo>
                  <a:pt x="9626" y="26396"/>
                </a:lnTo>
                <a:lnTo>
                  <a:pt x="8334" y="26214"/>
                </a:lnTo>
                <a:lnTo>
                  <a:pt x="7648" y="26093"/>
                </a:lnTo>
                <a:lnTo>
                  <a:pt x="6962" y="25972"/>
                </a:lnTo>
                <a:lnTo>
                  <a:pt x="6276" y="25851"/>
                </a:lnTo>
                <a:lnTo>
                  <a:pt x="5590" y="25690"/>
                </a:lnTo>
                <a:lnTo>
                  <a:pt x="4924" y="25508"/>
                </a:lnTo>
                <a:lnTo>
                  <a:pt x="4258" y="25327"/>
                </a:lnTo>
                <a:lnTo>
                  <a:pt x="3612" y="25105"/>
                </a:lnTo>
                <a:lnTo>
                  <a:pt x="3007" y="24862"/>
                </a:lnTo>
                <a:lnTo>
                  <a:pt x="2422" y="24580"/>
                </a:lnTo>
                <a:lnTo>
                  <a:pt x="1877" y="24277"/>
                </a:lnTo>
                <a:lnTo>
                  <a:pt x="1614" y="24136"/>
                </a:lnTo>
                <a:lnTo>
                  <a:pt x="1372" y="23954"/>
                </a:lnTo>
                <a:lnTo>
                  <a:pt x="1130" y="23773"/>
                </a:lnTo>
                <a:lnTo>
                  <a:pt x="908" y="23591"/>
                </a:lnTo>
                <a:lnTo>
                  <a:pt x="727" y="23409"/>
                </a:lnTo>
                <a:lnTo>
                  <a:pt x="545" y="23208"/>
                </a:lnTo>
                <a:lnTo>
                  <a:pt x="404" y="23026"/>
                </a:lnTo>
                <a:lnTo>
                  <a:pt x="283" y="22824"/>
                </a:lnTo>
                <a:lnTo>
                  <a:pt x="202" y="22643"/>
                </a:lnTo>
                <a:lnTo>
                  <a:pt x="121" y="22441"/>
                </a:lnTo>
                <a:lnTo>
                  <a:pt x="101" y="22239"/>
                </a:lnTo>
                <a:lnTo>
                  <a:pt x="81" y="22037"/>
                </a:lnTo>
                <a:lnTo>
                  <a:pt x="101" y="21815"/>
                </a:lnTo>
                <a:lnTo>
                  <a:pt x="141" y="21593"/>
                </a:lnTo>
                <a:lnTo>
                  <a:pt x="202" y="21371"/>
                </a:lnTo>
                <a:lnTo>
                  <a:pt x="303" y="21149"/>
                </a:lnTo>
                <a:lnTo>
                  <a:pt x="424" y="20947"/>
                </a:lnTo>
                <a:lnTo>
                  <a:pt x="565" y="20725"/>
                </a:lnTo>
                <a:lnTo>
                  <a:pt x="706" y="20524"/>
                </a:lnTo>
                <a:lnTo>
                  <a:pt x="888" y="20302"/>
                </a:lnTo>
                <a:lnTo>
                  <a:pt x="1251" y="19898"/>
                </a:lnTo>
                <a:lnTo>
                  <a:pt x="1675" y="19494"/>
                </a:lnTo>
                <a:lnTo>
                  <a:pt x="2099" y="19111"/>
                </a:lnTo>
                <a:lnTo>
                  <a:pt x="2543" y="18748"/>
                </a:lnTo>
                <a:lnTo>
                  <a:pt x="3168" y="18183"/>
                </a:lnTo>
                <a:lnTo>
                  <a:pt x="3451" y="17920"/>
                </a:lnTo>
                <a:lnTo>
                  <a:pt x="3713" y="17658"/>
                </a:lnTo>
                <a:lnTo>
                  <a:pt x="4641" y="16669"/>
                </a:lnTo>
                <a:lnTo>
                  <a:pt x="5570" y="15701"/>
                </a:lnTo>
                <a:lnTo>
                  <a:pt x="6498" y="14793"/>
                </a:lnTo>
                <a:lnTo>
                  <a:pt x="7426" y="13925"/>
                </a:lnTo>
                <a:lnTo>
                  <a:pt x="8375" y="13097"/>
                </a:lnTo>
                <a:lnTo>
                  <a:pt x="9323" y="12310"/>
                </a:lnTo>
                <a:lnTo>
                  <a:pt x="10272" y="11564"/>
                </a:lnTo>
                <a:lnTo>
                  <a:pt x="11240" y="10857"/>
                </a:lnTo>
                <a:lnTo>
                  <a:pt x="12370" y="10091"/>
                </a:lnTo>
                <a:lnTo>
                  <a:pt x="13521" y="9324"/>
                </a:lnTo>
                <a:lnTo>
                  <a:pt x="14711" y="8597"/>
                </a:lnTo>
                <a:lnTo>
                  <a:pt x="15922" y="7911"/>
                </a:lnTo>
                <a:lnTo>
                  <a:pt x="17153" y="7245"/>
                </a:lnTo>
                <a:lnTo>
                  <a:pt x="18424" y="6599"/>
                </a:lnTo>
                <a:lnTo>
                  <a:pt x="19716" y="5994"/>
                </a:lnTo>
                <a:lnTo>
                  <a:pt x="21028" y="5429"/>
                </a:lnTo>
                <a:lnTo>
                  <a:pt x="22380" y="4864"/>
                </a:lnTo>
                <a:lnTo>
                  <a:pt x="23752" y="4339"/>
                </a:lnTo>
                <a:lnTo>
                  <a:pt x="25165" y="3855"/>
                </a:lnTo>
                <a:lnTo>
                  <a:pt x="26597" y="3391"/>
                </a:lnTo>
                <a:lnTo>
                  <a:pt x="28050" y="2967"/>
                </a:lnTo>
                <a:lnTo>
                  <a:pt x="29544" y="2563"/>
                </a:lnTo>
                <a:lnTo>
                  <a:pt x="31037" y="2180"/>
                </a:lnTo>
                <a:lnTo>
                  <a:pt x="32591" y="1837"/>
                </a:lnTo>
                <a:lnTo>
                  <a:pt x="34145" y="1514"/>
                </a:lnTo>
                <a:lnTo>
                  <a:pt x="35739" y="1231"/>
                </a:lnTo>
                <a:lnTo>
                  <a:pt x="37374" y="989"/>
                </a:lnTo>
                <a:lnTo>
                  <a:pt x="39028" y="747"/>
                </a:lnTo>
                <a:lnTo>
                  <a:pt x="40723" y="566"/>
                </a:lnTo>
                <a:lnTo>
                  <a:pt x="42439" y="384"/>
                </a:lnTo>
                <a:lnTo>
                  <a:pt x="44194" y="243"/>
                </a:lnTo>
                <a:lnTo>
                  <a:pt x="45970" y="142"/>
                </a:lnTo>
                <a:lnTo>
                  <a:pt x="46656" y="101"/>
                </a:lnTo>
                <a:lnTo>
                  <a:pt x="47342" y="81"/>
                </a:lnTo>
                <a:close/>
                <a:moveTo>
                  <a:pt x="47302" y="1"/>
                </a:moveTo>
                <a:lnTo>
                  <a:pt x="46636" y="21"/>
                </a:lnTo>
                <a:lnTo>
                  <a:pt x="45970" y="61"/>
                </a:lnTo>
                <a:lnTo>
                  <a:pt x="44194" y="162"/>
                </a:lnTo>
                <a:lnTo>
                  <a:pt x="42439" y="303"/>
                </a:lnTo>
                <a:lnTo>
                  <a:pt x="40703" y="485"/>
                </a:lnTo>
                <a:lnTo>
                  <a:pt x="39028" y="666"/>
                </a:lnTo>
                <a:lnTo>
                  <a:pt x="37353" y="909"/>
                </a:lnTo>
                <a:lnTo>
                  <a:pt x="35739" y="1151"/>
                </a:lnTo>
                <a:lnTo>
                  <a:pt x="34145" y="1453"/>
                </a:lnTo>
                <a:lnTo>
                  <a:pt x="32571" y="1756"/>
                </a:lnTo>
                <a:lnTo>
                  <a:pt x="31017" y="2099"/>
                </a:lnTo>
                <a:lnTo>
                  <a:pt x="29523" y="2483"/>
                </a:lnTo>
                <a:lnTo>
                  <a:pt x="28030" y="2886"/>
                </a:lnTo>
                <a:lnTo>
                  <a:pt x="26577" y="3310"/>
                </a:lnTo>
                <a:lnTo>
                  <a:pt x="25144" y="3774"/>
                </a:lnTo>
                <a:lnTo>
                  <a:pt x="23732" y="4279"/>
                </a:lnTo>
                <a:lnTo>
                  <a:pt x="22339" y="4803"/>
                </a:lnTo>
                <a:lnTo>
                  <a:pt x="20987" y="5348"/>
                </a:lnTo>
                <a:lnTo>
                  <a:pt x="19676" y="5933"/>
                </a:lnTo>
                <a:lnTo>
                  <a:pt x="18384" y="6539"/>
                </a:lnTo>
                <a:lnTo>
                  <a:pt x="17113" y="7164"/>
                </a:lnTo>
                <a:lnTo>
                  <a:pt x="15882" y="7830"/>
                </a:lnTo>
                <a:lnTo>
                  <a:pt x="14671" y="8537"/>
                </a:lnTo>
                <a:lnTo>
                  <a:pt x="13480" y="9263"/>
                </a:lnTo>
                <a:lnTo>
                  <a:pt x="12330" y="10010"/>
                </a:lnTo>
                <a:lnTo>
                  <a:pt x="11200" y="10797"/>
                </a:lnTo>
                <a:lnTo>
                  <a:pt x="10231" y="11503"/>
                </a:lnTo>
                <a:lnTo>
                  <a:pt x="9263" y="12250"/>
                </a:lnTo>
                <a:lnTo>
                  <a:pt x="8314" y="13037"/>
                </a:lnTo>
                <a:lnTo>
                  <a:pt x="7386" y="13864"/>
                </a:lnTo>
                <a:lnTo>
                  <a:pt x="6438" y="14732"/>
                </a:lnTo>
                <a:lnTo>
                  <a:pt x="5509" y="15640"/>
                </a:lnTo>
                <a:lnTo>
                  <a:pt x="4581" y="16609"/>
                </a:lnTo>
                <a:lnTo>
                  <a:pt x="3653" y="17598"/>
                </a:lnTo>
                <a:lnTo>
                  <a:pt x="3390" y="17860"/>
                </a:lnTo>
                <a:lnTo>
                  <a:pt x="3108" y="18122"/>
                </a:lnTo>
                <a:lnTo>
                  <a:pt x="2482" y="18687"/>
                </a:lnTo>
                <a:lnTo>
                  <a:pt x="2038" y="19051"/>
                </a:lnTo>
                <a:lnTo>
                  <a:pt x="1614" y="19454"/>
                </a:lnTo>
                <a:lnTo>
                  <a:pt x="1191" y="19858"/>
                </a:lnTo>
                <a:lnTo>
                  <a:pt x="807" y="20261"/>
                </a:lnTo>
                <a:lnTo>
                  <a:pt x="646" y="20483"/>
                </a:lnTo>
                <a:lnTo>
                  <a:pt x="484" y="20685"/>
                </a:lnTo>
                <a:lnTo>
                  <a:pt x="343" y="20907"/>
                </a:lnTo>
                <a:lnTo>
                  <a:pt x="222" y="21129"/>
                </a:lnTo>
                <a:lnTo>
                  <a:pt x="141" y="21351"/>
                </a:lnTo>
                <a:lnTo>
                  <a:pt x="61" y="21573"/>
                </a:lnTo>
                <a:lnTo>
                  <a:pt x="20" y="21795"/>
                </a:lnTo>
                <a:lnTo>
                  <a:pt x="0" y="22037"/>
                </a:lnTo>
                <a:lnTo>
                  <a:pt x="20" y="22239"/>
                </a:lnTo>
                <a:lnTo>
                  <a:pt x="61" y="22441"/>
                </a:lnTo>
                <a:lnTo>
                  <a:pt x="121" y="22663"/>
                </a:lnTo>
                <a:lnTo>
                  <a:pt x="222" y="22865"/>
                </a:lnTo>
                <a:lnTo>
                  <a:pt x="343" y="23066"/>
                </a:lnTo>
                <a:lnTo>
                  <a:pt x="484" y="23268"/>
                </a:lnTo>
                <a:lnTo>
                  <a:pt x="666" y="23470"/>
                </a:lnTo>
                <a:lnTo>
                  <a:pt x="868" y="23652"/>
                </a:lnTo>
                <a:lnTo>
                  <a:pt x="1090" y="23833"/>
                </a:lnTo>
                <a:lnTo>
                  <a:pt x="1312" y="24015"/>
                </a:lnTo>
                <a:lnTo>
                  <a:pt x="1574" y="24196"/>
                </a:lnTo>
                <a:lnTo>
                  <a:pt x="1836" y="24358"/>
                </a:lnTo>
                <a:lnTo>
                  <a:pt x="2381" y="24661"/>
                </a:lnTo>
                <a:lnTo>
                  <a:pt x="2967" y="24923"/>
                </a:lnTo>
                <a:lnTo>
                  <a:pt x="3592" y="25165"/>
                </a:lnTo>
                <a:lnTo>
                  <a:pt x="4218" y="25387"/>
                </a:lnTo>
                <a:lnTo>
                  <a:pt x="4884" y="25589"/>
                </a:lnTo>
                <a:lnTo>
                  <a:pt x="5570" y="25770"/>
                </a:lnTo>
                <a:lnTo>
                  <a:pt x="6256" y="25912"/>
                </a:lnTo>
                <a:lnTo>
                  <a:pt x="6942" y="26053"/>
                </a:lnTo>
                <a:lnTo>
                  <a:pt x="7628" y="26174"/>
                </a:lnTo>
                <a:lnTo>
                  <a:pt x="8314" y="26295"/>
                </a:lnTo>
                <a:lnTo>
                  <a:pt x="9606" y="26477"/>
                </a:lnTo>
                <a:lnTo>
                  <a:pt x="10817" y="26618"/>
                </a:lnTo>
                <a:lnTo>
                  <a:pt x="10938" y="26638"/>
                </a:lnTo>
                <a:lnTo>
                  <a:pt x="11826" y="26739"/>
                </a:lnTo>
                <a:lnTo>
                  <a:pt x="12693" y="26820"/>
                </a:lnTo>
                <a:lnTo>
                  <a:pt x="13561" y="26880"/>
                </a:lnTo>
                <a:lnTo>
                  <a:pt x="14429" y="26941"/>
                </a:lnTo>
                <a:lnTo>
                  <a:pt x="15276" y="27001"/>
                </a:lnTo>
                <a:lnTo>
                  <a:pt x="16124" y="27022"/>
                </a:lnTo>
                <a:lnTo>
                  <a:pt x="16971" y="27042"/>
                </a:lnTo>
                <a:lnTo>
                  <a:pt x="17799" y="27062"/>
                </a:lnTo>
                <a:lnTo>
                  <a:pt x="18828" y="27042"/>
                </a:lnTo>
                <a:lnTo>
                  <a:pt x="19857" y="27022"/>
                </a:lnTo>
                <a:lnTo>
                  <a:pt x="20866" y="26961"/>
                </a:lnTo>
                <a:lnTo>
                  <a:pt x="21855" y="26880"/>
                </a:lnTo>
                <a:lnTo>
                  <a:pt x="23268" y="26759"/>
                </a:lnTo>
                <a:lnTo>
                  <a:pt x="24680" y="26598"/>
                </a:lnTo>
                <a:lnTo>
                  <a:pt x="26093" y="26436"/>
                </a:lnTo>
                <a:lnTo>
                  <a:pt x="27505" y="26255"/>
                </a:lnTo>
                <a:lnTo>
                  <a:pt x="30270" y="25871"/>
                </a:lnTo>
                <a:lnTo>
                  <a:pt x="32914" y="25468"/>
                </a:lnTo>
                <a:lnTo>
                  <a:pt x="34790" y="25205"/>
                </a:lnTo>
                <a:lnTo>
                  <a:pt x="36506" y="24943"/>
                </a:lnTo>
                <a:lnTo>
                  <a:pt x="37091" y="24862"/>
                </a:lnTo>
                <a:lnTo>
                  <a:pt x="37656" y="24721"/>
                </a:lnTo>
                <a:lnTo>
                  <a:pt x="38221" y="24539"/>
                </a:lnTo>
                <a:lnTo>
                  <a:pt x="38766" y="24338"/>
                </a:lnTo>
                <a:lnTo>
                  <a:pt x="39311" y="24096"/>
                </a:lnTo>
                <a:lnTo>
                  <a:pt x="39835" y="23833"/>
                </a:lnTo>
                <a:lnTo>
                  <a:pt x="40340" y="23530"/>
                </a:lnTo>
                <a:lnTo>
                  <a:pt x="40824" y="23208"/>
                </a:lnTo>
                <a:lnTo>
                  <a:pt x="41309" y="22824"/>
                </a:lnTo>
                <a:lnTo>
                  <a:pt x="41753" y="22421"/>
                </a:lnTo>
                <a:lnTo>
                  <a:pt x="42156" y="21977"/>
                </a:lnTo>
                <a:lnTo>
                  <a:pt x="42540" y="21533"/>
                </a:lnTo>
                <a:lnTo>
                  <a:pt x="42862" y="21069"/>
                </a:lnTo>
                <a:lnTo>
                  <a:pt x="43145" y="20584"/>
                </a:lnTo>
                <a:lnTo>
                  <a:pt x="43387" y="20080"/>
                </a:lnTo>
                <a:lnTo>
                  <a:pt x="43589" y="19555"/>
                </a:lnTo>
                <a:lnTo>
                  <a:pt x="43690" y="19172"/>
                </a:lnTo>
                <a:lnTo>
                  <a:pt x="43771" y="18788"/>
                </a:lnTo>
                <a:lnTo>
                  <a:pt x="43851" y="18385"/>
                </a:lnTo>
                <a:lnTo>
                  <a:pt x="43892" y="18001"/>
                </a:lnTo>
                <a:lnTo>
                  <a:pt x="43952" y="17194"/>
                </a:lnTo>
                <a:lnTo>
                  <a:pt x="43993" y="16407"/>
                </a:lnTo>
                <a:lnTo>
                  <a:pt x="44013" y="15761"/>
                </a:lnTo>
                <a:lnTo>
                  <a:pt x="44053" y="15115"/>
                </a:lnTo>
                <a:lnTo>
                  <a:pt x="44114" y="14449"/>
                </a:lnTo>
                <a:lnTo>
                  <a:pt x="44174" y="14147"/>
                </a:lnTo>
                <a:lnTo>
                  <a:pt x="44235" y="13824"/>
                </a:lnTo>
                <a:lnTo>
                  <a:pt x="44376" y="13319"/>
                </a:lnTo>
                <a:lnTo>
                  <a:pt x="44537" y="12815"/>
                </a:lnTo>
                <a:lnTo>
                  <a:pt x="44739" y="12351"/>
                </a:lnTo>
                <a:lnTo>
                  <a:pt x="44981" y="11887"/>
                </a:lnTo>
                <a:lnTo>
                  <a:pt x="45224" y="11443"/>
                </a:lnTo>
                <a:lnTo>
                  <a:pt x="45506" y="11019"/>
                </a:lnTo>
                <a:lnTo>
                  <a:pt x="45809" y="10595"/>
                </a:lnTo>
                <a:lnTo>
                  <a:pt x="46152" y="10191"/>
                </a:lnTo>
                <a:lnTo>
                  <a:pt x="46475" y="9788"/>
                </a:lnTo>
                <a:lnTo>
                  <a:pt x="46838" y="9404"/>
                </a:lnTo>
                <a:lnTo>
                  <a:pt x="47201" y="9021"/>
                </a:lnTo>
                <a:lnTo>
                  <a:pt x="47585" y="8658"/>
                </a:lnTo>
                <a:lnTo>
                  <a:pt x="48372" y="7911"/>
                </a:lnTo>
                <a:lnTo>
                  <a:pt x="49159" y="7185"/>
                </a:lnTo>
                <a:lnTo>
                  <a:pt x="50329" y="6135"/>
                </a:lnTo>
                <a:lnTo>
                  <a:pt x="50894" y="5590"/>
                </a:lnTo>
                <a:lnTo>
                  <a:pt x="51459" y="5025"/>
                </a:lnTo>
                <a:lnTo>
                  <a:pt x="51742" y="4702"/>
                </a:lnTo>
                <a:lnTo>
                  <a:pt x="52024" y="4359"/>
                </a:lnTo>
                <a:lnTo>
                  <a:pt x="52266" y="3976"/>
                </a:lnTo>
                <a:lnTo>
                  <a:pt x="52387" y="3774"/>
                </a:lnTo>
                <a:lnTo>
                  <a:pt x="52468" y="3572"/>
                </a:lnTo>
                <a:lnTo>
                  <a:pt x="52569" y="3371"/>
                </a:lnTo>
                <a:lnTo>
                  <a:pt x="52630" y="3169"/>
                </a:lnTo>
                <a:lnTo>
                  <a:pt x="52670" y="2947"/>
                </a:lnTo>
                <a:lnTo>
                  <a:pt x="52710" y="2745"/>
                </a:lnTo>
                <a:lnTo>
                  <a:pt x="52710" y="2523"/>
                </a:lnTo>
                <a:lnTo>
                  <a:pt x="52690" y="2321"/>
                </a:lnTo>
                <a:lnTo>
                  <a:pt x="52650" y="2099"/>
                </a:lnTo>
                <a:lnTo>
                  <a:pt x="52569" y="1897"/>
                </a:lnTo>
                <a:lnTo>
                  <a:pt x="52468" y="1716"/>
                </a:lnTo>
                <a:lnTo>
                  <a:pt x="52367" y="1534"/>
                </a:lnTo>
                <a:lnTo>
                  <a:pt x="52226" y="1373"/>
                </a:lnTo>
                <a:lnTo>
                  <a:pt x="52065" y="1211"/>
                </a:lnTo>
                <a:lnTo>
                  <a:pt x="51883" y="1070"/>
                </a:lnTo>
                <a:lnTo>
                  <a:pt x="51661" y="909"/>
                </a:lnTo>
                <a:lnTo>
                  <a:pt x="51439" y="788"/>
                </a:lnTo>
                <a:lnTo>
                  <a:pt x="51197" y="666"/>
                </a:lnTo>
                <a:lnTo>
                  <a:pt x="50894" y="525"/>
                </a:lnTo>
                <a:lnTo>
                  <a:pt x="50571" y="424"/>
                </a:lnTo>
                <a:lnTo>
                  <a:pt x="50269" y="323"/>
                </a:lnTo>
                <a:lnTo>
                  <a:pt x="49946" y="243"/>
                </a:lnTo>
                <a:lnTo>
                  <a:pt x="49623" y="182"/>
                </a:lnTo>
                <a:lnTo>
                  <a:pt x="49300" y="122"/>
                </a:lnTo>
                <a:lnTo>
                  <a:pt x="48654" y="41"/>
                </a:lnTo>
                <a:lnTo>
                  <a:pt x="47988" y="1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98" name="Google Shape;1798;p21"/>
          <p:cNvSpPr/>
          <p:nvPr/>
        </p:nvSpPr>
        <p:spPr>
          <a:xfrm flipH="1">
            <a:off x="365816" y="3534558"/>
            <a:ext cx="2259893" cy="1045918"/>
          </a:xfrm>
          <a:custGeom>
            <a:rect b="b" l="l" r="r" t="t"/>
            <a:pathLst>
              <a:path extrusionOk="0" h="18708" w="40422">
                <a:moveTo>
                  <a:pt x="37434" y="81"/>
                </a:moveTo>
                <a:lnTo>
                  <a:pt x="37919" y="101"/>
                </a:lnTo>
                <a:lnTo>
                  <a:pt x="38403" y="162"/>
                </a:lnTo>
                <a:lnTo>
                  <a:pt x="38887" y="263"/>
                </a:lnTo>
                <a:lnTo>
                  <a:pt x="39372" y="384"/>
                </a:lnTo>
                <a:lnTo>
                  <a:pt x="39634" y="485"/>
                </a:lnTo>
                <a:lnTo>
                  <a:pt x="39796" y="566"/>
                </a:lnTo>
                <a:lnTo>
                  <a:pt x="39957" y="666"/>
                </a:lnTo>
                <a:lnTo>
                  <a:pt x="40098" y="808"/>
                </a:lnTo>
                <a:lnTo>
                  <a:pt x="40219" y="949"/>
                </a:lnTo>
                <a:lnTo>
                  <a:pt x="40260" y="1030"/>
                </a:lnTo>
                <a:lnTo>
                  <a:pt x="40300" y="1110"/>
                </a:lnTo>
                <a:lnTo>
                  <a:pt x="40320" y="1211"/>
                </a:lnTo>
                <a:lnTo>
                  <a:pt x="40340" y="1292"/>
                </a:lnTo>
                <a:lnTo>
                  <a:pt x="40320" y="1413"/>
                </a:lnTo>
                <a:lnTo>
                  <a:pt x="40300" y="1534"/>
                </a:lnTo>
                <a:lnTo>
                  <a:pt x="40260" y="1655"/>
                </a:lnTo>
                <a:lnTo>
                  <a:pt x="40199" y="1756"/>
                </a:lnTo>
                <a:lnTo>
                  <a:pt x="40058" y="1958"/>
                </a:lnTo>
                <a:lnTo>
                  <a:pt x="39876" y="2160"/>
                </a:lnTo>
                <a:lnTo>
                  <a:pt x="39513" y="2523"/>
                </a:lnTo>
                <a:lnTo>
                  <a:pt x="39130" y="2886"/>
                </a:lnTo>
                <a:lnTo>
                  <a:pt x="38322" y="3572"/>
                </a:lnTo>
                <a:lnTo>
                  <a:pt x="37677" y="4117"/>
                </a:lnTo>
                <a:lnTo>
                  <a:pt x="37051" y="4682"/>
                </a:lnTo>
                <a:lnTo>
                  <a:pt x="36748" y="4985"/>
                </a:lnTo>
                <a:lnTo>
                  <a:pt x="36466" y="5308"/>
                </a:lnTo>
                <a:lnTo>
                  <a:pt x="36203" y="5631"/>
                </a:lnTo>
                <a:lnTo>
                  <a:pt x="35961" y="5974"/>
                </a:lnTo>
                <a:lnTo>
                  <a:pt x="35719" y="6337"/>
                </a:lnTo>
                <a:lnTo>
                  <a:pt x="35517" y="6700"/>
                </a:lnTo>
                <a:lnTo>
                  <a:pt x="35336" y="7084"/>
                </a:lnTo>
                <a:lnTo>
                  <a:pt x="35174" y="7467"/>
                </a:lnTo>
                <a:lnTo>
                  <a:pt x="34872" y="8254"/>
                </a:lnTo>
                <a:lnTo>
                  <a:pt x="34589" y="9041"/>
                </a:lnTo>
                <a:lnTo>
                  <a:pt x="34307" y="9869"/>
                </a:lnTo>
                <a:lnTo>
                  <a:pt x="34145" y="10292"/>
                </a:lnTo>
                <a:lnTo>
                  <a:pt x="33984" y="10696"/>
                </a:lnTo>
                <a:lnTo>
                  <a:pt x="33802" y="11100"/>
                </a:lnTo>
                <a:lnTo>
                  <a:pt x="33600" y="11503"/>
                </a:lnTo>
                <a:lnTo>
                  <a:pt x="33378" y="11887"/>
                </a:lnTo>
                <a:lnTo>
                  <a:pt x="33136" y="12250"/>
                </a:lnTo>
                <a:lnTo>
                  <a:pt x="32914" y="12512"/>
                </a:lnTo>
                <a:lnTo>
                  <a:pt x="32712" y="12754"/>
                </a:lnTo>
                <a:lnTo>
                  <a:pt x="32470" y="12996"/>
                </a:lnTo>
                <a:lnTo>
                  <a:pt x="32228" y="13239"/>
                </a:lnTo>
                <a:lnTo>
                  <a:pt x="31986" y="13440"/>
                </a:lnTo>
                <a:lnTo>
                  <a:pt x="31724" y="13642"/>
                </a:lnTo>
                <a:lnTo>
                  <a:pt x="31199" y="14026"/>
                </a:lnTo>
                <a:lnTo>
                  <a:pt x="30634" y="14369"/>
                </a:lnTo>
                <a:lnTo>
                  <a:pt x="30069" y="14692"/>
                </a:lnTo>
                <a:lnTo>
                  <a:pt x="29504" y="14954"/>
                </a:lnTo>
                <a:lnTo>
                  <a:pt x="28939" y="15216"/>
                </a:lnTo>
                <a:lnTo>
                  <a:pt x="27970" y="15640"/>
                </a:lnTo>
                <a:lnTo>
                  <a:pt x="26961" y="16024"/>
                </a:lnTo>
                <a:lnTo>
                  <a:pt x="25952" y="16387"/>
                </a:lnTo>
                <a:lnTo>
                  <a:pt x="24923" y="16730"/>
                </a:lnTo>
                <a:lnTo>
                  <a:pt x="23873" y="17033"/>
                </a:lnTo>
                <a:lnTo>
                  <a:pt x="22804" y="17315"/>
                </a:lnTo>
                <a:lnTo>
                  <a:pt x="21714" y="17557"/>
                </a:lnTo>
                <a:lnTo>
                  <a:pt x="20604" y="17799"/>
                </a:lnTo>
                <a:lnTo>
                  <a:pt x="19494" y="18001"/>
                </a:lnTo>
                <a:lnTo>
                  <a:pt x="18344" y="18163"/>
                </a:lnTo>
                <a:lnTo>
                  <a:pt x="17194" y="18304"/>
                </a:lnTo>
                <a:lnTo>
                  <a:pt x="16023" y="18425"/>
                </a:lnTo>
                <a:lnTo>
                  <a:pt x="14833" y="18526"/>
                </a:lnTo>
                <a:lnTo>
                  <a:pt x="13622" y="18586"/>
                </a:lnTo>
                <a:lnTo>
                  <a:pt x="12391" y="18607"/>
                </a:lnTo>
                <a:lnTo>
                  <a:pt x="11160" y="18627"/>
                </a:lnTo>
                <a:lnTo>
                  <a:pt x="10091" y="18607"/>
                </a:lnTo>
                <a:lnTo>
                  <a:pt x="8981" y="18566"/>
                </a:lnTo>
                <a:lnTo>
                  <a:pt x="7810" y="18465"/>
                </a:lnTo>
                <a:lnTo>
                  <a:pt x="7205" y="18405"/>
                </a:lnTo>
                <a:lnTo>
                  <a:pt x="6599" y="18324"/>
                </a:lnTo>
                <a:lnTo>
                  <a:pt x="5994" y="18243"/>
                </a:lnTo>
                <a:lnTo>
                  <a:pt x="5368" y="18122"/>
                </a:lnTo>
                <a:lnTo>
                  <a:pt x="4763" y="17981"/>
                </a:lnTo>
                <a:lnTo>
                  <a:pt x="4137" y="17840"/>
                </a:lnTo>
                <a:lnTo>
                  <a:pt x="3532" y="17658"/>
                </a:lnTo>
                <a:lnTo>
                  <a:pt x="2927" y="17456"/>
                </a:lnTo>
                <a:lnTo>
                  <a:pt x="2321" y="17234"/>
                </a:lnTo>
                <a:lnTo>
                  <a:pt x="1716" y="16972"/>
                </a:lnTo>
                <a:lnTo>
                  <a:pt x="1312" y="16790"/>
                </a:lnTo>
                <a:lnTo>
                  <a:pt x="1131" y="16669"/>
                </a:lnTo>
                <a:lnTo>
                  <a:pt x="949" y="16548"/>
                </a:lnTo>
                <a:lnTo>
                  <a:pt x="767" y="16427"/>
                </a:lnTo>
                <a:lnTo>
                  <a:pt x="606" y="16286"/>
                </a:lnTo>
                <a:lnTo>
                  <a:pt x="465" y="16124"/>
                </a:lnTo>
                <a:lnTo>
                  <a:pt x="323" y="15963"/>
                </a:lnTo>
                <a:lnTo>
                  <a:pt x="243" y="15802"/>
                </a:lnTo>
                <a:lnTo>
                  <a:pt x="162" y="15640"/>
                </a:lnTo>
                <a:lnTo>
                  <a:pt x="122" y="15499"/>
                </a:lnTo>
                <a:lnTo>
                  <a:pt x="101" y="15337"/>
                </a:lnTo>
                <a:lnTo>
                  <a:pt x="81" y="15196"/>
                </a:lnTo>
                <a:lnTo>
                  <a:pt x="101" y="15055"/>
                </a:lnTo>
                <a:lnTo>
                  <a:pt x="122" y="14914"/>
                </a:lnTo>
                <a:lnTo>
                  <a:pt x="162" y="14772"/>
                </a:lnTo>
                <a:lnTo>
                  <a:pt x="222" y="14631"/>
                </a:lnTo>
                <a:lnTo>
                  <a:pt x="283" y="14490"/>
                </a:lnTo>
                <a:lnTo>
                  <a:pt x="444" y="14207"/>
                </a:lnTo>
                <a:lnTo>
                  <a:pt x="646" y="13945"/>
                </a:lnTo>
                <a:lnTo>
                  <a:pt x="868" y="13703"/>
                </a:lnTo>
                <a:lnTo>
                  <a:pt x="1453" y="13077"/>
                </a:lnTo>
                <a:lnTo>
                  <a:pt x="2059" y="12472"/>
                </a:lnTo>
                <a:lnTo>
                  <a:pt x="2684" y="11887"/>
                </a:lnTo>
                <a:lnTo>
                  <a:pt x="3310" y="11322"/>
                </a:lnTo>
                <a:lnTo>
                  <a:pt x="3936" y="10797"/>
                </a:lnTo>
                <a:lnTo>
                  <a:pt x="4602" y="10272"/>
                </a:lnTo>
                <a:lnTo>
                  <a:pt x="5267" y="9768"/>
                </a:lnTo>
                <a:lnTo>
                  <a:pt x="5974" y="9283"/>
                </a:lnTo>
                <a:lnTo>
                  <a:pt x="6680" y="8819"/>
                </a:lnTo>
                <a:lnTo>
                  <a:pt x="7427" y="8355"/>
                </a:lnTo>
                <a:lnTo>
                  <a:pt x="8173" y="7891"/>
                </a:lnTo>
                <a:lnTo>
                  <a:pt x="8960" y="7467"/>
                </a:lnTo>
                <a:lnTo>
                  <a:pt x="9808" y="7003"/>
                </a:lnTo>
                <a:lnTo>
                  <a:pt x="10676" y="6579"/>
                </a:lnTo>
                <a:lnTo>
                  <a:pt x="11564" y="6155"/>
                </a:lnTo>
                <a:lnTo>
                  <a:pt x="12492" y="5752"/>
                </a:lnTo>
                <a:lnTo>
                  <a:pt x="13380" y="5389"/>
                </a:lnTo>
                <a:lnTo>
                  <a:pt x="14268" y="5046"/>
                </a:lnTo>
                <a:lnTo>
                  <a:pt x="15176" y="4702"/>
                </a:lnTo>
                <a:lnTo>
                  <a:pt x="16084" y="4380"/>
                </a:lnTo>
                <a:lnTo>
                  <a:pt x="17012" y="4077"/>
                </a:lnTo>
                <a:lnTo>
                  <a:pt x="17920" y="3794"/>
                </a:lnTo>
                <a:lnTo>
                  <a:pt x="18849" y="3512"/>
                </a:lnTo>
                <a:lnTo>
                  <a:pt x="19777" y="3270"/>
                </a:lnTo>
                <a:lnTo>
                  <a:pt x="21613" y="2765"/>
                </a:lnTo>
                <a:lnTo>
                  <a:pt x="23470" y="2321"/>
                </a:lnTo>
                <a:lnTo>
                  <a:pt x="25286" y="1918"/>
                </a:lnTo>
                <a:lnTo>
                  <a:pt x="27102" y="1534"/>
                </a:lnTo>
                <a:lnTo>
                  <a:pt x="29362" y="1070"/>
                </a:lnTo>
                <a:lnTo>
                  <a:pt x="30452" y="868"/>
                </a:lnTo>
                <a:lnTo>
                  <a:pt x="31502" y="687"/>
                </a:lnTo>
                <a:lnTo>
                  <a:pt x="32531" y="525"/>
                </a:lnTo>
                <a:lnTo>
                  <a:pt x="33560" y="384"/>
                </a:lnTo>
                <a:lnTo>
                  <a:pt x="34569" y="263"/>
                </a:lnTo>
                <a:lnTo>
                  <a:pt x="35578" y="162"/>
                </a:lnTo>
                <a:lnTo>
                  <a:pt x="36486" y="81"/>
                </a:lnTo>
                <a:close/>
                <a:moveTo>
                  <a:pt x="36486" y="1"/>
                </a:moveTo>
                <a:lnTo>
                  <a:pt x="35558" y="81"/>
                </a:lnTo>
                <a:lnTo>
                  <a:pt x="34549" y="182"/>
                </a:lnTo>
                <a:lnTo>
                  <a:pt x="33540" y="303"/>
                </a:lnTo>
                <a:lnTo>
                  <a:pt x="32511" y="444"/>
                </a:lnTo>
                <a:lnTo>
                  <a:pt x="31481" y="606"/>
                </a:lnTo>
                <a:lnTo>
                  <a:pt x="30432" y="788"/>
                </a:lnTo>
                <a:lnTo>
                  <a:pt x="29362" y="989"/>
                </a:lnTo>
                <a:lnTo>
                  <a:pt x="27082" y="1453"/>
                </a:lnTo>
                <a:lnTo>
                  <a:pt x="25286" y="1837"/>
                </a:lnTo>
                <a:lnTo>
                  <a:pt x="23450" y="2241"/>
                </a:lnTo>
                <a:lnTo>
                  <a:pt x="21593" y="2705"/>
                </a:lnTo>
                <a:lnTo>
                  <a:pt x="19757" y="3189"/>
                </a:lnTo>
                <a:lnTo>
                  <a:pt x="18828" y="3451"/>
                </a:lnTo>
                <a:lnTo>
                  <a:pt x="17900" y="3714"/>
                </a:lnTo>
                <a:lnTo>
                  <a:pt x="16992" y="3996"/>
                </a:lnTo>
                <a:lnTo>
                  <a:pt x="16064" y="4299"/>
                </a:lnTo>
                <a:lnTo>
                  <a:pt x="15156" y="4622"/>
                </a:lnTo>
                <a:lnTo>
                  <a:pt x="14248" y="4965"/>
                </a:lnTo>
                <a:lnTo>
                  <a:pt x="13339" y="5308"/>
                </a:lnTo>
                <a:lnTo>
                  <a:pt x="12452" y="5691"/>
                </a:lnTo>
                <a:lnTo>
                  <a:pt x="11543" y="6095"/>
                </a:lnTo>
                <a:lnTo>
                  <a:pt x="10635" y="6499"/>
                </a:lnTo>
                <a:lnTo>
                  <a:pt x="9768" y="6942"/>
                </a:lnTo>
                <a:lnTo>
                  <a:pt x="8920" y="7386"/>
                </a:lnTo>
                <a:lnTo>
                  <a:pt x="8133" y="7830"/>
                </a:lnTo>
                <a:lnTo>
                  <a:pt x="7386" y="8274"/>
                </a:lnTo>
                <a:lnTo>
                  <a:pt x="6640" y="8738"/>
                </a:lnTo>
                <a:lnTo>
                  <a:pt x="5933" y="9223"/>
                </a:lnTo>
                <a:lnTo>
                  <a:pt x="5227" y="9707"/>
                </a:lnTo>
                <a:lnTo>
                  <a:pt x="4541" y="10212"/>
                </a:lnTo>
                <a:lnTo>
                  <a:pt x="3895" y="10736"/>
                </a:lnTo>
                <a:lnTo>
                  <a:pt x="3270" y="11261"/>
                </a:lnTo>
                <a:lnTo>
                  <a:pt x="2624" y="11826"/>
                </a:lnTo>
                <a:lnTo>
                  <a:pt x="1998" y="12411"/>
                </a:lnTo>
                <a:lnTo>
                  <a:pt x="1393" y="13017"/>
                </a:lnTo>
                <a:lnTo>
                  <a:pt x="808" y="13642"/>
                </a:lnTo>
                <a:lnTo>
                  <a:pt x="586" y="13905"/>
                </a:lnTo>
                <a:lnTo>
                  <a:pt x="364" y="14187"/>
                </a:lnTo>
                <a:lnTo>
                  <a:pt x="202" y="14470"/>
                </a:lnTo>
                <a:lnTo>
                  <a:pt x="122" y="14611"/>
                </a:lnTo>
                <a:lnTo>
                  <a:pt x="81" y="14752"/>
                </a:lnTo>
                <a:lnTo>
                  <a:pt x="41" y="14893"/>
                </a:lnTo>
                <a:lnTo>
                  <a:pt x="0" y="15055"/>
                </a:lnTo>
                <a:lnTo>
                  <a:pt x="0" y="15196"/>
                </a:lnTo>
                <a:lnTo>
                  <a:pt x="0" y="15358"/>
                </a:lnTo>
                <a:lnTo>
                  <a:pt x="41" y="15519"/>
                </a:lnTo>
                <a:lnTo>
                  <a:pt x="101" y="15680"/>
                </a:lnTo>
                <a:lnTo>
                  <a:pt x="162" y="15842"/>
                </a:lnTo>
                <a:lnTo>
                  <a:pt x="263" y="16003"/>
                </a:lnTo>
                <a:lnTo>
                  <a:pt x="404" y="16185"/>
                </a:lnTo>
                <a:lnTo>
                  <a:pt x="545" y="16346"/>
                </a:lnTo>
                <a:lnTo>
                  <a:pt x="727" y="16488"/>
                </a:lnTo>
                <a:lnTo>
                  <a:pt x="888" y="16629"/>
                </a:lnTo>
                <a:lnTo>
                  <a:pt x="1090" y="16750"/>
                </a:lnTo>
                <a:lnTo>
                  <a:pt x="1272" y="16851"/>
                </a:lnTo>
                <a:lnTo>
                  <a:pt x="1675" y="17053"/>
                </a:lnTo>
                <a:lnTo>
                  <a:pt x="2281" y="17295"/>
                </a:lnTo>
                <a:lnTo>
                  <a:pt x="2886" y="17537"/>
                </a:lnTo>
                <a:lnTo>
                  <a:pt x="3512" y="17739"/>
                </a:lnTo>
                <a:lnTo>
                  <a:pt x="4117" y="17920"/>
                </a:lnTo>
                <a:lnTo>
                  <a:pt x="4743" y="18062"/>
                </a:lnTo>
                <a:lnTo>
                  <a:pt x="5348" y="18203"/>
                </a:lnTo>
                <a:lnTo>
                  <a:pt x="5974" y="18324"/>
                </a:lnTo>
                <a:lnTo>
                  <a:pt x="6579" y="18405"/>
                </a:lnTo>
                <a:lnTo>
                  <a:pt x="7185" y="18485"/>
                </a:lnTo>
                <a:lnTo>
                  <a:pt x="7790" y="18546"/>
                </a:lnTo>
                <a:lnTo>
                  <a:pt x="8960" y="18647"/>
                </a:lnTo>
                <a:lnTo>
                  <a:pt x="10091" y="18687"/>
                </a:lnTo>
                <a:lnTo>
                  <a:pt x="11160" y="18707"/>
                </a:lnTo>
                <a:lnTo>
                  <a:pt x="11443" y="18707"/>
                </a:lnTo>
                <a:lnTo>
                  <a:pt x="12653" y="18687"/>
                </a:lnTo>
                <a:lnTo>
                  <a:pt x="13864" y="18647"/>
                </a:lnTo>
                <a:lnTo>
                  <a:pt x="15055" y="18586"/>
                </a:lnTo>
                <a:lnTo>
                  <a:pt x="16225" y="18485"/>
                </a:lnTo>
                <a:lnTo>
                  <a:pt x="17376" y="18364"/>
                </a:lnTo>
                <a:lnTo>
                  <a:pt x="18526" y="18223"/>
                </a:lnTo>
                <a:lnTo>
                  <a:pt x="19636" y="18042"/>
                </a:lnTo>
                <a:lnTo>
                  <a:pt x="20746" y="17840"/>
                </a:lnTo>
                <a:lnTo>
                  <a:pt x="21835" y="17618"/>
                </a:lnTo>
                <a:lnTo>
                  <a:pt x="22905" y="17376"/>
                </a:lnTo>
                <a:lnTo>
                  <a:pt x="23974" y="17093"/>
                </a:lnTo>
                <a:lnTo>
                  <a:pt x="25004" y="16790"/>
                </a:lnTo>
                <a:lnTo>
                  <a:pt x="26033" y="16447"/>
                </a:lnTo>
                <a:lnTo>
                  <a:pt x="27022" y="16084"/>
                </a:lnTo>
                <a:lnTo>
                  <a:pt x="28010" y="15701"/>
                </a:lnTo>
                <a:lnTo>
                  <a:pt x="28979" y="15297"/>
                </a:lnTo>
                <a:lnTo>
                  <a:pt x="29544" y="15035"/>
                </a:lnTo>
                <a:lnTo>
                  <a:pt x="30109" y="14752"/>
                </a:lnTo>
                <a:lnTo>
                  <a:pt x="30674" y="14449"/>
                </a:lnTo>
                <a:lnTo>
                  <a:pt x="31239" y="14086"/>
                </a:lnTo>
                <a:lnTo>
                  <a:pt x="31784" y="13703"/>
                </a:lnTo>
                <a:lnTo>
                  <a:pt x="32046" y="13501"/>
                </a:lnTo>
                <a:lnTo>
                  <a:pt x="32289" y="13279"/>
                </a:lnTo>
                <a:lnTo>
                  <a:pt x="32531" y="13057"/>
                </a:lnTo>
                <a:lnTo>
                  <a:pt x="32773" y="12815"/>
                </a:lnTo>
                <a:lnTo>
                  <a:pt x="32995" y="12553"/>
                </a:lnTo>
                <a:lnTo>
                  <a:pt x="33197" y="12290"/>
                </a:lnTo>
                <a:lnTo>
                  <a:pt x="33439" y="11927"/>
                </a:lnTo>
                <a:lnTo>
                  <a:pt x="33661" y="11544"/>
                </a:lnTo>
                <a:lnTo>
                  <a:pt x="33863" y="11140"/>
                </a:lnTo>
                <a:lnTo>
                  <a:pt x="34044" y="10736"/>
                </a:lnTo>
                <a:lnTo>
                  <a:pt x="34226" y="10333"/>
                </a:lnTo>
                <a:lnTo>
                  <a:pt x="34367" y="9909"/>
                </a:lnTo>
                <a:lnTo>
                  <a:pt x="34670" y="9061"/>
                </a:lnTo>
                <a:lnTo>
                  <a:pt x="34952" y="8274"/>
                </a:lnTo>
                <a:lnTo>
                  <a:pt x="35235" y="7487"/>
                </a:lnTo>
                <a:lnTo>
                  <a:pt x="35416" y="7104"/>
                </a:lnTo>
                <a:lnTo>
                  <a:pt x="35598" y="6741"/>
                </a:lnTo>
                <a:lnTo>
                  <a:pt x="35800" y="6377"/>
                </a:lnTo>
                <a:lnTo>
                  <a:pt x="36022" y="6014"/>
                </a:lnTo>
                <a:lnTo>
                  <a:pt x="36264" y="5671"/>
                </a:lnTo>
                <a:lnTo>
                  <a:pt x="36526" y="5348"/>
                </a:lnTo>
                <a:lnTo>
                  <a:pt x="36809" y="5046"/>
                </a:lnTo>
                <a:lnTo>
                  <a:pt x="37112" y="4743"/>
                </a:lnTo>
                <a:lnTo>
                  <a:pt x="37737" y="4178"/>
                </a:lnTo>
                <a:lnTo>
                  <a:pt x="38383" y="3633"/>
                </a:lnTo>
                <a:lnTo>
                  <a:pt x="39170" y="2947"/>
                </a:lnTo>
                <a:lnTo>
                  <a:pt x="39574" y="2584"/>
                </a:lnTo>
                <a:lnTo>
                  <a:pt x="39937" y="2200"/>
                </a:lnTo>
                <a:lnTo>
                  <a:pt x="40118" y="2019"/>
                </a:lnTo>
                <a:lnTo>
                  <a:pt x="40280" y="1797"/>
                </a:lnTo>
                <a:lnTo>
                  <a:pt x="40340" y="1675"/>
                </a:lnTo>
                <a:lnTo>
                  <a:pt x="40381" y="1554"/>
                </a:lnTo>
                <a:lnTo>
                  <a:pt x="40401" y="1433"/>
                </a:lnTo>
                <a:lnTo>
                  <a:pt x="40421" y="1292"/>
                </a:lnTo>
                <a:lnTo>
                  <a:pt x="40401" y="1191"/>
                </a:lnTo>
                <a:lnTo>
                  <a:pt x="40381" y="1090"/>
                </a:lnTo>
                <a:lnTo>
                  <a:pt x="40340" y="989"/>
                </a:lnTo>
                <a:lnTo>
                  <a:pt x="40280" y="909"/>
                </a:lnTo>
                <a:lnTo>
                  <a:pt x="40159" y="747"/>
                </a:lnTo>
                <a:lnTo>
                  <a:pt x="40018" y="626"/>
                </a:lnTo>
                <a:lnTo>
                  <a:pt x="39836" y="505"/>
                </a:lnTo>
                <a:lnTo>
                  <a:pt x="39674" y="424"/>
                </a:lnTo>
                <a:lnTo>
                  <a:pt x="39392" y="303"/>
                </a:lnTo>
                <a:lnTo>
                  <a:pt x="38908" y="182"/>
                </a:lnTo>
                <a:lnTo>
                  <a:pt x="38423" y="81"/>
                </a:lnTo>
                <a:lnTo>
                  <a:pt x="37939" y="21"/>
                </a:lnTo>
                <a:lnTo>
                  <a:pt x="37455" y="1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99" name="Google Shape;1799;p21"/>
          <p:cNvSpPr/>
          <p:nvPr/>
        </p:nvSpPr>
        <p:spPr>
          <a:xfrm flipH="1">
            <a:off x="652404" y="3641731"/>
            <a:ext cx="1642730" cy="740159"/>
          </a:xfrm>
          <a:custGeom>
            <a:rect b="b" l="l" r="r" t="t"/>
            <a:pathLst>
              <a:path extrusionOk="0" h="13239" w="29383">
                <a:moveTo>
                  <a:pt x="28272" y="81"/>
                </a:moveTo>
                <a:lnTo>
                  <a:pt x="28474" y="102"/>
                </a:lnTo>
                <a:lnTo>
                  <a:pt x="28696" y="142"/>
                </a:lnTo>
                <a:lnTo>
                  <a:pt x="28898" y="202"/>
                </a:lnTo>
                <a:lnTo>
                  <a:pt x="29019" y="243"/>
                </a:lnTo>
                <a:lnTo>
                  <a:pt x="29140" y="303"/>
                </a:lnTo>
                <a:lnTo>
                  <a:pt x="29201" y="364"/>
                </a:lnTo>
                <a:lnTo>
                  <a:pt x="29261" y="404"/>
                </a:lnTo>
                <a:lnTo>
                  <a:pt x="29281" y="465"/>
                </a:lnTo>
                <a:lnTo>
                  <a:pt x="29302" y="545"/>
                </a:lnTo>
                <a:lnTo>
                  <a:pt x="29302" y="626"/>
                </a:lnTo>
                <a:lnTo>
                  <a:pt x="29281" y="707"/>
                </a:lnTo>
                <a:lnTo>
                  <a:pt x="29201" y="848"/>
                </a:lnTo>
                <a:lnTo>
                  <a:pt x="29059" y="1070"/>
                </a:lnTo>
                <a:lnTo>
                  <a:pt x="28918" y="1272"/>
                </a:lnTo>
                <a:lnTo>
                  <a:pt x="28595" y="1676"/>
                </a:lnTo>
                <a:lnTo>
                  <a:pt x="28232" y="2079"/>
                </a:lnTo>
                <a:lnTo>
                  <a:pt x="27889" y="2442"/>
                </a:lnTo>
                <a:lnTo>
                  <a:pt x="27566" y="2785"/>
                </a:lnTo>
                <a:lnTo>
                  <a:pt x="27263" y="3129"/>
                </a:lnTo>
                <a:lnTo>
                  <a:pt x="26961" y="3492"/>
                </a:lnTo>
                <a:lnTo>
                  <a:pt x="26698" y="3855"/>
                </a:lnTo>
                <a:lnTo>
                  <a:pt x="26476" y="4198"/>
                </a:lnTo>
                <a:lnTo>
                  <a:pt x="26295" y="4521"/>
                </a:lnTo>
                <a:lnTo>
                  <a:pt x="26133" y="4884"/>
                </a:lnTo>
                <a:lnTo>
                  <a:pt x="25972" y="5247"/>
                </a:lnTo>
                <a:lnTo>
                  <a:pt x="25689" y="5974"/>
                </a:lnTo>
                <a:lnTo>
                  <a:pt x="25447" y="6721"/>
                </a:lnTo>
                <a:lnTo>
                  <a:pt x="25124" y="7649"/>
                </a:lnTo>
                <a:lnTo>
                  <a:pt x="24943" y="8113"/>
                </a:lnTo>
                <a:lnTo>
                  <a:pt x="24741" y="8557"/>
                </a:lnTo>
                <a:lnTo>
                  <a:pt x="24539" y="8981"/>
                </a:lnTo>
                <a:lnTo>
                  <a:pt x="24297" y="9405"/>
                </a:lnTo>
                <a:lnTo>
                  <a:pt x="24014" y="9788"/>
                </a:lnTo>
                <a:lnTo>
                  <a:pt x="23853" y="9990"/>
                </a:lnTo>
                <a:lnTo>
                  <a:pt x="23692" y="10171"/>
                </a:lnTo>
                <a:lnTo>
                  <a:pt x="23409" y="10414"/>
                </a:lnTo>
                <a:lnTo>
                  <a:pt x="23106" y="10676"/>
                </a:lnTo>
                <a:lnTo>
                  <a:pt x="22784" y="10898"/>
                </a:lnTo>
                <a:lnTo>
                  <a:pt x="22420" y="11100"/>
                </a:lnTo>
                <a:lnTo>
                  <a:pt x="22017" y="11301"/>
                </a:lnTo>
                <a:lnTo>
                  <a:pt x="21593" y="11483"/>
                </a:lnTo>
                <a:lnTo>
                  <a:pt x="21129" y="11645"/>
                </a:lnTo>
                <a:lnTo>
                  <a:pt x="20644" y="11786"/>
                </a:lnTo>
                <a:lnTo>
                  <a:pt x="19958" y="11947"/>
                </a:lnTo>
                <a:lnTo>
                  <a:pt x="19272" y="12088"/>
                </a:lnTo>
                <a:lnTo>
                  <a:pt x="18566" y="12210"/>
                </a:lnTo>
                <a:lnTo>
                  <a:pt x="17880" y="12290"/>
                </a:lnTo>
                <a:lnTo>
                  <a:pt x="17173" y="12371"/>
                </a:lnTo>
                <a:lnTo>
                  <a:pt x="16467" y="12432"/>
                </a:lnTo>
                <a:lnTo>
                  <a:pt x="15075" y="12532"/>
                </a:lnTo>
                <a:lnTo>
                  <a:pt x="14106" y="12593"/>
                </a:lnTo>
                <a:lnTo>
                  <a:pt x="12774" y="12694"/>
                </a:lnTo>
                <a:lnTo>
                  <a:pt x="11442" y="12815"/>
                </a:lnTo>
                <a:lnTo>
                  <a:pt x="9142" y="12997"/>
                </a:lnTo>
                <a:lnTo>
                  <a:pt x="7971" y="13077"/>
                </a:lnTo>
                <a:lnTo>
                  <a:pt x="6801" y="13138"/>
                </a:lnTo>
                <a:lnTo>
                  <a:pt x="5630" y="13158"/>
                </a:lnTo>
                <a:lnTo>
                  <a:pt x="4480" y="13158"/>
                </a:lnTo>
                <a:lnTo>
                  <a:pt x="3895" y="13138"/>
                </a:lnTo>
                <a:lnTo>
                  <a:pt x="3310" y="13098"/>
                </a:lnTo>
                <a:lnTo>
                  <a:pt x="2725" y="13057"/>
                </a:lnTo>
                <a:lnTo>
                  <a:pt x="2139" y="12976"/>
                </a:lnTo>
                <a:lnTo>
                  <a:pt x="1857" y="12936"/>
                </a:lnTo>
                <a:lnTo>
                  <a:pt x="1554" y="12855"/>
                </a:lnTo>
                <a:lnTo>
                  <a:pt x="1251" y="12754"/>
                </a:lnTo>
                <a:lnTo>
                  <a:pt x="969" y="12613"/>
                </a:lnTo>
                <a:lnTo>
                  <a:pt x="707" y="12452"/>
                </a:lnTo>
                <a:lnTo>
                  <a:pt x="485" y="12270"/>
                </a:lnTo>
                <a:lnTo>
                  <a:pt x="384" y="12169"/>
                </a:lnTo>
                <a:lnTo>
                  <a:pt x="303" y="12048"/>
                </a:lnTo>
                <a:lnTo>
                  <a:pt x="222" y="11947"/>
                </a:lnTo>
                <a:lnTo>
                  <a:pt x="162" y="11826"/>
                </a:lnTo>
                <a:lnTo>
                  <a:pt x="121" y="11685"/>
                </a:lnTo>
                <a:lnTo>
                  <a:pt x="81" y="11544"/>
                </a:lnTo>
                <a:lnTo>
                  <a:pt x="81" y="11382"/>
                </a:lnTo>
                <a:lnTo>
                  <a:pt x="101" y="11241"/>
                </a:lnTo>
                <a:lnTo>
                  <a:pt x="142" y="11079"/>
                </a:lnTo>
                <a:lnTo>
                  <a:pt x="202" y="10938"/>
                </a:lnTo>
                <a:lnTo>
                  <a:pt x="283" y="10777"/>
                </a:lnTo>
                <a:lnTo>
                  <a:pt x="384" y="10615"/>
                </a:lnTo>
                <a:lnTo>
                  <a:pt x="646" y="10313"/>
                </a:lnTo>
                <a:lnTo>
                  <a:pt x="929" y="10010"/>
                </a:lnTo>
                <a:lnTo>
                  <a:pt x="1272" y="9727"/>
                </a:lnTo>
                <a:lnTo>
                  <a:pt x="1635" y="9465"/>
                </a:lnTo>
                <a:lnTo>
                  <a:pt x="2038" y="9203"/>
                </a:lnTo>
                <a:lnTo>
                  <a:pt x="2422" y="8940"/>
                </a:lnTo>
                <a:lnTo>
                  <a:pt x="3229" y="8476"/>
                </a:lnTo>
                <a:lnTo>
                  <a:pt x="4016" y="7992"/>
                </a:lnTo>
                <a:lnTo>
                  <a:pt x="5005" y="7407"/>
                </a:lnTo>
                <a:lnTo>
                  <a:pt x="6014" y="6821"/>
                </a:lnTo>
                <a:lnTo>
                  <a:pt x="7063" y="6277"/>
                </a:lnTo>
                <a:lnTo>
                  <a:pt x="8153" y="5732"/>
                </a:lnTo>
                <a:lnTo>
                  <a:pt x="9283" y="5207"/>
                </a:lnTo>
                <a:lnTo>
                  <a:pt x="10433" y="4682"/>
                </a:lnTo>
                <a:lnTo>
                  <a:pt x="11644" y="4198"/>
                </a:lnTo>
                <a:lnTo>
                  <a:pt x="12895" y="3714"/>
                </a:lnTo>
                <a:lnTo>
                  <a:pt x="14146" y="3250"/>
                </a:lnTo>
                <a:lnTo>
                  <a:pt x="15438" y="2826"/>
                </a:lnTo>
                <a:lnTo>
                  <a:pt x="16790" y="2382"/>
                </a:lnTo>
                <a:lnTo>
                  <a:pt x="18182" y="1958"/>
                </a:lnTo>
                <a:lnTo>
                  <a:pt x="19151" y="1676"/>
                </a:lnTo>
                <a:lnTo>
                  <a:pt x="20180" y="1393"/>
                </a:lnTo>
                <a:lnTo>
                  <a:pt x="21250" y="1111"/>
                </a:lnTo>
                <a:lnTo>
                  <a:pt x="22380" y="848"/>
                </a:lnTo>
                <a:lnTo>
                  <a:pt x="23550" y="606"/>
                </a:lnTo>
                <a:lnTo>
                  <a:pt x="24761" y="404"/>
                </a:lnTo>
                <a:lnTo>
                  <a:pt x="25972" y="223"/>
                </a:lnTo>
                <a:lnTo>
                  <a:pt x="26598" y="162"/>
                </a:lnTo>
                <a:lnTo>
                  <a:pt x="27223" y="102"/>
                </a:lnTo>
                <a:lnTo>
                  <a:pt x="27647" y="81"/>
                </a:lnTo>
                <a:close/>
                <a:moveTo>
                  <a:pt x="27647" y="1"/>
                </a:moveTo>
                <a:lnTo>
                  <a:pt x="27223" y="21"/>
                </a:lnTo>
                <a:lnTo>
                  <a:pt x="26598" y="81"/>
                </a:lnTo>
                <a:lnTo>
                  <a:pt x="25972" y="142"/>
                </a:lnTo>
                <a:lnTo>
                  <a:pt x="24741" y="324"/>
                </a:lnTo>
                <a:lnTo>
                  <a:pt x="23550" y="525"/>
                </a:lnTo>
                <a:lnTo>
                  <a:pt x="22360" y="767"/>
                </a:lnTo>
                <a:lnTo>
                  <a:pt x="21230" y="1030"/>
                </a:lnTo>
                <a:lnTo>
                  <a:pt x="20160" y="1312"/>
                </a:lnTo>
                <a:lnTo>
                  <a:pt x="19131" y="1595"/>
                </a:lnTo>
                <a:lnTo>
                  <a:pt x="18162" y="1877"/>
                </a:lnTo>
                <a:lnTo>
                  <a:pt x="16750" y="2301"/>
                </a:lnTo>
                <a:lnTo>
                  <a:pt x="15418" y="2745"/>
                </a:lnTo>
                <a:lnTo>
                  <a:pt x="14106" y="3189"/>
                </a:lnTo>
                <a:lnTo>
                  <a:pt x="12855" y="3633"/>
                </a:lnTo>
                <a:lnTo>
                  <a:pt x="11604" y="4117"/>
                </a:lnTo>
                <a:lnTo>
                  <a:pt x="10413" y="4622"/>
                </a:lnTo>
                <a:lnTo>
                  <a:pt x="9243" y="5126"/>
                </a:lnTo>
                <a:lnTo>
                  <a:pt x="8113" y="5651"/>
                </a:lnTo>
                <a:lnTo>
                  <a:pt x="7023" y="6196"/>
                </a:lnTo>
                <a:lnTo>
                  <a:pt x="5974" y="6761"/>
                </a:lnTo>
                <a:lnTo>
                  <a:pt x="4965" y="7326"/>
                </a:lnTo>
                <a:lnTo>
                  <a:pt x="3976" y="7931"/>
                </a:lnTo>
                <a:lnTo>
                  <a:pt x="3189" y="8396"/>
                </a:lnTo>
                <a:lnTo>
                  <a:pt x="2381" y="8880"/>
                </a:lnTo>
                <a:lnTo>
                  <a:pt x="1978" y="9142"/>
                </a:lnTo>
                <a:lnTo>
                  <a:pt x="1594" y="9405"/>
                </a:lnTo>
                <a:lnTo>
                  <a:pt x="1211" y="9667"/>
                </a:lnTo>
                <a:lnTo>
                  <a:pt x="888" y="9949"/>
                </a:lnTo>
                <a:lnTo>
                  <a:pt x="585" y="10252"/>
                </a:lnTo>
                <a:lnTo>
                  <a:pt x="444" y="10414"/>
                </a:lnTo>
                <a:lnTo>
                  <a:pt x="323" y="10575"/>
                </a:lnTo>
                <a:lnTo>
                  <a:pt x="202" y="10736"/>
                </a:lnTo>
                <a:lnTo>
                  <a:pt x="121" y="10898"/>
                </a:lnTo>
                <a:lnTo>
                  <a:pt x="61" y="11059"/>
                </a:lnTo>
                <a:lnTo>
                  <a:pt x="20" y="11241"/>
                </a:lnTo>
                <a:lnTo>
                  <a:pt x="0" y="11382"/>
                </a:lnTo>
                <a:lnTo>
                  <a:pt x="0" y="11544"/>
                </a:lnTo>
                <a:lnTo>
                  <a:pt x="41" y="11705"/>
                </a:lnTo>
                <a:lnTo>
                  <a:pt x="101" y="11867"/>
                </a:lnTo>
                <a:lnTo>
                  <a:pt x="202" y="12048"/>
                </a:lnTo>
                <a:lnTo>
                  <a:pt x="343" y="12230"/>
                </a:lnTo>
                <a:lnTo>
                  <a:pt x="545" y="12411"/>
                </a:lnTo>
                <a:lnTo>
                  <a:pt x="787" y="12593"/>
                </a:lnTo>
                <a:lnTo>
                  <a:pt x="1070" y="12754"/>
                </a:lnTo>
                <a:lnTo>
                  <a:pt x="1393" y="12896"/>
                </a:lnTo>
                <a:lnTo>
                  <a:pt x="1736" y="12997"/>
                </a:lnTo>
                <a:lnTo>
                  <a:pt x="2139" y="13057"/>
                </a:lnTo>
                <a:lnTo>
                  <a:pt x="2947" y="13158"/>
                </a:lnTo>
                <a:lnTo>
                  <a:pt x="3754" y="13198"/>
                </a:lnTo>
                <a:lnTo>
                  <a:pt x="4561" y="13239"/>
                </a:lnTo>
                <a:lnTo>
                  <a:pt x="6135" y="13239"/>
                </a:lnTo>
                <a:lnTo>
                  <a:pt x="6902" y="13219"/>
                </a:lnTo>
                <a:lnTo>
                  <a:pt x="8435" y="13138"/>
                </a:lnTo>
                <a:lnTo>
                  <a:pt x="9949" y="13017"/>
                </a:lnTo>
                <a:lnTo>
                  <a:pt x="11442" y="12896"/>
                </a:lnTo>
                <a:lnTo>
                  <a:pt x="12774" y="12775"/>
                </a:lnTo>
                <a:lnTo>
                  <a:pt x="14106" y="12674"/>
                </a:lnTo>
                <a:lnTo>
                  <a:pt x="15075" y="12613"/>
                </a:lnTo>
                <a:lnTo>
                  <a:pt x="16467" y="12512"/>
                </a:lnTo>
                <a:lnTo>
                  <a:pt x="17173" y="12452"/>
                </a:lnTo>
                <a:lnTo>
                  <a:pt x="17880" y="12371"/>
                </a:lnTo>
                <a:lnTo>
                  <a:pt x="18586" y="12290"/>
                </a:lnTo>
                <a:lnTo>
                  <a:pt x="19272" y="12169"/>
                </a:lnTo>
                <a:lnTo>
                  <a:pt x="19978" y="12028"/>
                </a:lnTo>
                <a:lnTo>
                  <a:pt x="20665" y="11867"/>
                </a:lnTo>
                <a:lnTo>
                  <a:pt x="21149" y="11705"/>
                </a:lnTo>
                <a:lnTo>
                  <a:pt x="21613" y="11544"/>
                </a:lnTo>
                <a:lnTo>
                  <a:pt x="22057" y="11362"/>
                </a:lnTo>
                <a:lnTo>
                  <a:pt x="22461" y="11180"/>
                </a:lnTo>
                <a:lnTo>
                  <a:pt x="22824" y="10958"/>
                </a:lnTo>
                <a:lnTo>
                  <a:pt x="23167" y="10736"/>
                </a:lnTo>
                <a:lnTo>
                  <a:pt x="23470" y="10474"/>
                </a:lnTo>
                <a:lnTo>
                  <a:pt x="23752" y="10212"/>
                </a:lnTo>
                <a:lnTo>
                  <a:pt x="23914" y="10030"/>
                </a:lnTo>
                <a:lnTo>
                  <a:pt x="24075" y="9849"/>
                </a:lnTo>
                <a:lnTo>
                  <a:pt x="24358" y="9445"/>
                </a:lnTo>
                <a:lnTo>
                  <a:pt x="24600" y="9021"/>
                </a:lnTo>
                <a:lnTo>
                  <a:pt x="24822" y="8597"/>
                </a:lnTo>
                <a:lnTo>
                  <a:pt x="25023" y="8133"/>
                </a:lnTo>
                <a:lnTo>
                  <a:pt x="25185" y="7669"/>
                </a:lnTo>
                <a:lnTo>
                  <a:pt x="25508" y="6741"/>
                </a:lnTo>
                <a:lnTo>
                  <a:pt x="25770" y="6014"/>
                </a:lnTo>
                <a:lnTo>
                  <a:pt x="26053" y="5268"/>
                </a:lnTo>
                <a:lnTo>
                  <a:pt x="26194" y="4925"/>
                </a:lnTo>
                <a:lnTo>
                  <a:pt x="26376" y="4561"/>
                </a:lnTo>
                <a:lnTo>
                  <a:pt x="26557" y="4238"/>
                </a:lnTo>
                <a:lnTo>
                  <a:pt x="26759" y="3895"/>
                </a:lnTo>
                <a:lnTo>
                  <a:pt x="27021" y="3532"/>
                </a:lnTo>
                <a:lnTo>
                  <a:pt x="27324" y="3169"/>
                </a:lnTo>
                <a:lnTo>
                  <a:pt x="27627" y="2826"/>
                </a:lnTo>
                <a:lnTo>
                  <a:pt x="27950" y="2503"/>
                </a:lnTo>
                <a:lnTo>
                  <a:pt x="28293" y="2120"/>
                </a:lnTo>
                <a:lnTo>
                  <a:pt x="28656" y="1736"/>
                </a:lnTo>
                <a:lnTo>
                  <a:pt x="28979" y="1333"/>
                </a:lnTo>
                <a:lnTo>
                  <a:pt x="29120" y="1111"/>
                </a:lnTo>
                <a:lnTo>
                  <a:pt x="29261" y="889"/>
                </a:lnTo>
                <a:lnTo>
                  <a:pt x="29362" y="727"/>
                </a:lnTo>
                <a:lnTo>
                  <a:pt x="29382" y="626"/>
                </a:lnTo>
                <a:lnTo>
                  <a:pt x="29382" y="545"/>
                </a:lnTo>
                <a:lnTo>
                  <a:pt x="29362" y="445"/>
                </a:lnTo>
                <a:lnTo>
                  <a:pt x="29322" y="364"/>
                </a:lnTo>
                <a:lnTo>
                  <a:pt x="29261" y="303"/>
                </a:lnTo>
                <a:lnTo>
                  <a:pt x="29201" y="243"/>
                </a:lnTo>
                <a:lnTo>
                  <a:pt x="29059" y="162"/>
                </a:lnTo>
                <a:lnTo>
                  <a:pt x="28918" y="122"/>
                </a:lnTo>
                <a:lnTo>
                  <a:pt x="28716" y="61"/>
                </a:lnTo>
                <a:lnTo>
                  <a:pt x="28494" y="21"/>
                </a:lnTo>
                <a:lnTo>
                  <a:pt x="28293" y="1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00" name="Google Shape;1800;p21"/>
          <p:cNvSpPr/>
          <p:nvPr/>
        </p:nvSpPr>
        <p:spPr>
          <a:xfrm flipH="1">
            <a:off x="1224411" y="4052419"/>
            <a:ext cx="235874" cy="188464"/>
          </a:xfrm>
          <a:custGeom>
            <a:rect b="b" l="l" r="r" t="t"/>
            <a:pathLst>
              <a:path extrusionOk="0" h="3371" w="4219">
                <a:moveTo>
                  <a:pt x="3875" y="81"/>
                </a:moveTo>
                <a:lnTo>
                  <a:pt x="3976" y="101"/>
                </a:lnTo>
                <a:lnTo>
                  <a:pt x="4057" y="182"/>
                </a:lnTo>
                <a:lnTo>
                  <a:pt x="4097" y="263"/>
                </a:lnTo>
                <a:lnTo>
                  <a:pt x="4137" y="363"/>
                </a:lnTo>
                <a:lnTo>
                  <a:pt x="4137" y="464"/>
                </a:lnTo>
                <a:lnTo>
                  <a:pt x="4137" y="585"/>
                </a:lnTo>
                <a:lnTo>
                  <a:pt x="4077" y="807"/>
                </a:lnTo>
                <a:lnTo>
                  <a:pt x="3936" y="1130"/>
                </a:lnTo>
                <a:lnTo>
                  <a:pt x="3794" y="1433"/>
                </a:lnTo>
                <a:lnTo>
                  <a:pt x="3613" y="1715"/>
                </a:lnTo>
                <a:lnTo>
                  <a:pt x="3411" y="1998"/>
                </a:lnTo>
                <a:lnTo>
                  <a:pt x="3189" y="2240"/>
                </a:lnTo>
                <a:lnTo>
                  <a:pt x="2947" y="2482"/>
                </a:lnTo>
                <a:lnTo>
                  <a:pt x="2684" y="2684"/>
                </a:lnTo>
                <a:lnTo>
                  <a:pt x="2422" y="2866"/>
                </a:lnTo>
                <a:lnTo>
                  <a:pt x="2180" y="2967"/>
                </a:lnTo>
                <a:lnTo>
                  <a:pt x="1897" y="3088"/>
                </a:lnTo>
                <a:lnTo>
                  <a:pt x="1575" y="3189"/>
                </a:lnTo>
                <a:lnTo>
                  <a:pt x="1252" y="3249"/>
                </a:lnTo>
                <a:lnTo>
                  <a:pt x="929" y="3290"/>
                </a:lnTo>
                <a:lnTo>
                  <a:pt x="626" y="3290"/>
                </a:lnTo>
                <a:lnTo>
                  <a:pt x="505" y="3269"/>
                </a:lnTo>
                <a:lnTo>
                  <a:pt x="384" y="3249"/>
                </a:lnTo>
                <a:lnTo>
                  <a:pt x="283" y="3209"/>
                </a:lnTo>
                <a:lnTo>
                  <a:pt x="202" y="3148"/>
                </a:lnTo>
                <a:lnTo>
                  <a:pt x="142" y="3088"/>
                </a:lnTo>
                <a:lnTo>
                  <a:pt x="122" y="3007"/>
                </a:lnTo>
                <a:lnTo>
                  <a:pt x="101" y="2926"/>
                </a:lnTo>
                <a:lnTo>
                  <a:pt x="81" y="2846"/>
                </a:lnTo>
                <a:lnTo>
                  <a:pt x="101" y="2745"/>
                </a:lnTo>
                <a:lnTo>
                  <a:pt x="122" y="2624"/>
                </a:lnTo>
                <a:lnTo>
                  <a:pt x="222" y="2381"/>
                </a:lnTo>
                <a:lnTo>
                  <a:pt x="344" y="2159"/>
                </a:lnTo>
                <a:lnTo>
                  <a:pt x="485" y="1958"/>
                </a:lnTo>
                <a:lnTo>
                  <a:pt x="666" y="1756"/>
                </a:lnTo>
                <a:lnTo>
                  <a:pt x="848" y="1574"/>
                </a:lnTo>
                <a:lnTo>
                  <a:pt x="1070" y="1393"/>
                </a:lnTo>
                <a:lnTo>
                  <a:pt x="1292" y="1231"/>
                </a:lnTo>
                <a:lnTo>
                  <a:pt x="1534" y="1070"/>
                </a:lnTo>
                <a:lnTo>
                  <a:pt x="1776" y="928"/>
                </a:lnTo>
                <a:lnTo>
                  <a:pt x="2261" y="666"/>
                </a:lnTo>
                <a:lnTo>
                  <a:pt x="2765" y="444"/>
                </a:lnTo>
                <a:lnTo>
                  <a:pt x="3229" y="263"/>
                </a:lnTo>
                <a:lnTo>
                  <a:pt x="3653" y="101"/>
                </a:lnTo>
                <a:lnTo>
                  <a:pt x="3774" y="81"/>
                </a:lnTo>
                <a:close/>
                <a:moveTo>
                  <a:pt x="3754" y="0"/>
                </a:moveTo>
                <a:lnTo>
                  <a:pt x="3633" y="41"/>
                </a:lnTo>
                <a:lnTo>
                  <a:pt x="3209" y="182"/>
                </a:lnTo>
                <a:lnTo>
                  <a:pt x="2725" y="363"/>
                </a:lnTo>
                <a:lnTo>
                  <a:pt x="2220" y="606"/>
                </a:lnTo>
                <a:lnTo>
                  <a:pt x="1716" y="868"/>
                </a:lnTo>
                <a:lnTo>
                  <a:pt x="1474" y="1009"/>
                </a:lnTo>
                <a:lnTo>
                  <a:pt x="1231" y="1171"/>
                </a:lnTo>
                <a:lnTo>
                  <a:pt x="1009" y="1352"/>
                </a:lnTo>
                <a:lnTo>
                  <a:pt x="787" y="1514"/>
                </a:lnTo>
                <a:lnTo>
                  <a:pt x="606" y="1715"/>
                </a:lnTo>
                <a:lnTo>
                  <a:pt x="424" y="1917"/>
                </a:lnTo>
                <a:lnTo>
                  <a:pt x="283" y="2119"/>
                </a:lnTo>
                <a:lnTo>
                  <a:pt x="142" y="2341"/>
                </a:lnTo>
                <a:lnTo>
                  <a:pt x="81" y="2482"/>
                </a:lnTo>
                <a:lnTo>
                  <a:pt x="41" y="2624"/>
                </a:lnTo>
                <a:lnTo>
                  <a:pt x="21" y="2745"/>
                </a:lnTo>
                <a:lnTo>
                  <a:pt x="0" y="2866"/>
                </a:lnTo>
                <a:lnTo>
                  <a:pt x="21" y="2967"/>
                </a:lnTo>
                <a:lnTo>
                  <a:pt x="41" y="3047"/>
                </a:lnTo>
                <a:lnTo>
                  <a:pt x="81" y="3128"/>
                </a:lnTo>
                <a:lnTo>
                  <a:pt x="142" y="3209"/>
                </a:lnTo>
                <a:lnTo>
                  <a:pt x="263" y="3290"/>
                </a:lnTo>
                <a:lnTo>
                  <a:pt x="404" y="3330"/>
                </a:lnTo>
                <a:lnTo>
                  <a:pt x="586" y="3370"/>
                </a:lnTo>
                <a:lnTo>
                  <a:pt x="989" y="3370"/>
                </a:lnTo>
                <a:lnTo>
                  <a:pt x="1211" y="3350"/>
                </a:lnTo>
                <a:lnTo>
                  <a:pt x="1453" y="3290"/>
                </a:lnTo>
                <a:lnTo>
                  <a:pt x="1675" y="3229"/>
                </a:lnTo>
                <a:lnTo>
                  <a:pt x="2119" y="3088"/>
                </a:lnTo>
                <a:lnTo>
                  <a:pt x="2301" y="3007"/>
                </a:lnTo>
                <a:lnTo>
                  <a:pt x="2462" y="2926"/>
                </a:lnTo>
                <a:lnTo>
                  <a:pt x="2745" y="2745"/>
                </a:lnTo>
                <a:lnTo>
                  <a:pt x="3007" y="2543"/>
                </a:lnTo>
                <a:lnTo>
                  <a:pt x="3249" y="2301"/>
                </a:lnTo>
                <a:lnTo>
                  <a:pt x="3471" y="2038"/>
                </a:lnTo>
                <a:lnTo>
                  <a:pt x="3673" y="1776"/>
                </a:lnTo>
                <a:lnTo>
                  <a:pt x="3855" y="1473"/>
                </a:lnTo>
                <a:lnTo>
                  <a:pt x="4016" y="1150"/>
                </a:lnTo>
                <a:lnTo>
                  <a:pt x="4137" y="828"/>
                </a:lnTo>
                <a:lnTo>
                  <a:pt x="4218" y="585"/>
                </a:lnTo>
                <a:lnTo>
                  <a:pt x="4218" y="464"/>
                </a:lnTo>
                <a:lnTo>
                  <a:pt x="4218" y="343"/>
                </a:lnTo>
                <a:lnTo>
                  <a:pt x="4178" y="222"/>
                </a:lnTo>
                <a:lnTo>
                  <a:pt x="4097" y="121"/>
                </a:lnTo>
                <a:lnTo>
                  <a:pt x="3996" y="41"/>
                </a:lnTo>
                <a:lnTo>
                  <a:pt x="3956" y="0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01" name="Google Shape;1801;p21"/>
          <p:cNvSpPr/>
          <p:nvPr/>
        </p:nvSpPr>
        <p:spPr>
          <a:xfrm>
            <a:off x="8496749" y="3852866"/>
            <a:ext cx="597600" cy="5976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02" name="Google Shape;1802;p21"/>
          <p:cNvSpPr/>
          <p:nvPr/>
        </p:nvSpPr>
        <p:spPr>
          <a:xfrm rot="5400000">
            <a:off x="8496749" y="4457968"/>
            <a:ext cx="597600" cy="597600"/>
          </a:xfrm>
          <a:prstGeom prst="rtTriangle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803" name="Google Shape;1803;p21"/>
          <p:cNvGrpSpPr/>
          <p:nvPr/>
        </p:nvGrpSpPr>
        <p:grpSpPr>
          <a:xfrm>
            <a:off x="7825917" y="95832"/>
            <a:ext cx="1209708" cy="530878"/>
            <a:chOff x="7825917" y="-56568"/>
            <a:chExt cx="1209708" cy="530878"/>
          </a:xfrm>
        </p:grpSpPr>
        <p:sp>
          <p:nvSpPr>
            <p:cNvPr id="1804" name="Google Shape;1804;p21"/>
            <p:cNvSpPr/>
            <p:nvPr/>
          </p:nvSpPr>
          <p:spPr>
            <a:xfrm>
              <a:off x="8814401" y="-52770"/>
              <a:ext cx="56484" cy="52685"/>
            </a:xfrm>
            <a:custGeom>
              <a:rect b="b" l="l" r="r" t="t"/>
              <a:pathLst>
                <a:path extrusionOk="0" h="1387" w="1487">
                  <a:moveTo>
                    <a:pt x="764" y="1"/>
                  </a:moveTo>
                  <a:lnTo>
                    <a:pt x="663" y="222"/>
                  </a:lnTo>
                  <a:lnTo>
                    <a:pt x="603" y="322"/>
                  </a:lnTo>
                  <a:lnTo>
                    <a:pt x="543" y="402"/>
                  </a:lnTo>
                  <a:lnTo>
                    <a:pt x="422" y="483"/>
                  </a:lnTo>
                  <a:lnTo>
                    <a:pt x="302" y="543"/>
                  </a:lnTo>
                  <a:lnTo>
                    <a:pt x="1" y="703"/>
                  </a:lnTo>
                  <a:lnTo>
                    <a:pt x="262" y="824"/>
                  </a:lnTo>
                  <a:lnTo>
                    <a:pt x="483" y="985"/>
                  </a:lnTo>
                  <a:lnTo>
                    <a:pt x="583" y="1065"/>
                  </a:lnTo>
                  <a:lnTo>
                    <a:pt x="643" y="1165"/>
                  </a:lnTo>
                  <a:lnTo>
                    <a:pt x="723" y="1266"/>
                  </a:lnTo>
                  <a:lnTo>
                    <a:pt x="764" y="1386"/>
                  </a:lnTo>
                  <a:lnTo>
                    <a:pt x="1486" y="703"/>
                  </a:lnTo>
                  <a:lnTo>
                    <a:pt x="764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05" name="Google Shape;1805;p21"/>
            <p:cNvSpPr/>
            <p:nvPr/>
          </p:nvSpPr>
          <p:spPr>
            <a:xfrm>
              <a:off x="8815920" y="413268"/>
              <a:ext cx="57243" cy="55724"/>
            </a:xfrm>
            <a:custGeom>
              <a:rect b="b" l="l" r="r" t="t"/>
              <a:pathLst>
                <a:path extrusionOk="0" h="1467" w="1507">
                  <a:moveTo>
                    <a:pt x="683" y="0"/>
                  </a:moveTo>
                  <a:lnTo>
                    <a:pt x="663" y="161"/>
                  </a:lnTo>
                  <a:lnTo>
                    <a:pt x="603" y="281"/>
                  </a:lnTo>
                  <a:lnTo>
                    <a:pt x="523" y="362"/>
                  </a:lnTo>
                  <a:lnTo>
                    <a:pt x="422" y="442"/>
                  </a:lnTo>
                  <a:lnTo>
                    <a:pt x="202" y="583"/>
                  </a:lnTo>
                  <a:lnTo>
                    <a:pt x="81" y="663"/>
                  </a:lnTo>
                  <a:lnTo>
                    <a:pt x="1" y="743"/>
                  </a:lnTo>
                  <a:lnTo>
                    <a:pt x="222" y="884"/>
                  </a:lnTo>
                  <a:lnTo>
                    <a:pt x="443" y="1004"/>
                  </a:lnTo>
                  <a:lnTo>
                    <a:pt x="523" y="1105"/>
                  </a:lnTo>
                  <a:lnTo>
                    <a:pt x="603" y="1205"/>
                  </a:lnTo>
                  <a:lnTo>
                    <a:pt x="663" y="1326"/>
                  </a:lnTo>
                  <a:lnTo>
                    <a:pt x="683" y="1466"/>
                  </a:lnTo>
                  <a:lnTo>
                    <a:pt x="764" y="1446"/>
                  </a:lnTo>
                  <a:lnTo>
                    <a:pt x="824" y="1406"/>
                  </a:lnTo>
                  <a:lnTo>
                    <a:pt x="864" y="1346"/>
                  </a:lnTo>
                  <a:lnTo>
                    <a:pt x="904" y="1285"/>
                  </a:lnTo>
                  <a:lnTo>
                    <a:pt x="965" y="1145"/>
                  </a:lnTo>
                  <a:lnTo>
                    <a:pt x="985" y="1085"/>
                  </a:lnTo>
                  <a:lnTo>
                    <a:pt x="1025" y="1044"/>
                  </a:lnTo>
                  <a:lnTo>
                    <a:pt x="1145" y="964"/>
                  </a:lnTo>
                  <a:lnTo>
                    <a:pt x="1266" y="884"/>
                  </a:lnTo>
                  <a:lnTo>
                    <a:pt x="1507" y="743"/>
                  </a:lnTo>
                  <a:lnTo>
                    <a:pt x="68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06" name="Google Shape;1806;p21"/>
            <p:cNvSpPr/>
            <p:nvPr/>
          </p:nvSpPr>
          <p:spPr>
            <a:xfrm>
              <a:off x="8650419" y="414788"/>
              <a:ext cx="58003" cy="51888"/>
            </a:xfrm>
            <a:custGeom>
              <a:rect b="b" l="l" r="r" t="t"/>
              <a:pathLst>
                <a:path extrusionOk="0" h="1366" w="1527">
                  <a:moveTo>
                    <a:pt x="703" y="0"/>
                  </a:moveTo>
                  <a:lnTo>
                    <a:pt x="663" y="121"/>
                  </a:lnTo>
                  <a:lnTo>
                    <a:pt x="623" y="221"/>
                  </a:lnTo>
                  <a:lnTo>
                    <a:pt x="563" y="322"/>
                  </a:lnTo>
                  <a:lnTo>
                    <a:pt x="462" y="402"/>
                  </a:lnTo>
                  <a:lnTo>
                    <a:pt x="382" y="462"/>
                  </a:lnTo>
                  <a:lnTo>
                    <a:pt x="262" y="522"/>
                  </a:lnTo>
                  <a:lnTo>
                    <a:pt x="1" y="623"/>
                  </a:lnTo>
                  <a:lnTo>
                    <a:pt x="41" y="683"/>
                  </a:lnTo>
                  <a:lnTo>
                    <a:pt x="61" y="723"/>
                  </a:lnTo>
                  <a:lnTo>
                    <a:pt x="161" y="804"/>
                  </a:lnTo>
                  <a:lnTo>
                    <a:pt x="282" y="884"/>
                  </a:lnTo>
                  <a:lnTo>
                    <a:pt x="402" y="924"/>
                  </a:lnTo>
                  <a:lnTo>
                    <a:pt x="523" y="1004"/>
                  </a:lnTo>
                  <a:lnTo>
                    <a:pt x="623" y="1085"/>
                  </a:lnTo>
                  <a:lnTo>
                    <a:pt x="643" y="1125"/>
                  </a:lnTo>
                  <a:lnTo>
                    <a:pt x="683" y="1185"/>
                  </a:lnTo>
                  <a:lnTo>
                    <a:pt x="683" y="1265"/>
                  </a:lnTo>
                  <a:lnTo>
                    <a:pt x="683" y="1346"/>
                  </a:lnTo>
                  <a:lnTo>
                    <a:pt x="743" y="1366"/>
                  </a:lnTo>
                  <a:lnTo>
                    <a:pt x="784" y="1366"/>
                  </a:lnTo>
                  <a:lnTo>
                    <a:pt x="1527" y="663"/>
                  </a:lnTo>
                  <a:lnTo>
                    <a:pt x="1426" y="583"/>
                  </a:lnTo>
                  <a:lnTo>
                    <a:pt x="1326" y="543"/>
                  </a:lnTo>
                  <a:lnTo>
                    <a:pt x="1145" y="422"/>
                  </a:lnTo>
                  <a:lnTo>
                    <a:pt x="1045" y="362"/>
                  </a:lnTo>
                  <a:lnTo>
                    <a:pt x="984" y="261"/>
                  </a:lnTo>
                  <a:lnTo>
                    <a:pt x="924" y="161"/>
                  </a:lnTo>
                  <a:lnTo>
                    <a:pt x="904" y="41"/>
                  </a:lnTo>
                  <a:lnTo>
                    <a:pt x="864" y="21"/>
                  </a:lnTo>
                  <a:lnTo>
                    <a:pt x="824" y="21"/>
                  </a:lnTo>
                  <a:lnTo>
                    <a:pt x="70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07" name="Google Shape;1807;p21"/>
            <p:cNvSpPr/>
            <p:nvPr/>
          </p:nvSpPr>
          <p:spPr>
            <a:xfrm>
              <a:off x="8485679" y="411749"/>
              <a:ext cx="61042" cy="59522"/>
            </a:xfrm>
            <a:custGeom>
              <a:rect b="b" l="l" r="r" t="t"/>
              <a:pathLst>
                <a:path extrusionOk="0" h="1567" w="1607">
                  <a:moveTo>
                    <a:pt x="864" y="0"/>
                  </a:moveTo>
                  <a:lnTo>
                    <a:pt x="783" y="20"/>
                  </a:lnTo>
                  <a:lnTo>
                    <a:pt x="723" y="60"/>
                  </a:lnTo>
                  <a:lnTo>
                    <a:pt x="683" y="121"/>
                  </a:lnTo>
                  <a:lnTo>
                    <a:pt x="663" y="181"/>
                  </a:lnTo>
                  <a:lnTo>
                    <a:pt x="623" y="321"/>
                  </a:lnTo>
                  <a:lnTo>
                    <a:pt x="583" y="382"/>
                  </a:lnTo>
                  <a:lnTo>
                    <a:pt x="542" y="422"/>
                  </a:lnTo>
                  <a:lnTo>
                    <a:pt x="422" y="522"/>
                  </a:lnTo>
                  <a:lnTo>
                    <a:pt x="281" y="602"/>
                  </a:lnTo>
                  <a:lnTo>
                    <a:pt x="0" y="763"/>
                  </a:lnTo>
                  <a:lnTo>
                    <a:pt x="201" y="763"/>
                  </a:lnTo>
                  <a:lnTo>
                    <a:pt x="281" y="803"/>
                  </a:lnTo>
                  <a:lnTo>
                    <a:pt x="362" y="823"/>
                  </a:lnTo>
                  <a:lnTo>
                    <a:pt x="402" y="884"/>
                  </a:lnTo>
                  <a:lnTo>
                    <a:pt x="462" y="944"/>
                  </a:lnTo>
                  <a:lnTo>
                    <a:pt x="542" y="1064"/>
                  </a:lnTo>
                  <a:lnTo>
                    <a:pt x="603" y="1225"/>
                  </a:lnTo>
                  <a:lnTo>
                    <a:pt x="703" y="1366"/>
                  </a:lnTo>
                  <a:lnTo>
                    <a:pt x="743" y="1426"/>
                  </a:lnTo>
                  <a:lnTo>
                    <a:pt x="804" y="1486"/>
                  </a:lnTo>
                  <a:lnTo>
                    <a:pt x="884" y="1526"/>
                  </a:lnTo>
                  <a:lnTo>
                    <a:pt x="964" y="1566"/>
                  </a:lnTo>
                  <a:lnTo>
                    <a:pt x="924" y="1466"/>
                  </a:lnTo>
                  <a:lnTo>
                    <a:pt x="924" y="1366"/>
                  </a:lnTo>
                  <a:lnTo>
                    <a:pt x="924" y="1285"/>
                  </a:lnTo>
                  <a:lnTo>
                    <a:pt x="944" y="1225"/>
                  </a:lnTo>
                  <a:lnTo>
                    <a:pt x="964" y="1165"/>
                  </a:lnTo>
                  <a:lnTo>
                    <a:pt x="1024" y="1104"/>
                  </a:lnTo>
                  <a:lnTo>
                    <a:pt x="1125" y="1024"/>
                  </a:lnTo>
                  <a:lnTo>
                    <a:pt x="1265" y="964"/>
                  </a:lnTo>
                  <a:lnTo>
                    <a:pt x="1406" y="884"/>
                  </a:lnTo>
                  <a:lnTo>
                    <a:pt x="1526" y="783"/>
                  </a:lnTo>
                  <a:lnTo>
                    <a:pt x="1567" y="723"/>
                  </a:lnTo>
                  <a:lnTo>
                    <a:pt x="1607" y="643"/>
                  </a:lnTo>
                  <a:lnTo>
                    <a:pt x="1446" y="643"/>
                  </a:lnTo>
                  <a:lnTo>
                    <a:pt x="1306" y="623"/>
                  </a:lnTo>
                  <a:lnTo>
                    <a:pt x="1205" y="562"/>
                  </a:lnTo>
                  <a:lnTo>
                    <a:pt x="1105" y="482"/>
                  </a:lnTo>
                  <a:lnTo>
                    <a:pt x="1024" y="382"/>
                  </a:lnTo>
                  <a:lnTo>
                    <a:pt x="964" y="261"/>
                  </a:lnTo>
                  <a:lnTo>
                    <a:pt x="864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08" name="Google Shape;1808;p21"/>
            <p:cNvSpPr/>
            <p:nvPr/>
          </p:nvSpPr>
          <p:spPr>
            <a:xfrm>
              <a:off x="8323217" y="412509"/>
              <a:ext cx="63359" cy="58003"/>
            </a:xfrm>
            <a:custGeom>
              <a:rect b="b" l="l" r="r" t="t"/>
              <a:pathLst>
                <a:path extrusionOk="0" h="1527" w="1668">
                  <a:moveTo>
                    <a:pt x="683" y="0"/>
                  </a:moveTo>
                  <a:lnTo>
                    <a:pt x="543" y="281"/>
                  </a:lnTo>
                  <a:lnTo>
                    <a:pt x="462" y="402"/>
                  </a:lnTo>
                  <a:lnTo>
                    <a:pt x="382" y="502"/>
                  </a:lnTo>
                  <a:lnTo>
                    <a:pt x="322" y="542"/>
                  </a:lnTo>
                  <a:lnTo>
                    <a:pt x="261" y="562"/>
                  </a:lnTo>
                  <a:lnTo>
                    <a:pt x="141" y="582"/>
                  </a:lnTo>
                  <a:lnTo>
                    <a:pt x="81" y="603"/>
                  </a:lnTo>
                  <a:lnTo>
                    <a:pt x="21" y="623"/>
                  </a:lnTo>
                  <a:lnTo>
                    <a:pt x="0" y="663"/>
                  </a:lnTo>
                  <a:lnTo>
                    <a:pt x="0" y="703"/>
                  </a:lnTo>
                  <a:lnTo>
                    <a:pt x="844" y="1526"/>
                  </a:lnTo>
                  <a:lnTo>
                    <a:pt x="884" y="1366"/>
                  </a:lnTo>
                  <a:lnTo>
                    <a:pt x="924" y="1245"/>
                  </a:lnTo>
                  <a:lnTo>
                    <a:pt x="1004" y="1145"/>
                  </a:lnTo>
                  <a:lnTo>
                    <a:pt x="1105" y="1044"/>
                  </a:lnTo>
                  <a:lnTo>
                    <a:pt x="1225" y="964"/>
                  </a:lnTo>
                  <a:lnTo>
                    <a:pt x="1346" y="884"/>
                  </a:lnTo>
                  <a:lnTo>
                    <a:pt x="1667" y="743"/>
                  </a:lnTo>
                  <a:lnTo>
                    <a:pt x="1265" y="562"/>
                  </a:lnTo>
                  <a:lnTo>
                    <a:pt x="1125" y="482"/>
                  </a:lnTo>
                  <a:lnTo>
                    <a:pt x="1004" y="402"/>
                  </a:lnTo>
                  <a:lnTo>
                    <a:pt x="964" y="362"/>
                  </a:lnTo>
                  <a:lnTo>
                    <a:pt x="944" y="301"/>
                  </a:lnTo>
                  <a:lnTo>
                    <a:pt x="904" y="161"/>
                  </a:lnTo>
                  <a:lnTo>
                    <a:pt x="884" y="101"/>
                  </a:lnTo>
                  <a:lnTo>
                    <a:pt x="844" y="40"/>
                  </a:lnTo>
                  <a:lnTo>
                    <a:pt x="784" y="20"/>
                  </a:lnTo>
                  <a:lnTo>
                    <a:pt x="68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09" name="Google Shape;1809;p21"/>
            <p:cNvSpPr/>
            <p:nvPr/>
          </p:nvSpPr>
          <p:spPr>
            <a:xfrm>
              <a:off x="8160755" y="413268"/>
              <a:ext cx="63359" cy="58003"/>
            </a:xfrm>
            <a:custGeom>
              <a:rect b="b" l="l" r="r" t="t"/>
              <a:pathLst>
                <a:path extrusionOk="0" h="1527" w="1668">
                  <a:moveTo>
                    <a:pt x="743" y="0"/>
                  </a:moveTo>
                  <a:lnTo>
                    <a:pt x="0" y="723"/>
                  </a:lnTo>
                  <a:lnTo>
                    <a:pt x="784" y="1526"/>
                  </a:lnTo>
                  <a:lnTo>
                    <a:pt x="824" y="1386"/>
                  </a:lnTo>
                  <a:lnTo>
                    <a:pt x="884" y="1245"/>
                  </a:lnTo>
                  <a:lnTo>
                    <a:pt x="964" y="1125"/>
                  </a:lnTo>
                  <a:lnTo>
                    <a:pt x="1065" y="1044"/>
                  </a:lnTo>
                  <a:lnTo>
                    <a:pt x="1185" y="964"/>
                  </a:lnTo>
                  <a:lnTo>
                    <a:pt x="1326" y="884"/>
                  </a:lnTo>
                  <a:lnTo>
                    <a:pt x="1667" y="743"/>
                  </a:lnTo>
                  <a:lnTo>
                    <a:pt x="1266" y="583"/>
                  </a:lnTo>
                  <a:lnTo>
                    <a:pt x="1125" y="502"/>
                  </a:lnTo>
                  <a:lnTo>
                    <a:pt x="1025" y="442"/>
                  </a:lnTo>
                  <a:lnTo>
                    <a:pt x="944" y="342"/>
                  </a:lnTo>
                  <a:lnTo>
                    <a:pt x="864" y="221"/>
                  </a:lnTo>
                  <a:lnTo>
                    <a:pt x="74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10" name="Google Shape;1810;p21"/>
            <p:cNvSpPr/>
            <p:nvPr/>
          </p:nvSpPr>
          <p:spPr>
            <a:xfrm>
              <a:off x="8817439" y="259961"/>
              <a:ext cx="55724" cy="51888"/>
            </a:xfrm>
            <a:custGeom>
              <a:rect b="b" l="l" r="r" t="t"/>
              <a:pathLst>
                <a:path extrusionOk="0" h="1366" w="1467">
                  <a:moveTo>
                    <a:pt x="724" y="0"/>
                  </a:moveTo>
                  <a:lnTo>
                    <a:pt x="1" y="663"/>
                  </a:lnTo>
                  <a:lnTo>
                    <a:pt x="744" y="1366"/>
                  </a:lnTo>
                  <a:lnTo>
                    <a:pt x="864" y="1145"/>
                  </a:lnTo>
                  <a:lnTo>
                    <a:pt x="1025" y="964"/>
                  </a:lnTo>
                  <a:lnTo>
                    <a:pt x="1125" y="884"/>
                  </a:lnTo>
                  <a:lnTo>
                    <a:pt x="1226" y="803"/>
                  </a:lnTo>
                  <a:lnTo>
                    <a:pt x="1346" y="743"/>
                  </a:lnTo>
                  <a:lnTo>
                    <a:pt x="1467" y="703"/>
                  </a:lnTo>
                  <a:lnTo>
                    <a:pt x="1386" y="603"/>
                  </a:lnTo>
                  <a:lnTo>
                    <a:pt x="1286" y="542"/>
                  </a:lnTo>
                  <a:lnTo>
                    <a:pt x="1085" y="422"/>
                  </a:lnTo>
                  <a:lnTo>
                    <a:pt x="985" y="342"/>
                  </a:lnTo>
                  <a:lnTo>
                    <a:pt x="904" y="261"/>
                  </a:lnTo>
                  <a:lnTo>
                    <a:pt x="864" y="161"/>
                  </a:lnTo>
                  <a:lnTo>
                    <a:pt x="824" y="40"/>
                  </a:lnTo>
                  <a:lnTo>
                    <a:pt x="804" y="20"/>
                  </a:lnTo>
                  <a:lnTo>
                    <a:pt x="764" y="20"/>
                  </a:lnTo>
                  <a:lnTo>
                    <a:pt x="724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11" name="Google Shape;1811;p21"/>
            <p:cNvSpPr/>
            <p:nvPr/>
          </p:nvSpPr>
          <p:spPr>
            <a:xfrm>
              <a:off x="8652699" y="253845"/>
              <a:ext cx="54964" cy="60282"/>
            </a:xfrm>
            <a:custGeom>
              <a:rect b="b" l="l" r="r" t="t"/>
              <a:pathLst>
                <a:path extrusionOk="0" h="1587" w="1447">
                  <a:moveTo>
                    <a:pt x="704" y="1"/>
                  </a:moveTo>
                  <a:lnTo>
                    <a:pt x="663" y="161"/>
                  </a:lnTo>
                  <a:lnTo>
                    <a:pt x="583" y="302"/>
                  </a:lnTo>
                  <a:lnTo>
                    <a:pt x="503" y="422"/>
                  </a:lnTo>
                  <a:lnTo>
                    <a:pt x="422" y="523"/>
                  </a:lnTo>
                  <a:lnTo>
                    <a:pt x="322" y="583"/>
                  </a:lnTo>
                  <a:lnTo>
                    <a:pt x="202" y="663"/>
                  </a:lnTo>
                  <a:lnTo>
                    <a:pt x="1" y="784"/>
                  </a:lnTo>
                  <a:lnTo>
                    <a:pt x="824" y="1587"/>
                  </a:lnTo>
                  <a:lnTo>
                    <a:pt x="844" y="1466"/>
                  </a:lnTo>
                  <a:lnTo>
                    <a:pt x="884" y="1346"/>
                  </a:lnTo>
                  <a:lnTo>
                    <a:pt x="924" y="1246"/>
                  </a:lnTo>
                  <a:lnTo>
                    <a:pt x="1005" y="1165"/>
                  </a:lnTo>
                  <a:lnTo>
                    <a:pt x="1065" y="1085"/>
                  </a:lnTo>
                  <a:lnTo>
                    <a:pt x="1165" y="1025"/>
                  </a:lnTo>
                  <a:lnTo>
                    <a:pt x="1266" y="964"/>
                  </a:lnTo>
                  <a:lnTo>
                    <a:pt x="1386" y="944"/>
                  </a:lnTo>
                  <a:lnTo>
                    <a:pt x="1406" y="904"/>
                  </a:lnTo>
                  <a:lnTo>
                    <a:pt x="1426" y="864"/>
                  </a:lnTo>
                  <a:lnTo>
                    <a:pt x="1446" y="744"/>
                  </a:lnTo>
                  <a:lnTo>
                    <a:pt x="1226" y="643"/>
                  </a:lnTo>
                  <a:lnTo>
                    <a:pt x="1125" y="603"/>
                  </a:lnTo>
                  <a:lnTo>
                    <a:pt x="1025" y="543"/>
                  </a:lnTo>
                  <a:lnTo>
                    <a:pt x="944" y="442"/>
                  </a:lnTo>
                  <a:lnTo>
                    <a:pt x="864" y="322"/>
                  </a:lnTo>
                  <a:lnTo>
                    <a:pt x="704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12" name="Google Shape;1812;p21"/>
            <p:cNvSpPr/>
            <p:nvPr/>
          </p:nvSpPr>
          <p:spPr>
            <a:xfrm>
              <a:off x="8487198" y="258442"/>
              <a:ext cx="57243" cy="57243"/>
            </a:xfrm>
            <a:custGeom>
              <a:rect b="b" l="l" r="r" t="t"/>
              <a:pathLst>
                <a:path extrusionOk="0" h="1507" w="1507">
                  <a:moveTo>
                    <a:pt x="824" y="0"/>
                  </a:moveTo>
                  <a:lnTo>
                    <a:pt x="1" y="743"/>
                  </a:lnTo>
                  <a:lnTo>
                    <a:pt x="262" y="864"/>
                  </a:lnTo>
                  <a:lnTo>
                    <a:pt x="382" y="944"/>
                  </a:lnTo>
                  <a:lnTo>
                    <a:pt x="482" y="1024"/>
                  </a:lnTo>
                  <a:lnTo>
                    <a:pt x="563" y="1125"/>
                  </a:lnTo>
                  <a:lnTo>
                    <a:pt x="623" y="1245"/>
                  </a:lnTo>
                  <a:lnTo>
                    <a:pt x="764" y="1506"/>
                  </a:lnTo>
                  <a:lnTo>
                    <a:pt x="944" y="1205"/>
                  </a:lnTo>
                  <a:lnTo>
                    <a:pt x="1105" y="964"/>
                  </a:lnTo>
                  <a:lnTo>
                    <a:pt x="1145" y="924"/>
                  </a:lnTo>
                  <a:lnTo>
                    <a:pt x="1205" y="904"/>
                  </a:lnTo>
                  <a:lnTo>
                    <a:pt x="1346" y="864"/>
                  </a:lnTo>
                  <a:lnTo>
                    <a:pt x="1406" y="843"/>
                  </a:lnTo>
                  <a:lnTo>
                    <a:pt x="1466" y="803"/>
                  </a:lnTo>
                  <a:lnTo>
                    <a:pt x="1506" y="743"/>
                  </a:lnTo>
                  <a:lnTo>
                    <a:pt x="1506" y="643"/>
                  </a:lnTo>
                  <a:lnTo>
                    <a:pt x="1386" y="603"/>
                  </a:lnTo>
                  <a:lnTo>
                    <a:pt x="1266" y="542"/>
                  </a:lnTo>
                  <a:lnTo>
                    <a:pt x="1165" y="462"/>
                  </a:lnTo>
                  <a:lnTo>
                    <a:pt x="1085" y="402"/>
                  </a:lnTo>
                  <a:lnTo>
                    <a:pt x="984" y="301"/>
                  </a:lnTo>
                  <a:lnTo>
                    <a:pt x="924" y="221"/>
                  </a:lnTo>
                  <a:lnTo>
                    <a:pt x="864" y="101"/>
                  </a:lnTo>
                  <a:lnTo>
                    <a:pt x="824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13" name="Google Shape;1813;p21"/>
            <p:cNvSpPr/>
            <p:nvPr/>
          </p:nvSpPr>
          <p:spPr>
            <a:xfrm>
              <a:off x="8323217" y="254605"/>
              <a:ext cx="57243" cy="58003"/>
            </a:xfrm>
            <a:custGeom>
              <a:rect b="b" l="l" r="r" t="t"/>
              <a:pathLst>
                <a:path extrusionOk="0" h="1527" w="1507">
                  <a:moveTo>
                    <a:pt x="743" y="1"/>
                  </a:moveTo>
                  <a:lnTo>
                    <a:pt x="563" y="322"/>
                  </a:lnTo>
                  <a:lnTo>
                    <a:pt x="482" y="442"/>
                  </a:lnTo>
                  <a:lnTo>
                    <a:pt x="402" y="563"/>
                  </a:lnTo>
                  <a:lnTo>
                    <a:pt x="342" y="603"/>
                  </a:lnTo>
                  <a:lnTo>
                    <a:pt x="282" y="623"/>
                  </a:lnTo>
                  <a:lnTo>
                    <a:pt x="141" y="643"/>
                  </a:lnTo>
                  <a:lnTo>
                    <a:pt x="41" y="663"/>
                  </a:lnTo>
                  <a:lnTo>
                    <a:pt x="0" y="683"/>
                  </a:lnTo>
                  <a:lnTo>
                    <a:pt x="0" y="744"/>
                  </a:lnTo>
                  <a:lnTo>
                    <a:pt x="763" y="1527"/>
                  </a:lnTo>
                  <a:lnTo>
                    <a:pt x="1506" y="744"/>
                  </a:lnTo>
                  <a:lnTo>
                    <a:pt x="1265" y="643"/>
                  </a:lnTo>
                  <a:lnTo>
                    <a:pt x="1145" y="563"/>
                  </a:lnTo>
                  <a:lnTo>
                    <a:pt x="1024" y="483"/>
                  </a:lnTo>
                  <a:lnTo>
                    <a:pt x="944" y="382"/>
                  </a:lnTo>
                  <a:lnTo>
                    <a:pt x="884" y="282"/>
                  </a:lnTo>
                  <a:lnTo>
                    <a:pt x="743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14" name="Google Shape;1814;p21"/>
            <p:cNvSpPr/>
            <p:nvPr/>
          </p:nvSpPr>
          <p:spPr>
            <a:xfrm>
              <a:off x="8159235" y="254605"/>
              <a:ext cx="65638" cy="61840"/>
            </a:xfrm>
            <a:custGeom>
              <a:rect b="b" l="l" r="r" t="t"/>
              <a:pathLst>
                <a:path extrusionOk="0" h="1628" w="1728">
                  <a:moveTo>
                    <a:pt x="763" y="1"/>
                  </a:moveTo>
                  <a:lnTo>
                    <a:pt x="583" y="302"/>
                  </a:lnTo>
                  <a:lnTo>
                    <a:pt x="502" y="422"/>
                  </a:lnTo>
                  <a:lnTo>
                    <a:pt x="422" y="543"/>
                  </a:lnTo>
                  <a:lnTo>
                    <a:pt x="362" y="583"/>
                  </a:lnTo>
                  <a:lnTo>
                    <a:pt x="302" y="603"/>
                  </a:lnTo>
                  <a:lnTo>
                    <a:pt x="161" y="643"/>
                  </a:lnTo>
                  <a:lnTo>
                    <a:pt x="101" y="683"/>
                  </a:lnTo>
                  <a:lnTo>
                    <a:pt x="40" y="724"/>
                  </a:lnTo>
                  <a:lnTo>
                    <a:pt x="20" y="784"/>
                  </a:lnTo>
                  <a:lnTo>
                    <a:pt x="0" y="884"/>
                  </a:lnTo>
                  <a:lnTo>
                    <a:pt x="141" y="924"/>
                  </a:lnTo>
                  <a:lnTo>
                    <a:pt x="261" y="985"/>
                  </a:lnTo>
                  <a:lnTo>
                    <a:pt x="362" y="1065"/>
                  </a:lnTo>
                  <a:lnTo>
                    <a:pt x="462" y="1165"/>
                  </a:lnTo>
                  <a:lnTo>
                    <a:pt x="623" y="1406"/>
                  </a:lnTo>
                  <a:lnTo>
                    <a:pt x="703" y="1527"/>
                  </a:lnTo>
                  <a:lnTo>
                    <a:pt x="824" y="1627"/>
                  </a:lnTo>
                  <a:lnTo>
                    <a:pt x="864" y="1467"/>
                  </a:lnTo>
                  <a:lnTo>
                    <a:pt x="924" y="1326"/>
                  </a:lnTo>
                  <a:lnTo>
                    <a:pt x="984" y="1226"/>
                  </a:lnTo>
                  <a:lnTo>
                    <a:pt x="1085" y="1125"/>
                  </a:lnTo>
                  <a:lnTo>
                    <a:pt x="1205" y="1025"/>
                  </a:lnTo>
                  <a:lnTo>
                    <a:pt x="1366" y="965"/>
                  </a:lnTo>
                  <a:lnTo>
                    <a:pt x="1526" y="904"/>
                  </a:lnTo>
                  <a:lnTo>
                    <a:pt x="1727" y="844"/>
                  </a:lnTo>
                  <a:lnTo>
                    <a:pt x="1306" y="643"/>
                  </a:lnTo>
                  <a:lnTo>
                    <a:pt x="1145" y="583"/>
                  </a:lnTo>
                  <a:lnTo>
                    <a:pt x="1044" y="503"/>
                  </a:lnTo>
                  <a:lnTo>
                    <a:pt x="964" y="402"/>
                  </a:lnTo>
                  <a:lnTo>
                    <a:pt x="904" y="282"/>
                  </a:lnTo>
                  <a:lnTo>
                    <a:pt x="763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15" name="Google Shape;1815;p21"/>
            <p:cNvSpPr/>
            <p:nvPr/>
          </p:nvSpPr>
          <p:spPr>
            <a:xfrm>
              <a:off x="8816680" y="102817"/>
              <a:ext cx="54205" cy="51166"/>
            </a:xfrm>
            <a:custGeom>
              <a:rect b="b" l="l" r="r" t="t"/>
              <a:pathLst>
                <a:path extrusionOk="0" h="1347" w="1427">
                  <a:moveTo>
                    <a:pt x="684" y="1"/>
                  </a:moveTo>
                  <a:lnTo>
                    <a:pt x="603" y="222"/>
                  </a:lnTo>
                  <a:lnTo>
                    <a:pt x="543" y="322"/>
                  </a:lnTo>
                  <a:lnTo>
                    <a:pt x="483" y="402"/>
                  </a:lnTo>
                  <a:lnTo>
                    <a:pt x="362" y="483"/>
                  </a:lnTo>
                  <a:lnTo>
                    <a:pt x="242" y="543"/>
                  </a:lnTo>
                  <a:lnTo>
                    <a:pt x="1" y="664"/>
                  </a:lnTo>
                  <a:lnTo>
                    <a:pt x="744" y="1346"/>
                  </a:lnTo>
                  <a:lnTo>
                    <a:pt x="1426" y="684"/>
                  </a:lnTo>
                  <a:lnTo>
                    <a:pt x="684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16" name="Google Shape;1816;p21"/>
            <p:cNvSpPr/>
            <p:nvPr/>
          </p:nvSpPr>
          <p:spPr>
            <a:xfrm>
              <a:off x="8652699" y="104374"/>
              <a:ext cx="54205" cy="50368"/>
            </a:xfrm>
            <a:custGeom>
              <a:rect b="b" l="l" r="r" t="t"/>
              <a:pathLst>
                <a:path extrusionOk="0" h="1326" w="1427">
                  <a:moveTo>
                    <a:pt x="724" y="0"/>
                  </a:moveTo>
                  <a:lnTo>
                    <a:pt x="1" y="683"/>
                  </a:lnTo>
                  <a:lnTo>
                    <a:pt x="81" y="743"/>
                  </a:lnTo>
                  <a:lnTo>
                    <a:pt x="181" y="803"/>
                  </a:lnTo>
                  <a:lnTo>
                    <a:pt x="382" y="904"/>
                  </a:lnTo>
                  <a:lnTo>
                    <a:pt x="463" y="964"/>
                  </a:lnTo>
                  <a:lnTo>
                    <a:pt x="543" y="1044"/>
                  </a:lnTo>
                  <a:lnTo>
                    <a:pt x="583" y="1165"/>
                  </a:lnTo>
                  <a:lnTo>
                    <a:pt x="623" y="1285"/>
                  </a:lnTo>
                  <a:lnTo>
                    <a:pt x="643" y="1305"/>
                  </a:lnTo>
                  <a:lnTo>
                    <a:pt x="683" y="1325"/>
                  </a:lnTo>
                  <a:lnTo>
                    <a:pt x="724" y="1325"/>
                  </a:lnTo>
                  <a:lnTo>
                    <a:pt x="1426" y="643"/>
                  </a:lnTo>
                  <a:lnTo>
                    <a:pt x="724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17" name="Google Shape;1817;p21"/>
            <p:cNvSpPr/>
            <p:nvPr/>
          </p:nvSpPr>
          <p:spPr>
            <a:xfrm>
              <a:off x="8484919" y="99778"/>
              <a:ext cx="70196" cy="58003"/>
            </a:xfrm>
            <a:custGeom>
              <a:rect b="b" l="l" r="r" t="t"/>
              <a:pathLst>
                <a:path extrusionOk="0" h="1527" w="1848">
                  <a:moveTo>
                    <a:pt x="824" y="1"/>
                  </a:moveTo>
                  <a:lnTo>
                    <a:pt x="663" y="282"/>
                  </a:lnTo>
                  <a:lnTo>
                    <a:pt x="603" y="402"/>
                  </a:lnTo>
                  <a:lnTo>
                    <a:pt x="522" y="503"/>
                  </a:lnTo>
                  <a:lnTo>
                    <a:pt x="402" y="583"/>
                  </a:lnTo>
                  <a:lnTo>
                    <a:pt x="281" y="643"/>
                  </a:lnTo>
                  <a:lnTo>
                    <a:pt x="0" y="784"/>
                  </a:lnTo>
                  <a:lnTo>
                    <a:pt x="322" y="944"/>
                  </a:lnTo>
                  <a:lnTo>
                    <a:pt x="442" y="1025"/>
                  </a:lnTo>
                  <a:lnTo>
                    <a:pt x="562" y="1105"/>
                  </a:lnTo>
                  <a:lnTo>
                    <a:pt x="603" y="1145"/>
                  </a:lnTo>
                  <a:lnTo>
                    <a:pt x="623" y="1205"/>
                  </a:lnTo>
                  <a:lnTo>
                    <a:pt x="663" y="1346"/>
                  </a:lnTo>
                  <a:lnTo>
                    <a:pt x="683" y="1406"/>
                  </a:lnTo>
                  <a:lnTo>
                    <a:pt x="723" y="1466"/>
                  </a:lnTo>
                  <a:lnTo>
                    <a:pt x="803" y="1507"/>
                  </a:lnTo>
                  <a:lnTo>
                    <a:pt x="884" y="1527"/>
                  </a:lnTo>
                  <a:lnTo>
                    <a:pt x="924" y="1386"/>
                  </a:lnTo>
                  <a:lnTo>
                    <a:pt x="984" y="1266"/>
                  </a:lnTo>
                  <a:lnTo>
                    <a:pt x="1064" y="1165"/>
                  </a:lnTo>
                  <a:lnTo>
                    <a:pt x="1165" y="1065"/>
                  </a:lnTo>
                  <a:lnTo>
                    <a:pt x="1305" y="984"/>
                  </a:lnTo>
                  <a:lnTo>
                    <a:pt x="1446" y="904"/>
                  </a:lnTo>
                  <a:lnTo>
                    <a:pt x="1627" y="824"/>
                  </a:lnTo>
                  <a:lnTo>
                    <a:pt x="1848" y="744"/>
                  </a:lnTo>
                  <a:lnTo>
                    <a:pt x="1607" y="703"/>
                  </a:lnTo>
                  <a:lnTo>
                    <a:pt x="1426" y="643"/>
                  </a:lnTo>
                  <a:lnTo>
                    <a:pt x="1285" y="563"/>
                  </a:lnTo>
                  <a:lnTo>
                    <a:pt x="1145" y="462"/>
                  </a:lnTo>
                  <a:lnTo>
                    <a:pt x="1044" y="362"/>
                  </a:lnTo>
                  <a:lnTo>
                    <a:pt x="964" y="242"/>
                  </a:lnTo>
                  <a:lnTo>
                    <a:pt x="824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18" name="Google Shape;1818;p21"/>
            <p:cNvSpPr/>
            <p:nvPr/>
          </p:nvSpPr>
          <p:spPr>
            <a:xfrm>
              <a:off x="8323217" y="102057"/>
              <a:ext cx="58763" cy="55724"/>
            </a:xfrm>
            <a:custGeom>
              <a:rect b="b" l="l" r="r" t="t"/>
              <a:pathLst>
                <a:path extrusionOk="0" h="1467" w="1547">
                  <a:moveTo>
                    <a:pt x="643" y="1"/>
                  </a:moveTo>
                  <a:lnTo>
                    <a:pt x="603" y="41"/>
                  </a:lnTo>
                  <a:lnTo>
                    <a:pt x="563" y="141"/>
                  </a:lnTo>
                  <a:lnTo>
                    <a:pt x="543" y="282"/>
                  </a:lnTo>
                  <a:lnTo>
                    <a:pt x="522" y="342"/>
                  </a:lnTo>
                  <a:lnTo>
                    <a:pt x="502" y="402"/>
                  </a:lnTo>
                  <a:lnTo>
                    <a:pt x="442" y="463"/>
                  </a:lnTo>
                  <a:lnTo>
                    <a:pt x="362" y="503"/>
                  </a:lnTo>
                  <a:lnTo>
                    <a:pt x="201" y="523"/>
                  </a:lnTo>
                  <a:lnTo>
                    <a:pt x="121" y="543"/>
                  </a:lnTo>
                  <a:lnTo>
                    <a:pt x="61" y="563"/>
                  </a:lnTo>
                  <a:lnTo>
                    <a:pt x="21" y="603"/>
                  </a:lnTo>
                  <a:lnTo>
                    <a:pt x="0" y="663"/>
                  </a:lnTo>
                  <a:lnTo>
                    <a:pt x="784" y="1467"/>
                  </a:lnTo>
                  <a:lnTo>
                    <a:pt x="924" y="1226"/>
                  </a:lnTo>
                  <a:lnTo>
                    <a:pt x="984" y="1105"/>
                  </a:lnTo>
                  <a:lnTo>
                    <a:pt x="1065" y="1005"/>
                  </a:lnTo>
                  <a:lnTo>
                    <a:pt x="1165" y="924"/>
                  </a:lnTo>
                  <a:lnTo>
                    <a:pt x="1286" y="864"/>
                  </a:lnTo>
                  <a:lnTo>
                    <a:pt x="1547" y="764"/>
                  </a:lnTo>
                  <a:lnTo>
                    <a:pt x="683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19" name="Google Shape;1819;p21"/>
            <p:cNvSpPr/>
            <p:nvPr/>
          </p:nvSpPr>
          <p:spPr>
            <a:xfrm>
              <a:off x="8158476" y="97499"/>
              <a:ext cx="58003" cy="64119"/>
            </a:xfrm>
            <a:custGeom>
              <a:rect b="b" l="l" r="r" t="t"/>
              <a:pathLst>
                <a:path extrusionOk="0" h="1688" w="1527">
                  <a:moveTo>
                    <a:pt x="783" y="0"/>
                  </a:moveTo>
                  <a:lnTo>
                    <a:pt x="623" y="322"/>
                  </a:lnTo>
                  <a:lnTo>
                    <a:pt x="542" y="442"/>
                  </a:lnTo>
                  <a:lnTo>
                    <a:pt x="462" y="542"/>
                  </a:lnTo>
                  <a:lnTo>
                    <a:pt x="362" y="623"/>
                  </a:lnTo>
                  <a:lnTo>
                    <a:pt x="241" y="703"/>
                  </a:lnTo>
                  <a:lnTo>
                    <a:pt x="0" y="804"/>
                  </a:lnTo>
                  <a:lnTo>
                    <a:pt x="141" y="864"/>
                  </a:lnTo>
                  <a:lnTo>
                    <a:pt x="281" y="944"/>
                  </a:lnTo>
                  <a:lnTo>
                    <a:pt x="382" y="1024"/>
                  </a:lnTo>
                  <a:lnTo>
                    <a:pt x="462" y="1125"/>
                  </a:lnTo>
                  <a:lnTo>
                    <a:pt x="542" y="1245"/>
                  </a:lnTo>
                  <a:lnTo>
                    <a:pt x="623" y="1386"/>
                  </a:lnTo>
                  <a:lnTo>
                    <a:pt x="783" y="1687"/>
                  </a:lnTo>
                  <a:lnTo>
                    <a:pt x="964" y="1346"/>
                  </a:lnTo>
                  <a:lnTo>
                    <a:pt x="1044" y="1205"/>
                  </a:lnTo>
                  <a:lnTo>
                    <a:pt x="1125" y="1085"/>
                  </a:lnTo>
                  <a:lnTo>
                    <a:pt x="1185" y="1044"/>
                  </a:lnTo>
                  <a:lnTo>
                    <a:pt x="1245" y="1024"/>
                  </a:lnTo>
                  <a:lnTo>
                    <a:pt x="1366" y="1004"/>
                  </a:lnTo>
                  <a:lnTo>
                    <a:pt x="1446" y="984"/>
                  </a:lnTo>
                  <a:lnTo>
                    <a:pt x="1486" y="924"/>
                  </a:lnTo>
                  <a:lnTo>
                    <a:pt x="1526" y="864"/>
                  </a:lnTo>
                  <a:lnTo>
                    <a:pt x="1526" y="763"/>
                  </a:lnTo>
                  <a:lnTo>
                    <a:pt x="1406" y="723"/>
                  </a:lnTo>
                  <a:lnTo>
                    <a:pt x="1285" y="683"/>
                  </a:lnTo>
                  <a:lnTo>
                    <a:pt x="1165" y="603"/>
                  </a:lnTo>
                  <a:lnTo>
                    <a:pt x="1085" y="522"/>
                  </a:lnTo>
                  <a:lnTo>
                    <a:pt x="984" y="422"/>
                  </a:lnTo>
                  <a:lnTo>
                    <a:pt x="904" y="302"/>
                  </a:lnTo>
                  <a:lnTo>
                    <a:pt x="844" y="161"/>
                  </a:lnTo>
                  <a:lnTo>
                    <a:pt x="78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20" name="Google Shape;1820;p21"/>
            <p:cNvSpPr/>
            <p:nvPr/>
          </p:nvSpPr>
          <p:spPr>
            <a:xfrm>
              <a:off x="8648900" y="-50490"/>
              <a:ext cx="57243" cy="54205"/>
            </a:xfrm>
            <a:custGeom>
              <a:rect b="b" l="l" r="r" t="t"/>
              <a:pathLst>
                <a:path extrusionOk="0" h="1427" w="1507">
                  <a:moveTo>
                    <a:pt x="824" y="1"/>
                  </a:moveTo>
                  <a:lnTo>
                    <a:pt x="0" y="764"/>
                  </a:lnTo>
                  <a:lnTo>
                    <a:pt x="181" y="764"/>
                  </a:lnTo>
                  <a:lnTo>
                    <a:pt x="322" y="784"/>
                  </a:lnTo>
                  <a:lnTo>
                    <a:pt x="442" y="844"/>
                  </a:lnTo>
                  <a:lnTo>
                    <a:pt x="543" y="945"/>
                  </a:lnTo>
                  <a:lnTo>
                    <a:pt x="623" y="1045"/>
                  </a:lnTo>
                  <a:lnTo>
                    <a:pt x="703" y="1166"/>
                  </a:lnTo>
                  <a:lnTo>
                    <a:pt x="884" y="1427"/>
                  </a:lnTo>
                  <a:lnTo>
                    <a:pt x="964" y="1186"/>
                  </a:lnTo>
                  <a:lnTo>
                    <a:pt x="1024" y="1085"/>
                  </a:lnTo>
                  <a:lnTo>
                    <a:pt x="1085" y="985"/>
                  </a:lnTo>
                  <a:lnTo>
                    <a:pt x="1165" y="904"/>
                  </a:lnTo>
                  <a:lnTo>
                    <a:pt x="1245" y="844"/>
                  </a:lnTo>
                  <a:lnTo>
                    <a:pt x="1346" y="784"/>
                  </a:lnTo>
                  <a:lnTo>
                    <a:pt x="1466" y="744"/>
                  </a:lnTo>
                  <a:lnTo>
                    <a:pt x="1486" y="724"/>
                  </a:lnTo>
                  <a:lnTo>
                    <a:pt x="1506" y="684"/>
                  </a:lnTo>
                  <a:lnTo>
                    <a:pt x="1506" y="623"/>
                  </a:lnTo>
                  <a:lnTo>
                    <a:pt x="824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21" name="Google Shape;1821;p21"/>
            <p:cNvSpPr/>
            <p:nvPr/>
          </p:nvSpPr>
          <p:spPr>
            <a:xfrm>
              <a:off x="8323217" y="-52010"/>
              <a:ext cx="57243" cy="53445"/>
            </a:xfrm>
            <a:custGeom>
              <a:rect b="b" l="l" r="r" t="t"/>
              <a:pathLst>
                <a:path extrusionOk="0" h="1407" w="1507">
                  <a:moveTo>
                    <a:pt x="763" y="1"/>
                  </a:moveTo>
                  <a:lnTo>
                    <a:pt x="0" y="724"/>
                  </a:lnTo>
                  <a:lnTo>
                    <a:pt x="261" y="864"/>
                  </a:lnTo>
                  <a:lnTo>
                    <a:pt x="382" y="924"/>
                  </a:lnTo>
                  <a:lnTo>
                    <a:pt x="502" y="1005"/>
                  </a:lnTo>
                  <a:lnTo>
                    <a:pt x="543" y="1065"/>
                  </a:lnTo>
                  <a:lnTo>
                    <a:pt x="563" y="1125"/>
                  </a:lnTo>
                  <a:lnTo>
                    <a:pt x="603" y="1246"/>
                  </a:lnTo>
                  <a:lnTo>
                    <a:pt x="623" y="1306"/>
                  </a:lnTo>
                  <a:lnTo>
                    <a:pt x="683" y="1366"/>
                  </a:lnTo>
                  <a:lnTo>
                    <a:pt x="743" y="1386"/>
                  </a:lnTo>
                  <a:lnTo>
                    <a:pt x="844" y="1406"/>
                  </a:lnTo>
                  <a:lnTo>
                    <a:pt x="864" y="1266"/>
                  </a:lnTo>
                  <a:lnTo>
                    <a:pt x="924" y="1145"/>
                  </a:lnTo>
                  <a:lnTo>
                    <a:pt x="984" y="1045"/>
                  </a:lnTo>
                  <a:lnTo>
                    <a:pt x="1085" y="965"/>
                  </a:lnTo>
                  <a:lnTo>
                    <a:pt x="1306" y="844"/>
                  </a:lnTo>
                  <a:lnTo>
                    <a:pt x="1506" y="704"/>
                  </a:lnTo>
                  <a:lnTo>
                    <a:pt x="763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22" name="Google Shape;1822;p21"/>
            <p:cNvSpPr/>
            <p:nvPr/>
          </p:nvSpPr>
          <p:spPr>
            <a:xfrm>
              <a:off x="8489477" y="-53529"/>
              <a:ext cx="58003" cy="54964"/>
            </a:xfrm>
            <a:custGeom>
              <a:rect b="b" l="l" r="r" t="t"/>
              <a:pathLst>
                <a:path extrusionOk="0" h="1447" w="1527">
                  <a:moveTo>
                    <a:pt x="724" y="1"/>
                  </a:moveTo>
                  <a:lnTo>
                    <a:pt x="1" y="723"/>
                  </a:lnTo>
                  <a:lnTo>
                    <a:pt x="724" y="1446"/>
                  </a:lnTo>
                  <a:lnTo>
                    <a:pt x="864" y="1205"/>
                  </a:lnTo>
                  <a:lnTo>
                    <a:pt x="924" y="1105"/>
                  </a:lnTo>
                  <a:lnTo>
                    <a:pt x="1005" y="1005"/>
                  </a:lnTo>
                  <a:lnTo>
                    <a:pt x="1105" y="924"/>
                  </a:lnTo>
                  <a:lnTo>
                    <a:pt x="1226" y="844"/>
                  </a:lnTo>
                  <a:lnTo>
                    <a:pt x="1527" y="703"/>
                  </a:lnTo>
                  <a:lnTo>
                    <a:pt x="1386" y="643"/>
                  </a:lnTo>
                  <a:lnTo>
                    <a:pt x="1246" y="583"/>
                  </a:lnTo>
                  <a:lnTo>
                    <a:pt x="1125" y="503"/>
                  </a:lnTo>
                  <a:lnTo>
                    <a:pt x="1025" y="422"/>
                  </a:lnTo>
                  <a:lnTo>
                    <a:pt x="924" y="322"/>
                  </a:lnTo>
                  <a:lnTo>
                    <a:pt x="844" y="221"/>
                  </a:lnTo>
                  <a:lnTo>
                    <a:pt x="784" y="121"/>
                  </a:lnTo>
                  <a:lnTo>
                    <a:pt x="724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23" name="Google Shape;1823;p21"/>
            <p:cNvSpPr/>
            <p:nvPr/>
          </p:nvSpPr>
          <p:spPr>
            <a:xfrm>
              <a:off x="8159995" y="-55049"/>
              <a:ext cx="60282" cy="55724"/>
            </a:xfrm>
            <a:custGeom>
              <a:rect b="b" l="l" r="r" t="t"/>
              <a:pathLst>
                <a:path extrusionOk="0" h="1467" w="1587">
                  <a:moveTo>
                    <a:pt x="723" y="0"/>
                  </a:moveTo>
                  <a:lnTo>
                    <a:pt x="583" y="261"/>
                  </a:lnTo>
                  <a:lnTo>
                    <a:pt x="502" y="382"/>
                  </a:lnTo>
                  <a:lnTo>
                    <a:pt x="422" y="482"/>
                  </a:lnTo>
                  <a:lnTo>
                    <a:pt x="362" y="522"/>
                  </a:lnTo>
                  <a:lnTo>
                    <a:pt x="302" y="563"/>
                  </a:lnTo>
                  <a:lnTo>
                    <a:pt x="161" y="583"/>
                  </a:lnTo>
                  <a:lnTo>
                    <a:pt x="101" y="603"/>
                  </a:lnTo>
                  <a:lnTo>
                    <a:pt x="41" y="623"/>
                  </a:lnTo>
                  <a:lnTo>
                    <a:pt x="0" y="663"/>
                  </a:lnTo>
                  <a:lnTo>
                    <a:pt x="0" y="723"/>
                  </a:lnTo>
                  <a:lnTo>
                    <a:pt x="743" y="1466"/>
                  </a:lnTo>
                  <a:lnTo>
                    <a:pt x="1587" y="623"/>
                  </a:lnTo>
                  <a:lnTo>
                    <a:pt x="1587" y="623"/>
                  </a:lnTo>
                  <a:lnTo>
                    <a:pt x="1386" y="643"/>
                  </a:lnTo>
                  <a:lnTo>
                    <a:pt x="1245" y="623"/>
                  </a:lnTo>
                  <a:lnTo>
                    <a:pt x="1125" y="563"/>
                  </a:lnTo>
                  <a:lnTo>
                    <a:pt x="1024" y="482"/>
                  </a:lnTo>
                  <a:lnTo>
                    <a:pt x="944" y="362"/>
                  </a:lnTo>
                  <a:lnTo>
                    <a:pt x="884" y="261"/>
                  </a:lnTo>
                  <a:lnTo>
                    <a:pt x="72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24" name="Google Shape;1824;p21"/>
            <p:cNvSpPr/>
            <p:nvPr/>
          </p:nvSpPr>
          <p:spPr>
            <a:xfrm>
              <a:off x="8982218" y="-49731"/>
              <a:ext cx="51888" cy="48089"/>
            </a:xfrm>
            <a:custGeom>
              <a:rect b="b" l="l" r="r" t="t"/>
              <a:pathLst>
                <a:path extrusionOk="0" h="1266" w="1366">
                  <a:moveTo>
                    <a:pt x="703" y="1"/>
                  </a:moveTo>
                  <a:lnTo>
                    <a:pt x="0" y="603"/>
                  </a:lnTo>
                  <a:lnTo>
                    <a:pt x="723" y="1266"/>
                  </a:lnTo>
                  <a:lnTo>
                    <a:pt x="1365" y="603"/>
                  </a:lnTo>
                  <a:lnTo>
                    <a:pt x="703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25" name="Google Shape;1825;p21"/>
            <p:cNvSpPr/>
            <p:nvPr/>
          </p:nvSpPr>
          <p:spPr>
            <a:xfrm>
              <a:off x="7996014" y="101298"/>
              <a:ext cx="61802" cy="57243"/>
            </a:xfrm>
            <a:custGeom>
              <a:rect b="b" l="l" r="r" t="t"/>
              <a:pathLst>
                <a:path extrusionOk="0" h="1507" w="1627">
                  <a:moveTo>
                    <a:pt x="743" y="1"/>
                  </a:moveTo>
                  <a:lnTo>
                    <a:pt x="703" y="161"/>
                  </a:lnTo>
                  <a:lnTo>
                    <a:pt x="643" y="282"/>
                  </a:lnTo>
                  <a:lnTo>
                    <a:pt x="542" y="382"/>
                  </a:lnTo>
                  <a:lnTo>
                    <a:pt x="422" y="463"/>
                  </a:lnTo>
                  <a:lnTo>
                    <a:pt x="201" y="563"/>
                  </a:lnTo>
                  <a:lnTo>
                    <a:pt x="81" y="623"/>
                  </a:lnTo>
                  <a:lnTo>
                    <a:pt x="0" y="704"/>
                  </a:lnTo>
                  <a:lnTo>
                    <a:pt x="763" y="1507"/>
                  </a:lnTo>
                  <a:lnTo>
                    <a:pt x="884" y="1266"/>
                  </a:lnTo>
                  <a:lnTo>
                    <a:pt x="964" y="1145"/>
                  </a:lnTo>
                  <a:lnTo>
                    <a:pt x="1044" y="1045"/>
                  </a:lnTo>
                  <a:lnTo>
                    <a:pt x="1145" y="965"/>
                  </a:lnTo>
                  <a:lnTo>
                    <a:pt x="1285" y="904"/>
                  </a:lnTo>
                  <a:lnTo>
                    <a:pt x="1627" y="744"/>
                  </a:lnTo>
                  <a:lnTo>
                    <a:pt x="1265" y="583"/>
                  </a:lnTo>
                  <a:lnTo>
                    <a:pt x="1125" y="523"/>
                  </a:lnTo>
                  <a:lnTo>
                    <a:pt x="1024" y="442"/>
                  </a:lnTo>
                  <a:lnTo>
                    <a:pt x="944" y="342"/>
                  </a:lnTo>
                  <a:lnTo>
                    <a:pt x="864" y="242"/>
                  </a:lnTo>
                  <a:lnTo>
                    <a:pt x="743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26" name="Google Shape;1826;p21"/>
            <p:cNvSpPr/>
            <p:nvPr/>
          </p:nvSpPr>
          <p:spPr>
            <a:xfrm>
              <a:off x="7995254" y="-56568"/>
              <a:ext cx="61802" cy="58763"/>
            </a:xfrm>
            <a:custGeom>
              <a:rect b="b" l="l" r="r" t="t"/>
              <a:pathLst>
                <a:path extrusionOk="0" h="1547" w="1627">
                  <a:moveTo>
                    <a:pt x="723" y="0"/>
                  </a:moveTo>
                  <a:lnTo>
                    <a:pt x="603" y="281"/>
                  </a:lnTo>
                  <a:lnTo>
                    <a:pt x="542" y="382"/>
                  </a:lnTo>
                  <a:lnTo>
                    <a:pt x="482" y="462"/>
                  </a:lnTo>
                  <a:lnTo>
                    <a:pt x="362" y="562"/>
                  </a:lnTo>
                  <a:lnTo>
                    <a:pt x="241" y="623"/>
                  </a:lnTo>
                  <a:lnTo>
                    <a:pt x="0" y="763"/>
                  </a:lnTo>
                  <a:lnTo>
                    <a:pt x="783" y="1546"/>
                  </a:lnTo>
                  <a:lnTo>
                    <a:pt x="904" y="1305"/>
                  </a:lnTo>
                  <a:lnTo>
                    <a:pt x="964" y="1185"/>
                  </a:lnTo>
                  <a:lnTo>
                    <a:pt x="1064" y="1085"/>
                  </a:lnTo>
                  <a:lnTo>
                    <a:pt x="1165" y="1024"/>
                  </a:lnTo>
                  <a:lnTo>
                    <a:pt x="1285" y="944"/>
                  </a:lnTo>
                  <a:lnTo>
                    <a:pt x="1627" y="803"/>
                  </a:lnTo>
                  <a:lnTo>
                    <a:pt x="1285" y="643"/>
                  </a:lnTo>
                  <a:lnTo>
                    <a:pt x="1145" y="583"/>
                  </a:lnTo>
                  <a:lnTo>
                    <a:pt x="1044" y="502"/>
                  </a:lnTo>
                  <a:lnTo>
                    <a:pt x="944" y="402"/>
                  </a:lnTo>
                  <a:lnTo>
                    <a:pt x="884" y="281"/>
                  </a:lnTo>
                  <a:lnTo>
                    <a:pt x="72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27" name="Google Shape;1827;p21"/>
            <p:cNvSpPr/>
            <p:nvPr/>
          </p:nvSpPr>
          <p:spPr>
            <a:xfrm>
              <a:off x="8971507" y="414028"/>
              <a:ext cx="63359" cy="54964"/>
            </a:xfrm>
            <a:custGeom>
              <a:rect b="b" l="l" r="r" t="t"/>
              <a:pathLst>
                <a:path extrusionOk="0" h="1447" w="1668">
                  <a:moveTo>
                    <a:pt x="945" y="0"/>
                  </a:moveTo>
                  <a:lnTo>
                    <a:pt x="905" y="121"/>
                  </a:lnTo>
                  <a:lnTo>
                    <a:pt x="824" y="221"/>
                  </a:lnTo>
                  <a:lnTo>
                    <a:pt x="744" y="322"/>
                  </a:lnTo>
                  <a:lnTo>
                    <a:pt x="644" y="422"/>
                  </a:lnTo>
                  <a:lnTo>
                    <a:pt x="523" y="502"/>
                  </a:lnTo>
                  <a:lnTo>
                    <a:pt x="382" y="583"/>
                  </a:lnTo>
                  <a:lnTo>
                    <a:pt x="1" y="743"/>
                  </a:lnTo>
                  <a:lnTo>
                    <a:pt x="222" y="783"/>
                  </a:lnTo>
                  <a:lnTo>
                    <a:pt x="382" y="844"/>
                  </a:lnTo>
                  <a:lnTo>
                    <a:pt x="543" y="924"/>
                  </a:lnTo>
                  <a:lnTo>
                    <a:pt x="664" y="1004"/>
                  </a:lnTo>
                  <a:lnTo>
                    <a:pt x="744" y="1105"/>
                  </a:lnTo>
                  <a:lnTo>
                    <a:pt x="824" y="1205"/>
                  </a:lnTo>
                  <a:lnTo>
                    <a:pt x="884" y="1326"/>
                  </a:lnTo>
                  <a:lnTo>
                    <a:pt x="945" y="1446"/>
                  </a:lnTo>
                  <a:lnTo>
                    <a:pt x="1668" y="683"/>
                  </a:lnTo>
                  <a:lnTo>
                    <a:pt x="945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28" name="Google Shape;1828;p21"/>
            <p:cNvSpPr/>
            <p:nvPr/>
          </p:nvSpPr>
          <p:spPr>
            <a:xfrm>
              <a:off x="8981459" y="105134"/>
              <a:ext cx="53407" cy="51128"/>
            </a:xfrm>
            <a:custGeom>
              <a:rect b="b" l="l" r="r" t="t"/>
              <a:pathLst>
                <a:path extrusionOk="0" h="1346" w="1406">
                  <a:moveTo>
                    <a:pt x="723" y="0"/>
                  </a:moveTo>
                  <a:lnTo>
                    <a:pt x="0" y="663"/>
                  </a:lnTo>
                  <a:lnTo>
                    <a:pt x="20" y="723"/>
                  </a:lnTo>
                  <a:lnTo>
                    <a:pt x="40" y="763"/>
                  </a:lnTo>
                  <a:lnTo>
                    <a:pt x="100" y="783"/>
                  </a:lnTo>
                  <a:lnTo>
                    <a:pt x="161" y="803"/>
                  </a:lnTo>
                  <a:lnTo>
                    <a:pt x="301" y="843"/>
                  </a:lnTo>
                  <a:lnTo>
                    <a:pt x="361" y="864"/>
                  </a:lnTo>
                  <a:lnTo>
                    <a:pt x="422" y="904"/>
                  </a:lnTo>
                  <a:lnTo>
                    <a:pt x="562" y="1125"/>
                  </a:lnTo>
                  <a:lnTo>
                    <a:pt x="703" y="1345"/>
                  </a:lnTo>
                  <a:lnTo>
                    <a:pt x="1406" y="623"/>
                  </a:lnTo>
                  <a:lnTo>
                    <a:pt x="72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29" name="Google Shape;1829;p21"/>
            <p:cNvSpPr/>
            <p:nvPr/>
          </p:nvSpPr>
          <p:spPr>
            <a:xfrm>
              <a:off x="7996014" y="257682"/>
              <a:ext cx="57243" cy="57205"/>
            </a:xfrm>
            <a:custGeom>
              <a:rect b="b" l="l" r="r" t="t"/>
              <a:pathLst>
                <a:path extrusionOk="0" h="1506" w="1507">
                  <a:moveTo>
                    <a:pt x="723" y="0"/>
                  </a:moveTo>
                  <a:lnTo>
                    <a:pt x="0" y="743"/>
                  </a:lnTo>
                  <a:lnTo>
                    <a:pt x="804" y="1506"/>
                  </a:lnTo>
                  <a:lnTo>
                    <a:pt x="844" y="1365"/>
                  </a:lnTo>
                  <a:lnTo>
                    <a:pt x="884" y="1225"/>
                  </a:lnTo>
                  <a:lnTo>
                    <a:pt x="964" y="1124"/>
                  </a:lnTo>
                  <a:lnTo>
                    <a:pt x="1044" y="1044"/>
                  </a:lnTo>
                  <a:lnTo>
                    <a:pt x="1145" y="964"/>
                  </a:lnTo>
                  <a:lnTo>
                    <a:pt x="1245" y="904"/>
                  </a:lnTo>
                  <a:lnTo>
                    <a:pt x="1366" y="843"/>
                  </a:lnTo>
                  <a:lnTo>
                    <a:pt x="1506" y="823"/>
                  </a:lnTo>
                  <a:lnTo>
                    <a:pt x="1486" y="723"/>
                  </a:lnTo>
                  <a:lnTo>
                    <a:pt x="1466" y="663"/>
                  </a:lnTo>
                  <a:lnTo>
                    <a:pt x="1406" y="602"/>
                  </a:lnTo>
                  <a:lnTo>
                    <a:pt x="1346" y="582"/>
                  </a:lnTo>
                  <a:lnTo>
                    <a:pt x="1225" y="542"/>
                  </a:lnTo>
                  <a:lnTo>
                    <a:pt x="1165" y="502"/>
                  </a:lnTo>
                  <a:lnTo>
                    <a:pt x="1105" y="482"/>
                  </a:lnTo>
                  <a:lnTo>
                    <a:pt x="1004" y="361"/>
                  </a:lnTo>
                  <a:lnTo>
                    <a:pt x="904" y="241"/>
                  </a:lnTo>
                  <a:lnTo>
                    <a:pt x="72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30" name="Google Shape;1830;p21"/>
            <p:cNvSpPr/>
            <p:nvPr/>
          </p:nvSpPr>
          <p:spPr>
            <a:xfrm>
              <a:off x="7994494" y="412509"/>
              <a:ext cx="63321" cy="60282"/>
            </a:xfrm>
            <a:custGeom>
              <a:rect b="b" l="l" r="r" t="t"/>
              <a:pathLst>
                <a:path extrusionOk="0" h="1587" w="1667">
                  <a:moveTo>
                    <a:pt x="803" y="0"/>
                  </a:moveTo>
                  <a:lnTo>
                    <a:pt x="0" y="783"/>
                  </a:lnTo>
                  <a:lnTo>
                    <a:pt x="20" y="823"/>
                  </a:lnTo>
                  <a:lnTo>
                    <a:pt x="40" y="864"/>
                  </a:lnTo>
                  <a:lnTo>
                    <a:pt x="161" y="904"/>
                  </a:lnTo>
                  <a:lnTo>
                    <a:pt x="281" y="944"/>
                  </a:lnTo>
                  <a:lnTo>
                    <a:pt x="342" y="964"/>
                  </a:lnTo>
                  <a:lnTo>
                    <a:pt x="402" y="1004"/>
                  </a:lnTo>
                  <a:lnTo>
                    <a:pt x="502" y="1145"/>
                  </a:lnTo>
                  <a:lnTo>
                    <a:pt x="603" y="1285"/>
                  </a:lnTo>
                  <a:lnTo>
                    <a:pt x="783" y="1586"/>
                  </a:lnTo>
                  <a:lnTo>
                    <a:pt x="944" y="1285"/>
                  </a:lnTo>
                  <a:lnTo>
                    <a:pt x="1024" y="1145"/>
                  </a:lnTo>
                  <a:lnTo>
                    <a:pt x="1105" y="1044"/>
                  </a:lnTo>
                  <a:lnTo>
                    <a:pt x="1205" y="964"/>
                  </a:lnTo>
                  <a:lnTo>
                    <a:pt x="1325" y="884"/>
                  </a:lnTo>
                  <a:lnTo>
                    <a:pt x="1667" y="743"/>
                  </a:lnTo>
                  <a:lnTo>
                    <a:pt x="1325" y="582"/>
                  </a:lnTo>
                  <a:lnTo>
                    <a:pt x="1185" y="522"/>
                  </a:lnTo>
                  <a:lnTo>
                    <a:pt x="1064" y="442"/>
                  </a:lnTo>
                  <a:lnTo>
                    <a:pt x="984" y="342"/>
                  </a:lnTo>
                  <a:lnTo>
                    <a:pt x="924" y="241"/>
                  </a:lnTo>
                  <a:lnTo>
                    <a:pt x="80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31" name="Google Shape;1831;p21"/>
            <p:cNvSpPr/>
            <p:nvPr/>
          </p:nvSpPr>
          <p:spPr>
            <a:xfrm>
              <a:off x="7825917" y="409432"/>
              <a:ext cx="61840" cy="64878"/>
            </a:xfrm>
            <a:custGeom>
              <a:rect b="b" l="l" r="r" t="t"/>
              <a:pathLst>
                <a:path extrusionOk="0" h="1708" w="1628">
                  <a:moveTo>
                    <a:pt x="884" y="1"/>
                  </a:moveTo>
                  <a:lnTo>
                    <a:pt x="744" y="282"/>
                  </a:lnTo>
                  <a:lnTo>
                    <a:pt x="663" y="402"/>
                  </a:lnTo>
                  <a:lnTo>
                    <a:pt x="583" y="503"/>
                  </a:lnTo>
                  <a:lnTo>
                    <a:pt x="462" y="603"/>
                  </a:lnTo>
                  <a:lnTo>
                    <a:pt x="342" y="663"/>
                  </a:lnTo>
                  <a:lnTo>
                    <a:pt x="1" y="824"/>
                  </a:lnTo>
                  <a:lnTo>
                    <a:pt x="322" y="985"/>
                  </a:lnTo>
                  <a:lnTo>
                    <a:pt x="462" y="1065"/>
                  </a:lnTo>
                  <a:lnTo>
                    <a:pt x="563" y="1145"/>
                  </a:lnTo>
                  <a:lnTo>
                    <a:pt x="643" y="1246"/>
                  </a:lnTo>
                  <a:lnTo>
                    <a:pt x="723" y="1386"/>
                  </a:lnTo>
                  <a:lnTo>
                    <a:pt x="884" y="1708"/>
                  </a:lnTo>
                  <a:lnTo>
                    <a:pt x="1045" y="1406"/>
                  </a:lnTo>
                  <a:lnTo>
                    <a:pt x="1185" y="1165"/>
                  </a:lnTo>
                  <a:lnTo>
                    <a:pt x="1225" y="1105"/>
                  </a:lnTo>
                  <a:lnTo>
                    <a:pt x="1306" y="1065"/>
                  </a:lnTo>
                  <a:lnTo>
                    <a:pt x="1466" y="1005"/>
                  </a:lnTo>
                  <a:lnTo>
                    <a:pt x="1547" y="965"/>
                  </a:lnTo>
                  <a:lnTo>
                    <a:pt x="1607" y="904"/>
                  </a:lnTo>
                  <a:lnTo>
                    <a:pt x="1627" y="804"/>
                  </a:lnTo>
                  <a:lnTo>
                    <a:pt x="1627" y="663"/>
                  </a:lnTo>
                  <a:lnTo>
                    <a:pt x="1466" y="684"/>
                  </a:lnTo>
                  <a:lnTo>
                    <a:pt x="1346" y="663"/>
                  </a:lnTo>
                  <a:lnTo>
                    <a:pt x="1246" y="603"/>
                  </a:lnTo>
                  <a:lnTo>
                    <a:pt x="1165" y="503"/>
                  </a:lnTo>
                  <a:lnTo>
                    <a:pt x="1085" y="402"/>
                  </a:lnTo>
                  <a:lnTo>
                    <a:pt x="1025" y="262"/>
                  </a:lnTo>
                  <a:lnTo>
                    <a:pt x="884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32" name="Google Shape;1832;p21"/>
            <p:cNvSpPr/>
            <p:nvPr/>
          </p:nvSpPr>
          <p:spPr>
            <a:xfrm>
              <a:off x="8980661" y="259961"/>
              <a:ext cx="54964" cy="51128"/>
            </a:xfrm>
            <a:custGeom>
              <a:rect b="b" l="l" r="r" t="t"/>
              <a:pathLst>
                <a:path extrusionOk="0" h="1346" w="1447">
                  <a:moveTo>
                    <a:pt x="643" y="0"/>
                  </a:moveTo>
                  <a:lnTo>
                    <a:pt x="623" y="141"/>
                  </a:lnTo>
                  <a:lnTo>
                    <a:pt x="583" y="241"/>
                  </a:lnTo>
                  <a:lnTo>
                    <a:pt x="503" y="322"/>
                  </a:lnTo>
                  <a:lnTo>
                    <a:pt x="423" y="402"/>
                  </a:lnTo>
                  <a:lnTo>
                    <a:pt x="222" y="502"/>
                  </a:lnTo>
                  <a:lnTo>
                    <a:pt x="1" y="623"/>
                  </a:lnTo>
                  <a:lnTo>
                    <a:pt x="744" y="1346"/>
                  </a:lnTo>
                  <a:lnTo>
                    <a:pt x="1447" y="663"/>
                  </a:lnTo>
                  <a:lnTo>
                    <a:pt x="1366" y="583"/>
                  </a:lnTo>
                  <a:lnTo>
                    <a:pt x="1286" y="522"/>
                  </a:lnTo>
                  <a:lnTo>
                    <a:pt x="1085" y="402"/>
                  </a:lnTo>
                  <a:lnTo>
                    <a:pt x="1005" y="342"/>
                  </a:lnTo>
                  <a:lnTo>
                    <a:pt x="925" y="261"/>
                  </a:lnTo>
                  <a:lnTo>
                    <a:pt x="864" y="161"/>
                  </a:lnTo>
                  <a:lnTo>
                    <a:pt x="844" y="40"/>
                  </a:lnTo>
                  <a:lnTo>
                    <a:pt x="804" y="20"/>
                  </a:lnTo>
                  <a:lnTo>
                    <a:pt x="764" y="20"/>
                  </a:lnTo>
                  <a:lnTo>
                    <a:pt x="64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33" name="Google Shape;1833;p21"/>
            <p:cNvSpPr/>
            <p:nvPr/>
          </p:nvSpPr>
          <p:spPr>
            <a:xfrm>
              <a:off x="7831273" y="256884"/>
              <a:ext cx="57243" cy="57243"/>
            </a:xfrm>
            <a:custGeom>
              <a:rect b="b" l="l" r="r" t="t"/>
              <a:pathLst>
                <a:path extrusionOk="0" h="1507" w="1507">
                  <a:moveTo>
                    <a:pt x="783" y="1"/>
                  </a:moveTo>
                  <a:lnTo>
                    <a:pt x="0" y="744"/>
                  </a:lnTo>
                  <a:lnTo>
                    <a:pt x="803" y="1507"/>
                  </a:lnTo>
                  <a:lnTo>
                    <a:pt x="944" y="1246"/>
                  </a:lnTo>
                  <a:lnTo>
                    <a:pt x="1024" y="1125"/>
                  </a:lnTo>
                  <a:lnTo>
                    <a:pt x="1105" y="1005"/>
                  </a:lnTo>
                  <a:lnTo>
                    <a:pt x="1145" y="965"/>
                  </a:lnTo>
                  <a:lnTo>
                    <a:pt x="1225" y="945"/>
                  </a:lnTo>
                  <a:lnTo>
                    <a:pt x="1345" y="905"/>
                  </a:lnTo>
                  <a:lnTo>
                    <a:pt x="1406" y="884"/>
                  </a:lnTo>
                  <a:lnTo>
                    <a:pt x="1466" y="844"/>
                  </a:lnTo>
                  <a:lnTo>
                    <a:pt x="1506" y="764"/>
                  </a:lnTo>
                  <a:lnTo>
                    <a:pt x="1506" y="684"/>
                  </a:lnTo>
                  <a:lnTo>
                    <a:pt x="1265" y="563"/>
                  </a:lnTo>
                  <a:lnTo>
                    <a:pt x="1165" y="503"/>
                  </a:lnTo>
                  <a:lnTo>
                    <a:pt x="1064" y="423"/>
                  </a:lnTo>
                  <a:lnTo>
                    <a:pt x="964" y="342"/>
                  </a:lnTo>
                  <a:lnTo>
                    <a:pt x="904" y="242"/>
                  </a:lnTo>
                  <a:lnTo>
                    <a:pt x="823" y="121"/>
                  </a:lnTo>
                  <a:lnTo>
                    <a:pt x="783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34" name="Google Shape;1834;p21"/>
            <p:cNvSpPr/>
            <p:nvPr/>
          </p:nvSpPr>
          <p:spPr>
            <a:xfrm>
              <a:off x="7829754" y="-52770"/>
              <a:ext cx="58003" cy="52685"/>
            </a:xfrm>
            <a:custGeom>
              <a:rect b="b" l="l" r="r" t="t"/>
              <a:pathLst>
                <a:path extrusionOk="0" h="1387" w="1527">
                  <a:moveTo>
                    <a:pt x="743" y="1"/>
                  </a:moveTo>
                  <a:lnTo>
                    <a:pt x="622" y="201"/>
                  </a:lnTo>
                  <a:lnTo>
                    <a:pt x="562" y="302"/>
                  </a:lnTo>
                  <a:lnTo>
                    <a:pt x="462" y="422"/>
                  </a:lnTo>
                  <a:lnTo>
                    <a:pt x="361" y="503"/>
                  </a:lnTo>
                  <a:lnTo>
                    <a:pt x="241" y="563"/>
                  </a:lnTo>
                  <a:lnTo>
                    <a:pt x="0" y="683"/>
                  </a:lnTo>
                  <a:lnTo>
                    <a:pt x="763" y="1386"/>
                  </a:lnTo>
                  <a:lnTo>
                    <a:pt x="1526" y="703"/>
                  </a:lnTo>
                  <a:lnTo>
                    <a:pt x="743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35" name="Google Shape;1835;p21"/>
            <p:cNvSpPr/>
            <p:nvPr/>
          </p:nvSpPr>
          <p:spPr>
            <a:xfrm>
              <a:off x="7831273" y="102817"/>
              <a:ext cx="57243" cy="54964"/>
            </a:xfrm>
            <a:custGeom>
              <a:rect b="b" l="l" r="r" t="t"/>
              <a:pathLst>
                <a:path extrusionOk="0" h="1447" w="1507">
                  <a:moveTo>
                    <a:pt x="763" y="1"/>
                  </a:moveTo>
                  <a:lnTo>
                    <a:pt x="0" y="704"/>
                  </a:lnTo>
                  <a:lnTo>
                    <a:pt x="803" y="1447"/>
                  </a:lnTo>
                  <a:lnTo>
                    <a:pt x="944" y="1186"/>
                  </a:lnTo>
                  <a:lnTo>
                    <a:pt x="1024" y="1065"/>
                  </a:lnTo>
                  <a:lnTo>
                    <a:pt x="1125" y="965"/>
                  </a:lnTo>
                  <a:lnTo>
                    <a:pt x="1165" y="925"/>
                  </a:lnTo>
                  <a:lnTo>
                    <a:pt x="1225" y="904"/>
                  </a:lnTo>
                  <a:lnTo>
                    <a:pt x="1366" y="864"/>
                  </a:lnTo>
                  <a:lnTo>
                    <a:pt x="1426" y="824"/>
                  </a:lnTo>
                  <a:lnTo>
                    <a:pt x="1466" y="784"/>
                  </a:lnTo>
                  <a:lnTo>
                    <a:pt x="1506" y="724"/>
                  </a:lnTo>
                  <a:lnTo>
                    <a:pt x="1506" y="623"/>
                  </a:lnTo>
                  <a:lnTo>
                    <a:pt x="1125" y="302"/>
                  </a:lnTo>
                  <a:lnTo>
                    <a:pt x="763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836" name="Google Shape;1836;p21"/>
          <p:cNvSpPr/>
          <p:nvPr/>
        </p:nvSpPr>
        <p:spPr>
          <a:xfrm flipH="1">
            <a:off x="8647205" y="999172"/>
            <a:ext cx="935332" cy="741278"/>
          </a:xfrm>
          <a:custGeom>
            <a:rect b="b" l="l" r="r" t="t"/>
            <a:pathLst>
              <a:path extrusionOk="0" h="13259" w="16730">
                <a:moveTo>
                  <a:pt x="14550" y="81"/>
                </a:moveTo>
                <a:lnTo>
                  <a:pt x="14772" y="122"/>
                </a:lnTo>
                <a:lnTo>
                  <a:pt x="15014" y="202"/>
                </a:lnTo>
                <a:lnTo>
                  <a:pt x="15216" y="324"/>
                </a:lnTo>
                <a:lnTo>
                  <a:pt x="15438" y="465"/>
                </a:lnTo>
                <a:lnTo>
                  <a:pt x="15640" y="667"/>
                </a:lnTo>
                <a:lnTo>
                  <a:pt x="15821" y="889"/>
                </a:lnTo>
                <a:lnTo>
                  <a:pt x="15983" y="1131"/>
                </a:lnTo>
                <a:lnTo>
                  <a:pt x="16144" y="1413"/>
                </a:lnTo>
                <a:lnTo>
                  <a:pt x="16245" y="1655"/>
                </a:lnTo>
                <a:lnTo>
                  <a:pt x="16346" y="1898"/>
                </a:lnTo>
                <a:lnTo>
                  <a:pt x="16427" y="2140"/>
                </a:lnTo>
                <a:lnTo>
                  <a:pt x="16487" y="2422"/>
                </a:lnTo>
                <a:lnTo>
                  <a:pt x="16548" y="2685"/>
                </a:lnTo>
                <a:lnTo>
                  <a:pt x="16588" y="2967"/>
                </a:lnTo>
                <a:lnTo>
                  <a:pt x="16628" y="3250"/>
                </a:lnTo>
                <a:lnTo>
                  <a:pt x="16649" y="3552"/>
                </a:lnTo>
                <a:lnTo>
                  <a:pt x="16649" y="3855"/>
                </a:lnTo>
                <a:lnTo>
                  <a:pt x="16649" y="4178"/>
                </a:lnTo>
                <a:lnTo>
                  <a:pt x="16588" y="4844"/>
                </a:lnTo>
                <a:lnTo>
                  <a:pt x="16487" y="5550"/>
                </a:lnTo>
                <a:lnTo>
                  <a:pt x="16326" y="6317"/>
                </a:lnTo>
                <a:lnTo>
                  <a:pt x="16144" y="7044"/>
                </a:lnTo>
                <a:lnTo>
                  <a:pt x="15942" y="7709"/>
                </a:lnTo>
                <a:lnTo>
                  <a:pt x="15720" y="8315"/>
                </a:lnTo>
                <a:lnTo>
                  <a:pt x="15458" y="8860"/>
                </a:lnTo>
                <a:lnTo>
                  <a:pt x="15317" y="9122"/>
                </a:lnTo>
                <a:lnTo>
                  <a:pt x="15176" y="9364"/>
                </a:lnTo>
                <a:lnTo>
                  <a:pt x="15014" y="9586"/>
                </a:lnTo>
                <a:lnTo>
                  <a:pt x="14873" y="9808"/>
                </a:lnTo>
                <a:lnTo>
                  <a:pt x="14691" y="10010"/>
                </a:lnTo>
                <a:lnTo>
                  <a:pt x="14530" y="10212"/>
                </a:lnTo>
                <a:lnTo>
                  <a:pt x="14348" y="10393"/>
                </a:lnTo>
                <a:lnTo>
                  <a:pt x="14146" y="10555"/>
                </a:lnTo>
                <a:lnTo>
                  <a:pt x="13803" y="10837"/>
                </a:lnTo>
                <a:lnTo>
                  <a:pt x="13440" y="11080"/>
                </a:lnTo>
                <a:lnTo>
                  <a:pt x="13036" y="11302"/>
                </a:lnTo>
                <a:lnTo>
                  <a:pt x="12633" y="11483"/>
                </a:lnTo>
                <a:lnTo>
                  <a:pt x="12229" y="11665"/>
                </a:lnTo>
                <a:lnTo>
                  <a:pt x="11805" y="11806"/>
                </a:lnTo>
                <a:lnTo>
                  <a:pt x="11402" y="11947"/>
                </a:lnTo>
                <a:lnTo>
                  <a:pt x="10978" y="12068"/>
                </a:lnTo>
                <a:lnTo>
                  <a:pt x="10373" y="12230"/>
                </a:lnTo>
                <a:lnTo>
                  <a:pt x="9787" y="12371"/>
                </a:lnTo>
                <a:lnTo>
                  <a:pt x="9202" y="12512"/>
                </a:lnTo>
                <a:lnTo>
                  <a:pt x="8597" y="12633"/>
                </a:lnTo>
                <a:lnTo>
                  <a:pt x="7991" y="12734"/>
                </a:lnTo>
                <a:lnTo>
                  <a:pt x="7386" y="12835"/>
                </a:lnTo>
                <a:lnTo>
                  <a:pt x="6801" y="12936"/>
                </a:lnTo>
                <a:lnTo>
                  <a:pt x="6195" y="12997"/>
                </a:lnTo>
                <a:lnTo>
                  <a:pt x="5590" y="13057"/>
                </a:lnTo>
                <a:lnTo>
                  <a:pt x="4964" y="13118"/>
                </a:lnTo>
                <a:lnTo>
                  <a:pt x="4359" y="13158"/>
                </a:lnTo>
                <a:lnTo>
                  <a:pt x="3754" y="13178"/>
                </a:lnTo>
                <a:lnTo>
                  <a:pt x="1917" y="13178"/>
                </a:lnTo>
                <a:lnTo>
                  <a:pt x="1312" y="13138"/>
                </a:lnTo>
                <a:lnTo>
                  <a:pt x="1070" y="13118"/>
                </a:lnTo>
                <a:lnTo>
                  <a:pt x="848" y="13077"/>
                </a:lnTo>
                <a:lnTo>
                  <a:pt x="646" y="13017"/>
                </a:lnTo>
                <a:lnTo>
                  <a:pt x="484" y="12956"/>
                </a:lnTo>
                <a:lnTo>
                  <a:pt x="343" y="12855"/>
                </a:lnTo>
                <a:lnTo>
                  <a:pt x="242" y="12754"/>
                </a:lnTo>
                <a:lnTo>
                  <a:pt x="162" y="12613"/>
                </a:lnTo>
                <a:lnTo>
                  <a:pt x="101" y="12472"/>
                </a:lnTo>
                <a:lnTo>
                  <a:pt x="81" y="12351"/>
                </a:lnTo>
                <a:lnTo>
                  <a:pt x="81" y="12210"/>
                </a:lnTo>
                <a:lnTo>
                  <a:pt x="101" y="12068"/>
                </a:lnTo>
                <a:lnTo>
                  <a:pt x="121" y="11907"/>
                </a:lnTo>
                <a:lnTo>
                  <a:pt x="182" y="11745"/>
                </a:lnTo>
                <a:lnTo>
                  <a:pt x="242" y="11584"/>
                </a:lnTo>
                <a:lnTo>
                  <a:pt x="384" y="11241"/>
                </a:lnTo>
                <a:lnTo>
                  <a:pt x="606" y="10878"/>
                </a:lnTo>
                <a:lnTo>
                  <a:pt x="848" y="10515"/>
                </a:lnTo>
                <a:lnTo>
                  <a:pt x="1110" y="10131"/>
                </a:lnTo>
                <a:lnTo>
                  <a:pt x="1413" y="9768"/>
                </a:lnTo>
                <a:lnTo>
                  <a:pt x="1715" y="9405"/>
                </a:lnTo>
                <a:lnTo>
                  <a:pt x="2038" y="9062"/>
                </a:lnTo>
                <a:lnTo>
                  <a:pt x="2341" y="8739"/>
                </a:lnTo>
                <a:lnTo>
                  <a:pt x="2644" y="8456"/>
                </a:lnTo>
                <a:lnTo>
                  <a:pt x="2926" y="8194"/>
                </a:lnTo>
                <a:lnTo>
                  <a:pt x="3189" y="7972"/>
                </a:lnTo>
                <a:lnTo>
                  <a:pt x="3411" y="7790"/>
                </a:lnTo>
                <a:lnTo>
                  <a:pt x="3592" y="7669"/>
                </a:lnTo>
                <a:lnTo>
                  <a:pt x="4198" y="7306"/>
                </a:lnTo>
                <a:lnTo>
                  <a:pt x="4823" y="6983"/>
                </a:lnTo>
                <a:lnTo>
                  <a:pt x="6095" y="6357"/>
                </a:lnTo>
                <a:lnTo>
                  <a:pt x="6720" y="6055"/>
                </a:lnTo>
                <a:lnTo>
                  <a:pt x="7346" y="5752"/>
                </a:lnTo>
                <a:lnTo>
                  <a:pt x="7971" y="5409"/>
                </a:lnTo>
                <a:lnTo>
                  <a:pt x="8597" y="5066"/>
                </a:lnTo>
                <a:lnTo>
                  <a:pt x="9101" y="4723"/>
                </a:lnTo>
                <a:lnTo>
                  <a:pt x="9606" y="4360"/>
                </a:lnTo>
                <a:lnTo>
                  <a:pt x="10110" y="3976"/>
                </a:lnTo>
                <a:lnTo>
                  <a:pt x="10574" y="3573"/>
                </a:lnTo>
                <a:lnTo>
                  <a:pt x="11018" y="3149"/>
                </a:lnTo>
                <a:lnTo>
                  <a:pt x="11442" y="2705"/>
                </a:lnTo>
                <a:lnTo>
                  <a:pt x="11866" y="2241"/>
                </a:lnTo>
                <a:lnTo>
                  <a:pt x="12249" y="1756"/>
                </a:lnTo>
                <a:lnTo>
                  <a:pt x="12290" y="1716"/>
                </a:lnTo>
                <a:lnTo>
                  <a:pt x="12754" y="1131"/>
                </a:lnTo>
                <a:lnTo>
                  <a:pt x="12996" y="868"/>
                </a:lnTo>
                <a:lnTo>
                  <a:pt x="13238" y="606"/>
                </a:lnTo>
                <a:lnTo>
                  <a:pt x="13521" y="404"/>
                </a:lnTo>
                <a:lnTo>
                  <a:pt x="13662" y="303"/>
                </a:lnTo>
                <a:lnTo>
                  <a:pt x="13803" y="223"/>
                </a:lnTo>
                <a:lnTo>
                  <a:pt x="13965" y="162"/>
                </a:lnTo>
                <a:lnTo>
                  <a:pt x="14126" y="122"/>
                </a:lnTo>
                <a:lnTo>
                  <a:pt x="14288" y="102"/>
                </a:lnTo>
                <a:lnTo>
                  <a:pt x="14449" y="81"/>
                </a:lnTo>
                <a:close/>
                <a:moveTo>
                  <a:pt x="14368" y="1"/>
                </a:moveTo>
                <a:lnTo>
                  <a:pt x="14187" y="21"/>
                </a:lnTo>
                <a:lnTo>
                  <a:pt x="14025" y="61"/>
                </a:lnTo>
                <a:lnTo>
                  <a:pt x="13864" y="122"/>
                </a:lnTo>
                <a:lnTo>
                  <a:pt x="13702" y="202"/>
                </a:lnTo>
                <a:lnTo>
                  <a:pt x="13541" y="283"/>
                </a:lnTo>
                <a:lnTo>
                  <a:pt x="13400" y="384"/>
                </a:lnTo>
                <a:lnTo>
                  <a:pt x="13238" y="505"/>
                </a:lnTo>
                <a:lnTo>
                  <a:pt x="12976" y="768"/>
                </a:lnTo>
                <a:lnTo>
                  <a:pt x="12714" y="1050"/>
                </a:lnTo>
                <a:lnTo>
                  <a:pt x="12451" y="1353"/>
                </a:lnTo>
                <a:lnTo>
                  <a:pt x="12229" y="1655"/>
                </a:lnTo>
                <a:lnTo>
                  <a:pt x="12189" y="1716"/>
                </a:lnTo>
                <a:lnTo>
                  <a:pt x="11805" y="2200"/>
                </a:lnTo>
                <a:lnTo>
                  <a:pt x="11382" y="2664"/>
                </a:lnTo>
                <a:lnTo>
                  <a:pt x="10958" y="3088"/>
                </a:lnTo>
                <a:lnTo>
                  <a:pt x="10514" y="3512"/>
                </a:lnTo>
                <a:lnTo>
                  <a:pt x="10050" y="3916"/>
                </a:lnTo>
                <a:lnTo>
                  <a:pt x="9565" y="4299"/>
                </a:lnTo>
                <a:lnTo>
                  <a:pt x="9061" y="4662"/>
                </a:lnTo>
                <a:lnTo>
                  <a:pt x="8556" y="4985"/>
                </a:lnTo>
                <a:lnTo>
                  <a:pt x="7931" y="5348"/>
                </a:lnTo>
                <a:lnTo>
                  <a:pt x="7305" y="5671"/>
                </a:lnTo>
                <a:lnTo>
                  <a:pt x="6680" y="5994"/>
                </a:lnTo>
                <a:lnTo>
                  <a:pt x="6054" y="6297"/>
                </a:lnTo>
                <a:lnTo>
                  <a:pt x="4783" y="6902"/>
                </a:lnTo>
                <a:lnTo>
                  <a:pt x="4157" y="7245"/>
                </a:lnTo>
                <a:lnTo>
                  <a:pt x="3552" y="7588"/>
                </a:lnTo>
                <a:lnTo>
                  <a:pt x="3370" y="7709"/>
                </a:lnTo>
                <a:lnTo>
                  <a:pt x="3168" y="7891"/>
                </a:lnTo>
                <a:lnTo>
                  <a:pt x="2624" y="8375"/>
                </a:lnTo>
                <a:lnTo>
                  <a:pt x="2321" y="8658"/>
                </a:lnTo>
                <a:lnTo>
                  <a:pt x="1998" y="8981"/>
                </a:lnTo>
                <a:lnTo>
                  <a:pt x="1675" y="9344"/>
                </a:lnTo>
                <a:lnTo>
                  <a:pt x="1352" y="9707"/>
                </a:lnTo>
                <a:lnTo>
                  <a:pt x="1050" y="10071"/>
                </a:lnTo>
                <a:lnTo>
                  <a:pt x="787" y="10454"/>
                </a:lnTo>
                <a:lnTo>
                  <a:pt x="525" y="10837"/>
                </a:lnTo>
                <a:lnTo>
                  <a:pt x="323" y="11201"/>
                </a:lnTo>
                <a:lnTo>
                  <a:pt x="162" y="11564"/>
                </a:lnTo>
                <a:lnTo>
                  <a:pt x="101" y="11725"/>
                </a:lnTo>
                <a:lnTo>
                  <a:pt x="41" y="11907"/>
                </a:lnTo>
                <a:lnTo>
                  <a:pt x="20" y="12068"/>
                </a:lnTo>
                <a:lnTo>
                  <a:pt x="0" y="12210"/>
                </a:lnTo>
                <a:lnTo>
                  <a:pt x="0" y="12371"/>
                </a:lnTo>
                <a:lnTo>
                  <a:pt x="41" y="12492"/>
                </a:lnTo>
                <a:lnTo>
                  <a:pt x="81" y="12654"/>
                </a:lnTo>
                <a:lnTo>
                  <a:pt x="182" y="12795"/>
                </a:lnTo>
                <a:lnTo>
                  <a:pt x="283" y="12916"/>
                </a:lnTo>
                <a:lnTo>
                  <a:pt x="444" y="13017"/>
                </a:lnTo>
                <a:lnTo>
                  <a:pt x="606" y="13098"/>
                </a:lnTo>
                <a:lnTo>
                  <a:pt x="807" y="13158"/>
                </a:lnTo>
                <a:lnTo>
                  <a:pt x="1050" y="13198"/>
                </a:lnTo>
                <a:lnTo>
                  <a:pt x="1312" y="13219"/>
                </a:lnTo>
                <a:lnTo>
                  <a:pt x="2099" y="13259"/>
                </a:lnTo>
                <a:lnTo>
                  <a:pt x="2886" y="13259"/>
                </a:lnTo>
                <a:lnTo>
                  <a:pt x="3915" y="13239"/>
                </a:lnTo>
                <a:lnTo>
                  <a:pt x="4944" y="13198"/>
                </a:lnTo>
                <a:lnTo>
                  <a:pt x="5973" y="13098"/>
                </a:lnTo>
                <a:lnTo>
                  <a:pt x="6982" y="12976"/>
                </a:lnTo>
                <a:lnTo>
                  <a:pt x="7991" y="12835"/>
                </a:lnTo>
                <a:lnTo>
                  <a:pt x="9000" y="12633"/>
                </a:lnTo>
                <a:lnTo>
                  <a:pt x="10009" y="12411"/>
                </a:lnTo>
                <a:lnTo>
                  <a:pt x="10998" y="12149"/>
                </a:lnTo>
                <a:lnTo>
                  <a:pt x="11422" y="12028"/>
                </a:lnTo>
                <a:lnTo>
                  <a:pt x="11846" y="11887"/>
                </a:lnTo>
                <a:lnTo>
                  <a:pt x="12270" y="11725"/>
                </a:lnTo>
                <a:lnTo>
                  <a:pt x="12673" y="11564"/>
                </a:lnTo>
                <a:lnTo>
                  <a:pt x="13077" y="11362"/>
                </a:lnTo>
                <a:lnTo>
                  <a:pt x="13480" y="11160"/>
                </a:lnTo>
                <a:lnTo>
                  <a:pt x="13844" y="10898"/>
                </a:lnTo>
                <a:lnTo>
                  <a:pt x="14207" y="10615"/>
                </a:lnTo>
                <a:lnTo>
                  <a:pt x="14409" y="10454"/>
                </a:lnTo>
                <a:lnTo>
                  <a:pt x="14590" y="10272"/>
                </a:lnTo>
                <a:lnTo>
                  <a:pt x="14752" y="10071"/>
                </a:lnTo>
                <a:lnTo>
                  <a:pt x="14933" y="9869"/>
                </a:lnTo>
                <a:lnTo>
                  <a:pt x="15095" y="9647"/>
                </a:lnTo>
                <a:lnTo>
                  <a:pt x="15236" y="9405"/>
                </a:lnTo>
                <a:lnTo>
                  <a:pt x="15398" y="9162"/>
                </a:lnTo>
                <a:lnTo>
                  <a:pt x="15519" y="8900"/>
                </a:lnTo>
                <a:lnTo>
                  <a:pt x="15781" y="8355"/>
                </a:lnTo>
                <a:lnTo>
                  <a:pt x="16023" y="7730"/>
                </a:lnTo>
                <a:lnTo>
                  <a:pt x="16225" y="7064"/>
                </a:lnTo>
                <a:lnTo>
                  <a:pt x="16407" y="6337"/>
                </a:lnTo>
                <a:lnTo>
                  <a:pt x="16568" y="5570"/>
                </a:lnTo>
                <a:lnTo>
                  <a:pt x="16669" y="4844"/>
                </a:lnTo>
                <a:lnTo>
                  <a:pt x="16729" y="4178"/>
                </a:lnTo>
                <a:lnTo>
                  <a:pt x="16729" y="3855"/>
                </a:lnTo>
                <a:lnTo>
                  <a:pt x="16729" y="3532"/>
                </a:lnTo>
                <a:lnTo>
                  <a:pt x="16709" y="3250"/>
                </a:lnTo>
                <a:lnTo>
                  <a:pt x="16669" y="2947"/>
                </a:lnTo>
                <a:lnTo>
                  <a:pt x="16628" y="2664"/>
                </a:lnTo>
                <a:lnTo>
                  <a:pt x="16568" y="2382"/>
                </a:lnTo>
                <a:lnTo>
                  <a:pt x="16507" y="2120"/>
                </a:lnTo>
                <a:lnTo>
                  <a:pt x="16427" y="1857"/>
                </a:lnTo>
                <a:lnTo>
                  <a:pt x="16326" y="1615"/>
                </a:lnTo>
                <a:lnTo>
                  <a:pt x="16205" y="1373"/>
                </a:lnTo>
                <a:lnTo>
                  <a:pt x="16063" y="1090"/>
                </a:lnTo>
                <a:lnTo>
                  <a:pt x="15882" y="828"/>
                </a:lnTo>
                <a:lnTo>
                  <a:pt x="15680" y="606"/>
                </a:lnTo>
                <a:lnTo>
                  <a:pt x="15478" y="404"/>
                </a:lnTo>
                <a:lnTo>
                  <a:pt x="15256" y="243"/>
                </a:lnTo>
                <a:lnTo>
                  <a:pt x="15034" y="122"/>
                </a:lnTo>
                <a:lnTo>
                  <a:pt x="14792" y="41"/>
                </a:lnTo>
                <a:lnTo>
                  <a:pt x="14550" y="1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37" name="Google Shape;1837;p21"/>
          <p:cNvSpPr/>
          <p:nvPr/>
        </p:nvSpPr>
        <p:spPr>
          <a:xfrm flipH="1">
            <a:off x="8748737" y="1106345"/>
            <a:ext cx="653335" cy="572101"/>
          </a:xfrm>
          <a:custGeom>
            <a:rect b="b" l="l" r="r" t="t"/>
            <a:pathLst>
              <a:path extrusionOk="0" h="10233" w="11686">
                <a:moveTo>
                  <a:pt x="10817" y="82"/>
                </a:moveTo>
                <a:lnTo>
                  <a:pt x="10918" y="102"/>
                </a:lnTo>
                <a:lnTo>
                  <a:pt x="10979" y="142"/>
                </a:lnTo>
                <a:lnTo>
                  <a:pt x="11039" y="182"/>
                </a:lnTo>
                <a:lnTo>
                  <a:pt x="11120" y="303"/>
                </a:lnTo>
                <a:lnTo>
                  <a:pt x="11201" y="445"/>
                </a:lnTo>
                <a:lnTo>
                  <a:pt x="11241" y="586"/>
                </a:lnTo>
                <a:lnTo>
                  <a:pt x="11382" y="1191"/>
                </a:lnTo>
                <a:lnTo>
                  <a:pt x="11504" y="1797"/>
                </a:lnTo>
                <a:lnTo>
                  <a:pt x="11564" y="2422"/>
                </a:lnTo>
                <a:lnTo>
                  <a:pt x="11604" y="3028"/>
                </a:lnTo>
                <a:lnTo>
                  <a:pt x="11584" y="3653"/>
                </a:lnTo>
                <a:lnTo>
                  <a:pt x="11544" y="4259"/>
                </a:lnTo>
                <a:lnTo>
                  <a:pt x="11463" y="4884"/>
                </a:lnTo>
                <a:lnTo>
                  <a:pt x="11342" y="5490"/>
                </a:lnTo>
                <a:lnTo>
                  <a:pt x="11241" y="5853"/>
                </a:lnTo>
                <a:lnTo>
                  <a:pt x="11140" y="6176"/>
                </a:lnTo>
                <a:lnTo>
                  <a:pt x="11019" y="6499"/>
                </a:lnTo>
                <a:lnTo>
                  <a:pt x="10878" y="6781"/>
                </a:lnTo>
                <a:lnTo>
                  <a:pt x="10737" y="7044"/>
                </a:lnTo>
                <a:lnTo>
                  <a:pt x="10575" y="7286"/>
                </a:lnTo>
                <a:lnTo>
                  <a:pt x="10414" y="7488"/>
                </a:lnTo>
                <a:lnTo>
                  <a:pt x="10212" y="7669"/>
                </a:lnTo>
                <a:lnTo>
                  <a:pt x="10030" y="7831"/>
                </a:lnTo>
                <a:lnTo>
                  <a:pt x="9849" y="7972"/>
                </a:lnTo>
                <a:lnTo>
                  <a:pt x="9647" y="8093"/>
                </a:lnTo>
                <a:lnTo>
                  <a:pt x="9425" y="8194"/>
                </a:lnTo>
                <a:lnTo>
                  <a:pt x="9001" y="8396"/>
                </a:lnTo>
                <a:lnTo>
                  <a:pt x="8557" y="8557"/>
                </a:lnTo>
                <a:lnTo>
                  <a:pt x="7730" y="8840"/>
                </a:lnTo>
                <a:lnTo>
                  <a:pt x="6862" y="9142"/>
                </a:lnTo>
                <a:lnTo>
                  <a:pt x="5974" y="9405"/>
                </a:lnTo>
                <a:lnTo>
                  <a:pt x="5066" y="9647"/>
                </a:lnTo>
                <a:lnTo>
                  <a:pt x="4158" y="9849"/>
                </a:lnTo>
                <a:lnTo>
                  <a:pt x="3714" y="9950"/>
                </a:lnTo>
                <a:lnTo>
                  <a:pt x="3270" y="10010"/>
                </a:lnTo>
                <a:lnTo>
                  <a:pt x="2806" y="10071"/>
                </a:lnTo>
                <a:lnTo>
                  <a:pt x="2362" y="10111"/>
                </a:lnTo>
                <a:lnTo>
                  <a:pt x="1918" y="10151"/>
                </a:lnTo>
                <a:lnTo>
                  <a:pt x="1252" y="10151"/>
                </a:lnTo>
                <a:lnTo>
                  <a:pt x="1070" y="10131"/>
                </a:lnTo>
                <a:lnTo>
                  <a:pt x="889" y="10071"/>
                </a:lnTo>
                <a:lnTo>
                  <a:pt x="707" y="10010"/>
                </a:lnTo>
                <a:lnTo>
                  <a:pt x="566" y="9950"/>
                </a:lnTo>
                <a:lnTo>
                  <a:pt x="425" y="9849"/>
                </a:lnTo>
                <a:lnTo>
                  <a:pt x="324" y="9748"/>
                </a:lnTo>
                <a:lnTo>
                  <a:pt x="223" y="9627"/>
                </a:lnTo>
                <a:lnTo>
                  <a:pt x="162" y="9526"/>
                </a:lnTo>
                <a:lnTo>
                  <a:pt x="122" y="9405"/>
                </a:lnTo>
                <a:lnTo>
                  <a:pt x="102" y="9284"/>
                </a:lnTo>
                <a:lnTo>
                  <a:pt x="82" y="9163"/>
                </a:lnTo>
                <a:lnTo>
                  <a:pt x="102" y="9021"/>
                </a:lnTo>
                <a:lnTo>
                  <a:pt x="122" y="8880"/>
                </a:lnTo>
                <a:lnTo>
                  <a:pt x="162" y="8739"/>
                </a:lnTo>
                <a:lnTo>
                  <a:pt x="223" y="8577"/>
                </a:lnTo>
                <a:lnTo>
                  <a:pt x="324" y="8416"/>
                </a:lnTo>
                <a:lnTo>
                  <a:pt x="425" y="8234"/>
                </a:lnTo>
                <a:lnTo>
                  <a:pt x="546" y="8073"/>
                </a:lnTo>
                <a:lnTo>
                  <a:pt x="667" y="7911"/>
                </a:lnTo>
                <a:lnTo>
                  <a:pt x="970" y="7589"/>
                </a:lnTo>
                <a:lnTo>
                  <a:pt x="1292" y="7306"/>
                </a:lnTo>
                <a:lnTo>
                  <a:pt x="1615" y="7064"/>
                </a:lnTo>
                <a:lnTo>
                  <a:pt x="1979" y="6822"/>
                </a:lnTo>
                <a:lnTo>
                  <a:pt x="2322" y="6620"/>
                </a:lnTo>
                <a:lnTo>
                  <a:pt x="2645" y="6438"/>
                </a:lnTo>
                <a:lnTo>
                  <a:pt x="3008" y="6257"/>
                </a:lnTo>
                <a:lnTo>
                  <a:pt x="3391" y="6075"/>
                </a:lnTo>
                <a:lnTo>
                  <a:pt x="4138" y="5752"/>
                </a:lnTo>
                <a:lnTo>
                  <a:pt x="5107" y="5328"/>
                </a:lnTo>
                <a:lnTo>
                  <a:pt x="5591" y="5086"/>
                </a:lnTo>
                <a:lnTo>
                  <a:pt x="6055" y="4824"/>
                </a:lnTo>
                <a:lnTo>
                  <a:pt x="6459" y="4582"/>
                </a:lnTo>
                <a:lnTo>
                  <a:pt x="6822" y="4319"/>
                </a:lnTo>
                <a:lnTo>
                  <a:pt x="7185" y="4017"/>
                </a:lnTo>
                <a:lnTo>
                  <a:pt x="7528" y="3714"/>
                </a:lnTo>
                <a:lnTo>
                  <a:pt x="7851" y="3391"/>
                </a:lnTo>
                <a:lnTo>
                  <a:pt x="8174" y="3048"/>
                </a:lnTo>
                <a:lnTo>
                  <a:pt x="8456" y="2685"/>
                </a:lnTo>
                <a:lnTo>
                  <a:pt x="8719" y="2301"/>
                </a:lnTo>
                <a:lnTo>
                  <a:pt x="9021" y="1817"/>
                </a:lnTo>
                <a:lnTo>
                  <a:pt x="9324" y="1353"/>
                </a:lnTo>
                <a:lnTo>
                  <a:pt x="9465" y="1131"/>
                </a:lnTo>
                <a:lnTo>
                  <a:pt x="9647" y="909"/>
                </a:lnTo>
                <a:lnTo>
                  <a:pt x="9808" y="707"/>
                </a:lnTo>
                <a:lnTo>
                  <a:pt x="10010" y="525"/>
                </a:lnTo>
                <a:lnTo>
                  <a:pt x="10212" y="344"/>
                </a:lnTo>
                <a:lnTo>
                  <a:pt x="10434" y="203"/>
                </a:lnTo>
                <a:lnTo>
                  <a:pt x="10575" y="122"/>
                </a:lnTo>
                <a:lnTo>
                  <a:pt x="10696" y="102"/>
                </a:lnTo>
                <a:lnTo>
                  <a:pt x="10817" y="82"/>
                </a:lnTo>
                <a:close/>
                <a:moveTo>
                  <a:pt x="10838" y="1"/>
                </a:moveTo>
                <a:lnTo>
                  <a:pt x="10696" y="21"/>
                </a:lnTo>
                <a:lnTo>
                  <a:pt x="10555" y="61"/>
                </a:lnTo>
                <a:lnTo>
                  <a:pt x="10394" y="122"/>
                </a:lnTo>
                <a:lnTo>
                  <a:pt x="10152" y="283"/>
                </a:lnTo>
                <a:lnTo>
                  <a:pt x="9950" y="445"/>
                </a:lnTo>
                <a:lnTo>
                  <a:pt x="9748" y="647"/>
                </a:lnTo>
                <a:lnTo>
                  <a:pt x="9586" y="848"/>
                </a:lnTo>
                <a:lnTo>
                  <a:pt x="9405" y="1070"/>
                </a:lnTo>
                <a:lnTo>
                  <a:pt x="9264" y="1312"/>
                </a:lnTo>
                <a:lnTo>
                  <a:pt x="8961" y="1777"/>
                </a:lnTo>
                <a:lnTo>
                  <a:pt x="8658" y="2261"/>
                </a:lnTo>
                <a:lnTo>
                  <a:pt x="8396" y="2624"/>
                </a:lnTo>
                <a:lnTo>
                  <a:pt x="8113" y="2987"/>
                </a:lnTo>
                <a:lnTo>
                  <a:pt x="7790" y="3331"/>
                </a:lnTo>
                <a:lnTo>
                  <a:pt x="7468" y="3653"/>
                </a:lnTo>
                <a:lnTo>
                  <a:pt x="7145" y="3956"/>
                </a:lnTo>
                <a:lnTo>
                  <a:pt x="6781" y="4239"/>
                </a:lnTo>
                <a:lnTo>
                  <a:pt x="6398" y="4521"/>
                </a:lnTo>
                <a:lnTo>
                  <a:pt x="6015" y="4763"/>
                </a:lnTo>
                <a:lnTo>
                  <a:pt x="5550" y="5026"/>
                </a:lnTo>
                <a:lnTo>
                  <a:pt x="5066" y="5248"/>
                </a:lnTo>
                <a:lnTo>
                  <a:pt x="4097" y="5692"/>
                </a:lnTo>
                <a:lnTo>
                  <a:pt x="3351" y="6014"/>
                </a:lnTo>
                <a:lnTo>
                  <a:pt x="2988" y="6176"/>
                </a:lnTo>
                <a:lnTo>
                  <a:pt x="2604" y="6358"/>
                </a:lnTo>
                <a:lnTo>
                  <a:pt x="2281" y="6539"/>
                </a:lnTo>
                <a:lnTo>
                  <a:pt x="1918" y="6761"/>
                </a:lnTo>
                <a:lnTo>
                  <a:pt x="1575" y="7003"/>
                </a:lnTo>
                <a:lnTo>
                  <a:pt x="1232" y="7266"/>
                </a:lnTo>
                <a:lnTo>
                  <a:pt x="909" y="7548"/>
                </a:lnTo>
                <a:lnTo>
                  <a:pt x="606" y="7851"/>
                </a:lnTo>
                <a:lnTo>
                  <a:pt x="485" y="8012"/>
                </a:lnTo>
                <a:lnTo>
                  <a:pt x="364" y="8194"/>
                </a:lnTo>
                <a:lnTo>
                  <a:pt x="243" y="8376"/>
                </a:lnTo>
                <a:lnTo>
                  <a:pt x="162" y="8557"/>
                </a:lnTo>
                <a:lnTo>
                  <a:pt x="102" y="8719"/>
                </a:lnTo>
                <a:lnTo>
                  <a:pt x="41" y="8860"/>
                </a:lnTo>
                <a:lnTo>
                  <a:pt x="21" y="9021"/>
                </a:lnTo>
                <a:lnTo>
                  <a:pt x="1" y="9163"/>
                </a:lnTo>
                <a:lnTo>
                  <a:pt x="21" y="9304"/>
                </a:lnTo>
                <a:lnTo>
                  <a:pt x="41" y="9425"/>
                </a:lnTo>
                <a:lnTo>
                  <a:pt x="102" y="9546"/>
                </a:lnTo>
                <a:lnTo>
                  <a:pt x="162" y="9667"/>
                </a:lnTo>
                <a:lnTo>
                  <a:pt x="263" y="9808"/>
                </a:lnTo>
                <a:lnTo>
                  <a:pt x="384" y="9909"/>
                </a:lnTo>
                <a:lnTo>
                  <a:pt x="526" y="10010"/>
                </a:lnTo>
                <a:lnTo>
                  <a:pt x="687" y="10091"/>
                </a:lnTo>
                <a:lnTo>
                  <a:pt x="849" y="10151"/>
                </a:lnTo>
                <a:lnTo>
                  <a:pt x="1050" y="10192"/>
                </a:lnTo>
                <a:lnTo>
                  <a:pt x="1252" y="10232"/>
                </a:lnTo>
                <a:lnTo>
                  <a:pt x="1918" y="10232"/>
                </a:lnTo>
                <a:lnTo>
                  <a:pt x="2362" y="10192"/>
                </a:lnTo>
                <a:lnTo>
                  <a:pt x="2826" y="10151"/>
                </a:lnTo>
                <a:lnTo>
                  <a:pt x="3270" y="10091"/>
                </a:lnTo>
                <a:lnTo>
                  <a:pt x="3734" y="10030"/>
                </a:lnTo>
                <a:lnTo>
                  <a:pt x="4178" y="9929"/>
                </a:lnTo>
                <a:lnTo>
                  <a:pt x="5086" y="9728"/>
                </a:lnTo>
                <a:lnTo>
                  <a:pt x="5994" y="9485"/>
                </a:lnTo>
                <a:lnTo>
                  <a:pt x="6882" y="9223"/>
                </a:lnTo>
                <a:lnTo>
                  <a:pt x="7750" y="8920"/>
                </a:lnTo>
                <a:lnTo>
                  <a:pt x="8577" y="8638"/>
                </a:lnTo>
                <a:lnTo>
                  <a:pt x="9021" y="8456"/>
                </a:lnTo>
                <a:lnTo>
                  <a:pt x="9465" y="8275"/>
                </a:lnTo>
                <a:lnTo>
                  <a:pt x="9687" y="8154"/>
                </a:lnTo>
                <a:lnTo>
                  <a:pt x="9889" y="8032"/>
                </a:lnTo>
                <a:lnTo>
                  <a:pt x="10091" y="7891"/>
                </a:lnTo>
                <a:lnTo>
                  <a:pt x="10273" y="7730"/>
                </a:lnTo>
                <a:lnTo>
                  <a:pt x="10474" y="7548"/>
                </a:lnTo>
                <a:lnTo>
                  <a:pt x="10636" y="7326"/>
                </a:lnTo>
                <a:lnTo>
                  <a:pt x="10817" y="7084"/>
                </a:lnTo>
                <a:lnTo>
                  <a:pt x="10959" y="6822"/>
                </a:lnTo>
                <a:lnTo>
                  <a:pt x="11100" y="6539"/>
                </a:lnTo>
                <a:lnTo>
                  <a:pt x="11221" y="6216"/>
                </a:lnTo>
                <a:lnTo>
                  <a:pt x="11322" y="5873"/>
                </a:lnTo>
                <a:lnTo>
                  <a:pt x="11423" y="5510"/>
                </a:lnTo>
                <a:lnTo>
                  <a:pt x="11544" y="4884"/>
                </a:lnTo>
                <a:lnTo>
                  <a:pt x="11625" y="4279"/>
                </a:lnTo>
                <a:lnTo>
                  <a:pt x="11665" y="3653"/>
                </a:lnTo>
                <a:lnTo>
                  <a:pt x="11685" y="3028"/>
                </a:lnTo>
                <a:lnTo>
                  <a:pt x="11645" y="2402"/>
                </a:lnTo>
                <a:lnTo>
                  <a:pt x="11584" y="1797"/>
                </a:lnTo>
                <a:lnTo>
                  <a:pt x="11463" y="1171"/>
                </a:lnTo>
                <a:lnTo>
                  <a:pt x="11322" y="566"/>
                </a:lnTo>
                <a:lnTo>
                  <a:pt x="11261" y="404"/>
                </a:lnTo>
                <a:lnTo>
                  <a:pt x="11201" y="263"/>
                </a:lnTo>
                <a:lnTo>
                  <a:pt x="11140" y="182"/>
                </a:lnTo>
                <a:lnTo>
                  <a:pt x="11100" y="122"/>
                </a:lnTo>
                <a:lnTo>
                  <a:pt x="11019" y="82"/>
                </a:lnTo>
                <a:lnTo>
                  <a:pt x="10959" y="41"/>
                </a:lnTo>
                <a:lnTo>
                  <a:pt x="10838" y="1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ext 3">
  <p:cSld name="CUSTOM_15">
    <p:spTree>
      <p:nvGrpSpPr>
        <p:cNvPr id="1838" name="Shape 18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9" name="Google Shape;1839;p22"/>
          <p:cNvSpPr txBox="1"/>
          <p:nvPr>
            <p:ph type="title"/>
          </p:nvPr>
        </p:nvSpPr>
        <p:spPr>
          <a:xfrm>
            <a:off x="713225" y="530352"/>
            <a:ext cx="7717500" cy="292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 b="1"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 b="1"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 b="1"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 b="1"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 b="1"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 b="1"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 b="1"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 b="1"/>
            </a:lvl9pPr>
          </a:lstStyle>
          <a:p/>
        </p:txBody>
      </p:sp>
      <p:sp>
        <p:nvSpPr>
          <p:cNvPr id="1840" name="Google Shape;1840;p22"/>
          <p:cNvSpPr txBox="1"/>
          <p:nvPr>
            <p:ph idx="1" type="body"/>
          </p:nvPr>
        </p:nvSpPr>
        <p:spPr>
          <a:xfrm>
            <a:off x="1740600" y="1428750"/>
            <a:ext cx="5662800" cy="2286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304800" lvl="0" marL="457200" rtl="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600"/>
            </a:lvl1pPr>
            <a:lvl2pPr indent="-317500" lvl="1" marL="914400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400"/>
            </a:lvl2pPr>
            <a:lvl3pPr indent="-317500" lvl="2" marL="13716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400"/>
            </a:lvl3pPr>
            <a:lvl4pPr indent="-317500" lvl="3" marL="18288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4pPr>
            <a:lvl5pPr indent="-317500" lvl="4" marL="2286000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400"/>
            </a:lvl5pPr>
            <a:lvl6pPr indent="-317500" lvl="5" marL="27432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400"/>
            </a:lvl6pPr>
            <a:lvl7pPr indent="-317500" lvl="6" marL="32004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7pPr>
            <a:lvl8pPr indent="-317500" lvl="7" marL="3657600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400"/>
            </a:lvl8pPr>
            <a:lvl9pPr indent="-317500" lvl="8" marL="41148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400"/>
            </a:lvl9pPr>
          </a:lstStyle>
          <a:p/>
        </p:txBody>
      </p:sp>
      <p:sp>
        <p:nvSpPr>
          <p:cNvPr id="1841" name="Google Shape;1841;p22"/>
          <p:cNvSpPr/>
          <p:nvPr/>
        </p:nvSpPr>
        <p:spPr>
          <a:xfrm flipH="1">
            <a:off x="4572000" y="0"/>
            <a:ext cx="4572000" cy="5442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42" name="Google Shape;1842;p22"/>
          <p:cNvSpPr/>
          <p:nvPr/>
        </p:nvSpPr>
        <p:spPr>
          <a:xfrm flipH="1">
            <a:off x="0" y="4599425"/>
            <a:ext cx="4572000" cy="5442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43" name="Google Shape;1843;p22"/>
          <p:cNvSpPr/>
          <p:nvPr/>
        </p:nvSpPr>
        <p:spPr>
          <a:xfrm>
            <a:off x="410720" y="162241"/>
            <a:ext cx="597600" cy="5976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44" name="Google Shape;1844;p22"/>
          <p:cNvSpPr/>
          <p:nvPr/>
        </p:nvSpPr>
        <p:spPr>
          <a:xfrm rot="5400000">
            <a:off x="410720" y="767343"/>
            <a:ext cx="597600" cy="597600"/>
          </a:xfrm>
          <a:prstGeom prst="rtTriangle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845" name="Google Shape;1845;p22"/>
          <p:cNvGrpSpPr/>
          <p:nvPr/>
        </p:nvGrpSpPr>
        <p:grpSpPr>
          <a:xfrm>
            <a:off x="4958737" y="4644318"/>
            <a:ext cx="1205112" cy="520243"/>
            <a:chOff x="5541266" y="4599416"/>
            <a:chExt cx="1205112" cy="520243"/>
          </a:xfrm>
        </p:grpSpPr>
        <p:sp>
          <p:nvSpPr>
            <p:cNvPr id="1846" name="Google Shape;1846;p22"/>
            <p:cNvSpPr/>
            <p:nvPr/>
          </p:nvSpPr>
          <p:spPr>
            <a:xfrm>
              <a:off x="6364211" y="5066973"/>
              <a:ext cx="53445" cy="50368"/>
            </a:xfrm>
            <a:custGeom>
              <a:rect b="b" l="l" r="r" t="t"/>
              <a:pathLst>
                <a:path extrusionOk="0" h="1326" w="1407">
                  <a:moveTo>
                    <a:pt x="724" y="1"/>
                  </a:moveTo>
                  <a:lnTo>
                    <a:pt x="1" y="683"/>
                  </a:lnTo>
                  <a:lnTo>
                    <a:pt x="21" y="724"/>
                  </a:lnTo>
                  <a:lnTo>
                    <a:pt x="61" y="744"/>
                  </a:lnTo>
                  <a:lnTo>
                    <a:pt x="181" y="784"/>
                  </a:lnTo>
                  <a:lnTo>
                    <a:pt x="322" y="824"/>
                  </a:lnTo>
                  <a:lnTo>
                    <a:pt x="382" y="864"/>
                  </a:lnTo>
                  <a:lnTo>
                    <a:pt x="422" y="884"/>
                  </a:lnTo>
                  <a:lnTo>
                    <a:pt x="503" y="1005"/>
                  </a:lnTo>
                  <a:lnTo>
                    <a:pt x="583" y="1105"/>
                  </a:lnTo>
                  <a:lnTo>
                    <a:pt x="704" y="1326"/>
                  </a:lnTo>
                  <a:lnTo>
                    <a:pt x="1406" y="623"/>
                  </a:lnTo>
                  <a:lnTo>
                    <a:pt x="724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47" name="Google Shape;1847;p22"/>
            <p:cNvSpPr/>
            <p:nvPr/>
          </p:nvSpPr>
          <p:spPr>
            <a:xfrm>
              <a:off x="6035489" y="4599416"/>
              <a:ext cx="54205" cy="50406"/>
            </a:xfrm>
            <a:custGeom>
              <a:rect b="b" l="l" r="r" t="t"/>
              <a:pathLst>
                <a:path extrusionOk="0" h="1327" w="1427">
                  <a:moveTo>
                    <a:pt x="723" y="1"/>
                  </a:moveTo>
                  <a:lnTo>
                    <a:pt x="1" y="684"/>
                  </a:lnTo>
                  <a:lnTo>
                    <a:pt x="221" y="784"/>
                  </a:lnTo>
                  <a:lnTo>
                    <a:pt x="322" y="824"/>
                  </a:lnTo>
                  <a:lnTo>
                    <a:pt x="422" y="884"/>
                  </a:lnTo>
                  <a:lnTo>
                    <a:pt x="502" y="1005"/>
                  </a:lnTo>
                  <a:lnTo>
                    <a:pt x="583" y="1105"/>
                  </a:lnTo>
                  <a:lnTo>
                    <a:pt x="723" y="1326"/>
                  </a:lnTo>
                  <a:lnTo>
                    <a:pt x="1426" y="643"/>
                  </a:lnTo>
                  <a:lnTo>
                    <a:pt x="723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48" name="Google Shape;1848;p22"/>
            <p:cNvSpPr/>
            <p:nvPr/>
          </p:nvSpPr>
          <p:spPr>
            <a:xfrm>
              <a:off x="6202509" y="4599416"/>
              <a:ext cx="50406" cy="48887"/>
            </a:xfrm>
            <a:custGeom>
              <a:rect b="b" l="l" r="r" t="t"/>
              <a:pathLst>
                <a:path extrusionOk="0" h="1287" w="1327">
                  <a:moveTo>
                    <a:pt x="664" y="1"/>
                  </a:moveTo>
                  <a:lnTo>
                    <a:pt x="1" y="664"/>
                  </a:lnTo>
                  <a:lnTo>
                    <a:pt x="664" y="1286"/>
                  </a:lnTo>
                  <a:lnTo>
                    <a:pt x="1326" y="623"/>
                  </a:lnTo>
                  <a:lnTo>
                    <a:pt x="664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49" name="Google Shape;1849;p22"/>
            <p:cNvSpPr/>
            <p:nvPr/>
          </p:nvSpPr>
          <p:spPr>
            <a:xfrm>
              <a:off x="6037008" y="4755040"/>
              <a:ext cx="54205" cy="51888"/>
            </a:xfrm>
            <a:custGeom>
              <a:rect b="b" l="l" r="r" t="t"/>
              <a:pathLst>
                <a:path extrusionOk="0" h="1366" w="1427">
                  <a:moveTo>
                    <a:pt x="703" y="0"/>
                  </a:moveTo>
                  <a:lnTo>
                    <a:pt x="1" y="643"/>
                  </a:lnTo>
                  <a:lnTo>
                    <a:pt x="744" y="1366"/>
                  </a:lnTo>
                  <a:lnTo>
                    <a:pt x="784" y="1225"/>
                  </a:lnTo>
                  <a:lnTo>
                    <a:pt x="844" y="1125"/>
                  </a:lnTo>
                  <a:lnTo>
                    <a:pt x="924" y="1024"/>
                  </a:lnTo>
                  <a:lnTo>
                    <a:pt x="1005" y="944"/>
                  </a:lnTo>
                  <a:lnTo>
                    <a:pt x="1105" y="864"/>
                  </a:lnTo>
                  <a:lnTo>
                    <a:pt x="1205" y="803"/>
                  </a:lnTo>
                  <a:lnTo>
                    <a:pt x="1426" y="683"/>
                  </a:lnTo>
                  <a:lnTo>
                    <a:pt x="1346" y="582"/>
                  </a:lnTo>
                  <a:lnTo>
                    <a:pt x="1266" y="522"/>
                  </a:lnTo>
                  <a:lnTo>
                    <a:pt x="1045" y="402"/>
                  </a:lnTo>
                  <a:lnTo>
                    <a:pt x="964" y="342"/>
                  </a:lnTo>
                  <a:lnTo>
                    <a:pt x="884" y="281"/>
                  </a:lnTo>
                  <a:lnTo>
                    <a:pt x="824" y="181"/>
                  </a:lnTo>
                  <a:lnTo>
                    <a:pt x="804" y="40"/>
                  </a:lnTo>
                  <a:lnTo>
                    <a:pt x="784" y="20"/>
                  </a:lnTo>
                  <a:lnTo>
                    <a:pt x="744" y="20"/>
                  </a:lnTo>
                  <a:lnTo>
                    <a:pt x="70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50" name="Google Shape;1850;p22"/>
            <p:cNvSpPr/>
            <p:nvPr/>
          </p:nvSpPr>
          <p:spPr>
            <a:xfrm>
              <a:off x="6200230" y="4754280"/>
              <a:ext cx="54205" cy="54167"/>
            </a:xfrm>
            <a:custGeom>
              <a:rect b="b" l="l" r="r" t="t"/>
              <a:pathLst>
                <a:path extrusionOk="0" h="1426" w="1427">
                  <a:moveTo>
                    <a:pt x="724" y="0"/>
                  </a:moveTo>
                  <a:lnTo>
                    <a:pt x="1" y="703"/>
                  </a:lnTo>
                  <a:lnTo>
                    <a:pt x="121" y="743"/>
                  </a:lnTo>
                  <a:lnTo>
                    <a:pt x="242" y="823"/>
                  </a:lnTo>
                  <a:lnTo>
                    <a:pt x="342" y="884"/>
                  </a:lnTo>
                  <a:lnTo>
                    <a:pt x="422" y="984"/>
                  </a:lnTo>
                  <a:lnTo>
                    <a:pt x="603" y="1185"/>
                  </a:lnTo>
                  <a:lnTo>
                    <a:pt x="744" y="1426"/>
                  </a:lnTo>
                  <a:lnTo>
                    <a:pt x="844" y="1165"/>
                  </a:lnTo>
                  <a:lnTo>
                    <a:pt x="904" y="1064"/>
                  </a:lnTo>
                  <a:lnTo>
                    <a:pt x="964" y="984"/>
                  </a:lnTo>
                  <a:lnTo>
                    <a:pt x="1065" y="904"/>
                  </a:lnTo>
                  <a:lnTo>
                    <a:pt x="1185" y="823"/>
                  </a:lnTo>
                  <a:lnTo>
                    <a:pt x="1426" y="683"/>
                  </a:lnTo>
                  <a:lnTo>
                    <a:pt x="724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51" name="Google Shape;1851;p22"/>
            <p:cNvSpPr/>
            <p:nvPr/>
          </p:nvSpPr>
          <p:spPr>
            <a:xfrm>
              <a:off x="6366490" y="4755040"/>
              <a:ext cx="51166" cy="47329"/>
            </a:xfrm>
            <a:custGeom>
              <a:rect b="b" l="l" r="r" t="t"/>
              <a:pathLst>
                <a:path extrusionOk="0" h="1246" w="1347">
                  <a:moveTo>
                    <a:pt x="664" y="0"/>
                  </a:moveTo>
                  <a:lnTo>
                    <a:pt x="1" y="663"/>
                  </a:lnTo>
                  <a:lnTo>
                    <a:pt x="664" y="1245"/>
                  </a:lnTo>
                  <a:lnTo>
                    <a:pt x="1346" y="663"/>
                  </a:lnTo>
                  <a:lnTo>
                    <a:pt x="664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52" name="Google Shape;1852;p22"/>
            <p:cNvSpPr/>
            <p:nvPr/>
          </p:nvSpPr>
          <p:spPr>
            <a:xfrm>
              <a:off x="6029373" y="4906031"/>
              <a:ext cx="64119" cy="55724"/>
            </a:xfrm>
            <a:custGeom>
              <a:rect b="b" l="l" r="r" t="t"/>
              <a:pathLst>
                <a:path extrusionOk="0" h="1467" w="1688">
                  <a:moveTo>
                    <a:pt x="864" y="1"/>
                  </a:moveTo>
                  <a:lnTo>
                    <a:pt x="764" y="262"/>
                  </a:lnTo>
                  <a:lnTo>
                    <a:pt x="704" y="362"/>
                  </a:lnTo>
                  <a:lnTo>
                    <a:pt x="643" y="463"/>
                  </a:lnTo>
                  <a:lnTo>
                    <a:pt x="523" y="543"/>
                  </a:lnTo>
                  <a:lnTo>
                    <a:pt x="382" y="623"/>
                  </a:lnTo>
                  <a:lnTo>
                    <a:pt x="1" y="844"/>
                  </a:lnTo>
                  <a:lnTo>
                    <a:pt x="162" y="864"/>
                  </a:lnTo>
                  <a:lnTo>
                    <a:pt x="302" y="904"/>
                  </a:lnTo>
                  <a:lnTo>
                    <a:pt x="423" y="965"/>
                  </a:lnTo>
                  <a:lnTo>
                    <a:pt x="543" y="1025"/>
                  </a:lnTo>
                  <a:lnTo>
                    <a:pt x="623" y="1085"/>
                  </a:lnTo>
                  <a:lnTo>
                    <a:pt x="704" y="1186"/>
                  </a:lnTo>
                  <a:lnTo>
                    <a:pt x="744" y="1286"/>
                  </a:lnTo>
                  <a:lnTo>
                    <a:pt x="784" y="1406"/>
                  </a:lnTo>
                  <a:lnTo>
                    <a:pt x="804" y="1427"/>
                  </a:lnTo>
                  <a:lnTo>
                    <a:pt x="864" y="1447"/>
                  </a:lnTo>
                  <a:lnTo>
                    <a:pt x="985" y="1467"/>
                  </a:lnTo>
                  <a:lnTo>
                    <a:pt x="1045" y="1286"/>
                  </a:lnTo>
                  <a:lnTo>
                    <a:pt x="1065" y="1206"/>
                  </a:lnTo>
                  <a:lnTo>
                    <a:pt x="1105" y="1145"/>
                  </a:lnTo>
                  <a:lnTo>
                    <a:pt x="1246" y="1045"/>
                  </a:lnTo>
                  <a:lnTo>
                    <a:pt x="1386" y="945"/>
                  </a:lnTo>
                  <a:lnTo>
                    <a:pt x="1688" y="744"/>
                  </a:lnTo>
                  <a:lnTo>
                    <a:pt x="1547" y="684"/>
                  </a:lnTo>
                  <a:lnTo>
                    <a:pt x="1427" y="623"/>
                  </a:lnTo>
                  <a:lnTo>
                    <a:pt x="1306" y="543"/>
                  </a:lnTo>
                  <a:lnTo>
                    <a:pt x="1206" y="463"/>
                  </a:lnTo>
                  <a:lnTo>
                    <a:pt x="1105" y="362"/>
                  </a:lnTo>
                  <a:lnTo>
                    <a:pt x="1025" y="262"/>
                  </a:lnTo>
                  <a:lnTo>
                    <a:pt x="864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53" name="Google Shape;1853;p22"/>
            <p:cNvSpPr/>
            <p:nvPr/>
          </p:nvSpPr>
          <p:spPr>
            <a:xfrm>
              <a:off x="6201749" y="4910627"/>
              <a:ext cx="53445" cy="50368"/>
            </a:xfrm>
            <a:custGeom>
              <a:rect b="b" l="l" r="r" t="t"/>
              <a:pathLst>
                <a:path extrusionOk="0" h="1326" w="1407">
                  <a:moveTo>
                    <a:pt x="684" y="0"/>
                  </a:moveTo>
                  <a:lnTo>
                    <a:pt x="1" y="663"/>
                  </a:lnTo>
                  <a:lnTo>
                    <a:pt x="724" y="1326"/>
                  </a:lnTo>
                  <a:lnTo>
                    <a:pt x="764" y="1225"/>
                  </a:lnTo>
                  <a:lnTo>
                    <a:pt x="824" y="1105"/>
                  </a:lnTo>
                  <a:lnTo>
                    <a:pt x="904" y="1024"/>
                  </a:lnTo>
                  <a:lnTo>
                    <a:pt x="985" y="944"/>
                  </a:lnTo>
                  <a:lnTo>
                    <a:pt x="1186" y="804"/>
                  </a:lnTo>
                  <a:lnTo>
                    <a:pt x="1406" y="683"/>
                  </a:lnTo>
                  <a:lnTo>
                    <a:pt x="1326" y="583"/>
                  </a:lnTo>
                  <a:lnTo>
                    <a:pt x="1246" y="522"/>
                  </a:lnTo>
                  <a:lnTo>
                    <a:pt x="1045" y="402"/>
                  </a:lnTo>
                  <a:lnTo>
                    <a:pt x="945" y="342"/>
                  </a:lnTo>
                  <a:lnTo>
                    <a:pt x="864" y="261"/>
                  </a:lnTo>
                  <a:lnTo>
                    <a:pt x="804" y="161"/>
                  </a:lnTo>
                  <a:lnTo>
                    <a:pt x="784" y="41"/>
                  </a:lnTo>
                  <a:lnTo>
                    <a:pt x="764" y="20"/>
                  </a:lnTo>
                  <a:lnTo>
                    <a:pt x="724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54" name="Google Shape;1854;p22"/>
            <p:cNvSpPr/>
            <p:nvPr/>
          </p:nvSpPr>
          <p:spPr>
            <a:xfrm>
              <a:off x="6366490" y="4911386"/>
              <a:ext cx="51166" cy="48089"/>
            </a:xfrm>
            <a:custGeom>
              <a:rect b="b" l="l" r="r" t="t"/>
              <a:pathLst>
                <a:path extrusionOk="0" h="1266" w="1347">
                  <a:moveTo>
                    <a:pt x="664" y="0"/>
                  </a:moveTo>
                  <a:lnTo>
                    <a:pt x="1" y="623"/>
                  </a:lnTo>
                  <a:lnTo>
                    <a:pt x="684" y="1265"/>
                  </a:lnTo>
                  <a:lnTo>
                    <a:pt x="1346" y="603"/>
                  </a:lnTo>
                  <a:lnTo>
                    <a:pt x="664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55" name="Google Shape;1855;p22"/>
            <p:cNvSpPr/>
            <p:nvPr/>
          </p:nvSpPr>
          <p:spPr>
            <a:xfrm>
              <a:off x="6032450" y="5065454"/>
              <a:ext cx="58003" cy="53445"/>
            </a:xfrm>
            <a:custGeom>
              <a:rect b="b" l="l" r="r" t="t"/>
              <a:pathLst>
                <a:path extrusionOk="0" h="1407" w="1527">
                  <a:moveTo>
                    <a:pt x="783" y="1"/>
                  </a:moveTo>
                  <a:lnTo>
                    <a:pt x="683" y="161"/>
                  </a:lnTo>
                  <a:lnTo>
                    <a:pt x="623" y="282"/>
                  </a:lnTo>
                  <a:lnTo>
                    <a:pt x="542" y="362"/>
                  </a:lnTo>
                  <a:lnTo>
                    <a:pt x="422" y="442"/>
                  </a:lnTo>
                  <a:lnTo>
                    <a:pt x="301" y="523"/>
                  </a:lnTo>
                  <a:lnTo>
                    <a:pt x="0" y="663"/>
                  </a:lnTo>
                  <a:lnTo>
                    <a:pt x="301" y="844"/>
                  </a:lnTo>
                  <a:lnTo>
                    <a:pt x="422" y="904"/>
                  </a:lnTo>
                  <a:lnTo>
                    <a:pt x="542" y="984"/>
                  </a:lnTo>
                  <a:lnTo>
                    <a:pt x="582" y="1045"/>
                  </a:lnTo>
                  <a:lnTo>
                    <a:pt x="603" y="1105"/>
                  </a:lnTo>
                  <a:lnTo>
                    <a:pt x="643" y="1225"/>
                  </a:lnTo>
                  <a:lnTo>
                    <a:pt x="683" y="1346"/>
                  </a:lnTo>
                  <a:lnTo>
                    <a:pt x="703" y="1386"/>
                  </a:lnTo>
                  <a:lnTo>
                    <a:pt x="763" y="1406"/>
                  </a:lnTo>
                  <a:lnTo>
                    <a:pt x="1526" y="683"/>
                  </a:lnTo>
                  <a:lnTo>
                    <a:pt x="783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56" name="Google Shape;1856;p22"/>
            <p:cNvSpPr/>
            <p:nvPr/>
          </p:nvSpPr>
          <p:spPr>
            <a:xfrm>
              <a:off x="6200990" y="5066213"/>
              <a:ext cx="53445" cy="50368"/>
            </a:xfrm>
            <a:custGeom>
              <a:rect b="b" l="l" r="r" t="t"/>
              <a:pathLst>
                <a:path extrusionOk="0" h="1326" w="1407">
                  <a:moveTo>
                    <a:pt x="704" y="1"/>
                  </a:moveTo>
                  <a:lnTo>
                    <a:pt x="1" y="663"/>
                  </a:lnTo>
                  <a:lnTo>
                    <a:pt x="704" y="1326"/>
                  </a:lnTo>
                  <a:lnTo>
                    <a:pt x="1406" y="663"/>
                  </a:lnTo>
                  <a:lnTo>
                    <a:pt x="704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57" name="Google Shape;1857;p22"/>
            <p:cNvSpPr/>
            <p:nvPr/>
          </p:nvSpPr>
          <p:spPr>
            <a:xfrm>
              <a:off x="6367288" y="4600213"/>
              <a:ext cx="50368" cy="46532"/>
            </a:xfrm>
            <a:custGeom>
              <a:rect b="b" l="l" r="r" t="t"/>
              <a:pathLst>
                <a:path extrusionOk="0" h="1225" w="1326">
                  <a:moveTo>
                    <a:pt x="643" y="0"/>
                  </a:moveTo>
                  <a:lnTo>
                    <a:pt x="0" y="622"/>
                  </a:lnTo>
                  <a:lnTo>
                    <a:pt x="643" y="1225"/>
                  </a:lnTo>
                  <a:lnTo>
                    <a:pt x="1325" y="643"/>
                  </a:lnTo>
                  <a:lnTo>
                    <a:pt x="64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58" name="Google Shape;1858;p22"/>
            <p:cNvSpPr/>
            <p:nvPr/>
          </p:nvSpPr>
          <p:spPr>
            <a:xfrm>
              <a:off x="6531269" y="4602492"/>
              <a:ext cx="49608" cy="44253"/>
            </a:xfrm>
            <a:custGeom>
              <a:rect b="b" l="l" r="r" t="t"/>
              <a:pathLst>
                <a:path extrusionOk="0" h="1165" w="1306">
                  <a:moveTo>
                    <a:pt x="663" y="0"/>
                  </a:moveTo>
                  <a:lnTo>
                    <a:pt x="0" y="562"/>
                  </a:lnTo>
                  <a:lnTo>
                    <a:pt x="643" y="1165"/>
                  </a:lnTo>
                  <a:lnTo>
                    <a:pt x="1305" y="583"/>
                  </a:lnTo>
                  <a:lnTo>
                    <a:pt x="66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59" name="Google Shape;1859;p22"/>
            <p:cNvSpPr/>
            <p:nvPr/>
          </p:nvSpPr>
          <p:spPr>
            <a:xfrm>
              <a:off x="5873787" y="4600213"/>
              <a:ext cx="53445" cy="54167"/>
            </a:xfrm>
            <a:custGeom>
              <a:rect b="b" l="l" r="r" t="t"/>
              <a:pathLst>
                <a:path extrusionOk="0" h="1426" w="1407">
                  <a:moveTo>
                    <a:pt x="683" y="0"/>
                  </a:moveTo>
                  <a:lnTo>
                    <a:pt x="1" y="622"/>
                  </a:lnTo>
                  <a:lnTo>
                    <a:pt x="804" y="1426"/>
                  </a:lnTo>
                  <a:lnTo>
                    <a:pt x="804" y="1265"/>
                  </a:lnTo>
                  <a:lnTo>
                    <a:pt x="824" y="1145"/>
                  </a:lnTo>
                  <a:lnTo>
                    <a:pt x="864" y="1024"/>
                  </a:lnTo>
                  <a:lnTo>
                    <a:pt x="904" y="944"/>
                  </a:lnTo>
                  <a:lnTo>
                    <a:pt x="985" y="884"/>
                  </a:lnTo>
                  <a:lnTo>
                    <a:pt x="1065" y="823"/>
                  </a:lnTo>
                  <a:lnTo>
                    <a:pt x="1165" y="783"/>
                  </a:lnTo>
                  <a:lnTo>
                    <a:pt x="1286" y="763"/>
                  </a:lnTo>
                  <a:lnTo>
                    <a:pt x="1326" y="743"/>
                  </a:lnTo>
                  <a:lnTo>
                    <a:pt x="1366" y="703"/>
                  </a:lnTo>
                  <a:lnTo>
                    <a:pt x="1386" y="683"/>
                  </a:lnTo>
                  <a:lnTo>
                    <a:pt x="1406" y="643"/>
                  </a:lnTo>
                  <a:lnTo>
                    <a:pt x="1386" y="602"/>
                  </a:lnTo>
                  <a:lnTo>
                    <a:pt x="1366" y="562"/>
                  </a:lnTo>
                  <a:lnTo>
                    <a:pt x="1306" y="502"/>
                  </a:lnTo>
                  <a:lnTo>
                    <a:pt x="1145" y="442"/>
                  </a:lnTo>
                  <a:lnTo>
                    <a:pt x="985" y="361"/>
                  </a:lnTo>
                  <a:lnTo>
                    <a:pt x="924" y="321"/>
                  </a:lnTo>
                  <a:lnTo>
                    <a:pt x="864" y="261"/>
                  </a:lnTo>
                  <a:lnTo>
                    <a:pt x="824" y="181"/>
                  </a:lnTo>
                  <a:lnTo>
                    <a:pt x="804" y="80"/>
                  </a:lnTo>
                  <a:lnTo>
                    <a:pt x="784" y="40"/>
                  </a:lnTo>
                  <a:lnTo>
                    <a:pt x="744" y="20"/>
                  </a:lnTo>
                  <a:lnTo>
                    <a:pt x="68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60" name="Google Shape;1860;p22"/>
            <p:cNvSpPr/>
            <p:nvPr/>
          </p:nvSpPr>
          <p:spPr>
            <a:xfrm>
              <a:off x="5873787" y="4755040"/>
              <a:ext cx="52685" cy="49608"/>
            </a:xfrm>
            <a:custGeom>
              <a:rect b="b" l="l" r="r" t="t"/>
              <a:pathLst>
                <a:path extrusionOk="0" h="1306" w="1387">
                  <a:moveTo>
                    <a:pt x="663" y="0"/>
                  </a:moveTo>
                  <a:lnTo>
                    <a:pt x="583" y="60"/>
                  </a:lnTo>
                  <a:lnTo>
                    <a:pt x="523" y="141"/>
                  </a:lnTo>
                  <a:lnTo>
                    <a:pt x="422" y="301"/>
                  </a:lnTo>
                  <a:lnTo>
                    <a:pt x="342" y="382"/>
                  </a:lnTo>
                  <a:lnTo>
                    <a:pt x="262" y="462"/>
                  </a:lnTo>
                  <a:lnTo>
                    <a:pt x="161" y="522"/>
                  </a:lnTo>
                  <a:lnTo>
                    <a:pt x="41" y="542"/>
                  </a:lnTo>
                  <a:lnTo>
                    <a:pt x="21" y="562"/>
                  </a:lnTo>
                  <a:lnTo>
                    <a:pt x="21" y="603"/>
                  </a:lnTo>
                  <a:lnTo>
                    <a:pt x="1" y="643"/>
                  </a:lnTo>
                  <a:lnTo>
                    <a:pt x="663" y="1305"/>
                  </a:lnTo>
                  <a:lnTo>
                    <a:pt x="1386" y="663"/>
                  </a:lnTo>
                  <a:lnTo>
                    <a:pt x="66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61" name="Google Shape;1861;p22"/>
            <p:cNvSpPr/>
            <p:nvPr/>
          </p:nvSpPr>
          <p:spPr>
            <a:xfrm>
              <a:off x="6529712" y="5066973"/>
              <a:ext cx="51925" cy="48089"/>
            </a:xfrm>
            <a:custGeom>
              <a:rect b="b" l="l" r="r" t="t"/>
              <a:pathLst>
                <a:path extrusionOk="0" h="1266" w="1367">
                  <a:moveTo>
                    <a:pt x="704" y="1"/>
                  </a:moveTo>
                  <a:lnTo>
                    <a:pt x="1" y="623"/>
                  </a:lnTo>
                  <a:lnTo>
                    <a:pt x="704" y="1266"/>
                  </a:lnTo>
                  <a:lnTo>
                    <a:pt x="1366" y="643"/>
                  </a:lnTo>
                  <a:lnTo>
                    <a:pt x="704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62" name="Google Shape;1862;p22"/>
            <p:cNvSpPr/>
            <p:nvPr/>
          </p:nvSpPr>
          <p:spPr>
            <a:xfrm>
              <a:off x="5872267" y="5066213"/>
              <a:ext cx="55724" cy="53445"/>
            </a:xfrm>
            <a:custGeom>
              <a:rect b="b" l="l" r="r" t="t"/>
              <a:pathLst>
                <a:path extrusionOk="0" h="1407" w="1467">
                  <a:moveTo>
                    <a:pt x="703" y="1"/>
                  </a:moveTo>
                  <a:lnTo>
                    <a:pt x="0" y="663"/>
                  </a:lnTo>
                  <a:lnTo>
                    <a:pt x="804" y="1406"/>
                  </a:lnTo>
                  <a:lnTo>
                    <a:pt x="824" y="1246"/>
                  </a:lnTo>
                  <a:lnTo>
                    <a:pt x="864" y="1125"/>
                  </a:lnTo>
                  <a:lnTo>
                    <a:pt x="944" y="1025"/>
                  </a:lnTo>
                  <a:lnTo>
                    <a:pt x="1045" y="944"/>
                  </a:lnTo>
                  <a:lnTo>
                    <a:pt x="1145" y="884"/>
                  </a:lnTo>
                  <a:lnTo>
                    <a:pt x="1245" y="824"/>
                  </a:lnTo>
                  <a:lnTo>
                    <a:pt x="1466" y="683"/>
                  </a:lnTo>
                  <a:lnTo>
                    <a:pt x="703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63" name="Google Shape;1863;p22"/>
            <p:cNvSpPr/>
            <p:nvPr/>
          </p:nvSpPr>
          <p:spPr>
            <a:xfrm>
              <a:off x="6530509" y="4757319"/>
              <a:ext cx="51128" cy="45050"/>
            </a:xfrm>
            <a:custGeom>
              <a:rect b="b" l="l" r="r" t="t"/>
              <a:pathLst>
                <a:path extrusionOk="0" h="1186" w="1346">
                  <a:moveTo>
                    <a:pt x="663" y="0"/>
                  </a:moveTo>
                  <a:lnTo>
                    <a:pt x="0" y="583"/>
                  </a:lnTo>
                  <a:lnTo>
                    <a:pt x="663" y="1185"/>
                  </a:lnTo>
                  <a:lnTo>
                    <a:pt x="1345" y="603"/>
                  </a:lnTo>
                  <a:lnTo>
                    <a:pt x="66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64" name="Google Shape;1864;p22"/>
            <p:cNvSpPr/>
            <p:nvPr/>
          </p:nvSpPr>
          <p:spPr>
            <a:xfrm>
              <a:off x="5707526" y="5064694"/>
              <a:ext cx="58763" cy="54964"/>
            </a:xfrm>
            <a:custGeom>
              <a:rect b="b" l="l" r="r" t="t"/>
              <a:pathLst>
                <a:path extrusionOk="0" h="1447" w="1547">
                  <a:moveTo>
                    <a:pt x="763" y="0"/>
                  </a:moveTo>
                  <a:lnTo>
                    <a:pt x="0" y="703"/>
                  </a:lnTo>
                  <a:lnTo>
                    <a:pt x="804" y="1446"/>
                  </a:lnTo>
                  <a:lnTo>
                    <a:pt x="824" y="1306"/>
                  </a:lnTo>
                  <a:lnTo>
                    <a:pt x="884" y="1165"/>
                  </a:lnTo>
                  <a:lnTo>
                    <a:pt x="964" y="1065"/>
                  </a:lnTo>
                  <a:lnTo>
                    <a:pt x="1065" y="984"/>
                  </a:lnTo>
                  <a:lnTo>
                    <a:pt x="1165" y="904"/>
                  </a:lnTo>
                  <a:lnTo>
                    <a:pt x="1285" y="844"/>
                  </a:lnTo>
                  <a:lnTo>
                    <a:pt x="1546" y="683"/>
                  </a:lnTo>
                  <a:lnTo>
                    <a:pt x="1245" y="543"/>
                  </a:lnTo>
                  <a:lnTo>
                    <a:pt x="1125" y="482"/>
                  </a:lnTo>
                  <a:lnTo>
                    <a:pt x="1024" y="402"/>
                  </a:lnTo>
                  <a:lnTo>
                    <a:pt x="944" y="322"/>
                  </a:lnTo>
                  <a:lnTo>
                    <a:pt x="864" y="201"/>
                  </a:lnTo>
                  <a:lnTo>
                    <a:pt x="76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65" name="Google Shape;1865;p22"/>
            <p:cNvSpPr/>
            <p:nvPr/>
          </p:nvSpPr>
          <p:spPr>
            <a:xfrm>
              <a:off x="6529712" y="4912906"/>
              <a:ext cx="51925" cy="46570"/>
            </a:xfrm>
            <a:custGeom>
              <a:rect b="b" l="l" r="r" t="t"/>
              <a:pathLst>
                <a:path extrusionOk="0" h="1226" w="1367">
                  <a:moveTo>
                    <a:pt x="704" y="1"/>
                  </a:moveTo>
                  <a:lnTo>
                    <a:pt x="1" y="583"/>
                  </a:lnTo>
                  <a:lnTo>
                    <a:pt x="704" y="1225"/>
                  </a:lnTo>
                  <a:lnTo>
                    <a:pt x="1366" y="583"/>
                  </a:lnTo>
                  <a:lnTo>
                    <a:pt x="704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66" name="Google Shape;1866;p22"/>
            <p:cNvSpPr/>
            <p:nvPr/>
          </p:nvSpPr>
          <p:spPr>
            <a:xfrm>
              <a:off x="5873027" y="4909867"/>
              <a:ext cx="53445" cy="54964"/>
            </a:xfrm>
            <a:custGeom>
              <a:rect b="b" l="l" r="r" t="t"/>
              <a:pathLst>
                <a:path extrusionOk="0" h="1447" w="1407">
                  <a:moveTo>
                    <a:pt x="683" y="0"/>
                  </a:moveTo>
                  <a:lnTo>
                    <a:pt x="603" y="81"/>
                  </a:lnTo>
                  <a:lnTo>
                    <a:pt x="543" y="161"/>
                  </a:lnTo>
                  <a:lnTo>
                    <a:pt x="422" y="342"/>
                  </a:lnTo>
                  <a:lnTo>
                    <a:pt x="362" y="422"/>
                  </a:lnTo>
                  <a:lnTo>
                    <a:pt x="262" y="482"/>
                  </a:lnTo>
                  <a:lnTo>
                    <a:pt x="161" y="542"/>
                  </a:lnTo>
                  <a:lnTo>
                    <a:pt x="41" y="563"/>
                  </a:lnTo>
                  <a:lnTo>
                    <a:pt x="21" y="583"/>
                  </a:lnTo>
                  <a:lnTo>
                    <a:pt x="21" y="643"/>
                  </a:lnTo>
                  <a:lnTo>
                    <a:pt x="1" y="763"/>
                  </a:lnTo>
                  <a:lnTo>
                    <a:pt x="221" y="864"/>
                  </a:lnTo>
                  <a:lnTo>
                    <a:pt x="322" y="904"/>
                  </a:lnTo>
                  <a:lnTo>
                    <a:pt x="422" y="964"/>
                  </a:lnTo>
                  <a:lnTo>
                    <a:pt x="503" y="1085"/>
                  </a:lnTo>
                  <a:lnTo>
                    <a:pt x="563" y="1185"/>
                  </a:lnTo>
                  <a:lnTo>
                    <a:pt x="703" y="1446"/>
                  </a:lnTo>
                  <a:lnTo>
                    <a:pt x="1406" y="683"/>
                  </a:lnTo>
                  <a:lnTo>
                    <a:pt x="68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67" name="Google Shape;1867;p22"/>
            <p:cNvSpPr/>
            <p:nvPr/>
          </p:nvSpPr>
          <p:spPr>
            <a:xfrm>
              <a:off x="5709046" y="4901472"/>
              <a:ext cx="57243" cy="60282"/>
            </a:xfrm>
            <a:custGeom>
              <a:rect b="b" l="l" r="r" t="t"/>
              <a:pathLst>
                <a:path extrusionOk="0" h="1587" w="1507">
                  <a:moveTo>
                    <a:pt x="683" y="0"/>
                  </a:moveTo>
                  <a:lnTo>
                    <a:pt x="563" y="302"/>
                  </a:lnTo>
                  <a:lnTo>
                    <a:pt x="502" y="422"/>
                  </a:lnTo>
                  <a:lnTo>
                    <a:pt x="422" y="522"/>
                  </a:lnTo>
                  <a:lnTo>
                    <a:pt x="342" y="623"/>
                  </a:lnTo>
                  <a:lnTo>
                    <a:pt x="262" y="683"/>
                  </a:lnTo>
                  <a:lnTo>
                    <a:pt x="161" y="743"/>
                  </a:lnTo>
                  <a:lnTo>
                    <a:pt x="41" y="784"/>
                  </a:lnTo>
                  <a:lnTo>
                    <a:pt x="21" y="804"/>
                  </a:lnTo>
                  <a:lnTo>
                    <a:pt x="0" y="844"/>
                  </a:lnTo>
                  <a:lnTo>
                    <a:pt x="0" y="904"/>
                  </a:lnTo>
                  <a:lnTo>
                    <a:pt x="764" y="1587"/>
                  </a:lnTo>
                  <a:lnTo>
                    <a:pt x="824" y="1406"/>
                  </a:lnTo>
                  <a:lnTo>
                    <a:pt x="864" y="1306"/>
                  </a:lnTo>
                  <a:lnTo>
                    <a:pt x="904" y="1245"/>
                  </a:lnTo>
                  <a:lnTo>
                    <a:pt x="1045" y="1165"/>
                  </a:lnTo>
                  <a:lnTo>
                    <a:pt x="1185" y="1065"/>
                  </a:lnTo>
                  <a:lnTo>
                    <a:pt x="1506" y="884"/>
                  </a:lnTo>
                  <a:lnTo>
                    <a:pt x="1225" y="743"/>
                  </a:lnTo>
                  <a:lnTo>
                    <a:pt x="1105" y="663"/>
                  </a:lnTo>
                  <a:lnTo>
                    <a:pt x="1004" y="583"/>
                  </a:lnTo>
                  <a:lnTo>
                    <a:pt x="904" y="482"/>
                  </a:lnTo>
                  <a:lnTo>
                    <a:pt x="824" y="342"/>
                  </a:lnTo>
                  <a:lnTo>
                    <a:pt x="743" y="201"/>
                  </a:lnTo>
                  <a:lnTo>
                    <a:pt x="68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68" name="Google Shape;1868;p22"/>
            <p:cNvSpPr/>
            <p:nvPr/>
          </p:nvSpPr>
          <p:spPr>
            <a:xfrm>
              <a:off x="5541266" y="5065454"/>
              <a:ext cx="58003" cy="51128"/>
            </a:xfrm>
            <a:custGeom>
              <a:rect b="b" l="l" r="r" t="t"/>
              <a:pathLst>
                <a:path extrusionOk="0" h="1346" w="1527">
                  <a:moveTo>
                    <a:pt x="783" y="1"/>
                  </a:moveTo>
                  <a:lnTo>
                    <a:pt x="0" y="723"/>
                  </a:lnTo>
                  <a:lnTo>
                    <a:pt x="221" y="824"/>
                  </a:lnTo>
                  <a:lnTo>
                    <a:pt x="422" y="944"/>
                  </a:lnTo>
                  <a:lnTo>
                    <a:pt x="522" y="1025"/>
                  </a:lnTo>
                  <a:lnTo>
                    <a:pt x="582" y="1105"/>
                  </a:lnTo>
                  <a:lnTo>
                    <a:pt x="643" y="1205"/>
                  </a:lnTo>
                  <a:lnTo>
                    <a:pt x="703" y="1326"/>
                  </a:lnTo>
                  <a:lnTo>
                    <a:pt x="723" y="1346"/>
                  </a:lnTo>
                  <a:lnTo>
                    <a:pt x="783" y="1346"/>
                  </a:lnTo>
                  <a:lnTo>
                    <a:pt x="1526" y="663"/>
                  </a:lnTo>
                  <a:lnTo>
                    <a:pt x="783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69" name="Google Shape;1869;p22"/>
            <p:cNvSpPr/>
            <p:nvPr/>
          </p:nvSpPr>
          <p:spPr>
            <a:xfrm>
              <a:off x="5543545" y="4910627"/>
              <a:ext cx="54926" cy="50368"/>
            </a:xfrm>
            <a:custGeom>
              <a:rect b="b" l="l" r="r" t="t"/>
              <a:pathLst>
                <a:path extrusionOk="0" h="1326" w="1446">
                  <a:moveTo>
                    <a:pt x="703" y="0"/>
                  </a:moveTo>
                  <a:lnTo>
                    <a:pt x="0" y="663"/>
                  </a:lnTo>
                  <a:lnTo>
                    <a:pt x="723" y="1326"/>
                  </a:lnTo>
                  <a:lnTo>
                    <a:pt x="1446" y="663"/>
                  </a:lnTo>
                  <a:lnTo>
                    <a:pt x="70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70" name="Google Shape;1870;p22"/>
            <p:cNvSpPr/>
            <p:nvPr/>
          </p:nvSpPr>
          <p:spPr>
            <a:xfrm>
              <a:off x="6693731" y="5069252"/>
              <a:ext cx="52647" cy="44291"/>
            </a:xfrm>
            <a:custGeom>
              <a:rect b="b" l="l" r="r" t="t"/>
              <a:pathLst>
                <a:path extrusionOk="0" h="1166" w="1386">
                  <a:moveTo>
                    <a:pt x="683" y="1"/>
                  </a:moveTo>
                  <a:lnTo>
                    <a:pt x="0" y="563"/>
                  </a:lnTo>
                  <a:lnTo>
                    <a:pt x="723" y="1166"/>
                  </a:lnTo>
                  <a:lnTo>
                    <a:pt x="1386" y="543"/>
                  </a:lnTo>
                  <a:lnTo>
                    <a:pt x="683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71" name="Google Shape;1871;p22"/>
            <p:cNvSpPr/>
            <p:nvPr/>
          </p:nvSpPr>
          <p:spPr>
            <a:xfrm>
              <a:off x="5707526" y="4756560"/>
              <a:ext cx="56484" cy="48849"/>
            </a:xfrm>
            <a:custGeom>
              <a:rect b="b" l="l" r="r" t="t"/>
              <a:pathLst>
                <a:path extrusionOk="0" h="1286" w="1487">
                  <a:moveTo>
                    <a:pt x="743" y="0"/>
                  </a:moveTo>
                  <a:lnTo>
                    <a:pt x="0" y="623"/>
                  </a:lnTo>
                  <a:lnTo>
                    <a:pt x="783" y="1285"/>
                  </a:lnTo>
                  <a:lnTo>
                    <a:pt x="884" y="1085"/>
                  </a:lnTo>
                  <a:lnTo>
                    <a:pt x="944" y="984"/>
                  </a:lnTo>
                  <a:lnTo>
                    <a:pt x="1004" y="884"/>
                  </a:lnTo>
                  <a:lnTo>
                    <a:pt x="1125" y="824"/>
                  </a:lnTo>
                  <a:lnTo>
                    <a:pt x="1245" y="763"/>
                  </a:lnTo>
                  <a:lnTo>
                    <a:pt x="1486" y="643"/>
                  </a:lnTo>
                  <a:lnTo>
                    <a:pt x="74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72" name="Google Shape;1872;p22"/>
            <p:cNvSpPr/>
            <p:nvPr/>
          </p:nvSpPr>
          <p:spPr>
            <a:xfrm>
              <a:off x="5705247" y="4600973"/>
              <a:ext cx="55686" cy="46532"/>
            </a:xfrm>
            <a:custGeom>
              <a:rect b="b" l="l" r="r" t="t"/>
              <a:pathLst>
                <a:path extrusionOk="0" h="1225" w="1466">
                  <a:moveTo>
                    <a:pt x="783" y="0"/>
                  </a:moveTo>
                  <a:lnTo>
                    <a:pt x="0" y="663"/>
                  </a:lnTo>
                  <a:lnTo>
                    <a:pt x="221" y="743"/>
                  </a:lnTo>
                  <a:lnTo>
                    <a:pt x="341" y="783"/>
                  </a:lnTo>
                  <a:lnTo>
                    <a:pt x="422" y="843"/>
                  </a:lnTo>
                  <a:lnTo>
                    <a:pt x="522" y="924"/>
                  </a:lnTo>
                  <a:lnTo>
                    <a:pt x="582" y="1004"/>
                  </a:lnTo>
                  <a:lnTo>
                    <a:pt x="643" y="1084"/>
                  </a:lnTo>
                  <a:lnTo>
                    <a:pt x="703" y="1205"/>
                  </a:lnTo>
                  <a:lnTo>
                    <a:pt x="723" y="1225"/>
                  </a:lnTo>
                  <a:lnTo>
                    <a:pt x="783" y="1225"/>
                  </a:lnTo>
                  <a:lnTo>
                    <a:pt x="1466" y="602"/>
                  </a:lnTo>
                  <a:lnTo>
                    <a:pt x="78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73" name="Google Shape;1873;p22"/>
            <p:cNvSpPr/>
            <p:nvPr/>
          </p:nvSpPr>
          <p:spPr>
            <a:xfrm>
              <a:off x="6692174" y="4914425"/>
              <a:ext cx="54205" cy="44291"/>
            </a:xfrm>
            <a:custGeom>
              <a:rect b="b" l="l" r="r" t="t"/>
              <a:pathLst>
                <a:path extrusionOk="0" h="1166" w="1427">
                  <a:moveTo>
                    <a:pt x="724" y="1"/>
                  </a:moveTo>
                  <a:lnTo>
                    <a:pt x="1" y="603"/>
                  </a:lnTo>
                  <a:lnTo>
                    <a:pt x="242" y="683"/>
                  </a:lnTo>
                  <a:lnTo>
                    <a:pt x="342" y="724"/>
                  </a:lnTo>
                  <a:lnTo>
                    <a:pt x="423" y="784"/>
                  </a:lnTo>
                  <a:lnTo>
                    <a:pt x="503" y="864"/>
                  </a:lnTo>
                  <a:lnTo>
                    <a:pt x="563" y="965"/>
                  </a:lnTo>
                  <a:lnTo>
                    <a:pt x="684" y="1165"/>
                  </a:lnTo>
                  <a:lnTo>
                    <a:pt x="1427" y="543"/>
                  </a:lnTo>
                  <a:lnTo>
                    <a:pt x="724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74" name="Google Shape;1874;p22"/>
            <p:cNvSpPr/>
            <p:nvPr/>
          </p:nvSpPr>
          <p:spPr>
            <a:xfrm>
              <a:off x="6694491" y="4758839"/>
              <a:ext cx="45772" cy="42733"/>
            </a:xfrm>
            <a:custGeom>
              <a:rect b="b" l="l" r="r" t="t"/>
              <a:pathLst>
                <a:path extrusionOk="0" h="1125" w="1205">
                  <a:moveTo>
                    <a:pt x="663" y="1"/>
                  </a:moveTo>
                  <a:lnTo>
                    <a:pt x="0" y="543"/>
                  </a:lnTo>
                  <a:lnTo>
                    <a:pt x="703" y="1125"/>
                  </a:lnTo>
                  <a:lnTo>
                    <a:pt x="1205" y="663"/>
                  </a:lnTo>
                  <a:lnTo>
                    <a:pt x="663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75" name="Google Shape;1875;p22"/>
            <p:cNvSpPr/>
            <p:nvPr/>
          </p:nvSpPr>
          <p:spPr>
            <a:xfrm>
              <a:off x="5545065" y="4754280"/>
              <a:ext cx="53407" cy="49608"/>
            </a:xfrm>
            <a:custGeom>
              <a:rect b="b" l="l" r="r" t="t"/>
              <a:pathLst>
                <a:path extrusionOk="0" h="1306" w="1406">
                  <a:moveTo>
                    <a:pt x="663" y="0"/>
                  </a:moveTo>
                  <a:lnTo>
                    <a:pt x="563" y="161"/>
                  </a:lnTo>
                  <a:lnTo>
                    <a:pt x="502" y="261"/>
                  </a:lnTo>
                  <a:lnTo>
                    <a:pt x="422" y="341"/>
                  </a:lnTo>
                  <a:lnTo>
                    <a:pt x="322" y="422"/>
                  </a:lnTo>
                  <a:lnTo>
                    <a:pt x="221" y="502"/>
                  </a:lnTo>
                  <a:lnTo>
                    <a:pt x="0" y="663"/>
                  </a:lnTo>
                  <a:lnTo>
                    <a:pt x="683" y="1305"/>
                  </a:lnTo>
                  <a:lnTo>
                    <a:pt x="1406" y="663"/>
                  </a:lnTo>
                  <a:lnTo>
                    <a:pt x="66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76" name="Google Shape;1876;p22"/>
            <p:cNvSpPr/>
            <p:nvPr/>
          </p:nvSpPr>
          <p:spPr>
            <a:xfrm>
              <a:off x="5545824" y="4599416"/>
              <a:ext cx="54964" cy="48089"/>
            </a:xfrm>
            <a:custGeom>
              <a:rect b="b" l="l" r="r" t="t"/>
              <a:pathLst>
                <a:path extrusionOk="0" h="1266" w="1447">
                  <a:moveTo>
                    <a:pt x="683" y="1"/>
                  </a:moveTo>
                  <a:lnTo>
                    <a:pt x="0" y="664"/>
                  </a:lnTo>
                  <a:lnTo>
                    <a:pt x="663" y="1266"/>
                  </a:lnTo>
                  <a:lnTo>
                    <a:pt x="1446" y="603"/>
                  </a:lnTo>
                  <a:lnTo>
                    <a:pt x="1165" y="503"/>
                  </a:lnTo>
                  <a:lnTo>
                    <a:pt x="1065" y="443"/>
                  </a:lnTo>
                  <a:lnTo>
                    <a:pt x="964" y="382"/>
                  </a:lnTo>
                  <a:lnTo>
                    <a:pt x="884" y="282"/>
                  </a:lnTo>
                  <a:lnTo>
                    <a:pt x="804" y="182"/>
                  </a:lnTo>
                  <a:lnTo>
                    <a:pt x="683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77" name="Google Shape;1877;p22"/>
            <p:cNvSpPr/>
            <p:nvPr/>
          </p:nvSpPr>
          <p:spPr>
            <a:xfrm>
              <a:off x="6695250" y="4603252"/>
              <a:ext cx="44253" cy="41214"/>
            </a:xfrm>
            <a:custGeom>
              <a:rect b="b" l="l" r="r" t="t"/>
              <a:pathLst>
                <a:path extrusionOk="0" h="1085" w="1165">
                  <a:moveTo>
                    <a:pt x="643" y="0"/>
                  </a:moveTo>
                  <a:lnTo>
                    <a:pt x="0" y="563"/>
                  </a:lnTo>
                  <a:lnTo>
                    <a:pt x="443" y="911"/>
                  </a:lnTo>
                  <a:lnTo>
                    <a:pt x="443" y="911"/>
                  </a:lnTo>
                  <a:lnTo>
                    <a:pt x="1165" y="462"/>
                  </a:lnTo>
                  <a:lnTo>
                    <a:pt x="643" y="0"/>
                  </a:lnTo>
                  <a:close/>
                  <a:moveTo>
                    <a:pt x="443" y="911"/>
                  </a:moveTo>
                  <a:lnTo>
                    <a:pt x="422" y="924"/>
                  </a:lnTo>
                  <a:lnTo>
                    <a:pt x="663" y="1085"/>
                  </a:lnTo>
                  <a:lnTo>
                    <a:pt x="443" y="91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878" name="Google Shape;1878;p22"/>
          <p:cNvGrpSpPr/>
          <p:nvPr/>
        </p:nvGrpSpPr>
        <p:grpSpPr>
          <a:xfrm>
            <a:off x="2982105" y="-6438"/>
            <a:ext cx="1205112" cy="520243"/>
            <a:chOff x="5541266" y="4599416"/>
            <a:chExt cx="1205112" cy="520243"/>
          </a:xfrm>
        </p:grpSpPr>
        <p:sp>
          <p:nvSpPr>
            <p:cNvPr id="1879" name="Google Shape;1879;p22"/>
            <p:cNvSpPr/>
            <p:nvPr/>
          </p:nvSpPr>
          <p:spPr>
            <a:xfrm>
              <a:off x="6364211" y="5066973"/>
              <a:ext cx="53445" cy="50368"/>
            </a:xfrm>
            <a:custGeom>
              <a:rect b="b" l="l" r="r" t="t"/>
              <a:pathLst>
                <a:path extrusionOk="0" h="1326" w="1407">
                  <a:moveTo>
                    <a:pt x="724" y="1"/>
                  </a:moveTo>
                  <a:lnTo>
                    <a:pt x="1" y="683"/>
                  </a:lnTo>
                  <a:lnTo>
                    <a:pt x="21" y="724"/>
                  </a:lnTo>
                  <a:lnTo>
                    <a:pt x="61" y="744"/>
                  </a:lnTo>
                  <a:lnTo>
                    <a:pt x="181" y="784"/>
                  </a:lnTo>
                  <a:lnTo>
                    <a:pt x="322" y="824"/>
                  </a:lnTo>
                  <a:lnTo>
                    <a:pt x="382" y="864"/>
                  </a:lnTo>
                  <a:lnTo>
                    <a:pt x="422" y="884"/>
                  </a:lnTo>
                  <a:lnTo>
                    <a:pt x="503" y="1005"/>
                  </a:lnTo>
                  <a:lnTo>
                    <a:pt x="583" y="1105"/>
                  </a:lnTo>
                  <a:lnTo>
                    <a:pt x="704" y="1326"/>
                  </a:lnTo>
                  <a:lnTo>
                    <a:pt x="1406" y="623"/>
                  </a:lnTo>
                  <a:lnTo>
                    <a:pt x="724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80" name="Google Shape;1880;p22"/>
            <p:cNvSpPr/>
            <p:nvPr/>
          </p:nvSpPr>
          <p:spPr>
            <a:xfrm>
              <a:off x="6035489" y="4599416"/>
              <a:ext cx="54205" cy="50406"/>
            </a:xfrm>
            <a:custGeom>
              <a:rect b="b" l="l" r="r" t="t"/>
              <a:pathLst>
                <a:path extrusionOk="0" h="1327" w="1427">
                  <a:moveTo>
                    <a:pt x="723" y="1"/>
                  </a:moveTo>
                  <a:lnTo>
                    <a:pt x="1" y="684"/>
                  </a:lnTo>
                  <a:lnTo>
                    <a:pt x="221" y="784"/>
                  </a:lnTo>
                  <a:lnTo>
                    <a:pt x="322" y="824"/>
                  </a:lnTo>
                  <a:lnTo>
                    <a:pt x="422" y="884"/>
                  </a:lnTo>
                  <a:lnTo>
                    <a:pt x="502" y="1005"/>
                  </a:lnTo>
                  <a:lnTo>
                    <a:pt x="583" y="1105"/>
                  </a:lnTo>
                  <a:lnTo>
                    <a:pt x="723" y="1326"/>
                  </a:lnTo>
                  <a:lnTo>
                    <a:pt x="1426" y="643"/>
                  </a:lnTo>
                  <a:lnTo>
                    <a:pt x="723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81" name="Google Shape;1881;p22"/>
            <p:cNvSpPr/>
            <p:nvPr/>
          </p:nvSpPr>
          <p:spPr>
            <a:xfrm>
              <a:off x="6202509" y="4599416"/>
              <a:ext cx="50406" cy="48887"/>
            </a:xfrm>
            <a:custGeom>
              <a:rect b="b" l="l" r="r" t="t"/>
              <a:pathLst>
                <a:path extrusionOk="0" h="1287" w="1327">
                  <a:moveTo>
                    <a:pt x="664" y="1"/>
                  </a:moveTo>
                  <a:lnTo>
                    <a:pt x="1" y="664"/>
                  </a:lnTo>
                  <a:lnTo>
                    <a:pt x="664" y="1286"/>
                  </a:lnTo>
                  <a:lnTo>
                    <a:pt x="1326" y="623"/>
                  </a:lnTo>
                  <a:lnTo>
                    <a:pt x="664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82" name="Google Shape;1882;p22"/>
            <p:cNvSpPr/>
            <p:nvPr/>
          </p:nvSpPr>
          <p:spPr>
            <a:xfrm>
              <a:off x="6037008" y="4755040"/>
              <a:ext cx="54205" cy="51888"/>
            </a:xfrm>
            <a:custGeom>
              <a:rect b="b" l="l" r="r" t="t"/>
              <a:pathLst>
                <a:path extrusionOk="0" h="1366" w="1427">
                  <a:moveTo>
                    <a:pt x="703" y="0"/>
                  </a:moveTo>
                  <a:lnTo>
                    <a:pt x="1" y="643"/>
                  </a:lnTo>
                  <a:lnTo>
                    <a:pt x="744" y="1366"/>
                  </a:lnTo>
                  <a:lnTo>
                    <a:pt x="784" y="1225"/>
                  </a:lnTo>
                  <a:lnTo>
                    <a:pt x="844" y="1125"/>
                  </a:lnTo>
                  <a:lnTo>
                    <a:pt x="924" y="1024"/>
                  </a:lnTo>
                  <a:lnTo>
                    <a:pt x="1005" y="944"/>
                  </a:lnTo>
                  <a:lnTo>
                    <a:pt x="1105" y="864"/>
                  </a:lnTo>
                  <a:lnTo>
                    <a:pt x="1205" y="803"/>
                  </a:lnTo>
                  <a:lnTo>
                    <a:pt x="1426" y="683"/>
                  </a:lnTo>
                  <a:lnTo>
                    <a:pt x="1346" y="582"/>
                  </a:lnTo>
                  <a:lnTo>
                    <a:pt x="1266" y="522"/>
                  </a:lnTo>
                  <a:lnTo>
                    <a:pt x="1045" y="402"/>
                  </a:lnTo>
                  <a:lnTo>
                    <a:pt x="964" y="342"/>
                  </a:lnTo>
                  <a:lnTo>
                    <a:pt x="884" y="281"/>
                  </a:lnTo>
                  <a:lnTo>
                    <a:pt x="824" y="181"/>
                  </a:lnTo>
                  <a:lnTo>
                    <a:pt x="804" y="40"/>
                  </a:lnTo>
                  <a:lnTo>
                    <a:pt x="784" y="20"/>
                  </a:lnTo>
                  <a:lnTo>
                    <a:pt x="744" y="20"/>
                  </a:lnTo>
                  <a:lnTo>
                    <a:pt x="70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83" name="Google Shape;1883;p22"/>
            <p:cNvSpPr/>
            <p:nvPr/>
          </p:nvSpPr>
          <p:spPr>
            <a:xfrm>
              <a:off x="6200230" y="4754280"/>
              <a:ext cx="54205" cy="54167"/>
            </a:xfrm>
            <a:custGeom>
              <a:rect b="b" l="l" r="r" t="t"/>
              <a:pathLst>
                <a:path extrusionOk="0" h="1426" w="1427">
                  <a:moveTo>
                    <a:pt x="724" y="0"/>
                  </a:moveTo>
                  <a:lnTo>
                    <a:pt x="1" y="703"/>
                  </a:lnTo>
                  <a:lnTo>
                    <a:pt x="121" y="743"/>
                  </a:lnTo>
                  <a:lnTo>
                    <a:pt x="242" y="823"/>
                  </a:lnTo>
                  <a:lnTo>
                    <a:pt x="342" y="884"/>
                  </a:lnTo>
                  <a:lnTo>
                    <a:pt x="422" y="984"/>
                  </a:lnTo>
                  <a:lnTo>
                    <a:pt x="603" y="1185"/>
                  </a:lnTo>
                  <a:lnTo>
                    <a:pt x="744" y="1426"/>
                  </a:lnTo>
                  <a:lnTo>
                    <a:pt x="844" y="1165"/>
                  </a:lnTo>
                  <a:lnTo>
                    <a:pt x="904" y="1064"/>
                  </a:lnTo>
                  <a:lnTo>
                    <a:pt x="964" y="984"/>
                  </a:lnTo>
                  <a:lnTo>
                    <a:pt x="1065" y="904"/>
                  </a:lnTo>
                  <a:lnTo>
                    <a:pt x="1185" y="823"/>
                  </a:lnTo>
                  <a:lnTo>
                    <a:pt x="1426" y="683"/>
                  </a:lnTo>
                  <a:lnTo>
                    <a:pt x="724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84" name="Google Shape;1884;p22"/>
            <p:cNvSpPr/>
            <p:nvPr/>
          </p:nvSpPr>
          <p:spPr>
            <a:xfrm>
              <a:off x="6366490" y="4755040"/>
              <a:ext cx="51166" cy="47329"/>
            </a:xfrm>
            <a:custGeom>
              <a:rect b="b" l="l" r="r" t="t"/>
              <a:pathLst>
                <a:path extrusionOk="0" h="1246" w="1347">
                  <a:moveTo>
                    <a:pt x="664" y="0"/>
                  </a:moveTo>
                  <a:lnTo>
                    <a:pt x="1" y="663"/>
                  </a:lnTo>
                  <a:lnTo>
                    <a:pt x="664" y="1245"/>
                  </a:lnTo>
                  <a:lnTo>
                    <a:pt x="1346" y="663"/>
                  </a:lnTo>
                  <a:lnTo>
                    <a:pt x="664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85" name="Google Shape;1885;p22"/>
            <p:cNvSpPr/>
            <p:nvPr/>
          </p:nvSpPr>
          <p:spPr>
            <a:xfrm>
              <a:off x="6029373" y="4906031"/>
              <a:ext cx="64119" cy="55724"/>
            </a:xfrm>
            <a:custGeom>
              <a:rect b="b" l="l" r="r" t="t"/>
              <a:pathLst>
                <a:path extrusionOk="0" h="1467" w="1688">
                  <a:moveTo>
                    <a:pt x="864" y="1"/>
                  </a:moveTo>
                  <a:lnTo>
                    <a:pt x="764" y="262"/>
                  </a:lnTo>
                  <a:lnTo>
                    <a:pt x="704" y="362"/>
                  </a:lnTo>
                  <a:lnTo>
                    <a:pt x="643" y="463"/>
                  </a:lnTo>
                  <a:lnTo>
                    <a:pt x="523" y="543"/>
                  </a:lnTo>
                  <a:lnTo>
                    <a:pt x="382" y="623"/>
                  </a:lnTo>
                  <a:lnTo>
                    <a:pt x="1" y="844"/>
                  </a:lnTo>
                  <a:lnTo>
                    <a:pt x="162" y="864"/>
                  </a:lnTo>
                  <a:lnTo>
                    <a:pt x="302" y="904"/>
                  </a:lnTo>
                  <a:lnTo>
                    <a:pt x="423" y="965"/>
                  </a:lnTo>
                  <a:lnTo>
                    <a:pt x="543" y="1025"/>
                  </a:lnTo>
                  <a:lnTo>
                    <a:pt x="623" y="1085"/>
                  </a:lnTo>
                  <a:lnTo>
                    <a:pt x="704" y="1186"/>
                  </a:lnTo>
                  <a:lnTo>
                    <a:pt x="744" y="1286"/>
                  </a:lnTo>
                  <a:lnTo>
                    <a:pt x="784" y="1406"/>
                  </a:lnTo>
                  <a:lnTo>
                    <a:pt x="804" y="1427"/>
                  </a:lnTo>
                  <a:lnTo>
                    <a:pt x="864" y="1447"/>
                  </a:lnTo>
                  <a:lnTo>
                    <a:pt x="985" y="1467"/>
                  </a:lnTo>
                  <a:lnTo>
                    <a:pt x="1045" y="1286"/>
                  </a:lnTo>
                  <a:lnTo>
                    <a:pt x="1065" y="1206"/>
                  </a:lnTo>
                  <a:lnTo>
                    <a:pt x="1105" y="1145"/>
                  </a:lnTo>
                  <a:lnTo>
                    <a:pt x="1246" y="1045"/>
                  </a:lnTo>
                  <a:lnTo>
                    <a:pt x="1386" y="945"/>
                  </a:lnTo>
                  <a:lnTo>
                    <a:pt x="1688" y="744"/>
                  </a:lnTo>
                  <a:lnTo>
                    <a:pt x="1547" y="684"/>
                  </a:lnTo>
                  <a:lnTo>
                    <a:pt x="1427" y="623"/>
                  </a:lnTo>
                  <a:lnTo>
                    <a:pt x="1306" y="543"/>
                  </a:lnTo>
                  <a:lnTo>
                    <a:pt x="1206" y="463"/>
                  </a:lnTo>
                  <a:lnTo>
                    <a:pt x="1105" y="362"/>
                  </a:lnTo>
                  <a:lnTo>
                    <a:pt x="1025" y="262"/>
                  </a:lnTo>
                  <a:lnTo>
                    <a:pt x="864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86" name="Google Shape;1886;p22"/>
            <p:cNvSpPr/>
            <p:nvPr/>
          </p:nvSpPr>
          <p:spPr>
            <a:xfrm>
              <a:off x="6201749" y="4910627"/>
              <a:ext cx="53445" cy="50368"/>
            </a:xfrm>
            <a:custGeom>
              <a:rect b="b" l="l" r="r" t="t"/>
              <a:pathLst>
                <a:path extrusionOk="0" h="1326" w="1407">
                  <a:moveTo>
                    <a:pt x="684" y="0"/>
                  </a:moveTo>
                  <a:lnTo>
                    <a:pt x="1" y="663"/>
                  </a:lnTo>
                  <a:lnTo>
                    <a:pt x="724" y="1326"/>
                  </a:lnTo>
                  <a:lnTo>
                    <a:pt x="764" y="1225"/>
                  </a:lnTo>
                  <a:lnTo>
                    <a:pt x="824" y="1105"/>
                  </a:lnTo>
                  <a:lnTo>
                    <a:pt x="904" y="1024"/>
                  </a:lnTo>
                  <a:lnTo>
                    <a:pt x="985" y="944"/>
                  </a:lnTo>
                  <a:lnTo>
                    <a:pt x="1186" y="804"/>
                  </a:lnTo>
                  <a:lnTo>
                    <a:pt x="1406" y="683"/>
                  </a:lnTo>
                  <a:lnTo>
                    <a:pt x="1326" y="583"/>
                  </a:lnTo>
                  <a:lnTo>
                    <a:pt x="1246" y="522"/>
                  </a:lnTo>
                  <a:lnTo>
                    <a:pt x="1045" y="402"/>
                  </a:lnTo>
                  <a:lnTo>
                    <a:pt x="945" y="342"/>
                  </a:lnTo>
                  <a:lnTo>
                    <a:pt x="864" y="261"/>
                  </a:lnTo>
                  <a:lnTo>
                    <a:pt x="804" y="161"/>
                  </a:lnTo>
                  <a:lnTo>
                    <a:pt x="784" y="41"/>
                  </a:lnTo>
                  <a:lnTo>
                    <a:pt x="764" y="20"/>
                  </a:lnTo>
                  <a:lnTo>
                    <a:pt x="724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87" name="Google Shape;1887;p22"/>
            <p:cNvSpPr/>
            <p:nvPr/>
          </p:nvSpPr>
          <p:spPr>
            <a:xfrm>
              <a:off x="6366490" y="4911386"/>
              <a:ext cx="51166" cy="48089"/>
            </a:xfrm>
            <a:custGeom>
              <a:rect b="b" l="l" r="r" t="t"/>
              <a:pathLst>
                <a:path extrusionOk="0" h="1266" w="1347">
                  <a:moveTo>
                    <a:pt x="664" y="0"/>
                  </a:moveTo>
                  <a:lnTo>
                    <a:pt x="1" y="623"/>
                  </a:lnTo>
                  <a:lnTo>
                    <a:pt x="684" y="1265"/>
                  </a:lnTo>
                  <a:lnTo>
                    <a:pt x="1346" y="603"/>
                  </a:lnTo>
                  <a:lnTo>
                    <a:pt x="664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88" name="Google Shape;1888;p22"/>
            <p:cNvSpPr/>
            <p:nvPr/>
          </p:nvSpPr>
          <p:spPr>
            <a:xfrm>
              <a:off x="6032450" y="5065454"/>
              <a:ext cx="58003" cy="53445"/>
            </a:xfrm>
            <a:custGeom>
              <a:rect b="b" l="l" r="r" t="t"/>
              <a:pathLst>
                <a:path extrusionOk="0" h="1407" w="1527">
                  <a:moveTo>
                    <a:pt x="783" y="1"/>
                  </a:moveTo>
                  <a:lnTo>
                    <a:pt x="683" y="161"/>
                  </a:lnTo>
                  <a:lnTo>
                    <a:pt x="623" y="282"/>
                  </a:lnTo>
                  <a:lnTo>
                    <a:pt x="542" y="362"/>
                  </a:lnTo>
                  <a:lnTo>
                    <a:pt x="422" y="442"/>
                  </a:lnTo>
                  <a:lnTo>
                    <a:pt x="301" y="523"/>
                  </a:lnTo>
                  <a:lnTo>
                    <a:pt x="0" y="663"/>
                  </a:lnTo>
                  <a:lnTo>
                    <a:pt x="301" y="844"/>
                  </a:lnTo>
                  <a:lnTo>
                    <a:pt x="422" y="904"/>
                  </a:lnTo>
                  <a:lnTo>
                    <a:pt x="542" y="984"/>
                  </a:lnTo>
                  <a:lnTo>
                    <a:pt x="582" y="1045"/>
                  </a:lnTo>
                  <a:lnTo>
                    <a:pt x="603" y="1105"/>
                  </a:lnTo>
                  <a:lnTo>
                    <a:pt x="643" y="1225"/>
                  </a:lnTo>
                  <a:lnTo>
                    <a:pt x="683" y="1346"/>
                  </a:lnTo>
                  <a:lnTo>
                    <a:pt x="703" y="1386"/>
                  </a:lnTo>
                  <a:lnTo>
                    <a:pt x="763" y="1406"/>
                  </a:lnTo>
                  <a:lnTo>
                    <a:pt x="1526" y="683"/>
                  </a:lnTo>
                  <a:lnTo>
                    <a:pt x="783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89" name="Google Shape;1889;p22"/>
            <p:cNvSpPr/>
            <p:nvPr/>
          </p:nvSpPr>
          <p:spPr>
            <a:xfrm>
              <a:off x="6200990" y="5066213"/>
              <a:ext cx="53445" cy="50368"/>
            </a:xfrm>
            <a:custGeom>
              <a:rect b="b" l="l" r="r" t="t"/>
              <a:pathLst>
                <a:path extrusionOk="0" h="1326" w="1407">
                  <a:moveTo>
                    <a:pt x="704" y="1"/>
                  </a:moveTo>
                  <a:lnTo>
                    <a:pt x="1" y="663"/>
                  </a:lnTo>
                  <a:lnTo>
                    <a:pt x="704" y="1326"/>
                  </a:lnTo>
                  <a:lnTo>
                    <a:pt x="1406" y="663"/>
                  </a:lnTo>
                  <a:lnTo>
                    <a:pt x="704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90" name="Google Shape;1890;p22"/>
            <p:cNvSpPr/>
            <p:nvPr/>
          </p:nvSpPr>
          <p:spPr>
            <a:xfrm>
              <a:off x="6367288" y="4600213"/>
              <a:ext cx="50368" cy="46532"/>
            </a:xfrm>
            <a:custGeom>
              <a:rect b="b" l="l" r="r" t="t"/>
              <a:pathLst>
                <a:path extrusionOk="0" h="1225" w="1326">
                  <a:moveTo>
                    <a:pt x="643" y="0"/>
                  </a:moveTo>
                  <a:lnTo>
                    <a:pt x="0" y="622"/>
                  </a:lnTo>
                  <a:lnTo>
                    <a:pt x="643" y="1225"/>
                  </a:lnTo>
                  <a:lnTo>
                    <a:pt x="1325" y="643"/>
                  </a:lnTo>
                  <a:lnTo>
                    <a:pt x="64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91" name="Google Shape;1891;p22"/>
            <p:cNvSpPr/>
            <p:nvPr/>
          </p:nvSpPr>
          <p:spPr>
            <a:xfrm>
              <a:off x="6531269" y="4602492"/>
              <a:ext cx="49608" cy="44253"/>
            </a:xfrm>
            <a:custGeom>
              <a:rect b="b" l="l" r="r" t="t"/>
              <a:pathLst>
                <a:path extrusionOk="0" h="1165" w="1306">
                  <a:moveTo>
                    <a:pt x="663" y="0"/>
                  </a:moveTo>
                  <a:lnTo>
                    <a:pt x="0" y="562"/>
                  </a:lnTo>
                  <a:lnTo>
                    <a:pt x="643" y="1165"/>
                  </a:lnTo>
                  <a:lnTo>
                    <a:pt x="1305" y="583"/>
                  </a:lnTo>
                  <a:lnTo>
                    <a:pt x="66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92" name="Google Shape;1892;p22"/>
            <p:cNvSpPr/>
            <p:nvPr/>
          </p:nvSpPr>
          <p:spPr>
            <a:xfrm>
              <a:off x="5873787" y="4600213"/>
              <a:ext cx="53445" cy="54167"/>
            </a:xfrm>
            <a:custGeom>
              <a:rect b="b" l="l" r="r" t="t"/>
              <a:pathLst>
                <a:path extrusionOk="0" h="1426" w="1407">
                  <a:moveTo>
                    <a:pt x="683" y="0"/>
                  </a:moveTo>
                  <a:lnTo>
                    <a:pt x="1" y="622"/>
                  </a:lnTo>
                  <a:lnTo>
                    <a:pt x="804" y="1426"/>
                  </a:lnTo>
                  <a:lnTo>
                    <a:pt x="804" y="1265"/>
                  </a:lnTo>
                  <a:lnTo>
                    <a:pt x="824" y="1145"/>
                  </a:lnTo>
                  <a:lnTo>
                    <a:pt x="864" y="1024"/>
                  </a:lnTo>
                  <a:lnTo>
                    <a:pt x="904" y="944"/>
                  </a:lnTo>
                  <a:lnTo>
                    <a:pt x="985" y="884"/>
                  </a:lnTo>
                  <a:lnTo>
                    <a:pt x="1065" y="823"/>
                  </a:lnTo>
                  <a:lnTo>
                    <a:pt x="1165" y="783"/>
                  </a:lnTo>
                  <a:lnTo>
                    <a:pt x="1286" y="763"/>
                  </a:lnTo>
                  <a:lnTo>
                    <a:pt x="1326" y="743"/>
                  </a:lnTo>
                  <a:lnTo>
                    <a:pt x="1366" y="703"/>
                  </a:lnTo>
                  <a:lnTo>
                    <a:pt x="1386" y="683"/>
                  </a:lnTo>
                  <a:lnTo>
                    <a:pt x="1406" y="643"/>
                  </a:lnTo>
                  <a:lnTo>
                    <a:pt x="1386" y="602"/>
                  </a:lnTo>
                  <a:lnTo>
                    <a:pt x="1366" y="562"/>
                  </a:lnTo>
                  <a:lnTo>
                    <a:pt x="1306" y="502"/>
                  </a:lnTo>
                  <a:lnTo>
                    <a:pt x="1145" y="442"/>
                  </a:lnTo>
                  <a:lnTo>
                    <a:pt x="985" y="361"/>
                  </a:lnTo>
                  <a:lnTo>
                    <a:pt x="924" y="321"/>
                  </a:lnTo>
                  <a:lnTo>
                    <a:pt x="864" y="261"/>
                  </a:lnTo>
                  <a:lnTo>
                    <a:pt x="824" y="181"/>
                  </a:lnTo>
                  <a:lnTo>
                    <a:pt x="804" y="80"/>
                  </a:lnTo>
                  <a:lnTo>
                    <a:pt x="784" y="40"/>
                  </a:lnTo>
                  <a:lnTo>
                    <a:pt x="744" y="20"/>
                  </a:lnTo>
                  <a:lnTo>
                    <a:pt x="68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93" name="Google Shape;1893;p22"/>
            <p:cNvSpPr/>
            <p:nvPr/>
          </p:nvSpPr>
          <p:spPr>
            <a:xfrm>
              <a:off x="5873787" y="4755040"/>
              <a:ext cx="52685" cy="49608"/>
            </a:xfrm>
            <a:custGeom>
              <a:rect b="b" l="l" r="r" t="t"/>
              <a:pathLst>
                <a:path extrusionOk="0" h="1306" w="1387">
                  <a:moveTo>
                    <a:pt x="663" y="0"/>
                  </a:moveTo>
                  <a:lnTo>
                    <a:pt x="583" y="60"/>
                  </a:lnTo>
                  <a:lnTo>
                    <a:pt x="523" y="141"/>
                  </a:lnTo>
                  <a:lnTo>
                    <a:pt x="422" y="301"/>
                  </a:lnTo>
                  <a:lnTo>
                    <a:pt x="342" y="382"/>
                  </a:lnTo>
                  <a:lnTo>
                    <a:pt x="262" y="462"/>
                  </a:lnTo>
                  <a:lnTo>
                    <a:pt x="161" y="522"/>
                  </a:lnTo>
                  <a:lnTo>
                    <a:pt x="41" y="542"/>
                  </a:lnTo>
                  <a:lnTo>
                    <a:pt x="21" y="562"/>
                  </a:lnTo>
                  <a:lnTo>
                    <a:pt x="21" y="603"/>
                  </a:lnTo>
                  <a:lnTo>
                    <a:pt x="1" y="643"/>
                  </a:lnTo>
                  <a:lnTo>
                    <a:pt x="663" y="1305"/>
                  </a:lnTo>
                  <a:lnTo>
                    <a:pt x="1386" y="663"/>
                  </a:lnTo>
                  <a:lnTo>
                    <a:pt x="66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94" name="Google Shape;1894;p22"/>
            <p:cNvSpPr/>
            <p:nvPr/>
          </p:nvSpPr>
          <p:spPr>
            <a:xfrm>
              <a:off x="6529712" y="5066973"/>
              <a:ext cx="51925" cy="48089"/>
            </a:xfrm>
            <a:custGeom>
              <a:rect b="b" l="l" r="r" t="t"/>
              <a:pathLst>
                <a:path extrusionOk="0" h="1266" w="1367">
                  <a:moveTo>
                    <a:pt x="704" y="1"/>
                  </a:moveTo>
                  <a:lnTo>
                    <a:pt x="1" y="623"/>
                  </a:lnTo>
                  <a:lnTo>
                    <a:pt x="704" y="1266"/>
                  </a:lnTo>
                  <a:lnTo>
                    <a:pt x="1366" y="643"/>
                  </a:lnTo>
                  <a:lnTo>
                    <a:pt x="704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95" name="Google Shape;1895;p22"/>
            <p:cNvSpPr/>
            <p:nvPr/>
          </p:nvSpPr>
          <p:spPr>
            <a:xfrm>
              <a:off x="5872267" y="5066213"/>
              <a:ext cx="55724" cy="53445"/>
            </a:xfrm>
            <a:custGeom>
              <a:rect b="b" l="l" r="r" t="t"/>
              <a:pathLst>
                <a:path extrusionOk="0" h="1407" w="1467">
                  <a:moveTo>
                    <a:pt x="703" y="1"/>
                  </a:moveTo>
                  <a:lnTo>
                    <a:pt x="0" y="663"/>
                  </a:lnTo>
                  <a:lnTo>
                    <a:pt x="804" y="1406"/>
                  </a:lnTo>
                  <a:lnTo>
                    <a:pt x="824" y="1246"/>
                  </a:lnTo>
                  <a:lnTo>
                    <a:pt x="864" y="1125"/>
                  </a:lnTo>
                  <a:lnTo>
                    <a:pt x="944" y="1025"/>
                  </a:lnTo>
                  <a:lnTo>
                    <a:pt x="1045" y="944"/>
                  </a:lnTo>
                  <a:lnTo>
                    <a:pt x="1145" y="884"/>
                  </a:lnTo>
                  <a:lnTo>
                    <a:pt x="1245" y="824"/>
                  </a:lnTo>
                  <a:lnTo>
                    <a:pt x="1466" y="683"/>
                  </a:lnTo>
                  <a:lnTo>
                    <a:pt x="703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96" name="Google Shape;1896;p22"/>
            <p:cNvSpPr/>
            <p:nvPr/>
          </p:nvSpPr>
          <p:spPr>
            <a:xfrm>
              <a:off x="6530509" y="4757319"/>
              <a:ext cx="51128" cy="45050"/>
            </a:xfrm>
            <a:custGeom>
              <a:rect b="b" l="l" r="r" t="t"/>
              <a:pathLst>
                <a:path extrusionOk="0" h="1186" w="1346">
                  <a:moveTo>
                    <a:pt x="663" y="0"/>
                  </a:moveTo>
                  <a:lnTo>
                    <a:pt x="0" y="583"/>
                  </a:lnTo>
                  <a:lnTo>
                    <a:pt x="663" y="1185"/>
                  </a:lnTo>
                  <a:lnTo>
                    <a:pt x="1345" y="603"/>
                  </a:lnTo>
                  <a:lnTo>
                    <a:pt x="66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97" name="Google Shape;1897;p22"/>
            <p:cNvSpPr/>
            <p:nvPr/>
          </p:nvSpPr>
          <p:spPr>
            <a:xfrm>
              <a:off x="5707526" y="5064694"/>
              <a:ext cx="58763" cy="54964"/>
            </a:xfrm>
            <a:custGeom>
              <a:rect b="b" l="l" r="r" t="t"/>
              <a:pathLst>
                <a:path extrusionOk="0" h="1447" w="1547">
                  <a:moveTo>
                    <a:pt x="763" y="0"/>
                  </a:moveTo>
                  <a:lnTo>
                    <a:pt x="0" y="703"/>
                  </a:lnTo>
                  <a:lnTo>
                    <a:pt x="804" y="1446"/>
                  </a:lnTo>
                  <a:lnTo>
                    <a:pt x="824" y="1306"/>
                  </a:lnTo>
                  <a:lnTo>
                    <a:pt x="884" y="1165"/>
                  </a:lnTo>
                  <a:lnTo>
                    <a:pt x="964" y="1065"/>
                  </a:lnTo>
                  <a:lnTo>
                    <a:pt x="1065" y="984"/>
                  </a:lnTo>
                  <a:lnTo>
                    <a:pt x="1165" y="904"/>
                  </a:lnTo>
                  <a:lnTo>
                    <a:pt x="1285" y="844"/>
                  </a:lnTo>
                  <a:lnTo>
                    <a:pt x="1546" y="683"/>
                  </a:lnTo>
                  <a:lnTo>
                    <a:pt x="1245" y="543"/>
                  </a:lnTo>
                  <a:lnTo>
                    <a:pt x="1125" y="482"/>
                  </a:lnTo>
                  <a:lnTo>
                    <a:pt x="1024" y="402"/>
                  </a:lnTo>
                  <a:lnTo>
                    <a:pt x="944" y="322"/>
                  </a:lnTo>
                  <a:lnTo>
                    <a:pt x="864" y="201"/>
                  </a:lnTo>
                  <a:lnTo>
                    <a:pt x="76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98" name="Google Shape;1898;p22"/>
            <p:cNvSpPr/>
            <p:nvPr/>
          </p:nvSpPr>
          <p:spPr>
            <a:xfrm>
              <a:off x="6529712" y="4912906"/>
              <a:ext cx="51925" cy="46570"/>
            </a:xfrm>
            <a:custGeom>
              <a:rect b="b" l="l" r="r" t="t"/>
              <a:pathLst>
                <a:path extrusionOk="0" h="1226" w="1367">
                  <a:moveTo>
                    <a:pt x="704" y="1"/>
                  </a:moveTo>
                  <a:lnTo>
                    <a:pt x="1" y="583"/>
                  </a:lnTo>
                  <a:lnTo>
                    <a:pt x="704" y="1225"/>
                  </a:lnTo>
                  <a:lnTo>
                    <a:pt x="1366" y="583"/>
                  </a:lnTo>
                  <a:lnTo>
                    <a:pt x="704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99" name="Google Shape;1899;p22"/>
            <p:cNvSpPr/>
            <p:nvPr/>
          </p:nvSpPr>
          <p:spPr>
            <a:xfrm>
              <a:off x="5873027" y="4909867"/>
              <a:ext cx="53445" cy="54964"/>
            </a:xfrm>
            <a:custGeom>
              <a:rect b="b" l="l" r="r" t="t"/>
              <a:pathLst>
                <a:path extrusionOk="0" h="1447" w="1407">
                  <a:moveTo>
                    <a:pt x="683" y="0"/>
                  </a:moveTo>
                  <a:lnTo>
                    <a:pt x="603" y="81"/>
                  </a:lnTo>
                  <a:lnTo>
                    <a:pt x="543" y="161"/>
                  </a:lnTo>
                  <a:lnTo>
                    <a:pt x="422" y="342"/>
                  </a:lnTo>
                  <a:lnTo>
                    <a:pt x="362" y="422"/>
                  </a:lnTo>
                  <a:lnTo>
                    <a:pt x="262" y="482"/>
                  </a:lnTo>
                  <a:lnTo>
                    <a:pt x="161" y="542"/>
                  </a:lnTo>
                  <a:lnTo>
                    <a:pt x="41" y="563"/>
                  </a:lnTo>
                  <a:lnTo>
                    <a:pt x="21" y="583"/>
                  </a:lnTo>
                  <a:lnTo>
                    <a:pt x="21" y="643"/>
                  </a:lnTo>
                  <a:lnTo>
                    <a:pt x="1" y="763"/>
                  </a:lnTo>
                  <a:lnTo>
                    <a:pt x="221" y="864"/>
                  </a:lnTo>
                  <a:lnTo>
                    <a:pt x="322" y="904"/>
                  </a:lnTo>
                  <a:lnTo>
                    <a:pt x="422" y="964"/>
                  </a:lnTo>
                  <a:lnTo>
                    <a:pt x="503" y="1085"/>
                  </a:lnTo>
                  <a:lnTo>
                    <a:pt x="563" y="1185"/>
                  </a:lnTo>
                  <a:lnTo>
                    <a:pt x="703" y="1446"/>
                  </a:lnTo>
                  <a:lnTo>
                    <a:pt x="1406" y="683"/>
                  </a:lnTo>
                  <a:lnTo>
                    <a:pt x="68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00" name="Google Shape;1900;p22"/>
            <p:cNvSpPr/>
            <p:nvPr/>
          </p:nvSpPr>
          <p:spPr>
            <a:xfrm>
              <a:off x="5709046" y="4901472"/>
              <a:ext cx="57243" cy="60282"/>
            </a:xfrm>
            <a:custGeom>
              <a:rect b="b" l="l" r="r" t="t"/>
              <a:pathLst>
                <a:path extrusionOk="0" h="1587" w="1507">
                  <a:moveTo>
                    <a:pt x="683" y="0"/>
                  </a:moveTo>
                  <a:lnTo>
                    <a:pt x="563" y="302"/>
                  </a:lnTo>
                  <a:lnTo>
                    <a:pt x="502" y="422"/>
                  </a:lnTo>
                  <a:lnTo>
                    <a:pt x="422" y="522"/>
                  </a:lnTo>
                  <a:lnTo>
                    <a:pt x="342" y="623"/>
                  </a:lnTo>
                  <a:lnTo>
                    <a:pt x="262" y="683"/>
                  </a:lnTo>
                  <a:lnTo>
                    <a:pt x="161" y="743"/>
                  </a:lnTo>
                  <a:lnTo>
                    <a:pt x="41" y="784"/>
                  </a:lnTo>
                  <a:lnTo>
                    <a:pt x="21" y="804"/>
                  </a:lnTo>
                  <a:lnTo>
                    <a:pt x="0" y="844"/>
                  </a:lnTo>
                  <a:lnTo>
                    <a:pt x="0" y="904"/>
                  </a:lnTo>
                  <a:lnTo>
                    <a:pt x="764" y="1587"/>
                  </a:lnTo>
                  <a:lnTo>
                    <a:pt x="824" y="1406"/>
                  </a:lnTo>
                  <a:lnTo>
                    <a:pt x="864" y="1306"/>
                  </a:lnTo>
                  <a:lnTo>
                    <a:pt x="904" y="1245"/>
                  </a:lnTo>
                  <a:lnTo>
                    <a:pt x="1045" y="1165"/>
                  </a:lnTo>
                  <a:lnTo>
                    <a:pt x="1185" y="1065"/>
                  </a:lnTo>
                  <a:lnTo>
                    <a:pt x="1506" y="884"/>
                  </a:lnTo>
                  <a:lnTo>
                    <a:pt x="1225" y="743"/>
                  </a:lnTo>
                  <a:lnTo>
                    <a:pt x="1105" y="663"/>
                  </a:lnTo>
                  <a:lnTo>
                    <a:pt x="1004" y="583"/>
                  </a:lnTo>
                  <a:lnTo>
                    <a:pt x="904" y="482"/>
                  </a:lnTo>
                  <a:lnTo>
                    <a:pt x="824" y="342"/>
                  </a:lnTo>
                  <a:lnTo>
                    <a:pt x="743" y="201"/>
                  </a:lnTo>
                  <a:lnTo>
                    <a:pt x="68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01" name="Google Shape;1901;p22"/>
            <p:cNvSpPr/>
            <p:nvPr/>
          </p:nvSpPr>
          <p:spPr>
            <a:xfrm>
              <a:off x="5541266" y="5065454"/>
              <a:ext cx="58003" cy="51128"/>
            </a:xfrm>
            <a:custGeom>
              <a:rect b="b" l="l" r="r" t="t"/>
              <a:pathLst>
                <a:path extrusionOk="0" h="1346" w="1527">
                  <a:moveTo>
                    <a:pt x="783" y="1"/>
                  </a:moveTo>
                  <a:lnTo>
                    <a:pt x="0" y="723"/>
                  </a:lnTo>
                  <a:lnTo>
                    <a:pt x="221" y="824"/>
                  </a:lnTo>
                  <a:lnTo>
                    <a:pt x="422" y="944"/>
                  </a:lnTo>
                  <a:lnTo>
                    <a:pt x="522" y="1025"/>
                  </a:lnTo>
                  <a:lnTo>
                    <a:pt x="582" y="1105"/>
                  </a:lnTo>
                  <a:lnTo>
                    <a:pt x="643" y="1205"/>
                  </a:lnTo>
                  <a:lnTo>
                    <a:pt x="703" y="1326"/>
                  </a:lnTo>
                  <a:lnTo>
                    <a:pt x="723" y="1346"/>
                  </a:lnTo>
                  <a:lnTo>
                    <a:pt x="783" y="1346"/>
                  </a:lnTo>
                  <a:lnTo>
                    <a:pt x="1526" y="663"/>
                  </a:lnTo>
                  <a:lnTo>
                    <a:pt x="783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02" name="Google Shape;1902;p22"/>
            <p:cNvSpPr/>
            <p:nvPr/>
          </p:nvSpPr>
          <p:spPr>
            <a:xfrm>
              <a:off x="5543545" y="4910627"/>
              <a:ext cx="54926" cy="50368"/>
            </a:xfrm>
            <a:custGeom>
              <a:rect b="b" l="l" r="r" t="t"/>
              <a:pathLst>
                <a:path extrusionOk="0" h="1326" w="1446">
                  <a:moveTo>
                    <a:pt x="703" y="0"/>
                  </a:moveTo>
                  <a:lnTo>
                    <a:pt x="0" y="663"/>
                  </a:lnTo>
                  <a:lnTo>
                    <a:pt x="723" y="1326"/>
                  </a:lnTo>
                  <a:lnTo>
                    <a:pt x="1446" y="663"/>
                  </a:lnTo>
                  <a:lnTo>
                    <a:pt x="70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03" name="Google Shape;1903;p22"/>
            <p:cNvSpPr/>
            <p:nvPr/>
          </p:nvSpPr>
          <p:spPr>
            <a:xfrm>
              <a:off x="6693731" y="5069252"/>
              <a:ext cx="52647" cy="44291"/>
            </a:xfrm>
            <a:custGeom>
              <a:rect b="b" l="l" r="r" t="t"/>
              <a:pathLst>
                <a:path extrusionOk="0" h="1166" w="1386">
                  <a:moveTo>
                    <a:pt x="683" y="1"/>
                  </a:moveTo>
                  <a:lnTo>
                    <a:pt x="0" y="563"/>
                  </a:lnTo>
                  <a:lnTo>
                    <a:pt x="723" y="1166"/>
                  </a:lnTo>
                  <a:lnTo>
                    <a:pt x="1386" y="543"/>
                  </a:lnTo>
                  <a:lnTo>
                    <a:pt x="683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04" name="Google Shape;1904;p22"/>
            <p:cNvSpPr/>
            <p:nvPr/>
          </p:nvSpPr>
          <p:spPr>
            <a:xfrm>
              <a:off x="5707526" y="4756560"/>
              <a:ext cx="56484" cy="48849"/>
            </a:xfrm>
            <a:custGeom>
              <a:rect b="b" l="l" r="r" t="t"/>
              <a:pathLst>
                <a:path extrusionOk="0" h="1286" w="1487">
                  <a:moveTo>
                    <a:pt x="743" y="0"/>
                  </a:moveTo>
                  <a:lnTo>
                    <a:pt x="0" y="623"/>
                  </a:lnTo>
                  <a:lnTo>
                    <a:pt x="783" y="1285"/>
                  </a:lnTo>
                  <a:lnTo>
                    <a:pt x="884" y="1085"/>
                  </a:lnTo>
                  <a:lnTo>
                    <a:pt x="944" y="984"/>
                  </a:lnTo>
                  <a:lnTo>
                    <a:pt x="1004" y="884"/>
                  </a:lnTo>
                  <a:lnTo>
                    <a:pt x="1125" y="824"/>
                  </a:lnTo>
                  <a:lnTo>
                    <a:pt x="1245" y="763"/>
                  </a:lnTo>
                  <a:lnTo>
                    <a:pt x="1486" y="643"/>
                  </a:lnTo>
                  <a:lnTo>
                    <a:pt x="74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05" name="Google Shape;1905;p22"/>
            <p:cNvSpPr/>
            <p:nvPr/>
          </p:nvSpPr>
          <p:spPr>
            <a:xfrm>
              <a:off x="5705247" y="4600973"/>
              <a:ext cx="55686" cy="46532"/>
            </a:xfrm>
            <a:custGeom>
              <a:rect b="b" l="l" r="r" t="t"/>
              <a:pathLst>
                <a:path extrusionOk="0" h="1225" w="1466">
                  <a:moveTo>
                    <a:pt x="783" y="0"/>
                  </a:moveTo>
                  <a:lnTo>
                    <a:pt x="0" y="663"/>
                  </a:lnTo>
                  <a:lnTo>
                    <a:pt x="221" y="743"/>
                  </a:lnTo>
                  <a:lnTo>
                    <a:pt x="341" y="783"/>
                  </a:lnTo>
                  <a:lnTo>
                    <a:pt x="422" y="843"/>
                  </a:lnTo>
                  <a:lnTo>
                    <a:pt x="522" y="924"/>
                  </a:lnTo>
                  <a:lnTo>
                    <a:pt x="582" y="1004"/>
                  </a:lnTo>
                  <a:lnTo>
                    <a:pt x="643" y="1084"/>
                  </a:lnTo>
                  <a:lnTo>
                    <a:pt x="703" y="1205"/>
                  </a:lnTo>
                  <a:lnTo>
                    <a:pt x="723" y="1225"/>
                  </a:lnTo>
                  <a:lnTo>
                    <a:pt x="783" y="1225"/>
                  </a:lnTo>
                  <a:lnTo>
                    <a:pt x="1466" y="602"/>
                  </a:lnTo>
                  <a:lnTo>
                    <a:pt x="78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06" name="Google Shape;1906;p22"/>
            <p:cNvSpPr/>
            <p:nvPr/>
          </p:nvSpPr>
          <p:spPr>
            <a:xfrm>
              <a:off x="6692174" y="4914425"/>
              <a:ext cx="54205" cy="44291"/>
            </a:xfrm>
            <a:custGeom>
              <a:rect b="b" l="l" r="r" t="t"/>
              <a:pathLst>
                <a:path extrusionOk="0" h="1166" w="1427">
                  <a:moveTo>
                    <a:pt x="724" y="1"/>
                  </a:moveTo>
                  <a:lnTo>
                    <a:pt x="1" y="603"/>
                  </a:lnTo>
                  <a:lnTo>
                    <a:pt x="242" y="683"/>
                  </a:lnTo>
                  <a:lnTo>
                    <a:pt x="342" y="724"/>
                  </a:lnTo>
                  <a:lnTo>
                    <a:pt x="423" y="784"/>
                  </a:lnTo>
                  <a:lnTo>
                    <a:pt x="503" y="864"/>
                  </a:lnTo>
                  <a:lnTo>
                    <a:pt x="563" y="965"/>
                  </a:lnTo>
                  <a:lnTo>
                    <a:pt x="684" y="1165"/>
                  </a:lnTo>
                  <a:lnTo>
                    <a:pt x="1427" y="543"/>
                  </a:lnTo>
                  <a:lnTo>
                    <a:pt x="724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07" name="Google Shape;1907;p22"/>
            <p:cNvSpPr/>
            <p:nvPr/>
          </p:nvSpPr>
          <p:spPr>
            <a:xfrm>
              <a:off x="6694491" y="4758839"/>
              <a:ext cx="45772" cy="42733"/>
            </a:xfrm>
            <a:custGeom>
              <a:rect b="b" l="l" r="r" t="t"/>
              <a:pathLst>
                <a:path extrusionOk="0" h="1125" w="1205">
                  <a:moveTo>
                    <a:pt x="663" y="1"/>
                  </a:moveTo>
                  <a:lnTo>
                    <a:pt x="0" y="543"/>
                  </a:lnTo>
                  <a:lnTo>
                    <a:pt x="703" y="1125"/>
                  </a:lnTo>
                  <a:lnTo>
                    <a:pt x="1205" y="663"/>
                  </a:lnTo>
                  <a:lnTo>
                    <a:pt x="663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08" name="Google Shape;1908;p22"/>
            <p:cNvSpPr/>
            <p:nvPr/>
          </p:nvSpPr>
          <p:spPr>
            <a:xfrm>
              <a:off x="5545065" y="4754280"/>
              <a:ext cx="53407" cy="49608"/>
            </a:xfrm>
            <a:custGeom>
              <a:rect b="b" l="l" r="r" t="t"/>
              <a:pathLst>
                <a:path extrusionOk="0" h="1306" w="1406">
                  <a:moveTo>
                    <a:pt x="663" y="0"/>
                  </a:moveTo>
                  <a:lnTo>
                    <a:pt x="563" y="161"/>
                  </a:lnTo>
                  <a:lnTo>
                    <a:pt x="502" y="261"/>
                  </a:lnTo>
                  <a:lnTo>
                    <a:pt x="422" y="341"/>
                  </a:lnTo>
                  <a:lnTo>
                    <a:pt x="322" y="422"/>
                  </a:lnTo>
                  <a:lnTo>
                    <a:pt x="221" y="502"/>
                  </a:lnTo>
                  <a:lnTo>
                    <a:pt x="0" y="663"/>
                  </a:lnTo>
                  <a:lnTo>
                    <a:pt x="683" y="1305"/>
                  </a:lnTo>
                  <a:lnTo>
                    <a:pt x="1406" y="663"/>
                  </a:lnTo>
                  <a:lnTo>
                    <a:pt x="66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09" name="Google Shape;1909;p22"/>
            <p:cNvSpPr/>
            <p:nvPr/>
          </p:nvSpPr>
          <p:spPr>
            <a:xfrm>
              <a:off x="5545824" y="4599416"/>
              <a:ext cx="54964" cy="48089"/>
            </a:xfrm>
            <a:custGeom>
              <a:rect b="b" l="l" r="r" t="t"/>
              <a:pathLst>
                <a:path extrusionOk="0" h="1266" w="1447">
                  <a:moveTo>
                    <a:pt x="683" y="1"/>
                  </a:moveTo>
                  <a:lnTo>
                    <a:pt x="0" y="664"/>
                  </a:lnTo>
                  <a:lnTo>
                    <a:pt x="663" y="1266"/>
                  </a:lnTo>
                  <a:lnTo>
                    <a:pt x="1446" y="603"/>
                  </a:lnTo>
                  <a:lnTo>
                    <a:pt x="1165" y="503"/>
                  </a:lnTo>
                  <a:lnTo>
                    <a:pt x="1065" y="443"/>
                  </a:lnTo>
                  <a:lnTo>
                    <a:pt x="964" y="382"/>
                  </a:lnTo>
                  <a:lnTo>
                    <a:pt x="884" y="282"/>
                  </a:lnTo>
                  <a:lnTo>
                    <a:pt x="804" y="182"/>
                  </a:lnTo>
                  <a:lnTo>
                    <a:pt x="683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10" name="Google Shape;1910;p22"/>
            <p:cNvSpPr/>
            <p:nvPr/>
          </p:nvSpPr>
          <p:spPr>
            <a:xfrm>
              <a:off x="6695250" y="4603252"/>
              <a:ext cx="44253" cy="41214"/>
            </a:xfrm>
            <a:custGeom>
              <a:rect b="b" l="l" r="r" t="t"/>
              <a:pathLst>
                <a:path extrusionOk="0" h="1085" w="1165">
                  <a:moveTo>
                    <a:pt x="643" y="0"/>
                  </a:moveTo>
                  <a:lnTo>
                    <a:pt x="0" y="563"/>
                  </a:lnTo>
                  <a:lnTo>
                    <a:pt x="443" y="911"/>
                  </a:lnTo>
                  <a:lnTo>
                    <a:pt x="443" y="911"/>
                  </a:lnTo>
                  <a:lnTo>
                    <a:pt x="1165" y="462"/>
                  </a:lnTo>
                  <a:lnTo>
                    <a:pt x="643" y="0"/>
                  </a:lnTo>
                  <a:close/>
                  <a:moveTo>
                    <a:pt x="443" y="911"/>
                  </a:moveTo>
                  <a:lnTo>
                    <a:pt x="422" y="924"/>
                  </a:lnTo>
                  <a:lnTo>
                    <a:pt x="663" y="1085"/>
                  </a:lnTo>
                  <a:lnTo>
                    <a:pt x="443" y="91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911" name="Google Shape;1911;p22"/>
          <p:cNvSpPr/>
          <p:nvPr/>
        </p:nvSpPr>
        <p:spPr>
          <a:xfrm>
            <a:off x="496925" y="3973472"/>
            <a:ext cx="457237" cy="429412"/>
          </a:xfrm>
          <a:custGeom>
            <a:rect b="b" l="l" r="r" t="t"/>
            <a:pathLst>
              <a:path extrusionOk="0" h="92099" w="98067">
                <a:moveTo>
                  <a:pt x="49019" y="0"/>
                </a:moveTo>
                <a:lnTo>
                  <a:pt x="48824" y="1171"/>
                </a:lnTo>
                <a:lnTo>
                  <a:pt x="48629" y="2064"/>
                </a:lnTo>
                <a:lnTo>
                  <a:pt x="48378" y="3151"/>
                </a:lnTo>
                <a:lnTo>
                  <a:pt x="48071" y="4434"/>
                </a:lnTo>
                <a:lnTo>
                  <a:pt x="47709" y="5884"/>
                </a:lnTo>
                <a:lnTo>
                  <a:pt x="47263" y="7501"/>
                </a:lnTo>
                <a:lnTo>
                  <a:pt x="46733" y="9230"/>
                </a:lnTo>
                <a:lnTo>
                  <a:pt x="46119" y="11070"/>
                </a:lnTo>
                <a:lnTo>
                  <a:pt x="45422" y="13050"/>
                </a:lnTo>
                <a:lnTo>
                  <a:pt x="44641" y="15085"/>
                </a:lnTo>
                <a:lnTo>
                  <a:pt x="43777" y="17177"/>
                </a:lnTo>
                <a:lnTo>
                  <a:pt x="43303" y="18264"/>
                </a:lnTo>
                <a:lnTo>
                  <a:pt x="42801" y="19351"/>
                </a:lnTo>
                <a:lnTo>
                  <a:pt x="42271" y="20439"/>
                </a:lnTo>
                <a:lnTo>
                  <a:pt x="41742" y="21554"/>
                </a:lnTo>
                <a:lnTo>
                  <a:pt x="41156" y="22670"/>
                </a:lnTo>
                <a:lnTo>
                  <a:pt x="40543" y="23785"/>
                </a:lnTo>
                <a:lnTo>
                  <a:pt x="39929" y="24900"/>
                </a:lnTo>
                <a:lnTo>
                  <a:pt x="39260" y="25988"/>
                </a:lnTo>
                <a:lnTo>
                  <a:pt x="38563" y="27103"/>
                </a:lnTo>
                <a:lnTo>
                  <a:pt x="37838" y="28218"/>
                </a:lnTo>
                <a:lnTo>
                  <a:pt x="37113" y="29306"/>
                </a:lnTo>
                <a:lnTo>
                  <a:pt x="36332" y="30421"/>
                </a:lnTo>
                <a:lnTo>
                  <a:pt x="35524" y="31481"/>
                </a:lnTo>
                <a:lnTo>
                  <a:pt x="34687" y="32568"/>
                </a:lnTo>
                <a:lnTo>
                  <a:pt x="33795" y="33600"/>
                </a:lnTo>
                <a:lnTo>
                  <a:pt x="32903" y="34659"/>
                </a:lnTo>
                <a:lnTo>
                  <a:pt x="31954" y="35663"/>
                </a:lnTo>
                <a:lnTo>
                  <a:pt x="30979" y="36667"/>
                </a:lnTo>
                <a:lnTo>
                  <a:pt x="29975" y="37643"/>
                </a:lnTo>
                <a:lnTo>
                  <a:pt x="28943" y="38591"/>
                </a:lnTo>
                <a:lnTo>
                  <a:pt x="27856" y="39511"/>
                </a:lnTo>
                <a:lnTo>
                  <a:pt x="26740" y="40403"/>
                </a:lnTo>
                <a:lnTo>
                  <a:pt x="25597" y="41268"/>
                </a:lnTo>
                <a:lnTo>
                  <a:pt x="24426" y="42104"/>
                </a:lnTo>
                <a:lnTo>
                  <a:pt x="23199" y="42885"/>
                </a:lnTo>
                <a:lnTo>
                  <a:pt x="21944" y="43638"/>
                </a:lnTo>
                <a:lnTo>
                  <a:pt x="20634" y="44363"/>
                </a:lnTo>
                <a:lnTo>
                  <a:pt x="19295" y="45060"/>
                </a:lnTo>
                <a:lnTo>
                  <a:pt x="17929" y="45673"/>
                </a:lnTo>
                <a:lnTo>
                  <a:pt x="16507" y="46287"/>
                </a:lnTo>
                <a:lnTo>
                  <a:pt x="15057" y="46816"/>
                </a:lnTo>
                <a:lnTo>
                  <a:pt x="13551" y="47318"/>
                </a:lnTo>
                <a:lnTo>
                  <a:pt x="12018" y="47765"/>
                </a:lnTo>
                <a:lnTo>
                  <a:pt x="10428" y="48155"/>
                </a:lnTo>
                <a:lnTo>
                  <a:pt x="8811" y="48489"/>
                </a:lnTo>
                <a:lnTo>
                  <a:pt x="7138" y="48768"/>
                </a:lnTo>
                <a:lnTo>
                  <a:pt x="5409" y="48991"/>
                </a:lnTo>
                <a:lnTo>
                  <a:pt x="3653" y="49159"/>
                </a:lnTo>
                <a:lnTo>
                  <a:pt x="1868" y="49242"/>
                </a:lnTo>
                <a:lnTo>
                  <a:pt x="948" y="49270"/>
                </a:lnTo>
                <a:lnTo>
                  <a:pt x="0" y="49298"/>
                </a:lnTo>
                <a:lnTo>
                  <a:pt x="474" y="49438"/>
                </a:lnTo>
                <a:lnTo>
                  <a:pt x="1840" y="49856"/>
                </a:lnTo>
                <a:lnTo>
                  <a:pt x="3959" y="50581"/>
                </a:lnTo>
                <a:lnTo>
                  <a:pt x="5270" y="51055"/>
                </a:lnTo>
                <a:lnTo>
                  <a:pt x="6720" y="51585"/>
                </a:lnTo>
                <a:lnTo>
                  <a:pt x="8309" y="52226"/>
                </a:lnTo>
                <a:lnTo>
                  <a:pt x="10010" y="52951"/>
                </a:lnTo>
                <a:lnTo>
                  <a:pt x="11823" y="53732"/>
                </a:lnTo>
                <a:lnTo>
                  <a:pt x="13719" y="54624"/>
                </a:lnTo>
                <a:lnTo>
                  <a:pt x="15698" y="55600"/>
                </a:lnTo>
                <a:lnTo>
                  <a:pt x="17762" y="56631"/>
                </a:lnTo>
                <a:lnTo>
                  <a:pt x="19853" y="57775"/>
                </a:lnTo>
                <a:lnTo>
                  <a:pt x="21972" y="59001"/>
                </a:lnTo>
                <a:lnTo>
                  <a:pt x="23032" y="59671"/>
                </a:lnTo>
                <a:lnTo>
                  <a:pt x="24119" y="60340"/>
                </a:lnTo>
                <a:lnTo>
                  <a:pt x="25179" y="61037"/>
                </a:lnTo>
                <a:lnTo>
                  <a:pt x="26266" y="61762"/>
                </a:lnTo>
                <a:lnTo>
                  <a:pt x="27354" y="62487"/>
                </a:lnTo>
                <a:lnTo>
                  <a:pt x="28413" y="63268"/>
                </a:lnTo>
                <a:lnTo>
                  <a:pt x="29473" y="64048"/>
                </a:lnTo>
                <a:lnTo>
                  <a:pt x="30532" y="64857"/>
                </a:lnTo>
                <a:lnTo>
                  <a:pt x="31592" y="65693"/>
                </a:lnTo>
                <a:lnTo>
                  <a:pt x="32624" y="66558"/>
                </a:lnTo>
                <a:lnTo>
                  <a:pt x="33627" y="67450"/>
                </a:lnTo>
                <a:lnTo>
                  <a:pt x="34659" y="68370"/>
                </a:lnTo>
                <a:lnTo>
                  <a:pt x="35635" y="69290"/>
                </a:lnTo>
                <a:lnTo>
                  <a:pt x="36611" y="70266"/>
                </a:lnTo>
                <a:lnTo>
                  <a:pt x="37559" y="71242"/>
                </a:lnTo>
                <a:lnTo>
                  <a:pt x="38507" y="72274"/>
                </a:lnTo>
                <a:lnTo>
                  <a:pt x="39399" y="73306"/>
                </a:lnTo>
                <a:lnTo>
                  <a:pt x="40292" y="74365"/>
                </a:lnTo>
                <a:lnTo>
                  <a:pt x="41156" y="75453"/>
                </a:lnTo>
                <a:lnTo>
                  <a:pt x="41993" y="76568"/>
                </a:lnTo>
                <a:lnTo>
                  <a:pt x="42773" y="77711"/>
                </a:lnTo>
                <a:lnTo>
                  <a:pt x="43554" y="78882"/>
                </a:lnTo>
                <a:lnTo>
                  <a:pt x="44279" y="80081"/>
                </a:lnTo>
                <a:lnTo>
                  <a:pt x="44976" y="81308"/>
                </a:lnTo>
                <a:lnTo>
                  <a:pt x="45617" y="82563"/>
                </a:lnTo>
                <a:lnTo>
                  <a:pt x="46259" y="83846"/>
                </a:lnTo>
                <a:lnTo>
                  <a:pt x="46816" y="85156"/>
                </a:lnTo>
                <a:lnTo>
                  <a:pt x="47374" y="86494"/>
                </a:lnTo>
                <a:lnTo>
                  <a:pt x="47848" y="87833"/>
                </a:lnTo>
                <a:lnTo>
                  <a:pt x="48294" y="89227"/>
                </a:lnTo>
                <a:lnTo>
                  <a:pt x="48685" y="90649"/>
                </a:lnTo>
                <a:lnTo>
                  <a:pt x="49019" y="92099"/>
                </a:lnTo>
                <a:lnTo>
                  <a:pt x="49382" y="90649"/>
                </a:lnTo>
                <a:lnTo>
                  <a:pt x="49772" y="89227"/>
                </a:lnTo>
                <a:lnTo>
                  <a:pt x="50218" y="87833"/>
                </a:lnTo>
                <a:lnTo>
                  <a:pt x="50692" y="86494"/>
                </a:lnTo>
                <a:lnTo>
                  <a:pt x="51250" y="85156"/>
                </a:lnTo>
                <a:lnTo>
                  <a:pt x="51808" y="83846"/>
                </a:lnTo>
                <a:lnTo>
                  <a:pt x="52421" y="82563"/>
                </a:lnTo>
                <a:lnTo>
                  <a:pt x="53090" y="81308"/>
                </a:lnTo>
                <a:lnTo>
                  <a:pt x="53787" y="80081"/>
                </a:lnTo>
                <a:lnTo>
                  <a:pt x="54512" y="78882"/>
                </a:lnTo>
                <a:lnTo>
                  <a:pt x="55293" y="77711"/>
                </a:lnTo>
                <a:lnTo>
                  <a:pt x="56074" y="76568"/>
                </a:lnTo>
                <a:lnTo>
                  <a:pt x="56910" y="75453"/>
                </a:lnTo>
                <a:lnTo>
                  <a:pt x="57775" y="74365"/>
                </a:lnTo>
                <a:lnTo>
                  <a:pt x="58639" y="73306"/>
                </a:lnTo>
                <a:lnTo>
                  <a:pt x="59559" y="72274"/>
                </a:lnTo>
                <a:lnTo>
                  <a:pt x="60479" y="71242"/>
                </a:lnTo>
                <a:lnTo>
                  <a:pt x="61455" y="70266"/>
                </a:lnTo>
                <a:lnTo>
                  <a:pt x="62431" y="69290"/>
                </a:lnTo>
                <a:lnTo>
                  <a:pt x="63407" y="68370"/>
                </a:lnTo>
                <a:lnTo>
                  <a:pt x="64411" y="67450"/>
                </a:lnTo>
                <a:lnTo>
                  <a:pt x="65443" y="66558"/>
                </a:lnTo>
                <a:lnTo>
                  <a:pt x="66474" y="65693"/>
                </a:lnTo>
                <a:lnTo>
                  <a:pt x="67534" y="64857"/>
                </a:lnTo>
                <a:lnTo>
                  <a:pt x="68593" y="64048"/>
                </a:lnTo>
                <a:lnTo>
                  <a:pt x="69653" y="63268"/>
                </a:lnTo>
                <a:lnTo>
                  <a:pt x="70713" y="62487"/>
                </a:lnTo>
                <a:lnTo>
                  <a:pt x="71800" y="61762"/>
                </a:lnTo>
                <a:lnTo>
                  <a:pt x="72860" y="61037"/>
                </a:lnTo>
                <a:lnTo>
                  <a:pt x="73947" y="60340"/>
                </a:lnTo>
                <a:lnTo>
                  <a:pt x="75034" y="59671"/>
                </a:lnTo>
                <a:lnTo>
                  <a:pt x="76094" y="59001"/>
                </a:lnTo>
                <a:lnTo>
                  <a:pt x="78213" y="57775"/>
                </a:lnTo>
                <a:lnTo>
                  <a:pt x="80304" y="56631"/>
                </a:lnTo>
                <a:lnTo>
                  <a:pt x="82368" y="55600"/>
                </a:lnTo>
                <a:lnTo>
                  <a:pt x="84348" y="54624"/>
                </a:lnTo>
                <a:lnTo>
                  <a:pt x="86244" y="53732"/>
                </a:lnTo>
                <a:lnTo>
                  <a:pt x="88056" y="52951"/>
                </a:lnTo>
                <a:lnTo>
                  <a:pt x="89757" y="52226"/>
                </a:lnTo>
                <a:lnTo>
                  <a:pt x="91346" y="51585"/>
                </a:lnTo>
                <a:lnTo>
                  <a:pt x="92796" y="51055"/>
                </a:lnTo>
                <a:lnTo>
                  <a:pt x="94107" y="50581"/>
                </a:lnTo>
                <a:lnTo>
                  <a:pt x="96226" y="49856"/>
                </a:lnTo>
                <a:lnTo>
                  <a:pt x="97592" y="49438"/>
                </a:lnTo>
                <a:lnTo>
                  <a:pt x="98066" y="49298"/>
                </a:lnTo>
                <a:lnTo>
                  <a:pt x="97118" y="49270"/>
                </a:lnTo>
                <a:lnTo>
                  <a:pt x="96198" y="49242"/>
                </a:lnTo>
                <a:lnTo>
                  <a:pt x="94413" y="49159"/>
                </a:lnTo>
                <a:lnTo>
                  <a:pt x="92657" y="48991"/>
                </a:lnTo>
                <a:lnTo>
                  <a:pt x="90928" y="48768"/>
                </a:lnTo>
                <a:lnTo>
                  <a:pt x="89255" y="48489"/>
                </a:lnTo>
                <a:lnTo>
                  <a:pt x="87638" y="48155"/>
                </a:lnTo>
                <a:lnTo>
                  <a:pt x="86048" y="47765"/>
                </a:lnTo>
                <a:lnTo>
                  <a:pt x="84515" y="47318"/>
                </a:lnTo>
                <a:lnTo>
                  <a:pt x="83009" y="46816"/>
                </a:lnTo>
                <a:lnTo>
                  <a:pt x="81559" y="46287"/>
                </a:lnTo>
                <a:lnTo>
                  <a:pt x="80137" y="45673"/>
                </a:lnTo>
                <a:lnTo>
                  <a:pt x="78771" y="45060"/>
                </a:lnTo>
                <a:lnTo>
                  <a:pt x="77432" y="44363"/>
                </a:lnTo>
                <a:lnTo>
                  <a:pt x="76122" y="43638"/>
                </a:lnTo>
                <a:lnTo>
                  <a:pt x="74867" y="42885"/>
                </a:lnTo>
                <a:lnTo>
                  <a:pt x="73640" y="42104"/>
                </a:lnTo>
                <a:lnTo>
                  <a:pt x="72469" y="41268"/>
                </a:lnTo>
                <a:lnTo>
                  <a:pt x="71298" y="40403"/>
                </a:lnTo>
                <a:lnTo>
                  <a:pt x="70211" y="39511"/>
                </a:lnTo>
                <a:lnTo>
                  <a:pt x="69123" y="38591"/>
                </a:lnTo>
                <a:lnTo>
                  <a:pt x="68091" y="37643"/>
                </a:lnTo>
                <a:lnTo>
                  <a:pt x="67088" y="36667"/>
                </a:lnTo>
                <a:lnTo>
                  <a:pt x="66112" y="35663"/>
                </a:lnTo>
                <a:lnTo>
                  <a:pt x="65164" y="34659"/>
                </a:lnTo>
                <a:lnTo>
                  <a:pt x="64271" y="33600"/>
                </a:lnTo>
                <a:lnTo>
                  <a:pt x="63379" y="32568"/>
                </a:lnTo>
                <a:lnTo>
                  <a:pt x="62543" y="31481"/>
                </a:lnTo>
                <a:lnTo>
                  <a:pt x="61734" y="30421"/>
                </a:lnTo>
                <a:lnTo>
                  <a:pt x="60953" y="29306"/>
                </a:lnTo>
                <a:lnTo>
                  <a:pt x="60200" y="28218"/>
                </a:lnTo>
                <a:lnTo>
                  <a:pt x="59503" y="27103"/>
                </a:lnTo>
                <a:lnTo>
                  <a:pt x="58806" y="25988"/>
                </a:lnTo>
                <a:lnTo>
                  <a:pt x="58137" y="24900"/>
                </a:lnTo>
                <a:lnTo>
                  <a:pt x="57524" y="23785"/>
                </a:lnTo>
                <a:lnTo>
                  <a:pt x="56910" y="22670"/>
                </a:lnTo>
                <a:lnTo>
                  <a:pt x="56325" y="21554"/>
                </a:lnTo>
                <a:lnTo>
                  <a:pt x="55795" y="20439"/>
                </a:lnTo>
                <a:lnTo>
                  <a:pt x="55265" y="19351"/>
                </a:lnTo>
                <a:lnTo>
                  <a:pt x="54763" y="18264"/>
                </a:lnTo>
                <a:lnTo>
                  <a:pt x="54289" y="17177"/>
                </a:lnTo>
                <a:lnTo>
                  <a:pt x="53425" y="15085"/>
                </a:lnTo>
                <a:lnTo>
                  <a:pt x="52644" y="13050"/>
                </a:lnTo>
                <a:lnTo>
                  <a:pt x="51947" y="11070"/>
                </a:lnTo>
                <a:lnTo>
                  <a:pt x="51334" y="9230"/>
                </a:lnTo>
                <a:lnTo>
                  <a:pt x="50804" y="7501"/>
                </a:lnTo>
                <a:lnTo>
                  <a:pt x="50358" y="5884"/>
                </a:lnTo>
                <a:lnTo>
                  <a:pt x="49995" y="4434"/>
                </a:lnTo>
                <a:lnTo>
                  <a:pt x="49688" y="3151"/>
                </a:lnTo>
                <a:lnTo>
                  <a:pt x="49437" y="2064"/>
                </a:lnTo>
                <a:lnTo>
                  <a:pt x="49242" y="1171"/>
                </a:lnTo>
                <a:lnTo>
                  <a:pt x="49019" y="0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12" name="Google Shape;1912;p22"/>
          <p:cNvSpPr/>
          <p:nvPr/>
        </p:nvSpPr>
        <p:spPr>
          <a:xfrm>
            <a:off x="8202150" y="757872"/>
            <a:ext cx="457237" cy="429412"/>
          </a:xfrm>
          <a:custGeom>
            <a:rect b="b" l="l" r="r" t="t"/>
            <a:pathLst>
              <a:path extrusionOk="0" h="92099" w="98067">
                <a:moveTo>
                  <a:pt x="49019" y="0"/>
                </a:moveTo>
                <a:lnTo>
                  <a:pt x="48824" y="1171"/>
                </a:lnTo>
                <a:lnTo>
                  <a:pt x="48629" y="2064"/>
                </a:lnTo>
                <a:lnTo>
                  <a:pt x="48378" y="3151"/>
                </a:lnTo>
                <a:lnTo>
                  <a:pt x="48071" y="4434"/>
                </a:lnTo>
                <a:lnTo>
                  <a:pt x="47709" y="5884"/>
                </a:lnTo>
                <a:lnTo>
                  <a:pt x="47263" y="7501"/>
                </a:lnTo>
                <a:lnTo>
                  <a:pt x="46733" y="9230"/>
                </a:lnTo>
                <a:lnTo>
                  <a:pt x="46119" y="11070"/>
                </a:lnTo>
                <a:lnTo>
                  <a:pt x="45422" y="13050"/>
                </a:lnTo>
                <a:lnTo>
                  <a:pt x="44641" y="15085"/>
                </a:lnTo>
                <a:lnTo>
                  <a:pt x="43777" y="17177"/>
                </a:lnTo>
                <a:lnTo>
                  <a:pt x="43303" y="18264"/>
                </a:lnTo>
                <a:lnTo>
                  <a:pt x="42801" y="19351"/>
                </a:lnTo>
                <a:lnTo>
                  <a:pt x="42271" y="20439"/>
                </a:lnTo>
                <a:lnTo>
                  <a:pt x="41742" y="21554"/>
                </a:lnTo>
                <a:lnTo>
                  <a:pt x="41156" y="22670"/>
                </a:lnTo>
                <a:lnTo>
                  <a:pt x="40543" y="23785"/>
                </a:lnTo>
                <a:lnTo>
                  <a:pt x="39929" y="24900"/>
                </a:lnTo>
                <a:lnTo>
                  <a:pt x="39260" y="25988"/>
                </a:lnTo>
                <a:lnTo>
                  <a:pt x="38563" y="27103"/>
                </a:lnTo>
                <a:lnTo>
                  <a:pt x="37838" y="28218"/>
                </a:lnTo>
                <a:lnTo>
                  <a:pt x="37113" y="29306"/>
                </a:lnTo>
                <a:lnTo>
                  <a:pt x="36332" y="30421"/>
                </a:lnTo>
                <a:lnTo>
                  <a:pt x="35524" y="31481"/>
                </a:lnTo>
                <a:lnTo>
                  <a:pt x="34687" y="32568"/>
                </a:lnTo>
                <a:lnTo>
                  <a:pt x="33795" y="33600"/>
                </a:lnTo>
                <a:lnTo>
                  <a:pt x="32903" y="34659"/>
                </a:lnTo>
                <a:lnTo>
                  <a:pt x="31954" y="35663"/>
                </a:lnTo>
                <a:lnTo>
                  <a:pt x="30979" y="36667"/>
                </a:lnTo>
                <a:lnTo>
                  <a:pt x="29975" y="37643"/>
                </a:lnTo>
                <a:lnTo>
                  <a:pt x="28943" y="38591"/>
                </a:lnTo>
                <a:lnTo>
                  <a:pt x="27856" y="39511"/>
                </a:lnTo>
                <a:lnTo>
                  <a:pt x="26740" y="40403"/>
                </a:lnTo>
                <a:lnTo>
                  <a:pt x="25597" y="41268"/>
                </a:lnTo>
                <a:lnTo>
                  <a:pt x="24426" y="42104"/>
                </a:lnTo>
                <a:lnTo>
                  <a:pt x="23199" y="42885"/>
                </a:lnTo>
                <a:lnTo>
                  <a:pt x="21944" y="43638"/>
                </a:lnTo>
                <a:lnTo>
                  <a:pt x="20634" y="44363"/>
                </a:lnTo>
                <a:lnTo>
                  <a:pt x="19295" y="45060"/>
                </a:lnTo>
                <a:lnTo>
                  <a:pt x="17929" y="45673"/>
                </a:lnTo>
                <a:lnTo>
                  <a:pt x="16507" y="46287"/>
                </a:lnTo>
                <a:lnTo>
                  <a:pt x="15057" y="46816"/>
                </a:lnTo>
                <a:lnTo>
                  <a:pt x="13551" y="47318"/>
                </a:lnTo>
                <a:lnTo>
                  <a:pt x="12018" y="47765"/>
                </a:lnTo>
                <a:lnTo>
                  <a:pt x="10428" y="48155"/>
                </a:lnTo>
                <a:lnTo>
                  <a:pt x="8811" y="48489"/>
                </a:lnTo>
                <a:lnTo>
                  <a:pt x="7138" y="48768"/>
                </a:lnTo>
                <a:lnTo>
                  <a:pt x="5409" y="48991"/>
                </a:lnTo>
                <a:lnTo>
                  <a:pt x="3653" y="49159"/>
                </a:lnTo>
                <a:lnTo>
                  <a:pt x="1868" y="49242"/>
                </a:lnTo>
                <a:lnTo>
                  <a:pt x="948" y="49270"/>
                </a:lnTo>
                <a:lnTo>
                  <a:pt x="0" y="49298"/>
                </a:lnTo>
                <a:lnTo>
                  <a:pt x="474" y="49438"/>
                </a:lnTo>
                <a:lnTo>
                  <a:pt x="1840" y="49856"/>
                </a:lnTo>
                <a:lnTo>
                  <a:pt x="3959" y="50581"/>
                </a:lnTo>
                <a:lnTo>
                  <a:pt x="5270" y="51055"/>
                </a:lnTo>
                <a:lnTo>
                  <a:pt x="6720" y="51585"/>
                </a:lnTo>
                <a:lnTo>
                  <a:pt x="8309" y="52226"/>
                </a:lnTo>
                <a:lnTo>
                  <a:pt x="10010" y="52951"/>
                </a:lnTo>
                <a:lnTo>
                  <a:pt x="11823" y="53732"/>
                </a:lnTo>
                <a:lnTo>
                  <a:pt x="13719" y="54624"/>
                </a:lnTo>
                <a:lnTo>
                  <a:pt x="15698" y="55600"/>
                </a:lnTo>
                <a:lnTo>
                  <a:pt x="17762" y="56631"/>
                </a:lnTo>
                <a:lnTo>
                  <a:pt x="19853" y="57775"/>
                </a:lnTo>
                <a:lnTo>
                  <a:pt x="21972" y="59001"/>
                </a:lnTo>
                <a:lnTo>
                  <a:pt x="23032" y="59671"/>
                </a:lnTo>
                <a:lnTo>
                  <a:pt x="24119" y="60340"/>
                </a:lnTo>
                <a:lnTo>
                  <a:pt x="25179" y="61037"/>
                </a:lnTo>
                <a:lnTo>
                  <a:pt x="26266" y="61762"/>
                </a:lnTo>
                <a:lnTo>
                  <a:pt x="27354" y="62487"/>
                </a:lnTo>
                <a:lnTo>
                  <a:pt x="28413" y="63268"/>
                </a:lnTo>
                <a:lnTo>
                  <a:pt x="29473" y="64048"/>
                </a:lnTo>
                <a:lnTo>
                  <a:pt x="30532" y="64857"/>
                </a:lnTo>
                <a:lnTo>
                  <a:pt x="31592" y="65693"/>
                </a:lnTo>
                <a:lnTo>
                  <a:pt x="32624" y="66558"/>
                </a:lnTo>
                <a:lnTo>
                  <a:pt x="33627" y="67450"/>
                </a:lnTo>
                <a:lnTo>
                  <a:pt x="34659" y="68370"/>
                </a:lnTo>
                <a:lnTo>
                  <a:pt x="35635" y="69290"/>
                </a:lnTo>
                <a:lnTo>
                  <a:pt x="36611" y="70266"/>
                </a:lnTo>
                <a:lnTo>
                  <a:pt x="37559" y="71242"/>
                </a:lnTo>
                <a:lnTo>
                  <a:pt x="38507" y="72274"/>
                </a:lnTo>
                <a:lnTo>
                  <a:pt x="39399" y="73306"/>
                </a:lnTo>
                <a:lnTo>
                  <a:pt x="40292" y="74365"/>
                </a:lnTo>
                <a:lnTo>
                  <a:pt x="41156" y="75453"/>
                </a:lnTo>
                <a:lnTo>
                  <a:pt x="41993" y="76568"/>
                </a:lnTo>
                <a:lnTo>
                  <a:pt x="42773" y="77711"/>
                </a:lnTo>
                <a:lnTo>
                  <a:pt x="43554" y="78882"/>
                </a:lnTo>
                <a:lnTo>
                  <a:pt x="44279" y="80081"/>
                </a:lnTo>
                <a:lnTo>
                  <a:pt x="44976" y="81308"/>
                </a:lnTo>
                <a:lnTo>
                  <a:pt x="45617" y="82563"/>
                </a:lnTo>
                <a:lnTo>
                  <a:pt x="46259" y="83846"/>
                </a:lnTo>
                <a:lnTo>
                  <a:pt x="46816" y="85156"/>
                </a:lnTo>
                <a:lnTo>
                  <a:pt x="47374" y="86494"/>
                </a:lnTo>
                <a:lnTo>
                  <a:pt x="47848" y="87833"/>
                </a:lnTo>
                <a:lnTo>
                  <a:pt x="48294" y="89227"/>
                </a:lnTo>
                <a:lnTo>
                  <a:pt x="48685" y="90649"/>
                </a:lnTo>
                <a:lnTo>
                  <a:pt x="49019" y="92099"/>
                </a:lnTo>
                <a:lnTo>
                  <a:pt x="49382" y="90649"/>
                </a:lnTo>
                <a:lnTo>
                  <a:pt x="49772" y="89227"/>
                </a:lnTo>
                <a:lnTo>
                  <a:pt x="50218" y="87833"/>
                </a:lnTo>
                <a:lnTo>
                  <a:pt x="50692" y="86494"/>
                </a:lnTo>
                <a:lnTo>
                  <a:pt x="51250" y="85156"/>
                </a:lnTo>
                <a:lnTo>
                  <a:pt x="51808" y="83846"/>
                </a:lnTo>
                <a:lnTo>
                  <a:pt x="52421" y="82563"/>
                </a:lnTo>
                <a:lnTo>
                  <a:pt x="53090" y="81308"/>
                </a:lnTo>
                <a:lnTo>
                  <a:pt x="53787" y="80081"/>
                </a:lnTo>
                <a:lnTo>
                  <a:pt x="54512" y="78882"/>
                </a:lnTo>
                <a:lnTo>
                  <a:pt x="55293" y="77711"/>
                </a:lnTo>
                <a:lnTo>
                  <a:pt x="56074" y="76568"/>
                </a:lnTo>
                <a:lnTo>
                  <a:pt x="56910" y="75453"/>
                </a:lnTo>
                <a:lnTo>
                  <a:pt x="57775" y="74365"/>
                </a:lnTo>
                <a:lnTo>
                  <a:pt x="58639" y="73306"/>
                </a:lnTo>
                <a:lnTo>
                  <a:pt x="59559" y="72274"/>
                </a:lnTo>
                <a:lnTo>
                  <a:pt x="60479" y="71242"/>
                </a:lnTo>
                <a:lnTo>
                  <a:pt x="61455" y="70266"/>
                </a:lnTo>
                <a:lnTo>
                  <a:pt x="62431" y="69290"/>
                </a:lnTo>
                <a:lnTo>
                  <a:pt x="63407" y="68370"/>
                </a:lnTo>
                <a:lnTo>
                  <a:pt x="64411" y="67450"/>
                </a:lnTo>
                <a:lnTo>
                  <a:pt x="65443" y="66558"/>
                </a:lnTo>
                <a:lnTo>
                  <a:pt x="66474" y="65693"/>
                </a:lnTo>
                <a:lnTo>
                  <a:pt x="67534" y="64857"/>
                </a:lnTo>
                <a:lnTo>
                  <a:pt x="68593" y="64048"/>
                </a:lnTo>
                <a:lnTo>
                  <a:pt x="69653" y="63268"/>
                </a:lnTo>
                <a:lnTo>
                  <a:pt x="70713" y="62487"/>
                </a:lnTo>
                <a:lnTo>
                  <a:pt x="71800" y="61762"/>
                </a:lnTo>
                <a:lnTo>
                  <a:pt x="72860" y="61037"/>
                </a:lnTo>
                <a:lnTo>
                  <a:pt x="73947" y="60340"/>
                </a:lnTo>
                <a:lnTo>
                  <a:pt x="75034" y="59671"/>
                </a:lnTo>
                <a:lnTo>
                  <a:pt x="76094" y="59001"/>
                </a:lnTo>
                <a:lnTo>
                  <a:pt x="78213" y="57775"/>
                </a:lnTo>
                <a:lnTo>
                  <a:pt x="80304" y="56631"/>
                </a:lnTo>
                <a:lnTo>
                  <a:pt x="82368" y="55600"/>
                </a:lnTo>
                <a:lnTo>
                  <a:pt x="84348" y="54624"/>
                </a:lnTo>
                <a:lnTo>
                  <a:pt x="86244" y="53732"/>
                </a:lnTo>
                <a:lnTo>
                  <a:pt x="88056" y="52951"/>
                </a:lnTo>
                <a:lnTo>
                  <a:pt x="89757" y="52226"/>
                </a:lnTo>
                <a:lnTo>
                  <a:pt x="91346" y="51585"/>
                </a:lnTo>
                <a:lnTo>
                  <a:pt x="92796" y="51055"/>
                </a:lnTo>
                <a:lnTo>
                  <a:pt x="94107" y="50581"/>
                </a:lnTo>
                <a:lnTo>
                  <a:pt x="96226" y="49856"/>
                </a:lnTo>
                <a:lnTo>
                  <a:pt x="97592" y="49438"/>
                </a:lnTo>
                <a:lnTo>
                  <a:pt x="98066" y="49298"/>
                </a:lnTo>
                <a:lnTo>
                  <a:pt x="97118" y="49270"/>
                </a:lnTo>
                <a:lnTo>
                  <a:pt x="96198" y="49242"/>
                </a:lnTo>
                <a:lnTo>
                  <a:pt x="94413" y="49159"/>
                </a:lnTo>
                <a:lnTo>
                  <a:pt x="92657" y="48991"/>
                </a:lnTo>
                <a:lnTo>
                  <a:pt x="90928" y="48768"/>
                </a:lnTo>
                <a:lnTo>
                  <a:pt x="89255" y="48489"/>
                </a:lnTo>
                <a:lnTo>
                  <a:pt x="87638" y="48155"/>
                </a:lnTo>
                <a:lnTo>
                  <a:pt x="86048" y="47765"/>
                </a:lnTo>
                <a:lnTo>
                  <a:pt x="84515" y="47318"/>
                </a:lnTo>
                <a:lnTo>
                  <a:pt x="83009" y="46816"/>
                </a:lnTo>
                <a:lnTo>
                  <a:pt x="81559" y="46287"/>
                </a:lnTo>
                <a:lnTo>
                  <a:pt x="80137" y="45673"/>
                </a:lnTo>
                <a:lnTo>
                  <a:pt x="78771" y="45060"/>
                </a:lnTo>
                <a:lnTo>
                  <a:pt x="77432" y="44363"/>
                </a:lnTo>
                <a:lnTo>
                  <a:pt x="76122" y="43638"/>
                </a:lnTo>
                <a:lnTo>
                  <a:pt x="74867" y="42885"/>
                </a:lnTo>
                <a:lnTo>
                  <a:pt x="73640" y="42104"/>
                </a:lnTo>
                <a:lnTo>
                  <a:pt x="72469" y="41268"/>
                </a:lnTo>
                <a:lnTo>
                  <a:pt x="71298" y="40403"/>
                </a:lnTo>
                <a:lnTo>
                  <a:pt x="70211" y="39511"/>
                </a:lnTo>
                <a:lnTo>
                  <a:pt x="69123" y="38591"/>
                </a:lnTo>
                <a:lnTo>
                  <a:pt x="68091" y="37643"/>
                </a:lnTo>
                <a:lnTo>
                  <a:pt x="67088" y="36667"/>
                </a:lnTo>
                <a:lnTo>
                  <a:pt x="66112" y="35663"/>
                </a:lnTo>
                <a:lnTo>
                  <a:pt x="65164" y="34659"/>
                </a:lnTo>
                <a:lnTo>
                  <a:pt x="64271" y="33600"/>
                </a:lnTo>
                <a:lnTo>
                  <a:pt x="63379" y="32568"/>
                </a:lnTo>
                <a:lnTo>
                  <a:pt x="62543" y="31481"/>
                </a:lnTo>
                <a:lnTo>
                  <a:pt x="61734" y="30421"/>
                </a:lnTo>
                <a:lnTo>
                  <a:pt x="60953" y="29306"/>
                </a:lnTo>
                <a:lnTo>
                  <a:pt x="60200" y="28218"/>
                </a:lnTo>
                <a:lnTo>
                  <a:pt x="59503" y="27103"/>
                </a:lnTo>
                <a:lnTo>
                  <a:pt x="58806" y="25988"/>
                </a:lnTo>
                <a:lnTo>
                  <a:pt x="58137" y="24900"/>
                </a:lnTo>
                <a:lnTo>
                  <a:pt x="57524" y="23785"/>
                </a:lnTo>
                <a:lnTo>
                  <a:pt x="56910" y="22670"/>
                </a:lnTo>
                <a:lnTo>
                  <a:pt x="56325" y="21554"/>
                </a:lnTo>
                <a:lnTo>
                  <a:pt x="55795" y="20439"/>
                </a:lnTo>
                <a:lnTo>
                  <a:pt x="55265" y="19351"/>
                </a:lnTo>
                <a:lnTo>
                  <a:pt x="54763" y="18264"/>
                </a:lnTo>
                <a:lnTo>
                  <a:pt x="54289" y="17177"/>
                </a:lnTo>
                <a:lnTo>
                  <a:pt x="53425" y="15085"/>
                </a:lnTo>
                <a:lnTo>
                  <a:pt x="52644" y="13050"/>
                </a:lnTo>
                <a:lnTo>
                  <a:pt x="51947" y="11070"/>
                </a:lnTo>
                <a:lnTo>
                  <a:pt x="51334" y="9230"/>
                </a:lnTo>
                <a:lnTo>
                  <a:pt x="50804" y="7501"/>
                </a:lnTo>
                <a:lnTo>
                  <a:pt x="50358" y="5884"/>
                </a:lnTo>
                <a:lnTo>
                  <a:pt x="49995" y="4434"/>
                </a:lnTo>
                <a:lnTo>
                  <a:pt x="49688" y="3151"/>
                </a:lnTo>
                <a:lnTo>
                  <a:pt x="49437" y="2064"/>
                </a:lnTo>
                <a:lnTo>
                  <a:pt x="49242" y="1171"/>
                </a:lnTo>
                <a:lnTo>
                  <a:pt x="49019" y="0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13" name="Google Shape;1913;p22"/>
          <p:cNvSpPr/>
          <p:nvPr/>
        </p:nvSpPr>
        <p:spPr>
          <a:xfrm flipH="1">
            <a:off x="8085888" y="4081828"/>
            <a:ext cx="1058100" cy="1058100"/>
          </a:xfrm>
          <a:prstGeom prst="rtTriangle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14" name="Google Shape;1914;p22"/>
          <p:cNvSpPr/>
          <p:nvPr/>
        </p:nvSpPr>
        <p:spPr>
          <a:xfrm>
            <a:off x="341375" y="4816828"/>
            <a:ext cx="790800" cy="7908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15" name="Google Shape;1915;p22"/>
          <p:cNvSpPr/>
          <p:nvPr/>
        </p:nvSpPr>
        <p:spPr>
          <a:xfrm>
            <a:off x="8019945" y="4215465"/>
            <a:ext cx="790800" cy="790800"/>
          </a:xfrm>
          <a:prstGeom prst="ellipse">
            <a:avLst/>
          </a:prstGeom>
          <a:solidFill>
            <a:schemeClr val="dk2"/>
          </a:solidFill>
          <a:ln cap="flat" cmpd="sng" w="11430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16" name="Google Shape;1916;p22"/>
          <p:cNvSpPr/>
          <p:nvPr/>
        </p:nvSpPr>
        <p:spPr>
          <a:xfrm flipH="1" rot="-3594086">
            <a:off x="284520" y="4214679"/>
            <a:ext cx="1596467" cy="1802993"/>
          </a:xfrm>
          <a:custGeom>
            <a:rect b="b" l="l" r="r" t="t"/>
            <a:pathLst>
              <a:path extrusionOk="0" h="32249" w="28555">
                <a:moveTo>
                  <a:pt x="20483" y="82"/>
                </a:moveTo>
                <a:lnTo>
                  <a:pt x="20947" y="102"/>
                </a:lnTo>
                <a:lnTo>
                  <a:pt x="21411" y="122"/>
                </a:lnTo>
                <a:lnTo>
                  <a:pt x="21875" y="203"/>
                </a:lnTo>
                <a:lnTo>
                  <a:pt x="22319" y="283"/>
                </a:lnTo>
                <a:lnTo>
                  <a:pt x="22763" y="404"/>
                </a:lnTo>
                <a:lnTo>
                  <a:pt x="23187" y="566"/>
                </a:lnTo>
                <a:lnTo>
                  <a:pt x="23611" y="748"/>
                </a:lnTo>
                <a:lnTo>
                  <a:pt x="23994" y="949"/>
                </a:lnTo>
                <a:lnTo>
                  <a:pt x="24378" y="1191"/>
                </a:lnTo>
                <a:lnTo>
                  <a:pt x="24741" y="1454"/>
                </a:lnTo>
                <a:lnTo>
                  <a:pt x="25124" y="1777"/>
                </a:lnTo>
                <a:lnTo>
                  <a:pt x="25487" y="2140"/>
                </a:lnTo>
                <a:lnTo>
                  <a:pt x="25851" y="2564"/>
                </a:lnTo>
                <a:lnTo>
                  <a:pt x="26174" y="3008"/>
                </a:lnTo>
                <a:lnTo>
                  <a:pt x="26496" y="3492"/>
                </a:lnTo>
                <a:lnTo>
                  <a:pt x="26779" y="4017"/>
                </a:lnTo>
                <a:lnTo>
                  <a:pt x="27062" y="4582"/>
                </a:lnTo>
                <a:lnTo>
                  <a:pt x="27324" y="5187"/>
                </a:lnTo>
                <a:lnTo>
                  <a:pt x="27546" y="5772"/>
                </a:lnTo>
                <a:lnTo>
                  <a:pt x="27748" y="6358"/>
                </a:lnTo>
                <a:lnTo>
                  <a:pt x="27909" y="6943"/>
                </a:lnTo>
                <a:lnTo>
                  <a:pt x="28071" y="7548"/>
                </a:lnTo>
                <a:lnTo>
                  <a:pt x="28192" y="8154"/>
                </a:lnTo>
                <a:lnTo>
                  <a:pt x="28293" y="8739"/>
                </a:lnTo>
                <a:lnTo>
                  <a:pt x="28373" y="9344"/>
                </a:lnTo>
                <a:lnTo>
                  <a:pt x="28434" y="9950"/>
                </a:lnTo>
                <a:lnTo>
                  <a:pt x="28474" y="10555"/>
                </a:lnTo>
                <a:lnTo>
                  <a:pt x="28474" y="11160"/>
                </a:lnTo>
                <a:lnTo>
                  <a:pt x="28474" y="11766"/>
                </a:lnTo>
                <a:lnTo>
                  <a:pt x="28434" y="12371"/>
                </a:lnTo>
                <a:lnTo>
                  <a:pt x="28373" y="12977"/>
                </a:lnTo>
                <a:lnTo>
                  <a:pt x="28272" y="13562"/>
                </a:lnTo>
                <a:lnTo>
                  <a:pt x="28171" y="14167"/>
                </a:lnTo>
                <a:lnTo>
                  <a:pt x="28030" y="14732"/>
                </a:lnTo>
                <a:lnTo>
                  <a:pt x="27869" y="15338"/>
                </a:lnTo>
                <a:lnTo>
                  <a:pt x="27667" y="15923"/>
                </a:lnTo>
                <a:lnTo>
                  <a:pt x="27465" y="16488"/>
                </a:lnTo>
                <a:lnTo>
                  <a:pt x="27223" y="17053"/>
                </a:lnTo>
                <a:lnTo>
                  <a:pt x="26961" y="17618"/>
                </a:lnTo>
                <a:lnTo>
                  <a:pt x="26678" y="18143"/>
                </a:lnTo>
                <a:lnTo>
                  <a:pt x="26355" y="18667"/>
                </a:lnTo>
                <a:lnTo>
                  <a:pt x="26032" y="19192"/>
                </a:lnTo>
                <a:lnTo>
                  <a:pt x="25669" y="19676"/>
                </a:lnTo>
                <a:lnTo>
                  <a:pt x="25306" y="20161"/>
                </a:lnTo>
                <a:lnTo>
                  <a:pt x="24922" y="20625"/>
                </a:lnTo>
                <a:lnTo>
                  <a:pt x="24499" y="21069"/>
                </a:lnTo>
                <a:lnTo>
                  <a:pt x="24075" y="21493"/>
                </a:lnTo>
                <a:lnTo>
                  <a:pt x="23631" y="21896"/>
                </a:lnTo>
                <a:lnTo>
                  <a:pt x="23167" y="22280"/>
                </a:lnTo>
                <a:lnTo>
                  <a:pt x="22703" y="22643"/>
                </a:lnTo>
                <a:lnTo>
                  <a:pt x="22238" y="22946"/>
                </a:lnTo>
                <a:lnTo>
                  <a:pt x="21795" y="23228"/>
                </a:lnTo>
                <a:lnTo>
                  <a:pt x="21310" y="23511"/>
                </a:lnTo>
                <a:lnTo>
                  <a:pt x="20846" y="23773"/>
                </a:lnTo>
                <a:lnTo>
                  <a:pt x="19877" y="24277"/>
                </a:lnTo>
                <a:lnTo>
                  <a:pt x="18909" y="24742"/>
                </a:lnTo>
                <a:lnTo>
                  <a:pt x="17940" y="25226"/>
                </a:lnTo>
                <a:lnTo>
                  <a:pt x="16951" y="25751"/>
                </a:lnTo>
                <a:lnTo>
                  <a:pt x="16467" y="26013"/>
                </a:lnTo>
                <a:lnTo>
                  <a:pt x="15983" y="26296"/>
                </a:lnTo>
                <a:lnTo>
                  <a:pt x="15519" y="26598"/>
                </a:lnTo>
                <a:lnTo>
                  <a:pt x="15075" y="26901"/>
                </a:lnTo>
                <a:lnTo>
                  <a:pt x="14510" y="27325"/>
                </a:lnTo>
                <a:lnTo>
                  <a:pt x="13965" y="27789"/>
                </a:lnTo>
                <a:lnTo>
                  <a:pt x="13420" y="28253"/>
                </a:lnTo>
                <a:lnTo>
                  <a:pt x="12895" y="28717"/>
                </a:lnTo>
                <a:lnTo>
                  <a:pt x="12148" y="29383"/>
                </a:lnTo>
                <a:lnTo>
                  <a:pt x="11402" y="30029"/>
                </a:lnTo>
                <a:lnTo>
                  <a:pt x="10998" y="30332"/>
                </a:lnTo>
                <a:lnTo>
                  <a:pt x="10595" y="30614"/>
                </a:lnTo>
                <a:lnTo>
                  <a:pt x="10171" y="30897"/>
                </a:lnTo>
                <a:lnTo>
                  <a:pt x="9747" y="31159"/>
                </a:lnTo>
                <a:lnTo>
                  <a:pt x="9303" y="31381"/>
                </a:lnTo>
                <a:lnTo>
                  <a:pt x="8839" y="31583"/>
                </a:lnTo>
                <a:lnTo>
                  <a:pt x="8375" y="31764"/>
                </a:lnTo>
                <a:lnTo>
                  <a:pt x="7890" y="31906"/>
                </a:lnTo>
                <a:lnTo>
                  <a:pt x="7406" y="32027"/>
                </a:lnTo>
                <a:lnTo>
                  <a:pt x="6922" y="32107"/>
                </a:lnTo>
                <a:lnTo>
                  <a:pt x="6417" y="32148"/>
                </a:lnTo>
                <a:lnTo>
                  <a:pt x="5933" y="32168"/>
                </a:lnTo>
                <a:lnTo>
                  <a:pt x="5893" y="32168"/>
                </a:lnTo>
                <a:lnTo>
                  <a:pt x="5368" y="32148"/>
                </a:lnTo>
                <a:lnTo>
                  <a:pt x="4843" y="32087"/>
                </a:lnTo>
                <a:lnTo>
                  <a:pt x="4359" y="31986"/>
                </a:lnTo>
                <a:lnTo>
                  <a:pt x="3875" y="31845"/>
                </a:lnTo>
                <a:lnTo>
                  <a:pt x="3431" y="31684"/>
                </a:lnTo>
                <a:lnTo>
                  <a:pt x="2987" y="31462"/>
                </a:lnTo>
                <a:lnTo>
                  <a:pt x="2583" y="31219"/>
                </a:lnTo>
                <a:lnTo>
                  <a:pt x="2200" y="30957"/>
                </a:lnTo>
                <a:lnTo>
                  <a:pt x="1998" y="30775"/>
                </a:lnTo>
                <a:lnTo>
                  <a:pt x="1816" y="30614"/>
                </a:lnTo>
                <a:lnTo>
                  <a:pt x="1635" y="30412"/>
                </a:lnTo>
                <a:lnTo>
                  <a:pt x="1453" y="30231"/>
                </a:lnTo>
                <a:lnTo>
                  <a:pt x="1292" y="30029"/>
                </a:lnTo>
                <a:lnTo>
                  <a:pt x="1150" y="29807"/>
                </a:lnTo>
                <a:lnTo>
                  <a:pt x="1009" y="29585"/>
                </a:lnTo>
                <a:lnTo>
                  <a:pt x="868" y="29363"/>
                </a:lnTo>
                <a:lnTo>
                  <a:pt x="747" y="29121"/>
                </a:lnTo>
                <a:lnTo>
                  <a:pt x="626" y="28879"/>
                </a:lnTo>
                <a:lnTo>
                  <a:pt x="525" y="28616"/>
                </a:lnTo>
                <a:lnTo>
                  <a:pt x="424" y="28354"/>
                </a:lnTo>
                <a:lnTo>
                  <a:pt x="343" y="28092"/>
                </a:lnTo>
                <a:lnTo>
                  <a:pt x="283" y="27829"/>
                </a:lnTo>
                <a:lnTo>
                  <a:pt x="222" y="27547"/>
                </a:lnTo>
                <a:lnTo>
                  <a:pt x="162" y="27264"/>
                </a:lnTo>
                <a:lnTo>
                  <a:pt x="101" y="26719"/>
                </a:lnTo>
                <a:lnTo>
                  <a:pt x="81" y="26154"/>
                </a:lnTo>
                <a:lnTo>
                  <a:pt x="121" y="25609"/>
                </a:lnTo>
                <a:lnTo>
                  <a:pt x="182" y="25065"/>
                </a:lnTo>
                <a:lnTo>
                  <a:pt x="283" y="24520"/>
                </a:lnTo>
                <a:lnTo>
                  <a:pt x="444" y="23995"/>
                </a:lnTo>
                <a:lnTo>
                  <a:pt x="626" y="23490"/>
                </a:lnTo>
                <a:lnTo>
                  <a:pt x="868" y="23006"/>
                </a:lnTo>
                <a:lnTo>
                  <a:pt x="1029" y="22724"/>
                </a:lnTo>
                <a:lnTo>
                  <a:pt x="1191" y="22441"/>
                </a:lnTo>
                <a:lnTo>
                  <a:pt x="1372" y="22179"/>
                </a:lnTo>
                <a:lnTo>
                  <a:pt x="1574" y="21916"/>
                </a:lnTo>
                <a:lnTo>
                  <a:pt x="1776" y="21654"/>
                </a:lnTo>
                <a:lnTo>
                  <a:pt x="1998" y="21392"/>
                </a:lnTo>
                <a:lnTo>
                  <a:pt x="2240" y="21129"/>
                </a:lnTo>
                <a:lnTo>
                  <a:pt x="2482" y="20867"/>
                </a:lnTo>
                <a:lnTo>
                  <a:pt x="3027" y="20383"/>
                </a:lnTo>
                <a:lnTo>
                  <a:pt x="3612" y="19898"/>
                </a:lnTo>
                <a:lnTo>
                  <a:pt x="4258" y="19414"/>
                </a:lnTo>
                <a:lnTo>
                  <a:pt x="4964" y="18970"/>
                </a:lnTo>
                <a:lnTo>
                  <a:pt x="5691" y="18526"/>
                </a:lnTo>
                <a:lnTo>
                  <a:pt x="6438" y="18102"/>
                </a:lnTo>
                <a:lnTo>
                  <a:pt x="7951" y="17336"/>
                </a:lnTo>
                <a:lnTo>
                  <a:pt x="9021" y="16771"/>
                </a:lnTo>
                <a:lnTo>
                  <a:pt x="10110" y="16185"/>
                </a:lnTo>
                <a:lnTo>
                  <a:pt x="10433" y="15983"/>
                </a:lnTo>
                <a:lnTo>
                  <a:pt x="10716" y="15802"/>
                </a:lnTo>
                <a:lnTo>
                  <a:pt x="10978" y="15600"/>
                </a:lnTo>
                <a:lnTo>
                  <a:pt x="11220" y="15398"/>
                </a:lnTo>
                <a:lnTo>
                  <a:pt x="11442" y="15196"/>
                </a:lnTo>
                <a:lnTo>
                  <a:pt x="11644" y="14974"/>
                </a:lnTo>
                <a:lnTo>
                  <a:pt x="11805" y="14752"/>
                </a:lnTo>
                <a:lnTo>
                  <a:pt x="11967" y="14510"/>
                </a:lnTo>
                <a:lnTo>
                  <a:pt x="12088" y="14268"/>
                </a:lnTo>
                <a:lnTo>
                  <a:pt x="12189" y="13986"/>
                </a:lnTo>
                <a:lnTo>
                  <a:pt x="12290" y="13723"/>
                </a:lnTo>
                <a:lnTo>
                  <a:pt x="12350" y="13421"/>
                </a:lnTo>
                <a:lnTo>
                  <a:pt x="12411" y="13098"/>
                </a:lnTo>
                <a:lnTo>
                  <a:pt x="12451" y="12755"/>
                </a:lnTo>
                <a:lnTo>
                  <a:pt x="12471" y="12391"/>
                </a:lnTo>
                <a:lnTo>
                  <a:pt x="12471" y="12008"/>
                </a:lnTo>
                <a:lnTo>
                  <a:pt x="12492" y="11302"/>
                </a:lnTo>
                <a:lnTo>
                  <a:pt x="12512" y="10616"/>
                </a:lnTo>
                <a:lnTo>
                  <a:pt x="12532" y="9950"/>
                </a:lnTo>
                <a:lnTo>
                  <a:pt x="12592" y="9324"/>
                </a:lnTo>
                <a:lnTo>
                  <a:pt x="12653" y="8698"/>
                </a:lnTo>
                <a:lnTo>
                  <a:pt x="12714" y="8113"/>
                </a:lnTo>
                <a:lnTo>
                  <a:pt x="12814" y="7548"/>
                </a:lnTo>
                <a:lnTo>
                  <a:pt x="12915" y="7003"/>
                </a:lnTo>
                <a:lnTo>
                  <a:pt x="13036" y="6479"/>
                </a:lnTo>
                <a:lnTo>
                  <a:pt x="13157" y="5974"/>
                </a:lnTo>
                <a:lnTo>
                  <a:pt x="13299" y="5510"/>
                </a:lnTo>
                <a:lnTo>
                  <a:pt x="13460" y="5046"/>
                </a:lnTo>
                <a:lnTo>
                  <a:pt x="13642" y="4622"/>
                </a:lnTo>
                <a:lnTo>
                  <a:pt x="13823" y="4218"/>
                </a:lnTo>
                <a:lnTo>
                  <a:pt x="14025" y="3835"/>
                </a:lnTo>
                <a:lnTo>
                  <a:pt x="14247" y="3472"/>
                </a:lnTo>
                <a:lnTo>
                  <a:pt x="14429" y="3169"/>
                </a:lnTo>
                <a:lnTo>
                  <a:pt x="14631" y="2887"/>
                </a:lnTo>
                <a:lnTo>
                  <a:pt x="14853" y="2644"/>
                </a:lnTo>
                <a:lnTo>
                  <a:pt x="15054" y="2402"/>
                </a:lnTo>
                <a:lnTo>
                  <a:pt x="15276" y="2180"/>
                </a:lnTo>
                <a:lnTo>
                  <a:pt x="15498" y="1979"/>
                </a:lnTo>
                <a:lnTo>
                  <a:pt x="15700" y="1797"/>
                </a:lnTo>
                <a:lnTo>
                  <a:pt x="15942" y="1635"/>
                </a:lnTo>
                <a:lnTo>
                  <a:pt x="16386" y="1333"/>
                </a:lnTo>
                <a:lnTo>
                  <a:pt x="16830" y="1091"/>
                </a:lnTo>
                <a:lnTo>
                  <a:pt x="17274" y="869"/>
                </a:lnTo>
                <a:lnTo>
                  <a:pt x="17698" y="667"/>
                </a:lnTo>
                <a:lnTo>
                  <a:pt x="18142" y="505"/>
                </a:lnTo>
                <a:lnTo>
                  <a:pt x="18606" y="364"/>
                </a:lnTo>
                <a:lnTo>
                  <a:pt x="19070" y="243"/>
                </a:lnTo>
                <a:lnTo>
                  <a:pt x="19534" y="162"/>
                </a:lnTo>
                <a:lnTo>
                  <a:pt x="19999" y="102"/>
                </a:lnTo>
                <a:lnTo>
                  <a:pt x="20483" y="82"/>
                </a:lnTo>
                <a:close/>
                <a:moveTo>
                  <a:pt x="20483" y="1"/>
                </a:moveTo>
                <a:lnTo>
                  <a:pt x="19999" y="21"/>
                </a:lnTo>
                <a:lnTo>
                  <a:pt x="19534" y="82"/>
                </a:lnTo>
                <a:lnTo>
                  <a:pt x="19050" y="162"/>
                </a:lnTo>
                <a:lnTo>
                  <a:pt x="18586" y="283"/>
                </a:lnTo>
                <a:lnTo>
                  <a:pt x="18122" y="425"/>
                </a:lnTo>
                <a:lnTo>
                  <a:pt x="17678" y="606"/>
                </a:lnTo>
                <a:lnTo>
                  <a:pt x="17214" y="808"/>
                </a:lnTo>
                <a:lnTo>
                  <a:pt x="16750" y="1050"/>
                </a:lnTo>
                <a:lnTo>
                  <a:pt x="16285" y="1313"/>
                </a:lnTo>
                <a:lnTo>
                  <a:pt x="15841" y="1615"/>
                </a:lnTo>
                <a:lnTo>
                  <a:pt x="15619" y="1777"/>
                </a:lnTo>
                <a:lnTo>
                  <a:pt x="15397" y="1979"/>
                </a:lnTo>
                <a:lnTo>
                  <a:pt x="15175" y="2180"/>
                </a:lnTo>
                <a:lnTo>
                  <a:pt x="14974" y="2382"/>
                </a:lnTo>
                <a:lnTo>
                  <a:pt x="14752" y="2624"/>
                </a:lnTo>
                <a:lnTo>
                  <a:pt x="14550" y="2866"/>
                </a:lnTo>
                <a:lnTo>
                  <a:pt x="14368" y="3129"/>
                </a:lnTo>
                <a:lnTo>
                  <a:pt x="14166" y="3411"/>
                </a:lnTo>
                <a:lnTo>
                  <a:pt x="13944" y="3795"/>
                </a:lnTo>
                <a:lnTo>
                  <a:pt x="13743" y="4178"/>
                </a:lnTo>
                <a:lnTo>
                  <a:pt x="13561" y="4582"/>
                </a:lnTo>
                <a:lnTo>
                  <a:pt x="13400" y="5026"/>
                </a:lnTo>
                <a:lnTo>
                  <a:pt x="13238" y="5470"/>
                </a:lnTo>
                <a:lnTo>
                  <a:pt x="13077" y="5954"/>
                </a:lnTo>
                <a:lnTo>
                  <a:pt x="12956" y="6458"/>
                </a:lnTo>
                <a:lnTo>
                  <a:pt x="12835" y="6983"/>
                </a:lnTo>
                <a:lnTo>
                  <a:pt x="12734" y="7528"/>
                </a:lnTo>
                <a:lnTo>
                  <a:pt x="12653" y="8093"/>
                </a:lnTo>
                <a:lnTo>
                  <a:pt x="12572" y="8678"/>
                </a:lnTo>
                <a:lnTo>
                  <a:pt x="12512" y="9304"/>
                </a:lnTo>
                <a:lnTo>
                  <a:pt x="12451" y="9950"/>
                </a:lnTo>
                <a:lnTo>
                  <a:pt x="12431" y="10616"/>
                </a:lnTo>
                <a:lnTo>
                  <a:pt x="12411" y="11302"/>
                </a:lnTo>
                <a:lnTo>
                  <a:pt x="12391" y="12008"/>
                </a:lnTo>
                <a:lnTo>
                  <a:pt x="12391" y="12391"/>
                </a:lnTo>
                <a:lnTo>
                  <a:pt x="12370" y="12755"/>
                </a:lnTo>
                <a:lnTo>
                  <a:pt x="12330" y="13078"/>
                </a:lnTo>
                <a:lnTo>
                  <a:pt x="12270" y="13400"/>
                </a:lnTo>
                <a:lnTo>
                  <a:pt x="12209" y="13683"/>
                </a:lnTo>
                <a:lnTo>
                  <a:pt x="12128" y="13965"/>
                </a:lnTo>
                <a:lnTo>
                  <a:pt x="12007" y="14228"/>
                </a:lnTo>
                <a:lnTo>
                  <a:pt x="11886" y="14470"/>
                </a:lnTo>
                <a:lnTo>
                  <a:pt x="11745" y="14712"/>
                </a:lnTo>
                <a:lnTo>
                  <a:pt x="11563" y="14934"/>
                </a:lnTo>
                <a:lnTo>
                  <a:pt x="11382" y="15136"/>
                </a:lnTo>
                <a:lnTo>
                  <a:pt x="11160" y="15338"/>
                </a:lnTo>
                <a:lnTo>
                  <a:pt x="10938" y="15540"/>
                </a:lnTo>
                <a:lnTo>
                  <a:pt x="10675" y="15741"/>
                </a:lnTo>
                <a:lnTo>
                  <a:pt x="10373" y="15923"/>
                </a:lnTo>
                <a:lnTo>
                  <a:pt x="10070" y="16105"/>
                </a:lnTo>
                <a:lnTo>
                  <a:pt x="8980" y="16690"/>
                </a:lnTo>
                <a:lnTo>
                  <a:pt x="7911" y="17255"/>
                </a:lnTo>
                <a:lnTo>
                  <a:pt x="6397" y="18042"/>
                </a:lnTo>
                <a:lnTo>
                  <a:pt x="5651" y="18466"/>
                </a:lnTo>
                <a:lnTo>
                  <a:pt x="4924" y="18889"/>
                </a:lnTo>
                <a:lnTo>
                  <a:pt x="4218" y="19354"/>
                </a:lnTo>
                <a:lnTo>
                  <a:pt x="3552" y="19838"/>
                </a:lnTo>
                <a:lnTo>
                  <a:pt x="2967" y="20322"/>
                </a:lnTo>
                <a:lnTo>
                  <a:pt x="2422" y="20827"/>
                </a:lnTo>
                <a:lnTo>
                  <a:pt x="2180" y="21069"/>
                </a:lnTo>
                <a:lnTo>
                  <a:pt x="1937" y="21331"/>
                </a:lnTo>
                <a:lnTo>
                  <a:pt x="1715" y="21594"/>
                </a:lnTo>
                <a:lnTo>
                  <a:pt x="1514" y="21856"/>
                </a:lnTo>
                <a:lnTo>
                  <a:pt x="1312" y="22138"/>
                </a:lnTo>
                <a:lnTo>
                  <a:pt x="1130" y="22401"/>
                </a:lnTo>
                <a:lnTo>
                  <a:pt x="949" y="22683"/>
                </a:lnTo>
                <a:lnTo>
                  <a:pt x="807" y="22966"/>
                </a:lnTo>
                <a:lnTo>
                  <a:pt x="565" y="23450"/>
                </a:lnTo>
                <a:lnTo>
                  <a:pt x="363" y="23975"/>
                </a:lnTo>
                <a:lnTo>
                  <a:pt x="222" y="24499"/>
                </a:lnTo>
                <a:lnTo>
                  <a:pt x="101" y="25044"/>
                </a:lnTo>
                <a:lnTo>
                  <a:pt x="40" y="25589"/>
                </a:lnTo>
                <a:lnTo>
                  <a:pt x="0" y="26154"/>
                </a:lnTo>
                <a:lnTo>
                  <a:pt x="20" y="26719"/>
                </a:lnTo>
                <a:lnTo>
                  <a:pt x="81" y="27284"/>
                </a:lnTo>
                <a:lnTo>
                  <a:pt x="141" y="27567"/>
                </a:lnTo>
                <a:lnTo>
                  <a:pt x="202" y="27849"/>
                </a:lnTo>
                <a:lnTo>
                  <a:pt x="262" y="28112"/>
                </a:lnTo>
                <a:lnTo>
                  <a:pt x="363" y="28394"/>
                </a:lnTo>
                <a:lnTo>
                  <a:pt x="444" y="28657"/>
                </a:lnTo>
                <a:lnTo>
                  <a:pt x="545" y="28899"/>
                </a:lnTo>
                <a:lnTo>
                  <a:pt x="666" y="29161"/>
                </a:lnTo>
                <a:lnTo>
                  <a:pt x="787" y="29403"/>
                </a:lnTo>
                <a:lnTo>
                  <a:pt x="928" y="29625"/>
                </a:lnTo>
                <a:lnTo>
                  <a:pt x="1070" y="29847"/>
                </a:lnTo>
                <a:lnTo>
                  <a:pt x="1231" y="30069"/>
                </a:lnTo>
                <a:lnTo>
                  <a:pt x="1393" y="30271"/>
                </a:lnTo>
                <a:lnTo>
                  <a:pt x="1574" y="30473"/>
                </a:lnTo>
                <a:lnTo>
                  <a:pt x="1756" y="30654"/>
                </a:lnTo>
                <a:lnTo>
                  <a:pt x="1958" y="30836"/>
                </a:lnTo>
                <a:lnTo>
                  <a:pt x="2159" y="31018"/>
                </a:lnTo>
                <a:lnTo>
                  <a:pt x="2543" y="31300"/>
                </a:lnTo>
                <a:lnTo>
                  <a:pt x="2967" y="31542"/>
                </a:lnTo>
                <a:lnTo>
                  <a:pt x="3390" y="31744"/>
                </a:lnTo>
                <a:lnTo>
                  <a:pt x="3854" y="31926"/>
                </a:lnTo>
                <a:lnTo>
                  <a:pt x="4339" y="32067"/>
                </a:lnTo>
                <a:lnTo>
                  <a:pt x="4843" y="32168"/>
                </a:lnTo>
                <a:lnTo>
                  <a:pt x="5348" y="32228"/>
                </a:lnTo>
                <a:lnTo>
                  <a:pt x="5893" y="32249"/>
                </a:lnTo>
                <a:lnTo>
                  <a:pt x="5933" y="32249"/>
                </a:lnTo>
                <a:lnTo>
                  <a:pt x="6438" y="32228"/>
                </a:lnTo>
                <a:lnTo>
                  <a:pt x="6922" y="32188"/>
                </a:lnTo>
                <a:lnTo>
                  <a:pt x="7426" y="32107"/>
                </a:lnTo>
                <a:lnTo>
                  <a:pt x="7911" y="31986"/>
                </a:lnTo>
                <a:lnTo>
                  <a:pt x="8395" y="31845"/>
                </a:lnTo>
                <a:lnTo>
                  <a:pt x="8879" y="31663"/>
                </a:lnTo>
                <a:lnTo>
                  <a:pt x="9343" y="31462"/>
                </a:lnTo>
                <a:lnTo>
                  <a:pt x="9787" y="31219"/>
                </a:lnTo>
                <a:lnTo>
                  <a:pt x="10211" y="30977"/>
                </a:lnTo>
                <a:lnTo>
                  <a:pt x="10635" y="30695"/>
                </a:lnTo>
                <a:lnTo>
                  <a:pt x="11039" y="30392"/>
                </a:lnTo>
                <a:lnTo>
                  <a:pt x="11442" y="30089"/>
                </a:lnTo>
                <a:lnTo>
                  <a:pt x="12209" y="29444"/>
                </a:lnTo>
                <a:lnTo>
                  <a:pt x="12956" y="28778"/>
                </a:lnTo>
                <a:lnTo>
                  <a:pt x="13480" y="28314"/>
                </a:lnTo>
                <a:lnTo>
                  <a:pt x="14005" y="27849"/>
                </a:lnTo>
                <a:lnTo>
                  <a:pt x="14550" y="27405"/>
                </a:lnTo>
                <a:lnTo>
                  <a:pt x="15115" y="26961"/>
                </a:lnTo>
                <a:lnTo>
                  <a:pt x="15559" y="26659"/>
                </a:lnTo>
                <a:lnTo>
                  <a:pt x="16023" y="26356"/>
                </a:lnTo>
                <a:lnTo>
                  <a:pt x="16507" y="26074"/>
                </a:lnTo>
                <a:lnTo>
                  <a:pt x="16992" y="25811"/>
                </a:lnTo>
                <a:lnTo>
                  <a:pt x="17960" y="25307"/>
                </a:lnTo>
                <a:lnTo>
                  <a:pt x="18949" y="24822"/>
                </a:lnTo>
                <a:lnTo>
                  <a:pt x="19918" y="24338"/>
                </a:lnTo>
                <a:lnTo>
                  <a:pt x="20886" y="23834"/>
                </a:lnTo>
                <a:lnTo>
                  <a:pt x="21351" y="23571"/>
                </a:lnTo>
                <a:lnTo>
                  <a:pt x="21835" y="23309"/>
                </a:lnTo>
                <a:lnTo>
                  <a:pt x="22299" y="23006"/>
                </a:lnTo>
                <a:lnTo>
                  <a:pt x="22743" y="22703"/>
                </a:lnTo>
                <a:lnTo>
                  <a:pt x="23227" y="22340"/>
                </a:lnTo>
                <a:lnTo>
                  <a:pt x="23691" y="21957"/>
                </a:lnTo>
                <a:lnTo>
                  <a:pt x="24135" y="21553"/>
                </a:lnTo>
                <a:lnTo>
                  <a:pt x="24559" y="21129"/>
                </a:lnTo>
                <a:lnTo>
                  <a:pt x="24983" y="20685"/>
                </a:lnTo>
                <a:lnTo>
                  <a:pt x="25366" y="20221"/>
                </a:lnTo>
                <a:lnTo>
                  <a:pt x="25750" y="19737"/>
                </a:lnTo>
                <a:lnTo>
                  <a:pt x="26093" y="19232"/>
                </a:lnTo>
                <a:lnTo>
                  <a:pt x="26436" y="18728"/>
                </a:lnTo>
                <a:lnTo>
                  <a:pt x="26739" y="18183"/>
                </a:lnTo>
                <a:lnTo>
                  <a:pt x="27021" y="17638"/>
                </a:lnTo>
                <a:lnTo>
                  <a:pt x="27304" y="17093"/>
                </a:lnTo>
                <a:lnTo>
                  <a:pt x="27546" y="16528"/>
                </a:lnTo>
                <a:lnTo>
                  <a:pt x="27748" y="15943"/>
                </a:lnTo>
                <a:lnTo>
                  <a:pt x="27949" y="15358"/>
                </a:lnTo>
                <a:lnTo>
                  <a:pt x="28111" y="14752"/>
                </a:lnTo>
                <a:lnTo>
                  <a:pt x="28252" y="14167"/>
                </a:lnTo>
                <a:lnTo>
                  <a:pt x="28353" y="13582"/>
                </a:lnTo>
                <a:lnTo>
                  <a:pt x="28454" y="12977"/>
                </a:lnTo>
                <a:lnTo>
                  <a:pt x="28514" y="12391"/>
                </a:lnTo>
                <a:lnTo>
                  <a:pt x="28555" y="11786"/>
                </a:lnTo>
                <a:lnTo>
                  <a:pt x="28555" y="11181"/>
                </a:lnTo>
                <a:lnTo>
                  <a:pt x="28555" y="10555"/>
                </a:lnTo>
                <a:lnTo>
                  <a:pt x="28514" y="9950"/>
                </a:lnTo>
                <a:lnTo>
                  <a:pt x="28454" y="9344"/>
                </a:lnTo>
                <a:lnTo>
                  <a:pt x="28373" y="8739"/>
                </a:lnTo>
                <a:lnTo>
                  <a:pt x="28272" y="8133"/>
                </a:lnTo>
                <a:lnTo>
                  <a:pt x="28151" y="7528"/>
                </a:lnTo>
                <a:lnTo>
                  <a:pt x="27990" y="6923"/>
                </a:lnTo>
                <a:lnTo>
                  <a:pt x="27828" y="6337"/>
                </a:lnTo>
                <a:lnTo>
                  <a:pt x="27627" y="5752"/>
                </a:lnTo>
                <a:lnTo>
                  <a:pt x="27405" y="5167"/>
                </a:lnTo>
                <a:lnTo>
                  <a:pt x="27142" y="4541"/>
                </a:lnTo>
                <a:lnTo>
                  <a:pt x="26860" y="3976"/>
                </a:lnTo>
                <a:lnTo>
                  <a:pt x="26557" y="3452"/>
                </a:lnTo>
                <a:lnTo>
                  <a:pt x="26234" y="2947"/>
                </a:lnTo>
                <a:lnTo>
                  <a:pt x="25911" y="2503"/>
                </a:lnTo>
                <a:lnTo>
                  <a:pt x="25548" y="2100"/>
                </a:lnTo>
                <a:lnTo>
                  <a:pt x="25185" y="1716"/>
                </a:lnTo>
                <a:lnTo>
                  <a:pt x="24801" y="1393"/>
                </a:lnTo>
                <a:lnTo>
                  <a:pt x="24438" y="1111"/>
                </a:lnTo>
                <a:lnTo>
                  <a:pt x="24055" y="889"/>
                </a:lnTo>
                <a:lnTo>
                  <a:pt x="23651" y="667"/>
                </a:lnTo>
                <a:lnTo>
                  <a:pt x="23227" y="485"/>
                </a:lnTo>
                <a:lnTo>
                  <a:pt x="22783" y="344"/>
                </a:lnTo>
                <a:lnTo>
                  <a:pt x="22339" y="223"/>
                </a:lnTo>
                <a:lnTo>
                  <a:pt x="21895" y="122"/>
                </a:lnTo>
                <a:lnTo>
                  <a:pt x="21411" y="61"/>
                </a:lnTo>
                <a:lnTo>
                  <a:pt x="20947" y="21"/>
                </a:lnTo>
                <a:lnTo>
                  <a:pt x="20483" y="1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17" name="Google Shape;1917;p22"/>
          <p:cNvSpPr/>
          <p:nvPr/>
        </p:nvSpPr>
        <p:spPr>
          <a:xfrm flipH="1" rot="-3594086">
            <a:off x="7882295" y="-270166"/>
            <a:ext cx="935349" cy="741291"/>
          </a:xfrm>
          <a:custGeom>
            <a:rect b="b" l="l" r="r" t="t"/>
            <a:pathLst>
              <a:path extrusionOk="0" h="13259" w="16730">
                <a:moveTo>
                  <a:pt x="14550" y="81"/>
                </a:moveTo>
                <a:lnTo>
                  <a:pt x="14772" y="122"/>
                </a:lnTo>
                <a:lnTo>
                  <a:pt x="15014" y="202"/>
                </a:lnTo>
                <a:lnTo>
                  <a:pt x="15216" y="324"/>
                </a:lnTo>
                <a:lnTo>
                  <a:pt x="15438" y="465"/>
                </a:lnTo>
                <a:lnTo>
                  <a:pt x="15640" y="667"/>
                </a:lnTo>
                <a:lnTo>
                  <a:pt x="15821" y="889"/>
                </a:lnTo>
                <a:lnTo>
                  <a:pt x="15983" y="1131"/>
                </a:lnTo>
                <a:lnTo>
                  <a:pt x="16144" y="1413"/>
                </a:lnTo>
                <a:lnTo>
                  <a:pt x="16245" y="1655"/>
                </a:lnTo>
                <a:lnTo>
                  <a:pt x="16346" y="1898"/>
                </a:lnTo>
                <a:lnTo>
                  <a:pt x="16427" y="2140"/>
                </a:lnTo>
                <a:lnTo>
                  <a:pt x="16487" y="2422"/>
                </a:lnTo>
                <a:lnTo>
                  <a:pt x="16548" y="2685"/>
                </a:lnTo>
                <a:lnTo>
                  <a:pt x="16588" y="2967"/>
                </a:lnTo>
                <a:lnTo>
                  <a:pt x="16628" y="3250"/>
                </a:lnTo>
                <a:lnTo>
                  <a:pt x="16649" y="3552"/>
                </a:lnTo>
                <a:lnTo>
                  <a:pt x="16649" y="3855"/>
                </a:lnTo>
                <a:lnTo>
                  <a:pt x="16649" y="4178"/>
                </a:lnTo>
                <a:lnTo>
                  <a:pt x="16588" y="4844"/>
                </a:lnTo>
                <a:lnTo>
                  <a:pt x="16487" y="5550"/>
                </a:lnTo>
                <a:lnTo>
                  <a:pt x="16326" y="6317"/>
                </a:lnTo>
                <a:lnTo>
                  <a:pt x="16144" y="7044"/>
                </a:lnTo>
                <a:lnTo>
                  <a:pt x="15942" y="7709"/>
                </a:lnTo>
                <a:lnTo>
                  <a:pt x="15720" y="8315"/>
                </a:lnTo>
                <a:lnTo>
                  <a:pt x="15458" y="8860"/>
                </a:lnTo>
                <a:lnTo>
                  <a:pt x="15317" y="9122"/>
                </a:lnTo>
                <a:lnTo>
                  <a:pt x="15176" y="9364"/>
                </a:lnTo>
                <a:lnTo>
                  <a:pt x="15014" y="9586"/>
                </a:lnTo>
                <a:lnTo>
                  <a:pt x="14873" y="9808"/>
                </a:lnTo>
                <a:lnTo>
                  <a:pt x="14691" y="10010"/>
                </a:lnTo>
                <a:lnTo>
                  <a:pt x="14530" y="10212"/>
                </a:lnTo>
                <a:lnTo>
                  <a:pt x="14348" y="10393"/>
                </a:lnTo>
                <a:lnTo>
                  <a:pt x="14146" y="10555"/>
                </a:lnTo>
                <a:lnTo>
                  <a:pt x="13803" y="10837"/>
                </a:lnTo>
                <a:lnTo>
                  <a:pt x="13440" y="11080"/>
                </a:lnTo>
                <a:lnTo>
                  <a:pt x="13036" y="11302"/>
                </a:lnTo>
                <a:lnTo>
                  <a:pt x="12633" y="11483"/>
                </a:lnTo>
                <a:lnTo>
                  <a:pt x="12229" y="11665"/>
                </a:lnTo>
                <a:lnTo>
                  <a:pt x="11805" y="11806"/>
                </a:lnTo>
                <a:lnTo>
                  <a:pt x="11402" y="11947"/>
                </a:lnTo>
                <a:lnTo>
                  <a:pt x="10978" y="12068"/>
                </a:lnTo>
                <a:lnTo>
                  <a:pt x="10373" y="12230"/>
                </a:lnTo>
                <a:lnTo>
                  <a:pt x="9787" y="12371"/>
                </a:lnTo>
                <a:lnTo>
                  <a:pt x="9202" y="12512"/>
                </a:lnTo>
                <a:lnTo>
                  <a:pt x="8597" y="12633"/>
                </a:lnTo>
                <a:lnTo>
                  <a:pt x="7991" y="12734"/>
                </a:lnTo>
                <a:lnTo>
                  <a:pt x="7386" y="12835"/>
                </a:lnTo>
                <a:lnTo>
                  <a:pt x="6801" y="12936"/>
                </a:lnTo>
                <a:lnTo>
                  <a:pt x="6195" y="12997"/>
                </a:lnTo>
                <a:lnTo>
                  <a:pt x="5590" y="13057"/>
                </a:lnTo>
                <a:lnTo>
                  <a:pt x="4964" y="13118"/>
                </a:lnTo>
                <a:lnTo>
                  <a:pt x="4359" y="13158"/>
                </a:lnTo>
                <a:lnTo>
                  <a:pt x="3754" y="13178"/>
                </a:lnTo>
                <a:lnTo>
                  <a:pt x="1917" y="13178"/>
                </a:lnTo>
                <a:lnTo>
                  <a:pt x="1312" y="13138"/>
                </a:lnTo>
                <a:lnTo>
                  <a:pt x="1070" y="13118"/>
                </a:lnTo>
                <a:lnTo>
                  <a:pt x="848" y="13077"/>
                </a:lnTo>
                <a:lnTo>
                  <a:pt x="646" y="13017"/>
                </a:lnTo>
                <a:lnTo>
                  <a:pt x="484" y="12956"/>
                </a:lnTo>
                <a:lnTo>
                  <a:pt x="343" y="12855"/>
                </a:lnTo>
                <a:lnTo>
                  <a:pt x="242" y="12754"/>
                </a:lnTo>
                <a:lnTo>
                  <a:pt x="162" y="12613"/>
                </a:lnTo>
                <a:lnTo>
                  <a:pt x="101" y="12472"/>
                </a:lnTo>
                <a:lnTo>
                  <a:pt x="81" y="12351"/>
                </a:lnTo>
                <a:lnTo>
                  <a:pt x="81" y="12210"/>
                </a:lnTo>
                <a:lnTo>
                  <a:pt x="101" y="12068"/>
                </a:lnTo>
                <a:lnTo>
                  <a:pt x="121" y="11907"/>
                </a:lnTo>
                <a:lnTo>
                  <a:pt x="182" y="11745"/>
                </a:lnTo>
                <a:lnTo>
                  <a:pt x="242" y="11584"/>
                </a:lnTo>
                <a:lnTo>
                  <a:pt x="384" y="11241"/>
                </a:lnTo>
                <a:lnTo>
                  <a:pt x="606" y="10878"/>
                </a:lnTo>
                <a:lnTo>
                  <a:pt x="848" y="10515"/>
                </a:lnTo>
                <a:lnTo>
                  <a:pt x="1110" y="10131"/>
                </a:lnTo>
                <a:lnTo>
                  <a:pt x="1413" y="9768"/>
                </a:lnTo>
                <a:lnTo>
                  <a:pt x="1715" y="9405"/>
                </a:lnTo>
                <a:lnTo>
                  <a:pt x="2038" y="9062"/>
                </a:lnTo>
                <a:lnTo>
                  <a:pt x="2341" y="8739"/>
                </a:lnTo>
                <a:lnTo>
                  <a:pt x="2644" y="8456"/>
                </a:lnTo>
                <a:lnTo>
                  <a:pt x="2926" y="8194"/>
                </a:lnTo>
                <a:lnTo>
                  <a:pt x="3189" y="7972"/>
                </a:lnTo>
                <a:lnTo>
                  <a:pt x="3411" y="7790"/>
                </a:lnTo>
                <a:lnTo>
                  <a:pt x="3592" y="7669"/>
                </a:lnTo>
                <a:lnTo>
                  <a:pt x="4198" y="7306"/>
                </a:lnTo>
                <a:lnTo>
                  <a:pt x="4823" y="6983"/>
                </a:lnTo>
                <a:lnTo>
                  <a:pt x="6095" y="6357"/>
                </a:lnTo>
                <a:lnTo>
                  <a:pt x="6720" y="6055"/>
                </a:lnTo>
                <a:lnTo>
                  <a:pt x="7346" y="5752"/>
                </a:lnTo>
                <a:lnTo>
                  <a:pt x="7971" y="5409"/>
                </a:lnTo>
                <a:lnTo>
                  <a:pt x="8597" y="5066"/>
                </a:lnTo>
                <a:lnTo>
                  <a:pt x="9101" y="4723"/>
                </a:lnTo>
                <a:lnTo>
                  <a:pt x="9606" y="4360"/>
                </a:lnTo>
                <a:lnTo>
                  <a:pt x="10110" y="3976"/>
                </a:lnTo>
                <a:lnTo>
                  <a:pt x="10574" y="3573"/>
                </a:lnTo>
                <a:lnTo>
                  <a:pt x="11018" y="3149"/>
                </a:lnTo>
                <a:lnTo>
                  <a:pt x="11442" y="2705"/>
                </a:lnTo>
                <a:lnTo>
                  <a:pt x="11866" y="2241"/>
                </a:lnTo>
                <a:lnTo>
                  <a:pt x="12249" y="1756"/>
                </a:lnTo>
                <a:lnTo>
                  <a:pt x="12290" y="1716"/>
                </a:lnTo>
                <a:lnTo>
                  <a:pt x="12754" y="1131"/>
                </a:lnTo>
                <a:lnTo>
                  <a:pt x="12996" y="868"/>
                </a:lnTo>
                <a:lnTo>
                  <a:pt x="13238" y="606"/>
                </a:lnTo>
                <a:lnTo>
                  <a:pt x="13521" y="404"/>
                </a:lnTo>
                <a:lnTo>
                  <a:pt x="13662" y="303"/>
                </a:lnTo>
                <a:lnTo>
                  <a:pt x="13803" y="223"/>
                </a:lnTo>
                <a:lnTo>
                  <a:pt x="13965" y="162"/>
                </a:lnTo>
                <a:lnTo>
                  <a:pt x="14126" y="122"/>
                </a:lnTo>
                <a:lnTo>
                  <a:pt x="14288" y="102"/>
                </a:lnTo>
                <a:lnTo>
                  <a:pt x="14449" y="81"/>
                </a:lnTo>
                <a:close/>
                <a:moveTo>
                  <a:pt x="14368" y="1"/>
                </a:moveTo>
                <a:lnTo>
                  <a:pt x="14187" y="21"/>
                </a:lnTo>
                <a:lnTo>
                  <a:pt x="14025" y="61"/>
                </a:lnTo>
                <a:lnTo>
                  <a:pt x="13864" y="122"/>
                </a:lnTo>
                <a:lnTo>
                  <a:pt x="13702" y="202"/>
                </a:lnTo>
                <a:lnTo>
                  <a:pt x="13541" y="283"/>
                </a:lnTo>
                <a:lnTo>
                  <a:pt x="13400" y="384"/>
                </a:lnTo>
                <a:lnTo>
                  <a:pt x="13238" y="505"/>
                </a:lnTo>
                <a:lnTo>
                  <a:pt x="12976" y="768"/>
                </a:lnTo>
                <a:lnTo>
                  <a:pt x="12714" y="1050"/>
                </a:lnTo>
                <a:lnTo>
                  <a:pt x="12451" y="1353"/>
                </a:lnTo>
                <a:lnTo>
                  <a:pt x="12229" y="1655"/>
                </a:lnTo>
                <a:lnTo>
                  <a:pt x="12189" y="1716"/>
                </a:lnTo>
                <a:lnTo>
                  <a:pt x="11805" y="2200"/>
                </a:lnTo>
                <a:lnTo>
                  <a:pt x="11382" y="2664"/>
                </a:lnTo>
                <a:lnTo>
                  <a:pt x="10958" y="3088"/>
                </a:lnTo>
                <a:lnTo>
                  <a:pt x="10514" y="3512"/>
                </a:lnTo>
                <a:lnTo>
                  <a:pt x="10050" y="3916"/>
                </a:lnTo>
                <a:lnTo>
                  <a:pt x="9565" y="4299"/>
                </a:lnTo>
                <a:lnTo>
                  <a:pt x="9061" y="4662"/>
                </a:lnTo>
                <a:lnTo>
                  <a:pt x="8556" y="4985"/>
                </a:lnTo>
                <a:lnTo>
                  <a:pt x="7931" y="5348"/>
                </a:lnTo>
                <a:lnTo>
                  <a:pt x="7305" y="5671"/>
                </a:lnTo>
                <a:lnTo>
                  <a:pt x="6680" y="5994"/>
                </a:lnTo>
                <a:lnTo>
                  <a:pt x="6054" y="6297"/>
                </a:lnTo>
                <a:lnTo>
                  <a:pt x="4783" y="6902"/>
                </a:lnTo>
                <a:lnTo>
                  <a:pt x="4157" y="7245"/>
                </a:lnTo>
                <a:lnTo>
                  <a:pt x="3552" y="7588"/>
                </a:lnTo>
                <a:lnTo>
                  <a:pt x="3370" y="7709"/>
                </a:lnTo>
                <a:lnTo>
                  <a:pt x="3168" y="7891"/>
                </a:lnTo>
                <a:lnTo>
                  <a:pt x="2624" y="8375"/>
                </a:lnTo>
                <a:lnTo>
                  <a:pt x="2321" y="8658"/>
                </a:lnTo>
                <a:lnTo>
                  <a:pt x="1998" y="8981"/>
                </a:lnTo>
                <a:lnTo>
                  <a:pt x="1675" y="9344"/>
                </a:lnTo>
                <a:lnTo>
                  <a:pt x="1352" y="9707"/>
                </a:lnTo>
                <a:lnTo>
                  <a:pt x="1050" y="10071"/>
                </a:lnTo>
                <a:lnTo>
                  <a:pt x="787" y="10454"/>
                </a:lnTo>
                <a:lnTo>
                  <a:pt x="525" y="10837"/>
                </a:lnTo>
                <a:lnTo>
                  <a:pt x="323" y="11201"/>
                </a:lnTo>
                <a:lnTo>
                  <a:pt x="162" y="11564"/>
                </a:lnTo>
                <a:lnTo>
                  <a:pt x="101" y="11725"/>
                </a:lnTo>
                <a:lnTo>
                  <a:pt x="41" y="11907"/>
                </a:lnTo>
                <a:lnTo>
                  <a:pt x="20" y="12068"/>
                </a:lnTo>
                <a:lnTo>
                  <a:pt x="0" y="12210"/>
                </a:lnTo>
                <a:lnTo>
                  <a:pt x="0" y="12371"/>
                </a:lnTo>
                <a:lnTo>
                  <a:pt x="41" y="12492"/>
                </a:lnTo>
                <a:lnTo>
                  <a:pt x="81" y="12654"/>
                </a:lnTo>
                <a:lnTo>
                  <a:pt x="182" y="12795"/>
                </a:lnTo>
                <a:lnTo>
                  <a:pt x="283" y="12916"/>
                </a:lnTo>
                <a:lnTo>
                  <a:pt x="444" y="13017"/>
                </a:lnTo>
                <a:lnTo>
                  <a:pt x="606" y="13098"/>
                </a:lnTo>
                <a:lnTo>
                  <a:pt x="807" y="13158"/>
                </a:lnTo>
                <a:lnTo>
                  <a:pt x="1050" y="13198"/>
                </a:lnTo>
                <a:lnTo>
                  <a:pt x="1312" y="13219"/>
                </a:lnTo>
                <a:lnTo>
                  <a:pt x="2099" y="13259"/>
                </a:lnTo>
                <a:lnTo>
                  <a:pt x="2886" y="13259"/>
                </a:lnTo>
                <a:lnTo>
                  <a:pt x="3915" y="13239"/>
                </a:lnTo>
                <a:lnTo>
                  <a:pt x="4944" y="13198"/>
                </a:lnTo>
                <a:lnTo>
                  <a:pt x="5973" y="13098"/>
                </a:lnTo>
                <a:lnTo>
                  <a:pt x="6982" y="12976"/>
                </a:lnTo>
                <a:lnTo>
                  <a:pt x="7991" y="12835"/>
                </a:lnTo>
                <a:lnTo>
                  <a:pt x="9000" y="12633"/>
                </a:lnTo>
                <a:lnTo>
                  <a:pt x="10009" y="12411"/>
                </a:lnTo>
                <a:lnTo>
                  <a:pt x="10998" y="12149"/>
                </a:lnTo>
                <a:lnTo>
                  <a:pt x="11422" y="12028"/>
                </a:lnTo>
                <a:lnTo>
                  <a:pt x="11846" y="11887"/>
                </a:lnTo>
                <a:lnTo>
                  <a:pt x="12270" y="11725"/>
                </a:lnTo>
                <a:lnTo>
                  <a:pt x="12673" y="11564"/>
                </a:lnTo>
                <a:lnTo>
                  <a:pt x="13077" y="11362"/>
                </a:lnTo>
                <a:lnTo>
                  <a:pt x="13480" y="11160"/>
                </a:lnTo>
                <a:lnTo>
                  <a:pt x="13844" y="10898"/>
                </a:lnTo>
                <a:lnTo>
                  <a:pt x="14207" y="10615"/>
                </a:lnTo>
                <a:lnTo>
                  <a:pt x="14409" y="10454"/>
                </a:lnTo>
                <a:lnTo>
                  <a:pt x="14590" y="10272"/>
                </a:lnTo>
                <a:lnTo>
                  <a:pt x="14752" y="10071"/>
                </a:lnTo>
                <a:lnTo>
                  <a:pt x="14933" y="9869"/>
                </a:lnTo>
                <a:lnTo>
                  <a:pt x="15095" y="9647"/>
                </a:lnTo>
                <a:lnTo>
                  <a:pt x="15236" y="9405"/>
                </a:lnTo>
                <a:lnTo>
                  <a:pt x="15398" y="9162"/>
                </a:lnTo>
                <a:lnTo>
                  <a:pt x="15519" y="8900"/>
                </a:lnTo>
                <a:lnTo>
                  <a:pt x="15781" y="8355"/>
                </a:lnTo>
                <a:lnTo>
                  <a:pt x="16023" y="7730"/>
                </a:lnTo>
                <a:lnTo>
                  <a:pt x="16225" y="7064"/>
                </a:lnTo>
                <a:lnTo>
                  <a:pt x="16407" y="6337"/>
                </a:lnTo>
                <a:lnTo>
                  <a:pt x="16568" y="5570"/>
                </a:lnTo>
                <a:lnTo>
                  <a:pt x="16669" y="4844"/>
                </a:lnTo>
                <a:lnTo>
                  <a:pt x="16729" y="4178"/>
                </a:lnTo>
                <a:lnTo>
                  <a:pt x="16729" y="3855"/>
                </a:lnTo>
                <a:lnTo>
                  <a:pt x="16729" y="3532"/>
                </a:lnTo>
                <a:lnTo>
                  <a:pt x="16709" y="3250"/>
                </a:lnTo>
                <a:lnTo>
                  <a:pt x="16669" y="2947"/>
                </a:lnTo>
                <a:lnTo>
                  <a:pt x="16628" y="2664"/>
                </a:lnTo>
                <a:lnTo>
                  <a:pt x="16568" y="2382"/>
                </a:lnTo>
                <a:lnTo>
                  <a:pt x="16507" y="2120"/>
                </a:lnTo>
                <a:lnTo>
                  <a:pt x="16427" y="1857"/>
                </a:lnTo>
                <a:lnTo>
                  <a:pt x="16326" y="1615"/>
                </a:lnTo>
                <a:lnTo>
                  <a:pt x="16205" y="1373"/>
                </a:lnTo>
                <a:lnTo>
                  <a:pt x="16063" y="1090"/>
                </a:lnTo>
                <a:lnTo>
                  <a:pt x="15882" y="828"/>
                </a:lnTo>
                <a:lnTo>
                  <a:pt x="15680" y="606"/>
                </a:lnTo>
                <a:lnTo>
                  <a:pt x="15478" y="404"/>
                </a:lnTo>
                <a:lnTo>
                  <a:pt x="15256" y="243"/>
                </a:lnTo>
                <a:lnTo>
                  <a:pt x="15034" y="122"/>
                </a:lnTo>
                <a:lnTo>
                  <a:pt x="14792" y="41"/>
                </a:lnTo>
                <a:lnTo>
                  <a:pt x="14550" y="1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18" name="Google Shape;1918;p22"/>
          <p:cNvSpPr/>
          <p:nvPr/>
        </p:nvSpPr>
        <p:spPr>
          <a:xfrm flipH="1" rot="-3594086">
            <a:off x="403835" y="4279614"/>
            <a:ext cx="1395643" cy="1650698"/>
          </a:xfrm>
          <a:custGeom>
            <a:rect b="b" l="l" r="r" t="t"/>
            <a:pathLst>
              <a:path extrusionOk="0" h="29525" w="24963">
                <a:moveTo>
                  <a:pt x="18727" y="81"/>
                </a:moveTo>
                <a:lnTo>
                  <a:pt x="19211" y="102"/>
                </a:lnTo>
                <a:lnTo>
                  <a:pt x="19514" y="142"/>
                </a:lnTo>
                <a:lnTo>
                  <a:pt x="19837" y="223"/>
                </a:lnTo>
                <a:lnTo>
                  <a:pt x="20140" y="303"/>
                </a:lnTo>
                <a:lnTo>
                  <a:pt x="20442" y="404"/>
                </a:lnTo>
                <a:lnTo>
                  <a:pt x="20745" y="525"/>
                </a:lnTo>
                <a:lnTo>
                  <a:pt x="21048" y="667"/>
                </a:lnTo>
                <a:lnTo>
                  <a:pt x="21330" y="828"/>
                </a:lnTo>
                <a:lnTo>
                  <a:pt x="21613" y="1010"/>
                </a:lnTo>
                <a:lnTo>
                  <a:pt x="21895" y="1212"/>
                </a:lnTo>
                <a:lnTo>
                  <a:pt x="22158" y="1413"/>
                </a:lnTo>
                <a:lnTo>
                  <a:pt x="22420" y="1655"/>
                </a:lnTo>
                <a:lnTo>
                  <a:pt x="22662" y="1898"/>
                </a:lnTo>
                <a:lnTo>
                  <a:pt x="22904" y="2160"/>
                </a:lnTo>
                <a:lnTo>
                  <a:pt x="23126" y="2443"/>
                </a:lnTo>
                <a:lnTo>
                  <a:pt x="23328" y="2725"/>
                </a:lnTo>
                <a:lnTo>
                  <a:pt x="23530" y="3028"/>
                </a:lnTo>
                <a:lnTo>
                  <a:pt x="23691" y="3290"/>
                </a:lnTo>
                <a:lnTo>
                  <a:pt x="23833" y="3573"/>
                </a:lnTo>
                <a:lnTo>
                  <a:pt x="24095" y="4138"/>
                </a:lnTo>
                <a:lnTo>
                  <a:pt x="24317" y="4723"/>
                </a:lnTo>
                <a:lnTo>
                  <a:pt x="24499" y="5369"/>
                </a:lnTo>
                <a:lnTo>
                  <a:pt x="24660" y="6035"/>
                </a:lnTo>
                <a:lnTo>
                  <a:pt x="24761" y="6721"/>
                </a:lnTo>
                <a:lnTo>
                  <a:pt x="24842" y="7467"/>
                </a:lnTo>
                <a:lnTo>
                  <a:pt x="24882" y="8214"/>
                </a:lnTo>
                <a:lnTo>
                  <a:pt x="24882" y="8880"/>
                </a:lnTo>
                <a:lnTo>
                  <a:pt x="24862" y="9546"/>
                </a:lnTo>
                <a:lnTo>
                  <a:pt x="24822" y="10232"/>
                </a:lnTo>
                <a:lnTo>
                  <a:pt x="24761" y="10938"/>
                </a:lnTo>
                <a:lnTo>
                  <a:pt x="24660" y="11665"/>
                </a:lnTo>
                <a:lnTo>
                  <a:pt x="24539" y="12411"/>
                </a:lnTo>
                <a:lnTo>
                  <a:pt x="24398" y="13178"/>
                </a:lnTo>
                <a:lnTo>
                  <a:pt x="24216" y="13986"/>
                </a:lnTo>
                <a:lnTo>
                  <a:pt x="23994" y="14853"/>
                </a:lnTo>
                <a:lnTo>
                  <a:pt x="23873" y="15297"/>
                </a:lnTo>
                <a:lnTo>
                  <a:pt x="23732" y="15721"/>
                </a:lnTo>
                <a:lnTo>
                  <a:pt x="23570" y="16145"/>
                </a:lnTo>
                <a:lnTo>
                  <a:pt x="23369" y="16569"/>
                </a:lnTo>
                <a:lnTo>
                  <a:pt x="23167" y="16972"/>
                </a:lnTo>
                <a:lnTo>
                  <a:pt x="22925" y="17356"/>
                </a:lnTo>
                <a:lnTo>
                  <a:pt x="22682" y="17658"/>
                </a:lnTo>
                <a:lnTo>
                  <a:pt x="22440" y="17961"/>
                </a:lnTo>
                <a:lnTo>
                  <a:pt x="22158" y="18244"/>
                </a:lnTo>
                <a:lnTo>
                  <a:pt x="21875" y="18506"/>
                </a:lnTo>
                <a:lnTo>
                  <a:pt x="21573" y="18748"/>
                </a:lnTo>
                <a:lnTo>
                  <a:pt x="21270" y="18990"/>
                </a:lnTo>
                <a:lnTo>
                  <a:pt x="20947" y="19212"/>
                </a:lnTo>
                <a:lnTo>
                  <a:pt x="20604" y="19414"/>
                </a:lnTo>
                <a:lnTo>
                  <a:pt x="20261" y="19616"/>
                </a:lnTo>
                <a:lnTo>
                  <a:pt x="19918" y="19818"/>
                </a:lnTo>
                <a:lnTo>
                  <a:pt x="19211" y="20181"/>
                </a:lnTo>
                <a:lnTo>
                  <a:pt x="18465" y="20524"/>
                </a:lnTo>
                <a:lnTo>
                  <a:pt x="17738" y="20847"/>
                </a:lnTo>
                <a:lnTo>
                  <a:pt x="17133" y="21109"/>
                </a:lnTo>
                <a:lnTo>
                  <a:pt x="16245" y="21513"/>
                </a:lnTo>
                <a:lnTo>
                  <a:pt x="15418" y="21916"/>
                </a:lnTo>
                <a:lnTo>
                  <a:pt x="14651" y="22340"/>
                </a:lnTo>
                <a:lnTo>
                  <a:pt x="13924" y="22744"/>
                </a:lnTo>
                <a:lnTo>
                  <a:pt x="13258" y="23167"/>
                </a:lnTo>
                <a:lnTo>
                  <a:pt x="12633" y="23611"/>
                </a:lnTo>
                <a:lnTo>
                  <a:pt x="12048" y="24055"/>
                </a:lnTo>
                <a:lnTo>
                  <a:pt x="11503" y="24520"/>
                </a:lnTo>
                <a:lnTo>
                  <a:pt x="11099" y="24883"/>
                </a:lnTo>
                <a:lnTo>
                  <a:pt x="10695" y="25246"/>
                </a:lnTo>
                <a:lnTo>
                  <a:pt x="9949" y="26013"/>
                </a:lnTo>
                <a:lnTo>
                  <a:pt x="9323" y="26638"/>
                </a:lnTo>
                <a:lnTo>
                  <a:pt x="8698" y="27244"/>
                </a:lnTo>
                <a:lnTo>
                  <a:pt x="8355" y="27526"/>
                </a:lnTo>
                <a:lnTo>
                  <a:pt x="8032" y="27809"/>
                </a:lnTo>
                <a:lnTo>
                  <a:pt x="7668" y="28091"/>
                </a:lnTo>
                <a:lnTo>
                  <a:pt x="7325" y="28334"/>
                </a:lnTo>
                <a:lnTo>
                  <a:pt x="6902" y="28596"/>
                </a:lnTo>
                <a:lnTo>
                  <a:pt x="6498" y="28818"/>
                </a:lnTo>
                <a:lnTo>
                  <a:pt x="6094" y="29000"/>
                </a:lnTo>
                <a:lnTo>
                  <a:pt x="5711" y="29141"/>
                </a:lnTo>
                <a:lnTo>
                  <a:pt x="5328" y="29262"/>
                </a:lnTo>
                <a:lnTo>
                  <a:pt x="4964" y="29343"/>
                </a:lnTo>
                <a:lnTo>
                  <a:pt x="4601" y="29403"/>
                </a:lnTo>
                <a:lnTo>
                  <a:pt x="4238" y="29423"/>
                </a:lnTo>
                <a:lnTo>
                  <a:pt x="3915" y="29423"/>
                </a:lnTo>
                <a:lnTo>
                  <a:pt x="3592" y="29403"/>
                </a:lnTo>
                <a:lnTo>
                  <a:pt x="3289" y="29363"/>
                </a:lnTo>
                <a:lnTo>
                  <a:pt x="2987" y="29302"/>
                </a:lnTo>
                <a:lnTo>
                  <a:pt x="2724" y="29221"/>
                </a:lnTo>
                <a:lnTo>
                  <a:pt x="2462" y="29121"/>
                </a:lnTo>
                <a:lnTo>
                  <a:pt x="2240" y="29020"/>
                </a:lnTo>
                <a:lnTo>
                  <a:pt x="2018" y="28899"/>
                </a:lnTo>
                <a:lnTo>
                  <a:pt x="1715" y="28677"/>
                </a:lnTo>
                <a:lnTo>
                  <a:pt x="1433" y="28414"/>
                </a:lnTo>
                <a:lnTo>
                  <a:pt x="1170" y="28132"/>
                </a:lnTo>
                <a:lnTo>
                  <a:pt x="928" y="27809"/>
                </a:lnTo>
                <a:lnTo>
                  <a:pt x="706" y="27446"/>
                </a:lnTo>
                <a:lnTo>
                  <a:pt x="525" y="27062"/>
                </a:lnTo>
                <a:lnTo>
                  <a:pt x="363" y="26659"/>
                </a:lnTo>
                <a:lnTo>
                  <a:pt x="242" y="26235"/>
                </a:lnTo>
                <a:lnTo>
                  <a:pt x="182" y="25952"/>
                </a:lnTo>
                <a:lnTo>
                  <a:pt x="121" y="25670"/>
                </a:lnTo>
                <a:lnTo>
                  <a:pt x="101" y="25387"/>
                </a:lnTo>
                <a:lnTo>
                  <a:pt x="81" y="25105"/>
                </a:lnTo>
                <a:lnTo>
                  <a:pt x="81" y="24802"/>
                </a:lnTo>
                <a:lnTo>
                  <a:pt x="81" y="24520"/>
                </a:lnTo>
                <a:lnTo>
                  <a:pt x="101" y="24237"/>
                </a:lnTo>
                <a:lnTo>
                  <a:pt x="141" y="23954"/>
                </a:lnTo>
                <a:lnTo>
                  <a:pt x="202" y="23672"/>
                </a:lnTo>
                <a:lnTo>
                  <a:pt x="262" y="23389"/>
                </a:lnTo>
                <a:lnTo>
                  <a:pt x="343" y="23107"/>
                </a:lnTo>
                <a:lnTo>
                  <a:pt x="424" y="22824"/>
                </a:lnTo>
                <a:lnTo>
                  <a:pt x="545" y="22562"/>
                </a:lnTo>
                <a:lnTo>
                  <a:pt x="666" y="22300"/>
                </a:lnTo>
                <a:lnTo>
                  <a:pt x="787" y="22037"/>
                </a:lnTo>
                <a:lnTo>
                  <a:pt x="928" y="21795"/>
                </a:lnTo>
                <a:lnTo>
                  <a:pt x="1211" y="21392"/>
                </a:lnTo>
                <a:lnTo>
                  <a:pt x="1514" y="21008"/>
                </a:lnTo>
                <a:lnTo>
                  <a:pt x="1836" y="20645"/>
                </a:lnTo>
                <a:lnTo>
                  <a:pt x="2200" y="20302"/>
                </a:lnTo>
                <a:lnTo>
                  <a:pt x="2563" y="19959"/>
                </a:lnTo>
                <a:lnTo>
                  <a:pt x="2926" y="19656"/>
                </a:lnTo>
                <a:lnTo>
                  <a:pt x="3693" y="19071"/>
                </a:lnTo>
                <a:lnTo>
                  <a:pt x="4238" y="18687"/>
                </a:lnTo>
                <a:lnTo>
                  <a:pt x="4803" y="18304"/>
                </a:lnTo>
                <a:lnTo>
                  <a:pt x="5368" y="17921"/>
                </a:lnTo>
                <a:lnTo>
                  <a:pt x="5953" y="17557"/>
                </a:lnTo>
                <a:lnTo>
                  <a:pt x="6518" y="17194"/>
                </a:lnTo>
                <a:lnTo>
                  <a:pt x="7124" y="16851"/>
                </a:lnTo>
                <a:lnTo>
                  <a:pt x="7709" y="16528"/>
                </a:lnTo>
                <a:lnTo>
                  <a:pt x="8314" y="16205"/>
                </a:lnTo>
                <a:lnTo>
                  <a:pt x="8556" y="16084"/>
                </a:lnTo>
                <a:lnTo>
                  <a:pt x="9162" y="15761"/>
                </a:lnTo>
                <a:lnTo>
                  <a:pt x="9464" y="15580"/>
                </a:lnTo>
                <a:lnTo>
                  <a:pt x="9767" y="15398"/>
                </a:lnTo>
                <a:lnTo>
                  <a:pt x="10050" y="15196"/>
                </a:lnTo>
                <a:lnTo>
                  <a:pt x="10312" y="14995"/>
                </a:lnTo>
                <a:lnTo>
                  <a:pt x="10574" y="14752"/>
                </a:lnTo>
                <a:lnTo>
                  <a:pt x="10796" y="14490"/>
                </a:lnTo>
                <a:lnTo>
                  <a:pt x="10938" y="14308"/>
                </a:lnTo>
                <a:lnTo>
                  <a:pt x="11059" y="14107"/>
                </a:lnTo>
                <a:lnTo>
                  <a:pt x="11180" y="13905"/>
                </a:lnTo>
                <a:lnTo>
                  <a:pt x="11281" y="13683"/>
                </a:lnTo>
                <a:lnTo>
                  <a:pt x="11482" y="13219"/>
                </a:lnTo>
                <a:lnTo>
                  <a:pt x="11624" y="12755"/>
                </a:lnTo>
                <a:lnTo>
                  <a:pt x="11745" y="12270"/>
                </a:lnTo>
                <a:lnTo>
                  <a:pt x="11846" y="11766"/>
                </a:lnTo>
                <a:lnTo>
                  <a:pt x="11926" y="11261"/>
                </a:lnTo>
                <a:lnTo>
                  <a:pt x="11987" y="10777"/>
                </a:lnTo>
                <a:lnTo>
                  <a:pt x="12088" y="9889"/>
                </a:lnTo>
                <a:lnTo>
                  <a:pt x="12169" y="9001"/>
                </a:lnTo>
                <a:lnTo>
                  <a:pt x="12229" y="8153"/>
                </a:lnTo>
                <a:lnTo>
                  <a:pt x="12330" y="7286"/>
                </a:lnTo>
                <a:lnTo>
                  <a:pt x="12451" y="6438"/>
                </a:lnTo>
                <a:lnTo>
                  <a:pt x="12532" y="6014"/>
                </a:lnTo>
                <a:lnTo>
                  <a:pt x="12633" y="5591"/>
                </a:lnTo>
                <a:lnTo>
                  <a:pt x="12814" y="5005"/>
                </a:lnTo>
                <a:lnTo>
                  <a:pt x="13016" y="4420"/>
                </a:lnTo>
                <a:lnTo>
                  <a:pt x="13258" y="3875"/>
                </a:lnTo>
                <a:lnTo>
                  <a:pt x="13541" y="3351"/>
                </a:lnTo>
                <a:lnTo>
                  <a:pt x="13844" y="2866"/>
                </a:lnTo>
                <a:lnTo>
                  <a:pt x="14187" y="2422"/>
                </a:lnTo>
                <a:lnTo>
                  <a:pt x="14550" y="1999"/>
                </a:lnTo>
                <a:lnTo>
                  <a:pt x="14933" y="1615"/>
                </a:lnTo>
                <a:lnTo>
                  <a:pt x="15135" y="1434"/>
                </a:lnTo>
                <a:lnTo>
                  <a:pt x="15357" y="1272"/>
                </a:lnTo>
                <a:lnTo>
                  <a:pt x="15801" y="949"/>
                </a:lnTo>
                <a:lnTo>
                  <a:pt x="16265" y="707"/>
                </a:lnTo>
                <a:lnTo>
                  <a:pt x="16729" y="485"/>
                </a:lnTo>
                <a:lnTo>
                  <a:pt x="17234" y="303"/>
                </a:lnTo>
                <a:lnTo>
                  <a:pt x="17738" y="182"/>
                </a:lnTo>
                <a:lnTo>
                  <a:pt x="17980" y="142"/>
                </a:lnTo>
                <a:lnTo>
                  <a:pt x="18223" y="102"/>
                </a:lnTo>
                <a:lnTo>
                  <a:pt x="18485" y="81"/>
                </a:lnTo>
                <a:close/>
                <a:moveTo>
                  <a:pt x="18646" y="1"/>
                </a:moveTo>
                <a:lnTo>
                  <a:pt x="18364" y="21"/>
                </a:lnTo>
                <a:lnTo>
                  <a:pt x="18081" y="41"/>
                </a:lnTo>
                <a:lnTo>
                  <a:pt x="17799" y="81"/>
                </a:lnTo>
                <a:lnTo>
                  <a:pt x="17516" y="142"/>
                </a:lnTo>
                <a:lnTo>
                  <a:pt x="17234" y="223"/>
                </a:lnTo>
                <a:lnTo>
                  <a:pt x="16951" y="324"/>
                </a:lnTo>
                <a:lnTo>
                  <a:pt x="16669" y="425"/>
                </a:lnTo>
                <a:lnTo>
                  <a:pt x="16406" y="546"/>
                </a:lnTo>
                <a:lnTo>
                  <a:pt x="16124" y="667"/>
                </a:lnTo>
                <a:lnTo>
                  <a:pt x="15862" y="828"/>
                </a:lnTo>
                <a:lnTo>
                  <a:pt x="15599" y="990"/>
                </a:lnTo>
                <a:lnTo>
                  <a:pt x="15357" y="1151"/>
                </a:lnTo>
                <a:lnTo>
                  <a:pt x="15115" y="1353"/>
                </a:lnTo>
                <a:lnTo>
                  <a:pt x="14873" y="1555"/>
                </a:lnTo>
                <a:lnTo>
                  <a:pt x="14489" y="1938"/>
                </a:lnTo>
                <a:lnTo>
                  <a:pt x="14126" y="2362"/>
                </a:lnTo>
                <a:lnTo>
                  <a:pt x="13783" y="2826"/>
                </a:lnTo>
                <a:lnTo>
                  <a:pt x="13460" y="3310"/>
                </a:lnTo>
                <a:lnTo>
                  <a:pt x="13198" y="3835"/>
                </a:lnTo>
                <a:lnTo>
                  <a:pt x="12956" y="4400"/>
                </a:lnTo>
                <a:lnTo>
                  <a:pt x="12734" y="4965"/>
                </a:lnTo>
                <a:lnTo>
                  <a:pt x="12552" y="5570"/>
                </a:lnTo>
                <a:lnTo>
                  <a:pt x="12471" y="5994"/>
                </a:lnTo>
                <a:lnTo>
                  <a:pt x="12370" y="6418"/>
                </a:lnTo>
                <a:lnTo>
                  <a:pt x="12310" y="6842"/>
                </a:lnTo>
                <a:lnTo>
                  <a:pt x="12249" y="7286"/>
                </a:lnTo>
                <a:lnTo>
                  <a:pt x="12148" y="8133"/>
                </a:lnTo>
                <a:lnTo>
                  <a:pt x="12088" y="9001"/>
                </a:lnTo>
                <a:lnTo>
                  <a:pt x="12007" y="9889"/>
                </a:lnTo>
                <a:lnTo>
                  <a:pt x="11906" y="10777"/>
                </a:lnTo>
                <a:lnTo>
                  <a:pt x="11846" y="11261"/>
                </a:lnTo>
                <a:lnTo>
                  <a:pt x="11765" y="11746"/>
                </a:lnTo>
                <a:lnTo>
                  <a:pt x="11664" y="12230"/>
                </a:lnTo>
                <a:lnTo>
                  <a:pt x="11543" y="12714"/>
                </a:lnTo>
                <a:lnTo>
                  <a:pt x="11402" y="13198"/>
                </a:lnTo>
                <a:lnTo>
                  <a:pt x="11220" y="13642"/>
                </a:lnTo>
                <a:lnTo>
                  <a:pt x="11119" y="13844"/>
                </a:lnTo>
                <a:lnTo>
                  <a:pt x="10998" y="14066"/>
                </a:lnTo>
                <a:lnTo>
                  <a:pt x="10877" y="14248"/>
                </a:lnTo>
                <a:lnTo>
                  <a:pt x="10736" y="14450"/>
                </a:lnTo>
                <a:lnTo>
                  <a:pt x="10514" y="14692"/>
                </a:lnTo>
                <a:lnTo>
                  <a:pt x="10272" y="14934"/>
                </a:lnTo>
                <a:lnTo>
                  <a:pt x="9989" y="15136"/>
                </a:lnTo>
                <a:lnTo>
                  <a:pt x="9707" y="15338"/>
                </a:lnTo>
                <a:lnTo>
                  <a:pt x="9424" y="15519"/>
                </a:lnTo>
                <a:lnTo>
                  <a:pt x="9121" y="15681"/>
                </a:lnTo>
                <a:lnTo>
                  <a:pt x="8516" y="16004"/>
                </a:lnTo>
                <a:lnTo>
                  <a:pt x="8274" y="16145"/>
                </a:lnTo>
                <a:lnTo>
                  <a:pt x="7668" y="16447"/>
                </a:lnTo>
                <a:lnTo>
                  <a:pt x="7083" y="16791"/>
                </a:lnTo>
                <a:lnTo>
                  <a:pt x="6478" y="17134"/>
                </a:lnTo>
                <a:lnTo>
                  <a:pt x="5913" y="17497"/>
                </a:lnTo>
                <a:lnTo>
                  <a:pt x="5328" y="17860"/>
                </a:lnTo>
                <a:lnTo>
                  <a:pt x="4763" y="18223"/>
                </a:lnTo>
                <a:lnTo>
                  <a:pt x="4198" y="18607"/>
                </a:lnTo>
                <a:lnTo>
                  <a:pt x="3653" y="19010"/>
                </a:lnTo>
                <a:lnTo>
                  <a:pt x="2866" y="19596"/>
                </a:lnTo>
                <a:lnTo>
                  <a:pt x="2502" y="19918"/>
                </a:lnTo>
                <a:lnTo>
                  <a:pt x="2139" y="20241"/>
                </a:lnTo>
                <a:lnTo>
                  <a:pt x="1776" y="20584"/>
                </a:lnTo>
                <a:lnTo>
                  <a:pt x="1453" y="20948"/>
                </a:lnTo>
                <a:lnTo>
                  <a:pt x="1150" y="21331"/>
                </a:lnTo>
                <a:lnTo>
                  <a:pt x="868" y="21755"/>
                </a:lnTo>
                <a:lnTo>
                  <a:pt x="727" y="21997"/>
                </a:lnTo>
                <a:lnTo>
                  <a:pt x="585" y="22259"/>
                </a:lnTo>
                <a:lnTo>
                  <a:pt x="464" y="22542"/>
                </a:lnTo>
                <a:lnTo>
                  <a:pt x="363" y="22804"/>
                </a:lnTo>
                <a:lnTo>
                  <a:pt x="262" y="23087"/>
                </a:lnTo>
                <a:lnTo>
                  <a:pt x="182" y="23369"/>
                </a:lnTo>
                <a:lnTo>
                  <a:pt x="121" y="23652"/>
                </a:lnTo>
                <a:lnTo>
                  <a:pt x="61" y="23934"/>
                </a:lnTo>
                <a:lnTo>
                  <a:pt x="20" y="24217"/>
                </a:lnTo>
                <a:lnTo>
                  <a:pt x="0" y="24520"/>
                </a:lnTo>
                <a:lnTo>
                  <a:pt x="0" y="24802"/>
                </a:lnTo>
                <a:lnTo>
                  <a:pt x="0" y="25105"/>
                </a:lnTo>
                <a:lnTo>
                  <a:pt x="20" y="25387"/>
                </a:lnTo>
                <a:lnTo>
                  <a:pt x="61" y="25690"/>
                </a:lnTo>
                <a:lnTo>
                  <a:pt x="101" y="25972"/>
                </a:lnTo>
                <a:lnTo>
                  <a:pt x="161" y="26255"/>
                </a:lnTo>
                <a:lnTo>
                  <a:pt x="283" y="26699"/>
                </a:lnTo>
                <a:lnTo>
                  <a:pt x="444" y="27103"/>
                </a:lnTo>
                <a:lnTo>
                  <a:pt x="646" y="27486"/>
                </a:lnTo>
                <a:lnTo>
                  <a:pt x="848" y="27849"/>
                </a:lnTo>
                <a:lnTo>
                  <a:pt x="1110" y="28172"/>
                </a:lnTo>
                <a:lnTo>
                  <a:pt x="1372" y="28475"/>
                </a:lnTo>
                <a:lnTo>
                  <a:pt x="1675" y="28737"/>
                </a:lnTo>
                <a:lnTo>
                  <a:pt x="1978" y="28959"/>
                </a:lnTo>
                <a:lnTo>
                  <a:pt x="2220" y="29100"/>
                </a:lnTo>
                <a:lnTo>
                  <a:pt x="2462" y="29221"/>
                </a:lnTo>
                <a:lnTo>
                  <a:pt x="2704" y="29302"/>
                </a:lnTo>
                <a:lnTo>
                  <a:pt x="2967" y="29383"/>
                </a:lnTo>
                <a:lnTo>
                  <a:pt x="3209" y="29443"/>
                </a:lnTo>
                <a:lnTo>
                  <a:pt x="3471" y="29484"/>
                </a:lnTo>
                <a:lnTo>
                  <a:pt x="3733" y="29504"/>
                </a:lnTo>
                <a:lnTo>
                  <a:pt x="3996" y="29524"/>
                </a:lnTo>
                <a:lnTo>
                  <a:pt x="4460" y="29484"/>
                </a:lnTo>
                <a:lnTo>
                  <a:pt x="4904" y="29423"/>
                </a:lnTo>
                <a:lnTo>
                  <a:pt x="5368" y="29322"/>
                </a:lnTo>
                <a:lnTo>
                  <a:pt x="5812" y="29181"/>
                </a:lnTo>
                <a:lnTo>
                  <a:pt x="6236" y="29020"/>
                </a:lnTo>
                <a:lnTo>
                  <a:pt x="6639" y="28838"/>
                </a:lnTo>
                <a:lnTo>
                  <a:pt x="7003" y="28636"/>
                </a:lnTo>
                <a:lnTo>
                  <a:pt x="7366" y="28414"/>
                </a:lnTo>
                <a:lnTo>
                  <a:pt x="7729" y="28152"/>
                </a:lnTo>
                <a:lnTo>
                  <a:pt x="8072" y="27890"/>
                </a:lnTo>
                <a:lnTo>
                  <a:pt x="8415" y="27587"/>
                </a:lnTo>
                <a:lnTo>
                  <a:pt x="8738" y="27304"/>
                </a:lnTo>
                <a:lnTo>
                  <a:pt x="9384" y="26699"/>
                </a:lnTo>
                <a:lnTo>
                  <a:pt x="9989" y="26073"/>
                </a:lnTo>
                <a:lnTo>
                  <a:pt x="10756" y="25307"/>
                </a:lnTo>
                <a:lnTo>
                  <a:pt x="11139" y="24943"/>
                </a:lnTo>
                <a:lnTo>
                  <a:pt x="11543" y="24580"/>
                </a:lnTo>
                <a:lnTo>
                  <a:pt x="12108" y="24116"/>
                </a:lnTo>
                <a:lnTo>
                  <a:pt x="12693" y="23672"/>
                </a:lnTo>
                <a:lnTo>
                  <a:pt x="13299" y="23248"/>
                </a:lnTo>
                <a:lnTo>
                  <a:pt x="13985" y="22824"/>
                </a:lnTo>
                <a:lnTo>
                  <a:pt x="14691" y="22401"/>
                </a:lnTo>
                <a:lnTo>
                  <a:pt x="15458" y="21997"/>
                </a:lnTo>
                <a:lnTo>
                  <a:pt x="16285" y="21593"/>
                </a:lnTo>
                <a:lnTo>
                  <a:pt x="17173" y="21170"/>
                </a:lnTo>
                <a:lnTo>
                  <a:pt x="17758" y="20907"/>
                </a:lnTo>
                <a:lnTo>
                  <a:pt x="18505" y="20584"/>
                </a:lnTo>
                <a:lnTo>
                  <a:pt x="19252" y="20241"/>
                </a:lnTo>
                <a:lnTo>
                  <a:pt x="19958" y="19878"/>
                </a:lnTo>
                <a:lnTo>
                  <a:pt x="20321" y="19696"/>
                </a:lnTo>
                <a:lnTo>
                  <a:pt x="20664" y="19495"/>
                </a:lnTo>
                <a:lnTo>
                  <a:pt x="20987" y="19273"/>
                </a:lnTo>
                <a:lnTo>
                  <a:pt x="21330" y="19051"/>
                </a:lnTo>
                <a:lnTo>
                  <a:pt x="21633" y="18809"/>
                </a:lnTo>
                <a:lnTo>
                  <a:pt x="21936" y="18566"/>
                </a:lnTo>
                <a:lnTo>
                  <a:pt x="22218" y="18304"/>
                </a:lnTo>
                <a:lnTo>
                  <a:pt x="22501" y="18022"/>
                </a:lnTo>
                <a:lnTo>
                  <a:pt x="22743" y="17719"/>
                </a:lnTo>
                <a:lnTo>
                  <a:pt x="22985" y="17396"/>
                </a:lnTo>
                <a:lnTo>
                  <a:pt x="23227" y="17013"/>
                </a:lnTo>
                <a:lnTo>
                  <a:pt x="23449" y="16589"/>
                </a:lnTo>
                <a:lnTo>
                  <a:pt x="23631" y="16185"/>
                </a:lnTo>
                <a:lnTo>
                  <a:pt x="23792" y="15761"/>
                </a:lnTo>
                <a:lnTo>
                  <a:pt x="23954" y="15317"/>
                </a:lnTo>
                <a:lnTo>
                  <a:pt x="24075" y="14873"/>
                </a:lnTo>
                <a:lnTo>
                  <a:pt x="24297" y="14006"/>
                </a:lnTo>
                <a:lnTo>
                  <a:pt x="24478" y="13198"/>
                </a:lnTo>
                <a:lnTo>
                  <a:pt x="24620" y="12432"/>
                </a:lnTo>
                <a:lnTo>
                  <a:pt x="24741" y="11685"/>
                </a:lnTo>
                <a:lnTo>
                  <a:pt x="24842" y="10938"/>
                </a:lnTo>
                <a:lnTo>
                  <a:pt x="24902" y="10232"/>
                </a:lnTo>
                <a:lnTo>
                  <a:pt x="24943" y="9546"/>
                </a:lnTo>
                <a:lnTo>
                  <a:pt x="24963" y="8880"/>
                </a:lnTo>
                <a:lnTo>
                  <a:pt x="24963" y="8214"/>
                </a:lnTo>
                <a:lnTo>
                  <a:pt x="24922" y="7447"/>
                </a:lnTo>
                <a:lnTo>
                  <a:pt x="24842" y="6721"/>
                </a:lnTo>
                <a:lnTo>
                  <a:pt x="24741" y="6014"/>
                </a:lnTo>
                <a:lnTo>
                  <a:pt x="24579" y="5348"/>
                </a:lnTo>
                <a:lnTo>
                  <a:pt x="24398" y="4703"/>
                </a:lnTo>
                <a:lnTo>
                  <a:pt x="24156" y="4097"/>
                </a:lnTo>
                <a:lnTo>
                  <a:pt x="23893" y="3532"/>
                </a:lnTo>
                <a:lnTo>
                  <a:pt x="23752" y="3250"/>
                </a:lnTo>
                <a:lnTo>
                  <a:pt x="23591" y="2987"/>
                </a:lnTo>
                <a:lnTo>
                  <a:pt x="23389" y="2685"/>
                </a:lnTo>
                <a:lnTo>
                  <a:pt x="23187" y="2382"/>
                </a:lnTo>
                <a:lnTo>
                  <a:pt x="22965" y="2099"/>
                </a:lnTo>
                <a:lnTo>
                  <a:pt x="22723" y="1837"/>
                </a:lnTo>
                <a:lnTo>
                  <a:pt x="22460" y="1595"/>
                </a:lnTo>
                <a:lnTo>
                  <a:pt x="22218" y="1353"/>
                </a:lnTo>
                <a:lnTo>
                  <a:pt x="21936" y="1151"/>
                </a:lnTo>
                <a:lnTo>
                  <a:pt x="21653" y="949"/>
                </a:lnTo>
                <a:lnTo>
                  <a:pt x="21371" y="768"/>
                </a:lnTo>
                <a:lnTo>
                  <a:pt x="21088" y="606"/>
                </a:lnTo>
                <a:lnTo>
                  <a:pt x="20785" y="445"/>
                </a:lnTo>
                <a:lnTo>
                  <a:pt x="20483" y="324"/>
                </a:lnTo>
                <a:lnTo>
                  <a:pt x="20160" y="223"/>
                </a:lnTo>
                <a:lnTo>
                  <a:pt x="19857" y="142"/>
                </a:lnTo>
                <a:lnTo>
                  <a:pt x="19534" y="61"/>
                </a:lnTo>
                <a:lnTo>
                  <a:pt x="19211" y="21"/>
                </a:lnTo>
                <a:lnTo>
                  <a:pt x="18929" y="1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19" name="Google Shape;1919;p22"/>
          <p:cNvSpPr/>
          <p:nvPr/>
        </p:nvSpPr>
        <p:spPr>
          <a:xfrm flipH="1" rot="-3594086">
            <a:off x="8023044" y="-140108"/>
            <a:ext cx="653347" cy="572111"/>
          </a:xfrm>
          <a:custGeom>
            <a:rect b="b" l="l" r="r" t="t"/>
            <a:pathLst>
              <a:path extrusionOk="0" h="10233" w="11686">
                <a:moveTo>
                  <a:pt x="10817" y="82"/>
                </a:moveTo>
                <a:lnTo>
                  <a:pt x="10918" y="102"/>
                </a:lnTo>
                <a:lnTo>
                  <a:pt x="10979" y="142"/>
                </a:lnTo>
                <a:lnTo>
                  <a:pt x="11039" y="182"/>
                </a:lnTo>
                <a:lnTo>
                  <a:pt x="11120" y="303"/>
                </a:lnTo>
                <a:lnTo>
                  <a:pt x="11201" y="445"/>
                </a:lnTo>
                <a:lnTo>
                  <a:pt x="11241" y="586"/>
                </a:lnTo>
                <a:lnTo>
                  <a:pt x="11382" y="1191"/>
                </a:lnTo>
                <a:lnTo>
                  <a:pt x="11504" y="1797"/>
                </a:lnTo>
                <a:lnTo>
                  <a:pt x="11564" y="2422"/>
                </a:lnTo>
                <a:lnTo>
                  <a:pt x="11604" y="3028"/>
                </a:lnTo>
                <a:lnTo>
                  <a:pt x="11584" y="3653"/>
                </a:lnTo>
                <a:lnTo>
                  <a:pt x="11544" y="4259"/>
                </a:lnTo>
                <a:lnTo>
                  <a:pt x="11463" y="4884"/>
                </a:lnTo>
                <a:lnTo>
                  <a:pt x="11342" y="5490"/>
                </a:lnTo>
                <a:lnTo>
                  <a:pt x="11241" y="5853"/>
                </a:lnTo>
                <a:lnTo>
                  <a:pt x="11140" y="6176"/>
                </a:lnTo>
                <a:lnTo>
                  <a:pt x="11019" y="6499"/>
                </a:lnTo>
                <a:lnTo>
                  <a:pt x="10878" y="6781"/>
                </a:lnTo>
                <a:lnTo>
                  <a:pt x="10737" y="7044"/>
                </a:lnTo>
                <a:lnTo>
                  <a:pt x="10575" y="7286"/>
                </a:lnTo>
                <a:lnTo>
                  <a:pt x="10414" y="7488"/>
                </a:lnTo>
                <a:lnTo>
                  <a:pt x="10212" y="7669"/>
                </a:lnTo>
                <a:lnTo>
                  <a:pt x="10030" y="7831"/>
                </a:lnTo>
                <a:lnTo>
                  <a:pt x="9849" y="7972"/>
                </a:lnTo>
                <a:lnTo>
                  <a:pt x="9647" y="8093"/>
                </a:lnTo>
                <a:lnTo>
                  <a:pt x="9425" y="8194"/>
                </a:lnTo>
                <a:lnTo>
                  <a:pt x="9001" y="8396"/>
                </a:lnTo>
                <a:lnTo>
                  <a:pt x="8557" y="8557"/>
                </a:lnTo>
                <a:lnTo>
                  <a:pt x="7730" y="8840"/>
                </a:lnTo>
                <a:lnTo>
                  <a:pt x="6862" y="9142"/>
                </a:lnTo>
                <a:lnTo>
                  <a:pt x="5974" y="9405"/>
                </a:lnTo>
                <a:lnTo>
                  <a:pt x="5066" y="9647"/>
                </a:lnTo>
                <a:lnTo>
                  <a:pt x="4158" y="9849"/>
                </a:lnTo>
                <a:lnTo>
                  <a:pt x="3714" y="9950"/>
                </a:lnTo>
                <a:lnTo>
                  <a:pt x="3270" y="10010"/>
                </a:lnTo>
                <a:lnTo>
                  <a:pt x="2806" y="10071"/>
                </a:lnTo>
                <a:lnTo>
                  <a:pt x="2362" y="10111"/>
                </a:lnTo>
                <a:lnTo>
                  <a:pt x="1918" y="10151"/>
                </a:lnTo>
                <a:lnTo>
                  <a:pt x="1252" y="10151"/>
                </a:lnTo>
                <a:lnTo>
                  <a:pt x="1070" y="10131"/>
                </a:lnTo>
                <a:lnTo>
                  <a:pt x="889" y="10071"/>
                </a:lnTo>
                <a:lnTo>
                  <a:pt x="707" y="10010"/>
                </a:lnTo>
                <a:lnTo>
                  <a:pt x="566" y="9950"/>
                </a:lnTo>
                <a:lnTo>
                  <a:pt x="425" y="9849"/>
                </a:lnTo>
                <a:lnTo>
                  <a:pt x="324" y="9748"/>
                </a:lnTo>
                <a:lnTo>
                  <a:pt x="223" y="9627"/>
                </a:lnTo>
                <a:lnTo>
                  <a:pt x="162" y="9526"/>
                </a:lnTo>
                <a:lnTo>
                  <a:pt x="122" y="9405"/>
                </a:lnTo>
                <a:lnTo>
                  <a:pt x="102" y="9284"/>
                </a:lnTo>
                <a:lnTo>
                  <a:pt x="82" y="9163"/>
                </a:lnTo>
                <a:lnTo>
                  <a:pt x="102" y="9021"/>
                </a:lnTo>
                <a:lnTo>
                  <a:pt x="122" y="8880"/>
                </a:lnTo>
                <a:lnTo>
                  <a:pt x="162" y="8739"/>
                </a:lnTo>
                <a:lnTo>
                  <a:pt x="223" y="8577"/>
                </a:lnTo>
                <a:lnTo>
                  <a:pt x="324" y="8416"/>
                </a:lnTo>
                <a:lnTo>
                  <a:pt x="425" y="8234"/>
                </a:lnTo>
                <a:lnTo>
                  <a:pt x="546" y="8073"/>
                </a:lnTo>
                <a:lnTo>
                  <a:pt x="667" y="7911"/>
                </a:lnTo>
                <a:lnTo>
                  <a:pt x="970" y="7589"/>
                </a:lnTo>
                <a:lnTo>
                  <a:pt x="1292" y="7306"/>
                </a:lnTo>
                <a:lnTo>
                  <a:pt x="1615" y="7064"/>
                </a:lnTo>
                <a:lnTo>
                  <a:pt x="1979" y="6822"/>
                </a:lnTo>
                <a:lnTo>
                  <a:pt x="2322" y="6620"/>
                </a:lnTo>
                <a:lnTo>
                  <a:pt x="2645" y="6438"/>
                </a:lnTo>
                <a:lnTo>
                  <a:pt x="3008" y="6257"/>
                </a:lnTo>
                <a:lnTo>
                  <a:pt x="3391" y="6075"/>
                </a:lnTo>
                <a:lnTo>
                  <a:pt x="4138" y="5752"/>
                </a:lnTo>
                <a:lnTo>
                  <a:pt x="5107" y="5328"/>
                </a:lnTo>
                <a:lnTo>
                  <a:pt x="5591" y="5086"/>
                </a:lnTo>
                <a:lnTo>
                  <a:pt x="6055" y="4824"/>
                </a:lnTo>
                <a:lnTo>
                  <a:pt x="6459" y="4582"/>
                </a:lnTo>
                <a:lnTo>
                  <a:pt x="6822" y="4319"/>
                </a:lnTo>
                <a:lnTo>
                  <a:pt x="7185" y="4017"/>
                </a:lnTo>
                <a:lnTo>
                  <a:pt x="7528" y="3714"/>
                </a:lnTo>
                <a:lnTo>
                  <a:pt x="7851" y="3391"/>
                </a:lnTo>
                <a:lnTo>
                  <a:pt x="8174" y="3048"/>
                </a:lnTo>
                <a:lnTo>
                  <a:pt x="8456" y="2685"/>
                </a:lnTo>
                <a:lnTo>
                  <a:pt x="8719" y="2301"/>
                </a:lnTo>
                <a:lnTo>
                  <a:pt x="9021" y="1817"/>
                </a:lnTo>
                <a:lnTo>
                  <a:pt x="9324" y="1353"/>
                </a:lnTo>
                <a:lnTo>
                  <a:pt x="9465" y="1131"/>
                </a:lnTo>
                <a:lnTo>
                  <a:pt x="9647" y="909"/>
                </a:lnTo>
                <a:lnTo>
                  <a:pt x="9808" y="707"/>
                </a:lnTo>
                <a:lnTo>
                  <a:pt x="10010" y="525"/>
                </a:lnTo>
                <a:lnTo>
                  <a:pt x="10212" y="344"/>
                </a:lnTo>
                <a:lnTo>
                  <a:pt x="10434" y="203"/>
                </a:lnTo>
                <a:lnTo>
                  <a:pt x="10575" y="122"/>
                </a:lnTo>
                <a:lnTo>
                  <a:pt x="10696" y="102"/>
                </a:lnTo>
                <a:lnTo>
                  <a:pt x="10817" y="82"/>
                </a:lnTo>
                <a:close/>
                <a:moveTo>
                  <a:pt x="10838" y="1"/>
                </a:moveTo>
                <a:lnTo>
                  <a:pt x="10696" y="21"/>
                </a:lnTo>
                <a:lnTo>
                  <a:pt x="10555" y="61"/>
                </a:lnTo>
                <a:lnTo>
                  <a:pt x="10394" y="122"/>
                </a:lnTo>
                <a:lnTo>
                  <a:pt x="10152" y="283"/>
                </a:lnTo>
                <a:lnTo>
                  <a:pt x="9950" y="445"/>
                </a:lnTo>
                <a:lnTo>
                  <a:pt x="9748" y="647"/>
                </a:lnTo>
                <a:lnTo>
                  <a:pt x="9586" y="848"/>
                </a:lnTo>
                <a:lnTo>
                  <a:pt x="9405" y="1070"/>
                </a:lnTo>
                <a:lnTo>
                  <a:pt x="9264" y="1312"/>
                </a:lnTo>
                <a:lnTo>
                  <a:pt x="8961" y="1777"/>
                </a:lnTo>
                <a:lnTo>
                  <a:pt x="8658" y="2261"/>
                </a:lnTo>
                <a:lnTo>
                  <a:pt x="8396" y="2624"/>
                </a:lnTo>
                <a:lnTo>
                  <a:pt x="8113" y="2987"/>
                </a:lnTo>
                <a:lnTo>
                  <a:pt x="7790" y="3331"/>
                </a:lnTo>
                <a:lnTo>
                  <a:pt x="7468" y="3653"/>
                </a:lnTo>
                <a:lnTo>
                  <a:pt x="7145" y="3956"/>
                </a:lnTo>
                <a:lnTo>
                  <a:pt x="6781" y="4239"/>
                </a:lnTo>
                <a:lnTo>
                  <a:pt x="6398" y="4521"/>
                </a:lnTo>
                <a:lnTo>
                  <a:pt x="6015" y="4763"/>
                </a:lnTo>
                <a:lnTo>
                  <a:pt x="5550" y="5026"/>
                </a:lnTo>
                <a:lnTo>
                  <a:pt x="5066" y="5248"/>
                </a:lnTo>
                <a:lnTo>
                  <a:pt x="4097" y="5692"/>
                </a:lnTo>
                <a:lnTo>
                  <a:pt x="3351" y="6014"/>
                </a:lnTo>
                <a:lnTo>
                  <a:pt x="2988" y="6176"/>
                </a:lnTo>
                <a:lnTo>
                  <a:pt x="2604" y="6358"/>
                </a:lnTo>
                <a:lnTo>
                  <a:pt x="2281" y="6539"/>
                </a:lnTo>
                <a:lnTo>
                  <a:pt x="1918" y="6761"/>
                </a:lnTo>
                <a:lnTo>
                  <a:pt x="1575" y="7003"/>
                </a:lnTo>
                <a:lnTo>
                  <a:pt x="1232" y="7266"/>
                </a:lnTo>
                <a:lnTo>
                  <a:pt x="909" y="7548"/>
                </a:lnTo>
                <a:lnTo>
                  <a:pt x="606" y="7851"/>
                </a:lnTo>
                <a:lnTo>
                  <a:pt x="485" y="8012"/>
                </a:lnTo>
                <a:lnTo>
                  <a:pt x="364" y="8194"/>
                </a:lnTo>
                <a:lnTo>
                  <a:pt x="243" y="8376"/>
                </a:lnTo>
                <a:lnTo>
                  <a:pt x="162" y="8557"/>
                </a:lnTo>
                <a:lnTo>
                  <a:pt x="102" y="8719"/>
                </a:lnTo>
                <a:lnTo>
                  <a:pt x="41" y="8860"/>
                </a:lnTo>
                <a:lnTo>
                  <a:pt x="21" y="9021"/>
                </a:lnTo>
                <a:lnTo>
                  <a:pt x="1" y="9163"/>
                </a:lnTo>
                <a:lnTo>
                  <a:pt x="21" y="9304"/>
                </a:lnTo>
                <a:lnTo>
                  <a:pt x="41" y="9425"/>
                </a:lnTo>
                <a:lnTo>
                  <a:pt x="102" y="9546"/>
                </a:lnTo>
                <a:lnTo>
                  <a:pt x="162" y="9667"/>
                </a:lnTo>
                <a:lnTo>
                  <a:pt x="263" y="9808"/>
                </a:lnTo>
                <a:lnTo>
                  <a:pt x="384" y="9909"/>
                </a:lnTo>
                <a:lnTo>
                  <a:pt x="526" y="10010"/>
                </a:lnTo>
                <a:lnTo>
                  <a:pt x="687" y="10091"/>
                </a:lnTo>
                <a:lnTo>
                  <a:pt x="849" y="10151"/>
                </a:lnTo>
                <a:lnTo>
                  <a:pt x="1050" y="10192"/>
                </a:lnTo>
                <a:lnTo>
                  <a:pt x="1252" y="10232"/>
                </a:lnTo>
                <a:lnTo>
                  <a:pt x="1918" y="10232"/>
                </a:lnTo>
                <a:lnTo>
                  <a:pt x="2362" y="10192"/>
                </a:lnTo>
                <a:lnTo>
                  <a:pt x="2826" y="10151"/>
                </a:lnTo>
                <a:lnTo>
                  <a:pt x="3270" y="10091"/>
                </a:lnTo>
                <a:lnTo>
                  <a:pt x="3734" y="10030"/>
                </a:lnTo>
                <a:lnTo>
                  <a:pt x="4178" y="9929"/>
                </a:lnTo>
                <a:lnTo>
                  <a:pt x="5086" y="9728"/>
                </a:lnTo>
                <a:lnTo>
                  <a:pt x="5994" y="9485"/>
                </a:lnTo>
                <a:lnTo>
                  <a:pt x="6882" y="9223"/>
                </a:lnTo>
                <a:lnTo>
                  <a:pt x="7750" y="8920"/>
                </a:lnTo>
                <a:lnTo>
                  <a:pt x="8577" y="8638"/>
                </a:lnTo>
                <a:lnTo>
                  <a:pt x="9021" y="8456"/>
                </a:lnTo>
                <a:lnTo>
                  <a:pt x="9465" y="8275"/>
                </a:lnTo>
                <a:lnTo>
                  <a:pt x="9687" y="8154"/>
                </a:lnTo>
                <a:lnTo>
                  <a:pt x="9889" y="8032"/>
                </a:lnTo>
                <a:lnTo>
                  <a:pt x="10091" y="7891"/>
                </a:lnTo>
                <a:lnTo>
                  <a:pt x="10273" y="7730"/>
                </a:lnTo>
                <a:lnTo>
                  <a:pt x="10474" y="7548"/>
                </a:lnTo>
                <a:lnTo>
                  <a:pt x="10636" y="7326"/>
                </a:lnTo>
                <a:lnTo>
                  <a:pt x="10817" y="7084"/>
                </a:lnTo>
                <a:lnTo>
                  <a:pt x="10959" y="6822"/>
                </a:lnTo>
                <a:lnTo>
                  <a:pt x="11100" y="6539"/>
                </a:lnTo>
                <a:lnTo>
                  <a:pt x="11221" y="6216"/>
                </a:lnTo>
                <a:lnTo>
                  <a:pt x="11322" y="5873"/>
                </a:lnTo>
                <a:lnTo>
                  <a:pt x="11423" y="5510"/>
                </a:lnTo>
                <a:lnTo>
                  <a:pt x="11544" y="4884"/>
                </a:lnTo>
                <a:lnTo>
                  <a:pt x="11625" y="4279"/>
                </a:lnTo>
                <a:lnTo>
                  <a:pt x="11665" y="3653"/>
                </a:lnTo>
                <a:lnTo>
                  <a:pt x="11685" y="3028"/>
                </a:lnTo>
                <a:lnTo>
                  <a:pt x="11645" y="2402"/>
                </a:lnTo>
                <a:lnTo>
                  <a:pt x="11584" y="1797"/>
                </a:lnTo>
                <a:lnTo>
                  <a:pt x="11463" y="1171"/>
                </a:lnTo>
                <a:lnTo>
                  <a:pt x="11322" y="566"/>
                </a:lnTo>
                <a:lnTo>
                  <a:pt x="11261" y="404"/>
                </a:lnTo>
                <a:lnTo>
                  <a:pt x="11201" y="263"/>
                </a:lnTo>
                <a:lnTo>
                  <a:pt x="11140" y="182"/>
                </a:lnTo>
                <a:lnTo>
                  <a:pt x="11100" y="122"/>
                </a:lnTo>
                <a:lnTo>
                  <a:pt x="11019" y="82"/>
                </a:lnTo>
                <a:lnTo>
                  <a:pt x="10959" y="41"/>
                </a:lnTo>
                <a:lnTo>
                  <a:pt x="10838" y="1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20" name="Google Shape;1920;p22"/>
          <p:cNvSpPr/>
          <p:nvPr/>
        </p:nvSpPr>
        <p:spPr>
          <a:xfrm flipH="1" rot="-3594086">
            <a:off x="504525" y="4391798"/>
            <a:ext cx="1193702" cy="1427288"/>
          </a:xfrm>
          <a:custGeom>
            <a:rect b="b" l="l" r="r" t="t"/>
            <a:pathLst>
              <a:path extrusionOk="0" h="25529" w="21351">
                <a:moveTo>
                  <a:pt x="16709" y="81"/>
                </a:moveTo>
                <a:lnTo>
                  <a:pt x="17052" y="122"/>
                </a:lnTo>
                <a:lnTo>
                  <a:pt x="17416" y="202"/>
                </a:lnTo>
                <a:lnTo>
                  <a:pt x="17759" y="303"/>
                </a:lnTo>
                <a:lnTo>
                  <a:pt x="18102" y="424"/>
                </a:lnTo>
                <a:lnTo>
                  <a:pt x="18445" y="586"/>
                </a:lnTo>
                <a:lnTo>
                  <a:pt x="18788" y="788"/>
                </a:lnTo>
                <a:lnTo>
                  <a:pt x="19111" y="1010"/>
                </a:lnTo>
                <a:lnTo>
                  <a:pt x="19434" y="1272"/>
                </a:lnTo>
                <a:lnTo>
                  <a:pt x="19736" y="1575"/>
                </a:lnTo>
                <a:lnTo>
                  <a:pt x="19999" y="1897"/>
                </a:lnTo>
                <a:lnTo>
                  <a:pt x="20261" y="2261"/>
                </a:lnTo>
                <a:lnTo>
                  <a:pt x="20483" y="2644"/>
                </a:lnTo>
                <a:lnTo>
                  <a:pt x="20644" y="2947"/>
                </a:lnTo>
                <a:lnTo>
                  <a:pt x="20766" y="3250"/>
                </a:lnTo>
                <a:lnTo>
                  <a:pt x="20887" y="3572"/>
                </a:lnTo>
                <a:lnTo>
                  <a:pt x="20987" y="3895"/>
                </a:lnTo>
                <a:lnTo>
                  <a:pt x="21068" y="4238"/>
                </a:lnTo>
                <a:lnTo>
                  <a:pt x="21149" y="4581"/>
                </a:lnTo>
                <a:lnTo>
                  <a:pt x="21209" y="4945"/>
                </a:lnTo>
                <a:lnTo>
                  <a:pt x="21250" y="5308"/>
                </a:lnTo>
                <a:lnTo>
                  <a:pt x="21270" y="5691"/>
                </a:lnTo>
                <a:lnTo>
                  <a:pt x="21270" y="6075"/>
                </a:lnTo>
                <a:lnTo>
                  <a:pt x="21270" y="6478"/>
                </a:lnTo>
                <a:lnTo>
                  <a:pt x="21250" y="6882"/>
                </a:lnTo>
                <a:lnTo>
                  <a:pt x="21230" y="7306"/>
                </a:lnTo>
                <a:lnTo>
                  <a:pt x="21169" y="7750"/>
                </a:lnTo>
                <a:lnTo>
                  <a:pt x="21109" y="8194"/>
                </a:lnTo>
                <a:lnTo>
                  <a:pt x="21028" y="8658"/>
                </a:lnTo>
                <a:lnTo>
                  <a:pt x="20947" y="9122"/>
                </a:lnTo>
                <a:lnTo>
                  <a:pt x="20846" y="9586"/>
                </a:lnTo>
                <a:lnTo>
                  <a:pt x="20725" y="10010"/>
                </a:lnTo>
                <a:lnTo>
                  <a:pt x="20604" y="10434"/>
                </a:lnTo>
                <a:lnTo>
                  <a:pt x="20483" y="10857"/>
                </a:lnTo>
                <a:lnTo>
                  <a:pt x="20342" y="11261"/>
                </a:lnTo>
                <a:lnTo>
                  <a:pt x="20180" y="11644"/>
                </a:lnTo>
                <a:lnTo>
                  <a:pt x="20019" y="12008"/>
                </a:lnTo>
                <a:lnTo>
                  <a:pt x="19857" y="12371"/>
                </a:lnTo>
                <a:lnTo>
                  <a:pt x="19676" y="12714"/>
                </a:lnTo>
                <a:lnTo>
                  <a:pt x="19474" y="13037"/>
                </a:lnTo>
                <a:lnTo>
                  <a:pt x="19272" y="13340"/>
                </a:lnTo>
                <a:lnTo>
                  <a:pt x="19070" y="13642"/>
                </a:lnTo>
                <a:lnTo>
                  <a:pt x="18848" y="13945"/>
                </a:lnTo>
                <a:lnTo>
                  <a:pt x="18606" y="14207"/>
                </a:lnTo>
                <a:lnTo>
                  <a:pt x="18364" y="14470"/>
                </a:lnTo>
                <a:lnTo>
                  <a:pt x="18142" y="14692"/>
                </a:lnTo>
                <a:lnTo>
                  <a:pt x="17920" y="14893"/>
                </a:lnTo>
                <a:lnTo>
                  <a:pt x="17436" y="15297"/>
                </a:lnTo>
                <a:lnTo>
                  <a:pt x="16931" y="15640"/>
                </a:lnTo>
                <a:lnTo>
                  <a:pt x="16386" y="15983"/>
                </a:lnTo>
                <a:lnTo>
                  <a:pt x="15842" y="16306"/>
                </a:lnTo>
                <a:lnTo>
                  <a:pt x="15297" y="16589"/>
                </a:lnTo>
                <a:lnTo>
                  <a:pt x="14187" y="17154"/>
                </a:lnTo>
                <a:lnTo>
                  <a:pt x="13481" y="17497"/>
                </a:lnTo>
                <a:lnTo>
                  <a:pt x="12774" y="17860"/>
                </a:lnTo>
                <a:lnTo>
                  <a:pt x="12088" y="18264"/>
                </a:lnTo>
                <a:lnTo>
                  <a:pt x="11422" y="18667"/>
                </a:lnTo>
                <a:lnTo>
                  <a:pt x="10958" y="18990"/>
                </a:lnTo>
                <a:lnTo>
                  <a:pt x="10494" y="19333"/>
                </a:lnTo>
                <a:lnTo>
                  <a:pt x="10070" y="19696"/>
                </a:lnTo>
                <a:lnTo>
                  <a:pt x="9646" y="20060"/>
                </a:lnTo>
                <a:lnTo>
                  <a:pt x="8799" y="20847"/>
                </a:lnTo>
                <a:lnTo>
                  <a:pt x="7992" y="21613"/>
                </a:lnTo>
                <a:lnTo>
                  <a:pt x="7205" y="22400"/>
                </a:lnTo>
                <a:lnTo>
                  <a:pt x="6377" y="23167"/>
                </a:lnTo>
                <a:lnTo>
                  <a:pt x="5953" y="23531"/>
                </a:lnTo>
                <a:lnTo>
                  <a:pt x="5509" y="23894"/>
                </a:lnTo>
                <a:lnTo>
                  <a:pt x="5065" y="24237"/>
                </a:lnTo>
                <a:lnTo>
                  <a:pt x="4601" y="24560"/>
                </a:lnTo>
                <a:lnTo>
                  <a:pt x="4178" y="24822"/>
                </a:lnTo>
                <a:lnTo>
                  <a:pt x="3935" y="24963"/>
                </a:lnTo>
                <a:lnTo>
                  <a:pt x="3673" y="25084"/>
                </a:lnTo>
                <a:lnTo>
                  <a:pt x="3411" y="25205"/>
                </a:lnTo>
                <a:lnTo>
                  <a:pt x="3148" y="25306"/>
                </a:lnTo>
                <a:lnTo>
                  <a:pt x="2866" y="25367"/>
                </a:lnTo>
                <a:lnTo>
                  <a:pt x="2563" y="25427"/>
                </a:lnTo>
                <a:lnTo>
                  <a:pt x="2260" y="25448"/>
                </a:lnTo>
                <a:lnTo>
                  <a:pt x="1978" y="25427"/>
                </a:lnTo>
                <a:lnTo>
                  <a:pt x="1695" y="25367"/>
                </a:lnTo>
                <a:lnTo>
                  <a:pt x="1433" y="25286"/>
                </a:lnTo>
                <a:lnTo>
                  <a:pt x="1171" y="25185"/>
                </a:lnTo>
                <a:lnTo>
                  <a:pt x="949" y="25044"/>
                </a:lnTo>
                <a:lnTo>
                  <a:pt x="747" y="24883"/>
                </a:lnTo>
                <a:lnTo>
                  <a:pt x="585" y="24701"/>
                </a:lnTo>
                <a:lnTo>
                  <a:pt x="424" y="24459"/>
                </a:lnTo>
                <a:lnTo>
                  <a:pt x="303" y="24196"/>
                </a:lnTo>
                <a:lnTo>
                  <a:pt x="222" y="23894"/>
                </a:lnTo>
                <a:lnTo>
                  <a:pt x="142" y="23551"/>
                </a:lnTo>
                <a:lnTo>
                  <a:pt x="101" y="23167"/>
                </a:lnTo>
                <a:lnTo>
                  <a:pt x="81" y="22784"/>
                </a:lnTo>
                <a:lnTo>
                  <a:pt x="101" y="22421"/>
                </a:lnTo>
                <a:lnTo>
                  <a:pt x="142" y="22037"/>
                </a:lnTo>
                <a:lnTo>
                  <a:pt x="202" y="21654"/>
                </a:lnTo>
                <a:lnTo>
                  <a:pt x="303" y="21291"/>
                </a:lnTo>
                <a:lnTo>
                  <a:pt x="424" y="20947"/>
                </a:lnTo>
                <a:lnTo>
                  <a:pt x="585" y="20584"/>
                </a:lnTo>
                <a:lnTo>
                  <a:pt x="727" y="20342"/>
                </a:lnTo>
                <a:lnTo>
                  <a:pt x="868" y="20080"/>
                </a:lnTo>
                <a:lnTo>
                  <a:pt x="1029" y="19838"/>
                </a:lnTo>
                <a:lnTo>
                  <a:pt x="1211" y="19616"/>
                </a:lnTo>
                <a:lnTo>
                  <a:pt x="1393" y="19373"/>
                </a:lnTo>
                <a:lnTo>
                  <a:pt x="1574" y="19172"/>
                </a:lnTo>
                <a:lnTo>
                  <a:pt x="1978" y="18768"/>
                </a:lnTo>
                <a:lnTo>
                  <a:pt x="2402" y="18385"/>
                </a:lnTo>
                <a:lnTo>
                  <a:pt x="2825" y="18042"/>
                </a:lnTo>
                <a:lnTo>
                  <a:pt x="3249" y="17739"/>
                </a:lnTo>
                <a:lnTo>
                  <a:pt x="3673" y="17456"/>
                </a:lnTo>
                <a:lnTo>
                  <a:pt x="4561" y="16871"/>
                </a:lnTo>
                <a:lnTo>
                  <a:pt x="5489" y="16306"/>
                </a:lnTo>
                <a:lnTo>
                  <a:pt x="6438" y="15761"/>
                </a:lnTo>
                <a:lnTo>
                  <a:pt x="7366" y="15257"/>
                </a:lnTo>
                <a:lnTo>
                  <a:pt x="7568" y="15136"/>
                </a:lnTo>
                <a:lnTo>
                  <a:pt x="8153" y="14793"/>
                </a:lnTo>
                <a:lnTo>
                  <a:pt x="8758" y="14429"/>
                </a:lnTo>
                <a:lnTo>
                  <a:pt x="9041" y="14228"/>
                </a:lnTo>
                <a:lnTo>
                  <a:pt x="9323" y="14026"/>
                </a:lnTo>
                <a:lnTo>
                  <a:pt x="9606" y="13804"/>
                </a:lnTo>
                <a:lnTo>
                  <a:pt x="9868" y="13541"/>
                </a:lnTo>
                <a:lnTo>
                  <a:pt x="10070" y="13340"/>
                </a:lnTo>
                <a:lnTo>
                  <a:pt x="10232" y="13138"/>
                </a:lnTo>
                <a:lnTo>
                  <a:pt x="10393" y="12916"/>
                </a:lnTo>
                <a:lnTo>
                  <a:pt x="10534" y="12694"/>
                </a:lnTo>
                <a:lnTo>
                  <a:pt x="10675" y="12452"/>
                </a:lnTo>
                <a:lnTo>
                  <a:pt x="10797" y="12210"/>
                </a:lnTo>
                <a:lnTo>
                  <a:pt x="10897" y="11967"/>
                </a:lnTo>
                <a:lnTo>
                  <a:pt x="10978" y="11725"/>
                </a:lnTo>
                <a:lnTo>
                  <a:pt x="11140" y="11221"/>
                </a:lnTo>
                <a:lnTo>
                  <a:pt x="11261" y="10716"/>
                </a:lnTo>
                <a:lnTo>
                  <a:pt x="11362" y="10191"/>
                </a:lnTo>
                <a:lnTo>
                  <a:pt x="11463" y="9647"/>
                </a:lnTo>
                <a:lnTo>
                  <a:pt x="11563" y="8839"/>
                </a:lnTo>
                <a:lnTo>
                  <a:pt x="11664" y="8012"/>
                </a:lnTo>
                <a:lnTo>
                  <a:pt x="11846" y="6599"/>
                </a:lnTo>
                <a:lnTo>
                  <a:pt x="11947" y="5893"/>
                </a:lnTo>
                <a:lnTo>
                  <a:pt x="12088" y="5187"/>
                </a:lnTo>
                <a:lnTo>
                  <a:pt x="12209" y="4682"/>
                </a:lnTo>
                <a:lnTo>
                  <a:pt x="12330" y="4218"/>
                </a:lnTo>
                <a:lnTo>
                  <a:pt x="12472" y="3754"/>
                </a:lnTo>
                <a:lnTo>
                  <a:pt x="12633" y="3330"/>
                </a:lnTo>
                <a:lnTo>
                  <a:pt x="12794" y="2947"/>
                </a:lnTo>
                <a:lnTo>
                  <a:pt x="12976" y="2563"/>
                </a:lnTo>
                <a:lnTo>
                  <a:pt x="13158" y="2220"/>
                </a:lnTo>
                <a:lnTo>
                  <a:pt x="13359" y="1897"/>
                </a:lnTo>
                <a:lnTo>
                  <a:pt x="13561" y="1615"/>
                </a:lnTo>
                <a:lnTo>
                  <a:pt x="13803" y="1332"/>
                </a:lnTo>
                <a:lnTo>
                  <a:pt x="14025" y="1090"/>
                </a:lnTo>
                <a:lnTo>
                  <a:pt x="14288" y="868"/>
                </a:lnTo>
                <a:lnTo>
                  <a:pt x="14550" y="687"/>
                </a:lnTo>
                <a:lnTo>
                  <a:pt x="14812" y="525"/>
                </a:lnTo>
                <a:lnTo>
                  <a:pt x="15115" y="364"/>
                </a:lnTo>
                <a:lnTo>
                  <a:pt x="15418" y="263"/>
                </a:lnTo>
                <a:lnTo>
                  <a:pt x="15721" y="162"/>
                </a:lnTo>
                <a:lnTo>
                  <a:pt x="16043" y="101"/>
                </a:lnTo>
                <a:lnTo>
                  <a:pt x="16366" y="81"/>
                </a:lnTo>
                <a:close/>
                <a:moveTo>
                  <a:pt x="16467" y="1"/>
                </a:moveTo>
                <a:lnTo>
                  <a:pt x="16104" y="21"/>
                </a:lnTo>
                <a:lnTo>
                  <a:pt x="15741" y="81"/>
                </a:lnTo>
                <a:lnTo>
                  <a:pt x="15377" y="182"/>
                </a:lnTo>
                <a:lnTo>
                  <a:pt x="15075" y="303"/>
                </a:lnTo>
                <a:lnTo>
                  <a:pt x="14792" y="445"/>
                </a:lnTo>
                <a:lnTo>
                  <a:pt x="14510" y="606"/>
                </a:lnTo>
                <a:lnTo>
                  <a:pt x="14227" y="808"/>
                </a:lnTo>
                <a:lnTo>
                  <a:pt x="13985" y="1030"/>
                </a:lnTo>
                <a:lnTo>
                  <a:pt x="13743" y="1272"/>
                </a:lnTo>
                <a:lnTo>
                  <a:pt x="13501" y="1554"/>
                </a:lnTo>
                <a:lnTo>
                  <a:pt x="13299" y="1857"/>
                </a:lnTo>
                <a:lnTo>
                  <a:pt x="13097" y="2180"/>
                </a:lnTo>
                <a:lnTo>
                  <a:pt x="12895" y="2523"/>
                </a:lnTo>
                <a:lnTo>
                  <a:pt x="12714" y="2906"/>
                </a:lnTo>
                <a:lnTo>
                  <a:pt x="12552" y="3310"/>
                </a:lnTo>
                <a:lnTo>
                  <a:pt x="12391" y="3734"/>
                </a:lnTo>
                <a:lnTo>
                  <a:pt x="12250" y="4178"/>
                </a:lnTo>
                <a:lnTo>
                  <a:pt x="12128" y="4662"/>
                </a:lnTo>
                <a:lnTo>
                  <a:pt x="12007" y="5187"/>
                </a:lnTo>
                <a:lnTo>
                  <a:pt x="11886" y="5873"/>
                </a:lnTo>
                <a:lnTo>
                  <a:pt x="11765" y="6599"/>
                </a:lnTo>
                <a:lnTo>
                  <a:pt x="11584" y="7992"/>
                </a:lnTo>
                <a:lnTo>
                  <a:pt x="11483" y="8819"/>
                </a:lnTo>
                <a:lnTo>
                  <a:pt x="11382" y="9647"/>
                </a:lnTo>
                <a:lnTo>
                  <a:pt x="11281" y="10171"/>
                </a:lnTo>
                <a:lnTo>
                  <a:pt x="11180" y="10696"/>
                </a:lnTo>
                <a:lnTo>
                  <a:pt x="11059" y="11200"/>
                </a:lnTo>
                <a:lnTo>
                  <a:pt x="10918" y="11705"/>
                </a:lnTo>
                <a:lnTo>
                  <a:pt x="10817" y="11947"/>
                </a:lnTo>
                <a:lnTo>
                  <a:pt x="10716" y="12169"/>
                </a:lnTo>
                <a:lnTo>
                  <a:pt x="10595" y="12411"/>
                </a:lnTo>
                <a:lnTo>
                  <a:pt x="10474" y="12633"/>
                </a:lnTo>
                <a:lnTo>
                  <a:pt x="10332" y="12855"/>
                </a:lnTo>
                <a:lnTo>
                  <a:pt x="10171" y="13077"/>
                </a:lnTo>
                <a:lnTo>
                  <a:pt x="10010" y="13279"/>
                </a:lnTo>
                <a:lnTo>
                  <a:pt x="9808" y="13501"/>
                </a:lnTo>
                <a:lnTo>
                  <a:pt x="9545" y="13743"/>
                </a:lnTo>
                <a:lnTo>
                  <a:pt x="9283" y="13965"/>
                </a:lnTo>
                <a:lnTo>
                  <a:pt x="9001" y="14167"/>
                </a:lnTo>
                <a:lnTo>
                  <a:pt x="8718" y="14369"/>
                </a:lnTo>
                <a:lnTo>
                  <a:pt x="8113" y="14732"/>
                </a:lnTo>
                <a:lnTo>
                  <a:pt x="7527" y="15055"/>
                </a:lnTo>
                <a:lnTo>
                  <a:pt x="7326" y="15176"/>
                </a:lnTo>
                <a:lnTo>
                  <a:pt x="6397" y="15701"/>
                </a:lnTo>
                <a:lnTo>
                  <a:pt x="5449" y="16246"/>
                </a:lnTo>
                <a:lnTo>
                  <a:pt x="4521" y="16790"/>
                </a:lnTo>
                <a:lnTo>
                  <a:pt x="3612" y="17376"/>
                </a:lnTo>
                <a:lnTo>
                  <a:pt x="3209" y="17658"/>
                </a:lnTo>
                <a:lnTo>
                  <a:pt x="2765" y="17981"/>
                </a:lnTo>
                <a:lnTo>
                  <a:pt x="2341" y="18324"/>
                </a:lnTo>
                <a:lnTo>
                  <a:pt x="1917" y="18707"/>
                </a:lnTo>
                <a:lnTo>
                  <a:pt x="1514" y="19111"/>
                </a:lnTo>
                <a:lnTo>
                  <a:pt x="1312" y="19333"/>
                </a:lnTo>
                <a:lnTo>
                  <a:pt x="1130" y="19555"/>
                </a:lnTo>
                <a:lnTo>
                  <a:pt x="969" y="19797"/>
                </a:lnTo>
                <a:lnTo>
                  <a:pt x="807" y="20039"/>
                </a:lnTo>
                <a:lnTo>
                  <a:pt x="646" y="20302"/>
                </a:lnTo>
                <a:lnTo>
                  <a:pt x="505" y="20564"/>
                </a:lnTo>
                <a:lnTo>
                  <a:pt x="364" y="20907"/>
                </a:lnTo>
                <a:lnTo>
                  <a:pt x="222" y="21270"/>
                </a:lnTo>
                <a:lnTo>
                  <a:pt x="142" y="21654"/>
                </a:lnTo>
                <a:lnTo>
                  <a:pt x="61" y="22017"/>
                </a:lnTo>
                <a:lnTo>
                  <a:pt x="20" y="22400"/>
                </a:lnTo>
                <a:lnTo>
                  <a:pt x="0" y="22784"/>
                </a:lnTo>
                <a:lnTo>
                  <a:pt x="20" y="23167"/>
                </a:lnTo>
                <a:lnTo>
                  <a:pt x="61" y="23551"/>
                </a:lnTo>
                <a:lnTo>
                  <a:pt x="142" y="23914"/>
                </a:lnTo>
                <a:lnTo>
                  <a:pt x="242" y="24237"/>
                </a:lnTo>
                <a:lnTo>
                  <a:pt x="364" y="24499"/>
                </a:lnTo>
                <a:lnTo>
                  <a:pt x="505" y="24741"/>
                </a:lnTo>
                <a:lnTo>
                  <a:pt x="666" y="24923"/>
                </a:lnTo>
                <a:lnTo>
                  <a:pt x="848" y="25064"/>
                </a:lnTo>
                <a:lnTo>
                  <a:pt x="1050" y="25205"/>
                </a:lnTo>
                <a:lnTo>
                  <a:pt x="1251" y="25327"/>
                </a:lnTo>
                <a:lnTo>
                  <a:pt x="1494" y="25407"/>
                </a:lnTo>
                <a:lnTo>
                  <a:pt x="1736" y="25468"/>
                </a:lnTo>
                <a:lnTo>
                  <a:pt x="1978" y="25508"/>
                </a:lnTo>
                <a:lnTo>
                  <a:pt x="2260" y="25528"/>
                </a:lnTo>
                <a:lnTo>
                  <a:pt x="2563" y="25508"/>
                </a:lnTo>
                <a:lnTo>
                  <a:pt x="2866" y="25448"/>
                </a:lnTo>
                <a:lnTo>
                  <a:pt x="3169" y="25367"/>
                </a:lnTo>
                <a:lnTo>
                  <a:pt x="3451" y="25286"/>
                </a:lnTo>
                <a:lnTo>
                  <a:pt x="3713" y="25165"/>
                </a:lnTo>
                <a:lnTo>
                  <a:pt x="3976" y="25044"/>
                </a:lnTo>
                <a:lnTo>
                  <a:pt x="4218" y="24903"/>
                </a:lnTo>
                <a:lnTo>
                  <a:pt x="4642" y="24620"/>
                </a:lnTo>
                <a:lnTo>
                  <a:pt x="5106" y="24297"/>
                </a:lnTo>
                <a:lnTo>
                  <a:pt x="5550" y="23954"/>
                </a:lnTo>
                <a:lnTo>
                  <a:pt x="5994" y="23611"/>
                </a:lnTo>
                <a:lnTo>
                  <a:pt x="6418" y="23228"/>
                </a:lnTo>
                <a:lnTo>
                  <a:pt x="7245" y="22461"/>
                </a:lnTo>
                <a:lnTo>
                  <a:pt x="8052" y="21674"/>
                </a:lnTo>
                <a:lnTo>
                  <a:pt x="8859" y="20907"/>
                </a:lnTo>
                <a:lnTo>
                  <a:pt x="9687" y="20140"/>
                </a:lnTo>
                <a:lnTo>
                  <a:pt x="10110" y="19757"/>
                </a:lnTo>
                <a:lnTo>
                  <a:pt x="10554" y="19394"/>
                </a:lnTo>
                <a:lnTo>
                  <a:pt x="10998" y="19051"/>
                </a:lnTo>
                <a:lnTo>
                  <a:pt x="11463" y="18728"/>
                </a:lnTo>
                <a:lnTo>
                  <a:pt x="12128" y="18324"/>
                </a:lnTo>
                <a:lnTo>
                  <a:pt x="12815" y="17941"/>
                </a:lnTo>
                <a:lnTo>
                  <a:pt x="13521" y="17577"/>
                </a:lnTo>
                <a:lnTo>
                  <a:pt x="14207" y="17234"/>
                </a:lnTo>
                <a:lnTo>
                  <a:pt x="15337" y="16669"/>
                </a:lnTo>
                <a:lnTo>
                  <a:pt x="15902" y="16367"/>
                </a:lnTo>
                <a:lnTo>
                  <a:pt x="16447" y="16044"/>
                </a:lnTo>
                <a:lnTo>
                  <a:pt x="16972" y="15721"/>
                </a:lnTo>
                <a:lnTo>
                  <a:pt x="17476" y="15358"/>
                </a:lnTo>
                <a:lnTo>
                  <a:pt x="17981" y="14954"/>
                </a:lnTo>
                <a:lnTo>
                  <a:pt x="18203" y="14752"/>
                </a:lnTo>
                <a:lnTo>
                  <a:pt x="18425" y="14530"/>
                </a:lnTo>
                <a:lnTo>
                  <a:pt x="18667" y="14268"/>
                </a:lnTo>
                <a:lnTo>
                  <a:pt x="18909" y="13985"/>
                </a:lnTo>
                <a:lnTo>
                  <a:pt x="19131" y="13703"/>
                </a:lnTo>
                <a:lnTo>
                  <a:pt x="19333" y="13400"/>
                </a:lnTo>
                <a:lnTo>
                  <a:pt x="19535" y="13077"/>
                </a:lnTo>
                <a:lnTo>
                  <a:pt x="19736" y="12754"/>
                </a:lnTo>
                <a:lnTo>
                  <a:pt x="19918" y="12411"/>
                </a:lnTo>
                <a:lnTo>
                  <a:pt x="20100" y="12048"/>
                </a:lnTo>
                <a:lnTo>
                  <a:pt x="20261" y="11665"/>
                </a:lnTo>
                <a:lnTo>
                  <a:pt x="20402" y="11281"/>
                </a:lnTo>
                <a:lnTo>
                  <a:pt x="20544" y="10878"/>
                </a:lnTo>
                <a:lnTo>
                  <a:pt x="20685" y="10474"/>
                </a:lnTo>
                <a:lnTo>
                  <a:pt x="20806" y="10050"/>
                </a:lnTo>
                <a:lnTo>
                  <a:pt x="20927" y="9606"/>
                </a:lnTo>
                <a:lnTo>
                  <a:pt x="21028" y="9142"/>
                </a:lnTo>
                <a:lnTo>
                  <a:pt x="21109" y="8678"/>
                </a:lnTo>
                <a:lnTo>
                  <a:pt x="21189" y="8214"/>
                </a:lnTo>
                <a:lnTo>
                  <a:pt x="21250" y="7750"/>
                </a:lnTo>
                <a:lnTo>
                  <a:pt x="21310" y="7326"/>
                </a:lnTo>
                <a:lnTo>
                  <a:pt x="21331" y="6882"/>
                </a:lnTo>
                <a:lnTo>
                  <a:pt x="21351" y="6478"/>
                </a:lnTo>
                <a:lnTo>
                  <a:pt x="21351" y="6075"/>
                </a:lnTo>
                <a:lnTo>
                  <a:pt x="21351" y="5671"/>
                </a:lnTo>
                <a:lnTo>
                  <a:pt x="21331" y="5288"/>
                </a:lnTo>
                <a:lnTo>
                  <a:pt x="21270" y="4924"/>
                </a:lnTo>
                <a:lnTo>
                  <a:pt x="21230" y="4561"/>
                </a:lnTo>
                <a:lnTo>
                  <a:pt x="21149" y="4218"/>
                </a:lnTo>
                <a:lnTo>
                  <a:pt x="21068" y="3875"/>
                </a:lnTo>
                <a:lnTo>
                  <a:pt x="20967" y="3532"/>
                </a:lnTo>
                <a:lnTo>
                  <a:pt x="20846" y="3229"/>
                </a:lnTo>
                <a:lnTo>
                  <a:pt x="20705" y="2906"/>
                </a:lnTo>
                <a:lnTo>
                  <a:pt x="20564" y="2624"/>
                </a:lnTo>
                <a:lnTo>
                  <a:pt x="20362" y="2281"/>
                </a:lnTo>
                <a:lnTo>
                  <a:pt x="20140" y="1958"/>
                </a:lnTo>
                <a:lnTo>
                  <a:pt x="19898" y="1655"/>
                </a:lnTo>
                <a:lnTo>
                  <a:pt x="19615" y="1373"/>
                </a:lnTo>
                <a:lnTo>
                  <a:pt x="19333" y="1110"/>
                </a:lnTo>
                <a:lnTo>
                  <a:pt x="19010" y="868"/>
                </a:lnTo>
                <a:lnTo>
                  <a:pt x="18687" y="646"/>
                </a:lnTo>
                <a:lnTo>
                  <a:pt x="18344" y="465"/>
                </a:lnTo>
                <a:lnTo>
                  <a:pt x="17981" y="283"/>
                </a:lnTo>
                <a:lnTo>
                  <a:pt x="17597" y="162"/>
                </a:lnTo>
                <a:lnTo>
                  <a:pt x="17214" y="61"/>
                </a:lnTo>
                <a:lnTo>
                  <a:pt x="16851" y="21"/>
                </a:lnTo>
                <a:lnTo>
                  <a:pt x="16467" y="1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21" name="Google Shape;1921;p22"/>
          <p:cNvSpPr/>
          <p:nvPr/>
        </p:nvSpPr>
        <p:spPr>
          <a:xfrm flipH="1" rot="-3594086">
            <a:off x="640527" y="4532303"/>
            <a:ext cx="901524" cy="1104584"/>
          </a:xfrm>
          <a:custGeom>
            <a:rect b="b" l="l" r="r" t="t"/>
            <a:pathLst>
              <a:path extrusionOk="0" h="19757" w="16125">
                <a:moveTo>
                  <a:pt x="13945" y="81"/>
                </a:moveTo>
                <a:lnTo>
                  <a:pt x="14187" y="142"/>
                </a:lnTo>
                <a:lnTo>
                  <a:pt x="14449" y="222"/>
                </a:lnTo>
                <a:lnTo>
                  <a:pt x="14671" y="323"/>
                </a:lnTo>
                <a:lnTo>
                  <a:pt x="14893" y="464"/>
                </a:lnTo>
                <a:lnTo>
                  <a:pt x="15095" y="626"/>
                </a:lnTo>
                <a:lnTo>
                  <a:pt x="15277" y="807"/>
                </a:lnTo>
                <a:lnTo>
                  <a:pt x="15438" y="1009"/>
                </a:lnTo>
                <a:lnTo>
                  <a:pt x="15620" y="1332"/>
                </a:lnTo>
                <a:lnTo>
                  <a:pt x="15761" y="1655"/>
                </a:lnTo>
                <a:lnTo>
                  <a:pt x="15862" y="1998"/>
                </a:lnTo>
                <a:lnTo>
                  <a:pt x="15943" y="2341"/>
                </a:lnTo>
                <a:lnTo>
                  <a:pt x="16003" y="2704"/>
                </a:lnTo>
                <a:lnTo>
                  <a:pt x="16023" y="3068"/>
                </a:lnTo>
                <a:lnTo>
                  <a:pt x="16044" y="3431"/>
                </a:lnTo>
                <a:lnTo>
                  <a:pt x="16044" y="3814"/>
                </a:lnTo>
                <a:lnTo>
                  <a:pt x="16023" y="4319"/>
                </a:lnTo>
                <a:lnTo>
                  <a:pt x="16003" y="4803"/>
                </a:lnTo>
                <a:lnTo>
                  <a:pt x="15963" y="5287"/>
                </a:lnTo>
                <a:lnTo>
                  <a:pt x="15923" y="5731"/>
                </a:lnTo>
                <a:lnTo>
                  <a:pt x="15862" y="6175"/>
                </a:lnTo>
                <a:lnTo>
                  <a:pt x="15781" y="6599"/>
                </a:lnTo>
                <a:lnTo>
                  <a:pt x="15701" y="7003"/>
                </a:lnTo>
                <a:lnTo>
                  <a:pt x="15600" y="7386"/>
                </a:lnTo>
                <a:lnTo>
                  <a:pt x="15479" y="7749"/>
                </a:lnTo>
                <a:lnTo>
                  <a:pt x="15337" y="8113"/>
                </a:lnTo>
                <a:lnTo>
                  <a:pt x="15196" y="8436"/>
                </a:lnTo>
                <a:lnTo>
                  <a:pt x="15055" y="8758"/>
                </a:lnTo>
                <a:lnTo>
                  <a:pt x="14873" y="9081"/>
                </a:lnTo>
                <a:lnTo>
                  <a:pt x="14692" y="9364"/>
                </a:lnTo>
                <a:lnTo>
                  <a:pt x="14490" y="9646"/>
                </a:lnTo>
                <a:lnTo>
                  <a:pt x="14268" y="9909"/>
                </a:lnTo>
                <a:lnTo>
                  <a:pt x="14086" y="10131"/>
                </a:lnTo>
                <a:lnTo>
                  <a:pt x="13884" y="10332"/>
                </a:lnTo>
                <a:lnTo>
                  <a:pt x="13683" y="10514"/>
                </a:lnTo>
                <a:lnTo>
                  <a:pt x="13461" y="10716"/>
                </a:lnTo>
                <a:lnTo>
                  <a:pt x="13017" y="11059"/>
                </a:lnTo>
                <a:lnTo>
                  <a:pt x="12532" y="11362"/>
                </a:lnTo>
                <a:lnTo>
                  <a:pt x="12048" y="11664"/>
                </a:lnTo>
                <a:lnTo>
                  <a:pt x="11543" y="11947"/>
                </a:lnTo>
                <a:lnTo>
                  <a:pt x="10514" y="12451"/>
                </a:lnTo>
                <a:lnTo>
                  <a:pt x="9586" y="12915"/>
                </a:lnTo>
                <a:lnTo>
                  <a:pt x="9122" y="13178"/>
                </a:lnTo>
                <a:lnTo>
                  <a:pt x="8678" y="13420"/>
                </a:lnTo>
                <a:lnTo>
                  <a:pt x="8032" y="13844"/>
                </a:lnTo>
                <a:lnTo>
                  <a:pt x="7427" y="14288"/>
                </a:lnTo>
                <a:lnTo>
                  <a:pt x="6821" y="14752"/>
                </a:lnTo>
                <a:lnTo>
                  <a:pt x="6236" y="15236"/>
                </a:lnTo>
                <a:lnTo>
                  <a:pt x="5671" y="15761"/>
                </a:lnTo>
                <a:lnTo>
                  <a:pt x="5106" y="16265"/>
                </a:lnTo>
                <a:lnTo>
                  <a:pt x="4037" y="17335"/>
                </a:lnTo>
                <a:lnTo>
                  <a:pt x="3350" y="18001"/>
                </a:lnTo>
                <a:lnTo>
                  <a:pt x="2644" y="18667"/>
                </a:lnTo>
                <a:lnTo>
                  <a:pt x="2281" y="18990"/>
                </a:lnTo>
                <a:lnTo>
                  <a:pt x="2099" y="19151"/>
                </a:lnTo>
                <a:lnTo>
                  <a:pt x="1897" y="19292"/>
                </a:lnTo>
                <a:lnTo>
                  <a:pt x="1696" y="19413"/>
                </a:lnTo>
                <a:lnTo>
                  <a:pt x="1474" y="19514"/>
                </a:lnTo>
                <a:lnTo>
                  <a:pt x="1272" y="19595"/>
                </a:lnTo>
                <a:lnTo>
                  <a:pt x="1030" y="19656"/>
                </a:lnTo>
                <a:lnTo>
                  <a:pt x="808" y="19676"/>
                </a:lnTo>
                <a:lnTo>
                  <a:pt x="687" y="19656"/>
                </a:lnTo>
                <a:lnTo>
                  <a:pt x="566" y="19635"/>
                </a:lnTo>
                <a:lnTo>
                  <a:pt x="444" y="19595"/>
                </a:lnTo>
                <a:lnTo>
                  <a:pt x="344" y="19555"/>
                </a:lnTo>
                <a:lnTo>
                  <a:pt x="243" y="19474"/>
                </a:lnTo>
                <a:lnTo>
                  <a:pt x="162" y="19373"/>
                </a:lnTo>
                <a:lnTo>
                  <a:pt x="101" y="19232"/>
                </a:lnTo>
                <a:lnTo>
                  <a:pt x="81" y="19091"/>
                </a:lnTo>
                <a:lnTo>
                  <a:pt x="81" y="18929"/>
                </a:lnTo>
                <a:lnTo>
                  <a:pt x="122" y="18788"/>
                </a:lnTo>
                <a:lnTo>
                  <a:pt x="162" y="18667"/>
                </a:lnTo>
                <a:lnTo>
                  <a:pt x="222" y="18546"/>
                </a:lnTo>
                <a:lnTo>
                  <a:pt x="323" y="18364"/>
                </a:lnTo>
                <a:lnTo>
                  <a:pt x="444" y="18203"/>
                </a:lnTo>
                <a:lnTo>
                  <a:pt x="566" y="18021"/>
                </a:lnTo>
                <a:lnTo>
                  <a:pt x="868" y="17718"/>
                </a:lnTo>
                <a:lnTo>
                  <a:pt x="1171" y="17436"/>
                </a:lnTo>
                <a:lnTo>
                  <a:pt x="1494" y="17173"/>
                </a:lnTo>
                <a:lnTo>
                  <a:pt x="2220" y="16588"/>
                </a:lnTo>
                <a:lnTo>
                  <a:pt x="2987" y="16043"/>
                </a:lnTo>
                <a:lnTo>
                  <a:pt x="3754" y="15499"/>
                </a:lnTo>
                <a:lnTo>
                  <a:pt x="4521" y="14974"/>
                </a:lnTo>
                <a:lnTo>
                  <a:pt x="5308" y="14429"/>
                </a:lnTo>
                <a:lnTo>
                  <a:pt x="6075" y="13884"/>
                </a:lnTo>
                <a:lnTo>
                  <a:pt x="6862" y="13319"/>
                </a:lnTo>
                <a:lnTo>
                  <a:pt x="7608" y="12734"/>
                </a:lnTo>
                <a:lnTo>
                  <a:pt x="8153" y="12270"/>
                </a:lnTo>
                <a:lnTo>
                  <a:pt x="8436" y="12007"/>
                </a:lnTo>
                <a:lnTo>
                  <a:pt x="8718" y="11725"/>
                </a:lnTo>
                <a:lnTo>
                  <a:pt x="9001" y="11422"/>
                </a:lnTo>
                <a:lnTo>
                  <a:pt x="9283" y="11119"/>
                </a:lnTo>
                <a:lnTo>
                  <a:pt x="9546" y="10776"/>
                </a:lnTo>
                <a:lnTo>
                  <a:pt x="9788" y="10413"/>
                </a:lnTo>
                <a:lnTo>
                  <a:pt x="9949" y="10131"/>
                </a:lnTo>
                <a:lnTo>
                  <a:pt x="10111" y="9828"/>
                </a:lnTo>
                <a:lnTo>
                  <a:pt x="10252" y="9525"/>
                </a:lnTo>
                <a:lnTo>
                  <a:pt x="10393" y="9202"/>
                </a:lnTo>
                <a:lnTo>
                  <a:pt x="10494" y="8879"/>
                </a:lnTo>
                <a:lnTo>
                  <a:pt x="10615" y="8557"/>
                </a:lnTo>
                <a:lnTo>
                  <a:pt x="10777" y="7911"/>
                </a:lnTo>
                <a:lnTo>
                  <a:pt x="10938" y="7245"/>
                </a:lnTo>
                <a:lnTo>
                  <a:pt x="11039" y="6559"/>
                </a:lnTo>
                <a:lnTo>
                  <a:pt x="11241" y="5207"/>
                </a:lnTo>
                <a:lnTo>
                  <a:pt x="11342" y="4399"/>
                </a:lnTo>
                <a:lnTo>
                  <a:pt x="11463" y="3612"/>
                </a:lnTo>
                <a:lnTo>
                  <a:pt x="11604" y="2825"/>
                </a:lnTo>
                <a:lnTo>
                  <a:pt x="11685" y="2422"/>
                </a:lnTo>
                <a:lnTo>
                  <a:pt x="11786" y="2038"/>
                </a:lnTo>
                <a:lnTo>
                  <a:pt x="11866" y="1756"/>
                </a:lnTo>
                <a:lnTo>
                  <a:pt x="11987" y="1473"/>
                </a:lnTo>
                <a:lnTo>
                  <a:pt x="12109" y="1171"/>
                </a:lnTo>
                <a:lnTo>
                  <a:pt x="12250" y="888"/>
                </a:lnTo>
                <a:lnTo>
                  <a:pt x="12452" y="626"/>
                </a:lnTo>
                <a:lnTo>
                  <a:pt x="12552" y="525"/>
                </a:lnTo>
                <a:lnTo>
                  <a:pt x="12674" y="404"/>
                </a:lnTo>
                <a:lnTo>
                  <a:pt x="12795" y="323"/>
                </a:lnTo>
                <a:lnTo>
                  <a:pt x="12916" y="242"/>
                </a:lnTo>
                <a:lnTo>
                  <a:pt x="13077" y="182"/>
                </a:lnTo>
                <a:lnTo>
                  <a:pt x="13218" y="121"/>
                </a:lnTo>
                <a:lnTo>
                  <a:pt x="13461" y="81"/>
                </a:lnTo>
                <a:close/>
                <a:moveTo>
                  <a:pt x="13541" y="0"/>
                </a:moveTo>
                <a:lnTo>
                  <a:pt x="13380" y="20"/>
                </a:lnTo>
                <a:lnTo>
                  <a:pt x="13218" y="41"/>
                </a:lnTo>
                <a:lnTo>
                  <a:pt x="13037" y="101"/>
                </a:lnTo>
                <a:lnTo>
                  <a:pt x="12896" y="162"/>
                </a:lnTo>
                <a:lnTo>
                  <a:pt x="12754" y="242"/>
                </a:lnTo>
                <a:lnTo>
                  <a:pt x="12613" y="343"/>
                </a:lnTo>
                <a:lnTo>
                  <a:pt x="12492" y="464"/>
                </a:lnTo>
                <a:lnTo>
                  <a:pt x="12391" y="565"/>
                </a:lnTo>
                <a:lnTo>
                  <a:pt x="12189" y="848"/>
                </a:lnTo>
                <a:lnTo>
                  <a:pt x="12028" y="1130"/>
                </a:lnTo>
                <a:lnTo>
                  <a:pt x="11907" y="1433"/>
                </a:lnTo>
                <a:lnTo>
                  <a:pt x="11806" y="1736"/>
                </a:lnTo>
                <a:lnTo>
                  <a:pt x="11705" y="2018"/>
                </a:lnTo>
                <a:lnTo>
                  <a:pt x="11604" y="2402"/>
                </a:lnTo>
                <a:lnTo>
                  <a:pt x="11523" y="2805"/>
                </a:lnTo>
                <a:lnTo>
                  <a:pt x="11382" y="3592"/>
                </a:lnTo>
                <a:lnTo>
                  <a:pt x="11261" y="4399"/>
                </a:lnTo>
                <a:lnTo>
                  <a:pt x="11160" y="5187"/>
                </a:lnTo>
                <a:lnTo>
                  <a:pt x="10958" y="6539"/>
                </a:lnTo>
                <a:lnTo>
                  <a:pt x="10857" y="7225"/>
                </a:lnTo>
                <a:lnTo>
                  <a:pt x="10716" y="7870"/>
                </a:lnTo>
                <a:lnTo>
                  <a:pt x="10534" y="8536"/>
                </a:lnTo>
                <a:lnTo>
                  <a:pt x="10434" y="8859"/>
                </a:lnTo>
                <a:lnTo>
                  <a:pt x="10313" y="9162"/>
                </a:lnTo>
                <a:lnTo>
                  <a:pt x="10191" y="9485"/>
                </a:lnTo>
                <a:lnTo>
                  <a:pt x="10050" y="9788"/>
                </a:lnTo>
                <a:lnTo>
                  <a:pt x="9889" y="10090"/>
                </a:lnTo>
                <a:lnTo>
                  <a:pt x="9707" y="10373"/>
                </a:lnTo>
                <a:lnTo>
                  <a:pt x="9465" y="10736"/>
                </a:lnTo>
                <a:lnTo>
                  <a:pt x="9223" y="11059"/>
                </a:lnTo>
                <a:lnTo>
                  <a:pt x="8940" y="11382"/>
                </a:lnTo>
                <a:lnTo>
                  <a:pt x="8658" y="11664"/>
                </a:lnTo>
                <a:lnTo>
                  <a:pt x="8375" y="11947"/>
                </a:lnTo>
                <a:lnTo>
                  <a:pt x="8093" y="12209"/>
                </a:lnTo>
                <a:lnTo>
                  <a:pt x="7568" y="12653"/>
                </a:lnTo>
                <a:lnTo>
                  <a:pt x="6801" y="13259"/>
                </a:lnTo>
                <a:lnTo>
                  <a:pt x="6034" y="13824"/>
                </a:lnTo>
                <a:lnTo>
                  <a:pt x="5247" y="14368"/>
                </a:lnTo>
                <a:lnTo>
                  <a:pt x="4480" y="14913"/>
                </a:lnTo>
                <a:lnTo>
                  <a:pt x="3714" y="15438"/>
                </a:lnTo>
                <a:lnTo>
                  <a:pt x="2927" y="15983"/>
                </a:lnTo>
                <a:lnTo>
                  <a:pt x="2180" y="16528"/>
                </a:lnTo>
                <a:lnTo>
                  <a:pt x="1433" y="17113"/>
                </a:lnTo>
                <a:lnTo>
                  <a:pt x="1131" y="17375"/>
                </a:lnTo>
                <a:lnTo>
                  <a:pt x="808" y="17658"/>
                </a:lnTo>
                <a:lnTo>
                  <a:pt x="505" y="17981"/>
                </a:lnTo>
                <a:lnTo>
                  <a:pt x="384" y="18142"/>
                </a:lnTo>
                <a:lnTo>
                  <a:pt x="243" y="18324"/>
                </a:lnTo>
                <a:lnTo>
                  <a:pt x="142" y="18526"/>
                </a:lnTo>
                <a:lnTo>
                  <a:pt x="81" y="18667"/>
                </a:lnTo>
                <a:lnTo>
                  <a:pt x="21" y="18808"/>
                </a:lnTo>
                <a:lnTo>
                  <a:pt x="1" y="18949"/>
                </a:lnTo>
                <a:lnTo>
                  <a:pt x="1" y="19111"/>
                </a:lnTo>
                <a:lnTo>
                  <a:pt x="21" y="19272"/>
                </a:lnTo>
                <a:lnTo>
                  <a:pt x="101" y="19434"/>
                </a:lnTo>
                <a:lnTo>
                  <a:pt x="162" y="19514"/>
                </a:lnTo>
                <a:lnTo>
                  <a:pt x="243" y="19575"/>
                </a:lnTo>
                <a:lnTo>
                  <a:pt x="323" y="19635"/>
                </a:lnTo>
                <a:lnTo>
                  <a:pt x="424" y="19676"/>
                </a:lnTo>
                <a:lnTo>
                  <a:pt x="626" y="19736"/>
                </a:lnTo>
                <a:lnTo>
                  <a:pt x="828" y="19757"/>
                </a:lnTo>
                <a:lnTo>
                  <a:pt x="1050" y="19736"/>
                </a:lnTo>
                <a:lnTo>
                  <a:pt x="1292" y="19676"/>
                </a:lnTo>
                <a:lnTo>
                  <a:pt x="1514" y="19595"/>
                </a:lnTo>
                <a:lnTo>
                  <a:pt x="1736" y="19494"/>
                </a:lnTo>
                <a:lnTo>
                  <a:pt x="1938" y="19353"/>
                </a:lnTo>
                <a:lnTo>
                  <a:pt x="2140" y="19212"/>
                </a:lnTo>
                <a:lnTo>
                  <a:pt x="2341" y="19050"/>
                </a:lnTo>
                <a:lnTo>
                  <a:pt x="2705" y="18727"/>
                </a:lnTo>
                <a:lnTo>
                  <a:pt x="3411" y="18061"/>
                </a:lnTo>
                <a:lnTo>
                  <a:pt x="4077" y="17395"/>
                </a:lnTo>
                <a:lnTo>
                  <a:pt x="5167" y="16326"/>
                </a:lnTo>
                <a:lnTo>
                  <a:pt x="5732" y="15821"/>
                </a:lnTo>
                <a:lnTo>
                  <a:pt x="6297" y="15297"/>
                </a:lnTo>
                <a:lnTo>
                  <a:pt x="6862" y="14812"/>
                </a:lnTo>
                <a:lnTo>
                  <a:pt x="7467" y="14348"/>
                </a:lnTo>
                <a:lnTo>
                  <a:pt x="8093" y="13904"/>
                </a:lnTo>
                <a:lnTo>
                  <a:pt x="8718" y="13501"/>
                </a:lnTo>
                <a:lnTo>
                  <a:pt x="9162" y="13238"/>
                </a:lnTo>
                <a:lnTo>
                  <a:pt x="9626" y="12996"/>
                </a:lnTo>
                <a:lnTo>
                  <a:pt x="10555" y="12532"/>
                </a:lnTo>
                <a:lnTo>
                  <a:pt x="11584" y="12007"/>
                </a:lnTo>
                <a:lnTo>
                  <a:pt x="12088" y="11725"/>
                </a:lnTo>
                <a:lnTo>
                  <a:pt x="12573" y="11442"/>
                </a:lnTo>
                <a:lnTo>
                  <a:pt x="13057" y="11119"/>
                </a:lnTo>
                <a:lnTo>
                  <a:pt x="13521" y="10776"/>
                </a:lnTo>
                <a:lnTo>
                  <a:pt x="13743" y="10575"/>
                </a:lnTo>
                <a:lnTo>
                  <a:pt x="13945" y="10393"/>
                </a:lnTo>
                <a:lnTo>
                  <a:pt x="14147" y="10171"/>
                </a:lnTo>
                <a:lnTo>
                  <a:pt x="14328" y="9969"/>
                </a:lnTo>
                <a:lnTo>
                  <a:pt x="14550" y="9687"/>
                </a:lnTo>
                <a:lnTo>
                  <a:pt x="14752" y="9404"/>
                </a:lnTo>
                <a:lnTo>
                  <a:pt x="14934" y="9122"/>
                </a:lnTo>
                <a:lnTo>
                  <a:pt x="15115" y="8799"/>
                </a:lnTo>
                <a:lnTo>
                  <a:pt x="15277" y="8476"/>
                </a:lnTo>
                <a:lnTo>
                  <a:pt x="15418" y="8133"/>
                </a:lnTo>
                <a:lnTo>
                  <a:pt x="15559" y="7790"/>
                </a:lnTo>
                <a:lnTo>
                  <a:pt x="15660" y="7406"/>
                </a:lnTo>
                <a:lnTo>
                  <a:pt x="15761" y="7023"/>
                </a:lnTo>
                <a:lnTo>
                  <a:pt x="15862" y="6619"/>
                </a:lnTo>
                <a:lnTo>
                  <a:pt x="15943" y="6196"/>
                </a:lnTo>
                <a:lnTo>
                  <a:pt x="16003" y="5752"/>
                </a:lnTo>
                <a:lnTo>
                  <a:pt x="16044" y="5287"/>
                </a:lnTo>
                <a:lnTo>
                  <a:pt x="16084" y="4823"/>
                </a:lnTo>
                <a:lnTo>
                  <a:pt x="16104" y="4319"/>
                </a:lnTo>
                <a:lnTo>
                  <a:pt x="16124" y="3814"/>
                </a:lnTo>
                <a:lnTo>
                  <a:pt x="16124" y="3431"/>
                </a:lnTo>
                <a:lnTo>
                  <a:pt x="16104" y="3068"/>
                </a:lnTo>
                <a:lnTo>
                  <a:pt x="16084" y="2684"/>
                </a:lnTo>
                <a:lnTo>
                  <a:pt x="16023" y="2321"/>
                </a:lnTo>
                <a:lnTo>
                  <a:pt x="15943" y="1958"/>
                </a:lnTo>
                <a:lnTo>
                  <a:pt x="15842" y="1615"/>
                </a:lnTo>
                <a:lnTo>
                  <a:pt x="15701" y="1292"/>
                </a:lnTo>
                <a:lnTo>
                  <a:pt x="15519" y="969"/>
                </a:lnTo>
                <a:lnTo>
                  <a:pt x="15418" y="828"/>
                </a:lnTo>
                <a:lnTo>
                  <a:pt x="15297" y="707"/>
                </a:lnTo>
                <a:lnTo>
                  <a:pt x="15196" y="585"/>
                </a:lnTo>
                <a:lnTo>
                  <a:pt x="15055" y="485"/>
                </a:lnTo>
                <a:lnTo>
                  <a:pt x="14934" y="384"/>
                </a:lnTo>
                <a:lnTo>
                  <a:pt x="14792" y="303"/>
                </a:lnTo>
                <a:lnTo>
                  <a:pt x="14490" y="142"/>
                </a:lnTo>
                <a:lnTo>
                  <a:pt x="14187" y="61"/>
                </a:lnTo>
                <a:lnTo>
                  <a:pt x="14026" y="20"/>
                </a:lnTo>
                <a:lnTo>
                  <a:pt x="13864" y="0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22" name="Google Shape;1922;p22"/>
          <p:cNvSpPr/>
          <p:nvPr/>
        </p:nvSpPr>
        <p:spPr>
          <a:xfrm flipH="1" rot="-3594086">
            <a:off x="660066" y="5028769"/>
            <a:ext cx="130938" cy="390465"/>
          </a:xfrm>
          <a:custGeom>
            <a:rect b="b" l="l" r="r" t="t"/>
            <a:pathLst>
              <a:path extrusionOk="0" h="6984" w="2342">
                <a:moveTo>
                  <a:pt x="1494" y="82"/>
                </a:moveTo>
                <a:lnTo>
                  <a:pt x="1615" y="122"/>
                </a:lnTo>
                <a:lnTo>
                  <a:pt x="1716" y="162"/>
                </a:lnTo>
                <a:lnTo>
                  <a:pt x="1817" y="223"/>
                </a:lnTo>
                <a:lnTo>
                  <a:pt x="1897" y="304"/>
                </a:lnTo>
                <a:lnTo>
                  <a:pt x="1978" y="404"/>
                </a:lnTo>
                <a:lnTo>
                  <a:pt x="2039" y="485"/>
                </a:lnTo>
                <a:lnTo>
                  <a:pt x="2099" y="586"/>
                </a:lnTo>
                <a:lnTo>
                  <a:pt x="2160" y="707"/>
                </a:lnTo>
                <a:lnTo>
                  <a:pt x="2200" y="828"/>
                </a:lnTo>
                <a:lnTo>
                  <a:pt x="2240" y="1070"/>
                </a:lnTo>
                <a:lnTo>
                  <a:pt x="2261" y="1333"/>
                </a:lnTo>
                <a:lnTo>
                  <a:pt x="2261" y="1595"/>
                </a:lnTo>
                <a:lnTo>
                  <a:pt x="2240" y="2281"/>
                </a:lnTo>
                <a:lnTo>
                  <a:pt x="2180" y="2967"/>
                </a:lnTo>
                <a:lnTo>
                  <a:pt x="2059" y="3694"/>
                </a:lnTo>
                <a:lnTo>
                  <a:pt x="1897" y="4521"/>
                </a:lnTo>
                <a:lnTo>
                  <a:pt x="1837" y="4763"/>
                </a:lnTo>
                <a:lnTo>
                  <a:pt x="1776" y="5026"/>
                </a:lnTo>
                <a:lnTo>
                  <a:pt x="1675" y="5308"/>
                </a:lnTo>
                <a:lnTo>
                  <a:pt x="1554" y="5591"/>
                </a:lnTo>
                <a:lnTo>
                  <a:pt x="1413" y="5893"/>
                </a:lnTo>
                <a:lnTo>
                  <a:pt x="1231" y="6176"/>
                </a:lnTo>
                <a:lnTo>
                  <a:pt x="1030" y="6459"/>
                </a:lnTo>
                <a:lnTo>
                  <a:pt x="808" y="6741"/>
                </a:lnTo>
                <a:lnTo>
                  <a:pt x="707" y="6822"/>
                </a:lnTo>
                <a:lnTo>
                  <a:pt x="626" y="6862"/>
                </a:lnTo>
                <a:lnTo>
                  <a:pt x="566" y="6902"/>
                </a:lnTo>
                <a:lnTo>
                  <a:pt x="485" y="6882"/>
                </a:lnTo>
                <a:lnTo>
                  <a:pt x="444" y="6862"/>
                </a:lnTo>
                <a:lnTo>
                  <a:pt x="384" y="6822"/>
                </a:lnTo>
                <a:lnTo>
                  <a:pt x="303" y="6701"/>
                </a:lnTo>
                <a:lnTo>
                  <a:pt x="243" y="6539"/>
                </a:lnTo>
                <a:lnTo>
                  <a:pt x="182" y="6317"/>
                </a:lnTo>
                <a:lnTo>
                  <a:pt x="142" y="6055"/>
                </a:lnTo>
                <a:lnTo>
                  <a:pt x="101" y="5752"/>
                </a:lnTo>
                <a:lnTo>
                  <a:pt x="81" y="5086"/>
                </a:lnTo>
                <a:lnTo>
                  <a:pt x="81" y="4602"/>
                </a:lnTo>
                <a:lnTo>
                  <a:pt x="81" y="4097"/>
                </a:lnTo>
                <a:lnTo>
                  <a:pt x="101" y="3976"/>
                </a:lnTo>
                <a:lnTo>
                  <a:pt x="122" y="3310"/>
                </a:lnTo>
                <a:lnTo>
                  <a:pt x="162" y="2685"/>
                </a:lnTo>
                <a:lnTo>
                  <a:pt x="222" y="2100"/>
                </a:lnTo>
                <a:lnTo>
                  <a:pt x="283" y="1535"/>
                </a:lnTo>
                <a:lnTo>
                  <a:pt x="323" y="1353"/>
                </a:lnTo>
                <a:lnTo>
                  <a:pt x="384" y="1131"/>
                </a:lnTo>
                <a:lnTo>
                  <a:pt x="444" y="909"/>
                </a:lnTo>
                <a:lnTo>
                  <a:pt x="545" y="667"/>
                </a:lnTo>
                <a:lnTo>
                  <a:pt x="687" y="465"/>
                </a:lnTo>
                <a:lnTo>
                  <a:pt x="767" y="364"/>
                </a:lnTo>
                <a:lnTo>
                  <a:pt x="848" y="263"/>
                </a:lnTo>
                <a:lnTo>
                  <a:pt x="949" y="203"/>
                </a:lnTo>
                <a:lnTo>
                  <a:pt x="1070" y="142"/>
                </a:lnTo>
                <a:lnTo>
                  <a:pt x="1191" y="102"/>
                </a:lnTo>
                <a:lnTo>
                  <a:pt x="1312" y="82"/>
                </a:lnTo>
                <a:close/>
                <a:moveTo>
                  <a:pt x="1312" y="1"/>
                </a:moveTo>
                <a:lnTo>
                  <a:pt x="1171" y="21"/>
                </a:lnTo>
                <a:lnTo>
                  <a:pt x="1030" y="61"/>
                </a:lnTo>
                <a:lnTo>
                  <a:pt x="868" y="162"/>
                </a:lnTo>
                <a:lnTo>
                  <a:pt x="707" y="304"/>
                </a:lnTo>
                <a:lnTo>
                  <a:pt x="566" y="485"/>
                </a:lnTo>
                <a:lnTo>
                  <a:pt x="485" y="606"/>
                </a:lnTo>
                <a:lnTo>
                  <a:pt x="424" y="748"/>
                </a:lnTo>
                <a:lnTo>
                  <a:pt x="364" y="909"/>
                </a:lnTo>
                <a:lnTo>
                  <a:pt x="303" y="1091"/>
                </a:lnTo>
                <a:lnTo>
                  <a:pt x="263" y="1292"/>
                </a:lnTo>
                <a:lnTo>
                  <a:pt x="222" y="1514"/>
                </a:lnTo>
                <a:lnTo>
                  <a:pt x="142" y="2079"/>
                </a:lnTo>
                <a:lnTo>
                  <a:pt x="81" y="2685"/>
                </a:lnTo>
                <a:lnTo>
                  <a:pt x="41" y="3310"/>
                </a:lnTo>
                <a:lnTo>
                  <a:pt x="21" y="3976"/>
                </a:lnTo>
                <a:lnTo>
                  <a:pt x="1" y="4097"/>
                </a:lnTo>
                <a:lnTo>
                  <a:pt x="1" y="4602"/>
                </a:lnTo>
                <a:lnTo>
                  <a:pt x="1" y="5106"/>
                </a:lnTo>
                <a:lnTo>
                  <a:pt x="21" y="5752"/>
                </a:lnTo>
                <a:lnTo>
                  <a:pt x="61" y="6055"/>
                </a:lnTo>
                <a:lnTo>
                  <a:pt x="101" y="6337"/>
                </a:lnTo>
                <a:lnTo>
                  <a:pt x="142" y="6499"/>
                </a:lnTo>
                <a:lnTo>
                  <a:pt x="202" y="6680"/>
                </a:lnTo>
                <a:lnTo>
                  <a:pt x="263" y="6781"/>
                </a:lnTo>
                <a:lnTo>
                  <a:pt x="303" y="6862"/>
                </a:lnTo>
                <a:lnTo>
                  <a:pt x="384" y="6923"/>
                </a:lnTo>
                <a:lnTo>
                  <a:pt x="465" y="6963"/>
                </a:lnTo>
                <a:lnTo>
                  <a:pt x="525" y="6983"/>
                </a:lnTo>
                <a:lnTo>
                  <a:pt x="606" y="6963"/>
                </a:lnTo>
                <a:lnTo>
                  <a:pt x="687" y="6923"/>
                </a:lnTo>
                <a:lnTo>
                  <a:pt x="767" y="6882"/>
                </a:lnTo>
                <a:lnTo>
                  <a:pt x="868" y="6802"/>
                </a:lnTo>
                <a:lnTo>
                  <a:pt x="1090" y="6519"/>
                </a:lnTo>
                <a:lnTo>
                  <a:pt x="1292" y="6237"/>
                </a:lnTo>
                <a:lnTo>
                  <a:pt x="1474" y="5934"/>
                </a:lnTo>
                <a:lnTo>
                  <a:pt x="1615" y="5631"/>
                </a:lnTo>
                <a:lnTo>
                  <a:pt x="1736" y="5349"/>
                </a:lnTo>
                <a:lnTo>
                  <a:pt x="1837" y="5046"/>
                </a:lnTo>
                <a:lnTo>
                  <a:pt x="1918" y="4784"/>
                </a:lnTo>
                <a:lnTo>
                  <a:pt x="1978" y="4521"/>
                </a:lnTo>
                <a:lnTo>
                  <a:pt x="2140" y="3714"/>
                </a:lnTo>
                <a:lnTo>
                  <a:pt x="2261" y="2967"/>
                </a:lnTo>
                <a:lnTo>
                  <a:pt x="2321" y="2281"/>
                </a:lnTo>
                <a:lnTo>
                  <a:pt x="2341" y="1595"/>
                </a:lnTo>
                <a:lnTo>
                  <a:pt x="2341" y="1333"/>
                </a:lnTo>
                <a:lnTo>
                  <a:pt x="2321" y="1050"/>
                </a:lnTo>
                <a:lnTo>
                  <a:pt x="2261" y="788"/>
                </a:lnTo>
                <a:lnTo>
                  <a:pt x="2220" y="667"/>
                </a:lnTo>
                <a:lnTo>
                  <a:pt x="2180" y="546"/>
                </a:lnTo>
                <a:lnTo>
                  <a:pt x="2119" y="445"/>
                </a:lnTo>
                <a:lnTo>
                  <a:pt x="2039" y="324"/>
                </a:lnTo>
                <a:lnTo>
                  <a:pt x="1938" y="243"/>
                </a:lnTo>
                <a:lnTo>
                  <a:pt x="1837" y="142"/>
                </a:lnTo>
                <a:lnTo>
                  <a:pt x="1716" y="82"/>
                </a:lnTo>
                <a:lnTo>
                  <a:pt x="1595" y="21"/>
                </a:lnTo>
                <a:lnTo>
                  <a:pt x="1453" y="1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23" name="Google Shape;1923;p22"/>
          <p:cNvSpPr/>
          <p:nvPr/>
        </p:nvSpPr>
        <p:spPr>
          <a:xfrm flipH="1" rot="-3594086">
            <a:off x="703144" y="5178147"/>
            <a:ext cx="4584" cy="55349"/>
          </a:xfrm>
          <a:custGeom>
            <a:rect b="b" l="l" r="r" t="t"/>
            <a:pathLst>
              <a:path extrusionOk="0" h="990" w="82">
                <a:moveTo>
                  <a:pt x="1" y="0"/>
                </a:moveTo>
                <a:lnTo>
                  <a:pt x="1" y="989"/>
                </a:lnTo>
                <a:lnTo>
                  <a:pt x="81" y="989"/>
                </a:lnTo>
                <a:lnTo>
                  <a:pt x="81" y="0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24" name="Google Shape;1924;p22"/>
          <p:cNvSpPr/>
          <p:nvPr/>
        </p:nvSpPr>
        <p:spPr>
          <a:xfrm flipH="1" rot="-3594086">
            <a:off x="676997" y="5203733"/>
            <a:ext cx="55349" cy="4584"/>
          </a:xfrm>
          <a:custGeom>
            <a:rect b="b" l="l" r="r" t="t"/>
            <a:pathLst>
              <a:path extrusionOk="0" h="82" w="990">
                <a:moveTo>
                  <a:pt x="1" y="0"/>
                </a:moveTo>
                <a:lnTo>
                  <a:pt x="1" y="81"/>
                </a:lnTo>
                <a:lnTo>
                  <a:pt x="990" y="81"/>
                </a:lnTo>
                <a:lnTo>
                  <a:pt x="990" y="0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25" name="Google Shape;1925;p22"/>
          <p:cNvSpPr/>
          <p:nvPr/>
        </p:nvSpPr>
        <p:spPr>
          <a:xfrm flipH="1">
            <a:off x="1941584" y="4740621"/>
            <a:ext cx="100466" cy="100466"/>
          </a:xfrm>
          <a:custGeom>
            <a:rect b="b" l="l" r="r" t="t"/>
            <a:pathLst>
              <a:path extrusionOk="0" h="1797" w="1797">
                <a:moveTo>
                  <a:pt x="888" y="1"/>
                </a:moveTo>
                <a:lnTo>
                  <a:pt x="707" y="21"/>
                </a:lnTo>
                <a:lnTo>
                  <a:pt x="545" y="82"/>
                </a:lnTo>
                <a:lnTo>
                  <a:pt x="384" y="162"/>
                </a:lnTo>
                <a:lnTo>
                  <a:pt x="263" y="263"/>
                </a:lnTo>
                <a:lnTo>
                  <a:pt x="142" y="405"/>
                </a:lnTo>
                <a:lnTo>
                  <a:pt x="61" y="546"/>
                </a:lnTo>
                <a:lnTo>
                  <a:pt x="21" y="727"/>
                </a:lnTo>
                <a:lnTo>
                  <a:pt x="0" y="909"/>
                </a:lnTo>
                <a:lnTo>
                  <a:pt x="21" y="1091"/>
                </a:lnTo>
                <a:lnTo>
                  <a:pt x="61" y="1252"/>
                </a:lnTo>
                <a:lnTo>
                  <a:pt x="142" y="1414"/>
                </a:lnTo>
                <a:lnTo>
                  <a:pt x="263" y="1535"/>
                </a:lnTo>
                <a:lnTo>
                  <a:pt x="384" y="1656"/>
                </a:lnTo>
                <a:lnTo>
                  <a:pt x="545" y="1736"/>
                </a:lnTo>
                <a:lnTo>
                  <a:pt x="707" y="1797"/>
                </a:lnTo>
                <a:lnTo>
                  <a:pt x="1070" y="1797"/>
                </a:lnTo>
                <a:lnTo>
                  <a:pt x="1252" y="1736"/>
                </a:lnTo>
                <a:lnTo>
                  <a:pt x="1393" y="1656"/>
                </a:lnTo>
                <a:lnTo>
                  <a:pt x="1534" y="1535"/>
                </a:lnTo>
                <a:lnTo>
                  <a:pt x="1635" y="1414"/>
                </a:lnTo>
                <a:lnTo>
                  <a:pt x="1716" y="1252"/>
                </a:lnTo>
                <a:lnTo>
                  <a:pt x="1776" y="1091"/>
                </a:lnTo>
                <a:lnTo>
                  <a:pt x="1796" y="909"/>
                </a:lnTo>
                <a:lnTo>
                  <a:pt x="1776" y="727"/>
                </a:lnTo>
                <a:lnTo>
                  <a:pt x="1716" y="546"/>
                </a:lnTo>
                <a:lnTo>
                  <a:pt x="1635" y="405"/>
                </a:lnTo>
                <a:lnTo>
                  <a:pt x="1534" y="263"/>
                </a:lnTo>
                <a:lnTo>
                  <a:pt x="1393" y="162"/>
                </a:lnTo>
                <a:lnTo>
                  <a:pt x="1252" y="82"/>
                </a:lnTo>
                <a:lnTo>
                  <a:pt x="1070" y="21"/>
                </a:lnTo>
                <a:lnTo>
                  <a:pt x="888" y="1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26" name="Google Shape;1926;p22"/>
          <p:cNvSpPr/>
          <p:nvPr/>
        </p:nvSpPr>
        <p:spPr>
          <a:xfrm flipH="1">
            <a:off x="1331984" y="4893021"/>
            <a:ext cx="100466" cy="100466"/>
          </a:xfrm>
          <a:custGeom>
            <a:rect b="b" l="l" r="r" t="t"/>
            <a:pathLst>
              <a:path extrusionOk="0" h="1797" w="1797">
                <a:moveTo>
                  <a:pt x="888" y="1"/>
                </a:moveTo>
                <a:lnTo>
                  <a:pt x="707" y="21"/>
                </a:lnTo>
                <a:lnTo>
                  <a:pt x="545" y="82"/>
                </a:lnTo>
                <a:lnTo>
                  <a:pt x="384" y="162"/>
                </a:lnTo>
                <a:lnTo>
                  <a:pt x="263" y="263"/>
                </a:lnTo>
                <a:lnTo>
                  <a:pt x="142" y="405"/>
                </a:lnTo>
                <a:lnTo>
                  <a:pt x="61" y="546"/>
                </a:lnTo>
                <a:lnTo>
                  <a:pt x="21" y="727"/>
                </a:lnTo>
                <a:lnTo>
                  <a:pt x="0" y="909"/>
                </a:lnTo>
                <a:lnTo>
                  <a:pt x="21" y="1091"/>
                </a:lnTo>
                <a:lnTo>
                  <a:pt x="61" y="1252"/>
                </a:lnTo>
                <a:lnTo>
                  <a:pt x="142" y="1414"/>
                </a:lnTo>
                <a:lnTo>
                  <a:pt x="263" y="1535"/>
                </a:lnTo>
                <a:lnTo>
                  <a:pt x="384" y="1656"/>
                </a:lnTo>
                <a:lnTo>
                  <a:pt x="545" y="1736"/>
                </a:lnTo>
                <a:lnTo>
                  <a:pt x="707" y="1797"/>
                </a:lnTo>
                <a:lnTo>
                  <a:pt x="1070" y="1797"/>
                </a:lnTo>
                <a:lnTo>
                  <a:pt x="1252" y="1736"/>
                </a:lnTo>
                <a:lnTo>
                  <a:pt x="1393" y="1656"/>
                </a:lnTo>
                <a:lnTo>
                  <a:pt x="1534" y="1535"/>
                </a:lnTo>
                <a:lnTo>
                  <a:pt x="1635" y="1414"/>
                </a:lnTo>
                <a:lnTo>
                  <a:pt x="1716" y="1252"/>
                </a:lnTo>
                <a:lnTo>
                  <a:pt x="1776" y="1091"/>
                </a:lnTo>
                <a:lnTo>
                  <a:pt x="1796" y="909"/>
                </a:lnTo>
                <a:lnTo>
                  <a:pt x="1776" y="727"/>
                </a:lnTo>
                <a:lnTo>
                  <a:pt x="1716" y="546"/>
                </a:lnTo>
                <a:lnTo>
                  <a:pt x="1635" y="405"/>
                </a:lnTo>
                <a:lnTo>
                  <a:pt x="1534" y="263"/>
                </a:lnTo>
                <a:lnTo>
                  <a:pt x="1393" y="162"/>
                </a:lnTo>
                <a:lnTo>
                  <a:pt x="1252" y="82"/>
                </a:lnTo>
                <a:lnTo>
                  <a:pt x="1070" y="21"/>
                </a:lnTo>
                <a:lnTo>
                  <a:pt x="888" y="1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27" name="Google Shape;1927;p22"/>
          <p:cNvSpPr/>
          <p:nvPr/>
        </p:nvSpPr>
        <p:spPr>
          <a:xfrm flipH="1">
            <a:off x="321974" y="4816821"/>
            <a:ext cx="100466" cy="100466"/>
          </a:xfrm>
          <a:custGeom>
            <a:rect b="b" l="l" r="r" t="t"/>
            <a:pathLst>
              <a:path extrusionOk="0" h="1797" w="1797">
                <a:moveTo>
                  <a:pt x="888" y="1"/>
                </a:moveTo>
                <a:lnTo>
                  <a:pt x="707" y="21"/>
                </a:lnTo>
                <a:lnTo>
                  <a:pt x="545" y="82"/>
                </a:lnTo>
                <a:lnTo>
                  <a:pt x="384" y="162"/>
                </a:lnTo>
                <a:lnTo>
                  <a:pt x="263" y="263"/>
                </a:lnTo>
                <a:lnTo>
                  <a:pt x="142" y="405"/>
                </a:lnTo>
                <a:lnTo>
                  <a:pt x="61" y="546"/>
                </a:lnTo>
                <a:lnTo>
                  <a:pt x="21" y="727"/>
                </a:lnTo>
                <a:lnTo>
                  <a:pt x="0" y="909"/>
                </a:lnTo>
                <a:lnTo>
                  <a:pt x="21" y="1091"/>
                </a:lnTo>
                <a:lnTo>
                  <a:pt x="61" y="1252"/>
                </a:lnTo>
                <a:lnTo>
                  <a:pt x="142" y="1414"/>
                </a:lnTo>
                <a:lnTo>
                  <a:pt x="263" y="1535"/>
                </a:lnTo>
                <a:lnTo>
                  <a:pt x="384" y="1656"/>
                </a:lnTo>
                <a:lnTo>
                  <a:pt x="545" y="1736"/>
                </a:lnTo>
                <a:lnTo>
                  <a:pt x="707" y="1797"/>
                </a:lnTo>
                <a:lnTo>
                  <a:pt x="1070" y="1797"/>
                </a:lnTo>
                <a:lnTo>
                  <a:pt x="1252" y="1736"/>
                </a:lnTo>
                <a:lnTo>
                  <a:pt x="1393" y="1656"/>
                </a:lnTo>
                <a:lnTo>
                  <a:pt x="1534" y="1535"/>
                </a:lnTo>
                <a:lnTo>
                  <a:pt x="1635" y="1414"/>
                </a:lnTo>
                <a:lnTo>
                  <a:pt x="1716" y="1252"/>
                </a:lnTo>
                <a:lnTo>
                  <a:pt x="1776" y="1091"/>
                </a:lnTo>
                <a:lnTo>
                  <a:pt x="1796" y="909"/>
                </a:lnTo>
                <a:lnTo>
                  <a:pt x="1776" y="727"/>
                </a:lnTo>
                <a:lnTo>
                  <a:pt x="1716" y="546"/>
                </a:lnTo>
                <a:lnTo>
                  <a:pt x="1635" y="405"/>
                </a:lnTo>
                <a:lnTo>
                  <a:pt x="1534" y="263"/>
                </a:lnTo>
                <a:lnTo>
                  <a:pt x="1393" y="162"/>
                </a:lnTo>
                <a:lnTo>
                  <a:pt x="1252" y="82"/>
                </a:lnTo>
                <a:lnTo>
                  <a:pt x="1070" y="21"/>
                </a:lnTo>
                <a:lnTo>
                  <a:pt x="888" y="1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28" name="Google Shape;1928;p22"/>
          <p:cNvSpPr/>
          <p:nvPr/>
        </p:nvSpPr>
        <p:spPr>
          <a:xfrm flipH="1">
            <a:off x="7865774" y="321021"/>
            <a:ext cx="100466" cy="100466"/>
          </a:xfrm>
          <a:custGeom>
            <a:rect b="b" l="l" r="r" t="t"/>
            <a:pathLst>
              <a:path extrusionOk="0" h="1797" w="1797">
                <a:moveTo>
                  <a:pt x="888" y="1"/>
                </a:moveTo>
                <a:lnTo>
                  <a:pt x="707" y="21"/>
                </a:lnTo>
                <a:lnTo>
                  <a:pt x="545" y="82"/>
                </a:lnTo>
                <a:lnTo>
                  <a:pt x="384" y="162"/>
                </a:lnTo>
                <a:lnTo>
                  <a:pt x="263" y="263"/>
                </a:lnTo>
                <a:lnTo>
                  <a:pt x="142" y="405"/>
                </a:lnTo>
                <a:lnTo>
                  <a:pt x="61" y="546"/>
                </a:lnTo>
                <a:lnTo>
                  <a:pt x="21" y="727"/>
                </a:lnTo>
                <a:lnTo>
                  <a:pt x="0" y="909"/>
                </a:lnTo>
                <a:lnTo>
                  <a:pt x="21" y="1091"/>
                </a:lnTo>
                <a:lnTo>
                  <a:pt x="61" y="1252"/>
                </a:lnTo>
                <a:lnTo>
                  <a:pt x="142" y="1414"/>
                </a:lnTo>
                <a:lnTo>
                  <a:pt x="263" y="1535"/>
                </a:lnTo>
                <a:lnTo>
                  <a:pt x="384" y="1656"/>
                </a:lnTo>
                <a:lnTo>
                  <a:pt x="545" y="1736"/>
                </a:lnTo>
                <a:lnTo>
                  <a:pt x="707" y="1797"/>
                </a:lnTo>
                <a:lnTo>
                  <a:pt x="1070" y="1797"/>
                </a:lnTo>
                <a:lnTo>
                  <a:pt x="1252" y="1736"/>
                </a:lnTo>
                <a:lnTo>
                  <a:pt x="1393" y="1656"/>
                </a:lnTo>
                <a:lnTo>
                  <a:pt x="1534" y="1535"/>
                </a:lnTo>
                <a:lnTo>
                  <a:pt x="1635" y="1414"/>
                </a:lnTo>
                <a:lnTo>
                  <a:pt x="1716" y="1252"/>
                </a:lnTo>
                <a:lnTo>
                  <a:pt x="1776" y="1091"/>
                </a:lnTo>
                <a:lnTo>
                  <a:pt x="1796" y="909"/>
                </a:lnTo>
                <a:lnTo>
                  <a:pt x="1776" y="727"/>
                </a:lnTo>
                <a:lnTo>
                  <a:pt x="1716" y="546"/>
                </a:lnTo>
                <a:lnTo>
                  <a:pt x="1635" y="405"/>
                </a:lnTo>
                <a:lnTo>
                  <a:pt x="1534" y="263"/>
                </a:lnTo>
                <a:lnTo>
                  <a:pt x="1393" y="162"/>
                </a:lnTo>
                <a:lnTo>
                  <a:pt x="1252" y="82"/>
                </a:lnTo>
                <a:lnTo>
                  <a:pt x="1070" y="21"/>
                </a:lnTo>
                <a:lnTo>
                  <a:pt x="888" y="1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29" name="Google Shape;1929;p22"/>
          <p:cNvSpPr/>
          <p:nvPr/>
        </p:nvSpPr>
        <p:spPr>
          <a:xfrm flipH="1">
            <a:off x="8703974" y="92421"/>
            <a:ext cx="100466" cy="100466"/>
          </a:xfrm>
          <a:custGeom>
            <a:rect b="b" l="l" r="r" t="t"/>
            <a:pathLst>
              <a:path extrusionOk="0" h="1797" w="1797">
                <a:moveTo>
                  <a:pt x="888" y="1"/>
                </a:moveTo>
                <a:lnTo>
                  <a:pt x="707" y="21"/>
                </a:lnTo>
                <a:lnTo>
                  <a:pt x="545" y="82"/>
                </a:lnTo>
                <a:lnTo>
                  <a:pt x="384" y="162"/>
                </a:lnTo>
                <a:lnTo>
                  <a:pt x="263" y="263"/>
                </a:lnTo>
                <a:lnTo>
                  <a:pt x="142" y="405"/>
                </a:lnTo>
                <a:lnTo>
                  <a:pt x="61" y="546"/>
                </a:lnTo>
                <a:lnTo>
                  <a:pt x="21" y="727"/>
                </a:lnTo>
                <a:lnTo>
                  <a:pt x="0" y="909"/>
                </a:lnTo>
                <a:lnTo>
                  <a:pt x="21" y="1091"/>
                </a:lnTo>
                <a:lnTo>
                  <a:pt x="61" y="1252"/>
                </a:lnTo>
                <a:lnTo>
                  <a:pt x="142" y="1414"/>
                </a:lnTo>
                <a:lnTo>
                  <a:pt x="263" y="1535"/>
                </a:lnTo>
                <a:lnTo>
                  <a:pt x="384" y="1656"/>
                </a:lnTo>
                <a:lnTo>
                  <a:pt x="545" y="1736"/>
                </a:lnTo>
                <a:lnTo>
                  <a:pt x="707" y="1797"/>
                </a:lnTo>
                <a:lnTo>
                  <a:pt x="1070" y="1797"/>
                </a:lnTo>
                <a:lnTo>
                  <a:pt x="1252" y="1736"/>
                </a:lnTo>
                <a:lnTo>
                  <a:pt x="1393" y="1656"/>
                </a:lnTo>
                <a:lnTo>
                  <a:pt x="1534" y="1535"/>
                </a:lnTo>
                <a:lnTo>
                  <a:pt x="1635" y="1414"/>
                </a:lnTo>
                <a:lnTo>
                  <a:pt x="1716" y="1252"/>
                </a:lnTo>
                <a:lnTo>
                  <a:pt x="1776" y="1091"/>
                </a:lnTo>
                <a:lnTo>
                  <a:pt x="1796" y="909"/>
                </a:lnTo>
                <a:lnTo>
                  <a:pt x="1776" y="727"/>
                </a:lnTo>
                <a:lnTo>
                  <a:pt x="1716" y="546"/>
                </a:lnTo>
                <a:lnTo>
                  <a:pt x="1635" y="405"/>
                </a:lnTo>
                <a:lnTo>
                  <a:pt x="1534" y="263"/>
                </a:lnTo>
                <a:lnTo>
                  <a:pt x="1393" y="162"/>
                </a:lnTo>
                <a:lnTo>
                  <a:pt x="1252" y="82"/>
                </a:lnTo>
                <a:lnTo>
                  <a:pt x="1070" y="21"/>
                </a:lnTo>
                <a:lnTo>
                  <a:pt x="888" y="1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30" name="Google Shape;1930;p22"/>
          <p:cNvSpPr/>
          <p:nvPr/>
        </p:nvSpPr>
        <p:spPr>
          <a:xfrm flipH="1">
            <a:off x="3501050" y="4664415"/>
            <a:ext cx="631867" cy="441222"/>
          </a:xfrm>
          <a:custGeom>
            <a:rect b="b" l="l" r="r" t="t"/>
            <a:pathLst>
              <a:path extrusionOk="0" h="7892" w="11302">
                <a:moveTo>
                  <a:pt x="10030" y="82"/>
                </a:moveTo>
                <a:lnTo>
                  <a:pt x="10252" y="102"/>
                </a:lnTo>
                <a:lnTo>
                  <a:pt x="10494" y="142"/>
                </a:lnTo>
                <a:lnTo>
                  <a:pt x="10696" y="203"/>
                </a:lnTo>
                <a:lnTo>
                  <a:pt x="10797" y="243"/>
                </a:lnTo>
                <a:lnTo>
                  <a:pt x="10897" y="304"/>
                </a:lnTo>
                <a:lnTo>
                  <a:pt x="10978" y="364"/>
                </a:lnTo>
                <a:lnTo>
                  <a:pt x="11059" y="445"/>
                </a:lnTo>
                <a:lnTo>
                  <a:pt x="11119" y="526"/>
                </a:lnTo>
                <a:lnTo>
                  <a:pt x="11180" y="627"/>
                </a:lnTo>
                <a:lnTo>
                  <a:pt x="11220" y="727"/>
                </a:lnTo>
                <a:lnTo>
                  <a:pt x="11220" y="828"/>
                </a:lnTo>
                <a:lnTo>
                  <a:pt x="11220" y="949"/>
                </a:lnTo>
                <a:lnTo>
                  <a:pt x="11180" y="1050"/>
                </a:lnTo>
                <a:lnTo>
                  <a:pt x="11140" y="1131"/>
                </a:lnTo>
                <a:lnTo>
                  <a:pt x="11079" y="1192"/>
                </a:lnTo>
                <a:lnTo>
                  <a:pt x="11019" y="1252"/>
                </a:lnTo>
                <a:lnTo>
                  <a:pt x="10938" y="1313"/>
                </a:lnTo>
                <a:lnTo>
                  <a:pt x="10756" y="1393"/>
                </a:lnTo>
                <a:lnTo>
                  <a:pt x="10554" y="1474"/>
                </a:lnTo>
                <a:lnTo>
                  <a:pt x="10433" y="1535"/>
                </a:lnTo>
                <a:lnTo>
                  <a:pt x="10131" y="1676"/>
                </a:lnTo>
                <a:lnTo>
                  <a:pt x="9888" y="1858"/>
                </a:lnTo>
                <a:lnTo>
                  <a:pt x="9666" y="2039"/>
                </a:lnTo>
                <a:lnTo>
                  <a:pt x="9505" y="2261"/>
                </a:lnTo>
                <a:lnTo>
                  <a:pt x="9364" y="2503"/>
                </a:lnTo>
                <a:lnTo>
                  <a:pt x="9243" y="2745"/>
                </a:lnTo>
                <a:lnTo>
                  <a:pt x="9021" y="3290"/>
                </a:lnTo>
                <a:lnTo>
                  <a:pt x="8819" y="3795"/>
                </a:lnTo>
                <a:lnTo>
                  <a:pt x="8617" y="4239"/>
                </a:lnTo>
                <a:lnTo>
                  <a:pt x="8415" y="4663"/>
                </a:lnTo>
                <a:lnTo>
                  <a:pt x="8193" y="5046"/>
                </a:lnTo>
                <a:lnTo>
                  <a:pt x="7992" y="5389"/>
                </a:lnTo>
                <a:lnTo>
                  <a:pt x="7749" y="5712"/>
                </a:lnTo>
                <a:lnTo>
                  <a:pt x="7527" y="6015"/>
                </a:lnTo>
                <a:lnTo>
                  <a:pt x="7285" y="6277"/>
                </a:lnTo>
                <a:lnTo>
                  <a:pt x="7023" y="6519"/>
                </a:lnTo>
                <a:lnTo>
                  <a:pt x="6821" y="6701"/>
                </a:lnTo>
                <a:lnTo>
                  <a:pt x="6599" y="6862"/>
                </a:lnTo>
                <a:lnTo>
                  <a:pt x="6357" y="7024"/>
                </a:lnTo>
                <a:lnTo>
                  <a:pt x="6115" y="7165"/>
                </a:lnTo>
                <a:lnTo>
                  <a:pt x="5873" y="7286"/>
                </a:lnTo>
                <a:lnTo>
                  <a:pt x="5630" y="7407"/>
                </a:lnTo>
                <a:lnTo>
                  <a:pt x="5368" y="7508"/>
                </a:lnTo>
                <a:lnTo>
                  <a:pt x="5086" y="7589"/>
                </a:lnTo>
                <a:lnTo>
                  <a:pt x="4823" y="7669"/>
                </a:lnTo>
                <a:lnTo>
                  <a:pt x="4541" y="7730"/>
                </a:lnTo>
                <a:lnTo>
                  <a:pt x="4278" y="7770"/>
                </a:lnTo>
                <a:lnTo>
                  <a:pt x="3996" y="7790"/>
                </a:lnTo>
                <a:lnTo>
                  <a:pt x="3713" y="7811"/>
                </a:lnTo>
                <a:lnTo>
                  <a:pt x="3431" y="7811"/>
                </a:lnTo>
                <a:lnTo>
                  <a:pt x="3169" y="7790"/>
                </a:lnTo>
                <a:lnTo>
                  <a:pt x="2886" y="7750"/>
                </a:lnTo>
                <a:lnTo>
                  <a:pt x="2603" y="7690"/>
                </a:lnTo>
                <a:lnTo>
                  <a:pt x="2321" y="7629"/>
                </a:lnTo>
                <a:lnTo>
                  <a:pt x="2059" y="7528"/>
                </a:lnTo>
                <a:lnTo>
                  <a:pt x="1796" y="7427"/>
                </a:lnTo>
                <a:lnTo>
                  <a:pt x="1554" y="7306"/>
                </a:lnTo>
                <a:lnTo>
                  <a:pt x="1332" y="7165"/>
                </a:lnTo>
                <a:lnTo>
                  <a:pt x="1110" y="7024"/>
                </a:lnTo>
                <a:lnTo>
                  <a:pt x="908" y="6842"/>
                </a:lnTo>
                <a:lnTo>
                  <a:pt x="707" y="6640"/>
                </a:lnTo>
                <a:lnTo>
                  <a:pt x="545" y="6418"/>
                </a:lnTo>
                <a:lnTo>
                  <a:pt x="384" y="6176"/>
                </a:lnTo>
                <a:lnTo>
                  <a:pt x="263" y="5934"/>
                </a:lnTo>
                <a:lnTo>
                  <a:pt x="182" y="5692"/>
                </a:lnTo>
                <a:lnTo>
                  <a:pt x="101" y="5429"/>
                </a:lnTo>
                <a:lnTo>
                  <a:pt x="81" y="5167"/>
                </a:lnTo>
                <a:lnTo>
                  <a:pt x="81" y="4905"/>
                </a:lnTo>
                <a:lnTo>
                  <a:pt x="101" y="4663"/>
                </a:lnTo>
                <a:lnTo>
                  <a:pt x="142" y="4441"/>
                </a:lnTo>
                <a:lnTo>
                  <a:pt x="222" y="4239"/>
                </a:lnTo>
                <a:lnTo>
                  <a:pt x="303" y="4037"/>
                </a:lnTo>
                <a:lnTo>
                  <a:pt x="404" y="3835"/>
                </a:lnTo>
                <a:lnTo>
                  <a:pt x="525" y="3654"/>
                </a:lnTo>
                <a:lnTo>
                  <a:pt x="646" y="3472"/>
                </a:lnTo>
                <a:lnTo>
                  <a:pt x="787" y="3311"/>
                </a:lnTo>
                <a:lnTo>
                  <a:pt x="1090" y="3008"/>
                </a:lnTo>
                <a:lnTo>
                  <a:pt x="1393" y="2745"/>
                </a:lnTo>
                <a:lnTo>
                  <a:pt x="1695" y="2523"/>
                </a:lnTo>
                <a:lnTo>
                  <a:pt x="1978" y="2342"/>
                </a:lnTo>
                <a:lnTo>
                  <a:pt x="2361" y="2120"/>
                </a:lnTo>
                <a:lnTo>
                  <a:pt x="2745" y="1918"/>
                </a:lnTo>
                <a:lnTo>
                  <a:pt x="3128" y="1736"/>
                </a:lnTo>
                <a:lnTo>
                  <a:pt x="3532" y="1555"/>
                </a:lnTo>
                <a:lnTo>
                  <a:pt x="4319" y="1252"/>
                </a:lnTo>
                <a:lnTo>
                  <a:pt x="5106" y="990"/>
                </a:lnTo>
                <a:lnTo>
                  <a:pt x="6175" y="647"/>
                </a:lnTo>
                <a:lnTo>
                  <a:pt x="6740" y="505"/>
                </a:lnTo>
                <a:lnTo>
                  <a:pt x="7326" y="364"/>
                </a:lnTo>
                <a:lnTo>
                  <a:pt x="7911" y="243"/>
                </a:lnTo>
                <a:lnTo>
                  <a:pt x="8496" y="162"/>
                </a:lnTo>
                <a:lnTo>
                  <a:pt x="9101" y="102"/>
                </a:lnTo>
                <a:lnTo>
                  <a:pt x="9727" y="82"/>
                </a:lnTo>
                <a:close/>
                <a:moveTo>
                  <a:pt x="9384" y="1"/>
                </a:moveTo>
                <a:lnTo>
                  <a:pt x="8718" y="62"/>
                </a:lnTo>
                <a:lnTo>
                  <a:pt x="8092" y="142"/>
                </a:lnTo>
                <a:lnTo>
                  <a:pt x="7447" y="243"/>
                </a:lnTo>
                <a:lnTo>
                  <a:pt x="6841" y="384"/>
                </a:lnTo>
                <a:lnTo>
                  <a:pt x="6236" y="546"/>
                </a:lnTo>
                <a:lnTo>
                  <a:pt x="5651" y="727"/>
                </a:lnTo>
                <a:lnTo>
                  <a:pt x="5086" y="909"/>
                </a:lnTo>
                <a:lnTo>
                  <a:pt x="4299" y="1171"/>
                </a:lnTo>
                <a:lnTo>
                  <a:pt x="3491" y="1474"/>
                </a:lnTo>
                <a:lnTo>
                  <a:pt x="3108" y="1656"/>
                </a:lnTo>
                <a:lnTo>
                  <a:pt x="2704" y="1837"/>
                </a:lnTo>
                <a:lnTo>
                  <a:pt x="2321" y="2039"/>
                </a:lnTo>
                <a:lnTo>
                  <a:pt x="1938" y="2261"/>
                </a:lnTo>
                <a:lnTo>
                  <a:pt x="1655" y="2443"/>
                </a:lnTo>
                <a:lnTo>
                  <a:pt x="1352" y="2685"/>
                </a:lnTo>
                <a:lnTo>
                  <a:pt x="1029" y="2947"/>
                </a:lnTo>
                <a:lnTo>
                  <a:pt x="727" y="3250"/>
                </a:lnTo>
                <a:lnTo>
                  <a:pt x="585" y="3432"/>
                </a:lnTo>
                <a:lnTo>
                  <a:pt x="464" y="3613"/>
                </a:lnTo>
                <a:lnTo>
                  <a:pt x="343" y="3795"/>
                </a:lnTo>
                <a:lnTo>
                  <a:pt x="222" y="3997"/>
                </a:lnTo>
                <a:lnTo>
                  <a:pt x="142" y="4219"/>
                </a:lnTo>
                <a:lnTo>
                  <a:pt x="61" y="4441"/>
                </a:lnTo>
                <a:lnTo>
                  <a:pt x="20" y="4663"/>
                </a:lnTo>
                <a:lnTo>
                  <a:pt x="0" y="4905"/>
                </a:lnTo>
                <a:lnTo>
                  <a:pt x="0" y="5167"/>
                </a:lnTo>
                <a:lnTo>
                  <a:pt x="20" y="5429"/>
                </a:lnTo>
                <a:lnTo>
                  <a:pt x="101" y="5712"/>
                </a:lnTo>
                <a:lnTo>
                  <a:pt x="202" y="5974"/>
                </a:lnTo>
                <a:lnTo>
                  <a:pt x="323" y="6216"/>
                </a:lnTo>
                <a:lnTo>
                  <a:pt x="485" y="6459"/>
                </a:lnTo>
                <a:lnTo>
                  <a:pt x="646" y="6701"/>
                </a:lnTo>
                <a:lnTo>
                  <a:pt x="868" y="6903"/>
                </a:lnTo>
                <a:lnTo>
                  <a:pt x="1070" y="7084"/>
                </a:lnTo>
                <a:lnTo>
                  <a:pt x="1272" y="7225"/>
                </a:lnTo>
                <a:lnTo>
                  <a:pt x="1514" y="7367"/>
                </a:lnTo>
                <a:lnTo>
                  <a:pt x="1756" y="7488"/>
                </a:lnTo>
                <a:lnTo>
                  <a:pt x="2018" y="7609"/>
                </a:lnTo>
                <a:lnTo>
                  <a:pt x="2301" y="7690"/>
                </a:lnTo>
                <a:lnTo>
                  <a:pt x="2583" y="7770"/>
                </a:lnTo>
                <a:lnTo>
                  <a:pt x="2886" y="7831"/>
                </a:lnTo>
                <a:lnTo>
                  <a:pt x="3269" y="7871"/>
                </a:lnTo>
                <a:lnTo>
                  <a:pt x="3673" y="7891"/>
                </a:lnTo>
                <a:lnTo>
                  <a:pt x="4137" y="7871"/>
                </a:lnTo>
                <a:lnTo>
                  <a:pt x="4601" y="7811"/>
                </a:lnTo>
                <a:lnTo>
                  <a:pt x="5045" y="7710"/>
                </a:lnTo>
                <a:lnTo>
                  <a:pt x="5489" y="7548"/>
                </a:lnTo>
                <a:lnTo>
                  <a:pt x="5913" y="7367"/>
                </a:lnTo>
                <a:lnTo>
                  <a:pt x="6337" y="7145"/>
                </a:lnTo>
                <a:lnTo>
                  <a:pt x="6720" y="6882"/>
                </a:lnTo>
                <a:lnTo>
                  <a:pt x="7083" y="6580"/>
                </a:lnTo>
                <a:lnTo>
                  <a:pt x="7346" y="6338"/>
                </a:lnTo>
                <a:lnTo>
                  <a:pt x="7588" y="6055"/>
                </a:lnTo>
                <a:lnTo>
                  <a:pt x="7830" y="5752"/>
                </a:lnTo>
                <a:lnTo>
                  <a:pt x="8052" y="5429"/>
                </a:lnTo>
                <a:lnTo>
                  <a:pt x="8274" y="5086"/>
                </a:lnTo>
                <a:lnTo>
                  <a:pt x="8476" y="4703"/>
                </a:lnTo>
                <a:lnTo>
                  <a:pt x="8698" y="4279"/>
                </a:lnTo>
                <a:lnTo>
                  <a:pt x="8900" y="3815"/>
                </a:lnTo>
                <a:lnTo>
                  <a:pt x="9101" y="3311"/>
                </a:lnTo>
                <a:lnTo>
                  <a:pt x="9303" y="2786"/>
                </a:lnTo>
                <a:lnTo>
                  <a:pt x="9424" y="2544"/>
                </a:lnTo>
                <a:lnTo>
                  <a:pt x="9566" y="2322"/>
                </a:lnTo>
                <a:lnTo>
                  <a:pt x="9727" y="2100"/>
                </a:lnTo>
                <a:lnTo>
                  <a:pt x="9929" y="1918"/>
                </a:lnTo>
                <a:lnTo>
                  <a:pt x="10171" y="1757"/>
                </a:lnTo>
                <a:lnTo>
                  <a:pt x="10454" y="1615"/>
                </a:lnTo>
                <a:lnTo>
                  <a:pt x="10595" y="1555"/>
                </a:lnTo>
                <a:lnTo>
                  <a:pt x="10797" y="1474"/>
                </a:lnTo>
                <a:lnTo>
                  <a:pt x="10978" y="1373"/>
                </a:lnTo>
                <a:lnTo>
                  <a:pt x="11059" y="1313"/>
                </a:lnTo>
                <a:lnTo>
                  <a:pt x="11140" y="1252"/>
                </a:lnTo>
                <a:lnTo>
                  <a:pt x="11200" y="1171"/>
                </a:lnTo>
                <a:lnTo>
                  <a:pt x="11261" y="1071"/>
                </a:lnTo>
                <a:lnTo>
                  <a:pt x="11301" y="970"/>
                </a:lnTo>
                <a:lnTo>
                  <a:pt x="11301" y="849"/>
                </a:lnTo>
                <a:lnTo>
                  <a:pt x="11301" y="727"/>
                </a:lnTo>
                <a:lnTo>
                  <a:pt x="11261" y="606"/>
                </a:lnTo>
                <a:lnTo>
                  <a:pt x="11200" y="485"/>
                </a:lnTo>
                <a:lnTo>
                  <a:pt x="11119" y="384"/>
                </a:lnTo>
                <a:lnTo>
                  <a:pt x="11039" y="304"/>
                </a:lnTo>
                <a:lnTo>
                  <a:pt x="10938" y="223"/>
                </a:lnTo>
                <a:lnTo>
                  <a:pt x="10837" y="162"/>
                </a:lnTo>
                <a:lnTo>
                  <a:pt x="10736" y="122"/>
                </a:lnTo>
                <a:lnTo>
                  <a:pt x="10514" y="62"/>
                </a:lnTo>
                <a:lnTo>
                  <a:pt x="10272" y="21"/>
                </a:lnTo>
                <a:lnTo>
                  <a:pt x="10030" y="1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31" name="Google Shape;1931;p22"/>
          <p:cNvSpPr/>
          <p:nvPr/>
        </p:nvSpPr>
        <p:spPr>
          <a:xfrm flipH="1">
            <a:off x="3645460" y="4733236"/>
            <a:ext cx="415281" cy="285520"/>
          </a:xfrm>
          <a:custGeom>
            <a:rect b="b" l="l" r="r" t="t"/>
            <a:pathLst>
              <a:path extrusionOk="0" h="5107" w="7428">
                <a:moveTo>
                  <a:pt x="7124" y="82"/>
                </a:moveTo>
                <a:lnTo>
                  <a:pt x="7205" y="102"/>
                </a:lnTo>
                <a:lnTo>
                  <a:pt x="7286" y="142"/>
                </a:lnTo>
                <a:lnTo>
                  <a:pt x="7326" y="223"/>
                </a:lnTo>
                <a:lnTo>
                  <a:pt x="7346" y="344"/>
                </a:lnTo>
                <a:lnTo>
                  <a:pt x="7346" y="485"/>
                </a:lnTo>
                <a:lnTo>
                  <a:pt x="7306" y="647"/>
                </a:lnTo>
                <a:lnTo>
                  <a:pt x="7225" y="808"/>
                </a:lnTo>
                <a:lnTo>
                  <a:pt x="7064" y="1212"/>
                </a:lnTo>
                <a:lnTo>
                  <a:pt x="6842" y="1615"/>
                </a:lnTo>
                <a:lnTo>
                  <a:pt x="6600" y="1999"/>
                </a:lnTo>
                <a:lnTo>
                  <a:pt x="6357" y="2362"/>
                </a:lnTo>
                <a:lnTo>
                  <a:pt x="6055" y="2786"/>
                </a:lnTo>
                <a:lnTo>
                  <a:pt x="5732" y="3149"/>
                </a:lnTo>
                <a:lnTo>
                  <a:pt x="5389" y="3472"/>
                </a:lnTo>
                <a:lnTo>
                  <a:pt x="5026" y="3775"/>
                </a:lnTo>
                <a:lnTo>
                  <a:pt x="4642" y="4037"/>
                </a:lnTo>
                <a:lnTo>
                  <a:pt x="4259" y="4279"/>
                </a:lnTo>
                <a:lnTo>
                  <a:pt x="3835" y="4501"/>
                </a:lnTo>
                <a:lnTo>
                  <a:pt x="3411" y="4683"/>
                </a:lnTo>
                <a:lnTo>
                  <a:pt x="2987" y="4824"/>
                </a:lnTo>
                <a:lnTo>
                  <a:pt x="2745" y="4905"/>
                </a:lnTo>
                <a:lnTo>
                  <a:pt x="2463" y="4965"/>
                </a:lnTo>
                <a:lnTo>
                  <a:pt x="2160" y="5006"/>
                </a:lnTo>
                <a:lnTo>
                  <a:pt x="1837" y="5026"/>
                </a:lnTo>
                <a:lnTo>
                  <a:pt x="1514" y="5006"/>
                </a:lnTo>
                <a:lnTo>
                  <a:pt x="1353" y="4965"/>
                </a:lnTo>
                <a:lnTo>
                  <a:pt x="1171" y="4945"/>
                </a:lnTo>
                <a:lnTo>
                  <a:pt x="1010" y="4885"/>
                </a:lnTo>
                <a:lnTo>
                  <a:pt x="848" y="4824"/>
                </a:lnTo>
                <a:lnTo>
                  <a:pt x="707" y="4743"/>
                </a:lnTo>
                <a:lnTo>
                  <a:pt x="546" y="4642"/>
                </a:lnTo>
                <a:lnTo>
                  <a:pt x="445" y="4562"/>
                </a:lnTo>
                <a:lnTo>
                  <a:pt x="364" y="4461"/>
                </a:lnTo>
                <a:lnTo>
                  <a:pt x="283" y="4380"/>
                </a:lnTo>
                <a:lnTo>
                  <a:pt x="203" y="4279"/>
                </a:lnTo>
                <a:lnTo>
                  <a:pt x="162" y="4178"/>
                </a:lnTo>
                <a:lnTo>
                  <a:pt x="122" y="4057"/>
                </a:lnTo>
                <a:lnTo>
                  <a:pt x="81" y="3956"/>
                </a:lnTo>
                <a:lnTo>
                  <a:pt x="81" y="3855"/>
                </a:lnTo>
                <a:lnTo>
                  <a:pt x="81" y="3654"/>
                </a:lnTo>
                <a:lnTo>
                  <a:pt x="142" y="3492"/>
                </a:lnTo>
                <a:lnTo>
                  <a:pt x="243" y="3331"/>
                </a:lnTo>
                <a:lnTo>
                  <a:pt x="364" y="3169"/>
                </a:lnTo>
                <a:lnTo>
                  <a:pt x="505" y="3028"/>
                </a:lnTo>
                <a:lnTo>
                  <a:pt x="647" y="2907"/>
                </a:lnTo>
                <a:lnTo>
                  <a:pt x="949" y="2685"/>
                </a:lnTo>
                <a:lnTo>
                  <a:pt x="1656" y="2261"/>
                </a:lnTo>
                <a:lnTo>
                  <a:pt x="2362" y="1858"/>
                </a:lnTo>
                <a:lnTo>
                  <a:pt x="3088" y="1474"/>
                </a:lnTo>
                <a:lnTo>
                  <a:pt x="3835" y="1131"/>
                </a:lnTo>
                <a:lnTo>
                  <a:pt x="4602" y="828"/>
                </a:lnTo>
                <a:lnTo>
                  <a:pt x="5369" y="566"/>
                </a:lnTo>
                <a:lnTo>
                  <a:pt x="6156" y="324"/>
                </a:lnTo>
                <a:lnTo>
                  <a:pt x="6943" y="122"/>
                </a:lnTo>
                <a:lnTo>
                  <a:pt x="7044" y="102"/>
                </a:lnTo>
                <a:lnTo>
                  <a:pt x="7124" y="82"/>
                </a:lnTo>
                <a:close/>
                <a:moveTo>
                  <a:pt x="7145" y="1"/>
                </a:moveTo>
                <a:lnTo>
                  <a:pt x="7084" y="21"/>
                </a:lnTo>
                <a:lnTo>
                  <a:pt x="6923" y="41"/>
                </a:lnTo>
                <a:lnTo>
                  <a:pt x="6136" y="243"/>
                </a:lnTo>
                <a:lnTo>
                  <a:pt x="5348" y="485"/>
                </a:lnTo>
                <a:lnTo>
                  <a:pt x="4561" y="768"/>
                </a:lnTo>
                <a:lnTo>
                  <a:pt x="3795" y="1071"/>
                </a:lnTo>
                <a:lnTo>
                  <a:pt x="3048" y="1414"/>
                </a:lnTo>
                <a:lnTo>
                  <a:pt x="2321" y="1777"/>
                </a:lnTo>
                <a:lnTo>
                  <a:pt x="1595" y="2180"/>
                </a:lnTo>
                <a:lnTo>
                  <a:pt x="909" y="2624"/>
                </a:lnTo>
                <a:lnTo>
                  <a:pt x="586" y="2846"/>
                </a:lnTo>
                <a:lnTo>
                  <a:pt x="445" y="2988"/>
                </a:lnTo>
                <a:lnTo>
                  <a:pt x="283" y="3129"/>
                </a:lnTo>
                <a:lnTo>
                  <a:pt x="162" y="3290"/>
                </a:lnTo>
                <a:lnTo>
                  <a:pt x="81" y="3472"/>
                </a:lnTo>
                <a:lnTo>
                  <a:pt x="21" y="3654"/>
                </a:lnTo>
                <a:lnTo>
                  <a:pt x="1" y="3754"/>
                </a:lnTo>
                <a:lnTo>
                  <a:pt x="1" y="3855"/>
                </a:lnTo>
                <a:lnTo>
                  <a:pt x="1" y="3976"/>
                </a:lnTo>
                <a:lnTo>
                  <a:pt x="41" y="4077"/>
                </a:lnTo>
                <a:lnTo>
                  <a:pt x="81" y="4198"/>
                </a:lnTo>
                <a:lnTo>
                  <a:pt x="142" y="4320"/>
                </a:lnTo>
                <a:lnTo>
                  <a:pt x="203" y="4420"/>
                </a:lnTo>
                <a:lnTo>
                  <a:pt x="303" y="4521"/>
                </a:lnTo>
                <a:lnTo>
                  <a:pt x="384" y="4622"/>
                </a:lnTo>
                <a:lnTo>
                  <a:pt x="505" y="4703"/>
                </a:lnTo>
                <a:lnTo>
                  <a:pt x="667" y="4804"/>
                </a:lnTo>
                <a:lnTo>
                  <a:pt x="808" y="4885"/>
                </a:lnTo>
                <a:lnTo>
                  <a:pt x="990" y="4965"/>
                </a:lnTo>
                <a:lnTo>
                  <a:pt x="1151" y="5006"/>
                </a:lnTo>
                <a:lnTo>
                  <a:pt x="1312" y="5046"/>
                </a:lnTo>
                <a:lnTo>
                  <a:pt x="1494" y="5086"/>
                </a:lnTo>
                <a:lnTo>
                  <a:pt x="1837" y="5107"/>
                </a:lnTo>
                <a:lnTo>
                  <a:pt x="2160" y="5086"/>
                </a:lnTo>
                <a:lnTo>
                  <a:pt x="2483" y="5046"/>
                </a:lnTo>
                <a:lnTo>
                  <a:pt x="2765" y="4985"/>
                </a:lnTo>
                <a:lnTo>
                  <a:pt x="3008" y="4905"/>
                </a:lnTo>
                <a:lnTo>
                  <a:pt x="3452" y="4763"/>
                </a:lnTo>
                <a:lnTo>
                  <a:pt x="3875" y="4582"/>
                </a:lnTo>
                <a:lnTo>
                  <a:pt x="4299" y="4360"/>
                </a:lnTo>
                <a:lnTo>
                  <a:pt x="4703" y="4118"/>
                </a:lnTo>
                <a:lnTo>
                  <a:pt x="5086" y="3835"/>
                </a:lnTo>
                <a:lnTo>
                  <a:pt x="5449" y="3532"/>
                </a:lnTo>
                <a:lnTo>
                  <a:pt x="5792" y="3189"/>
                </a:lnTo>
                <a:lnTo>
                  <a:pt x="6115" y="2846"/>
                </a:lnTo>
                <a:lnTo>
                  <a:pt x="6398" y="2443"/>
                </a:lnTo>
                <a:lnTo>
                  <a:pt x="6640" y="2080"/>
                </a:lnTo>
                <a:lnTo>
                  <a:pt x="6882" y="1676"/>
                </a:lnTo>
                <a:lnTo>
                  <a:pt x="7124" y="1252"/>
                </a:lnTo>
                <a:lnTo>
                  <a:pt x="7306" y="849"/>
                </a:lnTo>
                <a:lnTo>
                  <a:pt x="7366" y="667"/>
                </a:lnTo>
                <a:lnTo>
                  <a:pt x="7407" y="485"/>
                </a:lnTo>
                <a:lnTo>
                  <a:pt x="7427" y="324"/>
                </a:lnTo>
                <a:lnTo>
                  <a:pt x="7407" y="203"/>
                </a:lnTo>
                <a:lnTo>
                  <a:pt x="7387" y="142"/>
                </a:lnTo>
                <a:lnTo>
                  <a:pt x="7346" y="82"/>
                </a:lnTo>
                <a:lnTo>
                  <a:pt x="7286" y="41"/>
                </a:lnTo>
                <a:lnTo>
                  <a:pt x="7225" y="21"/>
                </a:lnTo>
                <a:lnTo>
                  <a:pt x="7145" y="1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32" name="Google Shape;1932;p22"/>
          <p:cNvSpPr/>
          <p:nvPr/>
        </p:nvSpPr>
        <p:spPr>
          <a:xfrm flipH="1">
            <a:off x="3789927" y="4842700"/>
            <a:ext cx="166996" cy="99348"/>
          </a:xfrm>
          <a:custGeom>
            <a:rect b="b" l="l" r="r" t="t"/>
            <a:pathLst>
              <a:path extrusionOk="0" h="1777" w="2987">
                <a:moveTo>
                  <a:pt x="2240" y="81"/>
                </a:moveTo>
                <a:lnTo>
                  <a:pt x="2442" y="101"/>
                </a:lnTo>
                <a:lnTo>
                  <a:pt x="2644" y="122"/>
                </a:lnTo>
                <a:lnTo>
                  <a:pt x="2745" y="162"/>
                </a:lnTo>
                <a:lnTo>
                  <a:pt x="2805" y="182"/>
                </a:lnTo>
                <a:lnTo>
                  <a:pt x="2866" y="243"/>
                </a:lnTo>
                <a:lnTo>
                  <a:pt x="2906" y="283"/>
                </a:lnTo>
                <a:lnTo>
                  <a:pt x="2906" y="364"/>
                </a:lnTo>
                <a:lnTo>
                  <a:pt x="2906" y="444"/>
                </a:lnTo>
                <a:lnTo>
                  <a:pt x="2846" y="525"/>
                </a:lnTo>
                <a:lnTo>
                  <a:pt x="2765" y="626"/>
                </a:lnTo>
                <a:lnTo>
                  <a:pt x="2543" y="868"/>
                </a:lnTo>
                <a:lnTo>
                  <a:pt x="2281" y="1070"/>
                </a:lnTo>
                <a:lnTo>
                  <a:pt x="1998" y="1252"/>
                </a:lnTo>
                <a:lnTo>
                  <a:pt x="1716" y="1413"/>
                </a:lnTo>
                <a:lnTo>
                  <a:pt x="1393" y="1534"/>
                </a:lnTo>
                <a:lnTo>
                  <a:pt x="1090" y="1615"/>
                </a:lnTo>
                <a:lnTo>
                  <a:pt x="747" y="1675"/>
                </a:lnTo>
                <a:lnTo>
                  <a:pt x="424" y="1696"/>
                </a:lnTo>
                <a:lnTo>
                  <a:pt x="263" y="1696"/>
                </a:lnTo>
                <a:lnTo>
                  <a:pt x="182" y="1655"/>
                </a:lnTo>
                <a:lnTo>
                  <a:pt x="121" y="1615"/>
                </a:lnTo>
                <a:lnTo>
                  <a:pt x="81" y="1554"/>
                </a:lnTo>
                <a:lnTo>
                  <a:pt x="81" y="1494"/>
                </a:lnTo>
                <a:lnTo>
                  <a:pt x="81" y="1433"/>
                </a:lnTo>
                <a:lnTo>
                  <a:pt x="101" y="1373"/>
                </a:lnTo>
                <a:lnTo>
                  <a:pt x="182" y="1252"/>
                </a:lnTo>
                <a:lnTo>
                  <a:pt x="263" y="1151"/>
                </a:lnTo>
                <a:lnTo>
                  <a:pt x="485" y="949"/>
                </a:lnTo>
                <a:lnTo>
                  <a:pt x="686" y="747"/>
                </a:lnTo>
                <a:lnTo>
                  <a:pt x="929" y="586"/>
                </a:lnTo>
                <a:lnTo>
                  <a:pt x="1171" y="424"/>
                </a:lnTo>
                <a:lnTo>
                  <a:pt x="1413" y="283"/>
                </a:lnTo>
                <a:lnTo>
                  <a:pt x="1675" y="182"/>
                </a:lnTo>
                <a:lnTo>
                  <a:pt x="1958" y="101"/>
                </a:lnTo>
                <a:lnTo>
                  <a:pt x="2240" y="81"/>
                </a:lnTo>
                <a:close/>
                <a:moveTo>
                  <a:pt x="2119" y="0"/>
                </a:moveTo>
                <a:lnTo>
                  <a:pt x="1938" y="21"/>
                </a:lnTo>
                <a:lnTo>
                  <a:pt x="1776" y="61"/>
                </a:lnTo>
                <a:lnTo>
                  <a:pt x="1615" y="122"/>
                </a:lnTo>
                <a:lnTo>
                  <a:pt x="1453" y="182"/>
                </a:lnTo>
                <a:lnTo>
                  <a:pt x="1292" y="243"/>
                </a:lnTo>
                <a:lnTo>
                  <a:pt x="1009" y="424"/>
                </a:lnTo>
                <a:lnTo>
                  <a:pt x="727" y="626"/>
                </a:lnTo>
                <a:lnTo>
                  <a:pt x="464" y="848"/>
                </a:lnTo>
                <a:lnTo>
                  <a:pt x="222" y="1090"/>
                </a:lnTo>
                <a:lnTo>
                  <a:pt x="101" y="1211"/>
                </a:lnTo>
                <a:lnTo>
                  <a:pt x="21" y="1332"/>
                </a:lnTo>
                <a:lnTo>
                  <a:pt x="0" y="1433"/>
                </a:lnTo>
                <a:lnTo>
                  <a:pt x="0" y="1514"/>
                </a:lnTo>
                <a:lnTo>
                  <a:pt x="21" y="1595"/>
                </a:lnTo>
                <a:lnTo>
                  <a:pt x="61" y="1655"/>
                </a:lnTo>
                <a:lnTo>
                  <a:pt x="121" y="1716"/>
                </a:lnTo>
                <a:lnTo>
                  <a:pt x="222" y="1756"/>
                </a:lnTo>
                <a:lnTo>
                  <a:pt x="303" y="1776"/>
                </a:lnTo>
                <a:lnTo>
                  <a:pt x="424" y="1776"/>
                </a:lnTo>
                <a:lnTo>
                  <a:pt x="767" y="1756"/>
                </a:lnTo>
                <a:lnTo>
                  <a:pt x="1110" y="1696"/>
                </a:lnTo>
                <a:lnTo>
                  <a:pt x="1433" y="1615"/>
                </a:lnTo>
                <a:lnTo>
                  <a:pt x="1736" y="1474"/>
                </a:lnTo>
                <a:lnTo>
                  <a:pt x="2039" y="1332"/>
                </a:lnTo>
                <a:lnTo>
                  <a:pt x="2321" y="1131"/>
                </a:lnTo>
                <a:lnTo>
                  <a:pt x="2604" y="929"/>
                </a:lnTo>
                <a:lnTo>
                  <a:pt x="2826" y="687"/>
                </a:lnTo>
                <a:lnTo>
                  <a:pt x="2926" y="565"/>
                </a:lnTo>
                <a:lnTo>
                  <a:pt x="2987" y="465"/>
                </a:lnTo>
                <a:lnTo>
                  <a:pt x="2987" y="343"/>
                </a:lnTo>
                <a:lnTo>
                  <a:pt x="2967" y="263"/>
                </a:lnTo>
                <a:lnTo>
                  <a:pt x="2926" y="182"/>
                </a:lnTo>
                <a:lnTo>
                  <a:pt x="2866" y="122"/>
                </a:lnTo>
                <a:lnTo>
                  <a:pt x="2765" y="81"/>
                </a:lnTo>
                <a:lnTo>
                  <a:pt x="2664" y="41"/>
                </a:lnTo>
                <a:lnTo>
                  <a:pt x="2462" y="21"/>
                </a:lnTo>
                <a:lnTo>
                  <a:pt x="2281" y="0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33" name="Google Shape;1933;p22"/>
          <p:cNvSpPr/>
          <p:nvPr/>
        </p:nvSpPr>
        <p:spPr>
          <a:xfrm flipH="1">
            <a:off x="3875698" y="4816821"/>
            <a:ext cx="100466" cy="100466"/>
          </a:xfrm>
          <a:custGeom>
            <a:rect b="b" l="l" r="r" t="t"/>
            <a:pathLst>
              <a:path extrusionOk="0" h="1797" w="1797">
                <a:moveTo>
                  <a:pt x="888" y="1"/>
                </a:moveTo>
                <a:lnTo>
                  <a:pt x="707" y="21"/>
                </a:lnTo>
                <a:lnTo>
                  <a:pt x="545" y="82"/>
                </a:lnTo>
                <a:lnTo>
                  <a:pt x="384" y="162"/>
                </a:lnTo>
                <a:lnTo>
                  <a:pt x="263" y="263"/>
                </a:lnTo>
                <a:lnTo>
                  <a:pt x="142" y="405"/>
                </a:lnTo>
                <a:lnTo>
                  <a:pt x="61" y="546"/>
                </a:lnTo>
                <a:lnTo>
                  <a:pt x="21" y="727"/>
                </a:lnTo>
                <a:lnTo>
                  <a:pt x="0" y="909"/>
                </a:lnTo>
                <a:lnTo>
                  <a:pt x="21" y="1091"/>
                </a:lnTo>
                <a:lnTo>
                  <a:pt x="61" y="1252"/>
                </a:lnTo>
                <a:lnTo>
                  <a:pt x="142" y="1414"/>
                </a:lnTo>
                <a:lnTo>
                  <a:pt x="263" y="1535"/>
                </a:lnTo>
                <a:lnTo>
                  <a:pt x="384" y="1656"/>
                </a:lnTo>
                <a:lnTo>
                  <a:pt x="545" y="1736"/>
                </a:lnTo>
                <a:lnTo>
                  <a:pt x="707" y="1797"/>
                </a:lnTo>
                <a:lnTo>
                  <a:pt x="1070" y="1797"/>
                </a:lnTo>
                <a:lnTo>
                  <a:pt x="1252" y="1736"/>
                </a:lnTo>
                <a:lnTo>
                  <a:pt x="1393" y="1656"/>
                </a:lnTo>
                <a:lnTo>
                  <a:pt x="1534" y="1535"/>
                </a:lnTo>
                <a:lnTo>
                  <a:pt x="1635" y="1414"/>
                </a:lnTo>
                <a:lnTo>
                  <a:pt x="1716" y="1252"/>
                </a:lnTo>
                <a:lnTo>
                  <a:pt x="1776" y="1091"/>
                </a:lnTo>
                <a:lnTo>
                  <a:pt x="1796" y="909"/>
                </a:lnTo>
                <a:lnTo>
                  <a:pt x="1776" y="727"/>
                </a:lnTo>
                <a:lnTo>
                  <a:pt x="1716" y="546"/>
                </a:lnTo>
                <a:lnTo>
                  <a:pt x="1635" y="405"/>
                </a:lnTo>
                <a:lnTo>
                  <a:pt x="1534" y="263"/>
                </a:lnTo>
                <a:lnTo>
                  <a:pt x="1393" y="162"/>
                </a:lnTo>
                <a:lnTo>
                  <a:pt x="1252" y="82"/>
                </a:lnTo>
                <a:lnTo>
                  <a:pt x="1070" y="21"/>
                </a:lnTo>
                <a:lnTo>
                  <a:pt x="888" y="1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ext 4">
  <p:cSld name="CUSTOM_16">
    <p:spTree>
      <p:nvGrpSpPr>
        <p:cNvPr id="1934" name="Shape 19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5" name="Google Shape;1935;p23"/>
          <p:cNvSpPr txBox="1"/>
          <p:nvPr>
            <p:ph idx="1" type="subTitle"/>
          </p:nvPr>
        </p:nvSpPr>
        <p:spPr>
          <a:xfrm>
            <a:off x="837050" y="2565945"/>
            <a:ext cx="3657600" cy="1097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600"/>
            </a:lvl1pPr>
            <a:lvl2pPr lvl="1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600"/>
            </a:lvl2pPr>
            <a:lvl3pPr lvl="2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600"/>
            </a:lvl3pPr>
            <a:lvl4pPr lvl="3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600"/>
            </a:lvl4pPr>
            <a:lvl5pPr lvl="4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600"/>
            </a:lvl5pPr>
            <a:lvl6pPr lvl="5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600"/>
            </a:lvl6pPr>
            <a:lvl7pPr lvl="6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600"/>
            </a:lvl7pPr>
            <a:lvl8pPr lvl="7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600"/>
            </a:lvl8pPr>
            <a:lvl9pPr lvl="8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600"/>
            </a:lvl9pPr>
          </a:lstStyle>
          <a:p/>
        </p:txBody>
      </p:sp>
      <p:sp>
        <p:nvSpPr>
          <p:cNvPr id="1936" name="Google Shape;1936;p23"/>
          <p:cNvSpPr txBox="1"/>
          <p:nvPr>
            <p:ph type="title"/>
          </p:nvPr>
        </p:nvSpPr>
        <p:spPr>
          <a:xfrm>
            <a:off x="2786100" y="1480150"/>
            <a:ext cx="1708500" cy="914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937" name="Google Shape;1937;p23"/>
          <p:cNvSpPr/>
          <p:nvPr/>
        </p:nvSpPr>
        <p:spPr>
          <a:xfrm flipH="1">
            <a:off x="6540300" y="0"/>
            <a:ext cx="26037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38" name="Google Shape;1938;p23"/>
          <p:cNvSpPr/>
          <p:nvPr/>
        </p:nvSpPr>
        <p:spPr>
          <a:xfrm>
            <a:off x="2544682" y="1242"/>
            <a:ext cx="6330" cy="10086"/>
          </a:xfrm>
          <a:custGeom>
            <a:rect b="b" l="l" r="r" t="t"/>
            <a:pathLst>
              <a:path extrusionOk="0" h="145" w="91">
                <a:moveTo>
                  <a:pt x="0" y="0"/>
                </a:moveTo>
                <a:lnTo>
                  <a:pt x="72" y="144"/>
                </a:lnTo>
                <a:lnTo>
                  <a:pt x="90" y="0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39" name="Google Shape;1939;p23"/>
          <p:cNvSpPr/>
          <p:nvPr/>
        </p:nvSpPr>
        <p:spPr>
          <a:xfrm flipH="1" rot="5400000">
            <a:off x="7235071" y="-520256"/>
            <a:ext cx="1001862" cy="1525380"/>
          </a:xfrm>
          <a:custGeom>
            <a:rect b="b" l="l" r="r" t="t"/>
            <a:pathLst>
              <a:path extrusionOk="0" h="27284" w="17920">
                <a:moveTo>
                  <a:pt x="9041" y="81"/>
                </a:moveTo>
                <a:lnTo>
                  <a:pt x="9464" y="101"/>
                </a:lnTo>
                <a:lnTo>
                  <a:pt x="9888" y="141"/>
                </a:lnTo>
                <a:lnTo>
                  <a:pt x="10312" y="222"/>
                </a:lnTo>
                <a:lnTo>
                  <a:pt x="10716" y="323"/>
                </a:lnTo>
                <a:lnTo>
                  <a:pt x="11139" y="444"/>
                </a:lnTo>
                <a:lnTo>
                  <a:pt x="11543" y="605"/>
                </a:lnTo>
                <a:lnTo>
                  <a:pt x="11947" y="767"/>
                </a:lnTo>
                <a:lnTo>
                  <a:pt x="12350" y="969"/>
                </a:lnTo>
                <a:lnTo>
                  <a:pt x="12734" y="1191"/>
                </a:lnTo>
                <a:lnTo>
                  <a:pt x="13117" y="1433"/>
                </a:lnTo>
                <a:lnTo>
                  <a:pt x="13480" y="1715"/>
                </a:lnTo>
                <a:lnTo>
                  <a:pt x="13844" y="1998"/>
                </a:lnTo>
                <a:lnTo>
                  <a:pt x="14187" y="2301"/>
                </a:lnTo>
                <a:lnTo>
                  <a:pt x="14530" y="2644"/>
                </a:lnTo>
                <a:lnTo>
                  <a:pt x="14832" y="2987"/>
                </a:lnTo>
                <a:lnTo>
                  <a:pt x="15155" y="3350"/>
                </a:lnTo>
                <a:lnTo>
                  <a:pt x="15397" y="3673"/>
                </a:lnTo>
                <a:lnTo>
                  <a:pt x="15619" y="4016"/>
                </a:lnTo>
                <a:lnTo>
                  <a:pt x="15841" y="4359"/>
                </a:lnTo>
                <a:lnTo>
                  <a:pt x="16063" y="4722"/>
                </a:lnTo>
                <a:lnTo>
                  <a:pt x="16265" y="5106"/>
                </a:lnTo>
                <a:lnTo>
                  <a:pt x="16447" y="5489"/>
                </a:lnTo>
                <a:lnTo>
                  <a:pt x="16628" y="5893"/>
                </a:lnTo>
                <a:lnTo>
                  <a:pt x="16790" y="6296"/>
                </a:lnTo>
                <a:lnTo>
                  <a:pt x="16931" y="6720"/>
                </a:lnTo>
                <a:lnTo>
                  <a:pt x="17072" y="7144"/>
                </a:lnTo>
                <a:lnTo>
                  <a:pt x="17214" y="7588"/>
                </a:lnTo>
                <a:lnTo>
                  <a:pt x="17315" y="8052"/>
                </a:lnTo>
                <a:lnTo>
                  <a:pt x="17436" y="8516"/>
                </a:lnTo>
                <a:lnTo>
                  <a:pt x="17516" y="8980"/>
                </a:lnTo>
                <a:lnTo>
                  <a:pt x="17597" y="9485"/>
                </a:lnTo>
                <a:lnTo>
                  <a:pt x="17678" y="9969"/>
                </a:lnTo>
                <a:lnTo>
                  <a:pt x="17738" y="10514"/>
                </a:lnTo>
                <a:lnTo>
                  <a:pt x="17779" y="11079"/>
                </a:lnTo>
                <a:lnTo>
                  <a:pt x="17819" y="11624"/>
                </a:lnTo>
                <a:lnTo>
                  <a:pt x="17839" y="12189"/>
                </a:lnTo>
                <a:lnTo>
                  <a:pt x="17839" y="12774"/>
                </a:lnTo>
                <a:lnTo>
                  <a:pt x="17819" y="13339"/>
                </a:lnTo>
                <a:lnTo>
                  <a:pt x="17799" y="13924"/>
                </a:lnTo>
                <a:lnTo>
                  <a:pt x="17758" y="14510"/>
                </a:lnTo>
                <a:lnTo>
                  <a:pt x="17718" y="15115"/>
                </a:lnTo>
                <a:lnTo>
                  <a:pt x="17637" y="15720"/>
                </a:lnTo>
                <a:lnTo>
                  <a:pt x="17557" y="16326"/>
                </a:lnTo>
                <a:lnTo>
                  <a:pt x="17456" y="16951"/>
                </a:lnTo>
                <a:lnTo>
                  <a:pt x="17355" y="17577"/>
                </a:lnTo>
                <a:lnTo>
                  <a:pt x="17234" y="18202"/>
                </a:lnTo>
                <a:lnTo>
                  <a:pt x="17093" y="18848"/>
                </a:lnTo>
                <a:lnTo>
                  <a:pt x="16931" y="19514"/>
                </a:lnTo>
                <a:lnTo>
                  <a:pt x="16709" y="20362"/>
                </a:lnTo>
                <a:lnTo>
                  <a:pt x="16447" y="21230"/>
                </a:lnTo>
                <a:lnTo>
                  <a:pt x="16285" y="21673"/>
                </a:lnTo>
                <a:lnTo>
                  <a:pt x="16124" y="22117"/>
                </a:lnTo>
                <a:lnTo>
                  <a:pt x="15942" y="22561"/>
                </a:lnTo>
                <a:lnTo>
                  <a:pt x="15740" y="23005"/>
                </a:lnTo>
                <a:lnTo>
                  <a:pt x="15518" y="23429"/>
                </a:lnTo>
                <a:lnTo>
                  <a:pt x="15276" y="23873"/>
                </a:lnTo>
                <a:lnTo>
                  <a:pt x="15014" y="24277"/>
                </a:lnTo>
                <a:lnTo>
                  <a:pt x="14731" y="24680"/>
                </a:lnTo>
                <a:lnTo>
                  <a:pt x="14429" y="25064"/>
                </a:lnTo>
                <a:lnTo>
                  <a:pt x="14106" y="25427"/>
                </a:lnTo>
                <a:lnTo>
                  <a:pt x="13743" y="25770"/>
                </a:lnTo>
                <a:lnTo>
                  <a:pt x="13359" y="26093"/>
                </a:lnTo>
                <a:lnTo>
                  <a:pt x="13077" y="26295"/>
                </a:lnTo>
                <a:lnTo>
                  <a:pt x="12774" y="26476"/>
                </a:lnTo>
                <a:lnTo>
                  <a:pt x="12491" y="26658"/>
                </a:lnTo>
                <a:lnTo>
                  <a:pt x="12209" y="26799"/>
                </a:lnTo>
                <a:lnTo>
                  <a:pt x="11906" y="26920"/>
                </a:lnTo>
                <a:lnTo>
                  <a:pt x="11624" y="27021"/>
                </a:lnTo>
                <a:lnTo>
                  <a:pt x="11321" y="27102"/>
                </a:lnTo>
                <a:lnTo>
                  <a:pt x="11018" y="27162"/>
                </a:lnTo>
                <a:lnTo>
                  <a:pt x="10716" y="27203"/>
                </a:lnTo>
                <a:lnTo>
                  <a:pt x="10110" y="27203"/>
                </a:lnTo>
                <a:lnTo>
                  <a:pt x="9808" y="27183"/>
                </a:lnTo>
                <a:lnTo>
                  <a:pt x="9485" y="27142"/>
                </a:lnTo>
                <a:lnTo>
                  <a:pt x="9182" y="27062"/>
                </a:lnTo>
                <a:lnTo>
                  <a:pt x="8859" y="26981"/>
                </a:lnTo>
                <a:lnTo>
                  <a:pt x="8556" y="26860"/>
                </a:lnTo>
                <a:lnTo>
                  <a:pt x="8234" y="26739"/>
                </a:lnTo>
                <a:lnTo>
                  <a:pt x="7931" y="26577"/>
                </a:lnTo>
                <a:lnTo>
                  <a:pt x="7628" y="26416"/>
                </a:lnTo>
                <a:lnTo>
                  <a:pt x="7346" y="26234"/>
                </a:lnTo>
                <a:lnTo>
                  <a:pt x="7063" y="26053"/>
                </a:lnTo>
                <a:lnTo>
                  <a:pt x="6781" y="25851"/>
                </a:lnTo>
                <a:lnTo>
                  <a:pt x="6256" y="25427"/>
                </a:lnTo>
                <a:lnTo>
                  <a:pt x="5772" y="24983"/>
                </a:lnTo>
                <a:lnTo>
                  <a:pt x="5328" y="24539"/>
                </a:lnTo>
                <a:lnTo>
                  <a:pt x="4944" y="24095"/>
                </a:lnTo>
                <a:lnTo>
                  <a:pt x="4581" y="23671"/>
                </a:lnTo>
                <a:lnTo>
                  <a:pt x="4238" y="23227"/>
                </a:lnTo>
                <a:lnTo>
                  <a:pt x="3895" y="22763"/>
                </a:lnTo>
                <a:lnTo>
                  <a:pt x="3572" y="22279"/>
                </a:lnTo>
                <a:lnTo>
                  <a:pt x="3249" y="21815"/>
                </a:lnTo>
                <a:lnTo>
                  <a:pt x="2967" y="21330"/>
                </a:lnTo>
                <a:lnTo>
                  <a:pt x="2664" y="20826"/>
                </a:lnTo>
                <a:lnTo>
                  <a:pt x="2401" y="20342"/>
                </a:lnTo>
                <a:lnTo>
                  <a:pt x="2139" y="19837"/>
                </a:lnTo>
                <a:lnTo>
                  <a:pt x="1897" y="19333"/>
                </a:lnTo>
                <a:lnTo>
                  <a:pt x="1675" y="18808"/>
                </a:lnTo>
                <a:lnTo>
                  <a:pt x="1453" y="18303"/>
                </a:lnTo>
                <a:lnTo>
                  <a:pt x="1251" y="17779"/>
                </a:lnTo>
                <a:lnTo>
                  <a:pt x="1070" y="17254"/>
                </a:lnTo>
                <a:lnTo>
                  <a:pt x="888" y="16729"/>
                </a:lnTo>
                <a:lnTo>
                  <a:pt x="727" y="16205"/>
                </a:lnTo>
                <a:lnTo>
                  <a:pt x="585" y="15680"/>
                </a:lnTo>
                <a:lnTo>
                  <a:pt x="464" y="15095"/>
                </a:lnTo>
                <a:lnTo>
                  <a:pt x="343" y="14530"/>
                </a:lnTo>
                <a:lnTo>
                  <a:pt x="262" y="13965"/>
                </a:lnTo>
                <a:lnTo>
                  <a:pt x="182" y="13400"/>
                </a:lnTo>
                <a:lnTo>
                  <a:pt x="121" y="12835"/>
                </a:lnTo>
                <a:lnTo>
                  <a:pt x="101" y="12270"/>
                </a:lnTo>
                <a:lnTo>
                  <a:pt x="81" y="11725"/>
                </a:lnTo>
                <a:lnTo>
                  <a:pt x="81" y="11160"/>
                </a:lnTo>
                <a:lnTo>
                  <a:pt x="101" y="10615"/>
                </a:lnTo>
                <a:lnTo>
                  <a:pt x="141" y="10070"/>
                </a:lnTo>
                <a:lnTo>
                  <a:pt x="202" y="9525"/>
                </a:lnTo>
                <a:lnTo>
                  <a:pt x="283" y="9000"/>
                </a:lnTo>
                <a:lnTo>
                  <a:pt x="383" y="8476"/>
                </a:lnTo>
                <a:lnTo>
                  <a:pt x="505" y="7951"/>
                </a:lnTo>
                <a:lnTo>
                  <a:pt x="646" y="7447"/>
                </a:lnTo>
                <a:lnTo>
                  <a:pt x="787" y="6942"/>
                </a:lnTo>
                <a:lnTo>
                  <a:pt x="1049" y="6236"/>
                </a:lnTo>
                <a:lnTo>
                  <a:pt x="1352" y="5570"/>
                </a:lnTo>
                <a:lnTo>
                  <a:pt x="1695" y="4924"/>
                </a:lnTo>
                <a:lnTo>
                  <a:pt x="2079" y="4298"/>
                </a:lnTo>
                <a:lnTo>
                  <a:pt x="2482" y="3693"/>
                </a:lnTo>
                <a:lnTo>
                  <a:pt x="2946" y="3128"/>
                </a:lnTo>
                <a:lnTo>
                  <a:pt x="3188" y="2866"/>
                </a:lnTo>
                <a:lnTo>
                  <a:pt x="3431" y="2603"/>
                </a:lnTo>
                <a:lnTo>
                  <a:pt x="3673" y="2361"/>
                </a:lnTo>
                <a:lnTo>
                  <a:pt x="3935" y="2119"/>
                </a:lnTo>
                <a:lnTo>
                  <a:pt x="4218" y="1877"/>
                </a:lnTo>
                <a:lnTo>
                  <a:pt x="4520" y="1655"/>
                </a:lnTo>
                <a:lnTo>
                  <a:pt x="4803" y="1433"/>
                </a:lnTo>
                <a:lnTo>
                  <a:pt x="5106" y="1231"/>
                </a:lnTo>
                <a:lnTo>
                  <a:pt x="5408" y="1049"/>
                </a:lnTo>
                <a:lnTo>
                  <a:pt x="5731" y="888"/>
                </a:lnTo>
                <a:lnTo>
                  <a:pt x="6034" y="727"/>
                </a:lnTo>
                <a:lnTo>
                  <a:pt x="6337" y="605"/>
                </a:lnTo>
                <a:lnTo>
                  <a:pt x="6659" y="484"/>
                </a:lnTo>
                <a:lnTo>
                  <a:pt x="6982" y="363"/>
                </a:lnTo>
                <a:lnTo>
                  <a:pt x="7305" y="283"/>
                </a:lnTo>
                <a:lnTo>
                  <a:pt x="7628" y="202"/>
                </a:lnTo>
                <a:lnTo>
                  <a:pt x="7951" y="162"/>
                </a:lnTo>
                <a:lnTo>
                  <a:pt x="8274" y="121"/>
                </a:lnTo>
                <a:lnTo>
                  <a:pt x="8597" y="81"/>
                </a:lnTo>
                <a:close/>
                <a:moveTo>
                  <a:pt x="8698" y="0"/>
                </a:moveTo>
                <a:lnTo>
                  <a:pt x="8355" y="20"/>
                </a:lnTo>
                <a:lnTo>
                  <a:pt x="8032" y="61"/>
                </a:lnTo>
                <a:lnTo>
                  <a:pt x="7689" y="121"/>
                </a:lnTo>
                <a:lnTo>
                  <a:pt x="7366" y="182"/>
                </a:lnTo>
                <a:lnTo>
                  <a:pt x="7023" y="283"/>
                </a:lnTo>
                <a:lnTo>
                  <a:pt x="6700" y="383"/>
                </a:lnTo>
                <a:lnTo>
                  <a:pt x="6377" y="505"/>
                </a:lnTo>
                <a:lnTo>
                  <a:pt x="6054" y="646"/>
                </a:lnTo>
                <a:lnTo>
                  <a:pt x="5731" y="787"/>
                </a:lnTo>
                <a:lnTo>
                  <a:pt x="5408" y="969"/>
                </a:lnTo>
                <a:lnTo>
                  <a:pt x="5085" y="1150"/>
                </a:lnTo>
                <a:lnTo>
                  <a:pt x="4783" y="1352"/>
                </a:lnTo>
                <a:lnTo>
                  <a:pt x="4480" y="1574"/>
                </a:lnTo>
                <a:lnTo>
                  <a:pt x="4177" y="1816"/>
                </a:lnTo>
                <a:lnTo>
                  <a:pt x="3895" y="2058"/>
                </a:lnTo>
                <a:lnTo>
                  <a:pt x="3632" y="2301"/>
                </a:lnTo>
                <a:lnTo>
                  <a:pt x="3370" y="2543"/>
                </a:lnTo>
                <a:lnTo>
                  <a:pt x="3128" y="2805"/>
                </a:lnTo>
                <a:lnTo>
                  <a:pt x="2886" y="3088"/>
                </a:lnTo>
                <a:lnTo>
                  <a:pt x="2422" y="3653"/>
                </a:lnTo>
                <a:lnTo>
                  <a:pt x="1998" y="4258"/>
                </a:lnTo>
                <a:lnTo>
                  <a:pt x="1614" y="4884"/>
                </a:lnTo>
                <a:lnTo>
                  <a:pt x="1271" y="5529"/>
                </a:lnTo>
                <a:lnTo>
                  <a:pt x="969" y="6216"/>
                </a:lnTo>
                <a:lnTo>
                  <a:pt x="848" y="6559"/>
                </a:lnTo>
                <a:lnTo>
                  <a:pt x="727" y="6902"/>
                </a:lnTo>
                <a:lnTo>
                  <a:pt x="565" y="7406"/>
                </a:lnTo>
                <a:lnTo>
                  <a:pt x="424" y="7931"/>
                </a:lnTo>
                <a:lnTo>
                  <a:pt x="303" y="8456"/>
                </a:lnTo>
                <a:lnTo>
                  <a:pt x="202" y="8980"/>
                </a:lnTo>
                <a:lnTo>
                  <a:pt x="121" y="9525"/>
                </a:lnTo>
                <a:lnTo>
                  <a:pt x="61" y="10070"/>
                </a:lnTo>
                <a:lnTo>
                  <a:pt x="20" y="10615"/>
                </a:lnTo>
                <a:lnTo>
                  <a:pt x="0" y="11160"/>
                </a:lnTo>
                <a:lnTo>
                  <a:pt x="0" y="11725"/>
                </a:lnTo>
                <a:lnTo>
                  <a:pt x="20" y="12270"/>
                </a:lnTo>
                <a:lnTo>
                  <a:pt x="40" y="12835"/>
                </a:lnTo>
                <a:lnTo>
                  <a:pt x="101" y="13400"/>
                </a:lnTo>
                <a:lnTo>
                  <a:pt x="182" y="13965"/>
                </a:lnTo>
                <a:lnTo>
                  <a:pt x="262" y="14550"/>
                </a:lnTo>
                <a:lnTo>
                  <a:pt x="383" y="15115"/>
                </a:lnTo>
                <a:lnTo>
                  <a:pt x="525" y="15700"/>
                </a:lnTo>
                <a:lnTo>
                  <a:pt x="666" y="16225"/>
                </a:lnTo>
                <a:lnTo>
                  <a:pt x="807" y="16750"/>
                </a:lnTo>
                <a:lnTo>
                  <a:pt x="989" y="17274"/>
                </a:lnTo>
                <a:lnTo>
                  <a:pt x="1170" y="17799"/>
                </a:lnTo>
                <a:lnTo>
                  <a:pt x="1372" y="18324"/>
                </a:lnTo>
                <a:lnTo>
                  <a:pt x="1594" y="18848"/>
                </a:lnTo>
                <a:lnTo>
                  <a:pt x="1816" y="19353"/>
                </a:lnTo>
                <a:lnTo>
                  <a:pt x="2058" y="19877"/>
                </a:lnTo>
                <a:lnTo>
                  <a:pt x="2321" y="20382"/>
                </a:lnTo>
                <a:lnTo>
                  <a:pt x="2603" y="20866"/>
                </a:lnTo>
                <a:lnTo>
                  <a:pt x="2886" y="21371"/>
                </a:lnTo>
                <a:lnTo>
                  <a:pt x="3188" y="21855"/>
                </a:lnTo>
                <a:lnTo>
                  <a:pt x="3511" y="22339"/>
                </a:lnTo>
                <a:lnTo>
                  <a:pt x="3834" y="22804"/>
                </a:lnTo>
                <a:lnTo>
                  <a:pt x="4177" y="23268"/>
                </a:lnTo>
                <a:lnTo>
                  <a:pt x="4520" y="23732"/>
                </a:lnTo>
                <a:lnTo>
                  <a:pt x="4964" y="24236"/>
                </a:lnTo>
                <a:lnTo>
                  <a:pt x="5206" y="24519"/>
                </a:lnTo>
                <a:lnTo>
                  <a:pt x="5489" y="24822"/>
                </a:lnTo>
                <a:lnTo>
                  <a:pt x="5792" y="25104"/>
                </a:lnTo>
                <a:lnTo>
                  <a:pt x="6115" y="25407"/>
                </a:lnTo>
                <a:lnTo>
                  <a:pt x="6458" y="25689"/>
                </a:lnTo>
                <a:lnTo>
                  <a:pt x="6821" y="25972"/>
                </a:lnTo>
                <a:lnTo>
                  <a:pt x="7204" y="26254"/>
                </a:lnTo>
                <a:lnTo>
                  <a:pt x="7608" y="26497"/>
                </a:lnTo>
                <a:lnTo>
                  <a:pt x="8032" y="26718"/>
                </a:lnTo>
                <a:lnTo>
                  <a:pt x="8455" y="26900"/>
                </a:lnTo>
                <a:lnTo>
                  <a:pt x="8920" y="27062"/>
                </a:lnTo>
                <a:lnTo>
                  <a:pt x="9364" y="27183"/>
                </a:lnTo>
                <a:lnTo>
                  <a:pt x="9606" y="27223"/>
                </a:lnTo>
                <a:lnTo>
                  <a:pt x="9848" y="27263"/>
                </a:lnTo>
                <a:lnTo>
                  <a:pt x="10090" y="27284"/>
                </a:lnTo>
                <a:lnTo>
                  <a:pt x="10695" y="27284"/>
                </a:lnTo>
                <a:lnTo>
                  <a:pt x="11079" y="27223"/>
                </a:lnTo>
                <a:lnTo>
                  <a:pt x="11462" y="27142"/>
                </a:lnTo>
                <a:lnTo>
                  <a:pt x="11846" y="27021"/>
                </a:lnTo>
                <a:lnTo>
                  <a:pt x="12229" y="26880"/>
                </a:lnTo>
                <a:lnTo>
                  <a:pt x="12613" y="26678"/>
                </a:lnTo>
                <a:lnTo>
                  <a:pt x="12996" y="26436"/>
                </a:lnTo>
                <a:lnTo>
                  <a:pt x="13400" y="26153"/>
                </a:lnTo>
                <a:lnTo>
                  <a:pt x="13783" y="25831"/>
                </a:lnTo>
                <a:lnTo>
                  <a:pt x="14146" y="25488"/>
                </a:lnTo>
                <a:lnTo>
                  <a:pt x="14489" y="25124"/>
                </a:lnTo>
                <a:lnTo>
                  <a:pt x="14792" y="24721"/>
                </a:lnTo>
                <a:lnTo>
                  <a:pt x="15095" y="24317"/>
                </a:lnTo>
                <a:lnTo>
                  <a:pt x="15357" y="23913"/>
                </a:lnTo>
                <a:lnTo>
                  <a:pt x="15599" y="23490"/>
                </a:lnTo>
                <a:lnTo>
                  <a:pt x="15821" y="23046"/>
                </a:lnTo>
                <a:lnTo>
                  <a:pt x="16023" y="22602"/>
                </a:lnTo>
                <a:lnTo>
                  <a:pt x="16205" y="22158"/>
                </a:lnTo>
                <a:lnTo>
                  <a:pt x="16366" y="21714"/>
                </a:lnTo>
                <a:lnTo>
                  <a:pt x="16527" y="21270"/>
                </a:lnTo>
                <a:lnTo>
                  <a:pt x="16790" y="20382"/>
                </a:lnTo>
                <a:lnTo>
                  <a:pt x="17012" y="19534"/>
                </a:lnTo>
                <a:lnTo>
                  <a:pt x="17173" y="18868"/>
                </a:lnTo>
                <a:lnTo>
                  <a:pt x="17315" y="18223"/>
                </a:lnTo>
                <a:lnTo>
                  <a:pt x="17436" y="17597"/>
                </a:lnTo>
                <a:lnTo>
                  <a:pt x="17537" y="16951"/>
                </a:lnTo>
                <a:lnTo>
                  <a:pt x="17637" y="16346"/>
                </a:lnTo>
                <a:lnTo>
                  <a:pt x="17718" y="15720"/>
                </a:lnTo>
                <a:lnTo>
                  <a:pt x="17799" y="15115"/>
                </a:lnTo>
                <a:lnTo>
                  <a:pt x="17839" y="14530"/>
                </a:lnTo>
                <a:lnTo>
                  <a:pt x="17880" y="13924"/>
                </a:lnTo>
                <a:lnTo>
                  <a:pt x="17900" y="13339"/>
                </a:lnTo>
                <a:lnTo>
                  <a:pt x="17920" y="12774"/>
                </a:lnTo>
                <a:lnTo>
                  <a:pt x="17920" y="12189"/>
                </a:lnTo>
                <a:lnTo>
                  <a:pt x="17900" y="11624"/>
                </a:lnTo>
                <a:lnTo>
                  <a:pt x="17859" y="11059"/>
                </a:lnTo>
                <a:lnTo>
                  <a:pt x="17819" y="10514"/>
                </a:lnTo>
                <a:lnTo>
                  <a:pt x="17758" y="9969"/>
                </a:lnTo>
                <a:lnTo>
                  <a:pt x="17678" y="9465"/>
                </a:lnTo>
                <a:lnTo>
                  <a:pt x="17597" y="8980"/>
                </a:lnTo>
                <a:lnTo>
                  <a:pt x="17516" y="8496"/>
                </a:lnTo>
                <a:lnTo>
                  <a:pt x="17395" y="8032"/>
                </a:lnTo>
                <a:lnTo>
                  <a:pt x="17294" y="7568"/>
                </a:lnTo>
                <a:lnTo>
                  <a:pt x="17153" y="7124"/>
                </a:lnTo>
                <a:lnTo>
                  <a:pt x="17012" y="6700"/>
                </a:lnTo>
                <a:lnTo>
                  <a:pt x="16850" y="6276"/>
                </a:lnTo>
                <a:lnTo>
                  <a:pt x="16689" y="5852"/>
                </a:lnTo>
                <a:lnTo>
                  <a:pt x="16507" y="5449"/>
                </a:lnTo>
                <a:lnTo>
                  <a:pt x="16326" y="5065"/>
                </a:lnTo>
                <a:lnTo>
                  <a:pt x="16124" y="4682"/>
                </a:lnTo>
                <a:lnTo>
                  <a:pt x="15922" y="4319"/>
                </a:lnTo>
                <a:lnTo>
                  <a:pt x="15700" y="3976"/>
                </a:lnTo>
                <a:lnTo>
                  <a:pt x="15458" y="3632"/>
                </a:lnTo>
                <a:lnTo>
                  <a:pt x="15216" y="3310"/>
                </a:lnTo>
                <a:lnTo>
                  <a:pt x="14913" y="2926"/>
                </a:lnTo>
                <a:lnTo>
                  <a:pt x="14590" y="2583"/>
                </a:lnTo>
                <a:lnTo>
                  <a:pt x="14247" y="2240"/>
                </a:lnTo>
                <a:lnTo>
                  <a:pt x="13904" y="1937"/>
                </a:lnTo>
                <a:lnTo>
                  <a:pt x="13541" y="1635"/>
                </a:lnTo>
                <a:lnTo>
                  <a:pt x="13157" y="1372"/>
                </a:lnTo>
                <a:lnTo>
                  <a:pt x="12774" y="1130"/>
                </a:lnTo>
                <a:lnTo>
                  <a:pt x="12391" y="908"/>
                </a:lnTo>
                <a:lnTo>
                  <a:pt x="11987" y="706"/>
                </a:lnTo>
                <a:lnTo>
                  <a:pt x="11583" y="525"/>
                </a:lnTo>
                <a:lnTo>
                  <a:pt x="11160" y="363"/>
                </a:lnTo>
                <a:lnTo>
                  <a:pt x="10736" y="242"/>
                </a:lnTo>
                <a:lnTo>
                  <a:pt x="10312" y="141"/>
                </a:lnTo>
                <a:lnTo>
                  <a:pt x="9888" y="61"/>
                </a:lnTo>
                <a:lnTo>
                  <a:pt x="9464" y="20"/>
                </a:lnTo>
                <a:lnTo>
                  <a:pt x="9041" y="0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40" name="Google Shape;1940;p23"/>
          <p:cNvSpPr/>
          <p:nvPr/>
        </p:nvSpPr>
        <p:spPr>
          <a:xfrm flipH="1" rot="5400000">
            <a:off x="7447159" y="-477397"/>
            <a:ext cx="560808" cy="1296383"/>
          </a:xfrm>
          <a:custGeom>
            <a:rect b="b" l="l" r="r" t="t"/>
            <a:pathLst>
              <a:path extrusionOk="0" h="23188" w="10031">
                <a:moveTo>
                  <a:pt x="4703" y="61"/>
                </a:moveTo>
                <a:lnTo>
                  <a:pt x="4985" y="81"/>
                </a:lnTo>
                <a:lnTo>
                  <a:pt x="5268" y="122"/>
                </a:lnTo>
                <a:lnTo>
                  <a:pt x="5550" y="202"/>
                </a:lnTo>
                <a:lnTo>
                  <a:pt x="5833" y="303"/>
                </a:lnTo>
                <a:lnTo>
                  <a:pt x="6075" y="424"/>
                </a:lnTo>
                <a:lnTo>
                  <a:pt x="6297" y="566"/>
                </a:lnTo>
                <a:lnTo>
                  <a:pt x="6519" y="707"/>
                </a:lnTo>
                <a:lnTo>
                  <a:pt x="6741" y="868"/>
                </a:lnTo>
                <a:lnTo>
                  <a:pt x="6963" y="1070"/>
                </a:lnTo>
                <a:lnTo>
                  <a:pt x="7165" y="1272"/>
                </a:lnTo>
                <a:lnTo>
                  <a:pt x="7366" y="1494"/>
                </a:lnTo>
                <a:lnTo>
                  <a:pt x="7548" y="1736"/>
                </a:lnTo>
                <a:lnTo>
                  <a:pt x="7730" y="1999"/>
                </a:lnTo>
                <a:lnTo>
                  <a:pt x="7911" y="2281"/>
                </a:lnTo>
                <a:lnTo>
                  <a:pt x="8073" y="2584"/>
                </a:lnTo>
                <a:lnTo>
                  <a:pt x="8234" y="2907"/>
                </a:lnTo>
                <a:lnTo>
                  <a:pt x="8396" y="3230"/>
                </a:lnTo>
                <a:lnTo>
                  <a:pt x="8537" y="3593"/>
                </a:lnTo>
                <a:lnTo>
                  <a:pt x="8678" y="3976"/>
                </a:lnTo>
                <a:lnTo>
                  <a:pt x="8819" y="4380"/>
                </a:lnTo>
                <a:lnTo>
                  <a:pt x="9082" y="5207"/>
                </a:lnTo>
                <a:lnTo>
                  <a:pt x="9304" y="6075"/>
                </a:lnTo>
                <a:lnTo>
                  <a:pt x="9505" y="6922"/>
                </a:lnTo>
                <a:lnTo>
                  <a:pt x="9647" y="7790"/>
                </a:lnTo>
                <a:lnTo>
                  <a:pt x="9788" y="8678"/>
                </a:lnTo>
                <a:lnTo>
                  <a:pt x="9869" y="9546"/>
                </a:lnTo>
                <a:lnTo>
                  <a:pt x="9929" y="10434"/>
                </a:lnTo>
                <a:lnTo>
                  <a:pt x="9949" y="11302"/>
                </a:lnTo>
                <a:lnTo>
                  <a:pt x="9949" y="12189"/>
                </a:lnTo>
                <a:lnTo>
                  <a:pt x="9909" y="13077"/>
                </a:lnTo>
                <a:lnTo>
                  <a:pt x="9828" y="13945"/>
                </a:lnTo>
                <a:lnTo>
                  <a:pt x="9727" y="14833"/>
                </a:lnTo>
                <a:lnTo>
                  <a:pt x="9586" y="15701"/>
                </a:lnTo>
                <a:lnTo>
                  <a:pt x="9405" y="16569"/>
                </a:lnTo>
                <a:lnTo>
                  <a:pt x="9203" y="17416"/>
                </a:lnTo>
                <a:lnTo>
                  <a:pt x="8961" y="18264"/>
                </a:lnTo>
                <a:lnTo>
                  <a:pt x="8799" y="18768"/>
                </a:lnTo>
                <a:lnTo>
                  <a:pt x="8618" y="19293"/>
                </a:lnTo>
                <a:lnTo>
                  <a:pt x="8396" y="19838"/>
                </a:lnTo>
                <a:lnTo>
                  <a:pt x="8133" y="20362"/>
                </a:lnTo>
                <a:lnTo>
                  <a:pt x="7992" y="20625"/>
                </a:lnTo>
                <a:lnTo>
                  <a:pt x="7831" y="20867"/>
                </a:lnTo>
                <a:lnTo>
                  <a:pt x="7669" y="21129"/>
                </a:lnTo>
                <a:lnTo>
                  <a:pt x="7487" y="21371"/>
                </a:lnTo>
                <a:lnTo>
                  <a:pt x="7286" y="21593"/>
                </a:lnTo>
                <a:lnTo>
                  <a:pt x="7084" y="21815"/>
                </a:lnTo>
                <a:lnTo>
                  <a:pt x="6862" y="22037"/>
                </a:lnTo>
                <a:lnTo>
                  <a:pt x="6620" y="22239"/>
                </a:lnTo>
                <a:lnTo>
                  <a:pt x="6398" y="22401"/>
                </a:lnTo>
                <a:lnTo>
                  <a:pt x="6196" y="22542"/>
                </a:lnTo>
                <a:lnTo>
                  <a:pt x="5974" y="22663"/>
                </a:lnTo>
                <a:lnTo>
                  <a:pt x="5772" y="22764"/>
                </a:lnTo>
                <a:lnTo>
                  <a:pt x="5550" y="22865"/>
                </a:lnTo>
                <a:lnTo>
                  <a:pt x="5348" y="22945"/>
                </a:lnTo>
                <a:lnTo>
                  <a:pt x="5147" y="23006"/>
                </a:lnTo>
                <a:lnTo>
                  <a:pt x="4945" y="23046"/>
                </a:lnTo>
                <a:lnTo>
                  <a:pt x="4743" y="23087"/>
                </a:lnTo>
                <a:lnTo>
                  <a:pt x="4541" y="23107"/>
                </a:lnTo>
                <a:lnTo>
                  <a:pt x="4339" y="23107"/>
                </a:lnTo>
                <a:lnTo>
                  <a:pt x="4138" y="23087"/>
                </a:lnTo>
                <a:lnTo>
                  <a:pt x="3936" y="23046"/>
                </a:lnTo>
                <a:lnTo>
                  <a:pt x="3754" y="23006"/>
                </a:lnTo>
                <a:lnTo>
                  <a:pt x="3552" y="22925"/>
                </a:lnTo>
                <a:lnTo>
                  <a:pt x="3351" y="22845"/>
                </a:lnTo>
                <a:lnTo>
                  <a:pt x="3169" y="22764"/>
                </a:lnTo>
                <a:lnTo>
                  <a:pt x="2987" y="22643"/>
                </a:lnTo>
                <a:lnTo>
                  <a:pt x="2806" y="22522"/>
                </a:lnTo>
                <a:lnTo>
                  <a:pt x="2644" y="22380"/>
                </a:lnTo>
                <a:lnTo>
                  <a:pt x="2321" y="22078"/>
                </a:lnTo>
                <a:lnTo>
                  <a:pt x="1999" y="21714"/>
                </a:lnTo>
                <a:lnTo>
                  <a:pt x="1716" y="21331"/>
                </a:lnTo>
                <a:lnTo>
                  <a:pt x="1454" y="20927"/>
                </a:lnTo>
                <a:lnTo>
                  <a:pt x="1211" y="20483"/>
                </a:lnTo>
                <a:lnTo>
                  <a:pt x="990" y="20019"/>
                </a:lnTo>
                <a:lnTo>
                  <a:pt x="788" y="19535"/>
                </a:lnTo>
                <a:lnTo>
                  <a:pt x="626" y="19051"/>
                </a:lnTo>
                <a:lnTo>
                  <a:pt x="465" y="18566"/>
                </a:lnTo>
                <a:lnTo>
                  <a:pt x="344" y="18082"/>
                </a:lnTo>
                <a:lnTo>
                  <a:pt x="243" y="17598"/>
                </a:lnTo>
                <a:lnTo>
                  <a:pt x="162" y="17134"/>
                </a:lnTo>
                <a:lnTo>
                  <a:pt x="122" y="16690"/>
                </a:lnTo>
                <a:lnTo>
                  <a:pt x="102" y="16286"/>
                </a:lnTo>
                <a:lnTo>
                  <a:pt x="81" y="15600"/>
                </a:lnTo>
                <a:lnTo>
                  <a:pt x="81" y="14934"/>
                </a:lnTo>
                <a:lnTo>
                  <a:pt x="102" y="14268"/>
                </a:lnTo>
                <a:lnTo>
                  <a:pt x="142" y="13582"/>
                </a:lnTo>
                <a:lnTo>
                  <a:pt x="182" y="12916"/>
                </a:lnTo>
                <a:lnTo>
                  <a:pt x="243" y="12250"/>
                </a:lnTo>
                <a:lnTo>
                  <a:pt x="404" y="10918"/>
                </a:lnTo>
                <a:lnTo>
                  <a:pt x="586" y="9586"/>
                </a:lnTo>
                <a:lnTo>
                  <a:pt x="788" y="8254"/>
                </a:lnTo>
                <a:lnTo>
                  <a:pt x="1252" y="5631"/>
                </a:lnTo>
                <a:lnTo>
                  <a:pt x="1454" y="4622"/>
                </a:lnTo>
                <a:lnTo>
                  <a:pt x="1555" y="4117"/>
                </a:lnTo>
                <a:lnTo>
                  <a:pt x="1676" y="3613"/>
                </a:lnTo>
                <a:lnTo>
                  <a:pt x="1837" y="3108"/>
                </a:lnTo>
                <a:lnTo>
                  <a:pt x="1999" y="2604"/>
                </a:lnTo>
                <a:lnTo>
                  <a:pt x="2200" y="2140"/>
                </a:lnTo>
                <a:lnTo>
                  <a:pt x="2442" y="1655"/>
                </a:lnTo>
                <a:lnTo>
                  <a:pt x="2584" y="1393"/>
                </a:lnTo>
                <a:lnTo>
                  <a:pt x="2745" y="1151"/>
                </a:lnTo>
                <a:lnTo>
                  <a:pt x="2927" y="949"/>
                </a:lnTo>
                <a:lnTo>
                  <a:pt x="3108" y="747"/>
                </a:lnTo>
                <a:lnTo>
                  <a:pt x="3290" y="586"/>
                </a:lnTo>
                <a:lnTo>
                  <a:pt x="3472" y="445"/>
                </a:lnTo>
                <a:lnTo>
                  <a:pt x="3673" y="324"/>
                </a:lnTo>
                <a:lnTo>
                  <a:pt x="3875" y="223"/>
                </a:lnTo>
                <a:lnTo>
                  <a:pt x="4077" y="162"/>
                </a:lnTo>
                <a:lnTo>
                  <a:pt x="4279" y="102"/>
                </a:lnTo>
                <a:lnTo>
                  <a:pt x="4481" y="81"/>
                </a:lnTo>
                <a:lnTo>
                  <a:pt x="4703" y="61"/>
                </a:lnTo>
                <a:close/>
                <a:moveTo>
                  <a:pt x="4561" y="1"/>
                </a:moveTo>
                <a:lnTo>
                  <a:pt x="4319" y="21"/>
                </a:lnTo>
                <a:lnTo>
                  <a:pt x="4077" y="61"/>
                </a:lnTo>
                <a:lnTo>
                  <a:pt x="3855" y="142"/>
                </a:lnTo>
                <a:lnTo>
                  <a:pt x="3633" y="243"/>
                </a:lnTo>
                <a:lnTo>
                  <a:pt x="3431" y="364"/>
                </a:lnTo>
                <a:lnTo>
                  <a:pt x="3229" y="525"/>
                </a:lnTo>
                <a:lnTo>
                  <a:pt x="3048" y="687"/>
                </a:lnTo>
                <a:lnTo>
                  <a:pt x="2866" y="889"/>
                </a:lnTo>
                <a:lnTo>
                  <a:pt x="2685" y="1111"/>
                </a:lnTo>
                <a:lnTo>
                  <a:pt x="2523" y="1353"/>
                </a:lnTo>
                <a:lnTo>
                  <a:pt x="2362" y="1615"/>
                </a:lnTo>
                <a:lnTo>
                  <a:pt x="2120" y="2099"/>
                </a:lnTo>
                <a:lnTo>
                  <a:pt x="1918" y="2584"/>
                </a:lnTo>
                <a:lnTo>
                  <a:pt x="1756" y="3068"/>
                </a:lnTo>
                <a:lnTo>
                  <a:pt x="1615" y="3573"/>
                </a:lnTo>
                <a:lnTo>
                  <a:pt x="1474" y="4097"/>
                </a:lnTo>
                <a:lnTo>
                  <a:pt x="1373" y="4602"/>
                </a:lnTo>
                <a:lnTo>
                  <a:pt x="1171" y="5631"/>
                </a:lnTo>
                <a:lnTo>
                  <a:pt x="707" y="8254"/>
                </a:lnTo>
                <a:lnTo>
                  <a:pt x="505" y="9566"/>
                </a:lnTo>
                <a:lnTo>
                  <a:pt x="324" y="10898"/>
                </a:lnTo>
                <a:lnTo>
                  <a:pt x="162" y="12250"/>
                </a:lnTo>
                <a:lnTo>
                  <a:pt x="102" y="12916"/>
                </a:lnTo>
                <a:lnTo>
                  <a:pt x="61" y="13582"/>
                </a:lnTo>
                <a:lnTo>
                  <a:pt x="21" y="14268"/>
                </a:lnTo>
                <a:lnTo>
                  <a:pt x="1" y="14934"/>
                </a:lnTo>
                <a:lnTo>
                  <a:pt x="1" y="15600"/>
                </a:lnTo>
                <a:lnTo>
                  <a:pt x="21" y="16286"/>
                </a:lnTo>
                <a:lnTo>
                  <a:pt x="41" y="16710"/>
                </a:lnTo>
                <a:lnTo>
                  <a:pt x="81" y="17154"/>
                </a:lnTo>
                <a:lnTo>
                  <a:pt x="162" y="17618"/>
                </a:lnTo>
                <a:lnTo>
                  <a:pt x="263" y="18102"/>
                </a:lnTo>
                <a:lnTo>
                  <a:pt x="404" y="18587"/>
                </a:lnTo>
                <a:lnTo>
                  <a:pt x="546" y="19071"/>
                </a:lnTo>
                <a:lnTo>
                  <a:pt x="727" y="19575"/>
                </a:lnTo>
                <a:lnTo>
                  <a:pt x="929" y="20060"/>
                </a:lnTo>
                <a:lnTo>
                  <a:pt x="1151" y="20524"/>
                </a:lnTo>
                <a:lnTo>
                  <a:pt x="1393" y="20968"/>
                </a:lnTo>
                <a:lnTo>
                  <a:pt x="1655" y="21392"/>
                </a:lnTo>
                <a:lnTo>
                  <a:pt x="1958" y="21775"/>
                </a:lnTo>
                <a:lnTo>
                  <a:pt x="2261" y="22138"/>
                </a:lnTo>
                <a:lnTo>
                  <a:pt x="2604" y="22461"/>
                </a:lnTo>
                <a:lnTo>
                  <a:pt x="2765" y="22582"/>
                </a:lnTo>
                <a:lnTo>
                  <a:pt x="2947" y="22723"/>
                </a:lnTo>
                <a:lnTo>
                  <a:pt x="3129" y="22824"/>
                </a:lnTo>
                <a:lnTo>
                  <a:pt x="3330" y="22925"/>
                </a:lnTo>
                <a:lnTo>
                  <a:pt x="3593" y="23046"/>
                </a:lnTo>
                <a:lnTo>
                  <a:pt x="3875" y="23127"/>
                </a:lnTo>
                <a:lnTo>
                  <a:pt x="4158" y="23167"/>
                </a:lnTo>
                <a:lnTo>
                  <a:pt x="4460" y="23188"/>
                </a:lnTo>
                <a:lnTo>
                  <a:pt x="4723" y="23167"/>
                </a:lnTo>
                <a:lnTo>
                  <a:pt x="4985" y="23127"/>
                </a:lnTo>
                <a:lnTo>
                  <a:pt x="5268" y="23067"/>
                </a:lnTo>
                <a:lnTo>
                  <a:pt x="5550" y="22966"/>
                </a:lnTo>
                <a:lnTo>
                  <a:pt x="5813" y="22845"/>
                </a:lnTo>
                <a:lnTo>
                  <a:pt x="6095" y="22683"/>
                </a:lnTo>
                <a:lnTo>
                  <a:pt x="6378" y="22501"/>
                </a:lnTo>
                <a:lnTo>
                  <a:pt x="6680" y="22300"/>
                </a:lnTo>
                <a:lnTo>
                  <a:pt x="6922" y="22098"/>
                </a:lnTo>
                <a:lnTo>
                  <a:pt x="7144" y="21876"/>
                </a:lnTo>
                <a:lnTo>
                  <a:pt x="7346" y="21654"/>
                </a:lnTo>
                <a:lnTo>
                  <a:pt x="7548" y="21412"/>
                </a:lnTo>
                <a:lnTo>
                  <a:pt x="7730" y="21170"/>
                </a:lnTo>
                <a:lnTo>
                  <a:pt x="7911" y="20927"/>
                </a:lnTo>
                <a:lnTo>
                  <a:pt x="8053" y="20665"/>
                </a:lnTo>
                <a:lnTo>
                  <a:pt x="8214" y="20403"/>
                </a:lnTo>
                <a:lnTo>
                  <a:pt x="8476" y="19878"/>
                </a:lnTo>
                <a:lnTo>
                  <a:pt x="8698" y="19333"/>
                </a:lnTo>
                <a:lnTo>
                  <a:pt x="8880" y="18809"/>
                </a:lnTo>
                <a:lnTo>
                  <a:pt x="9041" y="18284"/>
                </a:lnTo>
                <a:lnTo>
                  <a:pt x="9283" y="17436"/>
                </a:lnTo>
                <a:lnTo>
                  <a:pt x="9485" y="16589"/>
                </a:lnTo>
                <a:lnTo>
                  <a:pt x="9667" y="15721"/>
                </a:lnTo>
                <a:lnTo>
                  <a:pt x="9808" y="14833"/>
                </a:lnTo>
                <a:lnTo>
                  <a:pt x="9909" y="13965"/>
                </a:lnTo>
                <a:lnTo>
                  <a:pt x="9990" y="13077"/>
                </a:lnTo>
                <a:lnTo>
                  <a:pt x="10030" y="12189"/>
                </a:lnTo>
                <a:lnTo>
                  <a:pt x="10030" y="11302"/>
                </a:lnTo>
                <a:lnTo>
                  <a:pt x="10010" y="10434"/>
                </a:lnTo>
                <a:lnTo>
                  <a:pt x="9949" y="9546"/>
                </a:lnTo>
                <a:lnTo>
                  <a:pt x="9869" y="8658"/>
                </a:lnTo>
                <a:lnTo>
                  <a:pt x="9727" y="7790"/>
                </a:lnTo>
                <a:lnTo>
                  <a:pt x="9566" y="6902"/>
                </a:lnTo>
                <a:lnTo>
                  <a:pt x="9384" y="6055"/>
                </a:lnTo>
                <a:lnTo>
                  <a:pt x="9162" y="5187"/>
                </a:lnTo>
                <a:lnTo>
                  <a:pt x="8900" y="4339"/>
                </a:lnTo>
                <a:lnTo>
                  <a:pt x="8759" y="3936"/>
                </a:lnTo>
                <a:lnTo>
                  <a:pt x="8618" y="3552"/>
                </a:lnTo>
                <a:lnTo>
                  <a:pt x="8476" y="3209"/>
                </a:lnTo>
                <a:lnTo>
                  <a:pt x="8315" y="2866"/>
                </a:lnTo>
                <a:lnTo>
                  <a:pt x="8153" y="2523"/>
                </a:lnTo>
                <a:lnTo>
                  <a:pt x="7972" y="2220"/>
                </a:lnTo>
                <a:lnTo>
                  <a:pt x="7790" y="1938"/>
                </a:lnTo>
                <a:lnTo>
                  <a:pt x="7609" y="1676"/>
                </a:lnTo>
                <a:lnTo>
                  <a:pt x="7407" y="1433"/>
                </a:lnTo>
                <a:lnTo>
                  <a:pt x="7225" y="1211"/>
                </a:lnTo>
                <a:lnTo>
                  <a:pt x="7003" y="990"/>
                </a:lnTo>
                <a:lnTo>
                  <a:pt x="6801" y="808"/>
                </a:lnTo>
                <a:lnTo>
                  <a:pt x="6579" y="646"/>
                </a:lnTo>
                <a:lnTo>
                  <a:pt x="6337" y="485"/>
                </a:lnTo>
                <a:lnTo>
                  <a:pt x="6095" y="344"/>
                </a:lnTo>
                <a:lnTo>
                  <a:pt x="5853" y="243"/>
                </a:lnTo>
                <a:lnTo>
                  <a:pt x="5591" y="142"/>
                </a:lnTo>
                <a:lnTo>
                  <a:pt x="5328" y="61"/>
                </a:lnTo>
                <a:lnTo>
                  <a:pt x="5066" y="21"/>
                </a:lnTo>
                <a:lnTo>
                  <a:pt x="4824" y="1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941" name="Google Shape;1941;p23"/>
          <p:cNvGrpSpPr/>
          <p:nvPr/>
        </p:nvGrpSpPr>
        <p:grpSpPr>
          <a:xfrm>
            <a:off x="170355" y="118041"/>
            <a:ext cx="1209708" cy="1147945"/>
            <a:chOff x="5235125" y="2636100"/>
            <a:chExt cx="796175" cy="755525"/>
          </a:xfrm>
        </p:grpSpPr>
        <p:sp>
          <p:nvSpPr>
            <p:cNvPr id="1942" name="Google Shape;1942;p23"/>
            <p:cNvSpPr/>
            <p:nvPr/>
          </p:nvSpPr>
          <p:spPr>
            <a:xfrm>
              <a:off x="5779275" y="2943825"/>
              <a:ext cx="35175" cy="33150"/>
            </a:xfrm>
            <a:custGeom>
              <a:rect b="b" l="l" r="r" t="t"/>
              <a:pathLst>
                <a:path extrusionOk="0" h="1326" w="1407">
                  <a:moveTo>
                    <a:pt x="724" y="1"/>
                  </a:moveTo>
                  <a:lnTo>
                    <a:pt x="1" y="683"/>
                  </a:lnTo>
                  <a:lnTo>
                    <a:pt x="21" y="724"/>
                  </a:lnTo>
                  <a:lnTo>
                    <a:pt x="61" y="744"/>
                  </a:lnTo>
                  <a:lnTo>
                    <a:pt x="181" y="784"/>
                  </a:lnTo>
                  <a:lnTo>
                    <a:pt x="322" y="824"/>
                  </a:lnTo>
                  <a:lnTo>
                    <a:pt x="382" y="864"/>
                  </a:lnTo>
                  <a:lnTo>
                    <a:pt x="422" y="884"/>
                  </a:lnTo>
                  <a:lnTo>
                    <a:pt x="503" y="1005"/>
                  </a:lnTo>
                  <a:lnTo>
                    <a:pt x="583" y="1105"/>
                  </a:lnTo>
                  <a:lnTo>
                    <a:pt x="704" y="1326"/>
                  </a:lnTo>
                  <a:lnTo>
                    <a:pt x="1406" y="623"/>
                  </a:lnTo>
                  <a:lnTo>
                    <a:pt x="724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43" name="Google Shape;1943;p23"/>
            <p:cNvSpPr/>
            <p:nvPr/>
          </p:nvSpPr>
          <p:spPr>
            <a:xfrm>
              <a:off x="5885700" y="3044725"/>
              <a:ext cx="37175" cy="34675"/>
            </a:xfrm>
            <a:custGeom>
              <a:rect b="b" l="l" r="r" t="t"/>
              <a:pathLst>
                <a:path extrusionOk="0" h="1387" w="1487">
                  <a:moveTo>
                    <a:pt x="764" y="1"/>
                  </a:moveTo>
                  <a:lnTo>
                    <a:pt x="663" y="222"/>
                  </a:lnTo>
                  <a:lnTo>
                    <a:pt x="603" y="322"/>
                  </a:lnTo>
                  <a:lnTo>
                    <a:pt x="543" y="402"/>
                  </a:lnTo>
                  <a:lnTo>
                    <a:pt x="422" y="483"/>
                  </a:lnTo>
                  <a:lnTo>
                    <a:pt x="302" y="543"/>
                  </a:lnTo>
                  <a:lnTo>
                    <a:pt x="1" y="703"/>
                  </a:lnTo>
                  <a:lnTo>
                    <a:pt x="262" y="824"/>
                  </a:lnTo>
                  <a:lnTo>
                    <a:pt x="483" y="985"/>
                  </a:lnTo>
                  <a:lnTo>
                    <a:pt x="583" y="1065"/>
                  </a:lnTo>
                  <a:lnTo>
                    <a:pt x="643" y="1165"/>
                  </a:lnTo>
                  <a:lnTo>
                    <a:pt x="723" y="1266"/>
                  </a:lnTo>
                  <a:lnTo>
                    <a:pt x="764" y="1386"/>
                  </a:lnTo>
                  <a:lnTo>
                    <a:pt x="1486" y="703"/>
                  </a:lnTo>
                  <a:lnTo>
                    <a:pt x="764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44" name="Google Shape;1944;p23"/>
            <p:cNvSpPr/>
            <p:nvPr/>
          </p:nvSpPr>
          <p:spPr>
            <a:xfrm>
              <a:off x="5562925" y="2636100"/>
              <a:ext cx="35675" cy="33175"/>
            </a:xfrm>
            <a:custGeom>
              <a:rect b="b" l="l" r="r" t="t"/>
              <a:pathLst>
                <a:path extrusionOk="0" h="1327" w="1427">
                  <a:moveTo>
                    <a:pt x="723" y="1"/>
                  </a:moveTo>
                  <a:lnTo>
                    <a:pt x="1" y="684"/>
                  </a:lnTo>
                  <a:lnTo>
                    <a:pt x="221" y="784"/>
                  </a:lnTo>
                  <a:lnTo>
                    <a:pt x="322" y="824"/>
                  </a:lnTo>
                  <a:lnTo>
                    <a:pt x="422" y="884"/>
                  </a:lnTo>
                  <a:lnTo>
                    <a:pt x="502" y="1005"/>
                  </a:lnTo>
                  <a:lnTo>
                    <a:pt x="583" y="1105"/>
                  </a:lnTo>
                  <a:lnTo>
                    <a:pt x="723" y="1326"/>
                  </a:lnTo>
                  <a:lnTo>
                    <a:pt x="1426" y="643"/>
                  </a:lnTo>
                  <a:lnTo>
                    <a:pt x="723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45" name="Google Shape;1945;p23"/>
            <p:cNvSpPr/>
            <p:nvPr/>
          </p:nvSpPr>
          <p:spPr>
            <a:xfrm>
              <a:off x="5672850" y="2636100"/>
              <a:ext cx="33175" cy="32175"/>
            </a:xfrm>
            <a:custGeom>
              <a:rect b="b" l="l" r="r" t="t"/>
              <a:pathLst>
                <a:path extrusionOk="0" h="1287" w="1327">
                  <a:moveTo>
                    <a:pt x="664" y="1"/>
                  </a:moveTo>
                  <a:lnTo>
                    <a:pt x="1" y="664"/>
                  </a:lnTo>
                  <a:lnTo>
                    <a:pt x="664" y="1286"/>
                  </a:lnTo>
                  <a:lnTo>
                    <a:pt x="1326" y="623"/>
                  </a:lnTo>
                  <a:lnTo>
                    <a:pt x="664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46" name="Google Shape;1946;p23"/>
            <p:cNvSpPr/>
            <p:nvPr/>
          </p:nvSpPr>
          <p:spPr>
            <a:xfrm>
              <a:off x="5886700" y="3351450"/>
              <a:ext cx="37675" cy="36675"/>
            </a:xfrm>
            <a:custGeom>
              <a:rect b="b" l="l" r="r" t="t"/>
              <a:pathLst>
                <a:path extrusionOk="0" h="1467" w="1507">
                  <a:moveTo>
                    <a:pt x="683" y="0"/>
                  </a:moveTo>
                  <a:lnTo>
                    <a:pt x="663" y="161"/>
                  </a:lnTo>
                  <a:lnTo>
                    <a:pt x="603" y="281"/>
                  </a:lnTo>
                  <a:lnTo>
                    <a:pt x="523" y="362"/>
                  </a:lnTo>
                  <a:lnTo>
                    <a:pt x="422" y="442"/>
                  </a:lnTo>
                  <a:lnTo>
                    <a:pt x="202" y="583"/>
                  </a:lnTo>
                  <a:lnTo>
                    <a:pt x="81" y="663"/>
                  </a:lnTo>
                  <a:lnTo>
                    <a:pt x="1" y="743"/>
                  </a:lnTo>
                  <a:lnTo>
                    <a:pt x="222" y="884"/>
                  </a:lnTo>
                  <a:lnTo>
                    <a:pt x="443" y="1004"/>
                  </a:lnTo>
                  <a:lnTo>
                    <a:pt x="523" y="1105"/>
                  </a:lnTo>
                  <a:lnTo>
                    <a:pt x="603" y="1205"/>
                  </a:lnTo>
                  <a:lnTo>
                    <a:pt x="663" y="1326"/>
                  </a:lnTo>
                  <a:lnTo>
                    <a:pt x="683" y="1466"/>
                  </a:lnTo>
                  <a:lnTo>
                    <a:pt x="764" y="1446"/>
                  </a:lnTo>
                  <a:lnTo>
                    <a:pt x="824" y="1406"/>
                  </a:lnTo>
                  <a:lnTo>
                    <a:pt x="864" y="1346"/>
                  </a:lnTo>
                  <a:lnTo>
                    <a:pt x="904" y="1285"/>
                  </a:lnTo>
                  <a:lnTo>
                    <a:pt x="965" y="1145"/>
                  </a:lnTo>
                  <a:lnTo>
                    <a:pt x="985" y="1085"/>
                  </a:lnTo>
                  <a:lnTo>
                    <a:pt x="1025" y="1044"/>
                  </a:lnTo>
                  <a:lnTo>
                    <a:pt x="1145" y="964"/>
                  </a:lnTo>
                  <a:lnTo>
                    <a:pt x="1266" y="884"/>
                  </a:lnTo>
                  <a:lnTo>
                    <a:pt x="1507" y="743"/>
                  </a:lnTo>
                  <a:lnTo>
                    <a:pt x="68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47" name="Google Shape;1947;p23"/>
            <p:cNvSpPr/>
            <p:nvPr/>
          </p:nvSpPr>
          <p:spPr>
            <a:xfrm>
              <a:off x="5563925" y="2738525"/>
              <a:ext cx="35675" cy="34150"/>
            </a:xfrm>
            <a:custGeom>
              <a:rect b="b" l="l" r="r" t="t"/>
              <a:pathLst>
                <a:path extrusionOk="0" h="1366" w="1427">
                  <a:moveTo>
                    <a:pt x="703" y="0"/>
                  </a:moveTo>
                  <a:lnTo>
                    <a:pt x="1" y="643"/>
                  </a:lnTo>
                  <a:lnTo>
                    <a:pt x="744" y="1366"/>
                  </a:lnTo>
                  <a:lnTo>
                    <a:pt x="784" y="1225"/>
                  </a:lnTo>
                  <a:lnTo>
                    <a:pt x="844" y="1125"/>
                  </a:lnTo>
                  <a:lnTo>
                    <a:pt x="924" y="1024"/>
                  </a:lnTo>
                  <a:lnTo>
                    <a:pt x="1005" y="944"/>
                  </a:lnTo>
                  <a:lnTo>
                    <a:pt x="1105" y="864"/>
                  </a:lnTo>
                  <a:lnTo>
                    <a:pt x="1205" y="803"/>
                  </a:lnTo>
                  <a:lnTo>
                    <a:pt x="1426" y="683"/>
                  </a:lnTo>
                  <a:lnTo>
                    <a:pt x="1346" y="582"/>
                  </a:lnTo>
                  <a:lnTo>
                    <a:pt x="1266" y="522"/>
                  </a:lnTo>
                  <a:lnTo>
                    <a:pt x="1045" y="402"/>
                  </a:lnTo>
                  <a:lnTo>
                    <a:pt x="964" y="342"/>
                  </a:lnTo>
                  <a:lnTo>
                    <a:pt x="884" y="281"/>
                  </a:lnTo>
                  <a:lnTo>
                    <a:pt x="824" y="181"/>
                  </a:lnTo>
                  <a:lnTo>
                    <a:pt x="804" y="40"/>
                  </a:lnTo>
                  <a:lnTo>
                    <a:pt x="784" y="20"/>
                  </a:lnTo>
                  <a:lnTo>
                    <a:pt x="744" y="20"/>
                  </a:lnTo>
                  <a:lnTo>
                    <a:pt x="70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48" name="Google Shape;1948;p23"/>
            <p:cNvSpPr/>
            <p:nvPr/>
          </p:nvSpPr>
          <p:spPr>
            <a:xfrm>
              <a:off x="5671350" y="2738025"/>
              <a:ext cx="35675" cy="35650"/>
            </a:xfrm>
            <a:custGeom>
              <a:rect b="b" l="l" r="r" t="t"/>
              <a:pathLst>
                <a:path extrusionOk="0" h="1426" w="1427">
                  <a:moveTo>
                    <a:pt x="724" y="0"/>
                  </a:moveTo>
                  <a:lnTo>
                    <a:pt x="1" y="703"/>
                  </a:lnTo>
                  <a:lnTo>
                    <a:pt x="121" y="743"/>
                  </a:lnTo>
                  <a:lnTo>
                    <a:pt x="242" y="823"/>
                  </a:lnTo>
                  <a:lnTo>
                    <a:pt x="342" y="884"/>
                  </a:lnTo>
                  <a:lnTo>
                    <a:pt x="422" y="984"/>
                  </a:lnTo>
                  <a:lnTo>
                    <a:pt x="603" y="1185"/>
                  </a:lnTo>
                  <a:lnTo>
                    <a:pt x="744" y="1426"/>
                  </a:lnTo>
                  <a:lnTo>
                    <a:pt x="844" y="1165"/>
                  </a:lnTo>
                  <a:lnTo>
                    <a:pt x="904" y="1064"/>
                  </a:lnTo>
                  <a:lnTo>
                    <a:pt x="964" y="984"/>
                  </a:lnTo>
                  <a:lnTo>
                    <a:pt x="1065" y="904"/>
                  </a:lnTo>
                  <a:lnTo>
                    <a:pt x="1185" y="823"/>
                  </a:lnTo>
                  <a:lnTo>
                    <a:pt x="1426" y="683"/>
                  </a:lnTo>
                  <a:lnTo>
                    <a:pt x="724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49" name="Google Shape;1949;p23"/>
            <p:cNvSpPr/>
            <p:nvPr/>
          </p:nvSpPr>
          <p:spPr>
            <a:xfrm>
              <a:off x="5780775" y="2738525"/>
              <a:ext cx="33675" cy="31150"/>
            </a:xfrm>
            <a:custGeom>
              <a:rect b="b" l="l" r="r" t="t"/>
              <a:pathLst>
                <a:path extrusionOk="0" h="1246" w="1347">
                  <a:moveTo>
                    <a:pt x="664" y="0"/>
                  </a:moveTo>
                  <a:lnTo>
                    <a:pt x="1" y="663"/>
                  </a:lnTo>
                  <a:lnTo>
                    <a:pt x="664" y="1245"/>
                  </a:lnTo>
                  <a:lnTo>
                    <a:pt x="1346" y="663"/>
                  </a:lnTo>
                  <a:lnTo>
                    <a:pt x="664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50" name="Google Shape;1950;p23"/>
            <p:cNvSpPr/>
            <p:nvPr/>
          </p:nvSpPr>
          <p:spPr>
            <a:xfrm>
              <a:off x="5777775" y="3352450"/>
              <a:ext cx="38175" cy="34150"/>
            </a:xfrm>
            <a:custGeom>
              <a:rect b="b" l="l" r="r" t="t"/>
              <a:pathLst>
                <a:path extrusionOk="0" h="1366" w="1527">
                  <a:moveTo>
                    <a:pt x="703" y="0"/>
                  </a:moveTo>
                  <a:lnTo>
                    <a:pt x="663" y="121"/>
                  </a:lnTo>
                  <a:lnTo>
                    <a:pt x="623" y="221"/>
                  </a:lnTo>
                  <a:lnTo>
                    <a:pt x="563" y="322"/>
                  </a:lnTo>
                  <a:lnTo>
                    <a:pt x="462" y="402"/>
                  </a:lnTo>
                  <a:lnTo>
                    <a:pt x="382" y="462"/>
                  </a:lnTo>
                  <a:lnTo>
                    <a:pt x="262" y="522"/>
                  </a:lnTo>
                  <a:lnTo>
                    <a:pt x="1" y="623"/>
                  </a:lnTo>
                  <a:lnTo>
                    <a:pt x="41" y="683"/>
                  </a:lnTo>
                  <a:lnTo>
                    <a:pt x="61" y="723"/>
                  </a:lnTo>
                  <a:lnTo>
                    <a:pt x="161" y="804"/>
                  </a:lnTo>
                  <a:lnTo>
                    <a:pt x="282" y="884"/>
                  </a:lnTo>
                  <a:lnTo>
                    <a:pt x="402" y="924"/>
                  </a:lnTo>
                  <a:lnTo>
                    <a:pt x="523" y="1004"/>
                  </a:lnTo>
                  <a:lnTo>
                    <a:pt x="623" y="1085"/>
                  </a:lnTo>
                  <a:lnTo>
                    <a:pt x="643" y="1125"/>
                  </a:lnTo>
                  <a:lnTo>
                    <a:pt x="683" y="1185"/>
                  </a:lnTo>
                  <a:lnTo>
                    <a:pt x="683" y="1265"/>
                  </a:lnTo>
                  <a:lnTo>
                    <a:pt x="683" y="1346"/>
                  </a:lnTo>
                  <a:lnTo>
                    <a:pt x="743" y="1366"/>
                  </a:lnTo>
                  <a:lnTo>
                    <a:pt x="784" y="1366"/>
                  </a:lnTo>
                  <a:lnTo>
                    <a:pt x="1527" y="663"/>
                  </a:lnTo>
                  <a:lnTo>
                    <a:pt x="1426" y="583"/>
                  </a:lnTo>
                  <a:lnTo>
                    <a:pt x="1326" y="543"/>
                  </a:lnTo>
                  <a:lnTo>
                    <a:pt x="1145" y="422"/>
                  </a:lnTo>
                  <a:lnTo>
                    <a:pt x="1045" y="362"/>
                  </a:lnTo>
                  <a:lnTo>
                    <a:pt x="984" y="261"/>
                  </a:lnTo>
                  <a:lnTo>
                    <a:pt x="924" y="161"/>
                  </a:lnTo>
                  <a:lnTo>
                    <a:pt x="904" y="41"/>
                  </a:lnTo>
                  <a:lnTo>
                    <a:pt x="864" y="21"/>
                  </a:lnTo>
                  <a:lnTo>
                    <a:pt x="824" y="21"/>
                  </a:lnTo>
                  <a:lnTo>
                    <a:pt x="70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51" name="Google Shape;1951;p23"/>
            <p:cNvSpPr/>
            <p:nvPr/>
          </p:nvSpPr>
          <p:spPr>
            <a:xfrm>
              <a:off x="5669350" y="3350450"/>
              <a:ext cx="40175" cy="39175"/>
            </a:xfrm>
            <a:custGeom>
              <a:rect b="b" l="l" r="r" t="t"/>
              <a:pathLst>
                <a:path extrusionOk="0" h="1567" w="1607">
                  <a:moveTo>
                    <a:pt x="864" y="0"/>
                  </a:moveTo>
                  <a:lnTo>
                    <a:pt x="783" y="20"/>
                  </a:lnTo>
                  <a:lnTo>
                    <a:pt x="723" y="60"/>
                  </a:lnTo>
                  <a:lnTo>
                    <a:pt x="683" y="121"/>
                  </a:lnTo>
                  <a:lnTo>
                    <a:pt x="663" y="181"/>
                  </a:lnTo>
                  <a:lnTo>
                    <a:pt x="623" y="321"/>
                  </a:lnTo>
                  <a:lnTo>
                    <a:pt x="583" y="382"/>
                  </a:lnTo>
                  <a:lnTo>
                    <a:pt x="542" y="422"/>
                  </a:lnTo>
                  <a:lnTo>
                    <a:pt x="422" y="522"/>
                  </a:lnTo>
                  <a:lnTo>
                    <a:pt x="281" y="602"/>
                  </a:lnTo>
                  <a:lnTo>
                    <a:pt x="0" y="763"/>
                  </a:lnTo>
                  <a:lnTo>
                    <a:pt x="201" y="763"/>
                  </a:lnTo>
                  <a:lnTo>
                    <a:pt x="281" y="803"/>
                  </a:lnTo>
                  <a:lnTo>
                    <a:pt x="362" y="823"/>
                  </a:lnTo>
                  <a:lnTo>
                    <a:pt x="402" y="884"/>
                  </a:lnTo>
                  <a:lnTo>
                    <a:pt x="462" y="944"/>
                  </a:lnTo>
                  <a:lnTo>
                    <a:pt x="542" y="1064"/>
                  </a:lnTo>
                  <a:lnTo>
                    <a:pt x="603" y="1225"/>
                  </a:lnTo>
                  <a:lnTo>
                    <a:pt x="703" y="1366"/>
                  </a:lnTo>
                  <a:lnTo>
                    <a:pt x="743" y="1426"/>
                  </a:lnTo>
                  <a:lnTo>
                    <a:pt x="804" y="1486"/>
                  </a:lnTo>
                  <a:lnTo>
                    <a:pt x="884" y="1526"/>
                  </a:lnTo>
                  <a:lnTo>
                    <a:pt x="964" y="1566"/>
                  </a:lnTo>
                  <a:lnTo>
                    <a:pt x="924" y="1466"/>
                  </a:lnTo>
                  <a:lnTo>
                    <a:pt x="924" y="1366"/>
                  </a:lnTo>
                  <a:lnTo>
                    <a:pt x="924" y="1285"/>
                  </a:lnTo>
                  <a:lnTo>
                    <a:pt x="944" y="1225"/>
                  </a:lnTo>
                  <a:lnTo>
                    <a:pt x="964" y="1165"/>
                  </a:lnTo>
                  <a:lnTo>
                    <a:pt x="1024" y="1104"/>
                  </a:lnTo>
                  <a:lnTo>
                    <a:pt x="1125" y="1024"/>
                  </a:lnTo>
                  <a:lnTo>
                    <a:pt x="1265" y="964"/>
                  </a:lnTo>
                  <a:lnTo>
                    <a:pt x="1406" y="884"/>
                  </a:lnTo>
                  <a:lnTo>
                    <a:pt x="1526" y="783"/>
                  </a:lnTo>
                  <a:lnTo>
                    <a:pt x="1567" y="723"/>
                  </a:lnTo>
                  <a:lnTo>
                    <a:pt x="1607" y="643"/>
                  </a:lnTo>
                  <a:lnTo>
                    <a:pt x="1446" y="643"/>
                  </a:lnTo>
                  <a:lnTo>
                    <a:pt x="1306" y="623"/>
                  </a:lnTo>
                  <a:lnTo>
                    <a:pt x="1205" y="562"/>
                  </a:lnTo>
                  <a:lnTo>
                    <a:pt x="1105" y="482"/>
                  </a:lnTo>
                  <a:lnTo>
                    <a:pt x="1024" y="382"/>
                  </a:lnTo>
                  <a:lnTo>
                    <a:pt x="964" y="261"/>
                  </a:lnTo>
                  <a:lnTo>
                    <a:pt x="864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52" name="Google Shape;1952;p23"/>
            <p:cNvSpPr/>
            <p:nvPr/>
          </p:nvSpPr>
          <p:spPr>
            <a:xfrm>
              <a:off x="5562425" y="3350950"/>
              <a:ext cx="41700" cy="38175"/>
            </a:xfrm>
            <a:custGeom>
              <a:rect b="b" l="l" r="r" t="t"/>
              <a:pathLst>
                <a:path extrusionOk="0" h="1527" w="1668">
                  <a:moveTo>
                    <a:pt x="683" y="0"/>
                  </a:moveTo>
                  <a:lnTo>
                    <a:pt x="543" y="281"/>
                  </a:lnTo>
                  <a:lnTo>
                    <a:pt x="462" y="402"/>
                  </a:lnTo>
                  <a:lnTo>
                    <a:pt x="382" y="502"/>
                  </a:lnTo>
                  <a:lnTo>
                    <a:pt x="322" y="542"/>
                  </a:lnTo>
                  <a:lnTo>
                    <a:pt x="261" y="562"/>
                  </a:lnTo>
                  <a:lnTo>
                    <a:pt x="141" y="582"/>
                  </a:lnTo>
                  <a:lnTo>
                    <a:pt x="81" y="603"/>
                  </a:lnTo>
                  <a:lnTo>
                    <a:pt x="21" y="623"/>
                  </a:lnTo>
                  <a:lnTo>
                    <a:pt x="0" y="663"/>
                  </a:lnTo>
                  <a:lnTo>
                    <a:pt x="0" y="703"/>
                  </a:lnTo>
                  <a:lnTo>
                    <a:pt x="844" y="1526"/>
                  </a:lnTo>
                  <a:lnTo>
                    <a:pt x="884" y="1366"/>
                  </a:lnTo>
                  <a:lnTo>
                    <a:pt x="924" y="1245"/>
                  </a:lnTo>
                  <a:lnTo>
                    <a:pt x="1004" y="1145"/>
                  </a:lnTo>
                  <a:lnTo>
                    <a:pt x="1105" y="1044"/>
                  </a:lnTo>
                  <a:lnTo>
                    <a:pt x="1225" y="964"/>
                  </a:lnTo>
                  <a:lnTo>
                    <a:pt x="1346" y="884"/>
                  </a:lnTo>
                  <a:lnTo>
                    <a:pt x="1667" y="743"/>
                  </a:lnTo>
                  <a:lnTo>
                    <a:pt x="1265" y="562"/>
                  </a:lnTo>
                  <a:lnTo>
                    <a:pt x="1125" y="482"/>
                  </a:lnTo>
                  <a:lnTo>
                    <a:pt x="1004" y="402"/>
                  </a:lnTo>
                  <a:lnTo>
                    <a:pt x="964" y="362"/>
                  </a:lnTo>
                  <a:lnTo>
                    <a:pt x="944" y="301"/>
                  </a:lnTo>
                  <a:lnTo>
                    <a:pt x="904" y="161"/>
                  </a:lnTo>
                  <a:lnTo>
                    <a:pt x="884" y="101"/>
                  </a:lnTo>
                  <a:lnTo>
                    <a:pt x="844" y="40"/>
                  </a:lnTo>
                  <a:lnTo>
                    <a:pt x="784" y="20"/>
                  </a:lnTo>
                  <a:lnTo>
                    <a:pt x="68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53" name="Google Shape;1953;p23"/>
            <p:cNvSpPr/>
            <p:nvPr/>
          </p:nvSpPr>
          <p:spPr>
            <a:xfrm>
              <a:off x="5455500" y="3351450"/>
              <a:ext cx="41700" cy="38175"/>
            </a:xfrm>
            <a:custGeom>
              <a:rect b="b" l="l" r="r" t="t"/>
              <a:pathLst>
                <a:path extrusionOk="0" h="1527" w="1668">
                  <a:moveTo>
                    <a:pt x="743" y="0"/>
                  </a:moveTo>
                  <a:lnTo>
                    <a:pt x="0" y="723"/>
                  </a:lnTo>
                  <a:lnTo>
                    <a:pt x="784" y="1526"/>
                  </a:lnTo>
                  <a:lnTo>
                    <a:pt x="824" y="1386"/>
                  </a:lnTo>
                  <a:lnTo>
                    <a:pt x="884" y="1245"/>
                  </a:lnTo>
                  <a:lnTo>
                    <a:pt x="964" y="1125"/>
                  </a:lnTo>
                  <a:lnTo>
                    <a:pt x="1065" y="1044"/>
                  </a:lnTo>
                  <a:lnTo>
                    <a:pt x="1185" y="964"/>
                  </a:lnTo>
                  <a:lnTo>
                    <a:pt x="1326" y="884"/>
                  </a:lnTo>
                  <a:lnTo>
                    <a:pt x="1667" y="743"/>
                  </a:lnTo>
                  <a:lnTo>
                    <a:pt x="1266" y="583"/>
                  </a:lnTo>
                  <a:lnTo>
                    <a:pt x="1125" y="502"/>
                  </a:lnTo>
                  <a:lnTo>
                    <a:pt x="1025" y="442"/>
                  </a:lnTo>
                  <a:lnTo>
                    <a:pt x="944" y="342"/>
                  </a:lnTo>
                  <a:lnTo>
                    <a:pt x="864" y="221"/>
                  </a:lnTo>
                  <a:lnTo>
                    <a:pt x="74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54" name="Google Shape;1954;p23"/>
            <p:cNvSpPr/>
            <p:nvPr/>
          </p:nvSpPr>
          <p:spPr>
            <a:xfrm>
              <a:off x="5887700" y="3250550"/>
              <a:ext cx="36675" cy="34150"/>
            </a:xfrm>
            <a:custGeom>
              <a:rect b="b" l="l" r="r" t="t"/>
              <a:pathLst>
                <a:path extrusionOk="0" h="1366" w="1467">
                  <a:moveTo>
                    <a:pt x="724" y="0"/>
                  </a:moveTo>
                  <a:lnTo>
                    <a:pt x="1" y="663"/>
                  </a:lnTo>
                  <a:lnTo>
                    <a:pt x="744" y="1366"/>
                  </a:lnTo>
                  <a:lnTo>
                    <a:pt x="864" y="1145"/>
                  </a:lnTo>
                  <a:lnTo>
                    <a:pt x="1025" y="964"/>
                  </a:lnTo>
                  <a:lnTo>
                    <a:pt x="1125" y="884"/>
                  </a:lnTo>
                  <a:lnTo>
                    <a:pt x="1226" y="803"/>
                  </a:lnTo>
                  <a:lnTo>
                    <a:pt x="1346" y="743"/>
                  </a:lnTo>
                  <a:lnTo>
                    <a:pt x="1467" y="703"/>
                  </a:lnTo>
                  <a:lnTo>
                    <a:pt x="1386" y="603"/>
                  </a:lnTo>
                  <a:lnTo>
                    <a:pt x="1286" y="542"/>
                  </a:lnTo>
                  <a:lnTo>
                    <a:pt x="1085" y="422"/>
                  </a:lnTo>
                  <a:lnTo>
                    <a:pt x="985" y="342"/>
                  </a:lnTo>
                  <a:lnTo>
                    <a:pt x="904" y="261"/>
                  </a:lnTo>
                  <a:lnTo>
                    <a:pt x="864" y="161"/>
                  </a:lnTo>
                  <a:lnTo>
                    <a:pt x="824" y="40"/>
                  </a:lnTo>
                  <a:lnTo>
                    <a:pt x="804" y="20"/>
                  </a:lnTo>
                  <a:lnTo>
                    <a:pt x="764" y="20"/>
                  </a:lnTo>
                  <a:lnTo>
                    <a:pt x="724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55" name="Google Shape;1955;p23"/>
            <p:cNvSpPr/>
            <p:nvPr/>
          </p:nvSpPr>
          <p:spPr>
            <a:xfrm>
              <a:off x="5558900" y="2837900"/>
              <a:ext cx="42200" cy="36675"/>
            </a:xfrm>
            <a:custGeom>
              <a:rect b="b" l="l" r="r" t="t"/>
              <a:pathLst>
                <a:path extrusionOk="0" h="1467" w="1688">
                  <a:moveTo>
                    <a:pt x="864" y="1"/>
                  </a:moveTo>
                  <a:lnTo>
                    <a:pt x="764" y="262"/>
                  </a:lnTo>
                  <a:lnTo>
                    <a:pt x="704" y="362"/>
                  </a:lnTo>
                  <a:lnTo>
                    <a:pt x="643" y="463"/>
                  </a:lnTo>
                  <a:lnTo>
                    <a:pt x="523" y="543"/>
                  </a:lnTo>
                  <a:lnTo>
                    <a:pt x="382" y="623"/>
                  </a:lnTo>
                  <a:lnTo>
                    <a:pt x="1" y="844"/>
                  </a:lnTo>
                  <a:lnTo>
                    <a:pt x="162" y="864"/>
                  </a:lnTo>
                  <a:lnTo>
                    <a:pt x="302" y="904"/>
                  </a:lnTo>
                  <a:lnTo>
                    <a:pt x="423" y="965"/>
                  </a:lnTo>
                  <a:lnTo>
                    <a:pt x="543" y="1025"/>
                  </a:lnTo>
                  <a:lnTo>
                    <a:pt x="623" y="1085"/>
                  </a:lnTo>
                  <a:lnTo>
                    <a:pt x="704" y="1186"/>
                  </a:lnTo>
                  <a:lnTo>
                    <a:pt x="744" y="1286"/>
                  </a:lnTo>
                  <a:lnTo>
                    <a:pt x="784" y="1406"/>
                  </a:lnTo>
                  <a:lnTo>
                    <a:pt x="804" y="1427"/>
                  </a:lnTo>
                  <a:lnTo>
                    <a:pt x="864" y="1447"/>
                  </a:lnTo>
                  <a:lnTo>
                    <a:pt x="985" y="1467"/>
                  </a:lnTo>
                  <a:lnTo>
                    <a:pt x="1045" y="1286"/>
                  </a:lnTo>
                  <a:lnTo>
                    <a:pt x="1065" y="1206"/>
                  </a:lnTo>
                  <a:lnTo>
                    <a:pt x="1105" y="1145"/>
                  </a:lnTo>
                  <a:lnTo>
                    <a:pt x="1246" y="1045"/>
                  </a:lnTo>
                  <a:lnTo>
                    <a:pt x="1386" y="945"/>
                  </a:lnTo>
                  <a:lnTo>
                    <a:pt x="1688" y="744"/>
                  </a:lnTo>
                  <a:lnTo>
                    <a:pt x="1547" y="684"/>
                  </a:lnTo>
                  <a:lnTo>
                    <a:pt x="1427" y="623"/>
                  </a:lnTo>
                  <a:lnTo>
                    <a:pt x="1306" y="543"/>
                  </a:lnTo>
                  <a:lnTo>
                    <a:pt x="1206" y="463"/>
                  </a:lnTo>
                  <a:lnTo>
                    <a:pt x="1105" y="362"/>
                  </a:lnTo>
                  <a:lnTo>
                    <a:pt x="1025" y="262"/>
                  </a:lnTo>
                  <a:lnTo>
                    <a:pt x="864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56" name="Google Shape;1956;p23"/>
            <p:cNvSpPr/>
            <p:nvPr/>
          </p:nvSpPr>
          <p:spPr>
            <a:xfrm>
              <a:off x="5672350" y="2840925"/>
              <a:ext cx="35175" cy="33150"/>
            </a:xfrm>
            <a:custGeom>
              <a:rect b="b" l="l" r="r" t="t"/>
              <a:pathLst>
                <a:path extrusionOk="0" h="1326" w="1407">
                  <a:moveTo>
                    <a:pt x="684" y="0"/>
                  </a:moveTo>
                  <a:lnTo>
                    <a:pt x="1" y="663"/>
                  </a:lnTo>
                  <a:lnTo>
                    <a:pt x="724" y="1326"/>
                  </a:lnTo>
                  <a:lnTo>
                    <a:pt x="764" y="1225"/>
                  </a:lnTo>
                  <a:lnTo>
                    <a:pt x="824" y="1105"/>
                  </a:lnTo>
                  <a:lnTo>
                    <a:pt x="904" y="1024"/>
                  </a:lnTo>
                  <a:lnTo>
                    <a:pt x="985" y="944"/>
                  </a:lnTo>
                  <a:lnTo>
                    <a:pt x="1186" y="804"/>
                  </a:lnTo>
                  <a:lnTo>
                    <a:pt x="1406" y="683"/>
                  </a:lnTo>
                  <a:lnTo>
                    <a:pt x="1326" y="583"/>
                  </a:lnTo>
                  <a:lnTo>
                    <a:pt x="1246" y="522"/>
                  </a:lnTo>
                  <a:lnTo>
                    <a:pt x="1045" y="402"/>
                  </a:lnTo>
                  <a:lnTo>
                    <a:pt x="945" y="342"/>
                  </a:lnTo>
                  <a:lnTo>
                    <a:pt x="864" y="261"/>
                  </a:lnTo>
                  <a:lnTo>
                    <a:pt x="804" y="161"/>
                  </a:lnTo>
                  <a:lnTo>
                    <a:pt x="784" y="41"/>
                  </a:lnTo>
                  <a:lnTo>
                    <a:pt x="764" y="20"/>
                  </a:lnTo>
                  <a:lnTo>
                    <a:pt x="724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57" name="Google Shape;1957;p23"/>
            <p:cNvSpPr/>
            <p:nvPr/>
          </p:nvSpPr>
          <p:spPr>
            <a:xfrm>
              <a:off x="5780775" y="2841425"/>
              <a:ext cx="33675" cy="31650"/>
            </a:xfrm>
            <a:custGeom>
              <a:rect b="b" l="l" r="r" t="t"/>
              <a:pathLst>
                <a:path extrusionOk="0" h="1266" w="1347">
                  <a:moveTo>
                    <a:pt x="664" y="0"/>
                  </a:moveTo>
                  <a:lnTo>
                    <a:pt x="1" y="623"/>
                  </a:lnTo>
                  <a:lnTo>
                    <a:pt x="684" y="1265"/>
                  </a:lnTo>
                  <a:lnTo>
                    <a:pt x="1346" y="603"/>
                  </a:lnTo>
                  <a:lnTo>
                    <a:pt x="664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58" name="Google Shape;1958;p23"/>
            <p:cNvSpPr/>
            <p:nvPr/>
          </p:nvSpPr>
          <p:spPr>
            <a:xfrm>
              <a:off x="5779275" y="3246525"/>
              <a:ext cx="36175" cy="39675"/>
            </a:xfrm>
            <a:custGeom>
              <a:rect b="b" l="l" r="r" t="t"/>
              <a:pathLst>
                <a:path extrusionOk="0" h="1587" w="1447">
                  <a:moveTo>
                    <a:pt x="704" y="1"/>
                  </a:moveTo>
                  <a:lnTo>
                    <a:pt x="663" y="161"/>
                  </a:lnTo>
                  <a:lnTo>
                    <a:pt x="583" y="302"/>
                  </a:lnTo>
                  <a:lnTo>
                    <a:pt x="503" y="422"/>
                  </a:lnTo>
                  <a:lnTo>
                    <a:pt x="422" y="523"/>
                  </a:lnTo>
                  <a:lnTo>
                    <a:pt x="322" y="583"/>
                  </a:lnTo>
                  <a:lnTo>
                    <a:pt x="202" y="663"/>
                  </a:lnTo>
                  <a:lnTo>
                    <a:pt x="1" y="784"/>
                  </a:lnTo>
                  <a:lnTo>
                    <a:pt x="824" y="1587"/>
                  </a:lnTo>
                  <a:lnTo>
                    <a:pt x="844" y="1466"/>
                  </a:lnTo>
                  <a:lnTo>
                    <a:pt x="884" y="1346"/>
                  </a:lnTo>
                  <a:lnTo>
                    <a:pt x="924" y="1246"/>
                  </a:lnTo>
                  <a:lnTo>
                    <a:pt x="1005" y="1165"/>
                  </a:lnTo>
                  <a:lnTo>
                    <a:pt x="1065" y="1085"/>
                  </a:lnTo>
                  <a:lnTo>
                    <a:pt x="1165" y="1025"/>
                  </a:lnTo>
                  <a:lnTo>
                    <a:pt x="1266" y="964"/>
                  </a:lnTo>
                  <a:lnTo>
                    <a:pt x="1386" y="944"/>
                  </a:lnTo>
                  <a:lnTo>
                    <a:pt x="1406" y="904"/>
                  </a:lnTo>
                  <a:lnTo>
                    <a:pt x="1426" y="864"/>
                  </a:lnTo>
                  <a:lnTo>
                    <a:pt x="1446" y="744"/>
                  </a:lnTo>
                  <a:lnTo>
                    <a:pt x="1226" y="643"/>
                  </a:lnTo>
                  <a:lnTo>
                    <a:pt x="1125" y="603"/>
                  </a:lnTo>
                  <a:lnTo>
                    <a:pt x="1025" y="543"/>
                  </a:lnTo>
                  <a:lnTo>
                    <a:pt x="944" y="442"/>
                  </a:lnTo>
                  <a:lnTo>
                    <a:pt x="864" y="322"/>
                  </a:lnTo>
                  <a:lnTo>
                    <a:pt x="704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59" name="Google Shape;1959;p23"/>
            <p:cNvSpPr/>
            <p:nvPr/>
          </p:nvSpPr>
          <p:spPr>
            <a:xfrm>
              <a:off x="5670350" y="3249550"/>
              <a:ext cx="37675" cy="37675"/>
            </a:xfrm>
            <a:custGeom>
              <a:rect b="b" l="l" r="r" t="t"/>
              <a:pathLst>
                <a:path extrusionOk="0" h="1507" w="1507">
                  <a:moveTo>
                    <a:pt x="824" y="0"/>
                  </a:moveTo>
                  <a:lnTo>
                    <a:pt x="1" y="743"/>
                  </a:lnTo>
                  <a:lnTo>
                    <a:pt x="262" y="864"/>
                  </a:lnTo>
                  <a:lnTo>
                    <a:pt x="382" y="944"/>
                  </a:lnTo>
                  <a:lnTo>
                    <a:pt x="482" y="1024"/>
                  </a:lnTo>
                  <a:lnTo>
                    <a:pt x="563" y="1125"/>
                  </a:lnTo>
                  <a:lnTo>
                    <a:pt x="623" y="1245"/>
                  </a:lnTo>
                  <a:lnTo>
                    <a:pt x="764" y="1506"/>
                  </a:lnTo>
                  <a:lnTo>
                    <a:pt x="944" y="1205"/>
                  </a:lnTo>
                  <a:lnTo>
                    <a:pt x="1105" y="964"/>
                  </a:lnTo>
                  <a:lnTo>
                    <a:pt x="1145" y="924"/>
                  </a:lnTo>
                  <a:lnTo>
                    <a:pt x="1205" y="904"/>
                  </a:lnTo>
                  <a:lnTo>
                    <a:pt x="1346" y="864"/>
                  </a:lnTo>
                  <a:lnTo>
                    <a:pt x="1406" y="843"/>
                  </a:lnTo>
                  <a:lnTo>
                    <a:pt x="1466" y="803"/>
                  </a:lnTo>
                  <a:lnTo>
                    <a:pt x="1506" y="743"/>
                  </a:lnTo>
                  <a:lnTo>
                    <a:pt x="1506" y="643"/>
                  </a:lnTo>
                  <a:lnTo>
                    <a:pt x="1386" y="603"/>
                  </a:lnTo>
                  <a:lnTo>
                    <a:pt x="1266" y="542"/>
                  </a:lnTo>
                  <a:lnTo>
                    <a:pt x="1165" y="462"/>
                  </a:lnTo>
                  <a:lnTo>
                    <a:pt x="1085" y="402"/>
                  </a:lnTo>
                  <a:lnTo>
                    <a:pt x="984" y="301"/>
                  </a:lnTo>
                  <a:lnTo>
                    <a:pt x="924" y="221"/>
                  </a:lnTo>
                  <a:lnTo>
                    <a:pt x="864" y="101"/>
                  </a:lnTo>
                  <a:lnTo>
                    <a:pt x="824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60" name="Google Shape;1960;p23"/>
            <p:cNvSpPr/>
            <p:nvPr/>
          </p:nvSpPr>
          <p:spPr>
            <a:xfrm>
              <a:off x="5562425" y="3247025"/>
              <a:ext cx="37675" cy="38175"/>
            </a:xfrm>
            <a:custGeom>
              <a:rect b="b" l="l" r="r" t="t"/>
              <a:pathLst>
                <a:path extrusionOk="0" h="1527" w="1507">
                  <a:moveTo>
                    <a:pt x="743" y="1"/>
                  </a:moveTo>
                  <a:lnTo>
                    <a:pt x="563" y="322"/>
                  </a:lnTo>
                  <a:lnTo>
                    <a:pt x="482" y="442"/>
                  </a:lnTo>
                  <a:lnTo>
                    <a:pt x="402" y="563"/>
                  </a:lnTo>
                  <a:lnTo>
                    <a:pt x="342" y="603"/>
                  </a:lnTo>
                  <a:lnTo>
                    <a:pt x="282" y="623"/>
                  </a:lnTo>
                  <a:lnTo>
                    <a:pt x="141" y="643"/>
                  </a:lnTo>
                  <a:lnTo>
                    <a:pt x="41" y="663"/>
                  </a:lnTo>
                  <a:lnTo>
                    <a:pt x="0" y="683"/>
                  </a:lnTo>
                  <a:lnTo>
                    <a:pt x="0" y="744"/>
                  </a:lnTo>
                  <a:lnTo>
                    <a:pt x="763" y="1527"/>
                  </a:lnTo>
                  <a:lnTo>
                    <a:pt x="1506" y="744"/>
                  </a:lnTo>
                  <a:lnTo>
                    <a:pt x="1265" y="643"/>
                  </a:lnTo>
                  <a:lnTo>
                    <a:pt x="1145" y="563"/>
                  </a:lnTo>
                  <a:lnTo>
                    <a:pt x="1024" y="483"/>
                  </a:lnTo>
                  <a:lnTo>
                    <a:pt x="944" y="382"/>
                  </a:lnTo>
                  <a:lnTo>
                    <a:pt x="884" y="282"/>
                  </a:lnTo>
                  <a:lnTo>
                    <a:pt x="743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61" name="Google Shape;1961;p23"/>
            <p:cNvSpPr/>
            <p:nvPr/>
          </p:nvSpPr>
          <p:spPr>
            <a:xfrm>
              <a:off x="5454500" y="3247025"/>
              <a:ext cx="43200" cy="40700"/>
            </a:xfrm>
            <a:custGeom>
              <a:rect b="b" l="l" r="r" t="t"/>
              <a:pathLst>
                <a:path extrusionOk="0" h="1628" w="1728">
                  <a:moveTo>
                    <a:pt x="763" y="1"/>
                  </a:moveTo>
                  <a:lnTo>
                    <a:pt x="583" y="302"/>
                  </a:lnTo>
                  <a:lnTo>
                    <a:pt x="502" y="422"/>
                  </a:lnTo>
                  <a:lnTo>
                    <a:pt x="422" y="543"/>
                  </a:lnTo>
                  <a:lnTo>
                    <a:pt x="362" y="583"/>
                  </a:lnTo>
                  <a:lnTo>
                    <a:pt x="302" y="603"/>
                  </a:lnTo>
                  <a:lnTo>
                    <a:pt x="161" y="643"/>
                  </a:lnTo>
                  <a:lnTo>
                    <a:pt x="101" y="683"/>
                  </a:lnTo>
                  <a:lnTo>
                    <a:pt x="40" y="724"/>
                  </a:lnTo>
                  <a:lnTo>
                    <a:pt x="20" y="784"/>
                  </a:lnTo>
                  <a:lnTo>
                    <a:pt x="0" y="884"/>
                  </a:lnTo>
                  <a:lnTo>
                    <a:pt x="141" y="924"/>
                  </a:lnTo>
                  <a:lnTo>
                    <a:pt x="261" y="985"/>
                  </a:lnTo>
                  <a:lnTo>
                    <a:pt x="362" y="1065"/>
                  </a:lnTo>
                  <a:lnTo>
                    <a:pt x="462" y="1165"/>
                  </a:lnTo>
                  <a:lnTo>
                    <a:pt x="623" y="1406"/>
                  </a:lnTo>
                  <a:lnTo>
                    <a:pt x="703" y="1527"/>
                  </a:lnTo>
                  <a:lnTo>
                    <a:pt x="824" y="1627"/>
                  </a:lnTo>
                  <a:lnTo>
                    <a:pt x="864" y="1467"/>
                  </a:lnTo>
                  <a:lnTo>
                    <a:pt x="924" y="1326"/>
                  </a:lnTo>
                  <a:lnTo>
                    <a:pt x="984" y="1226"/>
                  </a:lnTo>
                  <a:lnTo>
                    <a:pt x="1085" y="1125"/>
                  </a:lnTo>
                  <a:lnTo>
                    <a:pt x="1205" y="1025"/>
                  </a:lnTo>
                  <a:lnTo>
                    <a:pt x="1366" y="965"/>
                  </a:lnTo>
                  <a:lnTo>
                    <a:pt x="1526" y="904"/>
                  </a:lnTo>
                  <a:lnTo>
                    <a:pt x="1727" y="844"/>
                  </a:lnTo>
                  <a:lnTo>
                    <a:pt x="1306" y="643"/>
                  </a:lnTo>
                  <a:lnTo>
                    <a:pt x="1145" y="583"/>
                  </a:lnTo>
                  <a:lnTo>
                    <a:pt x="1044" y="503"/>
                  </a:lnTo>
                  <a:lnTo>
                    <a:pt x="964" y="402"/>
                  </a:lnTo>
                  <a:lnTo>
                    <a:pt x="904" y="282"/>
                  </a:lnTo>
                  <a:lnTo>
                    <a:pt x="763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62" name="Google Shape;1962;p23"/>
            <p:cNvSpPr/>
            <p:nvPr/>
          </p:nvSpPr>
          <p:spPr>
            <a:xfrm>
              <a:off x="5887200" y="3147125"/>
              <a:ext cx="35675" cy="33675"/>
            </a:xfrm>
            <a:custGeom>
              <a:rect b="b" l="l" r="r" t="t"/>
              <a:pathLst>
                <a:path extrusionOk="0" h="1347" w="1427">
                  <a:moveTo>
                    <a:pt x="684" y="1"/>
                  </a:moveTo>
                  <a:lnTo>
                    <a:pt x="603" y="222"/>
                  </a:lnTo>
                  <a:lnTo>
                    <a:pt x="543" y="322"/>
                  </a:lnTo>
                  <a:lnTo>
                    <a:pt x="483" y="402"/>
                  </a:lnTo>
                  <a:lnTo>
                    <a:pt x="362" y="483"/>
                  </a:lnTo>
                  <a:lnTo>
                    <a:pt x="242" y="543"/>
                  </a:lnTo>
                  <a:lnTo>
                    <a:pt x="1" y="664"/>
                  </a:lnTo>
                  <a:lnTo>
                    <a:pt x="744" y="1346"/>
                  </a:lnTo>
                  <a:lnTo>
                    <a:pt x="1426" y="684"/>
                  </a:lnTo>
                  <a:lnTo>
                    <a:pt x="684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63" name="Google Shape;1963;p23"/>
            <p:cNvSpPr/>
            <p:nvPr/>
          </p:nvSpPr>
          <p:spPr>
            <a:xfrm>
              <a:off x="5560925" y="2942825"/>
              <a:ext cx="38175" cy="35175"/>
            </a:xfrm>
            <a:custGeom>
              <a:rect b="b" l="l" r="r" t="t"/>
              <a:pathLst>
                <a:path extrusionOk="0" h="1407" w="1527">
                  <a:moveTo>
                    <a:pt x="783" y="1"/>
                  </a:moveTo>
                  <a:lnTo>
                    <a:pt x="683" y="161"/>
                  </a:lnTo>
                  <a:lnTo>
                    <a:pt x="623" y="282"/>
                  </a:lnTo>
                  <a:lnTo>
                    <a:pt x="542" y="362"/>
                  </a:lnTo>
                  <a:lnTo>
                    <a:pt x="422" y="442"/>
                  </a:lnTo>
                  <a:lnTo>
                    <a:pt x="301" y="523"/>
                  </a:lnTo>
                  <a:lnTo>
                    <a:pt x="0" y="663"/>
                  </a:lnTo>
                  <a:lnTo>
                    <a:pt x="301" y="844"/>
                  </a:lnTo>
                  <a:lnTo>
                    <a:pt x="422" y="904"/>
                  </a:lnTo>
                  <a:lnTo>
                    <a:pt x="542" y="984"/>
                  </a:lnTo>
                  <a:lnTo>
                    <a:pt x="582" y="1045"/>
                  </a:lnTo>
                  <a:lnTo>
                    <a:pt x="603" y="1105"/>
                  </a:lnTo>
                  <a:lnTo>
                    <a:pt x="643" y="1225"/>
                  </a:lnTo>
                  <a:lnTo>
                    <a:pt x="683" y="1346"/>
                  </a:lnTo>
                  <a:lnTo>
                    <a:pt x="703" y="1386"/>
                  </a:lnTo>
                  <a:lnTo>
                    <a:pt x="763" y="1406"/>
                  </a:lnTo>
                  <a:lnTo>
                    <a:pt x="1526" y="683"/>
                  </a:lnTo>
                  <a:lnTo>
                    <a:pt x="783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64" name="Google Shape;1964;p23"/>
            <p:cNvSpPr/>
            <p:nvPr/>
          </p:nvSpPr>
          <p:spPr>
            <a:xfrm>
              <a:off x="5671850" y="2943325"/>
              <a:ext cx="35175" cy="33150"/>
            </a:xfrm>
            <a:custGeom>
              <a:rect b="b" l="l" r="r" t="t"/>
              <a:pathLst>
                <a:path extrusionOk="0" h="1326" w="1407">
                  <a:moveTo>
                    <a:pt x="704" y="1"/>
                  </a:moveTo>
                  <a:lnTo>
                    <a:pt x="1" y="663"/>
                  </a:lnTo>
                  <a:lnTo>
                    <a:pt x="704" y="1326"/>
                  </a:lnTo>
                  <a:lnTo>
                    <a:pt x="1406" y="663"/>
                  </a:lnTo>
                  <a:lnTo>
                    <a:pt x="704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65" name="Google Shape;1965;p23"/>
            <p:cNvSpPr/>
            <p:nvPr/>
          </p:nvSpPr>
          <p:spPr>
            <a:xfrm>
              <a:off x="5781300" y="2636625"/>
              <a:ext cx="33150" cy="30625"/>
            </a:xfrm>
            <a:custGeom>
              <a:rect b="b" l="l" r="r" t="t"/>
              <a:pathLst>
                <a:path extrusionOk="0" h="1225" w="1326">
                  <a:moveTo>
                    <a:pt x="643" y="0"/>
                  </a:moveTo>
                  <a:lnTo>
                    <a:pt x="0" y="622"/>
                  </a:lnTo>
                  <a:lnTo>
                    <a:pt x="643" y="1225"/>
                  </a:lnTo>
                  <a:lnTo>
                    <a:pt x="1325" y="643"/>
                  </a:lnTo>
                  <a:lnTo>
                    <a:pt x="64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66" name="Google Shape;1966;p23"/>
            <p:cNvSpPr/>
            <p:nvPr/>
          </p:nvSpPr>
          <p:spPr>
            <a:xfrm>
              <a:off x="5779275" y="3148150"/>
              <a:ext cx="35675" cy="33150"/>
            </a:xfrm>
            <a:custGeom>
              <a:rect b="b" l="l" r="r" t="t"/>
              <a:pathLst>
                <a:path extrusionOk="0" h="1326" w="1427">
                  <a:moveTo>
                    <a:pt x="724" y="0"/>
                  </a:moveTo>
                  <a:lnTo>
                    <a:pt x="1" y="683"/>
                  </a:lnTo>
                  <a:lnTo>
                    <a:pt x="81" y="743"/>
                  </a:lnTo>
                  <a:lnTo>
                    <a:pt x="181" y="803"/>
                  </a:lnTo>
                  <a:lnTo>
                    <a:pt x="382" y="904"/>
                  </a:lnTo>
                  <a:lnTo>
                    <a:pt x="463" y="964"/>
                  </a:lnTo>
                  <a:lnTo>
                    <a:pt x="543" y="1044"/>
                  </a:lnTo>
                  <a:lnTo>
                    <a:pt x="583" y="1165"/>
                  </a:lnTo>
                  <a:lnTo>
                    <a:pt x="623" y="1285"/>
                  </a:lnTo>
                  <a:lnTo>
                    <a:pt x="643" y="1305"/>
                  </a:lnTo>
                  <a:lnTo>
                    <a:pt x="683" y="1325"/>
                  </a:lnTo>
                  <a:lnTo>
                    <a:pt x="724" y="1325"/>
                  </a:lnTo>
                  <a:lnTo>
                    <a:pt x="1426" y="643"/>
                  </a:lnTo>
                  <a:lnTo>
                    <a:pt x="724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67" name="Google Shape;1967;p23"/>
            <p:cNvSpPr/>
            <p:nvPr/>
          </p:nvSpPr>
          <p:spPr>
            <a:xfrm>
              <a:off x="5668850" y="3145125"/>
              <a:ext cx="46200" cy="38175"/>
            </a:xfrm>
            <a:custGeom>
              <a:rect b="b" l="l" r="r" t="t"/>
              <a:pathLst>
                <a:path extrusionOk="0" h="1527" w="1848">
                  <a:moveTo>
                    <a:pt x="824" y="1"/>
                  </a:moveTo>
                  <a:lnTo>
                    <a:pt x="663" y="282"/>
                  </a:lnTo>
                  <a:lnTo>
                    <a:pt x="603" y="402"/>
                  </a:lnTo>
                  <a:lnTo>
                    <a:pt x="522" y="503"/>
                  </a:lnTo>
                  <a:lnTo>
                    <a:pt x="402" y="583"/>
                  </a:lnTo>
                  <a:lnTo>
                    <a:pt x="281" y="643"/>
                  </a:lnTo>
                  <a:lnTo>
                    <a:pt x="0" y="784"/>
                  </a:lnTo>
                  <a:lnTo>
                    <a:pt x="322" y="944"/>
                  </a:lnTo>
                  <a:lnTo>
                    <a:pt x="442" y="1025"/>
                  </a:lnTo>
                  <a:lnTo>
                    <a:pt x="562" y="1105"/>
                  </a:lnTo>
                  <a:lnTo>
                    <a:pt x="603" y="1145"/>
                  </a:lnTo>
                  <a:lnTo>
                    <a:pt x="623" y="1205"/>
                  </a:lnTo>
                  <a:lnTo>
                    <a:pt x="663" y="1346"/>
                  </a:lnTo>
                  <a:lnTo>
                    <a:pt x="683" y="1406"/>
                  </a:lnTo>
                  <a:lnTo>
                    <a:pt x="723" y="1466"/>
                  </a:lnTo>
                  <a:lnTo>
                    <a:pt x="803" y="1507"/>
                  </a:lnTo>
                  <a:lnTo>
                    <a:pt x="884" y="1527"/>
                  </a:lnTo>
                  <a:lnTo>
                    <a:pt x="924" y="1386"/>
                  </a:lnTo>
                  <a:lnTo>
                    <a:pt x="984" y="1266"/>
                  </a:lnTo>
                  <a:lnTo>
                    <a:pt x="1064" y="1165"/>
                  </a:lnTo>
                  <a:lnTo>
                    <a:pt x="1165" y="1065"/>
                  </a:lnTo>
                  <a:lnTo>
                    <a:pt x="1305" y="984"/>
                  </a:lnTo>
                  <a:lnTo>
                    <a:pt x="1446" y="904"/>
                  </a:lnTo>
                  <a:lnTo>
                    <a:pt x="1627" y="824"/>
                  </a:lnTo>
                  <a:lnTo>
                    <a:pt x="1848" y="744"/>
                  </a:lnTo>
                  <a:lnTo>
                    <a:pt x="1607" y="703"/>
                  </a:lnTo>
                  <a:lnTo>
                    <a:pt x="1426" y="643"/>
                  </a:lnTo>
                  <a:lnTo>
                    <a:pt x="1285" y="563"/>
                  </a:lnTo>
                  <a:lnTo>
                    <a:pt x="1145" y="462"/>
                  </a:lnTo>
                  <a:lnTo>
                    <a:pt x="1044" y="362"/>
                  </a:lnTo>
                  <a:lnTo>
                    <a:pt x="964" y="242"/>
                  </a:lnTo>
                  <a:lnTo>
                    <a:pt x="824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68" name="Google Shape;1968;p23"/>
            <p:cNvSpPr/>
            <p:nvPr/>
          </p:nvSpPr>
          <p:spPr>
            <a:xfrm>
              <a:off x="5562425" y="3146625"/>
              <a:ext cx="38675" cy="36675"/>
            </a:xfrm>
            <a:custGeom>
              <a:rect b="b" l="l" r="r" t="t"/>
              <a:pathLst>
                <a:path extrusionOk="0" h="1467" w="1547">
                  <a:moveTo>
                    <a:pt x="643" y="1"/>
                  </a:moveTo>
                  <a:lnTo>
                    <a:pt x="603" y="41"/>
                  </a:lnTo>
                  <a:lnTo>
                    <a:pt x="563" y="141"/>
                  </a:lnTo>
                  <a:lnTo>
                    <a:pt x="543" y="282"/>
                  </a:lnTo>
                  <a:lnTo>
                    <a:pt x="522" y="342"/>
                  </a:lnTo>
                  <a:lnTo>
                    <a:pt x="502" y="402"/>
                  </a:lnTo>
                  <a:lnTo>
                    <a:pt x="442" y="463"/>
                  </a:lnTo>
                  <a:lnTo>
                    <a:pt x="362" y="503"/>
                  </a:lnTo>
                  <a:lnTo>
                    <a:pt x="201" y="523"/>
                  </a:lnTo>
                  <a:lnTo>
                    <a:pt x="121" y="543"/>
                  </a:lnTo>
                  <a:lnTo>
                    <a:pt x="61" y="563"/>
                  </a:lnTo>
                  <a:lnTo>
                    <a:pt x="21" y="603"/>
                  </a:lnTo>
                  <a:lnTo>
                    <a:pt x="0" y="663"/>
                  </a:lnTo>
                  <a:lnTo>
                    <a:pt x="784" y="1467"/>
                  </a:lnTo>
                  <a:lnTo>
                    <a:pt x="924" y="1226"/>
                  </a:lnTo>
                  <a:lnTo>
                    <a:pt x="984" y="1105"/>
                  </a:lnTo>
                  <a:lnTo>
                    <a:pt x="1065" y="1005"/>
                  </a:lnTo>
                  <a:lnTo>
                    <a:pt x="1165" y="924"/>
                  </a:lnTo>
                  <a:lnTo>
                    <a:pt x="1286" y="864"/>
                  </a:lnTo>
                  <a:lnTo>
                    <a:pt x="1547" y="764"/>
                  </a:lnTo>
                  <a:lnTo>
                    <a:pt x="683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69" name="Google Shape;1969;p23"/>
            <p:cNvSpPr/>
            <p:nvPr/>
          </p:nvSpPr>
          <p:spPr>
            <a:xfrm>
              <a:off x="5454000" y="3143625"/>
              <a:ext cx="38175" cy="42200"/>
            </a:xfrm>
            <a:custGeom>
              <a:rect b="b" l="l" r="r" t="t"/>
              <a:pathLst>
                <a:path extrusionOk="0" h="1688" w="1527">
                  <a:moveTo>
                    <a:pt x="783" y="0"/>
                  </a:moveTo>
                  <a:lnTo>
                    <a:pt x="623" y="322"/>
                  </a:lnTo>
                  <a:lnTo>
                    <a:pt x="542" y="442"/>
                  </a:lnTo>
                  <a:lnTo>
                    <a:pt x="462" y="542"/>
                  </a:lnTo>
                  <a:lnTo>
                    <a:pt x="362" y="623"/>
                  </a:lnTo>
                  <a:lnTo>
                    <a:pt x="241" y="703"/>
                  </a:lnTo>
                  <a:lnTo>
                    <a:pt x="0" y="804"/>
                  </a:lnTo>
                  <a:lnTo>
                    <a:pt x="141" y="864"/>
                  </a:lnTo>
                  <a:lnTo>
                    <a:pt x="281" y="944"/>
                  </a:lnTo>
                  <a:lnTo>
                    <a:pt x="382" y="1024"/>
                  </a:lnTo>
                  <a:lnTo>
                    <a:pt x="462" y="1125"/>
                  </a:lnTo>
                  <a:lnTo>
                    <a:pt x="542" y="1245"/>
                  </a:lnTo>
                  <a:lnTo>
                    <a:pt x="623" y="1386"/>
                  </a:lnTo>
                  <a:lnTo>
                    <a:pt x="783" y="1687"/>
                  </a:lnTo>
                  <a:lnTo>
                    <a:pt x="964" y="1346"/>
                  </a:lnTo>
                  <a:lnTo>
                    <a:pt x="1044" y="1205"/>
                  </a:lnTo>
                  <a:lnTo>
                    <a:pt x="1125" y="1085"/>
                  </a:lnTo>
                  <a:lnTo>
                    <a:pt x="1185" y="1044"/>
                  </a:lnTo>
                  <a:lnTo>
                    <a:pt x="1245" y="1024"/>
                  </a:lnTo>
                  <a:lnTo>
                    <a:pt x="1366" y="1004"/>
                  </a:lnTo>
                  <a:lnTo>
                    <a:pt x="1446" y="984"/>
                  </a:lnTo>
                  <a:lnTo>
                    <a:pt x="1486" y="924"/>
                  </a:lnTo>
                  <a:lnTo>
                    <a:pt x="1526" y="864"/>
                  </a:lnTo>
                  <a:lnTo>
                    <a:pt x="1526" y="763"/>
                  </a:lnTo>
                  <a:lnTo>
                    <a:pt x="1406" y="723"/>
                  </a:lnTo>
                  <a:lnTo>
                    <a:pt x="1285" y="683"/>
                  </a:lnTo>
                  <a:lnTo>
                    <a:pt x="1165" y="603"/>
                  </a:lnTo>
                  <a:lnTo>
                    <a:pt x="1085" y="522"/>
                  </a:lnTo>
                  <a:lnTo>
                    <a:pt x="984" y="422"/>
                  </a:lnTo>
                  <a:lnTo>
                    <a:pt x="904" y="302"/>
                  </a:lnTo>
                  <a:lnTo>
                    <a:pt x="844" y="161"/>
                  </a:lnTo>
                  <a:lnTo>
                    <a:pt x="78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70" name="Google Shape;1970;p23"/>
            <p:cNvSpPr/>
            <p:nvPr/>
          </p:nvSpPr>
          <p:spPr>
            <a:xfrm>
              <a:off x="5776775" y="3046225"/>
              <a:ext cx="37675" cy="35675"/>
            </a:xfrm>
            <a:custGeom>
              <a:rect b="b" l="l" r="r" t="t"/>
              <a:pathLst>
                <a:path extrusionOk="0" h="1427" w="1507">
                  <a:moveTo>
                    <a:pt x="824" y="1"/>
                  </a:moveTo>
                  <a:lnTo>
                    <a:pt x="0" y="764"/>
                  </a:lnTo>
                  <a:lnTo>
                    <a:pt x="181" y="764"/>
                  </a:lnTo>
                  <a:lnTo>
                    <a:pt x="322" y="784"/>
                  </a:lnTo>
                  <a:lnTo>
                    <a:pt x="442" y="844"/>
                  </a:lnTo>
                  <a:lnTo>
                    <a:pt x="543" y="945"/>
                  </a:lnTo>
                  <a:lnTo>
                    <a:pt x="623" y="1045"/>
                  </a:lnTo>
                  <a:lnTo>
                    <a:pt x="703" y="1166"/>
                  </a:lnTo>
                  <a:lnTo>
                    <a:pt x="884" y="1427"/>
                  </a:lnTo>
                  <a:lnTo>
                    <a:pt x="964" y="1186"/>
                  </a:lnTo>
                  <a:lnTo>
                    <a:pt x="1024" y="1085"/>
                  </a:lnTo>
                  <a:lnTo>
                    <a:pt x="1085" y="985"/>
                  </a:lnTo>
                  <a:lnTo>
                    <a:pt x="1165" y="904"/>
                  </a:lnTo>
                  <a:lnTo>
                    <a:pt x="1245" y="844"/>
                  </a:lnTo>
                  <a:lnTo>
                    <a:pt x="1346" y="784"/>
                  </a:lnTo>
                  <a:lnTo>
                    <a:pt x="1466" y="744"/>
                  </a:lnTo>
                  <a:lnTo>
                    <a:pt x="1486" y="724"/>
                  </a:lnTo>
                  <a:lnTo>
                    <a:pt x="1506" y="684"/>
                  </a:lnTo>
                  <a:lnTo>
                    <a:pt x="1506" y="623"/>
                  </a:lnTo>
                  <a:lnTo>
                    <a:pt x="824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71" name="Google Shape;1971;p23"/>
            <p:cNvSpPr/>
            <p:nvPr/>
          </p:nvSpPr>
          <p:spPr>
            <a:xfrm>
              <a:off x="5562425" y="3045225"/>
              <a:ext cx="37675" cy="35175"/>
            </a:xfrm>
            <a:custGeom>
              <a:rect b="b" l="l" r="r" t="t"/>
              <a:pathLst>
                <a:path extrusionOk="0" h="1407" w="1507">
                  <a:moveTo>
                    <a:pt x="763" y="1"/>
                  </a:moveTo>
                  <a:lnTo>
                    <a:pt x="0" y="724"/>
                  </a:lnTo>
                  <a:lnTo>
                    <a:pt x="261" y="864"/>
                  </a:lnTo>
                  <a:lnTo>
                    <a:pt x="382" y="924"/>
                  </a:lnTo>
                  <a:lnTo>
                    <a:pt x="502" y="1005"/>
                  </a:lnTo>
                  <a:lnTo>
                    <a:pt x="543" y="1065"/>
                  </a:lnTo>
                  <a:lnTo>
                    <a:pt x="563" y="1125"/>
                  </a:lnTo>
                  <a:lnTo>
                    <a:pt x="603" y="1246"/>
                  </a:lnTo>
                  <a:lnTo>
                    <a:pt x="623" y="1306"/>
                  </a:lnTo>
                  <a:lnTo>
                    <a:pt x="683" y="1366"/>
                  </a:lnTo>
                  <a:lnTo>
                    <a:pt x="743" y="1386"/>
                  </a:lnTo>
                  <a:lnTo>
                    <a:pt x="844" y="1406"/>
                  </a:lnTo>
                  <a:lnTo>
                    <a:pt x="864" y="1266"/>
                  </a:lnTo>
                  <a:lnTo>
                    <a:pt x="924" y="1145"/>
                  </a:lnTo>
                  <a:lnTo>
                    <a:pt x="984" y="1045"/>
                  </a:lnTo>
                  <a:lnTo>
                    <a:pt x="1085" y="965"/>
                  </a:lnTo>
                  <a:lnTo>
                    <a:pt x="1306" y="844"/>
                  </a:lnTo>
                  <a:lnTo>
                    <a:pt x="1506" y="704"/>
                  </a:lnTo>
                  <a:lnTo>
                    <a:pt x="763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72" name="Google Shape;1972;p23"/>
            <p:cNvSpPr/>
            <p:nvPr/>
          </p:nvSpPr>
          <p:spPr>
            <a:xfrm>
              <a:off x="5671850" y="3044225"/>
              <a:ext cx="38175" cy="36175"/>
            </a:xfrm>
            <a:custGeom>
              <a:rect b="b" l="l" r="r" t="t"/>
              <a:pathLst>
                <a:path extrusionOk="0" h="1447" w="1527">
                  <a:moveTo>
                    <a:pt x="724" y="1"/>
                  </a:moveTo>
                  <a:lnTo>
                    <a:pt x="1" y="723"/>
                  </a:lnTo>
                  <a:lnTo>
                    <a:pt x="724" y="1446"/>
                  </a:lnTo>
                  <a:lnTo>
                    <a:pt x="864" y="1205"/>
                  </a:lnTo>
                  <a:lnTo>
                    <a:pt x="924" y="1105"/>
                  </a:lnTo>
                  <a:lnTo>
                    <a:pt x="1005" y="1005"/>
                  </a:lnTo>
                  <a:lnTo>
                    <a:pt x="1105" y="924"/>
                  </a:lnTo>
                  <a:lnTo>
                    <a:pt x="1226" y="844"/>
                  </a:lnTo>
                  <a:lnTo>
                    <a:pt x="1527" y="703"/>
                  </a:lnTo>
                  <a:lnTo>
                    <a:pt x="1386" y="643"/>
                  </a:lnTo>
                  <a:lnTo>
                    <a:pt x="1246" y="583"/>
                  </a:lnTo>
                  <a:lnTo>
                    <a:pt x="1125" y="503"/>
                  </a:lnTo>
                  <a:lnTo>
                    <a:pt x="1025" y="422"/>
                  </a:lnTo>
                  <a:lnTo>
                    <a:pt x="924" y="322"/>
                  </a:lnTo>
                  <a:lnTo>
                    <a:pt x="844" y="221"/>
                  </a:lnTo>
                  <a:lnTo>
                    <a:pt x="784" y="121"/>
                  </a:lnTo>
                  <a:lnTo>
                    <a:pt x="724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73" name="Google Shape;1973;p23"/>
            <p:cNvSpPr/>
            <p:nvPr/>
          </p:nvSpPr>
          <p:spPr>
            <a:xfrm>
              <a:off x="5889225" y="2638125"/>
              <a:ext cx="32650" cy="29125"/>
            </a:xfrm>
            <a:custGeom>
              <a:rect b="b" l="l" r="r" t="t"/>
              <a:pathLst>
                <a:path extrusionOk="0" h="1165" w="1306">
                  <a:moveTo>
                    <a:pt x="663" y="0"/>
                  </a:moveTo>
                  <a:lnTo>
                    <a:pt x="0" y="562"/>
                  </a:lnTo>
                  <a:lnTo>
                    <a:pt x="643" y="1165"/>
                  </a:lnTo>
                  <a:lnTo>
                    <a:pt x="1305" y="583"/>
                  </a:lnTo>
                  <a:lnTo>
                    <a:pt x="66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74" name="Google Shape;1974;p23"/>
            <p:cNvSpPr/>
            <p:nvPr/>
          </p:nvSpPr>
          <p:spPr>
            <a:xfrm>
              <a:off x="5455000" y="3043225"/>
              <a:ext cx="39675" cy="36675"/>
            </a:xfrm>
            <a:custGeom>
              <a:rect b="b" l="l" r="r" t="t"/>
              <a:pathLst>
                <a:path extrusionOk="0" h="1467" w="1587">
                  <a:moveTo>
                    <a:pt x="723" y="0"/>
                  </a:moveTo>
                  <a:lnTo>
                    <a:pt x="583" y="261"/>
                  </a:lnTo>
                  <a:lnTo>
                    <a:pt x="502" y="382"/>
                  </a:lnTo>
                  <a:lnTo>
                    <a:pt x="422" y="482"/>
                  </a:lnTo>
                  <a:lnTo>
                    <a:pt x="362" y="522"/>
                  </a:lnTo>
                  <a:lnTo>
                    <a:pt x="302" y="563"/>
                  </a:lnTo>
                  <a:lnTo>
                    <a:pt x="161" y="583"/>
                  </a:lnTo>
                  <a:lnTo>
                    <a:pt x="101" y="603"/>
                  </a:lnTo>
                  <a:lnTo>
                    <a:pt x="41" y="623"/>
                  </a:lnTo>
                  <a:lnTo>
                    <a:pt x="0" y="663"/>
                  </a:lnTo>
                  <a:lnTo>
                    <a:pt x="0" y="723"/>
                  </a:lnTo>
                  <a:lnTo>
                    <a:pt x="743" y="1466"/>
                  </a:lnTo>
                  <a:lnTo>
                    <a:pt x="1587" y="623"/>
                  </a:lnTo>
                  <a:lnTo>
                    <a:pt x="1587" y="623"/>
                  </a:lnTo>
                  <a:lnTo>
                    <a:pt x="1386" y="643"/>
                  </a:lnTo>
                  <a:lnTo>
                    <a:pt x="1245" y="623"/>
                  </a:lnTo>
                  <a:lnTo>
                    <a:pt x="1125" y="563"/>
                  </a:lnTo>
                  <a:lnTo>
                    <a:pt x="1024" y="482"/>
                  </a:lnTo>
                  <a:lnTo>
                    <a:pt x="944" y="362"/>
                  </a:lnTo>
                  <a:lnTo>
                    <a:pt x="884" y="261"/>
                  </a:lnTo>
                  <a:lnTo>
                    <a:pt x="72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75" name="Google Shape;1975;p23"/>
            <p:cNvSpPr/>
            <p:nvPr/>
          </p:nvSpPr>
          <p:spPr>
            <a:xfrm>
              <a:off x="5996150" y="3046725"/>
              <a:ext cx="34150" cy="31650"/>
            </a:xfrm>
            <a:custGeom>
              <a:rect b="b" l="l" r="r" t="t"/>
              <a:pathLst>
                <a:path extrusionOk="0" h="1266" w="1366">
                  <a:moveTo>
                    <a:pt x="703" y="1"/>
                  </a:moveTo>
                  <a:lnTo>
                    <a:pt x="0" y="603"/>
                  </a:lnTo>
                  <a:lnTo>
                    <a:pt x="723" y="1266"/>
                  </a:lnTo>
                  <a:lnTo>
                    <a:pt x="1365" y="603"/>
                  </a:lnTo>
                  <a:lnTo>
                    <a:pt x="703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76" name="Google Shape;1976;p23"/>
            <p:cNvSpPr/>
            <p:nvPr/>
          </p:nvSpPr>
          <p:spPr>
            <a:xfrm>
              <a:off x="5456500" y="2636625"/>
              <a:ext cx="35175" cy="35650"/>
            </a:xfrm>
            <a:custGeom>
              <a:rect b="b" l="l" r="r" t="t"/>
              <a:pathLst>
                <a:path extrusionOk="0" h="1426" w="1407">
                  <a:moveTo>
                    <a:pt x="683" y="0"/>
                  </a:moveTo>
                  <a:lnTo>
                    <a:pt x="1" y="622"/>
                  </a:lnTo>
                  <a:lnTo>
                    <a:pt x="804" y="1426"/>
                  </a:lnTo>
                  <a:lnTo>
                    <a:pt x="804" y="1265"/>
                  </a:lnTo>
                  <a:lnTo>
                    <a:pt x="824" y="1145"/>
                  </a:lnTo>
                  <a:lnTo>
                    <a:pt x="864" y="1024"/>
                  </a:lnTo>
                  <a:lnTo>
                    <a:pt x="904" y="944"/>
                  </a:lnTo>
                  <a:lnTo>
                    <a:pt x="985" y="884"/>
                  </a:lnTo>
                  <a:lnTo>
                    <a:pt x="1065" y="823"/>
                  </a:lnTo>
                  <a:lnTo>
                    <a:pt x="1165" y="783"/>
                  </a:lnTo>
                  <a:lnTo>
                    <a:pt x="1286" y="763"/>
                  </a:lnTo>
                  <a:lnTo>
                    <a:pt x="1326" y="743"/>
                  </a:lnTo>
                  <a:lnTo>
                    <a:pt x="1366" y="703"/>
                  </a:lnTo>
                  <a:lnTo>
                    <a:pt x="1386" y="683"/>
                  </a:lnTo>
                  <a:lnTo>
                    <a:pt x="1406" y="643"/>
                  </a:lnTo>
                  <a:lnTo>
                    <a:pt x="1386" y="602"/>
                  </a:lnTo>
                  <a:lnTo>
                    <a:pt x="1366" y="562"/>
                  </a:lnTo>
                  <a:lnTo>
                    <a:pt x="1306" y="502"/>
                  </a:lnTo>
                  <a:lnTo>
                    <a:pt x="1145" y="442"/>
                  </a:lnTo>
                  <a:lnTo>
                    <a:pt x="985" y="361"/>
                  </a:lnTo>
                  <a:lnTo>
                    <a:pt x="924" y="321"/>
                  </a:lnTo>
                  <a:lnTo>
                    <a:pt x="864" y="261"/>
                  </a:lnTo>
                  <a:lnTo>
                    <a:pt x="824" y="181"/>
                  </a:lnTo>
                  <a:lnTo>
                    <a:pt x="804" y="80"/>
                  </a:lnTo>
                  <a:lnTo>
                    <a:pt x="784" y="40"/>
                  </a:lnTo>
                  <a:lnTo>
                    <a:pt x="744" y="20"/>
                  </a:lnTo>
                  <a:lnTo>
                    <a:pt x="68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77" name="Google Shape;1977;p23"/>
            <p:cNvSpPr/>
            <p:nvPr/>
          </p:nvSpPr>
          <p:spPr>
            <a:xfrm>
              <a:off x="5347075" y="3146125"/>
              <a:ext cx="40675" cy="37675"/>
            </a:xfrm>
            <a:custGeom>
              <a:rect b="b" l="l" r="r" t="t"/>
              <a:pathLst>
                <a:path extrusionOk="0" h="1507" w="1627">
                  <a:moveTo>
                    <a:pt x="743" y="1"/>
                  </a:moveTo>
                  <a:lnTo>
                    <a:pt x="703" y="161"/>
                  </a:lnTo>
                  <a:lnTo>
                    <a:pt x="643" y="282"/>
                  </a:lnTo>
                  <a:lnTo>
                    <a:pt x="542" y="382"/>
                  </a:lnTo>
                  <a:lnTo>
                    <a:pt x="422" y="463"/>
                  </a:lnTo>
                  <a:lnTo>
                    <a:pt x="201" y="563"/>
                  </a:lnTo>
                  <a:lnTo>
                    <a:pt x="81" y="623"/>
                  </a:lnTo>
                  <a:lnTo>
                    <a:pt x="0" y="704"/>
                  </a:lnTo>
                  <a:lnTo>
                    <a:pt x="763" y="1507"/>
                  </a:lnTo>
                  <a:lnTo>
                    <a:pt x="884" y="1266"/>
                  </a:lnTo>
                  <a:lnTo>
                    <a:pt x="964" y="1145"/>
                  </a:lnTo>
                  <a:lnTo>
                    <a:pt x="1044" y="1045"/>
                  </a:lnTo>
                  <a:lnTo>
                    <a:pt x="1145" y="965"/>
                  </a:lnTo>
                  <a:lnTo>
                    <a:pt x="1285" y="904"/>
                  </a:lnTo>
                  <a:lnTo>
                    <a:pt x="1627" y="744"/>
                  </a:lnTo>
                  <a:lnTo>
                    <a:pt x="1265" y="583"/>
                  </a:lnTo>
                  <a:lnTo>
                    <a:pt x="1125" y="523"/>
                  </a:lnTo>
                  <a:lnTo>
                    <a:pt x="1024" y="442"/>
                  </a:lnTo>
                  <a:lnTo>
                    <a:pt x="944" y="342"/>
                  </a:lnTo>
                  <a:lnTo>
                    <a:pt x="864" y="242"/>
                  </a:lnTo>
                  <a:lnTo>
                    <a:pt x="743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78" name="Google Shape;1978;p23"/>
            <p:cNvSpPr/>
            <p:nvPr/>
          </p:nvSpPr>
          <p:spPr>
            <a:xfrm>
              <a:off x="5346575" y="3042225"/>
              <a:ext cx="40675" cy="38675"/>
            </a:xfrm>
            <a:custGeom>
              <a:rect b="b" l="l" r="r" t="t"/>
              <a:pathLst>
                <a:path extrusionOk="0" h="1547" w="1627">
                  <a:moveTo>
                    <a:pt x="723" y="0"/>
                  </a:moveTo>
                  <a:lnTo>
                    <a:pt x="603" y="281"/>
                  </a:lnTo>
                  <a:lnTo>
                    <a:pt x="542" y="382"/>
                  </a:lnTo>
                  <a:lnTo>
                    <a:pt x="482" y="462"/>
                  </a:lnTo>
                  <a:lnTo>
                    <a:pt x="362" y="562"/>
                  </a:lnTo>
                  <a:lnTo>
                    <a:pt x="241" y="623"/>
                  </a:lnTo>
                  <a:lnTo>
                    <a:pt x="0" y="763"/>
                  </a:lnTo>
                  <a:lnTo>
                    <a:pt x="783" y="1546"/>
                  </a:lnTo>
                  <a:lnTo>
                    <a:pt x="904" y="1305"/>
                  </a:lnTo>
                  <a:lnTo>
                    <a:pt x="964" y="1185"/>
                  </a:lnTo>
                  <a:lnTo>
                    <a:pt x="1064" y="1085"/>
                  </a:lnTo>
                  <a:lnTo>
                    <a:pt x="1165" y="1024"/>
                  </a:lnTo>
                  <a:lnTo>
                    <a:pt x="1285" y="944"/>
                  </a:lnTo>
                  <a:lnTo>
                    <a:pt x="1627" y="803"/>
                  </a:lnTo>
                  <a:lnTo>
                    <a:pt x="1285" y="643"/>
                  </a:lnTo>
                  <a:lnTo>
                    <a:pt x="1145" y="583"/>
                  </a:lnTo>
                  <a:lnTo>
                    <a:pt x="1044" y="502"/>
                  </a:lnTo>
                  <a:lnTo>
                    <a:pt x="944" y="402"/>
                  </a:lnTo>
                  <a:lnTo>
                    <a:pt x="884" y="281"/>
                  </a:lnTo>
                  <a:lnTo>
                    <a:pt x="72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79" name="Google Shape;1979;p23"/>
            <p:cNvSpPr/>
            <p:nvPr/>
          </p:nvSpPr>
          <p:spPr>
            <a:xfrm>
              <a:off x="5989100" y="3351950"/>
              <a:ext cx="41700" cy="36175"/>
            </a:xfrm>
            <a:custGeom>
              <a:rect b="b" l="l" r="r" t="t"/>
              <a:pathLst>
                <a:path extrusionOk="0" h="1447" w="1668">
                  <a:moveTo>
                    <a:pt x="945" y="0"/>
                  </a:moveTo>
                  <a:lnTo>
                    <a:pt x="905" y="121"/>
                  </a:lnTo>
                  <a:lnTo>
                    <a:pt x="824" y="221"/>
                  </a:lnTo>
                  <a:lnTo>
                    <a:pt x="744" y="322"/>
                  </a:lnTo>
                  <a:lnTo>
                    <a:pt x="644" y="422"/>
                  </a:lnTo>
                  <a:lnTo>
                    <a:pt x="523" y="502"/>
                  </a:lnTo>
                  <a:lnTo>
                    <a:pt x="382" y="583"/>
                  </a:lnTo>
                  <a:lnTo>
                    <a:pt x="1" y="743"/>
                  </a:lnTo>
                  <a:lnTo>
                    <a:pt x="222" y="783"/>
                  </a:lnTo>
                  <a:lnTo>
                    <a:pt x="382" y="844"/>
                  </a:lnTo>
                  <a:lnTo>
                    <a:pt x="543" y="924"/>
                  </a:lnTo>
                  <a:lnTo>
                    <a:pt x="664" y="1004"/>
                  </a:lnTo>
                  <a:lnTo>
                    <a:pt x="744" y="1105"/>
                  </a:lnTo>
                  <a:lnTo>
                    <a:pt x="824" y="1205"/>
                  </a:lnTo>
                  <a:lnTo>
                    <a:pt x="884" y="1326"/>
                  </a:lnTo>
                  <a:lnTo>
                    <a:pt x="945" y="1446"/>
                  </a:lnTo>
                  <a:lnTo>
                    <a:pt x="1668" y="683"/>
                  </a:lnTo>
                  <a:lnTo>
                    <a:pt x="945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80" name="Google Shape;1980;p23"/>
            <p:cNvSpPr/>
            <p:nvPr/>
          </p:nvSpPr>
          <p:spPr>
            <a:xfrm>
              <a:off x="5456500" y="2738525"/>
              <a:ext cx="34675" cy="32650"/>
            </a:xfrm>
            <a:custGeom>
              <a:rect b="b" l="l" r="r" t="t"/>
              <a:pathLst>
                <a:path extrusionOk="0" h="1306" w="1387">
                  <a:moveTo>
                    <a:pt x="663" y="0"/>
                  </a:moveTo>
                  <a:lnTo>
                    <a:pt x="583" y="60"/>
                  </a:lnTo>
                  <a:lnTo>
                    <a:pt x="523" y="141"/>
                  </a:lnTo>
                  <a:lnTo>
                    <a:pt x="422" y="301"/>
                  </a:lnTo>
                  <a:lnTo>
                    <a:pt x="342" y="382"/>
                  </a:lnTo>
                  <a:lnTo>
                    <a:pt x="262" y="462"/>
                  </a:lnTo>
                  <a:lnTo>
                    <a:pt x="161" y="522"/>
                  </a:lnTo>
                  <a:lnTo>
                    <a:pt x="41" y="542"/>
                  </a:lnTo>
                  <a:lnTo>
                    <a:pt x="21" y="562"/>
                  </a:lnTo>
                  <a:lnTo>
                    <a:pt x="21" y="603"/>
                  </a:lnTo>
                  <a:lnTo>
                    <a:pt x="1" y="643"/>
                  </a:lnTo>
                  <a:lnTo>
                    <a:pt x="663" y="1305"/>
                  </a:lnTo>
                  <a:lnTo>
                    <a:pt x="1386" y="663"/>
                  </a:lnTo>
                  <a:lnTo>
                    <a:pt x="66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81" name="Google Shape;1981;p23"/>
            <p:cNvSpPr/>
            <p:nvPr/>
          </p:nvSpPr>
          <p:spPr>
            <a:xfrm>
              <a:off x="5888200" y="2943825"/>
              <a:ext cx="34175" cy="31650"/>
            </a:xfrm>
            <a:custGeom>
              <a:rect b="b" l="l" r="r" t="t"/>
              <a:pathLst>
                <a:path extrusionOk="0" h="1266" w="1367">
                  <a:moveTo>
                    <a:pt x="704" y="1"/>
                  </a:moveTo>
                  <a:lnTo>
                    <a:pt x="1" y="623"/>
                  </a:lnTo>
                  <a:lnTo>
                    <a:pt x="704" y="1266"/>
                  </a:lnTo>
                  <a:lnTo>
                    <a:pt x="1366" y="643"/>
                  </a:lnTo>
                  <a:lnTo>
                    <a:pt x="704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82" name="Google Shape;1982;p23"/>
            <p:cNvSpPr/>
            <p:nvPr/>
          </p:nvSpPr>
          <p:spPr>
            <a:xfrm>
              <a:off x="5455500" y="2943325"/>
              <a:ext cx="36675" cy="35175"/>
            </a:xfrm>
            <a:custGeom>
              <a:rect b="b" l="l" r="r" t="t"/>
              <a:pathLst>
                <a:path extrusionOk="0" h="1407" w="1467">
                  <a:moveTo>
                    <a:pt x="703" y="1"/>
                  </a:moveTo>
                  <a:lnTo>
                    <a:pt x="0" y="663"/>
                  </a:lnTo>
                  <a:lnTo>
                    <a:pt x="804" y="1406"/>
                  </a:lnTo>
                  <a:lnTo>
                    <a:pt x="824" y="1246"/>
                  </a:lnTo>
                  <a:lnTo>
                    <a:pt x="864" y="1125"/>
                  </a:lnTo>
                  <a:lnTo>
                    <a:pt x="944" y="1025"/>
                  </a:lnTo>
                  <a:lnTo>
                    <a:pt x="1045" y="944"/>
                  </a:lnTo>
                  <a:lnTo>
                    <a:pt x="1145" y="884"/>
                  </a:lnTo>
                  <a:lnTo>
                    <a:pt x="1245" y="824"/>
                  </a:lnTo>
                  <a:lnTo>
                    <a:pt x="1466" y="683"/>
                  </a:lnTo>
                  <a:lnTo>
                    <a:pt x="703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83" name="Google Shape;1983;p23"/>
            <p:cNvSpPr/>
            <p:nvPr/>
          </p:nvSpPr>
          <p:spPr>
            <a:xfrm>
              <a:off x="5995650" y="3148650"/>
              <a:ext cx="35150" cy="33650"/>
            </a:xfrm>
            <a:custGeom>
              <a:rect b="b" l="l" r="r" t="t"/>
              <a:pathLst>
                <a:path extrusionOk="0" h="1346" w="1406">
                  <a:moveTo>
                    <a:pt x="723" y="0"/>
                  </a:moveTo>
                  <a:lnTo>
                    <a:pt x="0" y="663"/>
                  </a:lnTo>
                  <a:lnTo>
                    <a:pt x="20" y="723"/>
                  </a:lnTo>
                  <a:lnTo>
                    <a:pt x="40" y="763"/>
                  </a:lnTo>
                  <a:lnTo>
                    <a:pt x="100" y="783"/>
                  </a:lnTo>
                  <a:lnTo>
                    <a:pt x="161" y="803"/>
                  </a:lnTo>
                  <a:lnTo>
                    <a:pt x="301" y="843"/>
                  </a:lnTo>
                  <a:lnTo>
                    <a:pt x="361" y="864"/>
                  </a:lnTo>
                  <a:lnTo>
                    <a:pt x="422" y="904"/>
                  </a:lnTo>
                  <a:lnTo>
                    <a:pt x="562" y="1125"/>
                  </a:lnTo>
                  <a:lnTo>
                    <a:pt x="703" y="1345"/>
                  </a:lnTo>
                  <a:lnTo>
                    <a:pt x="1406" y="623"/>
                  </a:lnTo>
                  <a:lnTo>
                    <a:pt x="72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84" name="Google Shape;1984;p23"/>
            <p:cNvSpPr/>
            <p:nvPr/>
          </p:nvSpPr>
          <p:spPr>
            <a:xfrm>
              <a:off x="5888725" y="2740025"/>
              <a:ext cx="33650" cy="29650"/>
            </a:xfrm>
            <a:custGeom>
              <a:rect b="b" l="l" r="r" t="t"/>
              <a:pathLst>
                <a:path extrusionOk="0" h="1186" w="1346">
                  <a:moveTo>
                    <a:pt x="663" y="0"/>
                  </a:moveTo>
                  <a:lnTo>
                    <a:pt x="0" y="583"/>
                  </a:lnTo>
                  <a:lnTo>
                    <a:pt x="663" y="1185"/>
                  </a:lnTo>
                  <a:lnTo>
                    <a:pt x="1345" y="603"/>
                  </a:lnTo>
                  <a:lnTo>
                    <a:pt x="66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85" name="Google Shape;1985;p23"/>
            <p:cNvSpPr/>
            <p:nvPr/>
          </p:nvSpPr>
          <p:spPr>
            <a:xfrm>
              <a:off x="5347075" y="3249050"/>
              <a:ext cx="37675" cy="37650"/>
            </a:xfrm>
            <a:custGeom>
              <a:rect b="b" l="l" r="r" t="t"/>
              <a:pathLst>
                <a:path extrusionOk="0" h="1506" w="1507">
                  <a:moveTo>
                    <a:pt x="723" y="0"/>
                  </a:moveTo>
                  <a:lnTo>
                    <a:pt x="0" y="743"/>
                  </a:lnTo>
                  <a:lnTo>
                    <a:pt x="804" y="1506"/>
                  </a:lnTo>
                  <a:lnTo>
                    <a:pt x="844" y="1365"/>
                  </a:lnTo>
                  <a:lnTo>
                    <a:pt x="884" y="1225"/>
                  </a:lnTo>
                  <a:lnTo>
                    <a:pt x="964" y="1124"/>
                  </a:lnTo>
                  <a:lnTo>
                    <a:pt x="1044" y="1044"/>
                  </a:lnTo>
                  <a:lnTo>
                    <a:pt x="1145" y="964"/>
                  </a:lnTo>
                  <a:lnTo>
                    <a:pt x="1245" y="904"/>
                  </a:lnTo>
                  <a:lnTo>
                    <a:pt x="1366" y="843"/>
                  </a:lnTo>
                  <a:lnTo>
                    <a:pt x="1506" y="823"/>
                  </a:lnTo>
                  <a:lnTo>
                    <a:pt x="1486" y="723"/>
                  </a:lnTo>
                  <a:lnTo>
                    <a:pt x="1466" y="663"/>
                  </a:lnTo>
                  <a:lnTo>
                    <a:pt x="1406" y="602"/>
                  </a:lnTo>
                  <a:lnTo>
                    <a:pt x="1346" y="582"/>
                  </a:lnTo>
                  <a:lnTo>
                    <a:pt x="1225" y="542"/>
                  </a:lnTo>
                  <a:lnTo>
                    <a:pt x="1165" y="502"/>
                  </a:lnTo>
                  <a:lnTo>
                    <a:pt x="1105" y="482"/>
                  </a:lnTo>
                  <a:lnTo>
                    <a:pt x="1004" y="361"/>
                  </a:lnTo>
                  <a:lnTo>
                    <a:pt x="904" y="241"/>
                  </a:lnTo>
                  <a:lnTo>
                    <a:pt x="72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86" name="Google Shape;1986;p23"/>
            <p:cNvSpPr/>
            <p:nvPr/>
          </p:nvSpPr>
          <p:spPr>
            <a:xfrm>
              <a:off x="5347075" y="2942325"/>
              <a:ext cx="38675" cy="36175"/>
            </a:xfrm>
            <a:custGeom>
              <a:rect b="b" l="l" r="r" t="t"/>
              <a:pathLst>
                <a:path extrusionOk="0" h="1447" w="1547">
                  <a:moveTo>
                    <a:pt x="763" y="0"/>
                  </a:moveTo>
                  <a:lnTo>
                    <a:pt x="0" y="703"/>
                  </a:lnTo>
                  <a:lnTo>
                    <a:pt x="804" y="1446"/>
                  </a:lnTo>
                  <a:lnTo>
                    <a:pt x="824" y="1306"/>
                  </a:lnTo>
                  <a:lnTo>
                    <a:pt x="884" y="1165"/>
                  </a:lnTo>
                  <a:lnTo>
                    <a:pt x="964" y="1065"/>
                  </a:lnTo>
                  <a:lnTo>
                    <a:pt x="1065" y="984"/>
                  </a:lnTo>
                  <a:lnTo>
                    <a:pt x="1165" y="904"/>
                  </a:lnTo>
                  <a:lnTo>
                    <a:pt x="1285" y="844"/>
                  </a:lnTo>
                  <a:lnTo>
                    <a:pt x="1546" y="683"/>
                  </a:lnTo>
                  <a:lnTo>
                    <a:pt x="1245" y="543"/>
                  </a:lnTo>
                  <a:lnTo>
                    <a:pt x="1125" y="482"/>
                  </a:lnTo>
                  <a:lnTo>
                    <a:pt x="1024" y="402"/>
                  </a:lnTo>
                  <a:lnTo>
                    <a:pt x="944" y="322"/>
                  </a:lnTo>
                  <a:lnTo>
                    <a:pt x="864" y="201"/>
                  </a:lnTo>
                  <a:lnTo>
                    <a:pt x="76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87" name="Google Shape;1987;p23"/>
            <p:cNvSpPr/>
            <p:nvPr/>
          </p:nvSpPr>
          <p:spPr>
            <a:xfrm>
              <a:off x="5346075" y="3350950"/>
              <a:ext cx="41675" cy="39675"/>
            </a:xfrm>
            <a:custGeom>
              <a:rect b="b" l="l" r="r" t="t"/>
              <a:pathLst>
                <a:path extrusionOk="0" h="1587" w="1667">
                  <a:moveTo>
                    <a:pt x="803" y="0"/>
                  </a:moveTo>
                  <a:lnTo>
                    <a:pt x="0" y="783"/>
                  </a:lnTo>
                  <a:lnTo>
                    <a:pt x="20" y="823"/>
                  </a:lnTo>
                  <a:lnTo>
                    <a:pt x="40" y="864"/>
                  </a:lnTo>
                  <a:lnTo>
                    <a:pt x="161" y="904"/>
                  </a:lnTo>
                  <a:lnTo>
                    <a:pt x="281" y="944"/>
                  </a:lnTo>
                  <a:lnTo>
                    <a:pt x="342" y="964"/>
                  </a:lnTo>
                  <a:lnTo>
                    <a:pt x="402" y="1004"/>
                  </a:lnTo>
                  <a:lnTo>
                    <a:pt x="502" y="1145"/>
                  </a:lnTo>
                  <a:lnTo>
                    <a:pt x="603" y="1285"/>
                  </a:lnTo>
                  <a:lnTo>
                    <a:pt x="783" y="1586"/>
                  </a:lnTo>
                  <a:lnTo>
                    <a:pt x="944" y="1285"/>
                  </a:lnTo>
                  <a:lnTo>
                    <a:pt x="1024" y="1145"/>
                  </a:lnTo>
                  <a:lnTo>
                    <a:pt x="1105" y="1044"/>
                  </a:lnTo>
                  <a:lnTo>
                    <a:pt x="1205" y="964"/>
                  </a:lnTo>
                  <a:lnTo>
                    <a:pt x="1325" y="884"/>
                  </a:lnTo>
                  <a:lnTo>
                    <a:pt x="1667" y="743"/>
                  </a:lnTo>
                  <a:lnTo>
                    <a:pt x="1325" y="582"/>
                  </a:lnTo>
                  <a:lnTo>
                    <a:pt x="1185" y="522"/>
                  </a:lnTo>
                  <a:lnTo>
                    <a:pt x="1064" y="442"/>
                  </a:lnTo>
                  <a:lnTo>
                    <a:pt x="984" y="342"/>
                  </a:lnTo>
                  <a:lnTo>
                    <a:pt x="924" y="241"/>
                  </a:lnTo>
                  <a:lnTo>
                    <a:pt x="80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88" name="Google Shape;1988;p23"/>
            <p:cNvSpPr/>
            <p:nvPr/>
          </p:nvSpPr>
          <p:spPr>
            <a:xfrm>
              <a:off x="5235125" y="3348925"/>
              <a:ext cx="40700" cy="42700"/>
            </a:xfrm>
            <a:custGeom>
              <a:rect b="b" l="l" r="r" t="t"/>
              <a:pathLst>
                <a:path extrusionOk="0" h="1708" w="1628">
                  <a:moveTo>
                    <a:pt x="884" y="1"/>
                  </a:moveTo>
                  <a:lnTo>
                    <a:pt x="744" y="282"/>
                  </a:lnTo>
                  <a:lnTo>
                    <a:pt x="663" y="402"/>
                  </a:lnTo>
                  <a:lnTo>
                    <a:pt x="583" y="503"/>
                  </a:lnTo>
                  <a:lnTo>
                    <a:pt x="462" y="603"/>
                  </a:lnTo>
                  <a:lnTo>
                    <a:pt x="342" y="663"/>
                  </a:lnTo>
                  <a:lnTo>
                    <a:pt x="1" y="824"/>
                  </a:lnTo>
                  <a:lnTo>
                    <a:pt x="322" y="985"/>
                  </a:lnTo>
                  <a:lnTo>
                    <a:pt x="462" y="1065"/>
                  </a:lnTo>
                  <a:lnTo>
                    <a:pt x="563" y="1145"/>
                  </a:lnTo>
                  <a:lnTo>
                    <a:pt x="643" y="1246"/>
                  </a:lnTo>
                  <a:lnTo>
                    <a:pt x="723" y="1386"/>
                  </a:lnTo>
                  <a:lnTo>
                    <a:pt x="884" y="1708"/>
                  </a:lnTo>
                  <a:lnTo>
                    <a:pt x="1045" y="1406"/>
                  </a:lnTo>
                  <a:lnTo>
                    <a:pt x="1185" y="1165"/>
                  </a:lnTo>
                  <a:lnTo>
                    <a:pt x="1225" y="1105"/>
                  </a:lnTo>
                  <a:lnTo>
                    <a:pt x="1306" y="1065"/>
                  </a:lnTo>
                  <a:lnTo>
                    <a:pt x="1466" y="1005"/>
                  </a:lnTo>
                  <a:lnTo>
                    <a:pt x="1547" y="965"/>
                  </a:lnTo>
                  <a:lnTo>
                    <a:pt x="1607" y="904"/>
                  </a:lnTo>
                  <a:lnTo>
                    <a:pt x="1627" y="804"/>
                  </a:lnTo>
                  <a:lnTo>
                    <a:pt x="1627" y="663"/>
                  </a:lnTo>
                  <a:lnTo>
                    <a:pt x="1466" y="684"/>
                  </a:lnTo>
                  <a:lnTo>
                    <a:pt x="1346" y="663"/>
                  </a:lnTo>
                  <a:lnTo>
                    <a:pt x="1246" y="603"/>
                  </a:lnTo>
                  <a:lnTo>
                    <a:pt x="1165" y="503"/>
                  </a:lnTo>
                  <a:lnTo>
                    <a:pt x="1085" y="402"/>
                  </a:lnTo>
                  <a:lnTo>
                    <a:pt x="1025" y="262"/>
                  </a:lnTo>
                  <a:lnTo>
                    <a:pt x="884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89" name="Google Shape;1989;p23"/>
            <p:cNvSpPr/>
            <p:nvPr/>
          </p:nvSpPr>
          <p:spPr>
            <a:xfrm>
              <a:off x="5888200" y="2842425"/>
              <a:ext cx="34175" cy="30650"/>
            </a:xfrm>
            <a:custGeom>
              <a:rect b="b" l="l" r="r" t="t"/>
              <a:pathLst>
                <a:path extrusionOk="0" h="1226" w="1367">
                  <a:moveTo>
                    <a:pt x="704" y="1"/>
                  </a:moveTo>
                  <a:lnTo>
                    <a:pt x="1" y="583"/>
                  </a:lnTo>
                  <a:lnTo>
                    <a:pt x="704" y="1225"/>
                  </a:lnTo>
                  <a:lnTo>
                    <a:pt x="1366" y="583"/>
                  </a:lnTo>
                  <a:lnTo>
                    <a:pt x="704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90" name="Google Shape;1990;p23"/>
            <p:cNvSpPr/>
            <p:nvPr/>
          </p:nvSpPr>
          <p:spPr>
            <a:xfrm>
              <a:off x="5456000" y="2840425"/>
              <a:ext cx="35175" cy="36175"/>
            </a:xfrm>
            <a:custGeom>
              <a:rect b="b" l="l" r="r" t="t"/>
              <a:pathLst>
                <a:path extrusionOk="0" h="1447" w="1407">
                  <a:moveTo>
                    <a:pt x="683" y="0"/>
                  </a:moveTo>
                  <a:lnTo>
                    <a:pt x="603" y="81"/>
                  </a:lnTo>
                  <a:lnTo>
                    <a:pt x="543" y="161"/>
                  </a:lnTo>
                  <a:lnTo>
                    <a:pt x="422" y="342"/>
                  </a:lnTo>
                  <a:lnTo>
                    <a:pt x="362" y="422"/>
                  </a:lnTo>
                  <a:lnTo>
                    <a:pt x="262" y="482"/>
                  </a:lnTo>
                  <a:lnTo>
                    <a:pt x="161" y="542"/>
                  </a:lnTo>
                  <a:lnTo>
                    <a:pt x="41" y="563"/>
                  </a:lnTo>
                  <a:lnTo>
                    <a:pt x="21" y="583"/>
                  </a:lnTo>
                  <a:lnTo>
                    <a:pt x="21" y="643"/>
                  </a:lnTo>
                  <a:lnTo>
                    <a:pt x="1" y="763"/>
                  </a:lnTo>
                  <a:lnTo>
                    <a:pt x="221" y="864"/>
                  </a:lnTo>
                  <a:lnTo>
                    <a:pt x="322" y="904"/>
                  </a:lnTo>
                  <a:lnTo>
                    <a:pt x="422" y="964"/>
                  </a:lnTo>
                  <a:lnTo>
                    <a:pt x="503" y="1085"/>
                  </a:lnTo>
                  <a:lnTo>
                    <a:pt x="563" y="1185"/>
                  </a:lnTo>
                  <a:lnTo>
                    <a:pt x="703" y="1446"/>
                  </a:lnTo>
                  <a:lnTo>
                    <a:pt x="1406" y="683"/>
                  </a:lnTo>
                  <a:lnTo>
                    <a:pt x="68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91" name="Google Shape;1991;p23"/>
            <p:cNvSpPr/>
            <p:nvPr/>
          </p:nvSpPr>
          <p:spPr>
            <a:xfrm>
              <a:off x="5995125" y="3250550"/>
              <a:ext cx="36175" cy="33650"/>
            </a:xfrm>
            <a:custGeom>
              <a:rect b="b" l="l" r="r" t="t"/>
              <a:pathLst>
                <a:path extrusionOk="0" h="1346" w="1447">
                  <a:moveTo>
                    <a:pt x="643" y="0"/>
                  </a:moveTo>
                  <a:lnTo>
                    <a:pt x="623" y="141"/>
                  </a:lnTo>
                  <a:lnTo>
                    <a:pt x="583" y="241"/>
                  </a:lnTo>
                  <a:lnTo>
                    <a:pt x="503" y="322"/>
                  </a:lnTo>
                  <a:lnTo>
                    <a:pt x="423" y="402"/>
                  </a:lnTo>
                  <a:lnTo>
                    <a:pt x="222" y="502"/>
                  </a:lnTo>
                  <a:lnTo>
                    <a:pt x="1" y="623"/>
                  </a:lnTo>
                  <a:lnTo>
                    <a:pt x="744" y="1346"/>
                  </a:lnTo>
                  <a:lnTo>
                    <a:pt x="1447" y="663"/>
                  </a:lnTo>
                  <a:lnTo>
                    <a:pt x="1366" y="583"/>
                  </a:lnTo>
                  <a:lnTo>
                    <a:pt x="1286" y="522"/>
                  </a:lnTo>
                  <a:lnTo>
                    <a:pt x="1085" y="402"/>
                  </a:lnTo>
                  <a:lnTo>
                    <a:pt x="1005" y="342"/>
                  </a:lnTo>
                  <a:lnTo>
                    <a:pt x="925" y="261"/>
                  </a:lnTo>
                  <a:lnTo>
                    <a:pt x="864" y="161"/>
                  </a:lnTo>
                  <a:lnTo>
                    <a:pt x="844" y="40"/>
                  </a:lnTo>
                  <a:lnTo>
                    <a:pt x="804" y="20"/>
                  </a:lnTo>
                  <a:lnTo>
                    <a:pt x="764" y="20"/>
                  </a:lnTo>
                  <a:lnTo>
                    <a:pt x="64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92" name="Google Shape;1992;p23"/>
            <p:cNvSpPr/>
            <p:nvPr/>
          </p:nvSpPr>
          <p:spPr>
            <a:xfrm>
              <a:off x="5348075" y="2834900"/>
              <a:ext cx="37675" cy="39675"/>
            </a:xfrm>
            <a:custGeom>
              <a:rect b="b" l="l" r="r" t="t"/>
              <a:pathLst>
                <a:path extrusionOk="0" h="1587" w="1507">
                  <a:moveTo>
                    <a:pt x="683" y="0"/>
                  </a:moveTo>
                  <a:lnTo>
                    <a:pt x="563" y="302"/>
                  </a:lnTo>
                  <a:lnTo>
                    <a:pt x="502" y="422"/>
                  </a:lnTo>
                  <a:lnTo>
                    <a:pt x="422" y="522"/>
                  </a:lnTo>
                  <a:lnTo>
                    <a:pt x="342" y="623"/>
                  </a:lnTo>
                  <a:lnTo>
                    <a:pt x="262" y="683"/>
                  </a:lnTo>
                  <a:lnTo>
                    <a:pt x="161" y="743"/>
                  </a:lnTo>
                  <a:lnTo>
                    <a:pt x="41" y="784"/>
                  </a:lnTo>
                  <a:lnTo>
                    <a:pt x="21" y="804"/>
                  </a:lnTo>
                  <a:lnTo>
                    <a:pt x="0" y="844"/>
                  </a:lnTo>
                  <a:lnTo>
                    <a:pt x="0" y="904"/>
                  </a:lnTo>
                  <a:lnTo>
                    <a:pt x="764" y="1587"/>
                  </a:lnTo>
                  <a:lnTo>
                    <a:pt x="824" y="1406"/>
                  </a:lnTo>
                  <a:lnTo>
                    <a:pt x="864" y="1306"/>
                  </a:lnTo>
                  <a:lnTo>
                    <a:pt x="904" y="1245"/>
                  </a:lnTo>
                  <a:lnTo>
                    <a:pt x="1045" y="1165"/>
                  </a:lnTo>
                  <a:lnTo>
                    <a:pt x="1185" y="1065"/>
                  </a:lnTo>
                  <a:lnTo>
                    <a:pt x="1506" y="884"/>
                  </a:lnTo>
                  <a:lnTo>
                    <a:pt x="1225" y="743"/>
                  </a:lnTo>
                  <a:lnTo>
                    <a:pt x="1105" y="663"/>
                  </a:lnTo>
                  <a:lnTo>
                    <a:pt x="1004" y="583"/>
                  </a:lnTo>
                  <a:lnTo>
                    <a:pt x="904" y="482"/>
                  </a:lnTo>
                  <a:lnTo>
                    <a:pt x="824" y="342"/>
                  </a:lnTo>
                  <a:lnTo>
                    <a:pt x="743" y="201"/>
                  </a:lnTo>
                  <a:lnTo>
                    <a:pt x="68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93" name="Google Shape;1993;p23"/>
            <p:cNvSpPr/>
            <p:nvPr/>
          </p:nvSpPr>
          <p:spPr>
            <a:xfrm>
              <a:off x="5237650" y="2942825"/>
              <a:ext cx="38175" cy="33650"/>
            </a:xfrm>
            <a:custGeom>
              <a:rect b="b" l="l" r="r" t="t"/>
              <a:pathLst>
                <a:path extrusionOk="0" h="1346" w="1527">
                  <a:moveTo>
                    <a:pt x="783" y="1"/>
                  </a:moveTo>
                  <a:lnTo>
                    <a:pt x="0" y="723"/>
                  </a:lnTo>
                  <a:lnTo>
                    <a:pt x="221" y="824"/>
                  </a:lnTo>
                  <a:lnTo>
                    <a:pt x="422" y="944"/>
                  </a:lnTo>
                  <a:lnTo>
                    <a:pt x="522" y="1025"/>
                  </a:lnTo>
                  <a:lnTo>
                    <a:pt x="582" y="1105"/>
                  </a:lnTo>
                  <a:lnTo>
                    <a:pt x="643" y="1205"/>
                  </a:lnTo>
                  <a:lnTo>
                    <a:pt x="703" y="1326"/>
                  </a:lnTo>
                  <a:lnTo>
                    <a:pt x="723" y="1346"/>
                  </a:lnTo>
                  <a:lnTo>
                    <a:pt x="783" y="1346"/>
                  </a:lnTo>
                  <a:lnTo>
                    <a:pt x="1526" y="663"/>
                  </a:lnTo>
                  <a:lnTo>
                    <a:pt x="783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94" name="Google Shape;1994;p23"/>
            <p:cNvSpPr/>
            <p:nvPr/>
          </p:nvSpPr>
          <p:spPr>
            <a:xfrm>
              <a:off x="5239150" y="2840925"/>
              <a:ext cx="36150" cy="33150"/>
            </a:xfrm>
            <a:custGeom>
              <a:rect b="b" l="l" r="r" t="t"/>
              <a:pathLst>
                <a:path extrusionOk="0" h="1326" w="1446">
                  <a:moveTo>
                    <a:pt x="703" y="0"/>
                  </a:moveTo>
                  <a:lnTo>
                    <a:pt x="0" y="663"/>
                  </a:lnTo>
                  <a:lnTo>
                    <a:pt x="723" y="1326"/>
                  </a:lnTo>
                  <a:lnTo>
                    <a:pt x="1446" y="663"/>
                  </a:lnTo>
                  <a:lnTo>
                    <a:pt x="70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95" name="Google Shape;1995;p23"/>
            <p:cNvSpPr/>
            <p:nvPr/>
          </p:nvSpPr>
          <p:spPr>
            <a:xfrm>
              <a:off x="5238650" y="3248525"/>
              <a:ext cx="37675" cy="37675"/>
            </a:xfrm>
            <a:custGeom>
              <a:rect b="b" l="l" r="r" t="t"/>
              <a:pathLst>
                <a:path extrusionOk="0" h="1507" w="1507">
                  <a:moveTo>
                    <a:pt x="783" y="1"/>
                  </a:moveTo>
                  <a:lnTo>
                    <a:pt x="0" y="744"/>
                  </a:lnTo>
                  <a:lnTo>
                    <a:pt x="803" y="1507"/>
                  </a:lnTo>
                  <a:lnTo>
                    <a:pt x="944" y="1246"/>
                  </a:lnTo>
                  <a:lnTo>
                    <a:pt x="1024" y="1125"/>
                  </a:lnTo>
                  <a:lnTo>
                    <a:pt x="1105" y="1005"/>
                  </a:lnTo>
                  <a:lnTo>
                    <a:pt x="1145" y="965"/>
                  </a:lnTo>
                  <a:lnTo>
                    <a:pt x="1225" y="945"/>
                  </a:lnTo>
                  <a:lnTo>
                    <a:pt x="1345" y="905"/>
                  </a:lnTo>
                  <a:lnTo>
                    <a:pt x="1406" y="884"/>
                  </a:lnTo>
                  <a:lnTo>
                    <a:pt x="1466" y="844"/>
                  </a:lnTo>
                  <a:lnTo>
                    <a:pt x="1506" y="764"/>
                  </a:lnTo>
                  <a:lnTo>
                    <a:pt x="1506" y="684"/>
                  </a:lnTo>
                  <a:lnTo>
                    <a:pt x="1265" y="563"/>
                  </a:lnTo>
                  <a:lnTo>
                    <a:pt x="1165" y="503"/>
                  </a:lnTo>
                  <a:lnTo>
                    <a:pt x="1064" y="423"/>
                  </a:lnTo>
                  <a:lnTo>
                    <a:pt x="964" y="342"/>
                  </a:lnTo>
                  <a:lnTo>
                    <a:pt x="904" y="242"/>
                  </a:lnTo>
                  <a:lnTo>
                    <a:pt x="823" y="121"/>
                  </a:lnTo>
                  <a:lnTo>
                    <a:pt x="783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96" name="Google Shape;1996;p23"/>
            <p:cNvSpPr/>
            <p:nvPr/>
          </p:nvSpPr>
          <p:spPr>
            <a:xfrm>
              <a:off x="5996150" y="2945325"/>
              <a:ext cx="34650" cy="29150"/>
            </a:xfrm>
            <a:custGeom>
              <a:rect b="b" l="l" r="r" t="t"/>
              <a:pathLst>
                <a:path extrusionOk="0" h="1166" w="1386">
                  <a:moveTo>
                    <a:pt x="683" y="1"/>
                  </a:moveTo>
                  <a:lnTo>
                    <a:pt x="0" y="563"/>
                  </a:lnTo>
                  <a:lnTo>
                    <a:pt x="723" y="1166"/>
                  </a:lnTo>
                  <a:lnTo>
                    <a:pt x="1386" y="543"/>
                  </a:lnTo>
                  <a:lnTo>
                    <a:pt x="683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97" name="Google Shape;1997;p23"/>
            <p:cNvSpPr/>
            <p:nvPr/>
          </p:nvSpPr>
          <p:spPr>
            <a:xfrm>
              <a:off x="5237650" y="3044725"/>
              <a:ext cx="38175" cy="34675"/>
            </a:xfrm>
            <a:custGeom>
              <a:rect b="b" l="l" r="r" t="t"/>
              <a:pathLst>
                <a:path extrusionOk="0" h="1387" w="1527">
                  <a:moveTo>
                    <a:pt x="743" y="1"/>
                  </a:moveTo>
                  <a:lnTo>
                    <a:pt x="622" y="201"/>
                  </a:lnTo>
                  <a:lnTo>
                    <a:pt x="562" y="302"/>
                  </a:lnTo>
                  <a:lnTo>
                    <a:pt x="462" y="422"/>
                  </a:lnTo>
                  <a:lnTo>
                    <a:pt x="361" y="503"/>
                  </a:lnTo>
                  <a:lnTo>
                    <a:pt x="241" y="563"/>
                  </a:lnTo>
                  <a:lnTo>
                    <a:pt x="0" y="683"/>
                  </a:lnTo>
                  <a:lnTo>
                    <a:pt x="763" y="1386"/>
                  </a:lnTo>
                  <a:lnTo>
                    <a:pt x="1526" y="703"/>
                  </a:lnTo>
                  <a:lnTo>
                    <a:pt x="743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98" name="Google Shape;1998;p23"/>
            <p:cNvSpPr/>
            <p:nvPr/>
          </p:nvSpPr>
          <p:spPr>
            <a:xfrm>
              <a:off x="5347075" y="2739525"/>
              <a:ext cx="37175" cy="32150"/>
            </a:xfrm>
            <a:custGeom>
              <a:rect b="b" l="l" r="r" t="t"/>
              <a:pathLst>
                <a:path extrusionOk="0" h="1286" w="1487">
                  <a:moveTo>
                    <a:pt x="743" y="0"/>
                  </a:moveTo>
                  <a:lnTo>
                    <a:pt x="0" y="623"/>
                  </a:lnTo>
                  <a:lnTo>
                    <a:pt x="783" y="1285"/>
                  </a:lnTo>
                  <a:lnTo>
                    <a:pt x="884" y="1085"/>
                  </a:lnTo>
                  <a:lnTo>
                    <a:pt x="944" y="984"/>
                  </a:lnTo>
                  <a:lnTo>
                    <a:pt x="1004" y="884"/>
                  </a:lnTo>
                  <a:lnTo>
                    <a:pt x="1125" y="824"/>
                  </a:lnTo>
                  <a:lnTo>
                    <a:pt x="1245" y="763"/>
                  </a:lnTo>
                  <a:lnTo>
                    <a:pt x="1486" y="643"/>
                  </a:lnTo>
                  <a:lnTo>
                    <a:pt x="74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99" name="Google Shape;1999;p23"/>
            <p:cNvSpPr/>
            <p:nvPr/>
          </p:nvSpPr>
          <p:spPr>
            <a:xfrm>
              <a:off x="5238650" y="3147125"/>
              <a:ext cx="37675" cy="36175"/>
            </a:xfrm>
            <a:custGeom>
              <a:rect b="b" l="l" r="r" t="t"/>
              <a:pathLst>
                <a:path extrusionOk="0" h="1447" w="1507">
                  <a:moveTo>
                    <a:pt x="763" y="1"/>
                  </a:moveTo>
                  <a:lnTo>
                    <a:pt x="0" y="704"/>
                  </a:lnTo>
                  <a:lnTo>
                    <a:pt x="803" y="1447"/>
                  </a:lnTo>
                  <a:lnTo>
                    <a:pt x="944" y="1186"/>
                  </a:lnTo>
                  <a:lnTo>
                    <a:pt x="1024" y="1065"/>
                  </a:lnTo>
                  <a:lnTo>
                    <a:pt x="1125" y="965"/>
                  </a:lnTo>
                  <a:lnTo>
                    <a:pt x="1165" y="925"/>
                  </a:lnTo>
                  <a:lnTo>
                    <a:pt x="1225" y="904"/>
                  </a:lnTo>
                  <a:lnTo>
                    <a:pt x="1366" y="864"/>
                  </a:lnTo>
                  <a:lnTo>
                    <a:pt x="1426" y="824"/>
                  </a:lnTo>
                  <a:lnTo>
                    <a:pt x="1466" y="784"/>
                  </a:lnTo>
                  <a:lnTo>
                    <a:pt x="1506" y="724"/>
                  </a:lnTo>
                  <a:lnTo>
                    <a:pt x="1506" y="623"/>
                  </a:lnTo>
                  <a:lnTo>
                    <a:pt x="1125" y="302"/>
                  </a:lnTo>
                  <a:lnTo>
                    <a:pt x="763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00" name="Google Shape;2000;p23"/>
            <p:cNvSpPr/>
            <p:nvPr/>
          </p:nvSpPr>
          <p:spPr>
            <a:xfrm>
              <a:off x="5345575" y="2637125"/>
              <a:ext cx="36650" cy="30625"/>
            </a:xfrm>
            <a:custGeom>
              <a:rect b="b" l="l" r="r" t="t"/>
              <a:pathLst>
                <a:path extrusionOk="0" h="1225" w="1466">
                  <a:moveTo>
                    <a:pt x="783" y="0"/>
                  </a:moveTo>
                  <a:lnTo>
                    <a:pt x="0" y="663"/>
                  </a:lnTo>
                  <a:lnTo>
                    <a:pt x="221" y="743"/>
                  </a:lnTo>
                  <a:lnTo>
                    <a:pt x="341" y="783"/>
                  </a:lnTo>
                  <a:lnTo>
                    <a:pt x="422" y="843"/>
                  </a:lnTo>
                  <a:lnTo>
                    <a:pt x="522" y="924"/>
                  </a:lnTo>
                  <a:lnTo>
                    <a:pt x="582" y="1004"/>
                  </a:lnTo>
                  <a:lnTo>
                    <a:pt x="643" y="1084"/>
                  </a:lnTo>
                  <a:lnTo>
                    <a:pt x="703" y="1205"/>
                  </a:lnTo>
                  <a:lnTo>
                    <a:pt x="723" y="1225"/>
                  </a:lnTo>
                  <a:lnTo>
                    <a:pt x="783" y="1225"/>
                  </a:lnTo>
                  <a:lnTo>
                    <a:pt x="1466" y="602"/>
                  </a:lnTo>
                  <a:lnTo>
                    <a:pt x="78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01" name="Google Shape;2001;p23"/>
            <p:cNvSpPr/>
            <p:nvPr/>
          </p:nvSpPr>
          <p:spPr>
            <a:xfrm>
              <a:off x="5995125" y="2843425"/>
              <a:ext cx="35675" cy="29150"/>
            </a:xfrm>
            <a:custGeom>
              <a:rect b="b" l="l" r="r" t="t"/>
              <a:pathLst>
                <a:path extrusionOk="0" h="1166" w="1427">
                  <a:moveTo>
                    <a:pt x="724" y="1"/>
                  </a:moveTo>
                  <a:lnTo>
                    <a:pt x="1" y="603"/>
                  </a:lnTo>
                  <a:lnTo>
                    <a:pt x="242" y="683"/>
                  </a:lnTo>
                  <a:lnTo>
                    <a:pt x="342" y="724"/>
                  </a:lnTo>
                  <a:lnTo>
                    <a:pt x="423" y="784"/>
                  </a:lnTo>
                  <a:lnTo>
                    <a:pt x="503" y="864"/>
                  </a:lnTo>
                  <a:lnTo>
                    <a:pt x="563" y="965"/>
                  </a:lnTo>
                  <a:lnTo>
                    <a:pt x="684" y="1165"/>
                  </a:lnTo>
                  <a:lnTo>
                    <a:pt x="1427" y="543"/>
                  </a:lnTo>
                  <a:lnTo>
                    <a:pt x="724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02" name="Google Shape;2002;p23"/>
            <p:cNvSpPr/>
            <p:nvPr/>
          </p:nvSpPr>
          <p:spPr>
            <a:xfrm>
              <a:off x="5996650" y="2741025"/>
              <a:ext cx="30125" cy="28125"/>
            </a:xfrm>
            <a:custGeom>
              <a:rect b="b" l="l" r="r" t="t"/>
              <a:pathLst>
                <a:path extrusionOk="0" h="1125" w="1205">
                  <a:moveTo>
                    <a:pt x="663" y="1"/>
                  </a:moveTo>
                  <a:lnTo>
                    <a:pt x="0" y="543"/>
                  </a:lnTo>
                  <a:lnTo>
                    <a:pt x="703" y="1125"/>
                  </a:lnTo>
                  <a:lnTo>
                    <a:pt x="1205" y="663"/>
                  </a:lnTo>
                  <a:lnTo>
                    <a:pt x="663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03" name="Google Shape;2003;p23"/>
            <p:cNvSpPr/>
            <p:nvPr/>
          </p:nvSpPr>
          <p:spPr>
            <a:xfrm>
              <a:off x="5240150" y="2738025"/>
              <a:ext cx="35150" cy="32650"/>
            </a:xfrm>
            <a:custGeom>
              <a:rect b="b" l="l" r="r" t="t"/>
              <a:pathLst>
                <a:path extrusionOk="0" h="1306" w="1406">
                  <a:moveTo>
                    <a:pt x="663" y="0"/>
                  </a:moveTo>
                  <a:lnTo>
                    <a:pt x="563" y="161"/>
                  </a:lnTo>
                  <a:lnTo>
                    <a:pt x="502" y="261"/>
                  </a:lnTo>
                  <a:lnTo>
                    <a:pt x="422" y="341"/>
                  </a:lnTo>
                  <a:lnTo>
                    <a:pt x="322" y="422"/>
                  </a:lnTo>
                  <a:lnTo>
                    <a:pt x="221" y="502"/>
                  </a:lnTo>
                  <a:lnTo>
                    <a:pt x="0" y="663"/>
                  </a:lnTo>
                  <a:lnTo>
                    <a:pt x="683" y="1305"/>
                  </a:lnTo>
                  <a:lnTo>
                    <a:pt x="1406" y="663"/>
                  </a:lnTo>
                  <a:lnTo>
                    <a:pt x="66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04" name="Google Shape;2004;p23"/>
            <p:cNvSpPr/>
            <p:nvPr/>
          </p:nvSpPr>
          <p:spPr>
            <a:xfrm>
              <a:off x="5240650" y="2636100"/>
              <a:ext cx="36175" cy="31650"/>
            </a:xfrm>
            <a:custGeom>
              <a:rect b="b" l="l" r="r" t="t"/>
              <a:pathLst>
                <a:path extrusionOk="0" h="1266" w="1447">
                  <a:moveTo>
                    <a:pt x="683" y="1"/>
                  </a:moveTo>
                  <a:lnTo>
                    <a:pt x="0" y="664"/>
                  </a:lnTo>
                  <a:lnTo>
                    <a:pt x="663" y="1266"/>
                  </a:lnTo>
                  <a:lnTo>
                    <a:pt x="1446" y="603"/>
                  </a:lnTo>
                  <a:lnTo>
                    <a:pt x="1165" y="503"/>
                  </a:lnTo>
                  <a:lnTo>
                    <a:pt x="1065" y="443"/>
                  </a:lnTo>
                  <a:lnTo>
                    <a:pt x="964" y="382"/>
                  </a:lnTo>
                  <a:lnTo>
                    <a:pt x="884" y="282"/>
                  </a:lnTo>
                  <a:lnTo>
                    <a:pt x="804" y="182"/>
                  </a:lnTo>
                  <a:lnTo>
                    <a:pt x="683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05" name="Google Shape;2005;p23"/>
            <p:cNvSpPr/>
            <p:nvPr/>
          </p:nvSpPr>
          <p:spPr>
            <a:xfrm>
              <a:off x="5997150" y="2638625"/>
              <a:ext cx="29125" cy="27125"/>
            </a:xfrm>
            <a:custGeom>
              <a:rect b="b" l="l" r="r" t="t"/>
              <a:pathLst>
                <a:path extrusionOk="0" h="1085" w="1165">
                  <a:moveTo>
                    <a:pt x="643" y="0"/>
                  </a:moveTo>
                  <a:lnTo>
                    <a:pt x="0" y="563"/>
                  </a:lnTo>
                  <a:lnTo>
                    <a:pt x="443" y="911"/>
                  </a:lnTo>
                  <a:lnTo>
                    <a:pt x="443" y="911"/>
                  </a:lnTo>
                  <a:lnTo>
                    <a:pt x="1165" y="462"/>
                  </a:lnTo>
                  <a:lnTo>
                    <a:pt x="643" y="0"/>
                  </a:lnTo>
                  <a:close/>
                  <a:moveTo>
                    <a:pt x="443" y="911"/>
                  </a:moveTo>
                  <a:lnTo>
                    <a:pt x="422" y="924"/>
                  </a:lnTo>
                  <a:lnTo>
                    <a:pt x="663" y="1085"/>
                  </a:lnTo>
                  <a:lnTo>
                    <a:pt x="443" y="91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2006" name="Google Shape;2006;p23"/>
          <p:cNvGrpSpPr/>
          <p:nvPr/>
        </p:nvGrpSpPr>
        <p:grpSpPr>
          <a:xfrm>
            <a:off x="336002" y="4222100"/>
            <a:ext cx="754445" cy="754656"/>
            <a:chOff x="336002" y="4222100"/>
            <a:chExt cx="754445" cy="754656"/>
          </a:xfrm>
        </p:grpSpPr>
        <p:sp>
          <p:nvSpPr>
            <p:cNvPr id="2007" name="Google Shape;2007;p23"/>
            <p:cNvSpPr/>
            <p:nvPr/>
          </p:nvSpPr>
          <p:spPr>
            <a:xfrm>
              <a:off x="336002" y="4599425"/>
              <a:ext cx="754445" cy="377331"/>
            </a:xfrm>
            <a:custGeom>
              <a:rect b="b" l="l" r="r" t="t"/>
              <a:pathLst>
                <a:path extrusionOk="0" h="41798" w="83595">
                  <a:moveTo>
                    <a:pt x="41797" y="0"/>
                  </a:moveTo>
                  <a:lnTo>
                    <a:pt x="40710" y="28"/>
                  </a:lnTo>
                  <a:lnTo>
                    <a:pt x="39650" y="56"/>
                  </a:lnTo>
                  <a:lnTo>
                    <a:pt x="38591" y="112"/>
                  </a:lnTo>
                  <a:lnTo>
                    <a:pt x="37531" y="223"/>
                  </a:lnTo>
                  <a:lnTo>
                    <a:pt x="36472" y="335"/>
                  </a:lnTo>
                  <a:lnTo>
                    <a:pt x="35440" y="474"/>
                  </a:lnTo>
                  <a:lnTo>
                    <a:pt x="34408" y="669"/>
                  </a:lnTo>
                  <a:lnTo>
                    <a:pt x="33377" y="864"/>
                  </a:lnTo>
                  <a:lnTo>
                    <a:pt x="32373" y="1060"/>
                  </a:lnTo>
                  <a:lnTo>
                    <a:pt x="31369" y="1311"/>
                  </a:lnTo>
                  <a:lnTo>
                    <a:pt x="30365" y="1589"/>
                  </a:lnTo>
                  <a:lnTo>
                    <a:pt x="29361" y="1868"/>
                  </a:lnTo>
                  <a:lnTo>
                    <a:pt x="28385" y="2203"/>
                  </a:lnTo>
                  <a:lnTo>
                    <a:pt x="27437" y="2537"/>
                  </a:lnTo>
                  <a:lnTo>
                    <a:pt x="26489" y="2900"/>
                  </a:lnTo>
                  <a:lnTo>
                    <a:pt x="25541" y="3290"/>
                  </a:lnTo>
                  <a:lnTo>
                    <a:pt x="24593" y="3708"/>
                  </a:lnTo>
                  <a:lnTo>
                    <a:pt x="23673" y="4127"/>
                  </a:lnTo>
                  <a:lnTo>
                    <a:pt x="22781" y="4573"/>
                  </a:lnTo>
                  <a:lnTo>
                    <a:pt x="21889" y="5047"/>
                  </a:lnTo>
                  <a:lnTo>
                    <a:pt x="20996" y="5549"/>
                  </a:lnTo>
                  <a:lnTo>
                    <a:pt x="20132" y="6051"/>
                  </a:lnTo>
                  <a:lnTo>
                    <a:pt x="19267" y="6580"/>
                  </a:lnTo>
                  <a:lnTo>
                    <a:pt x="18431" y="7138"/>
                  </a:lnTo>
                  <a:lnTo>
                    <a:pt x="17594" y="7724"/>
                  </a:lnTo>
                  <a:lnTo>
                    <a:pt x="16786" y="8309"/>
                  </a:lnTo>
                  <a:lnTo>
                    <a:pt x="16005" y="8923"/>
                  </a:lnTo>
                  <a:lnTo>
                    <a:pt x="15224" y="9536"/>
                  </a:lnTo>
                  <a:lnTo>
                    <a:pt x="14444" y="10205"/>
                  </a:lnTo>
                  <a:lnTo>
                    <a:pt x="13691" y="10847"/>
                  </a:lnTo>
                  <a:lnTo>
                    <a:pt x="12966" y="11544"/>
                  </a:lnTo>
                  <a:lnTo>
                    <a:pt x="12241" y="12241"/>
                  </a:lnTo>
                  <a:lnTo>
                    <a:pt x="11544" y="12966"/>
                  </a:lnTo>
                  <a:lnTo>
                    <a:pt x="10875" y="13691"/>
                  </a:lnTo>
                  <a:lnTo>
                    <a:pt x="10205" y="14444"/>
                  </a:lnTo>
                  <a:lnTo>
                    <a:pt x="9564" y="15224"/>
                  </a:lnTo>
                  <a:lnTo>
                    <a:pt x="8923" y="16005"/>
                  </a:lnTo>
                  <a:lnTo>
                    <a:pt x="8309" y="16786"/>
                  </a:lnTo>
                  <a:lnTo>
                    <a:pt x="7724" y="17594"/>
                  </a:lnTo>
                  <a:lnTo>
                    <a:pt x="7138" y="18431"/>
                  </a:lnTo>
                  <a:lnTo>
                    <a:pt x="6581" y="19267"/>
                  </a:lnTo>
                  <a:lnTo>
                    <a:pt x="6051" y="20132"/>
                  </a:lnTo>
                  <a:lnTo>
                    <a:pt x="5549" y="20996"/>
                  </a:lnTo>
                  <a:lnTo>
                    <a:pt x="5047" y="21888"/>
                  </a:lnTo>
                  <a:lnTo>
                    <a:pt x="4573" y="22781"/>
                  </a:lnTo>
                  <a:lnTo>
                    <a:pt x="4127" y="23673"/>
                  </a:lnTo>
                  <a:lnTo>
                    <a:pt x="3709" y="24593"/>
                  </a:lnTo>
                  <a:lnTo>
                    <a:pt x="3290" y="25541"/>
                  </a:lnTo>
                  <a:lnTo>
                    <a:pt x="2900" y="26461"/>
                  </a:lnTo>
                  <a:lnTo>
                    <a:pt x="2537" y="27437"/>
                  </a:lnTo>
                  <a:lnTo>
                    <a:pt x="2203" y="28385"/>
                  </a:lnTo>
                  <a:lnTo>
                    <a:pt x="1896" y="29361"/>
                  </a:lnTo>
                  <a:lnTo>
                    <a:pt x="1589" y="30365"/>
                  </a:lnTo>
                  <a:lnTo>
                    <a:pt x="1311" y="31341"/>
                  </a:lnTo>
                  <a:lnTo>
                    <a:pt x="1087" y="32345"/>
                  </a:lnTo>
                  <a:lnTo>
                    <a:pt x="864" y="33376"/>
                  </a:lnTo>
                  <a:lnTo>
                    <a:pt x="669" y="34408"/>
                  </a:lnTo>
                  <a:lnTo>
                    <a:pt x="502" y="35440"/>
                  </a:lnTo>
                  <a:lnTo>
                    <a:pt x="335" y="36471"/>
                  </a:lnTo>
                  <a:lnTo>
                    <a:pt x="223" y="37531"/>
                  </a:lnTo>
                  <a:lnTo>
                    <a:pt x="139" y="38591"/>
                  </a:lnTo>
                  <a:lnTo>
                    <a:pt x="56" y="39650"/>
                  </a:lnTo>
                  <a:lnTo>
                    <a:pt x="28" y="40710"/>
                  </a:lnTo>
                  <a:lnTo>
                    <a:pt x="0" y="41797"/>
                  </a:lnTo>
                  <a:lnTo>
                    <a:pt x="83595" y="41797"/>
                  </a:lnTo>
                  <a:lnTo>
                    <a:pt x="83595" y="40710"/>
                  </a:lnTo>
                  <a:lnTo>
                    <a:pt x="83539" y="39650"/>
                  </a:lnTo>
                  <a:lnTo>
                    <a:pt x="83483" y="38591"/>
                  </a:lnTo>
                  <a:lnTo>
                    <a:pt x="83372" y="37531"/>
                  </a:lnTo>
                  <a:lnTo>
                    <a:pt x="83260" y="36471"/>
                  </a:lnTo>
                  <a:lnTo>
                    <a:pt x="83121" y="35440"/>
                  </a:lnTo>
                  <a:lnTo>
                    <a:pt x="82953" y="34408"/>
                  </a:lnTo>
                  <a:lnTo>
                    <a:pt x="82758" y="33376"/>
                  </a:lnTo>
                  <a:lnTo>
                    <a:pt x="82535" y="32345"/>
                  </a:lnTo>
                  <a:lnTo>
                    <a:pt x="82284" y="31341"/>
                  </a:lnTo>
                  <a:lnTo>
                    <a:pt x="82005" y="30365"/>
                  </a:lnTo>
                  <a:lnTo>
                    <a:pt x="81727" y="29361"/>
                  </a:lnTo>
                  <a:lnTo>
                    <a:pt x="81392" y="28385"/>
                  </a:lnTo>
                  <a:lnTo>
                    <a:pt x="81057" y="27437"/>
                  </a:lnTo>
                  <a:lnTo>
                    <a:pt x="80695" y="26461"/>
                  </a:lnTo>
                  <a:lnTo>
                    <a:pt x="80304" y="25541"/>
                  </a:lnTo>
                  <a:lnTo>
                    <a:pt x="79914" y="24593"/>
                  </a:lnTo>
                  <a:lnTo>
                    <a:pt x="79468" y="23673"/>
                  </a:lnTo>
                  <a:lnTo>
                    <a:pt x="79022" y="22781"/>
                  </a:lnTo>
                  <a:lnTo>
                    <a:pt x="78548" y="21888"/>
                  </a:lnTo>
                  <a:lnTo>
                    <a:pt x="78046" y="20996"/>
                  </a:lnTo>
                  <a:lnTo>
                    <a:pt x="77544" y="20132"/>
                  </a:lnTo>
                  <a:lnTo>
                    <a:pt x="77014" y="19267"/>
                  </a:lnTo>
                  <a:lnTo>
                    <a:pt x="76457" y="18431"/>
                  </a:lnTo>
                  <a:lnTo>
                    <a:pt x="75899" y="17594"/>
                  </a:lnTo>
                  <a:lnTo>
                    <a:pt x="75285" y="16786"/>
                  </a:lnTo>
                  <a:lnTo>
                    <a:pt x="74672" y="16005"/>
                  </a:lnTo>
                  <a:lnTo>
                    <a:pt x="74059" y="15224"/>
                  </a:lnTo>
                  <a:lnTo>
                    <a:pt x="73417" y="14444"/>
                  </a:lnTo>
                  <a:lnTo>
                    <a:pt x="72748" y="13691"/>
                  </a:lnTo>
                  <a:lnTo>
                    <a:pt x="72051" y="12966"/>
                  </a:lnTo>
                  <a:lnTo>
                    <a:pt x="71354" y="12241"/>
                  </a:lnTo>
                  <a:lnTo>
                    <a:pt x="70629" y="11544"/>
                  </a:lnTo>
                  <a:lnTo>
                    <a:pt x="69904" y="10847"/>
                  </a:lnTo>
                  <a:lnTo>
                    <a:pt x="69151" y="10205"/>
                  </a:lnTo>
                  <a:lnTo>
                    <a:pt x="68398" y="9536"/>
                  </a:lnTo>
                  <a:lnTo>
                    <a:pt x="67617" y="8923"/>
                  </a:lnTo>
                  <a:lnTo>
                    <a:pt x="66809" y="8309"/>
                  </a:lnTo>
                  <a:lnTo>
                    <a:pt x="66000" y="7724"/>
                  </a:lnTo>
                  <a:lnTo>
                    <a:pt x="65164" y="7138"/>
                  </a:lnTo>
                  <a:lnTo>
                    <a:pt x="64327" y="6580"/>
                  </a:lnTo>
                  <a:lnTo>
                    <a:pt x="63463" y="6051"/>
                  </a:lnTo>
                  <a:lnTo>
                    <a:pt x="62598" y="5549"/>
                  </a:lnTo>
                  <a:lnTo>
                    <a:pt x="61734" y="5047"/>
                  </a:lnTo>
                  <a:lnTo>
                    <a:pt x="60842" y="4573"/>
                  </a:lnTo>
                  <a:lnTo>
                    <a:pt x="59922" y="4127"/>
                  </a:lnTo>
                  <a:lnTo>
                    <a:pt x="59001" y="3708"/>
                  </a:lnTo>
                  <a:lnTo>
                    <a:pt x="58081" y="3290"/>
                  </a:lnTo>
                  <a:lnTo>
                    <a:pt x="57133" y="2900"/>
                  </a:lnTo>
                  <a:lnTo>
                    <a:pt x="56185" y="2537"/>
                  </a:lnTo>
                  <a:lnTo>
                    <a:pt x="55209" y="2203"/>
                  </a:lnTo>
                  <a:lnTo>
                    <a:pt x="54233" y="1868"/>
                  </a:lnTo>
                  <a:lnTo>
                    <a:pt x="53257" y="1589"/>
                  </a:lnTo>
                  <a:lnTo>
                    <a:pt x="52254" y="1311"/>
                  </a:lnTo>
                  <a:lnTo>
                    <a:pt x="51250" y="1060"/>
                  </a:lnTo>
                  <a:lnTo>
                    <a:pt x="50218" y="864"/>
                  </a:lnTo>
                  <a:lnTo>
                    <a:pt x="49214" y="669"/>
                  </a:lnTo>
                  <a:lnTo>
                    <a:pt x="48155" y="474"/>
                  </a:lnTo>
                  <a:lnTo>
                    <a:pt x="47123" y="335"/>
                  </a:lnTo>
                  <a:lnTo>
                    <a:pt x="46064" y="223"/>
                  </a:lnTo>
                  <a:lnTo>
                    <a:pt x="45032" y="112"/>
                  </a:lnTo>
                  <a:lnTo>
                    <a:pt x="43944" y="56"/>
                  </a:lnTo>
                  <a:lnTo>
                    <a:pt x="42885" y="28"/>
                  </a:lnTo>
                  <a:lnTo>
                    <a:pt x="41797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08" name="Google Shape;2008;p23"/>
            <p:cNvSpPr/>
            <p:nvPr/>
          </p:nvSpPr>
          <p:spPr>
            <a:xfrm>
              <a:off x="336002" y="4222100"/>
              <a:ext cx="754445" cy="377331"/>
            </a:xfrm>
            <a:custGeom>
              <a:rect b="b" l="l" r="r" t="t"/>
              <a:pathLst>
                <a:path extrusionOk="0" h="41798" w="83595">
                  <a:moveTo>
                    <a:pt x="41797" y="0"/>
                  </a:moveTo>
                  <a:lnTo>
                    <a:pt x="40710" y="28"/>
                  </a:lnTo>
                  <a:lnTo>
                    <a:pt x="39650" y="56"/>
                  </a:lnTo>
                  <a:lnTo>
                    <a:pt x="38591" y="112"/>
                  </a:lnTo>
                  <a:lnTo>
                    <a:pt x="37531" y="223"/>
                  </a:lnTo>
                  <a:lnTo>
                    <a:pt x="36472" y="335"/>
                  </a:lnTo>
                  <a:lnTo>
                    <a:pt x="35440" y="474"/>
                  </a:lnTo>
                  <a:lnTo>
                    <a:pt x="34408" y="669"/>
                  </a:lnTo>
                  <a:lnTo>
                    <a:pt x="33377" y="864"/>
                  </a:lnTo>
                  <a:lnTo>
                    <a:pt x="32373" y="1060"/>
                  </a:lnTo>
                  <a:lnTo>
                    <a:pt x="31369" y="1311"/>
                  </a:lnTo>
                  <a:lnTo>
                    <a:pt x="30365" y="1589"/>
                  </a:lnTo>
                  <a:lnTo>
                    <a:pt x="29361" y="1868"/>
                  </a:lnTo>
                  <a:lnTo>
                    <a:pt x="28385" y="2203"/>
                  </a:lnTo>
                  <a:lnTo>
                    <a:pt x="27437" y="2537"/>
                  </a:lnTo>
                  <a:lnTo>
                    <a:pt x="26489" y="2900"/>
                  </a:lnTo>
                  <a:lnTo>
                    <a:pt x="25541" y="3290"/>
                  </a:lnTo>
                  <a:lnTo>
                    <a:pt x="24593" y="3708"/>
                  </a:lnTo>
                  <a:lnTo>
                    <a:pt x="23673" y="4127"/>
                  </a:lnTo>
                  <a:lnTo>
                    <a:pt x="22781" y="4573"/>
                  </a:lnTo>
                  <a:lnTo>
                    <a:pt x="21889" y="5047"/>
                  </a:lnTo>
                  <a:lnTo>
                    <a:pt x="20996" y="5549"/>
                  </a:lnTo>
                  <a:lnTo>
                    <a:pt x="20132" y="6051"/>
                  </a:lnTo>
                  <a:lnTo>
                    <a:pt x="19267" y="6580"/>
                  </a:lnTo>
                  <a:lnTo>
                    <a:pt x="18431" y="7138"/>
                  </a:lnTo>
                  <a:lnTo>
                    <a:pt x="17594" y="7724"/>
                  </a:lnTo>
                  <a:lnTo>
                    <a:pt x="16786" y="8309"/>
                  </a:lnTo>
                  <a:lnTo>
                    <a:pt x="16005" y="8923"/>
                  </a:lnTo>
                  <a:lnTo>
                    <a:pt x="15224" y="9536"/>
                  </a:lnTo>
                  <a:lnTo>
                    <a:pt x="14444" y="10205"/>
                  </a:lnTo>
                  <a:lnTo>
                    <a:pt x="13691" y="10847"/>
                  </a:lnTo>
                  <a:lnTo>
                    <a:pt x="12966" y="11544"/>
                  </a:lnTo>
                  <a:lnTo>
                    <a:pt x="12241" y="12241"/>
                  </a:lnTo>
                  <a:lnTo>
                    <a:pt x="11544" y="12966"/>
                  </a:lnTo>
                  <a:lnTo>
                    <a:pt x="10875" y="13691"/>
                  </a:lnTo>
                  <a:lnTo>
                    <a:pt x="10205" y="14444"/>
                  </a:lnTo>
                  <a:lnTo>
                    <a:pt x="9564" y="15224"/>
                  </a:lnTo>
                  <a:lnTo>
                    <a:pt x="8923" y="16005"/>
                  </a:lnTo>
                  <a:lnTo>
                    <a:pt x="8309" y="16786"/>
                  </a:lnTo>
                  <a:lnTo>
                    <a:pt x="7724" y="17594"/>
                  </a:lnTo>
                  <a:lnTo>
                    <a:pt x="7138" y="18431"/>
                  </a:lnTo>
                  <a:lnTo>
                    <a:pt x="6581" y="19267"/>
                  </a:lnTo>
                  <a:lnTo>
                    <a:pt x="6051" y="20132"/>
                  </a:lnTo>
                  <a:lnTo>
                    <a:pt x="5549" y="20996"/>
                  </a:lnTo>
                  <a:lnTo>
                    <a:pt x="5047" y="21888"/>
                  </a:lnTo>
                  <a:lnTo>
                    <a:pt x="4573" y="22781"/>
                  </a:lnTo>
                  <a:lnTo>
                    <a:pt x="4127" y="23673"/>
                  </a:lnTo>
                  <a:lnTo>
                    <a:pt x="3709" y="24593"/>
                  </a:lnTo>
                  <a:lnTo>
                    <a:pt x="3290" y="25541"/>
                  </a:lnTo>
                  <a:lnTo>
                    <a:pt x="2900" y="26461"/>
                  </a:lnTo>
                  <a:lnTo>
                    <a:pt x="2537" y="27437"/>
                  </a:lnTo>
                  <a:lnTo>
                    <a:pt x="2203" y="28385"/>
                  </a:lnTo>
                  <a:lnTo>
                    <a:pt x="1896" y="29361"/>
                  </a:lnTo>
                  <a:lnTo>
                    <a:pt x="1589" y="30365"/>
                  </a:lnTo>
                  <a:lnTo>
                    <a:pt x="1311" y="31341"/>
                  </a:lnTo>
                  <a:lnTo>
                    <a:pt x="1087" y="32345"/>
                  </a:lnTo>
                  <a:lnTo>
                    <a:pt x="864" y="33376"/>
                  </a:lnTo>
                  <a:lnTo>
                    <a:pt x="669" y="34408"/>
                  </a:lnTo>
                  <a:lnTo>
                    <a:pt x="502" y="35440"/>
                  </a:lnTo>
                  <a:lnTo>
                    <a:pt x="335" y="36471"/>
                  </a:lnTo>
                  <a:lnTo>
                    <a:pt x="223" y="37531"/>
                  </a:lnTo>
                  <a:lnTo>
                    <a:pt x="139" y="38591"/>
                  </a:lnTo>
                  <a:lnTo>
                    <a:pt x="56" y="39650"/>
                  </a:lnTo>
                  <a:lnTo>
                    <a:pt x="28" y="40710"/>
                  </a:lnTo>
                  <a:lnTo>
                    <a:pt x="0" y="41797"/>
                  </a:lnTo>
                  <a:lnTo>
                    <a:pt x="83595" y="41797"/>
                  </a:lnTo>
                  <a:lnTo>
                    <a:pt x="83595" y="40710"/>
                  </a:lnTo>
                  <a:lnTo>
                    <a:pt x="83539" y="39650"/>
                  </a:lnTo>
                  <a:lnTo>
                    <a:pt x="83483" y="38591"/>
                  </a:lnTo>
                  <a:lnTo>
                    <a:pt x="83372" y="37531"/>
                  </a:lnTo>
                  <a:lnTo>
                    <a:pt x="83260" y="36471"/>
                  </a:lnTo>
                  <a:lnTo>
                    <a:pt x="83121" y="35440"/>
                  </a:lnTo>
                  <a:lnTo>
                    <a:pt x="82953" y="34408"/>
                  </a:lnTo>
                  <a:lnTo>
                    <a:pt x="82758" y="33376"/>
                  </a:lnTo>
                  <a:lnTo>
                    <a:pt x="82535" y="32345"/>
                  </a:lnTo>
                  <a:lnTo>
                    <a:pt x="82284" y="31341"/>
                  </a:lnTo>
                  <a:lnTo>
                    <a:pt x="82005" y="30365"/>
                  </a:lnTo>
                  <a:lnTo>
                    <a:pt x="81727" y="29361"/>
                  </a:lnTo>
                  <a:lnTo>
                    <a:pt x="81392" y="28385"/>
                  </a:lnTo>
                  <a:lnTo>
                    <a:pt x="81057" y="27437"/>
                  </a:lnTo>
                  <a:lnTo>
                    <a:pt x="80695" y="26461"/>
                  </a:lnTo>
                  <a:lnTo>
                    <a:pt x="80304" y="25541"/>
                  </a:lnTo>
                  <a:lnTo>
                    <a:pt x="79914" y="24593"/>
                  </a:lnTo>
                  <a:lnTo>
                    <a:pt x="79468" y="23673"/>
                  </a:lnTo>
                  <a:lnTo>
                    <a:pt x="79022" y="22781"/>
                  </a:lnTo>
                  <a:lnTo>
                    <a:pt x="78548" y="21888"/>
                  </a:lnTo>
                  <a:lnTo>
                    <a:pt x="78046" y="20996"/>
                  </a:lnTo>
                  <a:lnTo>
                    <a:pt x="77544" y="20132"/>
                  </a:lnTo>
                  <a:lnTo>
                    <a:pt x="77014" y="19267"/>
                  </a:lnTo>
                  <a:lnTo>
                    <a:pt x="76457" y="18431"/>
                  </a:lnTo>
                  <a:lnTo>
                    <a:pt x="75899" y="17594"/>
                  </a:lnTo>
                  <a:lnTo>
                    <a:pt x="75285" y="16786"/>
                  </a:lnTo>
                  <a:lnTo>
                    <a:pt x="74672" y="16005"/>
                  </a:lnTo>
                  <a:lnTo>
                    <a:pt x="74059" y="15224"/>
                  </a:lnTo>
                  <a:lnTo>
                    <a:pt x="73417" y="14444"/>
                  </a:lnTo>
                  <a:lnTo>
                    <a:pt x="72748" y="13691"/>
                  </a:lnTo>
                  <a:lnTo>
                    <a:pt x="72051" y="12966"/>
                  </a:lnTo>
                  <a:lnTo>
                    <a:pt x="71354" y="12241"/>
                  </a:lnTo>
                  <a:lnTo>
                    <a:pt x="70629" y="11544"/>
                  </a:lnTo>
                  <a:lnTo>
                    <a:pt x="69904" y="10847"/>
                  </a:lnTo>
                  <a:lnTo>
                    <a:pt x="69151" y="10205"/>
                  </a:lnTo>
                  <a:lnTo>
                    <a:pt x="68398" y="9536"/>
                  </a:lnTo>
                  <a:lnTo>
                    <a:pt x="67617" y="8923"/>
                  </a:lnTo>
                  <a:lnTo>
                    <a:pt x="66809" y="8309"/>
                  </a:lnTo>
                  <a:lnTo>
                    <a:pt x="66000" y="7724"/>
                  </a:lnTo>
                  <a:lnTo>
                    <a:pt x="65164" y="7138"/>
                  </a:lnTo>
                  <a:lnTo>
                    <a:pt x="64327" y="6580"/>
                  </a:lnTo>
                  <a:lnTo>
                    <a:pt x="63463" y="6051"/>
                  </a:lnTo>
                  <a:lnTo>
                    <a:pt x="62598" y="5549"/>
                  </a:lnTo>
                  <a:lnTo>
                    <a:pt x="61734" y="5047"/>
                  </a:lnTo>
                  <a:lnTo>
                    <a:pt x="60842" y="4573"/>
                  </a:lnTo>
                  <a:lnTo>
                    <a:pt x="59922" y="4127"/>
                  </a:lnTo>
                  <a:lnTo>
                    <a:pt x="59001" y="3708"/>
                  </a:lnTo>
                  <a:lnTo>
                    <a:pt x="58081" y="3290"/>
                  </a:lnTo>
                  <a:lnTo>
                    <a:pt x="57133" y="2900"/>
                  </a:lnTo>
                  <a:lnTo>
                    <a:pt x="56185" y="2537"/>
                  </a:lnTo>
                  <a:lnTo>
                    <a:pt x="55209" y="2203"/>
                  </a:lnTo>
                  <a:lnTo>
                    <a:pt x="54233" y="1868"/>
                  </a:lnTo>
                  <a:lnTo>
                    <a:pt x="53257" y="1589"/>
                  </a:lnTo>
                  <a:lnTo>
                    <a:pt x="52254" y="1311"/>
                  </a:lnTo>
                  <a:lnTo>
                    <a:pt x="51250" y="1060"/>
                  </a:lnTo>
                  <a:lnTo>
                    <a:pt x="50218" y="864"/>
                  </a:lnTo>
                  <a:lnTo>
                    <a:pt x="49214" y="669"/>
                  </a:lnTo>
                  <a:lnTo>
                    <a:pt x="48155" y="474"/>
                  </a:lnTo>
                  <a:lnTo>
                    <a:pt x="47123" y="335"/>
                  </a:lnTo>
                  <a:lnTo>
                    <a:pt x="46064" y="223"/>
                  </a:lnTo>
                  <a:lnTo>
                    <a:pt x="45032" y="112"/>
                  </a:lnTo>
                  <a:lnTo>
                    <a:pt x="43944" y="56"/>
                  </a:lnTo>
                  <a:lnTo>
                    <a:pt x="42885" y="28"/>
                  </a:lnTo>
                  <a:lnTo>
                    <a:pt x="41797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009" name="Google Shape;2009;p23"/>
          <p:cNvSpPr/>
          <p:nvPr/>
        </p:nvSpPr>
        <p:spPr>
          <a:xfrm flipH="1">
            <a:off x="7788569" y="3860679"/>
            <a:ext cx="1596439" cy="1802961"/>
          </a:xfrm>
          <a:custGeom>
            <a:rect b="b" l="l" r="r" t="t"/>
            <a:pathLst>
              <a:path extrusionOk="0" h="32249" w="28555">
                <a:moveTo>
                  <a:pt x="20483" y="82"/>
                </a:moveTo>
                <a:lnTo>
                  <a:pt x="20947" y="102"/>
                </a:lnTo>
                <a:lnTo>
                  <a:pt x="21411" y="122"/>
                </a:lnTo>
                <a:lnTo>
                  <a:pt x="21875" y="203"/>
                </a:lnTo>
                <a:lnTo>
                  <a:pt x="22319" y="283"/>
                </a:lnTo>
                <a:lnTo>
                  <a:pt x="22763" y="404"/>
                </a:lnTo>
                <a:lnTo>
                  <a:pt x="23187" y="566"/>
                </a:lnTo>
                <a:lnTo>
                  <a:pt x="23611" y="748"/>
                </a:lnTo>
                <a:lnTo>
                  <a:pt x="23994" y="949"/>
                </a:lnTo>
                <a:lnTo>
                  <a:pt x="24378" y="1191"/>
                </a:lnTo>
                <a:lnTo>
                  <a:pt x="24741" y="1454"/>
                </a:lnTo>
                <a:lnTo>
                  <a:pt x="25124" y="1777"/>
                </a:lnTo>
                <a:lnTo>
                  <a:pt x="25487" y="2140"/>
                </a:lnTo>
                <a:lnTo>
                  <a:pt x="25851" y="2564"/>
                </a:lnTo>
                <a:lnTo>
                  <a:pt x="26174" y="3008"/>
                </a:lnTo>
                <a:lnTo>
                  <a:pt x="26496" y="3492"/>
                </a:lnTo>
                <a:lnTo>
                  <a:pt x="26779" y="4017"/>
                </a:lnTo>
                <a:lnTo>
                  <a:pt x="27062" y="4582"/>
                </a:lnTo>
                <a:lnTo>
                  <a:pt x="27324" y="5187"/>
                </a:lnTo>
                <a:lnTo>
                  <a:pt x="27546" y="5772"/>
                </a:lnTo>
                <a:lnTo>
                  <a:pt x="27748" y="6358"/>
                </a:lnTo>
                <a:lnTo>
                  <a:pt x="27909" y="6943"/>
                </a:lnTo>
                <a:lnTo>
                  <a:pt x="28071" y="7548"/>
                </a:lnTo>
                <a:lnTo>
                  <a:pt x="28192" y="8154"/>
                </a:lnTo>
                <a:lnTo>
                  <a:pt x="28293" y="8739"/>
                </a:lnTo>
                <a:lnTo>
                  <a:pt x="28373" y="9344"/>
                </a:lnTo>
                <a:lnTo>
                  <a:pt x="28434" y="9950"/>
                </a:lnTo>
                <a:lnTo>
                  <a:pt x="28474" y="10555"/>
                </a:lnTo>
                <a:lnTo>
                  <a:pt x="28474" y="11160"/>
                </a:lnTo>
                <a:lnTo>
                  <a:pt x="28474" y="11766"/>
                </a:lnTo>
                <a:lnTo>
                  <a:pt x="28434" y="12371"/>
                </a:lnTo>
                <a:lnTo>
                  <a:pt x="28373" y="12977"/>
                </a:lnTo>
                <a:lnTo>
                  <a:pt x="28272" y="13562"/>
                </a:lnTo>
                <a:lnTo>
                  <a:pt x="28171" y="14167"/>
                </a:lnTo>
                <a:lnTo>
                  <a:pt x="28030" y="14732"/>
                </a:lnTo>
                <a:lnTo>
                  <a:pt x="27869" y="15338"/>
                </a:lnTo>
                <a:lnTo>
                  <a:pt x="27667" y="15923"/>
                </a:lnTo>
                <a:lnTo>
                  <a:pt x="27465" y="16488"/>
                </a:lnTo>
                <a:lnTo>
                  <a:pt x="27223" y="17053"/>
                </a:lnTo>
                <a:lnTo>
                  <a:pt x="26961" y="17618"/>
                </a:lnTo>
                <a:lnTo>
                  <a:pt x="26678" y="18143"/>
                </a:lnTo>
                <a:lnTo>
                  <a:pt x="26355" y="18667"/>
                </a:lnTo>
                <a:lnTo>
                  <a:pt x="26032" y="19192"/>
                </a:lnTo>
                <a:lnTo>
                  <a:pt x="25669" y="19676"/>
                </a:lnTo>
                <a:lnTo>
                  <a:pt x="25306" y="20161"/>
                </a:lnTo>
                <a:lnTo>
                  <a:pt x="24922" y="20625"/>
                </a:lnTo>
                <a:lnTo>
                  <a:pt x="24499" y="21069"/>
                </a:lnTo>
                <a:lnTo>
                  <a:pt x="24075" y="21493"/>
                </a:lnTo>
                <a:lnTo>
                  <a:pt x="23631" y="21896"/>
                </a:lnTo>
                <a:lnTo>
                  <a:pt x="23167" y="22280"/>
                </a:lnTo>
                <a:lnTo>
                  <a:pt x="22703" y="22643"/>
                </a:lnTo>
                <a:lnTo>
                  <a:pt x="22238" y="22946"/>
                </a:lnTo>
                <a:lnTo>
                  <a:pt x="21795" y="23228"/>
                </a:lnTo>
                <a:lnTo>
                  <a:pt x="21310" y="23511"/>
                </a:lnTo>
                <a:lnTo>
                  <a:pt x="20846" y="23773"/>
                </a:lnTo>
                <a:lnTo>
                  <a:pt x="19877" y="24277"/>
                </a:lnTo>
                <a:lnTo>
                  <a:pt x="18909" y="24742"/>
                </a:lnTo>
                <a:lnTo>
                  <a:pt x="17940" y="25226"/>
                </a:lnTo>
                <a:lnTo>
                  <a:pt x="16951" y="25751"/>
                </a:lnTo>
                <a:lnTo>
                  <a:pt x="16467" y="26013"/>
                </a:lnTo>
                <a:lnTo>
                  <a:pt x="15983" y="26296"/>
                </a:lnTo>
                <a:lnTo>
                  <a:pt x="15519" y="26598"/>
                </a:lnTo>
                <a:lnTo>
                  <a:pt x="15075" y="26901"/>
                </a:lnTo>
                <a:lnTo>
                  <a:pt x="14510" y="27325"/>
                </a:lnTo>
                <a:lnTo>
                  <a:pt x="13965" y="27789"/>
                </a:lnTo>
                <a:lnTo>
                  <a:pt x="13420" y="28253"/>
                </a:lnTo>
                <a:lnTo>
                  <a:pt x="12895" y="28717"/>
                </a:lnTo>
                <a:lnTo>
                  <a:pt x="12148" y="29383"/>
                </a:lnTo>
                <a:lnTo>
                  <a:pt x="11402" y="30029"/>
                </a:lnTo>
                <a:lnTo>
                  <a:pt x="10998" y="30332"/>
                </a:lnTo>
                <a:lnTo>
                  <a:pt x="10595" y="30614"/>
                </a:lnTo>
                <a:lnTo>
                  <a:pt x="10171" y="30897"/>
                </a:lnTo>
                <a:lnTo>
                  <a:pt x="9747" y="31159"/>
                </a:lnTo>
                <a:lnTo>
                  <a:pt x="9303" y="31381"/>
                </a:lnTo>
                <a:lnTo>
                  <a:pt x="8839" y="31583"/>
                </a:lnTo>
                <a:lnTo>
                  <a:pt x="8375" y="31764"/>
                </a:lnTo>
                <a:lnTo>
                  <a:pt x="7890" y="31906"/>
                </a:lnTo>
                <a:lnTo>
                  <a:pt x="7406" y="32027"/>
                </a:lnTo>
                <a:lnTo>
                  <a:pt x="6922" y="32107"/>
                </a:lnTo>
                <a:lnTo>
                  <a:pt x="6417" y="32148"/>
                </a:lnTo>
                <a:lnTo>
                  <a:pt x="5933" y="32168"/>
                </a:lnTo>
                <a:lnTo>
                  <a:pt x="5893" y="32168"/>
                </a:lnTo>
                <a:lnTo>
                  <a:pt x="5368" y="32148"/>
                </a:lnTo>
                <a:lnTo>
                  <a:pt x="4843" y="32087"/>
                </a:lnTo>
                <a:lnTo>
                  <a:pt x="4359" y="31986"/>
                </a:lnTo>
                <a:lnTo>
                  <a:pt x="3875" y="31845"/>
                </a:lnTo>
                <a:lnTo>
                  <a:pt x="3431" y="31684"/>
                </a:lnTo>
                <a:lnTo>
                  <a:pt x="2987" y="31462"/>
                </a:lnTo>
                <a:lnTo>
                  <a:pt x="2583" y="31219"/>
                </a:lnTo>
                <a:lnTo>
                  <a:pt x="2200" y="30957"/>
                </a:lnTo>
                <a:lnTo>
                  <a:pt x="1998" y="30775"/>
                </a:lnTo>
                <a:lnTo>
                  <a:pt x="1816" y="30614"/>
                </a:lnTo>
                <a:lnTo>
                  <a:pt x="1635" y="30412"/>
                </a:lnTo>
                <a:lnTo>
                  <a:pt x="1453" y="30231"/>
                </a:lnTo>
                <a:lnTo>
                  <a:pt x="1292" y="30029"/>
                </a:lnTo>
                <a:lnTo>
                  <a:pt x="1150" y="29807"/>
                </a:lnTo>
                <a:lnTo>
                  <a:pt x="1009" y="29585"/>
                </a:lnTo>
                <a:lnTo>
                  <a:pt x="868" y="29363"/>
                </a:lnTo>
                <a:lnTo>
                  <a:pt x="747" y="29121"/>
                </a:lnTo>
                <a:lnTo>
                  <a:pt x="626" y="28879"/>
                </a:lnTo>
                <a:lnTo>
                  <a:pt x="525" y="28616"/>
                </a:lnTo>
                <a:lnTo>
                  <a:pt x="424" y="28354"/>
                </a:lnTo>
                <a:lnTo>
                  <a:pt x="343" y="28092"/>
                </a:lnTo>
                <a:lnTo>
                  <a:pt x="283" y="27829"/>
                </a:lnTo>
                <a:lnTo>
                  <a:pt x="222" y="27547"/>
                </a:lnTo>
                <a:lnTo>
                  <a:pt x="162" y="27264"/>
                </a:lnTo>
                <a:lnTo>
                  <a:pt x="101" y="26719"/>
                </a:lnTo>
                <a:lnTo>
                  <a:pt x="81" y="26154"/>
                </a:lnTo>
                <a:lnTo>
                  <a:pt x="121" y="25609"/>
                </a:lnTo>
                <a:lnTo>
                  <a:pt x="182" y="25065"/>
                </a:lnTo>
                <a:lnTo>
                  <a:pt x="283" y="24520"/>
                </a:lnTo>
                <a:lnTo>
                  <a:pt x="444" y="23995"/>
                </a:lnTo>
                <a:lnTo>
                  <a:pt x="626" y="23490"/>
                </a:lnTo>
                <a:lnTo>
                  <a:pt x="868" y="23006"/>
                </a:lnTo>
                <a:lnTo>
                  <a:pt x="1029" y="22724"/>
                </a:lnTo>
                <a:lnTo>
                  <a:pt x="1191" y="22441"/>
                </a:lnTo>
                <a:lnTo>
                  <a:pt x="1372" y="22179"/>
                </a:lnTo>
                <a:lnTo>
                  <a:pt x="1574" y="21916"/>
                </a:lnTo>
                <a:lnTo>
                  <a:pt x="1776" y="21654"/>
                </a:lnTo>
                <a:lnTo>
                  <a:pt x="1998" y="21392"/>
                </a:lnTo>
                <a:lnTo>
                  <a:pt x="2240" y="21129"/>
                </a:lnTo>
                <a:lnTo>
                  <a:pt x="2482" y="20867"/>
                </a:lnTo>
                <a:lnTo>
                  <a:pt x="3027" y="20383"/>
                </a:lnTo>
                <a:lnTo>
                  <a:pt x="3612" y="19898"/>
                </a:lnTo>
                <a:lnTo>
                  <a:pt x="4258" y="19414"/>
                </a:lnTo>
                <a:lnTo>
                  <a:pt x="4964" y="18970"/>
                </a:lnTo>
                <a:lnTo>
                  <a:pt x="5691" y="18526"/>
                </a:lnTo>
                <a:lnTo>
                  <a:pt x="6438" y="18102"/>
                </a:lnTo>
                <a:lnTo>
                  <a:pt x="7951" y="17336"/>
                </a:lnTo>
                <a:lnTo>
                  <a:pt x="9021" y="16771"/>
                </a:lnTo>
                <a:lnTo>
                  <a:pt x="10110" y="16185"/>
                </a:lnTo>
                <a:lnTo>
                  <a:pt x="10433" y="15983"/>
                </a:lnTo>
                <a:lnTo>
                  <a:pt x="10716" y="15802"/>
                </a:lnTo>
                <a:lnTo>
                  <a:pt x="10978" y="15600"/>
                </a:lnTo>
                <a:lnTo>
                  <a:pt x="11220" y="15398"/>
                </a:lnTo>
                <a:lnTo>
                  <a:pt x="11442" y="15196"/>
                </a:lnTo>
                <a:lnTo>
                  <a:pt x="11644" y="14974"/>
                </a:lnTo>
                <a:lnTo>
                  <a:pt x="11805" y="14752"/>
                </a:lnTo>
                <a:lnTo>
                  <a:pt x="11967" y="14510"/>
                </a:lnTo>
                <a:lnTo>
                  <a:pt x="12088" y="14268"/>
                </a:lnTo>
                <a:lnTo>
                  <a:pt x="12189" y="13986"/>
                </a:lnTo>
                <a:lnTo>
                  <a:pt x="12290" y="13723"/>
                </a:lnTo>
                <a:lnTo>
                  <a:pt x="12350" y="13421"/>
                </a:lnTo>
                <a:lnTo>
                  <a:pt x="12411" y="13098"/>
                </a:lnTo>
                <a:lnTo>
                  <a:pt x="12451" y="12755"/>
                </a:lnTo>
                <a:lnTo>
                  <a:pt x="12471" y="12391"/>
                </a:lnTo>
                <a:lnTo>
                  <a:pt x="12471" y="12008"/>
                </a:lnTo>
                <a:lnTo>
                  <a:pt x="12492" y="11302"/>
                </a:lnTo>
                <a:lnTo>
                  <a:pt x="12512" y="10616"/>
                </a:lnTo>
                <a:lnTo>
                  <a:pt x="12532" y="9950"/>
                </a:lnTo>
                <a:lnTo>
                  <a:pt x="12592" y="9324"/>
                </a:lnTo>
                <a:lnTo>
                  <a:pt x="12653" y="8698"/>
                </a:lnTo>
                <a:lnTo>
                  <a:pt x="12714" y="8113"/>
                </a:lnTo>
                <a:lnTo>
                  <a:pt x="12814" y="7548"/>
                </a:lnTo>
                <a:lnTo>
                  <a:pt x="12915" y="7003"/>
                </a:lnTo>
                <a:lnTo>
                  <a:pt x="13036" y="6479"/>
                </a:lnTo>
                <a:lnTo>
                  <a:pt x="13157" y="5974"/>
                </a:lnTo>
                <a:lnTo>
                  <a:pt x="13299" y="5510"/>
                </a:lnTo>
                <a:lnTo>
                  <a:pt x="13460" y="5046"/>
                </a:lnTo>
                <a:lnTo>
                  <a:pt x="13642" y="4622"/>
                </a:lnTo>
                <a:lnTo>
                  <a:pt x="13823" y="4218"/>
                </a:lnTo>
                <a:lnTo>
                  <a:pt x="14025" y="3835"/>
                </a:lnTo>
                <a:lnTo>
                  <a:pt x="14247" y="3472"/>
                </a:lnTo>
                <a:lnTo>
                  <a:pt x="14429" y="3169"/>
                </a:lnTo>
                <a:lnTo>
                  <a:pt x="14631" y="2887"/>
                </a:lnTo>
                <a:lnTo>
                  <a:pt x="14853" y="2644"/>
                </a:lnTo>
                <a:lnTo>
                  <a:pt x="15054" y="2402"/>
                </a:lnTo>
                <a:lnTo>
                  <a:pt x="15276" y="2180"/>
                </a:lnTo>
                <a:lnTo>
                  <a:pt x="15498" y="1979"/>
                </a:lnTo>
                <a:lnTo>
                  <a:pt x="15700" y="1797"/>
                </a:lnTo>
                <a:lnTo>
                  <a:pt x="15942" y="1635"/>
                </a:lnTo>
                <a:lnTo>
                  <a:pt x="16386" y="1333"/>
                </a:lnTo>
                <a:lnTo>
                  <a:pt x="16830" y="1091"/>
                </a:lnTo>
                <a:lnTo>
                  <a:pt x="17274" y="869"/>
                </a:lnTo>
                <a:lnTo>
                  <a:pt x="17698" y="667"/>
                </a:lnTo>
                <a:lnTo>
                  <a:pt x="18142" y="505"/>
                </a:lnTo>
                <a:lnTo>
                  <a:pt x="18606" y="364"/>
                </a:lnTo>
                <a:lnTo>
                  <a:pt x="19070" y="243"/>
                </a:lnTo>
                <a:lnTo>
                  <a:pt x="19534" y="162"/>
                </a:lnTo>
                <a:lnTo>
                  <a:pt x="19999" y="102"/>
                </a:lnTo>
                <a:lnTo>
                  <a:pt x="20483" y="82"/>
                </a:lnTo>
                <a:close/>
                <a:moveTo>
                  <a:pt x="20483" y="1"/>
                </a:moveTo>
                <a:lnTo>
                  <a:pt x="19999" y="21"/>
                </a:lnTo>
                <a:lnTo>
                  <a:pt x="19534" y="82"/>
                </a:lnTo>
                <a:lnTo>
                  <a:pt x="19050" y="162"/>
                </a:lnTo>
                <a:lnTo>
                  <a:pt x="18586" y="283"/>
                </a:lnTo>
                <a:lnTo>
                  <a:pt x="18122" y="425"/>
                </a:lnTo>
                <a:lnTo>
                  <a:pt x="17678" y="606"/>
                </a:lnTo>
                <a:lnTo>
                  <a:pt x="17214" y="808"/>
                </a:lnTo>
                <a:lnTo>
                  <a:pt x="16750" y="1050"/>
                </a:lnTo>
                <a:lnTo>
                  <a:pt x="16285" y="1313"/>
                </a:lnTo>
                <a:lnTo>
                  <a:pt x="15841" y="1615"/>
                </a:lnTo>
                <a:lnTo>
                  <a:pt x="15619" y="1777"/>
                </a:lnTo>
                <a:lnTo>
                  <a:pt x="15397" y="1979"/>
                </a:lnTo>
                <a:lnTo>
                  <a:pt x="15175" y="2180"/>
                </a:lnTo>
                <a:lnTo>
                  <a:pt x="14974" y="2382"/>
                </a:lnTo>
                <a:lnTo>
                  <a:pt x="14752" y="2624"/>
                </a:lnTo>
                <a:lnTo>
                  <a:pt x="14550" y="2866"/>
                </a:lnTo>
                <a:lnTo>
                  <a:pt x="14368" y="3129"/>
                </a:lnTo>
                <a:lnTo>
                  <a:pt x="14166" y="3411"/>
                </a:lnTo>
                <a:lnTo>
                  <a:pt x="13944" y="3795"/>
                </a:lnTo>
                <a:lnTo>
                  <a:pt x="13743" y="4178"/>
                </a:lnTo>
                <a:lnTo>
                  <a:pt x="13561" y="4582"/>
                </a:lnTo>
                <a:lnTo>
                  <a:pt x="13400" y="5026"/>
                </a:lnTo>
                <a:lnTo>
                  <a:pt x="13238" y="5470"/>
                </a:lnTo>
                <a:lnTo>
                  <a:pt x="13077" y="5954"/>
                </a:lnTo>
                <a:lnTo>
                  <a:pt x="12956" y="6458"/>
                </a:lnTo>
                <a:lnTo>
                  <a:pt x="12835" y="6983"/>
                </a:lnTo>
                <a:lnTo>
                  <a:pt x="12734" y="7528"/>
                </a:lnTo>
                <a:lnTo>
                  <a:pt x="12653" y="8093"/>
                </a:lnTo>
                <a:lnTo>
                  <a:pt x="12572" y="8678"/>
                </a:lnTo>
                <a:lnTo>
                  <a:pt x="12512" y="9304"/>
                </a:lnTo>
                <a:lnTo>
                  <a:pt x="12451" y="9950"/>
                </a:lnTo>
                <a:lnTo>
                  <a:pt x="12431" y="10616"/>
                </a:lnTo>
                <a:lnTo>
                  <a:pt x="12411" y="11302"/>
                </a:lnTo>
                <a:lnTo>
                  <a:pt x="12391" y="12008"/>
                </a:lnTo>
                <a:lnTo>
                  <a:pt x="12391" y="12391"/>
                </a:lnTo>
                <a:lnTo>
                  <a:pt x="12370" y="12755"/>
                </a:lnTo>
                <a:lnTo>
                  <a:pt x="12330" y="13078"/>
                </a:lnTo>
                <a:lnTo>
                  <a:pt x="12270" y="13400"/>
                </a:lnTo>
                <a:lnTo>
                  <a:pt x="12209" y="13683"/>
                </a:lnTo>
                <a:lnTo>
                  <a:pt x="12128" y="13965"/>
                </a:lnTo>
                <a:lnTo>
                  <a:pt x="12007" y="14228"/>
                </a:lnTo>
                <a:lnTo>
                  <a:pt x="11886" y="14470"/>
                </a:lnTo>
                <a:lnTo>
                  <a:pt x="11745" y="14712"/>
                </a:lnTo>
                <a:lnTo>
                  <a:pt x="11563" y="14934"/>
                </a:lnTo>
                <a:lnTo>
                  <a:pt x="11382" y="15136"/>
                </a:lnTo>
                <a:lnTo>
                  <a:pt x="11160" y="15338"/>
                </a:lnTo>
                <a:lnTo>
                  <a:pt x="10938" y="15540"/>
                </a:lnTo>
                <a:lnTo>
                  <a:pt x="10675" y="15741"/>
                </a:lnTo>
                <a:lnTo>
                  <a:pt x="10373" y="15923"/>
                </a:lnTo>
                <a:lnTo>
                  <a:pt x="10070" y="16105"/>
                </a:lnTo>
                <a:lnTo>
                  <a:pt x="8980" y="16690"/>
                </a:lnTo>
                <a:lnTo>
                  <a:pt x="7911" y="17255"/>
                </a:lnTo>
                <a:lnTo>
                  <a:pt x="6397" y="18042"/>
                </a:lnTo>
                <a:lnTo>
                  <a:pt x="5651" y="18466"/>
                </a:lnTo>
                <a:lnTo>
                  <a:pt x="4924" y="18889"/>
                </a:lnTo>
                <a:lnTo>
                  <a:pt x="4218" y="19354"/>
                </a:lnTo>
                <a:lnTo>
                  <a:pt x="3552" y="19838"/>
                </a:lnTo>
                <a:lnTo>
                  <a:pt x="2967" y="20322"/>
                </a:lnTo>
                <a:lnTo>
                  <a:pt x="2422" y="20827"/>
                </a:lnTo>
                <a:lnTo>
                  <a:pt x="2180" y="21069"/>
                </a:lnTo>
                <a:lnTo>
                  <a:pt x="1937" y="21331"/>
                </a:lnTo>
                <a:lnTo>
                  <a:pt x="1715" y="21594"/>
                </a:lnTo>
                <a:lnTo>
                  <a:pt x="1514" y="21856"/>
                </a:lnTo>
                <a:lnTo>
                  <a:pt x="1312" y="22138"/>
                </a:lnTo>
                <a:lnTo>
                  <a:pt x="1130" y="22401"/>
                </a:lnTo>
                <a:lnTo>
                  <a:pt x="949" y="22683"/>
                </a:lnTo>
                <a:lnTo>
                  <a:pt x="807" y="22966"/>
                </a:lnTo>
                <a:lnTo>
                  <a:pt x="565" y="23450"/>
                </a:lnTo>
                <a:lnTo>
                  <a:pt x="363" y="23975"/>
                </a:lnTo>
                <a:lnTo>
                  <a:pt x="222" y="24499"/>
                </a:lnTo>
                <a:lnTo>
                  <a:pt x="101" y="25044"/>
                </a:lnTo>
                <a:lnTo>
                  <a:pt x="40" y="25589"/>
                </a:lnTo>
                <a:lnTo>
                  <a:pt x="0" y="26154"/>
                </a:lnTo>
                <a:lnTo>
                  <a:pt x="20" y="26719"/>
                </a:lnTo>
                <a:lnTo>
                  <a:pt x="81" y="27284"/>
                </a:lnTo>
                <a:lnTo>
                  <a:pt x="141" y="27567"/>
                </a:lnTo>
                <a:lnTo>
                  <a:pt x="202" y="27849"/>
                </a:lnTo>
                <a:lnTo>
                  <a:pt x="262" y="28112"/>
                </a:lnTo>
                <a:lnTo>
                  <a:pt x="363" y="28394"/>
                </a:lnTo>
                <a:lnTo>
                  <a:pt x="444" y="28657"/>
                </a:lnTo>
                <a:lnTo>
                  <a:pt x="545" y="28899"/>
                </a:lnTo>
                <a:lnTo>
                  <a:pt x="666" y="29161"/>
                </a:lnTo>
                <a:lnTo>
                  <a:pt x="787" y="29403"/>
                </a:lnTo>
                <a:lnTo>
                  <a:pt x="928" y="29625"/>
                </a:lnTo>
                <a:lnTo>
                  <a:pt x="1070" y="29847"/>
                </a:lnTo>
                <a:lnTo>
                  <a:pt x="1231" y="30069"/>
                </a:lnTo>
                <a:lnTo>
                  <a:pt x="1393" y="30271"/>
                </a:lnTo>
                <a:lnTo>
                  <a:pt x="1574" y="30473"/>
                </a:lnTo>
                <a:lnTo>
                  <a:pt x="1756" y="30654"/>
                </a:lnTo>
                <a:lnTo>
                  <a:pt x="1958" y="30836"/>
                </a:lnTo>
                <a:lnTo>
                  <a:pt x="2159" y="31018"/>
                </a:lnTo>
                <a:lnTo>
                  <a:pt x="2543" y="31300"/>
                </a:lnTo>
                <a:lnTo>
                  <a:pt x="2967" y="31542"/>
                </a:lnTo>
                <a:lnTo>
                  <a:pt x="3390" y="31744"/>
                </a:lnTo>
                <a:lnTo>
                  <a:pt x="3854" y="31926"/>
                </a:lnTo>
                <a:lnTo>
                  <a:pt x="4339" y="32067"/>
                </a:lnTo>
                <a:lnTo>
                  <a:pt x="4843" y="32168"/>
                </a:lnTo>
                <a:lnTo>
                  <a:pt x="5348" y="32228"/>
                </a:lnTo>
                <a:lnTo>
                  <a:pt x="5893" y="32249"/>
                </a:lnTo>
                <a:lnTo>
                  <a:pt x="5933" y="32249"/>
                </a:lnTo>
                <a:lnTo>
                  <a:pt x="6438" y="32228"/>
                </a:lnTo>
                <a:lnTo>
                  <a:pt x="6922" y="32188"/>
                </a:lnTo>
                <a:lnTo>
                  <a:pt x="7426" y="32107"/>
                </a:lnTo>
                <a:lnTo>
                  <a:pt x="7911" y="31986"/>
                </a:lnTo>
                <a:lnTo>
                  <a:pt x="8395" y="31845"/>
                </a:lnTo>
                <a:lnTo>
                  <a:pt x="8879" y="31663"/>
                </a:lnTo>
                <a:lnTo>
                  <a:pt x="9343" y="31462"/>
                </a:lnTo>
                <a:lnTo>
                  <a:pt x="9787" y="31219"/>
                </a:lnTo>
                <a:lnTo>
                  <a:pt x="10211" y="30977"/>
                </a:lnTo>
                <a:lnTo>
                  <a:pt x="10635" y="30695"/>
                </a:lnTo>
                <a:lnTo>
                  <a:pt x="11039" y="30392"/>
                </a:lnTo>
                <a:lnTo>
                  <a:pt x="11442" y="30089"/>
                </a:lnTo>
                <a:lnTo>
                  <a:pt x="12209" y="29444"/>
                </a:lnTo>
                <a:lnTo>
                  <a:pt x="12956" y="28778"/>
                </a:lnTo>
                <a:lnTo>
                  <a:pt x="13480" y="28314"/>
                </a:lnTo>
                <a:lnTo>
                  <a:pt x="14005" y="27849"/>
                </a:lnTo>
                <a:lnTo>
                  <a:pt x="14550" y="27405"/>
                </a:lnTo>
                <a:lnTo>
                  <a:pt x="15115" y="26961"/>
                </a:lnTo>
                <a:lnTo>
                  <a:pt x="15559" y="26659"/>
                </a:lnTo>
                <a:lnTo>
                  <a:pt x="16023" y="26356"/>
                </a:lnTo>
                <a:lnTo>
                  <a:pt x="16507" y="26074"/>
                </a:lnTo>
                <a:lnTo>
                  <a:pt x="16992" y="25811"/>
                </a:lnTo>
                <a:lnTo>
                  <a:pt x="17960" y="25307"/>
                </a:lnTo>
                <a:lnTo>
                  <a:pt x="18949" y="24822"/>
                </a:lnTo>
                <a:lnTo>
                  <a:pt x="19918" y="24338"/>
                </a:lnTo>
                <a:lnTo>
                  <a:pt x="20886" y="23834"/>
                </a:lnTo>
                <a:lnTo>
                  <a:pt x="21351" y="23571"/>
                </a:lnTo>
                <a:lnTo>
                  <a:pt x="21835" y="23309"/>
                </a:lnTo>
                <a:lnTo>
                  <a:pt x="22299" y="23006"/>
                </a:lnTo>
                <a:lnTo>
                  <a:pt x="22743" y="22703"/>
                </a:lnTo>
                <a:lnTo>
                  <a:pt x="23227" y="22340"/>
                </a:lnTo>
                <a:lnTo>
                  <a:pt x="23691" y="21957"/>
                </a:lnTo>
                <a:lnTo>
                  <a:pt x="24135" y="21553"/>
                </a:lnTo>
                <a:lnTo>
                  <a:pt x="24559" y="21129"/>
                </a:lnTo>
                <a:lnTo>
                  <a:pt x="24983" y="20685"/>
                </a:lnTo>
                <a:lnTo>
                  <a:pt x="25366" y="20221"/>
                </a:lnTo>
                <a:lnTo>
                  <a:pt x="25750" y="19737"/>
                </a:lnTo>
                <a:lnTo>
                  <a:pt x="26093" y="19232"/>
                </a:lnTo>
                <a:lnTo>
                  <a:pt x="26436" y="18728"/>
                </a:lnTo>
                <a:lnTo>
                  <a:pt x="26739" y="18183"/>
                </a:lnTo>
                <a:lnTo>
                  <a:pt x="27021" y="17638"/>
                </a:lnTo>
                <a:lnTo>
                  <a:pt x="27304" y="17093"/>
                </a:lnTo>
                <a:lnTo>
                  <a:pt x="27546" y="16528"/>
                </a:lnTo>
                <a:lnTo>
                  <a:pt x="27748" y="15943"/>
                </a:lnTo>
                <a:lnTo>
                  <a:pt x="27949" y="15358"/>
                </a:lnTo>
                <a:lnTo>
                  <a:pt x="28111" y="14752"/>
                </a:lnTo>
                <a:lnTo>
                  <a:pt x="28252" y="14167"/>
                </a:lnTo>
                <a:lnTo>
                  <a:pt x="28353" y="13582"/>
                </a:lnTo>
                <a:lnTo>
                  <a:pt x="28454" y="12977"/>
                </a:lnTo>
                <a:lnTo>
                  <a:pt x="28514" y="12391"/>
                </a:lnTo>
                <a:lnTo>
                  <a:pt x="28555" y="11786"/>
                </a:lnTo>
                <a:lnTo>
                  <a:pt x="28555" y="11181"/>
                </a:lnTo>
                <a:lnTo>
                  <a:pt x="28555" y="10555"/>
                </a:lnTo>
                <a:lnTo>
                  <a:pt x="28514" y="9950"/>
                </a:lnTo>
                <a:lnTo>
                  <a:pt x="28454" y="9344"/>
                </a:lnTo>
                <a:lnTo>
                  <a:pt x="28373" y="8739"/>
                </a:lnTo>
                <a:lnTo>
                  <a:pt x="28272" y="8133"/>
                </a:lnTo>
                <a:lnTo>
                  <a:pt x="28151" y="7528"/>
                </a:lnTo>
                <a:lnTo>
                  <a:pt x="27990" y="6923"/>
                </a:lnTo>
                <a:lnTo>
                  <a:pt x="27828" y="6337"/>
                </a:lnTo>
                <a:lnTo>
                  <a:pt x="27627" y="5752"/>
                </a:lnTo>
                <a:lnTo>
                  <a:pt x="27405" y="5167"/>
                </a:lnTo>
                <a:lnTo>
                  <a:pt x="27142" y="4541"/>
                </a:lnTo>
                <a:lnTo>
                  <a:pt x="26860" y="3976"/>
                </a:lnTo>
                <a:lnTo>
                  <a:pt x="26557" y="3452"/>
                </a:lnTo>
                <a:lnTo>
                  <a:pt x="26234" y="2947"/>
                </a:lnTo>
                <a:lnTo>
                  <a:pt x="25911" y="2503"/>
                </a:lnTo>
                <a:lnTo>
                  <a:pt x="25548" y="2100"/>
                </a:lnTo>
                <a:lnTo>
                  <a:pt x="25185" y="1716"/>
                </a:lnTo>
                <a:lnTo>
                  <a:pt x="24801" y="1393"/>
                </a:lnTo>
                <a:lnTo>
                  <a:pt x="24438" y="1111"/>
                </a:lnTo>
                <a:lnTo>
                  <a:pt x="24055" y="889"/>
                </a:lnTo>
                <a:lnTo>
                  <a:pt x="23651" y="667"/>
                </a:lnTo>
                <a:lnTo>
                  <a:pt x="23227" y="485"/>
                </a:lnTo>
                <a:lnTo>
                  <a:pt x="22783" y="344"/>
                </a:lnTo>
                <a:lnTo>
                  <a:pt x="22339" y="223"/>
                </a:lnTo>
                <a:lnTo>
                  <a:pt x="21895" y="122"/>
                </a:lnTo>
                <a:lnTo>
                  <a:pt x="21411" y="61"/>
                </a:lnTo>
                <a:lnTo>
                  <a:pt x="20947" y="21"/>
                </a:lnTo>
                <a:lnTo>
                  <a:pt x="20483" y="1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10" name="Google Shape;2010;p23"/>
          <p:cNvSpPr/>
          <p:nvPr/>
        </p:nvSpPr>
        <p:spPr>
          <a:xfrm flipH="1">
            <a:off x="7141914" y="4732597"/>
            <a:ext cx="935332" cy="741278"/>
          </a:xfrm>
          <a:custGeom>
            <a:rect b="b" l="l" r="r" t="t"/>
            <a:pathLst>
              <a:path extrusionOk="0" h="13259" w="16730">
                <a:moveTo>
                  <a:pt x="14550" y="81"/>
                </a:moveTo>
                <a:lnTo>
                  <a:pt x="14772" y="122"/>
                </a:lnTo>
                <a:lnTo>
                  <a:pt x="15014" y="202"/>
                </a:lnTo>
                <a:lnTo>
                  <a:pt x="15216" y="324"/>
                </a:lnTo>
                <a:lnTo>
                  <a:pt x="15438" y="465"/>
                </a:lnTo>
                <a:lnTo>
                  <a:pt x="15640" y="667"/>
                </a:lnTo>
                <a:lnTo>
                  <a:pt x="15821" y="889"/>
                </a:lnTo>
                <a:lnTo>
                  <a:pt x="15983" y="1131"/>
                </a:lnTo>
                <a:lnTo>
                  <a:pt x="16144" y="1413"/>
                </a:lnTo>
                <a:lnTo>
                  <a:pt x="16245" y="1655"/>
                </a:lnTo>
                <a:lnTo>
                  <a:pt x="16346" y="1898"/>
                </a:lnTo>
                <a:lnTo>
                  <a:pt x="16427" y="2140"/>
                </a:lnTo>
                <a:lnTo>
                  <a:pt x="16487" y="2422"/>
                </a:lnTo>
                <a:lnTo>
                  <a:pt x="16548" y="2685"/>
                </a:lnTo>
                <a:lnTo>
                  <a:pt x="16588" y="2967"/>
                </a:lnTo>
                <a:lnTo>
                  <a:pt x="16628" y="3250"/>
                </a:lnTo>
                <a:lnTo>
                  <a:pt x="16649" y="3552"/>
                </a:lnTo>
                <a:lnTo>
                  <a:pt x="16649" y="3855"/>
                </a:lnTo>
                <a:lnTo>
                  <a:pt x="16649" y="4178"/>
                </a:lnTo>
                <a:lnTo>
                  <a:pt x="16588" y="4844"/>
                </a:lnTo>
                <a:lnTo>
                  <a:pt x="16487" y="5550"/>
                </a:lnTo>
                <a:lnTo>
                  <a:pt x="16326" y="6317"/>
                </a:lnTo>
                <a:lnTo>
                  <a:pt x="16144" y="7044"/>
                </a:lnTo>
                <a:lnTo>
                  <a:pt x="15942" y="7709"/>
                </a:lnTo>
                <a:lnTo>
                  <a:pt x="15720" y="8315"/>
                </a:lnTo>
                <a:lnTo>
                  <a:pt x="15458" y="8860"/>
                </a:lnTo>
                <a:lnTo>
                  <a:pt x="15317" y="9122"/>
                </a:lnTo>
                <a:lnTo>
                  <a:pt x="15176" y="9364"/>
                </a:lnTo>
                <a:lnTo>
                  <a:pt x="15014" y="9586"/>
                </a:lnTo>
                <a:lnTo>
                  <a:pt x="14873" y="9808"/>
                </a:lnTo>
                <a:lnTo>
                  <a:pt x="14691" y="10010"/>
                </a:lnTo>
                <a:lnTo>
                  <a:pt x="14530" y="10212"/>
                </a:lnTo>
                <a:lnTo>
                  <a:pt x="14348" y="10393"/>
                </a:lnTo>
                <a:lnTo>
                  <a:pt x="14146" y="10555"/>
                </a:lnTo>
                <a:lnTo>
                  <a:pt x="13803" y="10837"/>
                </a:lnTo>
                <a:lnTo>
                  <a:pt x="13440" y="11080"/>
                </a:lnTo>
                <a:lnTo>
                  <a:pt x="13036" y="11302"/>
                </a:lnTo>
                <a:lnTo>
                  <a:pt x="12633" y="11483"/>
                </a:lnTo>
                <a:lnTo>
                  <a:pt x="12229" y="11665"/>
                </a:lnTo>
                <a:lnTo>
                  <a:pt x="11805" y="11806"/>
                </a:lnTo>
                <a:lnTo>
                  <a:pt x="11402" y="11947"/>
                </a:lnTo>
                <a:lnTo>
                  <a:pt x="10978" y="12068"/>
                </a:lnTo>
                <a:lnTo>
                  <a:pt x="10373" y="12230"/>
                </a:lnTo>
                <a:lnTo>
                  <a:pt x="9787" y="12371"/>
                </a:lnTo>
                <a:lnTo>
                  <a:pt x="9202" y="12512"/>
                </a:lnTo>
                <a:lnTo>
                  <a:pt x="8597" y="12633"/>
                </a:lnTo>
                <a:lnTo>
                  <a:pt x="7991" y="12734"/>
                </a:lnTo>
                <a:lnTo>
                  <a:pt x="7386" y="12835"/>
                </a:lnTo>
                <a:lnTo>
                  <a:pt x="6801" y="12936"/>
                </a:lnTo>
                <a:lnTo>
                  <a:pt x="6195" y="12997"/>
                </a:lnTo>
                <a:lnTo>
                  <a:pt x="5590" y="13057"/>
                </a:lnTo>
                <a:lnTo>
                  <a:pt x="4964" y="13118"/>
                </a:lnTo>
                <a:lnTo>
                  <a:pt x="4359" y="13158"/>
                </a:lnTo>
                <a:lnTo>
                  <a:pt x="3754" y="13178"/>
                </a:lnTo>
                <a:lnTo>
                  <a:pt x="1917" y="13178"/>
                </a:lnTo>
                <a:lnTo>
                  <a:pt x="1312" y="13138"/>
                </a:lnTo>
                <a:lnTo>
                  <a:pt x="1070" y="13118"/>
                </a:lnTo>
                <a:lnTo>
                  <a:pt x="848" y="13077"/>
                </a:lnTo>
                <a:lnTo>
                  <a:pt x="646" y="13017"/>
                </a:lnTo>
                <a:lnTo>
                  <a:pt x="484" y="12956"/>
                </a:lnTo>
                <a:lnTo>
                  <a:pt x="343" y="12855"/>
                </a:lnTo>
                <a:lnTo>
                  <a:pt x="242" y="12754"/>
                </a:lnTo>
                <a:lnTo>
                  <a:pt x="162" y="12613"/>
                </a:lnTo>
                <a:lnTo>
                  <a:pt x="101" y="12472"/>
                </a:lnTo>
                <a:lnTo>
                  <a:pt x="81" y="12351"/>
                </a:lnTo>
                <a:lnTo>
                  <a:pt x="81" y="12210"/>
                </a:lnTo>
                <a:lnTo>
                  <a:pt x="101" y="12068"/>
                </a:lnTo>
                <a:lnTo>
                  <a:pt x="121" y="11907"/>
                </a:lnTo>
                <a:lnTo>
                  <a:pt x="182" y="11745"/>
                </a:lnTo>
                <a:lnTo>
                  <a:pt x="242" y="11584"/>
                </a:lnTo>
                <a:lnTo>
                  <a:pt x="384" y="11241"/>
                </a:lnTo>
                <a:lnTo>
                  <a:pt x="606" y="10878"/>
                </a:lnTo>
                <a:lnTo>
                  <a:pt x="848" y="10515"/>
                </a:lnTo>
                <a:lnTo>
                  <a:pt x="1110" y="10131"/>
                </a:lnTo>
                <a:lnTo>
                  <a:pt x="1413" y="9768"/>
                </a:lnTo>
                <a:lnTo>
                  <a:pt x="1715" y="9405"/>
                </a:lnTo>
                <a:lnTo>
                  <a:pt x="2038" y="9062"/>
                </a:lnTo>
                <a:lnTo>
                  <a:pt x="2341" y="8739"/>
                </a:lnTo>
                <a:lnTo>
                  <a:pt x="2644" y="8456"/>
                </a:lnTo>
                <a:lnTo>
                  <a:pt x="2926" y="8194"/>
                </a:lnTo>
                <a:lnTo>
                  <a:pt x="3189" y="7972"/>
                </a:lnTo>
                <a:lnTo>
                  <a:pt x="3411" y="7790"/>
                </a:lnTo>
                <a:lnTo>
                  <a:pt x="3592" y="7669"/>
                </a:lnTo>
                <a:lnTo>
                  <a:pt x="4198" y="7306"/>
                </a:lnTo>
                <a:lnTo>
                  <a:pt x="4823" y="6983"/>
                </a:lnTo>
                <a:lnTo>
                  <a:pt x="6095" y="6357"/>
                </a:lnTo>
                <a:lnTo>
                  <a:pt x="6720" y="6055"/>
                </a:lnTo>
                <a:lnTo>
                  <a:pt x="7346" y="5752"/>
                </a:lnTo>
                <a:lnTo>
                  <a:pt x="7971" y="5409"/>
                </a:lnTo>
                <a:lnTo>
                  <a:pt x="8597" y="5066"/>
                </a:lnTo>
                <a:lnTo>
                  <a:pt x="9101" y="4723"/>
                </a:lnTo>
                <a:lnTo>
                  <a:pt x="9606" y="4360"/>
                </a:lnTo>
                <a:lnTo>
                  <a:pt x="10110" y="3976"/>
                </a:lnTo>
                <a:lnTo>
                  <a:pt x="10574" y="3573"/>
                </a:lnTo>
                <a:lnTo>
                  <a:pt x="11018" y="3149"/>
                </a:lnTo>
                <a:lnTo>
                  <a:pt x="11442" y="2705"/>
                </a:lnTo>
                <a:lnTo>
                  <a:pt x="11866" y="2241"/>
                </a:lnTo>
                <a:lnTo>
                  <a:pt x="12249" y="1756"/>
                </a:lnTo>
                <a:lnTo>
                  <a:pt x="12290" y="1716"/>
                </a:lnTo>
                <a:lnTo>
                  <a:pt x="12754" y="1131"/>
                </a:lnTo>
                <a:lnTo>
                  <a:pt x="12996" y="868"/>
                </a:lnTo>
                <a:lnTo>
                  <a:pt x="13238" y="606"/>
                </a:lnTo>
                <a:lnTo>
                  <a:pt x="13521" y="404"/>
                </a:lnTo>
                <a:lnTo>
                  <a:pt x="13662" y="303"/>
                </a:lnTo>
                <a:lnTo>
                  <a:pt x="13803" y="223"/>
                </a:lnTo>
                <a:lnTo>
                  <a:pt x="13965" y="162"/>
                </a:lnTo>
                <a:lnTo>
                  <a:pt x="14126" y="122"/>
                </a:lnTo>
                <a:lnTo>
                  <a:pt x="14288" y="102"/>
                </a:lnTo>
                <a:lnTo>
                  <a:pt x="14449" y="81"/>
                </a:lnTo>
                <a:close/>
                <a:moveTo>
                  <a:pt x="14368" y="1"/>
                </a:moveTo>
                <a:lnTo>
                  <a:pt x="14187" y="21"/>
                </a:lnTo>
                <a:lnTo>
                  <a:pt x="14025" y="61"/>
                </a:lnTo>
                <a:lnTo>
                  <a:pt x="13864" y="122"/>
                </a:lnTo>
                <a:lnTo>
                  <a:pt x="13702" y="202"/>
                </a:lnTo>
                <a:lnTo>
                  <a:pt x="13541" y="283"/>
                </a:lnTo>
                <a:lnTo>
                  <a:pt x="13400" y="384"/>
                </a:lnTo>
                <a:lnTo>
                  <a:pt x="13238" y="505"/>
                </a:lnTo>
                <a:lnTo>
                  <a:pt x="12976" y="768"/>
                </a:lnTo>
                <a:lnTo>
                  <a:pt x="12714" y="1050"/>
                </a:lnTo>
                <a:lnTo>
                  <a:pt x="12451" y="1353"/>
                </a:lnTo>
                <a:lnTo>
                  <a:pt x="12229" y="1655"/>
                </a:lnTo>
                <a:lnTo>
                  <a:pt x="12189" y="1716"/>
                </a:lnTo>
                <a:lnTo>
                  <a:pt x="11805" y="2200"/>
                </a:lnTo>
                <a:lnTo>
                  <a:pt x="11382" y="2664"/>
                </a:lnTo>
                <a:lnTo>
                  <a:pt x="10958" y="3088"/>
                </a:lnTo>
                <a:lnTo>
                  <a:pt x="10514" y="3512"/>
                </a:lnTo>
                <a:lnTo>
                  <a:pt x="10050" y="3916"/>
                </a:lnTo>
                <a:lnTo>
                  <a:pt x="9565" y="4299"/>
                </a:lnTo>
                <a:lnTo>
                  <a:pt x="9061" y="4662"/>
                </a:lnTo>
                <a:lnTo>
                  <a:pt x="8556" y="4985"/>
                </a:lnTo>
                <a:lnTo>
                  <a:pt x="7931" y="5348"/>
                </a:lnTo>
                <a:lnTo>
                  <a:pt x="7305" y="5671"/>
                </a:lnTo>
                <a:lnTo>
                  <a:pt x="6680" y="5994"/>
                </a:lnTo>
                <a:lnTo>
                  <a:pt x="6054" y="6297"/>
                </a:lnTo>
                <a:lnTo>
                  <a:pt x="4783" y="6902"/>
                </a:lnTo>
                <a:lnTo>
                  <a:pt x="4157" y="7245"/>
                </a:lnTo>
                <a:lnTo>
                  <a:pt x="3552" y="7588"/>
                </a:lnTo>
                <a:lnTo>
                  <a:pt x="3370" y="7709"/>
                </a:lnTo>
                <a:lnTo>
                  <a:pt x="3168" y="7891"/>
                </a:lnTo>
                <a:lnTo>
                  <a:pt x="2624" y="8375"/>
                </a:lnTo>
                <a:lnTo>
                  <a:pt x="2321" y="8658"/>
                </a:lnTo>
                <a:lnTo>
                  <a:pt x="1998" y="8981"/>
                </a:lnTo>
                <a:lnTo>
                  <a:pt x="1675" y="9344"/>
                </a:lnTo>
                <a:lnTo>
                  <a:pt x="1352" y="9707"/>
                </a:lnTo>
                <a:lnTo>
                  <a:pt x="1050" y="10071"/>
                </a:lnTo>
                <a:lnTo>
                  <a:pt x="787" y="10454"/>
                </a:lnTo>
                <a:lnTo>
                  <a:pt x="525" y="10837"/>
                </a:lnTo>
                <a:lnTo>
                  <a:pt x="323" y="11201"/>
                </a:lnTo>
                <a:lnTo>
                  <a:pt x="162" y="11564"/>
                </a:lnTo>
                <a:lnTo>
                  <a:pt x="101" y="11725"/>
                </a:lnTo>
                <a:lnTo>
                  <a:pt x="41" y="11907"/>
                </a:lnTo>
                <a:lnTo>
                  <a:pt x="20" y="12068"/>
                </a:lnTo>
                <a:lnTo>
                  <a:pt x="0" y="12210"/>
                </a:lnTo>
                <a:lnTo>
                  <a:pt x="0" y="12371"/>
                </a:lnTo>
                <a:lnTo>
                  <a:pt x="41" y="12492"/>
                </a:lnTo>
                <a:lnTo>
                  <a:pt x="81" y="12654"/>
                </a:lnTo>
                <a:lnTo>
                  <a:pt x="182" y="12795"/>
                </a:lnTo>
                <a:lnTo>
                  <a:pt x="283" y="12916"/>
                </a:lnTo>
                <a:lnTo>
                  <a:pt x="444" y="13017"/>
                </a:lnTo>
                <a:lnTo>
                  <a:pt x="606" y="13098"/>
                </a:lnTo>
                <a:lnTo>
                  <a:pt x="807" y="13158"/>
                </a:lnTo>
                <a:lnTo>
                  <a:pt x="1050" y="13198"/>
                </a:lnTo>
                <a:lnTo>
                  <a:pt x="1312" y="13219"/>
                </a:lnTo>
                <a:lnTo>
                  <a:pt x="2099" y="13259"/>
                </a:lnTo>
                <a:lnTo>
                  <a:pt x="2886" y="13259"/>
                </a:lnTo>
                <a:lnTo>
                  <a:pt x="3915" y="13239"/>
                </a:lnTo>
                <a:lnTo>
                  <a:pt x="4944" y="13198"/>
                </a:lnTo>
                <a:lnTo>
                  <a:pt x="5973" y="13098"/>
                </a:lnTo>
                <a:lnTo>
                  <a:pt x="6982" y="12976"/>
                </a:lnTo>
                <a:lnTo>
                  <a:pt x="7991" y="12835"/>
                </a:lnTo>
                <a:lnTo>
                  <a:pt x="9000" y="12633"/>
                </a:lnTo>
                <a:lnTo>
                  <a:pt x="10009" y="12411"/>
                </a:lnTo>
                <a:lnTo>
                  <a:pt x="10998" y="12149"/>
                </a:lnTo>
                <a:lnTo>
                  <a:pt x="11422" y="12028"/>
                </a:lnTo>
                <a:lnTo>
                  <a:pt x="11846" y="11887"/>
                </a:lnTo>
                <a:lnTo>
                  <a:pt x="12270" y="11725"/>
                </a:lnTo>
                <a:lnTo>
                  <a:pt x="12673" y="11564"/>
                </a:lnTo>
                <a:lnTo>
                  <a:pt x="13077" y="11362"/>
                </a:lnTo>
                <a:lnTo>
                  <a:pt x="13480" y="11160"/>
                </a:lnTo>
                <a:lnTo>
                  <a:pt x="13844" y="10898"/>
                </a:lnTo>
                <a:lnTo>
                  <a:pt x="14207" y="10615"/>
                </a:lnTo>
                <a:lnTo>
                  <a:pt x="14409" y="10454"/>
                </a:lnTo>
                <a:lnTo>
                  <a:pt x="14590" y="10272"/>
                </a:lnTo>
                <a:lnTo>
                  <a:pt x="14752" y="10071"/>
                </a:lnTo>
                <a:lnTo>
                  <a:pt x="14933" y="9869"/>
                </a:lnTo>
                <a:lnTo>
                  <a:pt x="15095" y="9647"/>
                </a:lnTo>
                <a:lnTo>
                  <a:pt x="15236" y="9405"/>
                </a:lnTo>
                <a:lnTo>
                  <a:pt x="15398" y="9162"/>
                </a:lnTo>
                <a:lnTo>
                  <a:pt x="15519" y="8900"/>
                </a:lnTo>
                <a:lnTo>
                  <a:pt x="15781" y="8355"/>
                </a:lnTo>
                <a:lnTo>
                  <a:pt x="16023" y="7730"/>
                </a:lnTo>
                <a:lnTo>
                  <a:pt x="16225" y="7064"/>
                </a:lnTo>
                <a:lnTo>
                  <a:pt x="16407" y="6337"/>
                </a:lnTo>
                <a:lnTo>
                  <a:pt x="16568" y="5570"/>
                </a:lnTo>
                <a:lnTo>
                  <a:pt x="16669" y="4844"/>
                </a:lnTo>
                <a:lnTo>
                  <a:pt x="16729" y="4178"/>
                </a:lnTo>
                <a:lnTo>
                  <a:pt x="16729" y="3855"/>
                </a:lnTo>
                <a:lnTo>
                  <a:pt x="16729" y="3532"/>
                </a:lnTo>
                <a:lnTo>
                  <a:pt x="16709" y="3250"/>
                </a:lnTo>
                <a:lnTo>
                  <a:pt x="16669" y="2947"/>
                </a:lnTo>
                <a:lnTo>
                  <a:pt x="16628" y="2664"/>
                </a:lnTo>
                <a:lnTo>
                  <a:pt x="16568" y="2382"/>
                </a:lnTo>
                <a:lnTo>
                  <a:pt x="16507" y="2120"/>
                </a:lnTo>
                <a:lnTo>
                  <a:pt x="16427" y="1857"/>
                </a:lnTo>
                <a:lnTo>
                  <a:pt x="16326" y="1615"/>
                </a:lnTo>
                <a:lnTo>
                  <a:pt x="16205" y="1373"/>
                </a:lnTo>
                <a:lnTo>
                  <a:pt x="16063" y="1090"/>
                </a:lnTo>
                <a:lnTo>
                  <a:pt x="15882" y="828"/>
                </a:lnTo>
                <a:lnTo>
                  <a:pt x="15680" y="606"/>
                </a:lnTo>
                <a:lnTo>
                  <a:pt x="15478" y="404"/>
                </a:lnTo>
                <a:lnTo>
                  <a:pt x="15256" y="243"/>
                </a:lnTo>
                <a:lnTo>
                  <a:pt x="15034" y="122"/>
                </a:lnTo>
                <a:lnTo>
                  <a:pt x="14792" y="41"/>
                </a:lnTo>
                <a:lnTo>
                  <a:pt x="14550" y="1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11" name="Google Shape;2011;p23"/>
          <p:cNvSpPr/>
          <p:nvPr/>
        </p:nvSpPr>
        <p:spPr>
          <a:xfrm flipH="1">
            <a:off x="7908157" y="3947558"/>
            <a:ext cx="1395619" cy="1650669"/>
          </a:xfrm>
          <a:custGeom>
            <a:rect b="b" l="l" r="r" t="t"/>
            <a:pathLst>
              <a:path extrusionOk="0" h="29525" w="24963">
                <a:moveTo>
                  <a:pt x="18727" y="81"/>
                </a:moveTo>
                <a:lnTo>
                  <a:pt x="19211" y="102"/>
                </a:lnTo>
                <a:lnTo>
                  <a:pt x="19514" y="142"/>
                </a:lnTo>
                <a:lnTo>
                  <a:pt x="19837" y="223"/>
                </a:lnTo>
                <a:lnTo>
                  <a:pt x="20140" y="303"/>
                </a:lnTo>
                <a:lnTo>
                  <a:pt x="20442" y="404"/>
                </a:lnTo>
                <a:lnTo>
                  <a:pt x="20745" y="525"/>
                </a:lnTo>
                <a:lnTo>
                  <a:pt x="21048" y="667"/>
                </a:lnTo>
                <a:lnTo>
                  <a:pt x="21330" y="828"/>
                </a:lnTo>
                <a:lnTo>
                  <a:pt x="21613" y="1010"/>
                </a:lnTo>
                <a:lnTo>
                  <a:pt x="21895" y="1212"/>
                </a:lnTo>
                <a:lnTo>
                  <a:pt x="22158" y="1413"/>
                </a:lnTo>
                <a:lnTo>
                  <a:pt x="22420" y="1655"/>
                </a:lnTo>
                <a:lnTo>
                  <a:pt x="22662" y="1898"/>
                </a:lnTo>
                <a:lnTo>
                  <a:pt x="22904" y="2160"/>
                </a:lnTo>
                <a:lnTo>
                  <a:pt x="23126" y="2443"/>
                </a:lnTo>
                <a:lnTo>
                  <a:pt x="23328" y="2725"/>
                </a:lnTo>
                <a:lnTo>
                  <a:pt x="23530" y="3028"/>
                </a:lnTo>
                <a:lnTo>
                  <a:pt x="23691" y="3290"/>
                </a:lnTo>
                <a:lnTo>
                  <a:pt x="23833" y="3573"/>
                </a:lnTo>
                <a:lnTo>
                  <a:pt x="24095" y="4138"/>
                </a:lnTo>
                <a:lnTo>
                  <a:pt x="24317" y="4723"/>
                </a:lnTo>
                <a:lnTo>
                  <a:pt x="24499" y="5369"/>
                </a:lnTo>
                <a:lnTo>
                  <a:pt x="24660" y="6035"/>
                </a:lnTo>
                <a:lnTo>
                  <a:pt x="24761" y="6721"/>
                </a:lnTo>
                <a:lnTo>
                  <a:pt x="24842" y="7467"/>
                </a:lnTo>
                <a:lnTo>
                  <a:pt x="24882" y="8214"/>
                </a:lnTo>
                <a:lnTo>
                  <a:pt x="24882" y="8880"/>
                </a:lnTo>
                <a:lnTo>
                  <a:pt x="24862" y="9546"/>
                </a:lnTo>
                <a:lnTo>
                  <a:pt x="24822" y="10232"/>
                </a:lnTo>
                <a:lnTo>
                  <a:pt x="24761" y="10938"/>
                </a:lnTo>
                <a:lnTo>
                  <a:pt x="24660" y="11665"/>
                </a:lnTo>
                <a:lnTo>
                  <a:pt x="24539" y="12411"/>
                </a:lnTo>
                <a:lnTo>
                  <a:pt x="24398" y="13178"/>
                </a:lnTo>
                <a:lnTo>
                  <a:pt x="24216" y="13986"/>
                </a:lnTo>
                <a:lnTo>
                  <a:pt x="23994" y="14853"/>
                </a:lnTo>
                <a:lnTo>
                  <a:pt x="23873" y="15297"/>
                </a:lnTo>
                <a:lnTo>
                  <a:pt x="23732" y="15721"/>
                </a:lnTo>
                <a:lnTo>
                  <a:pt x="23570" y="16145"/>
                </a:lnTo>
                <a:lnTo>
                  <a:pt x="23369" y="16569"/>
                </a:lnTo>
                <a:lnTo>
                  <a:pt x="23167" y="16972"/>
                </a:lnTo>
                <a:lnTo>
                  <a:pt x="22925" y="17356"/>
                </a:lnTo>
                <a:lnTo>
                  <a:pt x="22682" y="17658"/>
                </a:lnTo>
                <a:lnTo>
                  <a:pt x="22440" y="17961"/>
                </a:lnTo>
                <a:lnTo>
                  <a:pt x="22158" y="18244"/>
                </a:lnTo>
                <a:lnTo>
                  <a:pt x="21875" y="18506"/>
                </a:lnTo>
                <a:lnTo>
                  <a:pt x="21573" y="18748"/>
                </a:lnTo>
                <a:lnTo>
                  <a:pt x="21270" y="18990"/>
                </a:lnTo>
                <a:lnTo>
                  <a:pt x="20947" y="19212"/>
                </a:lnTo>
                <a:lnTo>
                  <a:pt x="20604" y="19414"/>
                </a:lnTo>
                <a:lnTo>
                  <a:pt x="20261" y="19616"/>
                </a:lnTo>
                <a:lnTo>
                  <a:pt x="19918" y="19818"/>
                </a:lnTo>
                <a:lnTo>
                  <a:pt x="19211" y="20181"/>
                </a:lnTo>
                <a:lnTo>
                  <a:pt x="18465" y="20524"/>
                </a:lnTo>
                <a:lnTo>
                  <a:pt x="17738" y="20847"/>
                </a:lnTo>
                <a:lnTo>
                  <a:pt x="17133" y="21109"/>
                </a:lnTo>
                <a:lnTo>
                  <a:pt x="16245" y="21513"/>
                </a:lnTo>
                <a:lnTo>
                  <a:pt x="15418" y="21916"/>
                </a:lnTo>
                <a:lnTo>
                  <a:pt x="14651" y="22340"/>
                </a:lnTo>
                <a:lnTo>
                  <a:pt x="13924" y="22744"/>
                </a:lnTo>
                <a:lnTo>
                  <a:pt x="13258" y="23167"/>
                </a:lnTo>
                <a:lnTo>
                  <a:pt x="12633" y="23611"/>
                </a:lnTo>
                <a:lnTo>
                  <a:pt x="12048" y="24055"/>
                </a:lnTo>
                <a:lnTo>
                  <a:pt x="11503" y="24520"/>
                </a:lnTo>
                <a:lnTo>
                  <a:pt x="11099" y="24883"/>
                </a:lnTo>
                <a:lnTo>
                  <a:pt x="10695" y="25246"/>
                </a:lnTo>
                <a:lnTo>
                  <a:pt x="9949" y="26013"/>
                </a:lnTo>
                <a:lnTo>
                  <a:pt x="9323" y="26638"/>
                </a:lnTo>
                <a:lnTo>
                  <a:pt x="8698" y="27244"/>
                </a:lnTo>
                <a:lnTo>
                  <a:pt x="8355" y="27526"/>
                </a:lnTo>
                <a:lnTo>
                  <a:pt x="8032" y="27809"/>
                </a:lnTo>
                <a:lnTo>
                  <a:pt x="7668" y="28091"/>
                </a:lnTo>
                <a:lnTo>
                  <a:pt x="7325" y="28334"/>
                </a:lnTo>
                <a:lnTo>
                  <a:pt x="6902" y="28596"/>
                </a:lnTo>
                <a:lnTo>
                  <a:pt x="6498" y="28818"/>
                </a:lnTo>
                <a:lnTo>
                  <a:pt x="6094" y="29000"/>
                </a:lnTo>
                <a:lnTo>
                  <a:pt x="5711" y="29141"/>
                </a:lnTo>
                <a:lnTo>
                  <a:pt x="5328" y="29262"/>
                </a:lnTo>
                <a:lnTo>
                  <a:pt x="4964" y="29343"/>
                </a:lnTo>
                <a:lnTo>
                  <a:pt x="4601" y="29403"/>
                </a:lnTo>
                <a:lnTo>
                  <a:pt x="4238" y="29423"/>
                </a:lnTo>
                <a:lnTo>
                  <a:pt x="3915" y="29423"/>
                </a:lnTo>
                <a:lnTo>
                  <a:pt x="3592" y="29403"/>
                </a:lnTo>
                <a:lnTo>
                  <a:pt x="3289" y="29363"/>
                </a:lnTo>
                <a:lnTo>
                  <a:pt x="2987" y="29302"/>
                </a:lnTo>
                <a:lnTo>
                  <a:pt x="2724" y="29221"/>
                </a:lnTo>
                <a:lnTo>
                  <a:pt x="2462" y="29121"/>
                </a:lnTo>
                <a:lnTo>
                  <a:pt x="2240" y="29020"/>
                </a:lnTo>
                <a:lnTo>
                  <a:pt x="2018" y="28899"/>
                </a:lnTo>
                <a:lnTo>
                  <a:pt x="1715" y="28677"/>
                </a:lnTo>
                <a:lnTo>
                  <a:pt x="1433" y="28414"/>
                </a:lnTo>
                <a:lnTo>
                  <a:pt x="1170" y="28132"/>
                </a:lnTo>
                <a:lnTo>
                  <a:pt x="928" y="27809"/>
                </a:lnTo>
                <a:lnTo>
                  <a:pt x="706" y="27446"/>
                </a:lnTo>
                <a:lnTo>
                  <a:pt x="525" y="27062"/>
                </a:lnTo>
                <a:lnTo>
                  <a:pt x="363" y="26659"/>
                </a:lnTo>
                <a:lnTo>
                  <a:pt x="242" y="26235"/>
                </a:lnTo>
                <a:lnTo>
                  <a:pt x="182" y="25952"/>
                </a:lnTo>
                <a:lnTo>
                  <a:pt x="121" y="25670"/>
                </a:lnTo>
                <a:lnTo>
                  <a:pt x="101" y="25387"/>
                </a:lnTo>
                <a:lnTo>
                  <a:pt x="81" y="25105"/>
                </a:lnTo>
                <a:lnTo>
                  <a:pt x="81" y="24802"/>
                </a:lnTo>
                <a:lnTo>
                  <a:pt x="81" y="24520"/>
                </a:lnTo>
                <a:lnTo>
                  <a:pt x="101" y="24237"/>
                </a:lnTo>
                <a:lnTo>
                  <a:pt x="141" y="23954"/>
                </a:lnTo>
                <a:lnTo>
                  <a:pt x="202" y="23672"/>
                </a:lnTo>
                <a:lnTo>
                  <a:pt x="262" y="23389"/>
                </a:lnTo>
                <a:lnTo>
                  <a:pt x="343" y="23107"/>
                </a:lnTo>
                <a:lnTo>
                  <a:pt x="424" y="22824"/>
                </a:lnTo>
                <a:lnTo>
                  <a:pt x="545" y="22562"/>
                </a:lnTo>
                <a:lnTo>
                  <a:pt x="666" y="22300"/>
                </a:lnTo>
                <a:lnTo>
                  <a:pt x="787" y="22037"/>
                </a:lnTo>
                <a:lnTo>
                  <a:pt x="928" y="21795"/>
                </a:lnTo>
                <a:lnTo>
                  <a:pt x="1211" y="21392"/>
                </a:lnTo>
                <a:lnTo>
                  <a:pt x="1514" y="21008"/>
                </a:lnTo>
                <a:lnTo>
                  <a:pt x="1836" y="20645"/>
                </a:lnTo>
                <a:lnTo>
                  <a:pt x="2200" y="20302"/>
                </a:lnTo>
                <a:lnTo>
                  <a:pt x="2563" y="19959"/>
                </a:lnTo>
                <a:lnTo>
                  <a:pt x="2926" y="19656"/>
                </a:lnTo>
                <a:lnTo>
                  <a:pt x="3693" y="19071"/>
                </a:lnTo>
                <a:lnTo>
                  <a:pt x="4238" y="18687"/>
                </a:lnTo>
                <a:lnTo>
                  <a:pt x="4803" y="18304"/>
                </a:lnTo>
                <a:lnTo>
                  <a:pt x="5368" y="17921"/>
                </a:lnTo>
                <a:lnTo>
                  <a:pt x="5953" y="17557"/>
                </a:lnTo>
                <a:lnTo>
                  <a:pt x="6518" y="17194"/>
                </a:lnTo>
                <a:lnTo>
                  <a:pt x="7124" y="16851"/>
                </a:lnTo>
                <a:lnTo>
                  <a:pt x="7709" y="16528"/>
                </a:lnTo>
                <a:lnTo>
                  <a:pt x="8314" y="16205"/>
                </a:lnTo>
                <a:lnTo>
                  <a:pt x="8556" y="16084"/>
                </a:lnTo>
                <a:lnTo>
                  <a:pt x="9162" y="15761"/>
                </a:lnTo>
                <a:lnTo>
                  <a:pt x="9464" y="15580"/>
                </a:lnTo>
                <a:lnTo>
                  <a:pt x="9767" y="15398"/>
                </a:lnTo>
                <a:lnTo>
                  <a:pt x="10050" y="15196"/>
                </a:lnTo>
                <a:lnTo>
                  <a:pt x="10312" y="14995"/>
                </a:lnTo>
                <a:lnTo>
                  <a:pt x="10574" y="14752"/>
                </a:lnTo>
                <a:lnTo>
                  <a:pt x="10796" y="14490"/>
                </a:lnTo>
                <a:lnTo>
                  <a:pt x="10938" y="14308"/>
                </a:lnTo>
                <a:lnTo>
                  <a:pt x="11059" y="14107"/>
                </a:lnTo>
                <a:lnTo>
                  <a:pt x="11180" y="13905"/>
                </a:lnTo>
                <a:lnTo>
                  <a:pt x="11281" y="13683"/>
                </a:lnTo>
                <a:lnTo>
                  <a:pt x="11482" y="13219"/>
                </a:lnTo>
                <a:lnTo>
                  <a:pt x="11624" y="12755"/>
                </a:lnTo>
                <a:lnTo>
                  <a:pt x="11745" y="12270"/>
                </a:lnTo>
                <a:lnTo>
                  <a:pt x="11846" y="11766"/>
                </a:lnTo>
                <a:lnTo>
                  <a:pt x="11926" y="11261"/>
                </a:lnTo>
                <a:lnTo>
                  <a:pt x="11987" y="10777"/>
                </a:lnTo>
                <a:lnTo>
                  <a:pt x="12088" y="9889"/>
                </a:lnTo>
                <a:lnTo>
                  <a:pt x="12169" y="9001"/>
                </a:lnTo>
                <a:lnTo>
                  <a:pt x="12229" y="8153"/>
                </a:lnTo>
                <a:lnTo>
                  <a:pt x="12330" y="7286"/>
                </a:lnTo>
                <a:lnTo>
                  <a:pt x="12451" y="6438"/>
                </a:lnTo>
                <a:lnTo>
                  <a:pt x="12532" y="6014"/>
                </a:lnTo>
                <a:lnTo>
                  <a:pt x="12633" y="5591"/>
                </a:lnTo>
                <a:lnTo>
                  <a:pt x="12814" y="5005"/>
                </a:lnTo>
                <a:lnTo>
                  <a:pt x="13016" y="4420"/>
                </a:lnTo>
                <a:lnTo>
                  <a:pt x="13258" y="3875"/>
                </a:lnTo>
                <a:lnTo>
                  <a:pt x="13541" y="3351"/>
                </a:lnTo>
                <a:lnTo>
                  <a:pt x="13844" y="2866"/>
                </a:lnTo>
                <a:lnTo>
                  <a:pt x="14187" y="2422"/>
                </a:lnTo>
                <a:lnTo>
                  <a:pt x="14550" y="1999"/>
                </a:lnTo>
                <a:lnTo>
                  <a:pt x="14933" y="1615"/>
                </a:lnTo>
                <a:lnTo>
                  <a:pt x="15135" y="1434"/>
                </a:lnTo>
                <a:lnTo>
                  <a:pt x="15357" y="1272"/>
                </a:lnTo>
                <a:lnTo>
                  <a:pt x="15801" y="949"/>
                </a:lnTo>
                <a:lnTo>
                  <a:pt x="16265" y="707"/>
                </a:lnTo>
                <a:lnTo>
                  <a:pt x="16729" y="485"/>
                </a:lnTo>
                <a:lnTo>
                  <a:pt x="17234" y="303"/>
                </a:lnTo>
                <a:lnTo>
                  <a:pt x="17738" y="182"/>
                </a:lnTo>
                <a:lnTo>
                  <a:pt x="17980" y="142"/>
                </a:lnTo>
                <a:lnTo>
                  <a:pt x="18223" y="102"/>
                </a:lnTo>
                <a:lnTo>
                  <a:pt x="18485" y="81"/>
                </a:lnTo>
                <a:close/>
                <a:moveTo>
                  <a:pt x="18646" y="1"/>
                </a:moveTo>
                <a:lnTo>
                  <a:pt x="18364" y="21"/>
                </a:lnTo>
                <a:lnTo>
                  <a:pt x="18081" y="41"/>
                </a:lnTo>
                <a:lnTo>
                  <a:pt x="17799" y="81"/>
                </a:lnTo>
                <a:lnTo>
                  <a:pt x="17516" y="142"/>
                </a:lnTo>
                <a:lnTo>
                  <a:pt x="17234" y="223"/>
                </a:lnTo>
                <a:lnTo>
                  <a:pt x="16951" y="324"/>
                </a:lnTo>
                <a:lnTo>
                  <a:pt x="16669" y="425"/>
                </a:lnTo>
                <a:lnTo>
                  <a:pt x="16406" y="546"/>
                </a:lnTo>
                <a:lnTo>
                  <a:pt x="16124" y="667"/>
                </a:lnTo>
                <a:lnTo>
                  <a:pt x="15862" y="828"/>
                </a:lnTo>
                <a:lnTo>
                  <a:pt x="15599" y="990"/>
                </a:lnTo>
                <a:lnTo>
                  <a:pt x="15357" y="1151"/>
                </a:lnTo>
                <a:lnTo>
                  <a:pt x="15115" y="1353"/>
                </a:lnTo>
                <a:lnTo>
                  <a:pt x="14873" y="1555"/>
                </a:lnTo>
                <a:lnTo>
                  <a:pt x="14489" y="1938"/>
                </a:lnTo>
                <a:lnTo>
                  <a:pt x="14126" y="2362"/>
                </a:lnTo>
                <a:lnTo>
                  <a:pt x="13783" y="2826"/>
                </a:lnTo>
                <a:lnTo>
                  <a:pt x="13460" y="3310"/>
                </a:lnTo>
                <a:lnTo>
                  <a:pt x="13198" y="3835"/>
                </a:lnTo>
                <a:lnTo>
                  <a:pt x="12956" y="4400"/>
                </a:lnTo>
                <a:lnTo>
                  <a:pt x="12734" y="4965"/>
                </a:lnTo>
                <a:lnTo>
                  <a:pt x="12552" y="5570"/>
                </a:lnTo>
                <a:lnTo>
                  <a:pt x="12471" y="5994"/>
                </a:lnTo>
                <a:lnTo>
                  <a:pt x="12370" y="6418"/>
                </a:lnTo>
                <a:lnTo>
                  <a:pt x="12310" y="6842"/>
                </a:lnTo>
                <a:lnTo>
                  <a:pt x="12249" y="7286"/>
                </a:lnTo>
                <a:lnTo>
                  <a:pt x="12148" y="8133"/>
                </a:lnTo>
                <a:lnTo>
                  <a:pt x="12088" y="9001"/>
                </a:lnTo>
                <a:lnTo>
                  <a:pt x="12007" y="9889"/>
                </a:lnTo>
                <a:lnTo>
                  <a:pt x="11906" y="10777"/>
                </a:lnTo>
                <a:lnTo>
                  <a:pt x="11846" y="11261"/>
                </a:lnTo>
                <a:lnTo>
                  <a:pt x="11765" y="11746"/>
                </a:lnTo>
                <a:lnTo>
                  <a:pt x="11664" y="12230"/>
                </a:lnTo>
                <a:lnTo>
                  <a:pt x="11543" y="12714"/>
                </a:lnTo>
                <a:lnTo>
                  <a:pt x="11402" y="13198"/>
                </a:lnTo>
                <a:lnTo>
                  <a:pt x="11220" y="13642"/>
                </a:lnTo>
                <a:lnTo>
                  <a:pt x="11119" y="13844"/>
                </a:lnTo>
                <a:lnTo>
                  <a:pt x="10998" y="14066"/>
                </a:lnTo>
                <a:lnTo>
                  <a:pt x="10877" y="14248"/>
                </a:lnTo>
                <a:lnTo>
                  <a:pt x="10736" y="14450"/>
                </a:lnTo>
                <a:lnTo>
                  <a:pt x="10514" y="14692"/>
                </a:lnTo>
                <a:lnTo>
                  <a:pt x="10272" y="14934"/>
                </a:lnTo>
                <a:lnTo>
                  <a:pt x="9989" y="15136"/>
                </a:lnTo>
                <a:lnTo>
                  <a:pt x="9707" y="15338"/>
                </a:lnTo>
                <a:lnTo>
                  <a:pt x="9424" y="15519"/>
                </a:lnTo>
                <a:lnTo>
                  <a:pt x="9121" y="15681"/>
                </a:lnTo>
                <a:lnTo>
                  <a:pt x="8516" y="16004"/>
                </a:lnTo>
                <a:lnTo>
                  <a:pt x="8274" y="16145"/>
                </a:lnTo>
                <a:lnTo>
                  <a:pt x="7668" y="16447"/>
                </a:lnTo>
                <a:lnTo>
                  <a:pt x="7083" y="16791"/>
                </a:lnTo>
                <a:lnTo>
                  <a:pt x="6478" y="17134"/>
                </a:lnTo>
                <a:lnTo>
                  <a:pt x="5913" y="17497"/>
                </a:lnTo>
                <a:lnTo>
                  <a:pt x="5328" y="17860"/>
                </a:lnTo>
                <a:lnTo>
                  <a:pt x="4763" y="18223"/>
                </a:lnTo>
                <a:lnTo>
                  <a:pt x="4198" y="18607"/>
                </a:lnTo>
                <a:lnTo>
                  <a:pt x="3653" y="19010"/>
                </a:lnTo>
                <a:lnTo>
                  <a:pt x="2866" y="19596"/>
                </a:lnTo>
                <a:lnTo>
                  <a:pt x="2502" y="19918"/>
                </a:lnTo>
                <a:lnTo>
                  <a:pt x="2139" y="20241"/>
                </a:lnTo>
                <a:lnTo>
                  <a:pt x="1776" y="20584"/>
                </a:lnTo>
                <a:lnTo>
                  <a:pt x="1453" y="20948"/>
                </a:lnTo>
                <a:lnTo>
                  <a:pt x="1150" y="21331"/>
                </a:lnTo>
                <a:lnTo>
                  <a:pt x="868" y="21755"/>
                </a:lnTo>
                <a:lnTo>
                  <a:pt x="727" y="21997"/>
                </a:lnTo>
                <a:lnTo>
                  <a:pt x="585" y="22259"/>
                </a:lnTo>
                <a:lnTo>
                  <a:pt x="464" y="22542"/>
                </a:lnTo>
                <a:lnTo>
                  <a:pt x="363" y="22804"/>
                </a:lnTo>
                <a:lnTo>
                  <a:pt x="262" y="23087"/>
                </a:lnTo>
                <a:lnTo>
                  <a:pt x="182" y="23369"/>
                </a:lnTo>
                <a:lnTo>
                  <a:pt x="121" y="23652"/>
                </a:lnTo>
                <a:lnTo>
                  <a:pt x="61" y="23934"/>
                </a:lnTo>
                <a:lnTo>
                  <a:pt x="20" y="24217"/>
                </a:lnTo>
                <a:lnTo>
                  <a:pt x="0" y="24520"/>
                </a:lnTo>
                <a:lnTo>
                  <a:pt x="0" y="24802"/>
                </a:lnTo>
                <a:lnTo>
                  <a:pt x="0" y="25105"/>
                </a:lnTo>
                <a:lnTo>
                  <a:pt x="20" y="25387"/>
                </a:lnTo>
                <a:lnTo>
                  <a:pt x="61" y="25690"/>
                </a:lnTo>
                <a:lnTo>
                  <a:pt x="101" y="25972"/>
                </a:lnTo>
                <a:lnTo>
                  <a:pt x="161" y="26255"/>
                </a:lnTo>
                <a:lnTo>
                  <a:pt x="283" y="26699"/>
                </a:lnTo>
                <a:lnTo>
                  <a:pt x="444" y="27103"/>
                </a:lnTo>
                <a:lnTo>
                  <a:pt x="646" y="27486"/>
                </a:lnTo>
                <a:lnTo>
                  <a:pt x="848" y="27849"/>
                </a:lnTo>
                <a:lnTo>
                  <a:pt x="1110" y="28172"/>
                </a:lnTo>
                <a:lnTo>
                  <a:pt x="1372" y="28475"/>
                </a:lnTo>
                <a:lnTo>
                  <a:pt x="1675" y="28737"/>
                </a:lnTo>
                <a:lnTo>
                  <a:pt x="1978" y="28959"/>
                </a:lnTo>
                <a:lnTo>
                  <a:pt x="2220" y="29100"/>
                </a:lnTo>
                <a:lnTo>
                  <a:pt x="2462" y="29221"/>
                </a:lnTo>
                <a:lnTo>
                  <a:pt x="2704" y="29302"/>
                </a:lnTo>
                <a:lnTo>
                  <a:pt x="2967" y="29383"/>
                </a:lnTo>
                <a:lnTo>
                  <a:pt x="3209" y="29443"/>
                </a:lnTo>
                <a:lnTo>
                  <a:pt x="3471" y="29484"/>
                </a:lnTo>
                <a:lnTo>
                  <a:pt x="3733" y="29504"/>
                </a:lnTo>
                <a:lnTo>
                  <a:pt x="3996" y="29524"/>
                </a:lnTo>
                <a:lnTo>
                  <a:pt x="4460" y="29484"/>
                </a:lnTo>
                <a:lnTo>
                  <a:pt x="4904" y="29423"/>
                </a:lnTo>
                <a:lnTo>
                  <a:pt x="5368" y="29322"/>
                </a:lnTo>
                <a:lnTo>
                  <a:pt x="5812" y="29181"/>
                </a:lnTo>
                <a:lnTo>
                  <a:pt x="6236" y="29020"/>
                </a:lnTo>
                <a:lnTo>
                  <a:pt x="6639" y="28838"/>
                </a:lnTo>
                <a:lnTo>
                  <a:pt x="7003" y="28636"/>
                </a:lnTo>
                <a:lnTo>
                  <a:pt x="7366" y="28414"/>
                </a:lnTo>
                <a:lnTo>
                  <a:pt x="7729" y="28152"/>
                </a:lnTo>
                <a:lnTo>
                  <a:pt x="8072" y="27890"/>
                </a:lnTo>
                <a:lnTo>
                  <a:pt x="8415" y="27587"/>
                </a:lnTo>
                <a:lnTo>
                  <a:pt x="8738" y="27304"/>
                </a:lnTo>
                <a:lnTo>
                  <a:pt x="9384" y="26699"/>
                </a:lnTo>
                <a:lnTo>
                  <a:pt x="9989" y="26073"/>
                </a:lnTo>
                <a:lnTo>
                  <a:pt x="10756" y="25307"/>
                </a:lnTo>
                <a:lnTo>
                  <a:pt x="11139" y="24943"/>
                </a:lnTo>
                <a:lnTo>
                  <a:pt x="11543" y="24580"/>
                </a:lnTo>
                <a:lnTo>
                  <a:pt x="12108" y="24116"/>
                </a:lnTo>
                <a:lnTo>
                  <a:pt x="12693" y="23672"/>
                </a:lnTo>
                <a:lnTo>
                  <a:pt x="13299" y="23248"/>
                </a:lnTo>
                <a:lnTo>
                  <a:pt x="13985" y="22824"/>
                </a:lnTo>
                <a:lnTo>
                  <a:pt x="14691" y="22401"/>
                </a:lnTo>
                <a:lnTo>
                  <a:pt x="15458" y="21997"/>
                </a:lnTo>
                <a:lnTo>
                  <a:pt x="16285" y="21593"/>
                </a:lnTo>
                <a:lnTo>
                  <a:pt x="17173" y="21170"/>
                </a:lnTo>
                <a:lnTo>
                  <a:pt x="17758" y="20907"/>
                </a:lnTo>
                <a:lnTo>
                  <a:pt x="18505" y="20584"/>
                </a:lnTo>
                <a:lnTo>
                  <a:pt x="19252" y="20241"/>
                </a:lnTo>
                <a:lnTo>
                  <a:pt x="19958" y="19878"/>
                </a:lnTo>
                <a:lnTo>
                  <a:pt x="20321" y="19696"/>
                </a:lnTo>
                <a:lnTo>
                  <a:pt x="20664" y="19495"/>
                </a:lnTo>
                <a:lnTo>
                  <a:pt x="20987" y="19273"/>
                </a:lnTo>
                <a:lnTo>
                  <a:pt x="21330" y="19051"/>
                </a:lnTo>
                <a:lnTo>
                  <a:pt x="21633" y="18809"/>
                </a:lnTo>
                <a:lnTo>
                  <a:pt x="21936" y="18566"/>
                </a:lnTo>
                <a:lnTo>
                  <a:pt x="22218" y="18304"/>
                </a:lnTo>
                <a:lnTo>
                  <a:pt x="22501" y="18022"/>
                </a:lnTo>
                <a:lnTo>
                  <a:pt x="22743" y="17719"/>
                </a:lnTo>
                <a:lnTo>
                  <a:pt x="22985" y="17396"/>
                </a:lnTo>
                <a:lnTo>
                  <a:pt x="23227" y="17013"/>
                </a:lnTo>
                <a:lnTo>
                  <a:pt x="23449" y="16589"/>
                </a:lnTo>
                <a:lnTo>
                  <a:pt x="23631" y="16185"/>
                </a:lnTo>
                <a:lnTo>
                  <a:pt x="23792" y="15761"/>
                </a:lnTo>
                <a:lnTo>
                  <a:pt x="23954" y="15317"/>
                </a:lnTo>
                <a:lnTo>
                  <a:pt x="24075" y="14873"/>
                </a:lnTo>
                <a:lnTo>
                  <a:pt x="24297" y="14006"/>
                </a:lnTo>
                <a:lnTo>
                  <a:pt x="24478" y="13198"/>
                </a:lnTo>
                <a:lnTo>
                  <a:pt x="24620" y="12432"/>
                </a:lnTo>
                <a:lnTo>
                  <a:pt x="24741" y="11685"/>
                </a:lnTo>
                <a:lnTo>
                  <a:pt x="24842" y="10938"/>
                </a:lnTo>
                <a:lnTo>
                  <a:pt x="24902" y="10232"/>
                </a:lnTo>
                <a:lnTo>
                  <a:pt x="24943" y="9546"/>
                </a:lnTo>
                <a:lnTo>
                  <a:pt x="24963" y="8880"/>
                </a:lnTo>
                <a:lnTo>
                  <a:pt x="24963" y="8214"/>
                </a:lnTo>
                <a:lnTo>
                  <a:pt x="24922" y="7447"/>
                </a:lnTo>
                <a:lnTo>
                  <a:pt x="24842" y="6721"/>
                </a:lnTo>
                <a:lnTo>
                  <a:pt x="24741" y="6014"/>
                </a:lnTo>
                <a:lnTo>
                  <a:pt x="24579" y="5348"/>
                </a:lnTo>
                <a:lnTo>
                  <a:pt x="24398" y="4703"/>
                </a:lnTo>
                <a:lnTo>
                  <a:pt x="24156" y="4097"/>
                </a:lnTo>
                <a:lnTo>
                  <a:pt x="23893" y="3532"/>
                </a:lnTo>
                <a:lnTo>
                  <a:pt x="23752" y="3250"/>
                </a:lnTo>
                <a:lnTo>
                  <a:pt x="23591" y="2987"/>
                </a:lnTo>
                <a:lnTo>
                  <a:pt x="23389" y="2685"/>
                </a:lnTo>
                <a:lnTo>
                  <a:pt x="23187" y="2382"/>
                </a:lnTo>
                <a:lnTo>
                  <a:pt x="22965" y="2099"/>
                </a:lnTo>
                <a:lnTo>
                  <a:pt x="22723" y="1837"/>
                </a:lnTo>
                <a:lnTo>
                  <a:pt x="22460" y="1595"/>
                </a:lnTo>
                <a:lnTo>
                  <a:pt x="22218" y="1353"/>
                </a:lnTo>
                <a:lnTo>
                  <a:pt x="21936" y="1151"/>
                </a:lnTo>
                <a:lnTo>
                  <a:pt x="21653" y="949"/>
                </a:lnTo>
                <a:lnTo>
                  <a:pt x="21371" y="768"/>
                </a:lnTo>
                <a:lnTo>
                  <a:pt x="21088" y="606"/>
                </a:lnTo>
                <a:lnTo>
                  <a:pt x="20785" y="445"/>
                </a:lnTo>
                <a:lnTo>
                  <a:pt x="20483" y="324"/>
                </a:lnTo>
                <a:lnTo>
                  <a:pt x="20160" y="223"/>
                </a:lnTo>
                <a:lnTo>
                  <a:pt x="19857" y="142"/>
                </a:lnTo>
                <a:lnTo>
                  <a:pt x="19534" y="61"/>
                </a:lnTo>
                <a:lnTo>
                  <a:pt x="19211" y="21"/>
                </a:lnTo>
                <a:lnTo>
                  <a:pt x="18929" y="1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12" name="Google Shape;2012;p23"/>
          <p:cNvSpPr/>
          <p:nvPr/>
        </p:nvSpPr>
        <p:spPr>
          <a:xfrm flipH="1">
            <a:off x="7243446" y="4839770"/>
            <a:ext cx="653335" cy="572101"/>
          </a:xfrm>
          <a:custGeom>
            <a:rect b="b" l="l" r="r" t="t"/>
            <a:pathLst>
              <a:path extrusionOk="0" h="10233" w="11686">
                <a:moveTo>
                  <a:pt x="10817" y="82"/>
                </a:moveTo>
                <a:lnTo>
                  <a:pt x="10918" y="102"/>
                </a:lnTo>
                <a:lnTo>
                  <a:pt x="10979" y="142"/>
                </a:lnTo>
                <a:lnTo>
                  <a:pt x="11039" y="182"/>
                </a:lnTo>
                <a:lnTo>
                  <a:pt x="11120" y="303"/>
                </a:lnTo>
                <a:lnTo>
                  <a:pt x="11201" y="445"/>
                </a:lnTo>
                <a:lnTo>
                  <a:pt x="11241" y="586"/>
                </a:lnTo>
                <a:lnTo>
                  <a:pt x="11382" y="1191"/>
                </a:lnTo>
                <a:lnTo>
                  <a:pt x="11504" y="1797"/>
                </a:lnTo>
                <a:lnTo>
                  <a:pt x="11564" y="2422"/>
                </a:lnTo>
                <a:lnTo>
                  <a:pt x="11604" y="3028"/>
                </a:lnTo>
                <a:lnTo>
                  <a:pt x="11584" y="3653"/>
                </a:lnTo>
                <a:lnTo>
                  <a:pt x="11544" y="4259"/>
                </a:lnTo>
                <a:lnTo>
                  <a:pt x="11463" y="4884"/>
                </a:lnTo>
                <a:lnTo>
                  <a:pt x="11342" y="5490"/>
                </a:lnTo>
                <a:lnTo>
                  <a:pt x="11241" y="5853"/>
                </a:lnTo>
                <a:lnTo>
                  <a:pt x="11140" y="6176"/>
                </a:lnTo>
                <a:lnTo>
                  <a:pt x="11019" y="6499"/>
                </a:lnTo>
                <a:lnTo>
                  <a:pt x="10878" y="6781"/>
                </a:lnTo>
                <a:lnTo>
                  <a:pt x="10737" y="7044"/>
                </a:lnTo>
                <a:lnTo>
                  <a:pt x="10575" y="7286"/>
                </a:lnTo>
                <a:lnTo>
                  <a:pt x="10414" y="7488"/>
                </a:lnTo>
                <a:lnTo>
                  <a:pt x="10212" y="7669"/>
                </a:lnTo>
                <a:lnTo>
                  <a:pt x="10030" y="7831"/>
                </a:lnTo>
                <a:lnTo>
                  <a:pt x="9849" y="7972"/>
                </a:lnTo>
                <a:lnTo>
                  <a:pt x="9647" y="8093"/>
                </a:lnTo>
                <a:lnTo>
                  <a:pt x="9425" y="8194"/>
                </a:lnTo>
                <a:lnTo>
                  <a:pt x="9001" y="8396"/>
                </a:lnTo>
                <a:lnTo>
                  <a:pt x="8557" y="8557"/>
                </a:lnTo>
                <a:lnTo>
                  <a:pt x="7730" y="8840"/>
                </a:lnTo>
                <a:lnTo>
                  <a:pt x="6862" y="9142"/>
                </a:lnTo>
                <a:lnTo>
                  <a:pt x="5974" y="9405"/>
                </a:lnTo>
                <a:lnTo>
                  <a:pt x="5066" y="9647"/>
                </a:lnTo>
                <a:lnTo>
                  <a:pt x="4158" y="9849"/>
                </a:lnTo>
                <a:lnTo>
                  <a:pt x="3714" y="9950"/>
                </a:lnTo>
                <a:lnTo>
                  <a:pt x="3270" y="10010"/>
                </a:lnTo>
                <a:lnTo>
                  <a:pt x="2806" y="10071"/>
                </a:lnTo>
                <a:lnTo>
                  <a:pt x="2362" y="10111"/>
                </a:lnTo>
                <a:lnTo>
                  <a:pt x="1918" y="10151"/>
                </a:lnTo>
                <a:lnTo>
                  <a:pt x="1252" y="10151"/>
                </a:lnTo>
                <a:lnTo>
                  <a:pt x="1070" y="10131"/>
                </a:lnTo>
                <a:lnTo>
                  <a:pt x="889" y="10071"/>
                </a:lnTo>
                <a:lnTo>
                  <a:pt x="707" y="10010"/>
                </a:lnTo>
                <a:lnTo>
                  <a:pt x="566" y="9950"/>
                </a:lnTo>
                <a:lnTo>
                  <a:pt x="425" y="9849"/>
                </a:lnTo>
                <a:lnTo>
                  <a:pt x="324" y="9748"/>
                </a:lnTo>
                <a:lnTo>
                  <a:pt x="223" y="9627"/>
                </a:lnTo>
                <a:lnTo>
                  <a:pt x="162" y="9526"/>
                </a:lnTo>
                <a:lnTo>
                  <a:pt x="122" y="9405"/>
                </a:lnTo>
                <a:lnTo>
                  <a:pt x="102" y="9284"/>
                </a:lnTo>
                <a:lnTo>
                  <a:pt x="82" y="9163"/>
                </a:lnTo>
                <a:lnTo>
                  <a:pt x="102" y="9021"/>
                </a:lnTo>
                <a:lnTo>
                  <a:pt x="122" y="8880"/>
                </a:lnTo>
                <a:lnTo>
                  <a:pt x="162" y="8739"/>
                </a:lnTo>
                <a:lnTo>
                  <a:pt x="223" y="8577"/>
                </a:lnTo>
                <a:lnTo>
                  <a:pt x="324" y="8416"/>
                </a:lnTo>
                <a:lnTo>
                  <a:pt x="425" y="8234"/>
                </a:lnTo>
                <a:lnTo>
                  <a:pt x="546" y="8073"/>
                </a:lnTo>
                <a:lnTo>
                  <a:pt x="667" y="7911"/>
                </a:lnTo>
                <a:lnTo>
                  <a:pt x="970" y="7589"/>
                </a:lnTo>
                <a:lnTo>
                  <a:pt x="1292" y="7306"/>
                </a:lnTo>
                <a:lnTo>
                  <a:pt x="1615" y="7064"/>
                </a:lnTo>
                <a:lnTo>
                  <a:pt x="1979" y="6822"/>
                </a:lnTo>
                <a:lnTo>
                  <a:pt x="2322" y="6620"/>
                </a:lnTo>
                <a:lnTo>
                  <a:pt x="2645" y="6438"/>
                </a:lnTo>
                <a:lnTo>
                  <a:pt x="3008" y="6257"/>
                </a:lnTo>
                <a:lnTo>
                  <a:pt x="3391" y="6075"/>
                </a:lnTo>
                <a:lnTo>
                  <a:pt x="4138" y="5752"/>
                </a:lnTo>
                <a:lnTo>
                  <a:pt x="5107" y="5328"/>
                </a:lnTo>
                <a:lnTo>
                  <a:pt x="5591" y="5086"/>
                </a:lnTo>
                <a:lnTo>
                  <a:pt x="6055" y="4824"/>
                </a:lnTo>
                <a:lnTo>
                  <a:pt x="6459" y="4582"/>
                </a:lnTo>
                <a:lnTo>
                  <a:pt x="6822" y="4319"/>
                </a:lnTo>
                <a:lnTo>
                  <a:pt x="7185" y="4017"/>
                </a:lnTo>
                <a:lnTo>
                  <a:pt x="7528" y="3714"/>
                </a:lnTo>
                <a:lnTo>
                  <a:pt x="7851" y="3391"/>
                </a:lnTo>
                <a:lnTo>
                  <a:pt x="8174" y="3048"/>
                </a:lnTo>
                <a:lnTo>
                  <a:pt x="8456" y="2685"/>
                </a:lnTo>
                <a:lnTo>
                  <a:pt x="8719" y="2301"/>
                </a:lnTo>
                <a:lnTo>
                  <a:pt x="9021" y="1817"/>
                </a:lnTo>
                <a:lnTo>
                  <a:pt x="9324" y="1353"/>
                </a:lnTo>
                <a:lnTo>
                  <a:pt x="9465" y="1131"/>
                </a:lnTo>
                <a:lnTo>
                  <a:pt x="9647" y="909"/>
                </a:lnTo>
                <a:lnTo>
                  <a:pt x="9808" y="707"/>
                </a:lnTo>
                <a:lnTo>
                  <a:pt x="10010" y="525"/>
                </a:lnTo>
                <a:lnTo>
                  <a:pt x="10212" y="344"/>
                </a:lnTo>
                <a:lnTo>
                  <a:pt x="10434" y="203"/>
                </a:lnTo>
                <a:lnTo>
                  <a:pt x="10575" y="122"/>
                </a:lnTo>
                <a:lnTo>
                  <a:pt x="10696" y="102"/>
                </a:lnTo>
                <a:lnTo>
                  <a:pt x="10817" y="82"/>
                </a:lnTo>
                <a:close/>
                <a:moveTo>
                  <a:pt x="10838" y="1"/>
                </a:moveTo>
                <a:lnTo>
                  <a:pt x="10696" y="21"/>
                </a:lnTo>
                <a:lnTo>
                  <a:pt x="10555" y="61"/>
                </a:lnTo>
                <a:lnTo>
                  <a:pt x="10394" y="122"/>
                </a:lnTo>
                <a:lnTo>
                  <a:pt x="10152" y="283"/>
                </a:lnTo>
                <a:lnTo>
                  <a:pt x="9950" y="445"/>
                </a:lnTo>
                <a:lnTo>
                  <a:pt x="9748" y="647"/>
                </a:lnTo>
                <a:lnTo>
                  <a:pt x="9586" y="848"/>
                </a:lnTo>
                <a:lnTo>
                  <a:pt x="9405" y="1070"/>
                </a:lnTo>
                <a:lnTo>
                  <a:pt x="9264" y="1312"/>
                </a:lnTo>
                <a:lnTo>
                  <a:pt x="8961" y="1777"/>
                </a:lnTo>
                <a:lnTo>
                  <a:pt x="8658" y="2261"/>
                </a:lnTo>
                <a:lnTo>
                  <a:pt x="8396" y="2624"/>
                </a:lnTo>
                <a:lnTo>
                  <a:pt x="8113" y="2987"/>
                </a:lnTo>
                <a:lnTo>
                  <a:pt x="7790" y="3331"/>
                </a:lnTo>
                <a:lnTo>
                  <a:pt x="7468" y="3653"/>
                </a:lnTo>
                <a:lnTo>
                  <a:pt x="7145" y="3956"/>
                </a:lnTo>
                <a:lnTo>
                  <a:pt x="6781" y="4239"/>
                </a:lnTo>
                <a:lnTo>
                  <a:pt x="6398" y="4521"/>
                </a:lnTo>
                <a:lnTo>
                  <a:pt x="6015" y="4763"/>
                </a:lnTo>
                <a:lnTo>
                  <a:pt x="5550" y="5026"/>
                </a:lnTo>
                <a:lnTo>
                  <a:pt x="5066" y="5248"/>
                </a:lnTo>
                <a:lnTo>
                  <a:pt x="4097" y="5692"/>
                </a:lnTo>
                <a:lnTo>
                  <a:pt x="3351" y="6014"/>
                </a:lnTo>
                <a:lnTo>
                  <a:pt x="2988" y="6176"/>
                </a:lnTo>
                <a:lnTo>
                  <a:pt x="2604" y="6358"/>
                </a:lnTo>
                <a:lnTo>
                  <a:pt x="2281" y="6539"/>
                </a:lnTo>
                <a:lnTo>
                  <a:pt x="1918" y="6761"/>
                </a:lnTo>
                <a:lnTo>
                  <a:pt x="1575" y="7003"/>
                </a:lnTo>
                <a:lnTo>
                  <a:pt x="1232" y="7266"/>
                </a:lnTo>
                <a:lnTo>
                  <a:pt x="909" y="7548"/>
                </a:lnTo>
                <a:lnTo>
                  <a:pt x="606" y="7851"/>
                </a:lnTo>
                <a:lnTo>
                  <a:pt x="485" y="8012"/>
                </a:lnTo>
                <a:lnTo>
                  <a:pt x="364" y="8194"/>
                </a:lnTo>
                <a:lnTo>
                  <a:pt x="243" y="8376"/>
                </a:lnTo>
                <a:lnTo>
                  <a:pt x="162" y="8557"/>
                </a:lnTo>
                <a:lnTo>
                  <a:pt x="102" y="8719"/>
                </a:lnTo>
                <a:lnTo>
                  <a:pt x="41" y="8860"/>
                </a:lnTo>
                <a:lnTo>
                  <a:pt x="21" y="9021"/>
                </a:lnTo>
                <a:lnTo>
                  <a:pt x="1" y="9163"/>
                </a:lnTo>
                <a:lnTo>
                  <a:pt x="21" y="9304"/>
                </a:lnTo>
                <a:lnTo>
                  <a:pt x="41" y="9425"/>
                </a:lnTo>
                <a:lnTo>
                  <a:pt x="102" y="9546"/>
                </a:lnTo>
                <a:lnTo>
                  <a:pt x="162" y="9667"/>
                </a:lnTo>
                <a:lnTo>
                  <a:pt x="263" y="9808"/>
                </a:lnTo>
                <a:lnTo>
                  <a:pt x="384" y="9909"/>
                </a:lnTo>
                <a:lnTo>
                  <a:pt x="526" y="10010"/>
                </a:lnTo>
                <a:lnTo>
                  <a:pt x="687" y="10091"/>
                </a:lnTo>
                <a:lnTo>
                  <a:pt x="849" y="10151"/>
                </a:lnTo>
                <a:lnTo>
                  <a:pt x="1050" y="10192"/>
                </a:lnTo>
                <a:lnTo>
                  <a:pt x="1252" y="10232"/>
                </a:lnTo>
                <a:lnTo>
                  <a:pt x="1918" y="10232"/>
                </a:lnTo>
                <a:lnTo>
                  <a:pt x="2362" y="10192"/>
                </a:lnTo>
                <a:lnTo>
                  <a:pt x="2826" y="10151"/>
                </a:lnTo>
                <a:lnTo>
                  <a:pt x="3270" y="10091"/>
                </a:lnTo>
                <a:lnTo>
                  <a:pt x="3734" y="10030"/>
                </a:lnTo>
                <a:lnTo>
                  <a:pt x="4178" y="9929"/>
                </a:lnTo>
                <a:lnTo>
                  <a:pt x="5086" y="9728"/>
                </a:lnTo>
                <a:lnTo>
                  <a:pt x="5994" y="9485"/>
                </a:lnTo>
                <a:lnTo>
                  <a:pt x="6882" y="9223"/>
                </a:lnTo>
                <a:lnTo>
                  <a:pt x="7750" y="8920"/>
                </a:lnTo>
                <a:lnTo>
                  <a:pt x="8577" y="8638"/>
                </a:lnTo>
                <a:lnTo>
                  <a:pt x="9021" y="8456"/>
                </a:lnTo>
                <a:lnTo>
                  <a:pt x="9465" y="8275"/>
                </a:lnTo>
                <a:lnTo>
                  <a:pt x="9687" y="8154"/>
                </a:lnTo>
                <a:lnTo>
                  <a:pt x="9889" y="8032"/>
                </a:lnTo>
                <a:lnTo>
                  <a:pt x="10091" y="7891"/>
                </a:lnTo>
                <a:lnTo>
                  <a:pt x="10273" y="7730"/>
                </a:lnTo>
                <a:lnTo>
                  <a:pt x="10474" y="7548"/>
                </a:lnTo>
                <a:lnTo>
                  <a:pt x="10636" y="7326"/>
                </a:lnTo>
                <a:lnTo>
                  <a:pt x="10817" y="7084"/>
                </a:lnTo>
                <a:lnTo>
                  <a:pt x="10959" y="6822"/>
                </a:lnTo>
                <a:lnTo>
                  <a:pt x="11100" y="6539"/>
                </a:lnTo>
                <a:lnTo>
                  <a:pt x="11221" y="6216"/>
                </a:lnTo>
                <a:lnTo>
                  <a:pt x="11322" y="5873"/>
                </a:lnTo>
                <a:lnTo>
                  <a:pt x="11423" y="5510"/>
                </a:lnTo>
                <a:lnTo>
                  <a:pt x="11544" y="4884"/>
                </a:lnTo>
                <a:lnTo>
                  <a:pt x="11625" y="4279"/>
                </a:lnTo>
                <a:lnTo>
                  <a:pt x="11665" y="3653"/>
                </a:lnTo>
                <a:lnTo>
                  <a:pt x="11685" y="3028"/>
                </a:lnTo>
                <a:lnTo>
                  <a:pt x="11645" y="2402"/>
                </a:lnTo>
                <a:lnTo>
                  <a:pt x="11584" y="1797"/>
                </a:lnTo>
                <a:lnTo>
                  <a:pt x="11463" y="1171"/>
                </a:lnTo>
                <a:lnTo>
                  <a:pt x="11322" y="566"/>
                </a:lnTo>
                <a:lnTo>
                  <a:pt x="11261" y="404"/>
                </a:lnTo>
                <a:lnTo>
                  <a:pt x="11201" y="263"/>
                </a:lnTo>
                <a:lnTo>
                  <a:pt x="11140" y="182"/>
                </a:lnTo>
                <a:lnTo>
                  <a:pt x="11100" y="122"/>
                </a:lnTo>
                <a:lnTo>
                  <a:pt x="11019" y="82"/>
                </a:lnTo>
                <a:lnTo>
                  <a:pt x="10959" y="41"/>
                </a:lnTo>
                <a:lnTo>
                  <a:pt x="10838" y="1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13" name="Google Shape;2013;p23"/>
          <p:cNvSpPr/>
          <p:nvPr/>
        </p:nvSpPr>
        <p:spPr>
          <a:xfrm flipH="1">
            <a:off x="8008568" y="4059259"/>
            <a:ext cx="1193681" cy="1427263"/>
          </a:xfrm>
          <a:custGeom>
            <a:rect b="b" l="l" r="r" t="t"/>
            <a:pathLst>
              <a:path extrusionOk="0" h="25529" w="21351">
                <a:moveTo>
                  <a:pt x="16709" y="81"/>
                </a:moveTo>
                <a:lnTo>
                  <a:pt x="17052" y="122"/>
                </a:lnTo>
                <a:lnTo>
                  <a:pt x="17416" y="202"/>
                </a:lnTo>
                <a:lnTo>
                  <a:pt x="17759" y="303"/>
                </a:lnTo>
                <a:lnTo>
                  <a:pt x="18102" y="424"/>
                </a:lnTo>
                <a:lnTo>
                  <a:pt x="18445" y="586"/>
                </a:lnTo>
                <a:lnTo>
                  <a:pt x="18788" y="788"/>
                </a:lnTo>
                <a:lnTo>
                  <a:pt x="19111" y="1010"/>
                </a:lnTo>
                <a:lnTo>
                  <a:pt x="19434" y="1272"/>
                </a:lnTo>
                <a:lnTo>
                  <a:pt x="19736" y="1575"/>
                </a:lnTo>
                <a:lnTo>
                  <a:pt x="19999" y="1897"/>
                </a:lnTo>
                <a:lnTo>
                  <a:pt x="20261" y="2261"/>
                </a:lnTo>
                <a:lnTo>
                  <a:pt x="20483" y="2644"/>
                </a:lnTo>
                <a:lnTo>
                  <a:pt x="20644" y="2947"/>
                </a:lnTo>
                <a:lnTo>
                  <a:pt x="20766" y="3250"/>
                </a:lnTo>
                <a:lnTo>
                  <a:pt x="20887" y="3572"/>
                </a:lnTo>
                <a:lnTo>
                  <a:pt x="20987" y="3895"/>
                </a:lnTo>
                <a:lnTo>
                  <a:pt x="21068" y="4238"/>
                </a:lnTo>
                <a:lnTo>
                  <a:pt x="21149" y="4581"/>
                </a:lnTo>
                <a:lnTo>
                  <a:pt x="21209" y="4945"/>
                </a:lnTo>
                <a:lnTo>
                  <a:pt x="21250" y="5308"/>
                </a:lnTo>
                <a:lnTo>
                  <a:pt x="21270" y="5691"/>
                </a:lnTo>
                <a:lnTo>
                  <a:pt x="21270" y="6075"/>
                </a:lnTo>
                <a:lnTo>
                  <a:pt x="21270" y="6478"/>
                </a:lnTo>
                <a:lnTo>
                  <a:pt x="21250" y="6882"/>
                </a:lnTo>
                <a:lnTo>
                  <a:pt x="21230" y="7306"/>
                </a:lnTo>
                <a:lnTo>
                  <a:pt x="21169" y="7750"/>
                </a:lnTo>
                <a:lnTo>
                  <a:pt x="21109" y="8194"/>
                </a:lnTo>
                <a:lnTo>
                  <a:pt x="21028" y="8658"/>
                </a:lnTo>
                <a:lnTo>
                  <a:pt x="20947" y="9122"/>
                </a:lnTo>
                <a:lnTo>
                  <a:pt x="20846" y="9586"/>
                </a:lnTo>
                <a:lnTo>
                  <a:pt x="20725" y="10010"/>
                </a:lnTo>
                <a:lnTo>
                  <a:pt x="20604" y="10434"/>
                </a:lnTo>
                <a:lnTo>
                  <a:pt x="20483" y="10857"/>
                </a:lnTo>
                <a:lnTo>
                  <a:pt x="20342" y="11261"/>
                </a:lnTo>
                <a:lnTo>
                  <a:pt x="20180" y="11644"/>
                </a:lnTo>
                <a:lnTo>
                  <a:pt x="20019" y="12008"/>
                </a:lnTo>
                <a:lnTo>
                  <a:pt x="19857" y="12371"/>
                </a:lnTo>
                <a:lnTo>
                  <a:pt x="19676" y="12714"/>
                </a:lnTo>
                <a:lnTo>
                  <a:pt x="19474" y="13037"/>
                </a:lnTo>
                <a:lnTo>
                  <a:pt x="19272" y="13340"/>
                </a:lnTo>
                <a:lnTo>
                  <a:pt x="19070" y="13642"/>
                </a:lnTo>
                <a:lnTo>
                  <a:pt x="18848" y="13945"/>
                </a:lnTo>
                <a:lnTo>
                  <a:pt x="18606" y="14207"/>
                </a:lnTo>
                <a:lnTo>
                  <a:pt x="18364" y="14470"/>
                </a:lnTo>
                <a:lnTo>
                  <a:pt x="18142" y="14692"/>
                </a:lnTo>
                <a:lnTo>
                  <a:pt x="17920" y="14893"/>
                </a:lnTo>
                <a:lnTo>
                  <a:pt x="17436" y="15297"/>
                </a:lnTo>
                <a:lnTo>
                  <a:pt x="16931" y="15640"/>
                </a:lnTo>
                <a:lnTo>
                  <a:pt x="16386" y="15983"/>
                </a:lnTo>
                <a:lnTo>
                  <a:pt x="15842" y="16306"/>
                </a:lnTo>
                <a:lnTo>
                  <a:pt x="15297" y="16589"/>
                </a:lnTo>
                <a:lnTo>
                  <a:pt x="14187" y="17154"/>
                </a:lnTo>
                <a:lnTo>
                  <a:pt x="13481" y="17497"/>
                </a:lnTo>
                <a:lnTo>
                  <a:pt x="12774" y="17860"/>
                </a:lnTo>
                <a:lnTo>
                  <a:pt x="12088" y="18264"/>
                </a:lnTo>
                <a:lnTo>
                  <a:pt x="11422" y="18667"/>
                </a:lnTo>
                <a:lnTo>
                  <a:pt x="10958" y="18990"/>
                </a:lnTo>
                <a:lnTo>
                  <a:pt x="10494" y="19333"/>
                </a:lnTo>
                <a:lnTo>
                  <a:pt x="10070" y="19696"/>
                </a:lnTo>
                <a:lnTo>
                  <a:pt x="9646" y="20060"/>
                </a:lnTo>
                <a:lnTo>
                  <a:pt x="8799" y="20847"/>
                </a:lnTo>
                <a:lnTo>
                  <a:pt x="7992" y="21613"/>
                </a:lnTo>
                <a:lnTo>
                  <a:pt x="7205" y="22400"/>
                </a:lnTo>
                <a:lnTo>
                  <a:pt x="6377" y="23167"/>
                </a:lnTo>
                <a:lnTo>
                  <a:pt x="5953" y="23531"/>
                </a:lnTo>
                <a:lnTo>
                  <a:pt x="5509" y="23894"/>
                </a:lnTo>
                <a:lnTo>
                  <a:pt x="5065" y="24237"/>
                </a:lnTo>
                <a:lnTo>
                  <a:pt x="4601" y="24560"/>
                </a:lnTo>
                <a:lnTo>
                  <a:pt x="4178" y="24822"/>
                </a:lnTo>
                <a:lnTo>
                  <a:pt x="3935" y="24963"/>
                </a:lnTo>
                <a:lnTo>
                  <a:pt x="3673" y="25084"/>
                </a:lnTo>
                <a:lnTo>
                  <a:pt x="3411" y="25205"/>
                </a:lnTo>
                <a:lnTo>
                  <a:pt x="3148" y="25306"/>
                </a:lnTo>
                <a:lnTo>
                  <a:pt x="2866" y="25367"/>
                </a:lnTo>
                <a:lnTo>
                  <a:pt x="2563" y="25427"/>
                </a:lnTo>
                <a:lnTo>
                  <a:pt x="2260" y="25448"/>
                </a:lnTo>
                <a:lnTo>
                  <a:pt x="1978" y="25427"/>
                </a:lnTo>
                <a:lnTo>
                  <a:pt x="1695" y="25367"/>
                </a:lnTo>
                <a:lnTo>
                  <a:pt x="1433" y="25286"/>
                </a:lnTo>
                <a:lnTo>
                  <a:pt x="1171" y="25185"/>
                </a:lnTo>
                <a:lnTo>
                  <a:pt x="949" y="25044"/>
                </a:lnTo>
                <a:lnTo>
                  <a:pt x="747" y="24883"/>
                </a:lnTo>
                <a:lnTo>
                  <a:pt x="585" y="24701"/>
                </a:lnTo>
                <a:lnTo>
                  <a:pt x="424" y="24459"/>
                </a:lnTo>
                <a:lnTo>
                  <a:pt x="303" y="24196"/>
                </a:lnTo>
                <a:lnTo>
                  <a:pt x="222" y="23894"/>
                </a:lnTo>
                <a:lnTo>
                  <a:pt x="142" y="23551"/>
                </a:lnTo>
                <a:lnTo>
                  <a:pt x="101" y="23167"/>
                </a:lnTo>
                <a:lnTo>
                  <a:pt x="81" y="22784"/>
                </a:lnTo>
                <a:lnTo>
                  <a:pt x="101" y="22421"/>
                </a:lnTo>
                <a:lnTo>
                  <a:pt x="142" y="22037"/>
                </a:lnTo>
                <a:lnTo>
                  <a:pt x="202" y="21654"/>
                </a:lnTo>
                <a:lnTo>
                  <a:pt x="303" y="21291"/>
                </a:lnTo>
                <a:lnTo>
                  <a:pt x="424" y="20947"/>
                </a:lnTo>
                <a:lnTo>
                  <a:pt x="585" y="20584"/>
                </a:lnTo>
                <a:lnTo>
                  <a:pt x="727" y="20342"/>
                </a:lnTo>
                <a:lnTo>
                  <a:pt x="868" y="20080"/>
                </a:lnTo>
                <a:lnTo>
                  <a:pt x="1029" y="19838"/>
                </a:lnTo>
                <a:lnTo>
                  <a:pt x="1211" y="19616"/>
                </a:lnTo>
                <a:lnTo>
                  <a:pt x="1393" y="19373"/>
                </a:lnTo>
                <a:lnTo>
                  <a:pt x="1574" y="19172"/>
                </a:lnTo>
                <a:lnTo>
                  <a:pt x="1978" y="18768"/>
                </a:lnTo>
                <a:lnTo>
                  <a:pt x="2402" y="18385"/>
                </a:lnTo>
                <a:lnTo>
                  <a:pt x="2825" y="18042"/>
                </a:lnTo>
                <a:lnTo>
                  <a:pt x="3249" y="17739"/>
                </a:lnTo>
                <a:lnTo>
                  <a:pt x="3673" y="17456"/>
                </a:lnTo>
                <a:lnTo>
                  <a:pt x="4561" y="16871"/>
                </a:lnTo>
                <a:lnTo>
                  <a:pt x="5489" y="16306"/>
                </a:lnTo>
                <a:lnTo>
                  <a:pt x="6438" y="15761"/>
                </a:lnTo>
                <a:lnTo>
                  <a:pt x="7366" y="15257"/>
                </a:lnTo>
                <a:lnTo>
                  <a:pt x="7568" y="15136"/>
                </a:lnTo>
                <a:lnTo>
                  <a:pt x="8153" y="14793"/>
                </a:lnTo>
                <a:lnTo>
                  <a:pt x="8758" y="14429"/>
                </a:lnTo>
                <a:lnTo>
                  <a:pt x="9041" y="14228"/>
                </a:lnTo>
                <a:lnTo>
                  <a:pt x="9323" y="14026"/>
                </a:lnTo>
                <a:lnTo>
                  <a:pt x="9606" y="13804"/>
                </a:lnTo>
                <a:lnTo>
                  <a:pt x="9868" y="13541"/>
                </a:lnTo>
                <a:lnTo>
                  <a:pt x="10070" y="13340"/>
                </a:lnTo>
                <a:lnTo>
                  <a:pt x="10232" y="13138"/>
                </a:lnTo>
                <a:lnTo>
                  <a:pt x="10393" y="12916"/>
                </a:lnTo>
                <a:lnTo>
                  <a:pt x="10534" y="12694"/>
                </a:lnTo>
                <a:lnTo>
                  <a:pt x="10675" y="12452"/>
                </a:lnTo>
                <a:lnTo>
                  <a:pt x="10797" y="12210"/>
                </a:lnTo>
                <a:lnTo>
                  <a:pt x="10897" y="11967"/>
                </a:lnTo>
                <a:lnTo>
                  <a:pt x="10978" y="11725"/>
                </a:lnTo>
                <a:lnTo>
                  <a:pt x="11140" y="11221"/>
                </a:lnTo>
                <a:lnTo>
                  <a:pt x="11261" y="10716"/>
                </a:lnTo>
                <a:lnTo>
                  <a:pt x="11362" y="10191"/>
                </a:lnTo>
                <a:lnTo>
                  <a:pt x="11463" y="9647"/>
                </a:lnTo>
                <a:lnTo>
                  <a:pt x="11563" y="8839"/>
                </a:lnTo>
                <a:lnTo>
                  <a:pt x="11664" y="8012"/>
                </a:lnTo>
                <a:lnTo>
                  <a:pt x="11846" y="6599"/>
                </a:lnTo>
                <a:lnTo>
                  <a:pt x="11947" y="5893"/>
                </a:lnTo>
                <a:lnTo>
                  <a:pt x="12088" y="5187"/>
                </a:lnTo>
                <a:lnTo>
                  <a:pt x="12209" y="4682"/>
                </a:lnTo>
                <a:lnTo>
                  <a:pt x="12330" y="4218"/>
                </a:lnTo>
                <a:lnTo>
                  <a:pt x="12472" y="3754"/>
                </a:lnTo>
                <a:lnTo>
                  <a:pt x="12633" y="3330"/>
                </a:lnTo>
                <a:lnTo>
                  <a:pt x="12794" y="2947"/>
                </a:lnTo>
                <a:lnTo>
                  <a:pt x="12976" y="2563"/>
                </a:lnTo>
                <a:lnTo>
                  <a:pt x="13158" y="2220"/>
                </a:lnTo>
                <a:lnTo>
                  <a:pt x="13359" y="1897"/>
                </a:lnTo>
                <a:lnTo>
                  <a:pt x="13561" y="1615"/>
                </a:lnTo>
                <a:lnTo>
                  <a:pt x="13803" y="1332"/>
                </a:lnTo>
                <a:lnTo>
                  <a:pt x="14025" y="1090"/>
                </a:lnTo>
                <a:lnTo>
                  <a:pt x="14288" y="868"/>
                </a:lnTo>
                <a:lnTo>
                  <a:pt x="14550" y="687"/>
                </a:lnTo>
                <a:lnTo>
                  <a:pt x="14812" y="525"/>
                </a:lnTo>
                <a:lnTo>
                  <a:pt x="15115" y="364"/>
                </a:lnTo>
                <a:lnTo>
                  <a:pt x="15418" y="263"/>
                </a:lnTo>
                <a:lnTo>
                  <a:pt x="15721" y="162"/>
                </a:lnTo>
                <a:lnTo>
                  <a:pt x="16043" y="101"/>
                </a:lnTo>
                <a:lnTo>
                  <a:pt x="16366" y="81"/>
                </a:lnTo>
                <a:close/>
                <a:moveTo>
                  <a:pt x="16467" y="1"/>
                </a:moveTo>
                <a:lnTo>
                  <a:pt x="16104" y="21"/>
                </a:lnTo>
                <a:lnTo>
                  <a:pt x="15741" y="81"/>
                </a:lnTo>
                <a:lnTo>
                  <a:pt x="15377" y="182"/>
                </a:lnTo>
                <a:lnTo>
                  <a:pt x="15075" y="303"/>
                </a:lnTo>
                <a:lnTo>
                  <a:pt x="14792" y="445"/>
                </a:lnTo>
                <a:lnTo>
                  <a:pt x="14510" y="606"/>
                </a:lnTo>
                <a:lnTo>
                  <a:pt x="14227" y="808"/>
                </a:lnTo>
                <a:lnTo>
                  <a:pt x="13985" y="1030"/>
                </a:lnTo>
                <a:lnTo>
                  <a:pt x="13743" y="1272"/>
                </a:lnTo>
                <a:lnTo>
                  <a:pt x="13501" y="1554"/>
                </a:lnTo>
                <a:lnTo>
                  <a:pt x="13299" y="1857"/>
                </a:lnTo>
                <a:lnTo>
                  <a:pt x="13097" y="2180"/>
                </a:lnTo>
                <a:lnTo>
                  <a:pt x="12895" y="2523"/>
                </a:lnTo>
                <a:lnTo>
                  <a:pt x="12714" y="2906"/>
                </a:lnTo>
                <a:lnTo>
                  <a:pt x="12552" y="3310"/>
                </a:lnTo>
                <a:lnTo>
                  <a:pt x="12391" y="3734"/>
                </a:lnTo>
                <a:lnTo>
                  <a:pt x="12250" y="4178"/>
                </a:lnTo>
                <a:lnTo>
                  <a:pt x="12128" y="4662"/>
                </a:lnTo>
                <a:lnTo>
                  <a:pt x="12007" y="5187"/>
                </a:lnTo>
                <a:lnTo>
                  <a:pt x="11886" y="5873"/>
                </a:lnTo>
                <a:lnTo>
                  <a:pt x="11765" y="6599"/>
                </a:lnTo>
                <a:lnTo>
                  <a:pt x="11584" y="7992"/>
                </a:lnTo>
                <a:lnTo>
                  <a:pt x="11483" y="8819"/>
                </a:lnTo>
                <a:lnTo>
                  <a:pt x="11382" y="9647"/>
                </a:lnTo>
                <a:lnTo>
                  <a:pt x="11281" y="10171"/>
                </a:lnTo>
                <a:lnTo>
                  <a:pt x="11180" y="10696"/>
                </a:lnTo>
                <a:lnTo>
                  <a:pt x="11059" y="11200"/>
                </a:lnTo>
                <a:lnTo>
                  <a:pt x="10918" y="11705"/>
                </a:lnTo>
                <a:lnTo>
                  <a:pt x="10817" y="11947"/>
                </a:lnTo>
                <a:lnTo>
                  <a:pt x="10716" y="12169"/>
                </a:lnTo>
                <a:lnTo>
                  <a:pt x="10595" y="12411"/>
                </a:lnTo>
                <a:lnTo>
                  <a:pt x="10474" y="12633"/>
                </a:lnTo>
                <a:lnTo>
                  <a:pt x="10332" y="12855"/>
                </a:lnTo>
                <a:lnTo>
                  <a:pt x="10171" y="13077"/>
                </a:lnTo>
                <a:lnTo>
                  <a:pt x="10010" y="13279"/>
                </a:lnTo>
                <a:lnTo>
                  <a:pt x="9808" y="13501"/>
                </a:lnTo>
                <a:lnTo>
                  <a:pt x="9545" y="13743"/>
                </a:lnTo>
                <a:lnTo>
                  <a:pt x="9283" y="13965"/>
                </a:lnTo>
                <a:lnTo>
                  <a:pt x="9001" y="14167"/>
                </a:lnTo>
                <a:lnTo>
                  <a:pt x="8718" y="14369"/>
                </a:lnTo>
                <a:lnTo>
                  <a:pt x="8113" y="14732"/>
                </a:lnTo>
                <a:lnTo>
                  <a:pt x="7527" y="15055"/>
                </a:lnTo>
                <a:lnTo>
                  <a:pt x="7326" y="15176"/>
                </a:lnTo>
                <a:lnTo>
                  <a:pt x="6397" y="15701"/>
                </a:lnTo>
                <a:lnTo>
                  <a:pt x="5449" y="16246"/>
                </a:lnTo>
                <a:lnTo>
                  <a:pt x="4521" y="16790"/>
                </a:lnTo>
                <a:lnTo>
                  <a:pt x="3612" y="17376"/>
                </a:lnTo>
                <a:lnTo>
                  <a:pt x="3209" y="17658"/>
                </a:lnTo>
                <a:lnTo>
                  <a:pt x="2765" y="17981"/>
                </a:lnTo>
                <a:lnTo>
                  <a:pt x="2341" y="18324"/>
                </a:lnTo>
                <a:lnTo>
                  <a:pt x="1917" y="18707"/>
                </a:lnTo>
                <a:lnTo>
                  <a:pt x="1514" y="19111"/>
                </a:lnTo>
                <a:lnTo>
                  <a:pt x="1312" y="19333"/>
                </a:lnTo>
                <a:lnTo>
                  <a:pt x="1130" y="19555"/>
                </a:lnTo>
                <a:lnTo>
                  <a:pt x="969" y="19797"/>
                </a:lnTo>
                <a:lnTo>
                  <a:pt x="807" y="20039"/>
                </a:lnTo>
                <a:lnTo>
                  <a:pt x="646" y="20302"/>
                </a:lnTo>
                <a:lnTo>
                  <a:pt x="505" y="20564"/>
                </a:lnTo>
                <a:lnTo>
                  <a:pt x="364" y="20907"/>
                </a:lnTo>
                <a:lnTo>
                  <a:pt x="222" y="21270"/>
                </a:lnTo>
                <a:lnTo>
                  <a:pt x="142" y="21654"/>
                </a:lnTo>
                <a:lnTo>
                  <a:pt x="61" y="22017"/>
                </a:lnTo>
                <a:lnTo>
                  <a:pt x="20" y="22400"/>
                </a:lnTo>
                <a:lnTo>
                  <a:pt x="0" y="22784"/>
                </a:lnTo>
                <a:lnTo>
                  <a:pt x="20" y="23167"/>
                </a:lnTo>
                <a:lnTo>
                  <a:pt x="61" y="23551"/>
                </a:lnTo>
                <a:lnTo>
                  <a:pt x="142" y="23914"/>
                </a:lnTo>
                <a:lnTo>
                  <a:pt x="242" y="24237"/>
                </a:lnTo>
                <a:lnTo>
                  <a:pt x="364" y="24499"/>
                </a:lnTo>
                <a:lnTo>
                  <a:pt x="505" y="24741"/>
                </a:lnTo>
                <a:lnTo>
                  <a:pt x="666" y="24923"/>
                </a:lnTo>
                <a:lnTo>
                  <a:pt x="848" y="25064"/>
                </a:lnTo>
                <a:lnTo>
                  <a:pt x="1050" y="25205"/>
                </a:lnTo>
                <a:lnTo>
                  <a:pt x="1251" y="25327"/>
                </a:lnTo>
                <a:lnTo>
                  <a:pt x="1494" y="25407"/>
                </a:lnTo>
                <a:lnTo>
                  <a:pt x="1736" y="25468"/>
                </a:lnTo>
                <a:lnTo>
                  <a:pt x="1978" y="25508"/>
                </a:lnTo>
                <a:lnTo>
                  <a:pt x="2260" y="25528"/>
                </a:lnTo>
                <a:lnTo>
                  <a:pt x="2563" y="25508"/>
                </a:lnTo>
                <a:lnTo>
                  <a:pt x="2866" y="25448"/>
                </a:lnTo>
                <a:lnTo>
                  <a:pt x="3169" y="25367"/>
                </a:lnTo>
                <a:lnTo>
                  <a:pt x="3451" y="25286"/>
                </a:lnTo>
                <a:lnTo>
                  <a:pt x="3713" y="25165"/>
                </a:lnTo>
                <a:lnTo>
                  <a:pt x="3976" y="25044"/>
                </a:lnTo>
                <a:lnTo>
                  <a:pt x="4218" y="24903"/>
                </a:lnTo>
                <a:lnTo>
                  <a:pt x="4642" y="24620"/>
                </a:lnTo>
                <a:lnTo>
                  <a:pt x="5106" y="24297"/>
                </a:lnTo>
                <a:lnTo>
                  <a:pt x="5550" y="23954"/>
                </a:lnTo>
                <a:lnTo>
                  <a:pt x="5994" y="23611"/>
                </a:lnTo>
                <a:lnTo>
                  <a:pt x="6418" y="23228"/>
                </a:lnTo>
                <a:lnTo>
                  <a:pt x="7245" y="22461"/>
                </a:lnTo>
                <a:lnTo>
                  <a:pt x="8052" y="21674"/>
                </a:lnTo>
                <a:lnTo>
                  <a:pt x="8859" y="20907"/>
                </a:lnTo>
                <a:lnTo>
                  <a:pt x="9687" y="20140"/>
                </a:lnTo>
                <a:lnTo>
                  <a:pt x="10110" y="19757"/>
                </a:lnTo>
                <a:lnTo>
                  <a:pt x="10554" y="19394"/>
                </a:lnTo>
                <a:lnTo>
                  <a:pt x="10998" y="19051"/>
                </a:lnTo>
                <a:lnTo>
                  <a:pt x="11463" y="18728"/>
                </a:lnTo>
                <a:lnTo>
                  <a:pt x="12128" y="18324"/>
                </a:lnTo>
                <a:lnTo>
                  <a:pt x="12815" y="17941"/>
                </a:lnTo>
                <a:lnTo>
                  <a:pt x="13521" y="17577"/>
                </a:lnTo>
                <a:lnTo>
                  <a:pt x="14207" y="17234"/>
                </a:lnTo>
                <a:lnTo>
                  <a:pt x="15337" y="16669"/>
                </a:lnTo>
                <a:lnTo>
                  <a:pt x="15902" y="16367"/>
                </a:lnTo>
                <a:lnTo>
                  <a:pt x="16447" y="16044"/>
                </a:lnTo>
                <a:lnTo>
                  <a:pt x="16972" y="15721"/>
                </a:lnTo>
                <a:lnTo>
                  <a:pt x="17476" y="15358"/>
                </a:lnTo>
                <a:lnTo>
                  <a:pt x="17981" y="14954"/>
                </a:lnTo>
                <a:lnTo>
                  <a:pt x="18203" y="14752"/>
                </a:lnTo>
                <a:lnTo>
                  <a:pt x="18425" y="14530"/>
                </a:lnTo>
                <a:lnTo>
                  <a:pt x="18667" y="14268"/>
                </a:lnTo>
                <a:lnTo>
                  <a:pt x="18909" y="13985"/>
                </a:lnTo>
                <a:lnTo>
                  <a:pt x="19131" y="13703"/>
                </a:lnTo>
                <a:lnTo>
                  <a:pt x="19333" y="13400"/>
                </a:lnTo>
                <a:lnTo>
                  <a:pt x="19535" y="13077"/>
                </a:lnTo>
                <a:lnTo>
                  <a:pt x="19736" y="12754"/>
                </a:lnTo>
                <a:lnTo>
                  <a:pt x="19918" y="12411"/>
                </a:lnTo>
                <a:lnTo>
                  <a:pt x="20100" y="12048"/>
                </a:lnTo>
                <a:lnTo>
                  <a:pt x="20261" y="11665"/>
                </a:lnTo>
                <a:lnTo>
                  <a:pt x="20402" y="11281"/>
                </a:lnTo>
                <a:lnTo>
                  <a:pt x="20544" y="10878"/>
                </a:lnTo>
                <a:lnTo>
                  <a:pt x="20685" y="10474"/>
                </a:lnTo>
                <a:lnTo>
                  <a:pt x="20806" y="10050"/>
                </a:lnTo>
                <a:lnTo>
                  <a:pt x="20927" y="9606"/>
                </a:lnTo>
                <a:lnTo>
                  <a:pt x="21028" y="9142"/>
                </a:lnTo>
                <a:lnTo>
                  <a:pt x="21109" y="8678"/>
                </a:lnTo>
                <a:lnTo>
                  <a:pt x="21189" y="8214"/>
                </a:lnTo>
                <a:lnTo>
                  <a:pt x="21250" y="7750"/>
                </a:lnTo>
                <a:lnTo>
                  <a:pt x="21310" y="7326"/>
                </a:lnTo>
                <a:lnTo>
                  <a:pt x="21331" y="6882"/>
                </a:lnTo>
                <a:lnTo>
                  <a:pt x="21351" y="6478"/>
                </a:lnTo>
                <a:lnTo>
                  <a:pt x="21351" y="6075"/>
                </a:lnTo>
                <a:lnTo>
                  <a:pt x="21351" y="5671"/>
                </a:lnTo>
                <a:lnTo>
                  <a:pt x="21331" y="5288"/>
                </a:lnTo>
                <a:lnTo>
                  <a:pt x="21270" y="4924"/>
                </a:lnTo>
                <a:lnTo>
                  <a:pt x="21230" y="4561"/>
                </a:lnTo>
                <a:lnTo>
                  <a:pt x="21149" y="4218"/>
                </a:lnTo>
                <a:lnTo>
                  <a:pt x="21068" y="3875"/>
                </a:lnTo>
                <a:lnTo>
                  <a:pt x="20967" y="3532"/>
                </a:lnTo>
                <a:lnTo>
                  <a:pt x="20846" y="3229"/>
                </a:lnTo>
                <a:lnTo>
                  <a:pt x="20705" y="2906"/>
                </a:lnTo>
                <a:lnTo>
                  <a:pt x="20564" y="2624"/>
                </a:lnTo>
                <a:lnTo>
                  <a:pt x="20362" y="2281"/>
                </a:lnTo>
                <a:lnTo>
                  <a:pt x="20140" y="1958"/>
                </a:lnTo>
                <a:lnTo>
                  <a:pt x="19898" y="1655"/>
                </a:lnTo>
                <a:lnTo>
                  <a:pt x="19615" y="1373"/>
                </a:lnTo>
                <a:lnTo>
                  <a:pt x="19333" y="1110"/>
                </a:lnTo>
                <a:lnTo>
                  <a:pt x="19010" y="868"/>
                </a:lnTo>
                <a:lnTo>
                  <a:pt x="18687" y="646"/>
                </a:lnTo>
                <a:lnTo>
                  <a:pt x="18344" y="465"/>
                </a:lnTo>
                <a:lnTo>
                  <a:pt x="17981" y="283"/>
                </a:lnTo>
                <a:lnTo>
                  <a:pt x="17597" y="162"/>
                </a:lnTo>
                <a:lnTo>
                  <a:pt x="17214" y="61"/>
                </a:lnTo>
                <a:lnTo>
                  <a:pt x="16851" y="21"/>
                </a:lnTo>
                <a:lnTo>
                  <a:pt x="16467" y="1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14" name="Google Shape;2014;p23"/>
          <p:cNvSpPr/>
          <p:nvPr/>
        </p:nvSpPr>
        <p:spPr>
          <a:xfrm flipH="1">
            <a:off x="8167628" y="4201429"/>
            <a:ext cx="901508" cy="1104564"/>
          </a:xfrm>
          <a:custGeom>
            <a:rect b="b" l="l" r="r" t="t"/>
            <a:pathLst>
              <a:path extrusionOk="0" h="19757" w="16125">
                <a:moveTo>
                  <a:pt x="13945" y="81"/>
                </a:moveTo>
                <a:lnTo>
                  <a:pt x="14187" y="142"/>
                </a:lnTo>
                <a:lnTo>
                  <a:pt x="14449" y="222"/>
                </a:lnTo>
                <a:lnTo>
                  <a:pt x="14671" y="323"/>
                </a:lnTo>
                <a:lnTo>
                  <a:pt x="14893" y="464"/>
                </a:lnTo>
                <a:lnTo>
                  <a:pt x="15095" y="626"/>
                </a:lnTo>
                <a:lnTo>
                  <a:pt x="15277" y="807"/>
                </a:lnTo>
                <a:lnTo>
                  <a:pt x="15438" y="1009"/>
                </a:lnTo>
                <a:lnTo>
                  <a:pt x="15620" y="1332"/>
                </a:lnTo>
                <a:lnTo>
                  <a:pt x="15761" y="1655"/>
                </a:lnTo>
                <a:lnTo>
                  <a:pt x="15862" y="1998"/>
                </a:lnTo>
                <a:lnTo>
                  <a:pt x="15943" y="2341"/>
                </a:lnTo>
                <a:lnTo>
                  <a:pt x="16003" y="2704"/>
                </a:lnTo>
                <a:lnTo>
                  <a:pt x="16023" y="3068"/>
                </a:lnTo>
                <a:lnTo>
                  <a:pt x="16044" y="3431"/>
                </a:lnTo>
                <a:lnTo>
                  <a:pt x="16044" y="3814"/>
                </a:lnTo>
                <a:lnTo>
                  <a:pt x="16023" y="4319"/>
                </a:lnTo>
                <a:lnTo>
                  <a:pt x="16003" y="4803"/>
                </a:lnTo>
                <a:lnTo>
                  <a:pt x="15963" y="5287"/>
                </a:lnTo>
                <a:lnTo>
                  <a:pt x="15923" y="5731"/>
                </a:lnTo>
                <a:lnTo>
                  <a:pt x="15862" y="6175"/>
                </a:lnTo>
                <a:lnTo>
                  <a:pt x="15781" y="6599"/>
                </a:lnTo>
                <a:lnTo>
                  <a:pt x="15701" y="7003"/>
                </a:lnTo>
                <a:lnTo>
                  <a:pt x="15600" y="7386"/>
                </a:lnTo>
                <a:lnTo>
                  <a:pt x="15479" y="7749"/>
                </a:lnTo>
                <a:lnTo>
                  <a:pt x="15337" y="8113"/>
                </a:lnTo>
                <a:lnTo>
                  <a:pt x="15196" y="8436"/>
                </a:lnTo>
                <a:lnTo>
                  <a:pt x="15055" y="8758"/>
                </a:lnTo>
                <a:lnTo>
                  <a:pt x="14873" y="9081"/>
                </a:lnTo>
                <a:lnTo>
                  <a:pt x="14692" y="9364"/>
                </a:lnTo>
                <a:lnTo>
                  <a:pt x="14490" y="9646"/>
                </a:lnTo>
                <a:lnTo>
                  <a:pt x="14268" y="9909"/>
                </a:lnTo>
                <a:lnTo>
                  <a:pt x="14086" y="10131"/>
                </a:lnTo>
                <a:lnTo>
                  <a:pt x="13884" y="10332"/>
                </a:lnTo>
                <a:lnTo>
                  <a:pt x="13683" y="10514"/>
                </a:lnTo>
                <a:lnTo>
                  <a:pt x="13461" y="10716"/>
                </a:lnTo>
                <a:lnTo>
                  <a:pt x="13017" y="11059"/>
                </a:lnTo>
                <a:lnTo>
                  <a:pt x="12532" y="11362"/>
                </a:lnTo>
                <a:lnTo>
                  <a:pt x="12048" y="11664"/>
                </a:lnTo>
                <a:lnTo>
                  <a:pt x="11543" y="11947"/>
                </a:lnTo>
                <a:lnTo>
                  <a:pt x="10514" y="12451"/>
                </a:lnTo>
                <a:lnTo>
                  <a:pt x="9586" y="12915"/>
                </a:lnTo>
                <a:lnTo>
                  <a:pt x="9122" y="13178"/>
                </a:lnTo>
                <a:lnTo>
                  <a:pt x="8678" y="13420"/>
                </a:lnTo>
                <a:lnTo>
                  <a:pt x="8032" y="13844"/>
                </a:lnTo>
                <a:lnTo>
                  <a:pt x="7427" y="14288"/>
                </a:lnTo>
                <a:lnTo>
                  <a:pt x="6821" y="14752"/>
                </a:lnTo>
                <a:lnTo>
                  <a:pt x="6236" y="15236"/>
                </a:lnTo>
                <a:lnTo>
                  <a:pt x="5671" y="15761"/>
                </a:lnTo>
                <a:lnTo>
                  <a:pt x="5106" y="16265"/>
                </a:lnTo>
                <a:lnTo>
                  <a:pt x="4037" y="17335"/>
                </a:lnTo>
                <a:lnTo>
                  <a:pt x="3350" y="18001"/>
                </a:lnTo>
                <a:lnTo>
                  <a:pt x="2644" y="18667"/>
                </a:lnTo>
                <a:lnTo>
                  <a:pt x="2281" y="18990"/>
                </a:lnTo>
                <a:lnTo>
                  <a:pt x="2099" y="19151"/>
                </a:lnTo>
                <a:lnTo>
                  <a:pt x="1897" y="19292"/>
                </a:lnTo>
                <a:lnTo>
                  <a:pt x="1696" y="19413"/>
                </a:lnTo>
                <a:lnTo>
                  <a:pt x="1474" y="19514"/>
                </a:lnTo>
                <a:lnTo>
                  <a:pt x="1272" y="19595"/>
                </a:lnTo>
                <a:lnTo>
                  <a:pt x="1030" y="19656"/>
                </a:lnTo>
                <a:lnTo>
                  <a:pt x="808" y="19676"/>
                </a:lnTo>
                <a:lnTo>
                  <a:pt x="687" y="19656"/>
                </a:lnTo>
                <a:lnTo>
                  <a:pt x="566" y="19635"/>
                </a:lnTo>
                <a:lnTo>
                  <a:pt x="444" y="19595"/>
                </a:lnTo>
                <a:lnTo>
                  <a:pt x="344" y="19555"/>
                </a:lnTo>
                <a:lnTo>
                  <a:pt x="243" y="19474"/>
                </a:lnTo>
                <a:lnTo>
                  <a:pt x="162" y="19373"/>
                </a:lnTo>
                <a:lnTo>
                  <a:pt x="101" y="19232"/>
                </a:lnTo>
                <a:lnTo>
                  <a:pt x="81" y="19091"/>
                </a:lnTo>
                <a:lnTo>
                  <a:pt x="81" y="18929"/>
                </a:lnTo>
                <a:lnTo>
                  <a:pt x="122" y="18788"/>
                </a:lnTo>
                <a:lnTo>
                  <a:pt x="162" y="18667"/>
                </a:lnTo>
                <a:lnTo>
                  <a:pt x="222" y="18546"/>
                </a:lnTo>
                <a:lnTo>
                  <a:pt x="323" y="18364"/>
                </a:lnTo>
                <a:lnTo>
                  <a:pt x="444" y="18203"/>
                </a:lnTo>
                <a:lnTo>
                  <a:pt x="566" y="18021"/>
                </a:lnTo>
                <a:lnTo>
                  <a:pt x="868" y="17718"/>
                </a:lnTo>
                <a:lnTo>
                  <a:pt x="1171" y="17436"/>
                </a:lnTo>
                <a:lnTo>
                  <a:pt x="1494" y="17173"/>
                </a:lnTo>
                <a:lnTo>
                  <a:pt x="2220" y="16588"/>
                </a:lnTo>
                <a:lnTo>
                  <a:pt x="2987" y="16043"/>
                </a:lnTo>
                <a:lnTo>
                  <a:pt x="3754" y="15499"/>
                </a:lnTo>
                <a:lnTo>
                  <a:pt x="4521" y="14974"/>
                </a:lnTo>
                <a:lnTo>
                  <a:pt x="5308" y="14429"/>
                </a:lnTo>
                <a:lnTo>
                  <a:pt x="6075" y="13884"/>
                </a:lnTo>
                <a:lnTo>
                  <a:pt x="6862" y="13319"/>
                </a:lnTo>
                <a:lnTo>
                  <a:pt x="7608" y="12734"/>
                </a:lnTo>
                <a:lnTo>
                  <a:pt x="8153" y="12270"/>
                </a:lnTo>
                <a:lnTo>
                  <a:pt x="8436" y="12007"/>
                </a:lnTo>
                <a:lnTo>
                  <a:pt x="8718" y="11725"/>
                </a:lnTo>
                <a:lnTo>
                  <a:pt x="9001" y="11422"/>
                </a:lnTo>
                <a:lnTo>
                  <a:pt x="9283" y="11119"/>
                </a:lnTo>
                <a:lnTo>
                  <a:pt x="9546" y="10776"/>
                </a:lnTo>
                <a:lnTo>
                  <a:pt x="9788" y="10413"/>
                </a:lnTo>
                <a:lnTo>
                  <a:pt x="9949" y="10131"/>
                </a:lnTo>
                <a:lnTo>
                  <a:pt x="10111" y="9828"/>
                </a:lnTo>
                <a:lnTo>
                  <a:pt x="10252" y="9525"/>
                </a:lnTo>
                <a:lnTo>
                  <a:pt x="10393" y="9202"/>
                </a:lnTo>
                <a:lnTo>
                  <a:pt x="10494" y="8879"/>
                </a:lnTo>
                <a:lnTo>
                  <a:pt x="10615" y="8557"/>
                </a:lnTo>
                <a:lnTo>
                  <a:pt x="10777" y="7911"/>
                </a:lnTo>
                <a:lnTo>
                  <a:pt x="10938" y="7245"/>
                </a:lnTo>
                <a:lnTo>
                  <a:pt x="11039" y="6559"/>
                </a:lnTo>
                <a:lnTo>
                  <a:pt x="11241" y="5207"/>
                </a:lnTo>
                <a:lnTo>
                  <a:pt x="11342" y="4399"/>
                </a:lnTo>
                <a:lnTo>
                  <a:pt x="11463" y="3612"/>
                </a:lnTo>
                <a:lnTo>
                  <a:pt x="11604" y="2825"/>
                </a:lnTo>
                <a:lnTo>
                  <a:pt x="11685" y="2422"/>
                </a:lnTo>
                <a:lnTo>
                  <a:pt x="11786" y="2038"/>
                </a:lnTo>
                <a:lnTo>
                  <a:pt x="11866" y="1756"/>
                </a:lnTo>
                <a:lnTo>
                  <a:pt x="11987" y="1473"/>
                </a:lnTo>
                <a:lnTo>
                  <a:pt x="12109" y="1171"/>
                </a:lnTo>
                <a:lnTo>
                  <a:pt x="12250" y="888"/>
                </a:lnTo>
                <a:lnTo>
                  <a:pt x="12452" y="626"/>
                </a:lnTo>
                <a:lnTo>
                  <a:pt x="12552" y="525"/>
                </a:lnTo>
                <a:lnTo>
                  <a:pt x="12674" y="404"/>
                </a:lnTo>
                <a:lnTo>
                  <a:pt x="12795" y="323"/>
                </a:lnTo>
                <a:lnTo>
                  <a:pt x="12916" y="242"/>
                </a:lnTo>
                <a:lnTo>
                  <a:pt x="13077" y="182"/>
                </a:lnTo>
                <a:lnTo>
                  <a:pt x="13218" y="121"/>
                </a:lnTo>
                <a:lnTo>
                  <a:pt x="13461" y="81"/>
                </a:lnTo>
                <a:close/>
                <a:moveTo>
                  <a:pt x="13541" y="0"/>
                </a:moveTo>
                <a:lnTo>
                  <a:pt x="13380" y="20"/>
                </a:lnTo>
                <a:lnTo>
                  <a:pt x="13218" y="41"/>
                </a:lnTo>
                <a:lnTo>
                  <a:pt x="13037" y="101"/>
                </a:lnTo>
                <a:lnTo>
                  <a:pt x="12896" y="162"/>
                </a:lnTo>
                <a:lnTo>
                  <a:pt x="12754" y="242"/>
                </a:lnTo>
                <a:lnTo>
                  <a:pt x="12613" y="343"/>
                </a:lnTo>
                <a:lnTo>
                  <a:pt x="12492" y="464"/>
                </a:lnTo>
                <a:lnTo>
                  <a:pt x="12391" y="565"/>
                </a:lnTo>
                <a:lnTo>
                  <a:pt x="12189" y="848"/>
                </a:lnTo>
                <a:lnTo>
                  <a:pt x="12028" y="1130"/>
                </a:lnTo>
                <a:lnTo>
                  <a:pt x="11907" y="1433"/>
                </a:lnTo>
                <a:lnTo>
                  <a:pt x="11806" y="1736"/>
                </a:lnTo>
                <a:lnTo>
                  <a:pt x="11705" y="2018"/>
                </a:lnTo>
                <a:lnTo>
                  <a:pt x="11604" y="2402"/>
                </a:lnTo>
                <a:lnTo>
                  <a:pt x="11523" y="2805"/>
                </a:lnTo>
                <a:lnTo>
                  <a:pt x="11382" y="3592"/>
                </a:lnTo>
                <a:lnTo>
                  <a:pt x="11261" y="4399"/>
                </a:lnTo>
                <a:lnTo>
                  <a:pt x="11160" y="5187"/>
                </a:lnTo>
                <a:lnTo>
                  <a:pt x="10958" y="6539"/>
                </a:lnTo>
                <a:lnTo>
                  <a:pt x="10857" y="7225"/>
                </a:lnTo>
                <a:lnTo>
                  <a:pt x="10716" y="7870"/>
                </a:lnTo>
                <a:lnTo>
                  <a:pt x="10534" y="8536"/>
                </a:lnTo>
                <a:lnTo>
                  <a:pt x="10434" y="8859"/>
                </a:lnTo>
                <a:lnTo>
                  <a:pt x="10313" y="9162"/>
                </a:lnTo>
                <a:lnTo>
                  <a:pt x="10191" y="9485"/>
                </a:lnTo>
                <a:lnTo>
                  <a:pt x="10050" y="9788"/>
                </a:lnTo>
                <a:lnTo>
                  <a:pt x="9889" y="10090"/>
                </a:lnTo>
                <a:lnTo>
                  <a:pt x="9707" y="10373"/>
                </a:lnTo>
                <a:lnTo>
                  <a:pt x="9465" y="10736"/>
                </a:lnTo>
                <a:lnTo>
                  <a:pt x="9223" y="11059"/>
                </a:lnTo>
                <a:lnTo>
                  <a:pt x="8940" y="11382"/>
                </a:lnTo>
                <a:lnTo>
                  <a:pt x="8658" y="11664"/>
                </a:lnTo>
                <a:lnTo>
                  <a:pt x="8375" y="11947"/>
                </a:lnTo>
                <a:lnTo>
                  <a:pt x="8093" y="12209"/>
                </a:lnTo>
                <a:lnTo>
                  <a:pt x="7568" y="12653"/>
                </a:lnTo>
                <a:lnTo>
                  <a:pt x="6801" y="13259"/>
                </a:lnTo>
                <a:lnTo>
                  <a:pt x="6034" y="13824"/>
                </a:lnTo>
                <a:lnTo>
                  <a:pt x="5247" y="14368"/>
                </a:lnTo>
                <a:lnTo>
                  <a:pt x="4480" y="14913"/>
                </a:lnTo>
                <a:lnTo>
                  <a:pt x="3714" y="15438"/>
                </a:lnTo>
                <a:lnTo>
                  <a:pt x="2927" y="15983"/>
                </a:lnTo>
                <a:lnTo>
                  <a:pt x="2180" y="16528"/>
                </a:lnTo>
                <a:lnTo>
                  <a:pt x="1433" y="17113"/>
                </a:lnTo>
                <a:lnTo>
                  <a:pt x="1131" y="17375"/>
                </a:lnTo>
                <a:lnTo>
                  <a:pt x="808" y="17658"/>
                </a:lnTo>
                <a:lnTo>
                  <a:pt x="505" y="17981"/>
                </a:lnTo>
                <a:lnTo>
                  <a:pt x="384" y="18142"/>
                </a:lnTo>
                <a:lnTo>
                  <a:pt x="243" y="18324"/>
                </a:lnTo>
                <a:lnTo>
                  <a:pt x="142" y="18526"/>
                </a:lnTo>
                <a:lnTo>
                  <a:pt x="81" y="18667"/>
                </a:lnTo>
                <a:lnTo>
                  <a:pt x="21" y="18808"/>
                </a:lnTo>
                <a:lnTo>
                  <a:pt x="1" y="18949"/>
                </a:lnTo>
                <a:lnTo>
                  <a:pt x="1" y="19111"/>
                </a:lnTo>
                <a:lnTo>
                  <a:pt x="21" y="19272"/>
                </a:lnTo>
                <a:lnTo>
                  <a:pt x="101" y="19434"/>
                </a:lnTo>
                <a:lnTo>
                  <a:pt x="162" y="19514"/>
                </a:lnTo>
                <a:lnTo>
                  <a:pt x="243" y="19575"/>
                </a:lnTo>
                <a:lnTo>
                  <a:pt x="323" y="19635"/>
                </a:lnTo>
                <a:lnTo>
                  <a:pt x="424" y="19676"/>
                </a:lnTo>
                <a:lnTo>
                  <a:pt x="626" y="19736"/>
                </a:lnTo>
                <a:lnTo>
                  <a:pt x="828" y="19757"/>
                </a:lnTo>
                <a:lnTo>
                  <a:pt x="1050" y="19736"/>
                </a:lnTo>
                <a:lnTo>
                  <a:pt x="1292" y="19676"/>
                </a:lnTo>
                <a:lnTo>
                  <a:pt x="1514" y="19595"/>
                </a:lnTo>
                <a:lnTo>
                  <a:pt x="1736" y="19494"/>
                </a:lnTo>
                <a:lnTo>
                  <a:pt x="1938" y="19353"/>
                </a:lnTo>
                <a:lnTo>
                  <a:pt x="2140" y="19212"/>
                </a:lnTo>
                <a:lnTo>
                  <a:pt x="2341" y="19050"/>
                </a:lnTo>
                <a:lnTo>
                  <a:pt x="2705" y="18727"/>
                </a:lnTo>
                <a:lnTo>
                  <a:pt x="3411" y="18061"/>
                </a:lnTo>
                <a:lnTo>
                  <a:pt x="4077" y="17395"/>
                </a:lnTo>
                <a:lnTo>
                  <a:pt x="5167" y="16326"/>
                </a:lnTo>
                <a:lnTo>
                  <a:pt x="5732" y="15821"/>
                </a:lnTo>
                <a:lnTo>
                  <a:pt x="6297" y="15297"/>
                </a:lnTo>
                <a:lnTo>
                  <a:pt x="6862" y="14812"/>
                </a:lnTo>
                <a:lnTo>
                  <a:pt x="7467" y="14348"/>
                </a:lnTo>
                <a:lnTo>
                  <a:pt x="8093" y="13904"/>
                </a:lnTo>
                <a:lnTo>
                  <a:pt x="8718" y="13501"/>
                </a:lnTo>
                <a:lnTo>
                  <a:pt x="9162" y="13238"/>
                </a:lnTo>
                <a:lnTo>
                  <a:pt x="9626" y="12996"/>
                </a:lnTo>
                <a:lnTo>
                  <a:pt x="10555" y="12532"/>
                </a:lnTo>
                <a:lnTo>
                  <a:pt x="11584" y="12007"/>
                </a:lnTo>
                <a:lnTo>
                  <a:pt x="12088" y="11725"/>
                </a:lnTo>
                <a:lnTo>
                  <a:pt x="12573" y="11442"/>
                </a:lnTo>
                <a:lnTo>
                  <a:pt x="13057" y="11119"/>
                </a:lnTo>
                <a:lnTo>
                  <a:pt x="13521" y="10776"/>
                </a:lnTo>
                <a:lnTo>
                  <a:pt x="13743" y="10575"/>
                </a:lnTo>
                <a:lnTo>
                  <a:pt x="13945" y="10393"/>
                </a:lnTo>
                <a:lnTo>
                  <a:pt x="14147" y="10171"/>
                </a:lnTo>
                <a:lnTo>
                  <a:pt x="14328" y="9969"/>
                </a:lnTo>
                <a:lnTo>
                  <a:pt x="14550" y="9687"/>
                </a:lnTo>
                <a:lnTo>
                  <a:pt x="14752" y="9404"/>
                </a:lnTo>
                <a:lnTo>
                  <a:pt x="14934" y="9122"/>
                </a:lnTo>
                <a:lnTo>
                  <a:pt x="15115" y="8799"/>
                </a:lnTo>
                <a:lnTo>
                  <a:pt x="15277" y="8476"/>
                </a:lnTo>
                <a:lnTo>
                  <a:pt x="15418" y="8133"/>
                </a:lnTo>
                <a:lnTo>
                  <a:pt x="15559" y="7790"/>
                </a:lnTo>
                <a:lnTo>
                  <a:pt x="15660" y="7406"/>
                </a:lnTo>
                <a:lnTo>
                  <a:pt x="15761" y="7023"/>
                </a:lnTo>
                <a:lnTo>
                  <a:pt x="15862" y="6619"/>
                </a:lnTo>
                <a:lnTo>
                  <a:pt x="15943" y="6196"/>
                </a:lnTo>
                <a:lnTo>
                  <a:pt x="16003" y="5752"/>
                </a:lnTo>
                <a:lnTo>
                  <a:pt x="16044" y="5287"/>
                </a:lnTo>
                <a:lnTo>
                  <a:pt x="16084" y="4823"/>
                </a:lnTo>
                <a:lnTo>
                  <a:pt x="16104" y="4319"/>
                </a:lnTo>
                <a:lnTo>
                  <a:pt x="16124" y="3814"/>
                </a:lnTo>
                <a:lnTo>
                  <a:pt x="16124" y="3431"/>
                </a:lnTo>
                <a:lnTo>
                  <a:pt x="16104" y="3068"/>
                </a:lnTo>
                <a:lnTo>
                  <a:pt x="16084" y="2684"/>
                </a:lnTo>
                <a:lnTo>
                  <a:pt x="16023" y="2321"/>
                </a:lnTo>
                <a:lnTo>
                  <a:pt x="15943" y="1958"/>
                </a:lnTo>
                <a:lnTo>
                  <a:pt x="15842" y="1615"/>
                </a:lnTo>
                <a:lnTo>
                  <a:pt x="15701" y="1292"/>
                </a:lnTo>
                <a:lnTo>
                  <a:pt x="15519" y="969"/>
                </a:lnTo>
                <a:lnTo>
                  <a:pt x="15418" y="828"/>
                </a:lnTo>
                <a:lnTo>
                  <a:pt x="15297" y="707"/>
                </a:lnTo>
                <a:lnTo>
                  <a:pt x="15196" y="585"/>
                </a:lnTo>
                <a:lnTo>
                  <a:pt x="15055" y="485"/>
                </a:lnTo>
                <a:lnTo>
                  <a:pt x="14934" y="384"/>
                </a:lnTo>
                <a:lnTo>
                  <a:pt x="14792" y="303"/>
                </a:lnTo>
                <a:lnTo>
                  <a:pt x="14490" y="142"/>
                </a:lnTo>
                <a:lnTo>
                  <a:pt x="14187" y="61"/>
                </a:lnTo>
                <a:lnTo>
                  <a:pt x="14026" y="20"/>
                </a:lnTo>
                <a:lnTo>
                  <a:pt x="13864" y="0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15" name="Google Shape;2015;p23"/>
          <p:cNvSpPr/>
          <p:nvPr/>
        </p:nvSpPr>
        <p:spPr>
          <a:xfrm flipH="1">
            <a:off x="8248875" y="4311956"/>
            <a:ext cx="130935" cy="390458"/>
          </a:xfrm>
          <a:custGeom>
            <a:rect b="b" l="l" r="r" t="t"/>
            <a:pathLst>
              <a:path extrusionOk="0" h="6984" w="2342">
                <a:moveTo>
                  <a:pt x="1494" y="82"/>
                </a:moveTo>
                <a:lnTo>
                  <a:pt x="1615" y="122"/>
                </a:lnTo>
                <a:lnTo>
                  <a:pt x="1716" y="162"/>
                </a:lnTo>
                <a:lnTo>
                  <a:pt x="1817" y="223"/>
                </a:lnTo>
                <a:lnTo>
                  <a:pt x="1897" y="304"/>
                </a:lnTo>
                <a:lnTo>
                  <a:pt x="1978" y="404"/>
                </a:lnTo>
                <a:lnTo>
                  <a:pt x="2039" y="485"/>
                </a:lnTo>
                <a:lnTo>
                  <a:pt x="2099" y="586"/>
                </a:lnTo>
                <a:lnTo>
                  <a:pt x="2160" y="707"/>
                </a:lnTo>
                <a:lnTo>
                  <a:pt x="2200" y="828"/>
                </a:lnTo>
                <a:lnTo>
                  <a:pt x="2240" y="1070"/>
                </a:lnTo>
                <a:lnTo>
                  <a:pt x="2261" y="1333"/>
                </a:lnTo>
                <a:lnTo>
                  <a:pt x="2261" y="1595"/>
                </a:lnTo>
                <a:lnTo>
                  <a:pt x="2240" y="2281"/>
                </a:lnTo>
                <a:lnTo>
                  <a:pt x="2180" y="2967"/>
                </a:lnTo>
                <a:lnTo>
                  <a:pt x="2059" y="3694"/>
                </a:lnTo>
                <a:lnTo>
                  <a:pt x="1897" y="4521"/>
                </a:lnTo>
                <a:lnTo>
                  <a:pt x="1837" y="4763"/>
                </a:lnTo>
                <a:lnTo>
                  <a:pt x="1776" y="5026"/>
                </a:lnTo>
                <a:lnTo>
                  <a:pt x="1675" y="5308"/>
                </a:lnTo>
                <a:lnTo>
                  <a:pt x="1554" y="5591"/>
                </a:lnTo>
                <a:lnTo>
                  <a:pt x="1413" y="5893"/>
                </a:lnTo>
                <a:lnTo>
                  <a:pt x="1231" y="6176"/>
                </a:lnTo>
                <a:lnTo>
                  <a:pt x="1030" y="6459"/>
                </a:lnTo>
                <a:lnTo>
                  <a:pt x="808" y="6741"/>
                </a:lnTo>
                <a:lnTo>
                  <a:pt x="707" y="6822"/>
                </a:lnTo>
                <a:lnTo>
                  <a:pt x="626" y="6862"/>
                </a:lnTo>
                <a:lnTo>
                  <a:pt x="566" y="6902"/>
                </a:lnTo>
                <a:lnTo>
                  <a:pt x="485" y="6882"/>
                </a:lnTo>
                <a:lnTo>
                  <a:pt x="444" y="6862"/>
                </a:lnTo>
                <a:lnTo>
                  <a:pt x="384" y="6822"/>
                </a:lnTo>
                <a:lnTo>
                  <a:pt x="303" y="6701"/>
                </a:lnTo>
                <a:lnTo>
                  <a:pt x="243" y="6539"/>
                </a:lnTo>
                <a:lnTo>
                  <a:pt x="182" y="6317"/>
                </a:lnTo>
                <a:lnTo>
                  <a:pt x="142" y="6055"/>
                </a:lnTo>
                <a:lnTo>
                  <a:pt x="101" y="5752"/>
                </a:lnTo>
                <a:lnTo>
                  <a:pt x="81" y="5086"/>
                </a:lnTo>
                <a:lnTo>
                  <a:pt x="81" y="4602"/>
                </a:lnTo>
                <a:lnTo>
                  <a:pt x="81" y="4097"/>
                </a:lnTo>
                <a:lnTo>
                  <a:pt x="101" y="3976"/>
                </a:lnTo>
                <a:lnTo>
                  <a:pt x="122" y="3310"/>
                </a:lnTo>
                <a:lnTo>
                  <a:pt x="162" y="2685"/>
                </a:lnTo>
                <a:lnTo>
                  <a:pt x="222" y="2100"/>
                </a:lnTo>
                <a:lnTo>
                  <a:pt x="283" y="1535"/>
                </a:lnTo>
                <a:lnTo>
                  <a:pt x="323" y="1353"/>
                </a:lnTo>
                <a:lnTo>
                  <a:pt x="384" y="1131"/>
                </a:lnTo>
                <a:lnTo>
                  <a:pt x="444" y="909"/>
                </a:lnTo>
                <a:lnTo>
                  <a:pt x="545" y="667"/>
                </a:lnTo>
                <a:lnTo>
                  <a:pt x="687" y="465"/>
                </a:lnTo>
                <a:lnTo>
                  <a:pt x="767" y="364"/>
                </a:lnTo>
                <a:lnTo>
                  <a:pt x="848" y="263"/>
                </a:lnTo>
                <a:lnTo>
                  <a:pt x="949" y="203"/>
                </a:lnTo>
                <a:lnTo>
                  <a:pt x="1070" y="142"/>
                </a:lnTo>
                <a:lnTo>
                  <a:pt x="1191" y="102"/>
                </a:lnTo>
                <a:lnTo>
                  <a:pt x="1312" y="82"/>
                </a:lnTo>
                <a:close/>
                <a:moveTo>
                  <a:pt x="1312" y="1"/>
                </a:moveTo>
                <a:lnTo>
                  <a:pt x="1171" y="21"/>
                </a:lnTo>
                <a:lnTo>
                  <a:pt x="1030" y="61"/>
                </a:lnTo>
                <a:lnTo>
                  <a:pt x="868" y="162"/>
                </a:lnTo>
                <a:lnTo>
                  <a:pt x="707" y="304"/>
                </a:lnTo>
                <a:lnTo>
                  <a:pt x="566" y="485"/>
                </a:lnTo>
                <a:lnTo>
                  <a:pt x="485" y="606"/>
                </a:lnTo>
                <a:lnTo>
                  <a:pt x="424" y="748"/>
                </a:lnTo>
                <a:lnTo>
                  <a:pt x="364" y="909"/>
                </a:lnTo>
                <a:lnTo>
                  <a:pt x="303" y="1091"/>
                </a:lnTo>
                <a:lnTo>
                  <a:pt x="263" y="1292"/>
                </a:lnTo>
                <a:lnTo>
                  <a:pt x="222" y="1514"/>
                </a:lnTo>
                <a:lnTo>
                  <a:pt x="142" y="2079"/>
                </a:lnTo>
                <a:lnTo>
                  <a:pt x="81" y="2685"/>
                </a:lnTo>
                <a:lnTo>
                  <a:pt x="41" y="3310"/>
                </a:lnTo>
                <a:lnTo>
                  <a:pt x="21" y="3976"/>
                </a:lnTo>
                <a:lnTo>
                  <a:pt x="1" y="4097"/>
                </a:lnTo>
                <a:lnTo>
                  <a:pt x="1" y="4602"/>
                </a:lnTo>
                <a:lnTo>
                  <a:pt x="1" y="5106"/>
                </a:lnTo>
                <a:lnTo>
                  <a:pt x="21" y="5752"/>
                </a:lnTo>
                <a:lnTo>
                  <a:pt x="61" y="6055"/>
                </a:lnTo>
                <a:lnTo>
                  <a:pt x="101" y="6337"/>
                </a:lnTo>
                <a:lnTo>
                  <a:pt x="142" y="6499"/>
                </a:lnTo>
                <a:lnTo>
                  <a:pt x="202" y="6680"/>
                </a:lnTo>
                <a:lnTo>
                  <a:pt x="263" y="6781"/>
                </a:lnTo>
                <a:lnTo>
                  <a:pt x="303" y="6862"/>
                </a:lnTo>
                <a:lnTo>
                  <a:pt x="384" y="6923"/>
                </a:lnTo>
                <a:lnTo>
                  <a:pt x="465" y="6963"/>
                </a:lnTo>
                <a:lnTo>
                  <a:pt x="525" y="6983"/>
                </a:lnTo>
                <a:lnTo>
                  <a:pt x="606" y="6963"/>
                </a:lnTo>
                <a:lnTo>
                  <a:pt x="687" y="6923"/>
                </a:lnTo>
                <a:lnTo>
                  <a:pt x="767" y="6882"/>
                </a:lnTo>
                <a:lnTo>
                  <a:pt x="868" y="6802"/>
                </a:lnTo>
                <a:lnTo>
                  <a:pt x="1090" y="6519"/>
                </a:lnTo>
                <a:lnTo>
                  <a:pt x="1292" y="6237"/>
                </a:lnTo>
                <a:lnTo>
                  <a:pt x="1474" y="5934"/>
                </a:lnTo>
                <a:lnTo>
                  <a:pt x="1615" y="5631"/>
                </a:lnTo>
                <a:lnTo>
                  <a:pt x="1736" y="5349"/>
                </a:lnTo>
                <a:lnTo>
                  <a:pt x="1837" y="5046"/>
                </a:lnTo>
                <a:lnTo>
                  <a:pt x="1918" y="4784"/>
                </a:lnTo>
                <a:lnTo>
                  <a:pt x="1978" y="4521"/>
                </a:lnTo>
                <a:lnTo>
                  <a:pt x="2140" y="3714"/>
                </a:lnTo>
                <a:lnTo>
                  <a:pt x="2261" y="2967"/>
                </a:lnTo>
                <a:lnTo>
                  <a:pt x="2321" y="2281"/>
                </a:lnTo>
                <a:lnTo>
                  <a:pt x="2341" y="1595"/>
                </a:lnTo>
                <a:lnTo>
                  <a:pt x="2341" y="1333"/>
                </a:lnTo>
                <a:lnTo>
                  <a:pt x="2321" y="1050"/>
                </a:lnTo>
                <a:lnTo>
                  <a:pt x="2261" y="788"/>
                </a:lnTo>
                <a:lnTo>
                  <a:pt x="2220" y="667"/>
                </a:lnTo>
                <a:lnTo>
                  <a:pt x="2180" y="546"/>
                </a:lnTo>
                <a:lnTo>
                  <a:pt x="2119" y="445"/>
                </a:lnTo>
                <a:lnTo>
                  <a:pt x="2039" y="324"/>
                </a:lnTo>
                <a:lnTo>
                  <a:pt x="1938" y="243"/>
                </a:lnTo>
                <a:lnTo>
                  <a:pt x="1837" y="142"/>
                </a:lnTo>
                <a:lnTo>
                  <a:pt x="1716" y="82"/>
                </a:lnTo>
                <a:lnTo>
                  <a:pt x="1595" y="21"/>
                </a:lnTo>
                <a:lnTo>
                  <a:pt x="1453" y="1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16" name="Google Shape;2016;p23"/>
          <p:cNvSpPr/>
          <p:nvPr/>
        </p:nvSpPr>
        <p:spPr>
          <a:xfrm flipH="1">
            <a:off x="8317698" y="4453008"/>
            <a:ext cx="4584" cy="55348"/>
          </a:xfrm>
          <a:custGeom>
            <a:rect b="b" l="l" r="r" t="t"/>
            <a:pathLst>
              <a:path extrusionOk="0" h="990" w="82">
                <a:moveTo>
                  <a:pt x="1" y="0"/>
                </a:moveTo>
                <a:lnTo>
                  <a:pt x="1" y="989"/>
                </a:lnTo>
                <a:lnTo>
                  <a:pt x="81" y="989"/>
                </a:lnTo>
                <a:lnTo>
                  <a:pt x="81" y="0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17" name="Google Shape;2017;p23"/>
          <p:cNvSpPr/>
          <p:nvPr/>
        </p:nvSpPr>
        <p:spPr>
          <a:xfrm flipH="1">
            <a:off x="8291757" y="4477830"/>
            <a:ext cx="55348" cy="4584"/>
          </a:xfrm>
          <a:custGeom>
            <a:rect b="b" l="l" r="r" t="t"/>
            <a:pathLst>
              <a:path extrusionOk="0" h="82" w="990">
                <a:moveTo>
                  <a:pt x="1" y="0"/>
                </a:moveTo>
                <a:lnTo>
                  <a:pt x="1" y="81"/>
                </a:lnTo>
                <a:lnTo>
                  <a:pt x="990" y="81"/>
                </a:lnTo>
                <a:lnTo>
                  <a:pt x="990" y="0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18" name="Google Shape;2018;p23"/>
          <p:cNvSpPr/>
          <p:nvPr/>
        </p:nvSpPr>
        <p:spPr>
          <a:xfrm>
            <a:off x="8587350" y="655347"/>
            <a:ext cx="457237" cy="429412"/>
          </a:xfrm>
          <a:custGeom>
            <a:rect b="b" l="l" r="r" t="t"/>
            <a:pathLst>
              <a:path extrusionOk="0" h="92099" w="98067">
                <a:moveTo>
                  <a:pt x="49019" y="0"/>
                </a:moveTo>
                <a:lnTo>
                  <a:pt x="48824" y="1171"/>
                </a:lnTo>
                <a:lnTo>
                  <a:pt x="48629" y="2064"/>
                </a:lnTo>
                <a:lnTo>
                  <a:pt x="48378" y="3151"/>
                </a:lnTo>
                <a:lnTo>
                  <a:pt x="48071" y="4434"/>
                </a:lnTo>
                <a:lnTo>
                  <a:pt x="47709" y="5884"/>
                </a:lnTo>
                <a:lnTo>
                  <a:pt x="47263" y="7501"/>
                </a:lnTo>
                <a:lnTo>
                  <a:pt x="46733" y="9230"/>
                </a:lnTo>
                <a:lnTo>
                  <a:pt x="46119" y="11070"/>
                </a:lnTo>
                <a:lnTo>
                  <a:pt x="45422" y="13050"/>
                </a:lnTo>
                <a:lnTo>
                  <a:pt x="44641" y="15085"/>
                </a:lnTo>
                <a:lnTo>
                  <a:pt x="43777" y="17177"/>
                </a:lnTo>
                <a:lnTo>
                  <a:pt x="43303" y="18264"/>
                </a:lnTo>
                <a:lnTo>
                  <a:pt x="42801" y="19351"/>
                </a:lnTo>
                <a:lnTo>
                  <a:pt x="42271" y="20439"/>
                </a:lnTo>
                <a:lnTo>
                  <a:pt x="41742" y="21554"/>
                </a:lnTo>
                <a:lnTo>
                  <a:pt x="41156" y="22670"/>
                </a:lnTo>
                <a:lnTo>
                  <a:pt x="40543" y="23785"/>
                </a:lnTo>
                <a:lnTo>
                  <a:pt x="39929" y="24900"/>
                </a:lnTo>
                <a:lnTo>
                  <a:pt x="39260" y="25988"/>
                </a:lnTo>
                <a:lnTo>
                  <a:pt x="38563" y="27103"/>
                </a:lnTo>
                <a:lnTo>
                  <a:pt x="37838" y="28218"/>
                </a:lnTo>
                <a:lnTo>
                  <a:pt x="37113" y="29306"/>
                </a:lnTo>
                <a:lnTo>
                  <a:pt x="36332" y="30421"/>
                </a:lnTo>
                <a:lnTo>
                  <a:pt x="35524" y="31481"/>
                </a:lnTo>
                <a:lnTo>
                  <a:pt x="34687" y="32568"/>
                </a:lnTo>
                <a:lnTo>
                  <a:pt x="33795" y="33600"/>
                </a:lnTo>
                <a:lnTo>
                  <a:pt x="32903" y="34659"/>
                </a:lnTo>
                <a:lnTo>
                  <a:pt x="31954" y="35663"/>
                </a:lnTo>
                <a:lnTo>
                  <a:pt x="30979" y="36667"/>
                </a:lnTo>
                <a:lnTo>
                  <a:pt x="29975" y="37643"/>
                </a:lnTo>
                <a:lnTo>
                  <a:pt x="28943" y="38591"/>
                </a:lnTo>
                <a:lnTo>
                  <a:pt x="27856" y="39511"/>
                </a:lnTo>
                <a:lnTo>
                  <a:pt x="26740" y="40403"/>
                </a:lnTo>
                <a:lnTo>
                  <a:pt x="25597" y="41268"/>
                </a:lnTo>
                <a:lnTo>
                  <a:pt x="24426" y="42104"/>
                </a:lnTo>
                <a:lnTo>
                  <a:pt x="23199" y="42885"/>
                </a:lnTo>
                <a:lnTo>
                  <a:pt x="21944" y="43638"/>
                </a:lnTo>
                <a:lnTo>
                  <a:pt x="20634" y="44363"/>
                </a:lnTo>
                <a:lnTo>
                  <a:pt x="19295" y="45060"/>
                </a:lnTo>
                <a:lnTo>
                  <a:pt x="17929" y="45673"/>
                </a:lnTo>
                <a:lnTo>
                  <a:pt x="16507" y="46287"/>
                </a:lnTo>
                <a:lnTo>
                  <a:pt x="15057" y="46816"/>
                </a:lnTo>
                <a:lnTo>
                  <a:pt x="13551" y="47318"/>
                </a:lnTo>
                <a:lnTo>
                  <a:pt x="12018" y="47765"/>
                </a:lnTo>
                <a:lnTo>
                  <a:pt x="10428" y="48155"/>
                </a:lnTo>
                <a:lnTo>
                  <a:pt x="8811" y="48489"/>
                </a:lnTo>
                <a:lnTo>
                  <a:pt x="7138" y="48768"/>
                </a:lnTo>
                <a:lnTo>
                  <a:pt x="5409" y="48991"/>
                </a:lnTo>
                <a:lnTo>
                  <a:pt x="3653" y="49159"/>
                </a:lnTo>
                <a:lnTo>
                  <a:pt x="1868" y="49242"/>
                </a:lnTo>
                <a:lnTo>
                  <a:pt x="948" y="49270"/>
                </a:lnTo>
                <a:lnTo>
                  <a:pt x="0" y="49298"/>
                </a:lnTo>
                <a:lnTo>
                  <a:pt x="474" y="49438"/>
                </a:lnTo>
                <a:lnTo>
                  <a:pt x="1840" y="49856"/>
                </a:lnTo>
                <a:lnTo>
                  <a:pt x="3959" y="50581"/>
                </a:lnTo>
                <a:lnTo>
                  <a:pt x="5270" y="51055"/>
                </a:lnTo>
                <a:lnTo>
                  <a:pt x="6720" y="51585"/>
                </a:lnTo>
                <a:lnTo>
                  <a:pt x="8309" y="52226"/>
                </a:lnTo>
                <a:lnTo>
                  <a:pt x="10010" y="52951"/>
                </a:lnTo>
                <a:lnTo>
                  <a:pt x="11823" y="53732"/>
                </a:lnTo>
                <a:lnTo>
                  <a:pt x="13719" y="54624"/>
                </a:lnTo>
                <a:lnTo>
                  <a:pt x="15698" y="55600"/>
                </a:lnTo>
                <a:lnTo>
                  <a:pt x="17762" y="56631"/>
                </a:lnTo>
                <a:lnTo>
                  <a:pt x="19853" y="57775"/>
                </a:lnTo>
                <a:lnTo>
                  <a:pt x="21972" y="59001"/>
                </a:lnTo>
                <a:lnTo>
                  <a:pt x="23032" y="59671"/>
                </a:lnTo>
                <a:lnTo>
                  <a:pt x="24119" y="60340"/>
                </a:lnTo>
                <a:lnTo>
                  <a:pt x="25179" y="61037"/>
                </a:lnTo>
                <a:lnTo>
                  <a:pt x="26266" y="61762"/>
                </a:lnTo>
                <a:lnTo>
                  <a:pt x="27354" y="62487"/>
                </a:lnTo>
                <a:lnTo>
                  <a:pt x="28413" y="63268"/>
                </a:lnTo>
                <a:lnTo>
                  <a:pt x="29473" y="64048"/>
                </a:lnTo>
                <a:lnTo>
                  <a:pt x="30532" y="64857"/>
                </a:lnTo>
                <a:lnTo>
                  <a:pt x="31592" y="65693"/>
                </a:lnTo>
                <a:lnTo>
                  <a:pt x="32624" y="66558"/>
                </a:lnTo>
                <a:lnTo>
                  <a:pt x="33627" y="67450"/>
                </a:lnTo>
                <a:lnTo>
                  <a:pt x="34659" y="68370"/>
                </a:lnTo>
                <a:lnTo>
                  <a:pt x="35635" y="69290"/>
                </a:lnTo>
                <a:lnTo>
                  <a:pt x="36611" y="70266"/>
                </a:lnTo>
                <a:lnTo>
                  <a:pt x="37559" y="71242"/>
                </a:lnTo>
                <a:lnTo>
                  <a:pt x="38507" y="72274"/>
                </a:lnTo>
                <a:lnTo>
                  <a:pt x="39399" y="73306"/>
                </a:lnTo>
                <a:lnTo>
                  <a:pt x="40292" y="74365"/>
                </a:lnTo>
                <a:lnTo>
                  <a:pt x="41156" y="75453"/>
                </a:lnTo>
                <a:lnTo>
                  <a:pt x="41993" y="76568"/>
                </a:lnTo>
                <a:lnTo>
                  <a:pt x="42773" y="77711"/>
                </a:lnTo>
                <a:lnTo>
                  <a:pt x="43554" y="78882"/>
                </a:lnTo>
                <a:lnTo>
                  <a:pt x="44279" y="80081"/>
                </a:lnTo>
                <a:lnTo>
                  <a:pt x="44976" y="81308"/>
                </a:lnTo>
                <a:lnTo>
                  <a:pt x="45617" y="82563"/>
                </a:lnTo>
                <a:lnTo>
                  <a:pt x="46259" y="83846"/>
                </a:lnTo>
                <a:lnTo>
                  <a:pt x="46816" y="85156"/>
                </a:lnTo>
                <a:lnTo>
                  <a:pt x="47374" y="86494"/>
                </a:lnTo>
                <a:lnTo>
                  <a:pt x="47848" y="87833"/>
                </a:lnTo>
                <a:lnTo>
                  <a:pt x="48294" y="89227"/>
                </a:lnTo>
                <a:lnTo>
                  <a:pt x="48685" y="90649"/>
                </a:lnTo>
                <a:lnTo>
                  <a:pt x="49019" y="92099"/>
                </a:lnTo>
                <a:lnTo>
                  <a:pt x="49382" y="90649"/>
                </a:lnTo>
                <a:lnTo>
                  <a:pt x="49772" y="89227"/>
                </a:lnTo>
                <a:lnTo>
                  <a:pt x="50218" y="87833"/>
                </a:lnTo>
                <a:lnTo>
                  <a:pt x="50692" y="86494"/>
                </a:lnTo>
                <a:lnTo>
                  <a:pt x="51250" y="85156"/>
                </a:lnTo>
                <a:lnTo>
                  <a:pt x="51808" y="83846"/>
                </a:lnTo>
                <a:lnTo>
                  <a:pt x="52421" y="82563"/>
                </a:lnTo>
                <a:lnTo>
                  <a:pt x="53090" y="81308"/>
                </a:lnTo>
                <a:lnTo>
                  <a:pt x="53787" y="80081"/>
                </a:lnTo>
                <a:lnTo>
                  <a:pt x="54512" y="78882"/>
                </a:lnTo>
                <a:lnTo>
                  <a:pt x="55293" y="77711"/>
                </a:lnTo>
                <a:lnTo>
                  <a:pt x="56074" y="76568"/>
                </a:lnTo>
                <a:lnTo>
                  <a:pt x="56910" y="75453"/>
                </a:lnTo>
                <a:lnTo>
                  <a:pt x="57775" y="74365"/>
                </a:lnTo>
                <a:lnTo>
                  <a:pt x="58639" y="73306"/>
                </a:lnTo>
                <a:lnTo>
                  <a:pt x="59559" y="72274"/>
                </a:lnTo>
                <a:lnTo>
                  <a:pt x="60479" y="71242"/>
                </a:lnTo>
                <a:lnTo>
                  <a:pt x="61455" y="70266"/>
                </a:lnTo>
                <a:lnTo>
                  <a:pt x="62431" y="69290"/>
                </a:lnTo>
                <a:lnTo>
                  <a:pt x="63407" y="68370"/>
                </a:lnTo>
                <a:lnTo>
                  <a:pt x="64411" y="67450"/>
                </a:lnTo>
                <a:lnTo>
                  <a:pt x="65443" y="66558"/>
                </a:lnTo>
                <a:lnTo>
                  <a:pt x="66474" y="65693"/>
                </a:lnTo>
                <a:lnTo>
                  <a:pt x="67534" y="64857"/>
                </a:lnTo>
                <a:lnTo>
                  <a:pt x="68593" y="64048"/>
                </a:lnTo>
                <a:lnTo>
                  <a:pt x="69653" y="63268"/>
                </a:lnTo>
                <a:lnTo>
                  <a:pt x="70713" y="62487"/>
                </a:lnTo>
                <a:lnTo>
                  <a:pt x="71800" y="61762"/>
                </a:lnTo>
                <a:lnTo>
                  <a:pt x="72860" y="61037"/>
                </a:lnTo>
                <a:lnTo>
                  <a:pt x="73947" y="60340"/>
                </a:lnTo>
                <a:lnTo>
                  <a:pt x="75034" y="59671"/>
                </a:lnTo>
                <a:lnTo>
                  <a:pt x="76094" y="59001"/>
                </a:lnTo>
                <a:lnTo>
                  <a:pt x="78213" y="57775"/>
                </a:lnTo>
                <a:lnTo>
                  <a:pt x="80304" y="56631"/>
                </a:lnTo>
                <a:lnTo>
                  <a:pt x="82368" y="55600"/>
                </a:lnTo>
                <a:lnTo>
                  <a:pt x="84348" y="54624"/>
                </a:lnTo>
                <a:lnTo>
                  <a:pt x="86244" y="53732"/>
                </a:lnTo>
                <a:lnTo>
                  <a:pt x="88056" y="52951"/>
                </a:lnTo>
                <a:lnTo>
                  <a:pt x="89757" y="52226"/>
                </a:lnTo>
                <a:lnTo>
                  <a:pt x="91346" y="51585"/>
                </a:lnTo>
                <a:lnTo>
                  <a:pt x="92796" y="51055"/>
                </a:lnTo>
                <a:lnTo>
                  <a:pt x="94107" y="50581"/>
                </a:lnTo>
                <a:lnTo>
                  <a:pt x="96226" y="49856"/>
                </a:lnTo>
                <a:lnTo>
                  <a:pt x="97592" y="49438"/>
                </a:lnTo>
                <a:lnTo>
                  <a:pt x="98066" y="49298"/>
                </a:lnTo>
                <a:lnTo>
                  <a:pt x="97118" y="49270"/>
                </a:lnTo>
                <a:lnTo>
                  <a:pt x="96198" y="49242"/>
                </a:lnTo>
                <a:lnTo>
                  <a:pt x="94413" y="49159"/>
                </a:lnTo>
                <a:lnTo>
                  <a:pt x="92657" y="48991"/>
                </a:lnTo>
                <a:lnTo>
                  <a:pt x="90928" y="48768"/>
                </a:lnTo>
                <a:lnTo>
                  <a:pt x="89255" y="48489"/>
                </a:lnTo>
                <a:lnTo>
                  <a:pt x="87638" y="48155"/>
                </a:lnTo>
                <a:lnTo>
                  <a:pt x="86048" y="47765"/>
                </a:lnTo>
                <a:lnTo>
                  <a:pt x="84515" y="47318"/>
                </a:lnTo>
                <a:lnTo>
                  <a:pt x="83009" y="46816"/>
                </a:lnTo>
                <a:lnTo>
                  <a:pt x="81559" y="46287"/>
                </a:lnTo>
                <a:lnTo>
                  <a:pt x="80137" y="45673"/>
                </a:lnTo>
                <a:lnTo>
                  <a:pt x="78771" y="45060"/>
                </a:lnTo>
                <a:lnTo>
                  <a:pt x="77432" y="44363"/>
                </a:lnTo>
                <a:lnTo>
                  <a:pt x="76122" y="43638"/>
                </a:lnTo>
                <a:lnTo>
                  <a:pt x="74867" y="42885"/>
                </a:lnTo>
                <a:lnTo>
                  <a:pt x="73640" y="42104"/>
                </a:lnTo>
                <a:lnTo>
                  <a:pt x="72469" y="41268"/>
                </a:lnTo>
                <a:lnTo>
                  <a:pt x="71298" y="40403"/>
                </a:lnTo>
                <a:lnTo>
                  <a:pt x="70211" y="39511"/>
                </a:lnTo>
                <a:lnTo>
                  <a:pt x="69123" y="38591"/>
                </a:lnTo>
                <a:lnTo>
                  <a:pt x="68091" y="37643"/>
                </a:lnTo>
                <a:lnTo>
                  <a:pt x="67088" y="36667"/>
                </a:lnTo>
                <a:lnTo>
                  <a:pt x="66112" y="35663"/>
                </a:lnTo>
                <a:lnTo>
                  <a:pt x="65164" y="34659"/>
                </a:lnTo>
                <a:lnTo>
                  <a:pt x="64271" y="33600"/>
                </a:lnTo>
                <a:lnTo>
                  <a:pt x="63379" y="32568"/>
                </a:lnTo>
                <a:lnTo>
                  <a:pt x="62543" y="31481"/>
                </a:lnTo>
                <a:lnTo>
                  <a:pt x="61734" y="30421"/>
                </a:lnTo>
                <a:lnTo>
                  <a:pt x="60953" y="29306"/>
                </a:lnTo>
                <a:lnTo>
                  <a:pt x="60200" y="28218"/>
                </a:lnTo>
                <a:lnTo>
                  <a:pt x="59503" y="27103"/>
                </a:lnTo>
                <a:lnTo>
                  <a:pt x="58806" y="25988"/>
                </a:lnTo>
                <a:lnTo>
                  <a:pt x="58137" y="24900"/>
                </a:lnTo>
                <a:lnTo>
                  <a:pt x="57524" y="23785"/>
                </a:lnTo>
                <a:lnTo>
                  <a:pt x="56910" y="22670"/>
                </a:lnTo>
                <a:lnTo>
                  <a:pt x="56325" y="21554"/>
                </a:lnTo>
                <a:lnTo>
                  <a:pt x="55795" y="20439"/>
                </a:lnTo>
                <a:lnTo>
                  <a:pt x="55265" y="19351"/>
                </a:lnTo>
                <a:lnTo>
                  <a:pt x="54763" y="18264"/>
                </a:lnTo>
                <a:lnTo>
                  <a:pt x="54289" y="17177"/>
                </a:lnTo>
                <a:lnTo>
                  <a:pt x="53425" y="15085"/>
                </a:lnTo>
                <a:lnTo>
                  <a:pt x="52644" y="13050"/>
                </a:lnTo>
                <a:lnTo>
                  <a:pt x="51947" y="11070"/>
                </a:lnTo>
                <a:lnTo>
                  <a:pt x="51334" y="9230"/>
                </a:lnTo>
                <a:lnTo>
                  <a:pt x="50804" y="7501"/>
                </a:lnTo>
                <a:lnTo>
                  <a:pt x="50358" y="5884"/>
                </a:lnTo>
                <a:lnTo>
                  <a:pt x="49995" y="4434"/>
                </a:lnTo>
                <a:lnTo>
                  <a:pt x="49688" y="3151"/>
                </a:lnTo>
                <a:lnTo>
                  <a:pt x="49437" y="2064"/>
                </a:lnTo>
                <a:lnTo>
                  <a:pt x="49242" y="1171"/>
                </a:lnTo>
                <a:lnTo>
                  <a:pt x="49019" y="0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19" name="Google Shape;2019;p23"/>
          <p:cNvSpPr/>
          <p:nvPr/>
        </p:nvSpPr>
        <p:spPr>
          <a:xfrm>
            <a:off x="8587363" y="1187072"/>
            <a:ext cx="457237" cy="429412"/>
          </a:xfrm>
          <a:custGeom>
            <a:rect b="b" l="l" r="r" t="t"/>
            <a:pathLst>
              <a:path extrusionOk="0" h="92099" w="98067">
                <a:moveTo>
                  <a:pt x="49019" y="0"/>
                </a:moveTo>
                <a:lnTo>
                  <a:pt x="48824" y="1171"/>
                </a:lnTo>
                <a:lnTo>
                  <a:pt x="48629" y="2064"/>
                </a:lnTo>
                <a:lnTo>
                  <a:pt x="48378" y="3151"/>
                </a:lnTo>
                <a:lnTo>
                  <a:pt x="48071" y="4434"/>
                </a:lnTo>
                <a:lnTo>
                  <a:pt x="47709" y="5884"/>
                </a:lnTo>
                <a:lnTo>
                  <a:pt x="47263" y="7501"/>
                </a:lnTo>
                <a:lnTo>
                  <a:pt x="46733" y="9230"/>
                </a:lnTo>
                <a:lnTo>
                  <a:pt x="46119" y="11070"/>
                </a:lnTo>
                <a:lnTo>
                  <a:pt x="45422" y="13050"/>
                </a:lnTo>
                <a:lnTo>
                  <a:pt x="44641" y="15085"/>
                </a:lnTo>
                <a:lnTo>
                  <a:pt x="43777" y="17177"/>
                </a:lnTo>
                <a:lnTo>
                  <a:pt x="43303" y="18264"/>
                </a:lnTo>
                <a:lnTo>
                  <a:pt x="42801" y="19351"/>
                </a:lnTo>
                <a:lnTo>
                  <a:pt x="42271" y="20439"/>
                </a:lnTo>
                <a:lnTo>
                  <a:pt x="41742" y="21554"/>
                </a:lnTo>
                <a:lnTo>
                  <a:pt x="41156" y="22670"/>
                </a:lnTo>
                <a:lnTo>
                  <a:pt x="40543" y="23785"/>
                </a:lnTo>
                <a:lnTo>
                  <a:pt x="39929" y="24900"/>
                </a:lnTo>
                <a:lnTo>
                  <a:pt x="39260" y="25988"/>
                </a:lnTo>
                <a:lnTo>
                  <a:pt x="38563" y="27103"/>
                </a:lnTo>
                <a:lnTo>
                  <a:pt x="37838" y="28218"/>
                </a:lnTo>
                <a:lnTo>
                  <a:pt x="37113" y="29306"/>
                </a:lnTo>
                <a:lnTo>
                  <a:pt x="36332" y="30421"/>
                </a:lnTo>
                <a:lnTo>
                  <a:pt x="35524" y="31481"/>
                </a:lnTo>
                <a:lnTo>
                  <a:pt x="34687" y="32568"/>
                </a:lnTo>
                <a:lnTo>
                  <a:pt x="33795" y="33600"/>
                </a:lnTo>
                <a:lnTo>
                  <a:pt x="32903" y="34659"/>
                </a:lnTo>
                <a:lnTo>
                  <a:pt x="31954" y="35663"/>
                </a:lnTo>
                <a:lnTo>
                  <a:pt x="30979" y="36667"/>
                </a:lnTo>
                <a:lnTo>
                  <a:pt x="29975" y="37643"/>
                </a:lnTo>
                <a:lnTo>
                  <a:pt x="28943" y="38591"/>
                </a:lnTo>
                <a:lnTo>
                  <a:pt x="27856" y="39511"/>
                </a:lnTo>
                <a:lnTo>
                  <a:pt x="26740" y="40403"/>
                </a:lnTo>
                <a:lnTo>
                  <a:pt x="25597" y="41268"/>
                </a:lnTo>
                <a:lnTo>
                  <a:pt x="24426" y="42104"/>
                </a:lnTo>
                <a:lnTo>
                  <a:pt x="23199" y="42885"/>
                </a:lnTo>
                <a:lnTo>
                  <a:pt x="21944" y="43638"/>
                </a:lnTo>
                <a:lnTo>
                  <a:pt x="20634" y="44363"/>
                </a:lnTo>
                <a:lnTo>
                  <a:pt x="19295" y="45060"/>
                </a:lnTo>
                <a:lnTo>
                  <a:pt x="17929" y="45673"/>
                </a:lnTo>
                <a:lnTo>
                  <a:pt x="16507" y="46287"/>
                </a:lnTo>
                <a:lnTo>
                  <a:pt x="15057" y="46816"/>
                </a:lnTo>
                <a:lnTo>
                  <a:pt x="13551" y="47318"/>
                </a:lnTo>
                <a:lnTo>
                  <a:pt x="12018" y="47765"/>
                </a:lnTo>
                <a:lnTo>
                  <a:pt x="10428" y="48155"/>
                </a:lnTo>
                <a:lnTo>
                  <a:pt x="8811" y="48489"/>
                </a:lnTo>
                <a:lnTo>
                  <a:pt x="7138" y="48768"/>
                </a:lnTo>
                <a:lnTo>
                  <a:pt x="5409" y="48991"/>
                </a:lnTo>
                <a:lnTo>
                  <a:pt x="3653" y="49159"/>
                </a:lnTo>
                <a:lnTo>
                  <a:pt x="1868" y="49242"/>
                </a:lnTo>
                <a:lnTo>
                  <a:pt x="948" y="49270"/>
                </a:lnTo>
                <a:lnTo>
                  <a:pt x="0" y="49298"/>
                </a:lnTo>
                <a:lnTo>
                  <a:pt x="474" y="49438"/>
                </a:lnTo>
                <a:lnTo>
                  <a:pt x="1840" y="49856"/>
                </a:lnTo>
                <a:lnTo>
                  <a:pt x="3959" y="50581"/>
                </a:lnTo>
                <a:lnTo>
                  <a:pt x="5270" y="51055"/>
                </a:lnTo>
                <a:lnTo>
                  <a:pt x="6720" y="51585"/>
                </a:lnTo>
                <a:lnTo>
                  <a:pt x="8309" y="52226"/>
                </a:lnTo>
                <a:lnTo>
                  <a:pt x="10010" y="52951"/>
                </a:lnTo>
                <a:lnTo>
                  <a:pt x="11823" y="53732"/>
                </a:lnTo>
                <a:lnTo>
                  <a:pt x="13719" y="54624"/>
                </a:lnTo>
                <a:lnTo>
                  <a:pt x="15698" y="55600"/>
                </a:lnTo>
                <a:lnTo>
                  <a:pt x="17762" y="56631"/>
                </a:lnTo>
                <a:lnTo>
                  <a:pt x="19853" y="57775"/>
                </a:lnTo>
                <a:lnTo>
                  <a:pt x="21972" y="59001"/>
                </a:lnTo>
                <a:lnTo>
                  <a:pt x="23032" y="59671"/>
                </a:lnTo>
                <a:lnTo>
                  <a:pt x="24119" y="60340"/>
                </a:lnTo>
                <a:lnTo>
                  <a:pt x="25179" y="61037"/>
                </a:lnTo>
                <a:lnTo>
                  <a:pt x="26266" y="61762"/>
                </a:lnTo>
                <a:lnTo>
                  <a:pt x="27354" y="62487"/>
                </a:lnTo>
                <a:lnTo>
                  <a:pt x="28413" y="63268"/>
                </a:lnTo>
                <a:lnTo>
                  <a:pt x="29473" y="64048"/>
                </a:lnTo>
                <a:lnTo>
                  <a:pt x="30532" y="64857"/>
                </a:lnTo>
                <a:lnTo>
                  <a:pt x="31592" y="65693"/>
                </a:lnTo>
                <a:lnTo>
                  <a:pt x="32624" y="66558"/>
                </a:lnTo>
                <a:lnTo>
                  <a:pt x="33627" y="67450"/>
                </a:lnTo>
                <a:lnTo>
                  <a:pt x="34659" y="68370"/>
                </a:lnTo>
                <a:lnTo>
                  <a:pt x="35635" y="69290"/>
                </a:lnTo>
                <a:lnTo>
                  <a:pt x="36611" y="70266"/>
                </a:lnTo>
                <a:lnTo>
                  <a:pt x="37559" y="71242"/>
                </a:lnTo>
                <a:lnTo>
                  <a:pt x="38507" y="72274"/>
                </a:lnTo>
                <a:lnTo>
                  <a:pt x="39399" y="73306"/>
                </a:lnTo>
                <a:lnTo>
                  <a:pt x="40292" y="74365"/>
                </a:lnTo>
                <a:lnTo>
                  <a:pt x="41156" y="75453"/>
                </a:lnTo>
                <a:lnTo>
                  <a:pt x="41993" y="76568"/>
                </a:lnTo>
                <a:lnTo>
                  <a:pt x="42773" y="77711"/>
                </a:lnTo>
                <a:lnTo>
                  <a:pt x="43554" y="78882"/>
                </a:lnTo>
                <a:lnTo>
                  <a:pt x="44279" y="80081"/>
                </a:lnTo>
                <a:lnTo>
                  <a:pt x="44976" y="81308"/>
                </a:lnTo>
                <a:lnTo>
                  <a:pt x="45617" y="82563"/>
                </a:lnTo>
                <a:lnTo>
                  <a:pt x="46259" y="83846"/>
                </a:lnTo>
                <a:lnTo>
                  <a:pt x="46816" y="85156"/>
                </a:lnTo>
                <a:lnTo>
                  <a:pt x="47374" y="86494"/>
                </a:lnTo>
                <a:lnTo>
                  <a:pt x="47848" y="87833"/>
                </a:lnTo>
                <a:lnTo>
                  <a:pt x="48294" y="89227"/>
                </a:lnTo>
                <a:lnTo>
                  <a:pt x="48685" y="90649"/>
                </a:lnTo>
                <a:lnTo>
                  <a:pt x="49019" y="92099"/>
                </a:lnTo>
                <a:lnTo>
                  <a:pt x="49382" y="90649"/>
                </a:lnTo>
                <a:lnTo>
                  <a:pt x="49772" y="89227"/>
                </a:lnTo>
                <a:lnTo>
                  <a:pt x="50218" y="87833"/>
                </a:lnTo>
                <a:lnTo>
                  <a:pt x="50692" y="86494"/>
                </a:lnTo>
                <a:lnTo>
                  <a:pt x="51250" y="85156"/>
                </a:lnTo>
                <a:lnTo>
                  <a:pt x="51808" y="83846"/>
                </a:lnTo>
                <a:lnTo>
                  <a:pt x="52421" y="82563"/>
                </a:lnTo>
                <a:lnTo>
                  <a:pt x="53090" y="81308"/>
                </a:lnTo>
                <a:lnTo>
                  <a:pt x="53787" y="80081"/>
                </a:lnTo>
                <a:lnTo>
                  <a:pt x="54512" y="78882"/>
                </a:lnTo>
                <a:lnTo>
                  <a:pt x="55293" y="77711"/>
                </a:lnTo>
                <a:lnTo>
                  <a:pt x="56074" y="76568"/>
                </a:lnTo>
                <a:lnTo>
                  <a:pt x="56910" y="75453"/>
                </a:lnTo>
                <a:lnTo>
                  <a:pt x="57775" y="74365"/>
                </a:lnTo>
                <a:lnTo>
                  <a:pt x="58639" y="73306"/>
                </a:lnTo>
                <a:lnTo>
                  <a:pt x="59559" y="72274"/>
                </a:lnTo>
                <a:lnTo>
                  <a:pt x="60479" y="71242"/>
                </a:lnTo>
                <a:lnTo>
                  <a:pt x="61455" y="70266"/>
                </a:lnTo>
                <a:lnTo>
                  <a:pt x="62431" y="69290"/>
                </a:lnTo>
                <a:lnTo>
                  <a:pt x="63407" y="68370"/>
                </a:lnTo>
                <a:lnTo>
                  <a:pt x="64411" y="67450"/>
                </a:lnTo>
                <a:lnTo>
                  <a:pt x="65443" y="66558"/>
                </a:lnTo>
                <a:lnTo>
                  <a:pt x="66474" y="65693"/>
                </a:lnTo>
                <a:lnTo>
                  <a:pt x="67534" y="64857"/>
                </a:lnTo>
                <a:lnTo>
                  <a:pt x="68593" y="64048"/>
                </a:lnTo>
                <a:lnTo>
                  <a:pt x="69653" y="63268"/>
                </a:lnTo>
                <a:lnTo>
                  <a:pt x="70713" y="62487"/>
                </a:lnTo>
                <a:lnTo>
                  <a:pt x="71800" y="61762"/>
                </a:lnTo>
                <a:lnTo>
                  <a:pt x="72860" y="61037"/>
                </a:lnTo>
                <a:lnTo>
                  <a:pt x="73947" y="60340"/>
                </a:lnTo>
                <a:lnTo>
                  <a:pt x="75034" y="59671"/>
                </a:lnTo>
                <a:lnTo>
                  <a:pt x="76094" y="59001"/>
                </a:lnTo>
                <a:lnTo>
                  <a:pt x="78213" y="57775"/>
                </a:lnTo>
                <a:lnTo>
                  <a:pt x="80304" y="56631"/>
                </a:lnTo>
                <a:lnTo>
                  <a:pt x="82368" y="55600"/>
                </a:lnTo>
                <a:lnTo>
                  <a:pt x="84348" y="54624"/>
                </a:lnTo>
                <a:lnTo>
                  <a:pt x="86244" y="53732"/>
                </a:lnTo>
                <a:lnTo>
                  <a:pt x="88056" y="52951"/>
                </a:lnTo>
                <a:lnTo>
                  <a:pt x="89757" y="52226"/>
                </a:lnTo>
                <a:lnTo>
                  <a:pt x="91346" y="51585"/>
                </a:lnTo>
                <a:lnTo>
                  <a:pt x="92796" y="51055"/>
                </a:lnTo>
                <a:lnTo>
                  <a:pt x="94107" y="50581"/>
                </a:lnTo>
                <a:lnTo>
                  <a:pt x="96226" y="49856"/>
                </a:lnTo>
                <a:lnTo>
                  <a:pt x="97592" y="49438"/>
                </a:lnTo>
                <a:lnTo>
                  <a:pt x="98066" y="49298"/>
                </a:lnTo>
                <a:lnTo>
                  <a:pt x="97118" y="49270"/>
                </a:lnTo>
                <a:lnTo>
                  <a:pt x="96198" y="49242"/>
                </a:lnTo>
                <a:lnTo>
                  <a:pt x="94413" y="49159"/>
                </a:lnTo>
                <a:lnTo>
                  <a:pt x="92657" y="48991"/>
                </a:lnTo>
                <a:lnTo>
                  <a:pt x="90928" y="48768"/>
                </a:lnTo>
                <a:lnTo>
                  <a:pt x="89255" y="48489"/>
                </a:lnTo>
                <a:lnTo>
                  <a:pt x="87638" y="48155"/>
                </a:lnTo>
                <a:lnTo>
                  <a:pt x="86048" y="47765"/>
                </a:lnTo>
                <a:lnTo>
                  <a:pt x="84515" y="47318"/>
                </a:lnTo>
                <a:lnTo>
                  <a:pt x="83009" y="46816"/>
                </a:lnTo>
                <a:lnTo>
                  <a:pt x="81559" y="46287"/>
                </a:lnTo>
                <a:lnTo>
                  <a:pt x="80137" y="45673"/>
                </a:lnTo>
                <a:lnTo>
                  <a:pt x="78771" y="45060"/>
                </a:lnTo>
                <a:lnTo>
                  <a:pt x="77432" y="44363"/>
                </a:lnTo>
                <a:lnTo>
                  <a:pt x="76122" y="43638"/>
                </a:lnTo>
                <a:lnTo>
                  <a:pt x="74867" y="42885"/>
                </a:lnTo>
                <a:lnTo>
                  <a:pt x="73640" y="42104"/>
                </a:lnTo>
                <a:lnTo>
                  <a:pt x="72469" y="41268"/>
                </a:lnTo>
                <a:lnTo>
                  <a:pt x="71298" y="40403"/>
                </a:lnTo>
                <a:lnTo>
                  <a:pt x="70211" y="39511"/>
                </a:lnTo>
                <a:lnTo>
                  <a:pt x="69123" y="38591"/>
                </a:lnTo>
                <a:lnTo>
                  <a:pt x="68091" y="37643"/>
                </a:lnTo>
                <a:lnTo>
                  <a:pt x="67088" y="36667"/>
                </a:lnTo>
                <a:lnTo>
                  <a:pt x="66112" y="35663"/>
                </a:lnTo>
                <a:lnTo>
                  <a:pt x="65164" y="34659"/>
                </a:lnTo>
                <a:lnTo>
                  <a:pt x="64271" y="33600"/>
                </a:lnTo>
                <a:lnTo>
                  <a:pt x="63379" y="32568"/>
                </a:lnTo>
                <a:lnTo>
                  <a:pt x="62543" y="31481"/>
                </a:lnTo>
                <a:lnTo>
                  <a:pt x="61734" y="30421"/>
                </a:lnTo>
                <a:lnTo>
                  <a:pt x="60953" y="29306"/>
                </a:lnTo>
                <a:lnTo>
                  <a:pt x="60200" y="28218"/>
                </a:lnTo>
                <a:lnTo>
                  <a:pt x="59503" y="27103"/>
                </a:lnTo>
                <a:lnTo>
                  <a:pt x="58806" y="25988"/>
                </a:lnTo>
                <a:lnTo>
                  <a:pt x="58137" y="24900"/>
                </a:lnTo>
                <a:lnTo>
                  <a:pt x="57524" y="23785"/>
                </a:lnTo>
                <a:lnTo>
                  <a:pt x="56910" y="22670"/>
                </a:lnTo>
                <a:lnTo>
                  <a:pt x="56325" y="21554"/>
                </a:lnTo>
                <a:lnTo>
                  <a:pt x="55795" y="20439"/>
                </a:lnTo>
                <a:lnTo>
                  <a:pt x="55265" y="19351"/>
                </a:lnTo>
                <a:lnTo>
                  <a:pt x="54763" y="18264"/>
                </a:lnTo>
                <a:lnTo>
                  <a:pt x="54289" y="17177"/>
                </a:lnTo>
                <a:lnTo>
                  <a:pt x="53425" y="15085"/>
                </a:lnTo>
                <a:lnTo>
                  <a:pt x="52644" y="13050"/>
                </a:lnTo>
                <a:lnTo>
                  <a:pt x="51947" y="11070"/>
                </a:lnTo>
                <a:lnTo>
                  <a:pt x="51334" y="9230"/>
                </a:lnTo>
                <a:lnTo>
                  <a:pt x="50804" y="7501"/>
                </a:lnTo>
                <a:lnTo>
                  <a:pt x="50358" y="5884"/>
                </a:lnTo>
                <a:lnTo>
                  <a:pt x="49995" y="4434"/>
                </a:lnTo>
                <a:lnTo>
                  <a:pt x="49688" y="3151"/>
                </a:lnTo>
                <a:lnTo>
                  <a:pt x="49437" y="2064"/>
                </a:lnTo>
                <a:lnTo>
                  <a:pt x="49242" y="1171"/>
                </a:lnTo>
                <a:lnTo>
                  <a:pt x="49019" y="0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20" name="Google Shape;2020;p23"/>
          <p:cNvSpPr/>
          <p:nvPr/>
        </p:nvSpPr>
        <p:spPr>
          <a:xfrm flipH="1">
            <a:off x="7109773" y="4755098"/>
            <a:ext cx="100466" cy="100466"/>
          </a:xfrm>
          <a:custGeom>
            <a:rect b="b" l="l" r="r" t="t"/>
            <a:pathLst>
              <a:path extrusionOk="0" h="1797" w="1797">
                <a:moveTo>
                  <a:pt x="908" y="0"/>
                </a:moveTo>
                <a:lnTo>
                  <a:pt x="727" y="20"/>
                </a:lnTo>
                <a:lnTo>
                  <a:pt x="545" y="61"/>
                </a:lnTo>
                <a:lnTo>
                  <a:pt x="404" y="162"/>
                </a:lnTo>
                <a:lnTo>
                  <a:pt x="263" y="262"/>
                </a:lnTo>
                <a:lnTo>
                  <a:pt x="162" y="404"/>
                </a:lnTo>
                <a:lnTo>
                  <a:pt x="81" y="545"/>
                </a:lnTo>
                <a:lnTo>
                  <a:pt x="21" y="727"/>
                </a:lnTo>
                <a:lnTo>
                  <a:pt x="0" y="908"/>
                </a:lnTo>
                <a:lnTo>
                  <a:pt x="21" y="1090"/>
                </a:lnTo>
                <a:lnTo>
                  <a:pt x="81" y="1251"/>
                </a:lnTo>
                <a:lnTo>
                  <a:pt x="162" y="1413"/>
                </a:lnTo>
                <a:lnTo>
                  <a:pt x="263" y="1534"/>
                </a:lnTo>
                <a:lnTo>
                  <a:pt x="404" y="1655"/>
                </a:lnTo>
                <a:lnTo>
                  <a:pt x="545" y="1736"/>
                </a:lnTo>
                <a:lnTo>
                  <a:pt x="727" y="1776"/>
                </a:lnTo>
                <a:lnTo>
                  <a:pt x="908" y="1796"/>
                </a:lnTo>
                <a:lnTo>
                  <a:pt x="1090" y="1776"/>
                </a:lnTo>
                <a:lnTo>
                  <a:pt x="1252" y="1736"/>
                </a:lnTo>
                <a:lnTo>
                  <a:pt x="1413" y="1655"/>
                </a:lnTo>
                <a:lnTo>
                  <a:pt x="1534" y="1534"/>
                </a:lnTo>
                <a:lnTo>
                  <a:pt x="1655" y="1413"/>
                </a:lnTo>
                <a:lnTo>
                  <a:pt x="1736" y="1251"/>
                </a:lnTo>
                <a:lnTo>
                  <a:pt x="1776" y="1090"/>
                </a:lnTo>
                <a:lnTo>
                  <a:pt x="1796" y="908"/>
                </a:lnTo>
                <a:lnTo>
                  <a:pt x="1776" y="727"/>
                </a:lnTo>
                <a:lnTo>
                  <a:pt x="1736" y="545"/>
                </a:lnTo>
                <a:lnTo>
                  <a:pt x="1655" y="404"/>
                </a:lnTo>
                <a:lnTo>
                  <a:pt x="1534" y="262"/>
                </a:lnTo>
                <a:lnTo>
                  <a:pt x="1413" y="162"/>
                </a:lnTo>
                <a:lnTo>
                  <a:pt x="1252" y="61"/>
                </a:lnTo>
                <a:lnTo>
                  <a:pt x="1090" y="20"/>
                </a:lnTo>
                <a:lnTo>
                  <a:pt x="908" y="0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21" name="Google Shape;2021;p23"/>
          <p:cNvSpPr/>
          <p:nvPr/>
        </p:nvSpPr>
        <p:spPr>
          <a:xfrm flipH="1">
            <a:off x="8073983" y="4907498"/>
            <a:ext cx="100466" cy="100466"/>
          </a:xfrm>
          <a:custGeom>
            <a:rect b="b" l="l" r="r" t="t"/>
            <a:pathLst>
              <a:path extrusionOk="0" h="1797" w="1797">
                <a:moveTo>
                  <a:pt x="908" y="0"/>
                </a:moveTo>
                <a:lnTo>
                  <a:pt x="727" y="20"/>
                </a:lnTo>
                <a:lnTo>
                  <a:pt x="545" y="61"/>
                </a:lnTo>
                <a:lnTo>
                  <a:pt x="404" y="162"/>
                </a:lnTo>
                <a:lnTo>
                  <a:pt x="263" y="262"/>
                </a:lnTo>
                <a:lnTo>
                  <a:pt x="162" y="404"/>
                </a:lnTo>
                <a:lnTo>
                  <a:pt x="81" y="545"/>
                </a:lnTo>
                <a:lnTo>
                  <a:pt x="21" y="727"/>
                </a:lnTo>
                <a:lnTo>
                  <a:pt x="0" y="908"/>
                </a:lnTo>
                <a:lnTo>
                  <a:pt x="21" y="1090"/>
                </a:lnTo>
                <a:lnTo>
                  <a:pt x="81" y="1251"/>
                </a:lnTo>
                <a:lnTo>
                  <a:pt x="162" y="1413"/>
                </a:lnTo>
                <a:lnTo>
                  <a:pt x="263" y="1534"/>
                </a:lnTo>
                <a:lnTo>
                  <a:pt x="404" y="1655"/>
                </a:lnTo>
                <a:lnTo>
                  <a:pt x="545" y="1736"/>
                </a:lnTo>
                <a:lnTo>
                  <a:pt x="727" y="1776"/>
                </a:lnTo>
                <a:lnTo>
                  <a:pt x="908" y="1796"/>
                </a:lnTo>
                <a:lnTo>
                  <a:pt x="1090" y="1776"/>
                </a:lnTo>
                <a:lnTo>
                  <a:pt x="1252" y="1736"/>
                </a:lnTo>
                <a:lnTo>
                  <a:pt x="1413" y="1655"/>
                </a:lnTo>
                <a:lnTo>
                  <a:pt x="1534" y="1534"/>
                </a:lnTo>
                <a:lnTo>
                  <a:pt x="1655" y="1413"/>
                </a:lnTo>
                <a:lnTo>
                  <a:pt x="1736" y="1251"/>
                </a:lnTo>
                <a:lnTo>
                  <a:pt x="1776" y="1090"/>
                </a:lnTo>
                <a:lnTo>
                  <a:pt x="1796" y="908"/>
                </a:lnTo>
                <a:lnTo>
                  <a:pt x="1776" y="727"/>
                </a:lnTo>
                <a:lnTo>
                  <a:pt x="1736" y="545"/>
                </a:lnTo>
                <a:lnTo>
                  <a:pt x="1655" y="404"/>
                </a:lnTo>
                <a:lnTo>
                  <a:pt x="1534" y="262"/>
                </a:lnTo>
                <a:lnTo>
                  <a:pt x="1413" y="162"/>
                </a:lnTo>
                <a:lnTo>
                  <a:pt x="1252" y="61"/>
                </a:lnTo>
                <a:lnTo>
                  <a:pt x="1090" y="20"/>
                </a:lnTo>
                <a:lnTo>
                  <a:pt x="908" y="0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22" name="Google Shape;2022;p23"/>
          <p:cNvSpPr/>
          <p:nvPr/>
        </p:nvSpPr>
        <p:spPr>
          <a:xfrm flipH="1">
            <a:off x="8481373" y="4374098"/>
            <a:ext cx="100466" cy="100466"/>
          </a:xfrm>
          <a:custGeom>
            <a:rect b="b" l="l" r="r" t="t"/>
            <a:pathLst>
              <a:path extrusionOk="0" h="1797" w="1797">
                <a:moveTo>
                  <a:pt x="908" y="0"/>
                </a:moveTo>
                <a:lnTo>
                  <a:pt x="727" y="20"/>
                </a:lnTo>
                <a:lnTo>
                  <a:pt x="545" y="61"/>
                </a:lnTo>
                <a:lnTo>
                  <a:pt x="404" y="162"/>
                </a:lnTo>
                <a:lnTo>
                  <a:pt x="263" y="262"/>
                </a:lnTo>
                <a:lnTo>
                  <a:pt x="162" y="404"/>
                </a:lnTo>
                <a:lnTo>
                  <a:pt x="81" y="545"/>
                </a:lnTo>
                <a:lnTo>
                  <a:pt x="21" y="727"/>
                </a:lnTo>
                <a:lnTo>
                  <a:pt x="0" y="908"/>
                </a:lnTo>
                <a:lnTo>
                  <a:pt x="21" y="1090"/>
                </a:lnTo>
                <a:lnTo>
                  <a:pt x="81" y="1251"/>
                </a:lnTo>
                <a:lnTo>
                  <a:pt x="162" y="1413"/>
                </a:lnTo>
                <a:lnTo>
                  <a:pt x="263" y="1534"/>
                </a:lnTo>
                <a:lnTo>
                  <a:pt x="404" y="1655"/>
                </a:lnTo>
                <a:lnTo>
                  <a:pt x="545" y="1736"/>
                </a:lnTo>
                <a:lnTo>
                  <a:pt x="727" y="1776"/>
                </a:lnTo>
                <a:lnTo>
                  <a:pt x="908" y="1796"/>
                </a:lnTo>
                <a:lnTo>
                  <a:pt x="1090" y="1776"/>
                </a:lnTo>
                <a:lnTo>
                  <a:pt x="1252" y="1736"/>
                </a:lnTo>
                <a:lnTo>
                  <a:pt x="1413" y="1655"/>
                </a:lnTo>
                <a:lnTo>
                  <a:pt x="1534" y="1534"/>
                </a:lnTo>
                <a:lnTo>
                  <a:pt x="1655" y="1413"/>
                </a:lnTo>
                <a:lnTo>
                  <a:pt x="1736" y="1251"/>
                </a:lnTo>
                <a:lnTo>
                  <a:pt x="1776" y="1090"/>
                </a:lnTo>
                <a:lnTo>
                  <a:pt x="1796" y="908"/>
                </a:lnTo>
                <a:lnTo>
                  <a:pt x="1776" y="727"/>
                </a:lnTo>
                <a:lnTo>
                  <a:pt x="1736" y="545"/>
                </a:lnTo>
                <a:lnTo>
                  <a:pt x="1655" y="404"/>
                </a:lnTo>
                <a:lnTo>
                  <a:pt x="1534" y="262"/>
                </a:lnTo>
                <a:lnTo>
                  <a:pt x="1413" y="162"/>
                </a:lnTo>
                <a:lnTo>
                  <a:pt x="1252" y="61"/>
                </a:lnTo>
                <a:lnTo>
                  <a:pt x="1090" y="20"/>
                </a:lnTo>
                <a:lnTo>
                  <a:pt x="908" y="0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23" name="Google Shape;2023;p23"/>
          <p:cNvSpPr/>
          <p:nvPr/>
        </p:nvSpPr>
        <p:spPr>
          <a:xfrm rot="-5400000">
            <a:off x="8942300" y="2039329"/>
            <a:ext cx="429300" cy="4293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24" name="Google Shape;2024;p23"/>
          <p:cNvSpPr/>
          <p:nvPr/>
        </p:nvSpPr>
        <p:spPr>
          <a:xfrm flipH="1" rot="-5400000">
            <a:off x="8237792" y="2326318"/>
            <a:ext cx="2383952" cy="1642730"/>
          </a:xfrm>
          <a:custGeom>
            <a:rect b="b" l="l" r="r" t="t"/>
            <a:pathLst>
              <a:path extrusionOk="0" h="29383" w="42641">
                <a:moveTo>
                  <a:pt x="9364" y="81"/>
                </a:moveTo>
                <a:lnTo>
                  <a:pt x="10796" y="141"/>
                </a:lnTo>
                <a:lnTo>
                  <a:pt x="12209" y="222"/>
                </a:lnTo>
                <a:lnTo>
                  <a:pt x="13642" y="363"/>
                </a:lnTo>
                <a:lnTo>
                  <a:pt x="15054" y="505"/>
                </a:lnTo>
                <a:lnTo>
                  <a:pt x="16467" y="706"/>
                </a:lnTo>
                <a:lnTo>
                  <a:pt x="17880" y="928"/>
                </a:lnTo>
                <a:lnTo>
                  <a:pt x="19292" y="1191"/>
                </a:lnTo>
                <a:lnTo>
                  <a:pt x="20685" y="1494"/>
                </a:lnTo>
                <a:lnTo>
                  <a:pt x="22077" y="1816"/>
                </a:lnTo>
                <a:lnTo>
                  <a:pt x="23469" y="2180"/>
                </a:lnTo>
                <a:lnTo>
                  <a:pt x="24842" y="2563"/>
                </a:lnTo>
                <a:lnTo>
                  <a:pt x="26194" y="2987"/>
                </a:lnTo>
                <a:lnTo>
                  <a:pt x="27546" y="3451"/>
                </a:lnTo>
                <a:lnTo>
                  <a:pt x="28878" y="3935"/>
                </a:lnTo>
                <a:lnTo>
                  <a:pt x="30210" y="4460"/>
                </a:lnTo>
                <a:lnTo>
                  <a:pt x="31340" y="4944"/>
                </a:lnTo>
                <a:lnTo>
                  <a:pt x="32409" y="5429"/>
                </a:lnTo>
                <a:lnTo>
                  <a:pt x="33418" y="5933"/>
                </a:lnTo>
                <a:lnTo>
                  <a:pt x="34346" y="6438"/>
                </a:lnTo>
                <a:lnTo>
                  <a:pt x="35234" y="6962"/>
                </a:lnTo>
                <a:lnTo>
                  <a:pt x="36062" y="7487"/>
                </a:lnTo>
                <a:lnTo>
                  <a:pt x="36829" y="8032"/>
                </a:lnTo>
                <a:lnTo>
                  <a:pt x="37555" y="8597"/>
                </a:lnTo>
                <a:lnTo>
                  <a:pt x="37979" y="8960"/>
                </a:lnTo>
                <a:lnTo>
                  <a:pt x="38403" y="9344"/>
                </a:lnTo>
                <a:lnTo>
                  <a:pt x="38806" y="9727"/>
                </a:lnTo>
                <a:lnTo>
                  <a:pt x="39190" y="10131"/>
                </a:lnTo>
                <a:lnTo>
                  <a:pt x="39573" y="10534"/>
                </a:lnTo>
                <a:lnTo>
                  <a:pt x="39916" y="10938"/>
                </a:lnTo>
                <a:lnTo>
                  <a:pt x="40239" y="11362"/>
                </a:lnTo>
                <a:lnTo>
                  <a:pt x="40562" y="11785"/>
                </a:lnTo>
                <a:lnTo>
                  <a:pt x="40844" y="12209"/>
                </a:lnTo>
                <a:lnTo>
                  <a:pt x="41127" y="12653"/>
                </a:lnTo>
                <a:lnTo>
                  <a:pt x="41369" y="13097"/>
                </a:lnTo>
                <a:lnTo>
                  <a:pt x="41611" y="13541"/>
                </a:lnTo>
                <a:lnTo>
                  <a:pt x="41813" y="14005"/>
                </a:lnTo>
                <a:lnTo>
                  <a:pt x="42015" y="14469"/>
                </a:lnTo>
                <a:lnTo>
                  <a:pt x="42176" y="14913"/>
                </a:lnTo>
                <a:lnTo>
                  <a:pt x="42338" y="15398"/>
                </a:lnTo>
                <a:lnTo>
                  <a:pt x="42459" y="15862"/>
                </a:lnTo>
                <a:lnTo>
                  <a:pt x="42499" y="16104"/>
                </a:lnTo>
                <a:lnTo>
                  <a:pt x="42540" y="16366"/>
                </a:lnTo>
                <a:lnTo>
                  <a:pt x="42560" y="16608"/>
                </a:lnTo>
                <a:lnTo>
                  <a:pt x="42560" y="16851"/>
                </a:lnTo>
                <a:lnTo>
                  <a:pt x="42540" y="17113"/>
                </a:lnTo>
                <a:lnTo>
                  <a:pt x="42519" y="17355"/>
                </a:lnTo>
                <a:lnTo>
                  <a:pt x="42479" y="17577"/>
                </a:lnTo>
                <a:lnTo>
                  <a:pt x="42418" y="17799"/>
                </a:lnTo>
                <a:lnTo>
                  <a:pt x="42338" y="18021"/>
                </a:lnTo>
                <a:lnTo>
                  <a:pt x="42217" y="18223"/>
                </a:lnTo>
                <a:lnTo>
                  <a:pt x="42096" y="18404"/>
                </a:lnTo>
                <a:lnTo>
                  <a:pt x="41954" y="18566"/>
                </a:lnTo>
                <a:lnTo>
                  <a:pt x="41773" y="18707"/>
                </a:lnTo>
                <a:lnTo>
                  <a:pt x="41571" y="18848"/>
                </a:lnTo>
                <a:lnTo>
                  <a:pt x="41409" y="18909"/>
                </a:lnTo>
                <a:lnTo>
                  <a:pt x="41228" y="18969"/>
                </a:lnTo>
                <a:lnTo>
                  <a:pt x="41046" y="19010"/>
                </a:lnTo>
                <a:lnTo>
                  <a:pt x="40865" y="19050"/>
                </a:lnTo>
                <a:lnTo>
                  <a:pt x="40461" y="19070"/>
                </a:lnTo>
                <a:lnTo>
                  <a:pt x="40057" y="19070"/>
                </a:lnTo>
                <a:lnTo>
                  <a:pt x="38948" y="19050"/>
                </a:lnTo>
                <a:lnTo>
                  <a:pt x="37838" y="19010"/>
                </a:lnTo>
                <a:lnTo>
                  <a:pt x="35618" y="18909"/>
                </a:lnTo>
                <a:lnTo>
                  <a:pt x="33398" y="18788"/>
                </a:lnTo>
                <a:lnTo>
                  <a:pt x="31198" y="18626"/>
                </a:lnTo>
                <a:lnTo>
                  <a:pt x="28918" y="18485"/>
                </a:lnTo>
                <a:lnTo>
                  <a:pt x="26597" y="18344"/>
                </a:lnTo>
                <a:lnTo>
                  <a:pt x="24277" y="18243"/>
                </a:lnTo>
                <a:lnTo>
                  <a:pt x="23126" y="18223"/>
                </a:lnTo>
                <a:lnTo>
                  <a:pt x="21956" y="18203"/>
                </a:lnTo>
                <a:lnTo>
                  <a:pt x="20806" y="18182"/>
                </a:lnTo>
                <a:lnTo>
                  <a:pt x="19635" y="18203"/>
                </a:lnTo>
                <a:lnTo>
                  <a:pt x="18465" y="18243"/>
                </a:lnTo>
                <a:lnTo>
                  <a:pt x="17315" y="18304"/>
                </a:lnTo>
                <a:lnTo>
                  <a:pt x="16164" y="18384"/>
                </a:lnTo>
                <a:lnTo>
                  <a:pt x="14994" y="18485"/>
                </a:lnTo>
                <a:lnTo>
                  <a:pt x="13844" y="18626"/>
                </a:lnTo>
                <a:lnTo>
                  <a:pt x="12693" y="18788"/>
                </a:lnTo>
                <a:lnTo>
                  <a:pt x="12007" y="18909"/>
                </a:lnTo>
                <a:lnTo>
                  <a:pt x="11321" y="19050"/>
                </a:lnTo>
                <a:lnTo>
                  <a:pt x="10615" y="19232"/>
                </a:lnTo>
                <a:lnTo>
                  <a:pt x="10272" y="19333"/>
                </a:lnTo>
                <a:lnTo>
                  <a:pt x="9929" y="19454"/>
                </a:lnTo>
                <a:lnTo>
                  <a:pt x="9586" y="19595"/>
                </a:lnTo>
                <a:lnTo>
                  <a:pt x="9263" y="19736"/>
                </a:lnTo>
                <a:lnTo>
                  <a:pt x="8940" y="19898"/>
                </a:lnTo>
                <a:lnTo>
                  <a:pt x="8617" y="20059"/>
                </a:lnTo>
                <a:lnTo>
                  <a:pt x="8314" y="20261"/>
                </a:lnTo>
                <a:lnTo>
                  <a:pt x="8032" y="20463"/>
                </a:lnTo>
                <a:lnTo>
                  <a:pt x="7749" y="20705"/>
                </a:lnTo>
                <a:lnTo>
                  <a:pt x="7487" y="20947"/>
                </a:lnTo>
                <a:lnTo>
                  <a:pt x="7245" y="21230"/>
                </a:lnTo>
                <a:lnTo>
                  <a:pt x="7003" y="21512"/>
                </a:lnTo>
                <a:lnTo>
                  <a:pt x="6801" y="21815"/>
                </a:lnTo>
                <a:lnTo>
                  <a:pt x="6619" y="22118"/>
                </a:lnTo>
                <a:lnTo>
                  <a:pt x="6458" y="22440"/>
                </a:lnTo>
                <a:lnTo>
                  <a:pt x="6316" y="22763"/>
                </a:lnTo>
                <a:lnTo>
                  <a:pt x="6195" y="23086"/>
                </a:lnTo>
                <a:lnTo>
                  <a:pt x="6094" y="23429"/>
                </a:lnTo>
                <a:lnTo>
                  <a:pt x="5994" y="23752"/>
                </a:lnTo>
                <a:lnTo>
                  <a:pt x="5913" y="24075"/>
                </a:lnTo>
                <a:lnTo>
                  <a:pt x="5792" y="24701"/>
                </a:lnTo>
                <a:lnTo>
                  <a:pt x="5711" y="25306"/>
                </a:lnTo>
                <a:lnTo>
                  <a:pt x="5650" y="25871"/>
                </a:lnTo>
                <a:lnTo>
                  <a:pt x="5650" y="26154"/>
                </a:lnTo>
                <a:lnTo>
                  <a:pt x="5650" y="26497"/>
                </a:lnTo>
                <a:lnTo>
                  <a:pt x="5650" y="27243"/>
                </a:lnTo>
                <a:lnTo>
                  <a:pt x="5630" y="27627"/>
                </a:lnTo>
                <a:lnTo>
                  <a:pt x="5610" y="28010"/>
                </a:lnTo>
                <a:lnTo>
                  <a:pt x="5529" y="28373"/>
                </a:lnTo>
                <a:lnTo>
                  <a:pt x="5489" y="28555"/>
                </a:lnTo>
                <a:lnTo>
                  <a:pt x="5428" y="28696"/>
                </a:lnTo>
                <a:lnTo>
                  <a:pt x="5368" y="28838"/>
                </a:lnTo>
                <a:lnTo>
                  <a:pt x="5287" y="28979"/>
                </a:lnTo>
                <a:lnTo>
                  <a:pt x="5206" y="29080"/>
                </a:lnTo>
                <a:lnTo>
                  <a:pt x="5106" y="29181"/>
                </a:lnTo>
                <a:lnTo>
                  <a:pt x="5005" y="29221"/>
                </a:lnTo>
                <a:lnTo>
                  <a:pt x="4904" y="29261"/>
                </a:lnTo>
                <a:lnTo>
                  <a:pt x="4803" y="29281"/>
                </a:lnTo>
                <a:lnTo>
                  <a:pt x="4702" y="29302"/>
                </a:lnTo>
                <a:lnTo>
                  <a:pt x="4581" y="29302"/>
                </a:lnTo>
                <a:lnTo>
                  <a:pt x="4440" y="29281"/>
                </a:lnTo>
                <a:lnTo>
                  <a:pt x="4177" y="29201"/>
                </a:lnTo>
                <a:lnTo>
                  <a:pt x="3955" y="29100"/>
                </a:lnTo>
                <a:lnTo>
                  <a:pt x="3774" y="28959"/>
                </a:lnTo>
                <a:lnTo>
                  <a:pt x="3592" y="28797"/>
                </a:lnTo>
                <a:lnTo>
                  <a:pt x="3451" y="28616"/>
                </a:lnTo>
                <a:lnTo>
                  <a:pt x="3310" y="28414"/>
                </a:lnTo>
                <a:lnTo>
                  <a:pt x="3188" y="28192"/>
                </a:lnTo>
                <a:lnTo>
                  <a:pt x="2946" y="27728"/>
                </a:lnTo>
                <a:lnTo>
                  <a:pt x="2523" y="26678"/>
                </a:lnTo>
                <a:lnTo>
                  <a:pt x="2119" y="25629"/>
                </a:lnTo>
                <a:lnTo>
                  <a:pt x="1756" y="24539"/>
                </a:lnTo>
                <a:lnTo>
                  <a:pt x="1433" y="23429"/>
                </a:lnTo>
                <a:lnTo>
                  <a:pt x="1130" y="22279"/>
                </a:lnTo>
                <a:lnTo>
                  <a:pt x="868" y="21129"/>
                </a:lnTo>
                <a:lnTo>
                  <a:pt x="646" y="19938"/>
                </a:lnTo>
                <a:lnTo>
                  <a:pt x="464" y="18707"/>
                </a:lnTo>
                <a:lnTo>
                  <a:pt x="323" y="17476"/>
                </a:lnTo>
                <a:lnTo>
                  <a:pt x="202" y="16205"/>
                </a:lnTo>
                <a:lnTo>
                  <a:pt x="141" y="14913"/>
                </a:lnTo>
                <a:lnTo>
                  <a:pt x="101" y="13602"/>
                </a:lnTo>
                <a:lnTo>
                  <a:pt x="81" y="12250"/>
                </a:lnTo>
                <a:lnTo>
                  <a:pt x="121" y="10897"/>
                </a:lnTo>
                <a:lnTo>
                  <a:pt x="202" y="9505"/>
                </a:lnTo>
                <a:lnTo>
                  <a:pt x="303" y="8092"/>
                </a:lnTo>
                <a:lnTo>
                  <a:pt x="404" y="7144"/>
                </a:lnTo>
                <a:lnTo>
                  <a:pt x="464" y="6639"/>
                </a:lnTo>
                <a:lnTo>
                  <a:pt x="545" y="6135"/>
                </a:lnTo>
                <a:lnTo>
                  <a:pt x="646" y="5630"/>
                </a:lnTo>
                <a:lnTo>
                  <a:pt x="767" y="5106"/>
                </a:lnTo>
                <a:lnTo>
                  <a:pt x="928" y="4601"/>
                </a:lnTo>
                <a:lnTo>
                  <a:pt x="1090" y="4097"/>
                </a:lnTo>
                <a:lnTo>
                  <a:pt x="1292" y="3612"/>
                </a:lnTo>
                <a:lnTo>
                  <a:pt x="1514" y="3128"/>
                </a:lnTo>
                <a:lnTo>
                  <a:pt x="1776" y="2684"/>
                </a:lnTo>
                <a:lnTo>
                  <a:pt x="2058" y="2240"/>
                </a:lnTo>
                <a:lnTo>
                  <a:pt x="2220" y="2038"/>
                </a:lnTo>
                <a:lnTo>
                  <a:pt x="2381" y="1837"/>
                </a:lnTo>
                <a:lnTo>
                  <a:pt x="2563" y="1655"/>
                </a:lnTo>
                <a:lnTo>
                  <a:pt x="2765" y="1473"/>
                </a:lnTo>
                <a:lnTo>
                  <a:pt x="2967" y="1312"/>
                </a:lnTo>
                <a:lnTo>
                  <a:pt x="3168" y="1150"/>
                </a:lnTo>
                <a:lnTo>
                  <a:pt x="3390" y="989"/>
                </a:lnTo>
                <a:lnTo>
                  <a:pt x="3612" y="848"/>
                </a:lnTo>
                <a:lnTo>
                  <a:pt x="3854" y="727"/>
                </a:lnTo>
                <a:lnTo>
                  <a:pt x="4117" y="626"/>
                </a:lnTo>
                <a:lnTo>
                  <a:pt x="4359" y="525"/>
                </a:lnTo>
                <a:lnTo>
                  <a:pt x="4621" y="424"/>
                </a:lnTo>
                <a:lnTo>
                  <a:pt x="5146" y="303"/>
                </a:lnTo>
                <a:lnTo>
                  <a:pt x="5691" y="202"/>
                </a:lnTo>
                <a:lnTo>
                  <a:pt x="6236" y="141"/>
                </a:lnTo>
                <a:lnTo>
                  <a:pt x="6760" y="101"/>
                </a:lnTo>
                <a:lnTo>
                  <a:pt x="7305" y="81"/>
                </a:lnTo>
                <a:close/>
                <a:moveTo>
                  <a:pt x="7305" y="0"/>
                </a:moveTo>
                <a:lnTo>
                  <a:pt x="6760" y="20"/>
                </a:lnTo>
                <a:lnTo>
                  <a:pt x="6215" y="61"/>
                </a:lnTo>
                <a:lnTo>
                  <a:pt x="5671" y="121"/>
                </a:lnTo>
                <a:lnTo>
                  <a:pt x="5126" y="222"/>
                </a:lnTo>
                <a:lnTo>
                  <a:pt x="4601" y="363"/>
                </a:lnTo>
                <a:lnTo>
                  <a:pt x="4339" y="444"/>
                </a:lnTo>
                <a:lnTo>
                  <a:pt x="4076" y="545"/>
                </a:lnTo>
                <a:lnTo>
                  <a:pt x="3834" y="666"/>
                </a:lnTo>
                <a:lnTo>
                  <a:pt x="3572" y="787"/>
                </a:lnTo>
                <a:lnTo>
                  <a:pt x="3350" y="928"/>
                </a:lnTo>
                <a:lnTo>
                  <a:pt x="3128" y="1070"/>
                </a:lnTo>
                <a:lnTo>
                  <a:pt x="2906" y="1231"/>
                </a:lnTo>
                <a:lnTo>
                  <a:pt x="2704" y="1413"/>
                </a:lnTo>
                <a:lnTo>
                  <a:pt x="2523" y="1594"/>
                </a:lnTo>
                <a:lnTo>
                  <a:pt x="2341" y="1776"/>
                </a:lnTo>
                <a:lnTo>
                  <a:pt x="2159" y="1978"/>
                </a:lnTo>
                <a:lnTo>
                  <a:pt x="1998" y="2200"/>
                </a:lnTo>
                <a:lnTo>
                  <a:pt x="1695" y="2624"/>
                </a:lnTo>
                <a:lnTo>
                  <a:pt x="1453" y="3088"/>
                </a:lnTo>
                <a:lnTo>
                  <a:pt x="1211" y="3572"/>
                </a:lnTo>
                <a:lnTo>
                  <a:pt x="1009" y="4056"/>
                </a:lnTo>
                <a:lnTo>
                  <a:pt x="848" y="4561"/>
                </a:lnTo>
                <a:lnTo>
                  <a:pt x="706" y="5086"/>
                </a:lnTo>
                <a:lnTo>
                  <a:pt x="585" y="5590"/>
                </a:lnTo>
                <a:lnTo>
                  <a:pt x="464" y="6115"/>
                </a:lnTo>
                <a:lnTo>
                  <a:pt x="383" y="6619"/>
                </a:lnTo>
                <a:lnTo>
                  <a:pt x="323" y="7124"/>
                </a:lnTo>
                <a:lnTo>
                  <a:pt x="222" y="8092"/>
                </a:lnTo>
                <a:lnTo>
                  <a:pt x="121" y="9505"/>
                </a:lnTo>
                <a:lnTo>
                  <a:pt x="40" y="10897"/>
                </a:lnTo>
                <a:lnTo>
                  <a:pt x="0" y="12250"/>
                </a:lnTo>
                <a:lnTo>
                  <a:pt x="20" y="13602"/>
                </a:lnTo>
                <a:lnTo>
                  <a:pt x="61" y="14913"/>
                </a:lnTo>
                <a:lnTo>
                  <a:pt x="121" y="16205"/>
                </a:lnTo>
                <a:lnTo>
                  <a:pt x="242" y="17476"/>
                </a:lnTo>
                <a:lnTo>
                  <a:pt x="383" y="18727"/>
                </a:lnTo>
                <a:lnTo>
                  <a:pt x="565" y="19938"/>
                </a:lnTo>
                <a:lnTo>
                  <a:pt x="787" y="21149"/>
                </a:lnTo>
                <a:lnTo>
                  <a:pt x="1049" y="22319"/>
                </a:lnTo>
                <a:lnTo>
                  <a:pt x="1352" y="23449"/>
                </a:lnTo>
                <a:lnTo>
                  <a:pt x="1675" y="24559"/>
                </a:lnTo>
                <a:lnTo>
                  <a:pt x="2038" y="25649"/>
                </a:lnTo>
                <a:lnTo>
                  <a:pt x="2442" y="26719"/>
                </a:lnTo>
                <a:lnTo>
                  <a:pt x="2886" y="27748"/>
                </a:lnTo>
                <a:lnTo>
                  <a:pt x="3108" y="28232"/>
                </a:lnTo>
                <a:lnTo>
                  <a:pt x="3249" y="28454"/>
                </a:lnTo>
                <a:lnTo>
                  <a:pt x="3390" y="28676"/>
                </a:lnTo>
                <a:lnTo>
                  <a:pt x="3552" y="28858"/>
                </a:lnTo>
                <a:lnTo>
                  <a:pt x="3733" y="29019"/>
                </a:lnTo>
                <a:lnTo>
                  <a:pt x="3915" y="29160"/>
                </a:lnTo>
                <a:lnTo>
                  <a:pt x="4137" y="29261"/>
                </a:lnTo>
                <a:lnTo>
                  <a:pt x="4419" y="29362"/>
                </a:lnTo>
                <a:lnTo>
                  <a:pt x="4541" y="29382"/>
                </a:lnTo>
                <a:lnTo>
                  <a:pt x="4662" y="29382"/>
                </a:lnTo>
                <a:lnTo>
                  <a:pt x="4803" y="29362"/>
                </a:lnTo>
                <a:lnTo>
                  <a:pt x="4924" y="29342"/>
                </a:lnTo>
                <a:lnTo>
                  <a:pt x="5045" y="29302"/>
                </a:lnTo>
                <a:lnTo>
                  <a:pt x="5146" y="29241"/>
                </a:lnTo>
                <a:lnTo>
                  <a:pt x="5247" y="29140"/>
                </a:lnTo>
                <a:lnTo>
                  <a:pt x="5348" y="29039"/>
                </a:lnTo>
                <a:lnTo>
                  <a:pt x="5428" y="28898"/>
                </a:lnTo>
                <a:lnTo>
                  <a:pt x="5509" y="28757"/>
                </a:lnTo>
                <a:lnTo>
                  <a:pt x="5570" y="28595"/>
                </a:lnTo>
                <a:lnTo>
                  <a:pt x="5610" y="28414"/>
                </a:lnTo>
                <a:lnTo>
                  <a:pt x="5671" y="28051"/>
                </a:lnTo>
                <a:lnTo>
                  <a:pt x="5711" y="27647"/>
                </a:lnTo>
                <a:lnTo>
                  <a:pt x="5731" y="27243"/>
                </a:lnTo>
                <a:lnTo>
                  <a:pt x="5731" y="26497"/>
                </a:lnTo>
                <a:lnTo>
                  <a:pt x="5731" y="26154"/>
                </a:lnTo>
                <a:lnTo>
                  <a:pt x="5731" y="25891"/>
                </a:lnTo>
                <a:lnTo>
                  <a:pt x="5792" y="25326"/>
                </a:lnTo>
                <a:lnTo>
                  <a:pt x="5872" y="24721"/>
                </a:lnTo>
                <a:lnTo>
                  <a:pt x="5994" y="24095"/>
                </a:lnTo>
                <a:lnTo>
                  <a:pt x="6074" y="23772"/>
                </a:lnTo>
                <a:lnTo>
                  <a:pt x="6155" y="23449"/>
                </a:lnTo>
                <a:lnTo>
                  <a:pt x="6276" y="23127"/>
                </a:lnTo>
                <a:lnTo>
                  <a:pt x="6397" y="22804"/>
                </a:lnTo>
                <a:lnTo>
                  <a:pt x="6538" y="22481"/>
                </a:lnTo>
                <a:lnTo>
                  <a:pt x="6700" y="22178"/>
                </a:lnTo>
                <a:lnTo>
                  <a:pt x="6881" y="21855"/>
                </a:lnTo>
                <a:lnTo>
                  <a:pt x="7083" y="21573"/>
                </a:lnTo>
                <a:lnTo>
                  <a:pt x="7305" y="21270"/>
                </a:lnTo>
                <a:lnTo>
                  <a:pt x="7547" y="21008"/>
                </a:lnTo>
                <a:lnTo>
                  <a:pt x="7810" y="20765"/>
                </a:lnTo>
                <a:lnTo>
                  <a:pt x="8092" y="20523"/>
                </a:lnTo>
                <a:lnTo>
                  <a:pt x="8375" y="20322"/>
                </a:lnTo>
                <a:lnTo>
                  <a:pt x="8677" y="20140"/>
                </a:lnTo>
                <a:lnTo>
                  <a:pt x="8980" y="19958"/>
                </a:lnTo>
                <a:lnTo>
                  <a:pt x="9303" y="19797"/>
                </a:lnTo>
                <a:lnTo>
                  <a:pt x="9626" y="19656"/>
                </a:lnTo>
                <a:lnTo>
                  <a:pt x="9969" y="19535"/>
                </a:lnTo>
                <a:lnTo>
                  <a:pt x="10292" y="19413"/>
                </a:lnTo>
                <a:lnTo>
                  <a:pt x="10635" y="19313"/>
                </a:lnTo>
                <a:lnTo>
                  <a:pt x="11341" y="19131"/>
                </a:lnTo>
                <a:lnTo>
                  <a:pt x="12027" y="18990"/>
                </a:lnTo>
                <a:lnTo>
                  <a:pt x="12713" y="18869"/>
                </a:lnTo>
                <a:lnTo>
                  <a:pt x="13864" y="18707"/>
                </a:lnTo>
                <a:lnTo>
                  <a:pt x="15014" y="18566"/>
                </a:lnTo>
                <a:lnTo>
                  <a:pt x="16164" y="18465"/>
                </a:lnTo>
                <a:lnTo>
                  <a:pt x="17315" y="18384"/>
                </a:lnTo>
                <a:lnTo>
                  <a:pt x="18485" y="18324"/>
                </a:lnTo>
                <a:lnTo>
                  <a:pt x="19635" y="18283"/>
                </a:lnTo>
                <a:lnTo>
                  <a:pt x="20806" y="18263"/>
                </a:lnTo>
                <a:lnTo>
                  <a:pt x="21956" y="18283"/>
                </a:lnTo>
                <a:lnTo>
                  <a:pt x="23126" y="18304"/>
                </a:lnTo>
                <a:lnTo>
                  <a:pt x="24277" y="18324"/>
                </a:lnTo>
                <a:lnTo>
                  <a:pt x="26597" y="18425"/>
                </a:lnTo>
                <a:lnTo>
                  <a:pt x="28918" y="18566"/>
                </a:lnTo>
                <a:lnTo>
                  <a:pt x="31198" y="18707"/>
                </a:lnTo>
                <a:lnTo>
                  <a:pt x="33398" y="18869"/>
                </a:lnTo>
                <a:lnTo>
                  <a:pt x="35618" y="18990"/>
                </a:lnTo>
                <a:lnTo>
                  <a:pt x="37838" y="19091"/>
                </a:lnTo>
                <a:lnTo>
                  <a:pt x="38948" y="19131"/>
                </a:lnTo>
                <a:lnTo>
                  <a:pt x="40057" y="19151"/>
                </a:lnTo>
                <a:lnTo>
                  <a:pt x="40481" y="19151"/>
                </a:lnTo>
                <a:lnTo>
                  <a:pt x="40885" y="19131"/>
                </a:lnTo>
                <a:lnTo>
                  <a:pt x="41066" y="19091"/>
                </a:lnTo>
                <a:lnTo>
                  <a:pt x="41248" y="19050"/>
                </a:lnTo>
                <a:lnTo>
                  <a:pt x="41430" y="18990"/>
                </a:lnTo>
                <a:lnTo>
                  <a:pt x="41611" y="18909"/>
                </a:lnTo>
                <a:lnTo>
                  <a:pt x="41813" y="18788"/>
                </a:lnTo>
                <a:lnTo>
                  <a:pt x="41995" y="18626"/>
                </a:lnTo>
                <a:lnTo>
                  <a:pt x="42156" y="18465"/>
                </a:lnTo>
                <a:lnTo>
                  <a:pt x="42297" y="18263"/>
                </a:lnTo>
                <a:lnTo>
                  <a:pt x="42398" y="18061"/>
                </a:lnTo>
                <a:lnTo>
                  <a:pt x="42479" y="17839"/>
                </a:lnTo>
                <a:lnTo>
                  <a:pt x="42560" y="17617"/>
                </a:lnTo>
                <a:lnTo>
                  <a:pt x="42600" y="17375"/>
                </a:lnTo>
                <a:lnTo>
                  <a:pt x="42620" y="17133"/>
                </a:lnTo>
                <a:lnTo>
                  <a:pt x="42640" y="16871"/>
                </a:lnTo>
                <a:lnTo>
                  <a:pt x="42640" y="16608"/>
                </a:lnTo>
                <a:lnTo>
                  <a:pt x="42620" y="16366"/>
                </a:lnTo>
                <a:lnTo>
                  <a:pt x="42580" y="16104"/>
                </a:lnTo>
                <a:lnTo>
                  <a:pt x="42540" y="15862"/>
                </a:lnTo>
                <a:lnTo>
                  <a:pt x="42418" y="15357"/>
                </a:lnTo>
                <a:lnTo>
                  <a:pt x="42257" y="14893"/>
                </a:lnTo>
                <a:lnTo>
                  <a:pt x="42096" y="14429"/>
                </a:lnTo>
                <a:lnTo>
                  <a:pt x="41894" y="13965"/>
                </a:lnTo>
                <a:lnTo>
                  <a:pt x="41672" y="13521"/>
                </a:lnTo>
                <a:lnTo>
                  <a:pt x="41450" y="13057"/>
                </a:lnTo>
                <a:lnTo>
                  <a:pt x="41187" y="12613"/>
                </a:lnTo>
                <a:lnTo>
                  <a:pt x="40925" y="12169"/>
                </a:lnTo>
                <a:lnTo>
                  <a:pt x="40622" y="11745"/>
                </a:lnTo>
                <a:lnTo>
                  <a:pt x="40320" y="11301"/>
                </a:lnTo>
                <a:lnTo>
                  <a:pt x="39977" y="10897"/>
                </a:lnTo>
                <a:lnTo>
                  <a:pt x="39634" y="10474"/>
                </a:lnTo>
                <a:lnTo>
                  <a:pt x="39250" y="10070"/>
                </a:lnTo>
                <a:lnTo>
                  <a:pt x="38867" y="9666"/>
                </a:lnTo>
                <a:lnTo>
                  <a:pt x="38463" y="9283"/>
                </a:lnTo>
                <a:lnTo>
                  <a:pt x="38039" y="8900"/>
                </a:lnTo>
                <a:lnTo>
                  <a:pt x="37595" y="8536"/>
                </a:lnTo>
                <a:lnTo>
                  <a:pt x="36869" y="7971"/>
                </a:lnTo>
                <a:lnTo>
                  <a:pt x="36102" y="7426"/>
                </a:lnTo>
                <a:lnTo>
                  <a:pt x="35275" y="6882"/>
                </a:lnTo>
                <a:lnTo>
                  <a:pt x="34387" y="6377"/>
                </a:lnTo>
                <a:lnTo>
                  <a:pt x="33459" y="5873"/>
                </a:lnTo>
                <a:lnTo>
                  <a:pt x="32450" y="5368"/>
                </a:lnTo>
                <a:lnTo>
                  <a:pt x="31380" y="4884"/>
                </a:lnTo>
                <a:lnTo>
                  <a:pt x="30230" y="4379"/>
                </a:lnTo>
                <a:lnTo>
                  <a:pt x="28918" y="3875"/>
                </a:lnTo>
                <a:lnTo>
                  <a:pt x="27586" y="3370"/>
                </a:lnTo>
                <a:lnTo>
                  <a:pt x="26234" y="2906"/>
                </a:lnTo>
                <a:lnTo>
                  <a:pt x="24862" y="2482"/>
                </a:lnTo>
                <a:lnTo>
                  <a:pt x="23490" y="2099"/>
                </a:lnTo>
                <a:lnTo>
                  <a:pt x="22097" y="1736"/>
                </a:lnTo>
                <a:lnTo>
                  <a:pt x="20705" y="1413"/>
                </a:lnTo>
                <a:lnTo>
                  <a:pt x="19312" y="1110"/>
                </a:lnTo>
                <a:lnTo>
                  <a:pt x="17900" y="848"/>
                </a:lnTo>
                <a:lnTo>
                  <a:pt x="16487" y="626"/>
                </a:lnTo>
                <a:lnTo>
                  <a:pt x="15075" y="424"/>
                </a:lnTo>
                <a:lnTo>
                  <a:pt x="13642" y="283"/>
                </a:lnTo>
                <a:lnTo>
                  <a:pt x="12229" y="141"/>
                </a:lnTo>
                <a:lnTo>
                  <a:pt x="10796" y="61"/>
                </a:lnTo>
                <a:lnTo>
                  <a:pt x="9364" y="0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25" name="Google Shape;2025;p23"/>
          <p:cNvSpPr/>
          <p:nvPr/>
        </p:nvSpPr>
        <p:spPr>
          <a:xfrm flipH="1" rot="-5400000">
            <a:off x="8287966" y="2553663"/>
            <a:ext cx="2123367" cy="1193681"/>
          </a:xfrm>
          <a:custGeom>
            <a:rect b="b" l="l" r="r" t="t"/>
            <a:pathLst>
              <a:path extrusionOk="0" h="21351" w="37980">
                <a:moveTo>
                  <a:pt x="10776" y="81"/>
                </a:moveTo>
                <a:lnTo>
                  <a:pt x="11341" y="101"/>
                </a:lnTo>
                <a:lnTo>
                  <a:pt x="11927" y="121"/>
                </a:lnTo>
                <a:lnTo>
                  <a:pt x="12532" y="182"/>
                </a:lnTo>
                <a:lnTo>
                  <a:pt x="13178" y="222"/>
                </a:lnTo>
                <a:lnTo>
                  <a:pt x="13824" y="303"/>
                </a:lnTo>
                <a:lnTo>
                  <a:pt x="14510" y="404"/>
                </a:lnTo>
                <a:lnTo>
                  <a:pt x="15216" y="505"/>
                </a:lnTo>
                <a:lnTo>
                  <a:pt x="15943" y="626"/>
                </a:lnTo>
                <a:lnTo>
                  <a:pt x="16709" y="767"/>
                </a:lnTo>
                <a:lnTo>
                  <a:pt x="17496" y="949"/>
                </a:lnTo>
                <a:lnTo>
                  <a:pt x="18324" y="1130"/>
                </a:lnTo>
                <a:lnTo>
                  <a:pt x="19171" y="1332"/>
                </a:lnTo>
                <a:lnTo>
                  <a:pt x="20039" y="1554"/>
                </a:lnTo>
                <a:lnTo>
                  <a:pt x="20947" y="1796"/>
                </a:lnTo>
                <a:lnTo>
                  <a:pt x="21875" y="2059"/>
                </a:lnTo>
                <a:lnTo>
                  <a:pt x="23571" y="2583"/>
                </a:lnTo>
                <a:lnTo>
                  <a:pt x="24418" y="2866"/>
                </a:lnTo>
                <a:lnTo>
                  <a:pt x="25286" y="3148"/>
                </a:lnTo>
                <a:lnTo>
                  <a:pt x="26154" y="3471"/>
                </a:lnTo>
                <a:lnTo>
                  <a:pt x="27021" y="3794"/>
                </a:lnTo>
                <a:lnTo>
                  <a:pt x="27889" y="4157"/>
                </a:lnTo>
                <a:lnTo>
                  <a:pt x="28757" y="4541"/>
                </a:lnTo>
                <a:lnTo>
                  <a:pt x="29625" y="4944"/>
                </a:lnTo>
                <a:lnTo>
                  <a:pt x="30472" y="5368"/>
                </a:lnTo>
                <a:lnTo>
                  <a:pt x="31300" y="5832"/>
                </a:lnTo>
                <a:lnTo>
                  <a:pt x="32127" y="6317"/>
                </a:lnTo>
                <a:lnTo>
                  <a:pt x="32954" y="6841"/>
                </a:lnTo>
                <a:lnTo>
                  <a:pt x="33741" y="7406"/>
                </a:lnTo>
                <a:lnTo>
                  <a:pt x="34508" y="7992"/>
                </a:lnTo>
                <a:lnTo>
                  <a:pt x="35255" y="8637"/>
                </a:lnTo>
                <a:lnTo>
                  <a:pt x="35638" y="8980"/>
                </a:lnTo>
                <a:lnTo>
                  <a:pt x="36001" y="9344"/>
                </a:lnTo>
                <a:lnTo>
                  <a:pt x="36345" y="9687"/>
                </a:lnTo>
                <a:lnTo>
                  <a:pt x="36627" y="10030"/>
                </a:lnTo>
                <a:lnTo>
                  <a:pt x="36910" y="10373"/>
                </a:lnTo>
                <a:lnTo>
                  <a:pt x="37132" y="10696"/>
                </a:lnTo>
                <a:lnTo>
                  <a:pt x="37354" y="11039"/>
                </a:lnTo>
                <a:lnTo>
                  <a:pt x="37535" y="11382"/>
                </a:lnTo>
                <a:lnTo>
                  <a:pt x="37656" y="11624"/>
                </a:lnTo>
                <a:lnTo>
                  <a:pt x="37737" y="11846"/>
                </a:lnTo>
                <a:lnTo>
                  <a:pt x="37818" y="12068"/>
                </a:lnTo>
                <a:lnTo>
                  <a:pt x="37858" y="12290"/>
                </a:lnTo>
                <a:lnTo>
                  <a:pt x="37898" y="12492"/>
                </a:lnTo>
                <a:lnTo>
                  <a:pt x="37898" y="12694"/>
                </a:lnTo>
                <a:lnTo>
                  <a:pt x="37878" y="12875"/>
                </a:lnTo>
                <a:lnTo>
                  <a:pt x="37838" y="13057"/>
                </a:lnTo>
                <a:lnTo>
                  <a:pt x="37757" y="13259"/>
                </a:lnTo>
                <a:lnTo>
                  <a:pt x="37636" y="13460"/>
                </a:lnTo>
                <a:lnTo>
                  <a:pt x="37495" y="13662"/>
                </a:lnTo>
                <a:lnTo>
                  <a:pt x="37313" y="13824"/>
                </a:lnTo>
                <a:lnTo>
                  <a:pt x="37111" y="13985"/>
                </a:lnTo>
                <a:lnTo>
                  <a:pt x="36869" y="14106"/>
                </a:lnTo>
                <a:lnTo>
                  <a:pt x="36627" y="14207"/>
                </a:lnTo>
                <a:lnTo>
                  <a:pt x="36365" y="14288"/>
                </a:lnTo>
                <a:lnTo>
                  <a:pt x="36102" y="14328"/>
                </a:lnTo>
                <a:lnTo>
                  <a:pt x="35860" y="14368"/>
                </a:lnTo>
                <a:lnTo>
                  <a:pt x="35336" y="14368"/>
                </a:lnTo>
                <a:lnTo>
                  <a:pt x="34831" y="14328"/>
                </a:lnTo>
                <a:lnTo>
                  <a:pt x="34327" y="14268"/>
                </a:lnTo>
                <a:lnTo>
                  <a:pt x="34306" y="14268"/>
                </a:lnTo>
                <a:lnTo>
                  <a:pt x="32934" y="14106"/>
                </a:lnTo>
                <a:lnTo>
                  <a:pt x="31501" y="13945"/>
                </a:lnTo>
                <a:lnTo>
                  <a:pt x="30028" y="13803"/>
                </a:lnTo>
                <a:lnTo>
                  <a:pt x="28535" y="13682"/>
                </a:lnTo>
                <a:lnTo>
                  <a:pt x="26981" y="13561"/>
                </a:lnTo>
                <a:lnTo>
                  <a:pt x="25387" y="13481"/>
                </a:lnTo>
                <a:lnTo>
                  <a:pt x="23772" y="13420"/>
                </a:lnTo>
                <a:lnTo>
                  <a:pt x="22138" y="13400"/>
                </a:lnTo>
                <a:lnTo>
                  <a:pt x="20483" y="13420"/>
                </a:lnTo>
                <a:lnTo>
                  <a:pt x="18788" y="13460"/>
                </a:lnTo>
                <a:lnTo>
                  <a:pt x="17093" y="13561"/>
                </a:lnTo>
                <a:lnTo>
                  <a:pt x="16245" y="13622"/>
                </a:lnTo>
                <a:lnTo>
                  <a:pt x="15398" y="13703"/>
                </a:lnTo>
                <a:lnTo>
                  <a:pt x="14530" y="13803"/>
                </a:lnTo>
                <a:lnTo>
                  <a:pt x="13682" y="13904"/>
                </a:lnTo>
                <a:lnTo>
                  <a:pt x="12815" y="14025"/>
                </a:lnTo>
                <a:lnTo>
                  <a:pt x="11967" y="14146"/>
                </a:lnTo>
                <a:lnTo>
                  <a:pt x="11099" y="14308"/>
                </a:lnTo>
                <a:lnTo>
                  <a:pt x="10252" y="14469"/>
                </a:lnTo>
                <a:lnTo>
                  <a:pt x="9384" y="14651"/>
                </a:lnTo>
                <a:lnTo>
                  <a:pt x="8536" y="14833"/>
                </a:lnTo>
                <a:lnTo>
                  <a:pt x="7992" y="14974"/>
                </a:lnTo>
                <a:lnTo>
                  <a:pt x="7467" y="15115"/>
                </a:lnTo>
                <a:lnTo>
                  <a:pt x="6922" y="15277"/>
                </a:lnTo>
                <a:lnTo>
                  <a:pt x="6397" y="15458"/>
                </a:lnTo>
                <a:lnTo>
                  <a:pt x="5873" y="15660"/>
                </a:lnTo>
                <a:lnTo>
                  <a:pt x="5368" y="15902"/>
                </a:lnTo>
                <a:lnTo>
                  <a:pt x="4864" y="16164"/>
                </a:lnTo>
                <a:lnTo>
                  <a:pt x="4379" y="16467"/>
                </a:lnTo>
                <a:lnTo>
                  <a:pt x="4137" y="16649"/>
                </a:lnTo>
                <a:lnTo>
                  <a:pt x="3875" y="16851"/>
                </a:lnTo>
                <a:lnTo>
                  <a:pt x="3613" y="17073"/>
                </a:lnTo>
                <a:lnTo>
                  <a:pt x="3350" y="17335"/>
                </a:lnTo>
                <a:lnTo>
                  <a:pt x="3108" y="17617"/>
                </a:lnTo>
                <a:lnTo>
                  <a:pt x="2866" y="17940"/>
                </a:lnTo>
                <a:lnTo>
                  <a:pt x="2644" y="18283"/>
                </a:lnTo>
                <a:lnTo>
                  <a:pt x="2462" y="18667"/>
                </a:lnTo>
                <a:lnTo>
                  <a:pt x="2382" y="18889"/>
                </a:lnTo>
                <a:lnTo>
                  <a:pt x="2341" y="19131"/>
                </a:lnTo>
                <a:lnTo>
                  <a:pt x="2260" y="19635"/>
                </a:lnTo>
                <a:lnTo>
                  <a:pt x="2220" y="19918"/>
                </a:lnTo>
                <a:lnTo>
                  <a:pt x="2180" y="20201"/>
                </a:lnTo>
                <a:lnTo>
                  <a:pt x="2099" y="20463"/>
                </a:lnTo>
                <a:lnTo>
                  <a:pt x="2059" y="20584"/>
                </a:lnTo>
                <a:lnTo>
                  <a:pt x="1998" y="20705"/>
                </a:lnTo>
                <a:lnTo>
                  <a:pt x="1897" y="20846"/>
                </a:lnTo>
                <a:lnTo>
                  <a:pt x="1816" y="20988"/>
                </a:lnTo>
                <a:lnTo>
                  <a:pt x="1716" y="21088"/>
                </a:lnTo>
                <a:lnTo>
                  <a:pt x="1615" y="21169"/>
                </a:lnTo>
                <a:lnTo>
                  <a:pt x="1514" y="21210"/>
                </a:lnTo>
                <a:lnTo>
                  <a:pt x="1413" y="21250"/>
                </a:lnTo>
                <a:lnTo>
                  <a:pt x="1312" y="21270"/>
                </a:lnTo>
                <a:lnTo>
                  <a:pt x="1211" y="21250"/>
                </a:lnTo>
                <a:lnTo>
                  <a:pt x="1110" y="21210"/>
                </a:lnTo>
                <a:lnTo>
                  <a:pt x="1009" y="21149"/>
                </a:lnTo>
                <a:lnTo>
                  <a:pt x="908" y="21068"/>
                </a:lnTo>
                <a:lnTo>
                  <a:pt x="807" y="20967"/>
                </a:lnTo>
                <a:lnTo>
                  <a:pt x="707" y="20846"/>
                </a:lnTo>
                <a:lnTo>
                  <a:pt x="626" y="20725"/>
                </a:lnTo>
                <a:lnTo>
                  <a:pt x="464" y="20422"/>
                </a:lnTo>
                <a:lnTo>
                  <a:pt x="323" y="20100"/>
                </a:lnTo>
                <a:lnTo>
                  <a:pt x="222" y="19777"/>
                </a:lnTo>
                <a:lnTo>
                  <a:pt x="162" y="19454"/>
                </a:lnTo>
                <a:lnTo>
                  <a:pt x="121" y="19151"/>
                </a:lnTo>
                <a:lnTo>
                  <a:pt x="101" y="18223"/>
                </a:lnTo>
                <a:lnTo>
                  <a:pt x="81" y="17274"/>
                </a:lnTo>
                <a:lnTo>
                  <a:pt x="81" y="16326"/>
                </a:lnTo>
                <a:lnTo>
                  <a:pt x="101" y="15377"/>
                </a:lnTo>
                <a:lnTo>
                  <a:pt x="142" y="14449"/>
                </a:lnTo>
                <a:lnTo>
                  <a:pt x="182" y="13501"/>
                </a:lnTo>
                <a:lnTo>
                  <a:pt x="263" y="12572"/>
                </a:lnTo>
                <a:lnTo>
                  <a:pt x="343" y="11624"/>
                </a:lnTo>
                <a:lnTo>
                  <a:pt x="444" y="10696"/>
                </a:lnTo>
                <a:lnTo>
                  <a:pt x="545" y="9747"/>
                </a:lnTo>
                <a:lnTo>
                  <a:pt x="686" y="8819"/>
                </a:lnTo>
                <a:lnTo>
                  <a:pt x="828" y="7891"/>
                </a:lnTo>
                <a:lnTo>
                  <a:pt x="989" y="6962"/>
                </a:lnTo>
                <a:lnTo>
                  <a:pt x="1171" y="6034"/>
                </a:lnTo>
                <a:lnTo>
                  <a:pt x="1373" y="5126"/>
                </a:lnTo>
                <a:lnTo>
                  <a:pt x="1574" y="4198"/>
                </a:lnTo>
                <a:lnTo>
                  <a:pt x="1736" y="3572"/>
                </a:lnTo>
                <a:lnTo>
                  <a:pt x="1837" y="3269"/>
                </a:lnTo>
                <a:lnTo>
                  <a:pt x="1958" y="2967"/>
                </a:lnTo>
                <a:lnTo>
                  <a:pt x="2079" y="2664"/>
                </a:lnTo>
                <a:lnTo>
                  <a:pt x="2220" y="2402"/>
                </a:lnTo>
                <a:lnTo>
                  <a:pt x="2402" y="2139"/>
                </a:lnTo>
                <a:lnTo>
                  <a:pt x="2604" y="1897"/>
                </a:lnTo>
                <a:lnTo>
                  <a:pt x="2825" y="1695"/>
                </a:lnTo>
                <a:lnTo>
                  <a:pt x="3068" y="1514"/>
                </a:lnTo>
                <a:lnTo>
                  <a:pt x="3330" y="1352"/>
                </a:lnTo>
                <a:lnTo>
                  <a:pt x="3592" y="1211"/>
                </a:lnTo>
                <a:lnTo>
                  <a:pt x="3875" y="1090"/>
                </a:lnTo>
                <a:lnTo>
                  <a:pt x="4157" y="989"/>
                </a:lnTo>
                <a:lnTo>
                  <a:pt x="4702" y="807"/>
                </a:lnTo>
                <a:lnTo>
                  <a:pt x="5247" y="666"/>
                </a:lnTo>
                <a:lnTo>
                  <a:pt x="5832" y="525"/>
                </a:lnTo>
                <a:lnTo>
                  <a:pt x="6458" y="404"/>
                </a:lnTo>
                <a:lnTo>
                  <a:pt x="7104" y="303"/>
                </a:lnTo>
                <a:lnTo>
                  <a:pt x="7810" y="202"/>
                </a:lnTo>
                <a:lnTo>
                  <a:pt x="8577" y="142"/>
                </a:lnTo>
                <a:lnTo>
                  <a:pt x="9384" y="81"/>
                </a:lnTo>
                <a:close/>
                <a:moveTo>
                  <a:pt x="9848" y="0"/>
                </a:moveTo>
                <a:lnTo>
                  <a:pt x="9303" y="20"/>
                </a:lnTo>
                <a:lnTo>
                  <a:pt x="8758" y="41"/>
                </a:lnTo>
                <a:lnTo>
                  <a:pt x="8234" y="81"/>
                </a:lnTo>
                <a:lnTo>
                  <a:pt x="7709" y="142"/>
                </a:lnTo>
                <a:lnTo>
                  <a:pt x="7184" y="202"/>
                </a:lnTo>
                <a:lnTo>
                  <a:pt x="6680" y="283"/>
                </a:lnTo>
                <a:lnTo>
                  <a:pt x="6175" y="384"/>
                </a:lnTo>
                <a:lnTo>
                  <a:pt x="5671" y="485"/>
                </a:lnTo>
                <a:lnTo>
                  <a:pt x="5166" y="606"/>
                </a:lnTo>
                <a:lnTo>
                  <a:pt x="4682" y="727"/>
                </a:lnTo>
                <a:lnTo>
                  <a:pt x="4117" y="908"/>
                </a:lnTo>
                <a:lnTo>
                  <a:pt x="3834" y="1009"/>
                </a:lnTo>
                <a:lnTo>
                  <a:pt x="3552" y="1130"/>
                </a:lnTo>
                <a:lnTo>
                  <a:pt x="3269" y="1272"/>
                </a:lnTo>
                <a:lnTo>
                  <a:pt x="3007" y="1433"/>
                </a:lnTo>
                <a:lnTo>
                  <a:pt x="2765" y="1635"/>
                </a:lnTo>
                <a:lnTo>
                  <a:pt x="2543" y="1837"/>
                </a:lnTo>
                <a:lnTo>
                  <a:pt x="2341" y="2079"/>
                </a:lnTo>
                <a:lnTo>
                  <a:pt x="2160" y="2341"/>
                </a:lnTo>
                <a:lnTo>
                  <a:pt x="1998" y="2624"/>
                </a:lnTo>
                <a:lnTo>
                  <a:pt x="1877" y="2926"/>
                </a:lnTo>
                <a:lnTo>
                  <a:pt x="1776" y="3229"/>
                </a:lnTo>
                <a:lnTo>
                  <a:pt x="1675" y="3552"/>
                </a:lnTo>
                <a:lnTo>
                  <a:pt x="1514" y="4178"/>
                </a:lnTo>
                <a:lnTo>
                  <a:pt x="1292" y="5106"/>
                </a:lnTo>
                <a:lnTo>
                  <a:pt x="1090" y="6014"/>
                </a:lnTo>
                <a:lnTo>
                  <a:pt x="908" y="6942"/>
                </a:lnTo>
                <a:lnTo>
                  <a:pt x="747" y="7870"/>
                </a:lnTo>
                <a:lnTo>
                  <a:pt x="606" y="8819"/>
                </a:lnTo>
                <a:lnTo>
                  <a:pt x="485" y="9747"/>
                </a:lnTo>
                <a:lnTo>
                  <a:pt x="364" y="10676"/>
                </a:lnTo>
                <a:lnTo>
                  <a:pt x="263" y="11624"/>
                </a:lnTo>
                <a:lnTo>
                  <a:pt x="182" y="12552"/>
                </a:lnTo>
                <a:lnTo>
                  <a:pt x="101" y="13501"/>
                </a:lnTo>
                <a:lnTo>
                  <a:pt x="61" y="14449"/>
                </a:lnTo>
                <a:lnTo>
                  <a:pt x="20" y="15377"/>
                </a:lnTo>
                <a:lnTo>
                  <a:pt x="0" y="16326"/>
                </a:lnTo>
                <a:lnTo>
                  <a:pt x="0" y="17274"/>
                </a:lnTo>
                <a:lnTo>
                  <a:pt x="20" y="18223"/>
                </a:lnTo>
                <a:lnTo>
                  <a:pt x="41" y="19171"/>
                </a:lnTo>
                <a:lnTo>
                  <a:pt x="81" y="19474"/>
                </a:lnTo>
                <a:lnTo>
                  <a:pt x="162" y="19797"/>
                </a:lnTo>
                <a:lnTo>
                  <a:pt x="263" y="20140"/>
                </a:lnTo>
                <a:lnTo>
                  <a:pt x="404" y="20483"/>
                </a:lnTo>
                <a:lnTo>
                  <a:pt x="565" y="20766"/>
                </a:lnTo>
                <a:lnTo>
                  <a:pt x="666" y="20907"/>
                </a:lnTo>
                <a:lnTo>
                  <a:pt x="767" y="21028"/>
                </a:lnTo>
                <a:lnTo>
                  <a:pt x="868" y="21129"/>
                </a:lnTo>
                <a:lnTo>
                  <a:pt x="969" y="21210"/>
                </a:lnTo>
                <a:lnTo>
                  <a:pt x="1070" y="21290"/>
                </a:lnTo>
                <a:lnTo>
                  <a:pt x="1191" y="21331"/>
                </a:lnTo>
                <a:lnTo>
                  <a:pt x="1332" y="21351"/>
                </a:lnTo>
                <a:lnTo>
                  <a:pt x="1433" y="21331"/>
                </a:lnTo>
                <a:lnTo>
                  <a:pt x="1514" y="21310"/>
                </a:lnTo>
                <a:lnTo>
                  <a:pt x="1615" y="21250"/>
                </a:lnTo>
                <a:lnTo>
                  <a:pt x="1716" y="21189"/>
                </a:lnTo>
                <a:lnTo>
                  <a:pt x="1796" y="21109"/>
                </a:lnTo>
                <a:lnTo>
                  <a:pt x="1897" y="21008"/>
                </a:lnTo>
                <a:lnTo>
                  <a:pt x="2059" y="20745"/>
                </a:lnTo>
                <a:lnTo>
                  <a:pt x="2119" y="20624"/>
                </a:lnTo>
                <a:lnTo>
                  <a:pt x="2180" y="20503"/>
                </a:lnTo>
                <a:lnTo>
                  <a:pt x="2260" y="20221"/>
                </a:lnTo>
                <a:lnTo>
                  <a:pt x="2301" y="19938"/>
                </a:lnTo>
                <a:lnTo>
                  <a:pt x="2341" y="19635"/>
                </a:lnTo>
                <a:lnTo>
                  <a:pt x="2422" y="19151"/>
                </a:lnTo>
                <a:lnTo>
                  <a:pt x="2462" y="18909"/>
                </a:lnTo>
                <a:lnTo>
                  <a:pt x="2543" y="18687"/>
                </a:lnTo>
                <a:lnTo>
                  <a:pt x="2725" y="18324"/>
                </a:lnTo>
                <a:lnTo>
                  <a:pt x="2926" y="17981"/>
                </a:lnTo>
                <a:lnTo>
                  <a:pt x="3169" y="17678"/>
                </a:lnTo>
                <a:lnTo>
                  <a:pt x="3411" y="17395"/>
                </a:lnTo>
                <a:lnTo>
                  <a:pt x="3673" y="17133"/>
                </a:lnTo>
                <a:lnTo>
                  <a:pt x="3935" y="16911"/>
                </a:lnTo>
                <a:lnTo>
                  <a:pt x="4198" y="16709"/>
                </a:lnTo>
                <a:lnTo>
                  <a:pt x="4440" y="16528"/>
                </a:lnTo>
                <a:lnTo>
                  <a:pt x="4904" y="16245"/>
                </a:lnTo>
                <a:lnTo>
                  <a:pt x="5388" y="15983"/>
                </a:lnTo>
                <a:lnTo>
                  <a:pt x="5913" y="15741"/>
                </a:lnTo>
                <a:lnTo>
                  <a:pt x="6418" y="15539"/>
                </a:lnTo>
                <a:lnTo>
                  <a:pt x="6962" y="15357"/>
                </a:lnTo>
                <a:lnTo>
                  <a:pt x="7487" y="15196"/>
                </a:lnTo>
                <a:lnTo>
                  <a:pt x="8032" y="15055"/>
                </a:lnTo>
                <a:lnTo>
                  <a:pt x="8557" y="14913"/>
                </a:lnTo>
                <a:lnTo>
                  <a:pt x="9404" y="14732"/>
                </a:lnTo>
                <a:lnTo>
                  <a:pt x="10272" y="14550"/>
                </a:lnTo>
                <a:lnTo>
                  <a:pt x="11119" y="14389"/>
                </a:lnTo>
                <a:lnTo>
                  <a:pt x="11987" y="14227"/>
                </a:lnTo>
                <a:lnTo>
                  <a:pt x="12835" y="14106"/>
                </a:lnTo>
                <a:lnTo>
                  <a:pt x="13703" y="13985"/>
                </a:lnTo>
                <a:lnTo>
                  <a:pt x="14550" y="13884"/>
                </a:lnTo>
                <a:lnTo>
                  <a:pt x="15398" y="13783"/>
                </a:lnTo>
                <a:lnTo>
                  <a:pt x="16265" y="13703"/>
                </a:lnTo>
                <a:lnTo>
                  <a:pt x="17113" y="13642"/>
                </a:lnTo>
                <a:lnTo>
                  <a:pt x="18808" y="13541"/>
                </a:lnTo>
                <a:lnTo>
                  <a:pt x="20483" y="13501"/>
                </a:lnTo>
                <a:lnTo>
                  <a:pt x="22138" y="13481"/>
                </a:lnTo>
                <a:lnTo>
                  <a:pt x="23772" y="13501"/>
                </a:lnTo>
                <a:lnTo>
                  <a:pt x="25387" y="13561"/>
                </a:lnTo>
                <a:lnTo>
                  <a:pt x="26981" y="13642"/>
                </a:lnTo>
                <a:lnTo>
                  <a:pt x="28515" y="13763"/>
                </a:lnTo>
                <a:lnTo>
                  <a:pt x="30028" y="13884"/>
                </a:lnTo>
                <a:lnTo>
                  <a:pt x="31501" y="14025"/>
                </a:lnTo>
                <a:lnTo>
                  <a:pt x="32934" y="14187"/>
                </a:lnTo>
                <a:lnTo>
                  <a:pt x="34306" y="14348"/>
                </a:lnTo>
                <a:lnTo>
                  <a:pt x="34831" y="14409"/>
                </a:lnTo>
                <a:lnTo>
                  <a:pt x="35356" y="14449"/>
                </a:lnTo>
                <a:lnTo>
                  <a:pt x="35860" y="14449"/>
                </a:lnTo>
                <a:lnTo>
                  <a:pt x="36123" y="14409"/>
                </a:lnTo>
                <a:lnTo>
                  <a:pt x="36385" y="14368"/>
                </a:lnTo>
                <a:lnTo>
                  <a:pt x="36647" y="14288"/>
                </a:lnTo>
                <a:lnTo>
                  <a:pt x="36910" y="14187"/>
                </a:lnTo>
                <a:lnTo>
                  <a:pt x="37152" y="14046"/>
                </a:lnTo>
                <a:lnTo>
                  <a:pt x="37374" y="13884"/>
                </a:lnTo>
                <a:lnTo>
                  <a:pt x="37555" y="13703"/>
                </a:lnTo>
                <a:lnTo>
                  <a:pt x="37717" y="13501"/>
                </a:lnTo>
                <a:lnTo>
                  <a:pt x="37838" y="13299"/>
                </a:lnTo>
                <a:lnTo>
                  <a:pt x="37919" y="13077"/>
                </a:lnTo>
                <a:lnTo>
                  <a:pt x="37959" y="12895"/>
                </a:lnTo>
                <a:lnTo>
                  <a:pt x="37979" y="12694"/>
                </a:lnTo>
                <a:lnTo>
                  <a:pt x="37979" y="12492"/>
                </a:lnTo>
                <a:lnTo>
                  <a:pt x="37939" y="12290"/>
                </a:lnTo>
                <a:lnTo>
                  <a:pt x="37898" y="12068"/>
                </a:lnTo>
                <a:lnTo>
                  <a:pt x="37818" y="11826"/>
                </a:lnTo>
                <a:lnTo>
                  <a:pt x="37737" y="11604"/>
                </a:lnTo>
                <a:lnTo>
                  <a:pt x="37616" y="11341"/>
                </a:lnTo>
                <a:lnTo>
                  <a:pt x="37414" y="10998"/>
                </a:lnTo>
                <a:lnTo>
                  <a:pt x="37212" y="10655"/>
                </a:lnTo>
                <a:lnTo>
                  <a:pt x="36970" y="10312"/>
                </a:lnTo>
                <a:lnTo>
                  <a:pt x="36708" y="9969"/>
                </a:lnTo>
                <a:lnTo>
                  <a:pt x="36405" y="9626"/>
                </a:lnTo>
                <a:lnTo>
                  <a:pt x="36062" y="9283"/>
                </a:lnTo>
                <a:lnTo>
                  <a:pt x="35699" y="8920"/>
                </a:lnTo>
                <a:lnTo>
                  <a:pt x="35315" y="8577"/>
                </a:lnTo>
                <a:lnTo>
                  <a:pt x="34569" y="7931"/>
                </a:lnTo>
                <a:lnTo>
                  <a:pt x="33782" y="7346"/>
                </a:lnTo>
                <a:lnTo>
                  <a:pt x="32995" y="6781"/>
                </a:lnTo>
                <a:lnTo>
                  <a:pt x="32187" y="6256"/>
                </a:lnTo>
                <a:lnTo>
                  <a:pt x="31360" y="5772"/>
                </a:lnTo>
                <a:lnTo>
                  <a:pt x="30512" y="5308"/>
                </a:lnTo>
                <a:lnTo>
                  <a:pt x="29665" y="4864"/>
                </a:lnTo>
                <a:lnTo>
                  <a:pt x="28797" y="4460"/>
                </a:lnTo>
                <a:lnTo>
                  <a:pt x="27929" y="4077"/>
                </a:lnTo>
                <a:lnTo>
                  <a:pt x="27062" y="3734"/>
                </a:lnTo>
                <a:lnTo>
                  <a:pt x="26194" y="3390"/>
                </a:lnTo>
                <a:lnTo>
                  <a:pt x="25306" y="3088"/>
                </a:lnTo>
                <a:lnTo>
                  <a:pt x="24458" y="2785"/>
                </a:lnTo>
                <a:lnTo>
                  <a:pt x="23591" y="2503"/>
                </a:lnTo>
                <a:lnTo>
                  <a:pt x="21896" y="1998"/>
                </a:lnTo>
                <a:lnTo>
                  <a:pt x="20685" y="1635"/>
                </a:lnTo>
                <a:lnTo>
                  <a:pt x="19494" y="1332"/>
                </a:lnTo>
                <a:lnTo>
                  <a:pt x="18364" y="1050"/>
                </a:lnTo>
                <a:lnTo>
                  <a:pt x="17295" y="807"/>
                </a:lnTo>
                <a:lnTo>
                  <a:pt x="16245" y="585"/>
                </a:lnTo>
                <a:lnTo>
                  <a:pt x="15236" y="404"/>
                </a:lnTo>
                <a:lnTo>
                  <a:pt x="14268" y="263"/>
                </a:lnTo>
                <a:lnTo>
                  <a:pt x="13299" y="162"/>
                </a:lnTo>
                <a:lnTo>
                  <a:pt x="12128" y="61"/>
                </a:lnTo>
                <a:lnTo>
                  <a:pt x="10978" y="0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26" name="Google Shape;2026;p23"/>
          <p:cNvSpPr/>
          <p:nvPr/>
        </p:nvSpPr>
        <p:spPr>
          <a:xfrm flipH="1" rot="-5400000">
            <a:off x="8238319" y="2778130"/>
            <a:ext cx="1884195" cy="733450"/>
          </a:xfrm>
          <a:custGeom>
            <a:rect b="b" l="l" r="r" t="t"/>
            <a:pathLst>
              <a:path extrusionOk="0" h="13119" w="33702">
                <a:moveTo>
                  <a:pt x="8436" y="82"/>
                </a:moveTo>
                <a:lnTo>
                  <a:pt x="9041" y="102"/>
                </a:lnTo>
                <a:lnTo>
                  <a:pt x="9667" y="142"/>
                </a:lnTo>
                <a:lnTo>
                  <a:pt x="10312" y="183"/>
                </a:lnTo>
                <a:lnTo>
                  <a:pt x="10978" y="263"/>
                </a:lnTo>
                <a:lnTo>
                  <a:pt x="12532" y="465"/>
                </a:lnTo>
                <a:lnTo>
                  <a:pt x="14005" y="707"/>
                </a:lnTo>
                <a:lnTo>
                  <a:pt x="15398" y="949"/>
                </a:lnTo>
                <a:lnTo>
                  <a:pt x="16689" y="1192"/>
                </a:lnTo>
                <a:lnTo>
                  <a:pt x="17900" y="1454"/>
                </a:lnTo>
                <a:lnTo>
                  <a:pt x="19030" y="1716"/>
                </a:lnTo>
                <a:lnTo>
                  <a:pt x="20080" y="1979"/>
                </a:lnTo>
                <a:lnTo>
                  <a:pt x="21048" y="2241"/>
                </a:lnTo>
                <a:lnTo>
                  <a:pt x="21956" y="2523"/>
                </a:lnTo>
                <a:lnTo>
                  <a:pt x="22804" y="2786"/>
                </a:lnTo>
                <a:lnTo>
                  <a:pt x="23571" y="3068"/>
                </a:lnTo>
                <a:lnTo>
                  <a:pt x="24277" y="3331"/>
                </a:lnTo>
                <a:lnTo>
                  <a:pt x="24943" y="3593"/>
                </a:lnTo>
                <a:lnTo>
                  <a:pt x="25548" y="3835"/>
                </a:lnTo>
                <a:lnTo>
                  <a:pt x="26598" y="4320"/>
                </a:lnTo>
                <a:lnTo>
                  <a:pt x="27607" y="4824"/>
                </a:lnTo>
                <a:lnTo>
                  <a:pt x="28071" y="5066"/>
                </a:lnTo>
                <a:lnTo>
                  <a:pt x="28535" y="5329"/>
                </a:lnTo>
                <a:lnTo>
                  <a:pt x="28999" y="5611"/>
                </a:lnTo>
                <a:lnTo>
                  <a:pt x="29423" y="5894"/>
                </a:lnTo>
                <a:lnTo>
                  <a:pt x="29847" y="6176"/>
                </a:lnTo>
                <a:lnTo>
                  <a:pt x="30271" y="6459"/>
                </a:lnTo>
                <a:lnTo>
                  <a:pt x="30654" y="6761"/>
                </a:lnTo>
                <a:lnTo>
                  <a:pt x="31058" y="7064"/>
                </a:lnTo>
                <a:lnTo>
                  <a:pt x="31421" y="7367"/>
                </a:lnTo>
                <a:lnTo>
                  <a:pt x="31784" y="7690"/>
                </a:lnTo>
                <a:lnTo>
                  <a:pt x="32127" y="8012"/>
                </a:lnTo>
                <a:lnTo>
                  <a:pt x="32450" y="8335"/>
                </a:lnTo>
                <a:lnTo>
                  <a:pt x="32773" y="8678"/>
                </a:lnTo>
                <a:lnTo>
                  <a:pt x="33076" y="9021"/>
                </a:lnTo>
                <a:lnTo>
                  <a:pt x="33237" y="9223"/>
                </a:lnTo>
                <a:lnTo>
                  <a:pt x="33378" y="9425"/>
                </a:lnTo>
                <a:lnTo>
                  <a:pt x="33520" y="9667"/>
                </a:lnTo>
                <a:lnTo>
                  <a:pt x="33560" y="9788"/>
                </a:lnTo>
                <a:lnTo>
                  <a:pt x="33600" y="9909"/>
                </a:lnTo>
                <a:lnTo>
                  <a:pt x="33620" y="10030"/>
                </a:lnTo>
                <a:lnTo>
                  <a:pt x="33620" y="10172"/>
                </a:lnTo>
                <a:lnTo>
                  <a:pt x="33600" y="10293"/>
                </a:lnTo>
                <a:lnTo>
                  <a:pt x="33580" y="10414"/>
                </a:lnTo>
                <a:lnTo>
                  <a:pt x="33520" y="10535"/>
                </a:lnTo>
                <a:lnTo>
                  <a:pt x="33459" y="10636"/>
                </a:lnTo>
                <a:lnTo>
                  <a:pt x="33378" y="10737"/>
                </a:lnTo>
                <a:lnTo>
                  <a:pt x="33257" y="10797"/>
                </a:lnTo>
                <a:lnTo>
                  <a:pt x="33176" y="10838"/>
                </a:lnTo>
                <a:lnTo>
                  <a:pt x="33096" y="10858"/>
                </a:lnTo>
                <a:lnTo>
                  <a:pt x="32894" y="10878"/>
                </a:lnTo>
                <a:lnTo>
                  <a:pt x="32692" y="10858"/>
                </a:lnTo>
                <a:lnTo>
                  <a:pt x="32470" y="10817"/>
                </a:lnTo>
                <a:lnTo>
                  <a:pt x="29019" y="10152"/>
                </a:lnTo>
                <a:lnTo>
                  <a:pt x="26840" y="9748"/>
                </a:lnTo>
                <a:lnTo>
                  <a:pt x="25750" y="9566"/>
                </a:lnTo>
                <a:lnTo>
                  <a:pt x="24640" y="9385"/>
                </a:lnTo>
                <a:lnTo>
                  <a:pt x="23551" y="9223"/>
                </a:lnTo>
                <a:lnTo>
                  <a:pt x="22420" y="9102"/>
                </a:lnTo>
                <a:lnTo>
                  <a:pt x="21311" y="9021"/>
                </a:lnTo>
                <a:lnTo>
                  <a:pt x="20201" y="8981"/>
                </a:lnTo>
                <a:lnTo>
                  <a:pt x="19071" y="8961"/>
                </a:lnTo>
                <a:lnTo>
                  <a:pt x="17941" y="9021"/>
                </a:lnTo>
                <a:lnTo>
                  <a:pt x="16831" y="9102"/>
                </a:lnTo>
                <a:lnTo>
                  <a:pt x="15721" y="9223"/>
                </a:lnTo>
                <a:lnTo>
                  <a:pt x="14591" y="9385"/>
                </a:lnTo>
                <a:lnTo>
                  <a:pt x="13501" y="9566"/>
                </a:lnTo>
                <a:lnTo>
                  <a:pt x="12391" y="9788"/>
                </a:lnTo>
                <a:lnTo>
                  <a:pt x="11281" y="10051"/>
                </a:lnTo>
                <a:lnTo>
                  <a:pt x="10191" y="10313"/>
                </a:lnTo>
                <a:lnTo>
                  <a:pt x="9081" y="10596"/>
                </a:lnTo>
                <a:lnTo>
                  <a:pt x="7992" y="10918"/>
                </a:lnTo>
                <a:lnTo>
                  <a:pt x="6922" y="11241"/>
                </a:lnTo>
                <a:lnTo>
                  <a:pt x="4763" y="11907"/>
                </a:lnTo>
                <a:lnTo>
                  <a:pt x="2604" y="12593"/>
                </a:lnTo>
                <a:lnTo>
                  <a:pt x="1595" y="12936"/>
                </a:lnTo>
                <a:lnTo>
                  <a:pt x="1433" y="12977"/>
                </a:lnTo>
                <a:lnTo>
                  <a:pt x="1231" y="13017"/>
                </a:lnTo>
                <a:lnTo>
                  <a:pt x="1050" y="13037"/>
                </a:lnTo>
                <a:lnTo>
                  <a:pt x="949" y="13037"/>
                </a:lnTo>
                <a:lnTo>
                  <a:pt x="868" y="13017"/>
                </a:lnTo>
                <a:lnTo>
                  <a:pt x="767" y="12997"/>
                </a:lnTo>
                <a:lnTo>
                  <a:pt x="687" y="12957"/>
                </a:lnTo>
                <a:lnTo>
                  <a:pt x="606" y="12896"/>
                </a:lnTo>
                <a:lnTo>
                  <a:pt x="525" y="12835"/>
                </a:lnTo>
                <a:lnTo>
                  <a:pt x="404" y="12674"/>
                </a:lnTo>
                <a:lnTo>
                  <a:pt x="323" y="12492"/>
                </a:lnTo>
                <a:lnTo>
                  <a:pt x="243" y="12291"/>
                </a:lnTo>
                <a:lnTo>
                  <a:pt x="202" y="12089"/>
                </a:lnTo>
                <a:lnTo>
                  <a:pt x="162" y="11867"/>
                </a:lnTo>
                <a:lnTo>
                  <a:pt x="142" y="11665"/>
                </a:lnTo>
                <a:lnTo>
                  <a:pt x="101" y="10838"/>
                </a:lnTo>
                <a:lnTo>
                  <a:pt x="81" y="9990"/>
                </a:lnTo>
                <a:lnTo>
                  <a:pt x="101" y="9163"/>
                </a:lnTo>
                <a:lnTo>
                  <a:pt x="142" y="8315"/>
                </a:lnTo>
                <a:lnTo>
                  <a:pt x="202" y="7488"/>
                </a:lnTo>
                <a:lnTo>
                  <a:pt x="283" y="6660"/>
                </a:lnTo>
                <a:lnTo>
                  <a:pt x="404" y="5833"/>
                </a:lnTo>
                <a:lnTo>
                  <a:pt x="545" y="5006"/>
                </a:lnTo>
                <a:lnTo>
                  <a:pt x="666" y="4441"/>
                </a:lnTo>
                <a:lnTo>
                  <a:pt x="808" y="3896"/>
                </a:lnTo>
                <a:lnTo>
                  <a:pt x="909" y="3654"/>
                </a:lnTo>
                <a:lnTo>
                  <a:pt x="989" y="3411"/>
                </a:lnTo>
                <a:lnTo>
                  <a:pt x="1110" y="3189"/>
                </a:lnTo>
                <a:lnTo>
                  <a:pt x="1231" y="2967"/>
                </a:lnTo>
                <a:lnTo>
                  <a:pt x="1413" y="2685"/>
                </a:lnTo>
                <a:lnTo>
                  <a:pt x="1635" y="2402"/>
                </a:lnTo>
                <a:lnTo>
                  <a:pt x="1877" y="2140"/>
                </a:lnTo>
                <a:lnTo>
                  <a:pt x="2160" y="1898"/>
                </a:lnTo>
                <a:lnTo>
                  <a:pt x="2462" y="1656"/>
                </a:lnTo>
                <a:lnTo>
                  <a:pt x="2805" y="1434"/>
                </a:lnTo>
                <a:lnTo>
                  <a:pt x="3189" y="1232"/>
                </a:lnTo>
                <a:lnTo>
                  <a:pt x="3572" y="1030"/>
                </a:lnTo>
                <a:lnTo>
                  <a:pt x="4117" y="808"/>
                </a:lnTo>
                <a:lnTo>
                  <a:pt x="4662" y="627"/>
                </a:lnTo>
                <a:lnTo>
                  <a:pt x="5227" y="465"/>
                </a:lnTo>
                <a:lnTo>
                  <a:pt x="5832" y="324"/>
                </a:lnTo>
                <a:lnTo>
                  <a:pt x="6438" y="223"/>
                </a:lnTo>
                <a:lnTo>
                  <a:pt x="7084" y="142"/>
                </a:lnTo>
                <a:lnTo>
                  <a:pt x="7750" y="102"/>
                </a:lnTo>
                <a:lnTo>
                  <a:pt x="8436" y="82"/>
                </a:lnTo>
                <a:close/>
                <a:moveTo>
                  <a:pt x="8335" y="1"/>
                </a:moveTo>
                <a:lnTo>
                  <a:pt x="7830" y="21"/>
                </a:lnTo>
                <a:lnTo>
                  <a:pt x="7346" y="41"/>
                </a:lnTo>
                <a:lnTo>
                  <a:pt x="6882" y="82"/>
                </a:lnTo>
                <a:lnTo>
                  <a:pt x="6438" y="142"/>
                </a:lnTo>
                <a:lnTo>
                  <a:pt x="5974" y="223"/>
                </a:lnTo>
                <a:lnTo>
                  <a:pt x="5550" y="304"/>
                </a:lnTo>
                <a:lnTo>
                  <a:pt x="5126" y="405"/>
                </a:lnTo>
                <a:lnTo>
                  <a:pt x="4723" y="526"/>
                </a:lnTo>
                <a:lnTo>
                  <a:pt x="4319" y="647"/>
                </a:lnTo>
                <a:lnTo>
                  <a:pt x="3915" y="808"/>
                </a:lnTo>
                <a:lnTo>
                  <a:pt x="3552" y="970"/>
                </a:lnTo>
                <a:lnTo>
                  <a:pt x="3149" y="1151"/>
                </a:lnTo>
                <a:lnTo>
                  <a:pt x="2765" y="1373"/>
                </a:lnTo>
                <a:lnTo>
                  <a:pt x="2422" y="1595"/>
                </a:lnTo>
                <a:lnTo>
                  <a:pt x="2099" y="1837"/>
                </a:lnTo>
                <a:lnTo>
                  <a:pt x="1817" y="2080"/>
                </a:lnTo>
                <a:lnTo>
                  <a:pt x="1575" y="2362"/>
                </a:lnTo>
                <a:lnTo>
                  <a:pt x="1353" y="2624"/>
                </a:lnTo>
                <a:lnTo>
                  <a:pt x="1151" y="2927"/>
                </a:lnTo>
                <a:lnTo>
                  <a:pt x="1030" y="3169"/>
                </a:lnTo>
                <a:lnTo>
                  <a:pt x="909" y="3432"/>
                </a:lnTo>
                <a:lnTo>
                  <a:pt x="808" y="3694"/>
                </a:lnTo>
                <a:lnTo>
                  <a:pt x="707" y="3956"/>
                </a:lnTo>
                <a:lnTo>
                  <a:pt x="586" y="4481"/>
                </a:lnTo>
                <a:lnTo>
                  <a:pt x="465" y="4985"/>
                </a:lnTo>
                <a:lnTo>
                  <a:pt x="323" y="5813"/>
                </a:lnTo>
                <a:lnTo>
                  <a:pt x="222" y="6660"/>
                </a:lnTo>
                <a:lnTo>
                  <a:pt x="122" y="7488"/>
                </a:lnTo>
                <a:lnTo>
                  <a:pt x="61" y="8315"/>
                </a:lnTo>
                <a:lnTo>
                  <a:pt x="21" y="9163"/>
                </a:lnTo>
                <a:lnTo>
                  <a:pt x="0" y="9990"/>
                </a:lnTo>
                <a:lnTo>
                  <a:pt x="21" y="10838"/>
                </a:lnTo>
                <a:lnTo>
                  <a:pt x="61" y="11665"/>
                </a:lnTo>
                <a:lnTo>
                  <a:pt x="101" y="11968"/>
                </a:lnTo>
                <a:lnTo>
                  <a:pt x="142" y="12230"/>
                </a:lnTo>
                <a:lnTo>
                  <a:pt x="222" y="12452"/>
                </a:lnTo>
                <a:lnTo>
                  <a:pt x="303" y="12654"/>
                </a:lnTo>
                <a:lnTo>
                  <a:pt x="404" y="12815"/>
                </a:lnTo>
                <a:lnTo>
                  <a:pt x="545" y="12936"/>
                </a:lnTo>
                <a:lnTo>
                  <a:pt x="687" y="13037"/>
                </a:lnTo>
                <a:lnTo>
                  <a:pt x="848" y="13098"/>
                </a:lnTo>
                <a:lnTo>
                  <a:pt x="949" y="13118"/>
                </a:lnTo>
                <a:lnTo>
                  <a:pt x="1191" y="13118"/>
                </a:lnTo>
                <a:lnTo>
                  <a:pt x="1353" y="13078"/>
                </a:lnTo>
                <a:lnTo>
                  <a:pt x="1615" y="12997"/>
                </a:lnTo>
                <a:lnTo>
                  <a:pt x="2644" y="12674"/>
                </a:lnTo>
                <a:lnTo>
                  <a:pt x="4783" y="11988"/>
                </a:lnTo>
                <a:lnTo>
                  <a:pt x="6942" y="11302"/>
                </a:lnTo>
                <a:lnTo>
                  <a:pt x="8012" y="10999"/>
                </a:lnTo>
                <a:lnTo>
                  <a:pt x="9102" y="10676"/>
                </a:lnTo>
                <a:lnTo>
                  <a:pt x="10191" y="10394"/>
                </a:lnTo>
                <a:lnTo>
                  <a:pt x="11301" y="10131"/>
                </a:lnTo>
                <a:lnTo>
                  <a:pt x="12391" y="9869"/>
                </a:lnTo>
                <a:lnTo>
                  <a:pt x="13501" y="9647"/>
                </a:lnTo>
                <a:lnTo>
                  <a:pt x="14611" y="9465"/>
                </a:lnTo>
                <a:lnTo>
                  <a:pt x="15721" y="9304"/>
                </a:lnTo>
                <a:lnTo>
                  <a:pt x="16831" y="9183"/>
                </a:lnTo>
                <a:lnTo>
                  <a:pt x="17961" y="9102"/>
                </a:lnTo>
                <a:lnTo>
                  <a:pt x="19071" y="9042"/>
                </a:lnTo>
                <a:lnTo>
                  <a:pt x="20201" y="9062"/>
                </a:lnTo>
                <a:lnTo>
                  <a:pt x="21311" y="9102"/>
                </a:lnTo>
                <a:lnTo>
                  <a:pt x="22420" y="9183"/>
                </a:lnTo>
                <a:lnTo>
                  <a:pt x="23530" y="9304"/>
                </a:lnTo>
                <a:lnTo>
                  <a:pt x="24640" y="9465"/>
                </a:lnTo>
                <a:lnTo>
                  <a:pt x="25750" y="9647"/>
                </a:lnTo>
                <a:lnTo>
                  <a:pt x="26840" y="9829"/>
                </a:lnTo>
                <a:lnTo>
                  <a:pt x="28999" y="10232"/>
                </a:lnTo>
                <a:lnTo>
                  <a:pt x="32470" y="10898"/>
                </a:lnTo>
                <a:lnTo>
                  <a:pt x="32692" y="10939"/>
                </a:lnTo>
                <a:lnTo>
                  <a:pt x="32894" y="10959"/>
                </a:lnTo>
                <a:lnTo>
                  <a:pt x="33116" y="10939"/>
                </a:lnTo>
                <a:lnTo>
                  <a:pt x="33197" y="10918"/>
                </a:lnTo>
                <a:lnTo>
                  <a:pt x="33298" y="10878"/>
                </a:lnTo>
                <a:lnTo>
                  <a:pt x="33419" y="10797"/>
                </a:lnTo>
                <a:lnTo>
                  <a:pt x="33520" y="10696"/>
                </a:lnTo>
                <a:lnTo>
                  <a:pt x="33600" y="10575"/>
                </a:lnTo>
                <a:lnTo>
                  <a:pt x="33661" y="10454"/>
                </a:lnTo>
                <a:lnTo>
                  <a:pt x="33681" y="10313"/>
                </a:lnTo>
                <a:lnTo>
                  <a:pt x="33701" y="10172"/>
                </a:lnTo>
                <a:lnTo>
                  <a:pt x="33701" y="10030"/>
                </a:lnTo>
                <a:lnTo>
                  <a:pt x="33681" y="9889"/>
                </a:lnTo>
                <a:lnTo>
                  <a:pt x="33641" y="9768"/>
                </a:lnTo>
                <a:lnTo>
                  <a:pt x="33600" y="9627"/>
                </a:lnTo>
                <a:lnTo>
                  <a:pt x="33459" y="9385"/>
                </a:lnTo>
                <a:lnTo>
                  <a:pt x="33298" y="9163"/>
                </a:lnTo>
                <a:lnTo>
                  <a:pt x="33136" y="8961"/>
                </a:lnTo>
                <a:lnTo>
                  <a:pt x="32833" y="8618"/>
                </a:lnTo>
                <a:lnTo>
                  <a:pt x="32511" y="8275"/>
                </a:lnTo>
                <a:lnTo>
                  <a:pt x="32188" y="7952"/>
                </a:lnTo>
                <a:lnTo>
                  <a:pt x="31824" y="7629"/>
                </a:lnTo>
                <a:lnTo>
                  <a:pt x="31481" y="7306"/>
                </a:lnTo>
                <a:lnTo>
                  <a:pt x="31098" y="7003"/>
                </a:lnTo>
                <a:lnTo>
                  <a:pt x="30714" y="6701"/>
                </a:lnTo>
                <a:lnTo>
                  <a:pt x="30311" y="6398"/>
                </a:lnTo>
                <a:lnTo>
                  <a:pt x="29907" y="6095"/>
                </a:lnTo>
                <a:lnTo>
                  <a:pt x="29483" y="5813"/>
                </a:lnTo>
                <a:lnTo>
                  <a:pt x="29040" y="5530"/>
                </a:lnTo>
                <a:lnTo>
                  <a:pt x="28575" y="5268"/>
                </a:lnTo>
                <a:lnTo>
                  <a:pt x="28111" y="5006"/>
                </a:lnTo>
                <a:lnTo>
                  <a:pt x="27627" y="4743"/>
                </a:lnTo>
                <a:lnTo>
                  <a:pt x="26638" y="4259"/>
                </a:lnTo>
                <a:lnTo>
                  <a:pt x="25569" y="3775"/>
                </a:lnTo>
                <a:lnTo>
                  <a:pt x="24963" y="3512"/>
                </a:lnTo>
                <a:lnTo>
                  <a:pt x="24317" y="3250"/>
                </a:lnTo>
                <a:lnTo>
                  <a:pt x="23591" y="2988"/>
                </a:lnTo>
                <a:lnTo>
                  <a:pt x="22824" y="2725"/>
                </a:lnTo>
                <a:lnTo>
                  <a:pt x="21977" y="2443"/>
                </a:lnTo>
                <a:lnTo>
                  <a:pt x="21068" y="2180"/>
                </a:lnTo>
                <a:lnTo>
                  <a:pt x="20100" y="1898"/>
                </a:lnTo>
                <a:lnTo>
                  <a:pt x="19050" y="1636"/>
                </a:lnTo>
                <a:lnTo>
                  <a:pt x="17920" y="1373"/>
                </a:lnTo>
                <a:lnTo>
                  <a:pt x="16710" y="1111"/>
                </a:lnTo>
                <a:lnTo>
                  <a:pt x="15398" y="869"/>
                </a:lnTo>
                <a:lnTo>
                  <a:pt x="14026" y="627"/>
                </a:lnTo>
                <a:lnTo>
                  <a:pt x="12552" y="405"/>
                </a:lnTo>
                <a:lnTo>
                  <a:pt x="10978" y="183"/>
                </a:lnTo>
                <a:lnTo>
                  <a:pt x="10413" y="122"/>
                </a:lnTo>
                <a:lnTo>
                  <a:pt x="9889" y="62"/>
                </a:lnTo>
                <a:lnTo>
                  <a:pt x="9344" y="41"/>
                </a:lnTo>
                <a:lnTo>
                  <a:pt x="8839" y="21"/>
                </a:lnTo>
                <a:lnTo>
                  <a:pt x="8335" y="1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ext 5">
  <p:cSld name="CUSTOM_17">
    <p:spTree>
      <p:nvGrpSpPr>
        <p:cNvPr id="2027" name="Shape 20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8" name="Google Shape;2028;p24"/>
          <p:cNvSpPr txBox="1"/>
          <p:nvPr>
            <p:ph idx="1" type="subTitle"/>
          </p:nvPr>
        </p:nvSpPr>
        <p:spPr>
          <a:xfrm>
            <a:off x="4527400" y="2569464"/>
            <a:ext cx="3657600" cy="1097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600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600"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600"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600"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600"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600"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600"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600"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600"/>
            </a:lvl9pPr>
          </a:lstStyle>
          <a:p/>
        </p:txBody>
      </p:sp>
      <p:sp>
        <p:nvSpPr>
          <p:cNvPr id="2029" name="Google Shape;2029;p24"/>
          <p:cNvSpPr txBox="1"/>
          <p:nvPr>
            <p:ph type="title"/>
          </p:nvPr>
        </p:nvSpPr>
        <p:spPr>
          <a:xfrm>
            <a:off x="4527400" y="1481328"/>
            <a:ext cx="1788600" cy="914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l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030" name="Google Shape;2030;p24"/>
          <p:cNvSpPr/>
          <p:nvPr/>
        </p:nvSpPr>
        <p:spPr>
          <a:xfrm>
            <a:off x="5508" y="0"/>
            <a:ext cx="26037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31" name="Google Shape;2031;p24"/>
          <p:cNvSpPr/>
          <p:nvPr/>
        </p:nvSpPr>
        <p:spPr>
          <a:xfrm rot="-5400000">
            <a:off x="912575" y="-520256"/>
            <a:ext cx="1001862" cy="1525380"/>
          </a:xfrm>
          <a:custGeom>
            <a:rect b="b" l="l" r="r" t="t"/>
            <a:pathLst>
              <a:path extrusionOk="0" h="27284" w="17920">
                <a:moveTo>
                  <a:pt x="9041" y="81"/>
                </a:moveTo>
                <a:lnTo>
                  <a:pt x="9464" y="101"/>
                </a:lnTo>
                <a:lnTo>
                  <a:pt x="9888" y="141"/>
                </a:lnTo>
                <a:lnTo>
                  <a:pt x="10312" y="222"/>
                </a:lnTo>
                <a:lnTo>
                  <a:pt x="10716" y="323"/>
                </a:lnTo>
                <a:lnTo>
                  <a:pt x="11139" y="444"/>
                </a:lnTo>
                <a:lnTo>
                  <a:pt x="11543" y="605"/>
                </a:lnTo>
                <a:lnTo>
                  <a:pt x="11947" y="767"/>
                </a:lnTo>
                <a:lnTo>
                  <a:pt x="12350" y="969"/>
                </a:lnTo>
                <a:lnTo>
                  <a:pt x="12734" y="1191"/>
                </a:lnTo>
                <a:lnTo>
                  <a:pt x="13117" y="1433"/>
                </a:lnTo>
                <a:lnTo>
                  <a:pt x="13480" y="1715"/>
                </a:lnTo>
                <a:lnTo>
                  <a:pt x="13844" y="1998"/>
                </a:lnTo>
                <a:lnTo>
                  <a:pt x="14187" y="2301"/>
                </a:lnTo>
                <a:lnTo>
                  <a:pt x="14530" y="2644"/>
                </a:lnTo>
                <a:lnTo>
                  <a:pt x="14832" y="2987"/>
                </a:lnTo>
                <a:lnTo>
                  <a:pt x="15155" y="3350"/>
                </a:lnTo>
                <a:lnTo>
                  <a:pt x="15397" y="3673"/>
                </a:lnTo>
                <a:lnTo>
                  <a:pt x="15619" y="4016"/>
                </a:lnTo>
                <a:lnTo>
                  <a:pt x="15841" y="4359"/>
                </a:lnTo>
                <a:lnTo>
                  <a:pt x="16063" y="4722"/>
                </a:lnTo>
                <a:lnTo>
                  <a:pt x="16265" y="5106"/>
                </a:lnTo>
                <a:lnTo>
                  <a:pt x="16447" y="5489"/>
                </a:lnTo>
                <a:lnTo>
                  <a:pt x="16628" y="5893"/>
                </a:lnTo>
                <a:lnTo>
                  <a:pt x="16790" y="6296"/>
                </a:lnTo>
                <a:lnTo>
                  <a:pt x="16931" y="6720"/>
                </a:lnTo>
                <a:lnTo>
                  <a:pt x="17072" y="7144"/>
                </a:lnTo>
                <a:lnTo>
                  <a:pt x="17214" y="7588"/>
                </a:lnTo>
                <a:lnTo>
                  <a:pt x="17315" y="8052"/>
                </a:lnTo>
                <a:lnTo>
                  <a:pt x="17436" y="8516"/>
                </a:lnTo>
                <a:lnTo>
                  <a:pt x="17516" y="8980"/>
                </a:lnTo>
                <a:lnTo>
                  <a:pt x="17597" y="9485"/>
                </a:lnTo>
                <a:lnTo>
                  <a:pt x="17678" y="9969"/>
                </a:lnTo>
                <a:lnTo>
                  <a:pt x="17738" y="10514"/>
                </a:lnTo>
                <a:lnTo>
                  <a:pt x="17779" y="11079"/>
                </a:lnTo>
                <a:lnTo>
                  <a:pt x="17819" y="11624"/>
                </a:lnTo>
                <a:lnTo>
                  <a:pt x="17839" y="12189"/>
                </a:lnTo>
                <a:lnTo>
                  <a:pt x="17839" y="12774"/>
                </a:lnTo>
                <a:lnTo>
                  <a:pt x="17819" y="13339"/>
                </a:lnTo>
                <a:lnTo>
                  <a:pt x="17799" y="13924"/>
                </a:lnTo>
                <a:lnTo>
                  <a:pt x="17758" y="14510"/>
                </a:lnTo>
                <a:lnTo>
                  <a:pt x="17718" y="15115"/>
                </a:lnTo>
                <a:lnTo>
                  <a:pt x="17637" y="15720"/>
                </a:lnTo>
                <a:lnTo>
                  <a:pt x="17557" y="16326"/>
                </a:lnTo>
                <a:lnTo>
                  <a:pt x="17456" y="16951"/>
                </a:lnTo>
                <a:lnTo>
                  <a:pt x="17355" y="17577"/>
                </a:lnTo>
                <a:lnTo>
                  <a:pt x="17234" y="18202"/>
                </a:lnTo>
                <a:lnTo>
                  <a:pt x="17093" y="18848"/>
                </a:lnTo>
                <a:lnTo>
                  <a:pt x="16931" y="19514"/>
                </a:lnTo>
                <a:lnTo>
                  <a:pt x="16709" y="20362"/>
                </a:lnTo>
                <a:lnTo>
                  <a:pt x="16447" y="21230"/>
                </a:lnTo>
                <a:lnTo>
                  <a:pt x="16285" y="21673"/>
                </a:lnTo>
                <a:lnTo>
                  <a:pt x="16124" y="22117"/>
                </a:lnTo>
                <a:lnTo>
                  <a:pt x="15942" y="22561"/>
                </a:lnTo>
                <a:lnTo>
                  <a:pt x="15740" y="23005"/>
                </a:lnTo>
                <a:lnTo>
                  <a:pt x="15518" y="23429"/>
                </a:lnTo>
                <a:lnTo>
                  <a:pt x="15276" y="23873"/>
                </a:lnTo>
                <a:lnTo>
                  <a:pt x="15014" y="24277"/>
                </a:lnTo>
                <a:lnTo>
                  <a:pt x="14731" y="24680"/>
                </a:lnTo>
                <a:lnTo>
                  <a:pt x="14429" y="25064"/>
                </a:lnTo>
                <a:lnTo>
                  <a:pt x="14106" y="25427"/>
                </a:lnTo>
                <a:lnTo>
                  <a:pt x="13743" y="25770"/>
                </a:lnTo>
                <a:lnTo>
                  <a:pt x="13359" y="26093"/>
                </a:lnTo>
                <a:lnTo>
                  <a:pt x="13077" y="26295"/>
                </a:lnTo>
                <a:lnTo>
                  <a:pt x="12774" y="26476"/>
                </a:lnTo>
                <a:lnTo>
                  <a:pt x="12491" y="26658"/>
                </a:lnTo>
                <a:lnTo>
                  <a:pt x="12209" y="26799"/>
                </a:lnTo>
                <a:lnTo>
                  <a:pt x="11906" y="26920"/>
                </a:lnTo>
                <a:lnTo>
                  <a:pt x="11624" y="27021"/>
                </a:lnTo>
                <a:lnTo>
                  <a:pt x="11321" y="27102"/>
                </a:lnTo>
                <a:lnTo>
                  <a:pt x="11018" y="27162"/>
                </a:lnTo>
                <a:lnTo>
                  <a:pt x="10716" y="27203"/>
                </a:lnTo>
                <a:lnTo>
                  <a:pt x="10110" y="27203"/>
                </a:lnTo>
                <a:lnTo>
                  <a:pt x="9808" y="27183"/>
                </a:lnTo>
                <a:lnTo>
                  <a:pt x="9485" y="27142"/>
                </a:lnTo>
                <a:lnTo>
                  <a:pt x="9182" y="27062"/>
                </a:lnTo>
                <a:lnTo>
                  <a:pt x="8859" y="26981"/>
                </a:lnTo>
                <a:lnTo>
                  <a:pt x="8556" y="26860"/>
                </a:lnTo>
                <a:lnTo>
                  <a:pt x="8234" y="26739"/>
                </a:lnTo>
                <a:lnTo>
                  <a:pt x="7931" y="26577"/>
                </a:lnTo>
                <a:lnTo>
                  <a:pt x="7628" y="26416"/>
                </a:lnTo>
                <a:lnTo>
                  <a:pt x="7346" y="26234"/>
                </a:lnTo>
                <a:lnTo>
                  <a:pt x="7063" y="26053"/>
                </a:lnTo>
                <a:lnTo>
                  <a:pt x="6781" y="25851"/>
                </a:lnTo>
                <a:lnTo>
                  <a:pt x="6256" y="25427"/>
                </a:lnTo>
                <a:lnTo>
                  <a:pt x="5772" y="24983"/>
                </a:lnTo>
                <a:lnTo>
                  <a:pt x="5328" y="24539"/>
                </a:lnTo>
                <a:lnTo>
                  <a:pt x="4944" y="24095"/>
                </a:lnTo>
                <a:lnTo>
                  <a:pt x="4581" y="23671"/>
                </a:lnTo>
                <a:lnTo>
                  <a:pt x="4238" y="23227"/>
                </a:lnTo>
                <a:lnTo>
                  <a:pt x="3895" y="22763"/>
                </a:lnTo>
                <a:lnTo>
                  <a:pt x="3572" y="22279"/>
                </a:lnTo>
                <a:lnTo>
                  <a:pt x="3249" y="21815"/>
                </a:lnTo>
                <a:lnTo>
                  <a:pt x="2967" y="21330"/>
                </a:lnTo>
                <a:lnTo>
                  <a:pt x="2664" y="20826"/>
                </a:lnTo>
                <a:lnTo>
                  <a:pt x="2401" y="20342"/>
                </a:lnTo>
                <a:lnTo>
                  <a:pt x="2139" y="19837"/>
                </a:lnTo>
                <a:lnTo>
                  <a:pt x="1897" y="19333"/>
                </a:lnTo>
                <a:lnTo>
                  <a:pt x="1675" y="18808"/>
                </a:lnTo>
                <a:lnTo>
                  <a:pt x="1453" y="18303"/>
                </a:lnTo>
                <a:lnTo>
                  <a:pt x="1251" y="17779"/>
                </a:lnTo>
                <a:lnTo>
                  <a:pt x="1070" y="17254"/>
                </a:lnTo>
                <a:lnTo>
                  <a:pt x="888" y="16729"/>
                </a:lnTo>
                <a:lnTo>
                  <a:pt x="727" y="16205"/>
                </a:lnTo>
                <a:lnTo>
                  <a:pt x="585" y="15680"/>
                </a:lnTo>
                <a:lnTo>
                  <a:pt x="464" y="15095"/>
                </a:lnTo>
                <a:lnTo>
                  <a:pt x="343" y="14530"/>
                </a:lnTo>
                <a:lnTo>
                  <a:pt x="262" y="13965"/>
                </a:lnTo>
                <a:lnTo>
                  <a:pt x="182" y="13400"/>
                </a:lnTo>
                <a:lnTo>
                  <a:pt x="121" y="12835"/>
                </a:lnTo>
                <a:lnTo>
                  <a:pt x="101" y="12270"/>
                </a:lnTo>
                <a:lnTo>
                  <a:pt x="81" y="11725"/>
                </a:lnTo>
                <a:lnTo>
                  <a:pt x="81" y="11160"/>
                </a:lnTo>
                <a:lnTo>
                  <a:pt x="101" y="10615"/>
                </a:lnTo>
                <a:lnTo>
                  <a:pt x="141" y="10070"/>
                </a:lnTo>
                <a:lnTo>
                  <a:pt x="202" y="9525"/>
                </a:lnTo>
                <a:lnTo>
                  <a:pt x="283" y="9000"/>
                </a:lnTo>
                <a:lnTo>
                  <a:pt x="383" y="8476"/>
                </a:lnTo>
                <a:lnTo>
                  <a:pt x="505" y="7951"/>
                </a:lnTo>
                <a:lnTo>
                  <a:pt x="646" y="7447"/>
                </a:lnTo>
                <a:lnTo>
                  <a:pt x="787" y="6942"/>
                </a:lnTo>
                <a:lnTo>
                  <a:pt x="1049" y="6236"/>
                </a:lnTo>
                <a:lnTo>
                  <a:pt x="1352" y="5570"/>
                </a:lnTo>
                <a:lnTo>
                  <a:pt x="1695" y="4924"/>
                </a:lnTo>
                <a:lnTo>
                  <a:pt x="2079" y="4298"/>
                </a:lnTo>
                <a:lnTo>
                  <a:pt x="2482" y="3693"/>
                </a:lnTo>
                <a:lnTo>
                  <a:pt x="2946" y="3128"/>
                </a:lnTo>
                <a:lnTo>
                  <a:pt x="3188" y="2866"/>
                </a:lnTo>
                <a:lnTo>
                  <a:pt x="3431" y="2603"/>
                </a:lnTo>
                <a:lnTo>
                  <a:pt x="3673" y="2361"/>
                </a:lnTo>
                <a:lnTo>
                  <a:pt x="3935" y="2119"/>
                </a:lnTo>
                <a:lnTo>
                  <a:pt x="4218" y="1877"/>
                </a:lnTo>
                <a:lnTo>
                  <a:pt x="4520" y="1655"/>
                </a:lnTo>
                <a:lnTo>
                  <a:pt x="4803" y="1433"/>
                </a:lnTo>
                <a:lnTo>
                  <a:pt x="5106" y="1231"/>
                </a:lnTo>
                <a:lnTo>
                  <a:pt x="5408" y="1049"/>
                </a:lnTo>
                <a:lnTo>
                  <a:pt x="5731" y="888"/>
                </a:lnTo>
                <a:lnTo>
                  <a:pt x="6034" y="727"/>
                </a:lnTo>
                <a:lnTo>
                  <a:pt x="6337" y="605"/>
                </a:lnTo>
                <a:lnTo>
                  <a:pt x="6659" y="484"/>
                </a:lnTo>
                <a:lnTo>
                  <a:pt x="6982" y="363"/>
                </a:lnTo>
                <a:lnTo>
                  <a:pt x="7305" y="283"/>
                </a:lnTo>
                <a:lnTo>
                  <a:pt x="7628" y="202"/>
                </a:lnTo>
                <a:lnTo>
                  <a:pt x="7951" y="162"/>
                </a:lnTo>
                <a:lnTo>
                  <a:pt x="8274" y="121"/>
                </a:lnTo>
                <a:lnTo>
                  <a:pt x="8597" y="81"/>
                </a:lnTo>
                <a:close/>
                <a:moveTo>
                  <a:pt x="8698" y="0"/>
                </a:moveTo>
                <a:lnTo>
                  <a:pt x="8355" y="20"/>
                </a:lnTo>
                <a:lnTo>
                  <a:pt x="8032" y="61"/>
                </a:lnTo>
                <a:lnTo>
                  <a:pt x="7689" y="121"/>
                </a:lnTo>
                <a:lnTo>
                  <a:pt x="7366" y="182"/>
                </a:lnTo>
                <a:lnTo>
                  <a:pt x="7023" y="283"/>
                </a:lnTo>
                <a:lnTo>
                  <a:pt x="6700" y="383"/>
                </a:lnTo>
                <a:lnTo>
                  <a:pt x="6377" y="505"/>
                </a:lnTo>
                <a:lnTo>
                  <a:pt x="6054" y="646"/>
                </a:lnTo>
                <a:lnTo>
                  <a:pt x="5731" y="787"/>
                </a:lnTo>
                <a:lnTo>
                  <a:pt x="5408" y="969"/>
                </a:lnTo>
                <a:lnTo>
                  <a:pt x="5085" y="1150"/>
                </a:lnTo>
                <a:lnTo>
                  <a:pt x="4783" y="1352"/>
                </a:lnTo>
                <a:lnTo>
                  <a:pt x="4480" y="1574"/>
                </a:lnTo>
                <a:lnTo>
                  <a:pt x="4177" y="1816"/>
                </a:lnTo>
                <a:lnTo>
                  <a:pt x="3895" y="2058"/>
                </a:lnTo>
                <a:lnTo>
                  <a:pt x="3632" y="2301"/>
                </a:lnTo>
                <a:lnTo>
                  <a:pt x="3370" y="2543"/>
                </a:lnTo>
                <a:lnTo>
                  <a:pt x="3128" y="2805"/>
                </a:lnTo>
                <a:lnTo>
                  <a:pt x="2886" y="3088"/>
                </a:lnTo>
                <a:lnTo>
                  <a:pt x="2422" y="3653"/>
                </a:lnTo>
                <a:lnTo>
                  <a:pt x="1998" y="4258"/>
                </a:lnTo>
                <a:lnTo>
                  <a:pt x="1614" y="4884"/>
                </a:lnTo>
                <a:lnTo>
                  <a:pt x="1271" y="5529"/>
                </a:lnTo>
                <a:lnTo>
                  <a:pt x="969" y="6216"/>
                </a:lnTo>
                <a:lnTo>
                  <a:pt x="848" y="6559"/>
                </a:lnTo>
                <a:lnTo>
                  <a:pt x="727" y="6902"/>
                </a:lnTo>
                <a:lnTo>
                  <a:pt x="565" y="7406"/>
                </a:lnTo>
                <a:lnTo>
                  <a:pt x="424" y="7931"/>
                </a:lnTo>
                <a:lnTo>
                  <a:pt x="303" y="8456"/>
                </a:lnTo>
                <a:lnTo>
                  <a:pt x="202" y="8980"/>
                </a:lnTo>
                <a:lnTo>
                  <a:pt x="121" y="9525"/>
                </a:lnTo>
                <a:lnTo>
                  <a:pt x="61" y="10070"/>
                </a:lnTo>
                <a:lnTo>
                  <a:pt x="20" y="10615"/>
                </a:lnTo>
                <a:lnTo>
                  <a:pt x="0" y="11160"/>
                </a:lnTo>
                <a:lnTo>
                  <a:pt x="0" y="11725"/>
                </a:lnTo>
                <a:lnTo>
                  <a:pt x="20" y="12270"/>
                </a:lnTo>
                <a:lnTo>
                  <a:pt x="40" y="12835"/>
                </a:lnTo>
                <a:lnTo>
                  <a:pt x="101" y="13400"/>
                </a:lnTo>
                <a:lnTo>
                  <a:pt x="182" y="13965"/>
                </a:lnTo>
                <a:lnTo>
                  <a:pt x="262" y="14550"/>
                </a:lnTo>
                <a:lnTo>
                  <a:pt x="383" y="15115"/>
                </a:lnTo>
                <a:lnTo>
                  <a:pt x="525" y="15700"/>
                </a:lnTo>
                <a:lnTo>
                  <a:pt x="666" y="16225"/>
                </a:lnTo>
                <a:lnTo>
                  <a:pt x="807" y="16750"/>
                </a:lnTo>
                <a:lnTo>
                  <a:pt x="989" y="17274"/>
                </a:lnTo>
                <a:lnTo>
                  <a:pt x="1170" y="17799"/>
                </a:lnTo>
                <a:lnTo>
                  <a:pt x="1372" y="18324"/>
                </a:lnTo>
                <a:lnTo>
                  <a:pt x="1594" y="18848"/>
                </a:lnTo>
                <a:lnTo>
                  <a:pt x="1816" y="19353"/>
                </a:lnTo>
                <a:lnTo>
                  <a:pt x="2058" y="19877"/>
                </a:lnTo>
                <a:lnTo>
                  <a:pt x="2321" y="20382"/>
                </a:lnTo>
                <a:lnTo>
                  <a:pt x="2603" y="20866"/>
                </a:lnTo>
                <a:lnTo>
                  <a:pt x="2886" y="21371"/>
                </a:lnTo>
                <a:lnTo>
                  <a:pt x="3188" y="21855"/>
                </a:lnTo>
                <a:lnTo>
                  <a:pt x="3511" y="22339"/>
                </a:lnTo>
                <a:lnTo>
                  <a:pt x="3834" y="22804"/>
                </a:lnTo>
                <a:lnTo>
                  <a:pt x="4177" y="23268"/>
                </a:lnTo>
                <a:lnTo>
                  <a:pt x="4520" y="23732"/>
                </a:lnTo>
                <a:lnTo>
                  <a:pt x="4964" y="24236"/>
                </a:lnTo>
                <a:lnTo>
                  <a:pt x="5206" y="24519"/>
                </a:lnTo>
                <a:lnTo>
                  <a:pt x="5489" y="24822"/>
                </a:lnTo>
                <a:lnTo>
                  <a:pt x="5792" y="25104"/>
                </a:lnTo>
                <a:lnTo>
                  <a:pt x="6115" y="25407"/>
                </a:lnTo>
                <a:lnTo>
                  <a:pt x="6458" y="25689"/>
                </a:lnTo>
                <a:lnTo>
                  <a:pt x="6821" y="25972"/>
                </a:lnTo>
                <a:lnTo>
                  <a:pt x="7204" y="26254"/>
                </a:lnTo>
                <a:lnTo>
                  <a:pt x="7608" y="26497"/>
                </a:lnTo>
                <a:lnTo>
                  <a:pt x="8032" y="26718"/>
                </a:lnTo>
                <a:lnTo>
                  <a:pt x="8455" y="26900"/>
                </a:lnTo>
                <a:lnTo>
                  <a:pt x="8920" y="27062"/>
                </a:lnTo>
                <a:lnTo>
                  <a:pt x="9364" y="27183"/>
                </a:lnTo>
                <a:lnTo>
                  <a:pt x="9606" y="27223"/>
                </a:lnTo>
                <a:lnTo>
                  <a:pt x="9848" y="27263"/>
                </a:lnTo>
                <a:lnTo>
                  <a:pt x="10090" y="27284"/>
                </a:lnTo>
                <a:lnTo>
                  <a:pt x="10695" y="27284"/>
                </a:lnTo>
                <a:lnTo>
                  <a:pt x="11079" y="27223"/>
                </a:lnTo>
                <a:lnTo>
                  <a:pt x="11462" y="27142"/>
                </a:lnTo>
                <a:lnTo>
                  <a:pt x="11846" y="27021"/>
                </a:lnTo>
                <a:lnTo>
                  <a:pt x="12229" y="26880"/>
                </a:lnTo>
                <a:lnTo>
                  <a:pt x="12613" y="26678"/>
                </a:lnTo>
                <a:lnTo>
                  <a:pt x="12996" y="26436"/>
                </a:lnTo>
                <a:lnTo>
                  <a:pt x="13400" y="26153"/>
                </a:lnTo>
                <a:lnTo>
                  <a:pt x="13783" y="25831"/>
                </a:lnTo>
                <a:lnTo>
                  <a:pt x="14146" y="25488"/>
                </a:lnTo>
                <a:lnTo>
                  <a:pt x="14489" y="25124"/>
                </a:lnTo>
                <a:lnTo>
                  <a:pt x="14792" y="24721"/>
                </a:lnTo>
                <a:lnTo>
                  <a:pt x="15095" y="24317"/>
                </a:lnTo>
                <a:lnTo>
                  <a:pt x="15357" y="23913"/>
                </a:lnTo>
                <a:lnTo>
                  <a:pt x="15599" y="23490"/>
                </a:lnTo>
                <a:lnTo>
                  <a:pt x="15821" y="23046"/>
                </a:lnTo>
                <a:lnTo>
                  <a:pt x="16023" y="22602"/>
                </a:lnTo>
                <a:lnTo>
                  <a:pt x="16205" y="22158"/>
                </a:lnTo>
                <a:lnTo>
                  <a:pt x="16366" y="21714"/>
                </a:lnTo>
                <a:lnTo>
                  <a:pt x="16527" y="21270"/>
                </a:lnTo>
                <a:lnTo>
                  <a:pt x="16790" y="20382"/>
                </a:lnTo>
                <a:lnTo>
                  <a:pt x="17012" y="19534"/>
                </a:lnTo>
                <a:lnTo>
                  <a:pt x="17173" y="18868"/>
                </a:lnTo>
                <a:lnTo>
                  <a:pt x="17315" y="18223"/>
                </a:lnTo>
                <a:lnTo>
                  <a:pt x="17436" y="17597"/>
                </a:lnTo>
                <a:lnTo>
                  <a:pt x="17537" y="16951"/>
                </a:lnTo>
                <a:lnTo>
                  <a:pt x="17637" y="16346"/>
                </a:lnTo>
                <a:lnTo>
                  <a:pt x="17718" y="15720"/>
                </a:lnTo>
                <a:lnTo>
                  <a:pt x="17799" y="15115"/>
                </a:lnTo>
                <a:lnTo>
                  <a:pt x="17839" y="14530"/>
                </a:lnTo>
                <a:lnTo>
                  <a:pt x="17880" y="13924"/>
                </a:lnTo>
                <a:lnTo>
                  <a:pt x="17900" y="13339"/>
                </a:lnTo>
                <a:lnTo>
                  <a:pt x="17920" y="12774"/>
                </a:lnTo>
                <a:lnTo>
                  <a:pt x="17920" y="12189"/>
                </a:lnTo>
                <a:lnTo>
                  <a:pt x="17900" y="11624"/>
                </a:lnTo>
                <a:lnTo>
                  <a:pt x="17859" y="11059"/>
                </a:lnTo>
                <a:lnTo>
                  <a:pt x="17819" y="10514"/>
                </a:lnTo>
                <a:lnTo>
                  <a:pt x="17758" y="9969"/>
                </a:lnTo>
                <a:lnTo>
                  <a:pt x="17678" y="9465"/>
                </a:lnTo>
                <a:lnTo>
                  <a:pt x="17597" y="8980"/>
                </a:lnTo>
                <a:lnTo>
                  <a:pt x="17516" y="8496"/>
                </a:lnTo>
                <a:lnTo>
                  <a:pt x="17395" y="8032"/>
                </a:lnTo>
                <a:lnTo>
                  <a:pt x="17294" y="7568"/>
                </a:lnTo>
                <a:lnTo>
                  <a:pt x="17153" y="7124"/>
                </a:lnTo>
                <a:lnTo>
                  <a:pt x="17012" y="6700"/>
                </a:lnTo>
                <a:lnTo>
                  <a:pt x="16850" y="6276"/>
                </a:lnTo>
                <a:lnTo>
                  <a:pt x="16689" y="5852"/>
                </a:lnTo>
                <a:lnTo>
                  <a:pt x="16507" y="5449"/>
                </a:lnTo>
                <a:lnTo>
                  <a:pt x="16326" y="5065"/>
                </a:lnTo>
                <a:lnTo>
                  <a:pt x="16124" y="4682"/>
                </a:lnTo>
                <a:lnTo>
                  <a:pt x="15922" y="4319"/>
                </a:lnTo>
                <a:lnTo>
                  <a:pt x="15700" y="3976"/>
                </a:lnTo>
                <a:lnTo>
                  <a:pt x="15458" y="3632"/>
                </a:lnTo>
                <a:lnTo>
                  <a:pt x="15216" y="3310"/>
                </a:lnTo>
                <a:lnTo>
                  <a:pt x="14913" y="2926"/>
                </a:lnTo>
                <a:lnTo>
                  <a:pt x="14590" y="2583"/>
                </a:lnTo>
                <a:lnTo>
                  <a:pt x="14247" y="2240"/>
                </a:lnTo>
                <a:lnTo>
                  <a:pt x="13904" y="1937"/>
                </a:lnTo>
                <a:lnTo>
                  <a:pt x="13541" y="1635"/>
                </a:lnTo>
                <a:lnTo>
                  <a:pt x="13157" y="1372"/>
                </a:lnTo>
                <a:lnTo>
                  <a:pt x="12774" y="1130"/>
                </a:lnTo>
                <a:lnTo>
                  <a:pt x="12391" y="908"/>
                </a:lnTo>
                <a:lnTo>
                  <a:pt x="11987" y="706"/>
                </a:lnTo>
                <a:lnTo>
                  <a:pt x="11583" y="525"/>
                </a:lnTo>
                <a:lnTo>
                  <a:pt x="11160" y="363"/>
                </a:lnTo>
                <a:lnTo>
                  <a:pt x="10736" y="242"/>
                </a:lnTo>
                <a:lnTo>
                  <a:pt x="10312" y="141"/>
                </a:lnTo>
                <a:lnTo>
                  <a:pt x="9888" y="61"/>
                </a:lnTo>
                <a:lnTo>
                  <a:pt x="9464" y="20"/>
                </a:lnTo>
                <a:lnTo>
                  <a:pt x="9041" y="0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32" name="Google Shape;2032;p24"/>
          <p:cNvSpPr/>
          <p:nvPr/>
        </p:nvSpPr>
        <p:spPr>
          <a:xfrm rot="-5400000">
            <a:off x="1141541" y="-477397"/>
            <a:ext cx="560808" cy="1296383"/>
          </a:xfrm>
          <a:custGeom>
            <a:rect b="b" l="l" r="r" t="t"/>
            <a:pathLst>
              <a:path extrusionOk="0" h="23188" w="10031">
                <a:moveTo>
                  <a:pt x="4703" y="61"/>
                </a:moveTo>
                <a:lnTo>
                  <a:pt x="4985" y="81"/>
                </a:lnTo>
                <a:lnTo>
                  <a:pt x="5268" y="122"/>
                </a:lnTo>
                <a:lnTo>
                  <a:pt x="5550" y="202"/>
                </a:lnTo>
                <a:lnTo>
                  <a:pt x="5833" y="303"/>
                </a:lnTo>
                <a:lnTo>
                  <a:pt x="6075" y="424"/>
                </a:lnTo>
                <a:lnTo>
                  <a:pt x="6297" y="566"/>
                </a:lnTo>
                <a:lnTo>
                  <a:pt x="6519" y="707"/>
                </a:lnTo>
                <a:lnTo>
                  <a:pt x="6741" y="868"/>
                </a:lnTo>
                <a:lnTo>
                  <a:pt x="6963" y="1070"/>
                </a:lnTo>
                <a:lnTo>
                  <a:pt x="7165" y="1272"/>
                </a:lnTo>
                <a:lnTo>
                  <a:pt x="7366" y="1494"/>
                </a:lnTo>
                <a:lnTo>
                  <a:pt x="7548" y="1736"/>
                </a:lnTo>
                <a:lnTo>
                  <a:pt x="7730" y="1999"/>
                </a:lnTo>
                <a:lnTo>
                  <a:pt x="7911" y="2281"/>
                </a:lnTo>
                <a:lnTo>
                  <a:pt x="8073" y="2584"/>
                </a:lnTo>
                <a:lnTo>
                  <a:pt x="8234" y="2907"/>
                </a:lnTo>
                <a:lnTo>
                  <a:pt x="8396" y="3230"/>
                </a:lnTo>
                <a:lnTo>
                  <a:pt x="8537" y="3593"/>
                </a:lnTo>
                <a:lnTo>
                  <a:pt x="8678" y="3976"/>
                </a:lnTo>
                <a:lnTo>
                  <a:pt x="8819" y="4380"/>
                </a:lnTo>
                <a:lnTo>
                  <a:pt x="9082" y="5207"/>
                </a:lnTo>
                <a:lnTo>
                  <a:pt x="9304" y="6075"/>
                </a:lnTo>
                <a:lnTo>
                  <a:pt x="9505" y="6922"/>
                </a:lnTo>
                <a:lnTo>
                  <a:pt x="9647" y="7790"/>
                </a:lnTo>
                <a:lnTo>
                  <a:pt x="9788" y="8678"/>
                </a:lnTo>
                <a:lnTo>
                  <a:pt x="9869" y="9546"/>
                </a:lnTo>
                <a:lnTo>
                  <a:pt x="9929" y="10434"/>
                </a:lnTo>
                <a:lnTo>
                  <a:pt x="9949" y="11302"/>
                </a:lnTo>
                <a:lnTo>
                  <a:pt x="9949" y="12189"/>
                </a:lnTo>
                <a:lnTo>
                  <a:pt x="9909" y="13077"/>
                </a:lnTo>
                <a:lnTo>
                  <a:pt x="9828" y="13945"/>
                </a:lnTo>
                <a:lnTo>
                  <a:pt x="9727" y="14833"/>
                </a:lnTo>
                <a:lnTo>
                  <a:pt x="9586" y="15701"/>
                </a:lnTo>
                <a:lnTo>
                  <a:pt x="9405" y="16569"/>
                </a:lnTo>
                <a:lnTo>
                  <a:pt x="9203" y="17416"/>
                </a:lnTo>
                <a:lnTo>
                  <a:pt x="8961" y="18264"/>
                </a:lnTo>
                <a:lnTo>
                  <a:pt x="8799" y="18768"/>
                </a:lnTo>
                <a:lnTo>
                  <a:pt x="8618" y="19293"/>
                </a:lnTo>
                <a:lnTo>
                  <a:pt x="8396" y="19838"/>
                </a:lnTo>
                <a:lnTo>
                  <a:pt x="8133" y="20362"/>
                </a:lnTo>
                <a:lnTo>
                  <a:pt x="7992" y="20625"/>
                </a:lnTo>
                <a:lnTo>
                  <a:pt x="7831" y="20867"/>
                </a:lnTo>
                <a:lnTo>
                  <a:pt x="7669" y="21129"/>
                </a:lnTo>
                <a:lnTo>
                  <a:pt x="7487" y="21371"/>
                </a:lnTo>
                <a:lnTo>
                  <a:pt x="7286" y="21593"/>
                </a:lnTo>
                <a:lnTo>
                  <a:pt x="7084" y="21815"/>
                </a:lnTo>
                <a:lnTo>
                  <a:pt x="6862" y="22037"/>
                </a:lnTo>
                <a:lnTo>
                  <a:pt x="6620" y="22239"/>
                </a:lnTo>
                <a:lnTo>
                  <a:pt x="6398" y="22401"/>
                </a:lnTo>
                <a:lnTo>
                  <a:pt x="6196" y="22542"/>
                </a:lnTo>
                <a:lnTo>
                  <a:pt x="5974" y="22663"/>
                </a:lnTo>
                <a:lnTo>
                  <a:pt x="5772" y="22764"/>
                </a:lnTo>
                <a:lnTo>
                  <a:pt x="5550" y="22865"/>
                </a:lnTo>
                <a:lnTo>
                  <a:pt x="5348" y="22945"/>
                </a:lnTo>
                <a:lnTo>
                  <a:pt x="5147" y="23006"/>
                </a:lnTo>
                <a:lnTo>
                  <a:pt x="4945" y="23046"/>
                </a:lnTo>
                <a:lnTo>
                  <a:pt x="4743" y="23087"/>
                </a:lnTo>
                <a:lnTo>
                  <a:pt x="4541" y="23107"/>
                </a:lnTo>
                <a:lnTo>
                  <a:pt x="4339" y="23107"/>
                </a:lnTo>
                <a:lnTo>
                  <a:pt x="4138" y="23087"/>
                </a:lnTo>
                <a:lnTo>
                  <a:pt x="3936" y="23046"/>
                </a:lnTo>
                <a:lnTo>
                  <a:pt x="3754" y="23006"/>
                </a:lnTo>
                <a:lnTo>
                  <a:pt x="3552" y="22925"/>
                </a:lnTo>
                <a:lnTo>
                  <a:pt x="3351" y="22845"/>
                </a:lnTo>
                <a:lnTo>
                  <a:pt x="3169" y="22764"/>
                </a:lnTo>
                <a:lnTo>
                  <a:pt x="2987" y="22643"/>
                </a:lnTo>
                <a:lnTo>
                  <a:pt x="2806" y="22522"/>
                </a:lnTo>
                <a:lnTo>
                  <a:pt x="2644" y="22380"/>
                </a:lnTo>
                <a:lnTo>
                  <a:pt x="2321" y="22078"/>
                </a:lnTo>
                <a:lnTo>
                  <a:pt x="1999" y="21714"/>
                </a:lnTo>
                <a:lnTo>
                  <a:pt x="1716" y="21331"/>
                </a:lnTo>
                <a:lnTo>
                  <a:pt x="1454" y="20927"/>
                </a:lnTo>
                <a:lnTo>
                  <a:pt x="1211" y="20483"/>
                </a:lnTo>
                <a:lnTo>
                  <a:pt x="990" y="20019"/>
                </a:lnTo>
                <a:lnTo>
                  <a:pt x="788" y="19535"/>
                </a:lnTo>
                <a:lnTo>
                  <a:pt x="626" y="19051"/>
                </a:lnTo>
                <a:lnTo>
                  <a:pt x="465" y="18566"/>
                </a:lnTo>
                <a:lnTo>
                  <a:pt x="344" y="18082"/>
                </a:lnTo>
                <a:lnTo>
                  <a:pt x="243" y="17598"/>
                </a:lnTo>
                <a:lnTo>
                  <a:pt x="162" y="17134"/>
                </a:lnTo>
                <a:lnTo>
                  <a:pt x="122" y="16690"/>
                </a:lnTo>
                <a:lnTo>
                  <a:pt x="102" y="16286"/>
                </a:lnTo>
                <a:lnTo>
                  <a:pt x="81" y="15600"/>
                </a:lnTo>
                <a:lnTo>
                  <a:pt x="81" y="14934"/>
                </a:lnTo>
                <a:lnTo>
                  <a:pt x="102" y="14268"/>
                </a:lnTo>
                <a:lnTo>
                  <a:pt x="142" y="13582"/>
                </a:lnTo>
                <a:lnTo>
                  <a:pt x="182" y="12916"/>
                </a:lnTo>
                <a:lnTo>
                  <a:pt x="243" y="12250"/>
                </a:lnTo>
                <a:lnTo>
                  <a:pt x="404" y="10918"/>
                </a:lnTo>
                <a:lnTo>
                  <a:pt x="586" y="9586"/>
                </a:lnTo>
                <a:lnTo>
                  <a:pt x="788" y="8254"/>
                </a:lnTo>
                <a:lnTo>
                  <a:pt x="1252" y="5631"/>
                </a:lnTo>
                <a:lnTo>
                  <a:pt x="1454" y="4622"/>
                </a:lnTo>
                <a:lnTo>
                  <a:pt x="1555" y="4117"/>
                </a:lnTo>
                <a:lnTo>
                  <a:pt x="1676" y="3613"/>
                </a:lnTo>
                <a:lnTo>
                  <a:pt x="1837" y="3108"/>
                </a:lnTo>
                <a:lnTo>
                  <a:pt x="1999" y="2604"/>
                </a:lnTo>
                <a:lnTo>
                  <a:pt x="2200" y="2140"/>
                </a:lnTo>
                <a:lnTo>
                  <a:pt x="2442" y="1655"/>
                </a:lnTo>
                <a:lnTo>
                  <a:pt x="2584" y="1393"/>
                </a:lnTo>
                <a:lnTo>
                  <a:pt x="2745" y="1151"/>
                </a:lnTo>
                <a:lnTo>
                  <a:pt x="2927" y="949"/>
                </a:lnTo>
                <a:lnTo>
                  <a:pt x="3108" y="747"/>
                </a:lnTo>
                <a:lnTo>
                  <a:pt x="3290" y="586"/>
                </a:lnTo>
                <a:lnTo>
                  <a:pt x="3472" y="445"/>
                </a:lnTo>
                <a:lnTo>
                  <a:pt x="3673" y="324"/>
                </a:lnTo>
                <a:lnTo>
                  <a:pt x="3875" y="223"/>
                </a:lnTo>
                <a:lnTo>
                  <a:pt x="4077" y="162"/>
                </a:lnTo>
                <a:lnTo>
                  <a:pt x="4279" y="102"/>
                </a:lnTo>
                <a:lnTo>
                  <a:pt x="4481" y="81"/>
                </a:lnTo>
                <a:lnTo>
                  <a:pt x="4703" y="61"/>
                </a:lnTo>
                <a:close/>
                <a:moveTo>
                  <a:pt x="4561" y="1"/>
                </a:moveTo>
                <a:lnTo>
                  <a:pt x="4319" y="21"/>
                </a:lnTo>
                <a:lnTo>
                  <a:pt x="4077" y="61"/>
                </a:lnTo>
                <a:lnTo>
                  <a:pt x="3855" y="142"/>
                </a:lnTo>
                <a:lnTo>
                  <a:pt x="3633" y="243"/>
                </a:lnTo>
                <a:lnTo>
                  <a:pt x="3431" y="364"/>
                </a:lnTo>
                <a:lnTo>
                  <a:pt x="3229" y="525"/>
                </a:lnTo>
                <a:lnTo>
                  <a:pt x="3048" y="687"/>
                </a:lnTo>
                <a:lnTo>
                  <a:pt x="2866" y="889"/>
                </a:lnTo>
                <a:lnTo>
                  <a:pt x="2685" y="1111"/>
                </a:lnTo>
                <a:lnTo>
                  <a:pt x="2523" y="1353"/>
                </a:lnTo>
                <a:lnTo>
                  <a:pt x="2362" y="1615"/>
                </a:lnTo>
                <a:lnTo>
                  <a:pt x="2120" y="2099"/>
                </a:lnTo>
                <a:lnTo>
                  <a:pt x="1918" y="2584"/>
                </a:lnTo>
                <a:lnTo>
                  <a:pt x="1756" y="3068"/>
                </a:lnTo>
                <a:lnTo>
                  <a:pt x="1615" y="3573"/>
                </a:lnTo>
                <a:lnTo>
                  <a:pt x="1474" y="4097"/>
                </a:lnTo>
                <a:lnTo>
                  <a:pt x="1373" y="4602"/>
                </a:lnTo>
                <a:lnTo>
                  <a:pt x="1171" y="5631"/>
                </a:lnTo>
                <a:lnTo>
                  <a:pt x="707" y="8254"/>
                </a:lnTo>
                <a:lnTo>
                  <a:pt x="505" y="9566"/>
                </a:lnTo>
                <a:lnTo>
                  <a:pt x="324" y="10898"/>
                </a:lnTo>
                <a:lnTo>
                  <a:pt x="162" y="12250"/>
                </a:lnTo>
                <a:lnTo>
                  <a:pt x="102" y="12916"/>
                </a:lnTo>
                <a:lnTo>
                  <a:pt x="61" y="13582"/>
                </a:lnTo>
                <a:lnTo>
                  <a:pt x="21" y="14268"/>
                </a:lnTo>
                <a:lnTo>
                  <a:pt x="1" y="14934"/>
                </a:lnTo>
                <a:lnTo>
                  <a:pt x="1" y="15600"/>
                </a:lnTo>
                <a:lnTo>
                  <a:pt x="21" y="16286"/>
                </a:lnTo>
                <a:lnTo>
                  <a:pt x="41" y="16710"/>
                </a:lnTo>
                <a:lnTo>
                  <a:pt x="81" y="17154"/>
                </a:lnTo>
                <a:lnTo>
                  <a:pt x="162" y="17618"/>
                </a:lnTo>
                <a:lnTo>
                  <a:pt x="263" y="18102"/>
                </a:lnTo>
                <a:lnTo>
                  <a:pt x="404" y="18587"/>
                </a:lnTo>
                <a:lnTo>
                  <a:pt x="546" y="19071"/>
                </a:lnTo>
                <a:lnTo>
                  <a:pt x="727" y="19575"/>
                </a:lnTo>
                <a:lnTo>
                  <a:pt x="929" y="20060"/>
                </a:lnTo>
                <a:lnTo>
                  <a:pt x="1151" y="20524"/>
                </a:lnTo>
                <a:lnTo>
                  <a:pt x="1393" y="20968"/>
                </a:lnTo>
                <a:lnTo>
                  <a:pt x="1655" y="21392"/>
                </a:lnTo>
                <a:lnTo>
                  <a:pt x="1958" y="21775"/>
                </a:lnTo>
                <a:lnTo>
                  <a:pt x="2261" y="22138"/>
                </a:lnTo>
                <a:lnTo>
                  <a:pt x="2604" y="22461"/>
                </a:lnTo>
                <a:lnTo>
                  <a:pt x="2765" y="22582"/>
                </a:lnTo>
                <a:lnTo>
                  <a:pt x="2947" y="22723"/>
                </a:lnTo>
                <a:lnTo>
                  <a:pt x="3129" y="22824"/>
                </a:lnTo>
                <a:lnTo>
                  <a:pt x="3330" y="22925"/>
                </a:lnTo>
                <a:lnTo>
                  <a:pt x="3593" y="23046"/>
                </a:lnTo>
                <a:lnTo>
                  <a:pt x="3875" y="23127"/>
                </a:lnTo>
                <a:lnTo>
                  <a:pt x="4158" y="23167"/>
                </a:lnTo>
                <a:lnTo>
                  <a:pt x="4460" y="23188"/>
                </a:lnTo>
                <a:lnTo>
                  <a:pt x="4723" y="23167"/>
                </a:lnTo>
                <a:lnTo>
                  <a:pt x="4985" y="23127"/>
                </a:lnTo>
                <a:lnTo>
                  <a:pt x="5268" y="23067"/>
                </a:lnTo>
                <a:lnTo>
                  <a:pt x="5550" y="22966"/>
                </a:lnTo>
                <a:lnTo>
                  <a:pt x="5813" y="22845"/>
                </a:lnTo>
                <a:lnTo>
                  <a:pt x="6095" y="22683"/>
                </a:lnTo>
                <a:lnTo>
                  <a:pt x="6378" y="22501"/>
                </a:lnTo>
                <a:lnTo>
                  <a:pt x="6680" y="22300"/>
                </a:lnTo>
                <a:lnTo>
                  <a:pt x="6922" y="22098"/>
                </a:lnTo>
                <a:lnTo>
                  <a:pt x="7144" y="21876"/>
                </a:lnTo>
                <a:lnTo>
                  <a:pt x="7346" y="21654"/>
                </a:lnTo>
                <a:lnTo>
                  <a:pt x="7548" y="21412"/>
                </a:lnTo>
                <a:lnTo>
                  <a:pt x="7730" y="21170"/>
                </a:lnTo>
                <a:lnTo>
                  <a:pt x="7911" y="20927"/>
                </a:lnTo>
                <a:lnTo>
                  <a:pt x="8053" y="20665"/>
                </a:lnTo>
                <a:lnTo>
                  <a:pt x="8214" y="20403"/>
                </a:lnTo>
                <a:lnTo>
                  <a:pt x="8476" y="19878"/>
                </a:lnTo>
                <a:lnTo>
                  <a:pt x="8698" y="19333"/>
                </a:lnTo>
                <a:lnTo>
                  <a:pt x="8880" y="18809"/>
                </a:lnTo>
                <a:lnTo>
                  <a:pt x="9041" y="18284"/>
                </a:lnTo>
                <a:lnTo>
                  <a:pt x="9283" y="17436"/>
                </a:lnTo>
                <a:lnTo>
                  <a:pt x="9485" y="16589"/>
                </a:lnTo>
                <a:lnTo>
                  <a:pt x="9667" y="15721"/>
                </a:lnTo>
                <a:lnTo>
                  <a:pt x="9808" y="14833"/>
                </a:lnTo>
                <a:lnTo>
                  <a:pt x="9909" y="13965"/>
                </a:lnTo>
                <a:lnTo>
                  <a:pt x="9990" y="13077"/>
                </a:lnTo>
                <a:lnTo>
                  <a:pt x="10030" y="12189"/>
                </a:lnTo>
                <a:lnTo>
                  <a:pt x="10030" y="11302"/>
                </a:lnTo>
                <a:lnTo>
                  <a:pt x="10010" y="10434"/>
                </a:lnTo>
                <a:lnTo>
                  <a:pt x="9949" y="9546"/>
                </a:lnTo>
                <a:lnTo>
                  <a:pt x="9869" y="8658"/>
                </a:lnTo>
                <a:lnTo>
                  <a:pt x="9727" y="7790"/>
                </a:lnTo>
                <a:lnTo>
                  <a:pt x="9566" y="6902"/>
                </a:lnTo>
                <a:lnTo>
                  <a:pt x="9384" y="6055"/>
                </a:lnTo>
                <a:lnTo>
                  <a:pt x="9162" y="5187"/>
                </a:lnTo>
                <a:lnTo>
                  <a:pt x="8900" y="4339"/>
                </a:lnTo>
                <a:lnTo>
                  <a:pt x="8759" y="3936"/>
                </a:lnTo>
                <a:lnTo>
                  <a:pt x="8618" y="3552"/>
                </a:lnTo>
                <a:lnTo>
                  <a:pt x="8476" y="3209"/>
                </a:lnTo>
                <a:lnTo>
                  <a:pt x="8315" y="2866"/>
                </a:lnTo>
                <a:lnTo>
                  <a:pt x="8153" y="2523"/>
                </a:lnTo>
                <a:lnTo>
                  <a:pt x="7972" y="2220"/>
                </a:lnTo>
                <a:lnTo>
                  <a:pt x="7790" y="1938"/>
                </a:lnTo>
                <a:lnTo>
                  <a:pt x="7609" y="1676"/>
                </a:lnTo>
                <a:lnTo>
                  <a:pt x="7407" y="1433"/>
                </a:lnTo>
                <a:lnTo>
                  <a:pt x="7225" y="1211"/>
                </a:lnTo>
                <a:lnTo>
                  <a:pt x="7003" y="990"/>
                </a:lnTo>
                <a:lnTo>
                  <a:pt x="6801" y="808"/>
                </a:lnTo>
                <a:lnTo>
                  <a:pt x="6579" y="646"/>
                </a:lnTo>
                <a:lnTo>
                  <a:pt x="6337" y="485"/>
                </a:lnTo>
                <a:lnTo>
                  <a:pt x="6095" y="344"/>
                </a:lnTo>
                <a:lnTo>
                  <a:pt x="5853" y="243"/>
                </a:lnTo>
                <a:lnTo>
                  <a:pt x="5591" y="142"/>
                </a:lnTo>
                <a:lnTo>
                  <a:pt x="5328" y="61"/>
                </a:lnTo>
                <a:lnTo>
                  <a:pt x="5066" y="21"/>
                </a:lnTo>
                <a:lnTo>
                  <a:pt x="4824" y="1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2033" name="Google Shape;2033;p24"/>
          <p:cNvGrpSpPr/>
          <p:nvPr/>
        </p:nvGrpSpPr>
        <p:grpSpPr>
          <a:xfrm flipH="1">
            <a:off x="7769446" y="118041"/>
            <a:ext cx="1209708" cy="1147945"/>
            <a:chOff x="5235125" y="2636100"/>
            <a:chExt cx="796175" cy="755525"/>
          </a:xfrm>
        </p:grpSpPr>
        <p:sp>
          <p:nvSpPr>
            <p:cNvPr id="2034" name="Google Shape;2034;p24"/>
            <p:cNvSpPr/>
            <p:nvPr/>
          </p:nvSpPr>
          <p:spPr>
            <a:xfrm>
              <a:off x="5779275" y="2943825"/>
              <a:ext cx="35175" cy="33150"/>
            </a:xfrm>
            <a:custGeom>
              <a:rect b="b" l="l" r="r" t="t"/>
              <a:pathLst>
                <a:path extrusionOk="0" h="1326" w="1407">
                  <a:moveTo>
                    <a:pt x="724" y="1"/>
                  </a:moveTo>
                  <a:lnTo>
                    <a:pt x="1" y="683"/>
                  </a:lnTo>
                  <a:lnTo>
                    <a:pt x="21" y="724"/>
                  </a:lnTo>
                  <a:lnTo>
                    <a:pt x="61" y="744"/>
                  </a:lnTo>
                  <a:lnTo>
                    <a:pt x="181" y="784"/>
                  </a:lnTo>
                  <a:lnTo>
                    <a:pt x="322" y="824"/>
                  </a:lnTo>
                  <a:lnTo>
                    <a:pt x="382" y="864"/>
                  </a:lnTo>
                  <a:lnTo>
                    <a:pt x="422" y="884"/>
                  </a:lnTo>
                  <a:lnTo>
                    <a:pt x="503" y="1005"/>
                  </a:lnTo>
                  <a:lnTo>
                    <a:pt x="583" y="1105"/>
                  </a:lnTo>
                  <a:lnTo>
                    <a:pt x="704" y="1326"/>
                  </a:lnTo>
                  <a:lnTo>
                    <a:pt x="1406" y="623"/>
                  </a:lnTo>
                  <a:lnTo>
                    <a:pt x="724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35" name="Google Shape;2035;p24"/>
            <p:cNvSpPr/>
            <p:nvPr/>
          </p:nvSpPr>
          <p:spPr>
            <a:xfrm>
              <a:off x="5885700" y="3044725"/>
              <a:ext cx="37175" cy="34675"/>
            </a:xfrm>
            <a:custGeom>
              <a:rect b="b" l="l" r="r" t="t"/>
              <a:pathLst>
                <a:path extrusionOk="0" h="1387" w="1487">
                  <a:moveTo>
                    <a:pt x="764" y="1"/>
                  </a:moveTo>
                  <a:lnTo>
                    <a:pt x="663" y="222"/>
                  </a:lnTo>
                  <a:lnTo>
                    <a:pt x="603" y="322"/>
                  </a:lnTo>
                  <a:lnTo>
                    <a:pt x="543" y="402"/>
                  </a:lnTo>
                  <a:lnTo>
                    <a:pt x="422" y="483"/>
                  </a:lnTo>
                  <a:lnTo>
                    <a:pt x="302" y="543"/>
                  </a:lnTo>
                  <a:lnTo>
                    <a:pt x="1" y="703"/>
                  </a:lnTo>
                  <a:lnTo>
                    <a:pt x="262" y="824"/>
                  </a:lnTo>
                  <a:lnTo>
                    <a:pt x="483" y="985"/>
                  </a:lnTo>
                  <a:lnTo>
                    <a:pt x="583" y="1065"/>
                  </a:lnTo>
                  <a:lnTo>
                    <a:pt x="643" y="1165"/>
                  </a:lnTo>
                  <a:lnTo>
                    <a:pt x="723" y="1266"/>
                  </a:lnTo>
                  <a:lnTo>
                    <a:pt x="764" y="1386"/>
                  </a:lnTo>
                  <a:lnTo>
                    <a:pt x="1486" y="703"/>
                  </a:lnTo>
                  <a:lnTo>
                    <a:pt x="764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36" name="Google Shape;2036;p24"/>
            <p:cNvSpPr/>
            <p:nvPr/>
          </p:nvSpPr>
          <p:spPr>
            <a:xfrm>
              <a:off x="5562925" y="2636100"/>
              <a:ext cx="35675" cy="33175"/>
            </a:xfrm>
            <a:custGeom>
              <a:rect b="b" l="l" r="r" t="t"/>
              <a:pathLst>
                <a:path extrusionOk="0" h="1327" w="1427">
                  <a:moveTo>
                    <a:pt x="723" y="1"/>
                  </a:moveTo>
                  <a:lnTo>
                    <a:pt x="1" y="684"/>
                  </a:lnTo>
                  <a:lnTo>
                    <a:pt x="221" y="784"/>
                  </a:lnTo>
                  <a:lnTo>
                    <a:pt x="322" y="824"/>
                  </a:lnTo>
                  <a:lnTo>
                    <a:pt x="422" y="884"/>
                  </a:lnTo>
                  <a:lnTo>
                    <a:pt x="502" y="1005"/>
                  </a:lnTo>
                  <a:lnTo>
                    <a:pt x="583" y="1105"/>
                  </a:lnTo>
                  <a:lnTo>
                    <a:pt x="723" y="1326"/>
                  </a:lnTo>
                  <a:lnTo>
                    <a:pt x="1426" y="643"/>
                  </a:lnTo>
                  <a:lnTo>
                    <a:pt x="723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37" name="Google Shape;2037;p24"/>
            <p:cNvSpPr/>
            <p:nvPr/>
          </p:nvSpPr>
          <p:spPr>
            <a:xfrm>
              <a:off x="5672850" y="2636100"/>
              <a:ext cx="33175" cy="32175"/>
            </a:xfrm>
            <a:custGeom>
              <a:rect b="b" l="l" r="r" t="t"/>
              <a:pathLst>
                <a:path extrusionOk="0" h="1287" w="1327">
                  <a:moveTo>
                    <a:pt x="664" y="1"/>
                  </a:moveTo>
                  <a:lnTo>
                    <a:pt x="1" y="664"/>
                  </a:lnTo>
                  <a:lnTo>
                    <a:pt x="664" y="1286"/>
                  </a:lnTo>
                  <a:lnTo>
                    <a:pt x="1326" y="623"/>
                  </a:lnTo>
                  <a:lnTo>
                    <a:pt x="664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38" name="Google Shape;2038;p24"/>
            <p:cNvSpPr/>
            <p:nvPr/>
          </p:nvSpPr>
          <p:spPr>
            <a:xfrm>
              <a:off x="5886700" y="3351450"/>
              <a:ext cx="37675" cy="36675"/>
            </a:xfrm>
            <a:custGeom>
              <a:rect b="b" l="l" r="r" t="t"/>
              <a:pathLst>
                <a:path extrusionOk="0" h="1467" w="1507">
                  <a:moveTo>
                    <a:pt x="683" y="0"/>
                  </a:moveTo>
                  <a:lnTo>
                    <a:pt x="663" y="161"/>
                  </a:lnTo>
                  <a:lnTo>
                    <a:pt x="603" y="281"/>
                  </a:lnTo>
                  <a:lnTo>
                    <a:pt x="523" y="362"/>
                  </a:lnTo>
                  <a:lnTo>
                    <a:pt x="422" y="442"/>
                  </a:lnTo>
                  <a:lnTo>
                    <a:pt x="202" y="583"/>
                  </a:lnTo>
                  <a:lnTo>
                    <a:pt x="81" y="663"/>
                  </a:lnTo>
                  <a:lnTo>
                    <a:pt x="1" y="743"/>
                  </a:lnTo>
                  <a:lnTo>
                    <a:pt x="222" y="884"/>
                  </a:lnTo>
                  <a:lnTo>
                    <a:pt x="443" y="1004"/>
                  </a:lnTo>
                  <a:lnTo>
                    <a:pt x="523" y="1105"/>
                  </a:lnTo>
                  <a:lnTo>
                    <a:pt x="603" y="1205"/>
                  </a:lnTo>
                  <a:lnTo>
                    <a:pt x="663" y="1326"/>
                  </a:lnTo>
                  <a:lnTo>
                    <a:pt x="683" y="1466"/>
                  </a:lnTo>
                  <a:lnTo>
                    <a:pt x="764" y="1446"/>
                  </a:lnTo>
                  <a:lnTo>
                    <a:pt x="824" y="1406"/>
                  </a:lnTo>
                  <a:lnTo>
                    <a:pt x="864" y="1346"/>
                  </a:lnTo>
                  <a:lnTo>
                    <a:pt x="904" y="1285"/>
                  </a:lnTo>
                  <a:lnTo>
                    <a:pt x="965" y="1145"/>
                  </a:lnTo>
                  <a:lnTo>
                    <a:pt x="985" y="1085"/>
                  </a:lnTo>
                  <a:lnTo>
                    <a:pt x="1025" y="1044"/>
                  </a:lnTo>
                  <a:lnTo>
                    <a:pt x="1145" y="964"/>
                  </a:lnTo>
                  <a:lnTo>
                    <a:pt x="1266" y="884"/>
                  </a:lnTo>
                  <a:lnTo>
                    <a:pt x="1507" y="743"/>
                  </a:lnTo>
                  <a:lnTo>
                    <a:pt x="68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39" name="Google Shape;2039;p24"/>
            <p:cNvSpPr/>
            <p:nvPr/>
          </p:nvSpPr>
          <p:spPr>
            <a:xfrm>
              <a:off x="5563925" y="2738525"/>
              <a:ext cx="35675" cy="34150"/>
            </a:xfrm>
            <a:custGeom>
              <a:rect b="b" l="l" r="r" t="t"/>
              <a:pathLst>
                <a:path extrusionOk="0" h="1366" w="1427">
                  <a:moveTo>
                    <a:pt x="703" y="0"/>
                  </a:moveTo>
                  <a:lnTo>
                    <a:pt x="1" y="643"/>
                  </a:lnTo>
                  <a:lnTo>
                    <a:pt x="744" y="1366"/>
                  </a:lnTo>
                  <a:lnTo>
                    <a:pt x="784" y="1225"/>
                  </a:lnTo>
                  <a:lnTo>
                    <a:pt x="844" y="1125"/>
                  </a:lnTo>
                  <a:lnTo>
                    <a:pt x="924" y="1024"/>
                  </a:lnTo>
                  <a:lnTo>
                    <a:pt x="1005" y="944"/>
                  </a:lnTo>
                  <a:lnTo>
                    <a:pt x="1105" y="864"/>
                  </a:lnTo>
                  <a:lnTo>
                    <a:pt x="1205" y="803"/>
                  </a:lnTo>
                  <a:lnTo>
                    <a:pt x="1426" y="683"/>
                  </a:lnTo>
                  <a:lnTo>
                    <a:pt x="1346" y="582"/>
                  </a:lnTo>
                  <a:lnTo>
                    <a:pt x="1266" y="522"/>
                  </a:lnTo>
                  <a:lnTo>
                    <a:pt x="1045" y="402"/>
                  </a:lnTo>
                  <a:lnTo>
                    <a:pt x="964" y="342"/>
                  </a:lnTo>
                  <a:lnTo>
                    <a:pt x="884" y="281"/>
                  </a:lnTo>
                  <a:lnTo>
                    <a:pt x="824" y="181"/>
                  </a:lnTo>
                  <a:lnTo>
                    <a:pt x="804" y="40"/>
                  </a:lnTo>
                  <a:lnTo>
                    <a:pt x="784" y="20"/>
                  </a:lnTo>
                  <a:lnTo>
                    <a:pt x="744" y="20"/>
                  </a:lnTo>
                  <a:lnTo>
                    <a:pt x="70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40" name="Google Shape;2040;p24"/>
            <p:cNvSpPr/>
            <p:nvPr/>
          </p:nvSpPr>
          <p:spPr>
            <a:xfrm>
              <a:off x="5671350" y="2738025"/>
              <a:ext cx="35675" cy="35650"/>
            </a:xfrm>
            <a:custGeom>
              <a:rect b="b" l="l" r="r" t="t"/>
              <a:pathLst>
                <a:path extrusionOk="0" h="1426" w="1427">
                  <a:moveTo>
                    <a:pt x="724" y="0"/>
                  </a:moveTo>
                  <a:lnTo>
                    <a:pt x="1" y="703"/>
                  </a:lnTo>
                  <a:lnTo>
                    <a:pt x="121" y="743"/>
                  </a:lnTo>
                  <a:lnTo>
                    <a:pt x="242" y="823"/>
                  </a:lnTo>
                  <a:lnTo>
                    <a:pt x="342" y="884"/>
                  </a:lnTo>
                  <a:lnTo>
                    <a:pt x="422" y="984"/>
                  </a:lnTo>
                  <a:lnTo>
                    <a:pt x="603" y="1185"/>
                  </a:lnTo>
                  <a:lnTo>
                    <a:pt x="744" y="1426"/>
                  </a:lnTo>
                  <a:lnTo>
                    <a:pt x="844" y="1165"/>
                  </a:lnTo>
                  <a:lnTo>
                    <a:pt x="904" y="1064"/>
                  </a:lnTo>
                  <a:lnTo>
                    <a:pt x="964" y="984"/>
                  </a:lnTo>
                  <a:lnTo>
                    <a:pt x="1065" y="904"/>
                  </a:lnTo>
                  <a:lnTo>
                    <a:pt x="1185" y="823"/>
                  </a:lnTo>
                  <a:lnTo>
                    <a:pt x="1426" y="683"/>
                  </a:lnTo>
                  <a:lnTo>
                    <a:pt x="724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41" name="Google Shape;2041;p24"/>
            <p:cNvSpPr/>
            <p:nvPr/>
          </p:nvSpPr>
          <p:spPr>
            <a:xfrm>
              <a:off x="5780775" y="2738525"/>
              <a:ext cx="33675" cy="31150"/>
            </a:xfrm>
            <a:custGeom>
              <a:rect b="b" l="l" r="r" t="t"/>
              <a:pathLst>
                <a:path extrusionOk="0" h="1246" w="1347">
                  <a:moveTo>
                    <a:pt x="664" y="0"/>
                  </a:moveTo>
                  <a:lnTo>
                    <a:pt x="1" y="663"/>
                  </a:lnTo>
                  <a:lnTo>
                    <a:pt x="664" y="1245"/>
                  </a:lnTo>
                  <a:lnTo>
                    <a:pt x="1346" y="663"/>
                  </a:lnTo>
                  <a:lnTo>
                    <a:pt x="664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42" name="Google Shape;2042;p24"/>
            <p:cNvSpPr/>
            <p:nvPr/>
          </p:nvSpPr>
          <p:spPr>
            <a:xfrm>
              <a:off x="5777775" y="3352450"/>
              <a:ext cx="38175" cy="34150"/>
            </a:xfrm>
            <a:custGeom>
              <a:rect b="b" l="l" r="r" t="t"/>
              <a:pathLst>
                <a:path extrusionOk="0" h="1366" w="1527">
                  <a:moveTo>
                    <a:pt x="703" y="0"/>
                  </a:moveTo>
                  <a:lnTo>
                    <a:pt x="663" y="121"/>
                  </a:lnTo>
                  <a:lnTo>
                    <a:pt x="623" y="221"/>
                  </a:lnTo>
                  <a:lnTo>
                    <a:pt x="563" y="322"/>
                  </a:lnTo>
                  <a:lnTo>
                    <a:pt x="462" y="402"/>
                  </a:lnTo>
                  <a:lnTo>
                    <a:pt x="382" y="462"/>
                  </a:lnTo>
                  <a:lnTo>
                    <a:pt x="262" y="522"/>
                  </a:lnTo>
                  <a:lnTo>
                    <a:pt x="1" y="623"/>
                  </a:lnTo>
                  <a:lnTo>
                    <a:pt x="41" y="683"/>
                  </a:lnTo>
                  <a:lnTo>
                    <a:pt x="61" y="723"/>
                  </a:lnTo>
                  <a:lnTo>
                    <a:pt x="161" y="804"/>
                  </a:lnTo>
                  <a:lnTo>
                    <a:pt x="282" y="884"/>
                  </a:lnTo>
                  <a:lnTo>
                    <a:pt x="402" y="924"/>
                  </a:lnTo>
                  <a:lnTo>
                    <a:pt x="523" y="1004"/>
                  </a:lnTo>
                  <a:lnTo>
                    <a:pt x="623" y="1085"/>
                  </a:lnTo>
                  <a:lnTo>
                    <a:pt x="643" y="1125"/>
                  </a:lnTo>
                  <a:lnTo>
                    <a:pt x="683" y="1185"/>
                  </a:lnTo>
                  <a:lnTo>
                    <a:pt x="683" y="1265"/>
                  </a:lnTo>
                  <a:lnTo>
                    <a:pt x="683" y="1346"/>
                  </a:lnTo>
                  <a:lnTo>
                    <a:pt x="743" y="1366"/>
                  </a:lnTo>
                  <a:lnTo>
                    <a:pt x="784" y="1366"/>
                  </a:lnTo>
                  <a:lnTo>
                    <a:pt x="1527" y="663"/>
                  </a:lnTo>
                  <a:lnTo>
                    <a:pt x="1426" y="583"/>
                  </a:lnTo>
                  <a:lnTo>
                    <a:pt x="1326" y="543"/>
                  </a:lnTo>
                  <a:lnTo>
                    <a:pt x="1145" y="422"/>
                  </a:lnTo>
                  <a:lnTo>
                    <a:pt x="1045" y="362"/>
                  </a:lnTo>
                  <a:lnTo>
                    <a:pt x="984" y="261"/>
                  </a:lnTo>
                  <a:lnTo>
                    <a:pt x="924" y="161"/>
                  </a:lnTo>
                  <a:lnTo>
                    <a:pt x="904" y="41"/>
                  </a:lnTo>
                  <a:lnTo>
                    <a:pt x="864" y="21"/>
                  </a:lnTo>
                  <a:lnTo>
                    <a:pt x="824" y="21"/>
                  </a:lnTo>
                  <a:lnTo>
                    <a:pt x="70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43" name="Google Shape;2043;p24"/>
            <p:cNvSpPr/>
            <p:nvPr/>
          </p:nvSpPr>
          <p:spPr>
            <a:xfrm>
              <a:off x="5669350" y="3350450"/>
              <a:ext cx="40175" cy="39175"/>
            </a:xfrm>
            <a:custGeom>
              <a:rect b="b" l="l" r="r" t="t"/>
              <a:pathLst>
                <a:path extrusionOk="0" h="1567" w="1607">
                  <a:moveTo>
                    <a:pt x="864" y="0"/>
                  </a:moveTo>
                  <a:lnTo>
                    <a:pt x="783" y="20"/>
                  </a:lnTo>
                  <a:lnTo>
                    <a:pt x="723" y="60"/>
                  </a:lnTo>
                  <a:lnTo>
                    <a:pt x="683" y="121"/>
                  </a:lnTo>
                  <a:lnTo>
                    <a:pt x="663" y="181"/>
                  </a:lnTo>
                  <a:lnTo>
                    <a:pt x="623" y="321"/>
                  </a:lnTo>
                  <a:lnTo>
                    <a:pt x="583" y="382"/>
                  </a:lnTo>
                  <a:lnTo>
                    <a:pt x="542" y="422"/>
                  </a:lnTo>
                  <a:lnTo>
                    <a:pt x="422" y="522"/>
                  </a:lnTo>
                  <a:lnTo>
                    <a:pt x="281" y="602"/>
                  </a:lnTo>
                  <a:lnTo>
                    <a:pt x="0" y="763"/>
                  </a:lnTo>
                  <a:lnTo>
                    <a:pt x="201" y="763"/>
                  </a:lnTo>
                  <a:lnTo>
                    <a:pt x="281" y="803"/>
                  </a:lnTo>
                  <a:lnTo>
                    <a:pt x="362" y="823"/>
                  </a:lnTo>
                  <a:lnTo>
                    <a:pt x="402" y="884"/>
                  </a:lnTo>
                  <a:lnTo>
                    <a:pt x="462" y="944"/>
                  </a:lnTo>
                  <a:lnTo>
                    <a:pt x="542" y="1064"/>
                  </a:lnTo>
                  <a:lnTo>
                    <a:pt x="603" y="1225"/>
                  </a:lnTo>
                  <a:lnTo>
                    <a:pt x="703" y="1366"/>
                  </a:lnTo>
                  <a:lnTo>
                    <a:pt x="743" y="1426"/>
                  </a:lnTo>
                  <a:lnTo>
                    <a:pt x="804" y="1486"/>
                  </a:lnTo>
                  <a:lnTo>
                    <a:pt x="884" y="1526"/>
                  </a:lnTo>
                  <a:lnTo>
                    <a:pt x="964" y="1566"/>
                  </a:lnTo>
                  <a:lnTo>
                    <a:pt x="924" y="1466"/>
                  </a:lnTo>
                  <a:lnTo>
                    <a:pt x="924" y="1366"/>
                  </a:lnTo>
                  <a:lnTo>
                    <a:pt x="924" y="1285"/>
                  </a:lnTo>
                  <a:lnTo>
                    <a:pt x="944" y="1225"/>
                  </a:lnTo>
                  <a:lnTo>
                    <a:pt x="964" y="1165"/>
                  </a:lnTo>
                  <a:lnTo>
                    <a:pt x="1024" y="1104"/>
                  </a:lnTo>
                  <a:lnTo>
                    <a:pt x="1125" y="1024"/>
                  </a:lnTo>
                  <a:lnTo>
                    <a:pt x="1265" y="964"/>
                  </a:lnTo>
                  <a:lnTo>
                    <a:pt x="1406" y="884"/>
                  </a:lnTo>
                  <a:lnTo>
                    <a:pt x="1526" y="783"/>
                  </a:lnTo>
                  <a:lnTo>
                    <a:pt x="1567" y="723"/>
                  </a:lnTo>
                  <a:lnTo>
                    <a:pt x="1607" y="643"/>
                  </a:lnTo>
                  <a:lnTo>
                    <a:pt x="1446" y="643"/>
                  </a:lnTo>
                  <a:lnTo>
                    <a:pt x="1306" y="623"/>
                  </a:lnTo>
                  <a:lnTo>
                    <a:pt x="1205" y="562"/>
                  </a:lnTo>
                  <a:lnTo>
                    <a:pt x="1105" y="482"/>
                  </a:lnTo>
                  <a:lnTo>
                    <a:pt x="1024" y="382"/>
                  </a:lnTo>
                  <a:lnTo>
                    <a:pt x="964" y="261"/>
                  </a:lnTo>
                  <a:lnTo>
                    <a:pt x="864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44" name="Google Shape;2044;p24"/>
            <p:cNvSpPr/>
            <p:nvPr/>
          </p:nvSpPr>
          <p:spPr>
            <a:xfrm>
              <a:off x="5562425" y="3350950"/>
              <a:ext cx="41700" cy="38175"/>
            </a:xfrm>
            <a:custGeom>
              <a:rect b="b" l="l" r="r" t="t"/>
              <a:pathLst>
                <a:path extrusionOk="0" h="1527" w="1668">
                  <a:moveTo>
                    <a:pt x="683" y="0"/>
                  </a:moveTo>
                  <a:lnTo>
                    <a:pt x="543" y="281"/>
                  </a:lnTo>
                  <a:lnTo>
                    <a:pt x="462" y="402"/>
                  </a:lnTo>
                  <a:lnTo>
                    <a:pt x="382" y="502"/>
                  </a:lnTo>
                  <a:lnTo>
                    <a:pt x="322" y="542"/>
                  </a:lnTo>
                  <a:lnTo>
                    <a:pt x="261" y="562"/>
                  </a:lnTo>
                  <a:lnTo>
                    <a:pt x="141" y="582"/>
                  </a:lnTo>
                  <a:lnTo>
                    <a:pt x="81" y="603"/>
                  </a:lnTo>
                  <a:lnTo>
                    <a:pt x="21" y="623"/>
                  </a:lnTo>
                  <a:lnTo>
                    <a:pt x="0" y="663"/>
                  </a:lnTo>
                  <a:lnTo>
                    <a:pt x="0" y="703"/>
                  </a:lnTo>
                  <a:lnTo>
                    <a:pt x="844" y="1526"/>
                  </a:lnTo>
                  <a:lnTo>
                    <a:pt x="884" y="1366"/>
                  </a:lnTo>
                  <a:lnTo>
                    <a:pt x="924" y="1245"/>
                  </a:lnTo>
                  <a:lnTo>
                    <a:pt x="1004" y="1145"/>
                  </a:lnTo>
                  <a:lnTo>
                    <a:pt x="1105" y="1044"/>
                  </a:lnTo>
                  <a:lnTo>
                    <a:pt x="1225" y="964"/>
                  </a:lnTo>
                  <a:lnTo>
                    <a:pt x="1346" y="884"/>
                  </a:lnTo>
                  <a:lnTo>
                    <a:pt x="1667" y="743"/>
                  </a:lnTo>
                  <a:lnTo>
                    <a:pt x="1265" y="562"/>
                  </a:lnTo>
                  <a:lnTo>
                    <a:pt x="1125" y="482"/>
                  </a:lnTo>
                  <a:lnTo>
                    <a:pt x="1004" y="402"/>
                  </a:lnTo>
                  <a:lnTo>
                    <a:pt x="964" y="362"/>
                  </a:lnTo>
                  <a:lnTo>
                    <a:pt x="944" y="301"/>
                  </a:lnTo>
                  <a:lnTo>
                    <a:pt x="904" y="161"/>
                  </a:lnTo>
                  <a:lnTo>
                    <a:pt x="884" y="101"/>
                  </a:lnTo>
                  <a:lnTo>
                    <a:pt x="844" y="40"/>
                  </a:lnTo>
                  <a:lnTo>
                    <a:pt x="784" y="20"/>
                  </a:lnTo>
                  <a:lnTo>
                    <a:pt x="68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45" name="Google Shape;2045;p24"/>
            <p:cNvSpPr/>
            <p:nvPr/>
          </p:nvSpPr>
          <p:spPr>
            <a:xfrm>
              <a:off x="5455500" y="3351450"/>
              <a:ext cx="41700" cy="38175"/>
            </a:xfrm>
            <a:custGeom>
              <a:rect b="b" l="l" r="r" t="t"/>
              <a:pathLst>
                <a:path extrusionOk="0" h="1527" w="1668">
                  <a:moveTo>
                    <a:pt x="743" y="0"/>
                  </a:moveTo>
                  <a:lnTo>
                    <a:pt x="0" y="723"/>
                  </a:lnTo>
                  <a:lnTo>
                    <a:pt x="784" y="1526"/>
                  </a:lnTo>
                  <a:lnTo>
                    <a:pt x="824" y="1386"/>
                  </a:lnTo>
                  <a:lnTo>
                    <a:pt x="884" y="1245"/>
                  </a:lnTo>
                  <a:lnTo>
                    <a:pt x="964" y="1125"/>
                  </a:lnTo>
                  <a:lnTo>
                    <a:pt x="1065" y="1044"/>
                  </a:lnTo>
                  <a:lnTo>
                    <a:pt x="1185" y="964"/>
                  </a:lnTo>
                  <a:lnTo>
                    <a:pt x="1326" y="884"/>
                  </a:lnTo>
                  <a:lnTo>
                    <a:pt x="1667" y="743"/>
                  </a:lnTo>
                  <a:lnTo>
                    <a:pt x="1266" y="583"/>
                  </a:lnTo>
                  <a:lnTo>
                    <a:pt x="1125" y="502"/>
                  </a:lnTo>
                  <a:lnTo>
                    <a:pt x="1025" y="442"/>
                  </a:lnTo>
                  <a:lnTo>
                    <a:pt x="944" y="342"/>
                  </a:lnTo>
                  <a:lnTo>
                    <a:pt x="864" y="221"/>
                  </a:lnTo>
                  <a:lnTo>
                    <a:pt x="74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46" name="Google Shape;2046;p24"/>
            <p:cNvSpPr/>
            <p:nvPr/>
          </p:nvSpPr>
          <p:spPr>
            <a:xfrm>
              <a:off x="5887700" y="3250550"/>
              <a:ext cx="36675" cy="34150"/>
            </a:xfrm>
            <a:custGeom>
              <a:rect b="b" l="l" r="r" t="t"/>
              <a:pathLst>
                <a:path extrusionOk="0" h="1366" w="1467">
                  <a:moveTo>
                    <a:pt x="724" y="0"/>
                  </a:moveTo>
                  <a:lnTo>
                    <a:pt x="1" y="663"/>
                  </a:lnTo>
                  <a:lnTo>
                    <a:pt x="744" y="1366"/>
                  </a:lnTo>
                  <a:lnTo>
                    <a:pt x="864" y="1145"/>
                  </a:lnTo>
                  <a:lnTo>
                    <a:pt x="1025" y="964"/>
                  </a:lnTo>
                  <a:lnTo>
                    <a:pt x="1125" y="884"/>
                  </a:lnTo>
                  <a:lnTo>
                    <a:pt x="1226" y="803"/>
                  </a:lnTo>
                  <a:lnTo>
                    <a:pt x="1346" y="743"/>
                  </a:lnTo>
                  <a:lnTo>
                    <a:pt x="1467" y="703"/>
                  </a:lnTo>
                  <a:lnTo>
                    <a:pt x="1386" y="603"/>
                  </a:lnTo>
                  <a:lnTo>
                    <a:pt x="1286" y="542"/>
                  </a:lnTo>
                  <a:lnTo>
                    <a:pt x="1085" y="422"/>
                  </a:lnTo>
                  <a:lnTo>
                    <a:pt x="985" y="342"/>
                  </a:lnTo>
                  <a:lnTo>
                    <a:pt x="904" y="261"/>
                  </a:lnTo>
                  <a:lnTo>
                    <a:pt x="864" y="161"/>
                  </a:lnTo>
                  <a:lnTo>
                    <a:pt x="824" y="40"/>
                  </a:lnTo>
                  <a:lnTo>
                    <a:pt x="804" y="20"/>
                  </a:lnTo>
                  <a:lnTo>
                    <a:pt x="764" y="20"/>
                  </a:lnTo>
                  <a:lnTo>
                    <a:pt x="724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47" name="Google Shape;2047;p24"/>
            <p:cNvSpPr/>
            <p:nvPr/>
          </p:nvSpPr>
          <p:spPr>
            <a:xfrm>
              <a:off x="5558900" y="2837900"/>
              <a:ext cx="42200" cy="36675"/>
            </a:xfrm>
            <a:custGeom>
              <a:rect b="b" l="l" r="r" t="t"/>
              <a:pathLst>
                <a:path extrusionOk="0" h="1467" w="1688">
                  <a:moveTo>
                    <a:pt x="864" y="1"/>
                  </a:moveTo>
                  <a:lnTo>
                    <a:pt x="764" y="262"/>
                  </a:lnTo>
                  <a:lnTo>
                    <a:pt x="704" y="362"/>
                  </a:lnTo>
                  <a:lnTo>
                    <a:pt x="643" y="463"/>
                  </a:lnTo>
                  <a:lnTo>
                    <a:pt x="523" y="543"/>
                  </a:lnTo>
                  <a:lnTo>
                    <a:pt x="382" y="623"/>
                  </a:lnTo>
                  <a:lnTo>
                    <a:pt x="1" y="844"/>
                  </a:lnTo>
                  <a:lnTo>
                    <a:pt x="162" y="864"/>
                  </a:lnTo>
                  <a:lnTo>
                    <a:pt x="302" y="904"/>
                  </a:lnTo>
                  <a:lnTo>
                    <a:pt x="423" y="965"/>
                  </a:lnTo>
                  <a:lnTo>
                    <a:pt x="543" y="1025"/>
                  </a:lnTo>
                  <a:lnTo>
                    <a:pt x="623" y="1085"/>
                  </a:lnTo>
                  <a:lnTo>
                    <a:pt x="704" y="1186"/>
                  </a:lnTo>
                  <a:lnTo>
                    <a:pt x="744" y="1286"/>
                  </a:lnTo>
                  <a:lnTo>
                    <a:pt x="784" y="1406"/>
                  </a:lnTo>
                  <a:lnTo>
                    <a:pt x="804" y="1427"/>
                  </a:lnTo>
                  <a:lnTo>
                    <a:pt x="864" y="1447"/>
                  </a:lnTo>
                  <a:lnTo>
                    <a:pt x="985" y="1467"/>
                  </a:lnTo>
                  <a:lnTo>
                    <a:pt x="1045" y="1286"/>
                  </a:lnTo>
                  <a:lnTo>
                    <a:pt x="1065" y="1206"/>
                  </a:lnTo>
                  <a:lnTo>
                    <a:pt x="1105" y="1145"/>
                  </a:lnTo>
                  <a:lnTo>
                    <a:pt x="1246" y="1045"/>
                  </a:lnTo>
                  <a:lnTo>
                    <a:pt x="1386" y="945"/>
                  </a:lnTo>
                  <a:lnTo>
                    <a:pt x="1688" y="744"/>
                  </a:lnTo>
                  <a:lnTo>
                    <a:pt x="1547" y="684"/>
                  </a:lnTo>
                  <a:lnTo>
                    <a:pt x="1427" y="623"/>
                  </a:lnTo>
                  <a:lnTo>
                    <a:pt x="1306" y="543"/>
                  </a:lnTo>
                  <a:lnTo>
                    <a:pt x="1206" y="463"/>
                  </a:lnTo>
                  <a:lnTo>
                    <a:pt x="1105" y="362"/>
                  </a:lnTo>
                  <a:lnTo>
                    <a:pt x="1025" y="262"/>
                  </a:lnTo>
                  <a:lnTo>
                    <a:pt x="864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48" name="Google Shape;2048;p24"/>
            <p:cNvSpPr/>
            <p:nvPr/>
          </p:nvSpPr>
          <p:spPr>
            <a:xfrm>
              <a:off x="5672350" y="2840925"/>
              <a:ext cx="35175" cy="33150"/>
            </a:xfrm>
            <a:custGeom>
              <a:rect b="b" l="l" r="r" t="t"/>
              <a:pathLst>
                <a:path extrusionOk="0" h="1326" w="1407">
                  <a:moveTo>
                    <a:pt x="684" y="0"/>
                  </a:moveTo>
                  <a:lnTo>
                    <a:pt x="1" y="663"/>
                  </a:lnTo>
                  <a:lnTo>
                    <a:pt x="724" y="1326"/>
                  </a:lnTo>
                  <a:lnTo>
                    <a:pt x="764" y="1225"/>
                  </a:lnTo>
                  <a:lnTo>
                    <a:pt x="824" y="1105"/>
                  </a:lnTo>
                  <a:lnTo>
                    <a:pt x="904" y="1024"/>
                  </a:lnTo>
                  <a:lnTo>
                    <a:pt x="985" y="944"/>
                  </a:lnTo>
                  <a:lnTo>
                    <a:pt x="1186" y="804"/>
                  </a:lnTo>
                  <a:lnTo>
                    <a:pt x="1406" y="683"/>
                  </a:lnTo>
                  <a:lnTo>
                    <a:pt x="1326" y="583"/>
                  </a:lnTo>
                  <a:lnTo>
                    <a:pt x="1246" y="522"/>
                  </a:lnTo>
                  <a:lnTo>
                    <a:pt x="1045" y="402"/>
                  </a:lnTo>
                  <a:lnTo>
                    <a:pt x="945" y="342"/>
                  </a:lnTo>
                  <a:lnTo>
                    <a:pt x="864" y="261"/>
                  </a:lnTo>
                  <a:lnTo>
                    <a:pt x="804" y="161"/>
                  </a:lnTo>
                  <a:lnTo>
                    <a:pt x="784" y="41"/>
                  </a:lnTo>
                  <a:lnTo>
                    <a:pt x="764" y="20"/>
                  </a:lnTo>
                  <a:lnTo>
                    <a:pt x="724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49" name="Google Shape;2049;p24"/>
            <p:cNvSpPr/>
            <p:nvPr/>
          </p:nvSpPr>
          <p:spPr>
            <a:xfrm>
              <a:off x="5780775" y="2841425"/>
              <a:ext cx="33675" cy="31650"/>
            </a:xfrm>
            <a:custGeom>
              <a:rect b="b" l="l" r="r" t="t"/>
              <a:pathLst>
                <a:path extrusionOk="0" h="1266" w="1347">
                  <a:moveTo>
                    <a:pt x="664" y="0"/>
                  </a:moveTo>
                  <a:lnTo>
                    <a:pt x="1" y="623"/>
                  </a:lnTo>
                  <a:lnTo>
                    <a:pt x="684" y="1265"/>
                  </a:lnTo>
                  <a:lnTo>
                    <a:pt x="1346" y="603"/>
                  </a:lnTo>
                  <a:lnTo>
                    <a:pt x="664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50" name="Google Shape;2050;p24"/>
            <p:cNvSpPr/>
            <p:nvPr/>
          </p:nvSpPr>
          <p:spPr>
            <a:xfrm>
              <a:off x="5779275" y="3246525"/>
              <a:ext cx="36175" cy="39675"/>
            </a:xfrm>
            <a:custGeom>
              <a:rect b="b" l="l" r="r" t="t"/>
              <a:pathLst>
                <a:path extrusionOk="0" h="1587" w="1447">
                  <a:moveTo>
                    <a:pt x="704" y="1"/>
                  </a:moveTo>
                  <a:lnTo>
                    <a:pt x="663" y="161"/>
                  </a:lnTo>
                  <a:lnTo>
                    <a:pt x="583" y="302"/>
                  </a:lnTo>
                  <a:lnTo>
                    <a:pt x="503" y="422"/>
                  </a:lnTo>
                  <a:lnTo>
                    <a:pt x="422" y="523"/>
                  </a:lnTo>
                  <a:lnTo>
                    <a:pt x="322" y="583"/>
                  </a:lnTo>
                  <a:lnTo>
                    <a:pt x="202" y="663"/>
                  </a:lnTo>
                  <a:lnTo>
                    <a:pt x="1" y="784"/>
                  </a:lnTo>
                  <a:lnTo>
                    <a:pt x="824" y="1587"/>
                  </a:lnTo>
                  <a:lnTo>
                    <a:pt x="844" y="1466"/>
                  </a:lnTo>
                  <a:lnTo>
                    <a:pt x="884" y="1346"/>
                  </a:lnTo>
                  <a:lnTo>
                    <a:pt x="924" y="1246"/>
                  </a:lnTo>
                  <a:lnTo>
                    <a:pt x="1005" y="1165"/>
                  </a:lnTo>
                  <a:lnTo>
                    <a:pt x="1065" y="1085"/>
                  </a:lnTo>
                  <a:lnTo>
                    <a:pt x="1165" y="1025"/>
                  </a:lnTo>
                  <a:lnTo>
                    <a:pt x="1266" y="964"/>
                  </a:lnTo>
                  <a:lnTo>
                    <a:pt x="1386" y="944"/>
                  </a:lnTo>
                  <a:lnTo>
                    <a:pt x="1406" y="904"/>
                  </a:lnTo>
                  <a:lnTo>
                    <a:pt x="1426" y="864"/>
                  </a:lnTo>
                  <a:lnTo>
                    <a:pt x="1446" y="744"/>
                  </a:lnTo>
                  <a:lnTo>
                    <a:pt x="1226" y="643"/>
                  </a:lnTo>
                  <a:lnTo>
                    <a:pt x="1125" y="603"/>
                  </a:lnTo>
                  <a:lnTo>
                    <a:pt x="1025" y="543"/>
                  </a:lnTo>
                  <a:lnTo>
                    <a:pt x="944" y="442"/>
                  </a:lnTo>
                  <a:lnTo>
                    <a:pt x="864" y="322"/>
                  </a:lnTo>
                  <a:lnTo>
                    <a:pt x="704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51" name="Google Shape;2051;p24"/>
            <p:cNvSpPr/>
            <p:nvPr/>
          </p:nvSpPr>
          <p:spPr>
            <a:xfrm>
              <a:off x="5670350" y="3249550"/>
              <a:ext cx="37675" cy="37675"/>
            </a:xfrm>
            <a:custGeom>
              <a:rect b="b" l="l" r="r" t="t"/>
              <a:pathLst>
                <a:path extrusionOk="0" h="1507" w="1507">
                  <a:moveTo>
                    <a:pt x="824" y="0"/>
                  </a:moveTo>
                  <a:lnTo>
                    <a:pt x="1" y="743"/>
                  </a:lnTo>
                  <a:lnTo>
                    <a:pt x="262" y="864"/>
                  </a:lnTo>
                  <a:lnTo>
                    <a:pt x="382" y="944"/>
                  </a:lnTo>
                  <a:lnTo>
                    <a:pt x="482" y="1024"/>
                  </a:lnTo>
                  <a:lnTo>
                    <a:pt x="563" y="1125"/>
                  </a:lnTo>
                  <a:lnTo>
                    <a:pt x="623" y="1245"/>
                  </a:lnTo>
                  <a:lnTo>
                    <a:pt x="764" y="1506"/>
                  </a:lnTo>
                  <a:lnTo>
                    <a:pt x="944" y="1205"/>
                  </a:lnTo>
                  <a:lnTo>
                    <a:pt x="1105" y="964"/>
                  </a:lnTo>
                  <a:lnTo>
                    <a:pt x="1145" y="924"/>
                  </a:lnTo>
                  <a:lnTo>
                    <a:pt x="1205" y="904"/>
                  </a:lnTo>
                  <a:lnTo>
                    <a:pt x="1346" y="864"/>
                  </a:lnTo>
                  <a:lnTo>
                    <a:pt x="1406" y="843"/>
                  </a:lnTo>
                  <a:lnTo>
                    <a:pt x="1466" y="803"/>
                  </a:lnTo>
                  <a:lnTo>
                    <a:pt x="1506" y="743"/>
                  </a:lnTo>
                  <a:lnTo>
                    <a:pt x="1506" y="643"/>
                  </a:lnTo>
                  <a:lnTo>
                    <a:pt x="1386" y="603"/>
                  </a:lnTo>
                  <a:lnTo>
                    <a:pt x="1266" y="542"/>
                  </a:lnTo>
                  <a:lnTo>
                    <a:pt x="1165" y="462"/>
                  </a:lnTo>
                  <a:lnTo>
                    <a:pt x="1085" y="402"/>
                  </a:lnTo>
                  <a:lnTo>
                    <a:pt x="984" y="301"/>
                  </a:lnTo>
                  <a:lnTo>
                    <a:pt x="924" y="221"/>
                  </a:lnTo>
                  <a:lnTo>
                    <a:pt x="864" y="101"/>
                  </a:lnTo>
                  <a:lnTo>
                    <a:pt x="824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52" name="Google Shape;2052;p24"/>
            <p:cNvSpPr/>
            <p:nvPr/>
          </p:nvSpPr>
          <p:spPr>
            <a:xfrm>
              <a:off x="5562425" y="3247025"/>
              <a:ext cx="37675" cy="38175"/>
            </a:xfrm>
            <a:custGeom>
              <a:rect b="b" l="l" r="r" t="t"/>
              <a:pathLst>
                <a:path extrusionOk="0" h="1527" w="1507">
                  <a:moveTo>
                    <a:pt x="743" y="1"/>
                  </a:moveTo>
                  <a:lnTo>
                    <a:pt x="563" y="322"/>
                  </a:lnTo>
                  <a:lnTo>
                    <a:pt x="482" y="442"/>
                  </a:lnTo>
                  <a:lnTo>
                    <a:pt x="402" y="563"/>
                  </a:lnTo>
                  <a:lnTo>
                    <a:pt x="342" y="603"/>
                  </a:lnTo>
                  <a:lnTo>
                    <a:pt x="282" y="623"/>
                  </a:lnTo>
                  <a:lnTo>
                    <a:pt x="141" y="643"/>
                  </a:lnTo>
                  <a:lnTo>
                    <a:pt x="41" y="663"/>
                  </a:lnTo>
                  <a:lnTo>
                    <a:pt x="0" y="683"/>
                  </a:lnTo>
                  <a:lnTo>
                    <a:pt x="0" y="744"/>
                  </a:lnTo>
                  <a:lnTo>
                    <a:pt x="763" y="1527"/>
                  </a:lnTo>
                  <a:lnTo>
                    <a:pt x="1506" y="744"/>
                  </a:lnTo>
                  <a:lnTo>
                    <a:pt x="1265" y="643"/>
                  </a:lnTo>
                  <a:lnTo>
                    <a:pt x="1145" y="563"/>
                  </a:lnTo>
                  <a:lnTo>
                    <a:pt x="1024" y="483"/>
                  </a:lnTo>
                  <a:lnTo>
                    <a:pt x="944" y="382"/>
                  </a:lnTo>
                  <a:lnTo>
                    <a:pt x="884" y="282"/>
                  </a:lnTo>
                  <a:lnTo>
                    <a:pt x="743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53" name="Google Shape;2053;p24"/>
            <p:cNvSpPr/>
            <p:nvPr/>
          </p:nvSpPr>
          <p:spPr>
            <a:xfrm>
              <a:off x="5454500" y="3247025"/>
              <a:ext cx="43200" cy="40700"/>
            </a:xfrm>
            <a:custGeom>
              <a:rect b="b" l="l" r="r" t="t"/>
              <a:pathLst>
                <a:path extrusionOk="0" h="1628" w="1728">
                  <a:moveTo>
                    <a:pt x="763" y="1"/>
                  </a:moveTo>
                  <a:lnTo>
                    <a:pt x="583" y="302"/>
                  </a:lnTo>
                  <a:lnTo>
                    <a:pt x="502" y="422"/>
                  </a:lnTo>
                  <a:lnTo>
                    <a:pt x="422" y="543"/>
                  </a:lnTo>
                  <a:lnTo>
                    <a:pt x="362" y="583"/>
                  </a:lnTo>
                  <a:lnTo>
                    <a:pt x="302" y="603"/>
                  </a:lnTo>
                  <a:lnTo>
                    <a:pt x="161" y="643"/>
                  </a:lnTo>
                  <a:lnTo>
                    <a:pt x="101" y="683"/>
                  </a:lnTo>
                  <a:lnTo>
                    <a:pt x="40" y="724"/>
                  </a:lnTo>
                  <a:lnTo>
                    <a:pt x="20" y="784"/>
                  </a:lnTo>
                  <a:lnTo>
                    <a:pt x="0" y="884"/>
                  </a:lnTo>
                  <a:lnTo>
                    <a:pt x="141" y="924"/>
                  </a:lnTo>
                  <a:lnTo>
                    <a:pt x="261" y="985"/>
                  </a:lnTo>
                  <a:lnTo>
                    <a:pt x="362" y="1065"/>
                  </a:lnTo>
                  <a:lnTo>
                    <a:pt x="462" y="1165"/>
                  </a:lnTo>
                  <a:lnTo>
                    <a:pt x="623" y="1406"/>
                  </a:lnTo>
                  <a:lnTo>
                    <a:pt x="703" y="1527"/>
                  </a:lnTo>
                  <a:lnTo>
                    <a:pt x="824" y="1627"/>
                  </a:lnTo>
                  <a:lnTo>
                    <a:pt x="864" y="1467"/>
                  </a:lnTo>
                  <a:lnTo>
                    <a:pt x="924" y="1326"/>
                  </a:lnTo>
                  <a:lnTo>
                    <a:pt x="984" y="1226"/>
                  </a:lnTo>
                  <a:lnTo>
                    <a:pt x="1085" y="1125"/>
                  </a:lnTo>
                  <a:lnTo>
                    <a:pt x="1205" y="1025"/>
                  </a:lnTo>
                  <a:lnTo>
                    <a:pt x="1366" y="965"/>
                  </a:lnTo>
                  <a:lnTo>
                    <a:pt x="1526" y="904"/>
                  </a:lnTo>
                  <a:lnTo>
                    <a:pt x="1727" y="844"/>
                  </a:lnTo>
                  <a:lnTo>
                    <a:pt x="1306" y="643"/>
                  </a:lnTo>
                  <a:lnTo>
                    <a:pt x="1145" y="583"/>
                  </a:lnTo>
                  <a:lnTo>
                    <a:pt x="1044" y="503"/>
                  </a:lnTo>
                  <a:lnTo>
                    <a:pt x="964" y="402"/>
                  </a:lnTo>
                  <a:lnTo>
                    <a:pt x="904" y="282"/>
                  </a:lnTo>
                  <a:lnTo>
                    <a:pt x="763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54" name="Google Shape;2054;p24"/>
            <p:cNvSpPr/>
            <p:nvPr/>
          </p:nvSpPr>
          <p:spPr>
            <a:xfrm>
              <a:off x="5887200" y="3147125"/>
              <a:ext cx="35675" cy="33675"/>
            </a:xfrm>
            <a:custGeom>
              <a:rect b="b" l="l" r="r" t="t"/>
              <a:pathLst>
                <a:path extrusionOk="0" h="1347" w="1427">
                  <a:moveTo>
                    <a:pt x="684" y="1"/>
                  </a:moveTo>
                  <a:lnTo>
                    <a:pt x="603" y="222"/>
                  </a:lnTo>
                  <a:lnTo>
                    <a:pt x="543" y="322"/>
                  </a:lnTo>
                  <a:lnTo>
                    <a:pt x="483" y="402"/>
                  </a:lnTo>
                  <a:lnTo>
                    <a:pt x="362" y="483"/>
                  </a:lnTo>
                  <a:lnTo>
                    <a:pt x="242" y="543"/>
                  </a:lnTo>
                  <a:lnTo>
                    <a:pt x="1" y="664"/>
                  </a:lnTo>
                  <a:lnTo>
                    <a:pt x="744" y="1346"/>
                  </a:lnTo>
                  <a:lnTo>
                    <a:pt x="1426" y="684"/>
                  </a:lnTo>
                  <a:lnTo>
                    <a:pt x="684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55" name="Google Shape;2055;p24"/>
            <p:cNvSpPr/>
            <p:nvPr/>
          </p:nvSpPr>
          <p:spPr>
            <a:xfrm>
              <a:off x="5560925" y="2942825"/>
              <a:ext cx="38175" cy="35175"/>
            </a:xfrm>
            <a:custGeom>
              <a:rect b="b" l="l" r="r" t="t"/>
              <a:pathLst>
                <a:path extrusionOk="0" h="1407" w="1527">
                  <a:moveTo>
                    <a:pt x="783" y="1"/>
                  </a:moveTo>
                  <a:lnTo>
                    <a:pt x="683" y="161"/>
                  </a:lnTo>
                  <a:lnTo>
                    <a:pt x="623" y="282"/>
                  </a:lnTo>
                  <a:lnTo>
                    <a:pt x="542" y="362"/>
                  </a:lnTo>
                  <a:lnTo>
                    <a:pt x="422" y="442"/>
                  </a:lnTo>
                  <a:lnTo>
                    <a:pt x="301" y="523"/>
                  </a:lnTo>
                  <a:lnTo>
                    <a:pt x="0" y="663"/>
                  </a:lnTo>
                  <a:lnTo>
                    <a:pt x="301" y="844"/>
                  </a:lnTo>
                  <a:lnTo>
                    <a:pt x="422" y="904"/>
                  </a:lnTo>
                  <a:lnTo>
                    <a:pt x="542" y="984"/>
                  </a:lnTo>
                  <a:lnTo>
                    <a:pt x="582" y="1045"/>
                  </a:lnTo>
                  <a:lnTo>
                    <a:pt x="603" y="1105"/>
                  </a:lnTo>
                  <a:lnTo>
                    <a:pt x="643" y="1225"/>
                  </a:lnTo>
                  <a:lnTo>
                    <a:pt x="683" y="1346"/>
                  </a:lnTo>
                  <a:lnTo>
                    <a:pt x="703" y="1386"/>
                  </a:lnTo>
                  <a:lnTo>
                    <a:pt x="763" y="1406"/>
                  </a:lnTo>
                  <a:lnTo>
                    <a:pt x="1526" y="683"/>
                  </a:lnTo>
                  <a:lnTo>
                    <a:pt x="783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56" name="Google Shape;2056;p24"/>
            <p:cNvSpPr/>
            <p:nvPr/>
          </p:nvSpPr>
          <p:spPr>
            <a:xfrm>
              <a:off x="5671850" y="2943325"/>
              <a:ext cx="35175" cy="33150"/>
            </a:xfrm>
            <a:custGeom>
              <a:rect b="b" l="l" r="r" t="t"/>
              <a:pathLst>
                <a:path extrusionOk="0" h="1326" w="1407">
                  <a:moveTo>
                    <a:pt x="704" y="1"/>
                  </a:moveTo>
                  <a:lnTo>
                    <a:pt x="1" y="663"/>
                  </a:lnTo>
                  <a:lnTo>
                    <a:pt x="704" y="1326"/>
                  </a:lnTo>
                  <a:lnTo>
                    <a:pt x="1406" y="663"/>
                  </a:lnTo>
                  <a:lnTo>
                    <a:pt x="704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57" name="Google Shape;2057;p24"/>
            <p:cNvSpPr/>
            <p:nvPr/>
          </p:nvSpPr>
          <p:spPr>
            <a:xfrm>
              <a:off x="5781300" y="2636625"/>
              <a:ext cx="33150" cy="30625"/>
            </a:xfrm>
            <a:custGeom>
              <a:rect b="b" l="l" r="r" t="t"/>
              <a:pathLst>
                <a:path extrusionOk="0" h="1225" w="1326">
                  <a:moveTo>
                    <a:pt x="643" y="0"/>
                  </a:moveTo>
                  <a:lnTo>
                    <a:pt x="0" y="622"/>
                  </a:lnTo>
                  <a:lnTo>
                    <a:pt x="643" y="1225"/>
                  </a:lnTo>
                  <a:lnTo>
                    <a:pt x="1325" y="643"/>
                  </a:lnTo>
                  <a:lnTo>
                    <a:pt x="64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58" name="Google Shape;2058;p24"/>
            <p:cNvSpPr/>
            <p:nvPr/>
          </p:nvSpPr>
          <p:spPr>
            <a:xfrm>
              <a:off x="5779275" y="3148150"/>
              <a:ext cx="35675" cy="33150"/>
            </a:xfrm>
            <a:custGeom>
              <a:rect b="b" l="l" r="r" t="t"/>
              <a:pathLst>
                <a:path extrusionOk="0" h="1326" w="1427">
                  <a:moveTo>
                    <a:pt x="724" y="0"/>
                  </a:moveTo>
                  <a:lnTo>
                    <a:pt x="1" y="683"/>
                  </a:lnTo>
                  <a:lnTo>
                    <a:pt x="81" y="743"/>
                  </a:lnTo>
                  <a:lnTo>
                    <a:pt x="181" y="803"/>
                  </a:lnTo>
                  <a:lnTo>
                    <a:pt x="382" y="904"/>
                  </a:lnTo>
                  <a:lnTo>
                    <a:pt x="463" y="964"/>
                  </a:lnTo>
                  <a:lnTo>
                    <a:pt x="543" y="1044"/>
                  </a:lnTo>
                  <a:lnTo>
                    <a:pt x="583" y="1165"/>
                  </a:lnTo>
                  <a:lnTo>
                    <a:pt x="623" y="1285"/>
                  </a:lnTo>
                  <a:lnTo>
                    <a:pt x="643" y="1305"/>
                  </a:lnTo>
                  <a:lnTo>
                    <a:pt x="683" y="1325"/>
                  </a:lnTo>
                  <a:lnTo>
                    <a:pt x="724" y="1325"/>
                  </a:lnTo>
                  <a:lnTo>
                    <a:pt x="1426" y="643"/>
                  </a:lnTo>
                  <a:lnTo>
                    <a:pt x="724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59" name="Google Shape;2059;p24"/>
            <p:cNvSpPr/>
            <p:nvPr/>
          </p:nvSpPr>
          <p:spPr>
            <a:xfrm>
              <a:off x="5668850" y="3145125"/>
              <a:ext cx="46200" cy="38175"/>
            </a:xfrm>
            <a:custGeom>
              <a:rect b="b" l="l" r="r" t="t"/>
              <a:pathLst>
                <a:path extrusionOk="0" h="1527" w="1848">
                  <a:moveTo>
                    <a:pt x="824" y="1"/>
                  </a:moveTo>
                  <a:lnTo>
                    <a:pt x="663" y="282"/>
                  </a:lnTo>
                  <a:lnTo>
                    <a:pt x="603" y="402"/>
                  </a:lnTo>
                  <a:lnTo>
                    <a:pt x="522" y="503"/>
                  </a:lnTo>
                  <a:lnTo>
                    <a:pt x="402" y="583"/>
                  </a:lnTo>
                  <a:lnTo>
                    <a:pt x="281" y="643"/>
                  </a:lnTo>
                  <a:lnTo>
                    <a:pt x="0" y="784"/>
                  </a:lnTo>
                  <a:lnTo>
                    <a:pt x="322" y="944"/>
                  </a:lnTo>
                  <a:lnTo>
                    <a:pt x="442" y="1025"/>
                  </a:lnTo>
                  <a:lnTo>
                    <a:pt x="562" y="1105"/>
                  </a:lnTo>
                  <a:lnTo>
                    <a:pt x="603" y="1145"/>
                  </a:lnTo>
                  <a:lnTo>
                    <a:pt x="623" y="1205"/>
                  </a:lnTo>
                  <a:lnTo>
                    <a:pt x="663" y="1346"/>
                  </a:lnTo>
                  <a:lnTo>
                    <a:pt x="683" y="1406"/>
                  </a:lnTo>
                  <a:lnTo>
                    <a:pt x="723" y="1466"/>
                  </a:lnTo>
                  <a:lnTo>
                    <a:pt x="803" y="1507"/>
                  </a:lnTo>
                  <a:lnTo>
                    <a:pt x="884" y="1527"/>
                  </a:lnTo>
                  <a:lnTo>
                    <a:pt x="924" y="1386"/>
                  </a:lnTo>
                  <a:lnTo>
                    <a:pt x="984" y="1266"/>
                  </a:lnTo>
                  <a:lnTo>
                    <a:pt x="1064" y="1165"/>
                  </a:lnTo>
                  <a:lnTo>
                    <a:pt x="1165" y="1065"/>
                  </a:lnTo>
                  <a:lnTo>
                    <a:pt x="1305" y="984"/>
                  </a:lnTo>
                  <a:lnTo>
                    <a:pt x="1446" y="904"/>
                  </a:lnTo>
                  <a:lnTo>
                    <a:pt x="1627" y="824"/>
                  </a:lnTo>
                  <a:lnTo>
                    <a:pt x="1848" y="744"/>
                  </a:lnTo>
                  <a:lnTo>
                    <a:pt x="1607" y="703"/>
                  </a:lnTo>
                  <a:lnTo>
                    <a:pt x="1426" y="643"/>
                  </a:lnTo>
                  <a:lnTo>
                    <a:pt x="1285" y="563"/>
                  </a:lnTo>
                  <a:lnTo>
                    <a:pt x="1145" y="462"/>
                  </a:lnTo>
                  <a:lnTo>
                    <a:pt x="1044" y="362"/>
                  </a:lnTo>
                  <a:lnTo>
                    <a:pt x="964" y="242"/>
                  </a:lnTo>
                  <a:lnTo>
                    <a:pt x="824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60" name="Google Shape;2060;p24"/>
            <p:cNvSpPr/>
            <p:nvPr/>
          </p:nvSpPr>
          <p:spPr>
            <a:xfrm>
              <a:off x="5562425" y="3146625"/>
              <a:ext cx="38675" cy="36675"/>
            </a:xfrm>
            <a:custGeom>
              <a:rect b="b" l="l" r="r" t="t"/>
              <a:pathLst>
                <a:path extrusionOk="0" h="1467" w="1547">
                  <a:moveTo>
                    <a:pt x="643" y="1"/>
                  </a:moveTo>
                  <a:lnTo>
                    <a:pt x="603" y="41"/>
                  </a:lnTo>
                  <a:lnTo>
                    <a:pt x="563" y="141"/>
                  </a:lnTo>
                  <a:lnTo>
                    <a:pt x="543" y="282"/>
                  </a:lnTo>
                  <a:lnTo>
                    <a:pt x="522" y="342"/>
                  </a:lnTo>
                  <a:lnTo>
                    <a:pt x="502" y="402"/>
                  </a:lnTo>
                  <a:lnTo>
                    <a:pt x="442" y="463"/>
                  </a:lnTo>
                  <a:lnTo>
                    <a:pt x="362" y="503"/>
                  </a:lnTo>
                  <a:lnTo>
                    <a:pt x="201" y="523"/>
                  </a:lnTo>
                  <a:lnTo>
                    <a:pt x="121" y="543"/>
                  </a:lnTo>
                  <a:lnTo>
                    <a:pt x="61" y="563"/>
                  </a:lnTo>
                  <a:lnTo>
                    <a:pt x="21" y="603"/>
                  </a:lnTo>
                  <a:lnTo>
                    <a:pt x="0" y="663"/>
                  </a:lnTo>
                  <a:lnTo>
                    <a:pt x="784" y="1467"/>
                  </a:lnTo>
                  <a:lnTo>
                    <a:pt x="924" y="1226"/>
                  </a:lnTo>
                  <a:lnTo>
                    <a:pt x="984" y="1105"/>
                  </a:lnTo>
                  <a:lnTo>
                    <a:pt x="1065" y="1005"/>
                  </a:lnTo>
                  <a:lnTo>
                    <a:pt x="1165" y="924"/>
                  </a:lnTo>
                  <a:lnTo>
                    <a:pt x="1286" y="864"/>
                  </a:lnTo>
                  <a:lnTo>
                    <a:pt x="1547" y="764"/>
                  </a:lnTo>
                  <a:lnTo>
                    <a:pt x="683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61" name="Google Shape;2061;p24"/>
            <p:cNvSpPr/>
            <p:nvPr/>
          </p:nvSpPr>
          <p:spPr>
            <a:xfrm>
              <a:off x="5454000" y="3143625"/>
              <a:ext cx="38175" cy="42200"/>
            </a:xfrm>
            <a:custGeom>
              <a:rect b="b" l="l" r="r" t="t"/>
              <a:pathLst>
                <a:path extrusionOk="0" h="1688" w="1527">
                  <a:moveTo>
                    <a:pt x="783" y="0"/>
                  </a:moveTo>
                  <a:lnTo>
                    <a:pt x="623" y="322"/>
                  </a:lnTo>
                  <a:lnTo>
                    <a:pt x="542" y="442"/>
                  </a:lnTo>
                  <a:lnTo>
                    <a:pt x="462" y="542"/>
                  </a:lnTo>
                  <a:lnTo>
                    <a:pt x="362" y="623"/>
                  </a:lnTo>
                  <a:lnTo>
                    <a:pt x="241" y="703"/>
                  </a:lnTo>
                  <a:lnTo>
                    <a:pt x="0" y="804"/>
                  </a:lnTo>
                  <a:lnTo>
                    <a:pt x="141" y="864"/>
                  </a:lnTo>
                  <a:lnTo>
                    <a:pt x="281" y="944"/>
                  </a:lnTo>
                  <a:lnTo>
                    <a:pt x="382" y="1024"/>
                  </a:lnTo>
                  <a:lnTo>
                    <a:pt x="462" y="1125"/>
                  </a:lnTo>
                  <a:lnTo>
                    <a:pt x="542" y="1245"/>
                  </a:lnTo>
                  <a:lnTo>
                    <a:pt x="623" y="1386"/>
                  </a:lnTo>
                  <a:lnTo>
                    <a:pt x="783" y="1687"/>
                  </a:lnTo>
                  <a:lnTo>
                    <a:pt x="964" y="1346"/>
                  </a:lnTo>
                  <a:lnTo>
                    <a:pt x="1044" y="1205"/>
                  </a:lnTo>
                  <a:lnTo>
                    <a:pt x="1125" y="1085"/>
                  </a:lnTo>
                  <a:lnTo>
                    <a:pt x="1185" y="1044"/>
                  </a:lnTo>
                  <a:lnTo>
                    <a:pt x="1245" y="1024"/>
                  </a:lnTo>
                  <a:lnTo>
                    <a:pt x="1366" y="1004"/>
                  </a:lnTo>
                  <a:lnTo>
                    <a:pt x="1446" y="984"/>
                  </a:lnTo>
                  <a:lnTo>
                    <a:pt x="1486" y="924"/>
                  </a:lnTo>
                  <a:lnTo>
                    <a:pt x="1526" y="864"/>
                  </a:lnTo>
                  <a:lnTo>
                    <a:pt x="1526" y="763"/>
                  </a:lnTo>
                  <a:lnTo>
                    <a:pt x="1406" y="723"/>
                  </a:lnTo>
                  <a:lnTo>
                    <a:pt x="1285" y="683"/>
                  </a:lnTo>
                  <a:lnTo>
                    <a:pt x="1165" y="603"/>
                  </a:lnTo>
                  <a:lnTo>
                    <a:pt x="1085" y="522"/>
                  </a:lnTo>
                  <a:lnTo>
                    <a:pt x="984" y="422"/>
                  </a:lnTo>
                  <a:lnTo>
                    <a:pt x="904" y="302"/>
                  </a:lnTo>
                  <a:lnTo>
                    <a:pt x="844" y="161"/>
                  </a:lnTo>
                  <a:lnTo>
                    <a:pt x="78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62" name="Google Shape;2062;p24"/>
            <p:cNvSpPr/>
            <p:nvPr/>
          </p:nvSpPr>
          <p:spPr>
            <a:xfrm>
              <a:off x="5776775" y="3046225"/>
              <a:ext cx="37675" cy="35675"/>
            </a:xfrm>
            <a:custGeom>
              <a:rect b="b" l="l" r="r" t="t"/>
              <a:pathLst>
                <a:path extrusionOk="0" h="1427" w="1507">
                  <a:moveTo>
                    <a:pt x="824" y="1"/>
                  </a:moveTo>
                  <a:lnTo>
                    <a:pt x="0" y="764"/>
                  </a:lnTo>
                  <a:lnTo>
                    <a:pt x="181" y="764"/>
                  </a:lnTo>
                  <a:lnTo>
                    <a:pt x="322" y="784"/>
                  </a:lnTo>
                  <a:lnTo>
                    <a:pt x="442" y="844"/>
                  </a:lnTo>
                  <a:lnTo>
                    <a:pt x="543" y="945"/>
                  </a:lnTo>
                  <a:lnTo>
                    <a:pt x="623" y="1045"/>
                  </a:lnTo>
                  <a:lnTo>
                    <a:pt x="703" y="1166"/>
                  </a:lnTo>
                  <a:lnTo>
                    <a:pt x="884" y="1427"/>
                  </a:lnTo>
                  <a:lnTo>
                    <a:pt x="964" y="1186"/>
                  </a:lnTo>
                  <a:lnTo>
                    <a:pt x="1024" y="1085"/>
                  </a:lnTo>
                  <a:lnTo>
                    <a:pt x="1085" y="985"/>
                  </a:lnTo>
                  <a:lnTo>
                    <a:pt x="1165" y="904"/>
                  </a:lnTo>
                  <a:lnTo>
                    <a:pt x="1245" y="844"/>
                  </a:lnTo>
                  <a:lnTo>
                    <a:pt x="1346" y="784"/>
                  </a:lnTo>
                  <a:lnTo>
                    <a:pt x="1466" y="744"/>
                  </a:lnTo>
                  <a:lnTo>
                    <a:pt x="1486" y="724"/>
                  </a:lnTo>
                  <a:lnTo>
                    <a:pt x="1506" y="684"/>
                  </a:lnTo>
                  <a:lnTo>
                    <a:pt x="1506" y="623"/>
                  </a:lnTo>
                  <a:lnTo>
                    <a:pt x="824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63" name="Google Shape;2063;p24"/>
            <p:cNvSpPr/>
            <p:nvPr/>
          </p:nvSpPr>
          <p:spPr>
            <a:xfrm>
              <a:off x="5562425" y="3045225"/>
              <a:ext cx="37675" cy="35175"/>
            </a:xfrm>
            <a:custGeom>
              <a:rect b="b" l="l" r="r" t="t"/>
              <a:pathLst>
                <a:path extrusionOk="0" h="1407" w="1507">
                  <a:moveTo>
                    <a:pt x="763" y="1"/>
                  </a:moveTo>
                  <a:lnTo>
                    <a:pt x="0" y="724"/>
                  </a:lnTo>
                  <a:lnTo>
                    <a:pt x="261" y="864"/>
                  </a:lnTo>
                  <a:lnTo>
                    <a:pt x="382" y="924"/>
                  </a:lnTo>
                  <a:lnTo>
                    <a:pt x="502" y="1005"/>
                  </a:lnTo>
                  <a:lnTo>
                    <a:pt x="543" y="1065"/>
                  </a:lnTo>
                  <a:lnTo>
                    <a:pt x="563" y="1125"/>
                  </a:lnTo>
                  <a:lnTo>
                    <a:pt x="603" y="1246"/>
                  </a:lnTo>
                  <a:lnTo>
                    <a:pt x="623" y="1306"/>
                  </a:lnTo>
                  <a:lnTo>
                    <a:pt x="683" y="1366"/>
                  </a:lnTo>
                  <a:lnTo>
                    <a:pt x="743" y="1386"/>
                  </a:lnTo>
                  <a:lnTo>
                    <a:pt x="844" y="1406"/>
                  </a:lnTo>
                  <a:lnTo>
                    <a:pt x="864" y="1266"/>
                  </a:lnTo>
                  <a:lnTo>
                    <a:pt x="924" y="1145"/>
                  </a:lnTo>
                  <a:lnTo>
                    <a:pt x="984" y="1045"/>
                  </a:lnTo>
                  <a:lnTo>
                    <a:pt x="1085" y="965"/>
                  </a:lnTo>
                  <a:lnTo>
                    <a:pt x="1306" y="844"/>
                  </a:lnTo>
                  <a:lnTo>
                    <a:pt x="1506" y="704"/>
                  </a:lnTo>
                  <a:lnTo>
                    <a:pt x="763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64" name="Google Shape;2064;p24"/>
            <p:cNvSpPr/>
            <p:nvPr/>
          </p:nvSpPr>
          <p:spPr>
            <a:xfrm>
              <a:off x="5671850" y="3044225"/>
              <a:ext cx="38175" cy="36175"/>
            </a:xfrm>
            <a:custGeom>
              <a:rect b="b" l="l" r="r" t="t"/>
              <a:pathLst>
                <a:path extrusionOk="0" h="1447" w="1527">
                  <a:moveTo>
                    <a:pt x="724" y="1"/>
                  </a:moveTo>
                  <a:lnTo>
                    <a:pt x="1" y="723"/>
                  </a:lnTo>
                  <a:lnTo>
                    <a:pt x="724" y="1446"/>
                  </a:lnTo>
                  <a:lnTo>
                    <a:pt x="864" y="1205"/>
                  </a:lnTo>
                  <a:lnTo>
                    <a:pt x="924" y="1105"/>
                  </a:lnTo>
                  <a:lnTo>
                    <a:pt x="1005" y="1005"/>
                  </a:lnTo>
                  <a:lnTo>
                    <a:pt x="1105" y="924"/>
                  </a:lnTo>
                  <a:lnTo>
                    <a:pt x="1226" y="844"/>
                  </a:lnTo>
                  <a:lnTo>
                    <a:pt x="1527" y="703"/>
                  </a:lnTo>
                  <a:lnTo>
                    <a:pt x="1386" y="643"/>
                  </a:lnTo>
                  <a:lnTo>
                    <a:pt x="1246" y="583"/>
                  </a:lnTo>
                  <a:lnTo>
                    <a:pt x="1125" y="503"/>
                  </a:lnTo>
                  <a:lnTo>
                    <a:pt x="1025" y="422"/>
                  </a:lnTo>
                  <a:lnTo>
                    <a:pt x="924" y="322"/>
                  </a:lnTo>
                  <a:lnTo>
                    <a:pt x="844" y="221"/>
                  </a:lnTo>
                  <a:lnTo>
                    <a:pt x="784" y="121"/>
                  </a:lnTo>
                  <a:lnTo>
                    <a:pt x="724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65" name="Google Shape;2065;p24"/>
            <p:cNvSpPr/>
            <p:nvPr/>
          </p:nvSpPr>
          <p:spPr>
            <a:xfrm>
              <a:off x="5889225" y="2638125"/>
              <a:ext cx="32650" cy="29125"/>
            </a:xfrm>
            <a:custGeom>
              <a:rect b="b" l="l" r="r" t="t"/>
              <a:pathLst>
                <a:path extrusionOk="0" h="1165" w="1306">
                  <a:moveTo>
                    <a:pt x="663" y="0"/>
                  </a:moveTo>
                  <a:lnTo>
                    <a:pt x="0" y="562"/>
                  </a:lnTo>
                  <a:lnTo>
                    <a:pt x="643" y="1165"/>
                  </a:lnTo>
                  <a:lnTo>
                    <a:pt x="1305" y="583"/>
                  </a:lnTo>
                  <a:lnTo>
                    <a:pt x="66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66" name="Google Shape;2066;p24"/>
            <p:cNvSpPr/>
            <p:nvPr/>
          </p:nvSpPr>
          <p:spPr>
            <a:xfrm>
              <a:off x="5455000" y="3043225"/>
              <a:ext cx="39675" cy="36675"/>
            </a:xfrm>
            <a:custGeom>
              <a:rect b="b" l="l" r="r" t="t"/>
              <a:pathLst>
                <a:path extrusionOk="0" h="1467" w="1587">
                  <a:moveTo>
                    <a:pt x="723" y="0"/>
                  </a:moveTo>
                  <a:lnTo>
                    <a:pt x="583" y="261"/>
                  </a:lnTo>
                  <a:lnTo>
                    <a:pt x="502" y="382"/>
                  </a:lnTo>
                  <a:lnTo>
                    <a:pt x="422" y="482"/>
                  </a:lnTo>
                  <a:lnTo>
                    <a:pt x="362" y="522"/>
                  </a:lnTo>
                  <a:lnTo>
                    <a:pt x="302" y="563"/>
                  </a:lnTo>
                  <a:lnTo>
                    <a:pt x="161" y="583"/>
                  </a:lnTo>
                  <a:lnTo>
                    <a:pt x="101" y="603"/>
                  </a:lnTo>
                  <a:lnTo>
                    <a:pt x="41" y="623"/>
                  </a:lnTo>
                  <a:lnTo>
                    <a:pt x="0" y="663"/>
                  </a:lnTo>
                  <a:lnTo>
                    <a:pt x="0" y="723"/>
                  </a:lnTo>
                  <a:lnTo>
                    <a:pt x="743" y="1466"/>
                  </a:lnTo>
                  <a:lnTo>
                    <a:pt x="1587" y="623"/>
                  </a:lnTo>
                  <a:lnTo>
                    <a:pt x="1587" y="623"/>
                  </a:lnTo>
                  <a:lnTo>
                    <a:pt x="1386" y="643"/>
                  </a:lnTo>
                  <a:lnTo>
                    <a:pt x="1245" y="623"/>
                  </a:lnTo>
                  <a:lnTo>
                    <a:pt x="1125" y="563"/>
                  </a:lnTo>
                  <a:lnTo>
                    <a:pt x="1024" y="482"/>
                  </a:lnTo>
                  <a:lnTo>
                    <a:pt x="944" y="362"/>
                  </a:lnTo>
                  <a:lnTo>
                    <a:pt x="884" y="261"/>
                  </a:lnTo>
                  <a:lnTo>
                    <a:pt x="72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67" name="Google Shape;2067;p24"/>
            <p:cNvSpPr/>
            <p:nvPr/>
          </p:nvSpPr>
          <p:spPr>
            <a:xfrm>
              <a:off x="5996150" y="3046725"/>
              <a:ext cx="34150" cy="31650"/>
            </a:xfrm>
            <a:custGeom>
              <a:rect b="b" l="l" r="r" t="t"/>
              <a:pathLst>
                <a:path extrusionOk="0" h="1266" w="1366">
                  <a:moveTo>
                    <a:pt x="703" y="1"/>
                  </a:moveTo>
                  <a:lnTo>
                    <a:pt x="0" y="603"/>
                  </a:lnTo>
                  <a:lnTo>
                    <a:pt x="723" y="1266"/>
                  </a:lnTo>
                  <a:lnTo>
                    <a:pt x="1365" y="603"/>
                  </a:lnTo>
                  <a:lnTo>
                    <a:pt x="703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68" name="Google Shape;2068;p24"/>
            <p:cNvSpPr/>
            <p:nvPr/>
          </p:nvSpPr>
          <p:spPr>
            <a:xfrm>
              <a:off x="5456500" y="2636625"/>
              <a:ext cx="35175" cy="35650"/>
            </a:xfrm>
            <a:custGeom>
              <a:rect b="b" l="l" r="r" t="t"/>
              <a:pathLst>
                <a:path extrusionOk="0" h="1426" w="1407">
                  <a:moveTo>
                    <a:pt x="683" y="0"/>
                  </a:moveTo>
                  <a:lnTo>
                    <a:pt x="1" y="622"/>
                  </a:lnTo>
                  <a:lnTo>
                    <a:pt x="804" y="1426"/>
                  </a:lnTo>
                  <a:lnTo>
                    <a:pt x="804" y="1265"/>
                  </a:lnTo>
                  <a:lnTo>
                    <a:pt x="824" y="1145"/>
                  </a:lnTo>
                  <a:lnTo>
                    <a:pt x="864" y="1024"/>
                  </a:lnTo>
                  <a:lnTo>
                    <a:pt x="904" y="944"/>
                  </a:lnTo>
                  <a:lnTo>
                    <a:pt x="985" y="884"/>
                  </a:lnTo>
                  <a:lnTo>
                    <a:pt x="1065" y="823"/>
                  </a:lnTo>
                  <a:lnTo>
                    <a:pt x="1165" y="783"/>
                  </a:lnTo>
                  <a:lnTo>
                    <a:pt x="1286" y="763"/>
                  </a:lnTo>
                  <a:lnTo>
                    <a:pt x="1326" y="743"/>
                  </a:lnTo>
                  <a:lnTo>
                    <a:pt x="1366" y="703"/>
                  </a:lnTo>
                  <a:lnTo>
                    <a:pt x="1386" y="683"/>
                  </a:lnTo>
                  <a:lnTo>
                    <a:pt x="1406" y="643"/>
                  </a:lnTo>
                  <a:lnTo>
                    <a:pt x="1386" y="602"/>
                  </a:lnTo>
                  <a:lnTo>
                    <a:pt x="1366" y="562"/>
                  </a:lnTo>
                  <a:lnTo>
                    <a:pt x="1306" y="502"/>
                  </a:lnTo>
                  <a:lnTo>
                    <a:pt x="1145" y="442"/>
                  </a:lnTo>
                  <a:lnTo>
                    <a:pt x="985" y="361"/>
                  </a:lnTo>
                  <a:lnTo>
                    <a:pt x="924" y="321"/>
                  </a:lnTo>
                  <a:lnTo>
                    <a:pt x="864" y="261"/>
                  </a:lnTo>
                  <a:lnTo>
                    <a:pt x="824" y="181"/>
                  </a:lnTo>
                  <a:lnTo>
                    <a:pt x="804" y="80"/>
                  </a:lnTo>
                  <a:lnTo>
                    <a:pt x="784" y="40"/>
                  </a:lnTo>
                  <a:lnTo>
                    <a:pt x="744" y="20"/>
                  </a:lnTo>
                  <a:lnTo>
                    <a:pt x="68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69" name="Google Shape;2069;p24"/>
            <p:cNvSpPr/>
            <p:nvPr/>
          </p:nvSpPr>
          <p:spPr>
            <a:xfrm>
              <a:off x="5347075" y="3146125"/>
              <a:ext cx="40675" cy="37675"/>
            </a:xfrm>
            <a:custGeom>
              <a:rect b="b" l="l" r="r" t="t"/>
              <a:pathLst>
                <a:path extrusionOk="0" h="1507" w="1627">
                  <a:moveTo>
                    <a:pt x="743" y="1"/>
                  </a:moveTo>
                  <a:lnTo>
                    <a:pt x="703" y="161"/>
                  </a:lnTo>
                  <a:lnTo>
                    <a:pt x="643" y="282"/>
                  </a:lnTo>
                  <a:lnTo>
                    <a:pt x="542" y="382"/>
                  </a:lnTo>
                  <a:lnTo>
                    <a:pt x="422" y="463"/>
                  </a:lnTo>
                  <a:lnTo>
                    <a:pt x="201" y="563"/>
                  </a:lnTo>
                  <a:lnTo>
                    <a:pt x="81" y="623"/>
                  </a:lnTo>
                  <a:lnTo>
                    <a:pt x="0" y="704"/>
                  </a:lnTo>
                  <a:lnTo>
                    <a:pt x="763" y="1507"/>
                  </a:lnTo>
                  <a:lnTo>
                    <a:pt x="884" y="1266"/>
                  </a:lnTo>
                  <a:lnTo>
                    <a:pt x="964" y="1145"/>
                  </a:lnTo>
                  <a:lnTo>
                    <a:pt x="1044" y="1045"/>
                  </a:lnTo>
                  <a:lnTo>
                    <a:pt x="1145" y="965"/>
                  </a:lnTo>
                  <a:lnTo>
                    <a:pt x="1285" y="904"/>
                  </a:lnTo>
                  <a:lnTo>
                    <a:pt x="1627" y="744"/>
                  </a:lnTo>
                  <a:lnTo>
                    <a:pt x="1265" y="583"/>
                  </a:lnTo>
                  <a:lnTo>
                    <a:pt x="1125" y="523"/>
                  </a:lnTo>
                  <a:lnTo>
                    <a:pt x="1024" y="442"/>
                  </a:lnTo>
                  <a:lnTo>
                    <a:pt x="944" y="342"/>
                  </a:lnTo>
                  <a:lnTo>
                    <a:pt x="864" y="242"/>
                  </a:lnTo>
                  <a:lnTo>
                    <a:pt x="743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70" name="Google Shape;2070;p24"/>
            <p:cNvSpPr/>
            <p:nvPr/>
          </p:nvSpPr>
          <p:spPr>
            <a:xfrm>
              <a:off x="5346575" y="3042225"/>
              <a:ext cx="40675" cy="38675"/>
            </a:xfrm>
            <a:custGeom>
              <a:rect b="b" l="l" r="r" t="t"/>
              <a:pathLst>
                <a:path extrusionOk="0" h="1547" w="1627">
                  <a:moveTo>
                    <a:pt x="723" y="0"/>
                  </a:moveTo>
                  <a:lnTo>
                    <a:pt x="603" y="281"/>
                  </a:lnTo>
                  <a:lnTo>
                    <a:pt x="542" y="382"/>
                  </a:lnTo>
                  <a:lnTo>
                    <a:pt x="482" y="462"/>
                  </a:lnTo>
                  <a:lnTo>
                    <a:pt x="362" y="562"/>
                  </a:lnTo>
                  <a:lnTo>
                    <a:pt x="241" y="623"/>
                  </a:lnTo>
                  <a:lnTo>
                    <a:pt x="0" y="763"/>
                  </a:lnTo>
                  <a:lnTo>
                    <a:pt x="783" y="1546"/>
                  </a:lnTo>
                  <a:lnTo>
                    <a:pt x="904" y="1305"/>
                  </a:lnTo>
                  <a:lnTo>
                    <a:pt x="964" y="1185"/>
                  </a:lnTo>
                  <a:lnTo>
                    <a:pt x="1064" y="1085"/>
                  </a:lnTo>
                  <a:lnTo>
                    <a:pt x="1165" y="1024"/>
                  </a:lnTo>
                  <a:lnTo>
                    <a:pt x="1285" y="944"/>
                  </a:lnTo>
                  <a:lnTo>
                    <a:pt x="1627" y="803"/>
                  </a:lnTo>
                  <a:lnTo>
                    <a:pt x="1285" y="643"/>
                  </a:lnTo>
                  <a:lnTo>
                    <a:pt x="1145" y="583"/>
                  </a:lnTo>
                  <a:lnTo>
                    <a:pt x="1044" y="502"/>
                  </a:lnTo>
                  <a:lnTo>
                    <a:pt x="944" y="402"/>
                  </a:lnTo>
                  <a:lnTo>
                    <a:pt x="884" y="281"/>
                  </a:lnTo>
                  <a:lnTo>
                    <a:pt x="72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71" name="Google Shape;2071;p24"/>
            <p:cNvSpPr/>
            <p:nvPr/>
          </p:nvSpPr>
          <p:spPr>
            <a:xfrm>
              <a:off x="5989100" y="3351950"/>
              <a:ext cx="41700" cy="36175"/>
            </a:xfrm>
            <a:custGeom>
              <a:rect b="b" l="l" r="r" t="t"/>
              <a:pathLst>
                <a:path extrusionOk="0" h="1447" w="1668">
                  <a:moveTo>
                    <a:pt x="945" y="0"/>
                  </a:moveTo>
                  <a:lnTo>
                    <a:pt x="905" y="121"/>
                  </a:lnTo>
                  <a:lnTo>
                    <a:pt x="824" y="221"/>
                  </a:lnTo>
                  <a:lnTo>
                    <a:pt x="744" y="322"/>
                  </a:lnTo>
                  <a:lnTo>
                    <a:pt x="644" y="422"/>
                  </a:lnTo>
                  <a:lnTo>
                    <a:pt x="523" y="502"/>
                  </a:lnTo>
                  <a:lnTo>
                    <a:pt x="382" y="583"/>
                  </a:lnTo>
                  <a:lnTo>
                    <a:pt x="1" y="743"/>
                  </a:lnTo>
                  <a:lnTo>
                    <a:pt x="222" y="783"/>
                  </a:lnTo>
                  <a:lnTo>
                    <a:pt x="382" y="844"/>
                  </a:lnTo>
                  <a:lnTo>
                    <a:pt x="543" y="924"/>
                  </a:lnTo>
                  <a:lnTo>
                    <a:pt x="664" y="1004"/>
                  </a:lnTo>
                  <a:lnTo>
                    <a:pt x="744" y="1105"/>
                  </a:lnTo>
                  <a:lnTo>
                    <a:pt x="824" y="1205"/>
                  </a:lnTo>
                  <a:lnTo>
                    <a:pt x="884" y="1326"/>
                  </a:lnTo>
                  <a:lnTo>
                    <a:pt x="945" y="1446"/>
                  </a:lnTo>
                  <a:lnTo>
                    <a:pt x="1668" y="683"/>
                  </a:lnTo>
                  <a:lnTo>
                    <a:pt x="945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72" name="Google Shape;2072;p24"/>
            <p:cNvSpPr/>
            <p:nvPr/>
          </p:nvSpPr>
          <p:spPr>
            <a:xfrm>
              <a:off x="5456500" y="2738525"/>
              <a:ext cx="34675" cy="32650"/>
            </a:xfrm>
            <a:custGeom>
              <a:rect b="b" l="l" r="r" t="t"/>
              <a:pathLst>
                <a:path extrusionOk="0" h="1306" w="1387">
                  <a:moveTo>
                    <a:pt x="663" y="0"/>
                  </a:moveTo>
                  <a:lnTo>
                    <a:pt x="583" y="60"/>
                  </a:lnTo>
                  <a:lnTo>
                    <a:pt x="523" y="141"/>
                  </a:lnTo>
                  <a:lnTo>
                    <a:pt x="422" y="301"/>
                  </a:lnTo>
                  <a:lnTo>
                    <a:pt x="342" y="382"/>
                  </a:lnTo>
                  <a:lnTo>
                    <a:pt x="262" y="462"/>
                  </a:lnTo>
                  <a:lnTo>
                    <a:pt x="161" y="522"/>
                  </a:lnTo>
                  <a:lnTo>
                    <a:pt x="41" y="542"/>
                  </a:lnTo>
                  <a:lnTo>
                    <a:pt x="21" y="562"/>
                  </a:lnTo>
                  <a:lnTo>
                    <a:pt x="21" y="603"/>
                  </a:lnTo>
                  <a:lnTo>
                    <a:pt x="1" y="643"/>
                  </a:lnTo>
                  <a:lnTo>
                    <a:pt x="663" y="1305"/>
                  </a:lnTo>
                  <a:lnTo>
                    <a:pt x="1386" y="663"/>
                  </a:lnTo>
                  <a:lnTo>
                    <a:pt x="66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73" name="Google Shape;2073;p24"/>
            <p:cNvSpPr/>
            <p:nvPr/>
          </p:nvSpPr>
          <p:spPr>
            <a:xfrm>
              <a:off x="5888200" y="2943825"/>
              <a:ext cx="34175" cy="31650"/>
            </a:xfrm>
            <a:custGeom>
              <a:rect b="b" l="l" r="r" t="t"/>
              <a:pathLst>
                <a:path extrusionOk="0" h="1266" w="1367">
                  <a:moveTo>
                    <a:pt x="704" y="1"/>
                  </a:moveTo>
                  <a:lnTo>
                    <a:pt x="1" y="623"/>
                  </a:lnTo>
                  <a:lnTo>
                    <a:pt x="704" y="1266"/>
                  </a:lnTo>
                  <a:lnTo>
                    <a:pt x="1366" y="643"/>
                  </a:lnTo>
                  <a:lnTo>
                    <a:pt x="704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74" name="Google Shape;2074;p24"/>
            <p:cNvSpPr/>
            <p:nvPr/>
          </p:nvSpPr>
          <p:spPr>
            <a:xfrm>
              <a:off x="5455500" y="2943325"/>
              <a:ext cx="36675" cy="35175"/>
            </a:xfrm>
            <a:custGeom>
              <a:rect b="b" l="l" r="r" t="t"/>
              <a:pathLst>
                <a:path extrusionOk="0" h="1407" w="1467">
                  <a:moveTo>
                    <a:pt x="703" y="1"/>
                  </a:moveTo>
                  <a:lnTo>
                    <a:pt x="0" y="663"/>
                  </a:lnTo>
                  <a:lnTo>
                    <a:pt x="804" y="1406"/>
                  </a:lnTo>
                  <a:lnTo>
                    <a:pt x="824" y="1246"/>
                  </a:lnTo>
                  <a:lnTo>
                    <a:pt x="864" y="1125"/>
                  </a:lnTo>
                  <a:lnTo>
                    <a:pt x="944" y="1025"/>
                  </a:lnTo>
                  <a:lnTo>
                    <a:pt x="1045" y="944"/>
                  </a:lnTo>
                  <a:lnTo>
                    <a:pt x="1145" y="884"/>
                  </a:lnTo>
                  <a:lnTo>
                    <a:pt x="1245" y="824"/>
                  </a:lnTo>
                  <a:lnTo>
                    <a:pt x="1466" y="683"/>
                  </a:lnTo>
                  <a:lnTo>
                    <a:pt x="703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75" name="Google Shape;2075;p24"/>
            <p:cNvSpPr/>
            <p:nvPr/>
          </p:nvSpPr>
          <p:spPr>
            <a:xfrm>
              <a:off x="5995650" y="3148650"/>
              <a:ext cx="35150" cy="33650"/>
            </a:xfrm>
            <a:custGeom>
              <a:rect b="b" l="l" r="r" t="t"/>
              <a:pathLst>
                <a:path extrusionOk="0" h="1346" w="1406">
                  <a:moveTo>
                    <a:pt x="723" y="0"/>
                  </a:moveTo>
                  <a:lnTo>
                    <a:pt x="0" y="663"/>
                  </a:lnTo>
                  <a:lnTo>
                    <a:pt x="20" y="723"/>
                  </a:lnTo>
                  <a:lnTo>
                    <a:pt x="40" y="763"/>
                  </a:lnTo>
                  <a:lnTo>
                    <a:pt x="100" y="783"/>
                  </a:lnTo>
                  <a:lnTo>
                    <a:pt x="161" y="803"/>
                  </a:lnTo>
                  <a:lnTo>
                    <a:pt x="301" y="843"/>
                  </a:lnTo>
                  <a:lnTo>
                    <a:pt x="361" y="864"/>
                  </a:lnTo>
                  <a:lnTo>
                    <a:pt x="422" y="904"/>
                  </a:lnTo>
                  <a:lnTo>
                    <a:pt x="562" y="1125"/>
                  </a:lnTo>
                  <a:lnTo>
                    <a:pt x="703" y="1345"/>
                  </a:lnTo>
                  <a:lnTo>
                    <a:pt x="1406" y="623"/>
                  </a:lnTo>
                  <a:lnTo>
                    <a:pt x="72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76" name="Google Shape;2076;p24"/>
            <p:cNvSpPr/>
            <p:nvPr/>
          </p:nvSpPr>
          <p:spPr>
            <a:xfrm>
              <a:off x="5888725" y="2740025"/>
              <a:ext cx="33650" cy="29650"/>
            </a:xfrm>
            <a:custGeom>
              <a:rect b="b" l="l" r="r" t="t"/>
              <a:pathLst>
                <a:path extrusionOk="0" h="1186" w="1346">
                  <a:moveTo>
                    <a:pt x="663" y="0"/>
                  </a:moveTo>
                  <a:lnTo>
                    <a:pt x="0" y="583"/>
                  </a:lnTo>
                  <a:lnTo>
                    <a:pt x="663" y="1185"/>
                  </a:lnTo>
                  <a:lnTo>
                    <a:pt x="1345" y="603"/>
                  </a:lnTo>
                  <a:lnTo>
                    <a:pt x="66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77" name="Google Shape;2077;p24"/>
            <p:cNvSpPr/>
            <p:nvPr/>
          </p:nvSpPr>
          <p:spPr>
            <a:xfrm>
              <a:off x="5347075" y="3249050"/>
              <a:ext cx="37675" cy="37650"/>
            </a:xfrm>
            <a:custGeom>
              <a:rect b="b" l="l" r="r" t="t"/>
              <a:pathLst>
                <a:path extrusionOk="0" h="1506" w="1507">
                  <a:moveTo>
                    <a:pt x="723" y="0"/>
                  </a:moveTo>
                  <a:lnTo>
                    <a:pt x="0" y="743"/>
                  </a:lnTo>
                  <a:lnTo>
                    <a:pt x="804" y="1506"/>
                  </a:lnTo>
                  <a:lnTo>
                    <a:pt x="844" y="1365"/>
                  </a:lnTo>
                  <a:lnTo>
                    <a:pt x="884" y="1225"/>
                  </a:lnTo>
                  <a:lnTo>
                    <a:pt x="964" y="1124"/>
                  </a:lnTo>
                  <a:lnTo>
                    <a:pt x="1044" y="1044"/>
                  </a:lnTo>
                  <a:lnTo>
                    <a:pt x="1145" y="964"/>
                  </a:lnTo>
                  <a:lnTo>
                    <a:pt x="1245" y="904"/>
                  </a:lnTo>
                  <a:lnTo>
                    <a:pt x="1366" y="843"/>
                  </a:lnTo>
                  <a:lnTo>
                    <a:pt x="1506" y="823"/>
                  </a:lnTo>
                  <a:lnTo>
                    <a:pt x="1486" y="723"/>
                  </a:lnTo>
                  <a:lnTo>
                    <a:pt x="1466" y="663"/>
                  </a:lnTo>
                  <a:lnTo>
                    <a:pt x="1406" y="602"/>
                  </a:lnTo>
                  <a:lnTo>
                    <a:pt x="1346" y="582"/>
                  </a:lnTo>
                  <a:lnTo>
                    <a:pt x="1225" y="542"/>
                  </a:lnTo>
                  <a:lnTo>
                    <a:pt x="1165" y="502"/>
                  </a:lnTo>
                  <a:lnTo>
                    <a:pt x="1105" y="482"/>
                  </a:lnTo>
                  <a:lnTo>
                    <a:pt x="1004" y="361"/>
                  </a:lnTo>
                  <a:lnTo>
                    <a:pt x="904" y="241"/>
                  </a:lnTo>
                  <a:lnTo>
                    <a:pt x="72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78" name="Google Shape;2078;p24"/>
            <p:cNvSpPr/>
            <p:nvPr/>
          </p:nvSpPr>
          <p:spPr>
            <a:xfrm>
              <a:off x="5347075" y="2942325"/>
              <a:ext cx="38675" cy="36175"/>
            </a:xfrm>
            <a:custGeom>
              <a:rect b="b" l="l" r="r" t="t"/>
              <a:pathLst>
                <a:path extrusionOk="0" h="1447" w="1547">
                  <a:moveTo>
                    <a:pt x="763" y="0"/>
                  </a:moveTo>
                  <a:lnTo>
                    <a:pt x="0" y="703"/>
                  </a:lnTo>
                  <a:lnTo>
                    <a:pt x="804" y="1446"/>
                  </a:lnTo>
                  <a:lnTo>
                    <a:pt x="824" y="1306"/>
                  </a:lnTo>
                  <a:lnTo>
                    <a:pt x="884" y="1165"/>
                  </a:lnTo>
                  <a:lnTo>
                    <a:pt x="964" y="1065"/>
                  </a:lnTo>
                  <a:lnTo>
                    <a:pt x="1065" y="984"/>
                  </a:lnTo>
                  <a:lnTo>
                    <a:pt x="1165" y="904"/>
                  </a:lnTo>
                  <a:lnTo>
                    <a:pt x="1285" y="844"/>
                  </a:lnTo>
                  <a:lnTo>
                    <a:pt x="1546" y="683"/>
                  </a:lnTo>
                  <a:lnTo>
                    <a:pt x="1245" y="543"/>
                  </a:lnTo>
                  <a:lnTo>
                    <a:pt x="1125" y="482"/>
                  </a:lnTo>
                  <a:lnTo>
                    <a:pt x="1024" y="402"/>
                  </a:lnTo>
                  <a:lnTo>
                    <a:pt x="944" y="322"/>
                  </a:lnTo>
                  <a:lnTo>
                    <a:pt x="864" y="201"/>
                  </a:lnTo>
                  <a:lnTo>
                    <a:pt x="76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79" name="Google Shape;2079;p24"/>
            <p:cNvSpPr/>
            <p:nvPr/>
          </p:nvSpPr>
          <p:spPr>
            <a:xfrm>
              <a:off x="5346075" y="3350950"/>
              <a:ext cx="41675" cy="39675"/>
            </a:xfrm>
            <a:custGeom>
              <a:rect b="b" l="l" r="r" t="t"/>
              <a:pathLst>
                <a:path extrusionOk="0" h="1587" w="1667">
                  <a:moveTo>
                    <a:pt x="803" y="0"/>
                  </a:moveTo>
                  <a:lnTo>
                    <a:pt x="0" y="783"/>
                  </a:lnTo>
                  <a:lnTo>
                    <a:pt x="20" y="823"/>
                  </a:lnTo>
                  <a:lnTo>
                    <a:pt x="40" y="864"/>
                  </a:lnTo>
                  <a:lnTo>
                    <a:pt x="161" y="904"/>
                  </a:lnTo>
                  <a:lnTo>
                    <a:pt x="281" y="944"/>
                  </a:lnTo>
                  <a:lnTo>
                    <a:pt x="342" y="964"/>
                  </a:lnTo>
                  <a:lnTo>
                    <a:pt x="402" y="1004"/>
                  </a:lnTo>
                  <a:lnTo>
                    <a:pt x="502" y="1145"/>
                  </a:lnTo>
                  <a:lnTo>
                    <a:pt x="603" y="1285"/>
                  </a:lnTo>
                  <a:lnTo>
                    <a:pt x="783" y="1586"/>
                  </a:lnTo>
                  <a:lnTo>
                    <a:pt x="944" y="1285"/>
                  </a:lnTo>
                  <a:lnTo>
                    <a:pt x="1024" y="1145"/>
                  </a:lnTo>
                  <a:lnTo>
                    <a:pt x="1105" y="1044"/>
                  </a:lnTo>
                  <a:lnTo>
                    <a:pt x="1205" y="964"/>
                  </a:lnTo>
                  <a:lnTo>
                    <a:pt x="1325" y="884"/>
                  </a:lnTo>
                  <a:lnTo>
                    <a:pt x="1667" y="743"/>
                  </a:lnTo>
                  <a:lnTo>
                    <a:pt x="1325" y="582"/>
                  </a:lnTo>
                  <a:lnTo>
                    <a:pt x="1185" y="522"/>
                  </a:lnTo>
                  <a:lnTo>
                    <a:pt x="1064" y="442"/>
                  </a:lnTo>
                  <a:lnTo>
                    <a:pt x="984" y="342"/>
                  </a:lnTo>
                  <a:lnTo>
                    <a:pt x="924" y="241"/>
                  </a:lnTo>
                  <a:lnTo>
                    <a:pt x="80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80" name="Google Shape;2080;p24"/>
            <p:cNvSpPr/>
            <p:nvPr/>
          </p:nvSpPr>
          <p:spPr>
            <a:xfrm>
              <a:off x="5235125" y="3348925"/>
              <a:ext cx="40700" cy="42700"/>
            </a:xfrm>
            <a:custGeom>
              <a:rect b="b" l="l" r="r" t="t"/>
              <a:pathLst>
                <a:path extrusionOk="0" h="1708" w="1628">
                  <a:moveTo>
                    <a:pt x="884" y="1"/>
                  </a:moveTo>
                  <a:lnTo>
                    <a:pt x="744" y="282"/>
                  </a:lnTo>
                  <a:lnTo>
                    <a:pt x="663" y="402"/>
                  </a:lnTo>
                  <a:lnTo>
                    <a:pt x="583" y="503"/>
                  </a:lnTo>
                  <a:lnTo>
                    <a:pt x="462" y="603"/>
                  </a:lnTo>
                  <a:lnTo>
                    <a:pt x="342" y="663"/>
                  </a:lnTo>
                  <a:lnTo>
                    <a:pt x="1" y="824"/>
                  </a:lnTo>
                  <a:lnTo>
                    <a:pt x="322" y="985"/>
                  </a:lnTo>
                  <a:lnTo>
                    <a:pt x="462" y="1065"/>
                  </a:lnTo>
                  <a:lnTo>
                    <a:pt x="563" y="1145"/>
                  </a:lnTo>
                  <a:lnTo>
                    <a:pt x="643" y="1246"/>
                  </a:lnTo>
                  <a:lnTo>
                    <a:pt x="723" y="1386"/>
                  </a:lnTo>
                  <a:lnTo>
                    <a:pt x="884" y="1708"/>
                  </a:lnTo>
                  <a:lnTo>
                    <a:pt x="1045" y="1406"/>
                  </a:lnTo>
                  <a:lnTo>
                    <a:pt x="1185" y="1165"/>
                  </a:lnTo>
                  <a:lnTo>
                    <a:pt x="1225" y="1105"/>
                  </a:lnTo>
                  <a:lnTo>
                    <a:pt x="1306" y="1065"/>
                  </a:lnTo>
                  <a:lnTo>
                    <a:pt x="1466" y="1005"/>
                  </a:lnTo>
                  <a:lnTo>
                    <a:pt x="1547" y="965"/>
                  </a:lnTo>
                  <a:lnTo>
                    <a:pt x="1607" y="904"/>
                  </a:lnTo>
                  <a:lnTo>
                    <a:pt x="1627" y="804"/>
                  </a:lnTo>
                  <a:lnTo>
                    <a:pt x="1627" y="663"/>
                  </a:lnTo>
                  <a:lnTo>
                    <a:pt x="1466" y="684"/>
                  </a:lnTo>
                  <a:lnTo>
                    <a:pt x="1346" y="663"/>
                  </a:lnTo>
                  <a:lnTo>
                    <a:pt x="1246" y="603"/>
                  </a:lnTo>
                  <a:lnTo>
                    <a:pt x="1165" y="503"/>
                  </a:lnTo>
                  <a:lnTo>
                    <a:pt x="1085" y="402"/>
                  </a:lnTo>
                  <a:lnTo>
                    <a:pt x="1025" y="262"/>
                  </a:lnTo>
                  <a:lnTo>
                    <a:pt x="884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81" name="Google Shape;2081;p24"/>
            <p:cNvSpPr/>
            <p:nvPr/>
          </p:nvSpPr>
          <p:spPr>
            <a:xfrm>
              <a:off x="5888200" y="2842425"/>
              <a:ext cx="34175" cy="30650"/>
            </a:xfrm>
            <a:custGeom>
              <a:rect b="b" l="l" r="r" t="t"/>
              <a:pathLst>
                <a:path extrusionOk="0" h="1226" w="1367">
                  <a:moveTo>
                    <a:pt x="704" y="1"/>
                  </a:moveTo>
                  <a:lnTo>
                    <a:pt x="1" y="583"/>
                  </a:lnTo>
                  <a:lnTo>
                    <a:pt x="704" y="1225"/>
                  </a:lnTo>
                  <a:lnTo>
                    <a:pt x="1366" y="583"/>
                  </a:lnTo>
                  <a:lnTo>
                    <a:pt x="704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82" name="Google Shape;2082;p24"/>
            <p:cNvSpPr/>
            <p:nvPr/>
          </p:nvSpPr>
          <p:spPr>
            <a:xfrm>
              <a:off x="5456000" y="2840425"/>
              <a:ext cx="35175" cy="36175"/>
            </a:xfrm>
            <a:custGeom>
              <a:rect b="b" l="l" r="r" t="t"/>
              <a:pathLst>
                <a:path extrusionOk="0" h="1447" w="1407">
                  <a:moveTo>
                    <a:pt x="683" y="0"/>
                  </a:moveTo>
                  <a:lnTo>
                    <a:pt x="603" y="81"/>
                  </a:lnTo>
                  <a:lnTo>
                    <a:pt x="543" y="161"/>
                  </a:lnTo>
                  <a:lnTo>
                    <a:pt x="422" y="342"/>
                  </a:lnTo>
                  <a:lnTo>
                    <a:pt x="362" y="422"/>
                  </a:lnTo>
                  <a:lnTo>
                    <a:pt x="262" y="482"/>
                  </a:lnTo>
                  <a:lnTo>
                    <a:pt x="161" y="542"/>
                  </a:lnTo>
                  <a:lnTo>
                    <a:pt x="41" y="563"/>
                  </a:lnTo>
                  <a:lnTo>
                    <a:pt x="21" y="583"/>
                  </a:lnTo>
                  <a:lnTo>
                    <a:pt x="21" y="643"/>
                  </a:lnTo>
                  <a:lnTo>
                    <a:pt x="1" y="763"/>
                  </a:lnTo>
                  <a:lnTo>
                    <a:pt x="221" y="864"/>
                  </a:lnTo>
                  <a:lnTo>
                    <a:pt x="322" y="904"/>
                  </a:lnTo>
                  <a:lnTo>
                    <a:pt x="422" y="964"/>
                  </a:lnTo>
                  <a:lnTo>
                    <a:pt x="503" y="1085"/>
                  </a:lnTo>
                  <a:lnTo>
                    <a:pt x="563" y="1185"/>
                  </a:lnTo>
                  <a:lnTo>
                    <a:pt x="703" y="1446"/>
                  </a:lnTo>
                  <a:lnTo>
                    <a:pt x="1406" y="683"/>
                  </a:lnTo>
                  <a:lnTo>
                    <a:pt x="68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83" name="Google Shape;2083;p24"/>
            <p:cNvSpPr/>
            <p:nvPr/>
          </p:nvSpPr>
          <p:spPr>
            <a:xfrm>
              <a:off x="5995125" y="3250550"/>
              <a:ext cx="36175" cy="33650"/>
            </a:xfrm>
            <a:custGeom>
              <a:rect b="b" l="l" r="r" t="t"/>
              <a:pathLst>
                <a:path extrusionOk="0" h="1346" w="1447">
                  <a:moveTo>
                    <a:pt x="643" y="0"/>
                  </a:moveTo>
                  <a:lnTo>
                    <a:pt x="623" y="141"/>
                  </a:lnTo>
                  <a:lnTo>
                    <a:pt x="583" y="241"/>
                  </a:lnTo>
                  <a:lnTo>
                    <a:pt x="503" y="322"/>
                  </a:lnTo>
                  <a:lnTo>
                    <a:pt x="423" y="402"/>
                  </a:lnTo>
                  <a:lnTo>
                    <a:pt x="222" y="502"/>
                  </a:lnTo>
                  <a:lnTo>
                    <a:pt x="1" y="623"/>
                  </a:lnTo>
                  <a:lnTo>
                    <a:pt x="744" y="1346"/>
                  </a:lnTo>
                  <a:lnTo>
                    <a:pt x="1447" y="663"/>
                  </a:lnTo>
                  <a:lnTo>
                    <a:pt x="1366" y="583"/>
                  </a:lnTo>
                  <a:lnTo>
                    <a:pt x="1286" y="522"/>
                  </a:lnTo>
                  <a:lnTo>
                    <a:pt x="1085" y="402"/>
                  </a:lnTo>
                  <a:lnTo>
                    <a:pt x="1005" y="342"/>
                  </a:lnTo>
                  <a:lnTo>
                    <a:pt x="925" y="261"/>
                  </a:lnTo>
                  <a:lnTo>
                    <a:pt x="864" y="161"/>
                  </a:lnTo>
                  <a:lnTo>
                    <a:pt x="844" y="40"/>
                  </a:lnTo>
                  <a:lnTo>
                    <a:pt x="804" y="20"/>
                  </a:lnTo>
                  <a:lnTo>
                    <a:pt x="764" y="20"/>
                  </a:lnTo>
                  <a:lnTo>
                    <a:pt x="64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84" name="Google Shape;2084;p24"/>
            <p:cNvSpPr/>
            <p:nvPr/>
          </p:nvSpPr>
          <p:spPr>
            <a:xfrm>
              <a:off x="5348075" y="2834900"/>
              <a:ext cx="37675" cy="39675"/>
            </a:xfrm>
            <a:custGeom>
              <a:rect b="b" l="l" r="r" t="t"/>
              <a:pathLst>
                <a:path extrusionOk="0" h="1587" w="1507">
                  <a:moveTo>
                    <a:pt x="683" y="0"/>
                  </a:moveTo>
                  <a:lnTo>
                    <a:pt x="563" y="302"/>
                  </a:lnTo>
                  <a:lnTo>
                    <a:pt x="502" y="422"/>
                  </a:lnTo>
                  <a:lnTo>
                    <a:pt x="422" y="522"/>
                  </a:lnTo>
                  <a:lnTo>
                    <a:pt x="342" y="623"/>
                  </a:lnTo>
                  <a:lnTo>
                    <a:pt x="262" y="683"/>
                  </a:lnTo>
                  <a:lnTo>
                    <a:pt x="161" y="743"/>
                  </a:lnTo>
                  <a:lnTo>
                    <a:pt x="41" y="784"/>
                  </a:lnTo>
                  <a:lnTo>
                    <a:pt x="21" y="804"/>
                  </a:lnTo>
                  <a:lnTo>
                    <a:pt x="0" y="844"/>
                  </a:lnTo>
                  <a:lnTo>
                    <a:pt x="0" y="904"/>
                  </a:lnTo>
                  <a:lnTo>
                    <a:pt x="764" y="1587"/>
                  </a:lnTo>
                  <a:lnTo>
                    <a:pt x="824" y="1406"/>
                  </a:lnTo>
                  <a:lnTo>
                    <a:pt x="864" y="1306"/>
                  </a:lnTo>
                  <a:lnTo>
                    <a:pt x="904" y="1245"/>
                  </a:lnTo>
                  <a:lnTo>
                    <a:pt x="1045" y="1165"/>
                  </a:lnTo>
                  <a:lnTo>
                    <a:pt x="1185" y="1065"/>
                  </a:lnTo>
                  <a:lnTo>
                    <a:pt x="1506" y="884"/>
                  </a:lnTo>
                  <a:lnTo>
                    <a:pt x="1225" y="743"/>
                  </a:lnTo>
                  <a:lnTo>
                    <a:pt x="1105" y="663"/>
                  </a:lnTo>
                  <a:lnTo>
                    <a:pt x="1004" y="583"/>
                  </a:lnTo>
                  <a:lnTo>
                    <a:pt x="904" y="482"/>
                  </a:lnTo>
                  <a:lnTo>
                    <a:pt x="824" y="342"/>
                  </a:lnTo>
                  <a:lnTo>
                    <a:pt x="743" y="201"/>
                  </a:lnTo>
                  <a:lnTo>
                    <a:pt x="68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85" name="Google Shape;2085;p24"/>
            <p:cNvSpPr/>
            <p:nvPr/>
          </p:nvSpPr>
          <p:spPr>
            <a:xfrm>
              <a:off x="5237650" y="2942825"/>
              <a:ext cx="38175" cy="33650"/>
            </a:xfrm>
            <a:custGeom>
              <a:rect b="b" l="l" r="r" t="t"/>
              <a:pathLst>
                <a:path extrusionOk="0" h="1346" w="1527">
                  <a:moveTo>
                    <a:pt x="783" y="1"/>
                  </a:moveTo>
                  <a:lnTo>
                    <a:pt x="0" y="723"/>
                  </a:lnTo>
                  <a:lnTo>
                    <a:pt x="221" y="824"/>
                  </a:lnTo>
                  <a:lnTo>
                    <a:pt x="422" y="944"/>
                  </a:lnTo>
                  <a:lnTo>
                    <a:pt x="522" y="1025"/>
                  </a:lnTo>
                  <a:lnTo>
                    <a:pt x="582" y="1105"/>
                  </a:lnTo>
                  <a:lnTo>
                    <a:pt x="643" y="1205"/>
                  </a:lnTo>
                  <a:lnTo>
                    <a:pt x="703" y="1326"/>
                  </a:lnTo>
                  <a:lnTo>
                    <a:pt x="723" y="1346"/>
                  </a:lnTo>
                  <a:lnTo>
                    <a:pt x="783" y="1346"/>
                  </a:lnTo>
                  <a:lnTo>
                    <a:pt x="1526" y="663"/>
                  </a:lnTo>
                  <a:lnTo>
                    <a:pt x="783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86" name="Google Shape;2086;p24"/>
            <p:cNvSpPr/>
            <p:nvPr/>
          </p:nvSpPr>
          <p:spPr>
            <a:xfrm>
              <a:off x="5239150" y="2840925"/>
              <a:ext cx="36150" cy="33150"/>
            </a:xfrm>
            <a:custGeom>
              <a:rect b="b" l="l" r="r" t="t"/>
              <a:pathLst>
                <a:path extrusionOk="0" h="1326" w="1446">
                  <a:moveTo>
                    <a:pt x="703" y="0"/>
                  </a:moveTo>
                  <a:lnTo>
                    <a:pt x="0" y="663"/>
                  </a:lnTo>
                  <a:lnTo>
                    <a:pt x="723" y="1326"/>
                  </a:lnTo>
                  <a:lnTo>
                    <a:pt x="1446" y="663"/>
                  </a:lnTo>
                  <a:lnTo>
                    <a:pt x="70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87" name="Google Shape;2087;p24"/>
            <p:cNvSpPr/>
            <p:nvPr/>
          </p:nvSpPr>
          <p:spPr>
            <a:xfrm>
              <a:off x="5238650" y="3248525"/>
              <a:ext cx="37675" cy="37675"/>
            </a:xfrm>
            <a:custGeom>
              <a:rect b="b" l="l" r="r" t="t"/>
              <a:pathLst>
                <a:path extrusionOk="0" h="1507" w="1507">
                  <a:moveTo>
                    <a:pt x="783" y="1"/>
                  </a:moveTo>
                  <a:lnTo>
                    <a:pt x="0" y="744"/>
                  </a:lnTo>
                  <a:lnTo>
                    <a:pt x="803" y="1507"/>
                  </a:lnTo>
                  <a:lnTo>
                    <a:pt x="944" y="1246"/>
                  </a:lnTo>
                  <a:lnTo>
                    <a:pt x="1024" y="1125"/>
                  </a:lnTo>
                  <a:lnTo>
                    <a:pt x="1105" y="1005"/>
                  </a:lnTo>
                  <a:lnTo>
                    <a:pt x="1145" y="965"/>
                  </a:lnTo>
                  <a:lnTo>
                    <a:pt x="1225" y="945"/>
                  </a:lnTo>
                  <a:lnTo>
                    <a:pt x="1345" y="905"/>
                  </a:lnTo>
                  <a:lnTo>
                    <a:pt x="1406" y="884"/>
                  </a:lnTo>
                  <a:lnTo>
                    <a:pt x="1466" y="844"/>
                  </a:lnTo>
                  <a:lnTo>
                    <a:pt x="1506" y="764"/>
                  </a:lnTo>
                  <a:lnTo>
                    <a:pt x="1506" y="684"/>
                  </a:lnTo>
                  <a:lnTo>
                    <a:pt x="1265" y="563"/>
                  </a:lnTo>
                  <a:lnTo>
                    <a:pt x="1165" y="503"/>
                  </a:lnTo>
                  <a:lnTo>
                    <a:pt x="1064" y="423"/>
                  </a:lnTo>
                  <a:lnTo>
                    <a:pt x="964" y="342"/>
                  </a:lnTo>
                  <a:lnTo>
                    <a:pt x="904" y="242"/>
                  </a:lnTo>
                  <a:lnTo>
                    <a:pt x="823" y="121"/>
                  </a:lnTo>
                  <a:lnTo>
                    <a:pt x="783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88" name="Google Shape;2088;p24"/>
            <p:cNvSpPr/>
            <p:nvPr/>
          </p:nvSpPr>
          <p:spPr>
            <a:xfrm>
              <a:off x="5996150" y="2945325"/>
              <a:ext cx="34650" cy="29150"/>
            </a:xfrm>
            <a:custGeom>
              <a:rect b="b" l="l" r="r" t="t"/>
              <a:pathLst>
                <a:path extrusionOk="0" h="1166" w="1386">
                  <a:moveTo>
                    <a:pt x="683" y="1"/>
                  </a:moveTo>
                  <a:lnTo>
                    <a:pt x="0" y="563"/>
                  </a:lnTo>
                  <a:lnTo>
                    <a:pt x="723" y="1166"/>
                  </a:lnTo>
                  <a:lnTo>
                    <a:pt x="1386" y="543"/>
                  </a:lnTo>
                  <a:lnTo>
                    <a:pt x="683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89" name="Google Shape;2089;p24"/>
            <p:cNvSpPr/>
            <p:nvPr/>
          </p:nvSpPr>
          <p:spPr>
            <a:xfrm>
              <a:off x="5237650" y="3044725"/>
              <a:ext cx="38175" cy="34675"/>
            </a:xfrm>
            <a:custGeom>
              <a:rect b="b" l="l" r="r" t="t"/>
              <a:pathLst>
                <a:path extrusionOk="0" h="1387" w="1527">
                  <a:moveTo>
                    <a:pt x="743" y="1"/>
                  </a:moveTo>
                  <a:lnTo>
                    <a:pt x="622" y="201"/>
                  </a:lnTo>
                  <a:lnTo>
                    <a:pt x="562" y="302"/>
                  </a:lnTo>
                  <a:lnTo>
                    <a:pt x="462" y="422"/>
                  </a:lnTo>
                  <a:lnTo>
                    <a:pt x="361" y="503"/>
                  </a:lnTo>
                  <a:lnTo>
                    <a:pt x="241" y="563"/>
                  </a:lnTo>
                  <a:lnTo>
                    <a:pt x="0" y="683"/>
                  </a:lnTo>
                  <a:lnTo>
                    <a:pt x="763" y="1386"/>
                  </a:lnTo>
                  <a:lnTo>
                    <a:pt x="1526" y="703"/>
                  </a:lnTo>
                  <a:lnTo>
                    <a:pt x="743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90" name="Google Shape;2090;p24"/>
            <p:cNvSpPr/>
            <p:nvPr/>
          </p:nvSpPr>
          <p:spPr>
            <a:xfrm>
              <a:off x="5347075" y="2739525"/>
              <a:ext cx="37175" cy="32150"/>
            </a:xfrm>
            <a:custGeom>
              <a:rect b="b" l="l" r="r" t="t"/>
              <a:pathLst>
                <a:path extrusionOk="0" h="1286" w="1487">
                  <a:moveTo>
                    <a:pt x="743" y="0"/>
                  </a:moveTo>
                  <a:lnTo>
                    <a:pt x="0" y="623"/>
                  </a:lnTo>
                  <a:lnTo>
                    <a:pt x="783" y="1285"/>
                  </a:lnTo>
                  <a:lnTo>
                    <a:pt x="884" y="1085"/>
                  </a:lnTo>
                  <a:lnTo>
                    <a:pt x="944" y="984"/>
                  </a:lnTo>
                  <a:lnTo>
                    <a:pt x="1004" y="884"/>
                  </a:lnTo>
                  <a:lnTo>
                    <a:pt x="1125" y="824"/>
                  </a:lnTo>
                  <a:lnTo>
                    <a:pt x="1245" y="763"/>
                  </a:lnTo>
                  <a:lnTo>
                    <a:pt x="1486" y="643"/>
                  </a:lnTo>
                  <a:lnTo>
                    <a:pt x="74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91" name="Google Shape;2091;p24"/>
            <p:cNvSpPr/>
            <p:nvPr/>
          </p:nvSpPr>
          <p:spPr>
            <a:xfrm>
              <a:off x="5238650" y="3147125"/>
              <a:ext cx="37675" cy="36175"/>
            </a:xfrm>
            <a:custGeom>
              <a:rect b="b" l="l" r="r" t="t"/>
              <a:pathLst>
                <a:path extrusionOk="0" h="1447" w="1507">
                  <a:moveTo>
                    <a:pt x="763" y="1"/>
                  </a:moveTo>
                  <a:lnTo>
                    <a:pt x="0" y="704"/>
                  </a:lnTo>
                  <a:lnTo>
                    <a:pt x="803" y="1447"/>
                  </a:lnTo>
                  <a:lnTo>
                    <a:pt x="944" y="1186"/>
                  </a:lnTo>
                  <a:lnTo>
                    <a:pt x="1024" y="1065"/>
                  </a:lnTo>
                  <a:lnTo>
                    <a:pt x="1125" y="965"/>
                  </a:lnTo>
                  <a:lnTo>
                    <a:pt x="1165" y="925"/>
                  </a:lnTo>
                  <a:lnTo>
                    <a:pt x="1225" y="904"/>
                  </a:lnTo>
                  <a:lnTo>
                    <a:pt x="1366" y="864"/>
                  </a:lnTo>
                  <a:lnTo>
                    <a:pt x="1426" y="824"/>
                  </a:lnTo>
                  <a:lnTo>
                    <a:pt x="1466" y="784"/>
                  </a:lnTo>
                  <a:lnTo>
                    <a:pt x="1506" y="724"/>
                  </a:lnTo>
                  <a:lnTo>
                    <a:pt x="1506" y="623"/>
                  </a:lnTo>
                  <a:lnTo>
                    <a:pt x="1125" y="302"/>
                  </a:lnTo>
                  <a:lnTo>
                    <a:pt x="763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92" name="Google Shape;2092;p24"/>
            <p:cNvSpPr/>
            <p:nvPr/>
          </p:nvSpPr>
          <p:spPr>
            <a:xfrm>
              <a:off x="5345575" y="2637125"/>
              <a:ext cx="36650" cy="30625"/>
            </a:xfrm>
            <a:custGeom>
              <a:rect b="b" l="l" r="r" t="t"/>
              <a:pathLst>
                <a:path extrusionOk="0" h="1225" w="1466">
                  <a:moveTo>
                    <a:pt x="783" y="0"/>
                  </a:moveTo>
                  <a:lnTo>
                    <a:pt x="0" y="663"/>
                  </a:lnTo>
                  <a:lnTo>
                    <a:pt x="221" y="743"/>
                  </a:lnTo>
                  <a:lnTo>
                    <a:pt x="341" y="783"/>
                  </a:lnTo>
                  <a:lnTo>
                    <a:pt x="422" y="843"/>
                  </a:lnTo>
                  <a:lnTo>
                    <a:pt x="522" y="924"/>
                  </a:lnTo>
                  <a:lnTo>
                    <a:pt x="582" y="1004"/>
                  </a:lnTo>
                  <a:lnTo>
                    <a:pt x="643" y="1084"/>
                  </a:lnTo>
                  <a:lnTo>
                    <a:pt x="703" y="1205"/>
                  </a:lnTo>
                  <a:lnTo>
                    <a:pt x="723" y="1225"/>
                  </a:lnTo>
                  <a:lnTo>
                    <a:pt x="783" y="1225"/>
                  </a:lnTo>
                  <a:lnTo>
                    <a:pt x="1466" y="602"/>
                  </a:lnTo>
                  <a:lnTo>
                    <a:pt x="78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93" name="Google Shape;2093;p24"/>
            <p:cNvSpPr/>
            <p:nvPr/>
          </p:nvSpPr>
          <p:spPr>
            <a:xfrm>
              <a:off x="5995125" y="2843425"/>
              <a:ext cx="35675" cy="29150"/>
            </a:xfrm>
            <a:custGeom>
              <a:rect b="b" l="l" r="r" t="t"/>
              <a:pathLst>
                <a:path extrusionOk="0" h="1166" w="1427">
                  <a:moveTo>
                    <a:pt x="724" y="1"/>
                  </a:moveTo>
                  <a:lnTo>
                    <a:pt x="1" y="603"/>
                  </a:lnTo>
                  <a:lnTo>
                    <a:pt x="242" y="683"/>
                  </a:lnTo>
                  <a:lnTo>
                    <a:pt x="342" y="724"/>
                  </a:lnTo>
                  <a:lnTo>
                    <a:pt x="423" y="784"/>
                  </a:lnTo>
                  <a:lnTo>
                    <a:pt x="503" y="864"/>
                  </a:lnTo>
                  <a:lnTo>
                    <a:pt x="563" y="965"/>
                  </a:lnTo>
                  <a:lnTo>
                    <a:pt x="684" y="1165"/>
                  </a:lnTo>
                  <a:lnTo>
                    <a:pt x="1427" y="543"/>
                  </a:lnTo>
                  <a:lnTo>
                    <a:pt x="724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94" name="Google Shape;2094;p24"/>
            <p:cNvSpPr/>
            <p:nvPr/>
          </p:nvSpPr>
          <p:spPr>
            <a:xfrm>
              <a:off x="5996650" y="2741025"/>
              <a:ext cx="30125" cy="28125"/>
            </a:xfrm>
            <a:custGeom>
              <a:rect b="b" l="l" r="r" t="t"/>
              <a:pathLst>
                <a:path extrusionOk="0" h="1125" w="1205">
                  <a:moveTo>
                    <a:pt x="663" y="1"/>
                  </a:moveTo>
                  <a:lnTo>
                    <a:pt x="0" y="543"/>
                  </a:lnTo>
                  <a:lnTo>
                    <a:pt x="703" y="1125"/>
                  </a:lnTo>
                  <a:lnTo>
                    <a:pt x="1205" y="663"/>
                  </a:lnTo>
                  <a:lnTo>
                    <a:pt x="663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95" name="Google Shape;2095;p24"/>
            <p:cNvSpPr/>
            <p:nvPr/>
          </p:nvSpPr>
          <p:spPr>
            <a:xfrm>
              <a:off x="5240150" y="2738025"/>
              <a:ext cx="35150" cy="32650"/>
            </a:xfrm>
            <a:custGeom>
              <a:rect b="b" l="l" r="r" t="t"/>
              <a:pathLst>
                <a:path extrusionOk="0" h="1306" w="1406">
                  <a:moveTo>
                    <a:pt x="663" y="0"/>
                  </a:moveTo>
                  <a:lnTo>
                    <a:pt x="563" y="161"/>
                  </a:lnTo>
                  <a:lnTo>
                    <a:pt x="502" y="261"/>
                  </a:lnTo>
                  <a:lnTo>
                    <a:pt x="422" y="341"/>
                  </a:lnTo>
                  <a:lnTo>
                    <a:pt x="322" y="422"/>
                  </a:lnTo>
                  <a:lnTo>
                    <a:pt x="221" y="502"/>
                  </a:lnTo>
                  <a:lnTo>
                    <a:pt x="0" y="663"/>
                  </a:lnTo>
                  <a:lnTo>
                    <a:pt x="683" y="1305"/>
                  </a:lnTo>
                  <a:lnTo>
                    <a:pt x="1406" y="663"/>
                  </a:lnTo>
                  <a:lnTo>
                    <a:pt x="66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96" name="Google Shape;2096;p24"/>
            <p:cNvSpPr/>
            <p:nvPr/>
          </p:nvSpPr>
          <p:spPr>
            <a:xfrm>
              <a:off x="5240650" y="2636100"/>
              <a:ext cx="36175" cy="31650"/>
            </a:xfrm>
            <a:custGeom>
              <a:rect b="b" l="l" r="r" t="t"/>
              <a:pathLst>
                <a:path extrusionOk="0" h="1266" w="1447">
                  <a:moveTo>
                    <a:pt x="683" y="1"/>
                  </a:moveTo>
                  <a:lnTo>
                    <a:pt x="0" y="664"/>
                  </a:lnTo>
                  <a:lnTo>
                    <a:pt x="663" y="1266"/>
                  </a:lnTo>
                  <a:lnTo>
                    <a:pt x="1446" y="603"/>
                  </a:lnTo>
                  <a:lnTo>
                    <a:pt x="1165" y="503"/>
                  </a:lnTo>
                  <a:lnTo>
                    <a:pt x="1065" y="443"/>
                  </a:lnTo>
                  <a:lnTo>
                    <a:pt x="964" y="382"/>
                  </a:lnTo>
                  <a:lnTo>
                    <a:pt x="884" y="282"/>
                  </a:lnTo>
                  <a:lnTo>
                    <a:pt x="804" y="182"/>
                  </a:lnTo>
                  <a:lnTo>
                    <a:pt x="683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97" name="Google Shape;2097;p24"/>
            <p:cNvSpPr/>
            <p:nvPr/>
          </p:nvSpPr>
          <p:spPr>
            <a:xfrm>
              <a:off x="5997150" y="2638625"/>
              <a:ext cx="29125" cy="27125"/>
            </a:xfrm>
            <a:custGeom>
              <a:rect b="b" l="l" r="r" t="t"/>
              <a:pathLst>
                <a:path extrusionOk="0" h="1085" w="1165">
                  <a:moveTo>
                    <a:pt x="643" y="0"/>
                  </a:moveTo>
                  <a:lnTo>
                    <a:pt x="0" y="563"/>
                  </a:lnTo>
                  <a:lnTo>
                    <a:pt x="443" y="911"/>
                  </a:lnTo>
                  <a:lnTo>
                    <a:pt x="443" y="911"/>
                  </a:lnTo>
                  <a:lnTo>
                    <a:pt x="1165" y="462"/>
                  </a:lnTo>
                  <a:lnTo>
                    <a:pt x="643" y="0"/>
                  </a:lnTo>
                  <a:close/>
                  <a:moveTo>
                    <a:pt x="443" y="911"/>
                  </a:moveTo>
                  <a:lnTo>
                    <a:pt x="422" y="924"/>
                  </a:lnTo>
                  <a:lnTo>
                    <a:pt x="663" y="1085"/>
                  </a:lnTo>
                  <a:lnTo>
                    <a:pt x="443" y="91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2098" name="Google Shape;2098;p24"/>
          <p:cNvGrpSpPr/>
          <p:nvPr/>
        </p:nvGrpSpPr>
        <p:grpSpPr>
          <a:xfrm flipH="1">
            <a:off x="8059061" y="4222100"/>
            <a:ext cx="754445" cy="754656"/>
            <a:chOff x="336002" y="4222100"/>
            <a:chExt cx="754445" cy="754656"/>
          </a:xfrm>
        </p:grpSpPr>
        <p:sp>
          <p:nvSpPr>
            <p:cNvPr id="2099" name="Google Shape;2099;p24"/>
            <p:cNvSpPr/>
            <p:nvPr/>
          </p:nvSpPr>
          <p:spPr>
            <a:xfrm>
              <a:off x="336002" y="4599425"/>
              <a:ext cx="754445" cy="377331"/>
            </a:xfrm>
            <a:custGeom>
              <a:rect b="b" l="l" r="r" t="t"/>
              <a:pathLst>
                <a:path extrusionOk="0" h="41798" w="83595">
                  <a:moveTo>
                    <a:pt x="41797" y="0"/>
                  </a:moveTo>
                  <a:lnTo>
                    <a:pt x="40710" y="28"/>
                  </a:lnTo>
                  <a:lnTo>
                    <a:pt x="39650" y="56"/>
                  </a:lnTo>
                  <a:lnTo>
                    <a:pt x="38591" y="112"/>
                  </a:lnTo>
                  <a:lnTo>
                    <a:pt x="37531" y="223"/>
                  </a:lnTo>
                  <a:lnTo>
                    <a:pt x="36472" y="335"/>
                  </a:lnTo>
                  <a:lnTo>
                    <a:pt x="35440" y="474"/>
                  </a:lnTo>
                  <a:lnTo>
                    <a:pt x="34408" y="669"/>
                  </a:lnTo>
                  <a:lnTo>
                    <a:pt x="33377" y="864"/>
                  </a:lnTo>
                  <a:lnTo>
                    <a:pt x="32373" y="1060"/>
                  </a:lnTo>
                  <a:lnTo>
                    <a:pt x="31369" y="1311"/>
                  </a:lnTo>
                  <a:lnTo>
                    <a:pt x="30365" y="1589"/>
                  </a:lnTo>
                  <a:lnTo>
                    <a:pt x="29361" y="1868"/>
                  </a:lnTo>
                  <a:lnTo>
                    <a:pt x="28385" y="2203"/>
                  </a:lnTo>
                  <a:lnTo>
                    <a:pt x="27437" y="2537"/>
                  </a:lnTo>
                  <a:lnTo>
                    <a:pt x="26489" y="2900"/>
                  </a:lnTo>
                  <a:lnTo>
                    <a:pt x="25541" y="3290"/>
                  </a:lnTo>
                  <a:lnTo>
                    <a:pt x="24593" y="3708"/>
                  </a:lnTo>
                  <a:lnTo>
                    <a:pt x="23673" y="4127"/>
                  </a:lnTo>
                  <a:lnTo>
                    <a:pt x="22781" y="4573"/>
                  </a:lnTo>
                  <a:lnTo>
                    <a:pt x="21889" y="5047"/>
                  </a:lnTo>
                  <a:lnTo>
                    <a:pt x="20996" y="5549"/>
                  </a:lnTo>
                  <a:lnTo>
                    <a:pt x="20132" y="6051"/>
                  </a:lnTo>
                  <a:lnTo>
                    <a:pt x="19267" y="6580"/>
                  </a:lnTo>
                  <a:lnTo>
                    <a:pt x="18431" y="7138"/>
                  </a:lnTo>
                  <a:lnTo>
                    <a:pt x="17594" y="7724"/>
                  </a:lnTo>
                  <a:lnTo>
                    <a:pt x="16786" y="8309"/>
                  </a:lnTo>
                  <a:lnTo>
                    <a:pt x="16005" y="8923"/>
                  </a:lnTo>
                  <a:lnTo>
                    <a:pt x="15224" y="9536"/>
                  </a:lnTo>
                  <a:lnTo>
                    <a:pt x="14444" y="10205"/>
                  </a:lnTo>
                  <a:lnTo>
                    <a:pt x="13691" y="10847"/>
                  </a:lnTo>
                  <a:lnTo>
                    <a:pt x="12966" y="11544"/>
                  </a:lnTo>
                  <a:lnTo>
                    <a:pt x="12241" y="12241"/>
                  </a:lnTo>
                  <a:lnTo>
                    <a:pt x="11544" y="12966"/>
                  </a:lnTo>
                  <a:lnTo>
                    <a:pt x="10875" y="13691"/>
                  </a:lnTo>
                  <a:lnTo>
                    <a:pt x="10205" y="14444"/>
                  </a:lnTo>
                  <a:lnTo>
                    <a:pt x="9564" y="15224"/>
                  </a:lnTo>
                  <a:lnTo>
                    <a:pt x="8923" y="16005"/>
                  </a:lnTo>
                  <a:lnTo>
                    <a:pt x="8309" y="16786"/>
                  </a:lnTo>
                  <a:lnTo>
                    <a:pt x="7724" y="17594"/>
                  </a:lnTo>
                  <a:lnTo>
                    <a:pt x="7138" y="18431"/>
                  </a:lnTo>
                  <a:lnTo>
                    <a:pt x="6581" y="19267"/>
                  </a:lnTo>
                  <a:lnTo>
                    <a:pt x="6051" y="20132"/>
                  </a:lnTo>
                  <a:lnTo>
                    <a:pt x="5549" y="20996"/>
                  </a:lnTo>
                  <a:lnTo>
                    <a:pt x="5047" y="21888"/>
                  </a:lnTo>
                  <a:lnTo>
                    <a:pt x="4573" y="22781"/>
                  </a:lnTo>
                  <a:lnTo>
                    <a:pt x="4127" y="23673"/>
                  </a:lnTo>
                  <a:lnTo>
                    <a:pt x="3709" y="24593"/>
                  </a:lnTo>
                  <a:lnTo>
                    <a:pt x="3290" y="25541"/>
                  </a:lnTo>
                  <a:lnTo>
                    <a:pt x="2900" y="26461"/>
                  </a:lnTo>
                  <a:lnTo>
                    <a:pt x="2537" y="27437"/>
                  </a:lnTo>
                  <a:lnTo>
                    <a:pt x="2203" y="28385"/>
                  </a:lnTo>
                  <a:lnTo>
                    <a:pt x="1896" y="29361"/>
                  </a:lnTo>
                  <a:lnTo>
                    <a:pt x="1589" y="30365"/>
                  </a:lnTo>
                  <a:lnTo>
                    <a:pt x="1311" y="31341"/>
                  </a:lnTo>
                  <a:lnTo>
                    <a:pt x="1087" y="32345"/>
                  </a:lnTo>
                  <a:lnTo>
                    <a:pt x="864" y="33376"/>
                  </a:lnTo>
                  <a:lnTo>
                    <a:pt x="669" y="34408"/>
                  </a:lnTo>
                  <a:lnTo>
                    <a:pt x="502" y="35440"/>
                  </a:lnTo>
                  <a:lnTo>
                    <a:pt x="335" y="36471"/>
                  </a:lnTo>
                  <a:lnTo>
                    <a:pt x="223" y="37531"/>
                  </a:lnTo>
                  <a:lnTo>
                    <a:pt x="139" y="38591"/>
                  </a:lnTo>
                  <a:lnTo>
                    <a:pt x="56" y="39650"/>
                  </a:lnTo>
                  <a:lnTo>
                    <a:pt x="28" y="40710"/>
                  </a:lnTo>
                  <a:lnTo>
                    <a:pt x="0" y="41797"/>
                  </a:lnTo>
                  <a:lnTo>
                    <a:pt x="83595" y="41797"/>
                  </a:lnTo>
                  <a:lnTo>
                    <a:pt x="83595" y="40710"/>
                  </a:lnTo>
                  <a:lnTo>
                    <a:pt x="83539" y="39650"/>
                  </a:lnTo>
                  <a:lnTo>
                    <a:pt x="83483" y="38591"/>
                  </a:lnTo>
                  <a:lnTo>
                    <a:pt x="83372" y="37531"/>
                  </a:lnTo>
                  <a:lnTo>
                    <a:pt x="83260" y="36471"/>
                  </a:lnTo>
                  <a:lnTo>
                    <a:pt x="83121" y="35440"/>
                  </a:lnTo>
                  <a:lnTo>
                    <a:pt x="82953" y="34408"/>
                  </a:lnTo>
                  <a:lnTo>
                    <a:pt x="82758" y="33376"/>
                  </a:lnTo>
                  <a:lnTo>
                    <a:pt x="82535" y="32345"/>
                  </a:lnTo>
                  <a:lnTo>
                    <a:pt x="82284" y="31341"/>
                  </a:lnTo>
                  <a:lnTo>
                    <a:pt x="82005" y="30365"/>
                  </a:lnTo>
                  <a:lnTo>
                    <a:pt x="81727" y="29361"/>
                  </a:lnTo>
                  <a:lnTo>
                    <a:pt x="81392" y="28385"/>
                  </a:lnTo>
                  <a:lnTo>
                    <a:pt x="81057" y="27437"/>
                  </a:lnTo>
                  <a:lnTo>
                    <a:pt x="80695" y="26461"/>
                  </a:lnTo>
                  <a:lnTo>
                    <a:pt x="80304" y="25541"/>
                  </a:lnTo>
                  <a:lnTo>
                    <a:pt x="79914" y="24593"/>
                  </a:lnTo>
                  <a:lnTo>
                    <a:pt x="79468" y="23673"/>
                  </a:lnTo>
                  <a:lnTo>
                    <a:pt x="79022" y="22781"/>
                  </a:lnTo>
                  <a:lnTo>
                    <a:pt x="78548" y="21888"/>
                  </a:lnTo>
                  <a:lnTo>
                    <a:pt x="78046" y="20996"/>
                  </a:lnTo>
                  <a:lnTo>
                    <a:pt x="77544" y="20132"/>
                  </a:lnTo>
                  <a:lnTo>
                    <a:pt x="77014" y="19267"/>
                  </a:lnTo>
                  <a:lnTo>
                    <a:pt x="76457" y="18431"/>
                  </a:lnTo>
                  <a:lnTo>
                    <a:pt x="75899" y="17594"/>
                  </a:lnTo>
                  <a:lnTo>
                    <a:pt x="75285" y="16786"/>
                  </a:lnTo>
                  <a:lnTo>
                    <a:pt x="74672" y="16005"/>
                  </a:lnTo>
                  <a:lnTo>
                    <a:pt x="74059" y="15224"/>
                  </a:lnTo>
                  <a:lnTo>
                    <a:pt x="73417" y="14444"/>
                  </a:lnTo>
                  <a:lnTo>
                    <a:pt x="72748" y="13691"/>
                  </a:lnTo>
                  <a:lnTo>
                    <a:pt x="72051" y="12966"/>
                  </a:lnTo>
                  <a:lnTo>
                    <a:pt x="71354" y="12241"/>
                  </a:lnTo>
                  <a:lnTo>
                    <a:pt x="70629" y="11544"/>
                  </a:lnTo>
                  <a:lnTo>
                    <a:pt x="69904" y="10847"/>
                  </a:lnTo>
                  <a:lnTo>
                    <a:pt x="69151" y="10205"/>
                  </a:lnTo>
                  <a:lnTo>
                    <a:pt x="68398" y="9536"/>
                  </a:lnTo>
                  <a:lnTo>
                    <a:pt x="67617" y="8923"/>
                  </a:lnTo>
                  <a:lnTo>
                    <a:pt x="66809" y="8309"/>
                  </a:lnTo>
                  <a:lnTo>
                    <a:pt x="66000" y="7724"/>
                  </a:lnTo>
                  <a:lnTo>
                    <a:pt x="65164" y="7138"/>
                  </a:lnTo>
                  <a:lnTo>
                    <a:pt x="64327" y="6580"/>
                  </a:lnTo>
                  <a:lnTo>
                    <a:pt x="63463" y="6051"/>
                  </a:lnTo>
                  <a:lnTo>
                    <a:pt x="62598" y="5549"/>
                  </a:lnTo>
                  <a:lnTo>
                    <a:pt x="61734" y="5047"/>
                  </a:lnTo>
                  <a:lnTo>
                    <a:pt x="60842" y="4573"/>
                  </a:lnTo>
                  <a:lnTo>
                    <a:pt x="59922" y="4127"/>
                  </a:lnTo>
                  <a:lnTo>
                    <a:pt x="59001" y="3708"/>
                  </a:lnTo>
                  <a:lnTo>
                    <a:pt x="58081" y="3290"/>
                  </a:lnTo>
                  <a:lnTo>
                    <a:pt x="57133" y="2900"/>
                  </a:lnTo>
                  <a:lnTo>
                    <a:pt x="56185" y="2537"/>
                  </a:lnTo>
                  <a:lnTo>
                    <a:pt x="55209" y="2203"/>
                  </a:lnTo>
                  <a:lnTo>
                    <a:pt x="54233" y="1868"/>
                  </a:lnTo>
                  <a:lnTo>
                    <a:pt x="53257" y="1589"/>
                  </a:lnTo>
                  <a:lnTo>
                    <a:pt x="52254" y="1311"/>
                  </a:lnTo>
                  <a:lnTo>
                    <a:pt x="51250" y="1060"/>
                  </a:lnTo>
                  <a:lnTo>
                    <a:pt x="50218" y="864"/>
                  </a:lnTo>
                  <a:lnTo>
                    <a:pt x="49214" y="669"/>
                  </a:lnTo>
                  <a:lnTo>
                    <a:pt x="48155" y="474"/>
                  </a:lnTo>
                  <a:lnTo>
                    <a:pt x="47123" y="335"/>
                  </a:lnTo>
                  <a:lnTo>
                    <a:pt x="46064" y="223"/>
                  </a:lnTo>
                  <a:lnTo>
                    <a:pt x="45032" y="112"/>
                  </a:lnTo>
                  <a:lnTo>
                    <a:pt x="43944" y="56"/>
                  </a:lnTo>
                  <a:lnTo>
                    <a:pt x="42885" y="28"/>
                  </a:lnTo>
                  <a:lnTo>
                    <a:pt x="41797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00" name="Google Shape;2100;p24"/>
            <p:cNvSpPr/>
            <p:nvPr/>
          </p:nvSpPr>
          <p:spPr>
            <a:xfrm>
              <a:off x="336002" y="4222100"/>
              <a:ext cx="754445" cy="377331"/>
            </a:xfrm>
            <a:custGeom>
              <a:rect b="b" l="l" r="r" t="t"/>
              <a:pathLst>
                <a:path extrusionOk="0" h="41798" w="83595">
                  <a:moveTo>
                    <a:pt x="41797" y="0"/>
                  </a:moveTo>
                  <a:lnTo>
                    <a:pt x="40710" y="28"/>
                  </a:lnTo>
                  <a:lnTo>
                    <a:pt x="39650" y="56"/>
                  </a:lnTo>
                  <a:lnTo>
                    <a:pt x="38591" y="112"/>
                  </a:lnTo>
                  <a:lnTo>
                    <a:pt x="37531" y="223"/>
                  </a:lnTo>
                  <a:lnTo>
                    <a:pt x="36472" y="335"/>
                  </a:lnTo>
                  <a:lnTo>
                    <a:pt x="35440" y="474"/>
                  </a:lnTo>
                  <a:lnTo>
                    <a:pt x="34408" y="669"/>
                  </a:lnTo>
                  <a:lnTo>
                    <a:pt x="33377" y="864"/>
                  </a:lnTo>
                  <a:lnTo>
                    <a:pt x="32373" y="1060"/>
                  </a:lnTo>
                  <a:lnTo>
                    <a:pt x="31369" y="1311"/>
                  </a:lnTo>
                  <a:lnTo>
                    <a:pt x="30365" y="1589"/>
                  </a:lnTo>
                  <a:lnTo>
                    <a:pt x="29361" y="1868"/>
                  </a:lnTo>
                  <a:lnTo>
                    <a:pt x="28385" y="2203"/>
                  </a:lnTo>
                  <a:lnTo>
                    <a:pt x="27437" y="2537"/>
                  </a:lnTo>
                  <a:lnTo>
                    <a:pt x="26489" y="2900"/>
                  </a:lnTo>
                  <a:lnTo>
                    <a:pt x="25541" y="3290"/>
                  </a:lnTo>
                  <a:lnTo>
                    <a:pt x="24593" y="3708"/>
                  </a:lnTo>
                  <a:lnTo>
                    <a:pt x="23673" y="4127"/>
                  </a:lnTo>
                  <a:lnTo>
                    <a:pt x="22781" y="4573"/>
                  </a:lnTo>
                  <a:lnTo>
                    <a:pt x="21889" y="5047"/>
                  </a:lnTo>
                  <a:lnTo>
                    <a:pt x="20996" y="5549"/>
                  </a:lnTo>
                  <a:lnTo>
                    <a:pt x="20132" y="6051"/>
                  </a:lnTo>
                  <a:lnTo>
                    <a:pt x="19267" y="6580"/>
                  </a:lnTo>
                  <a:lnTo>
                    <a:pt x="18431" y="7138"/>
                  </a:lnTo>
                  <a:lnTo>
                    <a:pt x="17594" y="7724"/>
                  </a:lnTo>
                  <a:lnTo>
                    <a:pt x="16786" y="8309"/>
                  </a:lnTo>
                  <a:lnTo>
                    <a:pt x="16005" y="8923"/>
                  </a:lnTo>
                  <a:lnTo>
                    <a:pt x="15224" y="9536"/>
                  </a:lnTo>
                  <a:lnTo>
                    <a:pt x="14444" y="10205"/>
                  </a:lnTo>
                  <a:lnTo>
                    <a:pt x="13691" y="10847"/>
                  </a:lnTo>
                  <a:lnTo>
                    <a:pt x="12966" y="11544"/>
                  </a:lnTo>
                  <a:lnTo>
                    <a:pt x="12241" y="12241"/>
                  </a:lnTo>
                  <a:lnTo>
                    <a:pt x="11544" y="12966"/>
                  </a:lnTo>
                  <a:lnTo>
                    <a:pt x="10875" y="13691"/>
                  </a:lnTo>
                  <a:lnTo>
                    <a:pt x="10205" y="14444"/>
                  </a:lnTo>
                  <a:lnTo>
                    <a:pt x="9564" y="15224"/>
                  </a:lnTo>
                  <a:lnTo>
                    <a:pt x="8923" y="16005"/>
                  </a:lnTo>
                  <a:lnTo>
                    <a:pt x="8309" y="16786"/>
                  </a:lnTo>
                  <a:lnTo>
                    <a:pt x="7724" y="17594"/>
                  </a:lnTo>
                  <a:lnTo>
                    <a:pt x="7138" y="18431"/>
                  </a:lnTo>
                  <a:lnTo>
                    <a:pt x="6581" y="19267"/>
                  </a:lnTo>
                  <a:lnTo>
                    <a:pt x="6051" y="20132"/>
                  </a:lnTo>
                  <a:lnTo>
                    <a:pt x="5549" y="20996"/>
                  </a:lnTo>
                  <a:lnTo>
                    <a:pt x="5047" y="21888"/>
                  </a:lnTo>
                  <a:lnTo>
                    <a:pt x="4573" y="22781"/>
                  </a:lnTo>
                  <a:lnTo>
                    <a:pt x="4127" y="23673"/>
                  </a:lnTo>
                  <a:lnTo>
                    <a:pt x="3709" y="24593"/>
                  </a:lnTo>
                  <a:lnTo>
                    <a:pt x="3290" y="25541"/>
                  </a:lnTo>
                  <a:lnTo>
                    <a:pt x="2900" y="26461"/>
                  </a:lnTo>
                  <a:lnTo>
                    <a:pt x="2537" y="27437"/>
                  </a:lnTo>
                  <a:lnTo>
                    <a:pt x="2203" y="28385"/>
                  </a:lnTo>
                  <a:lnTo>
                    <a:pt x="1896" y="29361"/>
                  </a:lnTo>
                  <a:lnTo>
                    <a:pt x="1589" y="30365"/>
                  </a:lnTo>
                  <a:lnTo>
                    <a:pt x="1311" y="31341"/>
                  </a:lnTo>
                  <a:lnTo>
                    <a:pt x="1087" y="32345"/>
                  </a:lnTo>
                  <a:lnTo>
                    <a:pt x="864" y="33376"/>
                  </a:lnTo>
                  <a:lnTo>
                    <a:pt x="669" y="34408"/>
                  </a:lnTo>
                  <a:lnTo>
                    <a:pt x="502" y="35440"/>
                  </a:lnTo>
                  <a:lnTo>
                    <a:pt x="335" y="36471"/>
                  </a:lnTo>
                  <a:lnTo>
                    <a:pt x="223" y="37531"/>
                  </a:lnTo>
                  <a:lnTo>
                    <a:pt x="139" y="38591"/>
                  </a:lnTo>
                  <a:lnTo>
                    <a:pt x="56" y="39650"/>
                  </a:lnTo>
                  <a:lnTo>
                    <a:pt x="28" y="40710"/>
                  </a:lnTo>
                  <a:lnTo>
                    <a:pt x="0" y="41797"/>
                  </a:lnTo>
                  <a:lnTo>
                    <a:pt x="83595" y="41797"/>
                  </a:lnTo>
                  <a:lnTo>
                    <a:pt x="83595" y="40710"/>
                  </a:lnTo>
                  <a:lnTo>
                    <a:pt x="83539" y="39650"/>
                  </a:lnTo>
                  <a:lnTo>
                    <a:pt x="83483" y="38591"/>
                  </a:lnTo>
                  <a:lnTo>
                    <a:pt x="83372" y="37531"/>
                  </a:lnTo>
                  <a:lnTo>
                    <a:pt x="83260" y="36471"/>
                  </a:lnTo>
                  <a:lnTo>
                    <a:pt x="83121" y="35440"/>
                  </a:lnTo>
                  <a:lnTo>
                    <a:pt x="82953" y="34408"/>
                  </a:lnTo>
                  <a:lnTo>
                    <a:pt x="82758" y="33376"/>
                  </a:lnTo>
                  <a:lnTo>
                    <a:pt x="82535" y="32345"/>
                  </a:lnTo>
                  <a:lnTo>
                    <a:pt x="82284" y="31341"/>
                  </a:lnTo>
                  <a:lnTo>
                    <a:pt x="82005" y="30365"/>
                  </a:lnTo>
                  <a:lnTo>
                    <a:pt x="81727" y="29361"/>
                  </a:lnTo>
                  <a:lnTo>
                    <a:pt x="81392" y="28385"/>
                  </a:lnTo>
                  <a:lnTo>
                    <a:pt x="81057" y="27437"/>
                  </a:lnTo>
                  <a:lnTo>
                    <a:pt x="80695" y="26461"/>
                  </a:lnTo>
                  <a:lnTo>
                    <a:pt x="80304" y="25541"/>
                  </a:lnTo>
                  <a:lnTo>
                    <a:pt x="79914" y="24593"/>
                  </a:lnTo>
                  <a:lnTo>
                    <a:pt x="79468" y="23673"/>
                  </a:lnTo>
                  <a:lnTo>
                    <a:pt x="79022" y="22781"/>
                  </a:lnTo>
                  <a:lnTo>
                    <a:pt x="78548" y="21888"/>
                  </a:lnTo>
                  <a:lnTo>
                    <a:pt x="78046" y="20996"/>
                  </a:lnTo>
                  <a:lnTo>
                    <a:pt x="77544" y="20132"/>
                  </a:lnTo>
                  <a:lnTo>
                    <a:pt x="77014" y="19267"/>
                  </a:lnTo>
                  <a:lnTo>
                    <a:pt x="76457" y="18431"/>
                  </a:lnTo>
                  <a:lnTo>
                    <a:pt x="75899" y="17594"/>
                  </a:lnTo>
                  <a:lnTo>
                    <a:pt x="75285" y="16786"/>
                  </a:lnTo>
                  <a:lnTo>
                    <a:pt x="74672" y="16005"/>
                  </a:lnTo>
                  <a:lnTo>
                    <a:pt x="74059" y="15224"/>
                  </a:lnTo>
                  <a:lnTo>
                    <a:pt x="73417" y="14444"/>
                  </a:lnTo>
                  <a:lnTo>
                    <a:pt x="72748" y="13691"/>
                  </a:lnTo>
                  <a:lnTo>
                    <a:pt x="72051" y="12966"/>
                  </a:lnTo>
                  <a:lnTo>
                    <a:pt x="71354" y="12241"/>
                  </a:lnTo>
                  <a:lnTo>
                    <a:pt x="70629" y="11544"/>
                  </a:lnTo>
                  <a:lnTo>
                    <a:pt x="69904" y="10847"/>
                  </a:lnTo>
                  <a:lnTo>
                    <a:pt x="69151" y="10205"/>
                  </a:lnTo>
                  <a:lnTo>
                    <a:pt x="68398" y="9536"/>
                  </a:lnTo>
                  <a:lnTo>
                    <a:pt x="67617" y="8923"/>
                  </a:lnTo>
                  <a:lnTo>
                    <a:pt x="66809" y="8309"/>
                  </a:lnTo>
                  <a:lnTo>
                    <a:pt x="66000" y="7724"/>
                  </a:lnTo>
                  <a:lnTo>
                    <a:pt x="65164" y="7138"/>
                  </a:lnTo>
                  <a:lnTo>
                    <a:pt x="64327" y="6580"/>
                  </a:lnTo>
                  <a:lnTo>
                    <a:pt x="63463" y="6051"/>
                  </a:lnTo>
                  <a:lnTo>
                    <a:pt x="62598" y="5549"/>
                  </a:lnTo>
                  <a:lnTo>
                    <a:pt x="61734" y="5047"/>
                  </a:lnTo>
                  <a:lnTo>
                    <a:pt x="60842" y="4573"/>
                  </a:lnTo>
                  <a:lnTo>
                    <a:pt x="59922" y="4127"/>
                  </a:lnTo>
                  <a:lnTo>
                    <a:pt x="59001" y="3708"/>
                  </a:lnTo>
                  <a:lnTo>
                    <a:pt x="58081" y="3290"/>
                  </a:lnTo>
                  <a:lnTo>
                    <a:pt x="57133" y="2900"/>
                  </a:lnTo>
                  <a:lnTo>
                    <a:pt x="56185" y="2537"/>
                  </a:lnTo>
                  <a:lnTo>
                    <a:pt x="55209" y="2203"/>
                  </a:lnTo>
                  <a:lnTo>
                    <a:pt x="54233" y="1868"/>
                  </a:lnTo>
                  <a:lnTo>
                    <a:pt x="53257" y="1589"/>
                  </a:lnTo>
                  <a:lnTo>
                    <a:pt x="52254" y="1311"/>
                  </a:lnTo>
                  <a:lnTo>
                    <a:pt x="51250" y="1060"/>
                  </a:lnTo>
                  <a:lnTo>
                    <a:pt x="50218" y="864"/>
                  </a:lnTo>
                  <a:lnTo>
                    <a:pt x="49214" y="669"/>
                  </a:lnTo>
                  <a:lnTo>
                    <a:pt x="48155" y="474"/>
                  </a:lnTo>
                  <a:lnTo>
                    <a:pt x="47123" y="335"/>
                  </a:lnTo>
                  <a:lnTo>
                    <a:pt x="46064" y="223"/>
                  </a:lnTo>
                  <a:lnTo>
                    <a:pt x="45032" y="112"/>
                  </a:lnTo>
                  <a:lnTo>
                    <a:pt x="43944" y="56"/>
                  </a:lnTo>
                  <a:lnTo>
                    <a:pt x="42885" y="28"/>
                  </a:lnTo>
                  <a:lnTo>
                    <a:pt x="41797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101" name="Google Shape;2101;p24"/>
          <p:cNvSpPr/>
          <p:nvPr/>
        </p:nvSpPr>
        <p:spPr>
          <a:xfrm>
            <a:off x="-235499" y="3860679"/>
            <a:ext cx="1596439" cy="1802961"/>
          </a:xfrm>
          <a:custGeom>
            <a:rect b="b" l="l" r="r" t="t"/>
            <a:pathLst>
              <a:path extrusionOk="0" h="32249" w="28555">
                <a:moveTo>
                  <a:pt x="20483" y="82"/>
                </a:moveTo>
                <a:lnTo>
                  <a:pt x="20947" y="102"/>
                </a:lnTo>
                <a:lnTo>
                  <a:pt x="21411" y="122"/>
                </a:lnTo>
                <a:lnTo>
                  <a:pt x="21875" y="203"/>
                </a:lnTo>
                <a:lnTo>
                  <a:pt x="22319" y="283"/>
                </a:lnTo>
                <a:lnTo>
                  <a:pt x="22763" y="404"/>
                </a:lnTo>
                <a:lnTo>
                  <a:pt x="23187" y="566"/>
                </a:lnTo>
                <a:lnTo>
                  <a:pt x="23611" y="748"/>
                </a:lnTo>
                <a:lnTo>
                  <a:pt x="23994" y="949"/>
                </a:lnTo>
                <a:lnTo>
                  <a:pt x="24378" y="1191"/>
                </a:lnTo>
                <a:lnTo>
                  <a:pt x="24741" y="1454"/>
                </a:lnTo>
                <a:lnTo>
                  <a:pt x="25124" y="1777"/>
                </a:lnTo>
                <a:lnTo>
                  <a:pt x="25487" y="2140"/>
                </a:lnTo>
                <a:lnTo>
                  <a:pt x="25851" y="2564"/>
                </a:lnTo>
                <a:lnTo>
                  <a:pt x="26174" y="3008"/>
                </a:lnTo>
                <a:lnTo>
                  <a:pt x="26496" y="3492"/>
                </a:lnTo>
                <a:lnTo>
                  <a:pt x="26779" y="4017"/>
                </a:lnTo>
                <a:lnTo>
                  <a:pt x="27062" y="4582"/>
                </a:lnTo>
                <a:lnTo>
                  <a:pt x="27324" y="5187"/>
                </a:lnTo>
                <a:lnTo>
                  <a:pt x="27546" y="5772"/>
                </a:lnTo>
                <a:lnTo>
                  <a:pt x="27748" y="6358"/>
                </a:lnTo>
                <a:lnTo>
                  <a:pt x="27909" y="6943"/>
                </a:lnTo>
                <a:lnTo>
                  <a:pt x="28071" y="7548"/>
                </a:lnTo>
                <a:lnTo>
                  <a:pt x="28192" y="8154"/>
                </a:lnTo>
                <a:lnTo>
                  <a:pt x="28293" y="8739"/>
                </a:lnTo>
                <a:lnTo>
                  <a:pt x="28373" y="9344"/>
                </a:lnTo>
                <a:lnTo>
                  <a:pt x="28434" y="9950"/>
                </a:lnTo>
                <a:lnTo>
                  <a:pt x="28474" y="10555"/>
                </a:lnTo>
                <a:lnTo>
                  <a:pt x="28474" y="11160"/>
                </a:lnTo>
                <a:lnTo>
                  <a:pt x="28474" y="11766"/>
                </a:lnTo>
                <a:lnTo>
                  <a:pt x="28434" y="12371"/>
                </a:lnTo>
                <a:lnTo>
                  <a:pt x="28373" y="12977"/>
                </a:lnTo>
                <a:lnTo>
                  <a:pt x="28272" y="13562"/>
                </a:lnTo>
                <a:lnTo>
                  <a:pt x="28171" y="14167"/>
                </a:lnTo>
                <a:lnTo>
                  <a:pt x="28030" y="14732"/>
                </a:lnTo>
                <a:lnTo>
                  <a:pt x="27869" y="15338"/>
                </a:lnTo>
                <a:lnTo>
                  <a:pt x="27667" y="15923"/>
                </a:lnTo>
                <a:lnTo>
                  <a:pt x="27465" y="16488"/>
                </a:lnTo>
                <a:lnTo>
                  <a:pt x="27223" y="17053"/>
                </a:lnTo>
                <a:lnTo>
                  <a:pt x="26961" y="17618"/>
                </a:lnTo>
                <a:lnTo>
                  <a:pt x="26678" y="18143"/>
                </a:lnTo>
                <a:lnTo>
                  <a:pt x="26355" y="18667"/>
                </a:lnTo>
                <a:lnTo>
                  <a:pt x="26032" y="19192"/>
                </a:lnTo>
                <a:lnTo>
                  <a:pt x="25669" y="19676"/>
                </a:lnTo>
                <a:lnTo>
                  <a:pt x="25306" y="20161"/>
                </a:lnTo>
                <a:lnTo>
                  <a:pt x="24922" y="20625"/>
                </a:lnTo>
                <a:lnTo>
                  <a:pt x="24499" y="21069"/>
                </a:lnTo>
                <a:lnTo>
                  <a:pt x="24075" y="21493"/>
                </a:lnTo>
                <a:lnTo>
                  <a:pt x="23631" y="21896"/>
                </a:lnTo>
                <a:lnTo>
                  <a:pt x="23167" y="22280"/>
                </a:lnTo>
                <a:lnTo>
                  <a:pt x="22703" y="22643"/>
                </a:lnTo>
                <a:lnTo>
                  <a:pt x="22238" y="22946"/>
                </a:lnTo>
                <a:lnTo>
                  <a:pt x="21795" y="23228"/>
                </a:lnTo>
                <a:lnTo>
                  <a:pt x="21310" y="23511"/>
                </a:lnTo>
                <a:lnTo>
                  <a:pt x="20846" y="23773"/>
                </a:lnTo>
                <a:lnTo>
                  <a:pt x="19877" y="24277"/>
                </a:lnTo>
                <a:lnTo>
                  <a:pt x="18909" y="24742"/>
                </a:lnTo>
                <a:lnTo>
                  <a:pt x="17940" y="25226"/>
                </a:lnTo>
                <a:lnTo>
                  <a:pt x="16951" y="25751"/>
                </a:lnTo>
                <a:lnTo>
                  <a:pt x="16467" y="26013"/>
                </a:lnTo>
                <a:lnTo>
                  <a:pt x="15983" y="26296"/>
                </a:lnTo>
                <a:lnTo>
                  <a:pt x="15519" y="26598"/>
                </a:lnTo>
                <a:lnTo>
                  <a:pt x="15075" y="26901"/>
                </a:lnTo>
                <a:lnTo>
                  <a:pt x="14510" y="27325"/>
                </a:lnTo>
                <a:lnTo>
                  <a:pt x="13965" y="27789"/>
                </a:lnTo>
                <a:lnTo>
                  <a:pt x="13420" y="28253"/>
                </a:lnTo>
                <a:lnTo>
                  <a:pt x="12895" y="28717"/>
                </a:lnTo>
                <a:lnTo>
                  <a:pt x="12148" y="29383"/>
                </a:lnTo>
                <a:lnTo>
                  <a:pt x="11402" y="30029"/>
                </a:lnTo>
                <a:lnTo>
                  <a:pt x="10998" y="30332"/>
                </a:lnTo>
                <a:lnTo>
                  <a:pt x="10595" y="30614"/>
                </a:lnTo>
                <a:lnTo>
                  <a:pt x="10171" y="30897"/>
                </a:lnTo>
                <a:lnTo>
                  <a:pt x="9747" y="31159"/>
                </a:lnTo>
                <a:lnTo>
                  <a:pt x="9303" y="31381"/>
                </a:lnTo>
                <a:lnTo>
                  <a:pt x="8839" y="31583"/>
                </a:lnTo>
                <a:lnTo>
                  <a:pt x="8375" y="31764"/>
                </a:lnTo>
                <a:lnTo>
                  <a:pt x="7890" y="31906"/>
                </a:lnTo>
                <a:lnTo>
                  <a:pt x="7406" y="32027"/>
                </a:lnTo>
                <a:lnTo>
                  <a:pt x="6922" y="32107"/>
                </a:lnTo>
                <a:lnTo>
                  <a:pt x="6417" y="32148"/>
                </a:lnTo>
                <a:lnTo>
                  <a:pt x="5933" y="32168"/>
                </a:lnTo>
                <a:lnTo>
                  <a:pt x="5893" y="32168"/>
                </a:lnTo>
                <a:lnTo>
                  <a:pt x="5368" y="32148"/>
                </a:lnTo>
                <a:lnTo>
                  <a:pt x="4843" y="32087"/>
                </a:lnTo>
                <a:lnTo>
                  <a:pt x="4359" y="31986"/>
                </a:lnTo>
                <a:lnTo>
                  <a:pt x="3875" y="31845"/>
                </a:lnTo>
                <a:lnTo>
                  <a:pt x="3431" y="31684"/>
                </a:lnTo>
                <a:lnTo>
                  <a:pt x="2987" y="31462"/>
                </a:lnTo>
                <a:lnTo>
                  <a:pt x="2583" y="31219"/>
                </a:lnTo>
                <a:lnTo>
                  <a:pt x="2200" y="30957"/>
                </a:lnTo>
                <a:lnTo>
                  <a:pt x="1998" y="30775"/>
                </a:lnTo>
                <a:lnTo>
                  <a:pt x="1816" y="30614"/>
                </a:lnTo>
                <a:lnTo>
                  <a:pt x="1635" y="30412"/>
                </a:lnTo>
                <a:lnTo>
                  <a:pt x="1453" y="30231"/>
                </a:lnTo>
                <a:lnTo>
                  <a:pt x="1292" y="30029"/>
                </a:lnTo>
                <a:lnTo>
                  <a:pt x="1150" y="29807"/>
                </a:lnTo>
                <a:lnTo>
                  <a:pt x="1009" y="29585"/>
                </a:lnTo>
                <a:lnTo>
                  <a:pt x="868" y="29363"/>
                </a:lnTo>
                <a:lnTo>
                  <a:pt x="747" y="29121"/>
                </a:lnTo>
                <a:lnTo>
                  <a:pt x="626" y="28879"/>
                </a:lnTo>
                <a:lnTo>
                  <a:pt x="525" y="28616"/>
                </a:lnTo>
                <a:lnTo>
                  <a:pt x="424" y="28354"/>
                </a:lnTo>
                <a:lnTo>
                  <a:pt x="343" y="28092"/>
                </a:lnTo>
                <a:lnTo>
                  <a:pt x="283" y="27829"/>
                </a:lnTo>
                <a:lnTo>
                  <a:pt x="222" y="27547"/>
                </a:lnTo>
                <a:lnTo>
                  <a:pt x="162" y="27264"/>
                </a:lnTo>
                <a:lnTo>
                  <a:pt x="101" y="26719"/>
                </a:lnTo>
                <a:lnTo>
                  <a:pt x="81" y="26154"/>
                </a:lnTo>
                <a:lnTo>
                  <a:pt x="121" y="25609"/>
                </a:lnTo>
                <a:lnTo>
                  <a:pt x="182" y="25065"/>
                </a:lnTo>
                <a:lnTo>
                  <a:pt x="283" y="24520"/>
                </a:lnTo>
                <a:lnTo>
                  <a:pt x="444" y="23995"/>
                </a:lnTo>
                <a:lnTo>
                  <a:pt x="626" y="23490"/>
                </a:lnTo>
                <a:lnTo>
                  <a:pt x="868" y="23006"/>
                </a:lnTo>
                <a:lnTo>
                  <a:pt x="1029" y="22724"/>
                </a:lnTo>
                <a:lnTo>
                  <a:pt x="1191" y="22441"/>
                </a:lnTo>
                <a:lnTo>
                  <a:pt x="1372" y="22179"/>
                </a:lnTo>
                <a:lnTo>
                  <a:pt x="1574" y="21916"/>
                </a:lnTo>
                <a:lnTo>
                  <a:pt x="1776" y="21654"/>
                </a:lnTo>
                <a:lnTo>
                  <a:pt x="1998" y="21392"/>
                </a:lnTo>
                <a:lnTo>
                  <a:pt x="2240" y="21129"/>
                </a:lnTo>
                <a:lnTo>
                  <a:pt x="2482" y="20867"/>
                </a:lnTo>
                <a:lnTo>
                  <a:pt x="3027" y="20383"/>
                </a:lnTo>
                <a:lnTo>
                  <a:pt x="3612" y="19898"/>
                </a:lnTo>
                <a:lnTo>
                  <a:pt x="4258" y="19414"/>
                </a:lnTo>
                <a:lnTo>
                  <a:pt x="4964" y="18970"/>
                </a:lnTo>
                <a:lnTo>
                  <a:pt x="5691" y="18526"/>
                </a:lnTo>
                <a:lnTo>
                  <a:pt x="6438" y="18102"/>
                </a:lnTo>
                <a:lnTo>
                  <a:pt x="7951" y="17336"/>
                </a:lnTo>
                <a:lnTo>
                  <a:pt x="9021" y="16771"/>
                </a:lnTo>
                <a:lnTo>
                  <a:pt x="10110" y="16185"/>
                </a:lnTo>
                <a:lnTo>
                  <a:pt x="10433" y="15983"/>
                </a:lnTo>
                <a:lnTo>
                  <a:pt x="10716" y="15802"/>
                </a:lnTo>
                <a:lnTo>
                  <a:pt x="10978" y="15600"/>
                </a:lnTo>
                <a:lnTo>
                  <a:pt x="11220" y="15398"/>
                </a:lnTo>
                <a:lnTo>
                  <a:pt x="11442" y="15196"/>
                </a:lnTo>
                <a:lnTo>
                  <a:pt x="11644" y="14974"/>
                </a:lnTo>
                <a:lnTo>
                  <a:pt x="11805" y="14752"/>
                </a:lnTo>
                <a:lnTo>
                  <a:pt x="11967" y="14510"/>
                </a:lnTo>
                <a:lnTo>
                  <a:pt x="12088" y="14268"/>
                </a:lnTo>
                <a:lnTo>
                  <a:pt x="12189" y="13986"/>
                </a:lnTo>
                <a:lnTo>
                  <a:pt x="12290" y="13723"/>
                </a:lnTo>
                <a:lnTo>
                  <a:pt x="12350" y="13421"/>
                </a:lnTo>
                <a:lnTo>
                  <a:pt x="12411" y="13098"/>
                </a:lnTo>
                <a:lnTo>
                  <a:pt x="12451" y="12755"/>
                </a:lnTo>
                <a:lnTo>
                  <a:pt x="12471" y="12391"/>
                </a:lnTo>
                <a:lnTo>
                  <a:pt x="12471" y="12008"/>
                </a:lnTo>
                <a:lnTo>
                  <a:pt x="12492" y="11302"/>
                </a:lnTo>
                <a:lnTo>
                  <a:pt x="12512" y="10616"/>
                </a:lnTo>
                <a:lnTo>
                  <a:pt x="12532" y="9950"/>
                </a:lnTo>
                <a:lnTo>
                  <a:pt x="12592" y="9324"/>
                </a:lnTo>
                <a:lnTo>
                  <a:pt x="12653" y="8698"/>
                </a:lnTo>
                <a:lnTo>
                  <a:pt x="12714" y="8113"/>
                </a:lnTo>
                <a:lnTo>
                  <a:pt x="12814" y="7548"/>
                </a:lnTo>
                <a:lnTo>
                  <a:pt x="12915" y="7003"/>
                </a:lnTo>
                <a:lnTo>
                  <a:pt x="13036" y="6479"/>
                </a:lnTo>
                <a:lnTo>
                  <a:pt x="13157" y="5974"/>
                </a:lnTo>
                <a:lnTo>
                  <a:pt x="13299" y="5510"/>
                </a:lnTo>
                <a:lnTo>
                  <a:pt x="13460" y="5046"/>
                </a:lnTo>
                <a:lnTo>
                  <a:pt x="13642" y="4622"/>
                </a:lnTo>
                <a:lnTo>
                  <a:pt x="13823" y="4218"/>
                </a:lnTo>
                <a:lnTo>
                  <a:pt x="14025" y="3835"/>
                </a:lnTo>
                <a:lnTo>
                  <a:pt x="14247" y="3472"/>
                </a:lnTo>
                <a:lnTo>
                  <a:pt x="14429" y="3169"/>
                </a:lnTo>
                <a:lnTo>
                  <a:pt x="14631" y="2887"/>
                </a:lnTo>
                <a:lnTo>
                  <a:pt x="14853" y="2644"/>
                </a:lnTo>
                <a:lnTo>
                  <a:pt x="15054" y="2402"/>
                </a:lnTo>
                <a:lnTo>
                  <a:pt x="15276" y="2180"/>
                </a:lnTo>
                <a:lnTo>
                  <a:pt x="15498" y="1979"/>
                </a:lnTo>
                <a:lnTo>
                  <a:pt x="15700" y="1797"/>
                </a:lnTo>
                <a:lnTo>
                  <a:pt x="15942" y="1635"/>
                </a:lnTo>
                <a:lnTo>
                  <a:pt x="16386" y="1333"/>
                </a:lnTo>
                <a:lnTo>
                  <a:pt x="16830" y="1091"/>
                </a:lnTo>
                <a:lnTo>
                  <a:pt x="17274" y="869"/>
                </a:lnTo>
                <a:lnTo>
                  <a:pt x="17698" y="667"/>
                </a:lnTo>
                <a:lnTo>
                  <a:pt x="18142" y="505"/>
                </a:lnTo>
                <a:lnTo>
                  <a:pt x="18606" y="364"/>
                </a:lnTo>
                <a:lnTo>
                  <a:pt x="19070" y="243"/>
                </a:lnTo>
                <a:lnTo>
                  <a:pt x="19534" y="162"/>
                </a:lnTo>
                <a:lnTo>
                  <a:pt x="19999" y="102"/>
                </a:lnTo>
                <a:lnTo>
                  <a:pt x="20483" y="82"/>
                </a:lnTo>
                <a:close/>
                <a:moveTo>
                  <a:pt x="20483" y="1"/>
                </a:moveTo>
                <a:lnTo>
                  <a:pt x="19999" y="21"/>
                </a:lnTo>
                <a:lnTo>
                  <a:pt x="19534" y="82"/>
                </a:lnTo>
                <a:lnTo>
                  <a:pt x="19050" y="162"/>
                </a:lnTo>
                <a:lnTo>
                  <a:pt x="18586" y="283"/>
                </a:lnTo>
                <a:lnTo>
                  <a:pt x="18122" y="425"/>
                </a:lnTo>
                <a:lnTo>
                  <a:pt x="17678" y="606"/>
                </a:lnTo>
                <a:lnTo>
                  <a:pt x="17214" y="808"/>
                </a:lnTo>
                <a:lnTo>
                  <a:pt x="16750" y="1050"/>
                </a:lnTo>
                <a:lnTo>
                  <a:pt x="16285" y="1313"/>
                </a:lnTo>
                <a:lnTo>
                  <a:pt x="15841" y="1615"/>
                </a:lnTo>
                <a:lnTo>
                  <a:pt x="15619" y="1777"/>
                </a:lnTo>
                <a:lnTo>
                  <a:pt x="15397" y="1979"/>
                </a:lnTo>
                <a:lnTo>
                  <a:pt x="15175" y="2180"/>
                </a:lnTo>
                <a:lnTo>
                  <a:pt x="14974" y="2382"/>
                </a:lnTo>
                <a:lnTo>
                  <a:pt x="14752" y="2624"/>
                </a:lnTo>
                <a:lnTo>
                  <a:pt x="14550" y="2866"/>
                </a:lnTo>
                <a:lnTo>
                  <a:pt x="14368" y="3129"/>
                </a:lnTo>
                <a:lnTo>
                  <a:pt x="14166" y="3411"/>
                </a:lnTo>
                <a:lnTo>
                  <a:pt x="13944" y="3795"/>
                </a:lnTo>
                <a:lnTo>
                  <a:pt x="13743" y="4178"/>
                </a:lnTo>
                <a:lnTo>
                  <a:pt x="13561" y="4582"/>
                </a:lnTo>
                <a:lnTo>
                  <a:pt x="13400" y="5026"/>
                </a:lnTo>
                <a:lnTo>
                  <a:pt x="13238" y="5470"/>
                </a:lnTo>
                <a:lnTo>
                  <a:pt x="13077" y="5954"/>
                </a:lnTo>
                <a:lnTo>
                  <a:pt x="12956" y="6458"/>
                </a:lnTo>
                <a:lnTo>
                  <a:pt x="12835" y="6983"/>
                </a:lnTo>
                <a:lnTo>
                  <a:pt x="12734" y="7528"/>
                </a:lnTo>
                <a:lnTo>
                  <a:pt x="12653" y="8093"/>
                </a:lnTo>
                <a:lnTo>
                  <a:pt x="12572" y="8678"/>
                </a:lnTo>
                <a:lnTo>
                  <a:pt x="12512" y="9304"/>
                </a:lnTo>
                <a:lnTo>
                  <a:pt x="12451" y="9950"/>
                </a:lnTo>
                <a:lnTo>
                  <a:pt x="12431" y="10616"/>
                </a:lnTo>
                <a:lnTo>
                  <a:pt x="12411" y="11302"/>
                </a:lnTo>
                <a:lnTo>
                  <a:pt x="12391" y="12008"/>
                </a:lnTo>
                <a:lnTo>
                  <a:pt x="12391" y="12391"/>
                </a:lnTo>
                <a:lnTo>
                  <a:pt x="12370" y="12755"/>
                </a:lnTo>
                <a:lnTo>
                  <a:pt x="12330" y="13078"/>
                </a:lnTo>
                <a:lnTo>
                  <a:pt x="12270" y="13400"/>
                </a:lnTo>
                <a:lnTo>
                  <a:pt x="12209" y="13683"/>
                </a:lnTo>
                <a:lnTo>
                  <a:pt x="12128" y="13965"/>
                </a:lnTo>
                <a:lnTo>
                  <a:pt x="12007" y="14228"/>
                </a:lnTo>
                <a:lnTo>
                  <a:pt x="11886" y="14470"/>
                </a:lnTo>
                <a:lnTo>
                  <a:pt x="11745" y="14712"/>
                </a:lnTo>
                <a:lnTo>
                  <a:pt x="11563" y="14934"/>
                </a:lnTo>
                <a:lnTo>
                  <a:pt x="11382" y="15136"/>
                </a:lnTo>
                <a:lnTo>
                  <a:pt x="11160" y="15338"/>
                </a:lnTo>
                <a:lnTo>
                  <a:pt x="10938" y="15540"/>
                </a:lnTo>
                <a:lnTo>
                  <a:pt x="10675" y="15741"/>
                </a:lnTo>
                <a:lnTo>
                  <a:pt x="10373" y="15923"/>
                </a:lnTo>
                <a:lnTo>
                  <a:pt x="10070" y="16105"/>
                </a:lnTo>
                <a:lnTo>
                  <a:pt x="8980" y="16690"/>
                </a:lnTo>
                <a:lnTo>
                  <a:pt x="7911" y="17255"/>
                </a:lnTo>
                <a:lnTo>
                  <a:pt x="6397" y="18042"/>
                </a:lnTo>
                <a:lnTo>
                  <a:pt x="5651" y="18466"/>
                </a:lnTo>
                <a:lnTo>
                  <a:pt x="4924" y="18889"/>
                </a:lnTo>
                <a:lnTo>
                  <a:pt x="4218" y="19354"/>
                </a:lnTo>
                <a:lnTo>
                  <a:pt x="3552" y="19838"/>
                </a:lnTo>
                <a:lnTo>
                  <a:pt x="2967" y="20322"/>
                </a:lnTo>
                <a:lnTo>
                  <a:pt x="2422" y="20827"/>
                </a:lnTo>
                <a:lnTo>
                  <a:pt x="2180" y="21069"/>
                </a:lnTo>
                <a:lnTo>
                  <a:pt x="1937" y="21331"/>
                </a:lnTo>
                <a:lnTo>
                  <a:pt x="1715" y="21594"/>
                </a:lnTo>
                <a:lnTo>
                  <a:pt x="1514" y="21856"/>
                </a:lnTo>
                <a:lnTo>
                  <a:pt x="1312" y="22138"/>
                </a:lnTo>
                <a:lnTo>
                  <a:pt x="1130" y="22401"/>
                </a:lnTo>
                <a:lnTo>
                  <a:pt x="949" y="22683"/>
                </a:lnTo>
                <a:lnTo>
                  <a:pt x="807" y="22966"/>
                </a:lnTo>
                <a:lnTo>
                  <a:pt x="565" y="23450"/>
                </a:lnTo>
                <a:lnTo>
                  <a:pt x="363" y="23975"/>
                </a:lnTo>
                <a:lnTo>
                  <a:pt x="222" y="24499"/>
                </a:lnTo>
                <a:lnTo>
                  <a:pt x="101" y="25044"/>
                </a:lnTo>
                <a:lnTo>
                  <a:pt x="40" y="25589"/>
                </a:lnTo>
                <a:lnTo>
                  <a:pt x="0" y="26154"/>
                </a:lnTo>
                <a:lnTo>
                  <a:pt x="20" y="26719"/>
                </a:lnTo>
                <a:lnTo>
                  <a:pt x="81" y="27284"/>
                </a:lnTo>
                <a:lnTo>
                  <a:pt x="141" y="27567"/>
                </a:lnTo>
                <a:lnTo>
                  <a:pt x="202" y="27849"/>
                </a:lnTo>
                <a:lnTo>
                  <a:pt x="262" y="28112"/>
                </a:lnTo>
                <a:lnTo>
                  <a:pt x="363" y="28394"/>
                </a:lnTo>
                <a:lnTo>
                  <a:pt x="444" y="28657"/>
                </a:lnTo>
                <a:lnTo>
                  <a:pt x="545" y="28899"/>
                </a:lnTo>
                <a:lnTo>
                  <a:pt x="666" y="29161"/>
                </a:lnTo>
                <a:lnTo>
                  <a:pt x="787" y="29403"/>
                </a:lnTo>
                <a:lnTo>
                  <a:pt x="928" y="29625"/>
                </a:lnTo>
                <a:lnTo>
                  <a:pt x="1070" y="29847"/>
                </a:lnTo>
                <a:lnTo>
                  <a:pt x="1231" y="30069"/>
                </a:lnTo>
                <a:lnTo>
                  <a:pt x="1393" y="30271"/>
                </a:lnTo>
                <a:lnTo>
                  <a:pt x="1574" y="30473"/>
                </a:lnTo>
                <a:lnTo>
                  <a:pt x="1756" y="30654"/>
                </a:lnTo>
                <a:lnTo>
                  <a:pt x="1958" y="30836"/>
                </a:lnTo>
                <a:lnTo>
                  <a:pt x="2159" y="31018"/>
                </a:lnTo>
                <a:lnTo>
                  <a:pt x="2543" y="31300"/>
                </a:lnTo>
                <a:lnTo>
                  <a:pt x="2967" y="31542"/>
                </a:lnTo>
                <a:lnTo>
                  <a:pt x="3390" y="31744"/>
                </a:lnTo>
                <a:lnTo>
                  <a:pt x="3854" y="31926"/>
                </a:lnTo>
                <a:lnTo>
                  <a:pt x="4339" y="32067"/>
                </a:lnTo>
                <a:lnTo>
                  <a:pt x="4843" y="32168"/>
                </a:lnTo>
                <a:lnTo>
                  <a:pt x="5348" y="32228"/>
                </a:lnTo>
                <a:lnTo>
                  <a:pt x="5893" y="32249"/>
                </a:lnTo>
                <a:lnTo>
                  <a:pt x="5933" y="32249"/>
                </a:lnTo>
                <a:lnTo>
                  <a:pt x="6438" y="32228"/>
                </a:lnTo>
                <a:lnTo>
                  <a:pt x="6922" y="32188"/>
                </a:lnTo>
                <a:lnTo>
                  <a:pt x="7426" y="32107"/>
                </a:lnTo>
                <a:lnTo>
                  <a:pt x="7911" y="31986"/>
                </a:lnTo>
                <a:lnTo>
                  <a:pt x="8395" y="31845"/>
                </a:lnTo>
                <a:lnTo>
                  <a:pt x="8879" y="31663"/>
                </a:lnTo>
                <a:lnTo>
                  <a:pt x="9343" y="31462"/>
                </a:lnTo>
                <a:lnTo>
                  <a:pt x="9787" y="31219"/>
                </a:lnTo>
                <a:lnTo>
                  <a:pt x="10211" y="30977"/>
                </a:lnTo>
                <a:lnTo>
                  <a:pt x="10635" y="30695"/>
                </a:lnTo>
                <a:lnTo>
                  <a:pt x="11039" y="30392"/>
                </a:lnTo>
                <a:lnTo>
                  <a:pt x="11442" y="30089"/>
                </a:lnTo>
                <a:lnTo>
                  <a:pt x="12209" y="29444"/>
                </a:lnTo>
                <a:lnTo>
                  <a:pt x="12956" y="28778"/>
                </a:lnTo>
                <a:lnTo>
                  <a:pt x="13480" y="28314"/>
                </a:lnTo>
                <a:lnTo>
                  <a:pt x="14005" y="27849"/>
                </a:lnTo>
                <a:lnTo>
                  <a:pt x="14550" y="27405"/>
                </a:lnTo>
                <a:lnTo>
                  <a:pt x="15115" y="26961"/>
                </a:lnTo>
                <a:lnTo>
                  <a:pt x="15559" y="26659"/>
                </a:lnTo>
                <a:lnTo>
                  <a:pt x="16023" y="26356"/>
                </a:lnTo>
                <a:lnTo>
                  <a:pt x="16507" y="26074"/>
                </a:lnTo>
                <a:lnTo>
                  <a:pt x="16992" y="25811"/>
                </a:lnTo>
                <a:lnTo>
                  <a:pt x="17960" y="25307"/>
                </a:lnTo>
                <a:lnTo>
                  <a:pt x="18949" y="24822"/>
                </a:lnTo>
                <a:lnTo>
                  <a:pt x="19918" y="24338"/>
                </a:lnTo>
                <a:lnTo>
                  <a:pt x="20886" y="23834"/>
                </a:lnTo>
                <a:lnTo>
                  <a:pt x="21351" y="23571"/>
                </a:lnTo>
                <a:lnTo>
                  <a:pt x="21835" y="23309"/>
                </a:lnTo>
                <a:lnTo>
                  <a:pt x="22299" y="23006"/>
                </a:lnTo>
                <a:lnTo>
                  <a:pt x="22743" y="22703"/>
                </a:lnTo>
                <a:lnTo>
                  <a:pt x="23227" y="22340"/>
                </a:lnTo>
                <a:lnTo>
                  <a:pt x="23691" y="21957"/>
                </a:lnTo>
                <a:lnTo>
                  <a:pt x="24135" y="21553"/>
                </a:lnTo>
                <a:lnTo>
                  <a:pt x="24559" y="21129"/>
                </a:lnTo>
                <a:lnTo>
                  <a:pt x="24983" y="20685"/>
                </a:lnTo>
                <a:lnTo>
                  <a:pt x="25366" y="20221"/>
                </a:lnTo>
                <a:lnTo>
                  <a:pt x="25750" y="19737"/>
                </a:lnTo>
                <a:lnTo>
                  <a:pt x="26093" y="19232"/>
                </a:lnTo>
                <a:lnTo>
                  <a:pt x="26436" y="18728"/>
                </a:lnTo>
                <a:lnTo>
                  <a:pt x="26739" y="18183"/>
                </a:lnTo>
                <a:lnTo>
                  <a:pt x="27021" y="17638"/>
                </a:lnTo>
                <a:lnTo>
                  <a:pt x="27304" y="17093"/>
                </a:lnTo>
                <a:lnTo>
                  <a:pt x="27546" y="16528"/>
                </a:lnTo>
                <a:lnTo>
                  <a:pt x="27748" y="15943"/>
                </a:lnTo>
                <a:lnTo>
                  <a:pt x="27949" y="15358"/>
                </a:lnTo>
                <a:lnTo>
                  <a:pt x="28111" y="14752"/>
                </a:lnTo>
                <a:lnTo>
                  <a:pt x="28252" y="14167"/>
                </a:lnTo>
                <a:lnTo>
                  <a:pt x="28353" y="13582"/>
                </a:lnTo>
                <a:lnTo>
                  <a:pt x="28454" y="12977"/>
                </a:lnTo>
                <a:lnTo>
                  <a:pt x="28514" y="12391"/>
                </a:lnTo>
                <a:lnTo>
                  <a:pt x="28555" y="11786"/>
                </a:lnTo>
                <a:lnTo>
                  <a:pt x="28555" y="11181"/>
                </a:lnTo>
                <a:lnTo>
                  <a:pt x="28555" y="10555"/>
                </a:lnTo>
                <a:lnTo>
                  <a:pt x="28514" y="9950"/>
                </a:lnTo>
                <a:lnTo>
                  <a:pt x="28454" y="9344"/>
                </a:lnTo>
                <a:lnTo>
                  <a:pt x="28373" y="8739"/>
                </a:lnTo>
                <a:lnTo>
                  <a:pt x="28272" y="8133"/>
                </a:lnTo>
                <a:lnTo>
                  <a:pt x="28151" y="7528"/>
                </a:lnTo>
                <a:lnTo>
                  <a:pt x="27990" y="6923"/>
                </a:lnTo>
                <a:lnTo>
                  <a:pt x="27828" y="6337"/>
                </a:lnTo>
                <a:lnTo>
                  <a:pt x="27627" y="5752"/>
                </a:lnTo>
                <a:lnTo>
                  <a:pt x="27405" y="5167"/>
                </a:lnTo>
                <a:lnTo>
                  <a:pt x="27142" y="4541"/>
                </a:lnTo>
                <a:lnTo>
                  <a:pt x="26860" y="3976"/>
                </a:lnTo>
                <a:lnTo>
                  <a:pt x="26557" y="3452"/>
                </a:lnTo>
                <a:lnTo>
                  <a:pt x="26234" y="2947"/>
                </a:lnTo>
                <a:lnTo>
                  <a:pt x="25911" y="2503"/>
                </a:lnTo>
                <a:lnTo>
                  <a:pt x="25548" y="2100"/>
                </a:lnTo>
                <a:lnTo>
                  <a:pt x="25185" y="1716"/>
                </a:lnTo>
                <a:lnTo>
                  <a:pt x="24801" y="1393"/>
                </a:lnTo>
                <a:lnTo>
                  <a:pt x="24438" y="1111"/>
                </a:lnTo>
                <a:lnTo>
                  <a:pt x="24055" y="889"/>
                </a:lnTo>
                <a:lnTo>
                  <a:pt x="23651" y="667"/>
                </a:lnTo>
                <a:lnTo>
                  <a:pt x="23227" y="485"/>
                </a:lnTo>
                <a:lnTo>
                  <a:pt x="22783" y="344"/>
                </a:lnTo>
                <a:lnTo>
                  <a:pt x="22339" y="223"/>
                </a:lnTo>
                <a:lnTo>
                  <a:pt x="21895" y="122"/>
                </a:lnTo>
                <a:lnTo>
                  <a:pt x="21411" y="61"/>
                </a:lnTo>
                <a:lnTo>
                  <a:pt x="20947" y="21"/>
                </a:lnTo>
                <a:lnTo>
                  <a:pt x="20483" y="1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02" name="Google Shape;2102;p24"/>
          <p:cNvSpPr/>
          <p:nvPr/>
        </p:nvSpPr>
        <p:spPr>
          <a:xfrm>
            <a:off x="1072262" y="4732597"/>
            <a:ext cx="935332" cy="741278"/>
          </a:xfrm>
          <a:custGeom>
            <a:rect b="b" l="l" r="r" t="t"/>
            <a:pathLst>
              <a:path extrusionOk="0" h="13259" w="16730">
                <a:moveTo>
                  <a:pt x="14550" y="81"/>
                </a:moveTo>
                <a:lnTo>
                  <a:pt x="14772" y="122"/>
                </a:lnTo>
                <a:lnTo>
                  <a:pt x="15014" y="202"/>
                </a:lnTo>
                <a:lnTo>
                  <a:pt x="15216" y="324"/>
                </a:lnTo>
                <a:lnTo>
                  <a:pt x="15438" y="465"/>
                </a:lnTo>
                <a:lnTo>
                  <a:pt x="15640" y="667"/>
                </a:lnTo>
                <a:lnTo>
                  <a:pt x="15821" y="889"/>
                </a:lnTo>
                <a:lnTo>
                  <a:pt x="15983" y="1131"/>
                </a:lnTo>
                <a:lnTo>
                  <a:pt x="16144" y="1413"/>
                </a:lnTo>
                <a:lnTo>
                  <a:pt x="16245" y="1655"/>
                </a:lnTo>
                <a:lnTo>
                  <a:pt x="16346" y="1898"/>
                </a:lnTo>
                <a:lnTo>
                  <a:pt x="16427" y="2140"/>
                </a:lnTo>
                <a:lnTo>
                  <a:pt x="16487" y="2422"/>
                </a:lnTo>
                <a:lnTo>
                  <a:pt x="16548" y="2685"/>
                </a:lnTo>
                <a:lnTo>
                  <a:pt x="16588" y="2967"/>
                </a:lnTo>
                <a:lnTo>
                  <a:pt x="16628" y="3250"/>
                </a:lnTo>
                <a:lnTo>
                  <a:pt x="16649" y="3552"/>
                </a:lnTo>
                <a:lnTo>
                  <a:pt x="16649" y="3855"/>
                </a:lnTo>
                <a:lnTo>
                  <a:pt x="16649" y="4178"/>
                </a:lnTo>
                <a:lnTo>
                  <a:pt x="16588" y="4844"/>
                </a:lnTo>
                <a:lnTo>
                  <a:pt x="16487" y="5550"/>
                </a:lnTo>
                <a:lnTo>
                  <a:pt x="16326" y="6317"/>
                </a:lnTo>
                <a:lnTo>
                  <a:pt x="16144" y="7044"/>
                </a:lnTo>
                <a:lnTo>
                  <a:pt x="15942" y="7709"/>
                </a:lnTo>
                <a:lnTo>
                  <a:pt x="15720" y="8315"/>
                </a:lnTo>
                <a:lnTo>
                  <a:pt x="15458" y="8860"/>
                </a:lnTo>
                <a:lnTo>
                  <a:pt x="15317" y="9122"/>
                </a:lnTo>
                <a:lnTo>
                  <a:pt x="15176" y="9364"/>
                </a:lnTo>
                <a:lnTo>
                  <a:pt x="15014" y="9586"/>
                </a:lnTo>
                <a:lnTo>
                  <a:pt x="14873" y="9808"/>
                </a:lnTo>
                <a:lnTo>
                  <a:pt x="14691" y="10010"/>
                </a:lnTo>
                <a:lnTo>
                  <a:pt x="14530" y="10212"/>
                </a:lnTo>
                <a:lnTo>
                  <a:pt x="14348" y="10393"/>
                </a:lnTo>
                <a:lnTo>
                  <a:pt x="14146" y="10555"/>
                </a:lnTo>
                <a:lnTo>
                  <a:pt x="13803" y="10837"/>
                </a:lnTo>
                <a:lnTo>
                  <a:pt x="13440" y="11080"/>
                </a:lnTo>
                <a:lnTo>
                  <a:pt x="13036" y="11302"/>
                </a:lnTo>
                <a:lnTo>
                  <a:pt x="12633" y="11483"/>
                </a:lnTo>
                <a:lnTo>
                  <a:pt x="12229" y="11665"/>
                </a:lnTo>
                <a:lnTo>
                  <a:pt x="11805" y="11806"/>
                </a:lnTo>
                <a:lnTo>
                  <a:pt x="11402" y="11947"/>
                </a:lnTo>
                <a:lnTo>
                  <a:pt x="10978" y="12068"/>
                </a:lnTo>
                <a:lnTo>
                  <a:pt x="10373" y="12230"/>
                </a:lnTo>
                <a:lnTo>
                  <a:pt x="9787" y="12371"/>
                </a:lnTo>
                <a:lnTo>
                  <a:pt x="9202" y="12512"/>
                </a:lnTo>
                <a:lnTo>
                  <a:pt x="8597" y="12633"/>
                </a:lnTo>
                <a:lnTo>
                  <a:pt x="7991" y="12734"/>
                </a:lnTo>
                <a:lnTo>
                  <a:pt x="7386" y="12835"/>
                </a:lnTo>
                <a:lnTo>
                  <a:pt x="6801" y="12936"/>
                </a:lnTo>
                <a:lnTo>
                  <a:pt x="6195" y="12997"/>
                </a:lnTo>
                <a:lnTo>
                  <a:pt x="5590" y="13057"/>
                </a:lnTo>
                <a:lnTo>
                  <a:pt x="4964" y="13118"/>
                </a:lnTo>
                <a:lnTo>
                  <a:pt x="4359" y="13158"/>
                </a:lnTo>
                <a:lnTo>
                  <a:pt x="3754" y="13178"/>
                </a:lnTo>
                <a:lnTo>
                  <a:pt x="1917" y="13178"/>
                </a:lnTo>
                <a:lnTo>
                  <a:pt x="1312" y="13138"/>
                </a:lnTo>
                <a:lnTo>
                  <a:pt x="1070" y="13118"/>
                </a:lnTo>
                <a:lnTo>
                  <a:pt x="848" y="13077"/>
                </a:lnTo>
                <a:lnTo>
                  <a:pt x="646" y="13017"/>
                </a:lnTo>
                <a:lnTo>
                  <a:pt x="484" y="12956"/>
                </a:lnTo>
                <a:lnTo>
                  <a:pt x="343" y="12855"/>
                </a:lnTo>
                <a:lnTo>
                  <a:pt x="242" y="12754"/>
                </a:lnTo>
                <a:lnTo>
                  <a:pt x="162" y="12613"/>
                </a:lnTo>
                <a:lnTo>
                  <a:pt x="101" y="12472"/>
                </a:lnTo>
                <a:lnTo>
                  <a:pt x="81" y="12351"/>
                </a:lnTo>
                <a:lnTo>
                  <a:pt x="81" y="12210"/>
                </a:lnTo>
                <a:lnTo>
                  <a:pt x="101" y="12068"/>
                </a:lnTo>
                <a:lnTo>
                  <a:pt x="121" y="11907"/>
                </a:lnTo>
                <a:lnTo>
                  <a:pt x="182" y="11745"/>
                </a:lnTo>
                <a:lnTo>
                  <a:pt x="242" y="11584"/>
                </a:lnTo>
                <a:lnTo>
                  <a:pt x="384" y="11241"/>
                </a:lnTo>
                <a:lnTo>
                  <a:pt x="606" y="10878"/>
                </a:lnTo>
                <a:lnTo>
                  <a:pt x="848" y="10515"/>
                </a:lnTo>
                <a:lnTo>
                  <a:pt x="1110" y="10131"/>
                </a:lnTo>
                <a:lnTo>
                  <a:pt x="1413" y="9768"/>
                </a:lnTo>
                <a:lnTo>
                  <a:pt x="1715" y="9405"/>
                </a:lnTo>
                <a:lnTo>
                  <a:pt x="2038" y="9062"/>
                </a:lnTo>
                <a:lnTo>
                  <a:pt x="2341" y="8739"/>
                </a:lnTo>
                <a:lnTo>
                  <a:pt x="2644" y="8456"/>
                </a:lnTo>
                <a:lnTo>
                  <a:pt x="2926" y="8194"/>
                </a:lnTo>
                <a:lnTo>
                  <a:pt x="3189" y="7972"/>
                </a:lnTo>
                <a:lnTo>
                  <a:pt x="3411" y="7790"/>
                </a:lnTo>
                <a:lnTo>
                  <a:pt x="3592" y="7669"/>
                </a:lnTo>
                <a:lnTo>
                  <a:pt x="4198" y="7306"/>
                </a:lnTo>
                <a:lnTo>
                  <a:pt x="4823" y="6983"/>
                </a:lnTo>
                <a:lnTo>
                  <a:pt x="6095" y="6357"/>
                </a:lnTo>
                <a:lnTo>
                  <a:pt x="6720" y="6055"/>
                </a:lnTo>
                <a:lnTo>
                  <a:pt x="7346" y="5752"/>
                </a:lnTo>
                <a:lnTo>
                  <a:pt x="7971" y="5409"/>
                </a:lnTo>
                <a:lnTo>
                  <a:pt x="8597" y="5066"/>
                </a:lnTo>
                <a:lnTo>
                  <a:pt x="9101" y="4723"/>
                </a:lnTo>
                <a:lnTo>
                  <a:pt x="9606" y="4360"/>
                </a:lnTo>
                <a:lnTo>
                  <a:pt x="10110" y="3976"/>
                </a:lnTo>
                <a:lnTo>
                  <a:pt x="10574" y="3573"/>
                </a:lnTo>
                <a:lnTo>
                  <a:pt x="11018" y="3149"/>
                </a:lnTo>
                <a:lnTo>
                  <a:pt x="11442" y="2705"/>
                </a:lnTo>
                <a:lnTo>
                  <a:pt x="11866" y="2241"/>
                </a:lnTo>
                <a:lnTo>
                  <a:pt x="12249" y="1756"/>
                </a:lnTo>
                <a:lnTo>
                  <a:pt x="12290" y="1716"/>
                </a:lnTo>
                <a:lnTo>
                  <a:pt x="12754" y="1131"/>
                </a:lnTo>
                <a:lnTo>
                  <a:pt x="12996" y="868"/>
                </a:lnTo>
                <a:lnTo>
                  <a:pt x="13238" y="606"/>
                </a:lnTo>
                <a:lnTo>
                  <a:pt x="13521" y="404"/>
                </a:lnTo>
                <a:lnTo>
                  <a:pt x="13662" y="303"/>
                </a:lnTo>
                <a:lnTo>
                  <a:pt x="13803" y="223"/>
                </a:lnTo>
                <a:lnTo>
                  <a:pt x="13965" y="162"/>
                </a:lnTo>
                <a:lnTo>
                  <a:pt x="14126" y="122"/>
                </a:lnTo>
                <a:lnTo>
                  <a:pt x="14288" y="102"/>
                </a:lnTo>
                <a:lnTo>
                  <a:pt x="14449" y="81"/>
                </a:lnTo>
                <a:close/>
                <a:moveTo>
                  <a:pt x="14368" y="1"/>
                </a:moveTo>
                <a:lnTo>
                  <a:pt x="14187" y="21"/>
                </a:lnTo>
                <a:lnTo>
                  <a:pt x="14025" y="61"/>
                </a:lnTo>
                <a:lnTo>
                  <a:pt x="13864" y="122"/>
                </a:lnTo>
                <a:lnTo>
                  <a:pt x="13702" y="202"/>
                </a:lnTo>
                <a:lnTo>
                  <a:pt x="13541" y="283"/>
                </a:lnTo>
                <a:lnTo>
                  <a:pt x="13400" y="384"/>
                </a:lnTo>
                <a:lnTo>
                  <a:pt x="13238" y="505"/>
                </a:lnTo>
                <a:lnTo>
                  <a:pt x="12976" y="768"/>
                </a:lnTo>
                <a:lnTo>
                  <a:pt x="12714" y="1050"/>
                </a:lnTo>
                <a:lnTo>
                  <a:pt x="12451" y="1353"/>
                </a:lnTo>
                <a:lnTo>
                  <a:pt x="12229" y="1655"/>
                </a:lnTo>
                <a:lnTo>
                  <a:pt x="12189" y="1716"/>
                </a:lnTo>
                <a:lnTo>
                  <a:pt x="11805" y="2200"/>
                </a:lnTo>
                <a:lnTo>
                  <a:pt x="11382" y="2664"/>
                </a:lnTo>
                <a:lnTo>
                  <a:pt x="10958" y="3088"/>
                </a:lnTo>
                <a:lnTo>
                  <a:pt x="10514" y="3512"/>
                </a:lnTo>
                <a:lnTo>
                  <a:pt x="10050" y="3916"/>
                </a:lnTo>
                <a:lnTo>
                  <a:pt x="9565" y="4299"/>
                </a:lnTo>
                <a:lnTo>
                  <a:pt x="9061" y="4662"/>
                </a:lnTo>
                <a:lnTo>
                  <a:pt x="8556" y="4985"/>
                </a:lnTo>
                <a:lnTo>
                  <a:pt x="7931" y="5348"/>
                </a:lnTo>
                <a:lnTo>
                  <a:pt x="7305" y="5671"/>
                </a:lnTo>
                <a:lnTo>
                  <a:pt x="6680" y="5994"/>
                </a:lnTo>
                <a:lnTo>
                  <a:pt x="6054" y="6297"/>
                </a:lnTo>
                <a:lnTo>
                  <a:pt x="4783" y="6902"/>
                </a:lnTo>
                <a:lnTo>
                  <a:pt x="4157" y="7245"/>
                </a:lnTo>
                <a:lnTo>
                  <a:pt x="3552" y="7588"/>
                </a:lnTo>
                <a:lnTo>
                  <a:pt x="3370" y="7709"/>
                </a:lnTo>
                <a:lnTo>
                  <a:pt x="3168" y="7891"/>
                </a:lnTo>
                <a:lnTo>
                  <a:pt x="2624" y="8375"/>
                </a:lnTo>
                <a:lnTo>
                  <a:pt x="2321" y="8658"/>
                </a:lnTo>
                <a:lnTo>
                  <a:pt x="1998" y="8981"/>
                </a:lnTo>
                <a:lnTo>
                  <a:pt x="1675" y="9344"/>
                </a:lnTo>
                <a:lnTo>
                  <a:pt x="1352" y="9707"/>
                </a:lnTo>
                <a:lnTo>
                  <a:pt x="1050" y="10071"/>
                </a:lnTo>
                <a:lnTo>
                  <a:pt x="787" y="10454"/>
                </a:lnTo>
                <a:lnTo>
                  <a:pt x="525" y="10837"/>
                </a:lnTo>
                <a:lnTo>
                  <a:pt x="323" y="11201"/>
                </a:lnTo>
                <a:lnTo>
                  <a:pt x="162" y="11564"/>
                </a:lnTo>
                <a:lnTo>
                  <a:pt x="101" y="11725"/>
                </a:lnTo>
                <a:lnTo>
                  <a:pt x="41" y="11907"/>
                </a:lnTo>
                <a:lnTo>
                  <a:pt x="20" y="12068"/>
                </a:lnTo>
                <a:lnTo>
                  <a:pt x="0" y="12210"/>
                </a:lnTo>
                <a:lnTo>
                  <a:pt x="0" y="12371"/>
                </a:lnTo>
                <a:lnTo>
                  <a:pt x="41" y="12492"/>
                </a:lnTo>
                <a:lnTo>
                  <a:pt x="81" y="12654"/>
                </a:lnTo>
                <a:lnTo>
                  <a:pt x="182" y="12795"/>
                </a:lnTo>
                <a:lnTo>
                  <a:pt x="283" y="12916"/>
                </a:lnTo>
                <a:lnTo>
                  <a:pt x="444" y="13017"/>
                </a:lnTo>
                <a:lnTo>
                  <a:pt x="606" y="13098"/>
                </a:lnTo>
                <a:lnTo>
                  <a:pt x="807" y="13158"/>
                </a:lnTo>
                <a:lnTo>
                  <a:pt x="1050" y="13198"/>
                </a:lnTo>
                <a:lnTo>
                  <a:pt x="1312" y="13219"/>
                </a:lnTo>
                <a:lnTo>
                  <a:pt x="2099" y="13259"/>
                </a:lnTo>
                <a:lnTo>
                  <a:pt x="2886" y="13259"/>
                </a:lnTo>
                <a:lnTo>
                  <a:pt x="3915" y="13239"/>
                </a:lnTo>
                <a:lnTo>
                  <a:pt x="4944" y="13198"/>
                </a:lnTo>
                <a:lnTo>
                  <a:pt x="5973" y="13098"/>
                </a:lnTo>
                <a:lnTo>
                  <a:pt x="6982" y="12976"/>
                </a:lnTo>
                <a:lnTo>
                  <a:pt x="7991" y="12835"/>
                </a:lnTo>
                <a:lnTo>
                  <a:pt x="9000" y="12633"/>
                </a:lnTo>
                <a:lnTo>
                  <a:pt x="10009" y="12411"/>
                </a:lnTo>
                <a:lnTo>
                  <a:pt x="10998" y="12149"/>
                </a:lnTo>
                <a:lnTo>
                  <a:pt x="11422" y="12028"/>
                </a:lnTo>
                <a:lnTo>
                  <a:pt x="11846" y="11887"/>
                </a:lnTo>
                <a:lnTo>
                  <a:pt x="12270" y="11725"/>
                </a:lnTo>
                <a:lnTo>
                  <a:pt x="12673" y="11564"/>
                </a:lnTo>
                <a:lnTo>
                  <a:pt x="13077" y="11362"/>
                </a:lnTo>
                <a:lnTo>
                  <a:pt x="13480" y="11160"/>
                </a:lnTo>
                <a:lnTo>
                  <a:pt x="13844" y="10898"/>
                </a:lnTo>
                <a:lnTo>
                  <a:pt x="14207" y="10615"/>
                </a:lnTo>
                <a:lnTo>
                  <a:pt x="14409" y="10454"/>
                </a:lnTo>
                <a:lnTo>
                  <a:pt x="14590" y="10272"/>
                </a:lnTo>
                <a:lnTo>
                  <a:pt x="14752" y="10071"/>
                </a:lnTo>
                <a:lnTo>
                  <a:pt x="14933" y="9869"/>
                </a:lnTo>
                <a:lnTo>
                  <a:pt x="15095" y="9647"/>
                </a:lnTo>
                <a:lnTo>
                  <a:pt x="15236" y="9405"/>
                </a:lnTo>
                <a:lnTo>
                  <a:pt x="15398" y="9162"/>
                </a:lnTo>
                <a:lnTo>
                  <a:pt x="15519" y="8900"/>
                </a:lnTo>
                <a:lnTo>
                  <a:pt x="15781" y="8355"/>
                </a:lnTo>
                <a:lnTo>
                  <a:pt x="16023" y="7730"/>
                </a:lnTo>
                <a:lnTo>
                  <a:pt x="16225" y="7064"/>
                </a:lnTo>
                <a:lnTo>
                  <a:pt x="16407" y="6337"/>
                </a:lnTo>
                <a:lnTo>
                  <a:pt x="16568" y="5570"/>
                </a:lnTo>
                <a:lnTo>
                  <a:pt x="16669" y="4844"/>
                </a:lnTo>
                <a:lnTo>
                  <a:pt x="16729" y="4178"/>
                </a:lnTo>
                <a:lnTo>
                  <a:pt x="16729" y="3855"/>
                </a:lnTo>
                <a:lnTo>
                  <a:pt x="16729" y="3532"/>
                </a:lnTo>
                <a:lnTo>
                  <a:pt x="16709" y="3250"/>
                </a:lnTo>
                <a:lnTo>
                  <a:pt x="16669" y="2947"/>
                </a:lnTo>
                <a:lnTo>
                  <a:pt x="16628" y="2664"/>
                </a:lnTo>
                <a:lnTo>
                  <a:pt x="16568" y="2382"/>
                </a:lnTo>
                <a:lnTo>
                  <a:pt x="16507" y="2120"/>
                </a:lnTo>
                <a:lnTo>
                  <a:pt x="16427" y="1857"/>
                </a:lnTo>
                <a:lnTo>
                  <a:pt x="16326" y="1615"/>
                </a:lnTo>
                <a:lnTo>
                  <a:pt x="16205" y="1373"/>
                </a:lnTo>
                <a:lnTo>
                  <a:pt x="16063" y="1090"/>
                </a:lnTo>
                <a:lnTo>
                  <a:pt x="15882" y="828"/>
                </a:lnTo>
                <a:lnTo>
                  <a:pt x="15680" y="606"/>
                </a:lnTo>
                <a:lnTo>
                  <a:pt x="15478" y="404"/>
                </a:lnTo>
                <a:lnTo>
                  <a:pt x="15256" y="243"/>
                </a:lnTo>
                <a:lnTo>
                  <a:pt x="15034" y="122"/>
                </a:lnTo>
                <a:lnTo>
                  <a:pt x="14792" y="41"/>
                </a:lnTo>
                <a:lnTo>
                  <a:pt x="14550" y="1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03" name="Google Shape;2103;p24"/>
          <p:cNvSpPr/>
          <p:nvPr/>
        </p:nvSpPr>
        <p:spPr>
          <a:xfrm>
            <a:off x="-154267" y="3947558"/>
            <a:ext cx="1395619" cy="1650669"/>
          </a:xfrm>
          <a:custGeom>
            <a:rect b="b" l="l" r="r" t="t"/>
            <a:pathLst>
              <a:path extrusionOk="0" h="29525" w="24963">
                <a:moveTo>
                  <a:pt x="18727" y="81"/>
                </a:moveTo>
                <a:lnTo>
                  <a:pt x="19211" y="102"/>
                </a:lnTo>
                <a:lnTo>
                  <a:pt x="19514" y="142"/>
                </a:lnTo>
                <a:lnTo>
                  <a:pt x="19837" y="223"/>
                </a:lnTo>
                <a:lnTo>
                  <a:pt x="20140" y="303"/>
                </a:lnTo>
                <a:lnTo>
                  <a:pt x="20442" y="404"/>
                </a:lnTo>
                <a:lnTo>
                  <a:pt x="20745" y="525"/>
                </a:lnTo>
                <a:lnTo>
                  <a:pt x="21048" y="667"/>
                </a:lnTo>
                <a:lnTo>
                  <a:pt x="21330" y="828"/>
                </a:lnTo>
                <a:lnTo>
                  <a:pt x="21613" y="1010"/>
                </a:lnTo>
                <a:lnTo>
                  <a:pt x="21895" y="1212"/>
                </a:lnTo>
                <a:lnTo>
                  <a:pt x="22158" y="1413"/>
                </a:lnTo>
                <a:lnTo>
                  <a:pt x="22420" y="1655"/>
                </a:lnTo>
                <a:lnTo>
                  <a:pt x="22662" y="1898"/>
                </a:lnTo>
                <a:lnTo>
                  <a:pt x="22904" y="2160"/>
                </a:lnTo>
                <a:lnTo>
                  <a:pt x="23126" y="2443"/>
                </a:lnTo>
                <a:lnTo>
                  <a:pt x="23328" y="2725"/>
                </a:lnTo>
                <a:lnTo>
                  <a:pt x="23530" y="3028"/>
                </a:lnTo>
                <a:lnTo>
                  <a:pt x="23691" y="3290"/>
                </a:lnTo>
                <a:lnTo>
                  <a:pt x="23833" y="3573"/>
                </a:lnTo>
                <a:lnTo>
                  <a:pt x="24095" y="4138"/>
                </a:lnTo>
                <a:lnTo>
                  <a:pt x="24317" y="4723"/>
                </a:lnTo>
                <a:lnTo>
                  <a:pt x="24499" y="5369"/>
                </a:lnTo>
                <a:lnTo>
                  <a:pt x="24660" y="6035"/>
                </a:lnTo>
                <a:lnTo>
                  <a:pt x="24761" y="6721"/>
                </a:lnTo>
                <a:lnTo>
                  <a:pt x="24842" y="7467"/>
                </a:lnTo>
                <a:lnTo>
                  <a:pt x="24882" y="8214"/>
                </a:lnTo>
                <a:lnTo>
                  <a:pt x="24882" y="8880"/>
                </a:lnTo>
                <a:lnTo>
                  <a:pt x="24862" y="9546"/>
                </a:lnTo>
                <a:lnTo>
                  <a:pt x="24822" y="10232"/>
                </a:lnTo>
                <a:lnTo>
                  <a:pt x="24761" y="10938"/>
                </a:lnTo>
                <a:lnTo>
                  <a:pt x="24660" y="11665"/>
                </a:lnTo>
                <a:lnTo>
                  <a:pt x="24539" y="12411"/>
                </a:lnTo>
                <a:lnTo>
                  <a:pt x="24398" y="13178"/>
                </a:lnTo>
                <a:lnTo>
                  <a:pt x="24216" y="13986"/>
                </a:lnTo>
                <a:lnTo>
                  <a:pt x="23994" y="14853"/>
                </a:lnTo>
                <a:lnTo>
                  <a:pt x="23873" y="15297"/>
                </a:lnTo>
                <a:lnTo>
                  <a:pt x="23732" y="15721"/>
                </a:lnTo>
                <a:lnTo>
                  <a:pt x="23570" y="16145"/>
                </a:lnTo>
                <a:lnTo>
                  <a:pt x="23369" y="16569"/>
                </a:lnTo>
                <a:lnTo>
                  <a:pt x="23167" y="16972"/>
                </a:lnTo>
                <a:lnTo>
                  <a:pt x="22925" y="17356"/>
                </a:lnTo>
                <a:lnTo>
                  <a:pt x="22682" y="17658"/>
                </a:lnTo>
                <a:lnTo>
                  <a:pt x="22440" y="17961"/>
                </a:lnTo>
                <a:lnTo>
                  <a:pt x="22158" y="18244"/>
                </a:lnTo>
                <a:lnTo>
                  <a:pt x="21875" y="18506"/>
                </a:lnTo>
                <a:lnTo>
                  <a:pt x="21573" y="18748"/>
                </a:lnTo>
                <a:lnTo>
                  <a:pt x="21270" y="18990"/>
                </a:lnTo>
                <a:lnTo>
                  <a:pt x="20947" y="19212"/>
                </a:lnTo>
                <a:lnTo>
                  <a:pt x="20604" y="19414"/>
                </a:lnTo>
                <a:lnTo>
                  <a:pt x="20261" y="19616"/>
                </a:lnTo>
                <a:lnTo>
                  <a:pt x="19918" y="19818"/>
                </a:lnTo>
                <a:lnTo>
                  <a:pt x="19211" y="20181"/>
                </a:lnTo>
                <a:lnTo>
                  <a:pt x="18465" y="20524"/>
                </a:lnTo>
                <a:lnTo>
                  <a:pt x="17738" y="20847"/>
                </a:lnTo>
                <a:lnTo>
                  <a:pt x="17133" y="21109"/>
                </a:lnTo>
                <a:lnTo>
                  <a:pt x="16245" y="21513"/>
                </a:lnTo>
                <a:lnTo>
                  <a:pt x="15418" y="21916"/>
                </a:lnTo>
                <a:lnTo>
                  <a:pt x="14651" y="22340"/>
                </a:lnTo>
                <a:lnTo>
                  <a:pt x="13924" y="22744"/>
                </a:lnTo>
                <a:lnTo>
                  <a:pt x="13258" y="23167"/>
                </a:lnTo>
                <a:lnTo>
                  <a:pt x="12633" y="23611"/>
                </a:lnTo>
                <a:lnTo>
                  <a:pt x="12048" y="24055"/>
                </a:lnTo>
                <a:lnTo>
                  <a:pt x="11503" y="24520"/>
                </a:lnTo>
                <a:lnTo>
                  <a:pt x="11099" y="24883"/>
                </a:lnTo>
                <a:lnTo>
                  <a:pt x="10695" y="25246"/>
                </a:lnTo>
                <a:lnTo>
                  <a:pt x="9949" y="26013"/>
                </a:lnTo>
                <a:lnTo>
                  <a:pt x="9323" y="26638"/>
                </a:lnTo>
                <a:lnTo>
                  <a:pt x="8698" y="27244"/>
                </a:lnTo>
                <a:lnTo>
                  <a:pt x="8355" y="27526"/>
                </a:lnTo>
                <a:lnTo>
                  <a:pt x="8032" y="27809"/>
                </a:lnTo>
                <a:lnTo>
                  <a:pt x="7668" y="28091"/>
                </a:lnTo>
                <a:lnTo>
                  <a:pt x="7325" y="28334"/>
                </a:lnTo>
                <a:lnTo>
                  <a:pt x="6902" y="28596"/>
                </a:lnTo>
                <a:lnTo>
                  <a:pt x="6498" y="28818"/>
                </a:lnTo>
                <a:lnTo>
                  <a:pt x="6094" y="29000"/>
                </a:lnTo>
                <a:lnTo>
                  <a:pt x="5711" y="29141"/>
                </a:lnTo>
                <a:lnTo>
                  <a:pt x="5328" y="29262"/>
                </a:lnTo>
                <a:lnTo>
                  <a:pt x="4964" y="29343"/>
                </a:lnTo>
                <a:lnTo>
                  <a:pt x="4601" y="29403"/>
                </a:lnTo>
                <a:lnTo>
                  <a:pt x="4238" y="29423"/>
                </a:lnTo>
                <a:lnTo>
                  <a:pt x="3915" y="29423"/>
                </a:lnTo>
                <a:lnTo>
                  <a:pt x="3592" y="29403"/>
                </a:lnTo>
                <a:lnTo>
                  <a:pt x="3289" y="29363"/>
                </a:lnTo>
                <a:lnTo>
                  <a:pt x="2987" y="29302"/>
                </a:lnTo>
                <a:lnTo>
                  <a:pt x="2724" y="29221"/>
                </a:lnTo>
                <a:lnTo>
                  <a:pt x="2462" y="29121"/>
                </a:lnTo>
                <a:lnTo>
                  <a:pt x="2240" y="29020"/>
                </a:lnTo>
                <a:lnTo>
                  <a:pt x="2018" y="28899"/>
                </a:lnTo>
                <a:lnTo>
                  <a:pt x="1715" y="28677"/>
                </a:lnTo>
                <a:lnTo>
                  <a:pt x="1433" y="28414"/>
                </a:lnTo>
                <a:lnTo>
                  <a:pt x="1170" y="28132"/>
                </a:lnTo>
                <a:lnTo>
                  <a:pt x="928" y="27809"/>
                </a:lnTo>
                <a:lnTo>
                  <a:pt x="706" y="27446"/>
                </a:lnTo>
                <a:lnTo>
                  <a:pt x="525" y="27062"/>
                </a:lnTo>
                <a:lnTo>
                  <a:pt x="363" y="26659"/>
                </a:lnTo>
                <a:lnTo>
                  <a:pt x="242" y="26235"/>
                </a:lnTo>
                <a:lnTo>
                  <a:pt x="182" y="25952"/>
                </a:lnTo>
                <a:lnTo>
                  <a:pt x="121" y="25670"/>
                </a:lnTo>
                <a:lnTo>
                  <a:pt x="101" y="25387"/>
                </a:lnTo>
                <a:lnTo>
                  <a:pt x="81" y="25105"/>
                </a:lnTo>
                <a:lnTo>
                  <a:pt x="81" y="24802"/>
                </a:lnTo>
                <a:lnTo>
                  <a:pt x="81" y="24520"/>
                </a:lnTo>
                <a:lnTo>
                  <a:pt x="101" y="24237"/>
                </a:lnTo>
                <a:lnTo>
                  <a:pt x="141" y="23954"/>
                </a:lnTo>
                <a:lnTo>
                  <a:pt x="202" y="23672"/>
                </a:lnTo>
                <a:lnTo>
                  <a:pt x="262" y="23389"/>
                </a:lnTo>
                <a:lnTo>
                  <a:pt x="343" y="23107"/>
                </a:lnTo>
                <a:lnTo>
                  <a:pt x="424" y="22824"/>
                </a:lnTo>
                <a:lnTo>
                  <a:pt x="545" y="22562"/>
                </a:lnTo>
                <a:lnTo>
                  <a:pt x="666" y="22300"/>
                </a:lnTo>
                <a:lnTo>
                  <a:pt x="787" y="22037"/>
                </a:lnTo>
                <a:lnTo>
                  <a:pt x="928" y="21795"/>
                </a:lnTo>
                <a:lnTo>
                  <a:pt x="1211" y="21392"/>
                </a:lnTo>
                <a:lnTo>
                  <a:pt x="1514" y="21008"/>
                </a:lnTo>
                <a:lnTo>
                  <a:pt x="1836" y="20645"/>
                </a:lnTo>
                <a:lnTo>
                  <a:pt x="2200" y="20302"/>
                </a:lnTo>
                <a:lnTo>
                  <a:pt x="2563" y="19959"/>
                </a:lnTo>
                <a:lnTo>
                  <a:pt x="2926" y="19656"/>
                </a:lnTo>
                <a:lnTo>
                  <a:pt x="3693" y="19071"/>
                </a:lnTo>
                <a:lnTo>
                  <a:pt x="4238" y="18687"/>
                </a:lnTo>
                <a:lnTo>
                  <a:pt x="4803" y="18304"/>
                </a:lnTo>
                <a:lnTo>
                  <a:pt x="5368" y="17921"/>
                </a:lnTo>
                <a:lnTo>
                  <a:pt x="5953" y="17557"/>
                </a:lnTo>
                <a:lnTo>
                  <a:pt x="6518" y="17194"/>
                </a:lnTo>
                <a:lnTo>
                  <a:pt x="7124" y="16851"/>
                </a:lnTo>
                <a:lnTo>
                  <a:pt x="7709" y="16528"/>
                </a:lnTo>
                <a:lnTo>
                  <a:pt x="8314" y="16205"/>
                </a:lnTo>
                <a:lnTo>
                  <a:pt x="8556" y="16084"/>
                </a:lnTo>
                <a:lnTo>
                  <a:pt x="9162" y="15761"/>
                </a:lnTo>
                <a:lnTo>
                  <a:pt x="9464" y="15580"/>
                </a:lnTo>
                <a:lnTo>
                  <a:pt x="9767" y="15398"/>
                </a:lnTo>
                <a:lnTo>
                  <a:pt x="10050" y="15196"/>
                </a:lnTo>
                <a:lnTo>
                  <a:pt x="10312" y="14995"/>
                </a:lnTo>
                <a:lnTo>
                  <a:pt x="10574" y="14752"/>
                </a:lnTo>
                <a:lnTo>
                  <a:pt x="10796" y="14490"/>
                </a:lnTo>
                <a:lnTo>
                  <a:pt x="10938" y="14308"/>
                </a:lnTo>
                <a:lnTo>
                  <a:pt x="11059" y="14107"/>
                </a:lnTo>
                <a:lnTo>
                  <a:pt x="11180" y="13905"/>
                </a:lnTo>
                <a:lnTo>
                  <a:pt x="11281" y="13683"/>
                </a:lnTo>
                <a:lnTo>
                  <a:pt x="11482" y="13219"/>
                </a:lnTo>
                <a:lnTo>
                  <a:pt x="11624" y="12755"/>
                </a:lnTo>
                <a:lnTo>
                  <a:pt x="11745" y="12270"/>
                </a:lnTo>
                <a:lnTo>
                  <a:pt x="11846" y="11766"/>
                </a:lnTo>
                <a:lnTo>
                  <a:pt x="11926" y="11261"/>
                </a:lnTo>
                <a:lnTo>
                  <a:pt x="11987" y="10777"/>
                </a:lnTo>
                <a:lnTo>
                  <a:pt x="12088" y="9889"/>
                </a:lnTo>
                <a:lnTo>
                  <a:pt x="12169" y="9001"/>
                </a:lnTo>
                <a:lnTo>
                  <a:pt x="12229" y="8153"/>
                </a:lnTo>
                <a:lnTo>
                  <a:pt x="12330" y="7286"/>
                </a:lnTo>
                <a:lnTo>
                  <a:pt x="12451" y="6438"/>
                </a:lnTo>
                <a:lnTo>
                  <a:pt x="12532" y="6014"/>
                </a:lnTo>
                <a:lnTo>
                  <a:pt x="12633" y="5591"/>
                </a:lnTo>
                <a:lnTo>
                  <a:pt x="12814" y="5005"/>
                </a:lnTo>
                <a:lnTo>
                  <a:pt x="13016" y="4420"/>
                </a:lnTo>
                <a:lnTo>
                  <a:pt x="13258" y="3875"/>
                </a:lnTo>
                <a:lnTo>
                  <a:pt x="13541" y="3351"/>
                </a:lnTo>
                <a:lnTo>
                  <a:pt x="13844" y="2866"/>
                </a:lnTo>
                <a:lnTo>
                  <a:pt x="14187" y="2422"/>
                </a:lnTo>
                <a:lnTo>
                  <a:pt x="14550" y="1999"/>
                </a:lnTo>
                <a:lnTo>
                  <a:pt x="14933" y="1615"/>
                </a:lnTo>
                <a:lnTo>
                  <a:pt x="15135" y="1434"/>
                </a:lnTo>
                <a:lnTo>
                  <a:pt x="15357" y="1272"/>
                </a:lnTo>
                <a:lnTo>
                  <a:pt x="15801" y="949"/>
                </a:lnTo>
                <a:lnTo>
                  <a:pt x="16265" y="707"/>
                </a:lnTo>
                <a:lnTo>
                  <a:pt x="16729" y="485"/>
                </a:lnTo>
                <a:lnTo>
                  <a:pt x="17234" y="303"/>
                </a:lnTo>
                <a:lnTo>
                  <a:pt x="17738" y="182"/>
                </a:lnTo>
                <a:lnTo>
                  <a:pt x="17980" y="142"/>
                </a:lnTo>
                <a:lnTo>
                  <a:pt x="18223" y="102"/>
                </a:lnTo>
                <a:lnTo>
                  <a:pt x="18485" y="81"/>
                </a:lnTo>
                <a:close/>
                <a:moveTo>
                  <a:pt x="18646" y="1"/>
                </a:moveTo>
                <a:lnTo>
                  <a:pt x="18364" y="21"/>
                </a:lnTo>
                <a:lnTo>
                  <a:pt x="18081" y="41"/>
                </a:lnTo>
                <a:lnTo>
                  <a:pt x="17799" y="81"/>
                </a:lnTo>
                <a:lnTo>
                  <a:pt x="17516" y="142"/>
                </a:lnTo>
                <a:lnTo>
                  <a:pt x="17234" y="223"/>
                </a:lnTo>
                <a:lnTo>
                  <a:pt x="16951" y="324"/>
                </a:lnTo>
                <a:lnTo>
                  <a:pt x="16669" y="425"/>
                </a:lnTo>
                <a:lnTo>
                  <a:pt x="16406" y="546"/>
                </a:lnTo>
                <a:lnTo>
                  <a:pt x="16124" y="667"/>
                </a:lnTo>
                <a:lnTo>
                  <a:pt x="15862" y="828"/>
                </a:lnTo>
                <a:lnTo>
                  <a:pt x="15599" y="990"/>
                </a:lnTo>
                <a:lnTo>
                  <a:pt x="15357" y="1151"/>
                </a:lnTo>
                <a:lnTo>
                  <a:pt x="15115" y="1353"/>
                </a:lnTo>
                <a:lnTo>
                  <a:pt x="14873" y="1555"/>
                </a:lnTo>
                <a:lnTo>
                  <a:pt x="14489" y="1938"/>
                </a:lnTo>
                <a:lnTo>
                  <a:pt x="14126" y="2362"/>
                </a:lnTo>
                <a:lnTo>
                  <a:pt x="13783" y="2826"/>
                </a:lnTo>
                <a:lnTo>
                  <a:pt x="13460" y="3310"/>
                </a:lnTo>
                <a:lnTo>
                  <a:pt x="13198" y="3835"/>
                </a:lnTo>
                <a:lnTo>
                  <a:pt x="12956" y="4400"/>
                </a:lnTo>
                <a:lnTo>
                  <a:pt x="12734" y="4965"/>
                </a:lnTo>
                <a:lnTo>
                  <a:pt x="12552" y="5570"/>
                </a:lnTo>
                <a:lnTo>
                  <a:pt x="12471" y="5994"/>
                </a:lnTo>
                <a:lnTo>
                  <a:pt x="12370" y="6418"/>
                </a:lnTo>
                <a:lnTo>
                  <a:pt x="12310" y="6842"/>
                </a:lnTo>
                <a:lnTo>
                  <a:pt x="12249" y="7286"/>
                </a:lnTo>
                <a:lnTo>
                  <a:pt x="12148" y="8133"/>
                </a:lnTo>
                <a:lnTo>
                  <a:pt x="12088" y="9001"/>
                </a:lnTo>
                <a:lnTo>
                  <a:pt x="12007" y="9889"/>
                </a:lnTo>
                <a:lnTo>
                  <a:pt x="11906" y="10777"/>
                </a:lnTo>
                <a:lnTo>
                  <a:pt x="11846" y="11261"/>
                </a:lnTo>
                <a:lnTo>
                  <a:pt x="11765" y="11746"/>
                </a:lnTo>
                <a:lnTo>
                  <a:pt x="11664" y="12230"/>
                </a:lnTo>
                <a:lnTo>
                  <a:pt x="11543" y="12714"/>
                </a:lnTo>
                <a:lnTo>
                  <a:pt x="11402" y="13198"/>
                </a:lnTo>
                <a:lnTo>
                  <a:pt x="11220" y="13642"/>
                </a:lnTo>
                <a:lnTo>
                  <a:pt x="11119" y="13844"/>
                </a:lnTo>
                <a:lnTo>
                  <a:pt x="10998" y="14066"/>
                </a:lnTo>
                <a:lnTo>
                  <a:pt x="10877" y="14248"/>
                </a:lnTo>
                <a:lnTo>
                  <a:pt x="10736" y="14450"/>
                </a:lnTo>
                <a:lnTo>
                  <a:pt x="10514" y="14692"/>
                </a:lnTo>
                <a:lnTo>
                  <a:pt x="10272" y="14934"/>
                </a:lnTo>
                <a:lnTo>
                  <a:pt x="9989" y="15136"/>
                </a:lnTo>
                <a:lnTo>
                  <a:pt x="9707" y="15338"/>
                </a:lnTo>
                <a:lnTo>
                  <a:pt x="9424" y="15519"/>
                </a:lnTo>
                <a:lnTo>
                  <a:pt x="9121" y="15681"/>
                </a:lnTo>
                <a:lnTo>
                  <a:pt x="8516" y="16004"/>
                </a:lnTo>
                <a:lnTo>
                  <a:pt x="8274" y="16145"/>
                </a:lnTo>
                <a:lnTo>
                  <a:pt x="7668" y="16447"/>
                </a:lnTo>
                <a:lnTo>
                  <a:pt x="7083" y="16791"/>
                </a:lnTo>
                <a:lnTo>
                  <a:pt x="6478" y="17134"/>
                </a:lnTo>
                <a:lnTo>
                  <a:pt x="5913" y="17497"/>
                </a:lnTo>
                <a:lnTo>
                  <a:pt x="5328" y="17860"/>
                </a:lnTo>
                <a:lnTo>
                  <a:pt x="4763" y="18223"/>
                </a:lnTo>
                <a:lnTo>
                  <a:pt x="4198" y="18607"/>
                </a:lnTo>
                <a:lnTo>
                  <a:pt x="3653" y="19010"/>
                </a:lnTo>
                <a:lnTo>
                  <a:pt x="2866" y="19596"/>
                </a:lnTo>
                <a:lnTo>
                  <a:pt x="2502" y="19918"/>
                </a:lnTo>
                <a:lnTo>
                  <a:pt x="2139" y="20241"/>
                </a:lnTo>
                <a:lnTo>
                  <a:pt x="1776" y="20584"/>
                </a:lnTo>
                <a:lnTo>
                  <a:pt x="1453" y="20948"/>
                </a:lnTo>
                <a:lnTo>
                  <a:pt x="1150" y="21331"/>
                </a:lnTo>
                <a:lnTo>
                  <a:pt x="868" y="21755"/>
                </a:lnTo>
                <a:lnTo>
                  <a:pt x="727" y="21997"/>
                </a:lnTo>
                <a:lnTo>
                  <a:pt x="585" y="22259"/>
                </a:lnTo>
                <a:lnTo>
                  <a:pt x="464" y="22542"/>
                </a:lnTo>
                <a:lnTo>
                  <a:pt x="363" y="22804"/>
                </a:lnTo>
                <a:lnTo>
                  <a:pt x="262" y="23087"/>
                </a:lnTo>
                <a:lnTo>
                  <a:pt x="182" y="23369"/>
                </a:lnTo>
                <a:lnTo>
                  <a:pt x="121" y="23652"/>
                </a:lnTo>
                <a:lnTo>
                  <a:pt x="61" y="23934"/>
                </a:lnTo>
                <a:lnTo>
                  <a:pt x="20" y="24217"/>
                </a:lnTo>
                <a:lnTo>
                  <a:pt x="0" y="24520"/>
                </a:lnTo>
                <a:lnTo>
                  <a:pt x="0" y="24802"/>
                </a:lnTo>
                <a:lnTo>
                  <a:pt x="0" y="25105"/>
                </a:lnTo>
                <a:lnTo>
                  <a:pt x="20" y="25387"/>
                </a:lnTo>
                <a:lnTo>
                  <a:pt x="61" y="25690"/>
                </a:lnTo>
                <a:lnTo>
                  <a:pt x="101" y="25972"/>
                </a:lnTo>
                <a:lnTo>
                  <a:pt x="161" y="26255"/>
                </a:lnTo>
                <a:lnTo>
                  <a:pt x="283" y="26699"/>
                </a:lnTo>
                <a:lnTo>
                  <a:pt x="444" y="27103"/>
                </a:lnTo>
                <a:lnTo>
                  <a:pt x="646" y="27486"/>
                </a:lnTo>
                <a:lnTo>
                  <a:pt x="848" y="27849"/>
                </a:lnTo>
                <a:lnTo>
                  <a:pt x="1110" y="28172"/>
                </a:lnTo>
                <a:lnTo>
                  <a:pt x="1372" y="28475"/>
                </a:lnTo>
                <a:lnTo>
                  <a:pt x="1675" y="28737"/>
                </a:lnTo>
                <a:lnTo>
                  <a:pt x="1978" y="28959"/>
                </a:lnTo>
                <a:lnTo>
                  <a:pt x="2220" y="29100"/>
                </a:lnTo>
                <a:lnTo>
                  <a:pt x="2462" y="29221"/>
                </a:lnTo>
                <a:lnTo>
                  <a:pt x="2704" y="29302"/>
                </a:lnTo>
                <a:lnTo>
                  <a:pt x="2967" y="29383"/>
                </a:lnTo>
                <a:lnTo>
                  <a:pt x="3209" y="29443"/>
                </a:lnTo>
                <a:lnTo>
                  <a:pt x="3471" y="29484"/>
                </a:lnTo>
                <a:lnTo>
                  <a:pt x="3733" y="29504"/>
                </a:lnTo>
                <a:lnTo>
                  <a:pt x="3996" y="29524"/>
                </a:lnTo>
                <a:lnTo>
                  <a:pt x="4460" y="29484"/>
                </a:lnTo>
                <a:lnTo>
                  <a:pt x="4904" y="29423"/>
                </a:lnTo>
                <a:lnTo>
                  <a:pt x="5368" y="29322"/>
                </a:lnTo>
                <a:lnTo>
                  <a:pt x="5812" y="29181"/>
                </a:lnTo>
                <a:lnTo>
                  <a:pt x="6236" y="29020"/>
                </a:lnTo>
                <a:lnTo>
                  <a:pt x="6639" y="28838"/>
                </a:lnTo>
                <a:lnTo>
                  <a:pt x="7003" y="28636"/>
                </a:lnTo>
                <a:lnTo>
                  <a:pt x="7366" y="28414"/>
                </a:lnTo>
                <a:lnTo>
                  <a:pt x="7729" y="28152"/>
                </a:lnTo>
                <a:lnTo>
                  <a:pt x="8072" y="27890"/>
                </a:lnTo>
                <a:lnTo>
                  <a:pt x="8415" y="27587"/>
                </a:lnTo>
                <a:lnTo>
                  <a:pt x="8738" y="27304"/>
                </a:lnTo>
                <a:lnTo>
                  <a:pt x="9384" y="26699"/>
                </a:lnTo>
                <a:lnTo>
                  <a:pt x="9989" y="26073"/>
                </a:lnTo>
                <a:lnTo>
                  <a:pt x="10756" y="25307"/>
                </a:lnTo>
                <a:lnTo>
                  <a:pt x="11139" y="24943"/>
                </a:lnTo>
                <a:lnTo>
                  <a:pt x="11543" y="24580"/>
                </a:lnTo>
                <a:lnTo>
                  <a:pt x="12108" y="24116"/>
                </a:lnTo>
                <a:lnTo>
                  <a:pt x="12693" y="23672"/>
                </a:lnTo>
                <a:lnTo>
                  <a:pt x="13299" y="23248"/>
                </a:lnTo>
                <a:lnTo>
                  <a:pt x="13985" y="22824"/>
                </a:lnTo>
                <a:lnTo>
                  <a:pt x="14691" y="22401"/>
                </a:lnTo>
                <a:lnTo>
                  <a:pt x="15458" y="21997"/>
                </a:lnTo>
                <a:lnTo>
                  <a:pt x="16285" y="21593"/>
                </a:lnTo>
                <a:lnTo>
                  <a:pt x="17173" y="21170"/>
                </a:lnTo>
                <a:lnTo>
                  <a:pt x="17758" y="20907"/>
                </a:lnTo>
                <a:lnTo>
                  <a:pt x="18505" y="20584"/>
                </a:lnTo>
                <a:lnTo>
                  <a:pt x="19252" y="20241"/>
                </a:lnTo>
                <a:lnTo>
                  <a:pt x="19958" y="19878"/>
                </a:lnTo>
                <a:lnTo>
                  <a:pt x="20321" y="19696"/>
                </a:lnTo>
                <a:lnTo>
                  <a:pt x="20664" y="19495"/>
                </a:lnTo>
                <a:lnTo>
                  <a:pt x="20987" y="19273"/>
                </a:lnTo>
                <a:lnTo>
                  <a:pt x="21330" y="19051"/>
                </a:lnTo>
                <a:lnTo>
                  <a:pt x="21633" y="18809"/>
                </a:lnTo>
                <a:lnTo>
                  <a:pt x="21936" y="18566"/>
                </a:lnTo>
                <a:lnTo>
                  <a:pt x="22218" y="18304"/>
                </a:lnTo>
                <a:lnTo>
                  <a:pt x="22501" y="18022"/>
                </a:lnTo>
                <a:lnTo>
                  <a:pt x="22743" y="17719"/>
                </a:lnTo>
                <a:lnTo>
                  <a:pt x="22985" y="17396"/>
                </a:lnTo>
                <a:lnTo>
                  <a:pt x="23227" y="17013"/>
                </a:lnTo>
                <a:lnTo>
                  <a:pt x="23449" y="16589"/>
                </a:lnTo>
                <a:lnTo>
                  <a:pt x="23631" y="16185"/>
                </a:lnTo>
                <a:lnTo>
                  <a:pt x="23792" y="15761"/>
                </a:lnTo>
                <a:lnTo>
                  <a:pt x="23954" y="15317"/>
                </a:lnTo>
                <a:lnTo>
                  <a:pt x="24075" y="14873"/>
                </a:lnTo>
                <a:lnTo>
                  <a:pt x="24297" y="14006"/>
                </a:lnTo>
                <a:lnTo>
                  <a:pt x="24478" y="13198"/>
                </a:lnTo>
                <a:lnTo>
                  <a:pt x="24620" y="12432"/>
                </a:lnTo>
                <a:lnTo>
                  <a:pt x="24741" y="11685"/>
                </a:lnTo>
                <a:lnTo>
                  <a:pt x="24842" y="10938"/>
                </a:lnTo>
                <a:lnTo>
                  <a:pt x="24902" y="10232"/>
                </a:lnTo>
                <a:lnTo>
                  <a:pt x="24943" y="9546"/>
                </a:lnTo>
                <a:lnTo>
                  <a:pt x="24963" y="8880"/>
                </a:lnTo>
                <a:lnTo>
                  <a:pt x="24963" y="8214"/>
                </a:lnTo>
                <a:lnTo>
                  <a:pt x="24922" y="7447"/>
                </a:lnTo>
                <a:lnTo>
                  <a:pt x="24842" y="6721"/>
                </a:lnTo>
                <a:lnTo>
                  <a:pt x="24741" y="6014"/>
                </a:lnTo>
                <a:lnTo>
                  <a:pt x="24579" y="5348"/>
                </a:lnTo>
                <a:lnTo>
                  <a:pt x="24398" y="4703"/>
                </a:lnTo>
                <a:lnTo>
                  <a:pt x="24156" y="4097"/>
                </a:lnTo>
                <a:lnTo>
                  <a:pt x="23893" y="3532"/>
                </a:lnTo>
                <a:lnTo>
                  <a:pt x="23752" y="3250"/>
                </a:lnTo>
                <a:lnTo>
                  <a:pt x="23591" y="2987"/>
                </a:lnTo>
                <a:lnTo>
                  <a:pt x="23389" y="2685"/>
                </a:lnTo>
                <a:lnTo>
                  <a:pt x="23187" y="2382"/>
                </a:lnTo>
                <a:lnTo>
                  <a:pt x="22965" y="2099"/>
                </a:lnTo>
                <a:lnTo>
                  <a:pt x="22723" y="1837"/>
                </a:lnTo>
                <a:lnTo>
                  <a:pt x="22460" y="1595"/>
                </a:lnTo>
                <a:lnTo>
                  <a:pt x="22218" y="1353"/>
                </a:lnTo>
                <a:lnTo>
                  <a:pt x="21936" y="1151"/>
                </a:lnTo>
                <a:lnTo>
                  <a:pt x="21653" y="949"/>
                </a:lnTo>
                <a:lnTo>
                  <a:pt x="21371" y="768"/>
                </a:lnTo>
                <a:lnTo>
                  <a:pt x="21088" y="606"/>
                </a:lnTo>
                <a:lnTo>
                  <a:pt x="20785" y="445"/>
                </a:lnTo>
                <a:lnTo>
                  <a:pt x="20483" y="324"/>
                </a:lnTo>
                <a:lnTo>
                  <a:pt x="20160" y="223"/>
                </a:lnTo>
                <a:lnTo>
                  <a:pt x="19857" y="142"/>
                </a:lnTo>
                <a:lnTo>
                  <a:pt x="19534" y="61"/>
                </a:lnTo>
                <a:lnTo>
                  <a:pt x="19211" y="21"/>
                </a:lnTo>
                <a:lnTo>
                  <a:pt x="18929" y="1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04" name="Google Shape;2104;p24"/>
          <p:cNvSpPr/>
          <p:nvPr/>
        </p:nvSpPr>
        <p:spPr>
          <a:xfrm>
            <a:off x="1252727" y="4839770"/>
            <a:ext cx="653335" cy="572101"/>
          </a:xfrm>
          <a:custGeom>
            <a:rect b="b" l="l" r="r" t="t"/>
            <a:pathLst>
              <a:path extrusionOk="0" h="10233" w="11686">
                <a:moveTo>
                  <a:pt x="10817" y="82"/>
                </a:moveTo>
                <a:lnTo>
                  <a:pt x="10918" y="102"/>
                </a:lnTo>
                <a:lnTo>
                  <a:pt x="10979" y="142"/>
                </a:lnTo>
                <a:lnTo>
                  <a:pt x="11039" y="182"/>
                </a:lnTo>
                <a:lnTo>
                  <a:pt x="11120" y="303"/>
                </a:lnTo>
                <a:lnTo>
                  <a:pt x="11201" y="445"/>
                </a:lnTo>
                <a:lnTo>
                  <a:pt x="11241" y="586"/>
                </a:lnTo>
                <a:lnTo>
                  <a:pt x="11382" y="1191"/>
                </a:lnTo>
                <a:lnTo>
                  <a:pt x="11504" y="1797"/>
                </a:lnTo>
                <a:lnTo>
                  <a:pt x="11564" y="2422"/>
                </a:lnTo>
                <a:lnTo>
                  <a:pt x="11604" y="3028"/>
                </a:lnTo>
                <a:lnTo>
                  <a:pt x="11584" y="3653"/>
                </a:lnTo>
                <a:lnTo>
                  <a:pt x="11544" y="4259"/>
                </a:lnTo>
                <a:lnTo>
                  <a:pt x="11463" y="4884"/>
                </a:lnTo>
                <a:lnTo>
                  <a:pt x="11342" y="5490"/>
                </a:lnTo>
                <a:lnTo>
                  <a:pt x="11241" y="5853"/>
                </a:lnTo>
                <a:lnTo>
                  <a:pt x="11140" y="6176"/>
                </a:lnTo>
                <a:lnTo>
                  <a:pt x="11019" y="6499"/>
                </a:lnTo>
                <a:lnTo>
                  <a:pt x="10878" y="6781"/>
                </a:lnTo>
                <a:lnTo>
                  <a:pt x="10737" y="7044"/>
                </a:lnTo>
                <a:lnTo>
                  <a:pt x="10575" y="7286"/>
                </a:lnTo>
                <a:lnTo>
                  <a:pt x="10414" y="7488"/>
                </a:lnTo>
                <a:lnTo>
                  <a:pt x="10212" y="7669"/>
                </a:lnTo>
                <a:lnTo>
                  <a:pt x="10030" y="7831"/>
                </a:lnTo>
                <a:lnTo>
                  <a:pt x="9849" y="7972"/>
                </a:lnTo>
                <a:lnTo>
                  <a:pt x="9647" y="8093"/>
                </a:lnTo>
                <a:lnTo>
                  <a:pt x="9425" y="8194"/>
                </a:lnTo>
                <a:lnTo>
                  <a:pt x="9001" y="8396"/>
                </a:lnTo>
                <a:lnTo>
                  <a:pt x="8557" y="8557"/>
                </a:lnTo>
                <a:lnTo>
                  <a:pt x="7730" y="8840"/>
                </a:lnTo>
                <a:lnTo>
                  <a:pt x="6862" y="9142"/>
                </a:lnTo>
                <a:lnTo>
                  <a:pt x="5974" y="9405"/>
                </a:lnTo>
                <a:lnTo>
                  <a:pt x="5066" y="9647"/>
                </a:lnTo>
                <a:lnTo>
                  <a:pt x="4158" y="9849"/>
                </a:lnTo>
                <a:lnTo>
                  <a:pt x="3714" y="9950"/>
                </a:lnTo>
                <a:lnTo>
                  <a:pt x="3270" y="10010"/>
                </a:lnTo>
                <a:lnTo>
                  <a:pt x="2806" y="10071"/>
                </a:lnTo>
                <a:lnTo>
                  <a:pt x="2362" y="10111"/>
                </a:lnTo>
                <a:lnTo>
                  <a:pt x="1918" y="10151"/>
                </a:lnTo>
                <a:lnTo>
                  <a:pt x="1252" y="10151"/>
                </a:lnTo>
                <a:lnTo>
                  <a:pt x="1070" y="10131"/>
                </a:lnTo>
                <a:lnTo>
                  <a:pt x="889" y="10071"/>
                </a:lnTo>
                <a:lnTo>
                  <a:pt x="707" y="10010"/>
                </a:lnTo>
                <a:lnTo>
                  <a:pt x="566" y="9950"/>
                </a:lnTo>
                <a:lnTo>
                  <a:pt x="425" y="9849"/>
                </a:lnTo>
                <a:lnTo>
                  <a:pt x="324" y="9748"/>
                </a:lnTo>
                <a:lnTo>
                  <a:pt x="223" y="9627"/>
                </a:lnTo>
                <a:lnTo>
                  <a:pt x="162" y="9526"/>
                </a:lnTo>
                <a:lnTo>
                  <a:pt x="122" y="9405"/>
                </a:lnTo>
                <a:lnTo>
                  <a:pt x="102" y="9284"/>
                </a:lnTo>
                <a:lnTo>
                  <a:pt x="82" y="9163"/>
                </a:lnTo>
                <a:lnTo>
                  <a:pt x="102" y="9021"/>
                </a:lnTo>
                <a:lnTo>
                  <a:pt x="122" y="8880"/>
                </a:lnTo>
                <a:lnTo>
                  <a:pt x="162" y="8739"/>
                </a:lnTo>
                <a:lnTo>
                  <a:pt x="223" y="8577"/>
                </a:lnTo>
                <a:lnTo>
                  <a:pt x="324" y="8416"/>
                </a:lnTo>
                <a:lnTo>
                  <a:pt x="425" y="8234"/>
                </a:lnTo>
                <a:lnTo>
                  <a:pt x="546" y="8073"/>
                </a:lnTo>
                <a:lnTo>
                  <a:pt x="667" y="7911"/>
                </a:lnTo>
                <a:lnTo>
                  <a:pt x="970" y="7589"/>
                </a:lnTo>
                <a:lnTo>
                  <a:pt x="1292" y="7306"/>
                </a:lnTo>
                <a:lnTo>
                  <a:pt x="1615" y="7064"/>
                </a:lnTo>
                <a:lnTo>
                  <a:pt x="1979" y="6822"/>
                </a:lnTo>
                <a:lnTo>
                  <a:pt x="2322" y="6620"/>
                </a:lnTo>
                <a:lnTo>
                  <a:pt x="2645" y="6438"/>
                </a:lnTo>
                <a:lnTo>
                  <a:pt x="3008" y="6257"/>
                </a:lnTo>
                <a:lnTo>
                  <a:pt x="3391" y="6075"/>
                </a:lnTo>
                <a:lnTo>
                  <a:pt x="4138" y="5752"/>
                </a:lnTo>
                <a:lnTo>
                  <a:pt x="5107" y="5328"/>
                </a:lnTo>
                <a:lnTo>
                  <a:pt x="5591" y="5086"/>
                </a:lnTo>
                <a:lnTo>
                  <a:pt x="6055" y="4824"/>
                </a:lnTo>
                <a:lnTo>
                  <a:pt x="6459" y="4582"/>
                </a:lnTo>
                <a:lnTo>
                  <a:pt x="6822" y="4319"/>
                </a:lnTo>
                <a:lnTo>
                  <a:pt x="7185" y="4017"/>
                </a:lnTo>
                <a:lnTo>
                  <a:pt x="7528" y="3714"/>
                </a:lnTo>
                <a:lnTo>
                  <a:pt x="7851" y="3391"/>
                </a:lnTo>
                <a:lnTo>
                  <a:pt x="8174" y="3048"/>
                </a:lnTo>
                <a:lnTo>
                  <a:pt x="8456" y="2685"/>
                </a:lnTo>
                <a:lnTo>
                  <a:pt x="8719" y="2301"/>
                </a:lnTo>
                <a:lnTo>
                  <a:pt x="9021" y="1817"/>
                </a:lnTo>
                <a:lnTo>
                  <a:pt x="9324" y="1353"/>
                </a:lnTo>
                <a:lnTo>
                  <a:pt x="9465" y="1131"/>
                </a:lnTo>
                <a:lnTo>
                  <a:pt x="9647" y="909"/>
                </a:lnTo>
                <a:lnTo>
                  <a:pt x="9808" y="707"/>
                </a:lnTo>
                <a:lnTo>
                  <a:pt x="10010" y="525"/>
                </a:lnTo>
                <a:lnTo>
                  <a:pt x="10212" y="344"/>
                </a:lnTo>
                <a:lnTo>
                  <a:pt x="10434" y="203"/>
                </a:lnTo>
                <a:lnTo>
                  <a:pt x="10575" y="122"/>
                </a:lnTo>
                <a:lnTo>
                  <a:pt x="10696" y="102"/>
                </a:lnTo>
                <a:lnTo>
                  <a:pt x="10817" y="82"/>
                </a:lnTo>
                <a:close/>
                <a:moveTo>
                  <a:pt x="10838" y="1"/>
                </a:moveTo>
                <a:lnTo>
                  <a:pt x="10696" y="21"/>
                </a:lnTo>
                <a:lnTo>
                  <a:pt x="10555" y="61"/>
                </a:lnTo>
                <a:lnTo>
                  <a:pt x="10394" y="122"/>
                </a:lnTo>
                <a:lnTo>
                  <a:pt x="10152" y="283"/>
                </a:lnTo>
                <a:lnTo>
                  <a:pt x="9950" y="445"/>
                </a:lnTo>
                <a:lnTo>
                  <a:pt x="9748" y="647"/>
                </a:lnTo>
                <a:lnTo>
                  <a:pt x="9586" y="848"/>
                </a:lnTo>
                <a:lnTo>
                  <a:pt x="9405" y="1070"/>
                </a:lnTo>
                <a:lnTo>
                  <a:pt x="9264" y="1312"/>
                </a:lnTo>
                <a:lnTo>
                  <a:pt x="8961" y="1777"/>
                </a:lnTo>
                <a:lnTo>
                  <a:pt x="8658" y="2261"/>
                </a:lnTo>
                <a:lnTo>
                  <a:pt x="8396" y="2624"/>
                </a:lnTo>
                <a:lnTo>
                  <a:pt x="8113" y="2987"/>
                </a:lnTo>
                <a:lnTo>
                  <a:pt x="7790" y="3331"/>
                </a:lnTo>
                <a:lnTo>
                  <a:pt x="7468" y="3653"/>
                </a:lnTo>
                <a:lnTo>
                  <a:pt x="7145" y="3956"/>
                </a:lnTo>
                <a:lnTo>
                  <a:pt x="6781" y="4239"/>
                </a:lnTo>
                <a:lnTo>
                  <a:pt x="6398" y="4521"/>
                </a:lnTo>
                <a:lnTo>
                  <a:pt x="6015" y="4763"/>
                </a:lnTo>
                <a:lnTo>
                  <a:pt x="5550" y="5026"/>
                </a:lnTo>
                <a:lnTo>
                  <a:pt x="5066" y="5248"/>
                </a:lnTo>
                <a:lnTo>
                  <a:pt x="4097" y="5692"/>
                </a:lnTo>
                <a:lnTo>
                  <a:pt x="3351" y="6014"/>
                </a:lnTo>
                <a:lnTo>
                  <a:pt x="2988" y="6176"/>
                </a:lnTo>
                <a:lnTo>
                  <a:pt x="2604" y="6358"/>
                </a:lnTo>
                <a:lnTo>
                  <a:pt x="2281" y="6539"/>
                </a:lnTo>
                <a:lnTo>
                  <a:pt x="1918" y="6761"/>
                </a:lnTo>
                <a:lnTo>
                  <a:pt x="1575" y="7003"/>
                </a:lnTo>
                <a:lnTo>
                  <a:pt x="1232" y="7266"/>
                </a:lnTo>
                <a:lnTo>
                  <a:pt x="909" y="7548"/>
                </a:lnTo>
                <a:lnTo>
                  <a:pt x="606" y="7851"/>
                </a:lnTo>
                <a:lnTo>
                  <a:pt x="485" y="8012"/>
                </a:lnTo>
                <a:lnTo>
                  <a:pt x="364" y="8194"/>
                </a:lnTo>
                <a:lnTo>
                  <a:pt x="243" y="8376"/>
                </a:lnTo>
                <a:lnTo>
                  <a:pt x="162" y="8557"/>
                </a:lnTo>
                <a:lnTo>
                  <a:pt x="102" y="8719"/>
                </a:lnTo>
                <a:lnTo>
                  <a:pt x="41" y="8860"/>
                </a:lnTo>
                <a:lnTo>
                  <a:pt x="21" y="9021"/>
                </a:lnTo>
                <a:lnTo>
                  <a:pt x="1" y="9163"/>
                </a:lnTo>
                <a:lnTo>
                  <a:pt x="21" y="9304"/>
                </a:lnTo>
                <a:lnTo>
                  <a:pt x="41" y="9425"/>
                </a:lnTo>
                <a:lnTo>
                  <a:pt x="102" y="9546"/>
                </a:lnTo>
                <a:lnTo>
                  <a:pt x="162" y="9667"/>
                </a:lnTo>
                <a:lnTo>
                  <a:pt x="263" y="9808"/>
                </a:lnTo>
                <a:lnTo>
                  <a:pt x="384" y="9909"/>
                </a:lnTo>
                <a:lnTo>
                  <a:pt x="526" y="10010"/>
                </a:lnTo>
                <a:lnTo>
                  <a:pt x="687" y="10091"/>
                </a:lnTo>
                <a:lnTo>
                  <a:pt x="849" y="10151"/>
                </a:lnTo>
                <a:lnTo>
                  <a:pt x="1050" y="10192"/>
                </a:lnTo>
                <a:lnTo>
                  <a:pt x="1252" y="10232"/>
                </a:lnTo>
                <a:lnTo>
                  <a:pt x="1918" y="10232"/>
                </a:lnTo>
                <a:lnTo>
                  <a:pt x="2362" y="10192"/>
                </a:lnTo>
                <a:lnTo>
                  <a:pt x="2826" y="10151"/>
                </a:lnTo>
                <a:lnTo>
                  <a:pt x="3270" y="10091"/>
                </a:lnTo>
                <a:lnTo>
                  <a:pt x="3734" y="10030"/>
                </a:lnTo>
                <a:lnTo>
                  <a:pt x="4178" y="9929"/>
                </a:lnTo>
                <a:lnTo>
                  <a:pt x="5086" y="9728"/>
                </a:lnTo>
                <a:lnTo>
                  <a:pt x="5994" y="9485"/>
                </a:lnTo>
                <a:lnTo>
                  <a:pt x="6882" y="9223"/>
                </a:lnTo>
                <a:lnTo>
                  <a:pt x="7750" y="8920"/>
                </a:lnTo>
                <a:lnTo>
                  <a:pt x="8577" y="8638"/>
                </a:lnTo>
                <a:lnTo>
                  <a:pt x="9021" y="8456"/>
                </a:lnTo>
                <a:lnTo>
                  <a:pt x="9465" y="8275"/>
                </a:lnTo>
                <a:lnTo>
                  <a:pt x="9687" y="8154"/>
                </a:lnTo>
                <a:lnTo>
                  <a:pt x="9889" y="8032"/>
                </a:lnTo>
                <a:lnTo>
                  <a:pt x="10091" y="7891"/>
                </a:lnTo>
                <a:lnTo>
                  <a:pt x="10273" y="7730"/>
                </a:lnTo>
                <a:lnTo>
                  <a:pt x="10474" y="7548"/>
                </a:lnTo>
                <a:lnTo>
                  <a:pt x="10636" y="7326"/>
                </a:lnTo>
                <a:lnTo>
                  <a:pt x="10817" y="7084"/>
                </a:lnTo>
                <a:lnTo>
                  <a:pt x="10959" y="6822"/>
                </a:lnTo>
                <a:lnTo>
                  <a:pt x="11100" y="6539"/>
                </a:lnTo>
                <a:lnTo>
                  <a:pt x="11221" y="6216"/>
                </a:lnTo>
                <a:lnTo>
                  <a:pt x="11322" y="5873"/>
                </a:lnTo>
                <a:lnTo>
                  <a:pt x="11423" y="5510"/>
                </a:lnTo>
                <a:lnTo>
                  <a:pt x="11544" y="4884"/>
                </a:lnTo>
                <a:lnTo>
                  <a:pt x="11625" y="4279"/>
                </a:lnTo>
                <a:lnTo>
                  <a:pt x="11665" y="3653"/>
                </a:lnTo>
                <a:lnTo>
                  <a:pt x="11685" y="3028"/>
                </a:lnTo>
                <a:lnTo>
                  <a:pt x="11645" y="2402"/>
                </a:lnTo>
                <a:lnTo>
                  <a:pt x="11584" y="1797"/>
                </a:lnTo>
                <a:lnTo>
                  <a:pt x="11463" y="1171"/>
                </a:lnTo>
                <a:lnTo>
                  <a:pt x="11322" y="566"/>
                </a:lnTo>
                <a:lnTo>
                  <a:pt x="11261" y="404"/>
                </a:lnTo>
                <a:lnTo>
                  <a:pt x="11201" y="263"/>
                </a:lnTo>
                <a:lnTo>
                  <a:pt x="11140" y="182"/>
                </a:lnTo>
                <a:lnTo>
                  <a:pt x="11100" y="122"/>
                </a:lnTo>
                <a:lnTo>
                  <a:pt x="11019" y="82"/>
                </a:lnTo>
                <a:lnTo>
                  <a:pt x="10959" y="41"/>
                </a:lnTo>
                <a:lnTo>
                  <a:pt x="10838" y="1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05" name="Google Shape;2105;p24"/>
          <p:cNvSpPr/>
          <p:nvPr/>
        </p:nvSpPr>
        <p:spPr>
          <a:xfrm>
            <a:off x="-52741" y="4059259"/>
            <a:ext cx="1193681" cy="1427263"/>
          </a:xfrm>
          <a:custGeom>
            <a:rect b="b" l="l" r="r" t="t"/>
            <a:pathLst>
              <a:path extrusionOk="0" h="25529" w="21351">
                <a:moveTo>
                  <a:pt x="16709" y="81"/>
                </a:moveTo>
                <a:lnTo>
                  <a:pt x="17052" y="122"/>
                </a:lnTo>
                <a:lnTo>
                  <a:pt x="17416" y="202"/>
                </a:lnTo>
                <a:lnTo>
                  <a:pt x="17759" y="303"/>
                </a:lnTo>
                <a:lnTo>
                  <a:pt x="18102" y="424"/>
                </a:lnTo>
                <a:lnTo>
                  <a:pt x="18445" y="586"/>
                </a:lnTo>
                <a:lnTo>
                  <a:pt x="18788" y="788"/>
                </a:lnTo>
                <a:lnTo>
                  <a:pt x="19111" y="1010"/>
                </a:lnTo>
                <a:lnTo>
                  <a:pt x="19434" y="1272"/>
                </a:lnTo>
                <a:lnTo>
                  <a:pt x="19736" y="1575"/>
                </a:lnTo>
                <a:lnTo>
                  <a:pt x="19999" y="1897"/>
                </a:lnTo>
                <a:lnTo>
                  <a:pt x="20261" y="2261"/>
                </a:lnTo>
                <a:lnTo>
                  <a:pt x="20483" y="2644"/>
                </a:lnTo>
                <a:lnTo>
                  <a:pt x="20644" y="2947"/>
                </a:lnTo>
                <a:lnTo>
                  <a:pt x="20766" y="3250"/>
                </a:lnTo>
                <a:lnTo>
                  <a:pt x="20887" y="3572"/>
                </a:lnTo>
                <a:lnTo>
                  <a:pt x="20987" y="3895"/>
                </a:lnTo>
                <a:lnTo>
                  <a:pt x="21068" y="4238"/>
                </a:lnTo>
                <a:lnTo>
                  <a:pt x="21149" y="4581"/>
                </a:lnTo>
                <a:lnTo>
                  <a:pt x="21209" y="4945"/>
                </a:lnTo>
                <a:lnTo>
                  <a:pt x="21250" y="5308"/>
                </a:lnTo>
                <a:lnTo>
                  <a:pt x="21270" y="5691"/>
                </a:lnTo>
                <a:lnTo>
                  <a:pt x="21270" y="6075"/>
                </a:lnTo>
                <a:lnTo>
                  <a:pt x="21270" y="6478"/>
                </a:lnTo>
                <a:lnTo>
                  <a:pt x="21250" y="6882"/>
                </a:lnTo>
                <a:lnTo>
                  <a:pt x="21230" y="7306"/>
                </a:lnTo>
                <a:lnTo>
                  <a:pt x="21169" y="7750"/>
                </a:lnTo>
                <a:lnTo>
                  <a:pt x="21109" y="8194"/>
                </a:lnTo>
                <a:lnTo>
                  <a:pt x="21028" y="8658"/>
                </a:lnTo>
                <a:lnTo>
                  <a:pt x="20947" y="9122"/>
                </a:lnTo>
                <a:lnTo>
                  <a:pt x="20846" y="9586"/>
                </a:lnTo>
                <a:lnTo>
                  <a:pt x="20725" y="10010"/>
                </a:lnTo>
                <a:lnTo>
                  <a:pt x="20604" y="10434"/>
                </a:lnTo>
                <a:lnTo>
                  <a:pt x="20483" y="10857"/>
                </a:lnTo>
                <a:lnTo>
                  <a:pt x="20342" y="11261"/>
                </a:lnTo>
                <a:lnTo>
                  <a:pt x="20180" y="11644"/>
                </a:lnTo>
                <a:lnTo>
                  <a:pt x="20019" y="12008"/>
                </a:lnTo>
                <a:lnTo>
                  <a:pt x="19857" y="12371"/>
                </a:lnTo>
                <a:lnTo>
                  <a:pt x="19676" y="12714"/>
                </a:lnTo>
                <a:lnTo>
                  <a:pt x="19474" y="13037"/>
                </a:lnTo>
                <a:lnTo>
                  <a:pt x="19272" y="13340"/>
                </a:lnTo>
                <a:lnTo>
                  <a:pt x="19070" y="13642"/>
                </a:lnTo>
                <a:lnTo>
                  <a:pt x="18848" y="13945"/>
                </a:lnTo>
                <a:lnTo>
                  <a:pt x="18606" y="14207"/>
                </a:lnTo>
                <a:lnTo>
                  <a:pt x="18364" y="14470"/>
                </a:lnTo>
                <a:lnTo>
                  <a:pt x="18142" y="14692"/>
                </a:lnTo>
                <a:lnTo>
                  <a:pt x="17920" y="14893"/>
                </a:lnTo>
                <a:lnTo>
                  <a:pt x="17436" y="15297"/>
                </a:lnTo>
                <a:lnTo>
                  <a:pt x="16931" y="15640"/>
                </a:lnTo>
                <a:lnTo>
                  <a:pt x="16386" y="15983"/>
                </a:lnTo>
                <a:lnTo>
                  <a:pt x="15842" y="16306"/>
                </a:lnTo>
                <a:lnTo>
                  <a:pt x="15297" y="16589"/>
                </a:lnTo>
                <a:lnTo>
                  <a:pt x="14187" y="17154"/>
                </a:lnTo>
                <a:lnTo>
                  <a:pt x="13481" y="17497"/>
                </a:lnTo>
                <a:lnTo>
                  <a:pt x="12774" y="17860"/>
                </a:lnTo>
                <a:lnTo>
                  <a:pt x="12088" y="18264"/>
                </a:lnTo>
                <a:lnTo>
                  <a:pt x="11422" y="18667"/>
                </a:lnTo>
                <a:lnTo>
                  <a:pt x="10958" y="18990"/>
                </a:lnTo>
                <a:lnTo>
                  <a:pt x="10494" y="19333"/>
                </a:lnTo>
                <a:lnTo>
                  <a:pt x="10070" y="19696"/>
                </a:lnTo>
                <a:lnTo>
                  <a:pt x="9646" y="20060"/>
                </a:lnTo>
                <a:lnTo>
                  <a:pt x="8799" y="20847"/>
                </a:lnTo>
                <a:lnTo>
                  <a:pt x="7992" y="21613"/>
                </a:lnTo>
                <a:lnTo>
                  <a:pt x="7205" y="22400"/>
                </a:lnTo>
                <a:lnTo>
                  <a:pt x="6377" y="23167"/>
                </a:lnTo>
                <a:lnTo>
                  <a:pt x="5953" y="23531"/>
                </a:lnTo>
                <a:lnTo>
                  <a:pt x="5509" y="23894"/>
                </a:lnTo>
                <a:lnTo>
                  <a:pt x="5065" y="24237"/>
                </a:lnTo>
                <a:lnTo>
                  <a:pt x="4601" y="24560"/>
                </a:lnTo>
                <a:lnTo>
                  <a:pt x="4178" y="24822"/>
                </a:lnTo>
                <a:lnTo>
                  <a:pt x="3935" y="24963"/>
                </a:lnTo>
                <a:lnTo>
                  <a:pt x="3673" y="25084"/>
                </a:lnTo>
                <a:lnTo>
                  <a:pt x="3411" y="25205"/>
                </a:lnTo>
                <a:lnTo>
                  <a:pt x="3148" y="25306"/>
                </a:lnTo>
                <a:lnTo>
                  <a:pt x="2866" y="25367"/>
                </a:lnTo>
                <a:lnTo>
                  <a:pt x="2563" y="25427"/>
                </a:lnTo>
                <a:lnTo>
                  <a:pt x="2260" y="25448"/>
                </a:lnTo>
                <a:lnTo>
                  <a:pt x="1978" y="25427"/>
                </a:lnTo>
                <a:lnTo>
                  <a:pt x="1695" y="25367"/>
                </a:lnTo>
                <a:lnTo>
                  <a:pt x="1433" y="25286"/>
                </a:lnTo>
                <a:lnTo>
                  <a:pt x="1171" y="25185"/>
                </a:lnTo>
                <a:lnTo>
                  <a:pt x="949" y="25044"/>
                </a:lnTo>
                <a:lnTo>
                  <a:pt x="747" y="24883"/>
                </a:lnTo>
                <a:lnTo>
                  <a:pt x="585" y="24701"/>
                </a:lnTo>
                <a:lnTo>
                  <a:pt x="424" y="24459"/>
                </a:lnTo>
                <a:lnTo>
                  <a:pt x="303" y="24196"/>
                </a:lnTo>
                <a:lnTo>
                  <a:pt x="222" y="23894"/>
                </a:lnTo>
                <a:lnTo>
                  <a:pt x="142" y="23551"/>
                </a:lnTo>
                <a:lnTo>
                  <a:pt x="101" y="23167"/>
                </a:lnTo>
                <a:lnTo>
                  <a:pt x="81" y="22784"/>
                </a:lnTo>
                <a:lnTo>
                  <a:pt x="101" y="22421"/>
                </a:lnTo>
                <a:lnTo>
                  <a:pt x="142" y="22037"/>
                </a:lnTo>
                <a:lnTo>
                  <a:pt x="202" y="21654"/>
                </a:lnTo>
                <a:lnTo>
                  <a:pt x="303" y="21291"/>
                </a:lnTo>
                <a:lnTo>
                  <a:pt x="424" y="20947"/>
                </a:lnTo>
                <a:lnTo>
                  <a:pt x="585" y="20584"/>
                </a:lnTo>
                <a:lnTo>
                  <a:pt x="727" y="20342"/>
                </a:lnTo>
                <a:lnTo>
                  <a:pt x="868" y="20080"/>
                </a:lnTo>
                <a:lnTo>
                  <a:pt x="1029" y="19838"/>
                </a:lnTo>
                <a:lnTo>
                  <a:pt x="1211" y="19616"/>
                </a:lnTo>
                <a:lnTo>
                  <a:pt x="1393" y="19373"/>
                </a:lnTo>
                <a:lnTo>
                  <a:pt x="1574" y="19172"/>
                </a:lnTo>
                <a:lnTo>
                  <a:pt x="1978" y="18768"/>
                </a:lnTo>
                <a:lnTo>
                  <a:pt x="2402" y="18385"/>
                </a:lnTo>
                <a:lnTo>
                  <a:pt x="2825" y="18042"/>
                </a:lnTo>
                <a:lnTo>
                  <a:pt x="3249" y="17739"/>
                </a:lnTo>
                <a:lnTo>
                  <a:pt x="3673" y="17456"/>
                </a:lnTo>
                <a:lnTo>
                  <a:pt x="4561" y="16871"/>
                </a:lnTo>
                <a:lnTo>
                  <a:pt x="5489" y="16306"/>
                </a:lnTo>
                <a:lnTo>
                  <a:pt x="6438" y="15761"/>
                </a:lnTo>
                <a:lnTo>
                  <a:pt x="7366" y="15257"/>
                </a:lnTo>
                <a:lnTo>
                  <a:pt x="7568" y="15136"/>
                </a:lnTo>
                <a:lnTo>
                  <a:pt x="8153" y="14793"/>
                </a:lnTo>
                <a:lnTo>
                  <a:pt x="8758" y="14429"/>
                </a:lnTo>
                <a:lnTo>
                  <a:pt x="9041" y="14228"/>
                </a:lnTo>
                <a:lnTo>
                  <a:pt x="9323" y="14026"/>
                </a:lnTo>
                <a:lnTo>
                  <a:pt x="9606" y="13804"/>
                </a:lnTo>
                <a:lnTo>
                  <a:pt x="9868" y="13541"/>
                </a:lnTo>
                <a:lnTo>
                  <a:pt x="10070" y="13340"/>
                </a:lnTo>
                <a:lnTo>
                  <a:pt x="10232" y="13138"/>
                </a:lnTo>
                <a:lnTo>
                  <a:pt x="10393" y="12916"/>
                </a:lnTo>
                <a:lnTo>
                  <a:pt x="10534" y="12694"/>
                </a:lnTo>
                <a:lnTo>
                  <a:pt x="10675" y="12452"/>
                </a:lnTo>
                <a:lnTo>
                  <a:pt x="10797" y="12210"/>
                </a:lnTo>
                <a:lnTo>
                  <a:pt x="10897" y="11967"/>
                </a:lnTo>
                <a:lnTo>
                  <a:pt x="10978" y="11725"/>
                </a:lnTo>
                <a:lnTo>
                  <a:pt x="11140" y="11221"/>
                </a:lnTo>
                <a:lnTo>
                  <a:pt x="11261" y="10716"/>
                </a:lnTo>
                <a:lnTo>
                  <a:pt x="11362" y="10191"/>
                </a:lnTo>
                <a:lnTo>
                  <a:pt x="11463" y="9647"/>
                </a:lnTo>
                <a:lnTo>
                  <a:pt x="11563" y="8839"/>
                </a:lnTo>
                <a:lnTo>
                  <a:pt x="11664" y="8012"/>
                </a:lnTo>
                <a:lnTo>
                  <a:pt x="11846" y="6599"/>
                </a:lnTo>
                <a:lnTo>
                  <a:pt x="11947" y="5893"/>
                </a:lnTo>
                <a:lnTo>
                  <a:pt x="12088" y="5187"/>
                </a:lnTo>
                <a:lnTo>
                  <a:pt x="12209" y="4682"/>
                </a:lnTo>
                <a:lnTo>
                  <a:pt x="12330" y="4218"/>
                </a:lnTo>
                <a:lnTo>
                  <a:pt x="12472" y="3754"/>
                </a:lnTo>
                <a:lnTo>
                  <a:pt x="12633" y="3330"/>
                </a:lnTo>
                <a:lnTo>
                  <a:pt x="12794" y="2947"/>
                </a:lnTo>
                <a:lnTo>
                  <a:pt x="12976" y="2563"/>
                </a:lnTo>
                <a:lnTo>
                  <a:pt x="13158" y="2220"/>
                </a:lnTo>
                <a:lnTo>
                  <a:pt x="13359" y="1897"/>
                </a:lnTo>
                <a:lnTo>
                  <a:pt x="13561" y="1615"/>
                </a:lnTo>
                <a:lnTo>
                  <a:pt x="13803" y="1332"/>
                </a:lnTo>
                <a:lnTo>
                  <a:pt x="14025" y="1090"/>
                </a:lnTo>
                <a:lnTo>
                  <a:pt x="14288" y="868"/>
                </a:lnTo>
                <a:lnTo>
                  <a:pt x="14550" y="687"/>
                </a:lnTo>
                <a:lnTo>
                  <a:pt x="14812" y="525"/>
                </a:lnTo>
                <a:lnTo>
                  <a:pt x="15115" y="364"/>
                </a:lnTo>
                <a:lnTo>
                  <a:pt x="15418" y="263"/>
                </a:lnTo>
                <a:lnTo>
                  <a:pt x="15721" y="162"/>
                </a:lnTo>
                <a:lnTo>
                  <a:pt x="16043" y="101"/>
                </a:lnTo>
                <a:lnTo>
                  <a:pt x="16366" y="81"/>
                </a:lnTo>
                <a:close/>
                <a:moveTo>
                  <a:pt x="16467" y="1"/>
                </a:moveTo>
                <a:lnTo>
                  <a:pt x="16104" y="21"/>
                </a:lnTo>
                <a:lnTo>
                  <a:pt x="15741" y="81"/>
                </a:lnTo>
                <a:lnTo>
                  <a:pt x="15377" y="182"/>
                </a:lnTo>
                <a:lnTo>
                  <a:pt x="15075" y="303"/>
                </a:lnTo>
                <a:lnTo>
                  <a:pt x="14792" y="445"/>
                </a:lnTo>
                <a:lnTo>
                  <a:pt x="14510" y="606"/>
                </a:lnTo>
                <a:lnTo>
                  <a:pt x="14227" y="808"/>
                </a:lnTo>
                <a:lnTo>
                  <a:pt x="13985" y="1030"/>
                </a:lnTo>
                <a:lnTo>
                  <a:pt x="13743" y="1272"/>
                </a:lnTo>
                <a:lnTo>
                  <a:pt x="13501" y="1554"/>
                </a:lnTo>
                <a:lnTo>
                  <a:pt x="13299" y="1857"/>
                </a:lnTo>
                <a:lnTo>
                  <a:pt x="13097" y="2180"/>
                </a:lnTo>
                <a:lnTo>
                  <a:pt x="12895" y="2523"/>
                </a:lnTo>
                <a:lnTo>
                  <a:pt x="12714" y="2906"/>
                </a:lnTo>
                <a:lnTo>
                  <a:pt x="12552" y="3310"/>
                </a:lnTo>
                <a:lnTo>
                  <a:pt x="12391" y="3734"/>
                </a:lnTo>
                <a:lnTo>
                  <a:pt x="12250" y="4178"/>
                </a:lnTo>
                <a:lnTo>
                  <a:pt x="12128" y="4662"/>
                </a:lnTo>
                <a:lnTo>
                  <a:pt x="12007" y="5187"/>
                </a:lnTo>
                <a:lnTo>
                  <a:pt x="11886" y="5873"/>
                </a:lnTo>
                <a:lnTo>
                  <a:pt x="11765" y="6599"/>
                </a:lnTo>
                <a:lnTo>
                  <a:pt x="11584" y="7992"/>
                </a:lnTo>
                <a:lnTo>
                  <a:pt x="11483" y="8819"/>
                </a:lnTo>
                <a:lnTo>
                  <a:pt x="11382" y="9647"/>
                </a:lnTo>
                <a:lnTo>
                  <a:pt x="11281" y="10171"/>
                </a:lnTo>
                <a:lnTo>
                  <a:pt x="11180" y="10696"/>
                </a:lnTo>
                <a:lnTo>
                  <a:pt x="11059" y="11200"/>
                </a:lnTo>
                <a:lnTo>
                  <a:pt x="10918" y="11705"/>
                </a:lnTo>
                <a:lnTo>
                  <a:pt x="10817" y="11947"/>
                </a:lnTo>
                <a:lnTo>
                  <a:pt x="10716" y="12169"/>
                </a:lnTo>
                <a:lnTo>
                  <a:pt x="10595" y="12411"/>
                </a:lnTo>
                <a:lnTo>
                  <a:pt x="10474" y="12633"/>
                </a:lnTo>
                <a:lnTo>
                  <a:pt x="10332" y="12855"/>
                </a:lnTo>
                <a:lnTo>
                  <a:pt x="10171" y="13077"/>
                </a:lnTo>
                <a:lnTo>
                  <a:pt x="10010" y="13279"/>
                </a:lnTo>
                <a:lnTo>
                  <a:pt x="9808" y="13501"/>
                </a:lnTo>
                <a:lnTo>
                  <a:pt x="9545" y="13743"/>
                </a:lnTo>
                <a:lnTo>
                  <a:pt x="9283" y="13965"/>
                </a:lnTo>
                <a:lnTo>
                  <a:pt x="9001" y="14167"/>
                </a:lnTo>
                <a:lnTo>
                  <a:pt x="8718" y="14369"/>
                </a:lnTo>
                <a:lnTo>
                  <a:pt x="8113" y="14732"/>
                </a:lnTo>
                <a:lnTo>
                  <a:pt x="7527" y="15055"/>
                </a:lnTo>
                <a:lnTo>
                  <a:pt x="7326" y="15176"/>
                </a:lnTo>
                <a:lnTo>
                  <a:pt x="6397" y="15701"/>
                </a:lnTo>
                <a:lnTo>
                  <a:pt x="5449" y="16246"/>
                </a:lnTo>
                <a:lnTo>
                  <a:pt x="4521" y="16790"/>
                </a:lnTo>
                <a:lnTo>
                  <a:pt x="3612" y="17376"/>
                </a:lnTo>
                <a:lnTo>
                  <a:pt x="3209" y="17658"/>
                </a:lnTo>
                <a:lnTo>
                  <a:pt x="2765" y="17981"/>
                </a:lnTo>
                <a:lnTo>
                  <a:pt x="2341" y="18324"/>
                </a:lnTo>
                <a:lnTo>
                  <a:pt x="1917" y="18707"/>
                </a:lnTo>
                <a:lnTo>
                  <a:pt x="1514" y="19111"/>
                </a:lnTo>
                <a:lnTo>
                  <a:pt x="1312" y="19333"/>
                </a:lnTo>
                <a:lnTo>
                  <a:pt x="1130" y="19555"/>
                </a:lnTo>
                <a:lnTo>
                  <a:pt x="969" y="19797"/>
                </a:lnTo>
                <a:lnTo>
                  <a:pt x="807" y="20039"/>
                </a:lnTo>
                <a:lnTo>
                  <a:pt x="646" y="20302"/>
                </a:lnTo>
                <a:lnTo>
                  <a:pt x="505" y="20564"/>
                </a:lnTo>
                <a:lnTo>
                  <a:pt x="364" y="20907"/>
                </a:lnTo>
                <a:lnTo>
                  <a:pt x="222" y="21270"/>
                </a:lnTo>
                <a:lnTo>
                  <a:pt x="142" y="21654"/>
                </a:lnTo>
                <a:lnTo>
                  <a:pt x="61" y="22017"/>
                </a:lnTo>
                <a:lnTo>
                  <a:pt x="20" y="22400"/>
                </a:lnTo>
                <a:lnTo>
                  <a:pt x="0" y="22784"/>
                </a:lnTo>
                <a:lnTo>
                  <a:pt x="20" y="23167"/>
                </a:lnTo>
                <a:lnTo>
                  <a:pt x="61" y="23551"/>
                </a:lnTo>
                <a:lnTo>
                  <a:pt x="142" y="23914"/>
                </a:lnTo>
                <a:lnTo>
                  <a:pt x="242" y="24237"/>
                </a:lnTo>
                <a:lnTo>
                  <a:pt x="364" y="24499"/>
                </a:lnTo>
                <a:lnTo>
                  <a:pt x="505" y="24741"/>
                </a:lnTo>
                <a:lnTo>
                  <a:pt x="666" y="24923"/>
                </a:lnTo>
                <a:lnTo>
                  <a:pt x="848" y="25064"/>
                </a:lnTo>
                <a:lnTo>
                  <a:pt x="1050" y="25205"/>
                </a:lnTo>
                <a:lnTo>
                  <a:pt x="1251" y="25327"/>
                </a:lnTo>
                <a:lnTo>
                  <a:pt x="1494" y="25407"/>
                </a:lnTo>
                <a:lnTo>
                  <a:pt x="1736" y="25468"/>
                </a:lnTo>
                <a:lnTo>
                  <a:pt x="1978" y="25508"/>
                </a:lnTo>
                <a:lnTo>
                  <a:pt x="2260" y="25528"/>
                </a:lnTo>
                <a:lnTo>
                  <a:pt x="2563" y="25508"/>
                </a:lnTo>
                <a:lnTo>
                  <a:pt x="2866" y="25448"/>
                </a:lnTo>
                <a:lnTo>
                  <a:pt x="3169" y="25367"/>
                </a:lnTo>
                <a:lnTo>
                  <a:pt x="3451" y="25286"/>
                </a:lnTo>
                <a:lnTo>
                  <a:pt x="3713" y="25165"/>
                </a:lnTo>
                <a:lnTo>
                  <a:pt x="3976" y="25044"/>
                </a:lnTo>
                <a:lnTo>
                  <a:pt x="4218" y="24903"/>
                </a:lnTo>
                <a:lnTo>
                  <a:pt x="4642" y="24620"/>
                </a:lnTo>
                <a:lnTo>
                  <a:pt x="5106" y="24297"/>
                </a:lnTo>
                <a:lnTo>
                  <a:pt x="5550" y="23954"/>
                </a:lnTo>
                <a:lnTo>
                  <a:pt x="5994" y="23611"/>
                </a:lnTo>
                <a:lnTo>
                  <a:pt x="6418" y="23228"/>
                </a:lnTo>
                <a:lnTo>
                  <a:pt x="7245" y="22461"/>
                </a:lnTo>
                <a:lnTo>
                  <a:pt x="8052" y="21674"/>
                </a:lnTo>
                <a:lnTo>
                  <a:pt x="8859" y="20907"/>
                </a:lnTo>
                <a:lnTo>
                  <a:pt x="9687" y="20140"/>
                </a:lnTo>
                <a:lnTo>
                  <a:pt x="10110" y="19757"/>
                </a:lnTo>
                <a:lnTo>
                  <a:pt x="10554" y="19394"/>
                </a:lnTo>
                <a:lnTo>
                  <a:pt x="10998" y="19051"/>
                </a:lnTo>
                <a:lnTo>
                  <a:pt x="11463" y="18728"/>
                </a:lnTo>
                <a:lnTo>
                  <a:pt x="12128" y="18324"/>
                </a:lnTo>
                <a:lnTo>
                  <a:pt x="12815" y="17941"/>
                </a:lnTo>
                <a:lnTo>
                  <a:pt x="13521" y="17577"/>
                </a:lnTo>
                <a:lnTo>
                  <a:pt x="14207" y="17234"/>
                </a:lnTo>
                <a:lnTo>
                  <a:pt x="15337" y="16669"/>
                </a:lnTo>
                <a:lnTo>
                  <a:pt x="15902" y="16367"/>
                </a:lnTo>
                <a:lnTo>
                  <a:pt x="16447" y="16044"/>
                </a:lnTo>
                <a:lnTo>
                  <a:pt x="16972" y="15721"/>
                </a:lnTo>
                <a:lnTo>
                  <a:pt x="17476" y="15358"/>
                </a:lnTo>
                <a:lnTo>
                  <a:pt x="17981" y="14954"/>
                </a:lnTo>
                <a:lnTo>
                  <a:pt x="18203" y="14752"/>
                </a:lnTo>
                <a:lnTo>
                  <a:pt x="18425" y="14530"/>
                </a:lnTo>
                <a:lnTo>
                  <a:pt x="18667" y="14268"/>
                </a:lnTo>
                <a:lnTo>
                  <a:pt x="18909" y="13985"/>
                </a:lnTo>
                <a:lnTo>
                  <a:pt x="19131" y="13703"/>
                </a:lnTo>
                <a:lnTo>
                  <a:pt x="19333" y="13400"/>
                </a:lnTo>
                <a:lnTo>
                  <a:pt x="19535" y="13077"/>
                </a:lnTo>
                <a:lnTo>
                  <a:pt x="19736" y="12754"/>
                </a:lnTo>
                <a:lnTo>
                  <a:pt x="19918" y="12411"/>
                </a:lnTo>
                <a:lnTo>
                  <a:pt x="20100" y="12048"/>
                </a:lnTo>
                <a:lnTo>
                  <a:pt x="20261" y="11665"/>
                </a:lnTo>
                <a:lnTo>
                  <a:pt x="20402" y="11281"/>
                </a:lnTo>
                <a:lnTo>
                  <a:pt x="20544" y="10878"/>
                </a:lnTo>
                <a:lnTo>
                  <a:pt x="20685" y="10474"/>
                </a:lnTo>
                <a:lnTo>
                  <a:pt x="20806" y="10050"/>
                </a:lnTo>
                <a:lnTo>
                  <a:pt x="20927" y="9606"/>
                </a:lnTo>
                <a:lnTo>
                  <a:pt x="21028" y="9142"/>
                </a:lnTo>
                <a:lnTo>
                  <a:pt x="21109" y="8678"/>
                </a:lnTo>
                <a:lnTo>
                  <a:pt x="21189" y="8214"/>
                </a:lnTo>
                <a:lnTo>
                  <a:pt x="21250" y="7750"/>
                </a:lnTo>
                <a:lnTo>
                  <a:pt x="21310" y="7326"/>
                </a:lnTo>
                <a:lnTo>
                  <a:pt x="21331" y="6882"/>
                </a:lnTo>
                <a:lnTo>
                  <a:pt x="21351" y="6478"/>
                </a:lnTo>
                <a:lnTo>
                  <a:pt x="21351" y="6075"/>
                </a:lnTo>
                <a:lnTo>
                  <a:pt x="21351" y="5671"/>
                </a:lnTo>
                <a:lnTo>
                  <a:pt x="21331" y="5288"/>
                </a:lnTo>
                <a:lnTo>
                  <a:pt x="21270" y="4924"/>
                </a:lnTo>
                <a:lnTo>
                  <a:pt x="21230" y="4561"/>
                </a:lnTo>
                <a:lnTo>
                  <a:pt x="21149" y="4218"/>
                </a:lnTo>
                <a:lnTo>
                  <a:pt x="21068" y="3875"/>
                </a:lnTo>
                <a:lnTo>
                  <a:pt x="20967" y="3532"/>
                </a:lnTo>
                <a:lnTo>
                  <a:pt x="20846" y="3229"/>
                </a:lnTo>
                <a:lnTo>
                  <a:pt x="20705" y="2906"/>
                </a:lnTo>
                <a:lnTo>
                  <a:pt x="20564" y="2624"/>
                </a:lnTo>
                <a:lnTo>
                  <a:pt x="20362" y="2281"/>
                </a:lnTo>
                <a:lnTo>
                  <a:pt x="20140" y="1958"/>
                </a:lnTo>
                <a:lnTo>
                  <a:pt x="19898" y="1655"/>
                </a:lnTo>
                <a:lnTo>
                  <a:pt x="19615" y="1373"/>
                </a:lnTo>
                <a:lnTo>
                  <a:pt x="19333" y="1110"/>
                </a:lnTo>
                <a:lnTo>
                  <a:pt x="19010" y="868"/>
                </a:lnTo>
                <a:lnTo>
                  <a:pt x="18687" y="646"/>
                </a:lnTo>
                <a:lnTo>
                  <a:pt x="18344" y="465"/>
                </a:lnTo>
                <a:lnTo>
                  <a:pt x="17981" y="283"/>
                </a:lnTo>
                <a:lnTo>
                  <a:pt x="17597" y="162"/>
                </a:lnTo>
                <a:lnTo>
                  <a:pt x="17214" y="61"/>
                </a:lnTo>
                <a:lnTo>
                  <a:pt x="16851" y="21"/>
                </a:lnTo>
                <a:lnTo>
                  <a:pt x="16467" y="1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06" name="Google Shape;2106;p24"/>
          <p:cNvSpPr/>
          <p:nvPr/>
        </p:nvSpPr>
        <p:spPr>
          <a:xfrm>
            <a:off x="80372" y="4201429"/>
            <a:ext cx="901508" cy="1104564"/>
          </a:xfrm>
          <a:custGeom>
            <a:rect b="b" l="l" r="r" t="t"/>
            <a:pathLst>
              <a:path extrusionOk="0" h="19757" w="16125">
                <a:moveTo>
                  <a:pt x="13945" y="81"/>
                </a:moveTo>
                <a:lnTo>
                  <a:pt x="14187" y="142"/>
                </a:lnTo>
                <a:lnTo>
                  <a:pt x="14449" y="222"/>
                </a:lnTo>
                <a:lnTo>
                  <a:pt x="14671" y="323"/>
                </a:lnTo>
                <a:lnTo>
                  <a:pt x="14893" y="464"/>
                </a:lnTo>
                <a:lnTo>
                  <a:pt x="15095" y="626"/>
                </a:lnTo>
                <a:lnTo>
                  <a:pt x="15277" y="807"/>
                </a:lnTo>
                <a:lnTo>
                  <a:pt x="15438" y="1009"/>
                </a:lnTo>
                <a:lnTo>
                  <a:pt x="15620" y="1332"/>
                </a:lnTo>
                <a:lnTo>
                  <a:pt x="15761" y="1655"/>
                </a:lnTo>
                <a:lnTo>
                  <a:pt x="15862" y="1998"/>
                </a:lnTo>
                <a:lnTo>
                  <a:pt x="15943" y="2341"/>
                </a:lnTo>
                <a:lnTo>
                  <a:pt x="16003" y="2704"/>
                </a:lnTo>
                <a:lnTo>
                  <a:pt x="16023" y="3068"/>
                </a:lnTo>
                <a:lnTo>
                  <a:pt x="16044" y="3431"/>
                </a:lnTo>
                <a:lnTo>
                  <a:pt x="16044" y="3814"/>
                </a:lnTo>
                <a:lnTo>
                  <a:pt x="16023" y="4319"/>
                </a:lnTo>
                <a:lnTo>
                  <a:pt x="16003" y="4803"/>
                </a:lnTo>
                <a:lnTo>
                  <a:pt x="15963" y="5287"/>
                </a:lnTo>
                <a:lnTo>
                  <a:pt x="15923" y="5731"/>
                </a:lnTo>
                <a:lnTo>
                  <a:pt x="15862" y="6175"/>
                </a:lnTo>
                <a:lnTo>
                  <a:pt x="15781" y="6599"/>
                </a:lnTo>
                <a:lnTo>
                  <a:pt x="15701" y="7003"/>
                </a:lnTo>
                <a:lnTo>
                  <a:pt x="15600" y="7386"/>
                </a:lnTo>
                <a:lnTo>
                  <a:pt x="15479" y="7749"/>
                </a:lnTo>
                <a:lnTo>
                  <a:pt x="15337" y="8113"/>
                </a:lnTo>
                <a:lnTo>
                  <a:pt x="15196" y="8436"/>
                </a:lnTo>
                <a:lnTo>
                  <a:pt x="15055" y="8758"/>
                </a:lnTo>
                <a:lnTo>
                  <a:pt x="14873" y="9081"/>
                </a:lnTo>
                <a:lnTo>
                  <a:pt x="14692" y="9364"/>
                </a:lnTo>
                <a:lnTo>
                  <a:pt x="14490" y="9646"/>
                </a:lnTo>
                <a:lnTo>
                  <a:pt x="14268" y="9909"/>
                </a:lnTo>
                <a:lnTo>
                  <a:pt x="14086" y="10131"/>
                </a:lnTo>
                <a:lnTo>
                  <a:pt x="13884" y="10332"/>
                </a:lnTo>
                <a:lnTo>
                  <a:pt x="13683" y="10514"/>
                </a:lnTo>
                <a:lnTo>
                  <a:pt x="13461" y="10716"/>
                </a:lnTo>
                <a:lnTo>
                  <a:pt x="13017" y="11059"/>
                </a:lnTo>
                <a:lnTo>
                  <a:pt x="12532" y="11362"/>
                </a:lnTo>
                <a:lnTo>
                  <a:pt x="12048" y="11664"/>
                </a:lnTo>
                <a:lnTo>
                  <a:pt x="11543" y="11947"/>
                </a:lnTo>
                <a:lnTo>
                  <a:pt x="10514" y="12451"/>
                </a:lnTo>
                <a:lnTo>
                  <a:pt x="9586" y="12915"/>
                </a:lnTo>
                <a:lnTo>
                  <a:pt x="9122" y="13178"/>
                </a:lnTo>
                <a:lnTo>
                  <a:pt x="8678" y="13420"/>
                </a:lnTo>
                <a:lnTo>
                  <a:pt x="8032" y="13844"/>
                </a:lnTo>
                <a:lnTo>
                  <a:pt x="7427" y="14288"/>
                </a:lnTo>
                <a:lnTo>
                  <a:pt x="6821" y="14752"/>
                </a:lnTo>
                <a:lnTo>
                  <a:pt x="6236" y="15236"/>
                </a:lnTo>
                <a:lnTo>
                  <a:pt x="5671" y="15761"/>
                </a:lnTo>
                <a:lnTo>
                  <a:pt x="5106" y="16265"/>
                </a:lnTo>
                <a:lnTo>
                  <a:pt x="4037" y="17335"/>
                </a:lnTo>
                <a:lnTo>
                  <a:pt x="3350" y="18001"/>
                </a:lnTo>
                <a:lnTo>
                  <a:pt x="2644" y="18667"/>
                </a:lnTo>
                <a:lnTo>
                  <a:pt x="2281" y="18990"/>
                </a:lnTo>
                <a:lnTo>
                  <a:pt x="2099" y="19151"/>
                </a:lnTo>
                <a:lnTo>
                  <a:pt x="1897" y="19292"/>
                </a:lnTo>
                <a:lnTo>
                  <a:pt x="1696" y="19413"/>
                </a:lnTo>
                <a:lnTo>
                  <a:pt x="1474" y="19514"/>
                </a:lnTo>
                <a:lnTo>
                  <a:pt x="1272" y="19595"/>
                </a:lnTo>
                <a:lnTo>
                  <a:pt x="1030" y="19656"/>
                </a:lnTo>
                <a:lnTo>
                  <a:pt x="808" y="19676"/>
                </a:lnTo>
                <a:lnTo>
                  <a:pt x="687" y="19656"/>
                </a:lnTo>
                <a:lnTo>
                  <a:pt x="566" y="19635"/>
                </a:lnTo>
                <a:lnTo>
                  <a:pt x="444" y="19595"/>
                </a:lnTo>
                <a:lnTo>
                  <a:pt x="344" y="19555"/>
                </a:lnTo>
                <a:lnTo>
                  <a:pt x="243" y="19474"/>
                </a:lnTo>
                <a:lnTo>
                  <a:pt x="162" y="19373"/>
                </a:lnTo>
                <a:lnTo>
                  <a:pt x="101" y="19232"/>
                </a:lnTo>
                <a:lnTo>
                  <a:pt x="81" y="19091"/>
                </a:lnTo>
                <a:lnTo>
                  <a:pt x="81" y="18929"/>
                </a:lnTo>
                <a:lnTo>
                  <a:pt x="122" y="18788"/>
                </a:lnTo>
                <a:lnTo>
                  <a:pt x="162" y="18667"/>
                </a:lnTo>
                <a:lnTo>
                  <a:pt x="222" y="18546"/>
                </a:lnTo>
                <a:lnTo>
                  <a:pt x="323" y="18364"/>
                </a:lnTo>
                <a:lnTo>
                  <a:pt x="444" y="18203"/>
                </a:lnTo>
                <a:lnTo>
                  <a:pt x="566" y="18021"/>
                </a:lnTo>
                <a:lnTo>
                  <a:pt x="868" y="17718"/>
                </a:lnTo>
                <a:lnTo>
                  <a:pt x="1171" y="17436"/>
                </a:lnTo>
                <a:lnTo>
                  <a:pt x="1494" y="17173"/>
                </a:lnTo>
                <a:lnTo>
                  <a:pt x="2220" y="16588"/>
                </a:lnTo>
                <a:lnTo>
                  <a:pt x="2987" y="16043"/>
                </a:lnTo>
                <a:lnTo>
                  <a:pt x="3754" y="15499"/>
                </a:lnTo>
                <a:lnTo>
                  <a:pt x="4521" y="14974"/>
                </a:lnTo>
                <a:lnTo>
                  <a:pt x="5308" y="14429"/>
                </a:lnTo>
                <a:lnTo>
                  <a:pt x="6075" y="13884"/>
                </a:lnTo>
                <a:lnTo>
                  <a:pt x="6862" y="13319"/>
                </a:lnTo>
                <a:lnTo>
                  <a:pt x="7608" y="12734"/>
                </a:lnTo>
                <a:lnTo>
                  <a:pt x="8153" y="12270"/>
                </a:lnTo>
                <a:lnTo>
                  <a:pt x="8436" y="12007"/>
                </a:lnTo>
                <a:lnTo>
                  <a:pt x="8718" y="11725"/>
                </a:lnTo>
                <a:lnTo>
                  <a:pt x="9001" y="11422"/>
                </a:lnTo>
                <a:lnTo>
                  <a:pt x="9283" y="11119"/>
                </a:lnTo>
                <a:lnTo>
                  <a:pt x="9546" y="10776"/>
                </a:lnTo>
                <a:lnTo>
                  <a:pt x="9788" y="10413"/>
                </a:lnTo>
                <a:lnTo>
                  <a:pt x="9949" y="10131"/>
                </a:lnTo>
                <a:lnTo>
                  <a:pt x="10111" y="9828"/>
                </a:lnTo>
                <a:lnTo>
                  <a:pt x="10252" y="9525"/>
                </a:lnTo>
                <a:lnTo>
                  <a:pt x="10393" y="9202"/>
                </a:lnTo>
                <a:lnTo>
                  <a:pt x="10494" y="8879"/>
                </a:lnTo>
                <a:lnTo>
                  <a:pt x="10615" y="8557"/>
                </a:lnTo>
                <a:lnTo>
                  <a:pt x="10777" y="7911"/>
                </a:lnTo>
                <a:lnTo>
                  <a:pt x="10938" y="7245"/>
                </a:lnTo>
                <a:lnTo>
                  <a:pt x="11039" y="6559"/>
                </a:lnTo>
                <a:lnTo>
                  <a:pt x="11241" y="5207"/>
                </a:lnTo>
                <a:lnTo>
                  <a:pt x="11342" y="4399"/>
                </a:lnTo>
                <a:lnTo>
                  <a:pt x="11463" y="3612"/>
                </a:lnTo>
                <a:lnTo>
                  <a:pt x="11604" y="2825"/>
                </a:lnTo>
                <a:lnTo>
                  <a:pt x="11685" y="2422"/>
                </a:lnTo>
                <a:lnTo>
                  <a:pt x="11786" y="2038"/>
                </a:lnTo>
                <a:lnTo>
                  <a:pt x="11866" y="1756"/>
                </a:lnTo>
                <a:lnTo>
                  <a:pt x="11987" y="1473"/>
                </a:lnTo>
                <a:lnTo>
                  <a:pt x="12109" y="1171"/>
                </a:lnTo>
                <a:lnTo>
                  <a:pt x="12250" y="888"/>
                </a:lnTo>
                <a:lnTo>
                  <a:pt x="12452" y="626"/>
                </a:lnTo>
                <a:lnTo>
                  <a:pt x="12552" y="525"/>
                </a:lnTo>
                <a:lnTo>
                  <a:pt x="12674" y="404"/>
                </a:lnTo>
                <a:lnTo>
                  <a:pt x="12795" y="323"/>
                </a:lnTo>
                <a:lnTo>
                  <a:pt x="12916" y="242"/>
                </a:lnTo>
                <a:lnTo>
                  <a:pt x="13077" y="182"/>
                </a:lnTo>
                <a:lnTo>
                  <a:pt x="13218" y="121"/>
                </a:lnTo>
                <a:lnTo>
                  <a:pt x="13461" y="81"/>
                </a:lnTo>
                <a:close/>
                <a:moveTo>
                  <a:pt x="13541" y="0"/>
                </a:moveTo>
                <a:lnTo>
                  <a:pt x="13380" y="20"/>
                </a:lnTo>
                <a:lnTo>
                  <a:pt x="13218" y="41"/>
                </a:lnTo>
                <a:lnTo>
                  <a:pt x="13037" y="101"/>
                </a:lnTo>
                <a:lnTo>
                  <a:pt x="12896" y="162"/>
                </a:lnTo>
                <a:lnTo>
                  <a:pt x="12754" y="242"/>
                </a:lnTo>
                <a:lnTo>
                  <a:pt x="12613" y="343"/>
                </a:lnTo>
                <a:lnTo>
                  <a:pt x="12492" y="464"/>
                </a:lnTo>
                <a:lnTo>
                  <a:pt x="12391" y="565"/>
                </a:lnTo>
                <a:lnTo>
                  <a:pt x="12189" y="848"/>
                </a:lnTo>
                <a:lnTo>
                  <a:pt x="12028" y="1130"/>
                </a:lnTo>
                <a:lnTo>
                  <a:pt x="11907" y="1433"/>
                </a:lnTo>
                <a:lnTo>
                  <a:pt x="11806" y="1736"/>
                </a:lnTo>
                <a:lnTo>
                  <a:pt x="11705" y="2018"/>
                </a:lnTo>
                <a:lnTo>
                  <a:pt x="11604" y="2402"/>
                </a:lnTo>
                <a:lnTo>
                  <a:pt x="11523" y="2805"/>
                </a:lnTo>
                <a:lnTo>
                  <a:pt x="11382" y="3592"/>
                </a:lnTo>
                <a:lnTo>
                  <a:pt x="11261" y="4399"/>
                </a:lnTo>
                <a:lnTo>
                  <a:pt x="11160" y="5187"/>
                </a:lnTo>
                <a:lnTo>
                  <a:pt x="10958" y="6539"/>
                </a:lnTo>
                <a:lnTo>
                  <a:pt x="10857" y="7225"/>
                </a:lnTo>
                <a:lnTo>
                  <a:pt x="10716" y="7870"/>
                </a:lnTo>
                <a:lnTo>
                  <a:pt x="10534" y="8536"/>
                </a:lnTo>
                <a:lnTo>
                  <a:pt x="10434" y="8859"/>
                </a:lnTo>
                <a:lnTo>
                  <a:pt x="10313" y="9162"/>
                </a:lnTo>
                <a:lnTo>
                  <a:pt x="10191" y="9485"/>
                </a:lnTo>
                <a:lnTo>
                  <a:pt x="10050" y="9788"/>
                </a:lnTo>
                <a:lnTo>
                  <a:pt x="9889" y="10090"/>
                </a:lnTo>
                <a:lnTo>
                  <a:pt x="9707" y="10373"/>
                </a:lnTo>
                <a:lnTo>
                  <a:pt x="9465" y="10736"/>
                </a:lnTo>
                <a:lnTo>
                  <a:pt x="9223" y="11059"/>
                </a:lnTo>
                <a:lnTo>
                  <a:pt x="8940" y="11382"/>
                </a:lnTo>
                <a:lnTo>
                  <a:pt x="8658" y="11664"/>
                </a:lnTo>
                <a:lnTo>
                  <a:pt x="8375" y="11947"/>
                </a:lnTo>
                <a:lnTo>
                  <a:pt x="8093" y="12209"/>
                </a:lnTo>
                <a:lnTo>
                  <a:pt x="7568" y="12653"/>
                </a:lnTo>
                <a:lnTo>
                  <a:pt x="6801" y="13259"/>
                </a:lnTo>
                <a:lnTo>
                  <a:pt x="6034" y="13824"/>
                </a:lnTo>
                <a:lnTo>
                  <a:pt x="5247" y="14368"/>
                </a:lnTo>
                <a:lnTo>
                  <a:pt x="4480" y="14913"/>
                </a:lnTo>
                <a:lnTo>
                  <a:pt x="3714" y="15438"/>
                </a:lnTo>
                <a:lnTo>
                  <a:pt x="2927" y="15983"/>
                </a:lnTo>
                <a:lnTo>
                  <a:pt x="2180" y="16528"/>
                </a:lnTo>
                <a:lnTo>
                  <a:pt x="1433" y="17113"/>
                </a:lnTo>
                <a:lnTo>
                  <a:pt x="1131" y="17375"/>
                </a:lnTo>
                <a:lnTo>
                  <a:pt x="808" y="17658"/>
                </a:lnTo>
                <a:lnTo>
                  <a:pt x="505" y="17981"/>
                </a:lnTo>
                <a:lnTo>
                  <a:pt x="384" y="18142"/>
                </a:lnTo>
                <a:lnTo>
                  <a:pt x="243" y="18324"/>
                </a:lnTo>
                <a:lnTo>
                  <a:pt x="142" y="18526"/>
                </a:lnTo>
                <a:lnTo>
                  <a:pt x="81" y="18667"/>
                </a:lnTo>
                <a:lnTo>
                  <a:pt x="21" y="18808"/>
                </a:lnTo>
                <a:lnTo>
                  <a:pt x="1" y="18949"/>
                </a:lnTo>
                <a:lnTo>
                  <a:pt x="1" y="19111"/>
                </a:lnTo>
                <a:lnTo>
                  <a:pt x="21" y="19272"/>
                </a:lnTo>
                <a:lnTo>
                  <a:pt x="101" y="19434"/>
                </a:lnTo>
                <a:lnTo>
                  <a:pt x="162" y="19514"/>
                </a:lnTo>
                <a:lnTo>
                  <a:pt x="243" y="19575"/>
                </a:lnTo>
                <a:lnTo>
                  <a:pt x="323" y="19635"/>
                </a:lnTo>
                <a:lnTo>
                  <a:pt x="424" y="19676"/>
                </a:lnTo>
                <a:lnTo>
                  <a:pt x="626" y="19736"/>
                </a:lnTo>
                <a:lnTo>
                  <a:pt x="828" y="19757"/>
                </a:lnTo>
                <a:lnTo>
                  <a:pt x="1050" y="19736"/>
                </a:lnTo>
                <a:lnTo>
                  <a:pt x="1292" y="19676"/>
                </a:lnTo>
                <a:lnTo>
                  <a:pt x="1514" y="19595"/>
                </a:lnTo>
                <a:lnTo>
                  <a:pt x="1736" y="19494"/>
                </a:lnTo>
                <a:lnTo>
                  <a:pt x="1938" y="19353"/>
                </a:lnTo>
                <a:lnTo>
                  <a:pt x="2140" y="19212"/>
                </a:lnTo>
                <a:lnTo>
                  <a:pt x="2341" y="19050"/>
                </a:lnTo>
                <a:lnTo>
                  <a:pt x="2705" y="18727"/>
                </a:lnTo>
                <a:lnTo>
                  <a:pt x="3411" y="18061"/>
                </a:lnTo>
                <a:lnTo>
                  <a:pt x="4077" y="17395"/>
                </a:lnTo>
                <a:lnTo>
                  <a:pt x="5167" y="16326"/>
                </a:lnTo>
                <a:lnTo>
                  <a:pt x="5732" y="15821"/>
                </a:lnTo>
                <a:lnTo>
                  <a:pt x="6297" y="15297"/>
                </a:lnTo>
                <a:lnTo>
                  <a:pt x="6862" y="14812"/>
                </a:lnTo>
                <a:lnTo>
                  <a:pt x="7467" y="14348"/>
                </a:lnTo>
                <a:lnTo>
                  <a:pt x="8093" y="13904"/>
                </a:lnTo>
                <a:lnTo>
                  <a:pt x="8718" y="13501"/>
                </a:lnTo>
                <a:lnTo>
                  <a:pt x="9162" y="13238"/>
                </a:lnTo>
                <a:lnTo>
                  <a:pt x="9626" y="12996"/>
                </a:lnTo>
                <a:lnTo>
                  <a:pt x="10555" y="12532"/>
                </a:lnTo>
                <a:lnTo>
                  <a:pt x="11584" y="12007"/>
                </a:lnTo>
                <a:lnTo>
                  <a:pt x="12088" y="11725"/>
                </a:lnTo>
                <a:lnTo>
                  <a:pt x="12573" y="11442"/>
                </a:lnTo>
                <a:lnTo>
                  <a:pt x="13057" y="11119"/>
                </a:lnTo>
                <a:lnTo>
                  <a:pt x="13521" y="10776"/>
                </a:lnTo>
                <a:lnTo>
                  <a:pt x="13743" y="10575"/>
                </a:lnTo>
                <a:lnTo>
                  <a:pt x="13945" y="10393"/>
                </a:lnTo>
                <a:lnTo>
                  <a:pt x="14147" y="10171"/>
                </a:lnTo>
                <a:lnTo>
                  <a:pt x="14328" y="9969"/>
                </a:lnTo>
                <a:lnTo>
                  <a:pt x="14550" y="9687"/>
                </a:lnTo>
                <a:lnTo>
                  <a:pt x="14752" y="9404"/>
                </a:lnTo>
                <a:lnTo>
                  <a:pt x="14934" y="9122"/>
                </a:lnTo>
                <a:lnTo>
                  <a:pt x="15115" y="8799"/>
                </a:lnTo>
                <a:lnTo>
                  <a:pt x="15277" y="8476"/>
                </a:lnTo>
                <a:lnTo>
                  <a:pt x="15418" y="8133"/>
                </a:lnTo>
                <a:lnTo>
                  <a:pt x="15559" y="7790"/>
                </a:lnTo>
                <a:lnTo>
                  <a:pt x="15660" y="7406"/>
                </a:lnTo>
                <a:lnTo>
                  <a:pt x="15761" y="7023"/>
                </a:lnTo>
                <a:lnTo>
                  <a:pt x="15862" y="6619"/>
                </a:lnTo>
                <a:lnTo>
                  <a:pt x="15943" y="6196"/>
                </a:lnTo>
                <a:lnTo>
                  <a:pt x="16003" y="5752"/>
                </a:lnTo>
                <a:lnTo>
                  <a:pt x="16044" y="5287"/>
                </a:lnTo>
                <a:lnTo>
                  <a:pt x="16084" y="4823"/>
                </a:lnTo>
                <a:lnTo>
                  <a:pt x="16104" y="4319"/>
                </a:lnTo>
                <a:lnTo>
                  <a:pt x="16124" y="3814"/>
                </a:lnTo>
                <a:lnTo>
                  <a:pt x="16124" y="3431"/>
                </a:lnTo>
                <a:lnTo>
                  <a:pt x="16104" y="3068"/>
                </a:lnTo>
                <a:lnTo>
                  <a:pt x="16084" y="2684"/>
                </a:lnTo>
                <a:lnTo>
                  <a:pt x="16023" y="2321"/>
                </a:lnTo>
                <a:lnTo>
                  <a:pt x="15943" y="1958"/>
                </a:lnTo>
                <a:lnTo>
                  <a:pt x="15842" y="1615"/>
                </a:lnTo>
                <a:lnTo>
                  <a:pt x="15701" y="1292"/>
                </a:lnTo>
                <a:lnTo>
                  <a:pt x="15519" y="969"/>
                </a:lnTo>
                <a:lnTo>
                  <a:pt x="15418" y="828"/>
                </a:lnTo>
                <a:lnTo>
                  <a:pt x="15297" y="707"/>
                </a:lnTo>
                <a:lnTo>
                  <a:pt x="15196" y="585"/>
                </a:lnTo>
                <a:lnTo>
                  <a:pt x="15055" y="485"/>
                </a:lnTo>
                <a:lnTo>
                  <a:pt x="14934" y="384"/>
                </a:lnTo>
                <a:lnTo>
                  <a:pt x="14792" y="303"/>
                </a:lnTo>
                <a:lnTo>
                  <a:pt x="14490" y="142"/>
                </a:lnTo>
                <a:lnTo>
                  <a:pt x="14187" y="61"/>
                </a:lnTo>
                <a:lnTo>
                  <a:pt x="14026" y="20"/>
                </a:lnTo>
                <a:lnTo>
                  <a:pt x="13864" y="0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07" name="Google Shape;2107;p24"/>
          <p:cNvSpPr/>
          <p:nvPr/>
        </p:nvSpPr>
        <p:spPr>
          <a:xfrm>
            <a:off x="769698" y="4311956"/>
            <a:ext cx="130935" cy="390458"/>
          </a:xfrm>
          <a:custGeom>
            <a:rect b="b" l="l" r="r" t="t"/>
            <a:pathLst>
              <a:path extrusionOk="0" h="6984" w="2342">
                <a:moveTo>
                  <a:pt x="1494" y="82"/>
                </a:moveTo>
                <a:lnTo>
                  <a:pt x="1615" y="122"/>
                </a:lnTo>
                <a:lnTo>
                  <a:pt x="1716" y="162"/>
                </a:lnTo>
                <a:lnTo>
                  <a:pt x="1817" y="223"/>
                </a:lnTo>
                <a:lnTo>
                  <a:pt x="1897" y="304"/>
                </a:lnTo>
                <a:lnTo>
                  <a:pt x="1978" y="404"/>
                </a:lnTo>
                <a:lnTo>
                  <a:pt x="2039" y="485"/>
                </a:lnTo>
                <a:lnTo>
                  <a:pt x="2099" y="586"/>
                </a:lnTo>
                <a:lnTo>
                  <a:pt x="2160" y="707"/>
                </a:lnTo>
                <a:lnTo>
                  <a:pt x="2200" y="828"/>
                </a:lnTo>
                <a:lnTo>
                  <a:pt x="2240" y="1070"/>
                </a:lnTo>
                <a:lnTo>
                  <a:pt x="2261" y="1333"/>
                </a:lnTo>
                <a:lnTo>
                  <a:pt x="2261" y="1595"/>
                </a:lnTo>
                <a:lnTo>
                  <a:pt x="2240" y="2281"/>
                </a:lnTo>
                <a:lnTo>
                  <a:pt x="2180" y="2967"/>
                </a:lnTo>
                <a:lnTo>
                  <a:pt x="2059" y="3694"/>
                </a:lnTo>
                <a:lnTo>
                  <a:pt x="1897" y="4521"/>
                </a:lnTo>
                <a:lnTo>
                  <a:pt x="1837" y="4763"/>
                </a:lnTo>
                <a:lnTo>
                  <a:pt x="1776" y="5026"/>
                </a:lnTo>
                <a:lnTo>
                  <a:pt x="1675" y="5308"/>
                </a:lnTo>
                <a:lnTo>
                  <a:pt x="1554" y="5591"/>
                </a:lnTo>
                <a:lnTo>
                  <a:pt x="1413" y="5893"/>
                </a:lnTo>
                <a:lnTo>
                  <a:pt x="1231" y="6176"/>
                </a:lnTo>
                <a:lnTo>
                  <a:pt x="1030" y="6459"/>
                </a:lnTo>
                <a:lnTo>
                  <a:pt x="808" y="6741"/>
                </a:lnTo>
                <a:lnTo>
                  <a:pt x="707" y="6822"/>
                </a:lnTo>
                <a:lnTo>
                  <a:pt x="626" y="6862"/>
                </a:lnTo>
                <a:lnTo>
                  <a:pt x="566" y="6902"/>
                </a:lnTo>
                <a:lnTo>
                  <a:pt x="485" y="6882"/>
                </a:lnTo>
                <a:lnTo>
                  <a:pt x="444" y="6862"/>
                </a:lnTo>
                <a:lnTo>
                  <a:pt x="384" y="6822"/>
                </a:lnTo>
                <a:lnTo>
                  <a:pt x="303" y="6701"/>
                </a:lnTo>
                <a:lnTo>
                  <a:pt x="243" y="6539"/>
                </a:lnTo>
                <a:lnTo>
                  <a:pt x="182" y="6317"/>
                </a:lnTo>
                <a:lnTo>
                  <a:pt x="142" y="6055"/>
                </a:lnTo>
                <a:lnTo>
                  <a:pt x="101" y="5752"/>
                </a:lnTo>
                <a:lnTo>
                  <a:pt x="81" y="5086"/>
                </a:lnTo>
                <a:lnTo>
                  <a:pt x="81" y="4602"/>
                </a:lnTo>
                <a:lnTo>
                  <a:pt x="81" y="4097"/>
                </a:lnTo>
                <a:lnTo>
                  <a:pt x="101" y="3976"/>
                </a:lnTo>
                <a:lnTo>
                  <a:pt x="122" y="3310"/>
                </a:lnTo>
                <a:lnTo>
                  <a:pt x="162" y="2685"/>
                </a:lnTo>
                <a:lnTo>
                  <a:pt x="222" y="2100"/>
                </a:lnTo>
                <a:lnTo>
                  <a:pt x="283" y="1535"/>
                </a:lnTo>
                <a:lnTo>
                  <a:pt x="323" y="1353"/>
                </a:lnTo>
                <a:lnTo>
                  <a:pt x="384" y="1131"/>
                </a:lnTo>
                <a:lnTo>
                  <a:pt x="444" y="909"/>
                </a:lnTo>
                <a:lnTo>
                  <a:pt x="545" y="667"/>
                </a:lnTo>
                <a:lnTo>
                  <a:pt x="687" y="465"/>
                </a:lnTo>
                <a:lnTo>
                  <a:pt x="767" y="364"/>
                </a:lnTo>
                <a:lnTo>
                  <a:pt x="848" y="263"/>
                </a:lnTo>
                <a:lnTo>
                  <a:pt x="949" y="203"/>
                </a:lnTo>
                <a:lnTo>
                  <a:pt x="1070" y="142"/>
                </a:lnTo>
                <a:lnTo>
                  <a:pt x="1191" y="102"/>
                </a:lnTo>
                <a:lnTo>
                  <a:pt x="1312" y="82"/>
                </a:lnTo>
                <a:close/>
                <a:moveTo>
                  <a:pt x="1312" y="1"/>
                </a:moveTo>
                <a:lnTo>
                  <a:pt x="1171" y="21"/>
                </a:lnTo>
                <a:lnTo>
                  <a:pt x="1030" y="61"/>
                </a:lnTo>
                <a:lnTo>
                  <a:pt x="868" y="162"/>
                </a:lnTo>
                <a:lnTo>
                  <a:pt x="707" y="304"/>
                </a:lnTo>
                <a:lnTo>
                  <a:pt x="566" y="485"/>
                </a:lnTo>
                <a:lnTo>
                  <a:pt x="485" y="606"/>
                </a:lnTo>
                <a:lnTo>
                  <a:pt x="424" y="748"/>
                </a:lnTo>
                <a:lnTo>
                  <a:pt x="364" y="909"/>
                </a:lnTo>
                <a:lnTo>
                  <a:pt x="303" y="1091"/>
                </a:lnTo>
                <a:lnTo>
                  <a:pt x="263" y="1292"/>
                </a:lnTo>
                <a:lnTo>
                  <a:pt x="222" y="1514"/>
                </a:lnTo>
                <a:lnTo>
                  <a:pt x="142" y="2079"/>
                </a:lnTo>
                <a:lnTo>
                  <a:pt x="81" y="2685"/>
                </a:lnTo>
                <a:lnTo>
                  <a:pt x="41" y="3310"/>
                </a:lnTo>
                <a:lnTo>
                  <a:pt x="21" y="3976"/>
                </a:lnTo>
                <a:lnTo>
                  <a:pt x="1" y="4097"/>
                </a:lnTo>
                <a:lnTo>
                  <a:pt x="1" y="4602"/>
                </a:lnTo>
                <a:lnTo>
                  <a:pt x="1" y="5106"/>
                </a:lnTo>
                <a:lnTo>
                  <a:pt x="21" y="5752"/>
                </a:lnTo>
                <a:lnTo>
                  <a:pt x="61" y="6055"/>
                </a:lnTo>
                <a:lnTo>
                  <a:pt x="101" y="6337"/>
                </a:lnTo>
                <a:lnTo>
                  <a:pt x="142" y="6499"/>
                </a:lnTo>
                <a:lnTo>
                  <a:pt x="202" y="6680"/>
                </a:lnTo>
                <a:lnTo>
                  <a:pt x="263" y="6781"/>
                </a:lnTo>
                <a:lnTo>
                  <a:pt x="303" y="6862"/>
                </a:lnTo>
                <a:lnTo>
                  <a:pt x="384" y="6923"/>
                </a:lnTo>
                <a:lnTo>
                  <a:pt x="465" y="6963"/>
                </a:lnTo>
                <a:lnTo>
                  <a:pt x="525" y="6983"/>
                </a:lnTo>
                <a:lnTo>
                  <a:pt x="606" y="6963"/>
                </a:lnTo>
                <a:lnTo>
                  <a:pt x="687" y="6923"/>
                </a:lnTo>
                <a:lnTo>
                  <a:pt x="767" y="6882"/>
                </a:lnTo>
                <a:lnTo>
                  <a:pt x="868" y="6802"/>
                </a:lnTo>
                <a:lnTo>
                  <a:pt x="1090" y="6519"/>
                </a:lnTo>
                <a:lnTo>
                  <a:pt x="1292" y="6237"/>
                </a:lnTo>
                <a:lnTo>
                  <a:pt x="1474" y="5934"/>
                </a:lnTo>
                <a:lnTo>
                  <a:pt x="1615" y="5631"/>
                </a:lnTo>
                <a:lnTo>
                  <a:pt x="1736" y="5349"/>
                </a:lnTo>
                <a:lnTo>
                  <a:pt x="1837" y="5046"/>
                </a:lnTo>
                <a:lnTo>
                  <a:pt x="1918" y="4784"/>
                </a:lnTo>
                <a:lnTo>
                  <a:pt x="1978" y="4521"/>
                </a:lnTo>
                <a:lnTo>
                  <a:pt x="2140" y="3714"/>
                </a:lnTo>
                <a:lnTo>
                  <a:pt x="2261" y="2967"/>
                </a:lnTo>
                <a:lnTo>
                  <a:pt x="2321" y="2281"/>
                </a:lnTo>
                <a:lnTo>
                  <a:pt x="2341" y="1595"/>
                </a:lnTo>
                <a:lnTo>
                  <a:pt x="2341" y="1333"/>
                </a:lnTo>
                <a:lnTo>
                  <a:pt x="2321" y="1050"/>
                </a:lnTo>
                <a:lnTo>
                  <a:pt x="2261" y="788"/>
                </a:lnTo>
                <a:lnTo>
                  <a:pt x="2220" y="667"/>
                </a:lnTo>
                <a:lnTo>
                  <a:pt x="2180" y="546"/>
                </a:lnTo>
                <a:lnTo>
                  <a:pt x="2119" y="445"/>
                </a:lnTo>
                <a:lnTo>
                  <a:pt x="2039" y="324"/>
                </a:lnTo>
                <a:lnTo>
                  <a:pt x="1938" y="243"/>
                </a:lnTo>
                <a:lnTo>
                  <a:pt x="1837" y="142"/>
                </a:lnTo>
                <a:lnTo>
                  <a:pt x="1716" y="82"/>
                </a:lnTo>
                <a:lnTo>
                  <a:pt x="1595" y="21"/>
                </a:lnTo>
                <a:lnTo>
                  <a:pt x="1453" y="1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08" name="Google Shape;2108;p24"/>
          <p:cNvSpPr/>
          <p:nvPr/>
        </p:nvSpPr>
        <p:spPr>
          <a:xfrm>
            <a:off x="827225" y="4453008"/>
            <a:ext cx="4584" cy="55348"/>
          </a:xfrm>
          <a:custGeom>
            <a:rect b="b" l="l" r="r" t="t"/>
            <a:pathLst>
              <a:path extrusionOk="0" h="990" w="82">
                <a:moveTo>
                  <a:pt x="1" y="0"/>
                </a:moveTo>
                <a:lnTo>
                  <a:pt x="1" y="989"/>
                </a:lnTo>
                <a:lnTo>
                  <a:pt x="81" y="989"/>
                </a:lnTo>
                <a:lnTo>
                  <a:pt x="81" y="0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09" name="Google Shape;2109;p24"/>
          <p:cNvSpPr/>
          <p:nvPr/>
        </p:nvSpPr>
        <p:spPr>
          <a:xfrm>
            <a:off x="802403" y="4477830"/>
            <a:ext cx="55348" cy="4584"/>
          </a:xfrm>
          <a:custGeom>
            <a:rect b="b" l="l" r="r" t="t"/>
            <a:pathLst>
              <a:path extrusionOk="0" h="82" w="990">
                <a:moveTo>
                  <a:pt x="1" y="0"/>
                </a:moveTo>
                <a:lnTo>
                  <a:pt x="1" y="81"/>
                </a:lnTo>
                <a:lnTo>
                  <a:pt x="990" y="81"/>
                </a:lnTo>
                <a:lnTo>
                  <a:pt x="990" y="0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10" name="Google Shape;2110;p24"/>
          <p:cNvSpPr/>
          <p:nvPr/>
        </p:nvSpPr>
        <p:spPr>
          <a:xfrm flipH="1">
            <a:off x="104921" y="655347"/>
            <a:ext cx="457237" cy="429412"/>
          </a:xfrm>
          <a:custGeom>
            <a:rect b="b" l="l" r="r" t="t"/>
            <a:pathLst>
              <a:path extrusionOk="0" h="92099" w="98067">
                <a:moveTo>
                  <a:pt x="49019" y="0"/>
                </a:moveTo>
                <a:lnTo>
                  <a:pt x="48824" y="1171"/>
                </a:lnTo>
                <a:lnTo>
                  <a:pt x="48629" y="2064"/>
                </a:lnTo>
                <a:lnTo>
                  <a:pt x="48378" y="3151"/>
                </a:lnTo>
                <a:lnTo>
                  <a:pt x="48071" y="4434"/>
                </a:lnTo>
                <a:lnTo>
                  <a:pt x="47709" y="5884"/>
                </a:lnTo>
                <a:lnTo>
                  <a:pt x="47263" y="7501"/>
                </a:lnTo>
                <a:lnTo>
                  <a:pt x="46733" y="9230"/>
                </a:lnTo>
                <a:lnTo>
                  <a:pt x="46119" y="11070"/>
                </a:lnTo>
                <a:lnTo>
                  <a:pt x="45422" y="13050"/>
                </a:lnTo>
                <a:lnTo>
                  <a:pt x="44641" y="15085"/>
                </a:lnTo>
                <a:lnTo>
                  <a:pt x="43777" y="17177"/>
                </a:lnTo>
                <a:lnTo>
                  <a:pt x="43303" y="18264"/>
                </a:lnTo>
                <a:lnTo>
                  <a:pt x="42801" y="19351"/>
                </a:lnTo>
                <a:lnTo>
                  <a:pt x="42271" y="20439"/>
                </a:lnTo>
                <a:lnTo>
                  <a:pt x="41742" y="21554"/>
                </a:lnTo>
                <a:lnTo>
                  <a:pt x="41156" y="22670"/>
                </a:lnTo>
                <a:lnTo>
                  <a:pt x="40543" y="23785"/>
                </a:lnTo>
                <a:lnTo>
                  <a:pt x="39929" y="24900"/>
                </a:lnTo>
                <a:lnTo>
                  <a:pt x="39260" y="25988"/>
                </a:lnTo>
                <a:lnTo>
                  <a:pt x="38563" y="27103"/>
                </a:lnTo>
                <a:lnTo>
                  <a:pt x="37838" y="28218"/>
                </a:lnTo>
                <a:lnTo>
                  <a:pt x="37113" y="29306"/>
                </a:lnTo>
                <a:lnTo>
                  <a:pt x="36332" y="30421"/>
                </a:lnTo>
                <a:lnTo>
                  <a:pt x="35524" y="31481"/>
                </a:lnTo>
                <a:lnTo>
                  <a:pt x="34687" y="32568"/>
                </a:lnTo>
                <a:lnTo>
                  <a:pt x="33795" y="33600"/>
                </a:lnTo>
                <a:lnTo>
                  <a:pt x="32903" y="34659"/>
                </a:lnTo>
                <a:lnTo>
                  <a:pt x="31954" y="35663"/>
                </a:lnTo>
                <a:lnTo>
                  <a:pt x="30979" y="36667"/>
                </a:lnTo>
                <a:lnTo>
                  <a:pt x="29975" y="37643"/>
                </a:lnTo>
                <a:lnTo>
                  <a:pt x="28943" y="38591"/>
                </a:lnTo>
                <a:lnTo>
                  <a:pt x="27856" y="39511"/>
                </a:lnTo>
                <a:lnTo>
                  <a:pt x="26740" y="40403"/>
                </a:lnTo>
                <a:lnTo>
                  <a:pt x="25597" y="41268"/>
                </a:lnTo>
                <a:lnTo>
                  <a:pt x="24426" y="42104"/>
                </a:lnTo>
                <a:lnTo>
                  <a:pt x="23199" y="42885"/>
                </a:lnTo>
                <a:lnTo>
                  <a:pt x="21944" y="43638"/>
                </a:lnTo>
                <a:lnTo>
                  <a:pt x="20634" y="44363"/>
                </a:lnTo>
                <a:lnTo>
                  <a:pt x="19295" y="45060"/>
                </a:lnTo>
                <a:lnTo>
                  <a:pt x="17929" y="45673"/>
                </a:lnTo>
                <a:lnTo>
                  <a:pt x="16507" y="46287"/>
                </a:lnTo>
                <a:lnTo>
                  <a:pt x="15057" y="46816"/>
                </a:lnTo>
                <a:lnTo>
                  <a:pt x="13551" y="47318"/>
                </a:lnTo>
                <a:lnTo>
                  <a:pt x="12018" y="47765"/>
                </a:lnTo>
                <a:lnTo>
                  <a:pt x="10428" y="48155"/>
                </a:lnTo>
                <a:lnTo>
                  <a:pt x="8811" y="48489"/>
                </a:lnTo>
                <a:lnTo>
                  <a:pt x="7138" y="48768"/>
                </a:lnTo>
                <a:lnTo>
                  <a:pt x="5409" y="48991"/>
                </a:lnTo>
                <a:lnTo>
                  <a:pt x="3653" y="49159"/>
                </a:lnTo>
                <a:lnTo>
                  <a:pt x="1868" y="49242"/>
                </a:lnTo>
                <a:lnTo>
                  <a:pt x="948" y="49270"/>
                </a:lnTo>
                <a:lnTo>
                  <a:pt x="0" y="49298"/>
                </a:lnTo>
                <a:lnTo>
                  <a:pt x="474" y="49438"/>
                </a:lnTo>
                <a:lnTo>
                  <a:pt x="1840" y="49856"/>
                </a:lnTo>
                <a:lnTo>
                  <a:pt x="3959" y="50581"/>
                </a:lnTo>
                <a:lnTo>
                  <a:pt x="5270" y="51055"/>
                </a:lnTo>
                <a:lnTo>
                  <a:pt x="6720" y="51585"/>
                </a:lnTo>
                <a:lnTo>
                  <a:pt x="8309" y="52226"/>
                </a:lnTo>
                <a:lnTo>
                  <a:pt x="10010" y="52951"/>
                </a:lnTo>
                <a:lnTo>
                  <a:pt x="11823" y="53732"/>
                </a:lnTo>
                <a:lnTo>
                  <a:pt x="13719" y="54624"/>
                </a:lnTo>
                <a:lnTo>
                  <a:pt x="15698" y="55600"/>
                </a:lnTo>
                <a:lnTo>
                  <a:pt x="17762" y="56631"/>
                </a:lnTo>
                <a:lnTo>
                  <a:pt x="19853" y="57775"/>
                </a:lnTo>
                <a:lnTo>
                  <a:pt x="21972" y="59001"/>
                </a:lnTo>
                <a:lnTo>
                  <a:pt x="23032" y="59671"/>
                </a:lnTo>
                <a:lnTo>
                  <a:pt x="24119" y="60340"/>
                </a:lnTo>
                <a:lnTo>
                  <a:pt x="25179" y="61037"/>
                </a:lnTo>
                <a:lnTo>
                  <a:pt x="26266" y="61762"/>
                </a:lnTo>
                <a:lnTo>
                  <a:pt x="27354" y="62487"/>
                </a:lnTo>
                <a:lnTo>
                  <a:pt x="28413" y="63268"/>
                </a:lnTo>
                <a:lnTo>
                  <a:pt x="29473" y="64048"/>
                </a:lnTo>
                <a:lnTo>
                  <a:pt x="30532" y="64857"/>
                </a:lnTo>
                <a:lnTo>
                  <a:pt x="31592" y="65693"/>
                </a:lnTo>
                <a:lnTo>
                  <a:pt x="32624" y="66558"/>
                </a:lnTo>
                <a:lnTo>
                  <a:pt x="33627" y="67450"/>
                </a:lnTo>
                <a:lnTo>
                  <a:pt x="34659" y="68370"/>
                </a:lnTo>
                <a:lnTo>
                  <a:pt x="35635" y="69290"/>
                </a:lnTo>
                <a:lnTo>
                  <a:pt x="36611" y="70266"/>
                </a:lnTo>
                <a:lnTo>
                  <a:pt x="37559" y="71242"/>
                </a:lnTo>
                <a:lnTo>
                  <a:pt x="38507" y="72274"/>
                </a:lnTo>
                <a:lnTo>
                  <a:pt x="39399" y="73306"/>
                </a:lnTo>
                <a:lnTo>
                  <a:pt x="40292" y="74365"/>
                </a:lnTo>
                <a:lnTo>
                  <a:pt x="41156" y="75453"/>
                </a:lnTo>
                <a:lnTo>
                  <a:pt x="41993" y="76568"/>
                </a:lnTo>
                <a:lnTo>
                  <a:pt x="42773" y="77711"/>
                </a:lnTo>
                <a:lnTo>
                  <a:pt x="43554" y="78882"/>
                </a:lnTo>
                <a:lnTo>
                  <a:pt x="44279" y="80081"/>
                </a:lnTo>
                <a:lnTo>
                  <a:pt x="44976" y="81308"/>
                </a:lnTo>
                <a:lnTo>
                  <a:pt x="45617" y="82563"/>
                </a:lnTo>
                <a:lnTo>
                  <a:pt x="46259" y="83846"/>
                </a:lnTo>
                <a:lnTo>
                  <a:pt x="46816" y="85156"/>
                </a:lnTo>
                <a:lnTo>
                  <a:pt x="47374" y="86494"/>
                </a:lnTo>
                <a:lnTo>
                  <a:pt x="47848" y="87833"/>
                </a:lnTo>
                <a:lnTo>
                  <a:pt x="48294" y="89227"/>
                </a:lnTo>
                <a:lnTo>
                  <a:pt x="48685" y="90649"/>
                </a:lnTo>
                <a:lnTo>
                  <a:pt x="49019" y="92099"/>
                </a:lnTo>
                <a:lnTo>
                  <a:pt x="49382" y="90649"/>
                </a:lnTo>
                <a:lnTo>
                  <a:pt x="49772" y="89227"/>
                </a:lnTo>
                <a:lnTo>
                  <a:pt x="50218" y="87833"/>
                </a:lnTo>
                <a:lnTo>
                  <a:pt x="50692" y="86494"/>
                </a:lnTo>
                <a:lnTo>
                  <a:pt x="51250" y="85156"/>
                </a:lnTo>
                <a:lnTo>
                  <a:pt x="51808" y="83846"/>
                </a:lnTo>
                <a:lnTo>
                  <a:pt x="52421" y="82563"/>
                </a:lnTo>
                <a:lnTo>
                  <a:pt x="53090" y="81308"/>
                </a:lnTo>
                <a:lnTo>
                  <a:pt x="53787" y="80081"/>
                </a:lnTo>
                <a:lnTo>
                  <a:pt x="54512" y="78882"/>
                </a:lnTo>
                <a:lnTo>
                  <a:pt x="55293" y="77711"/>
                </a:lnTo>
                <a:lnTo>
                  <a:pt x="56074" y="76568"/>
                </a:lnTo>
                <a:lnTo>
                  <a:pt x="56910" y="75453"/>
                </a:lnTo>
                <a:lnTo>
                  <a:pt x="57775" y="74365"/>
                </a:lnTo>
                <a:lnTo>
                  <a:pt x="58639" y="73306"/>
                </a:lnTo>
                <a:lnTo>
                  <a:pt x="59559" y="72274"/>
                </a:lnTo>
                <a:lnTo>
                  <a:pt x="60479" y="71242"/>
                </a:lnTo>
                <a:lnTo>
                  <a:pt x="61455" y="70266"/>
                </a:lnTo>
                <a:lnTo>
                  <a:pt x="62431" y="69290"/>
                </a:lnTo>
                <a:lnTo>
                  <a:pt x="63407" y="68370"/>
                </a:lnTo>
                <a:lnTo>
                  <a:pt x="64411" y="67450"/>
                </a:lnTo>
                <a:lnTo>
                  <a:pt x="65443" y="66558"/>
                </a:lnTo>
                <a:lnTo>
                  <a:pt x="66474" y="65693"/>
                </a:lnTo>
                <a:lnTo>
                  <a:pt x="67534" y="64857"/>
                </a:lnTo>
                <a:lnTo>
                  <a:pt x="68593" y="64048"/>
                </a:lnTo>
                <a:lnTo>
                  <a:pt x="69653" y="63268"/>
                </a:lnTo>
                <a:lnTo>
                  <a:pt x="70713" y="62487"/>
                </a:lnTo>
                <a:lnTo>
                  <a:pt x="71800" y="61762"/>
                </a:lnTo>
                <a:lnTo>
                  <a:pt x="72860" y="61037"/>
                </a:lnTo>
                <a:lnTo>
                  <a:pt x="73947" y="60340"/>
                </a:lnTo>
                <a:lnTo>
                  <a:pt x="75034" y="59671"/>
                </a:lnTo>
                <a:lnTo>
                  <a:pt x="76094" y="59001"/>
                </a:lnTo>
                <a:lnTo>
                  <a:pt x="78213" y="57775"/>
                </a:lnTo>
                <a:lnTo>
                  <a:pt x="80304" y="56631"/>
                </a:lnTo>
                <a:lnTo>
                  <a:pt x="82368" y="55600"/>
                </a:lnTo>
                <a:lnTo>
                  <a:pt x="84348" y="54624"/>
                </a:lnTo>
                <a:lnTo>
                  <a:pt x="86244" y="53732"/>
                </a:lnTo>
                <a:lnTo>
                  <a:pt x="88056" y="52951"/>
                </a:lnTo>
                <a:lnTo>
                  <a:pt x="89757" y="52226"/>
                </a:lnTo>
                <a:lnTo>
                  <a:pt x="91346" y="51585"/>
                </a:lnTo>
                <a:lnTo>
                  <a:pt x="92796" y="51055"/>
                </a:lnTo>
                <a:lnTo>
                  <a:pt x="94107" y="50581"/>
                </a:lnTo>
                <a:lnTo>
                  <a:pt x="96226" y="49856"/>
                </a:lnTo>
                <a:lnTo>
                  <a:pt x="97592" y="49438"/>
                </a:lnTo>
                <a:lnTo>
                  <a:pt x="98066" y="49298"/>
                </a:lnTo>
                <a:lnTo>
                  <a:pt x="97118" y="49270"/>
                </a:lnTo>
                <a:lnTo>
                  <a:pt x="96198" y="49242"/>
                </a:lnTo>
                <a:lnTo>
                  <a:pt x="94413" y="49159"/>
                </a:lnTo>
                <a:lnTo>
                  <a:pt x="92657" y="48991"/>
                </a:lnTo>
                <a:lnTo>
                  <a:pt x="90928" y="48768"/>
                </a:lnTo>
                <a:lnTo>
                  <a:pt x="89255" y="48489"/>
                </a:lnTo>
                <a:lnTo>
                  <a:pt x="87638" y="48155"/>
                </a:lnTo>
                <a:lnTo>
                  <a:pt x="86048" y="47765"/>
                </a:lnTo>
                <a:lnTo>
                  <a:pt x="84515" y="47318"/>
                </a:lnTo>
                <a:lnTo>
                  <a:pt x="83009" y="46816"/>
                </a:lnTo>
                <a:lnTo>
                  <a:pt x="81559" y="46287"/>
                </a:lnTo>
                <a:lnTo>
                  <a:pt x="80137" y="45673"/>
                </a:lnTo>
                <a:lnTo>
                  <a:pt x="78771" y="45060"/>
                </a:lnTo>
                <a:lnTo>
                  <a:pt x="77432" y="44363"/>
                </a:lnTo>
                <a:lnTo>
                  <a:pt x="76122" y="43638"/>
                </a:lnTo>
                <a:lnTo>
                  <a:pt x="74867" y="42885"/>
                </a:lnTo>
                <a:lnTo>
                  <a:pt x="73640" y="42104"/>
                </a:lnTo>
                <a:lnTo>
                  <a:pt x="72469" y="41268"/>
                </a:lnTo>
                <a:lnTo>
                  <a:pt x="71298" y="40403"/>
                </a:lnTo>
                <a:lnTo>
                  <a:pt x="70211" y="39511"/>
                </a:lnTo>
                <a:lnTo>
                  <a:pt x="69123" y="38591"/>
                </a:lnTo>
                <a:lnTo>
                  <a:pt x="68091" y="37643"/>
                </a:lnTo>
                <a:lnTo>
                  <a:pt x="67088" y="36667"/>
                </a:lnTo>
                <a:lnTo>
                  <a:pt x="66112" y="35663"/>
                </a:lnTo>
                <a:lnTo>
                  <a:pt x="65164" y="34659"/>
                </a:lnTo>
                <a:lnTo>
                  <a:pt x="64271" y="33600"/>
                </a:lnTo>
                <a:lnTo>
                  <a:pt x="63379" y="32568"/>
                </a:lnTo>
                <a:lnTo>
                  <a:pt x="62543" y="31481"/>
                </a:lnTo>
                <a:lnTo>
                  <a:pt x="61734" y="30421"/>
                </a:lnTo>
                <a:lnTo>
                  <a:pt x="60953" y="29306"/>
                </a:lnTo>
                <a:lnTo>
                  <a:pt x="60200" y="28218"/>
                </a:lnTo>
                <a:lnTo>
                  <a:pt x="59503" y="27103"/>
                </a:lnTo>
                <a:lnTo>
                  <a:pt x="58806" y="25988"/>
                </a:lnTo>
                <a:lnTo>
                  <a:pt x="58137" y="24900"/>
                </a:lnTo>
                <a:lnTo>
                  <a:pt x="57524" y="23785"/>
                </a:lnTo>
                <a:lnTo>
                  <a:pt x="56910" y="22670"/>
                </a:lnTo>
                <a:lnTo>
                  <a:pt x="56325" y="21554"/>
                </a:lnTo>
                <a:lnTo>
                  <a:pt x="55795" y="20439"/>
                </a:lnTo>
                <a:lnTo>
                  <a:pt x="55265" y="19351"/>
                </a:lnTo>
                <a:lnTo>
                  <a:pt x="54763" y="18264"/>
                </a:lnTo>
                <a:lnTo>
                  <a:pt x="54289" y="17177"/>
                </a:lnTo>
                <a:lnTo>
                  <a:pt x="53425" y="15085"/>
                </a:lnTo>
                <a:lnTo>
                  <a:pt x="52644" y="13050"/>
                </a:lnTo>
                <a:lnTo>
                  <a:pt x="51947" y="11070"/>
                </a:lnTo>
                <a:lnTo>
                  <a:pt x="51334" y="9230"/>
                </a:lnTo>
                <a:lnTo>
                  <a:pt x="50804" y="7501"/>
                </a:lnTo>
                <a:lnTo>
                  <a:pt x="50358" y="5884"/>
                </a:lnTo>
                <a:lnTo>
                  <a:pt x="49995" y="4434"/>
                </a:lnTo>
                <a:lnTo>
                  <a:pt x="49688" y="3151"/>
                </a:lnTo>
                <a:lnTo>
                  <a:pt x="49437" y="2064"/>
                </a:lnTo>
                <a:lnTo>
                  <a:pt x="49242" y="1171"/>
                </a:lnTo>
                <a:lnTo>
                  <a:pt x="49019" y="0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11" name="Google Shape;2111;p24"/>
          <p:cNvSpPr/>
          <p:nvPr/>
        </p:nvSpPr>
        <p:spPr>
          <a:xfrm flipH="1">
            <a:off x="104908" y="1187072"/>
            <a:ext cx="457237" cy="429412"/>
          </a:xfrm>
          <a:custGeom>
            <a:rect b="b" l="l" r="r" t="t"/>
            <a:pathLst>
              <a:path extrusionOk="0" h="92099" w="98067">
                <a:moveTo>
                  <a:pt x="49019" y="0"/>
                </a:moveTo>
                <a:lnTo>
                  <a:pt x="48824" y="1171"/>
                </a:lnTo>
                <a:lnTo>
                  <a:pt x="48629" y="2064"/>
                </a:lnTo>
                <a:lnTo>
                  <a:pt x="48378" y="3151"/>
                </a:lnTo>
                <a:lnTo>
                  <a:pt x="48071" y="4434"/>
                </a:lnTo>
                <a:lnTo>
                  <a:pt x="47709" y="5884"/>
                </a:lnTo>
                <a:lnTo>
                  <a:pt x="47263" y="7501"/>
                </a:lnTo>
                <a:lnTo>
                  <a:pt x="46733" y="9230"/>
                </a:lnTo>
                <a:lnTo>
                  <a:pt x="46119" y="11070"/>
                </a:lnTo>
                <a:lnTo>
                  <a:pt x="45422" y="13050"/>
                </a:lnTo>
                <a:lnTo>
                  <a:pt x="44641" y="15085"/>
                </a:lnTo>
                <a:lnTo>
                  <a:pt x="43777" y="17177"/>
                </a:lnTo>
                <a:lnTo>
                  <a:pt x="43303" y="18264"/>
                </a:lnTo>
                <a:lnTo>
                  <a:pt x="42801" y="19351"/>
                </a:lnTo>
                <a:lnTo>
                  <a:pt x="42271" y="20439"/>
                </a:lnTo>
                <a:lnTo>
                  <a:pt x="41742" y="21554"/>
                </a:lnTo>
                <a:lnTo>
                  <a:pt x="41156" y="22670"/>
                </a:lnTo>
                <a:lnTo>
                  <a:pt x="40543" y="23785"/>
                </a:lnTo>
                <a:lnTo>
                  <a:pt x="39929" y="24900"/>
                </a:lnTo>
                <a:lnTo>
                  <a:pt x="39260" y="25988"/>
                </a:lnTo>
                <a:lnTo>
                  <a:pt x="38563" y="27103"/>
                </a:lnTo>
                <a:lnTo>
                  <a:pt x="37838" y="28218"/>
                </a:lnTo>
                <a:lnTo>
                  <a:pt x="37113" y="29306"/>
                </a:lnTo>
                <a:lnTo>
                  <a:pt x="36332" y="30421"/>
                </a:lnTo>
                <a:lnTo>
                  <a:pt x="35524" y="31481"/>
                </a:lnTo>
                <a:lnTo>
                  <a:pt x="34687" y="32568"/>
                </a:lnTo>
                <a:lnTo>
                  <a:pt x="33795" y="33600"/>
                </a:lnTo>
                <a:lnTo>
                  <a:pt x="32903" y="34659"/>
                </a:lnTo>
                <a:lnTo>
                  <a:pt x="31954" y="35663"/>
                </a:lnTo>
                <a:lnTo>
                  <a:pt x="30979" y="36667"/>
                </a:lnTo>
                <a:lnTo>
                  <a:pt x="29975" y="37643"/>
                </a:lnTo>
                <a:lnTo>
                  <a:pt x="28943" y="38591"/>
                </a:lnTo>
                <a:lnTo>
                  <a:pt x="27856" y="39511"/>
                </a:lnTo>
                <a:lnTo>
                  <a:pt x="26740" y="40403"/>
                </a:lnTo>
                <a:lnTo>
                  <a:pt x="25597" y="41268"/>
                </a:lnTo>
                <a:lnTo>
                  <a:pt x="24426" y="42104"/>
                </a:lnTo>
                <a:lnTo>
                  <a:pt x="23199" y="42885"/>
                </a:lnTo>
                <a:lnTo>
                  <a:pt x="21944" y="43638"/>
                </a:lnTo>
                <a:lnTo>
                  <a:pt x="20634" y="44363"/>
                </a:lnTo>
                <a:lnTo>
                  <a:pt x="19295" y="45060"/>
                </a:lnTo>
                <a:lnTo>
                  <a:pt x="17929" y="45673"/>
                </a:lnTo>
                <a:lnTo>
                  <a:pt x="16507" y="46287"/>
                </a:lnTo>
                <a:lnTo>
                  <a:pt x="15057" y="46816"/>
                </a:lnTo>
                <a:lnTo>
                  <a:pt x="13551" y="47318"/>
                </a:lnTo>
                <a:lnTo>
                  <a:pt x="12018" y="47765"/>
                </a:lnTo>
                <a:lnTo>
                  <a:pt x="10428" y="48155"/>
                </a:lnTo>
                <a:lnTo>
                  <a:pt x="8811" y="48489"/>
                </a:lnTo>
                <a:lnTo>
                  <a:pt x="7138" y="48768"/>
                </a:lnTo>
                <a:lnTo>
                  <a:pt x="5409" y="48991"/>
                </a:lnTo>
                <a:lnTo>
                  <a:pt x="3653" y="49159"/>
                </a:lnTo>
                <a:lnTo>
                  <a:pt x="1868" y="49242"/>
                </a:lnTo>
                <a:lnTo>
                  <a:pt x="948" y="49270"/>
                </a:lnTo>
                <a:lnTo>
                  <a:pt x="0" y="49298"/>
                </a:lnTo>
                <a:lnTo>
                  <a:pt x="474" y="49438"/>
                </a:lnTo>
                <a:lnTo>
                  <a:pt x="1840" y="49856"/>
                </a:lnTo>
                <a:lnTo>
                  <a:pt x="3959" y="50581"/>
                </a:lnTo>
                <a:lnTo>
                  <a:pt x="5270" y="51055"/>
                </a:lnTo>
                <a:lnTo>
                  <a:pt x="6720" y="51585"/>
                </a:lnTo>
                <a:lnTo>
                  <a:pt x="8309" y="52226"/>
                </a:lnTo>
                <a:lnTo>
                  <a:pt x="10010" y="52951"/>
                </a:lnTo>
                <a:lnTo>
                  <a:pt x="11823" y="53732"/>
                </a:lnTo>
                <a:lnTo>
                  <a:pt x="13719" y="54624"/>
                </a:lnTo>
                <a:lnTo>
                  <a:pt x="15698" y="55600"/>
                </a:lnTo>
                <a:lnTo>
                  <a:pt x="17762" y="56631"/>
                </a:lnTo>
                <a:lnTo>
                  <a:pt x="19853" y="57775"/>
                </a:lnTo>
                <a:lnTo>
                  <a:pt x="21972" y="59001"/>
                </a:lnTo>
                <a:lnTo>
                  <a:pt x="23032" y="59671"/>
                </a:lnTo>
                <a:lnTo>
                  <a:pt x="24119" y="60340"/>
                </a:lnTo>
                <a:lnTo>
                  <a:pt x="25179" y="61037"/>
                </a:lnTo>
                <a:lnTo>
                  <a:pt x="26266" y="61762"/>
                </a:lnTo>
                <a:lnTo>
                  <a:pt x="27354" y="62487"/>
                </a:lnTo>
                <a:lnTo>
                  <a:pt x="28413" y="63268"/>
                </a:lnTo>
                <a:lnTo>
                  <a:pt x="29473" y="64048"/>
                </a:lnTo>
                <a:lnTo>
                  <a:pt x="30532" y="64857"/>
                </a:lnTo>
                <a:lnTo>
                  <a:pt x="31592" y="65693"/>
                </a:lnTo>
                <a:lnTo>
                  <a:pt x="32624" y="66558"/>
                </a:lnTo>
                <a:lnTo>
                  <a:pt x="33627" y="67450"/>
                </a:lnTo>
                <a:lnTo>
                  <a:pt x="34659" y="68370"/>
                </a:lnTo>
                <a:lnTo>
                  <a:pt x="35635" y="69290"/>
                </a:lnTo>
                <a:lnTo>
                  <a:pt x="36611" y="70266"/>
                </a:lnTo>
                <a:lnTo>
                  <a:pt x="37559" y="71242"/>
                </a:lnTo>
                <a:lnTo>
                  <a:pt x="38507" y="72274"/>
                </a:lnTo>
                <a:lnTo>
                  <a:pt x="39399" y="73306"/>
                </a:lnTo>
                <a:lnTo>
                  <a:pt x="40292" y="74365"/>
                </a:lnTo>
                <a:lnTo>
                  <a:pt x="41156" y="75453"/>
                </a:lnTo>
                <a:lnTo>
                  <a:pt x="41993" y="76568"/>
                </a:lnTo>
                <a:lnTo>
                  <a:pt x="42773" y="77711"/>
                </a:lnTo>
                <a:lnTo>
                  <a:pt x="43554" y="78882"/>
                </a:lnTo>
                <a:lnTo>
                  <a:pt x="44279" y="80081"/>
                </a:lnTo>
                <a:lnTo>
                  <a:pt x="44976" y="81308"/>
                </a:lnTo>
                <a:lnTo>
                  <a:pt x="45617" y="82563"/>
                </a:lnTo>
                <a:lnTo>
                  <a:pt x="46259" y="83846"/>
                </a:lnTo>
                <a:lnTo>
                  <a:pt x="46816" y="85156"/>
                </a:lnTo>
                <a:lnTo>
                  <a:pt x="47374" y="86494"/>
                </a:lnTo>
                <a:lnTo>
                  <a:pt x="47848" y="87833"/>
                </a:lnTo>
                <a:lnTo>
                  <a:pt x="48294" y="89227"/>
                </a:lnTo>
                <a:lnTo>
                  <a:pt x="48685" y="90649"/>
                </a:lnTo>
                <a:lnTo>
                  <a:pt x="49019" y="92099"/>
                </a:lnTo>
                <a:lnTo>
                  <a:pt x="49382" y="90649"/>
                </a:lnTo>
                <a:lnTo>
                  <a:pt x="49772" y="89227"/>
                </a:lnTo>
                <a:lnTo>
                  <a:pt x="50218" y="87833"/>
                </a:lnTo>
                <a:lnTo>
                  <a:pt x="50692" y="86494"/>
                </a:lnTo>
                <a:lnTo>
                  <a:pt x="51250" y="85156"/>
                </a:lnTo>
                <a:lnTo>
                  <a:pt x="51808" y="83846"/>
                </a:lnTo>
                <a:lnTo>
                  <a:pt x="52421" y="82563"/>
                </a:lnTo>
                <a:lnTo>
                  <a:pt x="53090" y="81308"/>
                </a:lnTo>
                <a:lnTo>
                  <a:pt x="53787" y="80081"/>
                </a:lnTo>
                <a:lnTo>
                  <a:pt x="54512" y="78882"/>
                </a:lnTo>
                <a:lnTo>
                  <a:pt x="55293" y="77711"/>
                </a:lnTo>
                <a:lnTo>
                  <a:pt x="56074" y="76568"/>
                </a:lnTo>
                <a:lnTo>
                  <a:pt x="56910" y="75453"/>
                </a:lnTo>
                <a:lnTo>
                  <a:pt x="57775" y="74365"/>
                </a:lnTo>
                <a:lnTo>
                  <a:pt x="58639" y="73306"/>
                </a:lnTo>
                <a:lnTo>
                  <a:pt x="59559" y="72274"/>
                </a:lnTo>
                <a:lnTo>
                  <a:pt x="60479" y="71242"/>
                </a:lnTo>
                <a:lnTo>
                  <a:pt x="61455" y="70266"/>
                </a:lnTo>
                <a:lnTo>
                  <a:pt x="62431" y="69290"/>
                </a:lnTo>
                <a:lnTo>
                  <a:pt x="63407" y="68370"/>
                </a:lnTo>
                <a:lnTo>
                  <a:pt x="64411" y="67450"/>
                </a:lnTo>
                <a:lnTo>
                  <a:pt x="65443" y="66558"/>
                </a:lnTo>
                <a:lnTo>
                  <a:pt x="66474" y="65693"/>
                </a:lnTo>
                <a:lnTo>
                  <a:pt x="67534" y="64857"/>
                </a:lnTo>
                <a:lnTo>
                  <a:pt x="68593" y="64048"/>
                </a:lnTo>
                <a:lnTo>
                  <a:pt x="69653" y="63268"/>
                </a:lnTo>
                <a:lnTo>
                  <a:pt x="70713" y="62487"/>
                </a:lnTo>
                <a:lnTo>
                  <a:pt x="71800" y="61762"/>
                </a:lnTo>
                <a:lnTo>
                  <a:pt x="72860" y="61037"/>
                </a:lnTo>
                <a:lnTo>
                  <a:pt x="73947" y="60340"/>
                </a:lnTo>
                <a:lnTo>
                  <a:pt x="75034" y="59671"/>
                </a:lnTo>
                <a:lnTo>
                  <a:pt x="76094" y="59001"/>
                </a:lnTo>
                <a:lnTo>
                  <a:pt x="78213" y="57775"/>
                </a:lnTo>
                <a:lnTo>
                  <a:pt x="80304" y="56631"/>
                </a:lnTo>
                <a:lnTo>
                  <a:pt x="82368" y="55600"/>
                </a:lnTo>
                <a:lnTo>
                  <a:pt x="84348" y="54624"/>
                </a:lnTo>
                <a:lnTo>
                  <a:pt x="86244" y="53732"/>
                </a:lnTo>
                <a:lnTo>
                  <a:pt x="88056" y="52951"/>
                </a:lnTo>
                <a:lnTo>
                  <a:pt x="89757" y="52226"/>
                </a:lnTo>
                <a:lnTo>
                  <a:pt x="91346" y="51585"/>
                </a:lnTo>
                <a:lnTo>
                  <a:pt x="92796" y="51055"/>
                </a:lnTo>
                <a:lnTo>
                  <a:pt x="94107" y="50581"/>
                </a:lnTo>
                <a:lnTo>
                  <a:pt x="96226" y="49856"/>
                </a:lnTo>
                <a:lnTo>
                  <a:pt x="97592" y="49438"/>
                </a:lnTo>
                <a:lnTo>
                  <a:pt x="98066" y="49298"/>
                </a:lnTo>
                <a:lnTo>
                  <a:pt x="97118" y="49270"/>
                </a:lnTo>
                <a:lnTo>
                  <a:pt x="96198" y="49242"/>
                </a:lnTo>
                <a:lnTo>
                  <a:pt x="94413" y="49159"/>
                </a:lnTo>
                <a:lnTo>
                  <a:pt x="92657" y="48991"/>
                </a:lnTo>
                <a:lnTo>
                  <a:pt x="90928" y="48768"/>
                </a:lnTo>
                <a:lnTo>
                  <a:pt x="89255" y="48489"/>
                </a:lnTo>
                <a:lnTo>
                  <a:pt x="87638" y="48155"/>
                </a:lnTo>
                <a:lnTo>
                  <a:pt x="86048" y="47765"/>
                </a:lnTo>
                <a:lnTo>
                  <a:pt x="84515" y="47318"/>
                </a:lnTo>
                <a:lnTo>
                  <a:pt x="83009" y="46816"/>
                </a:lnTo>
                <a:lnTo>
                  <a:pt x="81559" y="46287"/>
                </a:lnTo>
                <a:lnTo>
                  <a:pt x="80137" y="45673"/>
                </a:lnTo>
                <a:lnTo>
                  <a:pt x="78771" y="45060"/>
                </a:lnTo>
                <a:lnTo>
                  <a:pt x="77432" y="44363"/>
                </a:lnTo>
                <a:lnTo>
                  <a:pt x="76122" y="43638"/>
                </a:lnTo>
                <a:lnTo>
                  <a:pt x="74867" y="42885"/>
                </a:lnTo>
                <a:lnTo>
                  <a:pt x="73640" y="42104"/>
                </a:lnTo>
                <a:lnTo>
                  <a:pt x="72469" y="41268"/>
                </a:lnTo>
                <a:lnTo>
                  <a:pt x="71298" y="40403"/>
                </a:lnTo>
                <a:lnTo>
                  <a:pt x="70211" y="39511"/>
                </a:lnTo>
                <a:lnTo>
                  <a:pt x="69123" y="38591"/>
                </a:lnTo>
                <a:lnTo>
                  <a:pt x="68091" y="37643"/>
                </a:lnTo>
                <a:lnTo>
                  <a:pt x="67088" y="36667"/>
                </a:lnTo>
                <a:lnTo>
                  <a:pt x="66112" y="35663"/>
                </a:lnTo>
                <a:lnTo>
                  <a:pt x="65164" y="34659"/>
                </a:lnTo>
                <a:lnTo>
                  <a:pt x="64271" y="33600"/>
                </a:lnTo>
                <a:lnTo>
                  <a:pt x="63379" y="32568"/>
                </a:lnTo>
                <a:lnTo>
                  <a:pt x="62543" y="31481"/>
                </a:lnTo>
                <a:lnTo>
                  <a:pt x="61734" y="30421"/>
                </a:lnTo>
                <a:lnTo>
                  <a:pt x="60953" y="29306"/>
                </a:lnTo>
                <a:lnTo>
                  <a:pt x="60200" y="28218"/>
                </a:lnTo>
                <a:lnTo>
                  <a:pt x="59503" y="27103"/>
                </a:lnTo>
                <a:lnTo>
                  <a:pt x="58806" y="25988"/>
                </a:lnTo>
                <a:lnTo>
                  <a:pt x="58137" y="24900"/>
                </a:lnTo>
                <a:lnTo>
                  <a:pt x="57524" y="23785"/>
                </a:lnTo>
                <a:lnTo>
                  <a:pt x="56910" y="22670"/>
                </a:lnTo>
                <a:lnTo>
                  <a:pt x="56325" y="21554"/>
                </a:lnTo>
                <a:lnTo>
                  <a:pt x="55795" y="20439"/>
                </a:lnTo>
                <a:lnTo>
                  <a:pt x="55265" y="19351"/>
                </a:lnTo>
                <a:lnTo>
                  <a:pt x="54763" y="18264"/>
                </a:lnTo>
                <a:lnTo>
                  <a:pt x="54289" y="17177"/>
                </a:lnTo>
                <a:lnTo>
                  <a:pt x="53425" y="15085"/>
                </a:lnTo>
                <a:lnTo>
                  <a:pt x="52644" y="13050"/>
                </a:lnTo>
                <a:lnTo>
                  <a:pt x="51947" y="11070"/>
                </a:lnTo>
                <a:lnTo>
                  <a:pt x="51334" y="9230"/>
                </a:lnTo>
                <a:lnTo>
                  <a:pt x="50804" y="7501"/>
                </a:lnTo>
                <a:lnTo>
                  <a:pt x="50358" y="5884"/>
                </a:lnTo>
                <a:lnTo>
                  <a:pt x="49995" y="4434"/>
                </a:lnTo>
                <a:lnTo>
                  <a:pt x="49688" y="3151"/>
                </a:lnTo>
                <a:lnTo>
                  <a:pt x="49437" y="2064"/>
                </a:lnTo>
                <a:lnTo>
                  <a:pt x="49242" y="1171"/>
                </a:lnTo>
                <a:lnTo>
                  <a:pt x="49019" y="0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12" name="Google Shape;2112;p24"/>
          <p:cNvSpPr/>
          <p:nvPr/>
        </p:nvSpPr>
        <p:spPr>
          <a:xfrm>
            <a:off x="1939270" y="4755098"/>
            <a:ext cx="100466" cy="100466"/>
          </a:xfrm>
          <a:custGeom>
            <a:rect b="b" l="l" r="r" t="t"/>
            <a:pathLst>
              <a:path extrusionOk="0" h="1797" w="1797">
                <a:moveTo>
                  <a:pt x="908" y="0"/>
                </a:moveTo>
                <a:lnTo>
                  <a:pt x="727" y="20"/>
                </a:lnTo>
                <a:lnTo>
                  <a:pt x="545" y="61"/>
                </a:lnTo>
                <a:lnTo>
                  <a:pt x="404" y="162"/>
                </a:lnTo>
                <a:lnTo>
                  <a:pt x="263" y="262"/>
                </a:lnTo>
                <a:lnTo>
                  <a:pt x="162" y="404"/>
                </a:lnTo>
                <a:lnTo>
                  <a:pt x="81" y="545"/>
                </a:lnTo>
                <a:lnTo>
                  <a:pt x="21" y="727"/>
                </a:lnTo>
                <a:lnTo>
                  <a:pt x="0" y="908"/>
                </a:lnTo>
                <a:lnTo>
                  <a:pt x="21" y="1090"/>
                </a:lnTo>
                <a:lnTo>
                  <a:pt x="81" y="1251"/>
                </a:lnTo>
                <a:lnTo>
                  <a:pt x="162" y="1413"/>
                </a:lnTo>
                <a:lnTo>
                  <a:pt x="263" y="1534"/>
                </a:lnTo>
                <a:lnTo>
                  <a:pt x="404" y="1655"/>
                </a:lnTo>
                <a:lnTo>
                  <a:pt x="545" y="1736"/>
                </a:lnTo>
                <a:lnTo>
                  <a:pt x="727" y="1776"/>
                </a:lnTo>
                <a:lnTo>
                  <a:pt x="908" y="1796"/>
                </a:lnTo>
                <a:lnTo>
                  <a:pt x="1090" y="1776"/>
                </a:lnTo>
                <a:lnTo>
                  <a:pt x="1252" y="1736"/>
                </a:lnTo>
                <a:lnTo>
                  <a:pt x="1413" y="1655"/>
                </a:lnTo>
                <a:lnTo>
                  <a:pt x="1534" y="1534"/>
                </a:lnTo>
                <a:lnTo>
                  <a:pt x="1655" y="1413"/>
                </a:lnTo>
                <a:lnTo>
                  <a:pt x="1736" y="1251"/>
                </a:lnTo>
                <a:lnTo>
                  <a:pt x="1776" y="1090"/>
                </a:lnTo>
                <a:lnTo>
                  <a:pt x="1796" y="908"/>
                </a:lnTo>
                <a:lnTo>
                  <a:pt x="1776" y="727"/>
                </a:lnTo>
                <a:lnTo>
                  <a:pt x="1736" y="545"/>
                </a:lnTo>
                <a:lnTo>
                  <a:pt x="1655" y="404"/>
                </a:lnTo>
                <a:lnTo>
                  <a:pt x="1534" y="262"/>
                </a:lnTo>
                <a:lnTo>
                  <a:pt x="1413" y="162"/>
                </a:lnTo>
                <a:lnTo>
                  <a:pt x="1252" y="61"/>
                </a:lnTo>
                <a:lnTo>
                  <a:pt x="1090" y="20"/>
                </a:lnTo>
                <a:lnTo>
                  <a:pt x="908" y="0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13" name="Google Shape;2113;p24"/>
          <p:cNvSpPr/>
          <p:nvPr/>
        </p:nvSpPr>
        <p:spPr>
          <a:xfrm>
            <a:off x="975059" y="4907498"/>
            <a:ext cx="100466" cy="100466"/>
          </a:xfrm>
          <a:custGeom>
            <a:rect b="b" l="l" r="r" t="t"/>
            <a:pathLst>
              <a:path extrusionOk="0" h="1797" w="1797">
                <a:moveTo>
                  <a:pt x="908" y="0"/>
                </a:moveTo>
                <a:lnTo>
                  <a:pt x="727" y="20"/>
                </a:lnTo>
                <a:lnTo>
                  <a:pt x="545" y="61"/>
                </a:lnTo>
                <a:lnTo>
                  <a:pt x="404" y="162"/>
                </a:lnTo>
                <a:lnTo>
                  <a:pt x="263" y="262"/>
                </a:lnTo>
                <a:lnTo>
                  <a:pt x="162" y="404"/>
                </a:lnTo>
                <a:lnTo>
                  <a:pt x="81" y="545"/>
                </a:lnTo>
                <a:lnTo>
                  <a:pt x="21" y="727"/>
                </a:lnTo>
                <a:lnTo>
                  <a:pt x="0" y="908"/>
                </a:lnTo>
                <a:lnTo>
                  <a:pt x="21" y="1090"/>
                </a:lnTo>
                <a:lnTo>
                  <a:pt x="81" y="1251"/>
                </a:lnTo>
                <a:lnTo>
                  <a:pt x="162" y="1413"/>
                </a:lnTo>
                <a:lnTo>
                  <a:pt x="263" y="1534"/>
                </a:lnTo>
                <a:lnTo>
                  <a:pt x="404" y="1655"/>
                </a:lnTo>
                <a:lnTo>
                  <a:pt x="545" y="1736"/>
                </a:lnTo>
                <a:lnTo>
                  <a:pt x="727" y="1776"/>
                </a:lnTo>
                <a:lnTo>
                  <a:pt x="908" y="1796"/>
                </a:lnTo>
                <a:lnTo>
                  <a:pt x="1090" y="1776"/>
                </a:lnTo>
                <a:lnTo>
                  <a:pt x="1252" y="1736"/>
                </a:lnTo>
                <a:lnTo>
                  <a:pt x="1413" y="1655"/>
                </a:lnTo>
                <a:lnTo>
                  <a:pt x="1534" y="1534"/>
                </a:lnTo>
                <a:lnTo>
                  <a:pt x="1655" y="1413"/>
                </a:lnTo>
                <a:lnTo>
                  <a:pt x="1736" y="1251"/>
                </a:lnTo>
                <a:lnTo>
                  <a:pt x="1776" y="1090"/>
                </a:lnTo>
                <a:lnTo>
                  <a:pt x="1796" y="908"/>
                </a:lnTo>
                <a:lnTo>
                  <a:pt x="1776" y="727"/>
                </a:lnTo>
                <a:lnTo>
                  <a:pt x="1736" y="545"/>
                </a:lnTo>
                <a:lnTo>
                  <a:pt x="1655" y="404"/>
                </a:lnTo>
                <a:lnTo>
                  <a:pt x="1534" y="262"/>
                </a:lnTo>
                <a:lnTo>
                  <a:pt x="1413" y="162"/>
                </a:lnTo>
                <a:lnTo>
                  <a:pt x="1252" y="61"/>
                </a:lnTo>
                <a:lnTo>
                  <a:pt x="1090" y="20"/>
                </a:lnTo>
                <a:lnTo>
                  <a:pt x="908" y="0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14" name="Google Shape;2114;p24"/>
          <p:cNvSpPr/>
          <p:nvPr/>
        </p:nvSpPr>
        <p:spPr>
          <a:xfrm>
            <a:off x="567670" y="4374098"/>
            <a:ext cx="100466" cy="100466"/>
          </a:xfrm>
          <a:custGeom>
            <a:rect b="b" l="l" r="r" t="t"/>
            <a:pathLst>
              <a:path extrusionOk="0" h="1797" w="1797">
                <a:moveTo>
                  <a:pt x="908" y="0"/>
                </a:moveTo>
                <a:lnTo>
                  <a:pt x="727" y="20"/>
                </a:lnTo>
                <a:lnTo>
                  <a:pt x="545" y="61"/>
                </a:lnTo>
                <a:lnTo>
                  <a:pt x="404" y="162"/>
                </a:lnTo>
                <a:lnTo>
                  <a:pt x="263" y="262"/>
                </a:lnTo>
                <a:lnTo>
                  <a:pt x="162" y="404"/>
                </a:lnTo>
                <a:lnTo>
                  <a:pt x="81" y="545"/>
                </a:lnTo>
                <a:lnTo>
                  <a:pt x="21" y="727"/>
                </a:lnTo>
                <a:lnTo>
                  <a:pt x="0" y="908"/>
                </a:lnTo>
                <a:lnTo>
                  <a:pt x="21" y="1090"/>
                </a:lnTo>
                <a:lnTo>
                  <a:pt x="81" y="1251"/>
                </a:lnTo>
                <a:lnTo>
                  <a:pt x="162" y="1413"/>
                </a:lnTo>
                <a:lnTo>
                  <a:pt x="263" y="1534"/>
                </a:lnTo>
                <a:lnTo>
                  <a:pt x="404" y="1655"/>
                </a:lnTo>
                <a:lnTo>
                  <a:pt x="545" y="1736"/>
                </a:lnTo>
                <a:lnTo>
                  <a:pt x="727" y="1776"/>
                </a:lnTo>
                <a:lnTo>
                  <a:pt x="908" y="1796"/>
                </a:lnTo>
                <a:lnTo>
                  <a:pt x="1090" y="1776"/>
                </a:lnTo>
                <a:lnTo>
                  <a:pt x="1252" y="1736"/>
                </a:lnTo>
                <a:lnTo>
                  <a:pt x="1413" y="1655"/>
                </a:lnTo>
                <a:lnTo>
                  <a:pt x="1534" y="1534"/>
                </a:lnTo>
                <a:lnTo>
                  <a:pt x="1655" y="1413"/>
                </a:lnTo>
                <a:lnTo>
                  <a:pt x="1736" y="1251"/>
                </a:lnTo>
                <a:lnTo>
                  <a:pt x="1776" y="1090"/>
                </a:lnTo>
                <a:lnTo>
                  <a:pt x="1796" y="908"/>
                </a:lnTo>
                <a:lnTo>
                  <a:pt x="1776" y="727"/>
                </a:lnTo>
                <a:lnTo>
                  <a:pt x="1736" y="545"/>
                </a:lnTo>
                <a:lnTo>
                  <a:pt x="1655" y="404"/>
                </a:lnTo>
                <a:lnTo>
                  <a:pt x="1534" y="262"/>
                </a:lnTo>
                <a:lnTo>
                  <a:pt x="1413" y="162"/>
                </a:lnTo>
                <a:lnTo>
                  <a:pt x="1252" y="61"/>
                </a:lnTo>
                <a:lnTo>
                  <a:pt x="1090" y="20"/>
                </a:lnTo>
                <a:lnTo>
                  <a:pt x="908" y="0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15" name="Google Shape;2115;p24"/>
          <p:cNvSpPr/>
          <p:nvPr/>
        </p:nvSpPr>
        <p:spPr>
          <a:xfrm flipH="1" rot="5400000">
            <a:off x="-222092" y="2039329"/>
            <a:ext cx="429300" cy="4293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16" name="Google Shape;2116;p24"/>
          <p:cNvSpPr/>
          <p:nvPr/>
        </p:nvSpPr>
        <p:spPr>
          <a:xfrm rot="5400000">
            <a:off x="-1472235" y="2326318"/>
            <a:ext cx="2383952" cy="1642730"/>
          </a:xfrm>
          <a:custGeom>
            <a:rect b="b" l="l" r="r" t="t"/>
            <a:pathLst>
              <a:path extrusionOk="0" h="29383" w="42641">
                <a:moveTo>
                  <a:pt x="9364" y="81"/>
                </a:moveTo>
                <a:lnTo>
                  <a:pt x="10796" y="141"/>
                </a:lnTo>
                <a:lnTo>
                  <a:pt x="12209" y="222"/>
                </a:lnTo>
                <a:lnTo>
                  <a:pt x="13642" y="363"/>
                </a:lnTo>
                <a:lnTo>
                  <a:pt x="15054" y="505"/>
                </a:lnTo>
                <a:lnTo>
                  <a:pt x="16467" y="706"/>
                </a:lnTo>
                <a:lnTo>
                  <a:pt x="17880" y="928"/>
                </a:lnTo>
                <a:lnTo>
                  <a:pt x="19292" y="1191"/>
                </a:lnTo>
                <a:lnTo>
                  <a:pt x="20685" y="1494"/>
                </a:lnTo>
                <a:lnTo>
                  <a:pt x="22077" y="1816"/>
                </a:lnTo>
                <a:lnTo>
                  <a:pt x="23469" y="2180"/>
                </a:lnTo>
                <a:lnTo>
                  <a:pt x="24842" y="2563"/>
                </a:lnTo>
                <a:lnTo>
                  <a:pt x="26194" y="2987"/>
                </a:lnTo>
                <a:lnTo>
                  <a:pt x="27546" y="3451"/>
                </a:lnTo>
                <a:lnTo>
                  <a:pt x="28878" y="3935"/>
                </a:lnTo>
                <a:lnTo>
                  <a:pt x="30210" y="4460"/>
                </a:lnTo>
                <a:lnTo>
                  <a:pt x="31340" y="4944"/>
                </a:lnTo>
                <a:lnTo>
                  <a:pt x="32409" y="5429"/>
                </a:lnTo>
                <a:lnTo>
                  <a:pt x="33418" y="5933"/>
                </a:lnTo>
                <a:lnTo>
                  <a:pt x="34346" y="6438"/>
                </a:lnTo>
                <a:lnTo>
                  <a:pt x="35234" y="6962"/>
                </a:lnTo>
                <a:lnTo>
                  <a:pt x="36062" y="7487"/>
                </a:lnTo>
                <a:lnTo>
                  <a:pt x="36829" y="8032"/>
                </a:lnTo>
                <a:lnTo>
                  <a:pt x="37555" y="8597"/>
                </a:lnTo>
                <a:lnTo>
                  <a:pt x="37979" y="8960"/>
                </a:lnTo>
                <a:lnTo>
                  <a:pt x="38403" y="9344"/>
                </a:lnTo>
                <a:lnTo>
                  <a:pt x="38806" y="9727"/>
                </a:lnTo>
                <a:lnTo>
                  <a:pt x="39190" y="10131"/>
                </a:lnTo>
                <a:lnTo>
                  <a:pt x="39573" y="10534"/>
                </a:lnTo>
                <a:lnTo>
                  <a:pt x="39916" y="10938"/>
                </a:lnTo>
                <a:lnTo>
                  <a:pt x="40239" y="11362"/>
                </a:lnTo>
                <a:lnTo>
                  <a:pt x="40562" y="11785"/>
                </a:lnTo>
                <a:lnTo>
                  <a:pt x="40844" y="12209"/>
                </a:lnTo>
                <a:lnTo>
                  <a:pt x="41127" y="12653"/>
                </a:lnTo>
                <a:lnTo>
                  <a:pt x="41369" y="13097"/>
                </a:lnTo>
                <a:lnTo>
                  <a:pt x="41611" y="13541"/>
                </a:lnTo>
                <a:lnTo>
                  <a:pt x="41813" y="14005"/>
                </a:lnTo>
                <a:lnTo>
                  <a:pt x="42015" y="14469"/>
                </a:lnTo>
                <a:lnTo>
                  <a:pt x="42176" y="14913"/>
                </a:lnTo>
                <a:lnTo>
                  <a:pt x="42338" y="15398"/>
                </a:lnTo>
                <a:lnTo>
                  <a:pt x="42459" y="15862"/>
                </a:lnTo>
                <a:lnTo>
                  <a:pt x="42499" y="16104"/>
                </a:lnTo>
                <a:lnTo>
                  <a:pt x="42540" y="16366"/>
                </a:lnTo>
                <a:lnTo>
                  <a:pt x="42560" y="16608"/>
                </a:lnTo>
                <a:lnTo>
                  <a:pt x="42560" y="16851"/>
                </a:lnTo>
                <a:lnTo>
                  <a:pt x="42540" y="17113"/>
                </a:lnTo>
                <a:lnTo>
                  <a:pt x="42519" y="17355"/>
                </a:lnTo>
                <a:lnTo>
                  <a:pt x="42479" y="17577"/>
                </a:lnTo>
                <a:lnTo>
                  <a:pt x="42418" y="17799"/>
                </a:lnTo>
                <a:lnTo>
                  <a:pt x="42338" y="18021"/>
                </a:lnTo>
                <a:lnTo>
                  <a:pt x="42217" y="18223"/>
                </a:lnTo>
                <a:lnTo>
                  <a:pt x="42096" y="18404"/>
                </a:lnTo>
                <a:lnTo>
                  <a:pt x="41954" y="18566"/>
                </a:lnTo>
                <a:lnTo>
                  <a:pt x="41773" y="18707"/>
                </a:lnTo>
                <a:lnTo>
                  <a:pt x="41571" y="18848"/>
                </a:lnTo>
                <a:lnTo>
                  <a:pt x="41409" y="18909"/>
                </a:lnTo>
                <a:lnTo>
                  <a:pt x="41228" y="18969"/>
                </a:lnTo>
                <a:lnTo>
                  <a:pt x="41046" y="19010"/>
                </a:lnTo>
                <a:lnTo>
                  <a:pt x="40865" y="19050"/>
                </a:lnTo>
                <a:lnTo>
                  <a:pt x="40461" y="19070"/>
                </a:lnTo>
                <a:lnTo>
                  <a:pt x="40057" y="19070"/>
                </a:lnTo>
                <a:lnTo>
                  <a:pt x="38948" y="19050"/>
                </a:lnTo>
                <a:lnTo>
                  <a:pt x="37838" y="19010"/>
                </a:lnTo>
                <a:lnTo>
                  <a:pt x="35618" y="18909"/>
                </a:lnTo>
                <a:lnTo>
                  <a:pt x="33398" y="18788"/>
                </a:lnTo>
                <a:lnTo>
                  <a:pt x="31198" y="18626"/>
                </a:lnTo>
                <a:lnTo>
                  <a:pt x="28918" y="18485"/>
                </a:lnTo>
                <a:lnTo>
                  <a:pt x="26597" y="18344"/>
                </a:lnTo>
                <a:lnTo>
                  <a:pt x="24277" y="18243"/>
                </a:lnTo>
                <a:lnTo>
                  <a:pt x="23126" y="18223"/>
                </a:lnTo>
                <a:lnTo>
                  <a:pt x="21956" y="18203"/>
                </a:lnTo>
                <a:lnTo>
                  <a:pt x="20806" y="18182"/>
                </a:lnTo>
                <a:lnTo>
                  <a:pt x="19635" y="18203"/>
                </a:lnTo>
                <a:lnTo>
                  <a:pt x="18465" y="18243"/>
                </a:lnTo>
                <a:lnTo>
                  <a:pt x="17315" y="18304"/>
                </a:lnTo>
                <a:lnTo>
                  <a:pt x="16164" y="18384"/>
                </a:lnTo>
                <a:lnTo>
                  <a:pt x="14994" y="18485"/>
                </a:lnTo>
                <a:lnTo>
                  <a:pt x="13844" y="18626"/>
                </a:lnTo>
                <a:lnTo>
                  <a:pt x="12693" y="18788"/>
                </a:lnTo>
                <a:lnTo>
                  <a:pt x="12007" y="18909"/>
                </a:lnTo>
                <a:lnTo>
                  <a:pt x="11321" y="19050"/>
                </a:lnTo>
                <a:lnTo>
                  <a:pt x="10615" y="19232"/>
                </a:lnTo>
                <a:lnTo>
                  <a:pt x="10272" y="19333"/>
                </a:lnTo>
                <a:lnTo>
                  <a:pt x="9929" y="19454"/>
                </a:lnTo>
                <a:lnTo>
                  <a:pt x="9586" y="19595"/>
                </a:lnTo>
                <a:lnTo>
                  <a:pt x="9263" y="19736"/>
                </a:lnTo>
                <a:lnTo>
                  <a:pt x="8940" y="19898"/>
                </a:lnTo>
                <a:lnTo>
                  <a:pt x="8617" y="20059"/>
                </a:lnTo>
                <a:lnTo>
                  <a:pt x="8314" y="20261"/>
                </a:lnTo>
                <a:lnTo>
                  <a:pt x="8032" y="20463"/>
                </a:lnTo>
                <a:lnTo>
                  <a:pt x="7749" y="20705"/>
                </a:lnTo>
                <a:lnTo>
                  <a:pt x="7487" y="20947"/>
                </a:lnTo>
                <a:lnTo>
                  <a:pt x="7245" y="21230"/>
                </a:lnTo>
                <a:lnTo>
                  <a:pt x="7003" y="21512"/>
                </a:lnTo>
                <a:lnTo>
                  <a:pt x="6801" y="21815"/>
                </a:lnTo>
                <a:lnTo>
                  <a:pt x="6619" y="22118"/>
                </a:lnTo>
                <a:lnTo>
                  <a:pt x="6458" y="22440"/>
                </a:lnTo>
                <a:lnTo>
                  <a:pt x="6316" y="22763"/>
                </a:lnTo>
                <a:lnTo>
                  <a:pt x="6195" y="23086"/>
                </a:lnTo>
                <a:lnTo>
                  <a:pt x="6094" y="23429"/>
                </a:lnTo>
                <a:lnTo>
                  <a:pt x="5994" y="23752"/>
                </a:lnTo>
                <a:lnTo>
                  <a:pt x="5913" y="24075"/>
                </a:lnTo>
                <a:lnTo>
                  <a:pt x="5792" y="24701"/>
                </a:lnTo>
                <a:lnTo>
                  <a:pt x="5711" y="25306"/>
                </a:lnTo>
                <a:lnTo>
                  <a:pt x="5650" y="25871"/>
                </a:lnTo>
                <a:lnTo>
                  <a:pt x="5650" y="26154"/>
                </a:lnTo>
                <a:lnTo>
                  <a:pt x="5650" y="26497"/>
                </a:lnTo>
                <a:lnTo>
                  <a:pt x="5650" y="27243"/>
                </a:lnTo>
                <a:lnTo>
                  <a:pt x="5630" y="27627"/>
                </a:lnTo>
                <a:lnTo>
                  <a:pt x="5610" y="28010"/>
                </a:lnTo>
                <a:lnTo>
                  <a:pt x="5529" y="28373"/>
                </a:lnTo>
                <a:lnTo>
                  <a:pt x="5489" y="28555"/>
                </a:lnTo>
                <a:lnTo>
                  <a:pt x="5428" y="28696"/>
                </a:lnTo>
                <a:lnTo>
                  <a:pt x="5368" y="28838"/>
                </a:lnTo>
                <a:lnTo>
                  <a:pt x="5287" y="28979"/>
                </a:lnTo>
                <a:lnTo>
                  <a:pt x="5206" y="29080"/>
                </a:lnTo>
                <a:lnTo>
                  <a:pt x="5106" y="29181"/>
                </a:lnTo>
                <a:lnTo>
                  <a:pt x="5005" y="29221"/>
                </a:lnTo>
                <a:lnTo>
                  <a:pt x="4904" y="29261"/>
                </a:lnTo>
                <a:lnTo>
                  <a:pt x="4803" y="29281"/>
                </a:lnTo>
                <a:lnTo>
                  <a:pt x="4702" y="29302"/>
                </a:lnTo>
                <a:lnTo>
                  <a:pt x="4581" y="29302"/>
                </a:lnTo>
                <a:lnTo>
                  <a:pt x="4440" y="29281"/>
                </a:lnTo>
                <a:lnTo>
                  <a:pt x="4177" y="29201"/>
                </a:lnTo>
                <a:lnTo>
                  <a:pt x="3955" y="29100"/>
                </a:lnTo>
                <a:lnTo>
                  <a:pt x="3774" y="28959"/>
                </a:lnTo>
                <a:lnTo>
                  <a:pt x="3592" y="28797"/>
                </a:lnTo>
                <a:lnTo>
                  <a:pt x="3451" y="28616"/>
                </a:lnTo>
                <a:lnTo>
                  <a:pt x="3310" y="28414"/>
                </a:lnTo>
                <a:lnTo>
                  <a:pt x="3188" y="28192"/>
                </a:lnTo>
                <a:lnTo>
                  <a:pt x="2946" y="27728"/>
                </a:lnTo>
                <a:lnTo>
                  <a:pt x="2523" y="26678"/>
                </a:lnTo>
                <a:lnTo>
                  <a:pt x="2119" y="25629"/>
                </a:lnTo>
                <a:lnTo>
                  <a:pt x="1756" y="24539"/>
                </a:lnTo>
                <a:lnTo>
                  <a:pt x="1433" y="23429"/>
                </a:lnTo>
                <a:lnTo>
                  <a:pt x="1130" y="22279"/>
                </a:lnTo>
                <a:lnTo>
                  <a:pt x="868" y="21129"/>
                </a:lnTo>
                <a:lnTo>
                  <a:pt x="646" y="19938"/>
                </a:lnTo>
                <a:lnTo>
                  <a:pt x="464" y="18707"/>
                </a:lnTo>
                <a:lnTo>
                  <a:pt x="323" y="17476"/>
                </a:lnTo>
                <a:lnTo>
                  <a:pt x="202" y="16205"/>
                </a:lnTo>
                <a:lnTo>
                  <a:pt x="141" y="14913"/>
                </a:lnTo>
                <a:lnTo>
                  <a:pt x="101" y="13602"/>
                </a:lnTo>
                <a:lnTo>
                  <a:pt x="81" y="12250"/>
                </a:lnTo>
                <a:lnTo>
                  <a:pt x="121" y="10897"/>
                </a:lnTo>
                <a:lnTo>
                  <a:pt x="202" y="9505"/>
                </a:lnTo>
                <a:lnTo>
                  <a:pt x="303" y="8092"/>
                </a:lnTo>
                <a:lnTo>
                  <a:pt x="404" y="7144"/>
                </a:lnTo>
                <a:lnTo>
                  <a:pt x="464" y="6639"/>
                </a:lnTo>
                <a:lnTo>
                  <a:pt x="545" y="6135"/>
                </a:lnTo>
                <a:lnTo>
                  <a:pt x="646" y="5630"/>
                </a:lnTo>
                <a:lnTo>
                  <a:pt x="767" y="5106"/>
                </a:lnTo>
                <a:lnTo>
                  <a:pt x="928" y="4601"/>
                </a:lnTo>
                <a:lnTo>
                  <a:pt x="1090" y="4097"/>
                </a:lnTo>
                <a:lnTo>
                  <a:pt x="1292" y="3612"/>
                </a:lnTo>
                <a:lnTo>
                  <a:pt x="1514" y="3128"/>
                </a:lnTo>
                <a:lnTo>
                  <a:pt x="1776" y="2684"/>
                </a:lnTo>
                <a:lnTo>
                  <a:pt x="2058" y="2240"/>
                </a:lnTo>
                <a:lnTo>
                  <a:pt x="2220" y="2038"/>
                </a:lnTo>
                <a:lnTo>
                  <a:pt x="2381" y="1837"/>
                </a:lnTo>
                <a:lnTo>
                  <a:pt x="2563" y="1655"/>
                </a:lnTo>
                <a:lnTo>
                  <a:pt x="2765" y="1473"/>
                </a:lnTo>
                <a:lnTo>
                  <a:pt x="2967" y="1312"/>
                </a:lnTo>
                <a:lnTo>
                  <a:pt x="3168" y="1150"/>
                </a:lnTo>
                <a:lnTo>
                  <a:pt x="3390" y="989"/>
                </a:lnTo>
                <a:lnTo>
                  <a:pt x="3612" y="848"/>
                </a:lnTo>
                <a:lnTo>
                  <a:pt x="3854" y="727"/>
                </a:lnTo>
                <a:lnTo>
                  <a:pt x="4117" y="626"/>
                </a:lnTo>
                <a:lnTo>
                  <a:pt x="4359" y="525"/>
                </a:lnTo>
                <a:lnTo>
                  <a:pt x="4621" y="424"/>
                </a:lnTo>
                <a:lnTo>
                  <a:pt x="5146" y="303"/>
                </a:lnTo>
                <a:lnTo>
                  <a:pt x="5691" y="202"/>
                </a:lnTo>
                <a:lnTo>
                  <a:pt x="6236" y="141"/>
                </a:lnTo>
                <a:lnTo>
                  <a:pt x="6760" y="101"/>
                </a:lnTo>
                <a:lnTo>
                  <a:pt x="7305" y="81"/>
                </a:lnTo>
                <a:close/>
                <a:moveTo>
                  <a:pt x="7305" y="0"/>
                </a:moveTo>
                <a:lnTo>
                  <a:pt x="6760" y="20"/>
                </a:lnTo>
                <a:lnTo>
                  <a:pt x="6215" y="61"/>
                </a:lnTo>
                <a:lnTo>
                  <a:pt x="5671" y="121"/>
                </a:lnTo>
                <a:lnTo>
                  <a:pt x="5126" y="222"/>
                </a:lnTo>
                <a:lnTo>
                  <a:pt x="4601" y="363"/>
                </a:lnTo>
                <a:lnTo>
                  <a:pt x="4339" y="444"/>
                </a:lnTo>
                <a:lnTo>
                  <a:pt x="4076" y="545"/>
                </a:lnTo>
                <a:lnTo>
                  <a:pt x="3834" y="666"/>
                </a:lnTo>
                <a:lnTo>
                  <a:pt x="3572" y="787"/>
                </a:lnTo>
                <a:lnTo>
                  <a:pt x="3350" y="928"/>
                </a:lnTo>
                <a:lnTo>
                  <a:pt x="3128" y="1070"/>
                </a:lnTo>
                <a:lnTo>
                  <a:pt x="2906" y="1231"/>
                </a:lnTo>
                <a:lnTo>
                  <a:pt x="2704" y="1413"/>
                </a:lnTo>
                <a:lnTo>
                  <a:pt x="2523" y="1594"/>
                </a:lnTo>
                <a:lnTo>
                  <a:pt x="2341" y="1776"/>
                </a:lnTo>
                <a:lnTo>
                  <a:pt x="2159" y="1978"/>
                </a:lnTo>
                <a:lnTo>
                  <a:pt x="1998" y="2200"/>
                </a:lnTo>
                <a:lnTo>
                  <a:pt x="1695" y="2624"/>
                </a:lnTo>
                <a:lnTo>
                  <a:pt x="1453" y="3088"/>
                </a:lnTo>
                <a:lnTo>
                  <a:pt x="1211" y="3572"/>
                </a:lnTo>
                <a:lnTo>
                  <a:pt x="1009" y="4056"/>
                </a:lnTo>
                <a:lnTo>
                  <a:pt x="848" y="4561"/>
                </a:lnTo>
                <a:lnTo>
                  <a:pt x="706" y="5086"/>
                </a:lnTo>
                <a:lnTo>
                  <a:pt x="585" y="5590"/>
                </a:lnTo>
                <a:lnTo>
                  <a:pt x="464" y="6115"/>
                </a:lnTo>
                <a:lnTo>
                  <a:pt x="383" y="6619"/>
                </a:lnTo>
                <a:lnTo>
                  <a:pt x="323" y="7124"/>
                </a:lnTo>
                <a:lnTo>
                  <a:pt x="222" y="8092"/>
                </a:lnTo>
                <a:lnTo>
                  <a:pt x="121" y="9505"/>
                </a:lnTo>
                <a:lnTo>
                  <a:pt x="40" y="10897"/>
                </a:lnTo>
                <a:lnTo>
                  <a:pt x="0" y="12250"/>
                </a:lnTo>
                <a:lnTo>
                  <a:pt x="20" y="13602"/>
                </a:lnTo>
                <a:lnTo>
                  <a:pt x="61" y="14913"/>
                </a:lnTo>
                <a:lnTo>
                  <a:pt x="121" y="16205"/>
                </a:lnTo>
                <a:lnTo>
                  <a:pt x="242" y="17476"/>
                </a:lnTo>
                <a:lnTo>
                  <a:pt x="383" y="18727"/>
                </a:lnTo>
                <a:lnTo>
                  <a:pt x="565" y="19938"/>
                </a:lnTo>
                <a:lnTo>
                  <a:pt x="787" y="21149"/>
                </a:lnTo>
                <a:lnTo>
                  <a:pt x="1049" y="22319"/>
                </a:lnTo>
                <a:lnTo>
                  <a:pt x="1352" y="23449"/>
                </a:lnTo>
                <a:lnTo>
                  <a:pt x="1675" y="24559"/>
                </a:lnTo>
                <a:lnTo>
                  <a:pt x="2038" y="25649"/>
                </a:lnTo>
                <a:lnTo>
                  <a:pt x="2442" y="26719"/>
                </a:lnTo>
                <a:lnTo>
                  <a:pt x="2886" y="27748"/>
                </a:lnTo>
                <a:lnTo>
                  <a:pt x="3108" y="28232"/>
                </a:lnTo>
                <a:lnTo>
                  <a:pt x="3249" y="28454"/>
                </a:lnTo>
                <a:lnTo>
                  <a:pt x="3390" y="28676"/>
                </a:lnTo>
                <a:lnTo>
                  <a:pt x="3552" y="28858"/>
                </a:lnTo>
                <a:lnTo>
                  <a:pt x="3733" y="29019"/>
                </a:lnTo>
                <a:lnTo>
                  <a:pt x="3915" y="29160"/>
                </a:lnTo>
                <a:lnTo>
                  <a:pt x="4137" y="29261"/>
                </a:lnTo>
                <a:lnTo>
                  <a:pt x="4419" y="29362"/>
                </a:lnTo>
                <a:lnTo>
                  <a:pt x="4541" y="29382"/>
                </a:lnTo>
                <a:lnTo>
                  <a:pt x="4662" y="29382"/>
                </a:lnTo>
                <a:lnTo>
                  <a:pt x="4803" y="29362"/>
                </a:lnTo>
                <a:lnTo>
                  <a:pt x="4924" y="29342"/>
                </a:lnTo>
                <a:lnTo>
                  <a:pt x="5045" y="29302"/>
                </a:lnTo>
                <a:lnTo>
                  <a:pt x="5146" y="29241"/>
                </a:lnTo>
                <a:lnTo>
                  <a:pt x="5247" y="29140"/>
                </a:lnTo>
                <a:lnTo>
                  <a:pt x="5348" y="29039"/>
                </a:lnTo>
                <a:lnTo>
                  <a:pt x="5428" y="28898"/>
                </a:lnTo>
                <a:lnTo>
                  <a:pt x="5509" y="28757"/>
                </a:lnTo>
                <a:lnTo>
                  <a:pt x="5570" y="28595"/>
                </a:lnTo>
                <a:lnTo>
                  <a:pt x="5610" y="28414"/>
                </a:lnTo>
                <a:lnTo>
                  <a:pt x="5671" y="28051"/>
                </a:lnTo>
                <a:lnTo>
                  <a:pt x="5711" y="27647"/>
                </a:lnTo>
                <a:lnTo>
                  <a:pt x="5731" y="27243"/>
                </a:lnTo>
                <a:lnTo>
                  <a:pt x="5731" y="26497"/>
                </a:lnTo>
                <a:lnTo>
                  <a:pt x="5731" y="26154"/>
                </a:lnTo>
                <a:lnTo>
                  <a:pt x="5731" y="25891"/>
                </a:lnTo>
                <a:lnTo>
                  <a:pt x="5792" y="25326"/>
                </a:lnTo>
                <a:lnTo>
                  <a:pt x="5872" y="24721"/>
                </a:lnTo>
                <a:lnTo>
                  <a:pt x="5994" y="24095"/>
                </a:lnTo>
                <a:lnTo>
                  <a:pt x="6074" y="23772"/>
                </a:lnTo>
                <a:lnTo>
                  <a:pt x="6155" y="23449"/>
                </a:lnTo>
                <a:lnTo>
                  <a:pt x="6276" y="23127"/>
                </a:lnTo>
                <a:lnTo>
                  <a:pt x="6397" y="22804"/>
                </a:lnTo>
                <a:lnTo>
                  <a:pt x="6538" y="22481"/>
                </a:lnTo>
                <a:lnTo>
                  <a:pt x="6700" y="22178"/>
                </a:lnTo>
                <a:lnTo>
                  <a:pt x="6881" y="21855"/>
                </a:lnTo>
                <a:lnTo>
                  <a:pt x="7083" y="21573"/>
                </a:lnTo>
                <a:lnTo>
                  <a:pt x="7305" y="21270"/>
                </a:lnTo>
                <a:lnTo>
                  <a:pt x="7547" y="21008"/>
                </a:lnTo>
                <a:lnTo>
                  <a:pt x="7810" y="20765"/>
                </a:lnTo>
                <a:lnTo>
                  <a:pt x="8092" y="20523"/>
                </a:lnTo>
                <a:lnTo>
                  <a:pt x="8375" y="20322"/>
                </a:lnTo>
                <a:lnTo>
                  <a:pt x="8677" y="20140"/>
                </a:lnTo>
                <a:lnTo>
                  <a:pt x="8980" y="19958"/>
                </a:lnTo>
                <a:lnTo>
                  <a:pt x="9303" y="19797"/>
                </a:lnTo>
                <a:lnTo>
                  <a:pt x="9626" y="19656"/>
                </a:lnTo>
                <a:lnTo>
                  <a:pt x="9969" y="19535"/>
                </a:lnTo>
                <a:lnTo>
                  <a:pt x="10292" y="19413"/>
                </a:lnTo>
                <a:lnTo>
                  <a:pt x="10635" y="19313"/>
                </a:lnTo>
                <a:lnTo>
                  <a:pt x="11341" y="19131"/>
                </a:lnTo>
                <a:lnTo>
                  <a:pt x="12027" y="18990"/>
                </a:lnTo>
                <a:lnTo>
                  <a:pt x="12713" y="18869"/>
                </a:lnTo>
                <a:lnTo>
                  <a:pt x="13864" y="18707"/>
                </a:lnTo>
                <a:lnTo>
                  <a:pt x="15014" y="18566"/>
                </a:lnTo>
                <a:lnTo>
                  <a:pt x="16164" y="18465"/>
                </a:lnTo>
                <a:lnTo>
                  <a:pt x="17315" y="18384"/>
                </a:lnTo>
                <a:lnTo>
                  <a:pt x="18485" y="18324"/>
                </a:lnTo>
                <a:lnTo>
                  <a:pt x="19635" y="18283"/>
                </a:lnTo>
                <a:lnTo>
                  <a:pt x="20806" y="18263"/>
                </a:lnTo>
                <a:lnTo>
                  <a:pt x="21956" y="18283"/>
                </a:lnTo>
                <a:lnTo>
                  <a:pt x="23126" y="18304"/>
                </a:lnTo>
                <a:lnTo>
                  <a:pt x="24277" y="18324"/>
                </a:lnTo>
                <a:lnTo>
                  <a:pt x="26597" y="18425"/>
                </a:lnTo>
                <a:lnTo>
                  <a:pt x="28918" y="18566"/>
                </a:lnTo>
                <a:lnTo>
                  <a:pt x="31198" y="18707"/>
                </a:lnTo>
                <a:lnTo>
                  <a:pt x="33398" y="18869"/>
                </a:lnTo>
                <a:lnTo>
                  <a:pt x="35618" y="18990"/>
                </a:lnTo>
                <a:lnTo>
                  <a:pt x="37838" y="19091"/>
                </a:lnTo>
                <a:lnTo>
                  <a:pt x="38948" y="19131"/>
                </a:lnTo>
                <a:lnTo>
                  <a:pt x="40057" y="19151"/>
                </a:lnTo>
                <a:lnTo>
                  <a:pt x="40481" y="19151"/>
                </a:lnTo>
                <a:lnTo>
                  <a:pt x="40885" y="19131"/>
                </a:lnTo>
                <a:lnTo>
                  <a:pt x="41066" y="19091"/>
                </a:lnTo>
                <a:lnTo>
                  <a:pt x="41248" y="19050"/>
                </a:lnTo>
                <a:lnTo>
                  <a:pt x="41430" y="18990"/>
                </a:lnTo>
                <a:lnTo>
                  <a:pt x="41611" y="18909"/>
                </a:lnTo>
                <a:lnTo>
                  <a:pt x="41813" y="18788"/>
                </a:lnTo>
                <a:lnTo>
                  <a:pt x="41995" y="18626"/>
                </a:lnTo>
                <a:lnTo>
                  <a:pt x="42156" y="18465"/>
                </a:lnTo>
                <a:lnTo>
                  <a:pt x="42297" y="18263"/>
                </a:lnTo>
                <a:lnTo>
                  <a:pt x="42398" y="18061"/>
                </a:lnTo>
                <a:lnTo>
                  <a:pt x="42479" y="17839"/>
                </a:lnTo>
                <a:lnTo>
                  <a:pt x="42560" y="17617"/>
                </a:lnTo>
                <a:lnTo>
                  <a:pt x="42600" y="17375"/>
                </a:lnTo>
                <a:lnTo>
                  <a:pt x="42620" y="17133"/>
                </a:lnTo>
                <a:lnTo>
                  <a:pt x="42640" y="16871"/>
                </a:lnTo>
                <a:lnTo>
                  <a:pt x="42640" y="16608"/>
                </a:lnTo>
                <a:lnTo>
                  <a:pt x="42620" y="16366"/>
                </a:lnTo>
                <a:lnTo>
                  <a:pt x="42580" y="16104"/>
                </a:lnTo>
                <a:lnTo>
                  <a:pt x="42540" y="15862"/>
                </a:lnTo>
                <a:lnTo>
                  <a:pt x="42418" y="15357"/>
                </a:lnTo>
                <a:lnTo>
                  <a:pt x="42257" y="14893"/>
                </a:lnTo>
                <a:lnTo>
                  <a:pt x="42096" y="14429"/>
                </a:lnTo>
                <a:lnTo>
                  <a:pt x="41894" y="13965"/>
                </a:lnTo>
                <a:lnTo>
                  <a:pt x="41672" y="13521"/>
                </a:lnTo>
                <a:lnTo>
                  <a:pt x="41450" y="13057"/>
                </a:lnTo>
                <a:lnTo>
                  <a:pt x="41187" y="12613"/>
                </a:lnTo>
                <a:lnTo>
                  <a:pt x="40925" y="12169"/>
                </a:lnTo>
                <a:lnTo>
                  <a:pt x="40622" y="11745"/>
                </a:lnTo>
                <a:lnTo>
                  <a:pt x="40320" y="11301"/>
                </a:lnTo>
                <a:lnTo>
                  <a:pt x="39977" y="10897"/>
                </a:lnTo>
                <a:lnTo>
                  <a:pt x="39634" y="10474"/>
                </a:lnTo>
                <a:lnTo>
                  <a:pt x="39250" y="10070"/>
                </a:lnTo>
                <a:lnTo>
                  <a:pt x="38867" y="9666"/>
                </a:lnTo>
                <a:lnTo>
                  <a:pt x="38463" y="9283"/>
                </a:lnTo>
                <a:lnTo>
                  <a:pt x="38039" y="8900"/>
                </a:lnTo>
                <a:lnTo>
                  <a:pt x="37595" y="8536"/>
                </a:lnTo>
                <a:lnTo>
                  <a:pt x="36869" y="7971"/>
                </a:lnTo>
                <a:lnTo>
                  <a:pt x="36102" y="7426"/>
                </a:lnTo>
                <a:lnTo>
                  <a:pt x="35275" y="6882"/>
                </a:lnTo>
                <a:lnTo>
                  <a:pt x="34387" y="6377"/>
                </a:lnTo>
                <a:lnTo>
                  <a:pt x="33459" y="5873"/>
                </a:lnTo>
                <a:lnTo>
                  <a:pt x="32450" y="5368"/>
                </a:lnTo>
                <a:lnTo>
                  <a:pt x="31380" y="4884"/>
                </a:lnTo>
                <a:lnTo>
                  <a:pt x="30230" y="4379"/>
                </a:lnTo>
                <a:lnTo>
                  <a:pt x="28918" y="3875"/>
                </a:lnTo>
                <a:lnTo>
                  <a:pt x="27586" y="3370"/>
                </a:lnTo>
                <a:lnTo>
                  <a:pt x="26234" y="2906"/>
                </a:lnTo>
                <a:lnTo>
                  <a:pt x="24862" y="2482"/>
                </a:lnTo>
                <a:lnTo>
                  <a:pt x="23490" y="2099"/>
                </a:lnTo>
                <a:lnTo>
                  <a:pt x="22097" y="1736"/>
                </a:lnTo>
                <a:lnTo>
                  <a:pt x="20705" y="1413"/>
                </a:lnTo>
                <a:lnTo>
                  <a:pt x="19312" y="1110"/>
                </a:lnTo>
                <a:lnTo>
                  <a:pt x="17900" y="848"/>
                </a:lnTo>
                <a:lnTo>
                  <a:pt x="16487" y="626"/>
                </a:lnTo>
                <a:lnTo>
                  <a:pt x="15075" y="424"/>
                </a:lnTo>
                <a:lnTo>
                  <a:pt x="13642" y="283"/>
                </a:lnTo>
                <a:lnTo>
                  <a:pt x="12229" y="141"/>
                </a:lnTo>
                <a:lnTo>
                  <a:pt x="10796" y="61"/>
                </a:lnTo>
                <a:lnTo>
                  <a:pt x="9364" y="0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17" name="Google Shape;2117;p24"/>
          <p:cNvSpPr/>
          <p:nvPr/>
        </p:nvSpPr>
        <p:spPr>
          <a:xfrm rot="5400000">
            <a:off x="-1261825" y="2553663"/>
            <a:ext cx="2123367" cy="1193681"/>
          </a:xfrm>
          <a:custGeom>
            <a:rect b="b" l="l" r="r" t="t"/>
            <a:pathLst>
              <a:path extrusionOk="0" h="21351" w="37980">
                <a:moveTo>
                  <a:pt x="10776" y="81"/>
                </a:moveTo>
                <a:lnTo>
                  <a:pt x="11341" y="101"/>
                </a:lnTo>
                <a:lnTo>
                  <a:pt x="11927" y="121"/>
                </a:lnTo>
                <a:lnTo>
                  <a:pt x="12532" y="182"/>
                </a:lnTo>
                <a:lnTo>
                  <a:pt x="13178" y="222"/>
                </a:lnTo>
                <a:lnTo>
                  <a:pt x="13824" y="303"/>
                </a:lnTo>
                <a:lnTo>
                  <a:pt x="14510" y="404"/>
                </a:lnTo>
                <a:lnTo>
                  <a:pt x="15216" y="505"/>
                </a:lnTo>
                <a:lnTo>
                  <a:pt x="15943" y="626"/>
                </a:lnTo>
                <a:lnTo>
                  <a:pt x="16709" y="767"/>
                </a:lnTo>
                <a:lnTo>
                  <a:pt x="17496" y="949"/>
                </a:lnTo>
                <a:lnTo>
                  <a:pt x="18324" y="1130"/>
                </a:lnTo>
                <a:lnTo>
                  <a:pt x="19171" y="1332"/>
                </a:lnTo>
                <a:lnTo>
                  <a:pt x="20039" y="1554"/>
                </a:lnTo>
                <a:lnTo>
                  <a:pt x="20947" y="1796"/>
                </a:lnTo>
                <a:lnTo>
                  <a:pt x="21875" y="2059"/>
                </a:lnTo>
                <a:lnTo>
                  <a:pt x="23571" y="2583"/>
                </a:lnTo>
                <a:lnTo>
                  <a:pt x="24418" y="2866"/>
                </a:lnTo>
                <a:lnTo>
                  <a:pt x="25286" y="3148"/>
                </a:lnTo>
                <a:lnTo>
                  <a:pt x="26154" y="3471"/>
                </a:lnTo>
                <a:lnTo>
                  <a:pt x="27021" y="3794"/>
                </a:lnTo>
                <a:lnTo>
                  <a:pt x="27889" y="4157"/>
                </a:lnTo>
                <a:lnTo>
                  <a:pt x="28757" y="4541"/>
                </a:lnTo>
                <a:lnTo>
                  <a:pt x="29625" y="4944"/>
                </a:lnTo>
                <a:lnTo>
                  <a:pt x="30472" y="5368"/>
                </a:lnTo>
                <a:lnTo>
                  <a:pt x="31300" y="5832"/>
                </a:lnTo>
                <a:lnTo>
                  <a:pt x="32127" y="6317"/>
                </a:lnTo>
                <a:lnTo>
                  <a:pt x="32954" y="6841"/>
                </a:lnTo>
                <a:lnTo>
                  <a:pt x="33741" y="7406"/>
                </a:lnTo>
                <a:lnTo>
                  <a:pt x="34508" y="7992"/>
                </a:lnTo>
                <a:lnTo>
                  <a:pt x="35255" y="8637"/>
                </a:lnTo>
                <a:lnTo>
                  <a:pt x="35638" y="8980"/>
                </a:lnTo>
                <a:lnTo>
                  <a:pt x="36001" y="9344"/>
                </a:lnTo>
                <a:lnTo>
                  <a:pt x="36345" y="9687"/>
                </a:lnTo>
                <a:lnTo>
                  <a:pt x="36627" y="10030"/>
                </a:lnTo>
                <a:lnTo>
                  <a:pt x="36910" y="10373"/>
                </a:lnTo>
                <a:lnTo>
                  <a:pt x="37132" y="10696"/>
                </a:lnTo>
                <a:lnTo>
                  <a:pt x="37354" y="11039"/>
                </a:lnTo>
                <a:lnTo>
                  <a:pt x="37535" y="11382"/>
                </a:lnTo>
                <a:lnTo>
                  <a:pt x="37656" y="11624"/>
                </a:lnTo>
                <a:lnTo>
                  <a:pt x="37737" y="11846"/>
                </a:lnTo>
                <a:lnTo>
                  <a:pt x="37818" y="12068"/>
                </a:lnTo>
                <a:lnTo>
                  <a:pt x="37858" y="12290"/>
                </a:lnTo>
                <a:lnTo>
                  <a:pt x="37898" y="12492"/>
                </a:lnTo>
                <a:lnTo>
                  <a:pt x="37898" y="12694"/>
                </a:lnTo>
                <a:lnTo>
                  <a:pt x="37878" y="12875"/>
                </a:lnTo>
                <a:lnTo>
                  <a:pt x="37838" y="13057"/>
                </a:lnTo>
                <a:lnTo>
                  <a:pt x="37757" y="13259"/>
                </a:lnTo>
                <a:lnTo>
                  <a:pt x="37636" y="13460"/>
                </a:lnTo>
                <a:lnTo>
                  <a:pt x="37495" y="13662"/>
                </a:lnTo>
                <a:lnTo>
                  <a:pt x="37313" y="13824"/>
                </a:lnTo>
                <a:lnTo>
                  <a:pt x="37111" y="13985"/>
                </a:lnTo>
                <a:lnTo>
                  <a:pt x="36869" y="14106"/>
                </a:lnTo>
                <a:lnTo>
                  <a:pt x="36627" y="14207"/>
                </a:lnTo>
                <a:lnTo>
                  <a:pt x="36365" y="14288"/>
                </a:lnTo>
                <a:lnTo>
                  <a:pt x="36102" y="14328"/>
                </a:lnTo>
                <a:lnTo>
                  <a:pt x="35860" y="14368"/>
                </a:lnTo>
                <a:lnTo>
                  <a:pt x="35336" y="14368"/>
                </a:lnTo>
                <a:lnTo>
                  <a:pt x="34831" y="14328"/>
                </a:lnTo>
                <a:lnTo>
                  <a:pt x="34327" y="14268"/>
                </a:lnTo>
                <a:lnTo>
                  <a:pt x="34306" y="14268"/>
                </a:lnTo>
                <a:lnTo>
                  <a:pt x="32934" y="14106"/>
                </a:lnTo>
                <a:lnTo>
                  <a:pt x="31501" y="13945"/>
                </a:lnTo>
                <a:lnTo>
                  <a:pt x="30028" y="13803"/>
                </a:lnTo>
                <a:lnTo>
                  <a:pt x="28535" y="13682"/>
                </a:lnTo>
                <a:lnTo>
                  <a:pt x="26981" y="13561"/>
                </a:lnTo>
                <a:lnTo>
                  <a:pt x="25387" y="13481"/>
                </a:lnTo>
                <a:lnTo>
                  <a:pt x="23772" y="13420"/>
                </a:lnTo>
                <a:lnTo>
                  <a:pt x="22138" y="13400"/>
                </a:lnTo>
                <a:lnTo>
                  <a:pt x="20483" y="13420"/>
                </a:lnTo>
                <a:lnTo>
                  <a:pt x="18788" y="13460"/>
                </a:lnTo>
                <a:lnTo>
                  <a:pt x="17093" y="13561"/>
                </a:lnTo>
                <a:lnTo>
                  <a:pt x="16245" y="13622"/>
                </a:lnTo>
                <a:lnTo>
                  <a:pt x="15398" y="13703"/>
                </a:lnTo>
                <a:lnTo>
                  <a:pt x="14530" y="13803"/>
                </a:lnTo>
                <a:lnTo>
                  <a:pt x="13682" y="13904"/>
                </a:lnTo>
                <a:lnTo>
                  <a:pt x="12815" y="14025"/>
                </a:lnTo>
                <a:lnTo>
                  <a:pt x="11967" y="14146"/>
                </a:lnTo>
                <a:lnTo>
                  <a:pt x="11099" y="14308"/>
                </a:lnTo>
                <a:lnTo>
                  <a:pt x="10252" y="14469"/>
                </a:lnTo>
                <a:lnTo>
                  <a:pt x="9384" y="14651"/>
                </a:lnTo>
                <a:lnTo>
                  <a:pt x="8536" y="14833"/>
                </a:lnTo>
                <a:lnTo>
                  <a:pt x="7992" y="14974"/>
                </a:lnTo>
                <a:lnTo>
                  <a:pt x="7467" y="15115"/>
                </a:lnTo>
                <a:lnTo>
                  <a:pt x="6922" y="15277"/>
                </a:lnTo>
                <a:lnTo>
                  <a:pt x="6397" y="15458"/>
                </a:lnTo>
                <a:lnTo>
                  <a:pt x="5873" y="15660"/>
                </a:lnTo>
                <a:lnTo>
                  <a:pt x="5368" y="15902"/>
                </a:lnTo>
                <a:lnTo>
                  <a:pt x="4864" y="16164"/>
                </a:lnTo>
                <a:lnTo>
                  <a:pt x="4379" y="16467"/>
                </a:lnTo>
                <a:lnTo>
                  <a:pt x="4137" y="16649"/>
                </a:lnTo>
                <a:lnTo>
                  <a:pt x="3875" y="16851"/>
                </a:lnTo>
                <a:lnTo>
                  <a:pt x="3613" y="17073"/>
                </a:lnTo>
                <a:lnTo>
                  <a:pt x="3350" y="17335"/>
                </a:lnTo>
                <a:lnTo>
                  <a:pt x="3108" y="17617"/>
                </a:lnTo>
                <a:lnTo>
                  <a:pt x="2866" y="17940"/>
                </a:lnTo>
                <a:lnTo>
                  <a:pt x="2644" y="18283"/>
                </a:lnTo>
                <a:lnTo>
                  <a:pt x="2462" y="18667"/>
                </a:lnTo>
                <a:lnTo>
                  <a:pt x="2382" y="18889"/>
                </a:lnTo>
                <a:lnTo>
                  <a:pt x="2341" y="19131"/>
                </a:lnTo>
                <a:lnTo>
                  <a:pt x="2260" y="19635"/>
                </a:lnTo>
                <a:lnTo>
                  <a:pt x="2220" y="19918"/>
                </a:lnTo>
                <a:lnTo>
                  <a:pt x="2180" y="20201"/>
                </a:lnTo>
                <a:lnTo>
                  <a:pt x="2099" y="20463"/>
                </a:lnTo>
                <a:lnTo>
                  <a:pt x="2059" y="20584"/>
                </a:lnTo>
                <a:lnTo>
                  <a:pt x="1998" y="20705"/>
                </a:lnTo>
                <a:lnTo>
                  <a:pt x="1897" y="20846"/>
                </a:lnTo>
                <a:lnTo>
                  <a:pt x="1816" y="20988"/>
                </a:lnTo>
                <a:lnTo>
                  <a:pt x="1716" y="21088"/>
                </a:lnTo>
                <a:lnTo>
                  <a:pt x="1615" y="21169"/>
                </a:lnTo>
                <a:lnTo>
                  <a:pt x="1514" y="21210"/>
                </a:lnTo>
                <a:lnTo>
                  <a:pt x="1413" y="21250"/>
                </a:lnTo>
                <a:lnTo>
                  <a:pt x="1312" y="21270"/>
                </a:lnTo>
                <a:lnTo>
                  <a:pt x="1211" y="21250"/>
                </a:lnTo>
                <a:lnTo>
                  <a:pt x="1110" y="21210"/>
                </a:lnTo>
                <a:lnTo>
                  <a:pt x="1009" y="21149"/>
                </a:lnTo>
                <a:lnTo>
                  <a:pt x="908" y="21068"/>
                </a:lnTo>
                <a:lnTo>
                  <a:pt x="807" y="20967"/>
                </a:lnTo>
                <a:lnTo>
                  <a:pt x="707" y="20846"/>
                </a:lnTo>
                <a:lnTo>
                  <a:pt x="626" y="20725"/>
                </a:lnTo>
                <a:lnTo>
                  <a:pt x="464" y="20422"/>
                </a:lnTo>
                <a:lnTo>
                  <a:pt x="323" y="20100"/>
                </a:lnTo>
                <a:lnTo>
                  <a:pt x="222" y="19777"/>
                </a:lnTo>
                <a:lnTo>
                  <a:pt x="162" y="19454"/>
                </a:lnTo>
                <a:lnTo>
                  <a:pt x="121" y="19151"/>
                </a:lnTo>
                <a:lnTo>
                  <a:pt x="101" y="18223"/>
                </a:lnTo>
                <a:lnTo>
                  <a:pt x="81" y="17274"/>
                </a:lnTo>
                <a:lnTo>
                  <a:pt x="81" y="16326"/>
                </a:lnTo>
                <a:lnTo>
                  <a:pt x="101" y="15377"/>
                </a:lnTo>
                <a:lnTo>
                  <a:pt x="142" y="14449"/>
                </a:lnTo>
                <a:lnTo>
                  <a:pt x="182" y="13501"/>
                </a:lnTo>
                <a:lnTo>
                  <a:pt x="263" y="12572"/>
                </a:lnTo>
                <a:lnTo>
                  <a:pt x="343" y="11624"/>
                </a:lnTo>
                <a:lnTo>
                  <a:pt x="444" y="10696"/>
                </a:lnTo>
                <a:lnTo>
                  <a:pt x="545" y="9747"/>
                </a:lnTo>
                <a:lnTo>
                  <a:pt x="686" y="8819"/>
                </a:lnTo>
                <a:lnTo>
                  <a:pt x="828" y="7891"/>
                </a:lnTo>
                <a:lnTo>
                  <a:pt x="989" y="6962"/>
                </a:lnTo>
                <a:lnTo>
                  <a:pt x="1171" y="6034"/>
                </a:lnTo>
                <a:lnTo>
                  <a:pt x="1373" y="5126"/>
                </a:lnTo>
                <a:lnTo>
                  <a:pt x="1574" y="4198"/>
                </a:lnTo>
                <a:lnTo>
                  <a:pt x="1736" y="3572"/>
                </a:lnTo>
                <a:lnTo>
                  <a:pt x="1837" y="3269"/>
                </a:lnTo>
                <a:lnTo>
                  <a:pt x="1958" y="2967"/>
                </a:lnTo>
                <a:lnTo>
                  <a:pt x="2079" y="2664"/>
                </a:lnTo>
                <a:lnTo>
                  <a:pt x="2220" y="2402"/>
                </a:lnTo>
                <a:lnTo>
                  <a:pt x="2402" y="2139"/>
                </a:lnTo>
                <a:lnTo>
                  <a:pt x="2604" y="1897"/>
                </a:lnTo>
                <a:lnTo>
                  <a:pt x="2825" y="1695"/>
                </a:lnTo>
                <a:lnTo>
                  <a:pt x="3068" y="1514"/>
                </a:lnTo>
                <a:lnTo>
                  <a:pt x="3330" y="1352"/>
                </a:lnTo>
                <a:lnTo>
                  <a:pt x="3592" y="1211"/>
                </a:lnTo>
                <a:lnTo>
                  <a:pt x="3875" y="1090"/>
                </a:lnTo>
                <a:lnTo>
                  <a:pt x="4157" y="989"/>
                </a:lnTo>
                <a:lnTo>
                  <a:pt x="4702" y="807"/>
                </a:lnTo>
                <a:lnTo>
                  <a:pt x="5247" y="666"/>
                </a:lnTo>
                <a:lnTo>
                  <a:pt x="5832" y="525"/>
                </a:lnTo>
                <a:lnTo>
                  <a:pt x="6458" y="404"/>
                </a:lnTo>
                <a:lnTo>
                  <a:pt x="7104" y="303"/>
                </a:lnTo>
                <a:lnTo>
                  <a:pt x="7810" y="202"/>
                </a:lnTo>
                <a:lnTo>
                  <a:pt x="8577" y="142"/>
                </a:lnTo>
                <a:lnTo>
                  <a:pt x="9384" y="81"/>
                </a:lnTo>
                <a:close/>
                <a:moveTo>
                  <a:pt x="9848" y="0"/>
                </a:moveTo>
                <a:lnTo>
                  <a:pt x="9303" y="20"/>
                </a:lnTo>
                <a:lnTo>
                  <a:pt x="8758" y="41"/>
                </a:lnTo>
                <a:lnTo>
                  <a:pt x="8234" y="81"/>
                </a:lnTo>
                <a:lnTo>
                  <a:pt x="7709" y="142"/>
                </a:lnTo>
                <a:lnTo>
                  <a:pt x="7184" y="202"/>
                </a:lnTo>
                <a:lnTo>
                  <a:pt x="6680" y="283"/>
                </a:lnTo>
                <a:lnTo>
                  <a:pt x="6175" y="384"/>
                </a:lnTo>
                <a:lnTo>
                  <a:pt x="5671" y="485"/>
                </a:lnTo>
                <a:lnTo>
                  <a:pt x="5166" y="606"/>
                </a:lnTo>
                <a:lnTo>
                  <a:pt x="4682" y="727"/>
                </a:lnTo>
                <a:lnTo>
                  <a:pt x="4117" y="908"/>
                </a:lnTo>
                <a:lnTo>
                  <a:pt x="3834" y="1009"/>
                </a:lnTo>
                <a:lnTo>
                  <a:pt x="3552" y="1130"/>
                </a:lnTo>
                <a:lnTo>
                  <a:pt x="3269" y="1272"/>
                </a:lnTo>
                <a:lnTo>
                  <a:pt x="3007" y="1433"/>
                </a:lnTo>
                <a:lnTo>
                  <a:pt x="2765" y="1635"/>
                </a:lnTo>
                <a:lnTo>
                  <a:pt x="2543" y="1837"/>
                </a:lnTo>
                <a:lnTo>
                  <a:pt x="2341" y="2079"/>
                </a:lnTo>
                <a:lnTo>
                  <a:pt x="2160" y="2341"/>
                </a:lnTo>
                <a:lnTo>
                  <a:pt x="1998" y="2624"/>
                </a:lnTo>
                <a:lnTo>
                  <a:pt x="1877" y="2926"/>
                </a:lnTo>
                <a:lnTo>
                  <a:pt x="1776" y="3229"/>
                </a:lnTo>
                <a:lnTo>
                  <a:pt x="1675" y="3552"/>
                </a:lnTo>
                <a:lnTo>
                  <a:pt x="1514" y="4178"/>
                </a:lnTo>
                <a:lnTo>
                  <a:pt x="1292" y="5106"/>
                </a:lnTo>
                <a:lnTo>
                  <a:pt x="1090" y="6014"/>
                </a:lnTo>
                <a:lnTo>
                  <a:pt x="908" y="6942"/>
                </a:lnTo>
                <a:lnTo>
                  <a:pt x="747" y="7870"/>
                </a:lnTo>
                <a:lnTo>
                  <a:pt x="606" y="8819"/>
                </a:lnTo>
                <a:lnTo>
                  <a:pt x="485" y="9747"/>
                </a:lnTo>
                <a:lnTo>
                  <a:pt x="364" y="10676"/>
                </a:lnTo>
                <a:lnTo>
                  <a:pt x="263" y="11624"/>
                </a:lnTo>
                <a:lnTo>
                  <a:pt x="182" y="12552"/>
                </a:lnTo>
                <a:lnTo>
                  <a:pt x="101" y="13501"/>
                </a:lnTo>
                <a:lnTo>
                  <a:pt x="61" y="14449"/>
                </a:lnTo>
                <a:lnTo>
                  <a:pt x="20" y="15377"/>
                </a:lnTo>
                <a:lnTo>
                  <a:pt x="0" y="16326"/>
                </a:lnTo>
                <a:lnTo>
                  <a:pt x="0" y="17274"/>
                </a:lnTo>
                <a:lnTo>
                  <a:pt x="20" y="18223"/>
                </a:lnTo>
                <a:lnTo>
                  <a:pt x="41" y="19171"/>
                </a:lnTo>
                <a:lnTo>
                  <a:pt x="81" y="19474"/>
                </a:lnTo>
                <a:lnTo>
                  <a:pt x="162" y="19797"/>
                </a:lnTo>
                <a:lnTo>
                  <a:pt x="263" y="20140"/>
                </a:lnTo>
                <a:lnTo>
                  <a:pt x="404" y="20483"/>
                </a:lnTo>
                <a:lnTo>
                  <a:pt x="565" y="20766"/>
                </a:lnTo>
                <a:lnTo>
                  <a:pt x="666" y="20907"/>
                </a:lnTo>
                <a:lnTo>
                  <a:pt x="767" y="21028"/>
                </a:lnTo>
                <a:lnTo>
                  <a:pt x="868" y="21129"/>
                </a:lnTo>
                <a:lnTo>
                  <a:pt x="969" y="21210"/>
                </a:lnTo>
                <a:lnTo>
                  <a:pt x="1070" y="21290"/>
                </a:lnTo>
                <a:lnTo>
                  <a:pt x="1191" y="21331"/>
                </a:lnTo>
                <a:lnTo>
                  <a:pt x="1332" y="21351"/>
                </a:lnTo>
                <a:lnTo>
                  <a:pt x="1433" y="21331"/>
                </a:lnTo>
                <a:lnTo>
                  <a:pt x="1514" y="21310"/>
                </a:lnTo>
                <a:lnTo>
                  <a:pt x="1615" y="21250"/>
                </a:lnTo>
                <a:lnTo>
                  <a:pt x="1716" y="21189"/>
                </a:lnTo>
                <a:lnTo>
                  <a:pt x="1796" y="21109"/>
                </a:lnTo>
                <a:lnTo>
                  <a:pt x="1897" y="21008"/>
                </a:lnTo>
                <a:lnTo>
                  <a:pt x="2059" y="20745"/>
                </a:lnTo>
                <a:lnTo>
                  <a:pt x="2119" y="20624"/>
                </a:lnTo>
                <a:lnTo>
                  <a:pt x="2180" y="20503"/>
                </a:lnTo>
                <a:lnTo>
                  <a:pt x="2260" y="20221"/>
                </a:lnTo>
                <a:lnTo>
                  <a:pt x="2301" y="19938"/>
                </a:lnTo>
                <a:lnTo>
                  <a:pt x="2341" y="19635"/>
                </a:lnTo>
                <a:lnTo>
                  <a:pt x="2422" y="19151"/>
                </a:lnTo>
                <a:lnTo>
                  <a:pt x="2462" y="18909"/>
                </a:lnTo>
                <a:lnTo>
                  <a:pt x="2543" y="18687"/>
                </a:lnTo>
                <a:lnTo>
                  <a:pt x="2725" y="18324"/>
                </a:lnTo>
                <a:lnTo>
                  <a:pt x="2926" y="17981"/>
                </a:lnTo>
                <a:lnTo>
                  <a:pt x="3169" y="17678"/>
                </a:lnTo>
                <a:lnTo>
                  <a:pt x="3411" y="17395"/>
                </a:lnTo>
                <a:lnTo>
                  <a:pt x="3673" y="17133"/>
                </a:lnTo>
                <a:lnTo>
                  <a:pt x="3935" y="16911"/>
                </a:lnTo>
                <a:lnTo>
                  <a:pt x="4198" y="16709"/>
                </a:lnTo>
                <a:lnTo>
                  <a:pt x="4440" y="16528"/>
                </a:lnTo>
                <a:lnTo>
                  <a:pt x="4904" y="16245"/>
                </a:lnTo>
                <a:lnTo>
                  <a:pt x="5388" y="15983"/>
                </a:lnTo>
                <a:lnTo>
                  <a:pt x="5913" y="15741"/>
                </a:lnTo>
                <a:lnTo>
                  <a:pt x="6418" y="15539"/>
                </a:lnTo>
                <a:lnTo>
                  <a:pt x="6962" y="15357"/>
                </a:lnTo>
                <a:lnTo>
                  <a:pt x="7487" y="15196"/>
                </a:lnTo>
                <a:lnTo>
                  <a:pt x="8032" y="15055"/>
                </a:lnTo>
                <a:lnTo>
                  <a:pt x="8557" y="14913"/>
                </a:lnTo>
                <a:lnTo>
                  <a:pt x="9404" y="14732"/>
                </a:lnTo>
                <a:lnTo>
                  <a:pt x="10272" y="14550"/>
                </a:lnTo>
                <a:lnTo>
                  <a:pt x="11119" y="14389"/>
                </a:lnTo>
                <a:lnTo>
                  <a:pt x="11987" y="14227"/>
                </a:lnTo>
                <a:lnTo>
                  <a:pt x="12835" y="14106"/>
                </a:lnTo>
                <a:lnTo>
                  <a:pt x="13703" y="13985"/>
                </a:lnTo>
                <a:lnTo>
                  <a:pt x="14550" y="13884"/>
                </a:lnTo>
                <a:lnTo>
                  <a:pt x="15398" y="13783"/>
                </a:lnTo>
                <a:lnTo>
                  <a:pt x="16265" y="13703"/>
                </a:lnTo>
                <a:lnTo>
                  <a:pt x="17113" y="13642"/>
                </a:lnTo>
                <a:lnTo>
                  <a:pt x="18808" y="13541"/>
                </a:lnTo>
                <a:lnTo>
                  <a:pt x="20483" y="13501"/>
                </a:lnTo>
                <a:lnTo>
                  <a:pt x="22138" y="13481"/>
                </a:lnTo>
                <a:lnTo>
                  <a:pt x="23772" y="13501"/>
                </a:lnTo>
                <a:lnTo>
                  <a:pt x="25387" y="13561"/>
                </a:lnTo>
                <a:lnTo>
                  <a:pt x="26981" y="13642"/>
                </a:lnTo>
                <a:lnTo>
                  <a:pt x="28515" y="13763"/>
                </a:lnTo>
                <a:lnTo>
                  <a:pt x="30028" y="13884"/>
                </a:lnTo>
                <a:lnTo>
                  <a:pt x="31501" y="14025"/>
                </a:lnTo>
                <a:lnTo>
                  <a:pt x="32934" y="14187"/>
                </a:lnTo>
                <a:lnTo>
                  <a:pt x="34306" y="14348"/>
                </a:lnTo>
                <a:lnTo>
                  <a:pt x="34831" y="14409"/>
                </a:lnTo>
                <a:lnTo>
                  <a:pt x="35356" y="14449"/>
                </a:lnTo>
                <a:lnTo>
                  <a:pt x="35860" y="14449"/>
                </a:lnTo>
                <a:lnTo>
                  <a:pt x="36123" y="14409"/>
                </a:lnTo>
                <a:lnTo>
                  <a:pt x="36385" y="14368"/>
                </a:lnTo>
                <a:lnTo>
                  <a:pt x="36647" y="14288"/>
                </a:lnTo>
                <a:lnTo>
                  <a:pt x="36910" y="14187"/>
                </a:lnTo>
                <a:lnTo>
                  <a:pt x="37152" y="14046"/>
                </a:lnTo>
                <a:lnTo>
                  <a:pt x="37374" y="13884"/>
                </a:lnTo>
                <a:lnTo>
                  <a:pt x="37555" y="13703"/>
                </a:lnTo>
                <a:lnTo>
                  <a:pt x="37717" y="13501"/>
                </a:lnTo>
                <a:lnTo>
                  <a:pt x="37838" y="13299"/>
                </a:lnTo>
                <a:lnTo>
                  <a:pt x="37919" y="13077"/>
                </a:lnTo>
                <a:lnTo>
                  <a:pt x="37959" y="12895"/>
                </a:lnTo>
                <a:lnTo>
                  <a:pt x="37979" y="12694"/>
                </a:lnTo>
                <a:lnTo>
                  <a:pt x="37979" y="12492"/>
                </a:lnTo>
                <a:lnTo>
                  <a:pt x="37939" y="12290"/>
                </a:lnTo>
                <a:lnTo>
                  <a:pt x="37898" y="12068"/>
                </a:lnTo>
                <a:lnTo>
                  <a:pt x="37818" y="11826"/>
                </a:lnTo>
                <a:lnTo>
                  <a:pt x="37737" y="11604"/>
                </a:lnTo>
                <a:lnTo>
                  <a:pt x="37616" y="11341"/>
                </a:lnTo>
                <a:lnTo>
                  <a:pt x="37414" y="10998"/>
                </a:lnTo>
                <a:lnTo>
                  <a:pt x="37212" y="10655"/>
                </a:lnTo>
                <a:lnTo>
                  <a:pt x="36970" y="10312"/>
                </a:lnTo>
                <a:lnTo>
                  <a:pt x="36708" y="9969"/>
                </a:lnTo>
                <a:lnTo>
                  <a:pt x="36405" y="9626"/>
                </a:lnTo>
                <a:lnTo>
                  <a:pt x="36062" y="9283"/>
                </a:lnTo>
                <a:lnTo>
                  <a:pt x="35699" y="8920"/>
                </a:lnTo>
                <a:lnTo>
                  <a:pt x="35315" y="8577"/>
                </a:lnTo>
                <a:lnTo>
                  <a:pt x="34569" y="7931"/>
                </a:lnTo>
                <a:lnTo>
                  <a:pt x="33782" y="7346"/>
                </a:lnTo>
                <a:lnTo>
                  <a:pt x="32995" y="6781"/>
                </a:lnTo>
                <a:lnTo>
                  <a:pt x="32187" y="6256"/>
                </a:lnTo>
                <a:lnTo>
                  <a:pt x="31360" y="5772"/>
                </a:lnTo>
                <a:lnTo>
                  <a:pt x="30512" y="5308"/>
                </a:lnTo>
                <a:lnTo>
                  <a:pt x="29665" y="4864"/>
                </a:lnTo>
                <a:lnTo>
                  <a:pt x="28797" y="4460"/>
                </a:lnTo>
                <a:lnTo>
                  <a:pt x="27929" y="4077"/>
                </a:lnTo>
                <a:lnTo>
                  <a:pt x="27062" y="3734"/>
                </a:lnTo>
                <a:lnTo>
                  <a:pt x="26194" y="3390"/>
                </a:lnTo>
                <a:lnTo>
                  <a:pt x="25306" y="3088"/>
                </a:lnTo>
                <a:lnTo>
                  <a:pt x="24458" y="2785"/>
                </a:lnTo>
                <a:lnTo>
                  <a:pt x="23591" y="2503"/>
                </a:lnTo>
                <a:lnTo>
                  <a:pt x="21896" y="1998"/>
                </a:lnTo>
                <a:lnTo>
                  <a:pt x="20685" y="1635"/>
                </a:lnTo>
                <a:lnTo>
                  <a:pt x="19494" y="1332"/>
                </a:lnTo>
                <a:lnTo>
                  <a:pt x="18364" y="1050"/>
                </a:lnTo>
                <a:lnTo>
                  <a:pt x="17295" y="807"/>
                </a:lnTo>
                <a:lnTo>
                  <a:pt x="16245" y="585"/>
                </a:lnTo>
                <a:lnTo>
                  <a:pt x="15236" y="404"/>
                </a:lnTo>
                <a:lnTo>
                  <a:pt x="14268" y="263"/>
                </a:lnTo>
                <a:lnTo>
                  <a:pt x="13299" y="162"/>
                </a:lnTo>
                <a:lnTo>
                  <a:pt x="12128" y="61"/>
                </a:lnTo>
                <a:lnTo>
                  <a:pt x="10978" y="0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18" name="Google Shape;2118;p24"/>
          <p:cNvSpPr/>
          <p:nvPr/>
        </p:nvSpPr>
        <p:spPr>
          <a:xfrm rot="5400000">
            <a:off x="-973005" y="2778130"/>
            <a:ext cx="1884195" cy="733450"/>
          </a:xfrm>
          <a:custGeom>
            <a:rect b="b" l="l" r="r" t="t"/>
            <a:pathLst>
              <a:path extrusionOk="0" h="13119" w="33702">
                <a:moveTo>
                  <a:pt x="8436" y="82"/>
                </a:moveTo>
                <a:lnTo>
                  <a:pt x="9041" y="102"/>
                </a:lnTo>
                <a:lnTo>
                  <a:pt x="9667" y="142"/>
                </a:lnTo>
                <a:lnTo>
                  <a:pt x="10312" y="183"/>
                </a:lnTo>
                <a:lnTo>
                  <a:pt x="10978" y="263"/>
                </a:lnTo>
                <a:lnTo>
                  <a:pt x="12532" y="465"/>
                </a:lnTo>
                <a:lnTo>
                  <a:pt x="14005" y="707"/>
                </a:lnTo>
                <a:lnTo>
                  <a:pt x="15398" y="949"/>
                </a:lnTo>
                <a:lnTo>
                  <a:pt x="16689" y="1192"/>
                </a:lnTo>
                <a:lnTo>
                  <a:pt x="17900" y="1454"/>
                </a:lnTo>
                <a:lnTo>
                  <a:pt x="19030" y="1716"/>
                </a:lnTo>
                <a:lnTo>
                  <a:pt x="20080" y="1979"/>
                </a:lnTo>
                <a:lnTo>
                  <a:pt x="21048" y="2241"/>
                </a:lnTo>
                <a:lnTo>
                  <a:pt x="21956" y="2523"/>
                </a:lnTo>
                <a:lnTo>
                  <a:pt x="22804" y="2786"/>
                </a:lnTo>
                <a:lnTo>
                  <a:pt x="23571" y="3068"/>
                </a:lnTo>
                <a:lnTo>
                  <a:pt x="24277" y="3331"/>
                </a:lnTo>
                <a:lnTo>
                  <a:pt x="24943" y="3593"/>
                </a:lnTo>
                <a:lnTo>
                  <a:pt x="25548" y="3835"/>
                </a:lnTo>
                <a:lnTo>
                  <a:pt x="26598" y="4320"/>
                </a:lnTo>
                <a:lnTo>
                  <a:pt x="27607" y="4824"/>
                </a:lnTo>
                <a:lnTo>
                  <a:pt x="28071" y="5066"/>
                </a:lnTo>
                <a:lnTo>
                  <a:pt x="28535" y="5329"/>
                </a:lnTo>
                <a:lnTo>
                  <a:pt x="28999" y="5611"/>
                </a:lnTo>
                <a:lnTo>
                  <a:pt x="29423" y="5894"/>
                </a:lnTo>
                <a:lnTo>
                  <a:pt x="29847" y="6176"/>
                </a:lnTo>
                <a:lnTo>
                  <a:pt x="30271" y="6459"/>
                </a:lnTo>
                <a:lnTo>
                  <a:pt x="30654" y="6761"/>
                </a:lnTo>
                <a:lnTo>
                  <a:pt x="31058" y="7064"/>
                </a:lnTo>
                <a:lnTo>
                  <a:pt x="31421" y="7367"/>
                </a:lnTo>
                <a:lnTo>
                  <a:pt x="31784" y="7690"/>
                </a:lnTo>
                <a:lnTo>
                  <a:pt x="32127" y="8012"/>
                </a:lnTo>
                <a:lnTo>
                  <a:pt x="32450" y="8335"/>
                </a:lnTo>
                <a:lnTo>
                  <a:pt x="32773" y="8678"/>
                </a:lnTo>
                <a:lnTo>
                  <a:pt x="33076" y="9021"/>
                </a:lnTo>
                <a:lnTo>
                  <a:pt x="33237" y="9223"/>
                </a:lnTo>
                <a:lnTo>
                  <a:pt x="33378" y="9425"/>
                </a:lnTo>
                <a:lnTo>
                  <a:pt x="33520" y="9667"/>
                </a:lnTo>
                <a:lnTo>
                  <a:pt x="33560" y="9788"/>
                </a:lnTo>
                <a:lnTo>
                  <a:pt x="33600" y="9909"/>
                </a:lnTo>
                <a:lnTo>
                  <a:pt x="33620" y="10030"/>
                </a:lnTo>
                <a:lnTo>
                  <a:pt x="33620" y="10172"/>
                </a:lnTo>
                <a:lnTo>
                  <a:pt x="33600" y="10293"/>
                </a:lnTo>
                <a:lnTo>
                  <a:pt x="33580" y="10414"/>
                </a:lnTo>
                <a:lnTo>
                  <a:pt x="33520" y="10535"/>
                </a:lnTo>
                <a:lnTo>
                  <a:pt x="33459" y="10636"/>
                </a:lnTo>
                <a:lnTo>
                  <a:pt x="33378" y="10737"/>
                </a:lnTo>
                <a:lnTo>
                  <a:pt x="33257" y="10797"/>
                </a:lnTo>
                <a:lnTo>
                  <a:pt x="33176" y="10838"/>
                </a:lnTo>
                <a:lnTo>
                  <a:pt x="33096" y="10858"/>
                </a:lnTo>
                <a:lnTo>
                  <a:pt x="32894" y="10878"/>
                </a:lnTo>
                <a:lnTo>
                  <a:pt x="32692" y="10858"/>
                </a:lnTo>
                <a:lnTo>
                  <a:pt x="32470" y="10817"/>
                </a:lnTo>
                <a:lnTo>
                  <a:pt x="29019" y="10152"/>
                </a:lnTo>
                <a:lnTo>
                  <a:pt x="26840" y="9748"/>
                </a:lnTo>
                <a:lnTo>
                  <a:pt x="25750" y="9566"/>
                </a:lnTo>
                <a:lnTo>
                  <a:pt x="24640" y="9385"/>
                </a:lnTo>
                <a:lnTo>
                  <a:pt x="23551" y="9223"/>
                </a:lnTo>
                <a:lnTo>
                  <a:pt x="22420" y="9102"/>
                </a:lnTo>
                <a:lnTo>
                  <a:pt x="21311" y="9021"/>
                </a:lnTo>
                <a:lnTo>
                  <a:pt x="20201" y="8981"/>
                </a:lnTo>
                <a:lnTo>
                  <a:pt x="19071" y="8961"/>
                </a:lnTo>
                <a:lnTo>
                  <a:pt x="17941" y="9021"/>
                </a:lnTo>
                <a:lnTo>
                  <a:pt x="16831" y="9102"/>
                </a:lnTo>
                <a:lnTo>
                  <a:pt x="15721" y="9223"/>
                </a:lnTo>
                <a:lnTo>
                  <a:pt x="14591" y="9385"/>
                </a:lnTo>
                <a:lnTo>
                  <a:pt x="13501" y="9566"/>
                </a:lnTo>
                <a:lnTo>
                  <a:pt x="12391" y="9788"/>
                </a:lnTo>
                <a:lnTo>
                  <a:pt x="11281" y="10051"/>
                </a:lnTo>
                <a:lnTo>
                  <a:pt x="10191" y="10313"/>
                </a:lnTo>
                <a:lnTo>
                  <a:pt x="9081" y="10596"/>
                </a:lnTo>
                <a:lnTo>
                  <a:pt x="7992" y="10918"/>
                </a:lnTo>
                <a:lnTo>
                  <a:pt x="6922" y="11241"/>
                </a:lnTo>
                <a:lnTo>
                  <a:pt x="4763" y="11907"/>
                </a:lnTo>
                <a:lnTo>
                  <a:pt x="2604" y="12593"/>
                </a:lnTo>
                <a:lnTo>
                  <a:pt x="1595" y="12936"/>
                </a:lnTo>
                <a:lnTo>
                  <a:pt x="1433" y="12977"/>
                </a:lnTo>
                <a:lnTo>
                  <a:pt x="1231" y="13017"/>
                </a:lnTo>
                <a:lnTo>
                  <a:pt x="1050" y="13037"/>
                </a:lnTo>
                <a:lnTo>
                  <a:pt x="949" y="13037"/>
                </a:lnTo>
                <a:lnTo>
                  <a:pt x="868" y="13017"/>
                </a:lnTo>
                <a:lnTo>
                  <a:pt x="767" y="12997"/>
                </a:lnTo>
                <a:lnTo>
                  <a:pt x="687" y="12957"/>
                </a:lnTo>
                <a:lnTo>
                  <a:pt x="606" y="12896"/>
                </a:lnTo>
                <a:lnTo>
                  <a:pt x="525" y="12835"/>
                </a:lnTo>
                <a:lnTo>
                  <a:pt x="404" y="12674"/>
                </a:lnTo>
                <a:lnTo>
                  <a:pt x="323" y="12492"/>
                </a:lnTo>
                <a:lnTo>
                  <a:pt x="243" y="12291"/>
                </a:lnTo>
                <a:lnTo>
                  <a:pt x="202" y="12089"/>
                </a:lnTo>
                <a:lnTo>
                  <a:pt x="162" y="11867"/>
                </a:lnTo>
                <a:lnTo>
                  <a:pt x="142" y="11665"/>
                </a:lnTo>
                <a:lnTo>
                  <a:pt x="101" y="10838"/>
                </a:lnTo>
                <a:lnTo>
                  <a:pt x="81" y="9990"/>
                </a:lnTo>
                <a:lnTo>
                  <a:pt x="101" y="9163"/>
                </a:lnTo>
                <a:lnTo>
                  <a:pt x="142" y="8315"/>
                </a:lnTo>
                <a:lnTo>
                  <a:pt x="202" y="7488"/>
                </a:lnTo>
                <a:lnTo>
                  <a:pt x="283" y="6660"/>
                </a:lnTo>
                <a:lnTo>
                  <a:pt x="404" y="5833"/>
                </a:lnTo>
                <a:lnTo>
                  <a:pt x="545" y="5006"/>
                </a:lnTo>
                <a:lnTo>
                  <a:pt x="666" y="4441"/>
                </a:lnTo>
                <a:lnTo>
                  <a:pt x="808" y="3896"/>
                </a:lnTo>
                <a:lnTo>
                  <a:pt x="909" y="3654"/>
                </a:lnTo>
                <a:lnTo>
                  <a:pt x="989" y="3411"/>
                </a:lnTo>
                <a:lnTo>
                  <a:pt x="1110" y="3189"/>
                </a:lnTo>
                <a:lnTo>
                  <a:pt x="1231" y="2967"/>
                </a:lnTo>
                <a:lnTo>
                  <a:pt x="1413" y="2685"/>
                </a:lnTo>
                <a:lnTo>
                  <a:pt x="1635" y="2402"/>
                </a:lnTo>
                <a:lnTo>
                  <a:pt x="1877" y="2140"/>
                </a:lnTo>
                <a:lnTo>
                  <a:pt x="2160" y="1898"/>
                </a:lnTo>
                <a:lnTo>
                  <a:pt x="2462" y="1656"/>
                </a:lnTo>
                <a:lnTo>
                  <a:pt x="2805" y="1434"/>
                </a:lnTo>
                <a:lnTo>
                  <a:pt x="3189" y="1232"/>
                </a:lnTo>
                <a:lnTo>
                  <a:pt x="3572" y="1030"/>
                </a:lnTo>
                <a:lnTo>
                  <a:pt x="4117" y="808"/>
                </a:lnTo>
                <a:lnTo>
                  <a:pt x="4662" y="627"/>
                </a:lnTo>
                <a:lnTo>
                  <a:pt x="5227" y="465"/>
                </a:lnTo>
                <a:lnTo>
                  <a:pt x="5832" y="324"/>
                </a:lnTo>
                <a:lnTo>
                  <a:pt x="6438" y="223"/>
                </a:lnTo>
                <a:lnTo>
                  <a:pt x="7084" y="142"/>
                </a:lnTo>
                <a:lnTo>
                  <a:pt x="7750" y="102"/>
                </a:lnTo>
                <a:lnTo>
                  <a:pt x="8436" y="82"/>
                </a:lnTo>
                <a:close/>
                <a:moveTo>
                  <a:pt x="8335" y="1"/>
                </a:moveTo>
                <a:lnTo>
                  <a:pt x="7830" y="21"/>
                </a:lnTo>
                <a:lnTo>
                  <a:pt x="7346" y="41"/>
                </a:lnTo>
                <a:lnTo>
                  <a:pt x="6882" y="82"/>
                </a:lnTo>
                <a:lnTo>
                  <a:pt x="6438" y="142"/>
                </a:lnTo>
                <a:lnTo>
                  <a:pt x="5974" y="223"/>
                </a:lnTo>
                <a:lnTo>
                  <a:pt x="5550" y="304"/>
                </a:lnTo>
                <a:lnTo>
                  <a:pt x="5126" y="405"/>
                </a:lnTo>
                <a:lnTo>
                  <a:pt x="4723" y="526"/>
                </a:lnTo>
                <a:lnTo>
                  <a:pt x="4319" y="647"/>
                </a:lnTo>
                <a:lnTo>
                  <a:pt x="3915" y="808"/>
                </a:lnTo>
                <a:lnTo>
                  <a:pt x="3552" y="970"/>
                </a:lnTo>
                <a:lnTo>
                  <a:pt x="3149" y="1151"/>
                </a:lnTo>
                <a:lnTo>
                  <a:pt x="2765" y="1373"/>
                </a:lnTo>
                <a:lnTo>
                  <a:pt x="2422" y="1595"/>
                </a:lnTo>
                <a:lnTo>
                  <a:pt x="2099" y="1837"/>
                </a:lnTo>
                <a:lnTo>
                  <a:pt x="1817" y="2080"/>
                </a:lnTo>
                <a:lnTo>
                  <a:pt x="1575" y="2362"/>
                </a:lnTo>
                <a:lnTo>
                  <a:pt x="1353" y="2624"/>
                </a:lnTo>
                <a:lnTo>
                  <a:pt x="1151" y="2927"/>
                </a:lnTo>
                <a:lnTo>
                  <a:pt x="1030" y="3169"/>
                </a:lnTo>
                <a:lnTo>
                  <a:pt x="909" y="3432"/>
                </a:lnTo>
                <a:lnTo>
                  <a:pt x="808" y="3694"/>
                </a:lnTo>
                <a:lnTo>
                  <a:pt x="707" y="3956"/>
                </a:lnTo>
                <a:lnTo>
                  <a:pt x="586" y="4481"/>
                </a:lnTo>
                <a:lnTo>
                  <a:pt x="465" y="4985"/>
                </a:lnTo>
                <a:lnTo>
                  <a:pt x="323" y="5813"/>
                </a:lnTo>
                <a:lnTo>
                  <a:pt x="222" y="6660"/>
                </a:lnTo>
                <a:lnTo>
                  <a:pt x="122" y="7488"/>
                </a:lnTo>
                <a:lnTo>
                  <a:pt x="61" y="8315"/>
                </a:lnTo>
                <a:lnTo>
                  <a:pt x="21" y="9163"/>
                </a:lnTo>
                <a:lnTo>
                  <a:pt x="0" y="9990"/>
                </a:lnTo>
                <a:lnTo>
                  <a:pt x="21" y="10838"/>
                </a:lnTo>
                <a:lnTo>
                  <a:pt x="61" y="11665"/>
                </a:lnTo>
                <a:lnTo>
                  <a:pt x="101" y="11968"/>
                </a:lnTo>
                <a:lnTo>
                  <a:pt x="142" y="12230"/>
                </a:lnTo>
                <a:lnTo>
                  <a:pt x="222" y="12452"/>
                </a:lnTo>
                <a:lnTo>
                  <a:pt x="303" y="12654"/>
                </a:lnTo>
                <a:lnTo>
                  <a:pt x="404" y="12815"/>
                </a:lnTo>
                <a:lnTo>
                  <a:pt x="545" y="12936"/>
                </a:lnTo>
                <a:lnTo>
                  <a:pt x="687" y="13037"/>
                </a:lnTo>
                <a:lnTo>
                  <a:pt x="848" y="13098"/>
                </a:lnTo>
                <a:lnTo>
                  <a:pt x="949" y="13118"/>
                </a:lnTo>
                <a:lnTo>
                  <a:pt x="1191" y="13118"/>
                </a:lnTo>
                <a:lnTo>
                  <a:pt x="1353" y="13078"/>
                </a:lnTo>
                <a:lnTo>
                  <a:pt x="1615" y="12997"/>
                </a:lnTo>
                <a:lnTo>
                  <a:pt x="2644" y="12674"/>
                </a:lnTo>
                <a:lnTo>
                  <a:pt x="4783" y="11988"/>
                </a:lnTo>
                <a:lnTo>
                  <a:pt x="6942" y="11302"/>
                </a:lnTo>
                <a:lnTo>
                  <a:pt x="8012" y="10999"/>
                </a:lnTo>
                <a:lnTo>
                  <a:pt x="9102" y="10676"/>
                </a:lnTo>
                <a:lnTo>
                  <a:pt x="10191" y="10394"/>
                </a:lnTo>
                <a:lnTo>
                  <a:pt x="11301" y="10131"/>
                </a:lnTo>
                <a:lnTo>
                  <a:pt x="12391" y="9869"/>
                </a:lnTo>
                <a:lnTo>
                  <a:pt x="13501" y="9647"/>
                </a:lnTo>
                <a:lnTo>
                  <a:pt x="14611" y="9465"/>
                </a:lnTo>
                <a:lnTo>
                  <a:pt x="15721" y="9304"/>
                </a:lnTo>
                <a:lnTo>
                  <a:pt x="16831" y="9183"/>
                </a:lnTo>
                <a:lnTo>
                  <a:pt x="17961" y="9102"/>
                </a:lnTo>
                <a:lnTo>
                  <a:pt x="19071" y="9042"/>
                </a:lnTo>
                <a:lnTo>
                  <a:pt x="20201" y="9062"/>
                </a:lnTo>
                <a:lnTo>
                  <a:pt x="21311" y="9102"/>
                </a:lnTo>
                <a:lnTo>
                  <a:pt x="22420" y="9183"/>
                </a:lnTo>
                <a:lnTo>
                  <a:pt x="23530" y="9304"/>
                </a:lnTo>
                <a:lnTo>
                  <a:pt x="24640" y="9465"/>
                </a:lnTo>
                <a:lnTo>
                  <a:pt x="25750" y="9647"/>
                </a:lnTo>
                <a:lnTo>
                  <a:pt x="26840" y="9829"/>
                </a:lnTo>
                <a:lnTo>
                  <a:pt x="28999" y="10232"/>
                </a:lnTo>
                <a:lnTo>
                  <a:pt x="32470" y="10898"/>
                </a:lnTo>
                <a:lnTo>
                  <a:pt x="32692" y="10939"/>
                </a:lnTo>
                <a:lnTo>
                  <a:pt x="32894" y="10959"/>
                </a:lnTo>
                <a:lnTo>
                  <a:pt x="33116" y="10939"/>
                </a:lnTo>
                <a:lnTo>
                  <a:pt x="33197" y="10918"/>
                </a:lnTo>
                <a:lnTo>
                  <a:pt x="33298" y="10878"/>
                </a:lnTo>
                <a:lnTo>
                  <a:pt x="33419" y="10797"/>
                </a:lnTo>
                <a:lnTo>
                  <a:pt x="33520" y="10696"/>
                </a:lnTo>
                <a:lnTo>
                  <a:pt x="33600" y="10575"/>
                </a:lnTo>
                <a:lnTo>
                  <a:pt x="33661" y="10454"/>
                </a:lnTo>
                <a:lnTo>
                  <a:pt x="33681" y="10313"/>
                </a:lnTo>
                <a:lnTo>
                  <a:pt x="33701" y="10172"/>
                </a:lnTo>
                <a:lnTo>
                  <a:pt x="33701" y="10030"/>
                </a:lnTo>
                <a:lnTo>
                  <a:pt x="33681" y="9889"/>
                </a:lnTo>
                <a:lnTo>
                  <a:pt x="33641" y="9768"/>
                </a:lnTo>
                <a:lnTo>
                  <a:pt x="33600" y="9627"/>
                </a:lnTo>
                <a:lnTo>
                  <a:pt x="33459" y="9385"/>
                </a:lnTo>
                <a:lnTo>
                  <a:pt x="33298" y="9163"/>
                </a:lnTo>
                <a:lnTo>
                  <a:pt x="33136" y="8961"/>
                </a:lnTo>
                <a:lnTo>
                  <a:pt x="32833" y="8618"/>
                </a:lnTo>
                <a:lnTo>
                  <a:pt x="32511" y="8275"/>
                </a:lnTo>
                <a:lnTo>
                  <a:pt x="32188" y="7952"/>
                </a:lnTo>
                <a:lnTo>
                  <a:pt x="31824" y="7629"/>
                </a:lnTo>
                <a:lnTo>
                  <a:pt x="31481" y="7306"/>
                </a:lnTo>
                <a:lnTo>
                  <a:pt x="31098" y="7003"/>
                </a:lnTo>
                <a:lnTo>
                  <a:pt x="30714" y="6701"/>
                </a:lnTo>
                <a:lnTo>
                  <a:pt x="30311" y="6398"/>
                </a:lnTo>
                <a:lnTo>
                  <a:pt x="29907" y="6095"/>
                </a:lnTo>
                <a:lnTo>
                  <a:pt x="29483" y="5813"/>
                </a:lnTo>
                <a:lnTo>
                  <a:pt x="29040" y="5530"/>
                </a:lnTo>
                <a:lnTo>
                  <a:pt x="28575" y="5268"/>
                </a:lnTo>
                <a:lnTo>
                  <a:pt x="28111" y="5006"/>
                </a:lnTo>
                <a:lnTo>
                  <a:pt x="27627" y="4743"/>
                </a:lnTo>
                <a:lnTo>
                  <a:pt x="26638" y="4259"/>
                </a:lnTo>
                <a:lnTo>
                  <a:pt x="25569" y="3775"/>
                </a:lnTo>
                <a:lnTo>
                  <a:pt x="24963" y="3512"/>
                </a:lnTo>
                <a:lnTo>
                  <a:pt x="24317" y="3250"/>
                </a:lnTo>
                <a:lnTo>
                  <a:pt x="23591" y="2988"/>
                </a:lnTo>
                <a:lnTo>
                  <a:pt x="22824" y="2725"/>
                </a:lnTo>
                <a:lnTo>
                  <a:pt x="21977" y="2443"/>
                </a:lnTo>
                <a:lnTo>
                  <a:pt x="21068" y="2180"/>
                </a:lnTo>
                <a:lnTo>
                  <a:pt x="20100" y="1898"/>
                </a:lnTo>
                <a:lnTo>
                  <a:pt x="19050" y="1636"/>
                </a:lnTo>
                <a:lnTo>
                  <a:pt x="17920" y="1373"/>
                </a:lnTo>
                <a:lnTo>
                  <a:pt x="16710" y="1111"/>
                </a:lnTo>
                <a:lnTo>
                  <a:pt x="15398" y="869"/>
                </a:lnTo>
                <a:lnTo>
                  <a:pt x="14026" y="627"/>
                </a:lnTo>
                <a:lnTo>
                  <a:pt x="12552" y="405"/>
                </a:lnTo>
                <a:lnTo>
                  <a:pt x="10978" y="183"/>
                </a:lnTo>
                <a:lnTo>
                  <a:pt x="10413" y="122"/>
                </a:lnTo>
                <a:lnTo>
                  <a:pt x="9889" y="62"/>
                </a:lnTo>
                <a:lnTo>
                  <a:pt x="9344" y="41"/>
                </a:lnTo>
                <a:lnTo>
                  <a:pt x="8839" y="21"/>
                </a:lnTo>
                <a:lnTo>
                  <a:pt x="8335" y="1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 1">
  <p:cSld name="CUSTOM_12_1_1">
    <p:spTree>
      <p:nvGrpSpPr>
        <p:cNvPr id="2119" name="Shape 2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0" name="Google Shape;2120;p25"/>
          <p:cNvSpPr txBox="1"/>
          <p:nvPr>
            <p:ph type="title"/>
          </p:nvPr>
        </p:nvSpPr>
        <p:spPr>
          <a:xfrm>
            <a:off x="713225" y="530352"/>
            <a:ext cx="7717500" cy="292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Dosis"/>
              <a:buNone/>
              <a:defRPr/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121" name="Google Shape;2121;p25"/>
          <p:cNvSpPr txBox="1"/>
          <p:nvPr>
            <p:ph idx="1" type="subTitle"/>
          </p:nvPr>
        </p:nvSpPr>
        <p:spPr>
          <a:xfrm>
            <a:off x="713225" y="1012850"/>
            <a:ext cx="3858900" cy="352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Char char="●"/>
              <a:defRPr sz="1300">
                <a:solidFill>
                  <a:schemeClr val="dk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○"/>
              <a:defRPr>
                <a:solidFill>
                  <a:schemeClr val="dk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■"/>
              <a:defRPr>
                <a:solidFill>
                  <a:schemeClr val="dk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  <a:defRPr>
                <a:solidFill>
                  <a:schemeClr val="dk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○"/>
              <a:defRPr>
                <a:solidFill>
                  <a:schemeClr val="dk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■"/>
              <a:defRPr>
                <a:solidFill>
                  <a:schemeClr val="dk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  <a:defRPr>
                <a:solidFill>
                  <a:schemeClr val="dk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○"/>
              <a:defRPr>
                <a:solidFill>
                  <a:schemeClr val="dk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■"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122" name="Google Shape;2122;p25"/>
          <p:cNvSpPr txBox="1"/>
          <p:nvPr>
            <p:ph idx="2" type="subTitle"/>
          </p:nvPr>
        </p:nvSpPr>
        <p:spPr>
          <a:xfrm>
            <a:off x="4572025" y="1012850"/>
            <a:ext cx="3858900" cy="352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Char char="●"/>
              <a:defRPr sz="1300">
                <a:solidFill>
                  <a:schemeClr val="dk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○"/>
              <a:defRPr>
                <a:solidFill>
                  <a:schemeClr val="dk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■"/>
              <a:defRPr>
                <a:solidFill>
                  <a:schemeClr val="dk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  <a:defRPr>
                <a:solidFill>
                  <a:schemeClr val="dk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○"/>
              <a:defRPr>
                <a:solidFill>
                  <a:schemeClr val="dk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■"/>
              <a:defRPr>
                <a:solidFill>
                  <a:schemeClr val="dk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  <a:defRPr>
                <a:solidFill>
                  <a:schemeClr val="dk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○"/>
              <a:defRPr>
                <a:solidFill>
                  <a:schemeClr val="dk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■"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123" name="Google Shape;2123;p25"/>
          <p:cNvSpPr/>
          <p:nvPr/>
        </p:nvSpPr>
        <p:spPr>
          <a:xfrm>
            <a:off x="8430925" y="207341"/>
            <a:ext cx="597600" cy="5976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24" name="Google Shape;2124;p25"/>
          <p:cNvSpPr/>
          <p:nvPr/>
        </p:nvSpPr>
        <p:spPr>
          <a:xfrm rot="5400000">
            <a:off x="8430925" y="812443"/>
            <a:ext cx="597600" cy="597600"/>
          </a:xfrm>
          <a:prstGeom prst="rtTriangle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25" name="Google Shape;2125;p25"/>
          <p:cNvSpPr/>
          <p:nvPr/>
        </p:nvSpPr>
        <p:spPr>
          <a:xfrm flipH="1">
            <a:off x="8085888" y="4081828"/>
            <a:ext cx="1058100" cy="1058100"/>
          </a:xfrm>
          <a:prstGeom prst="rtTriangle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26" name="Google Shape;2126;p25"/>
          <p:cNvSpPr/>
          <p:nvPr/>
        </p:nvSpPr>
        <p:spPr>
          <a:xfrm>
            <a:off x="8019945" y="4215465"/>
            <a:ext cx="790800" cy="790800"/>
          </a:xfrm>
          <a:prstGeom prst="ellipse">
            <a:avLst/>
          </a:prstGeom>
          <a:solidFill>
            <a:schemeClr val="dk2"/>
          </a:solidFill>
          <a:ln cap="flat" cmpd="sng" w="11430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27" name="Google Shape;2127;p25"/>
          <p:cNvSpPr/>
          <p:nvPr/>
        </p:nvSpPr>
        <p:spPr>
          <a:xfrm>
            <a:off x="-1765585" y="-1356372"/>
            <a:ext cx="2433600" cy="24336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28" name="Google Shape;2128;p25"/>
          <p:cNvSpPr/>
          <p:nvPr/>
        </p:nvSpPr>
        <p:spPr>
          <a:xfrm flipH="1">
            <a:off x="-194140" y="-200037"/>
            <a:ext cx="2289244" cy="1739785"/>
          </a:xfrm>
          <a:custGeom>
            <a:rect b="b" l="l" r="r" t="t"/>
            <a:pathLst>
              <a:path extrusionOk="0" h="31119" w="40947">
                <a:moveTo>
                  <a:pt x="32571" y="82"/>
                </a:moveTo>
                <a:lnTo>
                  <a:pt x="33116" y="102"/>
                </a:lnTo>
                <a:lnTo>
                  <a:pt x="33601" y="162"/>
                </a:lnTo>
                <a:lnTo>
                  <a:pt x="33823" y="203"/>
                </a:lnTo>
                <a:lnTo>
                  <a:pt x="34024" y="243"/>
                </a:lnTo>
                <a:lnTo>
                  <a:pt x="34206" y="304"/>
                </a:lnTo>
                <a:lnTo>
                  <a:pt x="34388" y="384"/>
                </a:lnTo>
                <a:lnTo>
                  <a:pt x="34549" y="465"/>
                </a:lnTo>
                <a:lnTo>
                  <a:pt x="34690" y="546"/>
                </a:lnTo>
                <a:lnTo>
                  <a:pt x="34832" y="647"/>
                </a:lnTo>
                <a:lnTo>
                  <a:pt x="34933" y="748"/>
                </a:lnTo>
                <a:lnTo>
                  <a:pt x="35033" y="869"/>
                </a:lnTo>
                <a:lnTo>
                  <a:pt x="35134" y="990"/>
                </a:lnTo>
                <a:lnTo>
                  <a:pt x="35195" y="1131"/>
                </a:lnTo>
                <a:lnTo>
                  <a:pt x="35255" y="1272"/>
                </a:lnTo>
                <a:lnTo>
                  <a:pt x="35296" y="1454"/>
                </a:lnTo>
                <a:lnTo>
                  <a:pt x="35316" y="1656"/>
                </a:lnTo>
                <a:lnTo>
                  <a:pt x="35336" y="1858"/>
                </a:lnTo>
                <a:lnTo>
                  <a:pt x="35316" y="2059"/>
                </a:lnTo>
                <a:lnTo>
                  <a:pt x="35235" y="2443"/>
                </a:lnTo>
                <a:lnTo>
                  <a:pt x="35155" y="2826"/>
                </a:lnTo>
                <a:lnTo>
                  <a:pt x="35074" y="3169"/>
                </a:lnTo>
                <a:lnTo>
                  <a:pt x="34993" y="3492"/>
                </a:lnTo>
                <a:lnTo>
                  <a:pt x="34973" y="3835"/>
                </a:lnTo>
                <a:lnTo>
                  <a:pt x="34973" y="3997"/>
                </a:lnTo>
                <a:lnTo>
                  <a:pt x="34973" y="4158"/>
                </a:lnTo>
                <a:lnTo>
                  <a:pt x="35033" y="4400"/>
                </a:lnTo>
                <a:lnTo>
                  <a:pt x="35094" y="4642"/>
                </a:lnTo>
                <a:lnTo>
                  <a:pt x="35175" y="4864"/>
                </a:lnTo>
                <a:lnTo>
                  <a:pt x="35276" y="5086"/>
                </a:lnTo>
                <a:lnTo>
                  <a:pt x="35498" y="5510"/>
                </a:lnTo>
                <a:lnTo>
                  <a:pt x="35760" y="5914"/>
                </a:lnTo>
                <a:lnTo>
                  <a:pt x="36083" y="6438"/>
                </a:lnTo>
                <a:lnTo>
                  <a:pt x="36486" y="7165"/>
                </a:lnTo>
                <a:lnTo>
                  <a:pt x="36890" y="7912"/>
                </a:lnTo>
                <a:lnTo>
                  <a:pt x="37273" y="8658"/>
                </a:lnTo>
                <a:lnTo>
                  <a:pt x="37637" y="9425"/>
                </a:lnTo>
                <a:lnTo>
                  <a:pt x="37980" y="10212"/>
                </a:lnTo>
                <a:lnTo>
                  <a:pt x="38303" y="10999"/>
                </a:lnTo>
                <a:lnTo>
                  <a:pt x="38625" y="11786"/>
                </a:lnTo>
                <a:lnTo>
                  <a:pt x="38908" y="12573"/>
                </a:lnTo>
                <a:lnTo>
                  <a:pt x="39170" y="13380"/>
                </a:lnTo>
                <a:lnTo>
                  <a:pt x="39412" y="14188"/>
                </a:lnTo>
                <a:lnTo>
                  <a:pt x="39655" y="14995"/>
                </a:lnTo>
                <a:lnTo>
                  <a:pt x="39856" y="15802"/>
                </a:lnTo>
                <a:lnTo>
                  <a:pt x="40038" y="16629"/>
                </a:lnTo>
                <a:lnTo>
                  <a:pt x="40220" y="17457"/>
                </a:lnTo>
                <a:lnTo>
                  <a:pt x="40361" y="18284"/>
                </a:lnTo>
                <a:lnTo>
                  <a:pt x="40502" y="19112"/>
                </a:lnTo>
                <a:lnTo>
                  <a:pt x="40603" y="19939"/>
                </a:lnTo>
                <a:lnTo>
                  <a:pt x="40704" y="20766"/>
                </a:lnTo>
                <a:lnTo>
                  <a:pt x="40765" y="21614"/>
                </a:lnTo>
                <a:lnTo>
                  <a:pt x="40825" y="22441"/>
                </a:lnTo>
                <a:lnTo>
                  <a:pt x="40845" y="23269"/>
                </a:lnTo>
                <a:lnTo>
                  <a:pt x="40865" y="24116"/>
                </a:lnTo>
                <a:lnTo>
                  <a:pt x="40865" y="24944"/>
                </a:lnTo>
                <a:lnTo>
                  <a:pt x="40825" y="25771"/>
                </a:lnTo>
                <a:lnTo>
                  <a:pt x="40785" y="26437"/>
                </a:lnTo>
                <a:lnTo>
                  <a:pt x="40744" y="26800"/>
                </a:lnTo>
                <a:lnTo>
                  <a:pt x="40684" y="27163"/>
                </a:lnTo>
                <a:lnTo>
                  <a:pt x="40603" y="27547"/>
                </a:lnTo>
                <a:lnTo>
                  <a:pt x="40502" y="27950"/>
                </a:lnTo>
                <a:lnTo>
                  <a:pt x="40401" y="28334"/>
                </a:lnTo>
                <a:lnTo>
                  <a:pt x="40260" y="28717"/>
                </a:lnTo>
                <a:lnTo>
                  <a:pt x="40099" y="29081"/>
                </a:lnTo>
                <a:lnTo>
                  <a:pt x="39917" y="29424"/>
                </a:lnTo>
                <a:lnTo>
                  <a:pt x="39695" y="29767"/>
                </a:lnTo>
                <a:lnTo>
                  <a:pt x="39453" y="30069"/>
                </a:lnTo>
                <a:lnTo>
                  <a:pt x="39191" y="30332"/>
                </a:lnTo>
                <a:lnTo>
                  <a:pt x="39029" y="30453"/>
                </a:lnTo>
                <a:lnTo>
                  <a:pt x="38868" y="30574"/>
                </a:lnTo>
                <a:lnTo>
                  <a:pt x="38706" y="30675"/>
                </a:lnTo>
                <a:lnTo>
                  <a:pt x="38525" y="30776"/>
                </a:lnTo>
                <a:lnTo>
                  <a:pt x="38343" y="30856"/>
                </a:lnTo>
                <a:lnTo>
                  <a:pt x="38141" y="30917"/>
                </a:lnTo>
                <a:lnTo>
                  <a:pt x="37960" y="30977"/>
                </a:lnTo>
                <a:lnTo>
                  <a:pt x="37758" y="30998"/>
                </a:lnTo>
                <a:lnTo>
                  <a:pt x="37394" y="31038"/>
                </a:lnTo>
                <a:lnTo>
                  <a:pt x="37011" y="31038"/>
                </a:lnTo>
                <a:lnTo>
                  <a:pt x="36628" y="30998"/>
                </a:lnTo>
                <a:lnTo>
                  <a:pt x="36244" y="30937"/>
                </a:lnTo>
                <a:lnTo>
                  <a:pt x="35881" y="30836"/>
                </a:lnTo>
                <a:lnTo>
                  <a:pt x="35538" y="30735"/>
                </a:lnTo>
                <a:lnTo>
                  <a:pt x="35215" y="30634"/>
                </a:lnTo>
                <a:lnTo>
                  <a:pt x="34690" y="30433"/>
                </a:lnTo>
                <a:lnTo>
                  <a:pt x="34186" y="30231"/>
                </a:lnTo>
                <a:lnTo>
                  <a:pt x="33681" y="30009"/>
                </a:lnTo>
                <a:lnTo>
                  <a:pt x="33177" y="29767"/>
                </a:lnTo>
                <a:lnTo>
                  <a:pt x="32693" y="29524"/>
                </a:lnTo>
                <a:lnTo>
                  <a:pt x="32208" y="29262"/>
                </a:lnTo>
                <a:lnTo>
                  <a:pt x="31724" y="28980"/>
                </a:lnTo>
                <a:lnTo>
                  <a:pt x="31260" y="28697"/>
                </a:lnTo>
                <a:lnTo>
                  <a:pt x="30796" y="28394"/>
                </a:lnTo>
                <a:lnTo>
                  <a:pt x="30331" y="28071"/>
                </a:lnTo>
                <a:lnTo>
                  <a:pt x="29888" y="27749"/>
                </a:lnTo>
                <a:lnTo>
                  <a:pt x="29444" y="27406"/>
                </a:lnTo>
                <a:lnTo>
                  <a:pt x="28576" y="26719"/>
                </a:lnTo>
                <a:lnTo>
                  <a:pt x="27728" y="25993"/>
                </a:lnTo>
                <a:lnTo>
                  <a:pt x="26901" y="25226"/>
                </a:lnTo>
                <a:lnTo>
                  <a:pt x="26094" y="24419"/>
                </a:lnTo>
                <a:lnTo>
                  <a:pt x="25307" y="23612"/>
                </a:lnTo>
                <a:lnTo>
                  <a:pt x="24540" y="22784"/>
                </a:lnTo>
                <a:lnTo>
                  <a:pt x="23773" y="21937"/>
                </a:lnTo>
                <a:lnTo>
                  <a:pt x="23026" y="21069"/>
                </a:lnTo>
                <a:lnTo>
                  <a:pt x="21573" y="19334"/>
                </a:lnTo>
                <a:lnTo>
                  <a:pt x="21150" y="18809"/>
                </a:lnTo>
                <a:lnTo>
                  <a:pt x="19757" y="17134"/>
                </a:lnTo>
                <a:lnTo>
                  <a:pt x="18345" y="15479"/>
                </a:lnTo>
                <a:lnTo>
                  <a:pt x="17638" y="14652"/>
                </a:lnTo>
                <a:lnTo>
                  <a:pt x="16892" y="13845"/>
                </a:lnTo>
                <a:lnTo>
                  <a:pt x="16145" y="13058"/>
                </a:lnTo>
                <a:lnTo>
                  <a:pt x="15378" y="12291"/>
                </a:lnTo>
                <a:lnTo>
                  <a:pt x="14591" y="11544"/>
                </a:lnTo>
                <a:lnTo>
                  <a:pt x="13804" y="10838"/>
                </a:lnTo>
                <a:lnTo>
                  <a:pt x="12977" y="10131"/>
                </a:lnTo>
                <a:lnTo>
                  <a:pt x="12129" y="9486"/>
                </a:lnTo>
                <a:lnTo>
                  <a:pt x="11261" y="8880"/>
                </a:lnTo>
                <a:lnTo>
                  <a:pt x="10797" y="8578"/>
                </a:lnTo>
                <a:lnTo>
                  <a:pt x="10353" y="8295"/>
                </a:lnTo>
                <a:lnTo>
                  <a:pt x="9889" y="8012"/>
                </a:lnTo>
                <a:lnTo>
                  <a:pt x="9425" y="7770"/>
                </a:lnTo>
                <a:lnTo>
                  <a:pt x="8941" y="7508"/>
                </a:lnTo>
                <a:lnTo>
                  <a:pt x="8456" y="7266"/>
                </a:lnTo>
                <a:lnTo>
                  <a:pt x="7911" y="7024"/>
                </a:lnTo>
                <a:lnTo>
                  <a:pt x="7346" y="6782"/>
                </a:lnTo>
                <a:lnTo>
                  <a:pt x="6781" y="6560"/>
                </a:lnTo>
                <a:lnTo>
                  <a:pt x="6196" y="6358"/>
                </a:lnTo>
                <a:lnTo>
                  <a:pt x="5066" y="5954"/>
                </a:lnTo>
                <a:lnTo>
                  <a:pt x="3916" y="5591"/>
                </a:lnTo>
                <a:lnTo>
                  <a:pt x="2342" y="5066"/>
                </a:lnTo>
                <a:lnTo>
                  <a:pt x="2079" y="4965"/>
                </a:lnTo>
                <a:lnTo>
                  <a:pt x="1716" y="4804"/>
                </a:lnTo>
                <a:lnTo>
                  <a:pt x="1313" y="4602"/>
                </a:lnTo>
                <a:lnTo>
                  <a:pt x="1111" y="4461"/>
                </a:lnTo>
                <a:lnTo>
                  <a:pt x="909" y="4340"/>
                </a:lnTo>
                <a:lnTo>
                  <a:pt x="727" y="4178"/>
                </a:lnTo>
                <a:lnTo>
                  <a:pt x="546" y="4017"/>
                </a:lnTo>
                <a:lnTo>
                  <a:pt x="384" y="3835"/>
                </a:lnTo>
                <a:lnTo>
                  <a:pt x="263" y="3633"/>
                </a:lnTo>
                <a:lnTo>
                  <a:pt x="162" y="3432"/>
                </a:lnTo>
                <a:lnTo>
                  <a:pt x="102" y="3210"/>
                </a:lnTo>
                <a:lnTo>
                  <a:pt x="82" y="2967"/>
                </a:lnTo>
                <a:lnTo>
                  <a:pt x="102" y="2725"/>
                </a:lnTo>
                <a:lnTo>
                  <a:pt x="162" y="2544"/>
                </a:lnTo>
                <a:lnTo>
                  <a:pt x="223" y="2382"/>
                </a:lnTo>
                <a:lnTo>
                  <a:pt x="324" y="2221"/>
                </a:lnTo>
                <a:lnTo>
                  <a:pt x="425" y="2080"/>
                </a:lnTo>
                <a:lnTo>
                  <a:pt x="526" y="1938"/>
                </a:lnTo>
                <a:lnTo>
                  <a:pt x="647" y="1837"/>
                </a:lnTo>
                <a:lnTo>
                  <a:pt x="889" y="1636"/>
                </a:lnTo>
                <a:lnTo>
                  <a:pt x="1070" y="1494"/>
                </a:lnTo>
                <a:lnTo>
                  <a:pt x="1272" y="1393"/>
                </a:lnTo>
                <a:lnTo>
                  <a:pt x="1474" y="1293"/>
                </a:lnTo>
                <a:lnTo>
                  <a:pt x="1676" y="1192"/>
                </a:lnTo>
                <a:lnTo>
                  <a:pt x="2100" y="1030"/>
                </a:lnTo>
                <a:lnTo>
                  <a:pt x="2523" y="909"/>
                </a:lnTo>
                <a:lnTo>
                  <a:pt x="2967" y="808"/>
                </a:lnTo>
                <a:lnTo>
                  <a:pt x="3411" y="727"/>
                </a:lnTo>
                <a:lnTo>
                  <a:pt x="3855" y="667"/>
                </a:lnTo>
                <a:lnTo>
                  <a:pt x="4279" y="627"/>
                </a:lnTo>
                <a:lnTo>
                  <a:pt x="5349" y="526"/>
                </a:lnTo>
                <a:lnTo>
                  <a:pt x="6438" y="465"/>
                </a:lnTo>
                <a:lnTo>
                  <a:pt x="7528" y="405"/>
                </a:lnTo>
                <a:lnTo>
                  <a:pt x="8598" y="364"/>
                </a:lnTo>
                <a:lnTo>
                  <a:pt x="10757" y="304"/>
                </a:lnTo>
                <a:lnTo>
                  <a:pt x="12896" y="284"/>
                </a:lnTo>
                <a:lnTo>
                  <a:pt x="32471" y="82"/>
                </a:lnTo>
                <a:close/>
                <a:moveTo>
                  <a:pt x="32471" y="1"/>
                </a:moveTo>
                <a:lnTo>
                  <a:pt x="12896" y="203"/>
                </a:lnTo>
                <a:lnTo>
                  <a:pt x="10757" y="223"/>
                </a:lnTo>
                <a:lnTo>
                  <a:pt x="8598" y="284"/>
                </a:lnTo>
                <a:lnTo>
                  <a:pt x="7508" y="324"/>
                </a:lnTo>
                <a:lnTo>
                  <a:pt x="6438" y="384"/>
                </a:lnTo>
                <a:lnTo>
                  <a:pt x="5349" y="445"/>
                </a:lnTo>
                <a:lnTo>
                  <a:pt x="4279" y="546"/>
                </a:lnTo>
                <a:lnTo>
                  <a:pt x="3835" y="586"/>
                </a:lnTo>
                <a:lnTo>
                  <a:pt x="3391" y="647"/>
                </a:lnTo>
                <a:lnTo>
                  <a:pt x="2947" y="727"/>
                </a:lnTo>
                <a:lnTo>
                  <a:pt x="2503" y="828"/>
                </a:lnTo>
                <a:lnTo>
                  <a:pt x="2059" y="949"/>
                </a:lnTo>
                <a:lnTo>
                  <a:pt x="1635" y="1111"/>
                </a:lnTo>
                <a:lnTo>
                  <a:pt x="1434" y="1212"/>
                </a:lnTo>
                <a:lnTo>
                  <a:pt x="1232" y="1313"/>
                </a:lnTo>
                <a:lnTo>
                  <a:pt x="1030" y="1434"/>
                </a:lnTo>
                <a:lnTo>
                  <a:pt x="848" y="1575"/>
                </a:lnTo>
                <a:lnTo>
                  <a:pt x="586" y="1777"/>
                </a:lnTo>
                <a:lnTo>
                  <a:pt x="465" y="1898"/>
                </a:lnTo>
                <a:lnTo>
                  <a:pt x="344" y="2039"/>
                </a:lnTo>
                <a:lnTo>
                  <a:pt x="243" y="2180"/>
                </a:lnTo>
                <a:lnTo>
                  <a:pt x="142" y="2342"/>
                </a:lnTo>
                <a:lnTo>
                  <a:pt x="82" y="2524"/>
                </a:lnTo>
                <a:lnTo>
                  <a:pt x="21" y="2705"/>
                </a:lnTo>
                <a:lnTo>
                  <a:pt x="1" y="2846"/>
                </a:lnTo>
                <a:lnTo>
                  <a:pt x="1" y="2967"/>
                </a:lnTo>
                <a:lnTo>
                  <a:pt x="21" y="3210"/>
                </a:lnTo>
                <a:lnTo>
                  <a:pt x="82" y="3452"/>
                </a:lnTo>
                <a:lnTo>
                  <a:pt x="183" y="3674"/>
                </a:lnTo>
                <a:lnTo>
                  <a:pt x="324" y="3876"/>
                </a:lnTo>
                <a:lnTo>
                  <a:pt x="465" y="4057"/>
                </a:lnTo>
                <a:lnTo>
                  <a:pt x="647" y="4219"/>
                </a:lnTo>
                <a:lnTo>
                  <a:pt x="848" y="4380"/>
                </a:lnTo>
                <a:lnTo>
                  <a:pt x="1050" y="4521"/>
                </a:lnTo>
                <a:lnTo>
                  <a:pt x="1252" y="4663"/>
                </a:lnTo>
                <a:lnTo>
                  <a:pt x="1676" y="4864"/>
                </a:lnTo>
                <a:lnTo>
                  <a:pt x="2039" y="5026"/>
                </a:lnTo>
                <a:lnTo>
                  <a:pt x="2322" y="5147"/>
                </a:lnTo>
                <a:lnTo>
                  <a:pt x="3896" y="5651"/>
                </a:lnTo>
                <a:lnTo>
                  <a:pt x="5026" y="6035"/>
                </a:lnTo>
                <a:lnTo>
                  <a:pt x="6176" y="6438"/>
                </a:lnTo>
                <a:lnTo>
                  <a:pt x="6741" y="6640"/>
                </a:lnTo>
                <a:lnTo>
                  <a:pt x="7306" y="6862"/>
                </a:lnTo>
                <a:lnTo>
                  <a:pt x="7871" y="7104"/>
                </a:lnTo>
                <a:lnTo>
                  <a:pt x="8416" y="7347"/>
                </a:lnTo>
                <a:lnTo>
                  <a:pt x="8900" y="7589"/>
                </a:lnTo>
                <a:lnTo>
                  <a:pt x="9385" y="7831"/>
                </a:lnTo>
                <a:lnTo>
                  <a:pt x="9849" y="8093"/>
                </a:lnTo>
                <a:lnTo>
                  <a:pt x="10313" y="8356"/>
                </a:lnTo>
                <a:lnTo>
                  <a:pt x="10757" y="8638"/>
                </a:lnTo>
                <a:lnTo>
                  <a:pt x="11201" y="8941"/>
                </a:lnTo>
                <a:lnTo>
                  <a:pt x="12089" y="9546"/>
                </a:lnTo>
                <a:lnTo>
                  <a:pt x="12936" y="10212"/>
                </a:lnTo>
                <a:lnTo>
                  <a:pt x="13743" y="10898"/>
                </a:lnTo>
                <a:lnTo>
                  <a:pt x="14551" y="11605"/>
                </a:lnTo>
                <a:lnTo>
                  <a:pt x="15338" y="12351"/>
                </a:lnTo>
                <a:lnTo>
                  <a:pt x="16084" y="13118"/>
                </a:lnTo>
                <a:lnTo>
                  <a:pt x="16831" y="13905"/>
                </a:lnTo>
                <a:lnTo>
                  <a:pt x="17578" y="14712"/>
                </a:lnTo>
                <a:lnTo>
                  <a:pt x="18284" y="15519"/>
                </a:lnTo>
                <a:lnTo>
                  <a:pt x="19697" y="17194"/>
                </a:lnTo>
                <a:lnTo>
                  <a:pt x="21089" y="18869"/>
                </a:lnTo>
                <a:lnTo>
                  <a:pt x="21513" y="19394"/>
                </a:lnTo>
                <a:lnTo>
                  <a:pt x="22986" y="21130"/>
                </a:lnTo>
                <a:lnTo>
                  <a:pt x="23712" y="21977"/>
                </a:lnTo>
                <a:lnTo>
                  <a:pt x="24479" y="22845"/>
                </a:lnTo>
                <a:lnTo>
                  <a:pt x="25246" y="23672"/>
                </a:lnTo>
                <a:lnTo>
                  <a:pt x="26053" y="24500"/>
                </a:lnTo>
                <a:lnTo>
                  <a:pt x="26861" y="25287"/>
                </a:lnTo>
                <a:lnTo>
                  <a:pt x="27688" y="26053"/>
                </a:lnTo>
                <a:lnTo>
                  <a:pt x="28535" y="26780"/>
                </a:lnTo>
                <a:lnTo>
                  <a:pt x="29403" y="27486"/>
                </a:lnTo>
                <a:lnTo>
                  <a:pt x="29847" y="27809"/>
                </a:lnTo>
                <a:lnTo>
                  <a:pt x="30291" y="28152"/>
                </a:lnTo>
                <a:lnTo>
                  <a:pt x="30755" y="28455"/>
                </a:lnTo>
                <a:lnTo>
                  <a:pt x="31219" y="28758"/>
                </a:lnTo>
                <a:lnTo>
                  <a:pt x="31684" y="29040"/>
                </a:lnTo>
                <a:lnTo>
                  <a:pt x="32168" y="29323"/>
                </a:lnTo>
                <a:lnTo>
                  <a:pt x="32652" y="29585"/>
                </a:lnTo>
                <a:lnTo>
                  <a:pt x="33137" y="29847"/>
                </a:lnTo>
                <a:lnTo>
                  <a:pt x="33641" y="30090"/>
                </a:lnTo>
                <a:lnTo>
                  <a:pt x="34146" y="30311"/>
                </a:lnTo>
                <a:lnTo>
                  <a:pt x="34670" y="30513"/>
                </a:lnTo>
                <a:lnTo>
                  <a:pt x="35195" y="30715"/>
                </a:lnTo>
                <a:lnTo>
                  <a:pt x="35659" y="30856"/>
                </a:lnTo>
                <a:lnTo>
                  <a:pt x="36164" y="30998"/>
                </a:lnTo>
                <a:lnTo>
                  <a:pt x="36426" y="31058"/>
                </a:lnTo>
                <a:lnTo>
                  <a:pt x="36688" y="31099"/>
                </a:lnTo>
                <a:lnTo>
                  <a:pt x="36971" y="31119"/>
                </a:lnTo>
                <a:lnTo>
                  <a:pt x="37475" y="31119"/>
                </a:lnTo>
                <a:lnTo>
                  <a:pt x="37697" y="31099"/>
                </a:lnTo>
                <a:lnTo>
                  <a:pt x="37939" y="31058"/>
                </a:lnTo>
                <a:lnTo>
                  <a:pt x="38161" y="30998"/>
                </a:lnTo>
                <a:lnTo>
                  <a:pt x="38363" y="30917"/>
                </a:lnTo>
                <a:lnTo>
                  <a:pt x="38565" y="30836"/>
                </a:lnTo>
                <a:lnTo>
                  <a:pt x="38747" y="30755"/>
                </a:lnTo>
                <a:lnTo>
                  <a:pt x="38908" y="30655"/>
                </a:lnTo>
                <a:lnTo>
                  <a:pt x="39069" y="30533"/>
                </a:lnTo>
                <a:lnTo>
                  <a:pt x="39231" y="30412"/>
                </a:lnTo>
                <a:lnTo>
                  <a:pt x="39372" y="30271"/>
                </a:lnTo>
                <a:lnTo>
                  <a:pt x="39513" y="30130"/>
                </a:lnTo>
                <a:lnTo>
                  <a:pt x="39756" y="29827"/>
                </a:lnTo>
                <a:lnTo>
                  <a:pt x="39978" y="29484"/>
                </a:lnTo>
                <a:lnTo>
                  <a:pt x="40179" y="29121"/>
                </a:lnTo>
                <a:lnTo>
                  <a:pt x="40341" y="28758"/>
                </a:lnTo>
                <a:lnTo>
                  <a:pt x="40462" y="28374"/>
                </a:lnTo>
                <a:lnTo>
                  <a:pt x="40583" y="27971"/>
                </a:lnTo>
                <a:lnTo>
                  <a:pt x="40684" y="27587"/>
                </a:lnTo>
                <a:lnTo>
                  <a:pt x="40765" y="27184"/>
                </a:lnTo>
                <a:lnTo>
                  <a:pt x="40805" y="26820"/>
                </a:lnTo>
                <a:lnTo>
                  <a:pt x="40865" y="26437"/>
                </a:lnTo>
                <a:lnTo>
                  <a:pt x="40906" y="25771"/>
                </a:lnTo>
                <a:lnTo>
                  <a:pt x="40946" y="24944"/>
                </a:lnTo>
                <a:lnTo>
                  <a:pt x="40946" y="24116"/>
                </a:lnTo>
                <a:lnTo>
                  <a:pt x="40926" y="23269"/>
                </a:lnTo>
                <a:lnTo>
                  <a:pt x="40906" y="22441"/>
                </a:lnTo>
                <a:lnTo>
                  <a:pt x="40845" y="21594"/>
                </a:lnTo>
                <a:lnTo>
                  <a:pt x="40785" y="20766"/>
                </a:lnTo>
                <a:lnTo>
                  <a:pt x="40684" y="19939"/>
                </a:lnTo>
                <a:lnTo>
                  <a:pt x="40583" y="19091"/>
                </a:lnTo>
                <a:lnTo>
                  <a:pt x="40442" y="18264"/>
                </a:lnTo>
                <a:lnTo>
                  <a:pt x="40300" y="17437"/>
                </a:lnTo>
                <a:lnTo>
                  <a:pt x="40119" y="16609"/>
                </a:lnTo>
                <a:lnTo>
                  <a:pt x="39937" y="15782"/>
                </a:lnTo>
                <a:lnTo>
                  <a:pt x="39715" y="14975"/>
                </a:lnTo>
                <a:lnTo>
                  <a:pt x="39493" y="14147"/>
                </a:lnTo>
                <a:lnTo>
                  <a:pt x="39251" y="13360"/>
                </a:lnTo>
                <a:lnTo>
                  <a:pt x="38989" y="12553"/>
                </a:lnTo>
                <a:lnTo>
                  <a:pt x="38686" y="11746"/>
                </a:lnTo>
                <a:lnTo>
                  <a:pt x="38383" y="10959"/>
                </a:lnTo>
                <a:lnTo>
                  <a:pt x="38060" y="10172"/>
                </a:lnTo>
                <a:lnTo>
                  <a:pt x="37717" y="9405"/>
                </a:lnTo>
                <a:lnTo>
                  <a:pt x="37354" y="8638"/>
                </a:lnTo>
                <a:lnTo>
                  <a:pt x="36971" y="7871"/>
                </a:lnTo>
                <a:lnTo>
                  <a:pt x="36567" y="7125"/>
                </a:lnTo>
                <a:lnTo>
                  <a:pt x="36143" y="6398"/>
                </a:lnTo>
                <a:lnTo>
                  <a:pt x="35841" y="5873"/>
                </a:lnTo>
                <a:lnTo>
                  <a:pt x="35578" y="5470"/>
                </a:lnTo>
                <a:lnTo>
                  <a:pt x="35336" y="5046"/>
                </a:lnTo>
                <a:lnTo>
                  <a:pt x="35255" y="4844"/>
                </a:lnTo>
                <a:lnTo>
                  <a:pt x="35175" y="4622"/>
                </a:lnTo>
                <a:lnTo>
                  <a:pt x="35094" y="4380"/>
                </a:lnTo>
                <a:lnTo>
                  <a:pt x="35054" y="4158"/>
                </a:lnTo>
                <a:lnTo>
                  <a:pt x="35054" y="3997"/>
                </a:lnTo>
                <a:lnTo>
                  <a:pt x="35054" y="3835"/>
                </a:lnTo>
                <a:lnTo>
                  <a:pt x="35074" y="3492"/>
                </a:lnTo>
                <a:lnTo>
                  <a:pt x="35155" y="3169"/>
                </a:lnTo>
                <a:lnTo>
                  <a:pt x="35235" y="2846"/>
                </a:lnTo>
                <a:lnTo>
                  <a:pt x="35316" y="2463"/>
                </a:lnTo>
                <a:lnTo>
                  <a:pt x="35397" y="2059"/>
                </a:lnTo>
                <a:lnTo>
                  <a:pt x="35417" y="1858"/>
                </a:lnTo>
                <a:lnTo>
                  <a:pt x="35397" y="1656"/>
                </a:lnTo>
                <a:lnTo>
                  <a:pt x="35376" y="1454"/>
                </a:lnTo>
                <a:lnTo>
                  <a:pt x="35336" y="1252"/>
                </a:lnTo>
                <a:lnTo>
                  <a:pt x="35276" y="1091"/>
                </a:lnTo>
                <a:lnTo>
                  <a:pt x="35195" y="949"/>
                </a:lnTo>
                <a:lnTo>
                  <a:pt x="35094" y="808"/>
                </a:lnTo>
                <a:lnTo>
                  <a:pt x="34993" y="687"/>
                </a:lnTo>
                <a:lnTo>
                  <a:pt x="34872" y="586"/>
                </a:lnTo>
                <a:lnTo>
                  <a:pt x="34731" y="485"/>
                </a:lnTo>
                <a:lnTo>
                  <a:pt x="34569" y="384"/>
                </a:lnTo>
                <a:lnTo>
                  <a:pt x="34408" y="304"/>
                </a:lnTo>
                <a:lnTo>
                  <a:pt x="34226" y="223"/>
                </a:lnTo>
                <a:lnTo>
                  <a:pt x="34024" y="162"/>
                </a:lnTo>
                <a:lnTo>
                  <a:pt x="33802" y="122"/>
                </a:lnTo>
                <a:lnTo>
                  <a:pt x="33560" y="82"/>
                </a:lnTo>
                <a:lnTo>
                  <a:pt x="33056" y="21"/>
                </a:lnTo>
                <a:lnTo>
                  <a:pt x="32471" y="1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29" name="Google Shape;2129;p25"/>
          <p:cNvSpPr/>
          <p:nvPr/>
        </p:nvSpPr>
        <p:spPr>
          <a:xfrm flipH="1">
            <a:off x="-118543" y="-60104"/>
            <a:ext cx="1730784" cy="1441910"/>
          </a:xfrm>
          <a:custGeom>
            <a:rect b="b" l="l" r="r" t="t"/>
            <a:pathLst>
              <a:path extrusionOk="0" h="25791" w="30958">
                <a:moveTo>
                  <a:pt x="13179" y="81"/>
                </a:moveTo>
                <a:lnTo>
                  <a:pt x="14551" y="101"/>
                </a:lnTo>
                <a:lnTo>
                  <a:pt x="15257" y="121"/>
                </a:lnTo>
                <a:lnTo>
                  <a:pt x="15963" y="162"/>
                </a:lnTo>
                <a:lnTo>
                  <a:pt x="16690" y="242"/>
                </a:lnTo>
                <a:lnTo>
                  <a:pt x="17416" y="323"/>
                </a:lnTo>
                <a:lnTo>
                  <a:pt x="18143" y="444"/>
                </a:lnTo>
                <a:lnTo>
                  <a:pt x="18869" y="586"/>
                </a:lnTo>
                <a:lnTo>
                  <a:pt x="19576" y="767"/>
                </a:lnTo>
                <a:lnTo>
                  <a:pt x="20282" y="969"/>
                </a:lnTo>
                <a:lnTo>
                  <a:pt x="20988" y="1211"/>
                </a:lnTo>
                <a:lnTo>
                  <a:pt x="21654" y="1494"/>
                </a:lnTo>
                <a:lnTo>
                  <a:pt x="21997" y="1655"/>
                </a:lnTo>
                <a:lnTo>
                  <a:pt x="22320" y="1837"/>
                </a:lnTo>
                <a:lnTo>
                  <a:pt x="22643" y="2018"/>
                </a:lnTo>
                <a:lnTo>
                  <a:pt x="22946" y="2200"/>
                </a:lnTo>
                <a:lnTo>
                  <a:pt x="23269" y="2402"/>
                </a:lnTo>
                <a:lnTo>
                  <a:pt x="23551" y="2624"/>
                </a:lnTo>
                <a:lnTo>
                  <a:pt x="23854" y="2866"/>
                </a:lnTo>
                <a:lnTo>
                  <a:pt x="24136" y="3108"/>
                </a:lnTo>
                <a:lnTo>
                  <a:pt x="24540" y="3491"/>
                </a:lnTo>
                <a:lnTo>
                  <a:pt x="24923" y="3895"/>
                </a:lnTo>
                <a:lnTo>
                  <a:pt x="25287" y="4339"/>
                </a:lnTo>
                <a:lnTo>
                  <a:pt x="25670" y="4823"/>
                </a:lnTo>
                <a:lnTo>
                  <a:pt x="26013" y="5348"/>
                </a:lnTo>
                <a:lnTo>
                  <a:pt x="26356" y="5913"/>
                </a:lnTo>
                <a:lnTo>
                  <a:pt x="26719" y="6518"/>
                </a:lnTo>
                <a:lnTo>
                  <a:pt x="27042" y="7164"/>
                </a:lnTo>
                <a:lnTo>
                  <a:pt x="27345" y="7749"/>
                </a:lnTo>
                <a:lnTo>
                  <a:pt x="27607" y="8335"/>
                </a:lnTo>
                <a:lnTo>
                  <a:pt x="27870" y="8940"/>
                </a:lnTo>
                <a:lnTo>
                  <a:pt x="28112" y="9546"/>
                </a:lnTo>
                <a:lnTo>
                  <a:pt x="28556" y="10756"/>
                </a:lnTo>
                <a:lnTo>
                  <a:pt x="28959" y="11947"/>
                </a:lnTo>
                <a:lnTo>
                  <a:pt x="29343" y="13138"/>
                </a:lnTo>
                <a:lnTo>
                  <a:pt x="29666" y="14328"/>
                </a:lnTo>
                <a:lnTo>
                  <a:pt x="29948" y="15478"/>
                </a:lnTo>
                <a:lnTo>
                  <a:pt x="30231" y="16588"/>
                </a:lnTo>
                <a:lnTo>
                  <a:pt x="30453" y="17577"/>
                </a:lnTo>
                <a:lnTo>
                  <a:pt x="30654" y="18606"/>
                </a:lnTo>
                <a:lnTo>
                  <a:pt x="30735" y="19111"/>
                </a:lnTo>
                <a:lnTo>
                  <a:pt x="30816" y="19636"/>
                </a:lnTo>
                <a:lnTo>
                  <a:pt x="30856" y="20160"/>
                </a:lnTo>
                <a:lnTo>
                  <a:pt x="30876" y="20685"/>
                </a:lnTo>
                <a:lnTo>
                  <a:pt x="30876" y="21169"/>
                </a:lnTo>
                <a:lnTo>
                  <a:pt x="30856" y="21674"/>
                </a:lnTo>
                <a:lnTo>
                  <a:pt x="30796" y="22219"/>
                </a:lnTo>
                <a:lnTo>
                  <a:pt x="30695" y="22784"/>
                </a:lnTo>
                <a:lnTo>
                  <a:pt x="30614" y="23046"/>
                </a:lnTo>
                <a:lnTo>
                  <a:pt x="30533" y="23329"/>
                </a:lnTo>
                <a:lnTo>
                  <a:pt x="30412" y="23611"/>
                </a:lnTo>
                <a:lnTo>
                  <a:pt x="30311" y="23873"/>
                </a:lnTo>
                <a:lnTo>
                  <a:pt x="30170" y="24136"/>
                </a:lnTo>
                <a:lnTo>
                  <a:pt x="30009" y="24398"/>
                </a:lnTo>
                <a:lnTo>
                  <a:pt x="29847" y="24640"/>
                </a:lnTo>
                <a:lnTo>
                  <a:pt x="29645" y="24882"/>
                </a:lnTo>
                <a:lnTo>
                  <a:pt x="29383" y="25145"/>
                </a:lnTo>
                <a:lnTo>
                  <a:pt x="29242" y="25266"/>
                </a:lnTo>
                <a:lnTo>
                  <a:pt x="29101" y="25387"/>
                </a:lnTo>
                <a:lnTo>
                  <a:pt x="28939" y="25468"/>
                </a:lnTo>
                <a:lnTo>
                  <a:pt x="28798" y="25548"/>
                </a:lnTo>
                <a:lnTo>
                  <a:pt x="28657" y="25609"/>
                </a:lnTo>
                <a:lnTo>
                  <a:pt x="28515" y="25649"/>
                </a:lnTo>
                <a:lnTo>
                  <a:pt x="28334" y="25690"/>
                </a:lnTo>
                <a:lnTo>
                  <a:pt x="28152" y="25710"/>
                </a:lnTo>
                <a:lnTo>
                  <a:pt x="27991" y="25710"/>
                </a:lnTo>
                <a:lnTo>
                  <a:pt x="27809" y="25690"/>
                </a:lnTo>
                <a:lnTo>
                  <a:pt x="27648" y="25669"/>
                </a:lnTo>
                <a:lnTo>
                  <a:pt x="27466" y="25629"/>
                </a:lnTo>
                <a:lnTo>
                  <a:pt x="27143" y="25508"/>
                </a:lnTo>
                <a:lnTo>
                  <a:pt x="26800" y="25347"/>
                </a:lnTo>
                <a:lnTo>
                  <a:pt x="26477" y="25165"/>
                </a:lnTo>
                <a:lnTo>
                  <a:pt x="26154" y="24963"/>
                </a:lnTo>
                <a:lnTo>
                  <a:pt x="25852" y="24741"/>
                </a:lnTo>
                <a:lnTo>
                  <a:pt x="25145" y="24196"/>
                </a:lnTo>
                <a:lnTo>
                  <a:pt x="24419" y="23631"/>
                </a:lnTo>
                <a:lnTo>
                  <a:pt x="23692" y="23046"/>
                </a:lnTo>
                <a:lnTo>
                  <a:pt x="22946" y="22420"/>
                </a:lnTo>
                <a:lnTo>
                  <a:pt x="22199" y="21775"/>
                </a:lnTo>
                <a:lnTo>
                  <a:pt x="21412" y="21109"/>
                </a:lnTo>
                <a:lnTo>
                  <a:pt x="20625" y="20382"/>
                </a:lnTo>
                <a:lnTo>
                  <a:pt x="19798" y="19636"/>
                </a:lnTo>
                <a:lnTo>
                  <a:pt x="18506" y="18405"/>
                </a:lnTo>
                <a:lnTo>
                  <a:pt x="17215" y="17153"/>
                </a:lnTo>
                <a:lnTo>
                  <a:pt x="14692" y="14671"/>
                </a:lnTo>
                <a:lnTo>
                  <a:pt x="12270" y="12290"/>
                </a:lnTo>
                <a:lnTo>
                  <a:pt x="11039" y="11079"/>
                </a:lnTo>
                <a:lnTo>
                  <a:pt x="9808" y="9909"/>
                </a:lnTo>
                <a:lnTo>
                  <a:pt x="8376" y="8597"/>
                </a:lnTo>
                <a:lnTo>
                  <a:pt x="7024" y="7406"/>
                </a:lnTo>
                <a:lnTo>
                  <a:pt x="5732" y="6317"/>
                </a:lnTo>
                <a:lnTo>
                  <a:pt x="4461" y="5308"/>
                </a:lnTo>
                <a:lnTo>
                  <a:pt x="4118" y="5086"/>
                </a:lnTo>
                <a:lnTo>
                  <a:pt x="3593" y="4743"/>
                </a:lnTo>
                <a:lnTo>
                  <a:pt x="2523" y="4057"/>
                </a:lnTo>
                <a:lnTo>
                  <a:pt x="1958" y="3673"/>
                </a:lnTo>
                <a:lnTo>
                  <a:pt x="1414" y="3290"/>
                </a:lnTo>
                <a:lnTo>
                  <a:pt x="929" y="2886"/>
                </a:lnTo>
                <a:lnTo>
                  <a:pt x="707" y="2704"/>
                </a:lnTo>
                <a:lnTo>
                  <a:pt x="526" y="2503"/>
                </a:lnTo>
                <a:lnTo>
                  <a:pt x="364" y="2341"/>
                </a:lnTo>
                <a:lnTo>
                  <a:pt x="223" y="2160"/>
                </a:lnTo>
                <a:lnTo>
                  <a:pt x="142" y="1998"/>
                </a:lnTo>
                <a:lnTo>
                  <a:pt x="82" y="1857"/>
                </a:lnTo>
                <a:lnTo>
                  <a:pt x="82" y="1776"/>
                </a:lnTo>
                <a:lnTo>
                  <a:pt x="82" y="1716"/>
                </a:lnTo>
                <a:lnTo>
                  <a:pt x="102" y="1655"/>
                </a:lnTo>
                <a:lnTo>
                  <a:pt x="142" y="1595"/>
                </a:lnTo>
                <a:lnTo>
                  <a:pt x="243" y="1473"/>
                </a:lnTo>
                <a:lnTo>
                  <a:pt x="364" y="1373"/>
                </a:lnTo>
                <a:lnTo>
                  <a:pt x="485" y="1292"/>
                </a:lnTo>
                <a:lnTo>
                  <a:pt x="647" y="1231"/>
                </a:lnTo>
                <a:lnTo>
                  <a:pt x="788" y="1171"/>
                </a:lnTo>
                <a:lnTo>
                  <a:pt x="949" y="1130"/>
                </a:lnTo>
                <a:lnTo>
                  <a:pt x="1292" y="1070"/>
                </a:lnTo>
                <a:lnTo>
                  <a:pt x="2745" y="848"/>
                </a:lnTo>
                <a:lnTo>
                  <a:pt x="4219" y="646"/>
                </a:lnTo>
                <a:lnTo>
                  <a:pt x="5712" y="464"/>
                </a:lnTo>
                <a:lnTo>
                  <a:pt x="7185" y="323"/>
                </a:lnTo>
                <a:lnTo>
                  <a:pt x="8658" y="222"/>
                </a:lnTo>
                <a:lnTo>
                  <a:pt x="10152" y="142"/>
                </a:lnTo>
                <a:lnTo>
                  <a:pt x="11645" y="81"/>
                </a:lnTo>
                <a:close/>
                <a:moveTo>
                  <a:pt x="11645" y="0"/>
                </a:moveTo>
                <a:lnTo>
                  <a:pt x="10152" y="61"/>
                </a:lnTo>
                <a:lnTo>
                  <a:pt x="8658" y="142"/>
                </a:lnTo>
                <a:lnTo>
                  <a:pt x="7185" y="242"/>
                </a:lnTo>
                <a:lnTo>
                  <a:pt x="5692" y="384"/>
                </a:lnTo>
                <a:lnTo>
                  <a:pt x="4219" y="565"/>
                </a:lnTo>
                <a:lnTo>
                  <a:pt x="2745" y="767"/>
                </a:lnTo>
                <a:lnTo>
                  <a:pt x="1272" y="989"/>
                </a:lnTo>
                <a:lnTo>
                  <a:pt x="929" y="1070"/>
                </a:lnTo>
                <a:lnTo>
                  <a:pt x="768" y="1110"/>
                </a:lnTo>
                <a:lnTo>
                  <a:pt x="606" y="1151"/>
                </a:lnTo>
                <a:lnTo>
                  <a:pt x="445" y="1231"/>
                </a:lnTo>
                <a:lnTo>
                  <a:pt x="304" y="1312"/>
                </a:lnTo>
                <a:lnTo>
                  <a:pt x="183" y="1413"/>
                </a:lnTo>
                <a:lnTo>
                  <a:pt x="82" y="1554"/>
                </a:lnTo>
                <a:lnTo>
                  <a:pt x="41" y="1615"/>
                </a:lnTo>
                <a:lnTo>
                  <a:pt x="1" y="1695"/>
                </a:lnTo>
                <a:lnTo>
                  <a:pt x="1" y="1776"/>
                </a:lnTo>
                <a:lnTo>
                  <a:pt x="1" y="1857"/>
                </a:lnTo>
                <a:lnTo>
                  <a:pt x="61" y="2018"/>
                </a:lnTo>
                <a:lnTo>
                  <a:pt x="142" y="2180"/>
                </a:lnTo>
                <a:lnTo>
                  <a:pt x="283" y="2361"/>
                </a:lnTo>
                <a:lnTo>
                  <a:pt x="445" y="2543"/>
                </a:lnTo>
                <a:lnTo>
                  <a:pt x="627" y="2725"/>
                </a:lnTo>
                <a:lnTo>
                  <a:pt x="849" y="2926"/>
                </a:lnTo>
                <a:lnTo>
                  <a:pt x="1333" y="3310"/>
                </a:lnTo>
                <a:lnTo>
                  <a:pt x="1878" y="3713"/>
                </a:lnTo>
                <a:lnTo>
                  <a:pt x="2443" y="4097"/>
                </a:lnTo>
                <a:lnTo>
                  <a:pt x="3532" y="4803"/>
                </a:lnTo>
                <a:lnTo>
                  <a:pt x="4077" y="5146"/>
                </a:lnTo>
                <a:lnTo>
                  <a:pt x="4420" y="5388"/>
                </a:lnTo>
                <a:lnTo>
                  <a:pt x="5672" y="6377"/>
                </a:lnTo>
                <a:lnTo>
                  <a:pt x="6963" y="7467"/>
                </a:lnTo>
                <a:lnTo>
                  <a:pt x="8315" y="8658"/>
                </a:lnTo>
                <a:lnTo>
                  <a:pt x="9748" y="9969"/>
                </a:lnTo>
                <a:lnTo>
                  <a:pt x="10999" y="11140"/>
                </a:lnTo>
                <a:lnTo>
                  <a:pt x="12230" y="12351"/>
                </a:lnTo>
                <a:lnTo>
                  <a:pt x="14631" y="14732"/>
                </a:lnTo>
                <a:lnTo>
                  <a:pt x="17154" y="17214"/>
                </a:lnTo>
                <a:lnTo>
                  <a:pt x="18445" y="18465"/>
                </a:lnTo>
                <a:lnTo>
                  <a:pt x="19737" y="19696"/>
                </a:lnTo>
                <a:lnTo>
                  <a:pt x="20564" y="20443"/>
                </a:lnTo>
                <a:lnTo>
                  <a:pt x="21372" y="21169"/>
                </a:lnTo>
                <a:lnTo>
                  <a:pt x="22138" y="21835"/>
                </a:lnTo>
                <a:lnTo>
                  <a:pt x="22885" y="22501"/>
                </a:lnTo>
                <a:lnTo>
                  <a:pt x="23632" y="23107"/>
                </a:lnTo>
                <a:lnTo>
                  <a:pt x="24358" y="23692"/>
                </a:lnTo>
                <a:lnTo>
                  <a:pt x="25085" y="24257"/>
                </a:lnTo>
                <a:lnTo>
                  <a:pt x="25811" y="24802"/>
                </a:lnTo>
                <a:lnTo>
                  <a:pt x="26336" y="25165"/>
                </a:lnTo>
                <a:lnTo>
                  <a:pt x="26598" y="25326"/>
                </a:lnTo>
                <a:lnTo>
                  <a:pt x="26881" y="25488"/>
                </a:lnTo>
                <a:lnTo>
                  <a:pt x="27183" y="25609"/>
                </a:lnTo>
                <a:lnTo>
                  <a:pt x="27466" y="25710"/>
                </a:lnTo>
                <a:lnTo>
                  <a:pt x="27769" y="25770"/>
                </a:lnTo>
                <a:lnTo>
                  <a:pt x="28051" y="25790"/>
                </a:lnTo>
                <a:lnTo>
                  <a:pt x="28293" y="25770"/>
                </a:lnTo>
                <a:lnTo>
                  <a:pt x="28536" y="25730"/>
                </a:lnTo>
                <a:lnTo>
                  <a:pt x="28677" y="25690"/>
                </a:lnTo>
                <a:lnTo>
                  <a:pt x="28838" y="25609"/>
                </a:lnTo>
                <a:lnTo>
                  <a:pt x="28979" y="25548"/>
                </a:lnTo>
                <a:lnTo>
                  <a:pt x="29141" y="25447"/>
                </a:lnTo>
                <a:lnTo>
                  <a:pt x="29282" y="25347"/>
                </a:lnTo>
                <a:lnTo>
                  <a:pt x="29423" y="25225"/>
                </a:lnTo>
                <a:lnTo>
                  <a:pt x="29706" y="24923"/>
                </a:lnTo>
                <a:lnTo>
                  <a:pt x="29908" y="24681"/>
                </a:lnTo>
                <a:lnTo>
                  <a:pt x="30089" y="24438"/>
                </a:lnTo>
                <a:lnTo>
                  <a:pt x="30231" y="24176"/>
                </a:lnTo>
                <a:lnTo>
                  <a:pt x="30372" y="23914"/>
                </a:lnTo>
                <a:lnTo>
                  <a:pt x="30493" y="23631"/>
                </a:lnTo>
                <a:lnTo>
                  <a:pt x="30594" y="23369"/>
                </a:lnTo>
                <a:lnTo>
                  <a:pt x="30695" y="23086"/>
                </a:lnTo>
                <a:lnTo>
                  <a:pt x="30755" y="22804"/>
                </a:lnTo>
                <a:lnTo>
                  <a:pt x="30816" y="22521"/>
                </a:lnTo>
                <a:lnTo>
                  <a:pt x="30876" y="22239"/>
                </a:lnTo>
                <a:lnTo>
                  <a:pt x="30937" y="21694"/>
                </a:lnTo>
                <a:lnTo>
                  <a:pt x="30957" y="21169"/>
                </a:lnTo>
                <a:lnTo>
                  <a:pt x="30957" y="20685"/>
                </a:lnTo>
                <a:lnTo>
                  <a:pt x="30937" y="20160"/>
                </a:lnTo>
                <a:lnTo>
                  <a:pt x="30897" y="19636"/>
                </a:lnTo>
                <a:lnTo>
                  <a:pt x="30816" y="19111"/>
                </a:lnTo>
                <a:lnTo>
                  <a:pt x="30735" y="18586"/>
                </a:lnTo>
                <a:lnTo>
                  <a:pt x="30533" y="17557"/>
                </a:lnTo>
                <a:lnTo>
                  <a:pt x="30311" y="16568"/>
                </a:lnTo>
                <a:lnTo>
                  <a:pt x="30029" y="15458"/>
                </a:lnTo>
                <a:lnTo>
                  <a:pt x="29746" y="14308"/>
                </a:lnTo>
                <a:lnTo>
                  <a:pt x="29403" y="13117"/>
                </a:lnTo>
                <a:lnTo>
                  <a:pt x="29040" y="11927"/>
                </a:lnTo>
                <a:lnTo>
                  <a:pt x="28636" y="10716"/>
                </a:lnTo>
                <a:lnTo>
                  <a:pt x="28192" y="9505"/>
                </a:lnTo>
                <a:lnTo>
                  <a:pt x="27950" y="8900"/>
                </a:lnTo>
                <a:lnTo>
                  <a:pt x="27688" y="8315"/>
                </a:lnTo>
                <a:lnTo>
                  <a:pt x="27405" y="7709"/>
                </a:lnTo>
                <a:lnTo>
                  <a:pt x="27123" y="7124"/>
                </a:lnTo>
                <a:lnTo>
                  <a:pt x="26780" y="6478"/>
                </a:lnTo>
                <a:lnTo>
                  <a:pt x="26437" y="5853"/>
                </a:lnTo>
                <a:lnTo>
                  <a:pt x="26074" y="5288"/>
                </a:lnTo>
                <a:lnTo>
                  <a:pt x="25730" y="4783"/>
                </a:lnTo>
                <a:lnTo>
                  <a:pt x="25367" y="4279"/>
                </a:lnTo>
                <a:lnTo>
                  <a:pt x="24984" y="3835"/>
                </a:lnTo>
                <a:lnTo>
                  <a:pt x="24600" y="3431"/>
                </a:lnTo>
                <a:lnTo>
                  <a:pt x="24197" y="3048"/>
                </a:lnTo>
                <a:lnTo>
                  <a:pt x="23672" y="2604"/>
                </a:lnTo>
                <a:lnTo>
                  <a:pt x="23127" y="2220"/>
                </a:lnTo>
                <a:lnTo>
                  <a:pt x="22522" y="1857"/>
                </a:lnTo>
                <a:lnTo>
                  <a:pt x="21896" y="1514"/>
                </a:lnTo>
                <a:lnTo>
                  <a:pt x="21251" y="1231"/>
                </a:lnTo>
                <a:lnTo>
                  <a:pt x="20544" y="969"/>
                </a:lnTo>
                <a:lnTo>
                  <a:pt x="19798" y="727"/>
                </a:lnTo>
                <a:lnTo>
                  <a:pt x="19031" y="525"/>
                </a:lnTo>
                <a:lnTo>
                  <a:pt x="18405" y="404"/>
                </a:lnTo>
                <a:lnTo>
                  <a:pt x="17759" y="303"/>
                </a:lnTo>
                <a:lnTo>
                  <a:pt x="17093" y="202"/>
                </a:lnTo>
                <a:lnTo>
                  <a:pt x="16387" y="121"/>
                </a:lnTo>
                <a:lnTo>
                  <a:pt x="15640" y="61"/>
                </a:lnTo>
                <a:lnTo>
                  <a:pt x="14853" y="21"/>
                </a:lnTo>
                <a:lnTo>
                  <a:pt x="14046" y="0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30" name="Google Shape;2130;p25"/>
          <p:cNvSpPr/>
          <p:nvPr/>
        </p:nvSpPr>
        <p:spPr>
          <a:xfrm flipH="1">
            <a:off x="104872" y="10953"/>
            <a:ext cx="1058329" cy="998564"/>
          </a:xfrm>
          <a:custGeom>
            <a:rect b="b" l="l" r="r" t="t"/>
            <a:pathLst>
              <a:path extrusionOk="0" h="17861" w="18930">
                <a:moveTo>
                  <a:pt x="3431" y="81"/>
                </a:moveTo>
                <a:lnTo>
                  <a:pt x="4117" y="102"/>
                </a:lnTo>
                <a:lnTo>
                  <a:pt x="4824" y="162"/>
                </a:lnTo>
                <a:lnTo>
                  <a:pt x="5510" y="263"/>
                </a:lnTo>
                <a:lnTo>
                  <a:pt x="6216" y="404"/>
                </a:lnTo>
                <a:lnTo>
                  <a:pt x="6882" y="566"/>
                </a:lnTo>
                <a:lnTo>
                  <a:pt x="7568" y="768"/>
                </a:lnTo>
                <a:lnTo>
                  <a:pt x="8234" y="1010"/>
                </a:lnTo>
                <a:lnTo>
                  <a:pt x="8880" y="1272"/>
                </a:lnTo>
                <a:lnTo>
                  <a:pt x="9505" y="1575"/>
                </a:lnTo>
                <a:lnTo>
                  <a:pt x="10131" y="1918"/>
                </a:lnTo>
                <a:lnTo>
                  <a:pt x="10736" y="2281"/>
                </a:lnTo>
                <a:lnTo>
                  <a:pt x="11301" y="2664"/>
                </a:lnTo>
                <a:lnTo>
                  <a:pt x="11866" y="3088"/>
                </a:lnTo>
                <a:lnTo>
                  <a:pt x="12391" y="3552"/>
                </a:lnTo>
                <a:lnTo>
                  <a:pt x="12896" y="4017"/>
                </a:lnTo>
                <a:lnTo>
                  <a:pt x="13380" y="4521"/>
                </a:lnTo>
                <a:lnTo>
                  <a:pt x="13824" y="5026"/>
                </a:lnTo>
                <a:lnTo>
                  <a:pt x="14248" y="5570"/>
                </a:lnTo>
                <a:lnTo>
                  <a:pt x="14651" y="6115"/>
                </a:lnTo>
                <a:lnTo>
                  <a:pt x="15035" y="6680"/>
                </a:lnTo>
                <a:lnTo>
                  <a:pt x="15418" y="7245"/>
                </a:lnTo>
                <a:lnTo>
                  <a:pt x="15761" y="7831"/>
                </a:lnTo>
                <a:lnTo>
                  <a:pt x="16084" y="8416"/>
                </a:lnTo>
                <a:lnTo>
                  <a:pt x="16387" y="9021"/>
                </a:lnTo>
                <a:lnTo>
                  <a:pt x="16689" y="9627"/>
                </a:lnTo>
                <a:lnTo>
                  <a:pt x="16972" y="10232"/>
                </a:lnTo>
                <a:lnTo>
                  <a:pt x="17497" y="11423"/>
                </a:lnTo>
                <a:lnTo>
                  <a:pt x="17981" y="12593"/>
                </a:lnTo>
                <a:lnTo>
                  <a:pt x="18183" y="13158"/>
                </a:lnTo>
                <a:lnTo>
                  <a:pt x="18385" y="13723"/>
                </a:lnTo>
                <a:lnTo>
                  <a:pt x="18566" y="14288"/>
                </a:lnTo>
                <a:lnTo>
                  <a:pt x="18707" y="14853"/>
                </a:lnTo>
                <a:lnTo>
                  <a:pt x="18768" y="15136"/>
                </a:lnTo>
                <a:lnTo>
                  <a:pt x="18808" y="15438"/>
                </a:lnTo>
                <a:lnTo>
                  <a:pt x="18829" y="15721"/>
                </a:lnTo>
                <a:lnTo>
                  <a:pt x="18849" y="16003"/>
                </a:lnTo>
                <a:lnTo>
                  <a:pt x="18849" y="16286"/>
                </a:lnTo>
                <a:lnTo>
                  <a:pt x="18829" y="16589"/>
                </a:lnTo>
                <a:lnTo>
                  <a:pt x="18788" y="16871"/>
                </a:lnTo>
                <a:lnTo>
                  <a:pt x="18728" y="17154"/>
                </a:lnTo>
                <a:lnTo>
                  <a:pt x="18687" y="17295"/>
                </a:lnTo>
                <a:lnTo>
                  <a:pt x="18647" y="17416"/>
                </a:lnTo>
                <a:lnTo>
                  <a:pt x="18586" y="17537"/>
                </a:lnTo>
                <a:lnTo>
                  <a:pt x="18486" y="17658"/>
                </a:lnTo>
                <a:lnTo>
                  <a:pt x="18405" y="17699"/>
                </a:lnTo>
                <a:lnTo>
                  <a:pt x="18324" y="17739"/>
                </a:lnTo>
                <a:lnTo>
                  <a:pt x="18243" y="17759"/>
                </a:lnTo>
                <a:lnTo>
                  <a:pt x="18163" y="17779"/>
                </a:lnTo>
                <a:lnTo>
                  <a:pt x="17981" y="17759"/>
                </a:lnTo>
                <a:lnTo>
                  <a:pt x="17799" y="17699"/>
                </a:lnTo>
                <a:lnTo>
                  <a:pt x="17638" y="17618"/>
                </a:lnTo>
                <a:lnTo>
                  <a:pt x="17477" y="17517"/>
                </a:lnTo>
                <a:lnTo>
                  <a:pt x="17234" y="17315"/>
                </a:lnTo>
                <a:lnTo>
                  <a:pt x="16346" y="16548"/>
                </a:lnTo>
                <a:lnTo>
                  <a:pt x="15418" y="15701"/>
                </a:lnTo>
                <a:lnTo>
                  <a:pt x="14429" y="14793"/>
                </a:lnTo>
                <a:lnTo>
                  <a:pt x="13319" y="13743"/>
                </a:lnTo>
                <a:lnTo>
                  <a:pt x="11140" y="11645"/>
                </a:lnTo>
                <a:lnTo>
                  <a:pt x="8860" y="9465"/>
                </a:lnTo>
                <a:lnTo>
                  <a:pt x="7709" y="8375"/>
                </a:lnTo>
                <a:lnTo>
                  <a:pt x="6539" y="7306"/>
                </a:lnTo>
                <a:lnTo>
                  <a:pt x="5611" y="6478"/>
                </a:lnTo>
                <a:lnTo>
                  <a:pt x="4703" y="5691"/>
                </a:lnTo>
                <a:lnTo>
                  <a:pt x="3835" y="4965"/>
                </a:lnTo>
                <a:lnTo>
                  <a:pt x="3007" y="4279"/>
                </a:lnTo>
                <a:lnTo>
                  <a:pt x="2644" y="4017"/>
                </a:lnTo>
                <a:lnTo>
                  <a:pt x="2220" y="3734"/>
                </a:lnTo>
                <a:lnTo>
                  <a:pt x="1575" y="3290"/>
                </a:lnTo>
                <a:lnTo>
                  <a:pt x="1252" y="3048"/>
                </a:lnTo>
                <a:lnTo>
                  <a:pt x="929" y="2806"/>
                </a:lnTo>
                <a:lnTo>
                  <a:pt x="667" y="2564"/>
                </a:lnTo>
                <a:lnTo>
                  <a:pt x="424" y="2301"/>
                </a:lnTo>
                <a:lnTo>
                  <a:pt x="323" y="2160"/>
                </a:lnTo>
                <a:lnTo>
                  <a:pt x="243" y="2019"/>
                </a:lnTo>
                <a:lnTo>
                  <a:pt x="182" y="1898"/>
                </a:lnTo>
                <a:lnTo>
                  <a:pt x="122" y="1756"/>
                </a:lnTo>
                <a:lnTo>
                  <a:pt x="81" y="1575"/>
                </a:lnTo>
                <a:lnTo>
                  <a:pt x="102" y="1413"/>
                </a:lnTo>
                <a:lnTo>
                  <a:pt x="122" y="1232"/>
                </a:lnTo>
                <a:lnTo>
                  <a:pt x="202" y="1070"/>
                </a:lnTo>
                <a:lnTo>
                  <a:pt x="283" y="909"/>
                </a:lnTo>
                <a:lnTo>
                  <a:pt x="384" y="768"/>
                </a:lnTo>
                <a:lnTo>
                  <a:pt x="505" y="646"/>
                </a:lnTo>
                <a:lnTo>
                  <a:pt x="646" y="546"/>
                </a:lnTo>
                <a:lnTo>
                  <a:pt x="808" y="445"/>
                </a:lnTo>
                <a:lnTo>
                  <a:pt x="969" y="384"/>
                </a:lnTo>
                <a:lnTo>
                  <a:pt x="1131" y="324"/>
                </a:lnTo>
                <a:lnTo>
                  <a:pt x="1312" y="263"/>
                </a:lnTo>
                <a:lnTo>
                  <a:pt x="1655" y="202"/>
                </a:lnTo>
                <a:lnTo>
                  <a:pt x="2019" y="142"/>
                </a:lnTo>
                <a:lnTo>
                  <a:pt x="2725" y="102"/>
                </a:lnTo>
                <a:lnTo>
                  <a:pt x="3431" y="81"/>
                </a:lnTo>
                <a:close/>
                <a:moveTo>
                  <a:pt x="3431" y="1"/>
                </a:moveTo>
                <a:lnTo>
                  <a:pt x="2725" y="21"/>
                </a:lnTo>
                <a:lnTo>
                  <a:pt x="2019" y="61"/>
                </a:lnTo>
                <a:lnTo>
                  <a:pt x="1655" y="122"/>
                </a:lnTo>
                <a:lnTo>
                  <a:pt x="1272" y="182"/>
                </a:lnTo>
                <a:lnTo>
                  <a:pt x="1111" y="243"/>
                </a:lnTo>
                <a:lnTo>
                  <a:pt x="929" y="303"/>
                </a:lnTo>
                <a:lnTo>
                  <a:pt x="767" y="384"/>
                </a:lnTo>
                <a:lnTo>
                  <a:pt x="606" y="485"/>
                </a:lnTo>
                <a:lnTo>
                  <a:pt x="465" y="586"/>
                </a:lnTo>
                <a:lnTo>
                  <a:pt x="323" y="727"/>
                </a:lnTo>
                <a:lnTo>
                  <a:pt x="223" y="868"/>
                </a:lnTo>
                <a:lnTo>
                  <a:pt x="122" y="1050"/>
                </a:lnTo>
                <a:lnTo>
                  <a:pt x="41" y="1211"/>
                </a:lnTo>
                <a:lnTo>
                  <a:pt x="21" y="1393"/>
                </a:lnTo>
                <a:lnTo>
                  <a:pt x="1" y="1595"/>
                </a:lnTo>
                <a:lnTo>
                  <a:pt x="41" y="1777"/>
                </a:lnTo>
                <a:lnTo>
                  <a:pt x="102" y="1918"/>
                </a:lnTo>
                <a:lnTo>
                  <a:pt x="162" y="2059"/>
                </a:lnTo>
                <a:lnTo>
                  <a:pt x="263" y="2200"/>
                </a:lnTo>
                <a:lnTo>
                  <a:pt x="364" y="2342"/>
                </a:lnTo>
                <a:lnTo>
                  <a:pt x="586" y="2604"/>
                </a:lnTo>
                <a:lnTo>
                  <a:pt x="868" y="2866"/>
                </a:lnTo>
                <a:lnTo>
                  <a:pt x="1191" y="3108"/>
                </a:lnTo>
                <a:lnTo>
                  <a:pt x="1514" y="3351"/>
                </a:lnTo>
                <a:lnTo>
                  <a:pt x="2180" y="3795"/>
                </a:lnTo>
                <a:lnTo>
                  <a:pt x="2604" y="4077"/>
                </a:lnTo>
                <a:lnTo>
                  <a:pt x="2947" y="4339"/>
                </a:lnTo>
                <a:lnTo>
                  <a:pt x="3794" y="5026"/>
                </a:lnTo>
                <a:lnTo>
                  <a:pt x="4662" y="5752"/>
                </a:lnTo>
                <a:lnTo>
                  <a:pt x="5550" y="6539"/>
                </a:lnTo>
                <a:lnTo>
                  <a:pt x="6499" y="7366"/>
                </a:lnTo>
                <a:lnTo>
                  <a:pt x="7649" y="8436"/>
                </a:lnTo>
                <a:lnTo>
                  <a:pt x="8799" y="9526"/>
                </a:lnTo>
                <a:lnTo>
                  <a:pt x="11079" y="11705"/>
                </a:lnTo>
                <a:lnTo>
                  <a:pt x="13279" y="13804"/>
                </a:lnTo>
                <a:lnTo>
                  <a:pt x="14369" y="14853"/>
                </a:lnTo>
                <a:lnTo>
                  <a:pt x="15358" y="15761"/>
                </a:lnTo>
                <a:lnTo>
                  <a:pt x="16286" y="16609"/>
                </a:lnTo>
                <a:lnTo>
                  <a:pt x="17174" y="17376"/>
                </a:lnTo>
                <a:lnTo>
                  <a:pt x="17355" y="17537"/>
                </a:lnTo>
                <a:lnTo>
                  <a:pt x="17598" y="17678"/>
                </a:lnTo>
                <a:lnTo>
                  <a:pt x="17719" y="17739"/>
                </a:lnTo>
                <a:lnTo>
                  <a:pt x="17860" y="17800"/>
                </a:lnTo>
                <a:lnTo>
                  <a:pt x="18001" y="17840"/>
                </a:lnTo>
                <a:lnTo>
                  <a:pt x="18142" y="17860"/>
                </a:lnTo>
                <a:lnTo>
                  <a:pt x="18243" y="17840"/>
                </a:lnTo>
                <a:lnTo>
                  <a:pt x="18344" y="17820"/>
                </a:lnTo>
                <a:lnTo>
                  <a:pt x="18445" y="17779"/>
                </a:lnTo>
                <a:lnTo>
                  <a:pt x="18526" y="17719"/>
                </a:lnTo>
                <a:lnTo>
                  <a:pt x="18647" y="17598"/>
                </a:lnTo>
                <a:lnTo>
                  <a:pt x="18707" y="17456"/>
                </a:lnTo>
                <a:lnTo>
                  <a:pt x="18768" y="17315"/>
                </a:lnTo>
                <a:lnTo>
                  <a:pt x="18808" y="17174"/>
                </a:lnTo>
                <a:lnTo>
                  <a:pt x="18869" y="16891"/>
                </a:lnTo>
                <a:lnTo>
                  <a:pt x="18909" y="16589"/>
                </a:lnTo>
                <a:lnTo>
                  <a:pt x="18929" y="16306"/>
                </a:lnTo>
                <a:lnTo>
                  <a:pt x="18929" y="16003"/>
                </a:lnTo>
                <a:lnTo>
                  <a:pt x="18909" y="15721"/>
                </a:lnTo>
                <a:lnTo>
                  <a:pt x="18889" y="15418"/>
                </a:lnTo>
                <a:lnTo>
                  <a:pt x="18849" y="15136"/>
                </a:lnTo>
                <a:lnTo>
                  <a:pt x="18788" y="14853"/>
                </a:lnTo>
                <a:lnTo>
                  <a:pt x="18647" y="14268"/>
                </a:lnTo>
                <a:lnTo>
                  <a:pt x="18465" y="13703"/>
                </a:lnTo>
                <a:lnTo>
                  <a:pt x="18264" y="13138"/>
                </a:lnTo>
                <a:lnTo>
                  <a:pt x="18042" y="12573"/>
                </a:lnTo>
                <a:lnTo>
                  <a:pt x="17577" y="11382"/>
                </a:lnTo>
                <a:lnTo>
                  <a:pt x="17053" y="10192"/>
                </a:lnTo>
                <a:lnTo>
                  <a:pt x="16770" y="9586"/>
                </a:lnTo>
                <a:lnTo>
                  <a:pt x="16468" y="8981"/>
                </a:lnTo>
                <a:lnTo>
                  <a:pt x="16145" y="8375"/>
                </a:lnTo>
                <a:lnTo>
                  <a:pt x="15822" y="7790"/>
                </a:lnTo>
                <a:lnTo>
                  <a:pt x="15479" y="7205"/>
                </a:lnTo>
                <a:lnTo>
                  <a:pt x="15115" y="6620"/>
                </a:lnTo>
                <a:lnTo>
                  <a:pt x="14732" y="6055"/>
                </a:lnTo>
                <a:lnTo>
                  <a:pt x="14308" y="5510"/>
                </a:lnTo>
                <a:lnTo>
                  <a:pt x="13884" y="4965"/>
                </a:lnTo>
                <a:lnTo>
                  <a:pt x="13441" y="4460"/>
                </a:lnTo>
                <a:lnTo>
                  <a:pt x="12956" y="3956"/>
                </a:lnTo>
                <a:lnTo>
                  <a:pt x="12452" y="3492"/>
                </a:lnTo>
                <a:lnTo>
                  <a:pt x="11927" y="3028"/>
                </a:lnTo>
                <a:lnTo>
                  <a:pt x="11362" y="2604"/>
                </a:lnTo>
                <a:lnTo>
                  <a:pt x="10777" y="2200"/>
                </a:lnTo>
                <a:lnTo>
                  <a:pt x="10171" y="1837"/>
                </a:lnTo>
                <a:lnTo>
                  <a:pt x="9546" y="1494"/>
                </a:lnTo>
                <a:lnTo>
                  <a:pt x="8900" y="1191"/>
                </a:lnTo>
                <a:lnTo>
                  <a:pt x="8254" y="929"/>
                </a:lnTo>
                <a:lnTo>
                  <a:pt x="7588" y="687"/>
                </a:lnTo>
                <a:lnTo>
                  <a:pt x="6902" y="485"/>
                </a:lnTo>
                <a:lnTo>
                  <a:pt x="6216" y="324"/>
                </a:lnTo>
                <a:lnTo>
                  <a:pt x="5530" y="182"/>
                </a:lnTo>
                <a:lnTo>
                  <a:pt x="4824" y="81"/>
                </a:lnTo>
                <a:lnTo>
                  <a:pt x="4138" y="21"/>
                </a:lnTo>
                <a:lnTo>
                  <a:pt x="3431" y="1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31" name="Google Shape;2131;p25"/>
          <p:cNvSpPr/>
          <p:nvPr/>
        </p:nvSpPr>
        <p:spPr>
          <a:xfrm flipH="1">
            <a:off x="401579" y="121536"/>
            <a:ext cx="453633" cy="455870"/>
          </a:xfrm>
          <a:custGeom>
            <a:rect b="b" l="l" r="r" t="t"/>
            <a:pathLst>
              <a:path extrusionOk="0" h="8154" w="8114">
                <a:moveTo>
                  <a:pt x="1010" y="81"/>
                </a:moveTo>
                <a:lnTo>
                  <a:pt x="1151" y="101"/>
                </a:lnTo>
                <a:lnTo>
                  <a:pt x="1413" y="162"/>
                </a:lnTo>
                <a:lnTo>
                  <a:pt x="1696" y="263"/>
                </a:lnTo>
                <a:lnTo>
                  <a:pt x="1938" y="384"/>
                </a:lnTo>
                <a:lnTo>
                  <a:pt x="2200" y="545"/>
                </a:lnTo>
                <a:lnTo>
                  <a:pt x="2422" y="707"/>
                </a:lnTo>
                <a:lnTo>
                  <a:pt x="2644" y="888"/>
                </a:lnTo>
                <a:lnTo>
                  <a:pt x="3108" y="1251"/>
                </a:lnTo>
                <a:lnTo>
                  <a:pt x="3552" y="1635"/>
                </a:lnTo>
                <a:lnTo>
                  <a:pt x="3976" y="2039"/>
                </a:lnTo>
                <a:lnTo>
                  <a:pt x="4400" y="2422"/>
                </a:lnTo>
                <a:lnTo>
                  <a:pt x="4783" y="2826"/>
                </a:lnTo>
                <a:lnTo>
                  <a:pt x="5167" y="3229"/>
                </a:lnTo>
                <a:lnTo>
                  <a:pt x="5530" y="3653"/>
                </a:lnTo>
                <a:lnTo>
                  <a:pt x="5873" y="4077"/>
                </a:lnTo>
                <a:lnTo>
                  <a:pt x="6196" y="4500"/>
                </a:lnTo>
                <a:lnTo>
                  <a:pt x="6499" y="4924"/>
                </a:lnTo>
                <a:lnTo>
                  <a:pt x="6781" y="5348"/>
                </a:lnTo>
                <a:lnTo>
                  <a:pt x="7064" y="5792"/>
                </a:lnTo>
                <a:lnTo>
                  <a:pt x="7306" y="6236"/>
                </a:lnTo>
                <a:lnTo>
                  <a:pt x="7548" y="6680"/>
                </a:lnTo>
                <a:lnTo>
                  <a:pt x="7770" y="7144"/>
                </a:lnTo>
                <a:lnTo>
                  <a:pt x="7972" y="7588"/>
                </a:lnTo>
                <a:lnTo>
                  <a:pt x="8012" y="7729"/>
                </a:lnTo>
                <a:lnTo>
                  <a:pt x="8032" y="7871"/>
                </a:lnTo>
                <a:lnTo>
                  <a:pt x="8032" y="7931"/>
                </a:lnTo>
                <a:lnTo>
                  <a:pt x="8012" y="7992"/>
                </a:lnTo>
                <a:lnTo>
                  <a:pt x="7972" y="8032"/>
                </a:lnTo>
                <a:lnTo>
                  <a:pt x="7932" y="8052"/>
                </a:lnTo>
                <a:lnTo>
                  <a:pt x="7851" y="8072"/>
                </a:lnTo>
                <a:lnTo>
                  <a:pt x="7790" y="8072"/>
                </a:lnTo>
                <a:lnTo>
                  <a:pt x="7649" y="8012"/>
                </a:lnTo>
                <a:lnTo>
                  <a:pt x="7346" y="7830"/>
                </a:lnTo>
                <a:lnTo>
                  <a:pt x="7084" y="7628"/>
                </a:lnTo>
                <a:lnTo>
                  <a:pt x="6822" y="7386"/>
                </a:lnTo>
                <a:lnTo>
                  <a:pt x="6559" y="7164"/>
                </a:lnTo>
                <a:lnTo>
                  <a:pt x="2523" y="3310"/>
                </a:lnTo>
                <a:lnTo>
                  <a:pt x="2180" y="3007"/>
                </a:lnTo>
                <a:lnTo>
                  <a:pt x="1514" y="2462"/>
                </a:lnTo>
                <a:lnTo>
                  <a:pt x="1151" y="2119"/>
                </a:lnTo>
                <a:lnTo>
                  <a:pt x="808" y="1776"/>
                </a:lnTo>
                <a:lnTo>
                  <a:pt x="485" y="1413"/>
                </a:lnTo>
                <a:lnTo>
                  <a:pt x="364" y="1251"/>
                </a:lnTo>
                <a:lnTo>
                  <a:pt x="243" y="1070"/>
                </a:lnTo>
                <a:lnTo>
                  <a:pt x="162" y="908"/>
                </a:lnTo>
                <a:lnTo>
                  <a:pt x="102" y="767"/>
                </a:lnTo>
                <a:lnTo>
                  <a:pt x="81" y="626"/>
                </a:lnTo>
                <a:lnTo>
                  <a:pt x="81" y="485"/>
                </a:lnTo>
                <a:lnTo>
                  <a:pt x="122" y="424"/>
                </a:lnTo>
                <a:lnTo>
                  <a:pt x="142" y="364"/>
                </a:lnTo>
                <a:lnTo>
                  <a:pt x="243" y="263"/>
                </a:lnTo>
                <a:lnTo>
                  <a:pt x="404" y="182"/>
                </a:lnTo>
                <a:lnTo>
                  <a:pt x="606" y="101"/>
                </a:lnTo>
                <a:lnTo>
                  <a:pt x="747" y="81"/>
                </a:lnTo>
                <a:close/>
                <a:moveTo>
                  <a:pt x="727" y="0"/>
                </a:moveTo>
                <a:lnTo>
                  <a:pt x="586" y="41"/>
                </a:lnTo>
                <a:lnTo>
                  <a:pt x="364" y="101"/>
                </a:lnTo>
                <a:lnTo>
                  <a:pt x="203" y="202"/>
                </a:lnTo>
                <a:lnTo>
                  <a:pt x="122" y="263"/>
                </a:lnTo>
                <a:lnTo>
                  <a:pt x="81" y="323"/>
                </a:lnTo>
                <a:lnTo>
                  <a:pt x="41" y="384"/>
                </a:lnTo>
                <a:lnTo>
                  <a:pt x="21" y="464"/>
                </a:lnTo>
                <a:lnTo>
                  <a:pt x="1" y="606"/>
                </a:lnTo>
                <a:lnTo>
                  <a:pt x="21" y="767"/>
                </a:lnTo>
                <a:lnTo>
                  <a:pt x="81" y="908"/>
                </a:lnTo>
                <a:lnTo>
                  <a:pt x="162" y="1090"/>
                </a:lnTo>
                <a:lnTo>
                  <a:pt x="263" y="1251"/>
                </a:lnTo>
                <a:lnTo>
                  <a:pt x="404" y="1433"/>
                </a:lnTo>
                <a:lnTo>
                  <a:pt x="707" y="1796"/>
                </a:lnTo>
                <a:lnTo>
                  <a:pt x="1070" y="2139"/>
                </a:lnTo>
                <a:lnTo>
                  <a:pt x="1434" y="2482"/>
                </a:lnTo>
                <a:lnTo>
                  <a:pt x="2120" y="3088"/>
                </a:lnTo>
                <a:lnTo>
                  <a:pt x="2463" y="3370"/>
                </a:lnTo>
                <a:lnTo>
                  <a:pt x="6499" y="7225"/>
                </a:lnTo>
                <a:lnTo>
                  <a:pt x="6761" y="7467"/>
                </a:lnTo>
                <a:lnTo>
                  <a:pt x="7023" y="7689"/>
                </a:lnTo>
                <a:lnTo>
                  <a:pt x="7306" y="7911"/>
                </a:lnTo>
                <a:lnTo>
                  <a:pt x="7609" y="8093"/>
                </a:lnTo>
                <a:lnTo>
                  <a:pt x="7730" y="8133"/>
                </a:lnTo>
                <a:lnTo>
                  <a:pt x="7851" y="8153"/>
                </a:lnTo>
                <a:lnTo>
                  <a:pt x="7911" y="8153"/>
                </a:lnTo>
                <a:lnTo>
                  <a:pt x="7972" y="8133"/>
                </a:lnTo>
                <a:lnTo>
                  <a:pt x="8032" y="8093"/>
                </a:lnTo>
                <a:lnTo>
                  <a:pt x="8073" y="8032"/>
                </a:lnTo>
                <a:lnTo>
                  <a:pt x="8093" y="7971"/>
                </a:lnTo>
                <a:lnTo>
                  <a:pt x="8113" y="7891"/>
                </a:lnTo>
                <a:lnTo>
                  <a:pt x="8093" y="7729"/>
                </a:lnTo>
                <a:lnTo>
                  <a:pt x="8032" y="7568"/>
                </a:lnTo>
                <a:lnTo>
                  <a:pt x="7831" y="7104"/>
                </a:lnTo>
                <a:lnTo>
                  <a:pt x="7629" y="6640"/>
                </a:lnTo>
                <a:lnTo>
                  <a:pt x="7387" y="6196"/>
                </a:lnTo>
                <a:lnTo>
                  <a:pt x="7124" y="5752"/>
                </a:lnTo>
                <a:lnTo>
                  <a:pt x="6862" y="5308"/>
                </a:lnTo>
                <a:lnTo>
                  <a:pt x="6559" y="4884"/>
                </a:lnTo>
                <a:lnTo>
                  <a:pt x="6257" y="4440"/>
                </a:lnTo>
                <a:lnTo>
                  <a:pt x="5934" y="4016"/>
                </a:lnTo>
                <a:lnTo>
                  <a:pt x="5591" y="3592"/>
                </a:lnTo>
                <a:lnTo>
                  <a:pt x="5227" y="3189"/>
                </a:lnTo>
                <a:lnTo>
                  <a:pt x="4844" y="2785"/>
                </a:lnTo>
                <a:lnTo>
                  <a:pt x="4461" y="2382"/>
                </a:lnTo>
                <a:lnTo>
                  <a:pt x="4037" y="1978"/>
                </a:lnTo>
                <a:lnTo>
                  <a:pt x="3613" y="1574"/>
                </a:lnTo>
                <a:lnTo>
                  <a:pt x="3169" y="1191"/>
                </a:lnTo>
                <a:lnTo>
                  <a:pt x="2705" y="808"/>
                </a:lnTo>
                <a:lnTo>
                  <a:pt x="2463" y="646"/>
                </a:lnTo>
                <a:lnTo>
                  <a:pt x="2221" y="464"/>
                </a:lnTo>
                <a:lnTo>
                  <a:pt x="1978" y="323"/>
                </a:lnTo>
                <a:lnTo>
                  <a:pt x="1716" y="182"/>
                </a:lnTo>
                <a:lnTo>
                  <a:pt x="1434" y="81"/>
                </a:lnTo>
                <a:lnTo>
                  <a:pt x="1151" y="21"/>
                </a:lnTo>
                <a:lnTo>
                  <a:pt x="1010" y="0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32" name="Google Shape;2132;p25"/>
          <p:cNvSpPr/>
          <p:nvPr/>
        </p:nvSpPr>
        <p:spPr>
          <a:xfrm flipH="1">
            <a:off x="-241449" y="199358"/>
            <a:ext cx="101584" cy="100466"/>
          </a:xfrm>
          <a:custGeom>
            <a:rect b="b" l="l" r="r" t="t"/>
            <a:pathLst>
              <a:path extrusionOk="0" h="1797" w="1817">
                <a:moveTo>
                  <a:pt x="909" y="1"/>
                </a:moveTo>
                <a:lnTo>
                  <a:pt x="727" y="21"/>
                </a:lnTo>
                <a:lnTo>
                  <a:pt x="566" y="61"/>
                </a:lnTo>
                <a:lnTo>
                  <a:pt x="404" y="142"/>
                </a:lnTo>
                <a:lnTo>
                  <a:pt x="283" y="263"/>
                </a:lnTo>
                <a:lnTo>
                  <a:pt x="162" y="384"/>
                </a:lnTo>
                <a:lnTo>
                  <a:pt x="81" y="546"/>
                </a:lnTo>
                <a:lnTo>
                  <a:pt x="21" y="707"/>
                </a:lnTo>
                <a:lnTo>
                  <a:pt x="1" y="889"/>
                </a:lnTo>
                <a:lnTo>
                  <a:pt x="21" y="1070"/>
                </a:lnTo>
                <a:lnTo>
                  <a:pt x="81" y="1252"/>
                </a:lnTo>
                <a:lnTo>
                  <a:pt x="162" y="1393"/>
                </a:lnTo>
                <a:lnTo>
                  <a:pt x="283" y="1534"/>
                </a:lnTo>
                <a:lnTo>
                  <a:pt x="404" y="1635"/>
                </a:lnTo>
                <a:lnTo>
                  <a:pt x="566" y="1716"/>
                </a:lnTo>
                <a:lnTo>
                  <a:pt x="727" y="1777"/>
                </a:lnTo>
                <a:lnTo>
                  <a:pt x="909" y="1797"/>
                </a:lnTo>
                <a:lnTo>
                  <a:pt x="1090" y="1777"/>
                </a:lnTo>
                <a:lnTo>
                  <a:pt x="1272" y="1716"/>
                </a:lnTo>
                <a:lnTo>
                  <a:pt x="1413" y="1635"/>
                </a:lnTo>
                <a:lnTo>
                  <a:pt x="1554" y="1534"/>
                </a:lnTo>
                <a:lnTo>
                  <a:pt x="1655" y="1393"/>
                </a:lnTo>
                <a:lnTo>
                  <a:pt x="1736" y="1252"/>
                </a:lnTo>
                <a:lnTo>
                  <a:pt x="1797" y="1070"/>
                </a:lnTo>
                <a:lnTo>
                  <a:pt x="1817" y="889"/>
                </a:lnTo>
                <a:lnTo>
                  <a:pt x="1797" y="707"/>
                </a:lnTo>
                <a:lnTo>
                  <a:pt x="1736" y="546"/>
                </a:lnTo>
                <a:lnTo>
                  <a:pt x="1655" y="384"/>
                </a:lnTo>
                <a:lnTo>
                  <a:pt x="1554" y="263"/>
                </a:lnTo>
                <a:lnTo>
                  <a:pt x="1413" y="142"/>
                </a:lnTo>
                <a:lnTo>
                  <a:pt x="1272" y="61"/>
                </a:lnTo>
                <a:lnTo>
                  <a:pt x="1090" y="21"/>
                </a:lnTo>
                <a:lnTo>
                  <a:pt x="909" y="1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33" name="Google Shape;2133;p25"/>
          <p:cNvSpPr/>
          <p:nvPr/>
        </p:nvSpPr>
        <p:spPr>
          <a:xfrm flipH="1">
            <a:off x="-243741" y="197122"/>
            <a:ext cx="106112" cy="104994"/>
          </a:xfrm>
          <a:custGeom>
            <a:rect b="b" l="l" r="r" t="t"/>
            <a:pathLst>
              <a:path extrusionOk="0" h="1878" w="1898">
                <a:moveTo>
                  <a:pt x="949" y="81"/>
                </a:moveTo>
                <a:lnTo>
                  <a:pt x="1130" y="101"/>
                </a:lnTo>
                <a:lnTo>
                  <a:pt x="1292" y="142"/>
                </a:lnTo>
                <a:lnTo>
                  <a:pt x="1433" y="222"/>
                </a:lnTo>
                <a:lnTo>
                  <a:pt x="1554" y="323"/>
                </a:lnTo>
                <a:lnTo>
                  <a:pt x="1655" y="444"/>
                </a:lnTo>
                <a:lnTo>
                  <a:pt x="1736" y="606"/>
                </a:lnTo>
                <a:lnTo>
                  <a:pt x="1796" y="767"/>
                </a:lnTo>
                <a:lnTo>
                  <a:pt x="1816" y="929"/>
                </a:lnTo>
                <a:lnTo>
                  <a:pt x="1796" y="1110"/>
                </a:lnTo>
                <a:lnTo>
                  <a:pt x="1736" y="1272"/>
                </a:lnTo>
                <a:lnTo>
                  <a:pt x="1655" y="1413"/>
                </a:lnTo>
                <a:lnTo>
                  <a:pt x="1554" y="1534"/>
                </a:lnTo>
                <a:lnTo>
                  <a:pt x="1433" y="1655"/>
                </a:lnTo>
                <a:lnTo>
                  <a:pt x="1292" y="1736"/>
                </a:lnTo>
                <a:lnTo>
                  <a:pt x="1130" y="1776"/>
                </a:lnTo>
                <a:lnTo>
                  <a:pt x="949" y="1796"/>
                </a:lnTo>
                <a:lnTo>
                  <a:pt x="787" y="1776"/>
                </a:lnTo>
                <a:lnTo>
                  <a:pt x="626" y="1736"/>
                </a:lnTo>
                <a:lnTo>
                  <a:pt x="464" y="1655"/>
                </a:lnTo>
                <a:lnTo>
                  <a:pt x="343" y="1534"/>
                </a:lnTo>
                <a:lnTo>
                  <a:pt x="242" y="1413"/>
                </a:lnTo>
                <a:lnTo>
                  <a:pt x="162" y="1272"/>
                </a:lnTo>
                <a:lnTo>
                  <a:pt x="101" y="1110"/>
                </a:lnTo>
                <a:lnTo>
                  <a:pt x="81" y="929"/>
                </a:lnTo>
                <a:lnTo>
                  <a:pt x="101" y="767"/>
                </a:lnTo>
                <a:lnTo>
                  <a:pt x="162" y="606"/>
                </a:lnTo>
                <a:lnTo>
                  <a:pt x="242" y="444"/>
                </a:lnTo>
                <a:lnTo>
                  <a:pt x="343" y="323"/>
                </a:lnTo>
                <a:lnTo>
                  <a:pt x="464" y="222"/>
                </a:lnTo>
                <a:lnTo>
                  <a:pt x="626" y="142"/>
                </a:lnTo>
                <a:lnTo>
                  <a:pt x="787" y="101"/>
                </a:lnTo>
                <a:lnTo>
                  <a:pt x="949" y="81"/>
                </a:lnTo>
                <a:close/>
                <a:moveTo>
                  <a:pt x="949" y="0"/>
                </a:moveTo>
                <a:lnTo>
                  <a:pt x="767" y="21"/>
                </a:lnTo>
                <a:lnTo>
                  <a:pt x="585" y="61"/>
                </a:lnTo>
                <a:lnTo>
                  <a:pt x="424" y="162"/>
                </a:lnTo>
                <a:lnTo>
                  <a:pt x="283" y="263"/>
                </a:lnTo>
                <a:lnTo>
                  <a:pt x="162" y="404"/>
                </a:lnTo>
                <a:lnTo>
                  <a:pt x="81" y="565"/>
                </a:lnTo>
                <a:lnTo>
                  <a:pt x="20" y="747"/>
                </a:lnTo>
                <a:lnTo>
                  <a:pt x="0" y="929"/>
                </a:lnTo>
                <a:lnTo>
                  <a:pt x="20" y="1130"/>
                </a:lnTo>
                <a:lnTo>
                  <a:pt x="81" y="1292"/>
                </a:lnTo>
                <a:lnTo>
                  <a:pt x="162" y="1453"/>
                </a:lnTo>
                <a:lnTo>
                  <a:pt x="283" y="1595"/>
                </a:lnTo>
                <a:lnTo>
                  <a:pt x="424" y="1716"/>
                </a:lnTo>
                <a:lnTo>
                  <a:pt x="585" y="1796"/>
                </a:lnTo>
                <a:lnTo>
                  <a:pt x="767" y="1857"/>
                </a:lnTo>
                <a:lnTo>
                  <a:pt x="949" y="1877"/>
                </a:lnTo>
                <a:lnTo>
                  <a:pt x="1150" y="1857"/>
                </a:lnTo>
                <a:lnTo>
                  <a:pt x="1312" y="1796"/>
                </a:lnTo>
                <a:lnTo>
                  <a:pt x="1473" y="1716"/>
                </a:lnTo>
                <a:lnTo>
                  <a:pt x="1615" y="1595"/>
                </a:lnTo>
                <a:lnTo>
                  <a:pt x="1736" y="1453"/>
                </a:lnTo>
                <a:lnTo>
                  <a:pt x="1816" y="1292"/>
                </a:lnTo>
                <a:lnTo>
                  <a:pt x="1877" y="1130"/>
                </a:lnTo>
                <a:lnTo>
                  <a:pt x="1897" y="929"/>
                </a:lnTo>
                <a:lnTo>
                  <a:pt x="1877" y="747"/>
                </a:lnTo>
                <a:lnTo>
                  <a:pt x="1816" y="565"/>
                </a:lnTo>
                <a:lnTo>
                  <a:pt x="1736" y="404"/>
                </a:lnTo>
                <a:lnTo>
                  <a:pt x="1615" y="263"/>
                </a:lnTo>
                <a:lnTo>
                  <a:pt x="1473" y="162"/>
                </a:lnTo>
                <a:lnTo>
                  <a:pt x="1312" y="61"/>
                </a:lnTo>
                <a:lnTo>
                  <a:pt x="1150" y="21"/>
                </a:lnTo>
                <a:lnTo>
                  <a:pt x="949" y="0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34" name="Google Shape;2134;p25"/>
          <p:cNvSpPr/>
          <p:nvPr/>
        </p:nvSpPr>
        <p:spPr>
          <a:xfrm flipH="1">
            <a:off x="0" y="4474800"/>
            <a:ext cx="3923400" cy="6687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35" name="Google Shape;2135;p25"/>
          <p:cNvSpPr/>
          <p:nvPr/>
        </p:nvSpPr>
        <p:spPr>
          <a:xfrm flipH="1">
            <a:off x="-106954" y="3264494"/>
            <a:ext cx="1001862" cy="1525380"/>
          </a:xfrm>
          <a:custGeom>
            <a:rect b="b" l="l" r="r" t="t"/>
            <a:pathLst>
              <a:path extrusionOk="0" h="27284" w="17920">
                <a:moveTo>
                  <a:pt x="9041" y="81"/>
                </a:moveTo>
                <a:lnTo>
                  <a:pt x="9464" y="101"/>
                </a:lnTo>
                <a:lnTo>
                  <a:pt x="9888" y="141"/>
                </a:lnTo>
                <a:lnTo>
                  <a:pt x="10312" y="222"/>
                </a:lnTo>
                <a:lnTo>
                  <a:pt x="10716" y="323"/>
                </a:lnTo>
                <a:lnTo>
                  <a:pt x="11139" y="444"/>
                </a:lnTo>
                <a:lnTo>
                  <a:pt x="11543" y="605"/>
                </a:lnTo>
                <a:lnTo>
                  <a:pt x="11947" y="767"/>
                </a:lnTo>
                <a:lnTo>
                  <a:pt x="12350" y="969"/>
                </a:lnTo>
                <a:lnTo>
                  <a:pt x="12734" y="1191"/>
                </a:lnTo>
                <a:lnTo>
                  <a:pt x="13117" y="1433"/>
                </a:lnTo>
                <a:lnTo>
                  <a:pt x="13480" y="1715"/>
                </a:lnTo>
                <a:lnTo>
                  <a:pt x="13844" y="1998"/>
                </a:lnTo>
                <a:lnTo>
                  <a:pt x="14187" y="2301"/>
                </a:lnTo>
                <a:lnTo>
                  <a:pt x="14530" y="2644"/>
                </a:lnTo>
                <a:lnTo>
                  <a:pt x="14832" y="2987"/>
                </a:lnTo>
                <a:lnTo>
                  <a:pt x="15155" y="3350"/>
                </a:lnTo>
                <a:lnTo>
                  <a:pt x="15397" y="3673"/>
                </a:lnTo>
                <a:lnTo>
                  <a:pt x="15619" y="4016"/>
                </a:lnTo>
                <a:lnTo>
                  <a:pt x="15841" y="4359"/>
                </a:lnTo>
                <a:lnTo>
                  <a:pt x="16063" y="4722"/>
                </a:lnTo>
                <a:lnTo>
                  <a:pt x="16265" y="5106"/>
                </a:lnTo>
                <a:lnTo>
                  <a:pt x="16447" y="5489"/>
                </a:lnTo>
                <a:lnTo>
                  <a:pt x="16628" y="5893"/>
                </a:lnTo>
                <a:lnTo>
                  <a:pt x="16790" y="6296"/>
                </a:lnTo>
                <a:lnTo>
                  <a:pt x="16931" y="6720"/>
                </a:lnTo>
                <a:lnTo>
                  <a:pt x="17072" y="7144"/>
                </a:lnTo>
                <a:lnTo>
                  <a:pt x="17214" y="7588"/>
                </a:lnTo>
                <a:lnTo>
                  <a:pt x="17315" y="8052"/>
                </a:lnTo>
                <a:lnTo>
                  <a:pt x="17436" y="8516"/>
                </a:lnTo>
                <a:lnTo>
                  <a:pt x="17516" y="8980"/>
                </a:lnTo>
                <a:lnTo>
                  <a:pt x="17597" y="9485"/>
                </a:lnTo>
                <a:lnTo>
                  <a:pt x="17678" y="9969"/>
                </a:lnTo>
                <a:lnTo>
                  <a:pt x="17738" y="10514"/>
                </a:lnTo>
                <a:lnTo>
                  <a:pt x="17779" y="11079"/>
                </a:lnTo>
                <a:lnTo>
                  <a:pt x="17819" y="11624"/>
                </a:lnTo>
                <a:lnTo>
                  <a:pt x="17839" y="12189"/>
                </a:lnTo>
                <a:lnTo>
                  <a:pt x="17839" y="12774"/>
                </a:lnTo>
                <a:lnTo>
                  <a:pt x="17819" y="13339"/>
                </a:lnTo>
                <a:lnTo>
                  <a:pt x="17799" y="13924"/>
                </a:lnTo>
                <a:lnTo>
                  <a:pt x="17758" y="14510"/>
                </a:lnTo>
                <a:lnTo>
                  <a:pt x="17718" y="15115"/>
                </a:lnTo>
                <a:lnTo>
                  <a:pt x="17637" y="15720"/>
                </a:lnTo>
                <a:lnTo>
                  <a:pt x="17557" y="16326"/>
                </a:lnTo>
                <a:lnTo>
                  <a:pt x="17456" y="16951"/>
                </a:lnTo>
                <a:lnTo>
                  <a:pt x="17355" y="17577"/>
                </a:lnTo>
                <a:lnTo>
                  <a:pt x="17234" y="18202"/>
                </a:lnTo>
                <a:lnTo>
                  <a:pt x="17093" y="18848"/>
                </a:lnTo>
                <a:lnTo>
                  <a:pt x="16931" y="19514"/>
                </a:lnTo>
                <a:lnTo>
                  <a:pt x="16709" y="20362"/>
                </a:lnTo>
                <a:lnTo>
                  <a:pt x="16447" y="21230"/>
                </a:lnTo>
                <a:lnTo>
                  <a:pt x="16285" y="21673"/>
                </a:lnTo>
                <a:lnTo>
                  <a:pt x="16124" y="22117"/>
                </a:lnTo>
                <a:lnTo>
                  <a:pt x="15942" y="22561"/>
                </a:lnTo>
                <a:lnTo>
                  <a:pt x="15740" y="23005"/>
                </a:lnTo>
                <a:lnTo>
                  <a:pt x="15518" y="23429"/>
                </a:lnTo>
                <a:lnTo>
                  <a:pt x="15276" y="23873"/>
                </a:lnTo>
                <a:lnTo>
                  <a:pt x="15014" y="24277"/>
                </a:lnTo>
                <a:lnTo>
                  <a:pt x="14731" y="24680"/>
                </a:lnTo>
                <a:lnTo>
                  <a:pt x="14429" y="25064"/>
                </a:lnTo>
                <a:lnTo>
                  <a:pt x="14106" y="25427"/>
                </a:lnTo>
                <a:lnTo>
                  <a:pt x="13743" y="25770"/>
                </a:lnTo>
                <a:lnTo>
                  <a:pt x="13359" y="26093"/>
                </a:lnTo>
                <a:lnTo>
                  <a:pt x="13077" y="26295"/>
                </a:lnTo>
                <a:lnTo>
                  <a:pt x="12774" y="26476"/>
                </a:lnTo>
                <a:lnTo>
                  <a:pt x="12491" y="26658"/>
                </a:lnTo>
                <a:lnTo>
                  <a:pt x="12209" y="26799"/>
                </a:lnTo>
                <a:lnTo>
                  <a:pt x="11906" y="26920"/>
                </a:lnTo>
                <a:lnTo>
                  <a:pt x="11624" y="27021"/>
                </a:lnTo>
                <a:lnTo>
                  <a:pt x="11321" y="27102"/>
                </a:lnTo>
                <a:lnTo>
                  <a:pt x="11018" y="27162"/>
                </a:lnTo>
                <a:lnTo>
                  <a:pt x="10716" y="27203"/>
                </a:lnTo>
                <a:lnTo>
                  <a:pt x="10110" y="27203"/>
                </a:lnTo>
                <a:lnTo>
                  <a:pt x="9808" y="27183"/>
                </a:lnTo>
                <a:lnTo>
                  <a:pt x="9485" y="27142"/>
                </a:lnTo>
                <a:lnTo>
                  <a:pt x="9182" y="27062"/>
                </a:lnTo>
                <a:lnTo>
                  <a:pt x="8859" y="26981"/>
                </a:lnTo>
                <a:lnTo>
                  <a:pt x="8556" y="26860"/>
                </a:lnTo>
                <a:lnTo>
                  <a:pt x="8234" y="26739"/>
                </a:lnTo>
                <a:lnTo>
                  <a:pt x="7931" y="26577"/>
                </a:lnTo>
                <a:lnTo>
                  <a:pt x="7628" y="26416"/>
                </a:lnTo>
                <a:lnTo>
                  <a:pt x="7346" y="26234"/>
                </a:lnTo>
                <a:lnTo>
                  <a:pt x="7063" y="26053"/>
                </a:lnTo>
                <a:lnTo>
                  <a:pt x="6781" y="25851"/>
                </a:lnTo>
                <a:lnTo>
                  <a:pt x="6256" y="25427"/>
                </a:lnTo>
                <a:lnTo>
                  <a:pt x="5772" y="24983"/>
                </a:lnTo>
                <a:lnTo>
                  <a:pt x="5328" y="24539"/>
                </a:lnTo>
                <a:lnTo>
                  <a:pt x="4944" y="24095"/>
                </a:lnTo>
                <a:lnTo>
                  <a:pt x="4581" y="23671"/>
                </a:lnTo>
                <a:lnTo>
                  <a:pt x="4238" y="23227"/>
                </a:lnTo>
                <a:lnTo>
                  <a:pt x="3895" y="22763"/>
                </a:lnTo>
                <a:lnTo>
                  <a:pt x="3572" y="22279"/>
                </a:lnTo>
                <a:lnTo>
                  <a:pt x="3249" y="21815"/>
                </a:lnTo>
                <a:lnTo>
                  <a:pt x="2967" y="21330"/>
                </a:lnTo>
                <a:lnTo>
                  <a:pt x="2664" y="20826"/>
                </a:lnTo>
                <a:lnTo>
                  <a:pt x="2401" y="20342"/>
                </a:lnTo>
                <a:lnTo>
                  <a:pt x="2139" y="19837"/>
                </a:lnTo>
                <a:lnTo>
                  <a:pt x="1897" y="19333"/>
                </a:lnTo>
                <a:lnTo>
                  <a:pt x="1675" y="18808"/>
                </a:lnTo>
                <a:lnTo>
                  <a:pt x="1453" y="18303"/>
                </a:lnTo>
                <a:lnTo>
                  <a:pt x="1251" y="17779"/>
                </a:lnTo>
                <a:lnTo>
                  <a:pt x="1070" y="17254"/>
                </a:lnTo>
                <a:lnTo>
                  <a:pt x="888" y="16729"/>
                </a:lnTo>
                <a:lnTo>
                  <a:pt x="727" y="16205"/>
                </a:lnTo>
                <a:lnTo>
                  <a:pt x="585" y="15680"/>
                </a:lnTo>
                <a:lnTo>
                  <a:pt x="464" y="15095"/>
                </a:lnTo>
                <a:lnTo>
                  <a:pt x="343" y="14530"/>
                </a:lnTo>
                <a:lnTo>
                  <a:pt x="262" y="13965"/>
                </a:lnTo>
                <a:lnTo>
                  <a:pt x="182" y="13400"/>
                </a:lnTo>
                <a:lnTo>
                  <a:pt x="121" y="12835"/>
                </a:lnTo>
                <a:lnTo>
                  <a:pt x="101" y="12270"/>
                </a:lnTo>
                <a:lnTo>
                  <a:pt x="81" y="11725"/>
                </a:lnTo>
                <a:lnTo>
                  <a:pt x="81" y="11160"/>
                </a:lnTo>
                <a:lnTo>
                  <a:pt x="101" y="10615"/>
                </a:lnTo>
                <a:lnTo>
                  <a:pt x="141" y="10070"/>
                </a:lnTo>
                <a:lnTo>
                  <a:pt x="202" y="9525"/>
                </a:lnTo>
                <a:lnTo>
                  <a:pt x="283" y="9000"/>
                </a:lnTo>
                <a:lnTo>
                  <a:pt x="383" y="8476"/>
                </a:lnTo>
                <a:lnTo>
                  <a:pt x="505" y="7951"/>
                </a:lnTo>
                <a:lnTo>
                  <a:pt x="646" y="7447"/>
                </a:lnTo>
                <a:lnTo>
                  <a:pt x="787" y="6942"/>
                </a:lnTo>
                <a:lnTo>
                  <a:pt x="1049" y="6236"/>
                </a:lnTo>
                <a:lnTo>
                  <a:pt x="1352" y="5570"/>
                </a:lnTo>
                <a:lnTo>
                  <a:pt x="1695" y="4924"/>
                </a:lnTo>
                <a:lnTo>
                  <a:pt x="2079" y="4298"/>
                </a:lnTo>
                <a:lnTo>
                  <a:pt x="2482" y="3693"/>
                </a:lnTo>
                <a:lnTo>
                  <a:pt x="2946" y="3128"/>
                </a:lnTo>
                <a:lnTo>
                  <a:pt x="3188" y="2866"/>
                </a:lnTo>
                <a:lnTo>
                  <a:pt x="3431" y="2603"/>
                </a:lnTo>
                <a:lnTo>
                  <a:pt x="3673" y="2361"/>
                </a:lnTo>
                <a:lnTo>
                  <a:pt x="3935" y="2119"/>
                </a:lnTo>
                <a:lnTo>
                  <a:pt x="4218" y="1877"/>
                </a:lnTo>
                <a:lnTo>
                  <a:pt x="4520" y="1655"/>
                </a:lnTo>
                <a:lnTo>
                  <a:pt x="4803" y="1433"/>
                </a:lnTo>
                <a:lnTo>
                  <a:pt x="5106" y="1231"/>
                </a:lnTo>
                <a:lnTo>
                  <a:pt x="5408" y="1049"/>
                </a:lnTo>
                <a:lnTo>
                  <a:pt x="5731" y="888"/>
                </a:lnTo>
                <a:lnTo>
                  <a:pt x="6034" y="727"/>
                </a:lnTo>
                <a:lnTo>
                  <a:pt x="6337" y="605"/>
                </a:lnTo>
                <a:lnTo>
                  <a:pt x="6659" y="484"/>
                </a:lnTo>
                <a:lnTo>
                  <a:pt x="6982" y="363"/>
                </a:lnTo>
                <a:lnTo>
                  <a:pt x="7305" y="283"/>
                </a:lnTo>
                <a:lnTo>
                  <a:pt x="7628" y="202"/>
                </a:lnTo>
                <a:lnTo>
                  <a:pt x="7951" y="162"/>
                </a:lnTo>
                <a:lnTo>
                  <a:pt x="8274" y="121"/>
                </a:lnTo>
                <a:lnTo>
                  <a:pt x="8597" y="81"/>
                </a:lnTo>
                <a:close/>
                <a:moveTo>
                  <a:pt x="8698" y="0"/>
                </a:moveTo>
                <a:lnTo>
                  <a:pt x="8355" y="20"/>
                </a:lnTo>
                <a:lnTo>
                  <a:pt x="8032" y="61"/>
                </a:lnTo>
                <a:lnTo>
                  <a:pt x="7689" y="121"/>
                </a:lnTo>
                <a:lnTo>
                  <a:pt x="7366" y="182"/>
                </a:lnTo>
                <a:lnTo>
                  <a:pt x="7023" y="283"/>
                </a:lnTo>
                <a:lnTo>
                  <a:pt x="6700" y="383"/>
                </a:lnTo>
                <a:lnTo>
                  <a:pt x="6377" y="505"/>
                </a:lnTo>
                <a:lnTo>
                  <a:pt x="6054" y="646"/>
                </a:lnTo>
                <a:lnTo>
                  <a:pt x="5731" y="787"/>
                </a:lnTo>
                <a:lnTo>
                  <a:pt x="5408" y="969"/>
                </a:lnTo>
                <a:lnTo>
                  <a:pt x="5085" y="1150"/>
                </a:lnTo>
                <a:lnTo>
                  <a:pt x="4783" y="1352"/>
                </a:lnTo>
                <a:lnTo>
                  <a:pt x="4480" y="1574"/>
                </a:lnTo>
                <a:lnTo>
                  <a:pt x="4177" y="1816"/>
                </a:lnTo>
                <a:lnTo>
                  <a:pt x="3895" y="2058"/>
                </a:lnTo>
                <a:lnTo>
                  <a:pt x="3632" y="2301"/>
                </a:lnTo>
                <a:lnTo>
                  <a:pt x="3370" y="2543"/>
                </a:lnTo>
                <a:lnTo>
                  <a:pt x="3128" y="2805"/>
                </a:lnTo>
                <a:lnTo>
                  <a:pt x="2886" y="3088"/>
                </a:lnTo>
                <a:lnTo>
                  <a:pt x="2422" y="3653"/>
                </a:lnTo>
                <a:lnTo>
                  <a:pt x="1998" y="4258"/>
                </a:lnTo>
                <a:lnTo>
                  <a:pt x="1614" y="4884"/>
                </a:lnTo>
                <a:lnTo>
                  <a:pt x="1271" y="5529"/>
                </a:lnTo>
                <a:lnTo>
                  <a:pt x="969" y="6216"/>
                </a:lnTo>
                <a:lnTo>
                  <a:pt x="848" y="6559"/>
                </a:lnTo>
                <a:lnTo>
                  <a:pt x="727" y="6902"/>
                </a:lnTo>
                <a:lnTo>
                  <a:pt x="565" y="7406"/>
                </a:lnTo>
                <a:lnTo>
                  <a:pt x="424" y="7931"/>
                </a:lnTo>
                <a:lnTo>
                  <a:pt x="303" y="8456"/>
                </a:lnTo>
                <a:lnTo>
                  <a:pt x="202" y="8980"/>
                </a:lnTo>
                <a:lnTo>
                  <a:pt x="121" y="9525"/>
                </a:lnTo>
                <a:lnTo>
                  <a:pt x="61" y="10070"/>
                </a:lnTo>
                <a:lnTo>
                  <a:pt x="20" y="10615"/>
                </a:lnTo>
                <a:lnTo>
                  <a:pt x="0" y="11160"/>
                </a:lnTo>
                <a:lnTo>
                  <a:pt x="0" y="11725"/>
                </a:lnTo>
                <a:lnTo>
                  <a:pt x="20" y="12270"/>
                </a:lnTo>
                <a:lnTo>
                  <a:pt x="40" y="12835"/>
                </a:lnTo>
                <a:lnTo>
                  <a:pt x="101" y="13400"/>
                </a:lnTo>
                <a:lnTo>
                  <a:pt x="182" y="13965"/>
                </a:lnTo>
                <a:lnTo>
                  <a:pt x="262" y="14550"/>
                </a:lnTo>
                <a:lnTo>
                  <a:pt x="383" y="15115"/>
                </a:lnTo>
                <a:lnTo>
                  <a:pt x="525" y="15700"/>
                </a:lnTo>
                <a:lnTo>
                  <a:pt x="666" y="16225"/>
                </a:lnTo>
                <a:lnTo>
                  <a:pt x="807" y="16750"/>
                </a:lnTo>
                <a:lnTo>
                  <a:pt x="989" y="17274"/>
                </a:lnTo>
                <a:lnTo>
                  <a:pt x="1170" y="17799"/>
                </a:lnTo>
                <a:lnTo>
                  <a:pt x="1372" y="18324"/>
                </a:lnTo>
                <a:lnTo>
                  <a:pt x="1594" y="18848"/>
                </a:lnTo>
                <a:lnTo>
                  <a:pt x="1816" y="19353"/>
                </a:lnTo>
                <a:lnTo>
                  <a:pt x="2058" y="19877"/>
                </a:lnTo>
                <a:lnTo>
                  <a:pt x="2321" y="20382"/>
                </a:lnTo>
                <a:lnTo>
                  <a:pt x="2603" y="20866"/>
                </a:lnTo>
                <a:lnTo>
                  <a:pt x="2886" y="21371"/>
                </a:lnTo>
                <a:lnTo>
                  <a:pt x="3188" y="21855"/>
                </a:lnTo>
                <a:lnTo>
                  <a:pt x="3511" y="22339"/>
                </a:lnTo>
                <a:lnTo>
                  <a:pt x="3834" y="22804"/>
                </a:lnTo>
                <a:lnTo>
                  <a:pt x="4177" y="23268"/>
                </a:lnTo>
                <a:lnTo>
                  <a:pt x="4520" y="23732"/>
                </a:lnTo>
                <a:lnTo>
                  <a:pt x="4964" y="24236"/>
                </a:lnTo>
                <a:lnTo>
                  <a:pt x="5206" y="24519"/>
                </a:lnTo>
                <a:lnTo>
                  <a:pt x="5489" y="24822"/>
                </a:lnTo>
                <a:lnTo>
                  <a:pt x="5792" y="25104"/>
                </a:lnTo>
                <a:lnTo>
                  <a:pt x="6115" y="25407"/>
                </a:lnTo>
                <a:lnTo>
                  <a:pt x="6458" y="25689"/>
                </a:lnTo>
                <a:lnTo>
                  <a:pt x="6821" y="25972"/>
                </a:lnTo>
                <a:lnTo>
                  <a:pt x="7204" y="26254"/>
                </a:lnTo>
                <a:lnTo>
                  <a:pt x="7608" y="26497"/>
                </a:lnTo>
                <a:lnTo>
                  <a:pt x="8032" y="26718"/>
                </a:lnTo>
                <a:lnTo>
                  <a:pt x="8455" y="26900"/>
                </a:lnTo>
                <a:lnTo>
                  <a:pt x="8920" y="27062"/>
                </a:lnTo>
                <a:lnTo>
                  <a:pt x="9364" y="27183"/>
                </a:lnTo>
                <a:lnTo>
                  <a:pt x="9606" y="27223"/>
                </a:lnTo>
                <a:lnTo>
                  <a:pt x="9848" y="27263"/>
                </a:lnTo>
                <a:lnTo>
                  <a:pt x="10090" y="27284"/>
                </a:lnTo>
                <a:lnTo>
                  <a:pt x="10695" y="27284"/>
                </a:lnTo>
                <a:lnTo>
                  <a:pt x="11079" y="27223"/>
                </a:lnTo>
                <a:lnTo>
                  <a:pt x="11462" y="27142"/>
                </a:lnTo>
                <a:lnTo>
                  <a:pt x="11846" y="27021"/>
                </a:lnTo>
                <a:lnTo>
                  <a:pt x="12229" y="26880"/>
                </a:lnTo>
                <a:lnTo>
                  <a:pt x="12613" y="26678"/>
                </a:lnTo>
                <a:lnTo>
                  <a:pt x="12996" y="26436"/>
                </a:lnTo>
                <a:lnTo>
                  <a:pt x="13400" y="26153"/>
                </a:lnTo>
                <a:lnTo>
                  <a:pt x="13783" y="25831"/>
                </a:lnTo>
                <a:lnTo>
                  <a:pt x="14146" y="25488"/>
                </a:lnTo>
                <a:lnTo>
                  <a:pt x="14489" y="25124"/>
                </a:lnTo>
                <a:lnTo>
                  <a:pt x="14792" y="24721"/>
                </a:lnTo>
                <a:lnTo>
                  <a:pt x="15095" y="24317"/>
                </a:lnTo>
                <a:lnTo>
                  <a:pt x="15357" y="23913"/>
                </a:lnTo>
                <a:lnTo>
                  <a:pt x="15599" y="23490"/>
                </a:lnTo>
                <a:lnTo>
                  <a:pt x="15821" y="23046"/>
                </a:lnTo>
                <a:lnTo>
                  <a:pt x="16023" y="22602"/>
                </a:lnTo>
                <a:lnTo>
                  <a:pt x="16205" y="22158"/>
                </a:lnTo>
                <a:lnTo>
                  <a:pt x="16366" y="21714"/>
                </a:lnTo>
                <a:lnTo>
                  <a:pt x="16527" y="21270"/>
                </a:lnTo>
                <a:lnTo>
                  <a:pt x="16790" y="20382"/>
                </a:lnTo>
                <a:lnTo>
                  <a:pt x="17012" y="19534"/>
                </a:lnTo>
                <a:lnTo>
                  <a:pt x="17173" y="18868"/>
                </a:lnTo>
                <a:lnTo>
                  <a:pt x="17315" y="18223"/>
                </a:lnTo>
                <a:lnTo>
                  <a:pt x="17436" y="17597"/>
                </a:lnTo>
                <a:lnTo>
                  <a:pt x="17537" y="16951"/>
                </a:lnTo>
                <a:lnTo>
                  <a:pt x="17637" y="16346"/>
                </a:lnTo>
                <a:lnTo>
                  <a:pt x="17718" y="15720"/>
                </a:lnTo>
                <a:lnTo>
                  <a:pt x="17799" y="15115"/>
                </a:lnTo>
                <a:lnTo>
                  <a:pt x="17839" y="14530"/>
                </a:lnTo>
                <a:lnTo>
                  <a:pt x="17880" y="13924"/>
                </a:lnTo>
                <a:lnTo>
                  <a:pt x="17900" y="13339"/>
                </a:lnTo>
                <a:lnTo>
                  <a:pt x="17920" y="12774"/>
                </a:lnTo>
                <a:lnTo>
                  <a:pt x="17920" y="12189"/>
                </a:lnTo>
                <a:lnTo>
                  <a:pt x="17900" y="11624"/>
                </a:lnTo>
                <a:lnTo>
                  <a:pt x="17859" y="11059"/>
                </a:lnTo>
                <a:lnTo>
                  <a:pt x="17819" y="10514"/>
                </a:lnTo>
                <a:lnTo>
                  <a:pt x="17758" y="9969"/>
                </a:lnTo>
                <a:lnTo>
                  <a:pt x="17678" y="9465"/>
                </a:lnTo>
                <a:lnTo>
                  <a:pt x="17597" y="8980"/>
                </a:lnTo>
                <a:lnTo>
                  <a:pt x="17516" y="8496"/>
                </a:lnTo>
                <a:lnTo>
                  <a:pt x="17395" y="8032"/>
                </a:lnTo>
                <a:lnTo>
                  <a:pt x="17294" y="7568"/>
                </a:lnTo>
                <a:lnTo>
                  <a:pt x="17153" y="7124"/>
                </a:lnTo>
                <a:lnTo>
                  <a:pt x="17012" y="6700"/>
                </a:lnTo>
                <a:lnTo>
                  <a:pt x="16850" y="6276"/>
                </a:lnTo>
                <a:lnTo>
                  <a:pt x="16689" y="5852"/>
                </a:lnTo>
                <a:lnTo>
                  <a:pt x="16507" y="5449"/>
                </a:lnTo>
                <a:lnTo>
                  <a:pt x="16326" y="5065"/>
                </a:lnTo>
                <a:lnTo>
                  <a:pt x="16124" y="4682"/>
                </a:lnTo>
                <a:lnTo>
                  <a:pt x="15922" y="4319"/>
                </a:lnTo>
                <a:lnTo>
                  <a:pt x="15700" y="3976"/>
                </a:lnTo>
                <a:lnTo>
                  <a:pt x="15458" y="3632"/>
                </a:lnTo>
                <a:lnTo>
                  <a:pt x="15216" y="3310"/>
                </a:lnTo>
                <a:lnTo>
                  <a:pt x="14913" y="2926"/>
                </a:lnTo>
                <a:lnTo>
                  <a:pt x="14590" y="2583"/>
                </a:lnTo>
                <a:lnTo>
                  <a:pt x="14247" y="2240"/>
                </a:lnTo>
                <a:lnTo>
                  <a:pt x="13904" y="1937"/>
                </a:lnTo>
                <a:lnTo>
                  <a:pt x="13541" y="1635"/>
                </a:lnTo>
                <a:lnTo>
                  <a:pt x="13157" y="1372"/>
                </a:lnTo>
                <a:lnTo>
                  <a:pt x="12774" y="1130"/>
                </a:lnTo>
                <a:lnTo>
                  <a:pt x="12391" y="908"/>
                </a:lnTo>
                <a:lnTo>
                  <a:pt x="11987" y="706"/>
                </a:lnTo>
                <a:lnTo>
                  <a:pt x="11583" y="525"/>
                </a:lnTo>
                <a:lnTo>
                  <a:pt x="11160" y="363"/>
                </a:lnTo>
                <a:lnTo>
                  <a:pt x="10736" y="242"/>
                </a:lnTo>
                <a:lnTo>
                  <a:pt x="10312" y="141"/>
                </a:lnTo>
                <a:lnTo>
                  <a:pt x="9888" y="61"/>
                </a:lnTo>
                <a:lnTo>
                  <a:pt x="9464" y="20"/>
                </a:lnTo>
                <a:lnTo>
                  <a:pt x="9041" y="0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36" name="Google Shape;2136;p25"/>
          <p:cNvSpPr/>
          <p:nvPr/>
        </p:nvSpPr>
        <p:spPr>
          <a:xfrm flipH="1">
            <a:off x="41934" y="3387432"/>
            <a:ext cx="560808" cy="1296383"/>
          </a:xfrm>
          <a:custGeom>
            <a:rect b="b" l="l" r="r" t="t"/>
            <a:pathLst>
              <a:path extrusionOk="0" h="23188" w="10031">
                <a:moveTo>
                  <a:pt x="4703" y="61"/>
                </a:moveTo>
                <a:lnTo>
                  <a:pt x="4985" y="81"/>
                </a:lnTo>
                <a:lnTo>
                  <a:pt x="5268" y="122"/>
                </a:lnTo>
                <a:lnTo>
                  <a:pt x="5550" y="202"/>
                </a:lnTo>
                <a:lnTo>
                  <a:pt x="5833" y="303"/>
                </a:lnTo>
                <a:lnTo>
                  <a:pt x="6075" y="424"/>
                </a:lnTo>
                <a:lnTo>
                  <a:pt x="6297" y="566"/>
                </a:lnTo>
                <a:lnTo>
                  <a:pt x="6519" y="707"/>
                </a:lnTo>
                <a:lnTo>
                  <a:pt x="6741" y="868"/>
                </a:lnTo>
                <a:lnTo>
                  <a:pt x="6963" y="1070"/>
                </a:lnTo>
                <a:lnTo>
                  <a:pt x="7165" y="1272"/>
                </a:lnTo>
                <a:lnTo>
                  <a:pt x="7366" y="1494"/>
                </a:lnTo>
                <a:lnTo>
                  <a:pt x="7548" y="1736"/>
                </a:lnTo>
                <a:lnTo>
                  <a:pt x="7730" y="1999"/>
                </a:lnTo>
                <a:lnTo>
                  <a:pt x="7911" y="2281"/>
                </a:lnTo>
                <a:lnTo>
                  <a:pt x="8073" y="2584"/>
                </a:lnTo>
                <a:lnTo>
                  <a:pt x="8234" y="2907"/>
                </a:lnTo>
                <a:lnTo>
                  <a:pt x="8396" y="3230"/>
                </a:lnTo>
                <a:lnTo>
                  <a:pt x="8537" y="3593"/>
                </a:lnTo>
                <a:lnTo>
                  <a:pt x="8678" y="3976"/>
                </a:lnTo>
                <a:lnTo>
                  <a:pt x="8819" y="4380"/>
                </a:lnTo>
                <a:lnTo>
                  <a:pt x="9082" y="5207"/>
                </a:lnTo>
                <a:lnTo>
                  <a:pt x="9304" y="6075"/>
                </a:lnTo>
                <a:lnTo>
                  <a:pt x="9505" y="6922"/>
                </a:lnTo>
                <a:lnTo>
                  <a:pt x="9647" y="7790"/>
                </a:lnTo>
                <a:lnTo>
                  <a:pt x="9788" y="8678"/>
                </a:lnTo>
                <a:lnTo>
                  <a:pt x="9869" y="9546"/>
                </a:lnTo>
                <a:lnTo>
                  <a:pt x="9929" y="10434"/>
                </a:lnTo>
                <a:lnTo>
                  <a:pt x="9949" y="11302"/>
                </a:lnTo>
                <a:lnTo>
                  <a:pt x="9949" y="12189"/>
                </a:lnTo>
                <a:lnTo>
                  <a:pt x="9909" y="13077"/>
                </a:lnTo>
                <a:lnTo>
                  <a:pt x="9828" y="13945"/>
                </a:lnTo>
                <a:lnTo>
                  <a:pt x="9727" y="14833"/>
                </a:lnTo>
                <a:lnTo>
                  <a:pt x="9586" y="15701"/>
                </a:lnTo>
                <a:lnTo>
                  <a:pt x="9405" y="16569"/>
                </a:lnTo>
                <a:lnTo>
                  <a:pt x="9203" y="17416"/>
                </a:lnTo>
                <a:lnTo>
                  <a:pt x="8961" y="18264"/>
                </a:lnTo>
                <a:lnTo>
                  <a:pt x="8799" y="18768"/>
                </a:lnTo>
                <a:lnTo>
                  <a:pt x="8618" y="19293"/>
                </a:lnTo>
                <a:lnTo>
                  <a:pt x="8396" y="19838"/>
                </a:lnTo>
                <a:lnTo>
                  <a:pt x="8133" y="20362"/>
                </a:lnTo>
                <a:lnTo>
                  <a:pt x="7992" y="20625"/>
                </a:lnTo>
                <a:lnTo>
                  <a:pt x="7831" y="20867"/>
                </a:lnTo>
                <a:lnTo>
                  <a:pt x="7669" y="21129"/>
                </a:lnTo>
                <a:lnTo>
                  <a:pt x="7487" y="21371"/>
                </a:lnTo>
                <a:lnTo>
                  <a:pt x="7286" y="21593"/>
                </a:lnTo>
                <a:lnTo>
                  <a:pt x="7084" y="21815"/>
                </a:lnTo>
                <a:lnTo>
                  <a:pt x="6862" y="22037"/>
                </a:lnTo>
                <a:lnTo>
                  <a:pt x="6620" y="22239"/>
                </a:lnTo>
                <a:lnTo>
                  <a:pt x="6398" y="22401"/>
                </a:lnTo>
                <a:lnTo>
                  <a:pt x="6196" y="22542"/>
                </a:lnTo>
                <a:lnTo>
                  <a:pt x="5974" y="22663"/>
                </a:lnTo>
                <a:lnTo>
                  <a:pt x="5772" y="22764"/>
                </a:lnTo>
                <a:lnTo>
                  <a:pt x="5550" y="22865"/>
                </a:lnTo>
                <a:lnTo>
                  <a:pt x="5348" y="22945"/>
                </a:lnTo>
                <a:lnTo>
                  <a:pt x="5147" y="23006"/>
                </a:lnTo>
                <a:lnTo>
                  <a:pt x="4945" y="23046"/>
                </a:lnTo>
                <a:lnTo>
                  <a:pt x="4743" y="23087"/>
                </a:lnTo>
                <a:lnTo>
                  <a:pt x="4541" y="23107"/>
                </a:lnTo>
                <a:lnTo>
                  <a:pt x="4339" y="23107"/>
                </a:lnTo>
                <a:lnTo>
                  <a:pt x="4138" y="23087"/>
                </a:lnTo>
                <a:lnTo>
                  <a:pt x="3936" y="23046"/>
                </a:lnTo>
                <a:lnTo>
                  <a:pt x="3754" y="23006"/>
                </a:lnTo>
                <a:lnTo>
                  <a:pt x="3552" y="22925"/>
                </a:lnTo>
                <a:lnTo>
                  <a:pt x="3351" y="22845"/>
                </a:lnTo>
                <a:lnTo>
                  <a:pt x="3169" y="22764"/>
                </a:lnTo>
                <a:lnTo>
                  <a:pt x="2987" y="22643"/>
                </a:lnTo>
                <a:lnTo>
                  <a:pt x="2806" y="22522"/>
                </a:lnTo>
                <a:lnTo>
                  <a:pt x="2644" y="22380"/>
                </a:lnTo>
                <a:lnTo>
                  <a:pt x="2321" y="22078"/>
                </a:lnTo>
                <a:lnTo>
                  <a:pt x="1999" y="21714"/>
                </a:lnTo>
                <a:lnTo>
                  <a:pt x="1716" y="21331"/>
                </a:lnTo>
                <a:lnTo>
                  <a:pt x="1454" y="20927"/>
                </a:lnTo>
                <a:lnTo>
                  <a:pt x="1211" y="20483"/>
                </a:lnTo>
                <a:lnTo>
                  <a:pt x="990" y="20019"/>
                </a:lnTo>
                <a:lnTo>
                  <a:pt x="788" y="19535"/>
                </a:lnTo>
                <a:lnTo>
                  <a:pt x="626" y="19051"/>
                </a:lnTo>
                <a:lnTo>
                  <a:pt x="465" y="18566"/>
                </a:lnTo>
                <a:lnTo>
                  <a:pt x="344" y="18082"/>
                </a:lnTo>
                <a:lnTo>
                  <a:pt x="243" y="17598"/>
                </a:lnTo>
                <a:lnTo>
                  <a:pt x="162" y="17134"/>
                </a:lnTo>
                <a:lnTo>
                  <a:pt x="122" y="16690"/>
                </a:lnTo>
                <a:lnTo>
                  <a:pt x="102" y="16286"/>
                </a:lnTo>
                <a:lnTo>
                  <a:pt x="81" y="15600"/>
                </a:lnTo>
                <a:lnTo>
                  <a:pt x="81" y="14934"/>
                </a:lnTo>
                <a:lnTo>
                  <a:pt x="102" y="14268"/>
                </a:lnTo>
                <a:lnTo>
                  <a:pt x="142" y="13582"/>
                </a:lnTo>
                <a:lnTo>
                  <a:pt x="182" y="12916"/>
                </a:lnTo>
                <a:lnTo>
                  <a:pt x="243" y="12250"/>
                </a:lnTo>
                <a:lnTo>
                  <a:pt x="404" y="10918"/>
                </a:lnTo>
                <a:lnTo>
                  <a:pt x="586" y="9586"/>
                </a:lnTo>
                <a:lnTo>
                  <a:pt x="788" y="8254"/>
                </a:lnTo>
                <a:lnTo>
                  <a:pt x="1252" y="5631"/>
                </a:lnTo>
                <a:lnTo>
                  <a:pt x="1454" y="4622"/>
                </a:lnTo>
                <a:lnTo>
                  <a:pt x="1555" y="4117"/>
                </a:lnTo>
                <a:lnTo>
                  <a:pt x="1676" y="3613"/>
                </a:lnTo>
                <a:lnTo>
                  <a:pt x="1837" y="3108"/>
                </a:lnTo>
                <a:lnTo>
                  <a:pt x="1999" y="2604"/>
                </a:lnTo>
                <a:lnTo>
                  <a:pt x="2200" y="2140"/>
                </a:lnTo>
                <a:lnTo>
                  <a:pt x="2442" y="1655"/>
                </a:lnTo>
                <a:lnTo>
                  <a:pt x="2584" y="1393"/>
                </a:lnTo>
                <a:lnTo>
                  <a:pt x="2745" y="1151"/>
                </a:lnTo>
                <a:lnTo>
                  <a:pt x="2927" y="949"/>
                </a:lnTo>
                <a:lnTo>
                  <a:pt x="3108" y="747"/>
                </a:lnTo>
                <a:lnTo>
                  <a:pt x="3290" y="586"/>
                </a:lnTo>
                <a:lnTo>
                  <a:pt x="3472" y="445"/>
                </a:lnTo>
                <a:lnTo>
                  <a:pt x="3673" y="324"/>
                </a:lnTo>
                <a:lnTo>
                  <a:pt x="3875" y="223"/>
                </a:lnTo>
                <a:lnTo>
                  <a:pt x="4077" y="162"/>
                </a:lnTo>
                <a:lnTo>
                  <a:pt x="4279" y="102"/>
                </a:lnTo>
                <a:lnTo>
                  <a:pt x="4481" y="81"/>
                </a:lnTo>
                <a:lnTo>
                  <a:pt x="4703" y="61"/>
                </a:lnTo>
                <a:close/>
                <a:moveTo>
                  <a:pt x="4561" y="1"/>
                </a:moveTo>
                <a:lnTo>
                  <a:pt x="4319" y="21"/>
                </a:lnTo>
                <a:lnTo>
                  <a:pt x="4077" y="61"/>
                </a:lnTo>
                <a:lnTo>
                  <a:pt x="3855" y="142"/>
                </a:lnTo>
                <a:lnTo>
                  <a:pt x="3633" y="243"/>
                </a:lnTo>
                <a:lnTo>
                  <a:pt x="3431" y="364"/>
                </a:lnTo>
                <a:lnTo>
                  <a:pt x="3229" y="525"/>
                </a:lnTo>
                <a:lnTo>
                  <a:pt x="3048" y="687"/>
                </a:lnTo>
                <a:lnTo>
                  <a:pt x="2866" y="889"/>
                </a:lnTo>
                <a:lnTo>
                  <a:pt x="2685" y="1111"/>
                </a:lnTo>
                <a:lnTo>
                  <a:pt x="2523" y="1353"/>
                </a:lnTo>
                <a:lnTo>
                  <a:pt x="2362" y="1615"/>
                </a:lnTo>
                <a:lnTo>
                  <a:pt x="2120" y="2099"/>
                </a:lnTo>
                <a:lnTo>
                  <a:pt x="1918" y="2584"/>
                </a:lnTo>
                <a:lnTo>
                  <a:pt x="1756" y="3068"/>
                </a:lnTo>
                <a:lnTo>
                  <a:pt x="1615" y="3573"/>
                </a:lnTo>
                <a:lnTo>
                  <a:pt x="1474" y="4097"/>
                </a:lnTo>
                <a:lnTo>
                  <a:pt x="1373" y="4602"/>
                </a:lnTo>
                <a:lnTo>
                  <a:pt x="1171" y="5631"/>
                </a:lnTo>
                <a:lnTo>
                  <a:pt x="707" y="8254"/>
                </a:lnTo>
                <a:lnTo>
                  <a:pt x="505" y="9566"/>
                </a:lnTo>
                <a:lnTo>
                  <a:pt x="324" y="10898"/>
                </a:lnTo>
                <a:lnTo>
                  <a:pt x="162" y="12250"/>
                </a:lnTo>
                <a:lnTo>
                  <a:pt x="102" y="12916"/>
                </a:lnTo>
                <a:lnTo>
                  <a:pt x="61" y="13582"/>
                </a:lnTo>
                <a:lnTo>
                  <a:pt x="21" y="14268"/>
                </a:lnTo>
                <a:lnTo>
                  <a:pt x="1" y="14934"/>
                </a:lnTo>
                <a:lnTo>
                  <a:pt x="1" y="15600"/>
                </a:lnTo>
                <a:lnTo>
                  <a:pt x="21" y="16286"/>
                </a:lnTo>
                <a:lnTo>
                  <a:pt x="41" y="16710"/>
                </a:lnTo>
                <a:lnTo>
                  <a:pt x="81" y="17154"/>
                </a:lnTo>
                <a:lnTo>
                  <a:pt x="162" y="17618"/>
                </a:lnTo>
                <a:lnTo>
                  <a:pt x="263" y="18102"/>
                </a:lnTo>
                <a:lnTo>
                  <a:pt x="404" y="18587"/>
                </a:lnTo>
                <a:lnTo>
                  <a:pt x="546" y="19071"/>
                </a:lnTo>
                <a:lnTo>
                  <a:pt x="727" y="19575"/>
                </a:lnTo>
                <a:lnTo>
                  <a:pt x="929" y="20060"/>
                </a:lnTo>
                <a:lnTo>
                  <a:pt x="1151" y="20524"/>
                </a:lnTo>
                <a:lnTo>
                  <a:pt x="1393" y="20968"/>
                </a:lnTo>
                <a:lnTo>
                  <a:pt x="1655" y="21392"/>
                </a:lnTo>
                <a:lnTo>
                  <a:pt x="1958" y="21775"/>
                </a:lnTo>
                <a:lnTo>
                  <a:pt x="2261" y="22138"/>
                </a:lnTo>
                <a:lnTo>
                  <a:pt x="2604" y="22461"/>
                </a:lnTo>
                <a:lnTo>
                  <a:pt x="2765" y="22582"/>
                </a:lnTo>
                <a:lnTo>
                  <a:pt x="2947" y="22723"/>
                </a:lnTo>
                <a:lnTo>
                  <a:pt x="3129" y="22824"/>
                </a:lnTo>
                <a:lnTo>
                  <a:pt x="3330" y="22925"/>
                </a:lnTo>
                <a:lnTo>
                  <a:pt x="3593" y="23046"/>
                </a:lnTo>
                <a:lnTo>
                  <a:pt x="3875" y="23127"/>
                </a:lnTo>
                <a:lnTo>
                  <a:pt x="4158" y="23167"/>
                </a:lnTo>
                <a:lnTo>
                  <a:pt x="4460" y="23188"/>
                </a:lnTo>
                <a:lnTo>
                  <a:pt x="4723" y="23167"/>
                </a:lnTo>
                <a:lnTo>
                  <a:pt x="4985" y="23127"/>
                </a:lnTo>
                <a:lnTo>
                  <a:pt x="5268" y="23067"/>
                </a:lnTo>
                <a:lnTo>
                  <a:pt x="5550" y="22966"/>
                </a:lnTo>
                <a:lnTo>
                  <a:pt x="5813" y="22845"/>
                </a:lnTo>
                <a:lnTo>
                  <a:pt x="6095" y="22683"/>
                </a:lnTo>
                <a:lnTo>
                  <a:pt x="6378" y="22501"/>
                </a:lnTo>
                <a:lnTo>
                  <a:pt x="6680" y="22300"/>
                </a:lnTo>
                <a:lnTo>
                  <a:pt x="6922" y="22098"/>
                </a:lnTo>
                <a:lnTo>
                  <a:pt x="7144" y="21876"/>
                </a:lnTo>
                <a:lnTo>
                  <a:pt x="7346" y="21654"/>
                </a:lnTo>
                <a:lnTo>
                  <a:pt x="7548" y="21412"/>
                </a:lnTo>
                <a:lnTo>
                  <a:pt x="7730" y="21170"/>
                </a:lnTo>
                <a:lnTo>
                  <a:pt x="7911" y="20927"/>
                </a:lnTo>
                <a:lnTo>
                  <a:pt x="8053" y="20665"/>
                </a:lnTo>
                <a:lnTo>
                  <a:pt x="8214" y="20403"/>
                </a:lnTo>
                <a:lnTo>
                  <a:pt x="8476" y="19878"/>
                </a:lnTo>
                <a:lnTo>
                  <a:pt x="8698" y="19333"/>
                </a:lnTo>
                <a:lnTo>
                  <a:pt x="8880" y="18809"/>
                </a:lnTo>
                <a:lnTo>
                  <a:pt x="9041" y="18284"/>
                </a:lnTo>
                <a:lnTo>
                  <a:pt x="9283" y="17436"/>
                </a:lnTo>
                <a:lnTo>
                  <a:pt x="9485" y="16589"/>
                </a:lnTo>
                <a:lnTo>
                  <a:pt x="9667" y="15721"/>
                </a:lnTo>
                <a:lnTo>
                  <a:pt x="9808" y="14833"/>
                </a:lnTo>
                <a:lnTo>
                  <a:pt x="9909" y="13965"/>
                </a:lnTo>
                <a:lnTo>
                  <a:pt x="9990" y="13077"/>
                </a:lnTo>
                <a:lnTo>
                  <a:pt x="10030" y="12189"/>
                </a:lnTo>
                <a:lnTo>
                  <a:pt x="10030" y="11302"/>
                </a:lnTo>
                <a:lnTo>
                  <a:pt x="10010" y="10434"/>
                </a:lnTo>
                <a:lnTo>
                  <a:pt x="9949" y="9546"/>
                </a:lnTo>
                <a:lnTo>
                  <a:pt x="9869" y="8658"/>
                </a:lnTo>
                <a:lnTo>
                  <a:pt x="9727" y="7790"/>
                </a:lnTo>
                <a:lnTo>
                  <a:pt x="9566" y="6902"/>
                </a:lnTo>
                <a:lnTo>
                  <a:pt x="9384" y="6055"/>
                </a:lnTo>
                <a:lnTo>
                  <a:pt x="9162" y="5187"/>
                </a:lnTo>
                <a:lnTo>
                  <a:pt x="8900" y="4339"/>
                </a:lnTo>
                <a:lnTo>
                  <a:pt x="8759" y="3936"/>
                </a:lnTo>
                <a:lnTo>
                  <a:pt x="8618" y="3552"/>
                </a:lnTo>
                <a:lnTo>
                  <a:pt x="8476" y="3209"/>
                </a:lnTo>
                <a:lnTo>
                  <a:pt x="8315" y="2866"/>
                </a:lnTo>
                <a:lnTo>
                  <a:pt x="8153" y="2523"/>
                </a:lnTo>
                <a:lnTo>
                  <a:pt x="7972" y="2220"/>
                </a:lnTo>
                <a:lnTo>
                  <a:pt x="7790" y="1938"/>
                </a:lnTo>
                <a:lnTo>
                  <a:pt x="7609" y="1676"/>
                </a:lnTo>
                <a:lnTo>
                  <a:pt x="7407" y="1433"/>
                </a:lnTo>
                <a:lnTo>
                  <a:pt x="7225" y="1211"/>
                </a:lnTo>
                <a:lnTo>
                  <a:pt x="7003" y="990"/>
                </a:lnTo>
                <a:lnTo>
                  <a:pt x="6801" y="808"/>
                </a:lnTo>
                <a:lnTo>
                  <a:pt x="6579" y="646"/>
                </a:lnTo>
                <a:lnTo>
                  <a:pt x="6337" y="485"/>
                </a:lnTo>
                <a:lnTo>
                  <a:pt x="6095" y="344"/>
                </a:lnTo>
                <a:lnTo>
                  <a:pt x="5853" y="243"/>
                </a:lnTo>
                <a:lnTo>
                  <a:pt x="5591" y="142"/>
                </a:lnTo>
                <a:lnTo>
                  <a:pt x="5328" y="61"/>
                </a:lnTo>
                <a:lnTo>
                  <a:pt x="5066" y="21"/>
                </a:lnTo>
                <a:lnTo>
                  <a:pt x="4824" y="1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 2">
  <p:cSld name="CUSTOM_12_1_1_1">
    <p:spTree>
      <p:nvGrpSpPr>
        <p:cNvPr id="2137" name="Shape 2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8" name="Google Shape;2138;p26"/>
          <p:cNvSpPr txBox="1"/>
          <p:nvPr>
            <p:ph type="title"/>
          </p:nvPr>
        </p:nvSpPr>
        <p:spPr>
          <a:xfrm>
            <a:off x="713225" y="530352"/>
            <a:ext cx="7717500" cy="292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Dosis"/>
              <a:buNone/>
              <a:defRPr/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139" name="Google Shape;2139;p26"/>
          <p:cNvSpPr txBox="1"/>
          <p:nvPr>
            <p:ph idx="1" type="subTitle"/>
          </p:nvPr>
        </p:nvSpPr>
        <p:spPr>
          <a:xfrm>
            <a:off x="878975" y="3388143"/>
            <a:ext cx="1463100" cy="224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Pacifico"/>
              <a:buNone/>
              <a:defRPr b="1" sz="2000"/>
            </a:lvl1pPr>
            <a:lvl2pPr lvl="1" rtl="0">
              <a:spcBef>
                <a:spcPts val="0"/>
              </a:spcBef>
              <a:spcAft>
                <a:spcPts val="0"/>
              </a:spcAft>
              <a:buSzPts val="1600"/>
              <a:buFont typeface="Pacifico"/>
              <a:buNone/>
              <a:defRPr>
                <a:latin typeface="Pacifico"/>
                <a:ea typeface="Pacifico"/>
                <a:cs typeface="Pacifico"/>
                <a:sym typeface="Pacifico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1600"/>
              <a:buFont typeface="Pacifico"/>
              <a:buNone/>
              <a:defRPr>
                <a:latin typeface="Pacifico"/>
                <a:ea typeface="Pacifico"/>
                <a:cs typeface="Pacifico"/>
                <a:sym typeface="Pacifico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1600"/>
              <a:buFont typeface="Pacifico"/>
              <a:buNone/>
              <a:defRPr>
                <a:latin typeface="Pacifico"/>
                <a:ea typeface="Pacifico"/>
                <a:cs typeface="Pacifico"/>
                <a:sym typeface="Pacifico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1600"/>
              <a:buFont typeface="Pacifico"/>
              <a:buNone/>
              <a:defRPr>
                <a:latin typeface="Pacifico"/>
                <a:ea typeface="Pacifico"/>
                <a:cs typeface="Pacifico"/>
                <a:sym typeface="Pacifico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1600"/>
              <a:buFont typeface="Pacifico"/>
              <a:buNone/>
              <a:defRPr>
                <a:latin typeface="Pacifico"/>
                <a:ea typeface="Pacifico"/>
                <a:cs typeface="Pacifico"/>
                <a:sym typeface="Pacifico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1600"/>
              <a:buFont typeface="Pacifico"/>
              <a:buNone/>
              <a:defRPr>
                <a:latin typeface="Pacifico"/>
                <a:ea typeface="Pacifico"/>
                <a:cs typeface="Pacifico"/>
                <a:sym typeface="Pacifico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1600"/>
              <a:buFont typeface="Pacifico"/>
              <a:buNone/>
              <a:defRPr>
                <a:latin typeface="Pacifico"/>
                <a:ea typeface="Pacifico"/>
                <a:cs typeface="Pacifico"/>
                <a:sym typeface="Pacifico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1600"/>
              <a:buFont typeface="Pacifico"/>
              <a:buNone/>
              <a:defRPr>
                <a:latin typeface="Pacifico"/>
                <a:ea typeface="Pacifico"/>
                <a:cs typeface="Pacifico"/>
                <a:sym typeface="Pacifico"/>
              </a:defRPr>
            </a:lvl9pPr>
          </a:lstStyle>
          <a:p/>
        </p:txBody>
      </p:sp>
      <p:sp>
        <p:nvSpPr>
          <p:cNvPr id="2140" name="Google Shape;2140;p26"/>
          <p:cNvSpPr txBox="1"/>
          <p:nvPr>
            <p:ph idx="2" type="subTitle"/>
          </p:nvPr>
        </p:nvSpPr>
        <p:spPr>
          <a:xfrm>
            <a:off x="713225" y="3739977"/>
            <a:ext cx="1794600" cy="402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9pPr>
          </a:lstStyle>
          <a:p/>
        </p:txBody>
      </p:sp>
      <p:sp>
        <p:nvSpPr>
          <p:cNvPr id="2141" name="Google Shape;2141;p26"/>
          <p:cNvSpPr txBox="1"/>
          <p:nvPr>
            <p:ph idx="3" type="subTitle"/>
          </p:nvPr>
        </p:nvSpPr>
        <p:spPr>
          <a:xfrm>
            <a:off x="2945900" y="3388143"/>
            <a:ext cx="1463100" cy="224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Pacifico"/>
              <a:buNone/>
              <a:defRPr b="1" sz="2000"/>
            </a:lvl1pPr>
            <a:lvl2pPr lvl="1" rtl="0">
              <a:spcBef>
                <a:spcPts val="0"/>
              </a:spcBef>
              <a:spcAft>
                <a:spcPts val="0"/>
              </a:spcAft>
              <a:buSzPts val="1600"/>
              <a:buFont typeface="Pacifico"/>
              <a:buNone/>
              <a:defRPr>
                <a:latin typeface="Pacifico"/>
                <a:ea typeface="Pacifico"/>
                <a:cs typeface="Pacifico"/>
                <a:sym typeface="Pacifico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1600"/>
              <a:buFont typeface="Pacifico"/>
              <a:buNone/>
              <a:defRPr>
                <a:latin typeface="Pacifico"/>
                <a:ea typeface="Pacifico"/>
                <a:cs typeface="Pacifico"/>
                <a:sym typeface="Pacifico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1600"/>
              <a:buFont typeface="Pacifico"/>
              <a:buNone/>
              <a:defRPr>
                <a:latin typeface="Pacifico"/>
                <a:ea typeface="Pacifico"/>
                <a:cs typeface="Pacifico"/>
                <a:sym typeface="Pacifico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1600"/>
              <a:buFont typeface="Pacifico"/>
              <a:buNone/>
              <a:defRPr>
                <a:latin typeface="Pacifico"/>
                <a:ea typeface="Pacifico"/>
                <a:cs typeface="Pacifico"/>
                <a:sym typeface="Pacifico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1600"/>
              <a:buFont typeface="Pacifico"/>
              <a:buNone/>
              <a:defRPr>
                <a:latin typeface="Pacifico"/>
                <a:ea typeface="Pacifico"/>
                <a:cs typeface="Pacifico"/>
                <a:sym typeface="Pacifico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1600"/>
              <a:buFont typeface="Pacifico"/>
              <a:buNone/>
              <a:defRPr>
                <a:latin typeface="Pacifico"/>
                <a:ea typeface="Pacifico"/>
                <a:cs typeface="Pacifico"/>
                <a:sym typeface="Pacifico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1600"/>
              <a:buFont typeface="Pacifico"/>
              <a:buNone/>
              <a:defRPr>
                <a:latin typeface="Pacifico"/>
                <a:ea typeface="Pacifico"/>
                <a:cs typeface="Pacifico"/>
                <a:sym typeface="Pacifico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1600"/>
              <a:buFont typeface="Pacifico"/>
              <a:buNone/>
              <a:defRPr>
                <a:latin typeface="Pacifico"/>
                <a:ea typeface="Pacifico"/>
                <a:cs typeface="Pacifico"/>
                <a:sym typeface="Pacifico"/>
              </a:defRPr>
            </a:lvl9pPr>
          </a:lstStyle>
          <a:p/>
        </p:txBody>
      </p:sp>
      <p:sp>
        <p:nvSpPr>
          <p:cNvPr id="2142" name="Google Shape;2142;p26"/>
          <p:cNvSpPr txBox="1"/>
          <p:nvPr>
            <p:ph idx="4" type="subTitle"/>
          </p:nvPr>
        </p:nvSpPr>
        <p:spPr>
          <a:xfrm>
            <a:off x="2780150" y="3739977"/>
            <a:ext cx="1794600" cy="402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9pPr>
          </a:lstStyle>
          <a:p/>
        </p:txBody>
      </p:sp>
      <p:sp>
        <p:nvSpPr>
          <p:cNvPr id="2143" name="Google Shape;2143;p26"/>
          <p:cNvSpPr txBox="1"/>
          <p:nvPr>
            <p:ph idx="5" type="subTitle"/>
          </p:nvPr>
        </p:nvSpPr>
        <p:spPr>
          <a:xfrm>
            <a:off x="841632" y="1729225"/>
            <a:ext cx="3593400" cy="613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9pPr>
          </a:lstStyle>
          <a:p/>
        </p:txBody>
      </p:sp>
      <p:sp>
        <p:nvSpPr>
          <p:cNvPr id="2144" name="Google Shape;2144;p26"/>
          <p:cNvSpPr/>
          <p:nvPr/>
        </p:nvSpPr>
        <p:spPr>
          <a:xfrm>
            <a:off x="4932650" y="0"/>
            <a:ext cx="42114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45" name="Google Shape;2145;p26"/>
          <p:cNvSpPr/>
          <p:nvPr/>
        </p:nvSpPr>
        <p:spPr>
          <a:xfrm>
            <a:off x="75025" y="3826466"/>
            <a:ext cx="597600" cy="597600"/>
          </a:xfrm>
          <a:prstGeom prst="ellipse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46" name="Google Shape;2146;p26"/>
          <p:cNvSpPr/>
          <p:nvPr/>
        </p:nvSpPr>
        <p:spPr>
          <a:xfrm rot="5400000">
            <a:off x="75025" y="4431568"/>
            <a:ext cx="597600" cy="597600"/>
          </a:xfrm>
          <a:prstGeom prst="rtTriangle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47" name="Google Shape;2147;p26"/>
          <p:cNvSpPr/>
          <p:nvPr/>
        </p:nvSpPr>
        <p:spPr>
          <a:xfrm>
            <a:off x="-1384585" y="-1156347"/>
            <a:ext cx="2433600" cy="24336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48" name="Google Shape;2148;p26"/>
          <p:cNvSpPr/>
          <p:nvPr/>
        </p:nvSpPr>
        <p:spPr>
          <a:xfrm>
            <a:off x="8550863" y="604897"/>
            <a:ext cx="457237" cy="429412"/>
          </a:xfrm>
          <a:custGeom>
            <a:rect b="b" l="l" r="r" t="t"/>
            <a:pathLst>
              <a:path extrusionOk="0" h="92099" w="98067">
                <a:moveTo>
                  <a:pt x="49019" y="0"/>
                </a:moveTo>
                <a:lnTo>
                  <a:pt x="48824" y="1171"/>
                </a:lnTo>
                <a:lnTo>
                  <a:pt x="48629" y="2064"/>
                </a:lnTo>
                <a:lnTo>
                  <a:pt x="48378" y="3151"/>
                </a:lnTo>
                <a:lnTo>
                  <a:pt x="48071" y="4434"/>
                </a:lnTo>
                <a:lnTo>
                  <a:pt x="47709" y="5884"/>
                </a:lnTo>
                <a:lnTo>
                  <a:pt x="47263" y="7501"/>
                </a:lnTo>
                <a:lnTo>
                  <a:pt x="46733" y="9230"/>
                </a:lnTo>
                <a:lnTo>
                  <a:pt x="46119" y="11070"/>
                </a:lnTo>
                <a:lnTo>
                  <a:pt x="45422" y="13050"/>
                </a:lnTo>
                <a:lnTo>
                  <a:pt x="44641" y="15085"/>
                </a:lnTo>
                <a:lnTo>
                  <a:pt x="43777" y="17177"/>
                </a:lnTo>
                <a:lnTo>
                  <a:pt x="43303" y="18264"/>
                </a:lnTo>
                <a:lnTo>
                  <a:pt x="42801" y="19351"/>
                </a:lnTo>
                <a:lnTo>
                  <a:pt x="42271" y="20439"/>
                </a:lnTo>
                <a:lnTo>
                  <a:pt x="41742" y="21554"/>
                </a:lnTo>
                <a:lnTo>
                  <a:pt x="41156" y="22670"/>
                </a:lnTo>
                <a:lnTo>
                  <a:pt x="40543" y="23785"/>
                </a:lnTo>
                <a:lnTo>
                  <a:pt x="39929" y="24900"/>
                </a:lnTo>
                <a:lnTo>
                  <a:pt x="39260" y="25988"/>
                </a:lnTo>
                <a:lnTo>
                  <a:pt x="38563" y="27103"/>
                </a:lnTo>
                <a:lnTo>
                  <a:pt x="37838" y="28218"/>
                </a:lnTo>
                <a:lnTo>
                  <a:pt x="37113" y="29306"/>
                </a:lnTo>
                <a:lnTo>
                  <a:pt x="36332" y="30421"/>
                </a:lnTo>
                <a:lnTo>
                  <a:pt x="35524" y="31481"/>
                </a:lnTo>
                <a:lnTo>
                  <a:pt x="34687" y="32568"/>
                </a:lnTo>
                <a:lnTo>
                  <a:pt x="33795" y="33600"/>
                </a:lnTo>
                <a:lnTo>
                  <a:pt x="32903" y="34659"/>
                </a:lnTo>
                <a:lnTo>
                  <a:pt x="31954" y="35663"/>
                </a:lnTo>
                <a:lnTo>
                  <a:pt x="30979" y="36667"/>
                </a:lnTo>
                <a:lnTo>
                  <a:pt x="29975" y="37643"/>
                </a:lnTo>
                <a:lnTo>
                  <a:pt x="28943" y="38591"/>
                </a:lnTo>
                <a:lnTo>
                  <a:pt x="27856" y="39511"/>
                </a:lnTo>
                <a:lnTo>
                  <a:pt x="26740" y="40403"/>
                </a:lnTo>
                <a:lnTo>
                  <a:pt x="25597" y="41268"/>
                </a:lnTo>
                <a:lnTo>
                  <a:pt x="24426" y="42104"/>
                </a:lnTo>
                <a:lnTo>
                  <a:pt x="23199" y="42885"/>
                </a:lnTo>
                <a:lnTo>
                  <a:pt x="21944" y="43638"/>
                </a:lnTo>
                <a:lnTo>
                  <a:pt x="20634" y="44363"/>
                </a:lnTo>
                <a:lnTo>
                  <a:pt x="19295" y="45060"/>
                </a:lnTo>
                <a:lnTo>
                  <a:pt x="17929" y="45673"/>
                </a:lnTo>
                <a:lnTo>
                  <a:pt x="16507" y="46287"/>
                </a:lnTo>
                <a:lnTo>
                  <a:pt x="15057" y="46816"/>
                </a:lnTo>
                <a:lnTo>
                  <a:pt x="13551" y="47318"/>
                </a:lnTo>
                <a:lnTo>
                  <a:pt x="12018" y="47765"/>
                </a:lnTo>
                <a:lnTo>
                  <a:pt x="10428" y="48155"/>
                </a:lnTo>
                <a:lnTo>
                  <a:pt x="8811" y="48489"/>
                </a:lnTo>
                <a:lnTo>
                  <a:pt x="7138" y="48768"/>
                </a:lnTo>
                <a:lnTo>
                  <a:pt x="5409" y="48991"/>
                </a:lnTo>
                <a:lnTo>
                  <a:pt x="3653" y="49159"/>
                </a:lnTo>
                <a:lnTo>
                  <a:pt x="1868" y="49242"/>
                </a:lnTo>
                <a:lnTo>
                  <a:pt x="948" y="49270"/>
                </a:lnTo>
                <a:lnTo>
                  <a:pt x="0" y="49298"/>
                </a:lnTo>
                <a:lnTo>
                  <a:pt x="474" y="49438"/>
                </a:lnTo>
                <a:lnTo>
                  <a:pt x="1840" y="49856"/>
                </a:lnTo>
                <a:lnTo>
                  <a:pt x="3959" y="50581"/>
                </a:lnTo>
                <a:lnTo>
                  <a:pt x="5270" y="51055"/>
                </a:lnTo>
                <a:lnTo>
                  <a:pt x="6720" y="51585"/>
                </a:lnTo>
                <a:lnTo>
                  <a:pt x="8309" y="52226"/>
                </a:lnTo>
                <a:lnTo>
                  <a:pt x="10010" y="52951"/>
                </a:lnTo>
                <a:lnTo>
                  <a:pt x="11823" y="53732"/>
                </a:lnTo>
                <a:lnTo>
                  <a:pt x="13719" y="54624"/>
                </a:lnTo>
                <a:lnTo>
                  <a:pt x="15698" y="55600"/>
                </a:lnTo>
                <a:lnTo>
                  <a:pt x="17762" y="56631"/>
                </a:lnTo>
                <a:lnTo>
                  <a:pt x="19853" y="57775"/>
                </a:lnTo>
                <a:lnTo>
                  <a:pt x="21972" y="59001"/>
                </a:lnTo>
                <a:lnTo>
                  <a:pt x="23032" y="59671"/>
                </a:lnTo>
                <a:lnTo>
                  <a:pt x="24119" y="60340"/>
                </a:lnTo>
                <a:lnTo>
                  <a:pt x="25179" y="61037"/>
                </a:lnTo>
                <a:lnTo>
                  <a:pt x="26266" y="61762"/>
                </a:lnTo>
                <a:lnTo>
                  <a:pt x="27354" y="62487"/>
                </a:lnTo>
                <a:lnTo>
                  <a:pt x="28413" y="63268"/>
                </a:lnTo>
                <a:lnTo>
                  <a:pt x="29473" y="64048"/>
                </a:lnTo>
                <a:lnTo>
                  <a:pt x="30532" y="64857"/>
                </a:lnTo>
                <a:lnTo>
                  <a:pt x="31592" y="65693"/>
                </a:lnTo>
                <a:lnTo>
                  <a:pt x="32624" y="66558"/>
                </a:lnTo>
                <a:lnTo>
                  <a:pt x="33627" y="67450"/>
                </a:lnTo>
                <a:lnTo>
                  <a:pt x="34659" y="68370"/>
                </a:lnTo>
                <a:lnTo>
                  <a:pt x="35635" y="69290"/>
                </a:lnTo>
                <a:lnTo>
                  <a:pt x="36611" y="70266"/>
                </a:lnTo>
                <a:lnTo>
                  <a:pt x="37559" y="71242"/>
                </a:lnTo>
                <a:lnTo>
                  <a:pt x="38507" y="72274"/>
                </a:lnTo>
                <a:lnTo>
                  <a:pt x="39399" y="73306"/>
                </a:lnTo>
                <a:lnTo>
                  <a:pt x="40292" y="74365"/>
                </a:lnTo>
                <a:lnTo>
                  <a:pt x="41156" y="75453"/>
                </a:lnTo>
                <a:lnTo>
                  <a:pt x="41993" y="76568"/>
                </a:lnTo>
                <a:lnTo>
                  <a:pt x="42773" y="77711"/>
                </a:lnTo>
                <a:lnTo>
                  <a:pt x="43554" y="78882"/>
                </a:lnTo>
                <a:lnTo>
                  <a:pt x="44279" y="80081"/>
                </a:lnTo>
                <a:lnTo>
                  <a:pt x="44976" y="81308"/>
                </a:lnTo>
                <a:lnTo>
                  <a:pt x="45617" y="82563"/>
                </a:lnTo>
                <a:lnTo>
                  <a:pt x="46259" y="83846"/>
                </a:lnTo>
                <a:lnTo>
                  <a:pt x="46816" y="85156"/>
                </a:lnTo>
                <a:lnTo>
                  <a:pt x="47374" y="86494"/>
                </a:lnTo>
                <a:lnTo>
                  <a:pt x="47848" y="87833"/>
                </a:lnTo>
                <a:lnTo>
                  <a:pt x="48294" y="89227"/>
                </a:lnTo>
                <a:lnTo>
                  <a:pt x="48685" y="90649"/>
                </a:lnTo>
                <a:lnTo>
                  <a:pt x="49019" y="92099"/>
                </a:lnTo>
                <a:lnTo>
                  <a:pt x="49382" y="90649"/>
                </a:lnTo>
                <a:lnTo>
                  <a:pt x="49772" y="89227"/>
                </a:lnTo>
                <a:lnTo>
                  <a:pt x="50218" y="87833"/>
                </a:lnTo>
                <a:lnTo>
                  <a:pt x="50692" y="86494"/>
                </a:lnTo>
                <a:lnTo>
                  <a:pt x="51250" y="85156"/>
                </a:lnTo>
                <a:lnTo>
                  <a:pt x="51808" y="83846"/>
                </a:lnTo>
                <a:lnTo>
                  <a:pt x="52421" y="82563"/>
                </a:lnTo>
                <a:lnTo>
                  <a:pt x="53090" y="81308"/>
                </a:lnTo>
                <a:lnTo>
                  <a:pt x="53787" y="80081"/>
                </a:lnTo>
                <a:lnTo>
                  <a:pt x="54512" y="78882"/>
                </a:lnTo>
                <a:lnTo>
                  <a:pt x="55293" y="77711"/>
                </a:lnTo>
                <a:lnTo>
                  <a:pt x="56074" y="76568"/>
                </a:lnTo>
                <a:lnTo>
                  <a:pt x="56910" y="75453"/>
                </a:lnTo>
                <a:lnTo>
                  <a:pt x="57775" y="74365"/>
                </a:lnTo>
                <a:lnTo>
                  <a:pt x="58639" y="73306"/>
                </a:lnTo>
                <a:lnTo>
                  <a:pt x="59559" y="72274"/>
                </a:lnTo>
                <a:lnTo>
                  <a:pt x="60479" y="71242"/>
                </a:lnTo>
                <a:lnTo>
                  <a:pt x="61455" y="70266"/>
                </a:lnTo>
                <a:lnTo>
                  <a:pt x="62431" y="69290"/>
                </a:lnTo>
                <a:lnTo>
                  <a:pt x="63407" y="68370"/>
                </a:lnTo>
                <a:lnTo>
                  <a:pt x="64411" y="67450"/>
                </a:lnTo>
                <a:lnTo>
                  <a:pt x="65443" y="66558"/>
                </a:lnTo>
                <a:lnTo>
                  <a:pt x="66474" y="65693"/>
                </a:lnTo>
                <a:lnTo>
                  <a:pt x="67534" y="64857"/>
                </a:lnTo>
                <a:lnTo>
                  <a:pt x="68593" y="64048"/>
                </a:lnTo>
                <a:lnTo>
                  <a:pt x="69653" y="63268"/>
                </a:lnTo>
                <a:lnTo>
                  <a:pt x="70713" y="62487"/>
                </a:lnTo>
                <a:lnTo>
                  <a:pt x="71800" y="61762"/>
                </a:lnTo>
                <a:lnTo>
                  <a:pt x="72860" y="61037"/>
                </a:lnTo>
                <a:lnTo>
                  <a:pt x="73947" y="60340"/>
                </a:lnTo>
                <a:lnTo>
                  <a:pt x="75034" y="59671"/>
                </a:lnTo>
                <a:lnTo>
                  <a:pt x="76094" y="59001"/>
                </a:lnTo>
                <a:lnTo>
                  <a:pt x="78213" y="57775"/>
                </a:lnTo>
                <a:lnTo>
                  <a:pt x="80304" y="56631"/>
                </a:lnTo>
                <a:lnTo>
                  <a:pt x="82368" y="55600"/>
                </a:lnTo>
                <a:lnTo>
                  <a:pt x="84348" y="54624"/>
                </a:lnTo>
                <a:lnTo>
                  <a:pt x="86244" y="53732"/>
                </a:lnTo>
                <a:lnTo>
                  <a:pt x="88056" y="52951"/>
                </a:lnTo>
                <a:lnTo>
                  <a:pt x="89757" y="52226"/>
                </a:lnTo>
                <a:lnTo>
                  <a:pt x="91346" y="51585"/>
                </a:lnTo>
                <a:lnTo>
                  <a:pt x="92796" y="51055"/>
                </a:lnTo>
                <a:lnTo>
                  <a:pt x="94107" y="50581"/>
                </a:lnTo>
                <a:lnTo>
                  <a:pt x="96226" y="49856"/>
                </a:lnTo>
                <a:lnTo>
                  <a:pt x="97592" y="49438"/>
                </a:lnTo>
                <a:lnTo>
                  <a:pt x="98066" y="49298"/>
                </a:lnTo>
                <a:lnTo>
                  <a:pt x="97118" y="49270"/>
                </a:lnTo>
                <a:lnTo>
                  <a:pt x="96198" y="49242"/>
                </a:lnTo>
                <a:lnTo>
                  <a:pt x="94413" y="49159"/>
                </a:lnTo>
                <a:lnTo>
                  <a:pt x="92657" y="48991"/>
                </a:lnTo>
                <a:lnTo>
                  <a:pt x="90928" y="48768"/>
                </a:lnTo>
                <a:lnTo>
                  <a:pt x="89255" y="48489"/>
                </a:lnTo>
                <a:lnTo>
                  <a:pt x="87638" y="48155"/>
                </a:lnTo>
                <a:lnTo>
                  <a:pt x="86048" y="47765"/>
                </a:lnTo>
                <a:lnTo>
                  <a:pt x="84515" y="47318"/>
                </a:lnTo>
                <a:lnTo>
                  <a:pt x="83009" y="46816"/>
                </a:lnTo>
                <a:lnTo>
                  <a:pt x="81559" y="46287"/>
                </a:lnTo>
                <a:lnTo>
                  <a:pt x="80137" y="45673"/>
                </a:lnTo>
                <a:lnTo>
                  <a:pt x="78771" y="45060"/>
                </a:lnTo>
                <a:lnTo>
                  <a:pt x="77432" y="44363"/>
                </a:lnTo>
                <a:lnTo>
                  <a:pt x="76122" y="43638"/>
                </a:lnTo>
                <a:lnTo>
                  <a:pt x="74867" y="42885"/>
                </a:lnTo>
                <a:lnTo>
                  <a:pt x="73640" y="42104"/>
                </a:lnTo>
                <a:lnTo>
                  <a:pt x="72469" y="41268"/>
                </a:lnTo>
                <a:lnTo>
                  <a:pt x="71298" y="40403"/>
                </a:lnTo>
                <a:lnTo>
                  <a:pt x="70211" y="39511"/>
                </a:lnTo>
                <a:lnTo>
                  <a:pt x="69123" y="38591"/>
                </a:lnTo>
                <a:lnTo>
                  <a:pt x="68091" y="37643"/>
                </a:lnTo>
                <a:lnTo>
                  <a:pt x="67088" y="36667"/>
                </a:lnTo>
                <a:lnTo>
                  <a:pt x="66112" y="35663"/>
                </a:lnTo>
                <a:lnTo>
                  <a:pt x="65164" y="34659"/>
                </a:lnTo>
                <a:lnTo>
                  <a:pt x="64271" y="33600"/>
                </a:lnTo>
                <a:lnTo>
                  <a:pt x="63379" y="32568"/>
                </a:lnTo>
                <a:lnTo>
                  <a:pt x="62543" y="31481"/>
                </a:lnTo>
                <a:lnTo>
                  <a:pt x="61734" y="30421"/>
                </a:lnTo>
                <a:lnTo>
                  <a:pt x="60953" y="29306"/>
                </a:lnTo>
                <a:lnTo>
                  <a:pt x="60200" y="28218"/>
                </a:lnTo>
                <a:lnTo>
                  <a:pt x="59503" y="27103"/>
                </a:lnTo>
                <a:lnTo>
                  <a:pt x="58806" y="25988"/>
                </a:lnTo>
                <a:lnTo>
                  <a:pt x="58137" y="24900"/>
                </a:lnTo>
                <a:lnTo>
                  <a:pt x="57524" y="23785"/>
                </a:lnTo>
                <a:lnTo>
                  <a:pt x="56910" y="22670"/>
                </a:lnTo>
                <a:lnTo>
                  <a:pt x="56325" y="21554"/>
                </a:lnTo>
                <a:lnTo>
                  <a:pt x="55795" y="20439"/>
                </a:lnTo>
                <a:lnTo>
                  <a:pt x="55265" y="19351"/>
                </a:lnTo>
                <a:lnTo>
                  <a:pt x="54763" y="18264"/>
                </a:lnTo>
                <a:lnTo>
                  <a:pt x="54289" y="17177"/>
                </a:lnTo>
                <a:lnTo>
                  <a:pt x="53425" y="15085"/>
                </a:lnTo>
                <a:lnTo>
                  <a:pt x="52644" y="13050"/>
                </a:lnTo>
                <a:lnTo>
                  <a:pt x="51947" y="11070"/>
                </a:lnTo>
                <a:lnTo>
                  <a:pt x="51334" y="9230"/>
                </a:lnTo>
                <a:lnTo>
                  <a:pt x="50804" y="7501"/>
                </a:lnTo>
                <a:lnTo>
                  <a:pt x="50358" y="5884"/>
                </a:lnTo>
                <a:lnTo>
                  <a:pt x="49995" y="4434"/>
                </a:lnTo>
                <a:lnTo>
                  <a:pt x="49688" y="3151"/>
                </a:lnTo>
                <a:lnTo>
                  <a:pt x="49437" y="2064"/>
                </a:lnTo>
                <a:lnTo>
                  <a:pt x="49242" y="1171"/>
                </a:lnTo>
                <a:lnTo>
                  <a:pt x="49019" y="0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49" name="Google Shape;2149;p26"/>
          <p:cNvSpPr/>
          <p:nvPr/>
        </p:nvSpPr>
        <p:spPr>
          <a:xfrm>
            <a:off x="8550863" y="110097"/>
            <a:ext cx="457237" cy="429412"/>
          </a:xfrm>
          <a:custGeom>
            <a:rect b="b" l="l" r="r" t="t"/>
            <a:pathLst>
              <a:path extrusionOk="0" h="92099" w="98067">
                <a:moveTo>
                  <a:pt x="49019" y="0"/>
                </a:moveTo>
                <a:lnTo>
                  <a:pt x="48824" y="1171"/>
                </a:lnTo>
                <a:lnTo>
                  <a:pt x="48629" y="2064"/>
                </a:lnTo>
                <a:lnTo>
                  <a:pt x="48378" y="3151"/>
                </a:lnTo>
                <a:lnTo>
                  <a:pt x="48071" y="4434"/>
                </a:lnTo>
                <a:lnTo>
                  <a:pt x="47709" y="5884"/>
                </a:lnTo>
                <a:lnTo>
                  <a:pt x="47263" y="7501"/>
                </a:lnTo>
                <a:lnTo>
                  <a:pt x="46733" y="9230"/>
                </a:lnTo>
                <a:lnTo>
                  <a:pt x="46119" y="11070"/>
                </a:lnTo>
                <a:lnTo>
                  <a:pt x="45422" y="13050"/>
                </a:lnTo>
                <a:lnTo>
                  <a:pt x="44641" y="15085"/>
                </a:lnTo>
                <a:lnTo>
                  <a:pt x="43777" y="17177"/>
                </a:lnTo>
                <a:lnTo>
                  <a:pt x="43303" y="18264"/>
                </a:lnTo>
                <a:lnTo>
                  <a:pt x="42801" y="19351"/>
                </a:lnTo>
                <a:lnTo>
                  <a:pt x="42271" y="20439"/>
                </a:lnTo>
                <a:lnTo>
                  <a:pt x="41742" y="21554"/>
                </a:lnTo>
                <a:lnTo>
                  <a:pt x="41156" y="22670"/>
                </a:lnTo>
                <a:lnTo>
                  <a:pt x="40543" y="23785"/>
                </a:lnTo>
                <a:lnTo>
                  <a:pt x="39929" y="24900"/>
                </a:lnTo>
                <a:lnTo>
                  <a:pt x="39260" y="25988"/>
                </a:lnTo>
                <a:lnTo>
                  <a:pt x="38563" y="27103"/>
                </a:lnTo>
                <a:lnTo>
                  <a:pt x="37838" y="28218"/>
                </a:lnTo>
                <a:lnTo>
                  <a:pt x="37113" y="29306"/>
                </a:lnTo>
                <a:lnTo>
                  <a:pt x="36332" y="30421"/>
                </a:lnTo>
                <a:lnTo>
                  <a:pt x="35524" y="31481"/>
                </a:lnTo>
                <a:lnTo>
                  <a:pt x="34687" y="32568"/>
                </a:lnTo>
                <a:lnTo>
                  <a:pt x="33795" y="33600"/>
                </a:lnTo>
                <a:lnTo>
                  <a:pt x="32903" y="34659"/>
                </a:lnTo>
                <a:lnTo>
                  <a:pt x="31954" y="35663"/>
                </a:lnTo>
                <a:lnTo>
                  <a:pt x="30979" y="36667"/>
                </a:lnTo>
                <a:lnTo>
                  <a:pt x="29975" y="37643"/>
                </a:lnTo>
                <a:lnTo>
                  <a:pt x="28943" y="38591"/>
                </a:lnTo>
                <a:lnTo>
                  <a:pt x="27856" y="39511"/>
                </a:lnTo>
                <a:lnTo>
                  <a:pt x="26740" y="40403"/>
                </a:lnTo>
                <a:lnTo>
                  <a:pt x="25597" y="41268"/>
                </a:lnTo>
                <a:lnTo>
                  <a:pt x="24426" y="42104"/>
                </a:lnTo>
                <a:lnTo>
                  <a:pt x="23199" y="42885"/>
                </a:lnTo>
                <a:lnTo>
                  <a:pt x="21944" y="43638"/>
                </a:lnTo>
                <a:lnTo>
                  <a:pt x="20634" y="44363"/>
                </a:lnTo>
                <a:lnTo>
                  <a:pt x="19295" y="45060"/>
                </a:lnTo>
                <a:lnTo>
                  <a:pt x="17929" y="45673"/>
                </a:lnTo>
                <a:lnTo>
                  <a:pt x="16507" y="46287"/>
                </a:lnTo>
                <a:lnTo>
                  <a:pt x="15057" y="46816"/>
                </a:lnTo>
                <a:lnTo>
                  <a:pt x="13551" y="47318"/>
                </a:lnTo>
                <a:lnTo>
                  <a:pt x="12018" y="47765"/>
                </a:lnTo>
                <a:lnTo>
                  <a:pt x="10428" y="48155"/>
                </a:lnTo>
                <a:lnTo>
                  <a:pt x="8811" y="48489"/>
                </a:lnTo>
                <a:lnTo>
                  <a:pt x="7138" y="48768"/>
                </a:lnTo>
                <a:lnTo>
                  <a:pt x="5409" y="48991"/>
                </a:lnTo>
                <a:lnTo>
                  <a:pt x="3653" y="49159"/>
                </a:lnTo>
                <a:lnTo>
                  <a:pt x="1868" y="49242"/>
                </a:lnTo>
                <a:lnTo>
                  <a:pt x="948" y="49270"/>
                </a:lnTo>
                <a:lnTo>
                  <a:pt x="0" y="49298"/>
                </a:lnTo>
                <a:lnTo>
                  <a:pt x="474" y="49438"/>
                </a:lnTo>
                <a:lnTo>
                  <a:pt x="1840" y="49856"/>
                </a:lnTo>
                <a:lnTo>
                  <a:pt x="3959" y="50581"/>
                </a:lnTo>
                <a:lnTo>
                  <a:pt x="5270" y="51055"/>
                </a:lnTo>
                <a:lnTo>
                  <a:pt x="6720" y="51585"/>
                </a:lnTo>
                <a:lnTo>
                  <a:pt x="8309" y="52226"/>
                </a:lnTo>
                <a:lnTo>
                  <a:pt x="10010" y="52951"/>
                </a:lnTo>
                <a:lnTo>
                  <a:pt x="11823" y="53732"/>
                </a:lnTo>
                <a:lnTo>
                  <a:pt x="13719" y="54624"/>
                </a:lnTo>
                <a:lnTo>
                  <a:pt x="15698" y="55600"/>
                </a:lnTo>
                <a:lnTo>
                  <a:pt x="17762" y="56631"/>
                </a:lnTo>
                <a:lnTo>
                  <a:pt x="19853" y="57775"/>
                </a:lnTo>
                <a:lnTo>
                  <a:pt x="21972" y="59001"/>
                </a:lnTo>
                <a:lnTo>
                  <a:pt x="23032" y="59671"/>
                </a:lnTo>
                <a:lnTo>
                  <a:pt x="24119" y="60340"/>
                </a:lnTo>
                <a:lnTo>
                  <a:pt x="25179" y="61037"/>
                </a:lnTo>
                <a:lnTo>
                  <a:pt x="26266" y="61762"/>
                </a:lnTo>
                <a:lnTo>
                  <a:pt x="27354" y="62487"/>
                </a:lnTo>
                <a:lnTo>
                  <a:pt x="28413" y="63268"/>
                </a:lnTo>
                <a:lnTo>
                  <a:pt x="29473" y="64048"/>
                </a:lnTo>
                <a:lnTo>
                  <a:pt x="30532" y="64857"/>
                </a:lnTo>
                <a:lnTo>
                  <a:pt x="31592" y="65693"/>
                </a:lnTo>
                <a:lnTo>
                  <a:pt x="32624" y="66558"/>
                </a:lnTo>
                <a:lnTo>
                  <a:pt x="33627" y="67450"/>
                </a:lnTo>
                <a:lnTo>
                  <a:pt x="34659" y="68370"/>
                </a:lnTo>
                <a:lnTo>
                  <a:pt x="35635" y="69290"/>
                </a:lnTo>
                <a:lnTo>
                  <a:pt x="36611" y="70266"/>
                </a:lnTo>
                <a:lnTo>
                  <a:pt x="37559" y="71242"/>
                </a:lnTo>
                <a:lnTo>
                  <a:pt x="38507" y="72274"/>
                </a:lnTo>
                <a:lnTo>
                  <a:pt x="39399" y="73306"/>
                </a:lnTo>
                <a:lnTo>
                  <a:pt x="40292" y="74365"/>
                </a:lnTo>
                <a:lnTo>
                  <a:pt x="41156" y="75453"/>
                </a:lnTo>
                <a:lnTo>
                  <a:pt x="41993" y="76568"/>
                </a:lnTo>
                <a:lnTo>
                  <a:pt x="42773" y="77711"/>
                </a:lnTo>
                <a:lnTo>
                  <a:pt x="43554" y="78882"/>
                </a:lnTo>
                <a:lnTo>
                  <a:pt x="44279" y="80081"/>
                </a:lnTo>
                <a:lnTo>
                  <a:pt x="44976" y="81308"/>
                </a:lnTo>
                <a:lnTo>
                  <a:pt x="45617" y="82563"/>
                </a:lnTo>
                <a:lnTo>
                  <a:pt x="46259" y="83846"/>
                </a:lnTo>
                <a:lnTo>
                  <a:pt x="46816" y="85156"/>
                </a:lnTo>
                <a:lnTo>
                  <a:pt x="47374" y="86494"/>
                </a:lnTo>
                <a:lnTo>
                  <a:pt x="47848" y="87833"/>
                </a:lnTo>
                <a:lnTo>
                  <a:pt x="48294" y="89227"/>
                </a:lnTo>
                <a:lnTo>
                  <a:pt x="48685" y="90649"/>
                </a:lnTo>
                <a:lnTo>
                  <a:pt x="49019" y="92099"/>
                </a:lnTo>
                <a:lnTo>
                  <a:pt x="49382" y="90649"/>
                </a:lnTo>
                <a:lnTo>
                  <a:pt x="49772" y="89227"/>
                </a:lnTo>
                <a:lnTo>
                  <a:pt x="50218" y="87833"/>
                </a:lnTo>
                <a:lnTo>
                  <a:pt x="50692" y="86494"/>
                </a:lnTo>
                <a:lnTo>
                  <a:pt x="51250" y="85156"/>
                </a:lnTo>
                <a:lnTo>
                  <a:pt x="51808" y="83846"/>
                </a:lnTo>
                <a:lnTo>
                  <a:pt x="52421" y="82563"/>
                </a:lnTo>
                <a:lnTo>
                  <a:pt x="53090" y="81308"/>
                </a:lnTo>
                <a:lnTo>
                  <a:pt x="53787" y="80081"/>
                </a:lnTo>
                <a:lnTo>
                  <a:pt x="54512" y="78882"/>
                </a:lnTo>
                <a:lnTo>
                  <a:pt x="55293" y="77711"/>
                </a:lnTo>
                <a:lnTo>
                  <a:pt x="56074" y="76568"/>
                </a:lnTo>
                <a:lnTo>
                  <a:pt x="56910" y="75453"/>
                </a:lnTo>
                <a:lnTo>
                  <a:pt x="57775" y="74365"/>
                </a:lnTo>
                <a:lnTo>
                  <a:pt x="58639" y="73306"/>
                </a:lnTo>
                <a:lnTo>
                  <a:pt x="59559" y="72274"/>
                </a:lnTo>
                <a:lnTo>
                  <a:pt x="60479" y="71242"/>
                </a:lnTo>
                <a:lnTo>
                  <a:pt x="61455" y="70266"/>
                </a:lnTo>
                <a:lnTo>
                  <a:pt x="62431" y="69290"/>
                </a:lnTo>
                <a:lnTo>
                  <a:pt x="63407" y="68370"/>
                </a:lnTo>
                <a:lnTo>
                  <a:pt x="64411" y="67450"/>
                </a:lnTo>
                <a:lnTo>
                  <a:pt x="65443" y="66558"/>
                </a:lnTo>
                <a:lnTo>
                  <a:pt x="66474" y="65693"/>
                </a:lnTo>
                <a:lnTo>
                  <a:pt x="67534" y="64857"/>
                </a:lnTo>
                <a:lnTo>
                  <a:pt x="68593" y="64048"/>
                </a:lnTo>
                <a:lnTo>
                  <a:pt x="69653" y="63268"/>
                </a:lnTo>
                <a:lnTo>
                  <a:pt x="70713" y="62487"/>
                </a:lnTo>
                <a:lnTo>
                  <a:pt x="71800" y="61762"/>
                </a:lnTo>
                <a:lnTo>
                  <a:pt x="72860" y="61037"/>
                </a:lnTo>
                <a:lnTo>
                  <a:pt x="73947" y="60340"/>
                </a:lnTo>
                <a:lnTo>
                  <a:pt x="75034" y="59671"/>
                </a:lnTo>
                <a:lnTo>
                  <a:pt x="76094" y="59001"/>
                </a:lnTo>
                <a:lnTo>
                  <a:pt x="78213" y="57775"/>
                </a:lnTo>
                <a:lnTo>
                  <a:pt x="80304" y="56631"/>
                </a:lnTo>
                <a:lnTo>
                  <a:pt x="82368" y="55600"/>
                </a:lnTo>
                <a:lnTo>
                  <a:pt x="84348" y="54624"/>
                </a:lnTo>
                <a:lnTo>
                  <a:pt x="86244" y="53732"/>
                </a:lnTo>
                <a:lnTo>
                  <a:pt x="88056" y="52951"/>
                </a:lnTo>
                <a:lnTo>
                  <a:pt x="89757" y="52226"/>
                </a:lnTo>
                <a:lnTo>
                  <a:pt x="91346" y="51585"/>
                </a:lnTo>
                <a:lnTo>
                  <a:pt x="92796" y="51055"/>
                </a:lnTo>
                <a:lnTo>
                  <a:pt x="94107" y="50581"/>
                </a:lnTo>
                <a:lnTo>
                  <a:pt x="96226" y="49856"/>
                </a:lnTo>
                <a:lnTo>
                  <a:pt x="97592" y="49438"/>
                </a:lnTo>
                <a:lnTo>
                  <a:pt x="98066" y="49298"/>
                </a:lnTo>
                <a:lnTo>
                  <a:pt x="97118" y="49270"/>
                </a:lnTo>
                <a:lnTo>
                  <a:pt x="96198" y="49242"/>
                </a:lnTo>
                <a:lnTo>
                  <a:pt x="94413" y="49159"/>
                </a:lnTo>
                <a:lnTo>
                  <a:pt x="92657" y="48991"/>
                </a:lnTo>
                <a:lnTo>
                  <a:pt x="90928" y="48768"/>
                </a:lnTo>
                <a:lnTo>
                  <a:pt x="89255" y="48489"/>
                </a:lnTo>
                <a:lnTo>
                  <a:pt x="87638" y="48155"/>
                </a:lnTo>
                <a:lnTo>
                  <a:pt x="86048" y="47765"/>
                </a:lnTo>
                <a:lnTo>
                  <a:pt x="84515" y="47318"/>
                </a:lnTo>
                <a:lnTo>
                  <a:pt x="83009" y="46816"/>
                </a:lnTo>
                <a:lnTo>
                  <a:pt x="81559" y="46287"/>
                </a:lnTo>
                <a:lnTo>
                  <a:pt x="80137" y="45673"/>
                </a:lnTo>
                <a:lnTo>
                  <a:pt x="78771" y="45060"/>
                </a:lnTo>
                <a:lnTo>
                  <a:pt x="77432" y="44363"/>
                </a:lnTo>
                <a:lnTo>
                  <a:pt x="76122" y="43638"/>
                </a:lnTo>
                <a:lnTo>
                  <a:pt x="74867" y="42885"/>
                </a:lnTo>
                <a:lnTo>
                  <a:pt x="73640" y="42104"/>
                </a:lnTo>
                <a:lnTo>
                  <a:pt x="72469" y="41268"/>
                </a:lnTo>
                <a:lnTo>
                  <a:pt x="71298" y="40403"/>
                </a:lnTo>
                <a:lnTo>
                  <a:pt x="70211" y="39511"/>
                </a:lnTo>
                <a:lnTo>
                  <a:pt x="69123" y="38591"/>
                </a:lnTo>
                <a:lnTo>
                  <a:pt x="68091" y="37643"/>
                </a:lnTo>
                <a:lnTo>
                  <a:pt x="67088" y="36667"/>
                </a:lnTo>
                <a:lnTo>
                  <a:pt x="66112" y="35663"/>
                </a:lnTo>
                <a:lnTo>
                  <a:pt x="65164" y="34659"/>
                </a:lnTo>
                <a:lnTo>
                  <a:pt x="64271" y="33600"/>
                </a:lnTo>
                <a:lnTo>
                  <a:pt x="63379" y="32568"/>
                </a:lnTo>
                <a:lnTo>
                  <a:pt x="62543" y="31481"/>
                </a:lnTo>
                <a:lnTo>
                  <a:pt x="61734" y="30421"/>
                </a:lnTo>
                <a:lnTo>
                  <a:pt x="60953" y="29306"/>
                </a:lnTo>
                <a:lnTo>
                  <a:pt x="60200" y="28218"/>
                </a:lnTo>
                <a:lnTo>
                  <a:pt x="59503" y="27103"/>
                </a:lnTo>
                <a:lnTo>
                  <a:pt x="58806" y="25988"/>
                </a:lnTo>
                <a:lnTo>
                  <a:pt x="58137" y="24900"/>
                </a:lnTo>
                <a:lnTo>
                  <a:pt x="57524" y="23785"/>
                </a:lnTo>
                <a:lnTo>
                  <a:pt x="56910" y="22670"/>
                </a:lnTo>
                <a:lnTo>
                  <a:pt x="56325" y="21554"/>
                </a:lnTo>
                <a:lnTo>
                  <a:pt x="55795" y="20439"/>
                </a:lnTo>
                <a:lnTo>
                  <a:pt x="55265" y="19351"/>
                </a:lnTo>
                <a:lnTo>
                  <a:pt x="54763" y="18264"/>
                </a:lnTo>
                <a:lnTo>
                  <a:pt x="54289" y="17177"/>
                </a:lnTo>
                <a:lnTo>
                  <a:pt x="53425" y="15085"/>
                </a:lnTo>
                <a:lnTo>
                  <a:pt x="52644" y="13050"/>
                </a:lnTo>
                <a:lnTo>
                  <a:pt x="51947" y="11070"/>
                </a:lnTo>
                <a:lnTo>
                  <a:pt x="51334" y="9230"/>
                </a:lnTo>
                <a:lnTo>
                  <a:pt x="50804" y="7501"/>
                </a:lnTo>
                <a:lnTo>
                  <a:pt x="50358" y="5884"/>
                </a:lnTo>
                <a:lnTo>
                  <a:pt x="49995" y="4434"/>
                </a:lnTo>
                <a:lnTo>
                  <a:pt x="49688" y="3151"/>
                </a:lnTo>
                <a:lnTo>
                  <a:pt x="49437" y="2064"/>
                </a:lnTo>
                <a:lnTo>
                  <a:pt x="49242" y="1171"/>
                </a:lnTo>
                <a:lnTo>
                  <a:pt x="49019" y="0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50" name="Google Shape;2150;p26"/>
          <p:cNvSpPr/>
          <p:nvPr/>
        </p:nvSpPr>
        <p:spPr>
          <a:xfrm flipH="1">
            <a:off x="8601930" y="1355447"/>
            <a:ext cx="935332" cy="741278"/>
          </a:xfrm>
          <a:custGeom>
            <a:rect b="b" l="l" r="r" t="t"/>
            <a:pathLst>
              <a:path extrusionOk="0" h="13259" w="16730">
                <a:moveTo>
                  <a:pt x="14550" y="81"/>
                </a:moveTo>
                <a:lnTo>
                  <a:pt x="14772" y="122"/>
                </a:lnTo>
                <a:lnTo>
                  <a:pt x="15014" y="202"/>
                </a:lnTo>
                <a:lnTo>
                  <a:pt x="15216" y="324"/>
                </a:lnTo>
                <a:lnTo>
                  <a:pt x="15438" y="465"/>
                </a:lnTo>
                <a:lnTo>
                  <a:pt x="15640" y="667"/>
                </a:lnTo>
                <a:lnTo>
                  <a:pt x="15821" y="889"/>
                </a:lnTo>
                <a:lnTo>
                  <a:pt x="15983" y="1131"/>
                </a:lnTo>
                <a:lnTo>
                  <a:pt x="16144" y="1413"/>
                </a:lnTo>
                <a:lnTo>
                  <a:pt x="16245" y="1655"/>
                </a:lnTo>
                <a:lnTo>
                  <a:pt x="16346" y="1898"/>
                </a:lnTo>
                <a:lnTo>
                  <a:pt x="16427" y="2140"/>
                </a:lnTo>
                <a:lnTo>
                  <a:pt x="16487" y="2422"/>
                </a:lnTo>
                <a:lnTo>
                  <a:pt x="16548" y="2685"/>
                </a:lnTo>
                <a:lnTo>
                  <a:pt x="16588" y="2967"/>
                </a:lnTo>
                <a:lnTo>
                  <a:pt x="16628" y="3250"/>
                </a:lnTo>
                <a:lnTo>
                  <a:pt x="16649" y="3552"/>
                </a:lnTo>
                <a:lnTo>
                  <a:pt x="16649" y="3855"/>
                </a:lnTo>
                <a:lnTo>
                  <a:pt x="16649" y="4178"/>
                </a:lnTo>
                <a:lnTo>
                  <a:pt x="16588" y="4844"/>
                </a:lnTo>
                <a:lnTo>
                  <a:pt x="16487" y="5550"/>
                </a:lnTo>
                <a:lnTo>
                  <a:pt x="16326" y="6317"/>
                </a:lnTo>
                <a:lnTo>
                  <a:pt x="16144" y="7044"/>
                </a:lnTo>
                <a:lnTo>
                  <a:pt x="15942" y="7709"/>
                </a:lnTo>
                <a:lnTo>
                  <a:pt x="15720" y="8315"/>
                </a:lnTo>
                <a:lnTo>
                  <a:pt x="15458" y="8860"/>
                </a:lnTo>
                <a:lnTo>
                  <a:pt x="15317" y="9122"/>
                </a:lnTo>
                <a:lnTo>
                  <a:pt x="15176" y="9364"/>
                </a:lnTo>
                <a:lnTo>
                  <a:pt x="15014" y="9586"/>
                </a:lnTo>
                <a:lnTo>
                  <a:pt x="14873" y="9808"/>
                </a:lnTo>
                <a:lnTo>
                  <a:pt x="14691" y="10010"/>
                </a:lnTo>
                <a:lnTo>
                  <a:pt x="14530" y="10212"/>
                </a:lnTo>
                <a:lnTo>
                  <a:pt x="14348" y="10393"/>
                </a:lnTo>
                <a:lnTo>
                  <a:pt x="14146" y="10555"/>
                </a:lnTo>
                <a:lnTo>
                  <a:pt x="13803" y="10837"/>
                </a:lnTo>
                <a:lnTo>
                  <a:pt x="13440" y="11080"/>
                </a:lnTo>
                <a:lnTo>
                  <a:pt x="13036" y="11302"/>
                </a:lnTo>
                <a:lnTo>
                  <a:pt x="12633" y="11483"/>
                </a:lnTo>
                <a:lnTo>
                  <a:pt x="12229" y="11665"/>
                </a:lnTo>
                <a:lnTo>
                  <a:pt x="11805" y="11806"/>
                </a:lnTo>
                <a:lnTo>
                  <a:pt x="11402" y="11947"/>
                </a:lnTo>
                <a:lnTo>
                  <a:pt x="10978" y="12068"/>
                </a:lnTo>
                <a:lnTo>
                  <a:pt x="10373" y="12230"/>
                </a:lnTo>
                <a:lnTo>
                  <a:pt x="9787" y="12371"/>
                </a:lnTo>
                <a:lnTo>
                  <a:pt x="9202" y="12512"/>
                </a:lnTo>
                <a:lnTo>
                  <a:pt x="8597" y="12633"/>
                </a:lnTo>
                <a:lnTo>
                  <a:pt x="7991" y="12734"/>
                </a:lnTo>
                <a:lnTo>
                  <a:pt x="7386" y="12835"/>
                </a:lnTo>
                <a:lnTo>
                  <a:pt x="6801" y="12936"/>
                </a:lnTo>
                <a:lnTo>
                  <a:pt x="6195" y="12997"/>
                </a:lnTo>
                <a:lnTo>
                  <a:pt x="5590" y="13057"/>
                </a:lnTo>
                <a:lnTo>
                  <a:pt x="4964" y="13118"/>
                </a:lnTo>
                <a:lnTo>
                  <a:pt x="4359" y="13158"/>
                </a:lnTo>
                <a:lnTo>
                  <a:pt x="3754" y="13178"/>
                </a:lnTo>
                <a:lnTo>
                  <a:pt x="1917" y="13178"/>
                </a:lnTo>
                <a:lnTo>
                  <a:pt x="1312" y="13138"/>
                </a:lnTo>
                <a:lnTo>
                  <a:pt x="1070" y="13118"/>
                </a:lnTo>
                <a:lnTo>
                  <a:pt x="848" y="13077"/>
                </a:lnTo>
                <a:lnTo>
                  <a:pt x="646" y="13017"/>
                </a:lnTo>
                <a:lnTo>
                  <a:pt x="484" y="12956"/>
                </a:lnTo>
                <a:lnTo>
                  <a:pt x="343" y="12855"/>
                </a:lnTo>
                <a:lnTo>
                  <a:pt x="242" y="12754"/>
                </a:lnTo>
                <a:lnTo>
                  <a:pt x="162" y="12613"/>
                </a:lnTo>
                <a:lnTo>
                  <a:pt x="101" y="12472"/>
                </a:lnTo>
                <a:lnTo>
                  <a:pt x="81" y="12351"/>
                </a:lnTo>
                <a:lnTo>
                  <a:pt x="81" y="12210"/>
                </a:lnTo>
                <a:lnTo>
                  <a:pt x="101" y="12068"/>
                </a:lnTo>
                <a:lnTo>
                  <a:pt x="121" y="11907"/>
                </a:lnTo>
                <a:lnTo>
                  <a:pt x="182" y="11745"/>
                </a:lnTo>
                <a:lnTo>
                  <a:pt x="242" y="11584"/>
                </a:lnTo>
                <a:lnTo>
                  <a:pt x="384" y="11241"/>
                </a:lnTo>
                <a:lnTo>
                  <a:pt x="606" y="10878"/>
                </a:lnTo>
                <a:lnTo>
                  <a:pt x="848" y="10515"/>
                </a:lnTo>
                <a:lnTo>
                  <a:pt x="1110" y="10131"/>
                </a:lnTo>
                <a:lnTo>
                  <a:pt x="1413" y="9768"/>
                </a:lnTo>
                <a:lnTo>
                  <a:pt x="1715" y="9405"/>
                </a:lnTo>
                <a:lnTo>
                  <a:pt x="2038" y="9062"/>
                </a:lnTo>
                <a:lnTo>
                  <a:pt x="2341" y="8739"/>
                </a:lnTo>
                <a:lnTo>
                  <a:pt x="2644" y="8456"/>
                </a:lnTo>
                <a:lnTo>
                  <a:pt x="2926" y="8194"/>
                </a:lnTo>
                <a:lnTo>
                  <a:pt x="3189" y="7972"/>
                </a:lnTo>
                <a:lnTo>
                  <a:pt x="3411" y="7790"/>
                </a:lnTo>
                <a:lnTo>
                  <a:pt x="3592" y="7669"/>
                </a:lnTo>
                <a:lnTo>
                  <a:pt x="4198" y="7306"/>
                </a:lnTo>
                <a:lnTo>
                  <a:pt x="4823" y="6983"/>
                </a:lnTo>
                <a:lnTo>
                  <a:pt x="6095" y="6357"/>
                </a:lnTo>
                <a:lnTo>
                  <a:pt x="6720" y="6055"/>
                </a:lnTo>
                <a:lnTo>
                  <a:pt x="7346" y="5752"/>
                </a:lnTo>
                <a:lnTo>
                  <a:pt x="7971" y="5409"/>
                </a:lnTo>
                <a:lnTo>
                  <a:pt x="8597" y="5066"/>
                </a:lnTo>
                <a:lnTo>
                  <a:pt x="9101" y="4723"/>
                </a:lnTo>
                <a:lnTo>
                  <a:pt x="9606" y="4360"/>
                </a:lnTo>
                <a:lnTo>
                  <a:pt x="10110" y="3976"/>
                </a:lnTo>
                <a:lnTo>
                  <a:pt x="10574" y="3573"/>
                </a:lnTo>
                <a:lnTo>
                  <a:pt x="11018" y="3149"/>
                </a:lnTo>
                <a:lnTo>
                  <a:pt x="11442" y="2705"/>
                </a:lnTo>
                <a:lnTo>
                  <a:pt x="11866" y="2241"/>
                </a:lnTo>
                <a:lnTo>
                  <a:pt x="12249" y="1756"/>
                </a:lnTo>
                <a:lnTo>
                  <a:pt x="12290" y="1716"/>
                </a:lnTo>
                <a:lnTo>
                  <a:pt x="12754" y="1131"/>
                </a:lnTo>
                <a:lnTo>
                  <a:pt x="12996" y="868"/>
                </a:lnTo>
                <a:lnTo>
                  <a:pt x="13238" y="606"/>
                </a:lnTo>
                <a:lnTo>
                  <a:pt x="13521" y="404"/>
                </a:lnTo>
                <a:lnTo>
                  <a:pt x="13662" y="303"/>
                </a:lnTo>
                <a:lnTo>
                  <a:pt x="13803" y="223"/>
                </a:lnTo>
                <a:lnTo>
                  <a:pt x="13965" y="162"/>
                </a:lnTo>
                <a:lnTo>
                  <a:pt x="14126" y="122"/>
                </a:lnTo>
                <a:lnTo>
                  <a:pt x="14288" y="102"/>
                </a:lnTo>
                <a:lnTo>
                  <a:pt x="14449" y="81"/>
                </a:lnTo>
                <a:close/>
                <a:moveTo>
                  <a:pt x="14368" y="1"/>
                </a:moveTo>
                <a:lnTo>
                  <a:pt x="14187" y="21"/>
                </a:lnTo>
                <a:lnTo>
                  <a:pt x="14025" y="61"/>
                </a:lnTo>
                <a:lnTo>
                  <a:pt x="13864" y="122"/>
                </a:lnTo>
                <a:lnTo>
                  <a:pt x="13702" y="202"/>
                </a:lnTo>
                <a:lnTo>
                  <a:pt x="13541" y="283"/>
                </a:lnTo>
                <a:lnTo>
                  <a:pt x="13400" y="384"/>
                </a:lnTo>
                <a:lnTo>
                  <a:pt x="13238" y="505"/>
                </a:lnTo>
                <a:lnTo>
                  <a:pt x="12976" y="768"/>
                </a:lnTo>
                <a:lnTo>
                  <a:pt x="12714" y="1050"/>
                </a:lnTo>
                <a:lnTo>
                  <a:pt x="12451" y="1353"/>
                </a:lnTo>
                <a:lnTo>
                  <a:pt x="12229" y="1655"/>
                </a:lnTo>
                <a:lnTo>
                  <a:pt x="12189" y="1716"/>
                </a:lnTo>
                <a:lnTo>
                  <a:pt x="11805" y="2200"/>
                </a:lnTo>
                <a:lnTo>
                  <a:pt x="11382" y="2664"/>
                </a:lnTo>
                <a:lnTo>
                  <a:pt x="10958" y="3088"/>
                </a:lnTo>
                <a:lnTo>
                  <a:pt x="10514" y="3512"/>
                </a:lnTo>
                <a:lnTo>
                  <a:pt x="10050" y="3916"/>
                </a:lnTo>
                <a:lnTo>
                  <a:pt x="9565" y="4299"/>
                </a:lnTo>
                <a:lnTo>
                  <a:pt x="9061" y="4662"/>
                </a:lnTo>
                <a:lnTo>
                  <a:pt x="8556" y="4985"/>
                </a:lnTo>
                <a:lnTo>
                  <a:pt x="7931" y="5348"/>
                </a:lnTo>
                <a:lnTo>
                  <a:pt x="7305" y="5671"/>
                </a:lnTo>
                <a:lnTo>
                  <a:pt x="6680" y="5994"/>
                </a:lnTo>
                <a:lnTo>
                  <a:pt x="6054" y="6297"/>
                </a:lnTo>
                <a:lnTo>
                  <a:pt x="4783" y="6902"/>
                </a:lnTo>
                <a:lnTo>
                  <a:pt x="4157" y="7245"/>
                </a:lnTo>
                <a:lnTo>
                  <a:pt x="3552" y="7588"/>
                </a:lnTo>
                <a:lnTo>
                  <a:pt x="3370" y="7709"/>
                </a:lnTo>
                <a:lnTo>
                  <a:pt x="3168" y="7891"/>
                </a:lnTo>
                <a:lnTo>
                  <a:pt x="2624" y="8375"/>
                </a:lnTo>
                <a:lnTo>
                  <a:pt x="2321" y="8658"/>
                </a:lnTo>
                <a:lnTo>
                  <a:pt x="1998" y="8981"/>
                </a:lnTo>
                <a:lnTo>
                  <a:pt x="1675" y="9344"/>
                </a:lnTo>
                <a:lnTo>
                  <a:pt x="1352" y="9707"/>
                </a:lnTo>
                <a:lnTo>
                  <a:pt x="1050" y="10071"/>
                </a:lnTo>
                <a:lnTo>
                  <a:pt x="787" y="10454"/>
                </a:lnTo>
                <a:lnTo>
                  <a:pt x="525" y="10837"/>
                </a:lnTo>
                <a:lnTo>
                  <a:pt x="323" y="11201"/>
                </a:lnTo>
                <a:lnTo>
                  <a:pt x="162" y="11564"/>
                </a:lnTo>
                <a:lnTo>
                  <a:pt x="101" y="11725"/>
                </a:lnTo>
                <a:lnTo>
                  <a:pt x="41" y="11907"/>
                </a:lnTo>
                <a:lnTo>
                  <a:pt x="20" y="12068"/>
                </a:lnTo>
                <a:lnTo>
                  <a:pt x="0" y="12210"/>
                </a:lnTo>
                <a:lnTo>
                  <a:pt x="0" y="12371"/>
                </a:lnTo>
                <a:lnTo>
                  <a:pt x="41" y="12492"/>
                </a:lnTo>
                <a:lnTo>
                  <a:pt x="81" y="12654"/>
                </a:lnTo>
                <a:lnTo>
                  <a:pt x="182" y="12795"/>
                </a:lnTo>
                <a:lnTo>
                  <a:pt x="283" y="12916"/>
                </a:lnTo>
                <a:lnTo>
                  <a:pt x="444" y="13017"/>
                </a:lnTo>
                <a:lnTo>
                  <a:pt x="606" y="13098"/>
                </a:lnTo>
                <a:lnTo>
                  <a:pt x="807" y="13158"/>
                </a:lnTo>
                <a:lnTo>
                  <a:pt x="1050" y="13198"/>
                </a:lnTo>
                <a:lnTo>
                  <a:pt x="1312" y="13219"/>
                </a:lnTo>
                <a:lnTo>
                  <a:pt x="2099" y="13259"/>
                </a:lnTo>
                <a:lnTo>
                  <a:pt x="2886" y="13259"/>
                </a:lnTo>
                <a:lnTo>
                  <a:pt x="3915" y="13239"/>
                </a:lnTo>
                <a:lnTo>
                  <a:pt x="4944" y="13198"/>
                </a:lnTo>
                <a:lnTo>
                  <a:pt x="5973" y="13098"/>
                </a:lnTo>
                <a:lnTo>
                  <a:pt x="6982" y="12976"/>
                </a:lnTo>
                <a:lnTo>
                  <a:pt x="7991" y="12835"/>
                </a:lnTo>
                <a:lnTo>
                  <a:pt x="9000" y="12633"/>
                </a:lnTo>
                <a:lnTo>
                  <a:pt x="10009" y="12411"/>
                </a:lnTo>
                <a:lnTo>
                  <a:pt x="10998" y="12149"/>
                </a:lnTo>
                <a:lnTo>
                  <a:pt x="11422" y="12028"/>
                </a:lnTo>
                <a:lnTo>
                  <a:pt x="11846" y="11887"/>
                </a:lnTo>
                <a:lnTo>
                  <a:pt x="12270" y="11725"/>
                </a:lnTo>
                <a:lnTo>
                  <a:pt x="12673" y="11564"/>
                </a:lnTo>
                <a:lnTo>
                  <a:pt x="13077" y="11362"/>
                </a:lnTo>
                <a:lnTo>
                  <a:pt x="13480" y="11160"/>
                </a:lnTo>
                <a:lnTo>
                  <a:pt x="13844" y="10898"/>
                </a:lnTo>
                <a:lnTo>
                  <a:pt x="14207" y="10615"/>
                </a:lnTo>
                <a:lnTo>
                  <a:pt x="14409" y="10454"/>
                </a:lnTo>
                <a:lnTo>
                  <a:pt x="14590" y="10272"/>
                </a:lnTo>
                <a:lnTo>
                  <a:pt x="14752" y="10071"/>
                </a:lnTo>
                <a:lnTo>
                  <a:pt x="14933" y="9869"/>
                </a:lnTo>
                <a:lnTo>
                  <a:pt x="15095" y="9647"/>
                </a:lnTo>
                <a:lnTo>
                  <a:pt x="15236" y="9405"/>
                </a:lnTo>
                <a:lnTo>
                  <a:pt x="15398" y="9162"/>
                </a:lnTo>
                <a:lnTo>
                  <a:pt x="15519" y="8900"/>
                </a:lnTo>
                <a:lnTo>
                  <a:pt x="15781" y="8355"/>
                </a:lnTo>
                <a:lnTo>
                  <a:pt x="16023" y="7730"/>
                </a:lnTo>
                <a:lnTo>
                  <a:pt x="16225" y="7064"/>
                </a:lnTo>
                <a:lnTo>
                  <a:pt x="16407" y="6337"/>
                </a:lnTo>
                <a:lnTo>
                  <a:pt x="16568" y="5570"/>
                </a:lnTo>
                <a:lnTo>
                  <a:pt x="16669" y="4844"/>
                </a:lnTo>
                <a:lnTo>
                  <a:pt x="16729" y="4178"/>
                </a:lnTo>
                <a:lnTo>
                  <a:pt x="16729" y="3855"/>
                </a:lnTo>
                <a:lnTo>
                  <a:pt x="16729" y="3532"/>
                </a:lnTo>
                <a:lnTo>
                  <a:pt x="16709" y="3250"/>
                </a:lnTo>
                <a:lnTo>
                  <a:pt x="16669" y="2947"/>
                </a:lnTo>
                <a:lnTo>
                  <a:pt x="16628" y="2664"/>
                </a:lnTo>
                <a:lnTo>
                  <a:pt x="16568" y="2382"/>
                </a:lnTo>
                <a:lnTo>
                  <a:pt x="16507" y="2120"/>
                </a:lnTo>
                <a:lnTo>
                  <a:pt x="16427" y="1857"/>
                </a:lnTo>
                <a:lnTo>
                  <a:pt x="16326" y="1615"/>
                </a:lnTo>
                <a:lnTo>
                  <a:pt x="16205" y="1373"/>
                </a:lnTo>
                <a:lnTo>
                  <a:pt x="16063" y="1090"/>
                </a:lnTo>
                <a:lnTo>
                  <a:pt x="15882" y="828"/>
                </a:lnTo>
                <a:lnTo>
                  <a:pt x="15680" y="606"/>
                </a:lnTo>
                <a:lnTo>
                  <a:pt x="15478" y="404"/>
                </a:lnTo>
                <a:lnTo>
                  <a:pt x="15256" y="243"/>
                </a:lnTo>
                <a:lnTo>
                  <a:pt x="15034" y="122"/>
                </a:lnTo>
                <a:lnTo>
                  <a:pt x="14792" y="41"/>
                </a:lnTo>
                <a:lnTo>
                  <a:pt x="14550" y="1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51" name="Google Shape;2151;p26"/>
          <p:cNvSpPr/>
          <p:nvPr/>
        </p:nvSpPr>
        <p:spPr>
          <a:xfrm flipH="1">
            <a:off x="8703462" y="1462620"/>
            <a:ext cx="653335" cy="572101"/>
          </a:xfrm>
          <a:custGeom>
            <a:rect b="b" l="l" r="r" t="t"/>
            <a:pathLst>
              <a:path extrusionOk="0" h="10233" w="11686">
                <a:moveTo>
                  <a:pt x="10817" y="82"/>
                </a:moveTo>
                <a:lnTo>
                  <a:pt x="10918" y="102"/>
                </a:lnTo>
                <a:lnTo>
                  <a:pt x="10979" y="142"/>
                </a:lnTo>
                <a:lnTo>
                  <a:pt x="11039" y="182"/>
                </a:lnTo>
                <a:lnTo>
                  <a:pt x="11120" y="303"/>
                </a:lnTo>
                <a:lnTo>
                  <a:pt x="11201" y="445"/>
                </a:lnTo>
                <a:lnTo>
                  <a:pt x="11241" y="586"/>
                </a:lnTo>
                <a:lnTo>
                  <a:pt x="11382" y="1191"/>
                </a:lnTo>
                <a:lnTo>
                  <a:pt x="11504" y="1797"/>
                </a:lnTo>
                <a:lnTo>
                  <a:pt x="11564" y="2422"/>
                </a:lnTo>
                <a:lnTo>
                  <a:pt x="11604" y="3028"/>
                </a:lnTo>
                <a:lnTo>
                  <a:pt x="11584" y="3653"/>
                </a:lnTo>
                <a:lnTo>
                  <a:pt x="11544" y="4259"/>
                </a:lnTo>
                <a:lnTo>
                  <a:pt x="11463" y="4884"/>
                </a:lnTo>
                <a:lnTo>
                  <a:pt x="11342" y="5490"/>
                </a:lnTo>
                <a:lnTo>
                  <a:pt x="11241" y="5853"/>
                </a:lnTo>
                <a:lnTo>
                  <a:pt x="11140" y="6176"/>
                </a:lnTo>
                <a:lnTo>
                  <a:pt x="11019" y="6499"/>
                </a:lnTo>
                <a:lnTo>
                  <a:pt x="10878" y="6781"/>
                </a:lnTo>
                <a:lnTo>
                  <a:pt x="10737" y="7044"/>
                </a:lnTo>
                <a:lnTo>
                  <a:pt x="10575" y="7286"/>
                </a:lnTo>
                <a:lnTo>
                  <a:pt x="10414" y="7488"/>
                </a:lnTo>
                <a:lnTo>
                  <a:pt x="10212" y="7669"/>
                </a:lnTo>
                <a:lnTo>
                  <a:pt x="10030" y="7831"/>
                </a:lnTo>
                <a:lnTo>
                  <a:pt x="9849" y="7972"/>
                </a:lnTo>
                <a:lnTo>
                  <a:pt x="9647" y="8093"/>
                </a:lnTo>
                <a:lnTo>
                  <a:pt x="9425" y="8194"/>
                </a:lnTo>
                <a:lnTo>
                  <a:pt x="9001" y="8396"/>
                </a:lnTo>
                <a:lnTo>
                  <a:pt x="8557" y="8557"/>
                </a:lnTo>
                <a:lnTo>
                  <a:pt x="7730" y="8840"/>
                </a:lnTo>
                <a:lnTo>
                  <a:pt x="6862" y="9142"/>
                </a:lnTo>
                <a:lnTo>
                  <a:pt x="5974" y="9405"/>
                </a:lnTo>
                <a:lnTo>
                  <a:pt x="5066" y="9647"/>
                </a:lnTo>
                <a:lnTo>
                  <a:pt x="4158" y="9849"/>
                </a:lnTo>
                <a:lnTo>
                  <a:pt x="3714" y="9950"/>
                </a:lnTo>
                <a:lnTo>
                  <a:pt x="3270" y="10010"/>
                </a:lnTo>
                <a:lnTo>
                  <a:pt x="2806" y="10071"/>
                </a:lnTo>
                <a:lnTo>
                  <a:pt x="2362" y="10111"/>
                </a:lnTo>
                <a:lnTo>
                  <a:pt x="1918" y="10151"/>
                </a:lnTo>
                <a:lnTo>
                  <a:pt x="1252" y="10151"/>
                </a:lnTo>
                <a:lnTo>
                  <a:pt x="1070" y="10131"/>
                </a:lnTo>
                <a:lnTo>
                  <a:pt x="889" y="10071"/>
                </a:lnTo>
                <a:lnTo>
                  <a:pt x="707" y="10010"/>
                </a:lnTo>
                <a:lnTo>
                  <a:pt x="566" y="9950"/>
                </a:lnTo>
                <a:lnTo>
                  <a:pt x="425" y="9849"/>
                </a:lnTo>
                <a:lnTo>
                  <a:pt x="324" y="9748"/>
                </a:lnTo>
                <a:lnTo>
                  <a:pt x="223" y="9627"/>
                </a:lnTo>
                <a:lnTo>
                  <a:pt x="162" y="9526"/>
                </a:lnTo>
                <a:lnTo>
                  <a:pt x="122" y="9405"/>
                </a:lnTo>
                <a:lnTo>
                  <a:pt x="102" y="9284"/>
                </a:lnTo>
                <a:lnTo>
                  <a:pt x="82" y="9163"/>
                </a:lnTo>
                <a:lnTo>
                  <a:pt x="102" y="9021"/>
                </a:lnTo>
                <a:lnTo>
                  <a:pt x="122" y="8880"/>
                </a:lnTo>
                <a:lnTo>
                  <a:pt x="162" y="8739"/>
                </a:lnTo>
                <a:lnTo>
                  <a:pt x="223" y="8577"/>
                </a:lnTo>
                <a:lnTo>
                  <a:pt x="324" y="8416"/>
                </a:lnTo>
                <a:lnTo>
                  <a:pt x="425" y="8234"/>
                </a:lnTo>
                <a:lnTo>
                  <a:pt x="546" y="8073"/>
                </a:lnTo>
                <a:lnTo>
                  <a:pt x="667" y="7911"/>
                </a:lnTo>
                <a:lnTo>
                  <a:pt x="970" y="7589"/>
                </a:lnTo>
                <a:lnTo>
                  <a:pt x="1292" y="7306"/>
                </a:lnTo>
                <a:lnTo>
                  <a:pt x="1615" y="7064"/>
                </a:lnTo>
                <a:lnTo>
                  <a:pt x="1979" y="6822"/>
                </a:lnTo>
                <a:lnTo>
                  <a:pt x="2322" y="6620"/>
                </a:lnTo>
                <a:lnTo>
                  <a:pt x="2645" y="6438"/>
                </a:lnTo>
                <a:lnTo>
                  <a:pt x="3008" y="6257"/>
                </a:lnTo>
                <a:lnTo>
                  <a:pt x="3391" y="6075"/>
                </a:lnTo>
                <a:lnTo>
                  <a:pt x="4138" y="5752"/>
                </a:lnTo>
                <a:lnTo>
                  <a:pt x="5107" y="5328"/>
                </a:lnTo>
                <a:lnTo>
                  <a:pt x="5591" y="5086"/>
                </a:lnTo>
                <a:lnTo>
                  <a:pt x="6055" y="4824"/>
                </a:lnTo>
                <a:lnTo>
                  <a:pt x="6459" y="4582"/>
                </a:lnTo>
                <a:lnTo>
                  <a:pt x="6822" y="4319"/>
                </a:lnTo>
                <a:lnTo>
                  <a:pt x="7185" y="4017"/>
                </a:lnTo>
                <a:lnTo>
                  <a:pt x="7528" y="3714"/>
                </a:lnTo>
                <a:lnTo>
                  <a:pt x="7851" y="3391"/>
                </a:lnTo>
                <a:lnTo>
                  <a:pt x="8174" y="3048"/>
                </a:lnTo>
                <a:lnTo>
                  <a:pt x="8456" y="2685"/>
                </a:lnTo>
                <a:lnTo>
                  <a:pt x="8719" y="2301"/>
                </a:lnTo>
                <a:lnTo>
                  <a:pt x="9021" y="1817"/>
                </a:lnTo>
                <a:lnTo>
                  <a:pt x="9324" y="1353"/>
                </a:lnTo>
                <a:lnTo>
                  <a:pt x="9465" y="1131"/>
                </a:lnTo>
                <a:lnTo>
                  <a:pt x="9647" y="909"/>
                </a:lnTo>
                <a:lnTo>
                  <a:pt x="9808" y="707"/>
                </a:lnTo>
                <a:lnTo>
                  <a:pt x="10010" y="525"/>
                </a:lnTo>
                <a:lnTo>
                  <a:pt x="10212" y="344"/>
                </a:lnTo>
                <a:lnTo>
                  <a:pt x="10434" y="203"/>
                </a:lnTo>
                <a:lnTo>
                  <a:pt x="10575" y="122"/>
                </a:lnTo>
                <a:lnTo>
                  <a:pt x="10696" y="102"/>
                </a:lnTo>
                <a:lnTo>
                  <a:pt x="10817" y="82"/>
                </a:lnTo>
                <a:close/>
                <a:moveTo>
                  <a:pt x="10838" y="1"/>
                </a:moveTo>
                <a:lnTo>
                  <a:pt x="10696" y="21"/>
                </a:lnTo>
                <a:lnTo>
                  <a:pt x="10555" y="61"/>
                </a:lnTo>
                <a:lnTo>
                  <a:pt x="10394" y="122"/>
                </a:lnTo>
                <a:lnTo>
                  <a:pt x="10152" y="283"/>
                </a:lnTo>
                <a:lnTo>
                  <a:pt x="9950" y="445"/>
                </a:lnTo>
                <a:lnTo>
                  <a:pt x="9748" y="647"/>
                </a:lnTo>
                <a:lnTo>
                  <a:pt x="9586" y="848"/>
                </a:lnTo>
                <a:lnTo>
                  <a:pt x="9405" y="1070"/>
                </a:lnTo>
                <a:lnTo>
                  <a:pt x="9264" y="1312"/>
                </a:lnTo>
                <a:lnTo>
                  <a:pt x="8961" y="1777"/>
                </a:lnTo>
                <a:lnTo>
                  <a:pt x="8658" y="2261"/>
                </a:lnTo>
                <a:lnTo>
                  <a:pt x="8396" y="2624"/>
                </a:lnTo>
                <a:lnTo>
                  <a:pt x="8113" y="2987"/>
                </a:lnTo>
                <a:lnTo>
                  <a:pt x="7790" y="3331"/>
                </a:lnTo>
                <a:lnTo>
                  <a:pt x="7468" y="3653"/>
                </a:lnTo>
                <a:lnTo>
                  <a:pt x="7145" y="3956"/>
                </a:lnTo>
                <a:lnTo>
                  <a:pt x="6781" y="4239"/>
                </a:lnTo>
                <a:lnTo>
                  <a:pt x="6398" y="4521"/>
                </a:lnTo>
                <a:lnTo>
                  <a:pt x="6015" y="4763"/>
                </a:lnTo>
                <a:lnTo>
                  <a:pt x="5550" y="5026"/>
                </a:lnTo>
                <a:lnTo>
                  <a:pt x="5066" y="5248"/>
                </a:lnTo>
                <a:lnTo>
                  <a:pt x="4097" y="5692"/>
                </a:lnTo>
                <a:lnTo>
                  <a:pt x="3351" y="6014"/>
                </a:lnTo>
                <a:lnTo>
                  <a:pt x="2988" y="6176"/>
                </a:lnTo>
                <a:lnTo>
                  <a:pt x="2604" y="6358"/>
                </a:lnTo>
                <a:lnTo>
                  <a:pt x="2281" y="6539"/>
                </a:lnTo>
                <a:lnTo>
                  <a:pt x="1918" y="6761"/>
                </a:lnTo>
                <a:lnTo>
                  <a:pt x="1575" y="7003"/>
                </a:lnTo>
                <a:lnTo>
                  <a:pt x="1232" y="7266"/>
                </a:lnTo>
                <a:lnTo>
                  <a:pt x="909" y="7548"/>
                </a:lnTo>
                <a:lnTo>
                  <a:pt x="606" y="7851"/>
                </a:lnTo>
                <a:lnTo>
                  <a:pt x="485" y="8012"/>
                </a:lnTo>
                <a:lnTo>
                  <a:pt x="364" y="8194"/>
                </a:lnTo>
                <a:lnTo>
                  <a:pt x="243" y="8376"/>
                </a:lnTo>
                <a:lnTo>
                  <a:pt x="162" y="8557"/>
                </a:lnTo>
                <a:lnTo>
                  <a:pt x="102" y="8719"/>
                </a:lnTo>
                <a:lnTo>
                  <a:pt x="41" y="8860"/>
                </a:lnTo>
                <a:lnTo>
                  <a:pt x="21" y="9021"/>
                </a:lnTo>
                <a:lnTo>
                  <a:pt x="1" y="9163"/>
                </a:lnTo>
                <a:lnTo>
                  <a:pt x="21" y="9304"/>
                </a:lnTo>
                <a:lnTo>
                  <a:pt x="41" y="9425"/>
                </a:lnTo>
                <a:lnTo>
                  <a:pt x="102" y="9546"/>
                </a:lnTo>
                <a:lnTo>
                  <a:pt x="162" y="9667"/>
                </a:lnTo>
                <a:lnTo>
                  <a:pt x="263" y="9808"/>
                </a:lnTo>
                <a:lnTo>
                  <a:pt x="384" y="9909"/>
                </a:lnTo>
                <a:lnTo>
                  <a:pt x="526" y="10010"/>
                </a:lnTo>
                <a:lnTo>
                  <a:pt x="687" y="10091"/>
                </a:lnTo>
                <a:lnTo>
                  <a:pt x="849" y="10151"/>
                </a:lnTo>
                <a:lnTo>
                  <a:pt x="1050" y="10192"/>
                </a:lnTo>
                <a:lnTo>
                  <a:pt x="1252" y="10232"/>
                </a:lnTo>
                <a:lnTo>
                  <a:pt x="1918" y="10232"/>
                </a:lnTo>
                <a:lnTo>
                  <a:pt x="2362" y="10192"/>
                </a:lnTo>
                <a:lnTo>
                  <a:pt x="2826" y="10151"/>
                </a:lnTo>
                <a:lnTo>
                  <a:pt x="3270" y="10091"/>
                </a:lnTo>
                <a:lnTo>
                  <a:pt x="3734" y="10030"/>
                </a:lnTo>
                <a:lnTo>
                  <a:pt x="4178" y="9929"/>
                </a:lnTo>
                <a:lnTo>
                  <a:pt x="5086" y="9728"/>
                </a:lnTo>
                <a:lnTo>
                  <a:pt x="5994" y="9485"/>
                </a:lnTo>
                <a:lnTo>
                  <a:pt x="6882" y="9223"/>
                </a:lnTo>
                <a:lnTo>
                  <a:pt x="7750" y="8920"/>
                </a:lnTo>
                <a:lnTo>
                  <a:pt x="8577" y="8638"/>
                </a:lnTo>
                <a:lnTo>
                  <a:pt x="9021" y="8456"/>
                </a:lnTo>
                <a:lnTo>
                  <a:pt x="9465" y="8275"/>
                </a:lnTo>
                <a:lnTo>
                  <a:pt x="9687" y="8154"/>
                </a:lnTo>
                <a:lnTo>
                  <a:pt x="9889" y="8032"/>
                </a:lnTo>
                <a:lnTo>
                  <a:pt x="10091" y="7891"/>
                </a:lnTo>
                <a:lnTo>
                  <a:pt x="10273" y="7730"/>
                </a:lnTo>
                <a:lnTo>
                  <a:pt x="10474" y="7548"/>
                </a:lnTo>
                <a:lnTo>
                  <a:pt x="10636" y="7326"/>
                </a:lnTo>
                <a:lnTo>
                  <a:pt x="10817" y="7084"/>
                </a:lnTo>
                <a:lnTo>
                  <a:pt x="10959" y="6822"/>
                </a:lnTo>
                <a:lnTo>
                  <a:pt x="11100" y="6539"/>
                </a:lnTo>
                <a:lnTo>
                  <a:pt x="11221" y="6216"/>
                </a:lnTo>
                <a:lnTo>
                  <a:pt x="11322" y="5873"/>
                </a:lnTo>
                <a:lnTo>
                  <a:pt x="11423" y="5510"/>
                </a:lnTo>
                <a:lnTo>
                  <a:pt x="11544" y="4884"/>
                </a:lnTo>
                <a:lnTo>
                  <a:pt x="11625" y="4279"/>
                </a:lnTo>
                <a:lnTo>
                  <a:pt x="11665" y="3653"/>
                </a:lnTo>
                <a:lnTo>
                  <a:pt x="11685" y="3028"/>
                </a:lnTo>
                <a:lnTo>
                  <a:pt x="11645" y="2402"/>
                </a:lnTo>
                <a:lnTo>
                  <a:pt x="11584" y="1797"/>
                </a:lnTo>
                <a:lnTo>
                  <a:pt x="11463" y="1171"/>
                </a:lnTo>
                <a:lnTo>
                  <a:pt x="11322" y="566"/>
                </a:lnTo>
                <a:lnTo>
                  <a:pt x="11261" y="404"/>
                </a:lnTo>
                <a:lnTo>
                  <a:pt x="11201" y="263"/>
                </a:lnTo>
                <a:lnTo>
                  <a:pt x="11140" y="182"/>
                </a:lnTo>
                <a:lnTo>
                  <a:pt x="11100" y="122"/>
                </a:lnTo>
                <a:lnTo>
                  <a:pt x="11019" y="82"/>
                </a:lnTo>
                <a:lnTo>
                  <a:pt x="10959" y="41"/>
                </a:lnTo>
                <a:lnTo>
                  <a:pt x="10838" y="1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52" name="Google Shape;2152;p26"/>
          <p:cNvSpPr/>
          <p:nvPr/>
        </p:nvSpPr>
        <p:spPr>
          <a:xfrm flipH="1">
            <a:off x="7997696" y="2343244"/>
            <a:ext cx="1001862" cy="1525380"/>
          </a:xfrm>
          <a:custGeom>
            <a:rect b="b" l="l" r="r" t="t"/>
            <a:pathLst>
              <a:path extrusionOk="0" h="27284" w="17920">
                <a:moveTo>
                  <a:pt x="9041" y="81"/>
                </a:moveTo>
                <a:lnTo>
                  <a:pt x="9464" y="101"/>
                </a:lnTo>
                <a:lnTo>
                  <a:pt x="9888" y="141"/>
                </a:lnTo>
                <a:lnTo>
                  <a:pt x="10312" y="222"/>
                </a:lnTo>
                <a:lnTo>
                  <a:pt x="10716" y="323"/>
                </a:lnTo>
                <a:lnTo>
                  <a:pt x="11139" y="444"/>
                </a:lnTo>
                <a:lnTo>
                  <a:pt x="11543" y="605"/>
                </a:lnTo>
                <a:lnTo>
                  <a:pt x="11947" y="767"/>
                </a:lnTo>
                <a:lnTo>
                  <a:pt x="12350" y="969"/>
                </a:lnTo>
                <a:lnTo>
                  <a:pt x="12734" y="1191"/>
                </a:lnTo>
                <a:lnTo>
                  <a:pt x="13117" y="1433"/>
                </a:lnTo>
                <a:lnTo>
                  <a:pt x="13480" y="1715"/>
                </a:lnTo>
                <a:lnTo>
                  <a:pt x="13844" y="1998"/>
                </a:lnTo>
                <a:lnTo>
                  <a:pt x="14187" y="2301"/>
                </a:lnTo>
                <a:lnTo>
                  <a:pt x="14530" y="2644"/>
                </a:lnTo>
                <a:lnTo>
                  <a:pt x="14832" y="2987"/>
                </a:lnTo>
                <a:lnTo>
                  <a:pt x="15155" y="3350"/>
                </a:lnTo>
                <a:lnTo>
                  <a:pt x="15397" y="3673"/>
                </a:lnTo>
                <a:lnTo>
                  <a:pt x="15619" y="4016"/>
                </a:lnTo>
                <a:lnTo>
                  <a:pt x="15841" y="4359"/>
                </a:lnTo>
                <a:lnTo>
                  <a:pt x="16063" y="4722"/>
                </a:lnTo>
                <a:lnTo>
                  <a:pt x="16265" y="5106"/>
                </a:lnTo>
                <a:lnTo>
                  <a:pt x="16447" y="5489"/>
                </a:lnTo>
                <a:lnTo>
                  <a:pt x="16628" y="5893"/>
                </a:lnTo>
                <a:lnTo>
                  <a:pt x="16790" y="6296"/>
                </a:lnTo>
                <a:lnTo>
                  <a:pt x="16931" y="6720"/>
                </a:lnTo>
                <a:lnTo>
                  <a:pt x="17072" y="7144"/>
                </a:lnTo>
                <a:lnTo>
                  <a:pt x="17214" y="7588"/>
                </a:lnTo>
                <a:lnTo>
                  <a:pt x="17315" y="8052"/>
                </a:lnTo>
                <a:lnTo>
                  <a:pt x="17436" y="8516"/>
                </a:lnTo>
                <a:lnTo>
                  <a:pt x="17516" y="8980"/>
                </a:lnTo>
                <a:lnTo>
                  <a:pt x="17597" y="9485"/>
                </a:lnTo>
                <a:lnTo>
                  <a:pt x="17678" y="9969"/>
                </a:lnTo>
                <a:lnTo>
                  <a:pt x="17738" y="10514"/>
                </a:lnTo>
                <a:lnTo>
                  <a:pt x="17779" y="11079"/>
                </a:lnTo>
                <a:lnTo>
                  <a:pt x="17819" y="11624"/>
                </a:lnTo>
                <a:lnTo>
                  <a:pt x="17839" y="12189"/>
                </a:lnTo>
                <a:lnTo>
                  <a:pt x="17839" y="12774"/>
                </a:lnTo>
                <a:lnTo>
                  <a:pt x="17819" y="13339"/>
                </a:lnTo>
                <a:lnTo>
                  <a:pt x="17799" y="13924"/>
                </a:lnTo>
                <a:lnTo>
                  <a:pt x="17758" y="14510"/>
                </a:lnTo>
                <a:lnTo>
                  <a:pt x="17718" y="15115"/>
                </a:lnTo>
                <a:lnTo>
                  <a:pt x="17637" y="15720"/>
                </a:lnTo>
                <a:lnTo>
                  <a:pt x="17557" y="16326"/>
                </a:lnTo>
                <a:lnTo>
                  <a:pt x="17456" y="16951"/>
                </a:lnTo>
                <a:lnTo>
                  <a:pt x="17355" y="17577"/>
                </a:lnTo>
                <a:lnTo>
                  <a:pt x="17234" y="18202"/>
                </a:lnTo>
                <a:lnTo>
                  <a:pt x="17093" y="18848"/>
                </a:lnTo>
                <a:lnTo>
                  <a:pt x="16931" y="19514"/>
                </a:lnTo>
                <a:lnTo>
                  <a:pt x="16709" y="20362"/>
                </a:lnTo>
                <a:lnTo>
                  <a:pt x="16447" y="21230"/>
                </a:lnTo>
                <a:lnTo>
                  <a:pt x="16285" y="21673"/>
                </a:lnTo>
                <a:lnTo>
                  <a:pt x="16124" y="22117"/>
                </a:lnTo>
                <a:lnTo>
                  <a:pt x="15942" y="22561"/>
                </a:lnTo>
                <a:lnTo>
                  <a:pt x="15740" y="23005"/>
                </a:lnTo>
                <a:lnTo>
                  <a:pt x="15518" y="23429"/>
                </a:lnTo>
                <a:lnTo>
                  <a:pt x="15276" y="23873"/>
                </a:lnTo>
                <a:lnTo>
                  <a:pt x="15014" y="24277"/>
                </a:lnTo>
                <a:lnTo>
                  <a:pt x="14731" y="24680"/>
                </a:lnTo>
                <a:lnTo>
                  <a:pt x="14429" y="25064"/>
                </a:lnTo>
                <a:lnTo>
                  <a:pt x="14106" y="25427"/>
                </a:lnTo>
                <a:lnTo>
                  <a:pt x="13743" y="25770"/>
                </a:lnTo>
                <a:lnTo>
                  <a:pt x="13359" y="26093"/>
                </a:lnTo>
                <a:lnTo>
                  <a:pt x="13077" y="26295"/>
                </a:lnTo>
                <a:lnTo>
                  <a:pt x="12774" y="26476"/>
                </a:lnTo>
                <a:lnTo>
                  <a:pt x="12491" y="26658"/>
                </a:lnTo>
                <a:lnTo>
                  <a:pt x="12209" y="26799"/>
                </a:lnTo>
                <a:lnTo>
                  <a:pt x="11906" y="26920"/>
                </a:lnTo>
                <a:lnTo>
                  <a:pt x="11624" y="27021"/>
                </a:lnTo>
                <a:lnTo>
                  <a:pt x="11321" y="27102"/>
                </a:lnTo>
                <a:lnTo>
                  <a:pt x="11018" y="27162"/>
                </a:lnTo>
                <a:lnTo>
                  <a:pt x="10716" y="27203"/>
                </a:lnTo>
                <a:lnTo>
                  <a:pt x="10110" y="27203"/>
                </a:lnTo>
                <a:lnTo>
                  <a:pt x="9808" y="27183"/>
                </a:lnTo>
                <a:lnTo>
                  <a:pt x="9485" y="27142"/>
                </a:lnTo>
                <a:lnTo>
                  <a:pt x="9182" y="27062"/>
                </a:lnTo>
                <a:lnTo>
                  <a:pt x="8859" y="26981"/>
                </a:lnTo>
                <a:lnTo>
                  <a:pt x="8556" y="26860"/>
                </a:lnTo>
                <a:lnTo>
                  <a:pt x="8234" y="26739"/>
                </a:lnTo>
                <a:lnTo>
                  <a:pt x="7931" y="26577"/>
                </a:lnTo>
                <a:lnTo>
                  <a:pt x="7628" y="26416"/>
                </a:lnTo>
                <a:lnTo>
                  <a:pt x="7346" y="26234"/>
                </a:lnTo>
                <a:lnTo>
                  <a:pt x="7063" y="26053"/>
                </a:lnTo>
                <a:lnTo>
                  <a:pt x="6781" y="25851"/>
                </a:lnTo>
                <a:lnTo>
                  <a:pt x="6256" y="25427"/>
                </a:lnTo>
                <a:lnTo>
                  <a:pt x="5772" y="24983"/>
                </a:lnTo>
                <a:lnTo>
                  <a:pt x="5328" y="24539"/>
                </a:lnTo>
                <a:lnTo>
                  <a:pt x="4944" y="24095"/>
                </a:lnTo>
                <a:lnTo>
                  <a:pt x="4581" y="23671"/>
                </a:lnTo>
                <a:lnTo>
                  <a:pt x="4238" y="23227"/>
                </a:lnTo>
                <a:lnTo>
                  <a:pt x="3895" y="22763"/>
                </a:lnTo>
                <a:lnTo>
                  <a:pt x="3572" y="22279"/>
                </a:lnTo>
                <a:lnTo>
                  <a:pt x="3249" y="21815"/>
                </a:lnTo>
                <a:lnTo>
                  <a:pt x="2967" y="21330"/>
                </a:lnTo>
                <a:lnTo>
                  <a:pt x="2664" y="20826"/>
                </a:lnTo>
                <a:lnTo>
                  <a:pt x="2401" y="20342"/>
                </a:lnTo>
                <a:lnTo>
                  <a:pt x="2139" y="19837"/>
                </a:lnTo>
                <a:lnTo>
                  <a:pt x="1897" y="19333"/>
                </a:lnTo>
                <a:lnTo>
                  <a:pt x="1675" y="18808"/>
                </a:lnTo>
                <a:lnTo>
                  <a:pt x="1453" y="18303"/>
                </a:lnTo>
                <a:lnTo>
                  <a:pt x="1251" y="17779"/>
                </a:lnTo>
                <a:lnTo>
                  <a:pt x="1070" y="17254"/>
                </a:lnTo>
                <a:lnTo>
                  <a:pt x="888" y="16729"/>
                </a:lnTo>
                <a:lnTo>
                  <a:pt x="727" y="16205"/>
                </a:lnTo>
                <a:lnTo>
                  <a:pt x="585" y="15680"/>
                </a:lnTo>
                <a:lnTo>
                  <a:pt x="464" y="15095"/>
                </a:lnTo>
                <a:lnTo>
                  <a:pt x="343" y="14530"/>
                </a:lnTo>
                <a:lnTo>
                  <a:pt x="262" y="13965"/>
                </a:lnTo>
                <a:lnTo>
                  <a:pt x="182" y="13400"/>
                </a:lnTo>
                <a:lnTo>
                  <a:pt x="121" y="12835"/>
                </a:lnTo>
                <a:lnTo>
                  <a:pt x="101" y="12270"/>
                </a:lnTo>
                <a:lnTo>
                  <a:pt x="81" y="11725"/>
                </a:lnTo>
                <a:lnTo>
                  <a:pt x="81" y="11160"/>
                </a:lnTo>
                <a:lnTo>
                  <a:pt x="101" y="10615"/>
                </a:lnTo>
                <a:lnTo>
                  <a:pt x="141" y="10070"/>
                </a:lnTo>
                <a:lnTo>
                  <a:pt x="202" y="9525"/>
                </a:lnTo>
                <a:lnTo>
                  <a:pt x="283" y="9000"/>
                </a:lnTo>
                <a:lnTo>
                  <a:pt x="383" y="8476"/>
                </a:lnTo>
                <a:lnTo>
                  <a:pt x="505" y="7951"/>
                </a:lnTo>
                <a:lnTo>
                  <a:pt x="646" y="7447"/>
                </a:lnTo>
                <a:lnTo>
                  <a:pt x="787" y="6942"/>
                </a:lnTo>
                <a:lnTo>
                  <a:pt x="1049" y="6236"/>
                </a:lnTo>
                <a:lnTo>
                  <a:pt x="1352" y="5570"/>
                </a:lnTo>
                <a:lnTo>
                  <a:pt x="1695" y="4924"/>
                </a:lnTo>
                <a:lnTo>
                  <a:pt x="2079" y="4298"/>
                </a:lnTo>
                <a:lnTo>
                  <a:pt x="2482" y="3693"/>
                </a:lnTo>
                <a:lnTo>
                  <a:pt x="2946" y="3128"/>
                </a:lnTo>
                <a:lnTo>
                  <a:pt x="3188" y="2866"/>
                </a:lnTo>
                <a:lnTo>
                  <a:pt x="3431" y="2603"/>
                </a:lnTo>
                <a:lnTo>
                  <a:pt x="3673" y="2361"/>
                </a:lnTo>
                <a:lnTo>
                  <a:pt x="3935" y="2119"/>
                </a:lnTo>
                <a:lnTo>
                  <a:pt x="4218" y="1877"/>
                </a:lnTo>
                <a:lnTo>
                  <a:pt x="4520" y="1655"/>
                </a:lnTo>
                <a:lnTo>
                  <a:pt x="4803" y="1433"/>
                </a:lnTo>
                <a:lnTo>
                  <a:pt x="5106" y="1231"/>
                </a:lnTo>
                <a:lnTo>
                  <a:pt x="5408" y="1049"/>
                </a:lnTo>
                <a:lnTo>
                  <a:pt x="5731" y="888"/>
                </a:lnTo>
                <a:lnTo>
                  <a:pt x="6034" y="727"/>
                </a:lnTo>
                <a:lnTo>
                  <a:pt x="6337" y="605"/>
                </a:lnTo>
                <a:lnTo>
                  <a:pt x="6659" y="484"/>
                </a:lnTo>
                <a:lnTo>
                  <a:pt x="6982" y="363"/>
                </a:lnTo>
                <a:lnTo>
                  <a:pt x="7305" y="283"/>
                </a:lnTo>
                <a:lnTo>
                  <a:pt x="7628" y="202"/>
                </a:lnTo>
                <a:lnTo>
                  <a:pt x="7951" y="162"/>
                </a:lnTo>
                <a:lnTo>
                  <a:pt x="8274" y="121"/>
                </a:lnTo>
                <a:lnTo>
                  <a:pt x="8597" y="81"/>
                </a:lnTo>
                <a:close/>
                <a:moveTo>
                  <a:pt x="8698" y="0"/>
                </a:moveTo>
                <a:lnTo>
                  <a:pt x="8355" y="20"/>
                </a:lnTo>
                <a:lnTo>
                  <a:pt x="8032" y="61"/>
                </a:lnTo>
                <a:lnTo>
                  <a:pt x="7689" y="121"/>
                </a:lnTo>
                <a:lnTo>
                  <a:pt x="7366" y="182"/>
                </a:lnTo>
                <a:lnTo>
                  <a:pt x="7023" y="283"/>
                </a:lnTo>
                <a:lnTo>
                  <a:pt x="6700" y="383"/>
                </a:lnTo>
                <a:lnTo>
                  <a:pt x="6377" y="505"/>
                </a:lnTo>
                <a:lnTo>
                  <a:pt x="6054" y="646"/>
                </a:lnTo>
                <a:lnTo>
                  <a:pt x="5731" y="787"/>
                </a:lnTo>
                <a:lnTo>
                  <a:pt x="5408" y="969"/>
                </a:lnTo>
                <a:lnTo>
                  <a:pt x="5085" y="1150"/>
                </a:lnTo>
                <a:lnTo>
                  <a:pt x="4783" y="1352"/>
                </a:lnTo>
                <a:lnTo>
                  <a:pt x="4480" y="1574"/>
                </a:lnTo>
                <a:lnTo>
                  <a:pt x="4177" y="1816"/>
                </a:lnTo>
                <a:lnTo>
                  <a:pt x="3895" y="2058"/>
                </a:lnTo>
                <a:lnTo>
                  <a:pt x="3632" y="2301"/>
                </a:lnTo>
                <a:lnTo>
                  <a:pt x="3370" y="2543"/>
                </a:lnTo>
                <a:lnTo>
                  <a:pt x="3128" y="2805"/>
                </a:lnTo>
                <a:lnTo>
                  <a:pt x="2886" y="3088"/>
                </a:lnTo>
                <a:lnTo>
                  <a:pt x="2422" y="3653"/>
                </a:lnTo>
                <a:lnTo>
                  <a:pt x="1998" y="4258"/>
                </a:lnTo>
                <a:lnTo>
                  <a:pt x="1614" y="4884"/>
                </a:lnTo>
                <a:lnTo>
                  <a:pt x="1271" y="5529"/>
                </a:lnTo>
                <a:lnTo>
                  <a:pt x="969" y="6216"/>
                </a:lnTo>
                <a:lnTo>
                  <a:pt x="848" y="6559"/>
                </a:lnTo>
                <a:lnTo>
                  <a:pt x="727" y="6902"/>
                </a:lnTo>
                <a:lnTo>
                  <a:pt x="565" y="7406"/>
                </a:lnTo>
                <a:lnTo>
                  <a:pt x="424" y="7931"/>
                </a:lnTo>
                <a:lnTo>
                  <a:pt x="303" y="8456"/>
                </a:lnTo>
                <a:lnTo>
                  <a:pt x="202" y="8980"/>
                </a:lnTo>
                <a:lnTo>
                  <a:pt x="121" y="9525"/>
                </a:lnTo>
                <a:lnTo>
                  <a:pt x="61" y="10070"/>
                </a:lnTo>
                <a:lnTo>
                  <a:pt x="20" y="10615"/>
                </a:lnTo>
                <a:lnTo>
                  <a:pt x="0" y="11160"/>
                </a:lnTo>
                <a:lnTo>
                  <a:pt x="0" y="11725"/>
                </a:lnTo>
                <a:lnTo>
                  <a:pt x="20" y="12270"/>
                </a:lnTo>
                <a:lnTo>
                  <a:pt x="40" y="12835"/>
                </a:lnTo>
                <a:lnTo>
                  <a:pt x="101" y="13400"/>
                </a:lnTo>
                <a:lnTo>
                  <a:pt x="182" y="13965"/>
                </a:lnTo>
                <a:lnTo>
                  <a:pt x="262" y="14550"/>
                </a:lnTo>
                <a:lnTo>
                  <a:pt x="383" y="15115"/>
                </a:lnTo>
                <a:lnTo>
                  <a:pt x="525" y="15700"/>
                </a:lnTo>
                <a:lnTo>
                  <a:pt x="666" y="16225"/>
                </a:lnTo>
                <a:lnTo>
                  <a:pt x="807" y="16750"/>
                </a:lnTo>
                <a:lnTo>
                  <a:pt x="989" y="17274"/>
                </a:lnTo>
                <a:lnTo>
                  <a:pt x="1170" y="17799"/>
                </a:lnTo>
                <a:lnTo>
                  <a:pt x="1372" y="18324"/>
                </a:lnTo>
                <a:lnTo>
                  <a:pt x="1594" y="18848"/>
                </a:lnTo>
                <a:lnTo>
                  <a:pt x="1816" y="19353"/>
                </a:lnTo>
                <a:lnTo>
                  <a:pt x="2058" y="19877"/>
                </a:lnTo>
                <a:lnTo>
                  <a:pt x="2321" y="20382"/>
                </a:lnTo>
                <a:lnTo>
                  <a:pt x="2603" y="20866"/>
                </a:lnTo>
                <a:lnTo>
                  <a:pt x="2886" y="21371"/>
                </a:lnTo>
                <a:lnTo>
                  <a:pt x="3188" y="21855"/>
                </a:lnTo>
                <a:lnTo>
                  <a:pt x="3511" y="22339"/>
                </a:lnTo>
                <a:lnTo>
                  <a:pt x="3834" y="22804"/>
                </a:lnTo>
                <a:lnTo>
                  <a:pt x="4177" y="23268"/>
                </a:lnTo>
                <a:lnTo>
                  <a:pt x="4520" y="23732"/>
                </a:lnTo>
                <a:lnTo>
                  <a:pt x="4964" y="24236"/>
                </a:lnTo>
                <a:lnTo>
                  <a:pt x="5206" y="24519"/>
                </a:lnTo>
                <a:lnTo>
                  <a:pt x="5489" y="24822"/>
                </a:lnTo>
                <a:lnTo>
                  <a:pt x="5792" y="25104"/>
                </a:lnTo>
                <a:lnTo>
                  <a:pt x="6115" y="25407"/>
                </a:lnTo>
                <a:lnTo>
                  <a:pt x="6458" y="25689"/>
                </a:lnTo>
                <a:lnTo>
                  <a:pt x="6821" y="25972"/>
                </a:lnTo>
                <a:lnTo>
                  <a:pt x="7204" y="26254"/>
                </a:lnTo>
                <a:lnTo>
                  <a:pt x="7608" y="26497"/>
                </a:lnTo>
                <a:lnTo>
                  <a:pt x="8032" y="26718"/>
                </a:lnTo>
                <a:lnTo>
                  <a:pt x="8455" y="26900"/>
                </a:lnTo>
                <a:lnTo>
                  <a:pt x="8920" y="27062"/>
                </a:lnTo>
                <a:lnTo>
                  <a:pt x="9364" y="27183"/>
                </a:lnTo>
                <a:lnTo>
                  <a:pt x="9606" y="27223"/>
                </a:lnTo>
                <a:lnTo>
                  <a:pt x="9848" y="27263"/>
                </a:lnTo>
                <a:lnTo>
                  <a:pt x="10090" y="27284"/>
                </a:lnTo>
                <a:lnTo>
                  <a:pt x="10695" y="27284"/>
                </a:lnTo>
                <a:lnTo>
                  <a:pt x="11079" y="27223"/>
                </a:lnTo>
                <a:lnTo>
                  <a:pt x="11462" y="27142"/>
                </a:lnTo>
                <a:lnTo>
                  <a:pt x="11846" y="27021"/>
                </a:lnTo>
                <a:lnTo>
                  <a:pt x="12229" y="26880"/>
                </a:lnTo>
                <a:lnTo>
                  <a:pt x="12613" y="26678"/>
                </a:lnTo>
                <a:lnTo>
                  <a:pt x="12996" y="26436"/>
                </a:lnTo>
                <a:lnTo>
                  <a:pt x="13400" y="26153"/>
                </a:lnTo>
                <a:lnTo>
                  <a:pt x="13783" y="25831"/>
                </a:lnTo>
                <a:lnTo>
                  <a:pt x="14146" y="25488"/>
                </a:lnTo>
                <a:lnTo>
                  <a:pt x="14489" y="25124"/>
                </a:lnTo>
                <a:lnTo>
                  <a:pt x="14792" y="24721"/>
                </a:lnTo>
                <a:lnTo>
                  <a:pt x="15095" y="24317"/>
                </a:lnTo>
                <a:lnTo>
                  <a:pt x="15357" y="23913"/>
                </a:lnTo>
                <a:lnTo>
                  <a:pt x="15599" y="23490"/>
                </a:lnTo>
                <a:lnTo>
                  <a:pt x="15821" y="23046"/>
                </a:lnTo>
                <a:lnTo>
                  <a:pt x="16023" y="22602"/>
                </a:lnTo>
                <a:lnTo>
                  <a:pt x="16205" y="22158"/>
                </a:lnTo>
                <a:lnTo>
                  <a:pt x="16366" y="21714"/>
                </a:lnTo>
                <a:lnTo>
                  <a:pt x="16527" y="21270"/>
                </a:lnTo>
                <a:lnTo>
                  <a:pt x="16790" y="20382"/>
                </a:lnTo>
                <a:lnTo>
                  <a:pt x="17012" y="19534"/>
                </a:lnTo>
                <a:lnTo>
                  <a:pt x="17173" y="18868"/>
                </a:lnTo>
                <a:lnTo>
                  <a:pt x="17315" y="18223"/>
                </a:lnTo>
                <a:lnTo>
                  <a:pt x="17436" y="17597"/>
                </a:lnTo>
                <a:lnTo>
                  <a:pt x="17537" y="16951"/>
                </a:lnTo>
                <a:lnTo>
                  <a:pt x="17637" y="16346"/>
                </a:lnTo>
                <a:lnTo>
                  <a:pt x="17718" y="15720"/>
                </a:lnTo>
                <a:lnTo>
                  <a:pt x="17799" y="15115"/>
                </a:lnTo>
                <a:lnTo>
                  <a:pt x="17839" y="14530"/>
                </a:lnTo>
                <a:lnTo>
                  <a:pt x="17880" y="13924"/>
                </a:lnTo>
                <a:lnTo>
                  <a:pt x="17900" y="13339"/>
                </a:lnTo>
                <a:lnTo>
                  <a:pt x="17920" y="12774"/>
                </a:lnTo>
                <a:lnTo>
                  <a:pt x="17920" y="12189"/>
                </a:lnTo>
                <a:lnTo>
                  <a:pt x="17900" y="11624"/>
                </a:lnTo>
                <a:lnTo>
                  <a:pt x="17859" y="11059"/>
                </a:lnTo>
                <a:lnTo>
                  <a:pt x="17819" y="10514"/>
                </a:lnTo>
                <a:lnTo>
                  <a:pt x="17758" y="9969"/>
                </a:lnTo>
                <a:lnTo>
                  <a:pt x="17678" y="9465"/>
                </a:lnTo>
                <a:lnTo>
                  <a:pt x="17597" y="8980"/>
                </a:lnTo>
                <a:lnTo>
                  <a:pt x="17516" y="8496"/>
                </a:lnTo>
                <a:lnTo>
                  <a:pt x="17395" y="8032"/>
                </a:lnTo>
                <a:lnTo>
                  <a:pt x="17294" y="7568"/>
                </a:lnTo>
                <a:lnTo>
                  <a:pt x="17153" y="7124"/>
                </a:lnTo>
                <a:lnTo>
                  <a:pt x="17012" y="6700"/>
                </a:lnTo>
                <a:lnTo>
                  <a:pt x="16850" y="6276"/>
                </a:lnTo>
                <a:lnTo>
                  <a:pt x="16689" y="5852"/>
                </a:lnTo>
                <a:lnTo>
                  <a:pt x="16507" y="5449"/>
                </a:lnTo>
                <a:lnTo>
                  <a:pt x="16326" y="5065"/>
                </a:lnTo>
                <a:lnTo>
                  <a:pt x="16124" y="4682"/>
                </a:lnTo>
                <a:lnTo>
                  <a:pt x="15922" y="4319"/>
                </a:lnTo>
                <a:lnTo>
                  <a:pt x="15700" y="3976"/>
                </a:lnTo>
                <a:lnTo>
                  <a:pt x="15458" y="3632"/>
                </a:lnTo>
                <a:lnTo>
                  <a:pt x="15216" y="3310"/>
                </a:lnTo>
                <a:lnTo>
                  <a:pt x="14913" y="2926"/>
                </a:lnTo>
                <a:lnTo>
                  <a:pt x="14590" y="2583"/>
                </a:lnTo>
                <a:lnTo>
                  <a:pt x="14247" y="2240"/>
                </a:lnTo>
                <a:lnTo>
                  <a:pt x="13904" y="1937"/>
                </a:lnTo>
                <a:lnTo>
                  <a:pt x="13541" y="1635"/>
                </a:lnTo>
                <a:lnTo>
                  <a:pt x="13157" y="1372"/>
                </a:lnTo>
                <a:lnTo>
                  <a:pt x="12774" y="1130"/>
                </a:lnTo>
                <a:lnTo>
                  <a:pt x="12391" y="908"/>
                </a:lnTo>
                <a:lnTo>
                  <a:pt x="11987" y="706"/>
                </a:lnTo>
                <a:lnTo>
                  <a:pt x="11583" y="525"/>
                </a:lnTo>
                <a:lnTo>
                  <a:pt x="11160" y="363"/>
                </a:lnTo>
                <a:lnTo>
                  <a:pt x="10736" y="242"/>
                </a:lnTo>
                <a:lnTo>
                  <a:pt x="10312" y="141"/>
                </a:lnTo>
                <a:lnTo>
                  <a:pt x="9888" y="61"/>
                </a:lnTo>
                <a:lnTo>
                  <a:pt x="9464" y="20"/>
                </a:lnTo>
                <a:lnTo>
                  <a:pt x="9041" y="0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53" name="Google Shape;2153;p26"/>
          <p:cNvSpPr/>
          <p:nvPr/>
        </p:nvSpPr>
        <p:spPr>
          <a:xfrm flipH="1">
            <a:off x="8146584" y="2466182"/>
            <a:ext cx="560808" cy="1296383"/>
          </a:xfrm>
          <a:custGeom>
            <a:rect b="b" l="l" r="r" t="t"/>
            <a:pathLst>
              <a:path extrusionOk="0" h="23188" w="10031">
                <a:moveTo>
                  <a:pt x="4703" y="61"/>
                </a:moveTo>
                <a:lnTo>
                  <a:pt x="4985" y="81"/>
                </a:lnTo>
                <a:lnTo>
                  <a:pt x="5268" y="122"/>
                </a:lnTo>
                <a:lnTo>
                  <a:pt x="5550" y="202"/>
                </a:lnTo>
                <a:lnTo>
                  <a:pt x="5833" y="303"/>
                </a:lnTo>
                <a:lnTo>
                  <a:pt x="6075" y="424"/>
                </a:lnTo>
                <a:lnTo>
                  <a:pt x="6297" y="566"/>
                </a:lnTo>
                <a:lnTo>
                  <a:pt x="6519" y="707"/>
                </a:lnTo>
                <a:lnTo>
                  <a:pt x="6741" y="868"/>
                </a:lnTo>
                <a:lnTo>
                  <a:pt x="6963" y="1070"/>
                </a:lnTo>
                <a:lnTo>
                  <a:pt x="7165" y="1272"/>
                </a:lnTo>
                <a:lnTo>
                  <a:pt x="7366" y="1494"/>
                </a:lnTo>
                <a:lnTo>
                  <a:pt x="7548" y="1736"/>
                </a:lnTo>
                <a:lnTo>
                  <a:pt x="7730" y="1999"/>
                </a:lnTo>
                <a:lnTo>
                  <a:pt x="7911" y="2281"/>
                </a:lnTo>
                <a:lnTo>
                  <a:pt x="8073" y="2584"/>
                </a:lnTo>
                <a:lnTo>
                  <a:pt x="8234" y="2907"/>
                </a:lnTo>
                <a:lnTo>
                  <a:pt x="8396" y="3230"/>
                </a:lnTo>
                <a:lnTo>
                  <a:pt x="8537" y="3593"/>
                </a:lnTo>
                <a:lnTo>
                  <a:pt x="8678" y="3976"/>
                </a:lnTo>
                <a:lnTo>
                  <a:pt x="8819" y="4380"/>
                </a:lnTo>
                <a:lnTo>
                  <a:pt x="9082" y="5207"/>
                </a:lnTo>
                <a:lnTo>
                  <a:pt x="9304" y="6075"/>
                </a:lnTo>
                <a:lnTo>
                  <a:pt x="9505" y="6922"/>
                </a:lnTo>
                <a:lnTo>
                  <a:pt x="9647" y="7790"/>
                </a:lnTo>
                <a:lnTo>
                  <a:pt x="9788" y="8678"/>
                </a:lnTo>
                <a:lnTo>
                  <a:pt x="9869" y="9546"/>
                </a:lnTo>
                <a:lnTo>
                  <a:pt x="9929" y="10434"/>
                </a:lnTo>
                <a:lnTo>
                  <a:pt x="9949" y="11302"/>
                </a:lnTo>
                <a:lnTo>
                  <a:pt x="9949" y="12189"/>
                </a:lnTo>
                <a:lnTo>
                  <a:pt x="9909" y="13077"/>
                </a:lnTo>
                <a:lnTo>
                  <a:pt x="9828" y="13945"/>
                </a:lnTo>
                <a:lnTo>
                  <a:pt x="9727" y="14833"/>
                </a:lnTo>
                <a:lnTo>
                  <a:pt x="9586" y="15701"/>
                </a:lnTo>
                <a:lnTo>
                  <a:pt x="9405" y="16569"/>
                </a:lnTo>
                <a:lnTo>
                  <a:pt x="9203" y="17416"/>
                </a:lnTo>
                <a:lnTo>
                  <a:pt x="8961" y="18264"/>
                </a:lnTo>
                <a:lnTo>
                  <a:pt x="8799" y="18768"/>
                </a:lnTo>
                <a:lnTo>
                  <a:pt x="8618" y="19293"/>
                </a:lnTo>
                <a:lnTo>
                  <a:pt x="8396" y="19838"/>
                </a:lnTo>
                <a:lnTo>
                  <a:pt x="8133" y="20362"/>
                </a:lnTo>
                <a:lnTo>
                  <a:pt x="7992" y="20625"/>
                </a:lnTo>
                <a:lnTo>
                  <a:pt x="7831" y="20867"/>
                </a:lnTo>
                <a:lnTo>
                  <a:pt x="7669" y="21129"/>
                </a:lnTo>
                <a:lnTo>
                  <a:pt x="7487" y="21371"/>
                </a:lnTo>
                <a:lnTo>
                  <a:pt x="7286" y="21593"/>
                </a:lnTo>
                <a:lnTo>
                  <a:pt x="7084" y="21815"/>
                </a:lnTo>
                <a:lnTo>
                  <a:pt x="6862" y="22037"/>
                </a:lnTo>
                <a:lnTo>
                  <a:pt x="6620" y="22239"/>
                </a:lnTo>
                <a:lnTo>
                  <a:pt x="6398" y="22401"/>
                </a:lnTo>
                <a:lnTo>
                  <a:pt x="6196" y="22542"/>
                </a:lnTo>
                <a:lnTo>
                  <a:pt x="5974" y="22663"/>
                </a:lnTo>
                <a:lnTo>
                  <a:pt x="5772" y="22764"/>
                </a:lnTo>
                <a:lnTo>
                  <a:pt x="5550" y="22865"/>
                </a:lnTo>
                <a:lnTo>
                  <a:pt x="5348" y="22945"/>
                </a:lnTo>
                <a:lnTo>
                  <a:pt x="5147" y="23006"/>
                </a:lnTo>
                <a:lnTo>
                  <a:pt x="4945" y="23046"/>
                </a:lnTo>
                <a:lnTo>
                  <a:pt x="4743" y="23087"/>
                </a:lnTo>
                <a:lnTo>
                  <a:pt x="4541" y="23107"/>
                </a:lnTo>
                <a:lnTo>
                  <a:pt x="4339" y="23107"/>
                </a:lnTo>
                <a:lnTo>
                  <a:pt x="4138" y="23087"/>
                </a:lnTo>
                <a:lnTo>
                  <a:pt x="3936" y="23046"/>
                </a:lnTo>
                <a:lnTo>
                  <a:pt x="3754" y="23006"/>
                </a:lnTo>
                <a:lnTo>
                  <a:pt x="3552" y="22925"/>
                </a:lnTo>
                <a:lnTo>
                  <a:pt x="3351" y="22845"/>
                </a:lnTo>
                <a:lnTo>
                  <a:pt x="3169" y="22764"/>
                </a:lnTo>
                <a:lnTo>
                  <a:pt x="2987" y="22643"/>
                </a:lnTo>
                <a:lnTo>
                  <a:pt x="2806" y="22522"/>
                </a:lnTo>
                <a:lnTo>
                  <a:pt x="2644" y="22380"/>
                </a:lnTo>
                <a:lnTo>
                  <a:pt x="2321" y="22078"/>
                </a:lnTo>
                <a:lnTo>
                  <a:pt x="1999" y="21714"/>
                </a:lnTo>
                <a:lnTo>
                  <a:pt x="1716" y="21331"/>
                </a:lnTo>
                <a:lnTo>
                  <a:pt x="1454" y="20927"/>
                </a:lnTo>
                <a:lnTo>
                  <a:pt x="1211" y="20483"/>
                </a:lnTo>
                <a:lnTo>
                  <a:pt x="990" y="20019"/>
                </a:lnTo>
                <a:lnTo>
                  <a:pt x="788" y="19535"/>
                </a:lnTo>
                <a:lnTo>
                  <a:pt x="626" y="19051"/>
                </a:lnTo>
                <a:lnTo>
                  <a:pt x="465" y="18566"/>
                </a:lnTo>
                <a:lnTo>
                  <a:pt x="344" y="18082"/>
                </a:lnTo>
                <a:lnTo>
                  <a:pt x="243" y="17598"/>
                </a:lnTo>
                <a:lnTo>
                  <a:pt x="162" y="17134"/>
                </a:lnTo>
                <a:lnTo>
                  <a:pt x="122" y="16690"/>
                </a:lnTo>
                <a:lnTo>
                  <a:pt x="102" y="16286"/>
                </a:lnTo>
                <a:lnTo>
                  <a:pt x="81" y="15600"/>
                </a:lnTo>
                <a:lnTo>
                  <a:pt x="81" y="14934"/>
                </a:lnTo>
                <a:lnTo>
                  <a:pt x="102" y="14268"/>
                </a:lnTo>
                <a:lnTo>
                  <a:pt x="142" y="13582"/>
                </a:lnTo>
                <a:lnTo>
                  <a:pt x="182" y="12916"/>
                </a:lnTo>
                <a:lnTo>
                  <a:pt x="243" y="12250"/>
                </a:lnTo>
                <a:lnTo>
                  <a:pt x="404" y="10918"/>
                </a:lnTo>
                <a:lnTo>
                  <a:pt x="586" y="9586"/>
                </a:lnTo>
                <a:lnTo>
                  <a:pt x="788" y="8254"/>
                </a:lnTo>
                <a:lnTo>
                  <a:pt x="1252" y="5631"/>
                </a:lnTo>
                <a:lnTo>
                  <a:pt x="1454" y="4622"/>
                </a:lnTo>
                <a:lnTo>
                  <a:pt x="1555" y="4117"/>
                </a:lnTo>
                <a:lnTo>
                  <a:pt x="1676" y="3613"/>
                </a:lnTo>
                <a:lnTo>
                  <a:pt x="1837" y="3108"/>
                </a:lnTo>
                <a:lnTo>
                  <a:pt x="1999" y="2604"/>
                </a:lnTo>
                <a:lnTo>
                  <a:pt x="2200" y="2140"/>
                </a:lnTo>
                <a:lnTo>
                  <a:pt x="2442" y="1655"/>
                </a:lnTo>
                <a:lnTo>
                  <a:pt x="2584" y="1393"/>
                </a:lnTo>
                <a:lnTo>
                  <a:pt x="2745" y="1151"/>
                </a:lnTo>
                <a:lnTo>
                  <a:pt x="2927" y="949"/>
                </a:lnTo>
                <a:lnTo>
                  <a:pt x="3108" y="747"/>
                </a:lnTo>
                <a:lnTo>
                  <a:pt x="3290" y="586"/>
                </a:lnTo>
                <a:lnTo>
                  <a:pt x="3472" y="445"/>
                </a:lnTo>
                <a:lnTo>
                  <a:pt x="3673" y="324"/>
                </a:lnTo>
                <a:lnTo>
                  <a:pt x="3875" y="223"/>
                </a:lnTo>
                <a:lnTo>
                  <a:pt x="4077" y="162"/>
                </a:lnTo>
                <a:lnTo>
                  <a:pt x="4279" y="102"/>
                </a:lnTo>
                <a:lnTo>
                  <a:pt x="4481" y="81"/>
                </a:lnTo>
                <a:lnTo>
                  <a:pt x="4703" y="61"/>
                </a:lnTo>
                <a:close/>
                <a:moveTo>
                  <a:pt x="4561" y="1"/>
                </a:moveTo>
                <a:lnTo>
                  <a:pt x="4319" y="21"/>
                </a:lnTo>
                <a:lnTo>
                  <a:pt x="4077" y="61"/>
                </a:lnTo>
                <a:lnTo>
                  <a:pt x="3855" y="142"/>
                </a:lnTo>
                <a:lnTo>
                  <a:pt x="3633" y="243"/>
                </a:lnTo>
                <a:lnTo>
                  <a:pt x="3431" y="364"/>
                </a:lnTo>
                <a:lnTo>
                  <a:pt x="3229" y="525"/>
                </a:lnTo>
                <a:lnTo>
                  <a:pt x="3048" y="687"/>
                </a:lnTo>
                <a:lnTo>
                  <a:pt x="2866" y="889"/>
                </a:lnTo>
                <a:lnTo>
                  <a:pt x="2685" y="1111"/>
                </a:lnTo>
                <a:lnTo>
                  <a:pt x="2523" y="1353"/>
                </a:lnTo>
                <a:lnTo>
                  <a:pt x="2362" y="1615"/>
                </a:lnTo>
                <a:lnTo>
                  <a:pt x="2120" y="2099"/>
                </a:lnTo>
                <a:lnTo>
                  <a:pt x="1918" y="2584"/>
                </a:lnTo>
                <a:lnTo>
                  <a:pt x="1756" y="3068"/>
                </a:lnTo>
                <a:lnTo>
                  <a:pt x="1615" y="3573"/>
                </a:lnTo>
                <a:lnTo>
                  <a:pt x="1474" y="4097"/>
                </a:lnTo>
                <a:lnTo>
                  <a:pt x="1373" y="4602"/>
                </a:lnTo>
                <a:lnTo>
                  <a:pt x="1171" y="5631"/>
                </a:lnTo>
                <a:lnTo>
                  <a:pt x="707" y="8254"/>
                </a:lnTo>
                <a:lnTo>
                  <a:pt x="505" y="9566"/>
                </a:lnTo>
                <a:lnTo>
                  <a:pt x="324" y="10898"/>
                </a:lnTo>
                <a:lnTo>
                  <a:pt x="162" y="12250"/>
                </a:lnTo>
                <a:lnTo>
                  <a:pt x="102" y="12916"/>
                </a:lnTo>
                <a:lnTo>
                  <a:pt x="61" y="13582"/>
                </a:lnTo>
                <a:lnTo>
                  <a:pt x="21" y="14268"/>
                </a:lnTo>
                <a:lnTo>
                  <a:pt x="1" y="14934"/>
                </a:lnTo>
                <a:lnTo>
                  <a:pt x="1" y="15600"/>
                </a:lnTo>
                <a:lnTo>
                  <a:pt x="21" y="16286"/>
                </a:lnTo>
                <a:lnTo>
                  <a:pt x="41" y="16710"/>
                </a:lnTo>
                <a:lnTo>
                  <a:pt x="81" y="17154"/>
                </a:lnTo>
                <a:lnTo>
                  <a:pt x="162" y="17618"/>
                </a:lnTo>
                <a:lnTo>
                  <a:pt x="263" y="18102"/>
                </a:lnTo>
                <a:lnTo>
                  <a:pt x="404" y="18587"/>
                </a:lnTo>
                <a:lnTo>
                  <a:pt x="546" y="19071"/>
                </a:lnTo>
                <a:lnTo>
                  <a:pt x="727" y="19575"/>
                </a:lnTo>
                <a:lnTo>
                  <a:pt x="929" y="20060"/>
                </a:lnTo>
                <a:lnTo>
                  <a:pt x="1151" y="20524"/>
                </a:lnTo>
                <a:lnTo>
                  <a:pt x="1393" y="20968"/>
                </a:lnTo>
                <a:lnTo>
                  <a:pt x="1655" y="21392"/>
                </a:lnTo>
                <a:lnTo>
                  <a:pt x="1958" y="21775"/>
                </a:lnTo>
                <a:lnTo>
                  <a:pt x="2261" y="22138"/>
                </a:lnTo>
                <a:lnTo>
                  <a:pt x="2604" y="22461"/>
                </a:lnTo>
                <a:lnTo>
                  <a:pt x="2765" y="22582"/>
                </a:lnTo>
                <a:lnTo>
                  <a:pt x="2947" y="22723"/>
                </a:lnTo>
                <a:lnTo>
                  <a:pt x="3129" y="22824"/>
                </a:lnTo>
                <a:lnTo>
                  <a:pt x="3330" y="22925"/>
                </a:lnTo>
                <a:lnTo>
                  <a:pt x="3593" y="23046"/>
                </a:lnTo>
                <a:lnTo>
                  <a:pt x="3875" y="23127"/>
                </a:lnTo>
                <a:lnTo>
                  <a:pt x="4158" y="23167"/>
                </a:lnTo>
                <a:lnTo>
                  <a:pt x="4460" y="23188"/>
                </a:lnTo>
                <a:lnTo>
                  <a:pt x="4723" y="23167"/>
                </a:lnTo>
                <a:lnTo>
                  <a:pt x="4985" y="23127"/>
                </a:lnTo>
                <a:lnTo>
                  <a:pt x="5268" y="23067"/>
                </a:lnTo>
                <a:lnTo>
                  <a:pt x="5550" y="22966"/>
                </a:lnTo>
                <a:lnTo>
                  <a:pt x="5813" y="22845"/>
                </a:lnTo>
                <a:lnTo>
                  <a:pt x="6095" y="22683"/>
                </a:lnTo>
                <a:lnTo>
                  <a:pt x="6378" y="22501"/>
                </a:lnTo>
                <a:lnTo>
                  <a:pt x="6680" y="22300"/>
                </a:lnTo>
                <a:lnTo>
                  <a:pt x="6922" y="22098"/>
                </a:lnTo>
                <a:lnTo>
                  <a:pt x="7144" y="21876"/>
                </a:lnTo>
                <a:lnTo>
                  <a:pt x="7346" y="21654"/>
                </a:lnTo>
                <a:lnTo>
                  <a:pt x="7548" y="21412"/>
                </a:lnTo>
                <a:lnTo>
                  <a:pt x="7730" y="21170"/>
                </a:lnTo>
                <a:lnTo>
                  <a:pt x="7911" y="20927"/>
                </a:lnTo>
                <a:lnTo>
                  <a:pt x="8053" y="20665"/>
                </a:lnTo>
                <a:lnTo>
                  <a:pt x="8214" y="20403"/>
                </a:lnTo>
                <a:lnTo>
                  <a:pt x="8476" y="19878"/>
                </a:lnTo>
                <a:lnTo>
                  <a:pt x="8698" y="19333"/>
                </a:lnTo>
                <a:lnTo>
                  <a:pt x="8880" y="18809"/>
                </a:lnTo>
                <a:lnTo>
                  <a:pt x="9041" y="18284"/>
                </a:lnTo>
                <a:lnTo>
                  <a:pt x="9283" y="17436"/>
                </a:lnTo>
                <a:lnTo>
                  <a:pt x="9485" y="16589"/>
                </a:lnTo>
                <a:lnTo>
                  <a:pt x="9667" y="15721"/>
                </a:lnTo>
                <a:lnTo>
                  <a:pt x="9808" y="14833"/>
                </a:lnTo>
                <a:lnTo>
                  <a:pt x="9909" y="13965"/>
                </a:lnTo>
                <a:lnTo>
                  <a:pt x="9990" y="13077"/>
                </a:lnTo>
                <a:lnTo>
                  <a:pt x="10030" y="12189"/>
                </a:lnTo>
                <a:lnTo>
                  <a:pt x="10030" y="11302"/>
                </a:lnTo>
                <a:lnTo>
                  <a:pt x="10010" y="10434"/>
                </a:lnTo>
                <a:lnTo>
                  <a:pt x="9949" y="9546"/>
                </a:lnTo>
                <a:lnTo>
                  <a:pt x="9869" y="8658"/>
                </a:lnTo>
                <a:lnTo>
                  <a:pt x="9727" y="7790"/>
                </a:lnTo>
                <a:lnTo>
                  <a:pt x="9566" y="6902"/>
                </a:lnTo>
                <a:lnTo>
                  <a:pt x="9384" y="6055"/>
                </a:lnTo>
                <a:lnTo>
                  <a:pt x="9162" y="5187"/>
                </a:lnTo>
                <a:lnTo>
                  <a:pt x="8900" y="4339"/>
                </a:lnTo>
                <a:lnTo>
                  <a:pt x="8759" y="3936"/>
                </a:lnTo>
                <a:lnTo>
                  <a:pt x="8618" y="3552"/>
                </a:lnTo>
                <a:lnTo>
                  <a:pt x="8476" y="3209"/>
                </a:lnTo>
                <a:lnTo>
                  <a:pt x="8315" y="2866"/>
                </a:lnTo>
                <a:lnTo>
                  <a:pt x="8153" y="2523"/>
                </a:lnTo>
                <a:lnTo>
                  <a:pt x="7972" y="2220"/>
                </a:lnTo>
                <a:lnTo>
                  <a:pt x="7790" y="1938"/>
                </a:lnTo>
                <a:lnTo>
                  <a:pt x="7609" y="1676"/>
                </a:lnTo>
                <a:lnTo>
                  <a:pt x="7407" y="1433"/>
                </a:lnTo>
                <a:lnTo>
                  <a:pt x="7225" y="1211"/>
                </a:lnTo>
                <a:lnTo>
                  <a:pt x="7003" y="990"/>
                </a:lnTo>
                <a:lnTo>
                  <a:pt x="6801" y="808"/>
                </a:lnTo>
                <a:lnTo>
                  <a:pt x="6579" y="646"/>
                </a:lnTo>
                <a:lnTo>
                  <a:pt x="6337" y="485"/>
                </a:lnTo>
                <a:lnTo>
                  <a:pt x="6095" y="344"/>
                </a:lnTo>
                <a:lnTo>
                  <a:pt x="5853" y="243"/>
                </a:lnTo>
                <a:lnTo>
                  <a:pt x="5591" y="142"/>
                </a:lnTo>
                <a:lnTo>
                  <a:pt x="5328" y="61"/>
                </a:lnTo>
                <a:lnTo>
                  <a:pt x="5066" y="21"/>
                </a:lnTo>
                <a:lnTo>
                  <a:pt x="4824" y="1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54" name="Google Shape;2154;p26"/>
          <p:cNvSpPr/>
          <p:nvPr/>
        </p:nvSpPr>
        <p:spPr>
          <a:xfrm>
            <a:off x="6822995" y="3873305"/>
            <a:ext cx="939900" cy="9399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55" name="Google Shape;2155;p26"/>
          <p:cNvSpPr/>
          <p:nvPr/>
        </p:nvSpPr>
        <p:spPr>
          <a:xfrm flipH="1">
            <a:off x="6214343" y="3585024"/>
            <a:ext cx="2946940" cy="1512969"/>
          </a:xfrm>
          <a:custGeom>
            <a:rect b="b" l="l" r="r" t="t"/>
            <a:pathLst>
              <a:path extrusionOk="0" h="27062" w="52711">
                <a:moveTo>
                  <a:pt x="48008" y="81"/>
                </a:moveTo>
                <a:lnTo>
                  <a:pt x="48654" y="122"/>
                </a:lnTo>
                <a:lnTo>
                  <a:pt x="49300" y="202"/>
                </a:lnTo>
                <a:lnTo>
                  <a:pt x="49623" y="243"/>
                </a:lnTo>
                <a:lnTo>
                  <a:pt x="49946" y="323"/>
                </a:lnTo>
                <a:lnTo>
                  <a:pt x="50248" y="404"/>
                </a:lnTo>
                <a:lnTo>
                  <a:pt x="50551" y="485"/>
                </a:lnTo>
                <a:lnTo>
                  <a:pt x="50854" y="606"/>
                </a:lnTo>
                <a:lnTo>
                  <a:pt x="51156" y="727"/>
                </a:lnTo>
                <a:lnTo>
                  <a:pt x="51399" y="848"/>
                </a:lnTo>
                <a:lnTo>
                  <a:pt x="51621" y="989"/>
                </a:lnTo>
                <a:lnTo>
                  <a:pt x="51822" y="1131"/>
                </a:lnTo>
                <a:lnTo>
                  <a:pt x="52004" y="1272"/>
                </a:lnTo>
                <a:lnTo>
                  <a:pt x="52165" y="1413"/>
                </a:lnTo>
                <a:lnTo>
                  <a:pt x="52287" y="1575"/>
                </a:lnTo>
                <a:lnTo>
                  <a:pt x="52408" y="1756"/>
                </a:lnTo>
                <a:lnTo>
                  <a:pt x="52488" y="1938"/>
                </a:lnTo>
                <a:lnTo>
                  <a:pt x="52569" y="2180"/>
                </a:lnTo>
                <a:lnTo>
                  <a:pt x="52609" y="2301"/>
                </a:lnTo>
                <a:lnTo>
                  <a:pt x="52630" y="2442"/>
                </a:lnTo>
                <a:lnTo>
                  <a:pt x="52630" y="2604"/>
                </a:lnTo>
                <a:lnTo>
                  <a:pt x="52609" y="2765"/>
                </a:lnTo>
                <a:lnTo>
                  <a:pt x="52589" y="2947"/>
                </a:lnTo>
                <a:lnTo>
                  <a:pt x="52549" y="3128"/>
                </a:lnTo>
                <a:lnTo>
                  <a:pt x="52488" y="3330"/>
                </a:lnTo>
                <a:lnTo>
                  <a:pt x="52408" y="3532"/>
                </a:lnTo>
                <a:lnTo>
                  <a:pt x="52307" y="3754"/>
                </a:lnTo>
                <a:lnTo>
                  <a:pt x="52186" y="3976"/>
                </a:lnTo>
                <a:lnTo>
                  <a:pt x="52024" y="4218"/>
                </a:lnTo>
                <a:lnTo>
                  <a:pt x="51843" y="4460"/>
                </a:lnTo>
                <a:lnTo>
                  <a:pt x="51641" y="4702"/>
                </a:lnTo>
                <a:lnTo>
                  <a:pt x="51399" y="4965"/>
                </a:lnTo>
                <a:lnTo>
                  <a:pt x="50854" y="5530"/>
                </a:lnTo>
                <a:lnTo>
                  <a:pt x="50269" y="6075"/>
                </a:lnTo>
                <a:lnTo>
                  <a:pt x="49118" y="7124"/>
                </a:lnTo>
                <a:lnTo>
                  <a:pt x="48311" y="7851"/>
                </a:lnTo>
                <a:lnTo>
                  <a:pt x="47524" y="8597"/>
                </a:lnTo>
                <a:lnTo>
                  <a:pt x="47141" y="8981"/>
                </a:lnTo>
                <a:lnTo>
                  <a:pt x="46777" y="9364"/>
                </a:lnTo>
                <a:lnTo>
                  <a:pt x="46414" y="9747"/>
                </a:lnTo>
                <a:lnTo>
                  <a:pt x="46071" y="10151"/>
                </a:lnTo>
                <a:lnTo>
                  <a:pt x="45748" y="10555"/>
                </a:lnTo>
                <a:lnTo>
                  <a:pt x="45446" y="10978"/>
                </a:lnTo>
                <a:lnTo>
                  <a:pt x="45163" y="11422"/>
                </a:lnTo>
                <a:lnTo>
                  <a:pt x="44901" y="11866"/>
                </a:lnTo>
                <a:lnTo>
                  <a:pt x="44658" y="12331"/>
                </a:lnTo>
                <a:lnTo>
                  <a:pt x="44457" y="12795"/>
                </a:lnTo>
                <a:lnTo>
                  <a:pt x="44295" y="13299"/>
                </a:lnTo>
                <a:lnTo>
                  <a:pt x="44154" y="13804"/>
                </a:lnTo>
                <a:lnTo>
                  <a:pt x="44093" y="14127"/>
                </a:lnTo>
                <a:lnTo>
                  <a:pt x="44033" y="14449"/>
                </a:lnTo>
                <a:lnTo>
                  <a:pt x="43972" y="15095"/>
                </a:lnTo>
                <a:lnTo>
                  <a:pt x="43932" y="15761"/>
                </a:lnTo>
                <a:lnTo>
                  <a:pt x="43912" y="16407"/>
                </a:lnTo>
                <a:lnTo>
                  <a:pt x="43871" y="17194"/>
                </a:lnTo>
                <a:lnTo>
                  <a:pt x="43811" y="17981"/>
                </a:lnTo>
                <a:lnTo>
                  <a:pt x="43771" y="18385"/>
                </a:lnTo>
                <a:lnTo>
                  <a:pt x="43710" y="18768"/>
                </a:lnTo>
                <a:lnTo>
                  <a:pt x="43609" y="19151"/>
                </a:lnTo>
                <a:lnTo>
                  <a:pt x="43508" y="19535"/>
                </a:lnTo>
                <a:lnTo>
                  <a:pt x="43306" y="20039"/>
                </a:lnTo>
                <a:lnTo>
                  <a:pt x="43064" y="20544"/>
                </a:lnTo>
                <a:lnTo>
                  <a:pt x="42782" y="21028"/>
                </a:lnTo>
                <a:lnTo>
                  <a:pt x="42459" y="21492"/>
                </a:lnTo>
                <a:lnTo>
                  <a:pt x="42096" y="21936"/>
                </a:lnTo>
                <a:lnTo>
                  <a:pt x="41692" y="22360"/>
                </a:lnTo>
                <a:lnTo>
                  <a:pt x="41248" y="22764"/>
                </a:lnTo>
                <a:lnTo>
                  <a:pt x="40784" y="23127"/>
                </a:lnTo>
                <a:lnTo>
                  <a:pt x="40300" y="23470"/>
                </a:lnTo>
                <a:lnTo>
                  <a:pt x="39795" y="23773"/>
                </a:lnTo>
                <a:lnTo>
                  <a:pt x="39270" y="24035"/>
                </a:lnTo>
                <a:lnTo>
                  <a:pt x="38746" y="24277"/>
                </a:lnTo>
                <a:lnTo>
                  <a:pt x="38181" y="24479"/>
                </a:lnTo>
                <a:lnTo>
                  <a:pt x="37636" y="24640"/>
                </a:lnTo>
                <a:lnTo>
                  <a:pt x="37071" y="24782"/>
                </a:lnTo>
                <a:lnTo>
                  <a:pt x="36506" y="24862"/>
                </a:lnTo>
                <a:lnTo>
                  <a:pt x="34790" y="25125"/>
                </a:lnTo>
                <a:lnTo>
                  <a:pt x="32894" y="25387"/>
                </a:lnTo>
                <a:lnTo>
                  <a:pt x="30250" y="25791"/>
                </a:lnTo>
                <a:lnTo>
                  <a:pt x="27485" y="26174"/>
                </a:lnTo>
                <a:lnTo>
                  <a:pt x="26093" y="26356"/>
                </a:lnTo>
                <a:lnTo>
                  <a:pt x="24680" y="26517"/>
                </a:lnTo>
                <a:lnTo>
                  <a:pt x="23247" y="26679"/>
                </a:lnTo>
                <a:lnTo>
                  <a:pt x="21855" y="26800"/>
                </a:lnTo>
                <a:lnTo>
                  <a:pt x="20564" y="26901"/>
                </a:lnTo>
                <a:lnTo>
                  <a:pt x="19252" y="26961"/>
                </a:lnTo>
                <a:lnTo>
                  <a:pt x="17900" y="26981"/>
                </a:lnTo>
                <a:lnTo>
                  <a:pt x="16548" y="26961"/>
                </a:lnTo>
                <a:lnTo>
                  <a:pt x="15175" y="26901"/>
                </a:lnTo>
                <a:lnTo>
                  <a:pt x="13783" y="26820"/>
                </a:lnTo>
                <a:lnTo>
                  <a:pt x="12370" y="26699"/>
                </a:lnTo>
                <a:lnTo>
                  <a:pt x="10958" y="26558"/>
                </a:lnTo>
                <a:lnTo>
                  <a:pt x="10837" y="26537"/>
                </a:lnTo>
                <a:lnTo>
                  <a:pt x="9626" y="26396"/>
                </a:lnTo>
                <a:lnTo>
                  <a:pt x="8334" y="26214"/>
                </a:lnTo>
                <a:lnTo>
                  <a:pt x="7648" y="26093"/>
                </a:lnTo>
                <a:lnTo>
                  <a:pt x="6962" y="25972"/>
                </a:lnTo>
                <a:lnTo>
                  <a:pt x="6276" y="25851"/>
                </a:lnTo>
                <a:lnTo>
                  <a:pt x="5590" y="25690"/>
                </a:lnTo>
                <a:lnTo>
                  <a:pt x="4924" y="25508"/>
                </a:lnTo>
                <a:lnTo>
                  <a:pt x="4258" y="25327"/>
                </a:lnTo>
                <a:lnTo>
                  <a:pt x="3612" y="25105"/>
                </a:lnTo>
                <a:lnTo>
                  <a:pt x="3007" y="24862"/>
                </a:lnTo>
                <a:lnTo>
                  <a:pt x="2422" y="24580"/>
                </a:lnTo>
                <a:lnTo>
                  <a:pt x="1877" y="24277"/>
                </a:lnTo>
                <a:lnTo>
                  <a:pt x="1614" y="24136"/>
                </a:lnTo>
                <a:lnTo>
                  <a:pt x="1372" y="23954"/>
                </a:lnTo>
                <a:lnTo>
                  <a:pt x="1130" y="23773"/>
                </a:lnTo>
                <a:lnTo>
                  <a:pt x="908" y="23591"/>
                </a:lnTo>
                <a:lnTo>
                  <a:pt x="727" y="23409"/>
                </a:lnTo>
                <a:lnTo>
                  <a:pt x="545" y="23208"/>
                </a:lnTo>
                <a:lnTo>
                  <a:pt x="404" y="23026"/>
                </a:lnTo>
                <a:lnTo>
                  <a:pt x="283" y="22824"/>
                </a:lnTo>
                <a:lnTo>
                  <a:pt x="202" y="22643"/>
                </a:lnTo>
                <a:lnTo>
                  <a:pt x="121" y="22441"/>
                </a:lnTo>
                <a:lnTo>
                  <a:pt x="101" y="22239"/>
                </a:lnTo>
                <a:lnTo>
                  <a:pt x="81" y="22037"/>
                </a:lnTo>
                <a:lnTo>
                  <a:pt x="101" y="21815"/>
                </a:lnTo>
                <a:lnTo>
                  <a:pt x="141" y="21593"/>
                </a:lnTo>
                <a:lnTo>
                  <a:pt x="202" y="21371"/>
                </a:lnTo>
                <a:lnTo>
                  <a:pt x="303" y="21149"/>
                </a:lnTo>
                <a:lnTo>
                  <a:pt x="424" y="20947"/>
                </a:lnTo>
                <a:lnTo>
                  <a:pt x="565" y="20725"/>
                </a:lnTo>
                <a:lnTo>
                  <a:pt x="706" y="20524"/>
                </a:lnTo>
                <a:lnTo>
                  <a:pt x="888" y="20302"/>
                </a:lnTo>
                <a:lnTo>
                  <a:pt x="1251" y="19898"/>
                </a:lnTo>
                <a:lnTo>
                  <a:pt x="1675" y="19494"/>
                </a:lnTo>
                <a:lnTo>
                  <a:pt x="2099" y="19111"/>
                </a:lnTo>
                <a:lnTo>
                  <a:pt x="2543" y="18748"/>
                </a:lnTo>
                <a:lnTo>
                  <a:pt x="3168" y="18183"/>
                </a:lnTo>
                <a:lnTo>
                  <a:pt x="3451" y="17920"/>
                </a:lnTo>
                <a:lnTo>
                  <a:pt x="3713" y="17658"/>
                </a:lnTo>
                <a:lnTo>
                  <a:pt x="4641" y="16669"/>
                </a:lnTo>
                <a:lnTo>
                  <a:pt x="5570" y="15701"/>
                </a:lnTo>
                <a:lnTo>
                  <a:pt x="6498" y="14793"/>
                </a:lnTo>
                <a:lnTo>
                  <a:pt x="7426" y="13925"/>
                </a:lnTo>
                <a:lnTo>
                  <a:pt x="8375" y="13097"/>
                </a:lnTo>
                <a:lnTo>
                  <a:pt x="9323" y="12310"/>
                </a:lnTo>
                <a:lnTo>
                  <a:pt x="10272" y="11564"/>
                </a:lnTo>
                <a:lnTo>
                  <a:pt x="11240" y="10857"/>
                </a:lnTo>
                <a:lnTo>
                  <a:pt x="12370" y="10091"/>
                </a:lnTo>
                <a:lnTo>
                  <a:pt x="13521" y="9324"/>
                </a:lnTo>
                <a:lnTo>
                  <a:pt x="14711" y="8597"/>
                </a:lnTo>
                <a:lnTo>
                  <a:pt x="15922" y="7911"/>
                </a:lnTo>
                <a:lnTo>
                  <a:pt x="17153" y="7245"/>
                </a:lnTo>
                <a:lnTo>
                  <a:pt x="18424" y="6599"/>
                </a:lnTo>
                <a:lnTo>
                  <a:pt x="19716" y="5994"/>
                </a:lnTo>
                <a:lnTo>
                  <a:pt x="21028" y="5429"/>
                </a:lnTo>
                <a:lnTo>
                  <a:pt x="22380" y="4864"/>
                </a:lnTo>
                <a:lnTo>
                  <a:pt x="23752" y="4339"/>
                </a:lnTo>
                <a:lnTo>
                  <a:pt x="25165" y="3855"/>
                </a:lnTo>
                <a:lnTo>
                  <a:pt x="26597" y="3391"/>
                </a:lnTo>
                <a:lnTo>
                  <a:pt x="28050" y="2967"/>
                </a:lnTo>
                <a:lnTo>
                  <a:pt x="29544" y="2563"/>
                </a:lnTo>
                <a:lnTo>
                  <a:pt x="31037" y="2180"/>
                </a:lnTo>
                <a:lnTo>
                  <a:pt x="32591" y="1837"/>
                </a:lnTo>
                <a:lnTo>
                  <a:pt x="34145" y="1514"/>
                </a:lnTo>
                <a:lnTo>
                  <a:pt x="35739" y="1231"/>
                </a:lnTo>
                <a:lnTo>
                  <a:pt x="37374" y="989"/>
                </a:lnTo>
                <a:lnTo>
                  <a:pt x="39028" y="747"/>
                </a:lnTo>
                <a:lnTo>
                  <a:pt x="40723" y="566"/>
                </a:lnTo>
                <a:lnTo>
                  <a:pt x="42439" y="384"/>
                </a:lnTo>
                <a:lnTo>
                  <a:pt x="44194" y="243"/>
                </a:lnTo>
                <a:lnTo>
                  <a:pt x="45970" y="142"/>
                </a:lnTo>
                <a:lnTo>
                  <a:pt x="46656" y="101"/>
                </a:lnTo>
                <a:lnTo>
                  <a:pt x="47342" y="81"/>
                </a:lnTo>
                <a:close/>
                <a:moveTo>
                  <a:pt x="47302" y="1"/>
                </a:moveTo>
                <a:lnTo>
                  <a:pt x="46636" y="21"/>
                </a:lnTo>
                <a:lnTo>
                  <a:pt x="45970" y="61"/>
                </a:lnTo>
                <a:lnTo>
                  <a:pt x="44194" y="162"/>
                </a:lnTo>
                <a:lnTo>
                  <a:pt x="42439" y="303"/>
                </a:lnTo>
                <a:lnTo>
                  <a:pt x="40703" y="485"/>
                </a:lnTo>
                <a:lnTo>
                  <a:pt x="39028" y="666"/>
                </a:lnTo>
                <a:lnTo>
                  <a:pt x="37353" y="909"/>
                </a:lnTo>
                <a:lnTo>
                  <a:pt x="35739" y="1151"/>
                </a:lnTo>
                <a:lnTo>
                  <a:pt x="34145" y="1453"/>
                </a:lnTo>
                <a:lnTo>
                  <a:pt x="32571" y="1756"/>
                </a:lnTo>
                <a:lnTo>
                  <a:pt x="31017" y="2099"/>
                </a:lnTo>
                <a:lnTo>
                  <a:pt x="29523" y="2483"/>
                </a:lnTo>
                <a:lnTo>
                  <a:pt x="28030" y="2886"/>
                </a:lnTo>
                <a:lnTo>
                  <a:pt x="26577" y="3310"/>
                </a:lnTo>
                <a:lnTo>
                  <a:pt x="25144" y="3774"/>
                </a:lnTo>
                <a:lnTo>
                  <a:pt x="23732" y="4279"/>
                </a:lnTo>
                <a:lnTo>
                  <a:pt x="22339" y="4803"/>
                </a:lnTo>
                <a:lnTo>
                  <a:pt x="20987" y="5348"/>
                </a:lnTo>
                <a:lnTo>
                  <a:pt x="19676" y="5933"/>
                </a:lnTo>
                <a:lnTo>
                  <a:pt x="18384" y="6539"/>
                </a:lnTo>
                <a:lnTo>
                  <a:pt x="17113" y="7164"/>
                </a:lnTo>
                <a:lnTo>
                  <a:pt x="15882" y="7830"/>
                </a:lnTo>
                <a:lnTo>
                  <a:pt x="14671" y="8537"/>
                </a:lnTo>
                <a:lnTo>
                  <a:pt x="13480" y="9263"/>
                </a:lnTo>
                <a:lnTo>
                  <a:pt x="12330" y="10010"/>
                </a:lnTo>
                <a:lnTo>
                  <a:pt x="11200" y="10797"/>
                </a:lnTo>
                <a:lnTo>
                  <a:pt x="10231" y="11503"/>
                </a:lnTo>
                <a:lnTo>
                  <a:pt x="9263" y="12250"/>
                </a:lnTo>
                <a:lnTo>
                  <a:pt x="8314" y="13037"/>
                </a:lnTo>
                <a:lnTo>
                  <a:pt x="7386" y="13864"/>
                </a:lnTo>
                <a:lnTo>
                  <a:pt x="6438" y="14732"/>
                </a:lnTo>
                <a:lnTo>
                  <a:pt x="5509" y="15640"/>
                </a:lnTo>
                <a:lnTo>
                  <a:pt x="4581" y="16609"/>
                </a:lnTo>
                <a:lnTo>
                  <a:pt x="3653" y="17598"/>
                </a:lnTo>
                <a:lnTo>
                  <a:pt x="3390" y="17860"/>
                </a:lnTo>
                <a:lnTo>
                  <a:pt x="3108" y="18122"/>
                </a:lnTo>
                <a:lnTo>
                  <a:pt x="2482" y="18687"/>
                </a:lnTo>
                <a:lnTo>
                  <a:pt x="2038" y="19051"/>
                </a:lnTo>
                <a:lnTo>
                  <a:pt x="1614" y="19454"/>
                </a:lnTo>
                <a:lnTo>
                  <a:pt x="1191" y="19858"/>
                </a:lnTo>
                <a:lnTo>
                  <a:pt x="807" y="20261"/>
                </a:lnTo>
                <a:lnTo>
                  <a:pt x="646" y="20483"/>
                </a:lnTo>
                <a:lnTo>
                  <a:pt x="484" y="20685"/>
                </a:lnTo>
                <a:lnTo>
                  <a:pt x="343" y="20907"/>
                </a:lnTo>
                <a:lnTo>
                  <a:pt x="222" y="21129"/>
                </a:lnTo>
                <a:lnTo>
                  <a:pt x="141" y="21351"/>
                </a:lnTo>
                <a:lnTo>
                  <a:pt x="61" y="21573"/>
                </a:lnTo>
                <a:lnTo>
                  <a:pt x="20" y="21795"/>
                </a:lnTo>
                <a:lnTo>
                  <a:pt x="0" y="22037"/>
                </a:lnTo>
                <a:lnTo>
                  <a:pt x="20" y="22239"/>
                </a:lnTo>
                <a:lnTo>
                  <a:pt x="61" y="22441"/>
                </a:lnTo>
                <a:lnTo>
                  <a:pt x="121" y="22663"/>
                </a:lnTo>
                <a:lnTo>
                  <a:pt x="222" y="22865"/>
                </a:lnTo>
                <a:lnTo>
                  <a:pt x="343" y="23066"/>
                </a:lnTo>
                <a:lnTo>
                  <a:pt x="484" y="23268"/>
                </a:lnTo>
                <a:lnTo>
                  <a:pt x="666" y="23470"/>
                </a:lnTo>
                <a:lnTo>
                  <a:pt x="868" y="23652"/>
                </a:lnTo>
                <a:lnTo>
                  <a:pt x="1090" y="23833"/>
                </a:lnTo>
                <a:lnTo>
                  <a:pt x="1312" y="24015"/>
                </a:lnTo>
                <a:lnTo>
                  <a:pt x="1574" y="24196"/>
                </a:lnTo>
                <a:lnTo>
                  <a:pt x="1836" y="24358"/>
                </a:lnTo>
                <a:lnTo>
                  <a:pt x="2381" y="24661"/>
                </a:lnTo>
                <a:lnTo>
                  <a:pt x="2967" y="24923"/>
                </a:lnTo>
                <a:lnTo>
                  <a:pt x="3592" y="25165"/>
                </a:lnTo>
                <a:lnTo>
                  <a:pt x="4218" y="25387"/>
                </a:lnTo>
                <a:lnTo>
                  <a:pt x="4884" y="25589"/>
                </a:lnTo>
                <a:lnTo>
                  <a:pt x="5570" y="25770"/>
                </a:lnTo>
                <a:lnTo>
                  <a:pt x="6256" y="25912"/>
                </a:lnTo>
                <a:lnTo>
                  <a:pt x="6942" y="26053"/>
                </a:lnTo>
                <a:lnTo>
                  <a:pt x="7628" y="26174"/>
                </a:lnTo>
                <a:lnTo>
                  <a:pt x="8314" y="26295"/>
                </a:lnTo>
                <a:lnTo>
                  <a:pt x="9606" y="26477"/>
                </a:lnTo>
                <a:lnTo>
                  <a:pt x="10817" y="26618"/>
                </a:lnTo>
                <a:lnTo>
                  <a:pt x="10938" y="26638"/>
                </a:lnTo>
                <a:lnTo>
                  <a:pt x="11826" y="26739"/>
                </a:lnTo>
                <a:lnTo>
                  <a:pt x="12693" y="26820"/>
                </a:lnTo>
                <a:lnTo>
                  <a:pt x="13561" y="26880"/>
                </a:lnTo>
                <a:lnTo>
                  <a:pt x="14429" y="26941"/>
                </a:lnTo>
                <a:lnTo>
                  <a:pt x="15276" y="27001"/>
                </a:lnTo>
                <a:lnTo>
                  <a:pt x="16124" y="27022"/>
                </a:lnTo>
                <a:lnTo>
                  <a:pt x="16971" y="27042"/>
                </a:lnTo>
                <a:lnTo>
                  <a:pt x="17799" y="27062"/>
                </a:lnTo>
                <a:lnTo>
                  <a:pt x="18828" y="27042"/>
                </a:lnTo>
                <a:lnTo>
                  <a:pt x="19857" y="27022"/>
                </a:lnTo>
                <a:lnTo>
                  <a:pt x="20866" y="26961"/>
                </a:lnTo>
                <a:lnTo>
                  <a:pt x="21855" y="26880"/>
                </a:lnTo>
                <a:lnTo>
                  <a:pt x="23268" y="26759"/>
                </a:lnTo>
                <a:lnTo>
                  <a:pt x="24680" y="26598"/>
                </a:lnTo>
                <a:lnTo>
                  <a:pt x="26093" y="26436"/>
                </a:lnTo>
                <a:lnTo>
                  <a:pt x="27505" y="26255"/>
                </a:lnTo>
                <a:lnTo>
                  <a:pt x="30270" y="25871"/>
                </a:lnTo>
                <a:lnTo>
                  <a:pt x="32914" y="25468"/>
                </a:lnTo>
                <a:lnTo>
                  <a:pt x="34790" y="25205"/>
                </a:lnTo>
                <a:lnTo>
                  <a:pt x="36506" y="24943"/>
                </a:lnTo>
                <a:lnTo>
                  <a:pt x="37091" y="24862"/>
                </a:lnTo>
                <a:lnTo>
                  <a:pt x="37656" y="24721"/>
                </a:lnTo>
                <a:lnTo>
                  <a:pt x="38221" y="24539"/>
                </a:lnTo>
                <a:lnTo>
                  <a:pt x="38766" y="24338"/>
                </a:lnTo>
                <a:lnTo>
                  <a:pt x="39311" y="24096"/>
                </a:lnTo>
                <a:lnTo>
                  <a:pt x="39835" y="23833"/>
                </a:lnTo>
                <a:lnTo>
                  <a:pt x="40340" y="23530"/>
                </a:lnTo>
                <a:lnTo>
                  <a:pt x="40824" y="23208"/>
                </a:lnTo>
                <a:lnTo>
                  <a:pt x="41309" y="22824"/>
                </a:lnTo>
                <a:lnTo>
                  <a:pt x="41753" y="22421"/>
                </a:lnTo>
                <a:lnTo>
                  <a:pt x="42156" y="21977"/>
                </a:lnTo>
                <a:lnTo>
                  <a:pt x="42540" y="21533"/>
                </a:lnTo>
                <a:lnTo>
                  <a:pt x="42862" y="21069"/>
                </a:lnTo>
                <a:lnTo>
                  <a:pt x="43145" y="20584"/>
                </a:lnTo>
                <a:lnTo>
                  <a:pt x="43387" y="20080"/>
                </a:lnTo>
                <a:lnTo>
                  <a:pt x="43589" y="19555"/>
                </a:lnTo>
                <a:lnTo>
                  <a:pt x="43690" y="19172"/>
                </a:lnTo>
                <a:lnTo>
                  <a:pt x="43771" y="18788"/>
                </a:lnTo>
                <a:lnTo>
                  <a:pt x="43851" y="18385"/>
                </a:lnTo>
                <a:lnTo>
                  <a:pt x="43892" y="18001"/>
                </a:lnTo>
                <a:lnTo>
                  <a:pt x="43952" y="17194"/>
                </a:lnTo>
                <a:lnTo>
                  <a:pt x="43993" y="16407"/>
                </a:lnTo>
                <a:lnTo>
                  <a:pt x="44013" y="15761"/>
                </a:lnTo>
                <a:lnTo>
                  <a:pt x="44053" y="15115"/>
                </a:lnTo>
                <a:lnTo>
                  <a:pt x="44114" y="14449"/>
                </a:lnTo>
                <a:lnTo>
                  <a:pt x="44174" y="14147"/>
                </a:lnTo>
                <a:lnTo>
                  <a:pt x="44235" y="13824"/>
                </a:lnTo>
                <a:lnTo>
                  <a:pt x="44376" y="13319"/>
                </a:lnTo>
                <a:lnTo>
                  <a:pt x="44537" y="12815"/>
                </a:lnTo>
                <a:lnTo>
                  <a:pt x="44739" y="12351"/>
                </a:lnTo>
                <a:lnTo>
                  <a:pt x="44981" y="11887"/>
                </a:lnTo>
                <a:lnTo>
                  <a:pt x="45224" y="11443"/>
                </a:lnTo>
                <a:lnTo>
                  <a:pt x="45506" y="11019"/>
                </a:lnTo>
                <a:lnTo>
                  <a:pt x="45809" y="10595"/>
                </a:lnTo>
                <a:lnTo>
                  <a:pt x="46152" y="10191"/>
                </a:lnTo>
                <a:lnTo>
                  <a:pt x="46475" y="9788"/>
                </a:lnTo>
                <a:lnTo>
                  <a:pt x="46838" y="9404"/>
                </a:lnTo>
                <a:lnTo>
                  <a:pt x="47201" y="9021"/>
                </a:lnTo>
                <a:lnTo>
                  <a:pt x="47585" y="8658"/>
                </a:lnTo>
                <a:lnTo>
                  <a:pt x="48372" y="7911"/>
                </a:lnTo>
                <a:lnTo>
                  <a:pt x="49159" y="7185"/>
                </a:lnTo>
                <a:lnTo>
                  <a:pt x="50329" y="6135"/>
                </a:lnTo>
                <a:lnTo>
                  <a:pt x="50894" y="5590"/>
                </a:lnTo>
                <a:lnTo>
                  <a:pt x="51459" y="5025"/>
                </a:lnTo>
                <a:lnTo>
                  <a:pt x="51742" y="4702"/>
                </a:lnTo>
                <a:lnTo>
                  <a:pt x="52024" y="4359"/>
                </a:lnTo>
                <a:lnTo>
                  <a:pt x="52266" y="3976"/>
                </a:lnTo>
                <a:lnTo>
                  <a:pt x="52387" y="3774"/>
                </a:lnTo>
                <a:lnTo>
                  <a:pt x="52468" y="3572"/>
                </a:lnTo>
                <a:lnTo>
                  <a:pt x="52569" y="3371"/>
                </a:lnTo>
                <a:lnTo>
                  <a:pt x="52630" y="3169"/>
                </a:lnTo>
                <a:lnTo>
                  <a:pt x="52670" y="2947"/>
                </a:lnTo>
                <a:lnTo>
                  <a:pt x="52710" y="2745"/>
                </a:lnTo>
                <a:lnTo>
                  <a:pt x="52710" y="2523"/>
                </a:lnTo>
                <a:lnTo>
                  <a:pt x="52690" y="2321"/>
                </a:lnTo>
                <a:lnTo>
                  <a:pt x="52650" y="2099"/>
                </a:lnTo>
                <a:lnTo>
                  <a:pt x="52569" y="1897"/>
                </a:lnTo>
                <a:lnTo>
                  <a:pt x="52468" y="1716"/>
                </a:lnTo>
                <a:lnTo>
                  <a:pt x="52367" y="1534"/>
                </a:lnTo>
                <a:lnTo>
                  <a:pt x="52226" y="1373"/>
                </a:lnTo>
                <a:lnTo>
                  <a:pt x="52065" y="1211"/>
                </a:lnTo>
                <a:lnTo>
                  <a:pt x="51883" y="1070"/>
                </a:lnTo>
                <a:lnTo>
                  <a:pt x="51661" y="909"/>
                </a:lnTo>
                <a:lnTo>
                  <a:pt x="51439" y="788"/>
                </a:lnTo>
                <a:lnTo>
                  <a:pt x="51197" y="666"/>
                </a:lnTo>
                <a:lnTo>
                  <a:pt x="50894" y="525"/>
                </a:lnTo>
                <a:lnTo>
                  <a:pt x="50571" y="424"/>
                </a:lnTo>
                <a:lnTo>
                  <a:pt x="50269" y="323"/>
                </a:lnTo>
                <a:lnTo>
                  <a:pt x="49946" y="243"/>
                </a:lnTo>
                <a:lnTo>
                  <a:pt x="49623" y="182"/>
                </a:lnTo>
                <a:lnTo>
                  <a:pt x="49300" y="122"/>
                </a:lnTo>
                <a:lnTo>
                  <a:pt x="48654" y="41"/>
                </a:lnTo>
                <a:lnTo>
                  <a:pt x="47988" y="1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56" name="Google Shape;2156;p26"/>
          <p:cNvSpPr/>
          <p:nvPr/>
        </p:nvSpPr>
        <p:spPr>
          <a:xfrm flipH="1">
            <a:off x="6416291" y="3641433"/>
            <a:ext cx="2259893" cy="1045918"/>
          </a:xfrm>
          <a:custGeom>
            <a:rect b="b" l="l" r="r" t="t"/>
            <a:pathLst>
              <a:path extrusionOk="0" h="18708" w="40422">
                <a:moveTo>
                  <a:pt x="37434" y="81"/>
                </a:moveTo>
                <a:lnTo>
                  <a:pt x="37919" y="101"/>
                </a:lnTo>
                <a:lnTo>
                  <a:pt x="38403" y="162"/>
                </a:lnTo>
                <a:lnTo>
                  <a:pt x="38887" y="263"/>
                </a:lnTo>
                <a:lnTo>
                  <a:pt x="39372" y="384"/>
                </a:lnTo>
                <a:lnTo>
                  <a:pt x="39634" y="485"/>
                </a:lnTo>
                <a:lnTo>
                  <a:pt x="39796" y="566"/>
                </a:lnTo>
                <a:lnTo>
                  <a:pt x="39957" y="666"/>
                </a:lnTo>
                <a:lnTo>
                  <a:pt x="40098" y="808"/>
                </a:lnTo>
                <a:lnTo>
                  <a:pt x="40219" y="949"/>
                </a:lnTo>
                <a:lnTo>
                  <a:pt x="40260" y="1030"/>
                </a:lnTo>
                <a:lnTo>
                  <a:pt x="40300" y="1110"/>
                </a:lnTo>
                <a:lnTo>
                  <a:pt x="40320" y="1211"/>
                </a:lnTo>
                <a:lnTo>
                  <a:pt x="40340" y="1292"/>
                </a:lnTo>
                <a:lnTo>
                  <a:pt x="40320" y="1413"/>
                </a:lnTo>
                <a:lnTo>
                  <a:pt x="40300" y="1534"/>
                </a:lnTo>
                <a:lnTo>
                  <a:pt x="40260" y="1655"/>
                </a:lnTo>
                <a:lnTo>
                  <a:pt x="40199" y="1756"/>
                </a:lnTo>
                <a:lnTo>
                  <a:pt x="40058" y="1958"/>
                </a:lnTo>
                <a:lnTo>
                  <a:pt x="39876" y="2160"/>
                </a:lnTo>
                <a:lnTo>
                  <a:pt x="39513" y="2523"/>
                </a:lnTo>
                <a:lnTo>
                  <a:pt x="39130" y="2886"/>
                </a:lnTo>
                <a:lnTo>
                  <a:pt x="38322" y="3572"/>
                </a:lnTo>
                <a:lnTo>
                  <a:pt x="37677" y="4117"/>
                </a:lnTo>
                <a:lnTo>
                  <a:pt x="37051" y="4682"/>
                </a:lnTo>
                <a:lnTo>
                  <a:pt x="36748" y="4985"/>
                </a:lnTo>
                <a:lnTo>
                  <a:pt x="36466" y="5308"/>
                </a:lnTo>
                <a:lnTo>
                  <a:pt x="36203" y="5631"/>
                </a:lnTo>
                <a:lnTo>
                  <a:pt x="35961" y="5974"/>
                </a:lnTo>
                <a:lnTo>
                  <a:pt x="35719" y="6337"/>
                </a:lnTo>
                <a:lnTo>
                  <a:pt x="35517" y="6700"/>
                </a:lnTo>
                <a:lnTo>
                  <a:pt x="35336" y="7084"/>
                </a:lnTo>
                <a:lnTo>
                  <a:pt x="35174" y="7467"/>
                </a:lnTo>
                <a:lnTo>
                  <a:pt x="34872" y="8254"/>
                </a:lnTo>
                <a:lnTo>
                  <a:pt x="34589" y="9041"/>
                </a:lnTo>
                <a:lnTo>
                  <a:pt x="34307" y="9869"/>
                </a:lnTo>
                <a:lnTo>
                  <a:pt x="34145" y="10292"/>
                </a:lnTo>
                <a:lnTo>
                  <a:pt x="33984" y="10696"/>
                </a:lnTo>
                <a:lnTo>
                  <a:pt x="33802" y="11100"/>
                </a:lnTo>
                <a:lnTo>
                  <a:pt x="33600" y="11503"/>
                </a:lnTo>
                <a:lnTo>
                  <a:pt x="33378" y="11887"/>
                </a:lnTo>
                <a:lnTo>
                  <a:pt x="33136" y="12250"/>
                </a:lnTo>
                <a:lnTo>
                  <a:pt x="32914" y="12512"/>
                </a:lnTo>
                <a:lnTo>
                  <a:pt x="32712" y="12754"/>
                </a:lnTo>
                <a:lnTo>
                  <a:pt x="32470" y="12996"/>
                </a:lnTo>
                <a:lnTo>
                  <a:pt x="32228" y="13239"/>
                </a:lnTo>
                <a:lnTo>
                  <a:pt x="31986" y="13440"/>
                </a:lnTo>
                <a:lnTo>
                  <a:pt x="31724" y="13642"/>
                </a:lnTo>
                <a:lnTo>
                  <a:pt x="31199" y="14026"/>
                </a:lnTo>
                <a:lnTo>
                  <a:pt x="30634" y="14369"/>
                </a:lnTo>
                <a:lnTo>
                  <a:pt x="30069" y="14692"/>
                </a:lnTo>
                <a:lnTo>
                  <a:pt x="29504" y="14954"/>
                </a:lnTo>
                <a:lnTo>
                  <a:pt x="28939" y="15216"/>
                </a:lnTo>
                <a:lnTo>
                  <a:pt x="27970" y="15640"/>
                </a:lnTo>
                <a:lnTo>
                  <a:pt x="26961" y="16024"/>
                </a:lnTo>
                <a:lnTo>
                  <a:pt x="25952" y="16387"/>
                </a:lnTo>
                <a:lnTo>
                  <a:pt x="24923" y="16730"/>
                </a:lnTo>
                <a:lnTo>
                  <a:pt x="23873" y="17033"/>
                </a:lnTo>
                <a:lnTo>
                  <a:pt x="22804" y="17315"/>
                </a:lnTo>
                <a:lnTo>
                  <a:pt x="21714" y="17557"/>
                </a:lnTo>
                <a:lnTo>
                  <a:pt x="20604" y="17799"/>
                </a:lnTo>
                <a:lnTo>
                  <a:pt x="19494" y="18001"/>
                </a:lnTo>
                <a:lnTo>
                  <a:pt x="18344" y="18163"/>
                </a:lnTo>
                <a:lnTo>
                  <a:pt x="17194" y="18304"/>
                </a:lnTo>
                <a:lnTo>
                  <a:pt x="16023" y="18425"/>
                </a:lnTo>
                <a:lnTo>
                  <a:pt x="14833" y="18526"/>
                </a:lnTo>
                <a:lnTo>
                  <a:pt x="13622" y="18586"/>
                </a:lnTo>
                <a:lnTo>
                  <a:pt x="12391" y="18607"/>
                </a:lnTo>
                <a:lnTo>
                  <a:pt x="11160" y="18627"/>
                </a:lnTo>
                <a:lnTo>
                  <a:pt x="10091" y="18607"/>
                </a:lnTo>
                <a:lnTo>
                  <a:pt x="8981" y="18566"/>
                </a:lnTo>
                <a:lnTo>
                  <a:pt x="7810" y="18465"/>
                </a:lnTo>
                <a:lnTo>
                  <a:pt x="7205" y="18405"/>
                </a:lnTo>
                <a:lnTo>
                  <a:pt x="6599" y="18324"/>
                </a:lnTo>
                <a:lnTo>
                  <a:pt x="5994" y="18243"/>
                </a:lnTo>
                <a:lnTo>
                  <a:pt x="5368" y="18122"/>
                </a:lnTo>
                <a:lnTo>
                  <a:pt x="4763" y="17981"/>
                </a:lnTo>
                <a:lnTo>
                  <a:pt x="4137" y="17840"/>
                </a:lnTo>
                <a:lnTo>
                  <a:pt x="3532" y="17658"/>
                </a:lnTo>
                <a:lnTo>
                  <a:pt x="2927" y="17456"/>
                </a:lnTo>
                <a:lnTo>
                  <a:pt x="2321" y="17234"/>
                </a:lnTo>
                <a:lnTo>
                  <a:pt x="1716" y="16972"/>
                </a:lnTo>
                <a:lnTo>
                  <a:pt x="1312" y="16790"/>
                </a:lnTo>
                <a:lnTo>
                  <a:pt x="1131" y="16669"/>
                </a:lnTo>
                <a:lnTo>
                  <a:pt x="949" y="16548"/>
                </a:lnTo>
                <a:lnTo>
                  <a:pt x="767" y="16427"/>
                </a:lnTo>
                <a:lnTo>
                  <a:pt x="606" y="16286"/>
                </a:lnTo>
                <a:lnTo>
                  <a:pt x="465" y="16124"/>
                </a:lnTo>
                <a:lnTo>
                  <a:pt x="323" y="15963"/>
                </a:lnTo>
                <a:lnTo>
                  <a:pt x="243" y="15802"/>
                </a:lnTo>
                <a:lnTo>
                  <a:pt x="162" y="15640"/>
                </a:lnTo>
                <a:lnTo>
                  <a:pt x="122" y="15499"/>
                </a:lnTo>
                <a:lnTo>
                  <a:pt x="101" y="15337"/>
                </a:lnTo>
                <a:lnTo>
                  <a:pt x="81" y="15196"/>
                </a:lnTo>
                <a:lnTo>
                  <a:pt x="101" y="15055"/>
                </a:lnTo>
                <a:lnTo>
                  <a:pt x="122" y="14914"/>
                </a:lnTo>
                <a:lnTo>
                  <a:pt x="162" y="14772"/>
                </a:lnTo>
                <a:lnTo>
                  <a:pt x="222" y="14631"/>
                </a:lnTo>
                <a:lnTo>
                  <a:pt x="283" y="14490"/>
                </a:lnTo>
                <a:lnTo>
                  <a:pt x="444" y="14207"/>
                </a:lnTo>
                <a:lnTo>
                  <a:pt x="646" y="13945"/>
                </a:lnTo>
                <a:lnTo>
                  <a:pt x="868" y="13703"/>
                </a:lnTo>
                <a:lnTo>
                  <a:pt x="1453" y="13077"/>
                </a:lnTo>
                <a:lnTo>
                  <a:pt x="2059" y="12472"/>
                </a:lnTo>
                <a:lnTo>
                  <a:pt x="2684" y="11887"/>
                </a:lnTo>
                <a:lnTo>
                  <a:pt x="3310" y="11322"/>
                </a:lnTo>
                <a:lnTo>
                  <a:pt x="3936" y="10797"/>
                </a:lnTo>
                <a:lnTo>
                  <a:pt x="4602" y="10272"/>
                </a:lnTo>
                <a:lnTo>
                  <a:pt x="5267" y="9768"/>
                </a:lnTo>
                <a:lnTo>
                  <a:pt x="5974" y="9283"/>
                </a:lnTo>
                <a:lnTo>
                  <a:pt x="6680" y="8819"/>
                </a:lnTo>
                <a:lnTo>
                  <a:pt x="7427" y="8355"/>
                </a:lnTo>
                <a:lnTo>
                  <a:pt x="8173" y="7891"/>
                </a:lnTo>
                <a:lnTo>
                  <a:pt x="8960" y="7467"/>
                </a:lnTo>
                <a:lnTo>
                  <a:pt x="9808" y="7003"/>
                </a:lnTo>
                <a:lnTo>
                  <a:pt x="10676" y="6579"/>
                </a:lnTo>
                <a:lnTo>
                  <a:pt x="11564" y="6155"/>
                </a:lnTo>
                <a:lnTo>
                  <a:pt x="12492" y="5752"/>
                </a:lnTo>
                <a:lnTo>
                  <a:pt x="13380" y="5389"/>
                </a:lnTo>
                <a:lnTo>
                  <a:pt x="14268" y="5046"/>
                </a:lnTo>
                <a:lnTo>
                  <a:pt x="15176" y="4702"/>
                </a:lnTo>
                <a:lnTo>
                  <a:pt x="16084" y="4380"/>
                </a:lnTo>
                <a:lnTo>
                  <a:pt x="17012" y="4077"/>
                </a:lnTo>
                <a:lnTo>
                  <a:pt x="17920" y="3794"/>
                </a:lnTo>
                <a:lnTo>
                  <a:pt x="18849" y="3512"/>
                </a:lnTo>
                <a:lnTo>
                  <a:pt x="19777" y="3270"/>
                </a:lnTo>
                <a:lnTo>
                  <a:pt x="21613" y="2765"/>
                </a:lnTo>
                <a:lnTo>
                  <a:pt x="23470" y="2321"/>
                </a:lnTo>
                <a:lnTo>
                  <a:pt x="25286" y="1918"/>
                </a:lnTo>
                <a:lnTo>
                  <a:pt x="27102" y="1534"/>
                </a:lnTo>
                <a:lnTo>
                  <a:pt x="29362" y="1070"/>
                </a:lnTo>
                <a:lnTo>
                  <a:pt x="30452" y="868"/>
                </a:lnTo>
                <a:lnTo>
                  <a:pt x="31502" y="687"/>
                </a:lnTo>
                <a:lnTo>
                  <a:pt x="32531" y="525"/>
                </a:lnTo>
                <a:lnTo>
                  <a:pt x="33560" y="384"/>
                </a:lnTo>
                <a:lnTo>
                  <a:pt x="34569" y="263"/>
                </a:lnTo>
                <a:lnTo>
                  <a:pt x="35578" y="162"/>
                </a:lnTo>
                <a:lnTo>
                  <a:pt x="36486" y="81"/>
                </a:lnTo>
                <a:close/>
                <a:moveTo>
                  <a:pt x="36486" y="1"/>
                </a:moveTo>
                <a:lnTo>
                  <a:pt x="35558" y="81"/>
                </a:lnTo>
                <a:lnTo>
                  <a:pt x="34549" y="182"/>
                </a:lnTo>
                <a:lnTo>
                  <a:pt x="33540" y="303"/>
                </a:lnTo>
                <a:lnTo>
                  <a:pt x="32511" y="444"/>
                </a:lnTo>
                <a:lnTo>
                  <a:pt x="31481" y="606"/>
                </a:lnTo>
                <a:lnTo>
                  <a:pt x="30432" y="788"/>
                </a:lnTo>
                <a:lnTo>
                  <a:pt x="29362" y="989"/>
                </a:lnTo>
                <a:lnTo>
                  <a:pt x="27082" y="1453"/>
                </a:lnTo>
                <a:lnTo>
                  <a:pt x="25286" y="1837"/>
                </a:lnTo>
                <a:lnTo>
                  <a:pt x="23450" y="2241"/>
                </a:lnTo>
                <a:lnTo>
                  <a:pt x="21593" y="2705"/>
                </a:lnTo>
                <a:lnTo>
                  <a:pt x="19757" y="3189"/>
                </a:lnTo>
                <a:lnTo>
                  <a:pt x="18828" y="3451"/>
                </a:lnTo>
                <a:lnTo>
                  <a:pt x="17900" y="3714"/>
                </a:lnTo>
                <a:lnTo>
                  <a:pt x="16992" y="3996"/>
                </a:lnTo>
                <a:lnTo>
                  <a:pt x="16064" y="4299"/>
                </a:lnTo>
                <a:lnTo>
                  <a:pt x="15156" y="4622"/>
                </a:lnTo>
                <a:lnTo>
                  <a:pt x="14248" y="4965"/>
                </a:lnTo>
                <a:lnTo>
                  <a:pt x="13339" y="5308"/>
                </a:lnTo>
                <a:lnTo>
                  <a:pt x="12452" y="5691"/>
                </a:lnTo>
                <a:lnTo>
                  <a:pt x="11543" y="6095"/>
                </a:lnTo>
                <a:lnTo>
                  <a:pt x="10635" y="6499"/>
                </a:lnTo>
                <a:lnTo>
                  <a:pt x="9768" y="6942"/>
                </a:lnTo>
                <a:lnTo>
                  <a:pt x="8920" y="7386"/>
                </a:lnTo>
                <a:lnTo>
                  <a:pt x="8133" y="7830"/>
                </a:lnTo>
                <a:lnTo>
                  <a:pt x="7386" y="8274"/>
                </a:lnTo>
                <a:lnTo>
                  <a:pt x="6640" y="8738"/>
                </a:lnTo>
                <a:lnTo>
                  <a:pt x="5933" y="9223"/>
                </a:lnTo>
                <a:lnTo>
                  <a:pt x="5227" y="9707"/>
                </a:lnTo>
                <a:lnTo>
                  <a:pt x="4541" y="10212"/>
                </a:lnTo>
                <a:lnTo>
                  <a:pt x="3895" y="10736"/>
                </a:lnTo>
                <a:lnTo>
                  <a:pt x="3270" y="11261"/>
                </a:lnTo>
                <a:lnTo>
                  <a:pt x="2624" y="11826"/>
                </a:lnTo>
                <a:lnTo>
                  <a:pt x="1998" y="12411"/>
                </a:lnTo>
                <a:lnTo>
                  <a:pt x="1393" y="13017"/>
                </a:lnTo>
                <a:lnTo>
                  <a:pt x="808" y="13642"/>
                </a:lnTo>
                <a:lnTo>
                  <a:pt x="586" y="13905"/>
                </a:lnTo>
                <a:lnTo>
                  <a:pt x="364" y="14187"/>
                </a:lnTo>
                <a:lnTo>
                  <a:pt x="202" y="14470"/>
                </a:lnTo>
                <a:lnTo>
                  <a:pt x="122" y="14611"/>
                </a:lnTo>
                <a:lnTo>
                  <a:pt x="81" y="14752"/>
                </a:lnTo>
                <a:lnTo>
                  <a:pt x="41" y="14893"/>
                </a:lnTo>
                <a:lnTo>
                  <a:pt x="0" y="15055"/>
                </a:lnTo>
                <a:lnTo>
                  <a:pt x="0" y="15196"/>
                </a:lnTo>
                <a:lnTo>
                  <a:pt x="0" y="15358"/>
                </a:lnTo>
                <a:lnTo>
                  <a:pt x="41" y="15519"/>
                </a:lnTo>
                <a:lnTo>
                  <a:pt x="101" y="15680"/>
                </a:lnTo>
                <a:lnTo>
                  <a:pt x="162" y="15842"/>
                </a:lnTo>
                <a:lnTo>
                  <a:pt x="263" y="16003"/>
                </a:lnTo>
                <a:lnTo>
                  <a:pt x="404" y="16185"/>
                </a:lnTo>
                <a:lnTo>
                  <a:pt x="545" y="16346"/>
                </a:lnTo>
                <a:lnTo>
                  <a:pt x="727" y="16488"/>
                </a:lnTo>
                <a:lnTo>
                  <a:pt x="888" y="16629"/>
                </a:lnTo>
                <a:lnTo>
                  <a:pt x="1090" y="16750"/>
                </a:lnTo>
                <a:lnTo>
                  <a:pt x="1272" y="16851"/>
                </a:lnTo>
                <a:lnTo>
                  <a:pt x="1675" y="17053"/>
                </a:lnTo>
                <a:lnTo>
                  <a:pt x="2281" y="17295"/>
                </a:lnTo>
                <a:lnTo>
                  <a:pt x="2886" y="17537"/>
                </a:lnTo>
                <a:lnTo>
                  <a:pt x="3512" y="17739"/>
                </a:lnTo>
                <a:lnTo>
                  <a:pt x="4117" y="17920"/>
                </a:lnTo>
                <a:lnTo>
                  <a:pt x="4743" y="18062"/>
                </a:lnTo>
                <a:lnTo>
                  <a:pt x="5348" y="18203"/>
                </a:lnTo>
                <a:lnTo>
                  <a:pt x="5974" y="18324"/>
                </a:lnTo>
                <a:lnTo>
                  <a:pt x="6579" y="18405"/>
                </a:lnTo>
                <a:lnTo>
                  <a:pt x="7185" y="18485"/>
                </a:lnTo>
                <a:lnTo>
                  <a:pt x="7790" y="18546"/>
                </a:lnTo>
                <a:lnTo>
                  <a:pt x="8960" y="18647"/>
                </a:lnTo>
                <a:lnTo>
                  <a:pt x="10091" y="18687"/>
                </a:lnTo>
                <a:lnTo>
                  <a:pt x="11160" y="18707"/>
                </a:lnTo>
                <a:lnTo>
                  <a:pt x="11443" y="18707"/>
                </a:lnTo>
                <a:lnTo>
                  <a:pt x="12653" y="18687"/>
                </a:lnTo>
                <a:lnTo>
                  <a:pt x="13864" y="18647"/>
                </a:lnTo>
                <a:lnTo>
                  <a:pt x="15055" y="18586"/>
                </a:lnTo>
                <a:lnTo>
                  <a:pt x="16225" y="18485"/>
                </a:lnTo>
                <a:lnTo>
                  <a:pt x="17376" y="18364"/>
                </a:lnTo>
                <a:lnTo>
                  <a:pt x="18526" y="18223"/>
                </a:lnTo>
                <a:lnTo>
                  <a:pt x="19636" y="18042"/>
                </a:lnTo>
                <a:lnTo>
                  <a:pt x="20746" y="17840"/>
                </a:lnTo>
                <a:lnTo>
                  <a:pt x="21835" y="17618"/>
                </a:lnTo>
                <a:lnTo>
                  <a:pt x="22905" y="17376"/>
                </a:lnTo>
                <a:lnTo>
                  <a:pt x="23974" y="17093"/>
                </a:lnTo>
                <a:lnTo>
                  <a:pt x="25004" y="16790"/>
                </a:lnTo>
                <a:lnTo>
                  <a:pt x="26033" y="16447"/>
                </a:lnTo>
                <a:lnTo>
                  <a:pt x="27022" y="16084"/>
                </a:lnTo>
                <a:lnTo>
                  <a:pt x="28010" y="15701"/>
                </a:lnTo>
                <a:lnTo>
                  <a:pt x="28979" y="15297"/>
                </a:lnTo>
                <a:lnTo>
                  <a:pt x="29544" y="15035"/>
                </a:lnTo>
                <a:lnTo>
                  <a:pt x="30109" y="14752"/>
                </a:lnTo>
                <a:lnTo>
                  <a:pt x="30674" y="14449"/>
                </a:lnTo>
                <a:lnTo>
                  <a:pt x="31239" y="14086"/>
                </a:lnTo>
                <a:lnTo>
                  <a:pt x="31784" y="13703"/>
                </a:lnTo>
                <a:lnTo>
                  <a:pt x="32046" y="13501"/>
                </a:lnTo>
                <a:lnTo>
                  <a:pt x="32289" y="13279"/>
                </a:lnTo>
                <a:lnTo>
                  <a:pt x="32531" y="13057"/>
                </a:lnTo>
                <a:lnTo>
                  <a:pt x="32773" y="12815"/>
                </a:lnTo>
                <a:lnTo>
                  <a:pt x="32995" y="12553"/>
                </a:lnTo>
                <a:lnTo>
                  <a:pt x="33197" y="12290"/>
                </a:lnTo>
                <a:lnTo>
                  <a:pt x="33439" y="11927"/>
                </a:lnTo>
                <a:lnTo>
                  <a:pt x="33661" y="11544"/>
                </a:lnTo>
                <a:lnTo>
                  <a:pt x="33863" y="11140"/>
                </a:lnTo>
                <a:lnTo>
                  <a:pt x="34044" y="10736"/>
                </a:lnTo>
                <a:lnTo>
                  <a:pt x="34226" y="10333"/>
                </a:lnTo>
                <a:lnTo>
                  <a:pt x="34367" y="9909"/>
                </a:lnTo>
                <a:lnTo>
                  <a:pt x="34670" y="9061"/>
                </a:lnTo>
                <a:lnTo>
                  <a:pt x="34952" y="8274"/>
                </a:lnTo>
                <a:lnTo>
                  <a:pt x="35235" y="7487"/>
                </a:lnTo>
                <a:lnTo>
                  <a:pt x="35416" y="7104"/>
                </a:lnTo>
                <a:lnTo>
                  <a:pt x="35598" y="6741"/>
                </a:lnTo>
                <a:lnTo>
                  <a:pt x="35800" y="6377"/>
                </a:lnTo>
                <a:lnTo>
                  <a:pt x="36022" y="6014"/>
                </a:lnTo>
                <a:lnTo>
                  <a:pt x="36264" y="5671"/>
                </a:lnTo>
                <a:lnTo>
                  <a:pt x="36526" y="5348"/>
                </a:lnTo>
                <a:lnTo>
                  <a:pt x="36809" y="5046"/>
                </a:lnTo>
                <a:lnTo>
                  <a:pt x="37112" y="4743"/>
                </a:lnTo>
                <a:lnTo>
                  <a:pt x="37737" y="4178"/>
                </a:lnTo>
                <a:lnTo>
                  <a:pt x="38383" y="3633"/>
                </a:lnTo>
                <a:lnTo>
                  <a:pt x="39170" y="2947"/>
                </a:lnTo>
                <a:lnTo>
                  <a:pt x="39574" y="2584"/>
                </a:lnTo>
                <a:lnTo>
                  <a:pt x="39937" y="2200"/>
                </a:lnTo>
                <a:lnTo>
                  <a:pt x="40118" y="2019"/>
                </a:lnTo>
                <a:lnTo>
                  <a:pt x="40280" y="1797"/>
                </a:lnTo>
                <a:lnTo>
                  <a:pt x="40340" y="1675"/>
                </a:lnTo>
                <a:lnTo>
                  <a:pt x="40381" y="1554"/>
                </a:lnTo>
                <a:lnTo>
                  <a:pt x="40401" y="1433"/>
                </a:lnTo>
                <a:lnTo>
                  <a:pt x="40421" y="1292"/>
                </a:lnTo>
                <a:lnTo>
                  <a:pt x="40401" y="1191"/>
                </a:lnTo>
                <a:lnTo>
                  <a:pt x="40381" y="1090"/>
                </a:lnTo>
                <a:lnTo>
                  <a:pt x="40340" y="989"/>
                </a:lnTo>
                <a:lnTo>
                  <a:pt x="40280" y="909"/>
                </a:lnTo>
                <a:lnTo>
                  <a:pt x="40159" y="747"/>
                </a:lnTo>
                <a:lnTo>
                  <a:pt x="40018" y="626"/>
                </a:lnTo>
                <a:lnTo>
                  <a:pt x="39836" y="505"/>
                </a:lnTo>
                <a:lnTo>
                  <a:pt x="39674" y="424"/>
                </a:lnTo>
                <a:lnTo>
                  <a:pt x="39392" y="303"/>
                </a:lnTo>
                <a:lnTo>
                  <a:pt x="38908" y="182"/>
                </a:lnTo>
                <a:lnTo>
                  <a:pt x="38423" y="81"/>
                </a:lnTo>
                <a:lnTo>
                  <a:pt x="37939" y="21"/>
                </a:lnTo>
                <a:lnTo>
                  <a:pt x="37455" y="1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57" name="Google Shape;2157;p26"/>
          <p:cNvSpPr/>
          <p:nvPr/>
        </p:nvSpPr>
        <p:spPr>
          <a:xfrm flipH="1">
            <a:off x="6702879" y="3748606"/>
            <a:ext cx="1642730" cy="740159"/>
          </a:xfrm>
          <a:custGeom>
            <a:rect b="b" l="l" r="r" t="t"/>
            <a:pathLst>
              <a:path extrusionOk="0" h="13239" w="29383">
                <a:moveTo>
                  <a:pt x="28272" y="81"/>
                </a:moveTo>
                <a:lnTo>
                  <a:pt x="28474" y="102"/>
                </a:lnTo>
                <a:lnTo>
                  <a:pt x="28696" y="142"/>
                </a:lnTo>
                <a:lnTo>
                  <a:pt x="28898" y="202"/>
                </a:lnTo>
                <a:lnTo>
                  <a:pt x="29019" y="243"/>
                </a:lnTo>
                <a:lnTo>
                  <a:pt x="29140" y="303"/>
                </a:lnTo>
                <a:lnTo>
                  <a:pt x="29201" y="364"/>
                </a:lnTo>
                <a:lnTo>
                  <a:pt x="29261" y="404"/>
                </a:lnTo>
                <a:lnTo>
                  <a:pt x="29281" y="465"/>
                </a:lnTo>
                <a:lnTo>
                  <a:pt x="29302" y="545"/>
                </a:lnTo>
                <a:lnTo>
                  <a:pt x="29302" y="626"/>
                </a:lnTo>
                <a:lnTo>
                  <a:pt x="29281" y="707"/>
                </a:lnTo>
                <a:lnTo>
                  <a:pt x="29201" y="848"/>
                </a:lnTo>
                <a:lnTo>
                  <a:pt x="29059" y="1070"/>
                </a:lnTo>
                <a:lnTo>
                  <a:pt x="28918" y="1272"/>
                </a:lnTo>
                <a:lnTo>
                  <a:pt x="28595" y="1676"/>
                </a:lnTo>
                <a:lnTo>
                  <a:pt x="28232" y="2079"/>
                </a:lnTo>
                <a:lnTo>
                  <a:pt x="27889" y="2442"/>
                </a:lnTo>
                <a:lnTo>
                  <a:pt x="27566" y="2785"/>
                </a:lnTo>
                <a:lnTo>
                  <a:pt x="27263" y="3129"/>
                </a:lnTo>
                <a:lnTo>
                  <a:pt x="26961" y="3492"/>
                </a:lnTo>
                <a:lnTo>
                  <a:pt x="26698" y="3855"/>
                </a:lnTo>
                <a:lnTo>
                  <a:pt x="26476" y="4198"/>
                </a:lnTo>
                <a:lnTo>
                  <a:pt x="26295" y="4521"/>
                </a:lnTo>
                <a:lnTo>
                  <a:pt x="26133" y="4884"/>
                </a:lnTo>
                <a:lnTo>
                  <a:pt x="25972" y="5247"/>
                </a:lnTo>
                <a:lnTo>
                  <a:pt x="25689" y="5974"/>
                </a:lnTo>
                <a:lnTo>
                  <a:pt x="25447" y="6721"/>
                </a:lnTo>
                <a:lnTo>
                  <a:pt x="25124" y="7649"/>
                </a:lnTo>
                <a:lnTo>
                  <a:pt x="24943" y="8113"/>
                </a:lnTo>
                <a:lnTo>
                  <a:pt x="24741" y="8557"/>
                </a:lnTo>
                <a:lnTo>
                  <a:pt x="24539" y="8981"/>
                </a:lnTo>
                <a:lnTo>
                  <a:pt x="24297" y="9405"/>
                </a:lnTo>
                <a:lnTo>
                  <a:pt x="24014" y="9788"/>
                </a:lnTo>
                <a:lnTo>
                  <a:pt x="23853" y="9990"/>
                </a:lnTo>
                <a:lnTo>
                  <a:pt x="23692" y="10171"/>
                </a:lnTo>
                <a:lnTo>
                  <a:pt x="23409" y="10414"/>
                </a:lnTo>
                <a:lnTo>
                  <a:pt x="23106" y="10676"/>
                </a:lnTo>
                <a:lnTo>
                  <a:pt x="22784" y="10898"/>
                </a:lnTo>
                <a:lnTo>
                  <a:pt x="22420" y="11100"/>
                </a:lnTo>
                <a:lnTo>
                  <a:pt x="22017" y="11301"/>
                </a:lnTo>
                <a:lnTo>
                  <a:pt x="21593" y="11483"/>
                </a:lnTo>
                <a:lnTo>
                  <a:pt x="21129" y="11645"/>
                </a:lnTo>
                <a:lnTo>
                  <a:pt x="20644" y="11786"/>
                </a:lnTo>
                <a:lnTo>
                  <a:pt x="19958" y="11947"/>
                </a:lnTo>
                <a:lnTo>
                  <a:pt x="19272" y="12088"/>
                </a:lnTo>
                <a:lnTo>
                  <a:pt x="18566" y="12210"/>
                </a:lnTo>
                <a:lnTo>
                  <a:pt x="17880" y="12290"/>
                </a:lnTo>
                <a:lnTo>
                  <a:pt x="17173" y="12371"/>
                </a:lnTo>
                <a:lnTo>
                  <a:pt x="16467" y="12432"/>
                </a:lnTo>
                <a:lnTo>
                  <a:pt x="15075" y="12532"/>
                </a:lnTo>
                <a:lnTo>
                  <a:pt x="14106" y="12593"/>
                </a:lnTo>
                <a:lnTo>
                  <a:pt x="12774" y="12694"/>
                </a:lnTo>
                <a:lnTo>
                  <a:pt x="11442" y="12815"/>
                </a:lnTo>
                <a:lnTo>
                  <a:pt x="9142" y="12997"/>
                </a:lnTo>
                <a:lnTo>
                  <a:pt x="7971" y="13077"/>
                </a:lnTo>
                <a:lnTo>
                  <a:pt x="6801" y="13138"/>
                </a:lnTo>
                <a:lnTo>
                  <a:pt x="5630" y="13158"/>
                </a:lnTo>
                <a:lnTo>
                  <a:pt x="4480" y="13158"/>
                </a:lnTo>
                <a:lnTo>
                  <a:pt x="3895" y="13138"/>
                </a:lnTo>
                <a:lnTo>
                  <a:pt x="3310" y="13098"/>
                </a:lnTo>
                <a:lnTo>
                  <a:pt x="2725" y="13057"/>
                </a:lnTo>
                <a:lnTo>
                  <a:pt x="2139" y="12976"/>
                </a:lnTo>
                <a:lnTo>
                  <a:pt x="1857" y="12936"/>
                </a:lnTo>
                <a:lnTo>
                  <a:pt x="1554" y="12855"/>
                </a:lnTo>
                <a:lnTo>
                  <a:pt x="1251" y="12754"/>
                </a:lnTo>
                <a:lnTo>
                  <a:pt x="969" y="12613"/>
                </a:lnTo>
                <a:lnTo>
                  <a:pt x="707" y="12452"/>
                </a:lnTo>
                <a:lnTo>
                  <a:pt x="485" y="12270"/>
                </a:lnTo>
                <a:lnTo>
                  <a:pt x="384" y="12169"/>
                </a:lnTo>
                <a:lnTo>
                  <a:pt x="303" y="12048"/>
                </a:lnTo>
                <a:lnTo>
                  <a:pt x="222" y="11947"/>
                </a:lnTo>
                <a:lnTo>
                  <a:pt x="162" y="11826"/>
                </a:lnTo>
                <a:lnTo>
                  <a:pt x="121" y="11685"/>
                </a:lnTo>
                <a:lnTo>
                  <a:pt x="81" y="11544"/>
                </a:lnTo>
                <a:lnTo>
                  <a:pt x="81" y="11382"/>
                </a:lnTo>
                <a:lnTo>
                  <a:pt x="101" y="11241"/>
                </a:lnTo>
                <a:lnTo>
                  <a:pt x="142" y="11079"/>
                </a:lnTo>
                <a:lnTo>
                  <a:pt x="202" y="10938"/>
                </a:lnTo>
                <a:lnTo>
                  <a:pt x="283" y="10777"/>
                </a:lnTo>
                <a:lnTo>
                  <a:pt x="384" y="10615"/>
                </a:lnTo>
                <a:lnTo>
                  <a:pt x="646" y="10313"/>
                </a:lnTo>
                <a:lnTo>
                  <a:pt x="929" y="10010"/>
                </a:lnTo>
                <a:lnTo>
                  <a:pt x="1272" y="9727"/>
                </a:lnTo>
                <a:lnTo>
                  <a:pt x="1635" y="9465"/>
                </a:lnTo>
                <a:lnTo>
                  <a:pt x="2038" y="9203"/>
                </a:lnTo>
                <a:lnTo>
                  <a:pt x="2422" y="8940"/>
                </a:lnTo>
                <a:lnTo>
                  <a:pt x="3229" y="8476"/>
                </a:lnTo>
                <a:lnTo>
                  <a:pt x="4016" y="7992"/>
                </a:lnTo>
                <a:lnTo>
                  <a:pt x="5005" y="7407"/>
                </a:lnTo>
                <a:lnTo>
                  <a:pt x="6014" y="6821"/>
                </a:lnTo>
                <a:lnTo>
                  <a:pt x="7063" y="6277"/>
                </a:lnTo>
                <a:lnTo>
                  <a:pt x="8153" y="5732"/>
                </a:lnTo>
                <a:lnTo>
                  <a:pt x="9283" y="5207"/>
                </a:lnTo>
                <a:lnTo>
                  <a:pt x="10433" y="4682"/>
                </a:lnTo>
                <a:lnTo>
                  <a:pt x="11644" y="4198"/>
                </a:lnTo>
                <a:lnTo>
                  <a:pt x="12895" y="3714"/>
                </a:lnTo>
                <a:lnTo>
                  <a:pt x="14146" y="3250"/>
                </a:lnTo>
                <a:lnTo>
                  <a:pt x="15438" y="2826"/>
                </a:lnTo>
                <a:lnTo>
                  <a:pt x="16790" y="2382"/>
                </a:lnTo>
                <a:lnTo>
                  <a:pt x="18182" y="1958"/>
                </a:lnTo>
                <a:lnTo>
                  <a:pt x="19151" y="1676"/>
                </a:lnTo>
                <a:lnTo>
                  <a:pt x="20180" y="1393"/>
                </a:lnTo>
                <a:lnTo>
                  <a:pt x="21250" y="1111"/>
                </a:lnTo>
                <a:lnTo>
                  <a:pt x="22380" y="848"/>
                </a:lnTo>
                <a:lnTo>
                  <a:pt x="23550" y="606"/>
                </a:lnTo>
                <a:lnTo>
                  <a:pt x="24761" y="404"/>
                </a:lnTo>
                <a:lnTo>
                  <a:pt x="25972" y="223"/>
                </a:lnTo>
                <a:lnTo>
                  <a:pt x="26598" y="162"/>
                </a:lnTo>
                <a:lnTo>
                  <a:pt x="27223" y="102"/>
                </a:lnTo>
                <a:lnTo>
                  <a:pt x="27647" y="81"/>
                </a:lnTo>
                <a:close/>
                <a:moveTo>
                  <a:pt x="27647" y="1"/>
                </a:moveTo>
                <a:lnTo>
                  <a:pt x="27223" y="21"/>
                </a:lnTo>
                <a:lnTo>
                  <a:pt x="26598" y="81"/>
                </a:lnTo>
                <a:lnTo>
                  <a:pt x="25972" y="142"/>
                </a:lnTo>
                <a:lnTo>
                  <a:pt x="24741" y="324"/>
                </a:lnTo>
                <a:lnTo>
                  <a:pt x="23550" y="525"/>
                </a:lnTo>
                <a:lnTo>
                  <a:pt x="22360" y="767"/>
                </a:lnTo>
                <a:lnTo>
                  <a:pt x="21230" y="1030"/>
                </a:lnTo>
                <a:lnTo>
                  <a:pt x="20160" y="1312"/>
                </a:lnTo>
                <a:lnTo>
                  <a:pt x="19131" y="1595"/>
                </a:lnTo>
                <a:lnTo>
                  <a:pt x="18162" y="1877"/>
                </a:lnTo>
                <a:lnTo>
                  <a:pt x="16750" y="2301"/>
                </a:lnTo>
                <a:lnTo>
                  <a:pt x="15418" y="2745"/>
                </a:lnTo>
                <a:lnTo>
                  <a:pt x="14106" y="3189"/>
                </a:lnTo>
                <a:lnTo>
                  <a:pt x="12855" y="3633"/>
                </a:lnTo>
                <a:lnTo>
                  <a:pt x="11604" y="4117"/>
                </a:lnTo>
                <a:lnTo>
                  <a:pt x="10413" y="4622"/>
                </a:lnTo>
                <a:lnTo>
                  <a:pt x="9243" y="5126"/>
                </a:lnTo>
                <a:lnTo>
                  <a:pt x="8113" y="5651"/>
                </a:lnTo>
                <a:lnTo>
                  <a:pt x="7023" y="6196"/>
                </a:lnTo>
                <a:lnTo>
                  <a:pt x="5974" y="6761"/>
                </a:lnTo>
                <a:lnTo>
                  <a:pt x="4965" y="7326"/>
                </a:lnTo>
                <a:lnTo>
                  <a:pt x="3976" y="7931"/>
                </a:lnTo>
                <a:lnTo>
                  <a:pt x="3189" y="8396"/>
                </a:lnTo>
                <a:lnTo>
                  <a:pt x="2381" y="8880"/>
                </a:lnTo>
                <a:lnTo>
                  <a:pt x="1978" y="9142"/>
                </a:lnTo>
                <a:lnTo>
                  <a:pt x="1594" y="9405"/>
                </a:lnTo>
                <a:lnTo>
                  <a:pt x="1211" y="9667"/>
                </a:lnTo>
                <a:lnTo>
                  <a:pt x="888" y="9949"/>
                </a:lnTo>
                <a:lnTo>
                  <a:pt x="585" y="10252"/>
                </a:lnTo>
                <a:lnTo>
                  <a:pt x="444" y="10414"/>
                </a:lnTo>
                <a:lnTo>
                  <a:pt x="323" y="10575"/>
                </a:lnTo>
                <a:lnTo>
                  <a:pt x="202" y="10736"/>
                </a:lnTo>
                <a:lnTo>
                  <a:pt x="121" y="10898"/>
                </a:lnTo>
                <a:lnTo>
                  <a:pt x="61" y="11059"/>
                </a:lnTo>
                <a:lnTo>
                  <a:pt x="20" y="11241"/>
                </a:lnTo>
                <a:lnTo>
                  <a:pt x="0" y="11382"/>
                </a:lnTo>
                <a:lnTo>
                  <a:pt x="0" y="11544"/>
                </a:lnTo>
                <a:lnTo>
                  <a:pt x="41" y="11705"/>
                </a:lnTo>
                <a:lnTo>
                  <a:pt x="101" y="11867"/>
                </a:lnTo>
                <a:lnTo>
                  <a:pt x="202" y="12048"/>
                </a:lnTo>
                <a:lnTo>
                  <a:pt x="343" y="12230"/>
                </a:lnTo>
                <a:lnTo>
                  <a:pt x="545" y="12411"/>
                </a:lnTo>
                <a:lnTo>
                  <a:pt x="787" y="12593"/>
                </a:lnTo>
                <a:lnTo>
                  <a:pt x="1070" y="12754"/>
                </a:lnTo>
                <a:lnTo>
                  <a:pt x="1393" y="12896"/>
                </a:lnTo>
                <a:lnTo>
                  <a:pt x="1736" y="12997"/>
                </a:lnTo>
                <a:lnTo>
                  <a:pt x="2139" y="13057"/>
                </a:lnTo>
                <a:lnTo>
                  <a:pt x="2947" y="13158"/>
                </a:lnTo>
                <a:lnTo>
                  <a:pt x="3754" y="13198"/>
                </a:lnTo>
                <a:lnTo>
                  <a:pt x="4561" y="13239"/>
                </a:lnTo>
                <a:lnTo>
                  <a:pt x="6135" y="13239"/>
                </a:lnTo>
                <a:lnTo>
                  <a:pt x="6902" y="13219"/>
                </a:lnTo>
                <a:lnTo>
                  <a:pt x="8435" y="13138"/>
                </a:lnTo>
                <a:lnTo>
                  <a:pt x="9949" y="13017"/>
                </a:lnTo>
                <a:lnTo>
                  <a:pt x="11442" y="12896"/>
                </a:lnTo>
                <a:lnTo>
                  <a:pt x="12774" y="12775"/>
                </a:lnTo>
                <a:lnTo>
                  <a:pt x="14106" y="12674"/>
                </a:lnTo>
                <a:lnTo>
                  <a:pt x="15075" y="12613"/>
                </a:lnTo>
                <a:lnTo>
                  <a:pt x="16467" y="12512"/>
                </a:lnTo>
                <a:lnTo>
                  <a:pt x="17173" y="12452"/>
                </a:lnTo>
                <a:lnTo>
                  <a:pt x="17880" y="12371"/>
                </a:lnTo>
                <a:lnTo>
                  <a:pt x="18586" y="12290"/>
                </a:lnTo>
                <a:lnTo>
                  <a:pt x="19272" y="12169"/>
                </a:lnTo>
                <a:lnTo>
                  <a:pt x="19978" y="12028"/>
                </a:lnTo>
                <a:lnTo>
                  <a:pt x="20665" y="11867"/>
                </a:lnTo>
                <a:lnTo>
                  <a:pt x="21149" y="11705"/>
                </a:lnTo>
                <a:lnTo>
                  <a:pt x="21613" y="11544"/>
                </a:lnTo>
                <a:lnTo>
                  <a:pt x="22057" y="11362"/>
                </a:lnTo>
                <a:lnTo>
                  <a:pt x="22461" y="11180"/>
                </a:lnTo>
                <a:lnTo>
                  <a:pt x="22824" y="10958"/>
                </a:lnTo>
                <a:lnTo>
                  <a:pt x="23167" y="10736"/>
                </a:lnTo>
                <a:lnTo>
                  <a:pt x="23470" y="10474"/>
                </a:lnTo>
                <a:lnTo>
                  <a:pt x="23752" y="10212"/>
                </a:lnTo>
                <a:lnTo>
                  <a:pt x="23914" y="10030"/>
                </a:lnTo>
                <a:lnTo>
                  <a:pt x="24075" y="9849"/>
                </a:lnTo>
                <a:lnTo>
                  <a:pt x="24358" y="9445"/>
                </a:lnTo>
                <a:lnTo>
                  <a:pt x="24600" y="9021"/>
                </a:lnTo>
                <a:lnTo>
                  <a:pt x="24822" y="8597"/>
                </a:lnTo>
                <a:lnTo>
                  <a:pt x="25023" y="8133"/>
                </a:lnTo>
                <a:lnTo>
                  <a:pt x="25185" y="7669"/>
                </a:lnTo>
                <a:lnTo>
                  <a:pt x="25508" y="6741"/>
                </a:lnTo>
                <a:lnTo>
                  <a:pt x="25770" y="6014"/>
                </a:lnTo>
                <a:lnTo>
                  <a:pt x="26053" y="5268"/>
                </a:lnTo>
                <a:lnTo>
                  <a:pt x="26194" y="4925"/>
                </a:lnTo>
                <a:lnTo>
                  <a:pt x="26376" y="4561"/>
                </a:lnTo>
                <a:lnTo>
                  <a:pt x="26557" y="4238"/>
                </a:lnTo>
                <a:lnTo>
                  <a:pt x="26759" y="3895"/>
                </a:lnTo>
                <a:lnTo>
                  <a:pt x="27021" y="3532"/>
                </a:lnTo>
                <a:lnTo>
                  <a:pt x="27324" y="3169"/>
                </a:lnTo>
                <a:lnTo>
                  <a:pt x="27627" y="2826"/>
                </a:lnTo>
                <a:lnTo>
                  <a:pt x="27950" y="2503"/>
                </a:lnTo>
                <a:lnTo>
                  <a:pt x="28293" y="2120"/>
                </a:lnTo>
                <a:lnTo>
                  <a:pt x="28656" y="1736"/>
                </a:lnTo>
                <a:lnTo>
                  <a:pt x="28979" y="1333"/>
                </a:lnTo>
                <a:lnTo>
                  <a:pt x="29120" y="1111"/>
                </a:lnTo>
                <a:lnTo>
                  <a:pt x="29261" y="889"/>
                </a:lnTo>
                <a:lnTo>
                  <a:pt x="29362" y="727"/>
                </a:lnTo>
                <a:lnTo>
                  <a:pt x="29382" y="626"/>
                </a:lnTo>
                <a:lnTo>
                  <a:pt x="29382" y="545"/>
                </a:lnTo>
                <a:lnTo>
                  <a:pt x="29362" y="445"/>
                </a:lnTo>
                <a:lnTo>
                  <a:pt x="29322" y="364"/>
                </a:lnTo>
                <a:lnTo>
                  <a:pt x="29261" y="303"/>
                </a:lnTo>
                <a:lnTo>
                  <a:pt x="29201" y="243"/>
                </a:lnTo>
                <a:lnTo>
                  <a:pt x="29059" y="162"/>
                </a:lnTo>
                <a:lnTo>
                  <a:pt x="28918" y="122"/>
                </a:lnTo>
                <a:lnTo>
                  <a:pt x="28716" y="61"/>
                </a:lnTo>
                <a:lnTo>
                  <a:pt x="28494" y="21"/>
                </a:lnTo>
                <a:lnTo>
                  <a:pt x="28293" y="1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58" name="Google Shape;2158;p26"/>
          <p:cNvSpPr/>
          <p:nvPr/>
        </p:nvSpPr>
        <p:spPr>
          <a:xfrm flipH="1">
            <a:off x="8614854" y="3704496"/>
            <a:ext cx="100466" cy="100466"/>
          </a:xfrm>
          <a:custGeom>
            <a:rect b="b" l="l" r="r" t="t"/>
            <a:pathLst>
              <a:path extrusionOk="0" h="1797" w="1797">
                <a:moveTo>
                  <a:pt x="888" y="1"/>
                </a:moveTo>
                <a:lnTo>
                  <a:pt x="707" y="21"/>
                </a:lnTo>
                <a:lnTo>
                  <a:pt x="545" y="82"/>
                </a:lnTo>
                <a:lnTo>
                  <a:pt x="384" y="162"/>
                </a:lnTo>
                <a:lnTo>
                  <a:pt x="263" y="263"/>
                </a:lnTo>
                <a:lnTo>
                  <a:pt x="142" y="405"/>
                </a:lnTo>
                <a:lnTo>
                  <a:pt x="61" y="546"/>
                </a:lnTo>
                <a:lnTo>
                  <a:pt x="21" y="727"/>
                </a:lnTo>
                <a:lnTo>
                  <a:pt x="0" y="909"/>
                </a:lnTo>
                <a:lnTo>
                  <a:pt x="21" y="1091"/>
                </a:lnTo>
                <a:lnTo>
                  <a:pt x="61" y="1252"/>
                </a:lnTo>
                <a:lnTo>
                  <a:pt x="142" y="1414"/>
                </a:lnTo>
                <a:lnTo>
                  <a:pt x="263" y="1535"/>
                </a:lnTo>
                <a:lnTo>
                  <a:pt x="384" y="1656"/>
                </a:lnTo>
                <a:lnTo>
                  <a:pt x="545" y="1736"/>
                </a:lnTo>
                <a:lnTo>
                  <a:pt x="707" y="1797"/>
                </a:lnTo>
                <a:lnTo>
                  <a:pt x="1070" y="1797"/>
                </a:lnTo>
                <a:lnTo>
                  <a:pt x="1252" y="1736"/>
                </a:lnTo>
                <a:lnTo>
                  <a:pt x="1393" y="1656"/>
                </a:lnTo>
                <a:lnTo>
                  <a:pt x="1534" y="1535"/>
                </a:lnTo>
                <a:lnTo>
                  <a:pt x="1635" y="1414"/>
                </a:lnTo>
                <a:lnTo>
                  <a:pt x="1716" y="1252"/>
                </a:lnTo>
                <a:lnTo>
                  <a:pt x="1776" y="1091"/>
                </a:lnTo>
                <a:lnTo>
                  <a:pt x="1796" y="909"/>
                </a:lnTo>
                <a:lnTo>
                  <a:pt x="1776" y="727"/>
                </a:lnTo>
                <a:lnTo>
                  <a:pt x="1716" y="546"/>
                </a:lnTo>
                <a:lnTo>
                  <a:pt x="1635" y="405"/>
                </a:lnTo>
                <a:lnTo>
                  <a:pt x="1534" y="263"/>
                </a:lnTo>
                <a:lnTo>
                  <a:pt x="1393" y="162"/>
                </a:lnTo>
                <a:lnTo>
                  <a:pt x="1252" y="82"/>
                </a:lnTo>
                <a:lnTo>
                  <a:pt x="1070" y="21"/>
                </a:lnTo>
                <a:lnTo>
                  <a:pt x="888" y="1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59" name="Google Shape;2159;p26"/>
          <p:cNvSpPr/>
          <p:nvPr/>
        </p:nvSpPr>
        <p:spPr>
          <a:xfrm flipH="1">
            <a:off x="8767254" y="2428889"/>
            <a:ext cx="100466" cy="100466"/>
          </a:xfrm>
          <a:custGeom>
            <a:rect b="b" l="l" r="r" t="t"/>
            <a:pathLst>
              <a:path extrusionOk="0" h="1797" w="1797">
                <a:moveTo>
                  <a:pt x="888" y="1"/>
                </a:moveTo>
                <a:lnTo>
                  <a:pt x="707" y="21"/>
                </a:lnTo>
                <a:lnTo>
                  <a:pt x="545" y="82"/>
                </a:lnTo>
                <a:lnTo>
                  <a:pt x="384" y="162"/>
                </a:lnTo>
                <a:lnTo>
                  <a:pt x="263" y="263"/>
                </a:lnTo>
                <a:lnTo>
                  <a:pt x="142" y="405"/>
                </a:lnTo>
                <a:lnTo>
                  <a:pt x="61" y="546"/>
                </a:lnTo>
                <a:lnTo>
                  <a:pt x="21" y="727"/>
                </a:lnTo>
                <a:lnTo>
                  <a:pt x="0" y="909"/>
                </a:lnTo>
                <a:lnTo>
                  <a:pt x="21" y="1091"/>
                </a:lnTo>
                <a:lnTo>
                  <a:pt x="61" y="1252"/>
                </a:lnTo>
                <a:lnTo>
                  <a:pt x="142" y="1414"/>
                </a:lnTo>
                <a:lnTo>
                  <a:pt x="263" y="1535"/>
                </a:lnTo>
                <a:lnTo>
                  <a:pt x="384" y="1656"/>
                </a:lnTo>
                <a:lnTo>
                  <a:pt x="545" y="1736"/>
                </a:lnTo>
                <a:lnTo>
                  <a:pt x="707" y="1797"/>
                </a:lnTo>
                <a:lnTo>
                  <a:pt x="1070" y="1797"/>
                </a:lnTo>
                <a:lnTo>
                  <a:pt x="1252" y="1736"/>
                </a:lnTo>
                <a:lnTo>
                  <a:pt x="1393" y="1656"/>
                </a:lnTo>
                <a:lnTo>
                  <a:pt x="1534" y="1535"/>
                </a:lnTo>
                <a:lnTo>
                  <a:pt x="1635" y="1414"/>
                </a:lnTo>
                <a:lnTo>
                  <a:pt x="1716" y="1252"/>
                </a:lnTo>
                <a:lnTo>
                  <a:pt x="1776" y="1091"/>
                </a:lnTo>
                <a:lnTo>
                  <a:pt x="1796" y="909"/>
                </a:lnTo>
                <a:lnTo>
                  <a:pt x="1776" y="727"/>
                </a:lnTo>
                <a:lnTo>
                  <a:pt x="1716" y="546"/>
                </a:lnTo>
                <a:lnTo>
                  <a:pt x="1635" y="405"/>
                </a:lnTo>
                <a:lnTo>
                  <a:pt x="1534" y="263"/>
                </a:lnTo>
                <a:lnTo>
                  <a:pt x="1393" y="162"/>
                </a:lnTo>
                <a:lnTo>
                  <a:pt x="1252" y="82"/>
                </a:lnTo>
                <a:lnTo>
                  <a:pt x="1070" y="21"/>
                </a:lnTo>
                <a:lnTo>
                  <a:pt x="888" y="1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60" name="Google Shape;2160;p26"/>
          <p:cNvSpPr/>
          <p:nvPr/>
        </p:nvSpPr>
        <p:spPr>
          <a:xfrm flipH="1">
            <a:off x="8919654" y="1666889"/>
            <a:ext cx="100466" cy="100466"/>
          </a:xfrm>
          <a:custGeom>
            <a:rect b="b" l="l" r="r" t="t"/>
            <a:pathLst>
              <a:path extrusionOk="0" h="1797" w="1797">
                <a:moveTo>
                  <a:pt x="888" y="1"/>
                </a:moveTo>
                <a:lnTo>
                  <a:pt x="707" y="21"/>
                </a:lnTo>
                <a:lnTo>
                  <a:pt x="545" y="82"/>
                </a:lnTo>
                <a:lnTo>
                  <a:pt x="384" y="162"/>
                </a:lnTo>
                <a:lnTo>
                  <a:pt x="263" y="263"/>
                </a:lnTo>
                <a:lnTo>
                  <a:pt x="142" y="405"/>
                </a:lnTo>
                <a:lnTo>
                  <a:pt x="61" y="546"/>
                </a:lnTo>
                <a:lnTo>
                  <a:pt x="21" y="727"/>
                </a:lnTo>
                <a:lnTo>
                  <a:pt x="0" y="909"/>
                </a:lnTo>
                <a:lnTo>
                  <a:pt x="21" y="1091"/>
                </a:lnTo>
                <a:lnTo>
                  <a:pt x="61" y="1252"/>
                </a:lnTo>
                <a:lnTo>
                  <a:pt x="142" y="1414"/>
                </a:lnTo>
                <a:lnTo>
                  <a:pt x="263" y="1535"/>
                </a:lnTo>
                <a:lnTo>
                  <a:pt x="384" y="1656"/>
                </a:lnTo>
                <a:lnTo>
                  <a:pt x="545" y="1736"/>
                </a:lnTo>
                <a:lnTo>
                  <a:pt x="707" y="1797"/>
                </a:lnTo>
                <a:lnTo>
                  <a:pt x="1070" y="1797"/>
                </a:lnTo>
                <a:lnTo>
                  <a:pt x="1252" y="1736"/>
                </a:lnTo>
                <a:lnTo>
                  <a:pt x="1393" y="1656"/>
                </a:lnTo>
                <a:lnTo>
                  <a:pt x="1534" y="1535"/>
                </a:lnTo>
                <a:lnTo>
                  <a:pt x="1635" y="1414"/>
                </a:lnTo>
                <a:lnTo>
                  <a:pt x="1716" y="1252"/>
                </a:lnTo>
                <a:lnTo>
                  <a:pt x="1776" y="1091"/>
                </a:lnTo>
                <a:lnTo>
                  <a:pt x="1796" y="909"/>
                </a:lnTo>
                <a:lnTo>
                  <a:pt x="1776" y="727"/>
                </a:lnTo>
                <a:lnTo>
                  <a:pt x="1716" y="546"/>
                </a:lnTo>
                <a:lnTo>
                  <a:pt x="1635" y="405"/>
                </a:lnTo>
                <a:lnTo>
                  <a:pt x="1534" y="263"/>
                </a:lnTo>
                <a:lnTo>
                  <a:pt x="1393" y="162"/>
                </a:lnTo>
                <a:lnTo>
                  <a:pt x="1252" y="82"/>
                </a:lnTo>
                <a:lnTo>
                  <a:pt x="1070" y="21"/>
                </a:lnTo>
                <a:lnTo>
                  <a:pt x="888" y="1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61" name="Google Shape;2161;p26"/>
          <p:cNvSpPr/>
          <p:nvPr/>
        </p:nvSpPr>
        <p:spPr>
          <a:xfrm flipH="1">
            <a:off x="8919654" y="4562489"/>
            <a:ext cx="100466" cy="100466"/>
          </a:xfrm>
          <a:custGeom>
            <a:rect b="b" l="l" r="r" t="t"/>
            <a:pathLst>
              <a:path extrusionOk="0" h="1797" w="1797">
                <a:moveTo>
                  <a:pt x="888" y="1"/>
                </a:moveTo>
                <a:lnTo>
                  <a:pt x="707" y="21"/>
                </a:lnTo>
                <a:lnTo>
                  <a:pt x="545" y="82"/>
                </a:lnTo>
                <a:lnTo>
                  <a:pt x="384" y="162"/>
                </a:lnTo>
                <a:lnTo>
                  <a:pt x="263" y="263"/>
                </a:lnTo>
                <a:lnTo>
                  <a:pt x="142" y="405"/>
                </a:lnTo>
                <a:lnTo>
                  <a:pt x="61" y="546"/>
                </a:lnTo>
                <a:lnTo>
                  <a:pt x="21" y="727"/>
                </a:lnTo>
                <a:lnTo>
                  <a:pt x="0" y="909"/>
                </a:lnTo>
                <a:lnTo>
                  <a:pt x="21" y="1091"/>
                </a:lnTo>
                <a:lnTo>
                  <a:pt x="61" y="1252"/>
                </a:lnTo>
                <a:lnTo>
                  <a:pt x="142" y="1414"/>
                </a:lnTo>
                <a:lnTo>
                  <a:pt x="263" y="1535"/>
                </a:lnTo>
                <a:lnTo>
                  <a:pt x="384" y="1656"/>
                </a:lnTo>
                <a:lnTo>
                  <a:pt x="545" y="1736"/>
                </a:lnTo>
                <a:lnTo>
                  <a:pt x="707" y="1797"/>
                </a:lnTo>
                <a:lnTo>
                  <a:pt x="1070" y="1797"/>
                </a:lnTo>
                <a:lnTo>
                  <a:pt x="1252" y="1736"/>
                </a:lnTo>
                <a:lnTo>
                  <a:pt x="1393" y="1656"/>
                </a:lnTo>
                <a:lnTo>
                  <a:pt x="1534" y="1535"/>
                </a:lnTo>
                <a:lnTo>
                  <a:pt x="1635" y="1414"/>
                </a:lnTo>
                <a:lnTo>
                  <a:pt x="1716" y="1252"/>
                </a:lnTo>
                <a:lnTo>
                  <a:pt x="1776" y="1091"/>
                </a:lnTo>
                <a:lnTo>
                  <a:pt x="1796" y="909"/>
                </a:lnTo>
                <a:lnTo>
                  <a:pt x="1776" y="727"/>
                </a:lnTo>
                <a:lnTo>
                  <a:pt x="1716" y="546"/>
                </a:lnTo>
                <a:lnTo>
                  <a:pt x="1635" y="405"/>
                </a:lnTo>
                <a:lnTo>
                  <a:pt x="1534" y="263"/>
                </a:lnTo>
                <a:lnTo>
                  <a:pt x="1393" y="162"/>
                </a:lnTo>
                <a:lnTo>
                  <a:pt x="1252" y="82"/>
                </a:lnTo>
                <a:lnTo>
                  <a:pt x="1070" y="21"/>
                </a:lnTo>
                <a:lnTo>
                  <a:pt x="888" y="1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62" name="Google Shape;2162;p26"/>
          <p:cNvSpPr/>
          <p:nvPr/>
        </p:nvSpPr>
        <p:spPr>
          <a:xfrm>
            <a:off x="3125286" y="5066798"/>
            <a:ext cx="53445" cy="50368"/>
          </a:xfrm>
          <a:custGeom>
            <a:rect b="b" l="l" r="r" t="t"/>
            <a:pathLst>
              <a:path extrusionOk="0" h="1326" w="1407">
                <a:moveTo>
                  <a:pt x="724" y="1"/>
                </a:moveTo>
                <a:lnTo>
                  <a:pt x="1" y="683"/>
                </a:lnTo>
                <a:lnTo>
                  <a:pt x="21" y="724"/>
                </a:lnTo>
                <a:lnTo>
                  <a:pt x="61" y="744"/>
                </a:lnTo>
                <a:lnTo>
                  <a:pt x="181" y="784"/>
                </a:lnTo>
                <a:lnTo>
                  <a:pt x="322" y="824"/>
                </a:lnTo>
                <a:lnTo>
                  <a:pt x="382" y="864"/>
                </a:lnTo>
                <a:lnTo>
                  <a:pt x="422" y="884"/>
                </a:lnTo>
                <a:lnTo>
                  <a:pt x="503" y="1005"/>
                </a:lnTo>
                <a:lnTo>
                  <a:pt x="583" y="1105"/>
                </a:lnTo>
                <a:lnTo>
                  <a:pt x="704" y="1326"/>
                </a:lnTo>
                <a:lnTo>
                  <a:pt x="1406" y="623"/>
                </a:lnTo>
                <a:lnTo>
                  <a:pt x="724" y="1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63" name="Google Shape;2163;p26"/>
          <p:cNvSpPr/>
          <p:nvPr/>
        </p:nvSpPr>
        <p:spPr>
          <a:xfrm>
            <a:off x="2796564" y="4599241"/>
            <a:ext cx="54205" cy="50406"/>
          </a:xfrm>
          <a:custGeom>
            <a:rect b="b" l="l" r="r" t="t"/>
            <a:pathLst>
              <a:path extrusionOk="0" h="1327" w="1427">
                <a:moveTo>
                  <a:pt x="723" y="1"/>
                </a:moveTo>
                <a:lnTo>
                  <a:pt x="1" y="684"/>
                </a:lnTo>
                <a:lnTo>
                  <a:pt x="221" y="784"/>
                </a:lnTo>
                <a:lnTo>
                  <a:pt x="322" y="824"/>
                </a:lnTo>
                <a:lnTo>
                  <a:pt x="422" y="884"/>
                </a:lnTo>
                <a:lnTo>
                  <a:pt x="502" y="1005"/>
                </a:lnTo>
                <a:lnTo>
                  <a:pt x="583" y="1105"/>
                </a:lnTo>
                <a:lnTo>
                  <a:pt x="723" y="1326"/>
                </a:lnTo>
                <a:lnTo>
                  <a:pt x="1426" y="643"/>
                </a:lnTo>
                <a:lnTo>
                  <a:pt x="723" y="1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64" name="Google Shape;2164;p26"/>
          <p:cNvSpPr/>
          <p:nvPr/>
        </p:nvSpPr>
        <p:spPr>
          <a:xfrm>
            <a:off x="2963584" y="4599241"/>
            <a:ext cx="50406" cy="48887"/>
          </a:xfrm>
          <a:custGeom>
            <a:rect b="b" l="l" r="r" t="t"/>
            <a:pathLst>
              <a:path extrusionOk="0" h="1287" w="1327">
                <a:moveTo>
                  <a:pt x="664" y="1"/>
                </a:moveTo>
                <a:lnTo>
                  <a:pt x="1" y="664"/>
                </a:lnTo>
                <a:lnTo>
                  <a:pt x="664" y="1286"/>
                </a:lnTo>
                <a:lnTo>
                  <a:pt x="1326" y="623"/>
                </a:lnTo>
                <a:lnTo>
                  <a:pt x="664" y="1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65" name="Google Shape;2165;p26"/>
          <p:cNvSpPr/>
          <p:nvPr/>
        </p:nvSpPr>
        <p:spPr>
          <a:xfrm>
            <a:off x="2798083" y="4754865"/>
            <a:ext cx="54205" cy="51888"/>
          </a:xfrm>
          <a:custGeom>
            <a:rect b="b" l="l" r="r" t="t"/>
            <a:pathLst>
              <a:path extrusionOk="0" h="1366" w="1427">
                <a:moveTo>
                  <a:pt x="703" y="0"/>
                </a:moveTo>
                <a:lnTo>
                  <a:pt x="1" y="643"/>
                </a:lnTo>
                <a:lnTo>
                  <a:pt x="744" y="1366"/>
                </a:lnTo>
                <a:lnTo>
                  <a:pt x="784" y="1225"/>
                </a:lnTo>
                <a:lnTo>
                  <a:pt x="844" y="1125"/>
                </a:lnTo>
                <a:lnTo>
                  <a:pt x="924" y="1024"/>
                </a:lnTo>
                <a:lnTo>
                  <a:pt x="1005" y="944"/>
                </a:lnTo>
                <a:lnTo>
                  <a:pt x="1105" y="864"/>
                </a:lnTo>
                <a:lnTo>
                  <a:pt x="1205" y="803"/>
                </a:lnTo>
                <a:lnTo>
                  <a:pt x="1426" y="683"/>
                </a:lnTo>
                <a:lnTo>
                  <a:pt x="1346" y="582"/>
                </a:lnTo>
                <a:lnTo>
                  <a:pt x="1266" y="522"/>
                </a:lnTo>
                <a:lnTo>
                  <a:pt x="1045" y="402"/>
                </a:lnTo>
                <a:lnTo>
                  <a:pt x="964" y="342"/>
                </a:lnTo>
                <a:lnTo>
                  <a:pt x="884" y="281"/>
                </a:lnTo>
                <a:lnTo>
                  <a:pt x="824" y="181"/>
                </a:lnTo>
                <a:lnTo>
                  <a:pt x="804" y="40"/>
                </a:lnTo>
                <a:lnTo>
                  <a:pt x="784" y="20"/>
                </a:lnTo>
                <a:lnTo>
                  <a:pt x="744" y="20"/>
                </a:lnTo>
                <a:lnTo>
                  <a:pt x="703" y="0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66" name="Google Shape;2166;p26"/>
          <p:cNvSpPr/>
          <p:nvPr/>
        </p:nvSpPr>
        <p:spPr>
          <a:xfrm>
            <a:off x="2961305" y="4754105"/>
            <a:ext cx="54205" cy="54167"/>
          </a:xfrm>
          <a:custGeom>
            <a:rect b="b" l="l" r="r" t="t"/>
            <a:pathLst>
              <a:path extrusionOk="0" h="1426" w="1427">
                <a:moveTo>
                  <a:pt x="724" y="0"/>
                </a:moveTo>
                <a:lnTo>
                  <a:pt x="1" y="703"/>
                </a:lnTo>
                <a:lnTo>
                  <a:pt x="121" y="743"/>
                </a:lnTo>
                <a:lnTo>
                  <a:pt x="242" y="823"/>
                </a:lnTo>
                <a:lnTo>
                  <a:pt x="342" y="884"/>
                </a:lnTo>
                <a:lnTo>
                  <a:pt x="422" y="984"/>
                </a:lnTo>
                <a:lnTo>
                  <a:pt x="603" y="1185"/>
                </a:lnTo>
                <a:lnTo>
                  <a:pt x="744" y="1426"/>
                </a:lnTo>
                <a:lnTo>
                  <a:pt x="844" y="1165"/>
                </a:lnTo>
                <a:lnTo>
                  <a:pt x="904" y="1064"/>
                </a:lnTo>
                <a:lnTo>
                  <a:pt x="964" y="984"/>
                </a:lnTo>
                <a:lnTo>
                  <a:pt x="1065" y="904"/>
                </a:lnTo>
                <a:lnTo>
                  <a:pt x="1185" y="823"/>
                </a:lnTo>
                <a:lnTo>
                  <a:pt x="1426" y="683"/>
                </a:lnTo>
                <a:lnTo>
                  <a:pt x="724" y="0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67" name="Google Shape;2167;p26"/>
          <p:cNvSpPr/>
          <p:nvPr/>
        </p:nvSpPr>
        <p:spPr>
          <a:xfrm>
            <a:off x="3127565" y="4754865"/>
            <a:ext cx="51166" cy="47329"/>
          </a:xfrm>
          <a:custGeom>
            <a:rect b="b" l="l" r="r" t="t"/>
            <a:pathLst>
              <a:path extrusionOk="0" h="1246" w="1347">
                <a:moveTo>
                  <a:pt x="664" y="0"/>
                </a:moveTo>
                <a:lnTo>
                  <a:pt x="1" y="663"/>
                </a:lnTo>
                <a:lnTo>
                  <a:pt x="664" y="1245"/>
                </a:lnTo>
                <a:lnTo>
                  <a:pt x="1346" y="663"/>
                </a:lnTo>
                <a:lnTo>
                  <a:pt x="664" y="0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68" name="Google Shape;2168;p26"/>
          <p:cNvSpPr/>
          <p:nvPr/>
        </p:nvSpPr>
        <p:spPr>
          <a:xfrm>
            <a:off x="2790448" y="4905856"/>
            <a:ext cx="64119" cy="55724"/>
          </a:xfrm>
          <a:custGeom>
            <a:rect b="b" l="l" r="r" t="t"/>
            <a:pathLst>
              <a:path extrusionOk="0" h="1467" w="1688">
                <a:moveTo>
                  <a:pt x="864" y="1"/>
                </a:moveTo>
                <a:lnTo>
                  <a:pt x="764" y="262"/>
                </a:lnTo>
                <a:lnTo>
                  <a:pt x="704" y="362"/>
                </a:lnTo>
                <a:lnTo>
                  <a:pt x="643" y="463"/>
                </a:lnTo>
                <a:lnTo>
                  <a:pt x="523" y="543"/>
                </a:lnTo>
                <a:lnTo>
                  <a:pt x="382" y="623"/>
                </a:lnTo>
                <a:lnTo>
                  <a:pt x="1" y="844"/>
                </a:lnTo>
                <a:lnTo>
                  <a:pt x="162" y="864"/>
                </a:lnTo>
                <a:lnTo>
                  <a:pt x="302" y="904"/>
                </a:lnTo>
                <a:lnTo>
                  <a:pt x="423" y="965"/>
                </a:lnTo>
                <a:lnTo>
                  <a:pt x="543" y="1025"/>
                </a:lnTo>
                <a:lnTo>
                  <a:pt x="623" y="1085"/>
                </a:lnTo>
                <a:lnTo>
                  <a:pt x="704" y="1186"/>
                </a:lnTo>
                <a:lnTo>
                  <a:pt x="744" y="1286"/>
                </a:lnTo>
                <a:lnTo>
                  <a:pt x="784" y="1406"/>
                </a:lnTo>
                <a:lnTo>
                  <a:pt x="804" y="1427"/>
                </a:lnTo>
                <a:lnTo>
                  <a:pt x="864" y="1447"/>
                </a:lnTo>
                <a:lnTo>
                  <a:pt x="985" y="1467"/>
                </a:lnTo>
                <a:lnTo>
                  <a:pt x="1045" y="1286"/>
                </a:lnTo>
                <a:lnTo>
                  <a:pt x="1065" y="1206"/>
                </a:lnTo>
                <a:lnTo>
                  <a:pt x="1105" y="1145"/>
                </a:lnTo>
                <a:lnTo>
                  <a:pt x="1246" y="1045"/>
                </a:lnTo>
                <a:lnTo>
                  <a:pt x="1386" y="945"/>
                </a:lnTo>
                <a:lnTo>
                  <a:pt x="1688" y="744"/>
                </a:lnTo>
                <a:lnTo>
                  <a:pt x="1547" y="684"/>
                </a:lnTo>
                <a:lnTo>
                  <a:pt x="1427" y="623"/>
                </a:lnTo>
                <a:lnTo>
                  <a:pt x="1306" y="543"/>
                </a:lnTo>
                <a:lnTo>
                  <a:pt x="1206" y="463"/>
                </a:lnTo>
                <a:lnTo>
                  <a:pt x="1105" y="362"/>
                </a:lnTo>
                <a:lnTo>
                  <a:pt x="1025" y="262"/>
                </a:lnTo>
                <a:lnTo>
                  <a:pt x="864" y="1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69" name="Google Shape;2169;p26"/>
          <p:cNvSpPr/>
          <p:nvPr/>
        </p:nvSpPr>
        <p:spPr>
          <a:xfrm>
            <a:off x="2962824" y="4910452"/>
            <a:ext cx="53445" cy="50368"/>
          </a:xfrm>
          <a:custGeom>
            <a:rect b="b" l="l" r="r" t="t"/>
            <a:pathLst>
              <a:path extrusionOk="0" h="1326" w="1407">
                <a:moveTo>
                  <a:pt x="684" y="0"/>
                </a:moveTo>
                <a:lnTo>
                  <a:pt x="1" y="663"/>
                </a:lnTo>
                <a:lnTo>
                  <a:pt x="724" y="1326"/>
                </a:lnTo>
                <a:lnTo>
                  <a:pt x="764" y="1225"/>
                </a:lnTo>
                <a:lnTo>
                  <a:pt x="824" y="1105"/>
                </a:lnTo>
                <a:lnTo>
                  <a:pt x="904" y="1024"/>
                </a:lnTo>
                <a:lnTo>
                  <a:pt x="985" y="944"/>
                </a:lnTo>
                <a:lnTo>
                  <a:pt x="1186" y="804"/>
                </a:lnTo>
                <a:lnTo>
                  <a:pt x="1406" y="683"/>
                </a:lnTo>
                <a:lnTo>
                  <a:pt x="1326" y="583"/>
                </a:lnTo>
                <a:lnTo>
                  <a:pt x="1246" y="522"/>
                </a:lnTo>
                <a:lnTo>
                  <a:pt x="1045" y="402"/>
                </a:lnTo>
                <a:lnTo>
                  <a:pt x="945" y="342"/>
                </a:lnTo>
                <a:lnTo>
                  <a:pt x="864" y="261"/>
                </a:lnTo>
                <a:lnTo>
                  <a:pt x="804" y="161"/>
                </a:lnTo>
                <a:lnTo>
                  <a:pt x="784" y="41"/>
                </a:lnTo>
                <a:lnTo>
                  <a:pt x="764" y="20"/>
                </a:lnTo>
                <a:lnTo>
                  <a:pt x="724" y="0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70" name="Google Shape;2170;p26"/>
          <p:cNvSpPr/>
          <p:nvPr/>
        </p:nvSpPr>
        <p:spPr>
          <a:xfrm>
            <a:off x="3127565" y="4911211"/>
            <a:ext cx="51166" cy="48089"/>
          </a:xfrm>
          <a:custGeom>
            <a:rect b="b" l="l" r="r" t="t"/>
            <a:pathLst>
              <a:path extrusionOk="0" h="1266" w="1347">
                <a:moveTo>
                  <a:pt x="664" y="0"/>
                </a:moveTo>
                <a:lnTo>
                  <a:pt x="1" y="623"/>
                </a:lnTo>
                <a:lnTo>
                  <a:pt x="684" y="1265"/>
                </a:lnTo>
                <a:lnTo>
                  <a:pt x="1346" y="603"/>
                </a:lnTo>
                <a:lnTo>
                  <a:pt x="664" y="0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71" name="Google Shape;2171;p26"/>
          <p:cNvSpPr/>
          <p:nvPr/>
        </p:nvSpPr>
        <p:spPr>
          <a:xfrm>
            <a:off x="2793525" y="5065279"/>
            <a:ext cx="58003" cy="53445"/>
          </a:xfrm>
          <a:custGeom>
            <a:rect b="b" l="l" r="r" t="t"/>
            <a:pathLst>
              <a:path extrusionOk="0" h="1407" w="1527">
                <a:moveTo>
                  <a:pt x="783" y="1"/>
                </a:moveTo>
                <a:lnTo>
                  <a:pt x="683" y="161"/>
                </a:lnTo>
                <a:lnTo>
                  <a:pt x="623" y="282"/>
                </a:lnTo>
                <a:lnTo>
                  <a:pt x="542" y="362"/>
                </a:lnTo>
                <a:lnTo>
                  <a:pt x="422" y="442"/>
                </a:lnTo>
                <a:lnTo>
                  <a:pt x="301" y="523"/>
                </a:lnTo>
                <a:lnTo>
                  <a:pt x="0" y="663"/>
                </a:lnTo>
                <a:lnTo>
                  <a:pt x="301" y="844"/>
                </a:lnTo>
                <a:lnTo>
                  <a:pt x="422" y="904"/>
                </a:lnTo>
                <a:lnTo>
                  <a:pt x="542" y="984"/>
                </a:lnTo>
                <a:lnTo>
                  <a:pt x="582" y="1045"/>
                </a:lnTo>
                <a:lnTo>
                  <a:pt x="603" y="1105"/>
                </a:lnTo>
                <a:lnTo>
                  <a:pt x="643" y="1225"/>
                </a:lnTo>
                <a:lnTo>
                  <a:pt x="683" y="1346"/>
                </a:lnTo>
                <a:lnTo>
                  <a:pt x="703" y="1386"/>
                </a:lnTo>
                <a:lnTo>
                  <a:pt x="763" y="1406"/>
                </a:lnTo>
                <a:lnTo>
                  <a:pt x="1526" y="683"/>
                </a:lnTo>
                <a:lnTo>
                  <a:pt x="783" y="1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72" name="Google Shape;2172;p26"/>
          <p:cNvSpPr/>
          <p:nvPr/>
        </p:nvSpPr>
        <p:spPr>
          <a:xfrm>
            <a:off x="2962065" y="5066038"/>
            <a:ext cx="53445" cy="50368"/>
          </a:xfrm>
          <a:custGeom>
            <a:rect b="b" l="l" r="r" t="t"/>
            <a:pathLst>
              <a:path extrusionOk="0" h="1326" w="1407">
                <a:moveTo>
                  <a:pt x="704" y="1"/>
                </a:moveTo>
                <a:lnTo>
                  <a:pt x="1" y="663"/>
                </a:lnTo>
                <a:lnTo>
                  <a:pt x="704" y="1326"/>
                </a:lnTo>
                <a:lnTo>
                  <a:pt x="1406" y="663"/>
                </a:lnTo>
                <a:lnTo>
                  <a:pt x="704" y="1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73" name="Google Shape;2173;p26"/>
          <p:cNvSpPr/>
          <p:nvPr/>
        </p:nvSpPr>
        <p:spPr>
          <a:xfrm>
            <a:off x="3128363" y="4600038"/>
            <a:ext cx="50368" cy="46532"/>
          </a:xfrm>
          <a:custGeom>
            <a:rect b="b" l="l" r="r" t="t"/>
            <a:pathLst>
              <a:path extrusionOk="0" h="1225" w="1326">
                <a:moveTo>
                  <a:pt x="643" y="0"/>
                </a:moveTo>
                <a:lnTo>
                  <a:pt x="0" y="622"/>
                </a:lnTo>
                <a:lnTo>
                  <a:pt x="643" y="1225"/>
                </a:lnTo>
                <a:lnTo>
                  <a:pt x="1325" y="643"/>
                </a:lnTo>
                <a:lnTo>
                  <a:pt x="643" y="0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74" name="Google Shape;2174;p26"/>
          <p:cNvSpPr/>
          <p:nvPr/>
        </p:nvSpPr>
        <p:spPr>
          <a:xfrm>
            <a:off x="3292344" y="4602317"/>
            <a:ext cx="49608" cy="44253"/>
          </a:xfrm>
          <a:custGeom>
            <a:rect b="b" l="l" r="r" t="t"/>
            <a:pathLst>
              <a:path extrusionOk="0" h="1165" w="1306">
                <a:moveTo>
                  <a:pt x="663" y="0"/>
                </a:moveTo>
                <a:lnTo>
                  <a:pt x="0" y="562"/>
                </a:lnTo>
                <a:lnTo>
                  <a:pt x="643" y="1165"/>
                </a:lnTo>
                <a:lnTo>
                  <a:pt x="1305" y="583"/>
                </a:lnTo>
                <a:lnTo>
                  <a:pt x="663" y="0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75" name="Google Shape;2175;p26"/>
          <p:cNvSpPr/>
          <p:nvPr/>
        </p:nvSpPr>
        <p:spPr>
          <a:xfrm>
            <a:off x="2634862" y="4600038"/>
            <a:ext cx="53445" cy="54167"/>
          </a:xfrm>
          <a:custGeom>
            <a:rect b="b" l="l" r="r" t="t"/>
            <a:pathLst>
              <a:path extrusionOk="0" h="1426" w="1407">
                <a:moveTo>
                  <a:pt x="683" y="0"/>
                </a:moveTo>
                <a:lnTo>
                  <a:pt x="1" y="622"/>
                </a:lnTo>
                <a:lnTo>
                  <a:pt x="804" y="1426"/>
                </a:lnTo>
                <a:lnTo>
                  <a:pt x="804" y="1265"/>
                </a:lnTo>
                <a:lnTo>
                  <a:pt x="824" y="1145"/>
                </a:lnTo>
                <a:lnTo>
                  <a:pt x="864" y="1024"/>
                </a:lnTo>
                <a:lnTo>
                  <a:pt x="904" y="944"/>
                </a:lnTo>
                <a:lnTo>
                  <a:pt x="985" y="884"/>
                </a:lnTo>
                <a:lnTo>
                  <a:pt x="1065" y="823"/>
                </a:lnTo>
                <a:lnTo>
                  <a:pt x="1165" y="783"/>
                </a:lnTo>
                <a:lnTo>
                  <a:pt x="1286" y="763"/>
                </a:lnTo>
                <a:lnTo>
                  <a:pt x="1326" y="743"/>
                </a:lnTo>
                <a:lnTo>
                  <a:pt x="1366" y="703"/>
                </a:lnTo>
                <a:lnTo>
                  <a:pt x="1386" y="683"/>
                </a:lnTo>
                <a:lnTo>
                  <a:pt x="1406" y="643"/>
                </a:lnTo>
                <a:lnTo>
                  <a:pt x="1386" y="602"/>
                </a:lnTo>
                <a:lnTo>
                  <a:pt x="1366" y="562"/>
                </a:lnTo>
                <a:lnTo>
                  <a:pt x="1306" y="502"/>
                </a:lnTo>
                <a:lnTo>
                  <a:pt x="1145" y="442"/>
                </a:lnTo>
                <a:lnTo>
                  <a:pt x="985" y="361"/>
                </a:lnTo>
                <a:lnTo>
                  <a:pt x="924" y="321"/>
                </a:lnTo>
                <a:lnTo>
                  <a:pt x="864" y="261"/>
                </a:lnTo>
                <a:lnTo>
                  <a:pt x="824" y="181"/>
                </a:lnTo>
                <a:lnTo>
                  <a:pt x="804" y="80"/>
                </a:lnTo>
                <a:lnTo>
                  <a:pt x="784" y="40"/>
                </a:lnTo>
                <a:lnTo>
                  <a:pt x="744" y="20"/>
                </a:lnTo>
                <a:lnTo>
                  <a:pt x="683" y="0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76" name="Google Shape;2176;p26"/>
          <p:cNvSpPr/>
          <p:nvPr/>
        </p:nvSpPr>
        <p:spPr>
          <a:xfrm>
            <a:off x="2634862" y="4754865"/>
            <a:ext cx="52685" cy="49608"/>
          </a:xfrm>
          <a:custGeom>
            <a:rect b="b" l="l" r="r" t="t"/>
            <a:pathLst>
              <a:path extrusionOk="0" h="1306" w="1387">
                <a:moveTo>
                  <a:pt x="663" y="0"/>
                </a:moveTo>
                <a:lnTo>
                  <a:pt x="583" y="60"/>
                </a:lnTo>
                <a:lnTo>
                  <a:pt x="523" y="141"/>
                </a:lnTo>
                <a:lnTo>
                  <a:pt x="422" y="301"/>
                </a:lnTo>
                <a:lnTo>
                  <a:pt x="342" y="382"/>
                </a:lnTo>
                <a:lnTo>
                  <a:pt x="262" y="462"/>
                </a:lnTo>
                <a:lnTo>
                  <a:pt x="161" y="522"/>
                </a:lnTo>
                <a:lnTo>
                  <a:pt x="41" y="542"/>
                </a:lnTo>
                <a:lnTo>
                  <a:pt x="21" y="562"/>
                </a:lnTo>
                <a:lnTo>
                  <a:pt x="21" y="603"/>
                </a:lnTo>
                <a:lnTo>
                  <a:pt x="1" y="643"/>
                </a:lnTo>
                <a:lnTo>
                  <a:pt x="663" y="1305"/>
                </a:lnTo>
                <a:lnTo>
                  <a:pt x="1386" y="663"/>
                </a:lnTo>
                <a:lnTo>
                  <a:pt x="663" y="0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77" name="Google Shape;2177;p26"/>
          <p:cNvSpPr/>
          <p:nvPr/>
        </p:nvSpPr>
        <p:spPr>
          <a:xfrm>
            <a:off x="3290787" y="5066798"/>
            <a:ext cx="51925" cy="48089"/>
          </a:xfrm>
          <a:custGeom>
            <a:rect b="b" l="l" r="r" t="t"/>
            <a:pathLst>
              <a:path extrusionOk="0" h="1266" w="1367">
                <a:moveTo>
                  <a:pt x="704" y="1"/>
                </a:moveTo>
                <a:lnTo>
                  <a:pt x="1" y="623"/>
                </a:lnTo>
                <a:lnTo>
                  <a:pt x="704" y="1266"/>
                </a:lnTo>
                <a:lnTo>
                  <a:pt x="1366" y="643"/>
                </a:lnTo>
                <a:lnTo>
                  <a:pt x="704" y="1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78" name="Google Shape;2178;p26"/>
          <p:cNvSpPr/>
          <p:nvPr/>
        </p:nvSpPr>
        <p:spPr>
          <a:xfrm>
            <a:off x="2633342" y="5066038"/>
            <a:ext cx="55724" cy="53445"/>
          </a:xfrm>
          <a:custGeom>
            <a:rect b="b" l="l" r="r" t="t"/>
            <a:pathLst>
              <a:path extrusionOk="0" h="1407" w="1467">
                <a:moveTo>
                  <a:pt x="703" y="1"/>
                </a:moveTo>
                <a:lnTo>
                  <a:pt x="0" y="663"/>
                </a:lnTo>
                <a:lnTo>
                  <a:pt x="804" y="1406"/>
                </a:lnTo>
                <a:lnTo>
                  <a:pt x="824" y="1246"/>
                </a:lnTo>
                <a:lnTo>
                  <a:pt x="864" y="1125"/>
                </a:lnTo>
                <a:lnTo>
                  <a:pt x="944" y="1025"/>
                </a:lnTo>
                <a:lnTo>
                  <a:pt x="1045" y="944"/>
                </a:lnTo>
                <a:lnTo>
                  <a:pt x="1145" y="884"/>
                </a:lnTo>
                <a:lnTo>
                  <a:pt x="1245" y="824"/>
                </a:lnTo>
                <a:lnTo>
                  <a:pt x="1466" y="683"/>
                </a:lnTo>
                <a:lnTo>
                  <a:pt x="703" y="1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79" name="Google Shape;2179;p26"/>
          <p:cNvSpPr/>
          <p:nvPr/>
        </p:nvSpPr>
        <p:spPr>
          <a:xfrm>
            <a:off x="3291584" y="4757144"/>
            <a:ext cx="51128" cy="45050"/>
          </a:xfrm>
          <a:custGeom>
            <a:rect b="b" l="l" r="r" t="t"/>
            <a:pathLst>
              <a:path extrusionOk="0" h="1186" w="1346">
                <a:moveTo>
                  <a:pt x="663" y="0"/>
                </a:moveTo>
                <a:lnTo>
                  <a:pt x="0" y="583"/>
                </a:lnTo>
                <a:lnTo>
                  <a:pt x="663" y="1185"/>
                </a:lnTo>
                <a:lnTo>
                  <a:pt x="1345" y="603"/>
                </a:lnTo>
                <a:lnTo>
                  <a:pt x="663" y="0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80" name="Google Shape;2180;p26"/>
          <p:cNvSpPr/>
          <p:nvPr/>
        </p:nvSpPr>
        <p:spPr>
          <a:xfrm>
            <a:off x="2468601" y="5064519"/>
            <a:ext cx="58763" cy="54964"/>
          </a:xfrm>
          <a:custGeom>
            <a:rect b="b" l="l" r="r" t="t"/>
            <a:pathLst>
              <a:path extrusionOk="0" h="1447" w="1547">
                <a:moveTo>
                  <a:pt x="763" y="0"/>
                </a:moveTo>
                <a:lnTo>
                  <a:pt x="0" y="703"/>
                </a:lnTo>
                <a:lnTo>
                  <a:pt x="804" y="1446"/>
                </a:lnTo>
                <a:lnTo>
                  <a:pt x="824" y="1306"/>
                </a:lnTo>
                <a:lnTo>
                  <a:pt x="884" y="1165"/>
                </a:lnTo>
                <a:lnTo>
                  <a:pt x="964" y="1065"/>
                </a:lnTo>
                <a:lnTo>
                  <a:pt x="1065" y="984"/>
                </a:lnTo>
                <a:lnTo>
                  <a:pt x="1165" y="904"/>
                </a:lnTo>
                <a:lnTo>
                  <a:pt x="1285" y="844"/>
                </a:lnTo>
                <a:lnTo>
                  <a:pt x="1546" y="683"/>
                </a:lnTo>
                <a:lnTo>
                  <a:pt x="1245" y="543"/>
                </a:lnTo>
                <a:lnTo>
                  <a:pt x="1125" y="482"/>
                </a:lnTo>
                <a:lnTo>
                  <a:pt x="1024" y="402"/>
                </a:lnTo>
                <a:lnTo>
                  <a:pt x="944" y="322"/>
                </a:lnTo>
                <a:lnTo>
                  <a:pt x="864" y="201"/>
                </a:lnTo>
                <a:lnTo>
                  <a:pt x="763" y="0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81" name="Google Shape;2181;p26"/>
          <p:cNvSpPr/>
          <p:nvPr/>
        </p:nvSpPr>
        <p:spPr>
          <a:xfrm>
            <a:off x="3290787" y="4912731"/>
            <a:ext cx="51925" cy="46570"/>
          </a:xfrm>
          <a:custGeom>
            <a:rect b="b" l="l" r="r" t="t"/>
            <a:pathLst>
              <a:path extrusionOk="0" h="1226" w="1367">
                <a:moveTo>
                  <a:pt x="704" y="1"/>
                </a:moveTo>
                <a:lnTo>
                  <a:pt x="1" y="583"/>
                </a:lnTo>
                <a:lnTo>
                  <a:pt x="704" y="1225"/>
                </a:lnTo>
                <a:lnTo>
                  <a:pt x="1366" y="583"/>
                </a:lnTo>
                <a:lnTo>
                  <a:pt x="704" y="1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82" name="Google Shape;2182;p26"/>
          <p:cNvSpPr/>
          <p:nvPr/>
        </p:nvSpPr>
        <p:spPr>
          <a:xfrm>
            <a:off x="2634102" y="4909692"/>
            <a:ext cx="53445" cy="54964"/>
          </a:xfrm>
          <a:custGeom>
            <a:rect b="b" l="l" r="r" t="t"/>
            <a:pathLst>
              <a:path extrusionOk="0" h="1447" w="1407">
                <a:moveTo>
                  <a:pt x="683" y="0"/>
                </a:moveTo>
                <a:lnTo>
                  <a:pt x="603" y="81"/>
                </a:lnTo>
                <a:lnTo>
                  <a:pt x="543" y="161"/>
                </a:lnTo>
                <a:lnTo>
                  <a:pt x="422" y="342"/>
                </a:lnTo>
                <a:lnTo>
                  <a:pt x="362" y="422"/>
                </a:lnTo>
                <a:lnTo>
                  <a:pt x="262" y="482"/>
                </a:lnTo>
                <a:lnTo>
                  <a:pt x="161" y="542"/>
                </a:lnTo>
                <a:lnTo>
                  <a:pt x="41" y="563"/>
                </a:lnTo>
                <a:lnTo>
                  <a:pt x="21" y="583"/>
                </a:lnTo>
                <a:lnTo>
                  <a:pt x="21" y="643"/>
                </a:lnTo>
                <a:lnTo>
                  <a:pt x="1" y="763"/>
                </a:lnTo>
                <a:lnTo>
                  <a:pt x="221" y="864"/>
                </a:lnTo>
                <a:lnTo>
                  <a:pt x="322" y="904"/>
                </a:lnTo>
                <a:lnTo>
                  <a:pt x="422" y="964"/>
                </a:lnTo>
                <a:lnTo>
                  <a:pt x="503" y="1085"/>
                </a:lnTo>
                <a:lnTo>
                  <a:pt x="563" y="1185"/>
                </a:lnTo>
                <a:lnTo>
                  <a:pt x="703" y="1446"/>
                </a:lnTo>
                <a:lnTo>
                  <a:pt x="1406" y="683"/>
                </a:lnTo>
                <a:lnTo>
                  <a:pt x="683" y="0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83" name="Google Shape;2183;p26"/>
          <p:cNvSpPr/>
          <p:nvPr/>
        </p:nvSpPr>
        <p:spPr>
          <a:xfrm>
            <a:off x="2470121" y="4901297"/>
            <a:ext cx="57243" cy="60282"/>
          </a:xfrm>
          <a:custGeom>
            <a:rect b="b" l="l" r="r" t="t"/>
            <a:pathLst>
              <a:path extrusionOk="0" h="1587" w="1507">
                <a:moveTo>
                  <a:pt x="683" y="0"/>
                </a:moveTo>
                <a:lnTo>
                  <a:pt x="563" y="302"/>
                </a:lnTo>
                <a:lnTo>
                  <a:pt x="502" y="422"/>
                </a:lnTo>
                <a:lnTo>
                  <a:pt x="422" y="522"/>
                </a:lnTo>
                <a:lnTo>
                  <a:pt x="342" y="623"/>
                </a:lnTo>
                <a:lnTo>
                  <a:pt x="262" y="683"/>
                </a:lnTo>
                <a:lnTo>
                  <a:pt x="161" y="743"/>
                </a:lnTo>
                <a:lnTo>
                  <a:pt x="41" y="784"/>
                </a:lnTo>
                <a:lnTo>
                  <a:pt x="21" y="804"/>
                </a:lnTo>
                <a:lnTo>
                  <a:pt x="0" y="844"/>
                </a:lnTo>
                <a:lnTo>
                  <a:pt x="0" y="904"/>
                </a:lnTo>
                <a:lnTo>
                  <a:pt x="764" y="1587"/>
                </a:lnTo>
                <a:lnTo>
                  <a:pt x="824" y="1406"/>
                </a:lnTo>
                <a:lnTo>
                  <a:pt x="864" y="1306"/>
                </a:lnTo>
                <a:lnTo>
                  <a:pt x="904" y="1245"/>
                </a:lnTo>
                <a:lnTo>
                  <a:pt x="1045" y="1165"/>
                </a:lnTo>
                <a:lnTo>
                  <a:pt x="1185" y="1065"/>
                </a:lnTo>
                <a:lnTo>
                  <a:pt x="1506" y="884"/>
                </a:lnTo>
                <a:lnTo>
                  <a:pt x="1225" y="743"/>
                </a:lnTo>
                <a:lnTo>
                  <a:pt x="1105" y="663"/>
                </a:lnTo>
                <a:lnTo>
                  <a:pt x="1004" y="583"/>
                </a:lnTo>
                <a:lnTo>
                  <a:pt x="904" y="482"/>
                </a:lnTo>
                <a:lnTo>
                  <a:pt x="824" y="342"/>
                </a:lnTo>
                <a:lnTo>
                  <a:pt x="743" y="201"/>
                </a:lnTo>
                <a:lnTo>
                  <a:pt x="683" y="0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84" name="Google Shape;2184;p26"/>
          <p:cNvSpPr/>
          <p:nvPr/>
        </p:nvSpPr>
        <p:spPr>
          <a:xfrm>
            <a:off x="2302341" y="5065279"/>
            <a:ext cx="58003" cy="51128"/>
          </a:xfrm>
          <a:custGeom>
            <a:rect b="b" l="l" r="r" t="t"/>
            <a:pathLst>
              <a:path extrusionOk="0" h="1346" w="1527">
                <a:moveTo>
                  <a:pt x="783" y="1"/>
                </a:moveTo>
                <a:lnTo>
                  <a:pt x="0" y="723"/>
                </a:lnTo>
                <a:lnTo>
                  <a:pt x="221" y="824"/>
                </a:lnTo>
                <a:lnTo>
                  <a:pt x="422" y="944"/>
                </a:lnTo>
                <a:lnTo>
                  <a:pt x="522" y="1025"/>
                </a:lnTo>
                <a:lnTo>
                  <a:pt x="582" y="1105"/>
                </a:lnTo>
                <a:lnTo>
                  <a:pt x="643" y="1205"/>
                </a:lnTo>
                <a:lnTo>
                  <a:pt x="703" y="1326"/>
                </a:lnTo>
                <a:lnTo>
                  <a:pt x="723" y="1346"/>
                </a:lnTo>
                <a:lnTo>
                  <a:pt x="783" y="1346"/>
                </a:lnTo>
                <a:lnTo>
                  <a:pt x="1526" y="663"/>
                </a:lnTo>
                <a:lnTo>
                  <a:pt x="783" y="1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85" name="Google Shape;2185;p26"/>
          <p:cNvSpPr/>
          <p:nvPr/>
        </p:nvSpPr>
        <p:spPr>
          <a:xfrm>
            <a:off x="2304620" y="4910452"/>
            <a:ext cx="54926" cy="50368"/>
          </a:xfrm>
          <a:custGeom>
            <a:rect b="b" l="l" r="r" t="t"/>
            <a:pathLst>
              <a:path extrusionOk="0" h="1326" w="1446">
                <a:moveTo>
                  <a:pt x="703" y="0"/>
                </a:moveTo>
                <a:lnTo>
                  <a:pt x="0" y="663"/>
                </a:lnTo>
                <a:lnTo>
                  <a:pt x="723" y="1326"/>
                </a:lnTo>
                <a:lnTo>
                  <a:pt x="1446" y="663"/>
                </a:lnTo>
                <a:lnTo>
                  <a:pt x="703" y="0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86" name="Google Shape;2186;p26"/>
          <p:cNvSpPr/>
          <p:nvPr/>
        </p:nvSpPr>
        <p:spPr>
          <a:xfrm>
            <a:off x="3454806" y="5069077"/>
            <a:ext cx="52647" cy="44291"/>
          </a:xfrm>
          <a:custGeom>
            <a:rect b="b" l="l" r="r" t="t"/>
            <a:pathLst>
              <a:path extrusionOk="0" h="1166" w="1386">
                <a:moveTo>
                  <a:pt x="683" y="1"/>
                </a:moveTo>
                <a:lnTo>
                  <a:pt x="0" y="563"/>
                </a:lnTo>
                <a:lnTo>
                  <a:pt x="723" y="1166"/>
                </a:lnTo>
                <a:lnTo>
                  <a:pt x="1386" y="543"/>
                </a:lnTo>
                <a:lnTo>
                  <a:pt x="683" y="1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87" name="Google Shape;2187;p26"/>
          <p:cNvSpPr/>
          <p:nvPr/>
        </p:nvSpPr>
        <p:spPr>
          <a:xfrm>
            <a:off x="2468601" y="4756385"/>
            <a:ext cx="56484" cy="48849"/>
          </a:xfrm>
          <a:custGeom>
            <a:rect b="b" l="l" r="r" t="t"/>
            <a:pathLst>
              <a:path extrusionOk="0" h="1286" w="1487">
                <a:moveTo>
                  <a:pt x="743" y="0"/>
                </a:moveTo>
                <a:lnTo>
                  <a:pt x="0" y="623"/>
                </a:lnTo>
                <a:lnTo>
                  <a:pt x="783" y="1285"/>
                </a:lnTo>
                <a:lnTo>
                  <a:pt x="884" y="1085"/>
                </a:lnTo>
                <a:lnTo>
                  <a:pt x="944" y="984"/>
                </a:lnTo>
                <a:lnTo>
                  <a:pt x="1004" y="884"/>
                </a:lnTo>
                <a:lnTo>
                  <a:pt x="1125" y="824"/>
                </a:lnTo>
                <a:lnTo>
                  <a:pt x="1245" y="763"/>
                </a:lnTo>
                <a:lnTo>
                  <a:pt x="1486" y="643"/>
                </a:lnTo>
                <a:lnTo>
                  <a:pt x="743" y="0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88" name="Google Shape;2188;p26"/>
          <p:cNvSpPr/>
          <p:nvPr/>
        </p:nvSpPr>
        <p:spPr>
          <a:xfrm>
            <a:off x="2466322" y="4600798"/>
            <a:ext cx="55686" cy="46532"/>
          </a:xfrm>
          <a:custGeom>
            <a:rect b="b" l="l" r="r" t="t"/>
            <a:pathLst>
              <a:path extrusionOk="0" h="1225" w="1466">
                <a:moveTo>
                  <a:pt x="783" y="0"/>
                </a:moveTo>
                <a:lnTo>
                  <a:pt x="0" y="663"/>
                </a:lnTo>
                <a:lnTo>
                  <a:pt x="221" y="743"/>
                </a:lnTo>
                <a:lnTo>
                  <a:pt x="341" y="783"/>
                </a:lnTo>
                <a:lnTo>
                  <a:pt x="422" y="843"/>
                </a:lnTo>
                <a:lnTo>
                  <a:pt x="522" y="924"/>
                </a:lnTo>
                <a:lnTo>
                  <a:pt x="582" y="1004"/>
                </a:lnTo>
                <a:lnTo>
                  <a:pt x="643" y="1084"/>
                </a:lnTo>
                <a:lnTo>
                  <a:pt x="703" y="1205"/>
                </a:lnTo>
                <a:lnTo>
                  <a:pt x="723" y="1225"/>
                </a:lnTo>
                <a:lnTo>
                  <a:pt x="783" y="1225"/>
                </a:lnTo>
                <a:lnTo>
                  <a:pt x="1466" y="602"/>
                </a:lnTo>
                <a:lnTo>
                  <a:pt x="783" y="0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89" name="Google Shape;2189;p26"/>
          <p:cNvSpPr/>
          <p:nvPr/>
        </p:nvSpPr>
        <p:spPr>
          <a:xfrm>
            <a:off x="3453249" y="4914250"/>
            <a:ext cx="54205" cy="44291"/>
          </a:xfrm>
          <a:custGeom>
            <a:rect b="b" l="l" r="r" t="t"/>
            <a:pathLst>
              <a:path extrusionOk="0" h="1166" w="1427">
                <a:moveTo>
                  <a:pt x="724" y="1"/>
                </a:moveTo>
                <a:lnTo>
                  <a:pt x="1" y="603"/>
                </a:lnTo>
                <a:lnTo>
                  <a:pt x="242" y="683"/>
                </a:lnTo>
                <a:lnTo>
                  <a:pt x="342" y="724"/>
                </a:lnTo>
                <a:lnTo>
                  <a:pt x="423" y="784"/>
                </a:lnTo>
                <a:lnTo>
                  <a:pt x="503" y="864"/>
                </a:lnTo>
                <a:lnTo>
                  <a:pt x="563" y="965"/>
                </a:lnTo>
                <a:lnTo>
                  <a:pt x="684" y="1165"/>
                </a:lnTo>
                <a:lnTo>
                  <a:pt x="1427" y="543"/>
                </a:lnTo>
                <a:lnTo>
                  <a:pt x="724" y="1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90" name="Google Shape;2190;p26"/>
          <p:cNvSpPr/>
          <p:nvPr/>
        </p:nvSpPr>
        <p:spPr>
          <a:xfrm>
            <a:off x="3455566" y="4758664"/>
            <a:ext cx="45772" cy="42733"/>
          </a:xfrm>
          <a:custGeom>
            <a:rect b="b" l="l" r="r" t="t"/>
            <a:pathLst>
              <a:path extrusionOk="0" h="1125" w="1205">
                <a:moveTo>
                  <a:pt x="663" y="1"/>
                </a:moveTo>
                <a:lnTo>
                  <a:pt x="0" y="543"/>
                </a:lnTo>
                <a:lnTo>
                  <a:pt x="703" y="1125"/>
                </a:lnTo>
                <a:lnTo>
                  <a:pt x="1205" y="663"/>
                </a:lnTo>
                <a:lnTo>
                  <a:pt x="663" y="1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91" name="Google Shape;2191;p26"/>
          <p:cNvSpPr/>
          <p:nvPr/>
        </p:nvSpPr>
        <p:spPr>
          <a:xfrm>
            <a:off x="2306140" y="4754105"/>
            <a:ext cx="53407" cy="49608"/>
          </a:xfrm>
          <a:custGeom>
            <a:rect b="b" l="l" r="r" t="t"/>
            <a:pathLst>
              <a:path extrusionOk="0" h="1306" w="1406">
                <a:moveTo>
                  <a:pt x="663" y="0"/>
                </a:moveTo>
                <a:lnTo>
                  <a:pt x="563" y="161"/>
                </a:lnTo>
                <a:lnTo>
                  <a:pt x="502" y="261"/>
                </a:lnTo>
                <a:lnTo>
                  <a:pt x="422" y="341"/>
                </a:lnTo>
                <a:lnTo>
                  <a:pt x="322" y="422"/>
                </a:lnTo>
                <a:lnTo>
                  <a:pt x="221" y="502"/>
                </a:lnTo>
                <a:lnTo>
                  <a:pt x="0" y="663"/>
                </a:lnTo>
                <a:lnTo>
                  <a:pt x="683" y="1305"/>
                </a:lnTo>
                <a:lnTo>
                  <a:pt x="1406" y="663"/>
                </a:lnTo>
                <a:lnTo>
                  <a:pt x="663" y="0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92" name="Google Shape;2192;p26"/>
          <p:cNvSpPr/>
          <p:nvPr/>
        </p:nvSpPr>
        <p:spPr>
          <a:xfrm>
            <a:off x="2306899" y="4599241"/>
            <a:ext cx="54964" cy="48089"/>
          </a:xfrm>
          <a:custGeom>
            <a:rect b="b" l="l" r="r" t="t"/>
            <a:pathLst>
              <a:path extrusionOk="0" h="1266" w="1447">
                <a:moveTo>
                  <a:pt x="683" y="1"/>
                </a:moveTo>
                <a:lnTo>
                  <a:pt x="0" y="664"/>
                </a:lnTo>
                <a:lnTo>
                  <a:pt x="663" y="1266"/>
                </a:lnTo>
                <a:lnTo>
                  <a:pt x="1446" y="603"/>
                </a:lnTo>
                <a:lnTo>
                  <a:pt x="1165" y="503"/>
                </a:lnTo>
                <a:lnTo>
                  <a:pt x="1065" y="443"/>
                </a:lnTo>
                <a:lnTo>
                  <a:pt x="964" y="382"/>
                </a:lnTo>
                <a:lnTo>
                  <a:pt x="884" y="282"/>
                </a:lnTo>
                <a:lnTo>
                  <a:pt x="804" y="182"/>
                </a:lnTo>
                <a:lnTo>
                  <a:pt x="683" y="1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93" name="Google Shape;2193;p26"/>
          <p:cNvSpPr/>
          <p:nvPr/>
        </p:nvSpPr>
        <p:spPr>
          <a:xfrm>
            <a:off x="3456325" y="4603077"/>
            <a:ext cx="44253" cy="41214"/>
          </a:xfrm>
          <a:custGeom>
            <a:rect b="b" l="l" r="r" t="t"/>
            <a:pathLst>
              <a:path extrusionOk="0" h="1085" w="1165">
                <a:moveTo>
                  <a:pt x="643" y="0"/>
                </a:moveTo>
                <a:lnTo>
                  <a:pt x="0" y="563"/>
                </a:lnTo>
                <a:lnTo>
                  <a:pt x="443" y="911"/>
                </a:lnTo>
                <a:lnTo>
                  <a:pt x="443" y="911"/>
                </a:lnTo>
                <a:lnTo>
                  <a:pt x="1165" y="462"/>
                </a:lnTo>
                <a:lnTo>
                  <a:pt x="643" y="0"/>
                </a:lnTo>
                <a:close/>
                <a:moveTo>
                  <a:pt x="443" y="911"/>
                </a:moveTo>
                <a:lnTo>
                  <a:pt x="422" y="924"/>
                </a:lnTo>
                <a:lnTo>
                  <a:pt x="663" y="1085"/>
                </a:lnTo>
                <a:lnTo>
                  <a:pt x="443" y="911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hree columns 1">
  <p:cSld name="CUSTOM">
    <p:spTree>
      <p:nvGrpSpPr>
        <p:cNvPr id="2194" name="Shape 2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5" name="Google Shape;2195;p27"/>
          <p:cNvSpPr txBox="1"/>
          <p:nvPr>
            <p:ph idx="1" type="subTitle"/>
          </p:nvPr>
        </p:nvSpPr>
        <p:spPr>
          <a:xfrm>
            <a:off x="993600" y="2818403"/>
            <a:ext cx="2011800" cy="183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20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20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20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20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20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20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20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20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2000"/>
            </a:lvl9pPr>
          </a:lstStyle>
          <a:p/>
        </p:txBody>
      </p:sp>
      <p:sp>
        <p:nvSpPr>
          <p:cNvPr id="2196" name="Google Shape;2196;p27"/>
          <p:cNvSpPr txBox="1"/>
          <p:nvPr>
            <p:ph idx="2" type="subTitle"/>
          </p:nvPr>
        </p:nvSpPr>
        <p:spPr>
          <a:xfrm>
            <a:off x="993600" y="3259225"/>
            <a:ext cx="2011800" cy="365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6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6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6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6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6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6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6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6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600"/>
            </a:lvl9pPr>
          </a:lstStyle>
          <a:p/>
        </p:txBody>
      </p:sp>
      <p:sp>
        <p:nvSpPr>
          <p:cNvPr id="2197" name="Google Shape;2197;p27"/>
          <p:cNvSpPr txBox="1"/>
          <p:nvPr>
            <p:ph idx="3" type="subTitle"/>
          </p:nvPr>
        </p:nvSpPr>
        <p:spPr>
          <a:xfrm>
            <a:off x="3566100" y="2818403"/>
            <a:ext cx="2011800" cy="183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20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20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20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20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20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20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20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20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2000"/>
            </a:lvl9pPr>
          </a:lstStyle>
          <a:p/>
        </p:txBody>
      </p:sp>
      <p:sp>
        <p:nvSpPr>
          <p:cNvPr id="2198" name="Google Shape;2198;p27"/>
          <p:cNvSpPr txBox="1"/>
          <p:nvPr>
            <p:ph idx="4" type="subTitle"/>
          </p:nvPr>
        </p:nvSpPr>
        <p:spPr>
          <a:xfrm>
            <a:off x="3566100" y="3259220"/>
            <a:ext cx="2011800" cy="365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6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6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6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6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6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6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6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6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600"/>
            </a:lvl9pPr>
          </a:lstStyle>
          <a:p/>
        </p:txBody>
      </p:sp>
      <p:sp>
        <p:nvSpPr>
          <p:cNvPr id="2199" name="Google Shape;2199;p27"/>
          <p:cNvSpPr txBox="1"/>
          <p:nvPr>
            <p:ph idx="5" type="subTitle"/>
          </p:nvPr>
        </p:nvSpPr>
        <p:spPr>
          <a:xfrm>
            <a:off x="6138600" y="2818403"/>
            <a:ext cx="2011800" cy="183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20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20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20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20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20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20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20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20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2000"/>
            </a:lvl9pPr>
          </a:lstStyle>
          <a:p/>
        </p:txBody>
      </p:sp>
      <p:sp>
        <p:nvSpPr>
          <p:cNvPr id="2200" name="Google Shape;2200;p27"/>
          <p:cNvSpPr txBox="1"/>
          <p:nvPr>
            <p:ph idx="6" type="subTitle"/>
          </p:nvPr>
        </p:nvSpPr>
        <p:spPr>
          <a:xfrm>
            <a:off x="6138600" y="3259220"/>
            <a:ext cx="2011800" cy="365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6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6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6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6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6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6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6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6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600"/>
            </a:lvl9pPr>
          </a:lstStyle>
          <a:p/>
        </p:txBody>
      </p:sp>
      <p:sp>
        <p:nvSpPr>
          <p:cNvPr id="2201" name="Google Shape;2201;p27"/>
          <p:cNvSpPr txBox="1"/>
          <p:nvPr>
            <p:ph type="title"/>
          </p:nvPr>
        </p:nvSpPr>
        <p:spPr>
          <a:xfrm>
            <a:off x="713225" y="530352"/>
            <a:ext cx="7717500" cy="292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/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202" name="Google Shape;2202;p27"/>
          <p:cNvSpPr/>
          <p:nvPr/>
        </p:nvSpPr>
        <p:spPr>
          <a:xfrm flipH="1">
            <a:off x="125" y="0"/>
            <a:ext cx="7131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03" name="Google Shape;2203;p27"/>
          <p:cNvSpPr/>
          <p:nvPr/>
        </p:nvSpPr>
        <p:spPr>
          <a:xfrm>
            <a:off x="8202150" y="324797"/>
            <a:ext cx="457237" cy="429412"/>
          </a:xfrm>
          <a:custGeom>
            <a:rect b="b" l="l" r="r" t="t"/>
            <a:pathLst>
              <a:path extrusionOk="0" h="92099" w="98067">
                <a:moveTo>
                  <a:pt x="49019" y="0"/>
                </a:moveTo>
                <a:lnTo>
                  <a:pt x="48824" y="1171"/>
                </a:lnTo>
                <a:lnTo>
                  <a:pt x="48629" y="2064"/>
                </a:lnTo>
                <a:lnTo>
                  <a:pt x="48378" y="3151"/>
                </a:lnTo>
                <a:lnTo>
                  <a:pt x="48071" y="4434"/>
                </a:lnTo>
                <a:lnTo>
                  <a:pt x="47709" y="5884"/>
                </a:lnTo>
                <a:lnTo>
                  <a:pt x="47263" y="7501"/>
                </a:lnTo>
                <a:lnTo>
                  <a:pt x="46733" y="9230"/>
                </a:lnTo>
                <a:lnTo>
                  <a:pt x="46119" y="11070"/>
                </a:lnTo>
                <a:lnTo>
                  <a:pt x="45422" y="13050"/>
                </a:lnTo>
                <a:lnTo>
                  <a:pt x="44641" y="15085"/>
                </a:lnTo>
                <a:lnTo>
                  <a:pt x="43777" y="17177"/>
                </a:lnTo>
                <a:lnTo>
                  <a:pt x="43303" y="18264"/>
                </a:lnTo>
                <a:lnTo>
                  <a:pt x="42801" y="19351"/>
                </a:lnTo>
                <a:lnTo>
                  <a:pt x="42271" y="20439"/>
                </a:lnTo>
                <a:lnTo>
                  <a:pt x="41742" y="21554"/>
                </a:lnTo>
                <a:lnTo>
                  <a:pt x="41156" y="22670"/>
                </a:lnTo>
                <a:lnTo>
                  <a:pt x="40543" y="23785"/>
                </a:lnTo>
                <a:lnTo>
                  <a:pt x="39929" y="24900"/>
                </a:lnTo>
                <a:lnTo>
                  <a:pt x="39260" y="25988"/>
                </a:lnTo>
                <a:lnTo>
                  <a:pt x="38563" y="27103"/>
                </a:lnTo>
                <a:lnTo>
                  <a:pt x="37838" y="28218"/>
                </a:lnTo>
                <a:lnTo>
                  <a:pt x="37113" y="29306"/>
                </a:lnTo>
                <a:lnTo>
                  <a:pt x="36332" y="30421"/>
                </a:lnTo>
                <a:lnTo>
                  <a:pt x="35524" y="31481"/>
                </a:lnTo>
                <a:lnTo>
                  <a:pt x="34687" y="32568"/>
                </a:lnTo>
                <a:lnTo>
                  <a:pt x="33795" y="33600"/>
                </a:lnTo>
                <a:lnTo>
                  <a:pt x="32903" y="34659"/>
                </a:lnTo>
                <a:lnTo>
                  <a:pt x="31954" y="35663"/>
                </a:lnTo>
                <a:lnTo>
                  <a:pt x="30979" y="36667"/>
                </a:lnTo>
                <a:lnTo>
                  <a:pt x="29975" y="37643"/>
                </a:lnTo>
                <a:lnTo>
                  <a:pt x="28943" y="38591"/>
                </a:lnTo>
                <a:lnTo>
                  <a:pt x="27856" y="39511"/>
                </a:lnTo>
                <a:lnTo>
                  <a:pt x="26740" y="40403"/>
                </a:lnTo>
                <a:lnTo>
                  <a:pt x="25597" y="41268"/>
                </a:lnTo>
                <a:lnTo>
                  <a:pt x="24426" y="42104"/>
                </a:lnTo>
                <a:lnTo>
                  <a:pt x="23199" y="42885"/>
                </a:lnTo>
                <a:lnTo>
                  <a:pt x="21944" y="43638"/>
                </a:lnTo>
                <a:lnTo>
                  <a:pt x="20634" y="44363"/>
                </a:lnTo>
                <a:lnTo>
                  <a:pt x="19295" y="45060"/>
                </a:lnTo>
                <a:lnTo>
                  <a:pt x="17929" y="45673"/>
                </a:lnTo>
                <a:lnTo>
                  <a:pt x="16507" y="46287"/>
                </a:lnTo>
                <a:lnTo>
                  <a:pt x="15057" y="46816"/>
                </a:lnTo>
                <a:lnTo>
                  <a:pt x="13551" y="47318"/>
                </a:lnTo>
                <a:lnTo>
                  <a:pt x="12018" y="47765"/>
                </a:lnTo>
                <a:lnTo>
                  <a:pt x="10428" y="48155"/>
                </a:lnTo>
                <a:lnTo>
                  <a:pt x="8811" y="48489"/>
                </a:lnTo>
                <a:lnTo>
                  <a:pt x="7138" y="48768"/>
                </a:lnTo>
                <a:lnTo>
                  <a:pt x="5409" y="48991"/>
                </a:lnTo>
                <a:lnTo>
                  <a:pt x="3653" y="49159"/>
                </a:lnTo>
                <a:lnTo>
                  <a:pt x="1868" y="49242"/>
                </a:lnTo>
                <a:lnTo>
                  <a:pt x="948" y="49270"/>
                </a:lnTo>
                <a:lnTo>
                  <a:pt x="0" y="49298"/>
                </a:lnTo>
                <a:lnTo>
                  <a:pt x="474" y="49438"/>
                </a:lnTo>
                <a:lnTo>
                  <a:pt x="1840" y="49856"/>
                </a:lnTo>
                <a:lnTo>
                  <a:pt x="3959" y="50581"/>
                </a:lnTo>
                <a:lnTo>
                  <a:pt x="5270" y="51055"/>
                </a:lnTo>
                <a:lnTo>
                  <a:pt x="6720" y="51585"/>
                </a:lnTo>
                <a:lnTo>
                  <a:pt x="8309" y="52226"/>
                </a:lnTo>
                <a:lnTo>
                  <a:pt x="10010" y="52951"/>
                </a:lnTo>
                <a:lnTo>
                  <a:pt x="11823" y="53732"/>
                </a:lnTo>
                <a:lnTo>
                  <a:pt x="13719" y="54624"/>
                </a:lnTo>
                <a:lnTo>
                  <a:pt x="15698" y="55600"/>
                </a:lnTo>
                <a:lnTo>
                  <a:pt x="17762" y="56631"/>
                </a:lnTo>
                <a:lnTo>
                  <a:pt x="19853" y="57775"/>
                </a:lnTo>
                <a:lnTo>
                  <a:pt x="21972" y="59001"/>
                </a:lnTo>
                <a:lnTo>
                  <a:pt x="23032" y="59671"/>
                </a:lnTo>
                <a:lnTo>
                  <a:pt x="24119" y="60340"/>
                </a:lnTo>
                <a:lnTo>
                  <a:pt x="25179" y="61037"/>
                </a:lnTo>
                <a:lnTo>
                  <a:pt x="26266" y="61762"/>
                </a:lnTo>
                <a:lnTo>
                  <a:pt x="27354" y="62487"/>
                </a:lnTo>
                <a:lnTo>
                  <a:pt x="28413" y="63268"/>
                </a:lnTo>
                <a:lnTo>
                  <a:pt x="29473" y="64048"/>
                </a:lnTo>
                <a:lnTo>
                  <a:pt x="30532" y="64857"/>
                </a:lnTo>
                <a:lnTo>
                  <a:pt x="31592" y="65693"/>
                </a:lnTo>
                <a:lnTo>
                  <a:pt x="32624" y="66558"/>
                </a:lnTo>
                <a:lnTo>
                  <a:pt x="33627" y="67450"/>
                </a:lnTo>
                <a:lnTo>
                  <a:pt x="34659" y="68370"/>
                </a:lnTo>
                <a:lnTo>
                  <a:pt x="35635" y="69290"/>
                </a:lnTo>
                <a:lnTo>
                  <a:pt x="36611" y="70266"/>
                </a:lnTo>
                <a:lnTo>
                  <a:pt x="37559" y="71242"/>
                </a:lnTo>
                <a:lnTo>
                  <a:pt x="38507" y="72274"/>
                </a:lnTo>
                <a:lnTo>
                  <a:pt x="39399" y="73306"/>
                </a:lnTo>
                <a:lnTo>
                  <a:pt x="40292" y="74365"/>
                </a:lnTo>
                <a:lnTo>
                  <a:pt x="41156" y="75453"/>
                </a:lnTo>
                <a:lnTo>
                  <a:pt x="41993" y="76568"/>
                </a:lnTo>
                <a:lnTo>
                  <a:pt x="42773" y="77711"/>
                </a:lnTo>
                <a:lnTo>
                  <a:pt x="43554" y="78882"/>
                </a:lnTo>
                <a:lnTo>
                  <a:pt x="44279" y="80081"/>
                </a:lnTo>
                <a:lnTo>
                  <a:pt x="44976" y="81308"/>
                </a:lnTo>
                <a:lnTo>
                  <a:pt x="45617" y="82563"/>
                </a:lnTo>
                <a:lnTo>
                  <a:pt x="46259" y="83846"/>
                </a:lnTo>
                <a:lnTo>
                  <a:pt x="46816" y="85156"/>
                </a:lnTo>
                <a:lnTo>
                  <a:pt x="47374" y="86494"/>
                </a:lnTo>
                <a:lnTo>
                  <a:pt x="47848" y="87833"/>
                </a:lnTo>
                <a:lnTo>
                  <a:pt x="48294" y="89227"/>
                </a:lnTo>
                <a:lnTo>
                  <a:pt x="48685" y="90649"/>
                </a:lnTo>
                <a:lnTo>
                  <a:pt x="49019" y="92099"/>
                </a:lnTo>
                <a:lnTo>
                  <a:pt x="49382" y="90649"/>
                </a:lnTo>
                <a:lnTo>
                  <a:pt x="49772" y="89227"/>
                </a:lnTo>
                <a:lnTo>
                  <a:pt x="50218" y="87833"/>
                </a:lnTo>
                <a:lnTo>
                  <a:pt x="50692" y="86494"/>
                </a:lnTo>
                <a:lnTo>
                  <a:pt x="51250" y="85156"/>
                </a:lnTo>
                <a:lnTo>
                  <a:pt x="51808" y="83846"/>
                </a:lnTo>
                <a:lnTo>
                  <a:pt x="52421" y="82563"/>
                </a:lnTo>
                <a:lnTo>
                  <a:pt x="53090" y="81308"/>
                </a:lnTo>
                <a:lnTo>
                  <a:pt x="53787" y="80081"/>
                </a:lnTo>
                <a:lnTo>
                  <a:pt x="54512" y="78882"/>
                </a:lnTo>
                <a:lnTo>
                  <a:pt x="55293" y="77711"/>
                </a:lnTo>
                <a:lnTo>
                  <a:pt x="56074" y="76568"/>
                </a:lnTo>
                <a:lnTo>
                  <a:pt x="56910" y="75453"/>
                </a:lnTo>
                <a:lnTo>
                  <a:pt x="57775" y="74365"/>
                </a:lnTo>
                <a:lnTo>
                  <a:pt x="58639" y="73306"/>
                </a:lnTo>
                <a:lnTo>
                  <a:pt x="59559" y="72274"/>
                </a:lnTo>
                <a:lnTo>
                  <a:pt x="60479" y="71242"/>
                </a:lnTo>
                <a:lnTo>
                  <a:pt x="61455" y="70266"/>
                </a:lnTo>
                <a:lnTo>
                  <a:pt x="62431" y="69290"/>
                </a:lnTo>
                <a:lnTo>
                  <a:pt x="63407" y="68370"/>
                </a:lnTo>
                <a:lnTo>
                  <a:pt x="64411" y="67450"/>
                </a:lnTo>
                <a:lnTo>
                  <a:pt x="65443" y="66558"/>
                </a:lnTo>
                <a:lnTo>
                  <a:pt x="66474" y="65693"/>
                </a:lnTo>
                <a:lnTo>
                  <a:pt x="67534" y="64857"/>
                </a:lnTo>
                <a:lnTo>
                  <a:pt x="68593" y="64048"/>
                </a:lnTo>
                <a:lnTo>
                  <a:pt x="69653" y="63268"/>
                </a:lnTo>
                <a:lnTo>
                  <a:pt x="70713" y="62487"/>
                </a:lnTo>
                <a:lnTo>
                  <a:pt x="71800" y="61762"/>
                </a:lnTo>
                <a:lnTo>
                  <a:pt x="72860" y="61037"/>
                </a:lnTo>
                <a:lnTo>
                  <a:pt x="73947" y="60340"/>
                </a:lnTo>
                <a:lnTo>
                  <a:pt x="75034" y="59671"/>
                </a:lnTo>
                <a:lnTo>
                  <a:pt x="76094" y="59001"/>
                </a:lnTo>
                <a:lnTo>
                  <a:pt x="78213" y="57775"/>
                </a:lnTo>
                <a:lnTo>
                  <a:pt x="80304" y="56631"/>
                </a:lnTo>
                <a:lnTo>
                  <a:pt x="82368" y="55600"/>
                </a:lnTo>
                <a:lnTo>
                  <a:pt x="84348" y="54624"/>
                </a:lnTo>
                <a:lnTo>
                  <a:pt x="86244" y="53732"/>
                </a:lnTo>
                <a:lnTo>
                  <a:pt x="88056" y="52951"/>
                </a:lnTo>
                <a:lnTo>
                  <a:pt x="89757" y="52226"/>
                </a:lnTo>
                <a:lnTo>
                  <a:pt x="91346" y="51585"/>
                </a:lnTo>
                <a:lnTo>
                  <a:pt x="92796" y="51055"/>
                </a:lnTo>
                <a:lnTo>
                  <a:pt x="94107" y="50581"/>
                </a:lnTo>
                <a:lnTo>
                  <a:pt x="96226" y="49856"/>
                </a:lnTo>
                <a:lnTo>
                  <a:pt x="97592" y="49438"/>
                </a:lnTo>
                <a:lnTo>
                  <a:pt x="98066" y="49298"/>
                </a:lnTo>
                <a:lnTo>
                  <a:pt x="97118" y="49270"/>
                </a:lnTo>
                <a:lnTo>
                  <a:pt x="96198" y="49242"/>
                </a:lnTo>
                <a:lnTo>
                  <a:pt x="94413" y="49159"/>
                </a:lnTo>
                <a:lnTo>
                  <a:pt x="92657" y="48991"/>
                </a:lnTo>
                <a:lnTo>
                  <a:pt x="90928" y="48768"/>
                </a:lnTo>
                <a:lnTo>
                  <a:pt x="89255" y="48489"/>
                </a:lnTo>
                <a:lnTo>
                  <a:pt x="87638" y="48155"/>
                </a:lnTo>
                <a:lnTo>
                  <a:pt x="86048" y="47765"/>
                </a:lnTo>
                <a:lnTo>
                  <a:pt x="84515" y="47318"/>
                </a:lnTo>
                <a:lnTo>
                  <a:pt x="83009" y="46816"/>
                </a:lnTo>
                <a:lnTo>
                  <a:pt x="81559" y="46287"/>
                </a:lnTo>
                <a:lnTo>
                  <a:pt x="80137" y="45673"/>
                </a:lnTo>
                <a:lnTo>
                  <a:pt x="78771" y="45060"/>
                </a:lnTo>
                <a:lnTo>
                  <a:pt x="77432" y="44363"/>
                </a:lnTo>
                <a:lnTo>
                  <a:pt x="76122" y="43638"/>
                </a:lnTo>
                <a:lnTo>
                  <a:pt x="74867" y="42885"/>
                </a:lnTo>
                <a:lnTo>
                  <a:pt x="73640" y="42104"/>
                </a:lnTo>
                <a:lnTo>
                  <a:pt x="72469" y="41268"/>
                </a:lnTo>
                <a:lnTo>
                  <a:pt x="71298" y="40403"/>
                </a:lnTo>
                <a:lnTo>
                  <a:pt x="70211" y="39511"/>
                </a:lnTo>
                <a:lnTo>
                  <a:pt x="69123" y="38591"/>
                </a:lnTo>
                <a:lnTo>
                  <a:pt x="68091" y="37643"/>
                </a:lnTo>
                <a:lnTo>
                  <a:pt x="67088" y="36667"/>
                </a:lnTo>
                <a:lnTo>
                  <a:pt x="66112" y="35663"/>
                </a:lnTo>
                <a:lnTo>
                  <a:pt x="65164" y="34659"/>
                </a:lnTo>
                <a:lnTo>
                  <a:pt x="64271" y="33600"/>
                </a:lnTo>
                <a:lnTo>
                  <a:pt x="63379" y="32568"/>
                </a:lnTo>
                <a:lnTo>
                  <a:pt x="62543" y="31481"/>
                </a:lnTo>
                <a:lnTo>
                  <a:pt x="61734" y="30421"/>
                </a:lnTo>
                <a:lnTo>
                  <a:pt x="60953" y="29306"/>
                </a:lnTo>
                <a:lnTo>
                  <a:pt x="60200" y="28218"/>
                </a:lnTo>
                <a:lnTo>
                  <a:pt x="59503" y="27103"/>
                </a:lnTo>
                <a:lnTo>
                  <a:pt x="58806" y="25988"/>
                </a:lnTo>
                <a:lnTo>
                  <a:pt x="58137" y="24900"/>
                </a:lnTo>
                <a:lnTo>
                  <a:pt x="57524" y="23785"/>
                </a:lnTo>
                <a:lnTo>
                  <a:pt x="56910" y="22670"/>
                </a:lnTo>
                <a:lnTo>
                  <a:pt x="56325" y="21554"/>
                </a:lnTo>
                <a:lnTo>
                  <a:pt x="55795" y="20439"/>
                </a:lnTo>
                <a:lnTo>
                  <a:pt x="55265" y="19351"/>
                </a:lnTo>
                <a:lnTo>
                  <a:pt x="54763" y="18264"/>
                </a:lnTo>
                <a:lnTo>
                  <a:pt x="54289" y="17177"/>
                </a:lnTo>
                <a:lnTo>
                  <a:pt x="53425" y="15085"/>
                </a:lnTo>
                <a:lnTo>
                  <a:pt x="52644" y="13050"/>
                </a:lnTo>
                <a:lnTo>
                  <a:pt x="51947" y="11070"/>
                </a:lnTo>
                <a:lnTo>
                  <a:pt x="51334" y="9230"/>
                </a:lnTo>
                <a:lnTo>
                  <a:pt x="50804" y="7501"/>
                </a:lnTo>
                <a:lnTo>
                  <a:pt x="50358" y="5884"/>
                </a:lnTo>
                <a:lnTo>
                  <a:pt x="49995" y="4434"/>
                </a:lnTo>
                <a:lnTo>
                  <a:pt x="49688" y="3151"/>
                </a:lnTo>
                <a:lnTo>
                  <a:pt x="49437" y="2064"/>
                </a:lnTo>
                <a:lnTo>
                  <a:pt x="49242" y="1171"/>
                </a:lnTo>
                <a:lnTo>
                  <a:pt x="49019" y="0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04" name="Google Shape;2204;p27"/>
          <p:cNvSpPr/>
          <p:nvPr/>
        </p:nvSpPr>
        <p:spPr>
          <a:xfrm flipH="1">
            <a:off x="8104938" y="4100878"/>
            <a:ext cx="1058100" cy="1058100"/>
          </a:xfrm>
          <a:prstGeom prst="rtTriangle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05" name="Google Shape;2205;p27"/>
          <p:cNvSpPr/>
          <p:nvPr/>
        </p:nvSpPr>
        <p:spPr>
          <a:xfrm>
            <a:off x="484613" y="4384722"/>
            <a:ext cx="457237" cy="429412"/>
          </a:xfrm>
          <a:custGeom>
            <a:rect b="b" l="l" r="r" t="t"/>
            <a:pathLst>
              <a:path extrusionOk="0" h="92099" w="98067">
                <a:moveTo>
                  <a:pt x="49019" y="0"/>
                </a:moveTo>
                <a:lnTo>
                  <a:pt x="48824" y="1171"/>
                </a:lnTo>
                <a:lnTo>
                  <a:pt x="48629" y="2064"/>
                </a:lnTo>
                <a:lnTo>
                  <a:pt x="48378" y="3151"/>
                </a:lnTo>
                <a:lnTo>
                  <a:pt x="48071" y="4434"/>
                </a:lnTo>
                <a:lnTo>
                  <a:pt x="47709" y="5884"/>
                </a:lnTo>
                <a:lnTo>
                  <a:pt x="47263" y="7501"/>
                </a:lnTo>
                <a:lnTo>
                  <a:pt x="46733" y="9230"/>
                </a:lnTo>
                <a:lnTo>
                  <a:pt x="46119" y="11070"/>
                </a:lnTo>
                <a:lnTo>
                  <a:pt x="45422" y="13050"/>
                </a:lnTo>
                <a:lnTo>
                  <a:pt x="44641" y="15085"/>
                </a:lnTo>
                <a:lnTo>
                  <a:pt x="43777" y="17177"/>
                </a:lnTo>
                <a:lnTo>
                  <a:pt x="43303" y="18264"/>
                </a:lnTo>
                <a:lnTo>
                  <a:pt x="42801" y="19351"/>
                </a:lnTo>
                <a:lnTo>
                  <a:pt x="42271" y="20439"/>
                </a:lnTo>
                <a:lnTo>
                  <a:pt x="41742" y="21554"/>
                </a:lnTo>
                <a:lnTo>
                  <a:pt x="41156" y="22670"/>
                </a:lnTo>
                <a:lnTo>
                  <a:pt x="40543" y="23785"/>
                </a:lnTo>
                <a:lnTo>
                  <a:pt x="39929" y="24900"/>
                </a:lnTo>
                <a:lnTo>
                  <a:pt x="39260" y="25988"/>
                </a:lnTo>
                <a:lnTo>
                  <a:pt x="38563" y="27103"/>
                </a:lnTo>
                <a:lnTo>
                  <a:pt x="37838" y="28218"/>
                </a:lnTo>
                <a:lnTo>
                  <a:pt x="37113" y="29306"/>
                </a:lnTo>
                <a:lnTo>
                  <a:pt x="36332" y="30421"/>
                </a:lnTo>
                <a:lnTo>
                  <a:pt x="35524" y="31481"/>
                </a:lnTo>
                <a:lnTo>
                  <a:pt x="34687" y="32568"/>
                </a:lnTo>
                <a:lnTo>
                  <a:pt x="33795" y="33600"/>
                </a:lnTo>
                <a:lnTo>
                  <a:pt x="32903" y="34659"/>
                </a:lnTo>
                <a:lnTo>
                  <a:pt x="31954" y="35663"/>
                </a:lnTo>
                <a:lnTo>
                  <a:pt x="30979" y="36667"/>
                </a:lnTo>
                <a:lnTo>
                  <a:pt x="29975" y="37643"/>
                </a:lnTo>
                <a:lnTo>
                  <a:pt x="28943" y="38591"/>
                </a:lnTo>
                <a:lnTo>
                  <a:pt x="27856" y="39511"/>
                </a:lnTo>
                <a:lnTo>
                  <a:pt x="26740" y="40403"/>
                </a:lnTo>
                <a:lnTo>
                  <a:pt x="25597" y="41268"/>
                </a:lnTo>
                <a:lnTo>
                  <a:pt x="24426" y="42104"/>
                </a:lnTo>
                <a:lnTo>
                  <a:pt x="23199" y="42885"/>
                </a:lnTo>
                <a:lnTo>
                  <a:pt x="21944" y="43638"/>
                </a:lnTo>
                <a:lnTo>
                  <a:pt x="20634" y="44363"/>
                </a:lnTo>
                <a:lnTo>
                  <a:pt x="19295" y="45060"/>
                </a:lnTo>
                <a:lnTo>
                  <a:pt x="17929" y="45673"/>
                </a:lnTo>
                <a:lnTo>
                  <a:pt x="16507" y="46287"/>
                </a:lnTo>
                <a:lnTo>
                  <a:pt x="15057" y="46816"/>
                </a:lnTo>
                <a:lnTo>
                  <a:pt x="13551" y="47318"/>
                </a:lnTo>
                <a:lnTo>
                  <a:pt x="12018" y="47765"/>
                </a:lnTo>
                <a:lnTo>
                  <a:pt x="10428" y="48155"/>
                </a:lnTo>
                <a:lnTo>
                  <a:pt x="8811" y="48489"/>
                </a:lnTo>
                <a:lnTo>
                  <a:pt x="7138" y="48768"/>
                </a:lnTo>
                <a:lnTo>
                  <a:pt x="5409" y="48991"/>
                </a:lnTo>
                <a:lnTo>
                  <a:pt x="3653" y="49159"/>
                </a:lnTo>
                <a:lnTo>
                  <a:pt x="1868" y="49242"/>
                </a:lnTo>
                <a:lnTo>
                  <a:pt x="948" y="49270"/>
                </a:lnTo>
                <a:lnTo>
                  <a:pt x="0" y="49298"/>
                </a:lnTo>
                <a:lnTo>
                  <a:pt x="474" y="49438"/>
                </a:lnTo>
                <a:lnTo>
                  <a:pt x="1840" y="49856"/>
                </a:lnTo>
                <a:lnTo>
                  <a:pt x="3959" y="50581"/>
                </a:lnTo>
                <a:lnTo>
                  <a:pt x="5270" y="51055"/>
                </a:lnTo>
                <a:lnTo>
                  <a:pt x="6720" y="51585"/>
                </a:lnTo>
                <a:lnTo>
                  <a:pt x="8309" y="52226"/>
                </a:lnTo>
                <a:lnTo>
                  <a:pt x="10010" y="52951"/>
                </a:lnTo>
                <a:lnTo>
                  <a:pt x="11823" y="53732"/>
                </a:lnTo>
                <a:lnTo>
                  <a:pt x="13719" y="54624"/>
                </a:lnTo>
                <a:lnTo>
                  <a:pt x="15698" y="55600"/>
                </a:lnTo>
                <a:lnTo>
                  <a:pt x="17762" y="56631"/>
                </a:lnTo>
                <a:lnTo>
                  <a:pt x="19853" y="57775"/>
                </a:lnTo>
                <a:lnTo>
                  <a:pt x="21972" y="59001"/>
                </a:lnTo>
                <a:lnTo>
                  <a:pt x="23032" y="59671"/>
                </a:lnTo>
                <a:lnTo>
                  <a:pt x="24119" y="60340"/>
                </a:lnTo>
                <a:lnTo>
                  <a:pt x="25179" y="61037"/>
                </a:lnTo>
                <a:lnTo>
                  <a:pt x="26266" y="61762"/>
                </a:lnTo>
                <a:lnTo>
                  <a:pt x="27354" y="62487"/>
                </a:lnTo>
                <a:lnTo>
                  <a:pt x="28413" y="63268"/>
                </a:lnTo>
                <a:lnTo>
                  <a:pt x="29473" y="64048"/>
                </a:lnTo>
                <a:lnTo>
                  <a:pt x="30532" y="64857"/>
                </a:lnTo>
                <a:lnTo>
                  <a:pt x="31592" y="65693"/>
                </a:lnTo>
                <a:lnTo>
                  <a:pt x="32624" y="66558"/>
                </a:lnTo>
                <a:lnTo>
                  <a:pt x="33627" y="67450"/>
                </a:lnTo>
                <a:lnTo>
                  <a:pt x="34659" y="68370"/>
                </a:lnTo>
                <a:lnTo>
                  <a:pt x="35635" y="69290"/>
                </a:lnTo>
                <a:lnTo>
                  <a:pt x="36611" y="70266"/>
                </a:lnTo>
                <a:lnTo>
                  <a:pt x="37559" y="71242"/>
                </a:lnTo>
                <a:lnTo>
                  <a:pt x="38507" y="72274"/>
                </a:lnTo>
                <a:lnTo>
                  <a:pt x="39399" y="73306"/>
                </a:lnTo>
                <a:lnTo>
                  <a:pt x="40292" y="74365"/>
                </a:lnTo>
                <a:lnTo>
                  <a:pt x="41156" y="75453"/>
                </a:lnTo>
                <a:lnTo>
                  <a:pt x="41993" y="76568"/>
                </a:lnTo>
                <a:lnTo>
                  <a:pt x="42773" y="77711"/>
                </a:lnTo>
                <a:lnTo>
                  <a:pt x="43554" y="78882"/>
                </a:lnTo>
                <a:lnTo>
                  <a:pt x="44279" y="80081"/>
                </a:lnTo>
                <a:lnTo>
                  <a:pt x="44976" y="81308"/>
                </a:lnTo>
                <a:lnTo>
                  <a:pt x="45617" y="82563"/>
                </a:lnTo>
                <a:lnTo>
                  <a:pt x="46259" y="83846"/>
                </a:lnTo>
                <a:lnTo>
                  <a:pt x="46816" y="85156"/>
                </a:lnTo>
                <a:lnTo>
                  <a:pt x="47374" y="86494"/>
                </a:lnTo>
                <a:lnTo>
                  <a:pt x="47848" y="87833"/>
                </a:lnTo>
                <a:lnTo>
                  <a:pt x="48294" y="89227"/>
                </a:lnTo>
                <a:lnTo>
                  <a:pt x="48685" y="90649"/>
                </a:lnTo>
                <a:lnTo>
                  <a:pt x="49019" y="92099"/>
                </a:lnTo>
                <a:lnTo>
                  <a:pt x="49382" y="90649"/>
                </a:lnTo>
                <a:lnTo>
                  <a:pt x="49772" y="89227"/>
                </a:lnTo>
                <a:lnTo>
                  <a:pt x="50218" y="87833"/>
                </a:lnTo>
                <a:lnTo>
                  <a:pt x="50692" y="86494"/>
                </a:lnTo>
                <a:lnTo>
                  <a:pt x="51250" y="85156"/>
                </a:lnTo>
                <a:lnTo>
                  <a:pt x="51808" y="83846"/>
                </a:lnTo>
                <a:lnTo>
                  <a:pt x="52421" y="82563"/>
                </a:lnTo>
                <a:lnTo>
                  <a:pt x="53090" y="81308"/>
                </a:lnTo>
                <a:lnTo>
                  <a:pt x="53787" y="80081"/>
                </a:lnTo>
                <a:lnTo>
                  <a:pt x="54512" y="78882"/>
                </a:lnTo>
                <a:lnTo>
                  <a:pt x="55293" y="77711"/>
                </a:lnTo>
                <a:lnTo>
                  <a:pt x="56074" y="76568"/>
                </a:lnTo>
                <a:lnTo>
                  <a:pt x="56910" y="75453"/>
                </a:lnTo>
                <a:lnTo>
                  <a:pt x="57775" y="74365"/>
                </a:lnTo>
                <a:lnTo>
                  <a:pt x="58639" y="73306"/>
                </a:lnTo>
                <a:lnTo>
                  <a:pt x="59559" y="72274"/>
                </a:lnTo>
                <a:lnTo>
                  <a:pt x="60479" y="71242"/>
                </a:lnTo>
                <a:lnTo>
                  <a:pt x="61455" y="70266"/>
                </a:lnTo>
                <a:lnTo>
                  <a:pt x="62431" y="69290"/>
                </a:lnTo>
                <a:lnTo>
                  <a:pt x="63407" y="68370"/>
                </a:lnTo>
                <a:lnTo>
                  <a:pt x="64411" y="67450"/>
                </a:lnTo>
                <a:lnTo>
                  <a:pt x="65443" y="66558"/>
                </a:lnTo>
                <a:lnTo>
                  <a:pt x="66474" y="65693"/>
                </a:lnTo>
                <a:lnTo>
                  <a:pt x="67534" y="64857"/>
                </a:lnTo>
                <a:lnTo>
                  <a:pt x="68593" y="64048"/>
                </a:lnTo>
                <a:lnTo>
                  <a:pt x="69653" y="63268"/>
                </a:lnTo>
                <a:lnTo>
                  <a:pt x="70713" y="62487"/>
                </a:lnTo>
                <a:lnTo>
                  <a:pt x="71800" y="61762"/>
                </a:lnTo>
                <a:lnTo>
                  <a:pt x="72860" y="61037"/>
                </a:lnTo>
                <a:lnTo>
                  <a:pt x="73947" y="60340"/>
                </a:lnTo>
                <a:lnTo>
                  <a:pt x="75034" y="59671"/>
                </a:lnTo>
                <a:lnTo>
                  <a:pt x="76094" y="59001"/>
                </a:lnTo>
                <a:lnTo>
                  <a:pt x="78213" y="57775"/>
                </a:lnTo>
                <a:lnTo>
                  <a:pt x="80304" y="56631"/>
                </a:lnTo>
                <a:lnTo>
                  <a:pt x="82368" y="55600"/>
                </a:lnTo>
                <a:lnTo>
                  <a:pt x="84348" y="54624"/>
                </a:lnTo>
                <a:lnTo>
                  <a:pt x="86244" y="53732"/>
                </a:lnTo>
                <a:lnTo>
                  <a:pt x="88056" y="52951"/>
                </a:lnTo>
                <a:lnTo>
                  <a:pt x="89757" y="52226"/>
                </a:lnTo>
                <a:lnTo>
                  <a:pt x="91346" y="51585"/>
                </a:lnTo>
                <a:lnTo>
                  <a:pt x="92796" y="51055"/>
                </a:lnTo>
                <a:lnTo>
                  <a:pt x="94107" y="50581"/>
                </a:lnTo>
                <a:lnTo>
                  <a:pt x="96226" y="49856"/>
                </a:lnTo>
                <a:lnTo>
                  <a:pt x="97592" y="49438"/>
                </a:lnTo>
                <a:lnTo>
                  <a:pt x="98066" y="49298"/>
                </a:lnTo>
                <a:lnTo>
                  <a:pt x="97118" y="49270"/>
                </a:lnTo>
                <a:lnTo>
                  <a:pt x="96198" y="49242"/>
                </a:lnTo>
                <a:lnTo>
                  <a:pt x="94413" y="49159"/>
                </a:lnTo>
                <a:lnTo>
                  <a:pt x="92657" y="48991"/>
                </a:lnTo>
                <a:lnTo>
                  <a:pt x="90928" y="48768"/>
                </a:lnTo>
                <a:lnTo>
                  <a:pt x="89255" y="48489"/>
                </a:lnTo>
                <a:lnTo>
                  <a:pt x="87638" y="48155"/>
                </a:lnTo>
                <a:lnTo>
                  <a:pt x="86048" y="47765"/>
                </a:lnTo>
                <a:lnTo>
                  <a:pt x="84515" y="47318"/>
                </a:lnTo>
                <a:lnTo>
                  <a:pt x="83009" y="46816"/>
                </a:lnTo>
                <a:lnTo>
                  <a:pt x="81559" y="46287"/>
                </a:lnTo>
                <a:lnTo>
                  <a:pt x="80137" y="45673"/>
                </a:lnTo>
                <a:lnTo>
                  <a:pt x="78771" y="45060"/>
                </a:lnTo>
                <a:lnTo>
                  <a:pt x="77432" y="44363"/>
                </a:lnTo>
                <a:lnTo>
                  <a:pt x="76122" y="43638"/>
                </a:lnTo>
                <a:lnTo>
                  <a:pt x="74867" y="42885"/>
                </a:lnTo>
                <a:lnTo>
                  <a:pt x="73640" y="42104"/>
                </a:lnTo>
                <a:lnTo>
                  <a:pt x="72469" y="41268"/>
                </a:lnTo>
                <a:lnTo>
                  <a:pt x="71298" y="40403"/>
                </a:lnTo>
                <a:lnTo>
                  <a:pt x="70211" y="39511"/>
                </a:lnTo>
                <a:lnTo>
                  <a:pt x="69123" y="38591"/>
                </a:lnTo>
                <a:lnTo>
                  <a:pt x="68091" y="37643"/>
                </a:lnTo>
                <a:lnTo>
                  <a:pt x="67088" y="36667"/>
                </a:lnTo>
                <a:lnTo>
                  <a:pt x="66112" y="35663"/>
                </a:lnTo>
                <a:lnTo>
                  <a:pt x="65164" y="34659"/>
                </a:lnTo>
                <a:lnTo>
                  <a:pt x="64271" y="33600"/>
                </a:lnTo>
                <a:lnTo>
                  <a:pt x="63379" y="32568"/>
                </a:lnTo>
                <a:lnTo>
                  <a:pt x="62543" y="31481"/>
                </a:lnTo>
                <a:lnTo>
                  <a:pt x="61734" y="30421"/>
                </a:lnTo>
                <a:lnTo>
                  <a:pt x="60953" y="29306"/>
                </a:lnTo>
                <a:lnTo>
                  <a:pt x="60200" y="28218"/>
                </a:lnTo>
                <a:lnTo>
                  <a:pt x="59503" y="27103"/>
                </a:lnTo>
                <a:lnTo>
                  <a:pt x="58806" y="25988"/>
                </a:lnTo>
                <a:lnTo>
                  <a:pt x="58137" y="24900"/>
                </a:lnTo>
                <a:lnTo>
                  <a:pt x="57524" y="23785"/>
                </a:lnTo>
                <a:lnTo>
                  <a:pt x="56910" y="22670"/>
                </a:lnTo>
                <a:lnTo>
                  <a:pt x="56325" y="21554"/>
                </a:lnTo>
                <a:lnTo>
                  <a:pt x="55795" y="20439"/>
                </a:lnTo>
                <a:lnTo>
                  <a:pt x="55265" y="19351"/>
                </a:lnTo>
                <a:lnTo>
                  <a:pt x="54763" y="18264"/>
                </a:lnTo>
                <a:lnTo>
                  <a:pt x="54289" y="17177"/>
                </a:lnTo>
                <a:lnTo>
                  <a:pt x="53425" y="15085"/>
                </a:lnTo>
                <a:lnTo>
                  <a:pt x="52644" y="13050"/>
                </a:lnTo>
                <a:lnTo>
                  <a:pt x="51947" y="11070"/>
                </a:lnTo>
                <a:lnTo>
                  <a:pt x="51334" y="9230"/>
                </a:lnTo>
                <a:lnTo>
                  <a:pt x="50804" y="7501"/>
                </a:lnTo>
                <a:lnTo>
                  <a:pt x="50358" y="5884"/>
                </a:lnTo>
                <a:lnTo>
                  <a:pt x="49995" y="4434"/>
                </a:lnTo>
                <a:lnTo>
                  <a:pt x="49688" y="3151"/>
                </a:lnTo>
                <a:lnTo>
                  <a:pt x="49437" y="2064"/>
                </a:lnTo>
                <a:lnTo>
                  <a:pt x="49242" y="1171"/>
                </a:lnTo>
                <a:lnTo>
                  <a:pt x="49019" y="0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2206" name="Google Shape;2206;p27"/>
          <p:cNvGrpSpPr/>
          <p:nvPr/>
        </p:nvGrpSpPr>
        <p:grpSpPr>
          <a:xfrm>
            <a:off x="8053502" y="4224312"/>
            <a:ext cx="754524" cy="750237"/>
            <a:chOff x="8523754" y="10"/>
            <a:chExt cx="516408" cy="513439"/>
          </a:xfrm>
        </p:grpSpPr>
        <p:sp>
          <p:nvSpPr>
            <p:cNvPr id="2207" name="Google Shape;2207;p27"/>
            <p:cNvSpPr/>
            <p:nvPr/>
          </p:nvSpPr>
          <p:spPr>
            <a:xfrm>
              <a:off x="8523754" y="255242"/>
              <a:ext cx="516408" cy="258207"/>
            </a:xfrm>
            <a:custGeom>
              <a:rect b="b" l="l" r="r" t="t"/>
              <a:pathLst>
                <a:path extrusionOk="0" h="41798" w="83595">
                  <a:moveTo>
                    <a:pt x="41797" y="0"/>
                  </a:moveTo>
                  <a:lnTo>
                    <a:pt x="40710" y="28"/>
                  </a:lnTo>
                  <a:lnTo>
                    <a:pt x="39650" y="56"/>
                  </a:lnTo>
                  <a:lnTo>
                    <a:pt x="38591" y="112"/>
                  </a:lnTo>
                  <a:lnTo>
                    <a:pt x="37531" y="223"/>
                  </a:lnTo>
                  <a:lnTo>
                    <a:pt x="36472" y="335"/>
                  </a:lnTo>
                  <a:lnTo>
                    <a:pt x="35440" y="474"/>
                  </a:lnTo>
                  <a:lnTo>
                    <a:pt x="34408" y="669"/>
                  </a:lnTo>
                  <a:lnTo>
                    <a:pt x="33377" y="864"/>
                  </a:lnTo>
                  <a:lnTo>
                    <a:pt x="32373" y="1060"/>
                  </a:lnTo>
                  <a:lnTo>
                    <a:pt x="31369" y="1311"/>
                  </a:lnTo>
                  <a:lnTo>
                    <a:pt x="30365" y="1589"/>
                  </a:lnTo>
                  <a:lnTo>
                    <a:pt x="29361" y="1868"/>
                  </a:lnTo>
                  <a:lnTo>
                    <a:pt x="28385" y="2203"/>
                  </a:lnTo>
                  <a:lnTo>
                    <a:pt x="27437" y="2537"/>
                  </a:lnTo>
                  <a:lnTo>
                    <a:pt x="26489" y="2900"/>
                  </a:lnTo>
                  <a:lnTo>
                    <a:pt x="25541" y="3290"/>
                  </a:lnTo>
                  <a:lnTo>
                    <a:pt x="24593" y="3708"/>
                  </a:lnTo>
                  <a:lnTo>
                    <a:pt x="23673" y="4127"/>
                  </a:lnTo>
                  <a:lnTo>
                    <a:pt x="22781" y="4573"/>
                  </a:lnTo>
                  <a:lnTo>
                    <a:pt x="21889" y="5047"/>
                  </a:lnTo>
                  <a:lnTo>
                    <a:pt x="20996" y="5549"/>
                  </a:lnTo>
                  <a:lnTo>
                    <a:pt x="20132" y="6051"/>
                  </a:lnTo>
                  <a:lnTo>
                    <a:pt x="19267" y="6580"/>
                  </a:lnTo>
                  <a:lnTo>
                    <a:pt x="18431" y="7138"/>
                  </a:lnTo>
                  <a:lnTo>
                    <a:pt x="17594" y="7724"/>
                  </a:lnTo>
                  <a:lnTo>
                    <a:pt x="16786" y="8309"/>
                  </a:lnTo>
                  <a:lnTo>
                    <a:pt x="16005" y="8923"/>
                  </a:lnTo>
                  <a:lnTo>
                    <a:pt x="15224" y="9536"/>
                  </a:lnTo>
                  <a:lnTo>
                    <a:pt x="14444" y="10205"/>
                  </a:lnTo>
                  <a:lnTo>
                    <a:pt x="13691" y="10847"/>
                  </a:lnTo>
                  <a:lnTo>
                    <a:pt x="12966" y="11544"/>
                  </a:lnTo>
                  <a:lnTo>
                    <a:pt x="12241" y="12241"/>
                  </a:lnTo>
                  <a:lnTo>
                    <a:pt x="11544" y="12966"/>
                  </a:lnTo>
                  <a:lnTo>
                    <a:pt x="10875" y="13691"/>
                  </a:lnTo>
                  <a:lnTo>
                    <a:pt x="10205" y="14444"/>
                  </a:lnTo>
                  <a:lnTo>
                    <a:pt x="9564" y="15224"/>
                  </a:lnTo>
                  <a:lnTo>
                    <a:pt x="8923" y="16005"/>
                  </a:lnTo>
                  <a:lnTo>
                    <a:pt x="8309" y="16786"/>
                  </a:lnTo>
                  <a:lnTo>
                    <a:pt x="7724" y="17594"/>
                  </a:lnTo>
                  <a:lnTo>
                    <a:pt x="7138" y="18431"/>
                  </a:lnTo>
                  <a:lnTo>
                    <a:pt x="6581" y="19267"/>
                  </a:lnTo>
                  <a:lnTo>
                    <a:pt x="6051" y="20132"/>
                  </a:lnTo>
                  <a:lnTo>
                    <a:pt x="5549" y="20996"/>
                  </a:lnTo>
                  <a:lnTo>
                    <a:pt x="5047" y="21888"/>
                  </a:lnTo>
                  <a:lnTo>
                    <a:pt x="4573" y="22781"/>
                  </a:lnTo>
                  <a:lnTo>
                    <a:pt x="4127" y="23673"/>
                  </a:lnTo>
                  <a:lnTo>
                    <a:pt x="3709" y="24593"/>
                  </a:lnTo>
                  <a:lnTo>
                    <a:pt x="3290" y="25541"/>
                  </a:lnTo>
                  <a:lnTo>
                    <a:pt x="2900" y="26461"/>
                  </a:lnTo>
                  <a:lnTo>
                    <a:pt x="2537" y="27437"/>
                  </a:lnTo>
                  <a:lnTo>
                    <a:pt x="2203" y="28385"/>
                  </a:lnTo>
                  <a:lnTo>
                    <a:pt x="1896" y="29361"/>
                  </a:lnTo>
                  <a:lnTo>
                    <a:pt x="1589" y="30365"/>
                  </a:lnTo>
                  <a:lnTo>
                    <a:pt x="1311" y="31341"/>
                  </a:lnTo>
                  <a:lnTo>
                    <a:pt x="1087" y="32345"/>
                  </a:lnTo>
                  <a:lnTo>
                    <a:pt x="864" y="33376"/>
                  </a:lnTo>
                  <a:lnTo>
                    <a:pt x="669" y="34408"/>
                  </a:lnTo>
                  <a:lnTo>
                    <a:pt x="502" y="35440"/>
                  </a:lnTo>
                  <a:lnTo>
                    <a:pt x="335" y="36471"/>
                  </a:lnTo>
                  <a:lnTo>
                    <a:pt x="223" y="37531"/>
                  </a:lnTo>
                  <a:lnTo>
                    <a:pt x="139" y="38591"/>
                  </a:lnTo>
                  <a:lnTo>
                    <a:pt x="56" y="39650"/>
                  </a:lnTo>
                  <a:lnTo>
                    <a:pt x="28" y="40710"/>
                  </a:lnTo>
                  <a:lnTo>
                    <a:pt x="0" y="41797"/>
                  </a:lnTo>
                  <a:lnTo>
                    <a:pt x="83595" y="41797"/>
                  </a:lnTo>
                  <a:lnTo>
                    <a:pt x="83595" y="40710"/>
                  </a:lnTo>
                  <a:lnTo>
                    <a:pt x="83539" y="39650"/>
                  </a:lnTo>
                  <a:lnTo>
                    <a:pt x="83483" y="38591"/>
                  </a:lnTo>
                  <a:lnTo>
                    <a:pt x="83372" y="37531"/>
                  </a:lnTo>
                  <a:lnTo>
                    <a:pt x="83260" y="36471"/>
                  </a:lnTo>
                  <a:lnTo>
                    <a:pt x="83121" y="35440"/>
                  </a:lnTo>
                  <a:lnTo>
                    <a:pt x="82953" y="34408"/>
                  </a:lnTo>
                  <a:lnTo>
                    <a:pt x="82758" y="33376"/>
                  </a:lnTo>
                  <a:lnTo>
                    <a:pt x="82535" y="32345"/>
                  </a:lnTo>
                  <a:lnTo>
                    <a:pt x="82284" y="31341"/>
                  </a:lnTo>
                  <a:lnTo>
                    <a:pt x="82005" y="30365"/>
                  </a:lnTo>
                  <a:lnTo>
                    <a:pt x="81727" y="29361"/>
                  </a:lnTo>
                  <a:lnTo>
                    <a:pt x="81392" y="28385"/>
                  </a:lnTo>
                  <a:lnTo>
                    <a:pt x="81057" y="27437"/>
                  </a:lnTo>
                  <a:lnTo>
                    <a:pt x="80695" y="26461"/>
                  </a:lnTo>
                  <a:lnTo>
                    <a:pt x="80304" y="25541"/>
                  </a:lnTo>
                  <a:lnTo>
                    <a:pt x="79914" y="24593"/>
                  </a:lnTo>
                  <a:lnTo>
                    <a:pt x="79468" y="23673"/>
                  </a:lnTo>
                  <a:lnTo>
                    <a:pt x="79022" y="22781"/>
                  </a:lnTo>
                  <a:lnTo>
                    <a:pt x="78548" y="21888"/>
                  </a:lnTo>
                  <a:lnTo>
                    <a:pt x="78046" y="20996"/>
                  </a:lnTo>
                  <a:lnTo>
                    <a:pt x="77544" y="20132"/>
                  </a:lnTo>
                  <a:lnTo>
                    <a:pt x="77014" y="19267"/>
                  </a:lnTo>
                  <a:lnTo>
                    <a:pt x="76457" y="18431"/>
                  </a:lnTo>
                  <a:lnTo>
                    <a:pt x="75899" y="17594"/>
                  </a:lnTo>
                  <a:lnTo>
                    <a:pt x="75285" y="16786"/>
                  </a:lnTo>
                  <a:lnTo>
                    <a:pt x="74672" y="16005"/>
                  </a:lnTo>
                  <a:lnTo>
                    <a:pt x="74059" y="15224"/>
                  </a:lnTo>
                  <a:lnTo>
                    <a:pt x="73417" y="14444"/>
                  </a:lnTo>
                  <a:lnTo>
                    <a:pt x="72748" y="13691"/>
                  </a:lnTo>
                  <a:lnTo>
                    <a:pt x="72051" y="12966"/>
                  </a:lnTo>
                  <a:lnTo>
                    <a:pt x="71354" y="12241"/>
                  </a:lnTo>
                  <a:lnTo>
                    <a:pt x="70629" y="11544"/>
                  </a:lnTo>
                  <a:lnTo>
                    <a:pt x="69904" y="10847"/>
                  </a:lnTo>
                  <a:lnTo>
                    <a:pt x="69151" y="10205"/>
                  </a:lnTo>
                  <a:lnTo>
                    <a:pt x="68398" y="9536"/>
                  </a:lnTo>
                  <a:lnTo>
                    <a:pt x="67617" y="8923"/>
                  </a:lnTo>
                  <a:lnTo>
                    <a:pt x="66809" y="8309"/>
                  </a:lnTo>
                  <a:lnTo>
                    <a:pt x="66000" y="7724"/>
                  </a:lnTo>
                  <a:lnTo>
                    <a:pt x="65164" y="7138"/>
                  </a:lnTo>
                  <a:lnTo>
                    <a:pt x="64327" y="6580"/>
                  </a:lnTo>
                  <a:lnTo>
                    <a:pt x="63463" y="6051"/>
                  </a:lnTo>
                  <a:lnTo>
                    <a:pt x="62598" y="5549"/>
                  </a:lnTo>
                  <a:lnTo>
                    <a:pt x="61734" y="5047"/>
                  </a:lnTo>
                  <a:lnTo>
                    <a:pt x="60842" y="4573"/>
                  </a:lnTo>
                  <a:lnTo>
                    <a:pt x="59922" y="4127"/>
                  </a:lnTo>
                  <a:lnTo>
                    <a:pt x="59001" y="3708"/>
                  </a:lnTo>
                  <a:lnTo>
                    <a:pt x="58081" y="3290"/>
                  </a:lnTo>
                  <a:lnTo>
                    <a:pt x="57133" y="2900"/>
                  </a:lnTo>
                  <a:lnTo>
                    <a:pt x="56185" y="2537"/>
                  </a:lnTo>
                  <a:lnTo>
                    <a:pt x="55209" y="2203"/>
                  </a:lnTo>
                  <a:lnTo>
                    <a:pt x="54233" y="1868"/>
                  </a:lnTo>
                  <a:lnTo>
                    <a:pt x="53257" y="1589"/>
                  </a:lnTo>
                  <a:lnTo>
                    <a:pt x="52254" y="1311"/>
                  </a:lnTo>
                  <a:lnTo>
                    <a:pt x="51250" y="1060"/>
                  </a:lnTo>
                  <a:lnTo>
                    <a:pt x="50218" y="864"/>
                  </a:lnTo>
                  <a:lnTo>
                    <a:pt x="49214" y="669"/>
                  </a:lnTo>
                  <a:lnTo>
                    <a:pt x="48155" y="474"/>
                  </a:lnTo>
                  <a:lnTo>
                    <a:pt x="47123" y="335"/>
                  </a:lnTo>
                  <a:lnTo>
                    <a:pt x="46064" y="223"/>
                  </a:lnTo>
                  <a:lnTo>
                    <a:pt x="45032" y="112"/>
                  </a:lnTo>
                  <a:lnTo>
                    <a:pt x="43944" y="56"/>
                  </a:lnTo>
                  <a:lnTo>
                    <a:pt x="42885" y="28"/>
                  </a:lnTo>
                  <a:lnTo>
                    <a:pt x="41797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08" name="Google Shape;2208;p27"/>
            <p:cNvSpPr/>
            <p:nvPr/>
          </p:nvSpPr>
          <p:spPr>
            <a:xfrm>
              <a:off x="8523754" y="10"/>
              <a:ext cx="516408" cy="258207"/>
            </a:xfrm>
            <a:custGeom>
              <a:rect b="b" l="l" r="r" t="t"/>
              <a:pathLst>
                <a:path extrusionOk="0" h="41798" w="83595">
                  <a:moveTo>
                    <a:pt x="41797" y="0"/>
                  </a:moveTo>
                  <a:lnTo>
                    <a:pt x="40710" y="28"/>
                  </a:lnTo>
                  <a:lnTo>
                    <a:pt x="39650" y="56"/>
                  </a:lnTo>
                  <a:lnTo>
                    <a:pt x="38591" y="112"/>
                  </a:lnTo>
                  <a:lnTo>
                    <a:pt x="37531" y="223"/>
                  </a:lnTo>
                  <a:lnTo>
                    <a:pt x="36472" y="335"/>
                  </a:lnTo>
                  <a:lnTo>
                    <a:pt x="35440" y="474"/>
                  </a:lnTo>
                  <a:lnTo>
                    <a:pt x="34408" y="669"/>
                  </a:lnTo>
                  <a:lnTo>
                    <a:pt x="33377" y="864"/>
                  </a:lnTo>
                  <a:lnTo>
                    <a:pt x="32373" y="1060"/>
                  </a:lnTo>
                  <a:lnTo>
                    <a:pt x="31369" y="1311"/>
                  </a:lnTo>
                  <a:lnTo>
                    <a:pt x="30365" y="1589"/>
                  </a:lnTo>
                  <a:lnTo>
                    <a:pt x="29361" y="1868"/>
                  </a:lnTo>
                  <a:lnTo>
                    <a:pt x="28385" y="2203"/>
                  </a:lnTo>
                  <a:lnTo>
                    <a:pt x="27437" y="2537"/>
                  </a:lnTo>
                  <a:lnTo>
                    <a:pt x="26489" y="2900"/>
                  </a:lnTo>
                  <a:lnTo>
                    <a:pt x="25541" y="3290"/>
                  </a:lnTo>
                  <a:lnTo>
                    <a:pt x="24593" y="3708"/>
                  </a:lnTo>
                  <a:lnTo>
                    <a:pt x="23673" y="4127"/>
                  </a:lnTo>
                  <a:lnTo>
                    <a:pt x="22781" y="4573"/>
                  </a:lnTo>
                  <a:lnTo>
                    <a:pt x="21889" y="5047"/>
                  </a:lnTo>
                  <a:lnTo>
                    <a:pt x="20996" y="5549"/>
                  </a:lnTo>
                  <a:lnTo>
                    <a:pt x="20132" y="6051"/>
                  </a:lnTo>
                  <a:lnTo>
                    <a:pt x="19267" y="6580"/>
                  </a:lnTo>
                  <a:lnTo>
                    <a:pt x="18431" y="7138"/>
                  </a:lnTo>
                  <a:lnTo>
                    <a:pt x="17594" y="7724"/>
                  </a:lnTo>
                  <a:lnTo>
                    <a:pt x="16786" y="8309"/>
                  </a:lnTo>
                  <a:lnTo>
                    <a:pt x="16005" y="8923"/>
                  </a:lnTo>
                  <a:lnTo>
                    <a:pt x="15224" y="9536"/>
                  </a:lnTo>
                  <a:lnTo>
                    <a:pt x="14444" y="10205"/>
                  </a:lnTo>
                  <a:lnTo>
                    <a:pt x="13691" y="10847"/>
                  </a:lnTo>
                  <a:lnTo>
                    <a:pt x="12966" y="11544"/>
                  </a:lnTo>
                  <a:lnTo>
                    <a:pt x="12241" y="12241"/>
                  </a:lnTo>
                  <a:lnTo>
                    <a:pt x="11544" y="12966"/>
                  </a:lnTo>
                  <a:lnTo>
                    <a:pt x="10875" y="13691"/>
                  </a:lnTo>
                  <a:lnTo>
                    <a:pt x="10205" y="14444"/>
                  </a:lnTo>
                  <a:lnTo>
                    <a:pt x="9564" y="15224"/>
                  </a:lnTo>
                  <a:lnTo>
                    <a:pt x="8923" y="16005"/>
                  </a:lnTo>
                  <a:lnTo>
                    <a:pt x="8309" y="16786"/>
                  </a:lnTo>
                  <a:lnTo>
                    <a:pt x="7724" y="17594"/>
                  </a:lnTo>
                  <a:lnTo>
                    <a:pt x="7138" y="18431"/>
                  </a:lnTo>
                  <a:lnTo>
                    <a:pt x="6581" y="19267"/>
                  </a:lnTo>
                  <a:lnTo>
                    <a:pt x="6051" y="20132"/>
                  </a:lnTo>
                  <a:lnTo>
                    <a:pt x="5549" y="20996"/>
                  </a:lnTo>
                  <a:lnTo>
                    <a:pt x="5047" y="21888"/>
                  </a:lnTo>
                  <a:lnTo>
                    <a:pt x="4573" y="22781"/>
                  </a:lnTo>
                  <a:lnTo>
                    <a:pt x="4127" y="23673"/>
                  </a:lnTo>
                  <a:lnTo>
                    <a:pt x="3709" y="24593"/>
                  </a:lnTo>
                  <a:lnTo>
                    <a:pt x="3290" y="25541"/>
                  </a:lnTo>
                  <a:lnTo>
                    <a:pt x="2900" y="26461"/>
                  </a:lnTo>
                  <a:lnTo>
                    <a:pt x="2537" y="27437"/>
                  </a:lnTo>
                  <a:lnTo>
                    <a:pt x="2203" y="28385"/>
                  </a:lnTo>
                  <a:lnTo>
                    <a:pt x="1896" y="29361"/>
                  </a:lnTo>
                  <a:lnTo>
                    <a:pt x="1589" y="30365"/>
                  </a:lnTo>
                  <a:lnTo>
                    <a:pt x="1311" y="31341"/>
                  </a:lnTo>
                  <a:lnTo>
                    <a:pt x="1087" y="32345"/>
                  </a:lnTo>
                  <a:lnTo>
                    <a:pt x="864" y="33376"/>
                  </a:lnTo>
                  <a:lnTo>
                    <a:pt x="669" y="34408"/>
                  </a:lnTo>
                  <a:lnTo>
                    <a:pt x="502" y="35440"/>
                  </a:lnTo>
                  <a:lnTo>
                    <a:pt x="335" y="36471"/>
                  </a:lnTo>
                  <a:lnTo>
                    <a:pt x="223" y="37531"/>
                  </a:lnTo>
                  <a:lnTo>
                    <a:pt x="139" y="38591"/>
                  </a:lnTo>
                  <a:lnTo>
                    <a:pt x="56" y="39650"/>
                  </a:lnTo>
                  <a:lnTo>
                    <a:pt x="28" y="40710"/>
                  </a:lnTo>
                  <a:lnTo>
                    <a:pt x="0" y="41797"/>
                  </a:lnTo>
                  <a:lnTo>
                    <a:pt x="83595" y="41797"/>
                  </a:lnTo>
                  <a:lnTo>
                    <a:pt x="83595" y="40710"/>
                  </a:lnTo>
                  <a:lnTo>
                    <a:pt x="83539" y="39650"/>
                  </a:lnTo>
                  <a:lnTo>
                    <a:pt x="83483" y="38591"/>
                  </a:lnTo>
                  <a:lnTo>
                    <a:pt x="83372" y="37531"/>
                  </a:lnTo>
                  <a:lnTo>
                    <a:pt x="83260" y="36471"/>
                  </a:lnTo>
                  <a:lnTo>
                    <a:pt x="83121" y="35440"/>
                  </a:lnTo>
                  <a:lnTo>
                    <a:pt x="82953" y="34408"/>
                  </a:lnTo>
                  <a:lnTo>
                    <a:pt x="82758" y="33376"/>
                  </a:lnTo>
                  <a:lnTo>
                    <a:pt x="82535" y="32345"/>
                  </a:lnTo>
                  <a:lnTo>
                    <a:pt x="82284" y="31341"/>
                  </a:lnTo>
                  <a:lnTo>
                    <a:pt x="82005" y="30365"/>
                  </a:lnTo>
                  <a:lnTo>
                    <a:pt x="81727" y="29361"/>
                  </a:lnTo>
                  <a:lnTo>
                    <a:pt x="81392" y="28385"/>
                  </a:lnTo>
                  <a:lnTo>
                    <a:pt x="81057" y="27437"/>
                  </a:lnTo>
                  <a:lnTo>
                    <a:pt x="80695" y="26461"/>
                  </a:lnTo>
                  <a:lnTo>
                    <a:pt x="80304" y="25541"/>
                  </a:lnTo>
                  <a:lnTo>
                    <a:pt x="79914" y="24593"/>
                  </a:lnTo>
                  <a:lnTo>
                    <a:pt x="79468" y="23673"/>
                  </a:lnTo>
                  <a:lnTo>
                    <a:pt x="79022" y="22781"/>
                  </a:lnTo>
                  <a:lnTo>
                    <a:pt x="78548" y="21888"/>
                  </a:lnTo>
                  <a:lnTo>
                    <a:pt x="78046" y="20996"/>
                  </a:lnTo>
                  <a:lnTo>
                    <a:pt x="77544" y="20132"/>
                  </a:lnTo>
                  <a:lnTo>
                    <a:pt x="77014" y="19267"/>
                  </a:lnTo>
                  <a:lnTo>
                    <a:pt x="76457" y="18431"/>
                  </a:lnTo>
                  <a:lnTo>
                    <a:pt x="75899" y="17594"/>
                  </a:lnTo>
                  <a:lnTo>
                    <a:pt x="75285" y="16786"/>
                  </a:lnTo>
                  <a:lnTo>
                    <a:pt x="74672" y="16005"/>
                  </a:lnTo>
                  <a:lnTo>
                    <a:pt x="74059" y="15224"/>
                  </a:lnTo>
                  <a:lnTo>
                    <a:pt x="73417" y="14444"/>
                  </a:lnTo>
                  <a:lnTo>
                    <a:pt x="72748" y="13691"/>
                  </a:lnTo>
                  <a:lnTo>
                    <a:pt x="72051" y="12966"/>
                  </a:lnTo>
                  <a:lnTo>
                    <a:pt x="71354" y="12241"/>
                  </a:lnTo>
                  <a:lnTo>
                    <a:pt x="70629" y="11544"/>
                  </a:lnTo>
                  <a:lnTo>
                    <a:pt x="69904" y="10847"/>
                  </a:lnTo>
                  <a:lnTo>
                    <a:pt x="69151" y="10205"/>
                  </a:lnTo>
                  <a:lnTo>
                    <a:pt x="68398" y="9536"/>
                  </a:lnTo>
                  <a:lnTo>
                    <a:pt x="67617" y="8923"/>
                  </a:lnTo>
                  <a:lnTo>
                    <a:pt x="66809" y="8309"/>
                  </a:lnTo>
                  <a:lnTo>
                    <a:pt x="66000" y="7724"/>
                  </a:lnTo>
                  <a:lnTo>
                    <a:pt x="65164" y="7138"/>
                  </a:lnTo>
                  <a:lnTo>
                    <a:pt x="64327" y="6580"/>
                  </a:lnTo>
                  <a:lnTo>
                    <a:pt x="63463" y="6051"/>
                  </a:lnTo>
                  <a:lnTo>
                    <a:pt x="62598" y="5549"/>
                  </a:lnTo>
                  <a:lnTo>
                    <a:pt x="61734" y="5047"/>
                  </a:lnTo>
                  <a:lnTo>
                    <a:pt x="60842" y="4573"/>
                  </a:lnTo>
                  <a:lnTo>
                    <a:pt x="59922" y="4127"/>
                  </a:lnTo>
                  <a:lnTo>
                    <a:pt x="59001" y="3708"/>
                  </a:lnTo>
                  <a:lnTo>
                    <a:pt x="58081" y="3290"/>
                  </a:lnTo>
                  <a:lnTo>
                    <a:pt x="57133" y="2900"/>
                  </a:lnTo>
                  <a:lnTo>
                    <a:pt x="56185" y="2537"/>
                  </a:lnTo>
                  <a:lnTo>
                    <a:pt x="55209" y="2203"/>
                  </a:lnTo>
                  <a:lnTo>
                    <a:pt x="54233" y="1868"/>
                  </a:lnTo>
                  <a:lnTo>
                    <a:pt x="53257" y="1589"/>
                  </a:lnTo>
                  <a:lnTo>
                    <a:pt x="52254" y="1311"/>
                  </a:lnTo>
                  <a:lnTo>
                    <a:pt x="51250" y="1060"/>
                  </a:lnTo>
                  <a:lnTo>
                    <a:pt x="50218" y="864"/>
                  </a:lnTo>
                  <a:lnTo>
                    <a:pt x="49214" y="669"/>
                  </a:lnTo>
                  <a:lnTo>
                    <a:pt x="48155" y="474"/>
                  </a:lnTo>
                  <a:lnTo>
                    <a:pt x="47123" y="335"/>
                  </a:lnTo>
                  <a:lnTo>
                    <a:pt x="46064" y="223"/>
                  </a:lnTo>
                  <a:lnTo>
                    <a:pt x="45032" y="112"/>
                  </a:lnTo>
                  <a:lnTo>
                    <a:pt x="43944" y="56"/>
                  </a:lnTo>
                  <a:lnTo>
                    <a:pt x="42885" y="28"/>
                  </a:lnTo>
                  <a:lnTo>
                    <a:pt x="41797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209" name="Google Shape;2209;p27"/>
          <p:cNvSpPr/>
          <p:nvPr/>
        </p:nvSpPr>
        <p:spPr>
          <a:xfrm flipH="1" rot="5400000">
            <a:off x="2464850" y="-1754725"/>
            <a:ext cx="361800" cy="38652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10" name="Google Shape;2210;p27"/>
          <p:cNvSpPr/>
          <p:nvPr/>
        </p:nvSpPr>
        <p:spPr>
          <a:xfrm flipH="1" rot="10800000">
            <a:off x="-971791" y="-267796"/>
            <a:ext cx="1596439" cy="1802961"/>
          </a:xfrm>
          <a:custGeom>
            <a:rect b="b" l="l" r="r" t="t"/>
            <a:pathLst>
              <a:path extrusionOk="0" h="32249" w="28555">
                <a:moveTo>
                  <a:pt x="20483" y="82"/>
                </a:moveTo>
                <a:lnTo>
                  <a:pt x="20947" y="102"/>
                </a:lnTo>
                <a:lnTo>
                  <a:pt x="21411" y="122"/>
                </a:lnTo>
                <a:lnTo>
                  <a:pt x="21875" y="203"/>
                </a:lnTo>
                <a:lnTo>
                  <a:pt x="22319" y="283"/>
                </a:lnTo>
                <a:lnTo>
                  <a:pt x="22763" y="404"/>
                </a:lnTo>
                <a:lnTo>
                  <a:pt x="23187" y="566"/>
                </a:lnTo>
                <a:lnTo>
                  <a:pt x="23611" y="748"/>
                </a:lnTo>
                <a:lnTo>
                  <a:pt x="23994" y="949"/>
                </a:lnTo>
                <a:lnTo>
                  <a:pt x="24378" y="1191"/>
                </a:lnTo>
                <a:lnTo>
                  <a:pt x="24741" y="1454"/>
                </a:lnTo>
                <a:lnTo>
                  <a:pt x="25124" y="1777"/>
                </a:lnTo>
                <a:lnTo>
                  <a:pt x="25487" y="2140"/>
                </a:lnTo>
                <a:lnTo>
                  <a:pt x="25851" y="2564"/>
                </a:lnTo>
                <a:lnTo>
                  <a:pt x="26174" y="3008"/>
                </a:lnTo>
                <a:lnTo>
                  <a:pt x="26496" y="3492"/>
                </a:lnTo>
                <a:lnTo>
                  <a:pt x="26779" y="4017"/>
                </a:lnTo>
                <a:lnTo>
                  <a:pt x="27062" y="4582"/>
                </a:lnTo>
                <a:lnTo>
                  <a:pt x="27324" y="5187"/>
                </a:lnTo>
                <a:lnTo>
                  <a:pt x="27546" y="5772"/>
                </a:lnTo>
                <a:lnTo>
                  <a:pt x="27748" y="6358"/>
                </a:lnTo>
                <a:lnTo>
                  <a:pt x="27909" y="6943"/>
                </a:lnTo>
                <a:lnTo>
                  <a:pt x="28071" y="7548"/>
                </a:lnTo>
                <a:lnTo>
                  <a:pt x="28192" y="8154"/>
                </a:lnTo>
                <a:lnTo>
                  <a:pt x="28293" y="8739"/>
                </a:lnTo>
                <a:lnTo>
                  <a:pt x="28373" y="9344"/>
                </a:lnTo>
                <a:lnTo>
                  <a:pt x="28434" y="9950"/>
                </a:lnTo>
                <a:lnTo>
                  <a:pt x="28474" y="10555"/>
                </a:lnTo>
                <a:lnTo>
                  <a:pt x="28474" y="11160"/>
                </a:lnTo>
                <a:lnTo>
                  <a:pt x="28474" y="11766"/>
                </a:lnTo>
                <a:lnTo>
                  <a:pt x="28434" y="12371"/>
                </a:lnTo>
                <a:lnTo>
                  <a:pt x="28373" y="12977"/>
                </a:lnTo>
                <a:lnTo>
                  <a:pt x="28272" y="13562"/>
                </a:lnTo>
                <a:lnTo>
                  <a:pt x="28171" y="14167"/>
                </a:lnTo>
                <a:lnTo>
                  <a:pt x="28030" y="14732"/>
                </a:lnTo>
                <a:lnTo>
                  <a:pt x="27869" y="15338"/>
                </a:lnTo>
                <a:lnTo>
                  <a:pt x="27667" y="15923"/>
                </a:lnTo>
                <a:lnTo>
                  <a:pt x="27465" y="16488"/>
                </a:lnTo>
                <a:lnTo>
                  <a:pt x="27223" y="17053"/>
                </a:lnTo>
                <a:lnTo>
                  <a:pt x="26961" y="17618"/>
                </a:lnTo>
                <a:lnTo>
                  <a:pt x="26678" y="18143"/>
                </a:lnTo>
                <a:lnTo>
                  <a:pt x="26355" y="18667"/>
                </a:lnTo>
                <a:lnTo>
                  <a:pt x="26032" y="19192"/>
                </a:lnTo>
                <a:lnTo>
                  <a:pt x="25669" y="19676"/>
                </a:lnTo>
                <a:lnTo>
                  <a:pt x="25306" y="20161"/>
                </a:lnTo>
                <a:lnTo>
                  <a:pt x="24922" y="20625"/>
                </a:lnTo>
                <a:lnTo>
                  <a:pt x="24499" y="21069"/>
                </a:lnTo>
                <a:lnTo>
                  <a:pt x="24075" y="21493"/>
                </a:lnTo>
                <a:lnTo>
                  <a:pt x="23631" y="21896"/>
                </a:lnTo>
                <a:lnTo>
                  <a:pt x="23167" y="22280"/>
                </a:lnTo>
                <a:lnTo>
                  <a:pt x="22703" y="22643"/>
                </a:lnTo>
                <a:lnTo>
                  <a:pt x="22238" y="22946"/>
                </a:lnTo>
                <a:lnTo>
                  <a:pt x="21795" y="23228"/>
                </a:lnTo>
                <a:lnTo>
                  <a:pt x="21310" y="23511"/>
                </a:lnTo>
                <a:lnTo>
                  <a:pt x="20846" y="23773"/>
                </a:lnTo>
                <a:lnTo>
                  <a:pt x="19877" y="24277"/>
                </a:lnTo>
                <a:lnTo>
                  <a:pt x="18909" y="24742"/>
                </a:lnTo>
                <a:lnTo>
                  <a:pt x="17940" y="25226"/>
                </a:lnTo>
                <a:lnTo>
                  <a:pt x="16951" y="25751"/>
                </a:lnTo>
                <a:lnTo>
                  <a:pt x="16467" y="26013"/>
                </a:lnTo>
                <a:lnTo>
                  <a:pt x="15983" y="26296"/>
                </a:lnTo>
                <a:lnTo>
                  <a:pt x="15519" y="26598"/>
                </a:lnTo>
                <a:lnTo>
                  <a:pt x="15075" y="26901"/>
                </a:lnTo>
                <a:lnTo>
                  <a:pt x="14510" y="27325"/>
                </a:lnTo>
                <a:lnTo>
                  <a:pt x="13965" y="27789"/>
                </a:lnTo>
                <a:lnTo>
                  <a:pt x="13420" y="28253"/>
                </a:lnTo>
                <a:lnTo>
                  <a:pt x="12895" y="28717"/>
                </a:lnTo>
                <a:lnTo>
                  <a:pt x="12148" y="29383"/>
                </a:lnTo>
                <a:lnTo>
                  <a:pt x="11402" y="30029"/>
                </a:lnTo>
                <a:lnTo>
                  <a:pt x="10998" y="30332"/>
                </a:lnTo>
                <a:lnTo>
                  <a:pt x="10595" y="30614"/>
                </a:lnTo>
                <a:lnTo>
                  <a:pt x="10171" y="30897"/>
                </a:lnTo>
                <a:lnTo>
                  <a:pt x="9747" y="31159"/>
                </a:lnTo>
                <a:lnTo>
                  <a:pt x="9303" y="31381"/>
                </a:lnTo>
                <a:lnTo>
                  <a:pt x="8839" y="31583"/>
                </a:lnTo>
                <a:lnTo>
                  <a:pt x="8375" y="31764"/>
                </a:lnTo>
                <a:lnTo>
                  <a:pt x="7890" y="31906"/>
                </a:lnTo>
                <a:lnTo>
                  <a:pt x="7406" y="32027"/>
                </a:lnTo>
                <a:lnTo>
                  <a:pt x="6922" y="32107"/>
                </a:lnTo>
                <a:lnTo>
                  <a:pt x="6417" y="32148"/>
                </a:lnTo>
                <a:lnTo>
                  <a:pt x="5933" y="32168"/>
                </a:lnTo>
                <a:lnTo>
                  <a:pt x="5893" y="32168"/>
                </a:lnTo>
                <a:lnTo>
                  <a:pt x="5368" y="32148"/>
                </a:lnTo>
                <a:lnTo>
                  <a:pt x="4843" y="32087"/>
                </a:lnTo>
                <a:lnTo>
                  <a:pt x="4359" y="31986"/>
                </a:lnTo>
                <a:lnTo>
                  <a:pt x="3875" y="31845"/>
                </a:lnTo>
                <a:lnTo>
                  <a:pt x="3431" y="31684"/>
                </a:lnTo>
                <a:lnTo>
                  <a:pt x="2987" y="31462"/>
                </a:lnTo>
                <a:lnTo>
                  <a:pt x="2583" y="31219"/>
                </a:lnTo>
                <a:lnTo>
                  <a:pt x="2200" y="30957"/>
                </a:lnTo>
                <a:lnTo>
                  <a:pt x="1998" y="30775"/>
                </a:lnTo>
                <a:lnTo>
                  <a:pt x="1816" y="30614"/>
                </a:lnTo>
                <a:lnTo>
                  <a:pt x="1635" y="30412"/>
                </a:lnTo>
                <a:lnTo>
                  <a:pt x="1453" y="30231"/>
                </a:lnTo>
                <a:lnTo>
                  <a:pt x="1292" y="30029"/>
                </a:lnTo>
                <a:lnTo>
                  <a:pt x="1150" y="29807"/>
                </a:lnTo>
                <a:lnTo>
                  <a:pt x="1009" y="29585"/>
                </a:lnTo>
                <a:lnTo>
                  <a:pt x="868" y="29363"/>
                </a:lnTo>
                <a:lnTo>
                  <a:pt x="747" y="29121"/>
                </a:lnTo>
                <a:lnTo>
                  <a:pt x="626" y="28879"/>
                </a:lnTo>
                <a:lnTo>
                  <a:pt x="525" y="28616"/>
                </a:lnTo>
                <a:lnTo>
                  <a:pt x="424" y="28354"/>
                </a:lnTo>
                <a:lnTo>
                  <a:pt x="343" y="28092"/>
                </a:lnTo>
                <a:lnTo>
                  <a:pt x="283" y="27829"/>
                </a:lnTo>
                <a:lnTo>
                  <a:pt x="222" y="27547"/>
                </a:lnTo>
                <a:lnTo>
                  <a:pt x="162" y="27264"/>
                </a:lnTo>
                <a:lnTo>
                  <a:pt x="101" y="26719"/>
                </a:lnTo>
                <a:lnTo>
                  <a:pt x="81" y="26154"/>
                </a:lnTo>
                <a:lnTo>
                  <a:pt x="121" y="25609"/>
                </a:lnTo>
                <a:lnTo>
                  <a:pt x="182" y="25065"/>
                </a:lnTo>
                <a:lnTo>
                  <a:pt x="283" y="24520"/>
                </a:lnTo>
                <a:lnTo>
                  <a:pt x="444" y="23995"/>
                </a:lnTo>
                <a:lnTo>
                  <a:pt x="626" y="23490"/>
                </a:lnTo>
                <a:lnTo>
                  <a:pt x="868" y="23006"/>
                </a:lnTo>
                <a:lnTo>
                  <a:pt x="1029" y="22724"/>
                </a:lnTo>
                <a:lnTo>
                  <a:pt x="1191" y="22441"/>
                </a:lnTo>
                <a:lnTo>
                  <a:pt x="1372" y="22179"/>
                </a:lnTo>
                <a:lnTo>
                  <a:pt x="1574" y="21916"/>
                </a:lnTo>
                <a:lnTo>
                  <a:pt x="1776" y="21654"/>
                </a:lnTo>
                <a:lnTo>
                  <a:pt x="1998" y="21392"/>
                </a:lnTo>
                <a:lnTo>
                  <a:pt x="2240" y="21129"/>
                </a:lnTo>
                <a:lnTo>
                  <a:pt x="2482" y="20867"/>
                </a:lnTo>
                <a:lnTo>
                  <a:pt x="3027" y="20383"/>
                </a:lnTo>
                <a:lnTo>
                  <a:pt x="3612" y="19898"/>
                </a:lnTo>
                <a:lnTo>
                  <a:pt x="4258" y="19414"/>
                </a:lnTo>
                <a:lnTo>
                  <a:pt x="4964" y="18970"/>
                </a:lnTo>
                <a:lnTo>
                  <a:pt x="5691" y="18526"/>
                </a:lnTo>
                <a:lnTo>
                  <a:pt x="6438" y="18102"/>
                </a:lnTo>
                <a:lnTo>
                  <a:pt x="7951" y="17336"/>
                </a:lnTo>
                <a:lnTo>
                  <a:pt x="9021" y="16771"/>
                </a:lnTo>
                <a:lnTo>
                  <a:pt x="10110" y="16185"/>
                </a:lnTo>
                <a:lnTo>
                  <a:pt x="10433" y="15983"/>
                </a:lnTo>
                <a:lnTo>
                  <a:pt x="10716" y="15802"/>
                </a:lnTo>
                <a:lnTo>
                  <a:pt x="10978" y="15600"/>
                </a:lnTo>
                <a:lnTo>
                  <a:pt x="11220" y="15398"/>
                </a:lnTo>
                <a:lnTo>
                  <a:pt x="11442" y="15196"/>
                </a:lnTo>
                <a:lnTo>
                  <a:pt x="11644" y="14974"/>
                </a:lnTo>
                <a:lnTo>
                  <a:pt x="11805" y="14752"/>
                </a:lnTo>
                <a:lnTo>
                  <a:pt x="11967" y="14510"/>
                </a:lnTo>
                <a:lnTo>
                  <a:pt x="12088" y="14268"/>
                </a:lnTo>
                <a:lnTo>
                  <a:pt x="12189" y="13986"/>
                </a:lnTo>
                <a:lnTo>
                  <a:pt x="12290" y="13723"/>
                </a:lnTo>
                <a:lnTo>
                  <a:pt x="12350" y="13421"/>
                </a:lnTo>
                <a:lnTo>
                  <a:pt x="12411" y="13098"/>
                </a:lnTo>
                <a:lnTo>
                  <a:pt x="12451" y="12755"/>
                </a:lnTo>
                <a:lnTo>
                  <a:pt x="12471" y="12391"/>
                </a:lnTo>
                <a:lnTo>
                  <a:pt x="12471" y="12008"/>
                </a:lnTo>
                <a:lnTo>
                  <a:pt x="12492" y="11302"/>
                </a:lnTo>
                <a:lnTo>
                  <a:pt x="12512" y="10616"/>
                </a:lnTo>
                <a:lnTo>
                  <a:pt x="12532" y="9950"/>
                </a:lnTo>
                <a:lnTo>
                  <a:pt x="12592" y="9324"/>
                </a:lnTo>
                <a:lnTo>
                  <a:pt x="12653" y="8698"/>
                </a:lnTo>
                <a:lnTo>
                  <a:pt x="12714" y="8113"/>
                </a:lnTo>
                <a:lnTo>
                  <a:pt x="12814" y="7548"/>
                </a:lnTo>
                <a:lnTo>
                  <a:pt x="12915" y="7003"/>
                </a:lnTo>
                <a:lnTo>
                  <a:pt x="13036" y="6479"/>
                </a:lnTo>
                <a:lnTo>
                  <a:pt x="13157" y="5974"/>
                </a:lnTo>
                <a:lnTo>
                  <a:pt x="13299" y="5510"/>
                </a:lnTo>
                <a:lnTo>
                  <a:pt x="13460" y="5046"/>
                </a:lnTo>
                <a:lnTo>
                  <a:pt x="13642" y="4622"/>
                </a:lnTo>
                <a:lnTo>
                  <a:pt x="13823" y="4218"/>
                </a:lnTo>
                <a:lnTo>
                  <a:pt x="14025" y="3835"/>
                </a:lnTo>
                <a:lnTo>
                  <a:pt x="14247" y="3472"/>
                </a:lnTo>
                <a:lnTo>
                  <a:pt x="14429" y="3169"/>
                </a:lnTo>
                <a:lnTo>
                  <a:pt x="14631" y="2887"/>
                </a:lnTo>
                <a:lnTo>
                  <a:pt x="14853" y="2644"/>
                </a:lnTo>
                <a:lnTo>
                  <a:pt x="15054" y="2402"/>
                </a:lnTo>
                <a:lnTo>
                  <a:pt x="15276" y="2180"/>
                </a:lnTo>
                <a:lnTo>
                  <a:pt x="15498" y="1979"/>
                </a:lnTo>
                <a:lnTo>
                  <a:pt x="15700" y="1797"/>
                </a:lnTo>
                <a:lnTo>
                  <a:pt x="15942" y="1635"/>
                </a:lnTo>
                <a:lnTo>
                  <a:pt x="16386" y="1333"/>
                </a:lnTo>
                <a:lnTo>
                  <a:pt x="16830" y="1091"/>
                </a:lnTo>
                <a:lnTo>
                  <a:pt x="17274" y="869"/>
                </a:lnTo>
                <a:lnTo>
                  <a:pt x="17698" y="667"/>
                </a:lnTo>
                <a:lnTo>
                  <a:pt x="18142" y="505"/>
                </a:lnTo>
                <a:lnTo>
                  <a:pt x="18606" y="364"/>
                </a:lnTo>
                <a:lnTo>
                  <a:pt x="19070" y="243"/>
                </a:lnTo>
                <a:lnTo>
                  <a:pt x="19534" y="162"/>
                </a:lnTo>
                <a:lnTo>
                  <a:pt x="19999" y="102"/>
                </a:lnTo>
                <a:lnTo>
                  <a:pt x="20483" y="82"/>
                </a:lnTo>
                <a:close/>
                <a:moveTo>
                  <a:pt x="20483" y="1"/>
                </a:moveTo>
                <a:lnTo>
                  <a:pt x="19999" y="21"/>
                </a:lnTo>
                <a:lnTo>
                  <a:pt x="19534" y="82"/>
                </a:lnTo>
                <a:lnTo>
                  <a:pt x="19050" y="162"/>
                </a:lnTo>
                <a:lnTo>
                  <a:pt x="18586" y="283"/>
                </a:lnTo>
                <a:lnTo>
                  <a:pt x="18122" y="425"/>
                </a:lnTo>
                <a:lnTo>
                  <a:pt x="17678" y="606"/>
                </a:lnTo>
                <a:lnTo>
                  <a:pt x="17214" y="808"/>
                </a:lnTo>
                <a:lnTo>
                  <a:pt x="16750" y="1050"/>
                </a:lnTo>
                <a:lnTo>
                  <a:pt x="16285" y="1313"/>
                </a:lnTo>
                <a:lnTo>
                  <a:pt x="15841" y="1615"/>
                </a:lnTo>
                <a:lnTo>
                  <a:pt x="15619" y="1777"/>
                </a:lnTo>
                <a:lnTo>
                  <a:pt x="15397" y="1979"/>
                </a:lnTo>
                <a:lnTo>
                  <a:pt x="15175" y="2180"/>
                </a:lnTo>
                <a:lnTo>
                  <a:pt x="14974" y="2382"/>
                </a:lnTo>
                <a:lnTo>
                  <a:pt x="14752" y="2624"/>
                </a:lnTo>
                <a:lnTo>
                  <a:pt x="14550" y="2866"/>
                </a:lnTo>
                <a:lnTo>
                  <a:pt x="14368" y="3129"/>
                </a:lnTo>
                <a:lnTo>
                  <a:pt x="14166" y="3411"/>
                </a:lnTo>
                <a:lnTo>
                  <a:pt x="13944" y="3795"/>
                </a:lnTo>
                <a:lnTo>
                  <a:pt x="13743" y="4178"/>
                </a:lnTo>
                <a:lnTo>
                  <a:pt x="13561" y="4582"/>
                </a:lnTo>
                <a:lnTo>
                  <a:pt x="13400" y="5026"/>
                </a:lnTo>
                <a:lnTo>
                  <a:pt x="13238" y="5470"/>
                </a:lnTo>
                <a:lnTo>
                  <a:pt x="13077" y="5954"/>
                </a:lnTo>
                <a:lnTo>
                  <a:pt x="12956" y="6458"/>
                </a:lnTo>
                <a:lnTo>
                  <a:pt x="12835" y="6983"/>
                </a:lnTo>
                <a:lnTo>
                  <a:pt x="12734" y="7528"/>
                </a:lnTo>
                <a:lnTo>
                  <a:pt x="12653" y="8093"/>
                </a:lnTo>
                <a:lnTo>
                  <a:pt x="12572" y="8678"/>
                </a:lnTo>
                <a:lnTo>
                  <a:pt x="12512" y="9304"/>
                </a:lnTo>
                <a:lnTo>
                  <a:pt x="12451" y="9950"/>
                </a:lnTo>
                <a:lnTo>
                  <a:pt x="12431" y="10616"/>
                </a:lnTo>
                <a:lnTo>
                  <a:pt x="12411" y="11302"/>
                </a:lnTo>
                <a:lnTo>
                  <a:pt x="12391" y="12008"/>
                </a:lnTo>
                <a:lnTo>
                  <a:pt x="12391" y="12391"/>
                </a:lnTo>
                <a:lnTo>
                  <a:pt x="12370" y="12755"/>
                </a:lnTo>
                <a:lnTo>
                  <a:pt x="12330" y="13078"/>
                </a:lnTo>
                <a:lnTo>
                  <a:pt x="12270" y="13400"/>
                </a:lnTo>
                <a:lnTo>
                  <a:pt x="12209" y="13683"/>
                </a:lnTo>
                <a:lnTo>
                  <a:pt x="12128" y="13965"/>
                </a:lnTo>
                <a:lnTo>
                  <a:pt x="12007" y="14228"/>
                </a:lnTo>
                <a:lnTo>
                  <a:pt x="11886" y="14470"/>
                </a:lnTo>
                <a:lnTo>
                  <a:pt x="11745" y="14712"/>
                </a:lnTo>
                <a:lnTo>
                  <a:pt x="11563" y="14934"/>
                </a:lnTo>
                <a:lnTo>
                  <a:pt x="11382" y="15136"/>
                </a:lnTo>
                <a:lnTo>
                  <a:pt x="11160" y="15338"/>
                </a:lnTo>
                <a:lnTo>
                  <a:pt x="10938" y="15540"/>
                </a:lnTo>
                <a:lnTo>
                  <a:pt x="10675" y="15741"/>
                </a:lnTo>
                <a:lnTo>
                  <a:pt x="10373" y="15923"/>
                </a:lnTo>
                <a:lnTo>
                  <a:pt x="10070" y="16105"/>
                </a:lnTo>
                <a:lnTo>
                  <a:pt x="8980" y="16690"/>
                </a:lnTo>
                <a:lnTo>
                  <a:pt x="7911" y="17255"/>
                </a:lnTo>
                <a:lnTo>
                  <a:pt x="6397" y="18042"/>
                </a:lnTo>
                <a:lnTo>
                  <a:pt x="5651" y="18466"/>
                </a:lnTo>
                <a:lnTo>
                  <a:pt x="4924" y="18889"/>
                </a:lnTo>
                <a:lnTo>
                  <a:pt x="4218" y="19354"/>
                </a:lnTo>
                <a:lnTo>
                  <a:pt x="3552" y="19838"/>
                </a:lnTo>
                <a:lnTo>
                  <a:pt x="2967" y="20322"/>
                </a:lnTo>
                <a:lnTo>
                  <a:pt x="2422" y="20827"/>
                </a:lnTo>
                <a:lnTo>
                  <a:pt x="2180" y="21069"/>
                </a:lnTo>
                <a:lnTo>
                  <a:pt x="1937" y="21331"/>
                </a:lnTo>
                <a:lnTo>
                  <a:pt x="1715" y="21594"/>
                </a:lnTo>
                <a:lnTo>
                  <a:pt x="1514" y="21856"/>
                </a:lnTo>
                <a:lnTo>
                  <a:pt x="1312" y="22138"/>
                </a:lnTo>
                <a:lnTo>
                  <a:pt x="1130" y="22401"/>
                </a:lnTo>
                <a:lnTo>
                  <a:pt x="949" y="22683"/>
                </a:lnTo>
                <a:lnTo>
                  <a:pt x="807" y="22966"/>
                </a:lnTo>
                <a:lnTo>
                  <a:pt x="565" y="23450"/>
                </a:lnTo>
                <a:lnTo>
                  <a:pt x="363" y="23975"/>
                </a:lnTo>
                <a:lnTo>
                  <a:pt x="222" y="24499"/>
                </a:lnTo>
                <a:lnTo>
                  <a:pt x="101" y="25044"/>
                </a:lnTo>
                <a:lnTo>
                  <a:pt x="40" y="25589"/>
                </a:lnTo>
                <a:lnTo>
                  <a:pt x="0" y="26154"/>
                </a:lnTo>
                <a:lnTo>
                  <a:pt x="20" y="26719"/>
                </a:lnTo>
                <a:lnTo>
                  <a:pt x="81" y="27284"/>
                </a:lnTo>
                <a:lnTo>
                  <a:pt x="141" y="27567"/>
                </a:lnTo>
                <a:lnTo>
                  <a:pt x="202" y="27849"/>
                </a:lnTo>
                <a:lnTo>
                  <a:pt x="262" y="28112"/>
                </a:lnTo>
                <a:lnTo>
                  <a:pt x="363" y="28394"/>
                </a:lnTo>
                <a:lnTo>
                  <a:pt x="444" y="28657"/>
                </a:lnTo>
                <a:lnTo>
                  <a:pt x="545" y="28899"/>
                </a:lnTo>
                <a:lnTo>
                  <a:pt x="666" y="29161"/>
                </a:lnTo>
                <a:lnTo>
                  <a:pt x="787" y="29403"/>
                </a:lnTo>
                <a:lnTo>
                  <a:pt x="928" y="29625"/>
                </a:lnTo>
                <a:lnTo>
                  <a:pt x="1070" y="29847"/>
                </a:lnTo>
                <a:lnTo>
                  <a:pt x="1231" y="30069"/>
                </a:lnTo>
                <a:lnTo>
                  <a:pt x="1393" y="30271"/>
                </a:lnTo>
                <a:lnTo>
                  <a:pt x="1574" y="30473"/>
                </a:lnTo>
                <a:lnTo>
                  <a:pt x="1756" y="30654"/>
                </a:lnTo>
                <a:lnTo>
                  <a:pt x="1958" y="30836"/>
                </a:lnTo>
                <a:lnTo>
                  <a:pt x="2159" y="31018"/>
                </a:lnTo>
                <a:lnTo>
                  <a:pt x="2543" y="31300"/>
                </a:lnTo>
                <a:lnTo>
                  <a:pt x="2967" y="31542"/>
                </a:lnTo>
                <a:lnTo>
                  <a:pt x="3390" y="31744"/>
                </a:lnTo>
                <a:lnTo>
                  <a:pt x="3854" y="31926"/>
                </a:lnTo>
                <a:lnTo>
                  <a:pt x="4339" y="32067"/>
                </a:lnTo>
                <a:lnTo>
                  <a:pt x="4843" y="32168"/>
                </a:lnTo>
                <a:lnTo>
                  <a:pt x="5348" y="32228"/>
                </a:lnTo>
                <a:lnTo>
                  <a:pt x="5893" y="32249"/>
                </a:lnTo>
                <a:lnTo>
                  <a:pt x="5933" y="32249"/>
                </a:lnTo>
                <a:lnTo>
                  <a:pt x="6438" y="32228"/>
                </a:lnTo>
                <a:lnTo>
                  <a:pt x="6922" y="32188"/>
                </a:lnTo>
                <a:lnTo>
                  <a:pt x="7426" y="32107"/>
                </a:lnTo>
                <a:lnTo>
                  <a:pt x="7911" y="31986"/>
                </a:lnTo>
                <a:lnTo>
                  <a:pt x="8395" y="31845"/>
                </a:lnTo>
                <a:lnTo>
                  <a:pt x="8879" y="31663"/>
                </a:lnTo>
                <a:lnTo>
                  <a:pt x="9343" y="31462"/>
                </a:lnTo>
                <a:lnTo>
                  <a:pt x="9787" y="31219"/>
                </a:lnTo>
                <a:lnTo>
                  <a:pt x="10211" y="30977"/>
                </a:lnTo>
                <a:lnTo>
                  <a:pt x="10635" y="30695"/>
                </a:lnTo>
                <a:lnTo>
                  <a:pt x="11039" y="30392"/>
                </a:lnTo>
                <a:lnTo>
                  <a:pt x="11442" y="30089"/>
                </a:lnTo>
                <a:lnTo>
                  <a:pt x="12209" y="29444"/>
                </a:lnTo>
                <a:lnTo>
                  <a:pt x="12956" y="28778"/>
                </a:lnTo>
                <a:lnTo>
                  <a:pt x="13480" y="28314"/>
                </a:lnTo>
                <a:lnTo>
                  <a:pt x="14005" y="27849"/>
                </a:lnTo>
                <a:lnTo>
                  <a:pt x="14550" y="27405"/>
                </a:lnTo>
                <a:lnTo>
                  <a:pt x="15115" y="26961"/>
                </a:lnTo>
                <a:lnTo>
                  <a:pt x="15559" y="26659"/>
                </a:lnTo>
                <a:lnTo>
                  <a:pt x="16023" y="26356"/>
                </a:lnTo>
                <a:lnTo>
                  <a:pt x="16507" y="26074"/>
                </a:lnTo>
                <a:lnTo>
                  <a:pt x="16992" y="25811"/>
                </a:lnTo>
                <a:lnTo>
                  <a:pt x="17960" y="25307"/>
                </a:lnTo>
                <a:lnTo>
                  <a:pt x="18949" y="24822"/>
                </a:lnTo>
                <a:lnTo>
                  <a:pt x="19918" y="24338"/>
                </a:lnTo>
                <a:lnTo>
                  <a:pt x="20886" y="23834"/>
                </a:lnTo>
                <a:lnTo>
                  <a:pt x="21351" y="23571"/>
                </a:lnTo>
                <a:lnTo>
                  <a:pt x="21835" y="23309"/>
                </a:lnTo>
                <a:lnTo>
                  <a:pt x="22299" y="23006"/>
                </a:lnTo>
                <a:lnTo>
                  <a:pt x="22743" y="22703"/>
                </a:lnTo>
                <a:lnTo>
                  <a:pt x="23227" y="22340"/>
                </a:lnTo>
                <a:lnTo>
                  <a:pt x="23691" y="21957"/>
                </a:lnTo>
                <a:lnTo>
                  <a:pt x="24135" y="21553"/>
                </a:lnTo>
                <a:lnTo>
                  <a:pt x="24559" y="21129"/>
                </a:lnTo>
                <a:lnTo>
                  <a:pt x="24983" y="20685"/>
                </a:lnTo>
                <a:lnTo>
                  <a:pt x="25366" y="20221"/>
                </a:lnTo>
                <a:lnTo>
                  <a:pt x="25750" y="19737"/>
                </a:lnTo>
                <a:lnTo>
                  <a:pt x="26093" y="19232"/>
                </a:lnTo>
                <a:lnTo>
                  <a:pt x="26436" y="18728"/>
                </a:lnTo>
                <a:lnTo>
                  <a:pt x="26739" y="18183"/>
                </a:lnTo>
                <a:lnTo>
                  <a:pt x="27021" y="17638"/>
                </a:lnTo>
                <a:lnTo>
                  <a:pt x="27304" y="17093"/>
                </a:lnTo>
                <a:lnTo>
                  <a:pt x="27546" y="16528"/>
                </a:lnTo>
                <a:lnTo>
                  <a:pt x="27748" y="15943"/>
                </a:lnTo>
                <a:lnTo>
                  <a:pt x="27949" y="15358"/>
                </a:lnTo>
                <a:lnTo>
                  <a:pt x="28111" y="14752"/>
                </a:lnTo>
                <a:lnTo>
                  <a:pt x="28252" y="14167"/>
                </a:lnTo>
                <a:lnTo>
                  <a:pt x="28353" y="13582"/>
                </a:lnTo>
                <a:lnTo>
                  <a:pt x="28454" y="12977"/>
                </a:lnTo>
                <a:lnTo>
                  <a:pt x="28514" y="12391"/>
                </a:lnTo>
                <a:lnTo>
                  <a:pt x="28555" y="11786"/>
                </a:lnTo>
                <a:lnTo>
                  <a:pt x="28555" y="11181"/>
                </a:lnTo>
                <a:lnTo>
                  <a:pt x="28555" y="10555"/>
                </a:lnTo>
                <a:lnTo>
                  <a:pt x="28514" y="9950"/>
                </a:lnTo>
                <a:lnTo>
                  <a:pt x="28454" y="9344"/>
                </a:lnTo>
                <a:lnTo>
                  <a:pt x="28373" y="8739"/>
                </a:lnTo>
                <a:lnTo>
                  <a:pt x="28272" y="8133"/>
                </a:lnTo>
                <a:lnTo>
                  <a:pt x="28151" y="7528"/>
                </a:lnTo>
                <a:lnTo>
                  <a:pt x="27990" y="6923"/>
                </a:lnTo>
                <a:lnTo>
                  <a:pt x="27828" y="6337"/>
                </a:lnTo>
                <a:lnTo>
                  <a:pt x="27627" y="5752"/>
                </a:lnTo>
                <a:lnTo>
                  <a:pt x="27405" y="5167"/>
                </a:lnTo>
                <a:lnTo>
                  <a:pt x="27142" y="4541"/>
                </a:lnTo>
                <a:lnTo>
                  <a:pt x="26860" y="3976"/>
                </a:lnTo>
                <a:lnTo>
                  <a:pt x="26557" y="3452"/>
                </a:lnTo>
                <a:lnTo>
                  <a:pt x="26234" y="2947"/>
                </a:lnTo>
                <a:lnTo>
                  <a:pt x="25911" y="2503"/>
                </a:lnTo>
                <a:lnTo>
                  <a:pt x="25548" y="2100"/>
                </a:lnTo>
                <a:lnTo>
                  <a:pt x="25185" y="1716"/>
                </a:lnTo>
                <a:lnTo>
                  <a:pt x="24801" y="1393"/>
                </a:lnTo>
                <a:lnTo>
                  <a:pt x="24438" y="1111"/>
                </a:lnTo>
                <a:lnTo>
                  <a:pt x="24055" y="889"/>
                </a:lnTo>
                <a:lnTo>
                  <a:pt x="23651" y="667"/>
                </a:lnTo>
                <a:lnTo>
                  <a:pt x="23227" y="485"/>
                </a:lnTo>
                <a:lnTo>
                  <a:pt x="22783" y="344"/>
                </a:lnTo>
                <a:lnTo>
                  <a:pt x="22339" y="223"/>
                </a:lnTo>
                <a:lnTo>
                  <a:pt x="21895" y="122"/>
                </a:lnTo>
                <a:lnTo>
                  <a:pt x="21411" y="61"/>
                </a:lnTo>
                <a:lnTo>
                  <a:pt x="20947" y="21"/>
                </a:lnTo>
                <a:lnTo>
                  <a:pt x="20483" y="1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11" name="Google Shape;2211;p27"/>
          <p:cNvSpPr/>
          <p:nvPr/>
        </p:nvSpPr>
        <p:spPr>
          <a:xfrm flipH="1" rot="10800000">
            <a:off x="-890559" y="-202382"/>
            <a:ext cx="1395619" cy="1650669"/>
          </a:xfrm>
          <a:custGeom>
            <a:rect b="b" l="l" r="r" t="t"/>
            <a:pathLst>
              <a:path extrusionOk="0" h="29525" w="24963">
                <a:moveTo>
                  <a:pt x="18727" y="81"/>
                </a:moveTo>
                <a:lnTo>
                  <a:pt x="19211" y="102"/>
                </a:lnTo>
                <a:lnTo>
                  <a:pt x="19514" y="142"/>
                </a:lnTo>
                <a:lnTo>
                  <a:pt x="19837" y="223"/>
                </a:lnTo>
                <a:lnTo>
                  <a:pt x="20140" y="303"/>
                </a:lnTo>
                <a:lnTo>
                  <a:pt x="20442" y="404"/>
                </a:lnTo>
                <a:lnTo>
                  <a:pt x="20745" y="525"/>
                </a:lnTo>
                <a:lnTo>
                  <a:pt x="21048" y="667"/>
                </a:lnTo>
                <a:lnTo>
                  <a:pt x="21330" y="828"/>
                </a:lnTo>
                <a:lnTo>
                  <a:pt x="21613" y="1010"/>
                </a:lnTo>
                <a:lnTo>
                  <a:pt x="21895" y="1212"/>
                </a:lnTo>
                <a:lnTo>
                  <a:pt x="22158" y="1413"/>
                </a:lnTo>
                <a:lnTo>
                  <a:pt x="22420" y="1655"/>
                </a:lnTo>
                <a:lnTo>
                  <a:pt x="22662" y="1898"/>
                </a:lnTo>
                <a:lnTo>
                  <a:pt x="22904" y="2160"/>
                </a:lnTo>
                <a:lnTo>
                  <a:pt x="23126" y="2443"/>
                </a:lnTo>
                <a:lnTo>
                  <a:pt x="23328" y="2725"/>
                </a:lnTo>
                <a:lnTo>
                  <a:pt x="23530" y="3028"/>
                </a:lnTo>
                <a:lnTo>
                  <a:pt x="23691" y="3290"/>
                </a:lnTo>
                <a:lnTo>
                  <a:pt x="23833" y="3573"/>
                </a:lnTo>
                <a:lnTo>
                  <a:pt x="24095" y="4138"/>
                </a:lnTo>
                <a:lnTo>
                  <a:pt x="24317" y="4723"/>
                </a:lnTo>
                <a:lnTo>
                  <a:pt x="24499" y="5369"/>
                </a:lnTo>
                <a:lnTo>
                  <a:pt x="24660" y="6035"/>
                </a:lnTo>
                <a:lnTo>
                  <a:pt x="24761" y="6721"/>
                </a:lnTo>
                <a:lnTo>
                  <a:pt x="24842" y="7467"/>
                </a:lnTo>
                <a:lnTo>
                  <a:pt x="24882" y="8214"/>
                </a:lnTo>
                <a:lnTo>
                  <a:pt x="24882" y="8880"/>
                </a:lnTo>
                <a:lnTo>
                  <a:pt x="24862" y="9546"/>
                </a:lnTo>
                <a:lnTo>
                  <a:pt x="24822" y="10232"/>
                </a:lnTo>
                <a:lnTo>
                  <a:pt x="24761" y="10938"/>
                </a:lnTo>
                <a:lnTo>
                  <a:pt x="24660" y="11665"/>
                </a:lnTo>
                <a:lnTo>
                  <a:pt x="24539" y="12411"/>
                </a:lnTo>
                <a:lnTo>
                  <a:pt x="24398" y="13178"/>
                </a:lnTo>
                <a:lnTo>
                  <a:pt x="24216" y="13986"/>
                </a:lnTo>
                <a:lnTo>
                  <a:pt x="23994" y="14853"/>
                </a:lnTo>
                <a:lnTo>
                  <a:pt x="23873" y="15297"/>
                </a:lnTo>
                <a:lnTo>
                  <a:pt x="23732" y="15721"/>
                </a:lnTo>
                <a:lnTo>
                  <a:pt x="23570" y="16145"/>
                </a:lnTo>
                <a:lnTo>
                  <a:pt x="23369" y="16569"/>
                </a:lnTo>
                <a:lnTo>
                  <a:pt x="23167" y="16972"/>
                </a:lnTo>
                <a:lnTo>
                  <a:pt x="22925" y="17356"/>
                </a:lnTo>
                <a:lnTo>
                  <a:pt x="22682" y="17658"/>
                </a:lnTo>
                <a:lnTo>
                  <a:pt x="22440" y="17961"/>
                </a:lnTo>
                <a:lnTo>
                  <a:pt x="22158" y="18244"/>
                </a:lnTo>
                <a:lnTo>
                  <a:pt x="21875" y="18506"/>
                </a:lnTo>
                <a:lnTo>
                  <a:pt x="21573" y="18748"/>
                </a:lnTo>
                <a:lnTo>
                  <a:pt x="21270" y="18990"/>
                </a:lnTo>
                <a:lnTo>
                  <a:pt x="20947" y="19212"/>
                </a:lnTo>
                <a:lnTo>
                  <a:pt x="20604" y="19414"/>
                </a:lnTo>
                <a:lnTo>
                  <a:pt x="20261" y="19616"/>
                </a:lnTo>
                <a:lnTo>
                  <a:pt x="19918" y="19818"/>
                </a:lnTo>
                <a:lnTo>
                  <a:pt x="19211" y="20181"/>
                </a:lnTo>
                <a:lnTo>
                  <a:pt x="18465" y="20524"/>
                </a:lnTo>
                <a:lnTo>
                  <a:pt x="17738" y="20847"/>
                </a:lnTo>
                <a:lnTo>
                  <a:pt x="17133" y="21109"/>
                </a:lnTo>
                <a:lnTo>
                  <a:pt x="16245" y="21513"/>
                </a:lnTo>
                <a:lnTo>
                  <a:pt x="15418" y="21916"/>
                </a:lnTo>
                <a:lnTo>
                  <a:pt x="14651" y="22340"/>
                </a:lnTo>
                <a:lnTo>
                  <a:pt x="13924" y="22744"/>
                </a:lnTo>
                <a:lnTo>
                  <a:pt x="13258" y="23167"/>
                </a:lnTo>
                <a:lnTo>
                  <a:pt x="12633" y="23611"/>
                </a:lnTo>
                <a:lnTo>
                  <a:pt x="12048" y="24055"/>
                </a:lnTo>
                <a:lnTo>
                  <a:pt x="11503" y="24520"/>
                </a:lnTo>
                <a:lnTo>
                  <a:pt x="11099" y="24883"/>
                </a:lnTo>
                <a:lnTo>
                  <a:pt x="10695" y="25246"/>
                </a:lnTo>
                <a:lnTo>
                  <a:pt x="9949" y="26013"/>
                </a:lnTo>
                <a:lnTo>
                  <a:pt x="9323" y="26638"/>
                </a:lnTo>
                <a:lnTo>
                  <a:pt x="8698" y="27244"/>
                </a:lnTo>
                <a:lnTo>
                  <a:pt x="8355" y="27526"/>
                </a:lnTo>
                <a:lnTo>
                  <a:pt x="8032" y="27809"/>
                </a:lnTo>
                <a:lnTo>
                  <a:pt x="7668" y="28091"/>
                </a:lnTo>
                <a:lnTo>
                  <a:pt x="7325" y="28334"/>
                </a:lnTo>
                <a:lnTo>
                  <a:pt x="6902" y="28596"/>
                </a:lnTo>
                <a:lnTo>
                  <a:pt x="6498" y="28818"/>
                </a:lnTo>
                <a:lnTo>
                  <a:pt x="6094" y="29000"/>
                </a:lnTo>
                <a:lnTo>
                  <a:pt x="5711" y="29141"/>
                </a:lnTo>
                <a:lnTo>
                  <a:pt x="5328" y="29262"/>
                </a:lnTo>
                <a:lnTo>
                  <a:pt x="4964" y="29343"/>
                </a:lnTo>
                <a:lnTo>
                  <a:pt x="4601" y="29403"/>
                </a:lnTo>
                <a:lnTo>
                  <a:pt x="4238" y="29423"/>
                </a:lnTo>
                <a:lnTo>
                  <a:pt x="3915" y="29423"/>
                </a:lnTo>
                <a:lnTo>
                  <a:pt x="3592" y="29403"/>
                </a:lnTo>
                <a:lnTo>
                  <a:pt x="3289" y="29363"/>
                </a:lnTo>
                <a:lnTo>
                  <a:pt x="2987" y="29302"/>
                </a:lnTo>
                <a:lnTo>
                  <a:pt x="2724" y="29221"/>
                </a:lnTo>
                <a:lnTo>
                  <a:pt x="2462" y="29121"/>
                </a:lnTo>
                <a:lnTo>
                  <a:pt x="2240" y="29020"/>
                </a:lnTo>
                <a:lnTo>
                  <a:pt x="2018" y="28899"/>
                </a:lnTo>
                <a:lnTo>
                  <a:pt x="1715" y="28677"/>
                </a:lnTo>
                <a:lnTo>
                  <a:pt x="1433" y="28414"/>
                </a:lnTo>
                <a:lnTo>
                  <a:pt x="1170" y="28132"/>
                </a:lnTo>
                <a:lnTo>
                  <a:pt x="928" y="27809"/>
                </a:lnTo>
                <a:lnTo>
                  <a:pt x="706" y="27446"/>
                </a:lnTo>
                <a:lnTo>
                  <a:pt x="525" y="27062"/>
                </a:lnTo>
                <a:lnTo>
                  <a:pt x="363" y="26659"/>
                </a:lnTo>
                <a:lnTo>
                  <a:pt x="242" y="26235"/>
                </a:lnTo>
                <a:lnTo>
                  <a:pt x="182" y="25952"/>
                </a:lnTo>
                <a:lnTo>
                  <a:pt x="121" y="25670"/>
                </a:lnTo>
                <a:lnTo>
                  <a:pt x="101" y="25387"/>
                </a:lnTo>
                <a:lnTo>
                  <a:pt x="81" y="25105"/>
                </a:lnTo>
                <a:lnTo>
                  <a:pt x="81" y="24802"/>
                </a:lnTo>
                <a:lnTo>
                  <a:pt x="81" y="24520"/>
                </a:lnTo>
                <a:lnTo>
                  <a:pt x="101" y="24237"/>
                </a:lnTo>
                <a:lnTo>
                  <a:pt x="141" y="23954"/>
                </a:lnTo>
                <a:lnTo>
                  <a:pt x="202" y="23672"/>
                </a:lnTo>
                <a:lnTo>
                  <a:pt x="262" y="23389"/>
                </a:lnTo>
                <a:lnTo>
                  <a:pt x="343" y="23107"/>
                </a:lnTo>
                <a:lnTo>
                  <a:pt x="424" y="22824"/>
                </a:lnTo>
                <a:lnTo>
                  <a:pt x="545" y="22562"/>
                </a:lnTo>
                <a:lnTo>
                  <a:pt x="666" y="22300"/>
                </a:lnTo>
                <a:lnTo>
                  <a:pt x="787" y="22037"/>
                </a:lnTo>
                <a:lnTo>
                  <a:pt x="928" y="21795"/>
                </a:lnTo>
                <a:lnTo>
                  <a:pt x="1211" y="21392"/>
                </a:lnTo>
                <a:lnTo>
                  <a:pt x="1514" y="21008"/>
                </a:lnTo>
                <a:lnTo>
                  <a:pt x="1836" y="20645"/>
                </a:lnTo>
                <a:lnTo>
                  <a:pt x="2200" y="20302"/>
                </a:lnTo>
                <a:lnTo>
                  <a:pt x="2563" y="19959"/>
                </a:lnTo>
                <a:lnTo>
                  <a:pt x="2926" y="19656"/>
                </a:lnTo>
                <a:lnTo>
                  <a:pt x="3693" y="19071"/>
                </a:lnTo>
                <a:lnTo>
                  <a:pt x="4238" y="18687"/>
                </a:lnTo>
                <a:lnTo>
                  <a:pt x="4803" y="18304"/>
                </a:lnTo>
                <a:lnTo>
                  <a:pt x="5368" y="17921"/>
                </a:lnTo>
                <a:lnTo>
                  <a:pt x="5953" y="17557"/>
                </a:lnTo>
                <a:lnTo>
                  <a:pt x="6518" y="17194"/>
                </a:lnTo>
                <a:lnTo>
                  <a:pt x="7124" y="16851"/>
                </a:lnTo>
                <a:lnTo>
                  <a:pt x="7709" y="16528"/>
                </a:lnTo>
                <a:lnTo>
                  <a:pt x="8314" y="16205"/>
                </a:lnTo>
                <a:lnTo>
                  <a:pt x="8556" y="16084"/>
                </a:lnTo>
                <a:lnTo>
                  <a:pt x="9162" y="15761"/>
                </a:lnTo>
                <a:lnTo>
                  <a:pt x="9464" y="15580"/>
                </a:lnTo>
                <a:lnTo>
                  <a:pt x="9767" y="15398"/>
                </a:lnTo>
                <a:lnTo>
                  <a:pt x="10050" y="15196"/>
                </a:lnTo>
                <a:lnTo>
                  <a:pt x="10312" y="14995"/>
                </a:lnTo>
                <a:lnTo>
                  <a:pt x="10574" y="14752"/>
                </a:lnTo>
                <a:lnTo>
                  <a:pt x="10796" y="14490"/>
                </a:lnTo>
                <a:lnTo>
                  <a:pt x="10938" y="14308"/>
                </a:lnTo>
                <a:lnTo>
                  <a:pt x="11059" y="14107"/>
                </a:lnTo>
                <a:lnTo>
                  <a:pt x="11180" y="13905"/>
                </a:lnTo>
                <a:lnTo>
                  <a:pt x="11281" y="13683"/>
                </a:lnTo>
                <a:lnTo>
                  <a:pt x="11482" y="13219"/>
                </a:lnTo>
                <a:lnTo>
                  <a:pt x="11624" y="12755"/>
                </a:lnTo>
                <a:lnTo>
                  <a:pt x="11745" y="12270"/>
                </a:lnTo>
                <a:lnTo>
                  <a:pt x="11846" y="11766"/>
                </a:lnTo>
                <a:lnTo>
                  <a:pt x="11926" y="11261"/>
                </a:lnTo>
                <a:lnTo>
                  <a:pt x="11987" y="10777"/>
                </a:lnTo>
                <a:lnTo>
                  <a:pt x="12088" y="9889"/>
                </a:lnTo>
                <a:lnTo>
                  <a:pt x="12169" y="9001"/>
                </a:lnTo>
                <a:lnTo>
                  <a:pt x="12229" y="8153"/>
                </a:lnTo>
                <a:lnTo>
                  <a:pt x="12330" y="7286"/>
                </a:lnTo>
                <a:lnTo>
                  <a:pt x="12451" y="6438"/>
                </a:lnTo>
                <a:lnTo>
                  <a:pt x="12532" y="6014"/>
                </a:lnTo>
                <a:lnTo>
                  <a:pt x="12633" y="5591"/>
                </a:lnTo>
                <a:lnTo>
                  <a:pt x="12814" y="5005"/>
                </a:lnTo>
                <a:lnTo>
                  <a:pt x="13016" y="4420"/>
                </a:lnTo>
                <a:lnTo>
                  <a:pt x="13258" y="3875"/>
                </a:lnTo>
                <a:lnTo>
                  <a:pt x="13541" y="3351"/>
                </a:lnTo>
                <a:lnTo>
                  <a:pt x="13844" y="2866"/>
                </a:lnTo>
                <a:lnTo>
                  <a:pt x="14187" y="2422"/>
                </a:lnTo>
                <a:lnTo>
                  <a:pt x="14550" y="1999"/>
                </a:lnTo>
                <a:lnTo>
                  <a:pt x="14933" y="1615"/>
                </a:lnTo>
                <a:lnTo>
                  <a:pt x="15135" y="1434"/>
                </a:lnTo>
                <a:lnTo>
                  <a:pt x="15357" y="1272"/>
                </a:lnTo>
                <a:lnTo>
                  <a:pt x="15801" y="949"/>
                </a:lnTo>
                <a:lnTo>
                  <a:pt x="16265" y="707"/>
                </a:lnTo>
                <a:lnTo>
                  <a:pt x="16729" y="485"/>
                </a:lnTo>
                <a:lnTo>
                  <a:pt x="17234" y="303"/>
                </a:lnTo>
                <a:lnTo>
                  <a:pt x="17738" y="182"/>
                </a:lnTo>
                <a:lnTo>
                  <a:pt x="17980" y="142"/>
                </a:lnTo>
                <a:lnTo>
                  <a:pt x="18223" y="102"/>
                </a:lnTo>
                <a:lnTo>
                  <a:pt x="18485" y="81"/>
                </a:lnTo>
                <a:close/>
                <a:moveTo>
                  <a:pt x="18646" y="1"/>
                </a:moveTo>
                <a:lnTo>
                  <a:pt x="18364" y="21"/>
                </a:lnTo>
                <a:lnTo>
                  <a:pt x="18081" y="41"/>
                </a:lnTo>
                <a:lnTo>
                  <a:pt x="17799" y="81"/>
                </a:lnTo>
                <a:lnTo>
                  <a:pt x="17516" y="142"/>
                </a:lnTo>
                <a:lnTo>
                  <a:pt x="17234" y="223"/>
                </a:lnTo>
                <a:lnTo>
                  <a:pt x="16951" y="324"/>
                </a:lnTo>
                <a:lnTo>
                  <a:pt x="16669" y="425"/>
                </a:lnTo>
                <a:lnTo>
                  <a:pt x="16406" y="546"/>
                </a:lnTo>
                <a:lnTo>
                  <a:pt x="16124" y="667"/>
                </a:lnTo>
                <a:lnTo>
                  <a:pt x="15862" y="828"/>
                </a:lnTo>
                <a:lnTo>
                  <a:pt x="15599" y="990"/>
                </a:lnTo>
                <a:lnTo>
                  <a:pt x="15357" y="1151"/>
                </a:lnTo>
                <a:lnTo>
                  <a:pt x="15115" y="1353"/>
                </a:lnTo>
                <a:lnTo>
                  <a:pt x="14873" y="1555"/>
                </a:lnTo>
                <a:lnTo>
                  <a:pt x="14489" y="1938"/>
                </a:lnTo>
                <a:lnTo>
                  <a:pt x="14126" y="2362"/>
                </a:lnTo>
                <a:lnTo>
                  <a:pt x="13783" y="2826"/>
                </a:lnTo>
                <a:lnTo>
                  <a:pt x="13460" y="3310"/>
                </a:lnTo>
                <a:lnTo>
                  <a:pt x="13198" y="3835"/>
                </a:lnTo>
                <a:lnTo>
                  <a:pt x="12956" y="4400"/>
                </a:lnTo>
                <a:lnTo>
                  <a:pt x="12734" y="4965"/>
                </a:lnTo>
                <a:lnTo>
                  <a:pt x="12552" y="5570"/>
                </a:lnTo>
                <a:lnTo>
                  <a:pt x="12471" y="5994"/>
                </a:lnTo>
                <a:lnTo>
                  <a:pt x="12370" y="6418"/>
                </a:lnTo>
                <a:lnTo>
                  <a:pt x="12310" y="6842"/>
                </a:lnTo>
                <a:lnTo>
                  <a:pt x="12249" y="7286"/>
                </a:lnTo>
                <a:lnTo>
                  <a:pt x="12148" y="8133"/>
                </a:lnTo>
                <a:lnTo>
                  <a:pt x="12088" y="9001"/>
                </a:lnTo>
                <a:lnTo>
                  <a:pt x="12007" y="9889"/>
                </a:lnTo>
                <a:lnTo>
                  <a:pt x="11906" y="10777"/>
                </a:lnTo>
                <a:lnTo>
                  <a:pt x="11846" y="11261"/>
                </a:lnTo>
                <a:lnTo>
                  <a:pt x="11765" y="11746"/>
                </a:lnTo>
                <a:lnTo>
                  <a:pt x="11664" y="12230"/>
                </a:lnTo>
                <a:lnTo>
                  <a:pt x="11543" y="12714"/>
                </a:lnTo>
                <a:lnTo>
                  <a:pt x="11402" y="13198"/>
                </a:lnTo>
                <a:lnTo>
                  <a:pt x="11220" y="13642"/>
                </a:lnTo>
                <a:lnTo>
                  <a:pt x="11119" y="13844"/>
                </a:lnTo>
                <a:lnTo>
                  <a:pt x="10998" y="14066"/>
                </a:lnTo>
                <a:lnTo>
                  <a:pt x="10877" y="14248"/>
                </a:lnTo>
                <a:lnTo>
                  <a:pt x="10736" y="14450"/>
                </a:lnTo>
                <a:lnTo>
                  <a:pt x="10514" y="14692"/>
                </a:lnTo>
                <a:lnTo>
                  <a:pt x="10272" y="14934"/>
                </a:lnTo>
                <a:lnTo>
                  <a:pt x="9989" y="15136"/>
                </a:lnTo>
                <a:lnTo>
                  <a:pt x="9707" y="15338"/>
                </a:lnTo>
                <a:lnTo>
                  <a:pt x="9424" y="15519"/>
                </a:lnTo>
                <a:lnTo>
                  <a:pt x="9121" y="15681"/>
                </a:lnTo>
                <a:lnTo>
                  <a:pt x="8516" y="16004"/>
                </a:lnTo>
                <a:lnTo>
                  <a:pt x="8274" y="16145"/>
                </a:lnTo>
                <a:lnTo>
                  <a:pt x="7668" y="16447"/>
                </a:lnTo>
                <a:lnTo>
                  <a:pt x="7083" y="16791"/>
                </a:lnTo>
                <a:lnTo>
                  <a:pt x="6478" y="17134"/>
                </a:lnTo>
                <a:lnTo>
                  <a:pt x="5913" y="17497"/>
                </a:lnTo>
                <a:lnTo>
                  <a:pt x="5328" y="17860"/>
                </a:lnTo>
                <a:lnTo>
                  <a:pt x="4763" y="18223"/>
                </a:lnTo>
                <a:lnTo>
                  <a:pt x="4198" y="18607"/>
                </a:lnTo>
                <a:lnTo>
                  <a:pt x="3653" y="19010"/>
                </a:lnTo>
                <a:lnTo>
                  <a:pt x="2866" y="19596"/>
                </a:lnTo>
                <a:lnTo>
                  <a:pt x="2502" y="19918"/>
                </a:lnTo>
                <a:lnTo>
                  <a:pt x="2139" y="20241"/>
                </a:lnTo>
                <a:lnTo>
                  <a:pt x="1776" y="20584"/>
                </a:lnTo>
                <a:lnTo>
                  <a:pt x="1453" y="20948"/>
                </a:lnTo>
                <a:lnTo>
                  <a:pt x="1150" y="21331"/>
                </a:lnTo>
                <a:lnTo>
                  <a:pt x="868" y="21755"/>
                </a:lnTo>
                <a:lnTo>
                  <a:pt x="727" y="21997"/>
                </a:lnTo>
                <a:lnTo>
                  <a:pt x="585" y="22259"/>
                </a:lnTo>
                <a:lnTo>
                  <a:pt x="464" y="22542"/>
                </a:lnTo>
                <a:lnTo>
                  <a:pt x="363" y="22804"/>
                </a:lnTo>
                <a:lnTo>
                  <a:pt x="262" y="23087"/>
                </a:lnTo>
                <a:lnTo>
                  <a:pt x="182" y="23369"/>
                </a:lnTo>
                <a:lnTo>
                  <a:pt x="121" y="23652"/>
                </a:lnTo>
                <a:lnTo>
                  <a:pt x="61" y="23934"/>
                </a:lnTo>
                <a:lnTo>
                  <a:pt x="20" y="24217"/>
                </a:lnTo>
                <a:lnTo>
                  <a:pt x="0" y="24520"/>
                </a:lnTo>
                <a:lnTo>
                  <a:pt x="0" y="24802"/>
                </a:lnTo>
                <a:lnTo>
                  <a:pt x="0" y="25105"/>
                </a:lnTo>
                <a:lnTo>
                  <a:pt x="20" y="25387"/>
                </a:lnTo>
                <a:lnTo>
                  <a:pt x="61" y="25690"/>
                </a:lnTo>
                <a:lnTo>
                  <a:pt x="101" y="25972"/>
                </a:lnTo>
                <a:lnTo>
                  <a:pt x="161" y="26255"/>
                </a:lnTo>
                <a:lnTo>
                  <a:pt x="283" y="26699"/>
                </a:lnTo>
                <a:lnTo>
                  <a:pt x="444" y="27103"/>
                </a:lnTo>
                <a:lnTo>
                  <a:pt x="646" y="27486"/>
                </a:lnTo>
                <a:lnTo>
                  <a:pt x="848" y="27849"/>
                </a:lnTo>
                <a:lnTo>
                  <a:pt x="1110" y="28172"/>
                </a:lnTo>
                <a:lnTo>
                  <a:pt x="1372" y="28475"/>
                </a:lnTo>
                <a:lnTo>
                  <a:pt x="1675" y="28737"/>
                </a:lnTo>
                <a:lnTo>
                  <a:pt x="1978" y="28959"/>
                </a:lnTo>
                <a:lnTo>
                  <a:pt x="2220" y="29100"/>
                </a:lnTo>
                <a:lnTo>
                  <a:pt x="2462" y="29221"/>
                </a:lnTo>
                <a:lnTo>
                  <a:pt x="2704" y="29302"/>
                </a:lnTo>
                <a:lnTo>
                  <a:pt x="2967" y="29383"/>
                </a:lnTo>
                <a:lnTo>
                  <a:pt x="3209" y="29443"/>
                </a:lnTo>
                <a:lnTo>
                  <a:pt x="3471" y="29484"/>
                </a:lnTo>
                <a:lnTo>
                  <a:pt x="3733" y="29504"/>
                </a:lnTo>
                <a:lnTo>
                  <a:pt x="3996" y="29524"/>
                </a:lnTo>
                <a:lnTo>
                  <a:pt x="4460" y="29484"/>
                </a:lnTo>
                <a:lnTo>
                  <a:pt x="4904" y="29423"/>
                </a:lnTo>
                <a:lnTo>
                  <a:pt x="5368" y="29322"/>
                </a:lnTo>
                <a:lnTo>
                  <a:pt x="5812" y="29181"/>
                </a:lnTo>
                <a:lnTo>
                  <a:pt x="6236" y="29020"/>
                </a:lnTo>
                <a:lnTo>
                  <a:pt x="6639" y="28838"/>
                </a:lnTo>
                <a:lnTo>
                  <a:pt x="7003" y="28636"/>
                </a:lnTo>
                <a:lnTo>
                  <a:pt x="7366" y="28414"/>
                </a:lnTo>
                <a:lnTo>
                  <a:pt x="7729" y="28152"/>
                </a:lnTo>
                <a:lnTo>
                  <a:pt x="8072" y="27890"/>
                </a:lnTo>
                <a:lnTo>
                  <a:pt x="8415" y="27587"/>
                </a:lnTo>
                <a:lnTo>
                  <a:pt x="8738" y="27304"/>
                </a:lnTo>
                <a:lnTo>
                  <a:pt x="9384" y="26699"/>
                </a:lnTo>
                <a:lnTo>
                  <a:pt x="9989" y="26073"/>
                </a:lnTo>
                <a:lnTo>
                  <a:pt x="10756" y="25307"/>
                </a:lnTo>
                <a:lnTo>
                  <a:pt x="11139" y="24943"/>
                </a:lnTo>
                <a:lnTo>
                  <a:pt x="11543" y="24580"/>
                </a:lnTo>
                <a:lnTo>
                  <a:pt x="12108" y="24116"/>
                </a:lnTo>
                <a:lnTo>
                  <a:pt x="12693" y="23672"/>
                </a:lnTo>
                <a:lnTo>
                  <a:pt x="13299" y="23248"/>
                </a:lnTo>
                <a:lnTo>
                  <a:pt x="13985" y="22824"/>
                </a:lnTo>
                <a:lnTo>
                  <a:pt x="14691" y="22401"/>
                </a:lnTo>
                <a:lnTo>
                  <a:pt x="15458" y="21997"/>
                </a:lnTo>
                <a:lnTo>
                  <a:pt x="16285" y="21593"/>
                </a:lnTo>
                <a:lnTo>
                  <a:pt x="17173" y="21170"/>
                </a:lnTo>
                <a:lnTo>
                  <a:pt x="17758" y="20907"/>
                </a:lnTo>
                <a:lnTo>
                  <a:pt x="18505" y="20584"/>
                </a:lnTo>
                <a:lnTo>
                  <a:pt x="19252" y="20241"/>
                </a:lnTo>
                <a:lnTo>
                  <a:pt x="19958" y="19878"/>
                </a:lnTo>
                <a:lnTo>
                  <a:pt x="20321" y="19696"/>
                </a:lnTo>
                <a:lnTo>
                  <a:pt x="20664" y="19495"/>
                </a:lnTo>
                <a:lnTo>
                  <a:pt x="20987" y="19273"/>
                </a:lnTo>
                <a:lnTo>
                  <a:pt x="21330" y="19051"/>
                </a:lnTo>
                <a:lnTo>
                  <a:pt x="21633" y="18809"/>
                </a:lnTo>
                <a:lnTo>
                  <a:pt x="21936" y="18566"/>
                </a:lnTo>
                <a:lnTo>
                  <a:pt x="22218" y="18304"/>
                </a:lnTo>
                <a:lnTo>
                  <a:pt x="22501" y="18022"/>
                </a:lnTo>
                <a:lnTo>
                  <a:pt x="22743" y="17719"/>
                </a:lnTo>
                <a:lnTo>
                  <a:pt x="22985" y="17396"/>
                </a:lnTo>
                <a:lnTo>
                  <a:pt x="23227" y="17013"/>
                </a:lnTo>
                <a:lnTo>
                  <a:pt x="23449" y="16589"/>
                </a:lnTo>
                <a:lnTo>
                  <a:pt x="23631" y="16185"/>
                </a:lnTo>
                <a:lnTo>
                  <a:pt x="23792" y="15761"/>
                </a:lnTo>
                <a:lnTo>
                  <a:pt x="23954" y="15317"/>
                </a:lnTo>
                <a:lnTo>
                  <a:pt x="24075" y="14873"/>
                </a:lnTo>
                <a:lnTo>
                  <a:pt x="24297" y="14006"/>
                </a:lnTo>
                <a:lnTo>
                  <a:pt x="24478" y="13198"/>
                </a:lnTo>
                <a:lnTo>
                  <a:pt x="24620" y="12432"/>
                </a:lnTo>
                <a:lnTo>
                  <a:pt x="24741" y="11685"/>
                </a:lnTo>
                <a:lnTo>
                  <a:pt x="24842" y="10938"/>
                </a:lnTo>
                <a:lnTo>
                  <a:pt x="24902" y="10232"/>
                </a:lnTo>
                <a:lnTo>
                  <a:pt x="24943" y="9546"/>
                </a:lnTo>
                <a:lnTo>
                  <a:pt x="24963" y="8880"/>
                </a:lnTo>
                <a:lnTo>
                  <a:pt x="24963" y="8214"/>
                </a:lnTo>
                <a:lnTo>
                  <a:pt x="24922" y="7447"/>
                </a:lnTo>
                <a:lnTo>
                  <a:pt x="24842" y="6721"/>
                </a:lnTo>
                <a:lnTo>
                  <a:pt x="24741" y="6014"/>
                </a:lnTo>
                <a:lnTo>
                  <a:pt x="24579" y="5348"/>
                </a:lnTo>
                <a:lnTo>
                  <a:pt x="24398" y="4703"/>
                </a:lnTo>
                <a:lnTo>
                  <a:pt x="24156" y="4097"/>
                </a:lnTo>
                <a:lnTo>
                  <a:pt x="23893" y="3532"/>
                </a:lnTo>
                <a:lnTo>
                  <a:pt x="23752" y="3250"/>
                </a:lnTo>
                <a:lnTo>
                  <a:pt x="23591" y="2987"/>
                </a:lnTo>
                <a:lnTo>
                  <a:pt x="23389" y="2685"/>
                </a:lnTo>
                <a:lnTo>
                  <a:pt x="23187" y="2382"/>
                </a:lnTo>
                <a:lnTo>
                  <a:pt x="22965" y="2099"/>
                </a:lnTo>
                <a:lnTo>
                  <a:pt x="22723" y="1837"/>
                </a:lnTo>
                <a:lnTo>
                  <a:pt x="22460" y="1595"/>
                </a:lnTo>
                <a:lnTo>
                  <a:pt x="22218" y="1353"/>
                </a:lnTo>
                <a:lnTo>
                  <a:pt x="21936" y="1151"/>
                </a:lnTo>
                <a:lnTo>
                  <a:pt x="21653" y="949"/>
                </a:lnTo>
                <a:lnTo>
                  <a:pt x="21371" y="768"/>
                </a:lnTo>
                <a:lnTo>
                  <a:pt x="21088" y="606"/>
                </a:lnTo>
                <a:lnTo>
                  <a:pt x="20785" y="445"/>
                </a:lnTo>
                <a:lnTo>
                  <a:pt x="20483" y="324"/>
                </a:lnTo>
                <a:lnTo>
                  <a:pt x="20160" y="223"/>
                </a:lnTo>
                <a:lnTo>
                  <a:pt x="19857" y="142"/>
                </a:lnTo>
                <a:lnTo>
                  <a:pt x="19534" y="61"/>
                </a:lnTo>
                <a:lnTo>
                  <a:pt x="19211" y="21"/>
                </a:lnTo>
                <a:lnTo>
                  <a:pt x="18929" y="1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12" name="Google Shape;2212;p27"/>
          <p:cNvSpPr/>
          <p:nvPr/>
        </p:nvSpPr>
        <p:spPr>
          <a:xfrm flipH="1" rot="10800000">
            <a:off x="-789033" y="-90677"/>
            <a:ext cx="1193681" cy="1427263"/>
          </a:xfrm>
          <a:custGeom>
            <a:rect b="b" l="l" r="r" t="t"/>
            <a:pathLst>
              <a:path extrusionOk="0" h="25529" w="21351">
                <a:moveTo>
                  <a:pt x="16709" y="81"/>
                </a:moveTo>
                <a:lnTo>
                  <a:pt x="17052" y="122"/>
                </a:lnTo>
                <a:lnTo>
                  <a:pt x="17416" y="202"/>
                </a:lnTo>
                <a:lnTo>
                  <a:pt x="17759" y="303"/>
                </a:lnTo>
                <a:lnTo>
                  <a:pt x="18102" y="424"/>
                </a:lnTo>
                <a:lnTo>
                  <a:pt x="18445" y="586"/>
                </a:lnTo>
                <a:lnTo>
                  <a:pt x="18788" y="788"/>
                </a:lnTo>
                <a:lnTo>
                  <a:pt x="19111" y="1010"/>
                </a:lnTo>
                <a:lnTo>
                  <a:pt x="19434" y="1272"/>
                </a:lnTo>
                <a:lnTo>
                  <a:pt x="19736" y="1575"/>
                </a:lnTo>
                <a:lnTo>
                  <a:pt x="19999" y="1897"/>
                </a:lnTo>
                <a:lnTo>
                  <a:pt x="20261" y="2261"/>
                </a:lnTo>
                <a:lnTo>
                  <a:pt x="20483" y="2644"/>
                </a:lnTo>
                <a:lnTo>
                  <a:pt x="20644" y="2947"/>
                </a:lnTo>
                <a:lnTo>
                  <a:pt x="20766" y="3250"/>
                </a:lnTo>
                <a:lnTo>
                  <a:pt x="20887" y="3572"/>
                </a:lnTo>
                <a:lnTo>
                  <a:pt x="20987" y="3895"/>
                </a:lnTo>
                <a:lnTo>
                  <a:pt x="21068" y="4238"/>
                </a:lnTo>
                <a:lnTo>
                  <a:pt x="21149" y="4581"/>
                </a:lnTo>
                <a:lnTo>
                  <a:pt x="21209" y="4945"/>
                </a:lnTo>
                <a:lnTo>
                  <a:pt x="21250" y="5308"/>
                </a:lnTo>
                <a:lnTo>
                  <a:pt x="21270" y="5691"/>
                </a:lnTo>
                <a:lnTo>
                  <a:pt x="21270" y="6075"/>
                </a:lnTo>
                <a:lnTo>
                  <a:pt x="21270" y="6478"/>
                </a:lnTo>
                <a:lnTo>
                  <a:pt x="21250" y="6882"/>
                </a:lnTo>
                <a:lnTo>
                  <a:pt x="21230" y="7306"/>
                </a:lnTo>
                <a:lnTo>
                  <a:pt x="21169" y="7750"/>
                </a:lnTo>
                <a:lnTo>
                  <a:pt x="21109" y="8194"/>
                </a:lnTo>
                <a:lnTo>
                  <a:pt x="21028" y="8658"/>
                </a:lnTo>
                <a:lnTo>
                  <a:pt x="20947" y="9122"/>
                </a:lnTo>
                <a:lnTo>
                  <a:pt x="20846" y="9586"/>
                </a:lnTo>
                <a:lnTo>
                  <a:pt x="20725" y="10010"/>
                </a:lnTo>
                <a:lnTo>
                  <a:pt x="20604" y="10434"/>
                </a:lnTo>
                <a:lnTo>
                  <a:pt x="20483" y="10857"/>
                </a:lnTo>
                <a:lnTo>
                  <a:pt x="20342" y="11261"/>
                </a:lnTo>
                <a:lnTo>
                  <a:pt x="20180" y="11644"/>
                </a:lnTo>
                <a:lnTo>
                  <a:pt x="20019" y="12008"/>
                </a:lnTo>
                <a:lnTo>
                  <a:pt x="19857" y="12371"/>
                </a:lnTo>
                <a:lnTo>
                  <a:pt x="19676" y="12714"/>
                </a:lnTo>
                <a:lnTo>
                  <a:pt x="19474" y="13037"/>
                </a:lnTo>
                <a:lnTo>
                  <a:pt x="19272" y="13340"/>
                </a:lnTo>
                <a:lnTo>
                  <a:pt x="19070" y="13642"/>
                </a:lnTo>
                <a:lnTo>
                  <a:pt x="18848" y="13945"/>
                </a:lnTo>
                <a:lnTo>
                  <a:pt x="18606" y="14207"/>
                </a:lnTo>
                <a:lnTo>
                  <a:pt x="18364" y="14470"/>
                </a:lnTo>
                <a:lnTo>
                  <a:pt x="18142" y="14692"/>
                </a:lnTo>
                <a:lnTo>
                  <a:pt x="17920" y="14893"/>
                </a:lnTo>
                <a:lnTo>
                  <a:pt x="17436" y="15297"/>
                </a:lnTo>
                <a:lnTo>
                  <a:pt x="16931" y="15640"/>
                </a:lnTo>
                <a:lnTo>
                  <a:pt x="16386" y="15983"/>
                </a:lnTo>
                <a:lnTo>
                  <a:pt x="15842" y="16306"/>
                </a:lnTo>
                <a:lnTo>
                  <a:pt x="15297" y="16589"/>
                </a:lnTo>
                <a:lnTo>
                  <a:pt x="14187" y="17154"/>
                </a:lnTo>
                <a:lnTo>
                  <a:pt x="13481" y="17497"/>
                </a:lnTo>
                <a:lnTo>
                  <a:pt x="12774" y="17860"/>
                </a:lnTo>
                <a:lnTo>
                  <a:pt x="12088" y="18264"/>
                </a:lnTo>
                <a:lnTo>
                  <a:pt x="11422" y="18667"/>
                </a:lnTo>
                <a:lnTo>
                  <a:pt x="10958" y="18990"/>
                </a:lnTo>
                <a:lnTo>
                  <a:pt x="10494" y="19333"/>
                </a:lnTo>
                <a:lnTo>
                  <a:pt x="10070" y="19696"/>
                </a:lnTo>
                <a:lnTo>
                  <a:pt x="9646" y="20060"/>
                </a:lnTo>
                <a:lnTo>
                  <a:pt x="8799" y="20847"/>
                </a:lnTo>
                <a:lnTo>
                  <a:pt x="7992" y="21613"/>
                </a:lnTo>
                <a:lnTo>
                  <a:pt x="7205" y="22400"/>
                </a:lnTo>
                <a:lnTo>
                  <a:pt x="6377" y="23167"/>
                </a:lnTo>
                <a:lnTo>
                  <a:pt x="5953" y="23531"/>
                </a:lnTo>
                <a:lnTo>
                  <a:pt x="5509" y="23894"/>
                </a:lnTo>
                <a:lnTo>
                  <a:pt x="5065" y="24237"/>
                </a:lnTo>
                <a:lnTo>
                  <a:pt x="4601" y="24560"/>
                </a:lnTo>
                <a:lnTo>
                  <a:pt x="4178" y="24822"/>
                </a:lnTo>
                <a:lnTo>
                  <a:pt x="3935" y="24963"/>
                </a:lnTo>
                <a:lnTo>
                  <a:pt x="3673" y="25084"/>
                </a:lnTo>
                <a:lnTo>
                  <a:pt x="3411" y="25205"/>
                </a:lnTo>
                <a:lnTo>
                  <a:pt x="3148" y="25306"/>
                </a:lnTo>
                <a:lnTo>
                  <a:pt x="2866" y="25367"/>
                </a:lnTo>
                <a:lnTo>
                  <a:pt x="2563" y="25427"/>
                </a:lnTo>
                <a:lnTo>
                  <a:pt x="2260" y="25448"/>
                </a:lnTo>
                <a:lnTo>
                  <a:pt x="1978" y="25427"/>
                </a:lnTo>
                <a:lnTo>
                  <a:pt x="1695" y="25367"/>
                </a:lnTo>
                <a:lnTo>
                  <a:pt x="1433" y="25286"/>
                </a:lnTo>
                <a:lnTo>
                  <a:pt x="1171" y="25185"/>
                </a:lnTo>
                <a:lnTo>
                  <a:pt x="949" y="25044"/>
                </a:lnTo>
                <a:lnTo>
                  <a:pt x="747" y="24883"/>
                </a:lnTo>
                <a:lnTo>
                  <a:pt x="585" y="24701"/>
                </a:lnTo>
                <a:lnTo>
                  <a:pt x="424" y="24459"/>
                </a:lnTo>
                <a:lnTo>
                  <a:pt x="303" y="24196"/>
                </a:lnTo>
                <a:lnTo>
                  <a:pt x="222" y="23894"/>
                </a:lnTo>
                <a:lnTo>
                  <a:pt x="142" y="23551"/>
                </a:lnTo>
                <a:lnTo>
                  <a:pt x="101" y="23167"/>
                </a:lnTo>
                <a:lnTo>
                  <a:pt x="81" y="22784"/>
                </a:lnTo>
                <a:lnTo>
                  <a:pt x="101" y="22421"/>
                </a:lnTo>
                <a:lnTo>
                  <a:pt x="142" y="22037"/>
                </a:lnTo>
                <a:lnTo>
                  <a:pt x="202" y="21654"/>
                </a:lnTo>
                <a:lnTo>
                  <a:pt x="303" y="21291"/>
                </a:lnTo>
                <a:lnTo>
                  <a:pt x="424" y="20947"/>
                </a:lnTo>
                <a:lnTo>
                  <a:pt x="585" y="20584"/>
                </a:lnTo>
                <a:lnTo>
                  <a:pt x="727" y="20342"/>
                </a:lnTo>
                <a:lnTo>
                  <a:pt x="868" y="20080"/>
                </a:lnTo>
                <a:lnTo>
                  <a:pt x="1029" y="19838"/>
                </a:lnTo>
                <a:lnTo>
                  <a:pt x="1211" y="19616"/>
                </a:lnTo>
                <a:lnTo>
                  <a:pt x="1393" y="19373"/>
                </a:lnTo>
                <a:lnTo>
                  <a:pt x="1574" y="19172"/>
                </a:lnTo>
                <a:lnTo>
                  <a:pt x="1978" y="18768"/>
                </a:lnTo>
                <a:lnTo>
                  <a:pt x="2402" y="18385"/>
                </a:lnTo>
                <a:lnTo>
                  <a:pt x="2825" y="18042"/>
                </a:lnTo>
                <a:lnTo>
                  <a:pt x="3249" y="17739"/>
                </a:lnTo>
                <a:lnTo>
                  <a:pt x="3673" y="17456"/>
                </a:lnTo>
                <a:lnTo>
                  <a:pt x="4561" y="16871"/>
                </a:lnTo>
                <a:lnTo>
                  <a:pt x="5489" y="16306"/>
                </a:lnTo>
                <a:lnTo>
                  <a:pt x="6438" y="15761"/>
                </a:lnTo>
                <a:lnTo>
                  <a:pt x="7366" y="15257"/>
                </a:lnTo>
                <a:lnTo>
                  <a:pt x="7568" y="15136"/>
                </a:lnTo>
                <a:lnTo>
                  <a:pt x="8153" y="14793"/>
                </a:lnTo>
                <a:lnTo>
                  <a:pt x="8758" y="14429"/>
                </a:lnTo>
                <a:lnTo>
                  <a:pt x="9041" y="14228"/>
                </a:lnTo>
                <a:lnTo>
                  <a:pt x="9323" y="14026"/>
                </a:lnTo>
                <a:lnTo>
                  <a:pt x="9606" y="13804"/>
                </a:lnTo>
                <a:lnTo>
                  <a:pt x="9868" y="13541"/>
                </a:lnTo>
                <a:lnTo>
                  <a:pt x="10070" y="13340"/>
                </a:lnTo>
                <a:lnTo>
                  <a:pt x="10232" y="13138"/>
                </a:lnTo>
                <a:lnTo>
                  <a:pt x="10393" y="12916"/>
                </a:lnTo>
                <a:lnTo>
                  <a:pt x="10534" y="12694"/>
                </a:lnTo>
                <a:lnTo>
                  <a:pt x="10675" y="12452"/>
                </a:lnTo>
                <a:lnTo>
                  <a:pt x="10797" y="12210"/>
                </a:lnTo>
                <a:lnTo>
                  <a:pt x="10897" y="11967"/>
                </a:lnTo>
                <a:lnTo>
                  <a:pt x="10978" y="11725"/>
                </a:lnTo>
                <a:lnTo>
                  <a:pt x="11140" y="11221"/>
                </a:lnTo>
                <a:lnTo>
                  <a:pt x="11261" y="10716"/>
                </a:lnTo>
                <a:lnTo>
                  <a:pt x="11362" y="10191"/>
                </a:lnTo>
                <a:lnTo>
                  <a:pt x="11463" y="9647"/>
                </a:lnTo>
                <a:lnTo>
                  <a:pt x="11563" y="8839"/>
                </a:lnTo>
                <a:lnTo>
                  <a:pt x="11664" y="8012"/>
                </a:lnTo>
                <a:lnTo>
                  <a:pt x="11846" y="6599"/>
                </a:lnTo>
                <a:lnTo>
                  <a:pt x="11947" y="5893"/>
                </a:lnTo>
                <a:lnTo>
                  <a:pt x="12088" y="5187"/>
                </a:lnTo>
                <a:lnTo>
                  <a:pt x="12209" y="4682"/>
                </a:lnTo>
                <a:lnTo>
                  <a:pt x="12330" y="4218"/>
                </a:lnTo>
                <a:lnTo>
                  <a:pt x="12472" y="3754"/>
                </a:lnTo>
                <a:lnTo>
                  <a:pt x="12633" y="3330"/>
                </a:lnTo>
                <a:lnTo>
                  <a:pt x="12794" y="2947"/>
                </a:lnTo>
                <a:lnTo>
                  <a:pt x="12976" y="2563"/>
                </a:lnTo>
                <a:lnTo>
                  <a:pt x="13158" y="2220"/>
                </a:lnTo>
                <a:lnTo>
                  <a:pt x="13359" y="1897"/>
                </a:lnTo>
                <a:lnTo>
                  <a:pt x="13561" y="1615"/>
                </a:lnTo>
                <a:lnTo>
                  <a:pt x="13803" y="1332"/>
                </a:lnTo>
                <a:lnTo>
                  <a:pt x="14025" y="1090"/>
                </a:lnTo>
                <a:lnTo>
                  <a:pt x="14288" y="868"/>
                </a:lnTo>
                <a:lnTo>
                  <a:pt x="14550" y="687"/>
                </a:lnTo>
                <a:lnTo>
                  <a:pt x="14812" y="525"/>
                </a:lnTo>
                <a:lnTo>
                  <a:pt x="15115" y="364"/>
                </a:lnTo>
                <a:lnTo>
                  <a:pt x="15418" y="263"/>
                </a:lnTo>
                <a:lnTo>
                  <a:pt x="15721" y="162"/>
                </a:lnTo>
                <a:lnTo>
                  <a:pt x="16043" y="101"/>
                </a:lnTo>
                <a:lnTo>
                  <a:pt x="16366" y="81"/>
                </a:lnTo>
                <a:close/>
                <a:moveTo>
                  <a:pt x="16467" y="1"/>
                </a:moveTo>
                <a:lnTo>
                  <a:pt x="16104" y="21"/>
                </a:lnTo>
                <a:lnTo>
                  <a:pt x="15741" y="81"/>
                </a:lnTo>
                <a:lnTo>
                  <a:pt x="15377" y="182"/>
                </a:lnTo>
                <a:lnTo>
                  <a:pt x="15075" y="303"/>
                </a:lnTo>
                <a:lnTo>
                  <a:pt x="14792" y="445"/>
                </a:lnTo>
                <a:lnTo>
                  <a:pt x="14510" y="606"/>
                </a:lnTo>
                <a:lnTo>
                  <a:pt x="14227" y="808"/>
                </a:lnTo>
                <a:lnTo>
                  <a:pt x="13985" y="1030"/>
                </a:lnTo>
                <a:lnTo>
                  <a:pt x="13743" y="1272"/>
                </a:lnTo>
                <a:lnTo>
                  <a:pt x="13501" y="1554"/>
                </a:lnTo>
                <a:lnTo>
                  <a:pt x="13299" y="1857"/>
                </a:lnTo>
                <a:lnTo>
                  <a:pt x="13097" y="2180"/>
                </a:lnTo>
                <a:lnTo>
                  <a:pt x="12895" y="2523"/>
                </a:lnTo>
                <a:lnTo>
                  <a:pt x="12714" y="2906"/>
                </a:lnTo>
                <a:lnTo>
                  <a:pt x="12552" y="3310"/>
                </a:lnTo>
                <a:lnTo>
                  <a:pt x="12391" y="3734"/>
                </a:lnTo>
                <a:lnTo>
                  <a:pt x="12250" y="4178"/>
                </a:lnTo>
                <a:lnTo>
                  <a:pt x="12128" y="4662"/>
                </a:lnTo>
                <a:lnTo>
                  <a:pt x="12007" y="5187"/>
                </a:lnTo>
                <a:lnTo>
                  <a:pt x="11886" y="5873"/>
                </a:lnTo>
                <a:lnTo>
                  <a:pt x="11765" y="6599"/>
                </a:lnTo>
                <a:lnTo>
                  <a:pt x="11584" y="7992"/>
                </a:lnTo>
                <a:lnTo>
                  <a:pt x="11483" y="8819"/>
                </a:lnTo>
                <a:lnTo>
                  <a:pt x="11382" y="9647"/>
                </a:lnTo>
                <a:lnTo>
                  <a:pt x="11281" y="10171"/>
                </a:lnTo>
                <a:lnTo>
                  <a:pt x="11180" y="10696"/>
                </a:lnTo>
                <a:lnTo>
                  <a:pt x="11059" y="11200"/>
                </a:lnTo>
                <a:lnTo>
                  <a:pt x="10918" y="11705"/>
                </a:lnTo>
                <a:lnTo>
                  <a:pt x="10817" y="11947"/>
                </a:lnTo>
                <a:lnTo>
                  <a:pt x="10716" y="12169"/>
                </a:lnTo>
                <a:lnTo>
                  <a:pt x="10595" y="12411"/>
                </a:lnTo>
                <a:lnTo>
                  <a:pt x="10474" y="12633"/>
                </a:lnTo>
                <a:lnTo>
                  <a:pt x="10332" y="12855"/>
                </a:lnTo>
                <a:lnTo>
                  <a:pt x="10171" y="13077"/>
                </a:lnTo>
                <a:lnTo>
                  <a:pt x="10010" y="13279"/>
                </a:lnTo>
                <a:lnTo>
                  <a:pt x="9808" y="13501"/>
                </a:lnTo>
                <a:lnTo>
                  <a:pt x="9545" y="13743"/>
                </a:lnTo>
                <a:lnTo>
                  <a:pt x="9283" y="13965"/>
                </a:lnTo>
                <a:lnTo>
                  <a:pt x="9001" y="14167"/>
                </a:lnTo>
                <a:lnTo>
                  <a:pt x="8718" y="14369"/>
                </a:lnTo>
                <a:lnTo>
                  <a:pt x="8113" y="14732"/>
                </a:lnTo>
                <a:lnTo>
                  <a:pt x="7527" y="15055"/>
                </a:lnTo>
                <a:lnTo>
                  <a:pt x="7326" y="15176"/>
                </a:lnTo>
                <a:lnTo>
                  <a:pt x="6397" y="15701"/>
                </a:lnTo>
                <a:lnTo>
                  <a:pt x="5449" y="16246"/>
                </a:lnTo>
                <a:lnTo>
                  <a:pt x="4521" y="16790"/>
                </a:lnTo>
                <a:lnTo>
                  <a:pt x="3612" y="17376"/>
                </a:lnTo>
                <a:lnTo>
                  <a:pt x="3209" y="17658"/>
                </a:lnTo>
                <a:lnTo>
                  <a:pt x="2765" y="17981"/>
                </a:lnTo>
                <a:lnTo>
                  <a:pt x="2341" y="18324"/>
                </a:lnTo>
                <a:lnTo>
                  <a:pt x="1917" y="18707"/>
                </a:lnTo>
                <a:lnTo>
                  <a:pt x="1514" y="19111"/>
                </a:lnTo>
                <a:lnTo>
                  <a:pt x="1312" y="19333"/>
                </a:lnTo>
                <a:lnTo>
                  <a:pt x="1130" y="19555"/>
                </a:lnTo>
                <a:lnTo>
                  <a:pt x="969" y="19797"/>
                </a:lnTo>
                <a:lnTo>
                  <a:pt x="807" y="20039"/>
                </a:lnTo>
                <a:lnTo>
                  <a:pt x="646" y="20302"/>
                </a:lnTo>
                <a:lnTo>
                  <a:pt x="505" y="20564"/>
                </a:lnTo>
                <a:lnTo>
                  <a:pt x="364" y="20907"/>
                </a:lnTo>
                <a:lnTo>
                  <a:pt x="222" y="21270"/>
                </a:lnTo>
                <a:lnTo>
                  <a:pt x="142" y="21654"/>
                </a:lnTo>
                <a:lnTo>
                  <a:pt x="61" y="22017"/>
                </a:lnTo>
                <a:lnTo>
                  <a:pt x="20" y="22400"/>
                </a:lnTo>
                <a:lnTo>
                  <a:pt x="0" y="22784"/>
                </a:lnTo>
                <a:lnTo>
                  <a:pt x="20" y="23167"/>
                </a:lnTo>
                <a:lnTo>
                  <a:pt x="61" y="23551"/>
                </a:lnTo>
                <a:lnTo>
                  <a:pt x="142" y="23914"/>
                </a:lnTo>
                <a:lnTo>
                  <a:pt x="242" y="24237"/>
                </a:lnTo>
                <a:lnTo>
                  <a:pt x="364" y="24499"/>
                </a:lnTo>
                <a:lnTo>
                  <a:pt x="505" y="24741"/>
                </a:lnTo>
                <a:lnTo>
                  <a:pt x="666" y="24923"/>
                </a:lnTo>
                <a:lnTo>
                  <a:pt x="848" y="25064"/>
                </a:lnTo>
                <a:lnTo>
                  <a:pt x="1050" y="25205"/>
                </a:lnTo>
                <a:lnTo>
                  <a:pt x="1251" y="25327"/>
                </a:lnTo>
                <a:lnTo>
                  <a:pt x="1494" y="25407"/>
                </a:lnTo>
                <a:lnTo>
                  <a:pt x="1736" y="25468"/>
                </a:lnTo>
                <a:lnTo>
                  <a:pt x="1978" y="25508"/>
                </a:lnTo>
                <a:lnTo>
                  <a:pt x="2260" y="25528"/>
                </a:lnTo>
                <a:lnTo>
                  <a:pt x="2563" y="25508"/>
                </a:lnTo>
                <a:lnTo>
                  <a:pt x="2866" y="25448"/>
                </a:lnTo>
                <a:lnTo>
                  <a:pt x="3169" y="25367"/>
                </a:lnTo>
                <a:lnTo>
                  <a:pt x="3451" y="25286"/>
                </a:lnTo>
                <a:lnTo>
                  <a:pt x="3713" y="25165"/>
                </a:lnTo>
                <a:lnTo>
                  <a:pt x="3976" y="25044"/>
                </a:lnTo>
                <a:lnTo>
                  <a:pt x="4218" y="24903"/>
                </a:lnTo>
                <a:lnTo>
                  <a:pt x="4642" y="24620"/>
                </a:lnTo>
                <a:lnTo>
                  <a:pt x="5106" y="24297"/>
                </a:lnTo>
                <a:lnTo>
                  <a:pt x="5550" y="23954"/>
                </a:lnTo>
                <a:lnTo>
                  <a:pt x="5994" y="23611"/>
                </a:lnTo>
                <a:lnTo>
                  <a:pt x="6418" y="23228"/>
                </a:lnTo>
                <a:lnTo>
                  <a:pt x="7245" y="22461"/>
                </a:lnTo>
                <a:lnTo>
                  <a:pt x="8052" y="21674"/>
                </a:lnTo>
                <a:lnTo>
                  <a:pt x="8859" y="20907"/>
                </a:lnTo>
                <a:lnTo>
                  <a:pt x="9687" y="20140"/>
                </a:lnTo>
                <a:lnTo>
                  <a:pt x="10110" y="19757"/>
                </a:lnTo>
                <a:lnTo>
                  <a:pt x="10554" y="19394"/>
                </a:lnTo>
                <a:lnTo>
                  <a:pt x="10998" y="19051"/>
                </a:lnTo>
                <a:lnTo>
                  <a:pt x="11463" y="18728"/>
                </a:lnTo>
                <a:lnTo>
                  <a:pt x="12128" y="18324"/>
                </a:lnTo>
                <a:lnTo>
                  <a:pt x="12815" y="17941"/>
                </a:lnTo>
                <a:lnTo>
                  <a:pt x="13521" y="17577"/>
                </a:lnTo>
                <a:lnTo>
                  <a:pt x="14207" y="17234"/>
                </a:lnTo>
                <a:lnTo>
                  <a:pt x="15337" y="16669"/>
                </a:lnTo>
                <a:lnTo>
                  <a:pt x="15902" y="16367"/>
                </a:lnTo>
                <a:lnTo>
                  <a:pt x="16447" y="16044"/>
                </a:lnTo>
                <a:lnTo>
                  <a:pt x="16972" y="15721"/>
                </a:lnTo>
                <a:lnTo>
                  <a:pt x="17476" y="15358"/>
                </a:lnTo>
                <a:lnTo>
                  <a:pt x="17981" y="14954"/>
                </a:lnTo>
                <a:lnTo>
                  <a:pt x="18203" y="14752"/>
                </a:lnTo>
                <a:lnTo>
                  <a:pt x="18425" y="14530"/>
                </a:lnTo>
                <a:lnTo>
                  <a:pt x="18667" y="14268"/>
                </a:lnTo>
                <a:lnTo>
                  <a:pt x="18909" y="13985"/>
                </a:lnTo>
                <a:lnTo>
                  <a:pt x="19131" y="13703"/>
                </a:lnTo>
                <a:lnTo>
                  <a:pt x="19333" y="13400"/>
                </a:lnTo>
                <a:lnTo>
                  <a:pt x="19535" y="13077"/>
                </a:lnTo>
                <a:lnTo>
                  <a:pt x="19736" y="12754"/>
                </a:lnTo>
                <a:lnTo>
                  <a:pt x="19918" y="12411"/>
                </a:lnTo>
                <a:lnTo>
                  <a:pt x="20100" y="12048"/>
                </a:lnTo>
                <a:lnTo>
                  <a:pt x="20261" y="11665"/>
                </a:lnTo>
                <a:lnTo>
                  <a:pt x="20402" y="11281"/>
                </a:lnTo>
                <a:lnTo>
                  <a:pt x="20544" y="10878"/>
                </a:lnTo>
                <a:lnTo>
                  <a:pt x="20685" y="10474"/>
                </a:lnTo>
                <a:lnTo>
                  <a:pt x="20806" y="10050"/>
                </a:lnTo>
                <a:lnTo>
                  <a:pt x="20927" y="9606"/>
                </a:lnTo>
                <a:lnTo>
                  <a:pt x="21028" y="9142"/>
                </a:lnTo>
                <a:lnTo>
                  <a:pt x="21109" y="8678"/>
                </a:lnTo>
                <a:lnTo>
                  <a:pt x="21189" y="8214"/>
                </a:lnTo>
                <a:lnTo>
                  <a:pt x="21250" y="7750"/>
                </a:lnTo>
                <a:lnTo>
                  <a:pt x="21310" y="7326"/>
                </a:lnTo>
                <a:lnTo>
                  <a:pt x="21331" y="6882"/>
                </a:lnTo>
                <a:lnTo>
                  <a:pt x="21351" y="6478"/>
                </a:lnTo>
                <a:lnTo>
                  <a:pt x="21351" y="6075"/>
                </a:lnTo>
                <a:lnTo>
                  <a:pt x="21351" y="5671"/>
                </a:lnTo>
                <a:lnTo>
                  <a:pt x="21331" y="5288"/>
                </a:lnTo>
                <a:lnTo>
                  <a:pt x="21270" y="4924"/>
                </a:lnTo>
                <a:lnTo>
                  <a:pt x="21230" y="4561"/>
                </a:lnTo>
                <a:lnTo>
                  <a:pt x="21149" y="4218"/>
                </a:lnTo>
                <a:lnTo>
                  <a:pt x="21068" y="3875"/>
                </a:lnTo>
                <a:lnTo>
                  <a:pt x="20967" y="3532"/>
                </a:lnTo>
                <a:lnTo>
                  <a:pt x="20846" y="3229"/>
                </a:lnTo>
                <a:lnTo>
                  <a:pt x="20705" y="2906"/>
                </a:lnTo>
                <a:lnTo>
                  <a:pt x="20564" y="2624"/>
                </a:lnTo>
                <a:lnTo>
                  <a:pt x="20362" y="2281"/>
                </a:lnTo>
                <a:lnTo>
                  <a:pt x="20140" y="1958"/>
                </a:lnTo>
                <a:lnTo>
                  <a:pt x="19898" y="1655"/>
                </a:lnTo>
                <a:lnTo>
                  <a:pt x="19615" y="1373"/>
                </a:lnTo>
                <a:lnTo>
                  <a:pt x="19333" y="1110"/>
                </a:lnTo>
                <a:lnTo>
                  <a:pt x="19010" y="868"/>
                </a:lnTo>
                <a:lnTo>
                  <a:pt x="18687" y="646"/>
                </a:lnTo>
                <a:lnTo>
                  <a:pt x="18344" y="465"/>
                </a:lnTo>
                <a:lnTo>
                  <a:pt x="17981" y="283"/>
                </a:lnTo>
                <a:lnTo>
                  <a:pt x="17597" y="162"/>
                </a:lnTo>
                <a:lnTo>
                  <a:pt x="17214" y="61"/>
                </a:lnTo>
                <a:lnTo>
                  <a:pt x="16851" y="21"/>
                </a:lnTo>
                <a:lnTo>
                  <a:pt x="16467" y="1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13" name="Google Shape;2213;p27"/>
          <p:cNvSpPr/>
          <p:nvPr/>
        </p:nvSpPr>
        <p:spPr>
          <a:xfrm flipH="1" rot="10800000">
            <a:off x="-655919" y="89851"/>
            <a:ext cx="901508" cy="1104564"/>
          </a:xfrm>
          <a:custGeom>
            <a:rect b="b" l="l" r="r" t="t"/>
            <a:pathLst>
              <a:path extrusionOk="0" h="19757" w="16125">
                <a:moveTo>
                  <a:pt x="13945" y="81"/>
                </a:moveTo>
                <a:lnTo>
                  <a:pt x="14187" y="142"/>
                </a:lnTo>
                <a:lnTo>
                  <a:pt x="14449" y="222"/>
                </a:lnTo>
                <a:lnTo>
                  <a:pt x="14671" y="323"/>
                </a:lnTo>
                <a:lnTo>
                  <a:pt x="14893" y="464"/>
                </a:lnTo>
                <a:lnTo>
                  <a:pt x="15095" y="626"/>
                </a:lnTo>
                <a:lnTo>
                  <a:pt x="15277" y="807"/>
                </a:lnTo>
                <a:lnTo>
                  <a:pt x="15438" y="1009"/>
                </a:lnTo>
                <a:lnTo>
                  <a:pt x="15620" y="1332"/>
                </a:lnTo>
                <a:lnTo>
                  <a:pt x="15761" y="1655"/>
                </a:lnTo>
                <a:lnTo>
                  <a:pt x="15862" y="1998"/>
                </a:lnTo>
                <a:lnTo>
                  <a:pt x="15943" y="2341"/>
                </a:lnTo>
                <a:lnTo>
                  <a:pt x="16003" y="2704"/>
                </a:lnTo>
                <a:lnTo>
                  <a:pt x="16023" y="3068"/>
                </a:lnTo>
                <a:lnTo>
                  <a:pt x="16044" y="3431"/>
                </a:lnTo>
                <a:lnTo>
                  <a:pt x="16044" y="3814"/>
                </a:lnTo>
                <a:lnTo>
                  <a:pt x="16023" y="4319"/>
                </a:lnTo>
                <a:lnTo>
                  <a:pt x="16003" y="4803"/>
                </a:lnTo>
                <a:lnTo>
                  <a:pt x="15963" y="5287"/>
                </a:lnTo>
                <a:lnTo>
                  <a:pt x="15923" y="5731"/>
                </a:lnTo>
                <a:lnTo>
                  <a:pt x="15862" y="6175"/>
                </a:lnTo>
                <a:lnTo>
                  <a:pt x="15781" y="6599"/>
                </a:lnTo>
                <a:lnTo>
                  <a:pt x="15701" y="7003"/>
                </a:lnTo>
                <a:lnTo>
                  <a:pt x="15600" y="7386"/>
                </a:lnTo>
                <a:lnTo>
                  <a:pt x="15479" y="7749"/>
                </a:lnTo>
                <a:lnTo>
                  <a:pt x="15337" y="8113"/>
                </a:lnTo>
                <a:lnTo>
                  <a:pt x="15196" y="8436"/>
                </a:lnTo>
                <a:lnTo>
                  <a:pt x="15055" y="8758"/>
                </a:lnTo>
                <a:lnTo>
                  <a:pt x="14873" y="9081"/>
                </a:lnTo>
                <a:lnTo>
                  <a:pt x="14692" y="9364"/>
                </a:lnTo>
                <a:lnTo>
                  <a:pt x="14490" y="9646"/>
                </a:lnTo>
                <a:lnTo>
                  <a:pt x="14268" y="9909"/>
                </a:lnTo>
                <a:lnTo>
                  <a:pt x="14086" y="10131"/>
                </a:lnTo>
                <a:lnTo>
                  <a:pt x="13884" y="10332"/>
                </a:lnTo>
                <a:lnTo>
                  <a:pt x="13683" y="10514"/>
                </a:lnTo>
                <a:lnTo>
                  <a:pt x="13461" y="10716"/>
                </a:lnTo>
                <a:lnTo>
                  <a:pt x="13017" y="11059"/>
                </a:lnTo>
                <a:lnTo>
                  <a:pt x="12532" y="11362"/>
                </a:lnTo>
                <a:lnTo>
                  <a:pt x="12048" y="11664"/>
                </a:lnTo>
                <a:lnTo>
                  <a:pt x="11543" y="11947"/>
                </a:lnTo>
                <a:lnTo>
                  <a:pt x="10514" y="12451"/>
                </a:lnTo>
                <a:lnTo>
                  <a:pt x="9586" y="12915"/>
                </a:lnTo>
                <a:lnTo>
                  <a:pt x="9122" y="13178"/>
                </a:lnTo>
                <a:lnTo>
                  <a:pt x="8678" y="13420"/>
                </a:lnTo>
                <a:lnTo>
                  <a:pt x="8032" y="13844"/>
                </a:lnTo>
                <a:lnTo>
                  <a:pt x="7427" y="14288"/>
                </a:lnTo>
                <a:lnTo>
                  <a:pt x="6821" y="14752"/>
                </a:lnTo>
                <a:lnTo>
                  <a:pt x="6236" y="15236"/>
                </a:lnTo>
                <a:lnTo>
                  <a:pt x="5671" y="15761"/>
                </a:lnTo>
                <a:lnTo>
                  <a:pt x="5106" y="16265"/>
                </a:lnTo>
                <a:lnTo>
                  <a:pt x="4037" y="17335"/>
                </a:lnTo>
                <a:lnTo>
                  <a:pt x="3350" y="18001"/>
                </a:lnTo>
                <a:lnTo>
                  <a:pt x="2644" y="18667"/>
                </a:lnTo>
                <a:lnTo>
                  <a:pt x="2281" y="18990"/>
                </a:lnTo>
                <a:lnTo>
                  <a:pt x="2099" y="19151"/>
                </a:lnTo>
                <a:lnTo>
                  <a:pt x="1897" y="19292"/>
                </a:lnTo>
                <a:lnTo>
                  <a:pt x="1696" y="19413"/>
                </a:lnTo>
                <a:lnTo>
                  <a:pt x="1474" y="19514"/>
                </a:lnTo>
                <a:lnTo>
                  <a:pt x="1272" y="19595"/>
                </a:lnTo>
                <a:lnTo>
                  <a:pt x="1030" y="19656"/>
                </a:lnTo>
                <a:lnTo>
                  <a:pt x="808" y="19676"/>
                </a:lnTo>
                <a:lnTo>
                  <a:pt x="687" y="19656"/>
                </a:lnTo>
                <a:lnTo>
                  <a:pt x="566" y="19635"/>
                </a:lnTo>
                <a:lnTo>
                  <a:pt x="444" y="19595"/>
                </a:lnTo>
                <a:lnTo>
                  <a:pt x="344" y="19555"/>
                </a:lnTo>
                <a:lnTo>
                  <a:pt x="243" y="19474"/>
                </a:lnTo>
                <a:lnTo>
                  <a:pt x="162" y="19373"/>
                </a:lnTo>
                <a:lnTo>
                  <a:pt x="101" y="19232"/>
                </a:lnTo>
                <a:lnTo>
                  <a:pt x="81" y="19091"/>
                </a:lnTo>
                <a:lnTo>
                  <a:pt x="81" y="18929"/>
                </a:lnTo>
                <a:lnTo>
                  <a:pt x="122" y="18788"/>
                </a:lnTo>
                <a:lnTo>
                  <a:pt x="162" y="18667"/>
                </a:lnTo>
                <a:lnTo>
                  <a:pt x="222" y="18546"/>
                </a:lnTo>
                <a:lnTo>
                  <a:pt x="323" y="18364"/>
                </a:lnTo>
                <a:lnTo>
                  <a:pt x="444" y="18203"/>
                </a:lnTo>
                <a:lnTo>
                  <a:pt x="566" y="18021"/>
                </a:lnTo>
                <a:lnTo>
                  <a:pt x="868" y="17718"/>
                </a:lnTo>
                <a:lnTo>
                  <a:pt x="1171" y="17436"/>
                </a:lnTo>
                <a:lnTo>
                  <a:pt x="1494" y="17173"/>
                </a:lnTo>
                <a:lnTo>
                  <a:pt x="2220" y="16588"/>
                </a:lnTo>
                <a:lnTo>
                  <a:pt x="2987" y="16043"/>
                </a:lnTo>
                <a:lnTo>
                  <a:pt x="3754" y="15499"/>
                </a:lnTo>
                <a:lnTo>
                  <a:pt x="4521" y="14974"/>
                </a:lnTo>
                <a:lnTo>
                  <a:pt x="5308" y="14429"/>
                </a:lnTo>
                <a:lnTo>
                  <a:pt x="6075" y="13884"/>
                </a:lnTo>
                <a:lnTo>
                  <a:pt x="6862" y="13319"/>
                </a:lnTo>
                <a:lnTo>
                  <a:pt x="7608" y="12734"/>
                </a:lnTo>
                <a:lnTo>
                  <a:pt x="8153" y="12270"/>
                </a:lnTo>
                <a:lnTo>
                  <a:pt x="8436" y="12007"/>
                </a:lnTo>
                <a:lnTo>
                  <a:pt x="8718" y="11725"/>
                </a:lnTo>
                <a:lnTo>
                  <a:pt x="9001" y="11422"/>
                </a:lnTo>
                <a:lnTo>
                  <a:pt x="9283" y="11119"/>
                </a:lnTo>
                <a:lnTo>
                  <a:pt x="9546" y="10776"/>
                </a:lnTo>
                <a:lnTo>
                  <a:pt x="9788" y="10413"/>
                </a:lnTo>
                <a:lnTo>
                  <a:pt x="9949" y="10131"/>
                </a:lnTo>
                <a:lnTo>
                  <a:pt x="10111" y="9828"/>
                </a:lnTo>
                <a:lnTo>
                  <a:pt x="10252" y="9525"/>
                </a:lnTo>
                <a:lnTo>
                  <a:pt x="10393" y="9202"/>
                </a:lnTo>
                <a:lnTo>
                  <a:pt x="10494" y="8879"/>
                </a:lnTo>
                <a:lnTo>
                  <a:pt x="10615" y="8557"/>
                </a:lnTo>
                <a:lnTo>
                  <a:pt x="10777" y="7911"/>
                </a:lnTo>
                <a:lnTo>
                  <a:pt x="10938" y="7245"/>
                </a:lnTo>
                <a:lnTo>
                  <a:pt x="11039" y="6559"/>
                </a:lnTo>
                <a:lnTo>
                  <a:pt x="11241" y="5207"/>
                </a:lnTo>
                <a:lnTo>
                  <a:pt x="11342" y="4399"/>
                </a:lnTo>
                <a:lnTo>
                  <a:pt x="11463" y="3612"/>
                </a:lnTo>
                <a:lnTo>
                  <a:pt x="11604" y="2825"/>
                </a:lnTo>
                <a:lnTo>
                  <a:pt x="11685" y="2422"/>
                </a:lnTo>
                <a:lnTo>
                  <a:pt x="11786" y="2038"/>
                </a:lnTo>
                <a:lnTo>
                  <a:pt x="11866" y="1756"/>
                </a:lnTo>
                <a:lnTo>
                  <a:pt x="11987" y="1473"/>
                </a:lnTo>
                <a:lnTo>
                  <a:pt x="12109" y="1171"/>
                </a:lnTo>
                <a:lnTo>
                  <a:pt x="12250" y="888"/>
                </a:lnTo>
                <a:lnTo>
                  <a:pt x="12452" y="626"/>
                </a:lnTo>
                <a:lnTo>
                  <a:pt x="12552" y="525"/>
                </a:lnTo>
                <a:lnTo>
                  <a:pt x="12674" y="404"/>
                </a:lnTo>
                <a:lnTo>
                  <a:pt x="12795" y="323"/>
                </a:lnTo>
                <a:lnTo>
                  <a:pt x="12916" y="242"/>
                </a:lnTo>
                <a:lnTo>
                  <a:pt x="13077" y="182"/>
                </a:lnTo>
                <a:lnTo>
                  <a:pt x="13218" y="121"/>
                </a:lnTo>
                <a:lnTo>
                  <a:pt x="13461" y="81"/>
                </a:lnTo>
                <a:close/>
                <a:moveTo>
                  <a:pt x="13541" y="0"/>
                </a:moveTo>
                <a:lnTo>
                  <a:pt x="13380" y="20"/>
                </a:lnTo>
                <a:lnTo>
                  <a:pt x="13218" y="41"/>
                </a:lnTo>
                <a:lnTo>
                  <a:pt x="13037" y="101"/>
                </a:lnTo>
                <a:lnTo>
                  <a:pt x="12896" y="162"/>
                </a:lnTo>
                <a:lnTo>
                  <a:pt x="12754" y="242"/>
                </a:lnTo>
                <a:lnTo>
                  <a:pt x="12613" y="343"/>
                </a:lnTo>
                <a:lnTo>
                  <a:pt x="12492" y="464"/>
                </a:lnTo>
                <a:lnTo>
                  <a:pt x="12391" y="565"/>
                </a:lnTo>
                <a:lnTo>
                  <a:pt x="12189" y="848"/>
                </a:lnTo>
                <a:lnTo>
                  <a:pt x="12028" y="1130"/>
                </a:lnTo>
                <a:lnTo>
                  <a:pt x="11907" y="1433"/>
                </a:lnTo>
                <a:lnTo>
                  <a:pt x="11806" y="1736"/>
                </a:lnTo>
                <a:lnTo>
                  <a:pt x="11705" y="2018"/>
                </a:lnTo>
                <a:lnTo>
                  <a:pt x="11604" y="2402"/>
                </a:lnTo>
                <a:lnTo>
                  <a:pt x="11523" y="2805"/>
                </a:lnTo>
                <a:lnTo>
                  <a:pt x="11382" y="3592"/>
                </a:lnTo>
                <a:lnTo>
                  <a:pt x="11261" y="4399"/>
                </a:lnTo>
                <a:lnTo>
                  <a:pt x="11160" y="5187"/>
                </a:lnTo>
                <a:lnTo>
                  <a:pt x="10958" y="6539"/>
                </a:lnTo>
                <a:lnTo>
                  <a:pt x="10857" y="7225"/>
                </a:lnTo>
                <a:lnTo>
                  <a:pt x="10716" y="7870"/>
                </a:lnTo>
                <a:lnTo>
                  <a:pt x="10534" y="8536"/>
                </a:lnTo>
                <a:lnTo>
                  <a:pt x="10434" y="8859"/>
                </a:lnTo>
                <a:lnTo>
                  <a:pt x="10313" y="9162"/>
                </a:lnTo>
                <a:lnTo>
                  <a:pt x="10191" y="9485"/>
                </a:lnTo>
                <a:lnTo>
                  <a:pt x="10050" y="9788"/>
                </a:lnTo>
                <a:lnTo>
                  <a:pt x="9889" y="10090"/>
                </a:lnTo>
                <a:lnTo>
                  <a:pt x="9707" y="10373"/>
                </a:lnTo>
                <a:lnTo>
                  <a:pt x="9465" y="10736"/>
                </a:lnTo>
                <a:lnTo>
                  <a:pt x="9223" y="11059"/>
                </a:lnTo>
                <a:lnTo>
                  <a:pt x="8940" y="11382"/>
                </a:lnTo>
                <a:lnTo>
                  <a:pt x="8658" y="11664"/>
                </a:lnTo>
                <a:lnTo>
                  <a:pt x="8375" y="11947"/>
                </a:lnTo>
                <a:lnTo>
                  <a:pt x="8093" y="12209"/>
                </a:lnTo>
                <a:lnTo>
                  <a:pt x="7568" y="12653"/>
                </a:lnTo>
                <a:lnTo>
                  <a:pt x="6801" y="13259"/>
                </a:lnTo>
                <a:lnTo>
                  <a:pt x="6034" y="13824"/>
                </a:lnTo>
                <a:lnTo>
                  <a:pt x="5247" y="14368"/>
                </a:lnTo>
                <a:lnTo>
                  <a:pt x="4480" y="14913"/>
                </a:lnTo>
                <a:lnTo>
                  <a:pt x="3714" y="15438"/>
                </a:lnTo>
                <a:lnTo>
                  <a:pt x="2927" y="15983"/>
                </a:lnTo>
                <a:lnTo>
                  <a:pt x="2180" y="16528"/>
                </a:lnTo>
                <a:lnTo>
                  <a:pt x="1433" y="17113"/>
                </a:lnTo>
                <a:lnTo>
                  <a:pt x="1131" y="17375"/>
                </a:lnTo>
                <a:lnTo>
                  <a:pt x="808" y="17658"/>
                </a:lnTo>
                <a:lnTo>
                  <a:pt x="505" y="17981"/>
                </a:lnTo>
                <a:lnTo>
                  <a:pt x="384" y="18142"/>
                </a:lnTo>
                <a:lnTo>
                  <a:pt x="243" y="18324"/>
                </a:lnTo>
                <a:lnTo>
                  <a:pt x="142" y="18526"/>
                </a:lnTo>
                <a:lnTo>
                  <a:pt x="81" y="18667"/>
                </a:lnTo>
                <a:lnTo>
                  <a:pt x="21" y="18808"/>
                </a:lnTo>
                <a:lnTo>
                  <a:pt x="1" y="18949"/>
                </a:lnTo>
                <a:lnTo>
                  <a:pt x="1" y="19111"/>
                </a:lnTo>
                <a:lnTo>
                  <a:pt x="21" y="19272"/>
                </a:lnTo>
                <a:lnTo>
                  <a:pt x="101" y="19434"/>
                </a:lnTo>
                <a:lnTo>
                  <a:pt x="162" y="19514"/>
                </a:lnTo>
                <a:lnTo>
                  <a:pt x="243" y="19575"/>
                </a:lnTo>
                <a:lnTo>
                  <a:pt x="323" y="19635"/>
                </a:lnTo>
                <a:lnTo>
                  <a:pt x="424" y="19676"/>
                </a:lnTo>
                <a:lnTo>
                  <a:pt x="626" y="19736"/>
                </a:lnTo>
                <a:lnTo>
                  <a:pt x="828" y="19757"/>
                </a:lnTo>
                <a:lnTo>
                  <a:pt x="1050" y="19736"/>
                </a:lnTo>
                <a:lnTo>
                  <a:pt x="1292" y="19676"/>
                </a:lnTo>
                <a:lnTo>
                  <a:pt x="1514" y="19595"/>
                </a:lnTo>
                <a:lnTo>
                  <a:pt x="1736" y="19494"/>
                </a:lnTo>
                <a:lnTo>
                  <a:pt x="1938" y="19353"/>
                </a:lnTo>
                <a:lnTo>
                  <a:pt x="2140" y="19212"/>
                </a:lnTo>
                <a:lnTo>
                  <a:pt x="2341" y="19050"/>
                </a:lnTo>
                <a:lnTo>
                  <a:pt x="2705" y="18727"/>
                </a:lnTo>
                <a:lnTo>
                  <a:pt x="3411" y="18061"/>
                </a:lnTo>
                <a:lnTo>
                  <a:pt x="4077" y="17395"/>
                </a:lnTo>
                <a:lnTo>
                  <a:pt x="5167" y="16326"/>
                </a:lnTo>
                <a:lnTo>
                  <a:pt x="5732" y="15821"/>
                </a:lnTo>
                <a:lnTo>
                  <a:pt x="6297" y="15297"/>
                </a:lnTo>
                <a:lnTo>
                  <a:pt x="6862" y="14812"/>
                </a:lnTo>
                <a:lnTo>
                  <a:pt x="7467" y="14348"/>
                </a:lnTo>
                <a:lnTo>
                  <a:pt x="8093" y="13904"/>
                </a:lnTo>
                <a:lnTo>
                  <a:pt x="8718" y="13501"/>
                </a:lnTo>
                <a:lnTo>
                  <a:pt x="9162" y="13238"/>
                </a:lnTo>
                <a:lnTo>
                  <a:pt x="9626" y="12996"/>
                </a:lnTo>
                <a:lnTo>
                  <a:pt x="10555" y="12532"/>
                </a:lnTo>
                <a:lnTo>
                  <a:pt x="11584" y="12007"/>
                </a:lnTo>
                <a:lnTo>
                  <a:pt x="12088" y="11725"/>
                </a:lnTo>
                <a:lnTo>
                  <a:pt x="12573" y="11442"/>
                </a:lnTo>
                <a:lnTo>
                  <a:pt x="13057" y="11119"/>
                </a:lnTo>
                <a:lnTo>
                  <a:pt x="13521" y="10776"/>
                </a:lnTo>
                <a:lnTo>
                  <a:pt x="13743" y="10575"/>
                </a:lnTo>
                <a:lnTo>
                  <a:pt x="13945" y="10393"/>
                </a:lnTo>
                <a:lnTo>
                  <a:pt x="14147" y="10171"/>
                </a:lnTo>
                <a:lnTo>
                  <a:pt x="14328" y="9969"/>
                </a:lnTo>
                <a:lnTo>
                  <a:pt x="14550" y="9687"/>
                </a:lnTo>
                <a:lnTo>
                  <a:pt x="14752" y="9404"/>
                </a:lnTo>
                <a:lnTo>
                  <a:pt x="14934" y="9122"/>
                </a:lnTo>
                <a:lnTo>
                  <a:pt x="15115" y="8799"/>
                </a:lnTo>
                <a:lnTo>
                  <a:pt x="15277" y="8476"/>
                </a:lnTo>
                <a:lnTo>
                  <a:pt x="15418" y="8133"/>
                </a:lnTo>
                <a:lnTo>
                  <a:pt x="15559" y="7790"/>
                </a:lnTo>
                <a:lnTo>
                  <a:pt x="15660" y="7406"/>
                </a:lnTo>
                <a:lnTo>
                  <a:pt x="15761" y="7023"/>
                </a:lnTo>
                <a:lnTo>
                  <a:pt x="15862" y="6619"/>
                </a:lnTo>
                <a:lnTo>
                  <a:pt x="15943" y="6196"/>
                </a:lnTo>
                <a:lnTo>
                  <a:pt x="16003" y="5752"/>
                </a:lnTo>
                <a:lnTo>
                  <a:pt x="16044" y="5287"/>
                </a:lnTo>
                <a:lnTo>
                  <a:pt x="16084" y="4823"/>
                </a:lnTo>
                <a:lnTo>
                  <a:pt x="16104" y="4319"/>
                </a:lnTo>
                <a:lnTo>
                  <a:pt x="16124" y="3814"/>
                </a:lnTo>
                <a:lnTo>
                  <a:pt x="16124" y="3431"/>
                </a:lnTo>
                <a:lnTo>
                  <a:pt x="16104" y="3068"/>
                </a:lnTo>
                <a:lnTo>
                  <a:pt x="16084" y="2684"/>
                </a:lnTo>
                <a:lnTo>
                  <a:pt x="16023" y="2321"/>
                </a:lnTo>
                <a:lnTo>
                  <a:pt x="15943" y="1958"/>
                </a:lnTo>
                <a:lnTo>
                  <a:pt x="15842" y="1615"/>
                </a:lnTo>
                <a:lnTo>
                  <a:pt x="15701" y="1292"/>
                </a:lnTo>
                <a:lnTo>
                  <a:pt x="15519" y="969"/>
                </a:lnTo>
                <a:lnTo>
                  <a:pt x="15418" y="828"/>
                </a:lnTo>
                <a:lnTo>
                  <a:pt x="15297" y="707"/>
                </a:lnTo>
                <a:lnTo>
                  <a:pt x="15196" y="585"/>
                </a:lnTo>
                <a:lnTo>
                  <a:pt x="15055" y="485"/>
                </a:lnTo>
                <a:lnTo>
                  <a:pt x="14934" y="384"/>
                </a:lnTo>
                <a:lnTo>
                  <a:pt x="14792" y="303"/>
                </a:lnTo>
                <a:lnTo>
                  <a:pt x="14490" y="142"/>
                </a:lnTo>
                <a:lnTo>
                  <a:pt x="14187" y="61"/>
                </a:lnTo>
                <a:lnTo>
                  <a:pt x="14026" y="20"/>
                </a:lnTo>
                <a:lnTo>
                  <a:pt x="13864" y="0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14" name="Google Shape;2214;p27"/>
          <p:cNvSpPr/>
          <p:nvPr/>
        </p:nvSpPr>
        <p:spPr>
          <a:xfrm flipH="1" rot="10800000">
            <a:off x="33406" y="693431"/>
            <a:ext cx="130935" cy="390458"/>
          </a:xfrm>
          <a:custGeom>
            <a:rect b="b" l="l" r="r" t="t"/>
            <a:pathLst>
              <a:path extrusionOk="0" h="6984" w="2342">
                <a:moveTo>
                  <a:pt x="1494" y="82"/>
                </a:moveTo>
                <a:lnTo>
                  <a:pt x="1615" y="122"/>
                </a:lnTo>
                <a:lnTo>
                  <a:pt x="1716" y="162"/>
                </a:lnTo>
                <a:lnTo>
                  <a:pt x="1817" y="223"/>
                </a:lnTo>
                <a:lnTo>
                  <a:pt x="1897" y="304"/>
                </a:lnTo>
                <a:lnTo>
                  <a:pt x="1978" y="404"/>
                </a:lnTo>
                <a:lnTo>
                  <a:pt x="2039" y="485"/>
                </a:lnTo>
                <a:lnTo>
                  <a:pt x="2099" y="586"/>
                </a:lnTo>
                <a:lnTo>
                  <a:pt x="2160" y="707"/>
                </a:lnTo>
                <a:lnTo>
                  <a:pt x="2200" y="828"/>
                </a:lnTo>
                <a:lnTo>
                  <a:pt x="2240" y="1070"/>
                </a:lnTo>
                <a:lnTo>
                  <a:pt x="2261" y="1333"/>
                </a:lnTo>
                <a:lnTo>
                  <a:pt x="2261" y="1595"/>
                </a:lnTo>
                <a:lnTo>
                  <a:pt x="2240" y="2281"/>
                </a:lnTo>
                <a:lnTo>
                  <a:pt x="2180" y="2967"/>
                </a:lnTo>
                <a:lnTo>
                  <a:pt x="2059" y="3694"/>
                </a:lnTo>
                <a:lnTo>
                  <a:pt x="1897" y="4521"/>
                </a:lnTo>
                <a:lnTo>
                  <a:pt x="1837" y="4763"/>
                </a:lnTo>
                <a:lnTo>
                  <a:pt x="1776" y="5026"/>
                </a:lnTo>
                <a:lnTo>
                  <a:pt x="1675" y="5308"/>
                </a:lnTo>
                <a:lnTo>
                  <a:pt x="1554" y="5591"/>
                </a:lnTo>
                <a:lnTo>
                  <a:pt x="1413" y="5893"/>
                </a:lnTo>
                <a:lnTo>
                  <a:pt x="1231" y="6176"/>
                </a:lnTo>
                <a:lnTo>
                  <a:pt x="1030" y="6459"/>
                </a:lnTo>
                <a:lnTo>
                  <a:pt x="808" y="6741"/>
                </a:lnTo>
                <a:lnTo>
                  <a:pt x="707" y="6822"/>
                </a:lnTo>
                <a:lnTo>
                  <a:pt x="626" y="6862"/>
                </a:lnTo>
                <a:lnTo>
                  <a:pt x="566" y="6902"/>
                </a:lnTo>
                <a:lnTo>
                  <a:pt x="485" y="6882"/>
                </a:lnTo>
                <a:lnTo>
                  <a:pt x="444" y="6862"/>
                </a:lnTo>
                <a:lnTo>
                  <a:pt x="384" y="6822"/>
                </a:lnTo>
                <a:lnTo>
                  <a:pt x="303" y="6701"/>
                </a:lnTo>
                <a:lnTo>
                  <a:pt x="243" y="6539"/>
                </a:lnTo>
                <a:lnTo>
                  <a:pt x="182" y="6317"/>
                </a:lnTo>
                <a:lnTo>
                  <a:pt x="142" y="6055"/>
                </a:lnTo>
                <a:lnTo>
                  <a:pt x="101" y="5752"/>
                </a:lnTo>
                <a:lnTo>
                  <a:pt x="81" y="5086"/>
                </a:lnTo>
                <a:lnTo>
                  <a:pt x="81" y="4602"/>
                </a:lnTo>
                <a:lnTo>
                  <a:pt x="81" y="4097"/>
                </a:lnTo>
                <a:lnTo>
                  <a:pt x="101" y="3976"/>
                </a:lnTo>
                <a:lnTo>
                  <a:pt x="122" y="3310"/>
                </a:lnTo>
                <a:lnTo>
                  <a:pt x="162" y="2685"/>
                </a:lnTo>
                <a:lnTo>
                  <a:pt x="222" y="2100"/>
                </a:lnTo>
                <a:lnTo>
                  <a:pt x="283" y="1535"/>
                </a:lnTo>
                <a:lnTo>
                  <a:pt x="323" y="1353"/>
                </a:lnTo>
                <a:lnTo>
                  <a:pt x="384" y="1131"/>
                </a:lnTo>
                <a:lnTo>
                  <a:pt x="444" y="909"/>
                </a:lnTo>
                <a:lnTo>
                  <a:pt x="545" y="667"/>
                </a:lnTo>
                <a:lnTo>
                  <a:pt x="687" y="465"/>
                </a:lnTo>
                <a:lnTo>
                  <a:pt x="767" y="364"/>
                </a:lnTo>
                <a:lnTo>
                  <a:pt x="848" y="263"/>
                </a:lnTo>
                <a:lnTo>
                  <a:pt x="949" y="203"/>
                </a:lnTo>
                <a:lnTo>
                  <a:pt x="1070" y="142"/>
                </a:lnTo>
                <a:lnTo>
                  <a:pt x="1191" y="102"/>
                </a:lnTo>
                <a:lnTo>
                  <a:pt x="1312" y="82"/>
                </a:lnTo>
                <a:close/>
                <a:moveTo>
                  <a:pt x="1312" y="1"/>
                </a:moveTo>
                <a:lnTo>
                  <a:pt x="1171" y="21"/>
                </a:lnTo>
                <a:lnTo>
                  <a:pt x="1030" y="61"/>
                </a:lnTo>
                <a:lnTo>
                  <a:pt x="868" y="162"/>
                </a:lnTo>
                <a:lnTo>
                  <a:pt x="707" y="304"/>
                </a:lnTo>
                <a:lnTo>
                  <a:pt x="566" y="485"/>
                </a:lnTo>
                <a:lnTo>
                  <a:pt x="485" y="606"/>
                </a:lnTo>
                <a:lnTo>
                  <a:pt x="424" y="748"/>
                </a:lnTo>
                <a:lnTo>
                  <a:pt x="364" y="909"/>
                </a:lnTo>
                <a:lnTo>
                  <a:pt x="303" y="1091"/>
                </a:lnTo>
                <a:lnTo>
                  <a:pt x="263" y="1292"/>
                </a:lnTo>
                <a:lnTo>
                  <a:pt x="222" y="1514"/>
                </a:lnTo>
                <a:lnTo>
                  <a:pt x="142" y="2079"/>
                </a:lnTo>
                <a:lnTo>
                  <a:pt x="81" y="2685"/>
                </a:lnTo>
                <a:lnTo>
                  <a:pt x="41" y="3310"/>
                </a:lnTo>
                <a:lnTo>
                  <a:pt x="21" y="3976"/>
                </a:lnTo>
                <a:lnTo>
                  <a:pt x="1" y="4097"/>
                </a:lnTo>
                <a:lnTo>
                  <a:pt x="1" y="4602"/>
                </a:lnTo>
                <a:lnTo>
                  <a:pt x="1" y="5106"/>
                </a:lnTo>
                <a:lnTo>
                  <a:pt x="21" y="5752"/>
                </a:lnTo>
                <a:lnTo>
                  <a:pt x="61" y="6055"/>
                </a:lnTo>
                <a:lnTo>
                  <a:pt x="101" y="6337"/>
                </a:lnTo>
                <a:lnTo>
                  <a:pt x="142" y="6499"/>
                </a:lnTo>
                <a:lnTo>
                  <a:pt x="202" y="6680"/>
                </a:lnTo>
                <a:lnTo>
                  <a:pt x="263" y="6781"/>
                </a:lnTo>
                <a:lnTo>
                  <a:pt x="303" y="6862"/>
                </a:lnTo>
                <a:lnTo>
                  <a:pt x="384" y="6923"/>
                </a:lnTo>
                <a:lnTo>
                  <a:pt x="465" y="6963"/>
                </a:lnTo>
                <a:lnTo>
                  <a:pt x="525" y="6983"/>
                </a:lnTo>
                <a:lnTo>
                  <a:pt x="606" y="6963"/>
                </a:lnTo>
                <a:lnTo>
                  <a:pt x="687" y="6923"/>
                </a:lnTo>
                <a:lnTo>
                  <a:pt x="767" y="6882"/>
                </a:lnTo>
                <a:lnTo>
                  <a:pt x="868" y="6802"/>
                </a:lnTo>
                <a:lnTo>
                  <a:pt x="1090" y="6519"/>
                </a:lnTo>
                <a:lnTo>
                  <a:pt x="1292" y="6237"/>
                </a:lnTo>
                <a:lnTo>
                  <a:pt x="1474" y="5934"/>
                </a:lnTo>
                <a:lnTo>
                  <a:pt x="1615" y="5631"/>
                </a:lnTo>
                <a:lnTo>
                  <a:pt x="1736" y="5349"/>
                </a:lnTo>
                <a:lnTo>
                  <a:pt x="1837" y="5046"/>
                </a:lnTo>
                <a:lnTo>
                  <a:pt x="1918" y="4784"/>
                </a:lnTo>
                <a:lnTo>
                  <a:pt x="1978" y="4521"/>
                </a:lnTo>
                <a:lnTo>
                  <a:pt x="2140" y="3714"/>
                </a:lnTo>
                <a:lnTo>
                  <a:pt x="2261" y="2967"/>
                </a:lnTo>
                <a:lnTo>
                  <a:pt x="2321" y="2281"/>
                </a:lnTo>
                <a:lnTo>
                  <a:pt x="2341" y="1595"/>
                </a:lnTo>
                <a:lnTo>
                  <a:pt x="2341" y="1333"/>
                </a:lnTo>
                <a:lnTo>
                  <a:pt x="2321" y="1050"/>
                </a:lnTo>
                <a:lnTo>
                  <a:pt x="2261" y="788"/>
                </a:lnTo>
                <a:lnTo>
                  <a:pt x="2220" y="667"/>
                </a:lnTo>
                <a:lnTo>
                  <a:pt x="2180" y="546"/>
                </a:lnTo>
                <a:lnTo>
                  <a:pt x="2119" y="445"/>
                </a:lnTo>
                <a:lnTo>
                  <a:pt x="2039" y="324"/>
                </a:lnTo>
                <a:lnTo>
                  <a:pt x="1938" y="243"/>
                </a:lnTo>
                <a:lnTo>
                  <a:pt x="1837" y="142"/>
                </a:lnTo>
                <a:lnTo>
                  <a:pt x="1716" y="82"/>
                </a:lnTo>
                <a:lnTo>
                  <a:pt x="1595" y="21"/>
                </a:lnTo>
                <a:lnTo>
                  <a:pt x="1453" y="1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15" name="Google Shape;2215;p27"/>
          <p:cNvSpPr/>
          <p:nvPr/>
        </p:nvSpPr>
        <p:spPr>
          <a:xfrm flipH="1" rot="10800000">
            <a:off x="90934" y="887489"/>
            <a:ext cx="4584" cy="55348"/>
          </a:xfrm>
          <a:custGeom>
            <a:rect b="b" l="l" r="r" t="t"/>
            <a:pathLst>
              <a:path extrusionOk="0" h="990" w="82">
                <a:moveTo>
                  <a:pt x="1" y="0"/>
                </a:moveTo>
                <a:lnTo>
                  <a:pt x="1" y="989"/>
                </a:lnTo>
                <a:lnTo>
                  <a:pt x="81" y="989"/>
                </a:lnTo>
                <a:lnTo>
                  <a:pt x="81" y="0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16" name="Google Shape;2216;p27"/>
          <p:cNvSpPr/>
          <p:nvPr/>
        </p:nvSpPr>
        <p:spPr>
          <a:xfrm flipH="1" rot="10800000">
            <a:off x="66112" y="913430"/>
            <a:ext cx="55348" cy="4584"/>
          </a:xfrm>
          <a:custGeom>
            <a:rect b="b" l="l" r="r" t="t"/>
            <a:pathLst>
              <a:path extrusionOk="0" h="82" w="990">
                <a:moveTo>
                  <a:pt x="1" y="0"/>
                </a:moveTo>
                <a:lnTo>
                  <a:pt x="1" y="81"/>
                </a:lnTo>
                <a:lnTo>
                  <a:pt x="990" y="81"/>
                </a:lnTo>
                <a:lnTo>
                  <a:pt x="990" y="0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17" name="Google Shape;2217;p27"/>
          <p:cNvSpPr/>
          <p:nvPr/>
        </p:nvSpPr>
        <p:spPr>
          <a:xfrm flipH="1" rot="5400000">
            <a:off x="-1584790" y="2486012"/>
            <a:ext cx="2289244" cy="1739785"/>
          </a:xfrm>
          <a:custGeom>
            <a:rect b="b" l="l" r="r" t="t"/>
            <a:pathLst>
              <a:path extrusionOk="0" h="31119" w="40947">
                <a:moveTo>
                  <a:pt x="32571" y="82"/>
                </a:moveTo>
                <a:lnTo>
                  <a:pt x="33116" y="102"/>
                </a:lnTo>
                <a:lnTo>
                  <a:pt x="33601" y="162"/>
                </a:lnTo>
                <a:lnTo>
                  <a:pt x="33823" y="203"/>
                </a:lnTo>
                <a:lnTo>
                  <a:pt x="34024" y="243"/>
                </a:lnTo>
                <a:lnTo>
                  <a:pt x="34206" y="304"/>
                </a:lnTo>
                <a:lnTo>
                  <a:pt x="34388" y="384"/>
                </a:lnTo>
                <a:lnTo>
                  <a:pt x="34549" y="465"/>
                </a:lnTo>
                <a:lnTo>
                  <a:pt x="34690" y="546"/>
                </a:lnTo>
                <a:lnTo>
                  <a:pt x="34832" y="647"/>
                </a:lnTo>
                <a:lnTo>
                  <a:pt x="34933" y="748"/>
                </a:lnTo>
                <a:lnTo>
                  <a:pt x="35033" y="869"/>
                </a:lnTo>
                <a:lnTo>
                  <a:pt x="35134" y="990"/>
                </a:lnTo>
                <a:lnTo>
                  <a:pt x="35195" y="1131"/>
                </a:lnTo>
                <a:lnTo>
                  <a:pt x="35255" y="1272"/>
                </a:lnTo>
                <a:lnTo>
                  <a:pt x="35296" y="1454"/>
                </a:lnTo>
                <a:lnTo>
                  <a:pt x="35316" y="1656"/>
                </a:lnTo>
                <a:lnTo>
                  <a:pt x="35336" y="1858"/>
                </a:lnTo>
                <a:lnTo>
                  <a:pt x="35316" y="2059"/>
                </a:lnTo>
                <a:lnTo>
                  <a:pt x="35235" y="2443"/>
                </a:lnTo>
                <a:lnTo>
                  <a:pt x="35155" y="2826"/>
                </a:lnTo>
                <a:lnTo>
                  <a:pt x="35074" y="3169"/>
                </a:lnTo>
                <a:lnTo>
                  <a:pt x="34993" y="3492"/>
                </a:lnTo>
                <a:lnTo>
                  <a:pt x="34973" y="3835"/>
                </a:lnTo>
                <a:lnTo>
                  <a:pt x="34973" y="3997"/>
                </a:lnTo>
                <a:lnTo>
                  <a:pt x="34973" y="4158"/>
                </a:lnTo>
                <a:lnTo>
                  <a:pt x="35033" y="4400"/>
                </a:lnTo>
                <a:lnTo>
                  <a:pt x="35094" y="4642"/>
                </a:lnTo>
                <a:lnTo>
                  <a:pt x="35175" y="4864"/>
                </a:lnTo>
                <a:lnTo>
                  <a:pt x="35276" y="5086"/>
                </a:lnTo>
                <a:lnTo>
                  <a:pt x="35498" y="5510"/>
                </a:lnTo>
                <a:lnTo>
                  <a:pt x="35760" y="5914"/>
                </a:lnTo>
                <a:lnTo>
                  <a:pt x="36083" y="6438"/>
                </a:lnTo>
                <a:lnTo>
                  <a:pt x="36486" y="7165"/>
                </a:lnTo>
                <a:lnTo>
                  <a:pt x="36890" y="7912"/>
                </a:lnTo>
                <a:lnTo>
                  <a:pt x="37273" y="8658"/>
                </a:lnTo>
                <a:lnTo>
                  <a:pt x="37637" y="9425"/>
                </a:lnTo>
                <a:lnTo>
                  <a:pt x="37980" y="10212"/>
                </a:lnTo>
                <a:lnTo>
                  <a:pt x="38303" y="10999"/>
                </a:lnTo>
                <a:lnTo>
                  <a:pt x="38625" y="11786"/>
                </a:lnTo>
                <a:lnTo>
                  <a:pt x="38908" y="12573"/>
                </a:lnTo>
                <a:lnTo>
                  <a:pt x="39170" y="13380"/>
                </a:lnTo>
                <a:lnTo>
                  <a:pt x="39412" y="14188"/>
                </a:lnTo>
                <a:lnTo>
                  <a:pt x="39655" y="14995"/>
                </a:lnTo>
                <a:lnTo>
                  <a:pt x="39856" y="15802"/>
                </a:lnTo>
                <a:lnTo>
                  <a:pt x="40038" y="16629"/>
                </a:lnTo>
                <a:lnTo>
                  <a:pt x="40220" y="17457"/>
                </a:lnTo>
                <a:lnTo>
                  <a:pt x="40361" y="18284"/>
                </a:lnTo>
                <a:lnTo>
                  <a:pt x="40502" y="19112"/>
                </a:lnTo>
                <a:lnTo>
                  <a:pt x="40603" y="19939"/>
                </a:lnTo>
                <a:lnTo>
                  <a:pt x="40704" y="20766"/>
                </a:lnTo>
                <a:lnTo>
                  <a:pt x="40765" y="21614"/>
                </a:lnTo>
                <a:lnTo>
                  <a:pt x="40825" y="22441"/>
                </a:lnTo>
                <a:lnTo>
                  <a:pt x="40845" y="23269"/>
                </a:lnTo>
                <a:lnTo>
                  <a:pt x="40865" y="24116"/>
                </a:lnTo>
                <a:lnTo>
                  <a:pt x="40865" y="24944"/>
                </a:lnTo>
                <a:lnTo>
                  <a:pt x="40825" y="25771"/>
                </a:lnTo>
                <a:lnTo>
                  <a:pt x="40785" y="26437"/>
                </a:lnTo>
                <a:lnTo>
                  <a:pt x="40744" y="26800"/>
                </a:lnTo>
                <a:lnTo>
                  <a:pt x="40684" y="27163"/>
                </a:lnTo>
                <a:lnTo>
                  <a:pt x="40603" y="27547"/>
                </a:lnTo>
                <a:lnTo>
                  <a:pt x="40502" y="27950"/>
                </a:lnTo>
                <a:lnTo>
                  <a:pt x="40401" y="28334"/>
                </a:lnTo>
                <a:lnTo>
                  <a:pt x="40260" y="28717"/>
                </a:lnTo>
                <a:lnTo>
                  <a:pt x="40099" y="29081"/>
                </a:lnTo>
                <a:lnTo>
                  <a:pt x="39917" y="29424"/>
                </a:lnTo>
                <a:lnTo>
                  <a:pt x="39695" y="29767"/>
                </a:lnTo>
                <a:lnTo>
                  <a:pt x="39453" y="30069"/>
                </a:lnTo>
                <a:lnTo>
                  <a:pt x="39191" y="30332"/>
                </a:lnTo>
                <a:lnTo>
                  <a:pt x="39029" y="30453"/>
                </a:lnTo>
                <a:lnTo>
                  <a:pt x="38868" y="30574"/>
                </a:lnTo>
                <a:lnTo>
                  <a:pt x="38706" y="30675"/>
                </a:lnTo>
                <a:lnTo>
                  <a:pt x="38525" y="30776"/>
                </a:lnTo>
                <a:lnTo>
                  <a:pt x="38343" y="30856"/>
                </a:lnTo>
                <a:lnTo>
                  <a:pt x="38141" y="30917"/>
                </a:lnTo>
                <a:lnTo>
                  <a:pt x="37960" y="30977"/>
                </a:lnTo>
                <a:lnTo>
                  <a:pt x="37758" y="30998"/>
                </a:lnTo>
                <a:lnTo>
                  <a:pt x="37394" y="31038"/>
                </a:lnTo>
                <a:lnTo>
                  <a:pt x="37011" y="31038"/>
                </a:lnTo>
                <a:lnTo>
                  <a:pt x="36628" y="30998"/>
                </a:lnTo>
                <a:lnTo>
                  <a:pt x="36244" y="30937"/>
                </a:lnTo>
                <a:lnTo>
                  <a:pt x="35881" y="30836"/>
                </a:lnTo>
                <a:lnTo>
                  <a:pt x="35538" y="30735"/>
                </a:lnTo>
                <a:lnTo>
                  <a:pt x="35215" y="30634"/>
                </a:lnTo>
                <a:lnTo>
                  <a:pt x="34690" y="30433"/>
                </a:lnTo>
                <a:lnTo>
                  <a:pt x="34186" y="30231"/>
                </a:lnTo>
                <a:lnTo>
                  <a:pt x="33681" y="30009"/>
                </a:lnTo>
                <a:lnTo>
                  <a:pt x="33177" y="29767"/>
                </a:lnTo>
                <a:lnTo>
                  <a:pt x="32693" y="29524"/>
                </a:lnTo>
                <a:lnTo>
                  <a:pt x="32208" y="29262"/>
                </a:lnTo>
                <a:lnTo>
                  <a:pt x="31724" y="28980"/>
                </a:lnTo>
                <a:lnTo>
                  <a:pt x="31260" y="28697"/>
                </a:lnTo>
                <a:lnTo>
                  <a:pt x="30796" y="28394"/>
                </a:lnTo>
                <a:lnTo>
                  <a:pt x="30331" y="28071"/>
                </a:lnTo>
                <a:lnTo>
                  <a:pt x="29888" y="27749"/>
                </a:lnTo>
                <a:lnTo>
                  <a:pt x="29444" y="27406"/>
                </a:lnTo>
                <a:lnTo>
                  <a:pt x="28576" y="26719"/>
                </a:lnTo>
                <a:lnTo>
                  <a:pt x="27728" y="25993"/>
                </a:lnTo>
                <a:lnTo>
                  <a:pt x="26901" y="25226"/>
                </a:lnTo>
                <a:lnTo>
                  <a:pt x="26094" y="24419"/>
                </a:lnTo>
                <a:lnTo>
                  <a:pt x="25307" y="23612"/>
                </a:lnTo>
                <a:lnTo>
                  <a:pt x="24540" y="22784"/>
                </a:lnTo>
                <a:lnTo>
                  <a:pt x="23773" y="21937"/>
                </a:lnTo>
                <a:lnTo>
                  <a:pt x="23026" y="21069"/>
                </a:lnTo>
                <a:lnTo>
                  <a:pt x="21573" y="19334"/>
                </a:lnTo>
                <a:lnTo>
                  <a:pt x="21150" y="18809"/>
                </a:lnTo>
                <a:lnTo>
                  <a:pt x="19757" y="17134"/>
                </a:lnTo>
                <a:lnTo>
                  <a:pt x="18345" y="15479"/>
                </a:lnTo>
                <a:lnTo>
                  <a:pt x="17638" y="14652"/>
                </a:lnTo>
                <a:lnTo>
                  <a:pt x="16892" y="13845"/>
                </a:lnTo>
                <a:lnTo>
                  <a:pt x="16145" y="13058"/>
                </a:lnTo>
                <a:lnTo>
                  <a:pt x="15378" y="12291"/>
                </a:lnTo>
                <a:lnTo>
                  <a:pt x="14591" y="11544"/>
                </a:lnTo>
                <a:lnTo>
                  <a:pt x="13804" y="10838"/>
                </a:lnTo>
                <a:lnTo>
                  <a:pt x="12977" y="10131"/>
                </a:lnTo>
                <a:lnTo>
                  <a:pt x="12129" y="9486"/>
                </a:lnTo>
                <a:lnTo>
                  <a:pt x="11261" y="8880"/>
                </a:lnTo>
                <a:lnTo>
                  <a:pt x="10797" y="8578"/>
                </a:lnTo>
                <a:lnTo>
                  <a:pt x="10353" y="8295"/>
                </a:lnTo>
                <a:lnTo>
                  <a:pt x="9889" y="8012"/>
                </a:lnTo>
                <a:lnTo>
                  <a:pt x="9425" y="7770"/>
                </a:lnTo>
                <a:lnTo>
                  <a:pt x="8941" y="7508"/>
                </a:lnTo>
                <a:lnTo>
                  <a:pt x="8456" y="7266"/>
                </a:lnTo>
                <a:lnTo>
                  <a:pt x="7911" y="7024"/>
                </a:lnTo>
                <a:lnTo>
                  <a:pt x="7346" y="6782"/>
                </a:lnTo>
                <a:lnTo>
                  <a:pt x="6781" y="6560"/>
                </a:lnTo>
                <a:lnTo>
                  <a:pt x="6196" y="6358"/>
                </a:lnTo>
                <a:lnTo>
                  <a:pt x="5066" y="5954"/>
                </a:lnTo>
                <a:lnTo>
                  <a:pt x="3916" y="5591"/>
                </a:lnTo>
                <a:lnTo>
                  <a:pt x="2342" y="5066"/>
                </a:lnTo>
                <a:lnTo>
                  <a:pt x="2079" y="4965"/>
                </a:lnTo>
                <a:lnTo>
                  <a:pt x="1716" y="4804"/>
                </a:lnTo>
                <a:lnTo>
                  <a:pt x="1313" y="4602"/>
                </a:lnTo>
                <a:lnTo>
                  <a:pt x="1111" y="4461"/>
                </a:lnTo>
                <a:lnTo>
                  <a:pt x="909" y="4340"/>
                </a:lnTo>
                <a:lnTo>
                  <a:pt x="727" y="4178"/>
                </a:lnTo>
                <a:lnTo>
                  <a:pt x="546" y="4017"/>
                </a:lnTo>
                <a:lnTo>
                  <a:pt x="384" y="3835"/>
                </a:lnTo>
                <a:lnTo>
                  <a:pt x="263" y="3633"/>
                </a:lnTo>
                <a:lnTo>
                  <a:pt x="162" y="3432"/>
                </a:lnTo>
                <a:lnTo>
                  <a:pt x="102" y="3210"/>
                </a:lnTo>
                <a:lnTo>
                  <a:pt x="82" y="2967"/>
                </a:lnTo>
                <a:lnTo>
                  <a:pt x="102" y="2725"/>
                </a:lnTo>
                <a:lnTo>
                  <a:pt x="162" y="2544"/>
                </a:lnTo>
                <a:lnTo>
                  <a:pt x="223" y="2382"/>
                </a:lnTo>
                <a:lnTo>
                  <a:pt x="324" y="2221"/>
                </a:lnTo>
                <a:lnTo>
                  <a:pt x="425" y="2080"/>
                </a:lnTo>
                <a:lnTo>
                  <a:pt x="526" y="1938"/>
                </a:lnTo>
                <a:lnTo>
                  <a:pt x="647" y="1837"/>
                </a:lnTo>
                <a:lnTo>
                  <a:pt x="889" y="1636"/>
                </a:lnTo>
                <a:lnTo>
                  <a:pt x="1070" y="1494"/>
                </a:lnTo>
                <a:lnTo>
                  <a:pt x="1272" y="1393"/>
                </a:lnTo>
                <a:lnTo>
                  <a:pt x="1474" y="1293"/>
                </a:lnTo>
                <a:lnTo>
                  <a:pt x="1676" y="1192"/>
                </a:lnTo>
                <a:lnTo>
                  <a:pt x="2100" y="1030"/>
                </a:lnTo>
                <a:lnTo>
                  <a:pt x="2523" y="909"/>
                </a:lnTo>
                <a:lnTo>
                  <a:pt x="2967" y="808"/>
                </a:lnTo>
                <a:lnTo>
                  <a:pt x="3411" y="727"/>
                </a:lnTo>
                <a:lnTo>
                  <a:pt x="3855" y="667"/>
                </a:lnTo>
                <a:lnTo>
                  <a:pt x="4279" y="627"/>
                </a:lnTo>
                <a:lnTo>
                  <a:pt x="5349" y="526"/>
                </a:lnTo>
                <a:lnTo>
                  <a:pt x="6438" y="465"/>
                </a:lnTo>
                <a:lnTo>
                  <a:pt x="7528" y="405"/>
                </a:lnTo>
                <a:lnTo>
                  <a:pt x="8598" y="364"/>
                </a:lnTo>
                <a:lnTo>
                  <a:pt x="10757" y="304"/>
                </a:lnTo>
                <a:lnTo>
                  <a:pt x="12896" y="284"/>
                </a:lnTo>
                <a:lnTo>
                  <a:pt x="32471" y="82"/>
                </a:lnTo>
                <a:close/>
                <a:moveTo>
                  <a:pt x="32471" y="1"/>
                </a:moveTo>
                <a:lnTo>
                  <a:pt x="12896" y="203"/>
                </a:lnTo>
                <a:lnTo>
                  <a:pt x="10757" y="223"/>
                </a:lnTo>
                <a:lnTo>
                  <a:pt x="8598" y="284"/>
                </a:lnTo>
                <a:lnTo>
                  <a:pt x="7508" y="324"/>
                </a:lnTo>
                <a:lnTo>
                  <a:pt x="6438" y="384"/>
                </a:lnTo>
                <a:lnTo>
                  <a:pt x="5349" y="445"/>
                </a:lnTo>
                <a:lnTo>
                  <a:pt x="4279" y="546"/>
                </a:lnTo>
                <a:lnTo>
                  <a:pt x="3835" y="586"/>
                </a:lnTo>
                <a:lnTo>
                  <a:pt x="3391" y="647"/>
                </a:lnTo>
                <a:lnTo>
                  <a:pt x="2947" y="727"/>
                </a:lnTo>
                <a:lnTo>
                  <a:pt x="2503" y="828"/>
                </a:lnTo>
                <a:lnTo>
                  <a:pt x="2059" y="949"/>
                </a:lnTo>
                <a:lnTo>
                  <a:pt x="1635" y="1111"/>
                </a:lnTo>
                <a:lnTo>
                  <a:pt x="1434" y="1212"/>
                </a:lnTo>
                <a:lnTo>
                  <a:pt x="1232" y="1313"/>
                </a:lnTo>
                <a:lnTo>
                  <a:pt x="1030" y="1434"/>
                </a:lnTo>
                <a:lnTo>
                  <a:pt x="848" y="1575"/>
                </a:lnTo>
                <a:lnTo>
                  <a:pt x="586" y="1777"/>
                </a:lnTo>
                <a:lnTo>
                  <a:pt x="465" y="1898"/>
                </a:lnTo>
                <a:lnTo>
                  <a:pt x="344" y="2039"/>
                </a:lnTo>
                <a:lnTo>
                  <a:pt x="243" y="2180"/>
                </a:lnTo>
                <a:lnTo>
                  <a:pt x="142" y="2342"/>
                </a:lnTo>
                <a:lnTo>
                  <a:pt x="82" y="2524"/>
                </a:lnTo>
                <a:lnTo>
                  <a:pt x="21" y="2705"/>
                </a:lnTo>
                <a:lnTo>
                  <a:pt x="1" y="2846"/>
                </a:lnTo>
                <a:lnTo>
                  <a:pt x="1" y="2967"/>
                </a:lnTo>
                <a:lnTo>
                  <a:pt x="21" y="3210"/>
                </a:lnTo>
                <a:lnTo>
                  <a:pt x="82" y="3452"/>
                </a:lnTo>
                <a:lnTo>
                  <a:pt x="183" y="3674"/>
                </a:lnTo>
                <a:lnTo>
                  <a:pt x="324" y="3876"/>
                </a:lnTo>
                <a:lnTo>
                  <a:pt x="465" y="4057"/>
                </a:lnTo>
                <a:lnTo>
                  <a:pt x="647" y="4219"/>
                </a:lnTo>
                <a:lnTo>
                  <a:pt x="848" y="4380"/>
                </a:lnTo>
                <a:lnTo>
                  <a:pt x="1050" y="4521"/>
                </a:lnTo>
                <a:lnTo>
                  <a:pt x="1252" y="4663"/>
                </a:lnTo>
                <a:lnTo>
                  <a:pt x="1676" y="4864"/>
                </a:lnTo>
                <a:lnTo>
                  <a:pt x="2039" y="5026"/>
                </a:lnTo>
                <a:lnTo>
                  <a:pt x="2322" y="5147"/>
                </a:lnTo>
                <a:lnTo>
                  <a:pt x="3896" y="5651"/>
                </a:lnTo>
                <a:lnTo>
                  <a:pt x="5026" y="6035"/>
                </a:lnTo>
                <a:lnTo>
                  <a:pt x="6176" y="6438"/>
                </a:lnTo>
                <a:lnTo>
                  <a:pt x="6741" y="6640"/>
                </a:lnTo>
                <a:lnTo>
                  <a:pt x="7306" y="6862"/>
                </a:lnTo>
                <a:lnTo>
                  <a:pt x="7871" y="7104"/>
                </a:lnTo>
                <a:lnTo>
                  <a:pt x="8416" y="7347"/>
                </a:lnTo>
                <a:lnTo>
                  <a:pt x="8900" y="7589"/>
                </a:lnTo>
                <a:lnTo>
                  <a:pt x="9385" y="7831"/>
                </a:lnTo>
                <a:lnTo>
                  <a:pt x="9849" y="8093"/>
                </a:lnTo>
                <a:lnTo>
                  <a:pt x="10313" y="8356"/>
                </a:lnTo>
                <a:lnTo>
                  <a:pt x="10757" y="8638"/>
                </a:lnTo>
                <a:lnTo>
                  <a:pt x="11201" y="8941"/>
                </a:lnTo>
                <a:lnTo>
                  <a:pt x="12089" y="9546"/>
                </a:lnTo>
                <a:lnTo>
                  <a:pt x="12936" y="10212"/>
                </a:lnTo>
                <a:lnTo>
                  <a:pt x="13743" y="10898"/>
                </a:lnTo>
                <a:lnTo>
                  <a:pt x="14551" y="11605"/>
                </a:lnTo>
                <a:lnTo>
                  <a:pt x="15338" y="12351"/>
                </a:lnTo>
                <a:lnTo>
                  <a:pt x="16084" y="13118"/>
                </a:lnTo>
                <a:lnTo>
                  <a:pt x="16831" y="13905"/>
                </a:lnTo>
                <a:lnTo>
                  <a:pt x="17578" y="14712"/>
                </a:lnTo>
                <a:lnTo>
                  <a:pt x="18284" y="15519"/>
                </a:lnTo>
                <a:lnTo>
                  <a:pt x="19697" y="17194"/>
                </a:lnTo>
                <a:lnTo>
                  <a:pt x="21089" y="18869"/>
                </a:lnTo>
                <a:lnTo>
                  <a:pt x="21513" y="19394"/>
                </a:lnTo>
                <a:lnTo>
                  <a:pt x="22986" y="21130"/>
                </a:lnTo>
                <a:lnTo>
                  <a:pt x="23712" y="21977"/>
                </a:lnTo>
                <a:lnTo>
                  <a:pt x="24479" y="22845"/>
                </a:lnTo>
                <a:lnTo>
                  <a:pt x="25246" y="23672"/>
                </a:lnTo>
                <a:lnTo>
                  <a:pt x="26053" y="24500"/>
                </a:lnTo>
                <a:lnTo>
                  <a:pt x="26861" y="25287"/>
                </a:lnTo>
                <a:lnTo>
                  <a:pt x="27688" y="26053"/>
                </a:lnTo>
                <a:lnTo>
                  <a:pt x="28535" y="26780"/>
                </a:lnTo>
                <a:lnTo>
                  <a:pt x="29403" y="27486"/>
                </a:lnTo>
                <a:lnTo>
                  <a:pt x="29847" y="27809"/>
                </a:lnTo>
                <a:lnTo>
                  <a:pt x="30291" y="28152"/>
                </a:lnTo>
                <a:lnTo>
                  <a:pt x="30755" y="28455"/>
                </a:lnTo>
                <a:lnTo>
                  <a:pt x="31219" y="28758"/>
                </a:lnTo>
                <a:lnTo>
                  <a:pt x="31684" y="29040"/>
                </a:lnTo>
                <a:lnTo>
                  <a:pt x="32168" y="29323"/>
                </a:lnTo>
                <a:lnTo>
                  <a:pt x="32652" y="29585"/>
                </a:lnTo>
                <a:lnTo>
                  <a:pt x="33137" y="29847"/>
                </a:lnTo>
                <a:lnTo>
                  <a:pt x="33641" y="30090"/>
                </a:lnTo>
                <a:lnTo>
                  <a:pt x="34146" y="30311"/>
                </a:lnTo>
                <a:lnTo>
                  <a:pt x="34670" y="30513"/>
                </a:lnTo>
                <a:lnTo>
                  <a:pt x="35195" y="30715"/>
                </a:lnTo>
                <a:lnTo>
                  <a:pt x="35659" y="30856"/>
                </a:lnTo>
                <a:lnTo>
                  <a:pt x="36164" y="30998"/>
                </a:lnTo>
                <a:lnTo>
                  <a:pt x="36426" y="31058"/>
                </a:lnTo>
                <a:lnTo>
                  <a:pt x="36688" y="31099"/>
                </a:lnTo>
                <a:lnTo>
                  <a:pt x="36971" y="31119"/>
                </a:lnTo>
                <a:lnTo>
                  <a:pt x="37475" y="31119"/>
                </a:lnTo>
                <a:lnTo>
                  <a:pt x="37697" y="31099"/>
                </a:lnTo>
                <a:lnTo>
                  <a:pt x="37939" y="31058"/>
                </a:lnTo>
                <a:lnTo>
                  <a:pt x="38161" y="30998"/>
                </a:lnTo>
                <a:lnTo>
                  <a:pt x="38363" y="30917"/>
                </a:lnTo>
                <a:lnTo>
                  <a:pt x="38565" y="30836"/>
                </a:lnTo>
                <a:lnTo>
                  <a:pt x="38747" y="30755"/>
                </a:lnTo>
                <a:lnTo>
                  <a:pt x="38908" y="30655"/>
                </a:lnTo>
                <a:lnTo>
                  <a:pt x="39069" y="30533"/>
                </a:lnTo>
                <a:lnTo>
                  <a:pt x="39231" y="30412"/>
                </a:lnTo>
                <a:lnTo>
                  <a:pt x="39372" y="30271"/>
                </a:lnTo>
                <a:lnTo>
                  <a:pt x="39513" y="30130"/>
                </a:lnTo>
                <a:lnTo>
                  <a:pt x="39756" y="29827"/>
                </a:lnTo>
                <a:lnTo>
                  <a:pt x="39978" y="29484"/>
                </a:lnTo>
                <a:lnTo>
                  <a:pt x="40179" y="29121"/>
                </a:lnTo>
                <a:lnTo>
                  <a:pt x="40341" y="28758"/>
                </a:lnTo>
                <a:lnTo>
                  <a:pt x="40462" y="28374"/>
                </a:lnTo>
                <a:lnTo>
                  <a:pt x="40583" y="27971"/>
                </a:lnTo>
                <a:lnTo>
                  <a:pt x="40684" y="27587"/>
                </a:lnTo>
                <a:lnTo>
                  <a:pt x="40765" y="27184"/>
                </a:lnTo>
                <a:lnTo>
                  <a:pt x="40805" y="26820"/>
                </a:lnTo>
                <a:lnTo>
                  <a:pt x="40865" y="26437"/>
                </a:lnTo>
                <a:lnTo>
                  <a:pt x="40906" y="25771"/>
                </a:lnTo>
                <a:lnTo>
                  <a:pt x="40946" y="24944"/>
                </a:lnTo>
                <a:lnTo>
                  <a:pt x="40946" y="24116"/>
                </a:lnTo>
                <a:lnTo>
                  <a:pt x="40926" y="23269"/>
                </a:lnTo>
                <a:lnTo>
                  <a:pt x="40906" y="22441"/>
                </a:lnTo>
                <a:lnTo>
                  <a:pt x="40845" y="21594"/>
                </a:lnTo>
                <a:lnTo>
                  <a:pt x="40785" y="20766"/>
                </a:lnTo>
                <a:lnTo>
                  <a:pt x="40684" y="19939"/>
                </a:lnTo>
                <a:lnTo>
                  <a:pt x="40583" y="19091"/>
                </a:lnTo>
                <a:lnTo>
                  <a:pt x="40442" y="18264"/>
                </a:lnTo>
                <a:lnTo>
                  <a:pt x="40300" y="17437"/>
                </a:lnTo>
                <a:lnTo>
                  <a:pt x="40119" y="16609"/>
                </a:lnTo>
                <a:lnTo>
                  <a:pt x="39937" y="15782"/>
                </a:lnTo>
                <a:lnTo>
                  <a:pt x="39715" y="14975"/>
                </a:lnTo>
                <a:lnTo>
                  <a:pt x="39493" y="14147"/>
                </a:lnTo>
                <a:lnTo>
                  <a:pt x="39251" y="13360"/>
                </a:lnTo>
                <a:lnTo>
                  <a:pt x="38989" y="12553"/>
                </a:lnTo>
                <a:lnTo>
                  <a:pt x="38686" y="11746"/>
                </a:lnTo>
                <a:lnTo>
                  <a:pt x="38383" y="10959"/>
                </a:lnTo>
                <a:lnTo>
                  <a:pt x="38060" y="10172"/>
                </a:lnTo>
                <a:lnTo>
                  <a:pt x="37717" y="9405"/>
                </a:lnTo>
                <a:lnTo>
                  <a:pt x="37354" y="8638"/>
                </a:lnTo>
                <a:lnTo>
                  <a:pt x="36971" y="7871"/>
                </a:lnTo>
                <a:lnTo>
                  <a:pt x="36567" y="7125"/>
                </a:lnTo>
                <a:lnTo>
                  <a:pt x="36143" y="6398"/>
                </a:lnTo>
                <a:lnTo>
                  <a:pt x="35841" y="5873"/>
                </a:lnTo>
                <a:lnTo>
                  <a:pt x="35578" y="5470"/>
                </a:lnTo>
                <a:lnTo>
                  <a:pt x="35336" y="5046"/>
                </a:lnTo>
                <a:lnTo>
                  <a:pt x="35255" y="4844"/>
                </a:lnTo>
                <a:lnTo>
                  <a:pt x="35175" y="4622"/>
                </a:lnTo>
                <a:lnTo>
                  <a:pt x="35094" y="4380"/>
                </a:lnTo>
                <a:lnTo>
                  <a:pt x="35054" y="4158"/>
                </a:lnTo>
                <a:lnTo>
                  <a:pt x="35054" y="3997"/>
                </a:lnTo>
                <a:lnTo>
                  <a:pt x="35054" y="3835"/>
                </a:lnTo>
                <a:lnTo>
                  <a:pt x="35074" y="3492"/>
                </a:lnTo>
                <a:lnTo>
                  <a:pt x="35155" y="3169"/>
                </a:lnTo>
                <a:lnTo>
                  <a:pt x="35235" y="2846"/>
                </a:lnTo>
                <a:lnTo>
                  <a:pt x="35316" y="2463"/>
                </a:lnTo>
                <a:lnTo>
                  <a:pt x="35397" y="2059"/>
                </a:lnTo>
                <a:lnTo>
                  <a:pt x="35417" y="1858"/>
                </a:lnTo>
                <a:lnTo>
                  <a:pt x="35397" y="1656"/>
                </a:lnTo>
                <a:lnTo>
                  <a:pt x="35376" y="1454"/>
                </a:lnTo>
                <a:lnTo>
                  <a:pt x="35336" y="1252"/>
                </a:lnTo>
                <a:lnTo>
                  <a:pt x="35276" y="1091"/>
                </a:lnTo>
                <a:lnTo>
                  <a:pt x="35195" y="949"/>
                </a:lnTo>
                <a:lnTo>
                  <a:pt x="35094" y="808"/>
                </a:lnTo>
                <a:lnTo>
                  <a:pt x="34993" y="687"/>
                </a:lnTo>
                <a:lnTo>
                  <a:pt x="34872" y="586"/>
                </a:lnTo>
                <a:lnTo>
                  <a:pt x="34731" y="485"/>
                </a:lnTo>
                <a:lnTo>
                  <a:pt x="34569" y="384"/>
                </a:lnTo>
                <a:lnTo>
                  <a:pt x="34408" y="304"/>
                </a:lnTo>
                <a:lnTo>
                  <a:pt x="34226" y="223"/>
                </a:lnTo>
                <a:lnTo>
                  <a:pt x="34024" y="162"/>
                </a:lnTo>
                <a:lnTo>
                  <a:pt x="33802" y="122"/>
                </a:lnTo>
                <a:lnTo>
                  <a:pt x="33560" y="82"/>
                </a:lnTo>
                <a:lnTo>
                  <a:pt x="33056" y="21"/>
                </a:lnTo>
                <a:lnTo>
                  <a:pt x="32471" y="1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18" name="Google Shape;2218;p27"/>
          <p:cNvSpPr/>
          <p:nvPr/>
        </p:nvSpPr>
        <p:spPr>
          <a:xfrm flipH="1" rot="5400000">
            <a:off x="-1296556" y="2431317"/>
            <a:ext cx="1730784" cy="1441910"/>
          </a:xfrm>
          <a:custGeom>
            <a:rect b="b" l="l" r="r" t="t"/>
            <a:pathLst>
              <a:path extrusionOk="0" h="25791" w="30958">
                <a:moveTo>
                  <a:pt x="13179" y="81"/>
                </a:moveTo>
                <a:lnTo>
                  <a:pt x="14551" y="101"/>
                </a:lnTo>
                <a:lnTo>
                  <a:pt x="15257" y="121"/>
                </a:lnTo>
                <a:lnTo>
                  <a:pt x="15963" y="162"/>
                </a:lnTo>
                <a:lnTo>
                  <a:pt x="16690" y="242"/>
                </a:lnTo>
                <a:lnTo>
                  <a:pt x="17416" y="323"/>
                </a:lnTo>
                <a:lnTo>
                  <a:pt x="18143" y="444"/>
                </a:lnTo>
                <a:lnTo>
                  <a:pt x="18869" y="586"/>
                </a:lnTo>
                <a:lnTo>
                  <a:pt x="19576" y="767"/>
                </a:lnTo>
                <a:lnTo>
                  <a:pt x="20282" y="969"/>
                </a:lnTo>
                <a:lnTo>
                  <a:pt x="20988" y="1211"/>
                </a:lnTo>
                <a:lnTo>
                  <a:pt x="21654" y="1494"/>
                </a:lnTo>
                <a:lnTo>
                  <a:pt x="21997" y="1655"/>
                </a:lnTo>
                <a:lnTo>
                  <a:pt x="22320" y="1837"/>
                </a:lnTo>
                <a:lnTo>
                  <a:pt x="22643" y="2018"/>
                </a:lnTo>
                <a:lnTo>
                  <a:pt x="22946" y="2200"/>
                </a:lnTo>
                <a:lnTo>
                  <a:pt x="23269" y="2402"/>
                </a:lnTo>
                <a:lnTo>
                  <a:pt x="23551" y="2624"/>
                </a:lnTo>
                <a:lnTo>
                  <a:pt x="23854" y="2866"/>
                </a:lnTo>
                <a:lnTo>
                  <a:pt x="24136" y="3108"/>
                </a:lnTo>
                <a:lnTo>
                  <a:pt x="24540" y="3491"/>
                </a:lnTo>
                <a:lnTo>
                  <a:pt x="24923" y="3895"/>
                </a:lnTo>
                <a:lnTo>
                  <a:pt x="25287" y="4339"/>
                </a:lnTo>
                <a:lnTo>
                  <a:pt x="25670" y="4823"/>
                </a:lnTo>
                <a:lnTo>
                  <a:pt x="26013" y="5348"/>
                </a:lnTo>
                <a:lnTo>
                  <a:pt x="26356" y="5913"/>
                </a:lnTo>
                <a:lnTo>
                  <a:pt x="26719" y="6518"/>
                </a:lnTo>
                <a:lnTo>
                  <a:pt x="27042" y="7164"/>
                </a:lnTo>
                <a:lnTo>
                  <a:pt x="27345" y="7749"/>
                </a:lnTo>
                <a:lnTo>
                  <a:pt x="27607" y="8335"/>
                </a:lnTo>
                <a:lnTo>
                  <a:pt x="27870" y="8940"/>
                </a:lnTo>
                <a:lnTo>
                  <a:pt x="28112" y="9546"/>
                </a:lnTo>
                <a:lnTo>
                  <a:pt x="28556" y="10756"/>
                </a:lnTo>
                <a:lnTo>
                  <a:pt x="28959" y="11947"/>
                </a:lnTo>
                <a:lnTo>
                  <a:pt x="29343" y="13138"/>
                </a:lnTo>
                <a:lnTo>
                  <a:pt x="29666" y="14328"/>
                </a:lnTo>
                <a:lnTo>
                  <a:pt x="29948" y="15478"/>
                </a:lnTo>
                <a:lnTo>
                  <a:pt x="30231" y="16588"/>
                </a:lnTo>
                <a:lnTo>
                  <a:pt x="30453" y="17577"/>
                </a:lnTo>
                <a:lnTo>
                  <a:pt x="30654" y="18606"/>
                </a:lnTo>
                <a:lnTo>
                  <a:pt x="30735" y="19111"/>
                </a:lnTo>
                <a:lnTo>
                  <a:pt x="30816" y="19636"/>
                </a:lnTo>
                <a:lnTo>
                  <a:pt x="30856" y="20160"/>
                </a:lnTo>
                <a:lnTo>
                  <a:pt x="30876" y="20685"/>
                </a:lnTo>
                <a:lnTo>
                  <a:pt x="30876" y="21169"/>
                </a:lnTo>
                <a:lnTo>
                  <a:pt x="30856" y="21674"/>
                </a:lnTo>
                <a:lnTo>
                  <a:pt x="30796" y="22219"/>
                </a:lnTo>
                <a:lnTo>
                  <a:pt x="30695" y="22784"/>
                </a:lnTo>
                <a:lnTo>
                  <a:pt x="30614" y="23046"/>
                </a:lnTo>
                <a:lnTo>
                  <a:pt x="30533" y="23329"/>
                </a:lnTo>
                <a:lnTo>
                  <a:pt x="30412" y="23611"/>
                </a:lnTo>
                <a:lnTo>
                  <a:pt x="30311" y="23873"/>
                </a:lnTo>
                <a:lnTo>
                  <a:pt x="30170" y="24136"/>
                </a:lnTo>
                <a:lnTo>
                  <a:pt x="30009" y="24398"/>
                </a:lnTo>
                <a:lnTo>
                  <a:pt x="29847" y="24640"/>
                </a:lnTo>
                <a:lnTo>
                  <a:pt x="29645" y="24882"/>
                </a:lnTo>
                <a:lnTo>
                  <a:pt x="29383" y="25145"/>
                </a:lnTo>
                <a:lnTo>
                  <a:pt x="29242" y="25266"/>
                </a:lnTo>
                <a:lnTo>
                  <a:pt x="29101" y="25387"/>
                </a:lnTo>
                <a:lnTo>
                  <a:pt x="28939" y="25468"/>
                </a:lnTo>
                <a:lnTo>
                  <a:pt x="28798" y="25548"/>
                </a:lnTo>
                <a:lnTo>
                  <a:pt x="28657" y="25609"/>
                </a:lnTo>
                <a:lnTo>
                  <a:pt x="28515" y="25649"/>
                </a:lnTo>
                <a:lnTo>
                  <a:pt x="28334" y="25690"/>
                </a:lnTo>
                <a:lnTo>
                  <a:pt x="28152" y="25710"/>
                </a:lnTo>
                <a:lnTo>
                  <a:pt x="27991" y="25710"/>
                </a:lnTo>
                <a:lnTo>
                  <a:pt x="27809" y="25690"/>
                </a:lnTo>
                <a:lnTo>
                  <a:pt x="27648" y="25669"/>
                </a:lnTo>
                <a:lnTo>
                  <a:pt x="27466" y="25629"/>
                </a:lnTo>
                <a:lnTo>
                  <a:pt x="27143" y="25508"/>
                </a:lnTo>
                <a:lnTo>
                  <a:pt x="26800" y="25347"/>
                </a:lnTo>
                <a:lnTo>
                  <a:pt x="26477" y="25165"/>
                </a:lnTo>
                <a:lnTo>
                  <a:pt x="26154" y="24963"/>
                </a:lnTo>
                <a:lnTo>
                  <a:pt x="25852" y="24741"/>
                </a:lnTo>
                <a:lnTo>
                  <a:pt x="25145" y="24196"/>
                </a:lnTo>
                <a:lnTo>
                  <a:pt x="24419" y="23631"/>
                </a:lnTo>
                <a:lnTo>
                  <a:pt x="23692" y="23046"/>
                </a:lnTo>
                <a:lnTo>
                  <a:pt x="22946" y="22420"/>
                </a:lnTo>
                <a:lnTo>
                  <a:pt x="22199" y="21775"/>
                </a:lnTo>
                <a:lnTo>
                  <a:pt x="21412" y="21109"/>
                </a:lnTo>
                <a:lnTo>
                  <a:pt x="20625" y="20382"/>
                </a:lnTo>
                <a:lnTo>
                  <a:pt x="19798" y="19636"/>
                </a:lnTo>
                <a:lnTo>
                  <a:pt x="18506" y="18405"/>
                </a:lnTo>
                <a:lnTo>
                  <a:pt x="17215" y="17153"/>
                </a:lnTo>
                <a:lnTo>
                  <a:pt x="14692" y="14671"/>
                </a:lnTo>
                <a:lnTo>
                  <a:pt x="12270" y="12290"/>
                </a:lnTo>
                <a:lnTo>
                  <a:pt x="11039" y="11079"/>
                </a:lnTo>
                <a:lnTo>
                  <a:pt x="9808" y="9909"/>
                </a:lnTo>
                <a:lnTo>
                  <a:pt x="8376" y="8597"/>
                </a:lnTo>
                <a:lnTo>
                  <a:pt x="7024" y="7406"/>
                </a:lnTo>
                <a:lnTo>
                  <a:pt x="5732" y="6317"/>
                </a:lnTo>
                <a:lnTo>
                  <a:pt x="4461" y="5308"/>
                </a:lnTo>
                <a:lnTo>
                  <a:pt x="4118" y="5086"/>
                </a:lnTo>
                <a:lnTo>
                  <a:pt x="3593" y="4743"/>
                </a:lnTo>
                <a:lnTo>
                  <a:pt x="2523" y="4057"/>
                </a:lnTo>
                <a:lnTo>
                  <a:pt x="1958" y="3673"/>
                </a:lnTo>
                <a:lnTo>
                  <a:pt x="1414" y="3290"/>
                </a:lnTo>
                <a:lnTo>
                  <a:pt x="929" y="2886"/>
                </a:lnTo>
                <a:lnTo>
                  <a:pt x="707" y="2704"/>
                </a:lnTo>
                <a:lnTo>
                  <a:pt x="526" y="2503"/>
                </a:lnTo>
                <a:lnTo>
                  <a:pt x="364" y="2341"/>
                </a:lnTo>
                <a:lnTo>
                  <a:pt x="223" y="2160"/>
                </a:lnTo>
                <a:lnTo>
                  <a:pt x="142" y="1998"/>
                </a:lnTo>
                <a:lnTo>
                  <a:pt x="82" y="1857"/>
                </a:lnTo>
                <a:lnTo>
                  <a:pt x="82" y="1776"/>
                </a:lnTo>
                <a:lnTo>
                  <a:pt x="82" y="1716"/>
                </a:lnTo>
                <a:lnTo>
                  <a:pt x="102" y="1655"/>
                </a:lnTo>
                <a:lnTo>
                  <a:pt x="142" y="1595"/>
                </a:lnTo>
                <a:lnTo>
                  <a:pt x="243" y="1473"/>
                </a:lnTo>
                <a:lnTo>
                  <a:pt x="364" y="1373"/>
                </a:lnTo>
                <a:lnTo>
                  <a:pt x="485" y="1292"/>
                </a:lnTo>
                <a:lnTo>
                  <a:pt x="647" y="1231"/>
                </a:lnTo>
                <a:lnTo>
                  <a:pt x="788" y="1171"/>
                </a:lnTo>
                <a:lnTo>
                  <a:pt x="949" y="1130"/>
                </a:lnTo>
                <a:lnTo>
                  <a:pt x="1292" y="1070"/>
                </a:lnTo>
                <a:lnTo>
                  <a:pt x="2745" y="848"/>
                </a:lnTo>
                <a:lnTo>
                  <a:pt x="4219" y="646"/>
                </a:lnTo>
                <a:lnTo>
                  <a:pt x="5712" y="464"/>
                </a:lnTo>
                <a:lnTo>
                  <a:pt x="7185" y="323"/>
                </a:lnTo>
                <a:lnTo>
                  <a:pt x="8658" y="222"/>
                </a:lnTo>
                <a:lnTo>
                  <a:pt x="10152" y="142"/>
                </a:lnTo>
                <a:lnTo>
                  <a:pt x="11645" y="81"/>
                </a:lnTo>
                <a:close/>
                <a:moveTo>
                  <a:pt x="11645" y="0"/>
                </a:moveTo>
                <a:lnTo>
                  <a:pt x="10152" y="61"/>
                </a:lnTo>
                <a:lnTo>
                  <a:pt x="8658" y="142"/>
                </a:lnTo>
                <a:lnTo>
                  <a:pt x="7185" y="242"/>
                </a:lnTo>
                <a:lnTo>
                  <a:pt x="5692" y="384"/>
                </a:lnTo>
                <a:lnTo>
                  <a:pt x="4219" y="565"/>
                </a:lnTo>
                <a:lnTo>
                  <a:pt x="2745" y="767"/>
                </a:lnTo>
                <a:lnTo>
                  <a:pt x="1272" y="989"/>
                </a:lnTo>
                <a:lnTo>
                  <a:pt x="929" y="1070"/>
                </a:lnTo>
                <a:lnTo>
                  <a:pt x="768" y="1110"/>
                </a:lnTo>
                <a:lnTo>
                  <a:pt x="606" y="1151"/>
                </a:lnTo>
                <a:lnTo>
                  <a:pt x="445" y="1231"/>
                </a:lnTo>
                <a:lnTo>
                  <a:pt x="304" y="1312"/>
                </a:lnTo>
                <a:lnTo>
                  <a:pt x="183" y="1413"/>
                </a:lnTo>
                <a:lnTo>
                  <a:pt x="82" y="1554"/>
                </a:lnTo>
                <a:lnTo>
                  <a:pt x="41" y="1615"/>
                </a:lnTo>
                <a:lnTo>
                  <a:pt x="1" y="1695"/>
                </a:lnTo>
                <a:lnTo>
                  <a:pt x="1" y="1776"/>
                </a:lnTo>
                <a:lnTo>
                  <a:pt x="1" y="1857"/>
                </a:lnTo>
                <a:lnTo>
                  <a:pt x="61" y="2018"/>
                </a:lnTo>
                <a:lnTo>
                  <a:pt x="142" y="2180"/>
                </a:lnTo>
                <a:lnTo>
                  <a:pt x="283" y="2361"/>
                </a:lnTo>
                <a:lnTo>
                  <a:pt x="445" y="2543"/>
                </a:lnTo>
                <a:lnTo>
                  <a:pt x="627" y="2725"/>
                </a:lnTo>
                <a:lnTo>
                  <a:pt x="849" y="2926"/>
                </a:lnTo>
                <a:lnTo>
                  <a:pt x="1333" y="3310"/>
                </a:lnTo>
                <a:lnTo>
                  <a:pt x="1878" y="3713"/>
                </a:lnTo>
                <a:lnTo>
                  <a:pt x="2443" y="4097"/>
                </a:lnTo>
                <a:lnTo>
                  <a:pt x="3532" y="4803"/>
                </a:lnTo>
                <a:lnTo>
                  <a:pt x="4077" y="5146"/>
                </a:lnTo>
                <a:lnTo>
                  <a:pt x="4420" y="5388"/>
                </a:lnTo>
                <a:lnTo>
                  <a:pt x="5672" y="6377"/>
                </a:lnTo>
                <a:lnTo>
                  <a:pt x="6963" y="7467"/>
                </a:lnTo>
                <a:lnTo>
                  <a:pt x="8315" y="8658"/>
                </a:lnTo>
                <a:lnTo>
                  <a:pt x="9748" y="9969"/>
                </a:lnTo>
                <a:lnTo>
                  <a:pt x="10999" y="11140"/>
                </a:lnTo>
                <a:lnTo>
                  <a:pt x="12230" y="12351"/>
                </a:lnTo>
                <a:lnTo>
                  <a:pt x="14631" y="14732"/>
                </a:lnTo>
                <a:lnTo>
                  <a:pt x="17154" y="17214"/>
                </a:lnTo>
                <a:lnTo>
                  <a:pt x="18445" y="18465"/>
                </a:lnTo>
                <a:lnTo>
                  <a:pt x="19737" y="19696"/>
                </a:lnTo>
                <a:lnTo>
                  <a:pt x="20564" y="20443"/>
                </a:lnTo>
                <a:lnTo>
                  <a:pt x="21372" y="21169"/>
                </a:lnTo>
                <a:lnTo>
                  <a:pt x="22138" y="21835"/>
                </a:lnTo>
                <a:lnTo>
                  <a:pt x="22885" y="22501"/>
                </a:lnTo>
                <a:lnTo>
                  <a:pt x="23632" y="23107"/>
                </a:lnTo>
                <a:lnTo>
                  <a:pt x="24358" y="23692"/>
                </a:lnTo>
                <a:lnTo>
                  <a:pt x="25085" y="24257"/>
                </a:lnTo>
                <a:lnTo>
                  <a:pt x="25811" y="24802"/>
                </a:lnTo>
                <a:lnTo>
                  <a:pt x="26336" y="25165"/>
                </a:lnTo>
                <a:lnTo>
                  <a:pt x="26598" y="25326"/>
                </a:lnTo>
                <a:lnTo>
                  <a:pt x="26881" y="25488"/>
                </a:lnTo>
                <a:lnTo>
                  <a:pt x="27183" y="25609"/>
                </a:lnTo>
                <a:lnTo>
                  <a:pt x="27466" y="25710"/>
                </a:lnTo>
                <a:lnTo>
                  <a:pt x="27769" y="25770"/>
                </a:lnTo>
                <a:lnTo>
                  <a:pt x="28051" y="25790"/>
                </a:lnTo>
                <a:lnTo>
                  <a:pt x="28293" y="25770"/>
                </a:lnTo>
                <a:lnTo>
                  <a:pt x="28536" y="25730"/>
                </a:lnTo>
                <a:lnTo>
                  <a:pt x="28677" y="25690"/>
                </a:lnTo>
                <a:lnTo>
                  <a:pt x="28838" y="25609"/>
                </a:lnTo>
                <a:lnTo>
                  <a:pt x="28979" y="25548"/>
                </a:lnTo>
                <a:lnTo>
                  <a:pt x="29141" y="25447"/>
                </a:lnTo>
                <a:lnTo>
                  <a:pt x="29282" y="25347"/>
                </a:lnTo>
                <a:lnTo>
                  <a:pt x="29423" y="25225"/>
                </a:lnTo>
                <a:lnTo>
                  <a:pt x="29706" y="24923"/>
                </a:lnTo>
                <a:lnTo>
                  <a:pt x="29908" y="24681"/>
                </a:lnTo>
                <a:lnTo>
                  <a:pt x="30089" y="24438"/>
                </a:lnTo>
                <a:lnTo>
                  <a:pt x="30231" y="24176"/>
                </a:lnTo>
                <a:lnTo>
                  <a:pt x="30372" y="23914"/>
                </a:lnTo>
                <a:lnTo>
                  <a:pt x="30493" y="23631"/>
                </a:lnTo>
                <a:lnTo>
                  <a:pt x="30594" y="23369"/>
                </a:lnTo>
                <a:lnTo>
                  <a:pt x="30695" y="23086"/>
                </a:lnTo>
                <a:lnTo>
                  <a:pt x="30755" y="22804"/>
                </a:lnTo>
                <a:lnTo>
                  <a:pt x="30816" y="22521"/>
                </a:lnTo>
                <a:lnTo>
                  <a:pt x="30876" y="22239"/>
                </a:lnTo>
                <a:lnTo>
                  <a:pt x="30937" y="21694"/>
                </a:lnTo>
                <a:lnTo>
                  <a:pt x="30957" y="21169"/>
                </a:lnTo>
                <a:lnTo>
                  <a:pt x="30957" y="20685"/>
                </a:lnTo>
                <a:lnTo>
                  <a:pt x="30937" y="20160"/>
                </a:lnTo>
                <a:lnTo>
                  <a:pt x="30897" y="19636"/>
                </a:lnTo>
                <a:lnTo>
                  <a:pt x="30816" y="19111"/>
                </a:lnTo>
                <a:lnTo>
                  <a:pt x="30735" y="18586"/>
                </a:lnTo>
                <a:lnTo>
                  <a:pt x="30533" y="17557"/>
                </a:lnTo>
                <a:lnTo>
                  <a:pt x="30311" y="16568"/>
                </a:lnTo>
                <a:lnTo>
                  <a:pt x="30029" y="15458"/>
                </a:lnTo>
                <a:lnTo>
                  <a:pt x="29746" y="14308"/>
                </a:lnTo>
                <a:lnTo>
                  <a:pt x="29403" y="13117"/>
                </a:lnTo>
                <a:lnTo>
                  <a:pt x="29040" y="11927"/>
                </a:lnTo>
                <a:lnTo>
                  <a:pt x="28636" y="10716"/>
                </a:lnTo>
                <a:lnTo>
                  <a:pt x="28192" y="9505"/>
                </a:lnTo>
                <a:lnTo>
                  <a:pt x="27950" y="8900"/>
                </a:lnTo>
                <a:lnTo>
                  <a:pt x="27688" y="8315"/>
                </a:lnTo>
                <a:lnTo>
                  <a:pt x="27405" y="7709"/>
                </a:lnTo>
                <a:lnTo>
                  <a:pt x="27123" y="7124"/>
                </a:lnTo>
                <a:lnTo>
                  <a:pt x="26780" y="6478"/>
                </a:lnTo>
                <a:lnTo>
                  <a:pt x="26437" y="5853"/>
                </a:lnTo>
                <a:lnTo>
                  <a:pt x="26074" y="5288"/>
                </a:lnTo>
                <a:lnTo>
                  <a:pt x="25730" y="4783"/>
                </a:lnTo>
                <a:lnTo>
                  <a:pt x="25367" y="4279"/>
                </a:lnTo>
                <a:lnTo>
                  <a:pt x="24984" y="3835"/>
                </a:lnTo>
                <a:lnTo>
                  <a:pt x="24600" y="3431"/>
                </a:lnTo>
                <a:lnTo>
                  <a:pt x="24197" y="3048"/>
                </a:lnTo>
                <a:lnTo>
                  <a:pt x="23672" y="2604"/>
                </a:lnTo>
                <a:lnTo>
                  <a:pt x="23127" y="2220"/>
                </a:lnTo>
                <a:lnTo>
                  <a:pt x="22522" y="1857"/>
                </a:lnTo>
                <a:lnTo>
                  <a:pt x="21896" y="1514"/>
                </a:lnTo>
                <a:lnTo>
                  <a:pt x="21251" y="1231"/>
                </a:lnTo>
                <a:lnTo>
                  <a:pt x="20544" y="969"/>
                </a:lnTo>
                <a:lnTo>
                  <a:pt x="19798" y="727"/>
                </a:lnTo>
                <a:lnTo>
                  <a:pt x="19031" y="525"/>
                </a:lnTo>
                <a:lnTo>
                  <a:pt x="18405" y="404"/>
                </a:lnTo>
                <a:lnTo>
                  <a:pt x="17759" y="303"/>
                </a:lnTo>
                <a:lnTo>
                  <a:pt x="17093" y="202"/>
                </a:lnTo>
                <a:lnTo>
                  <a:pt x="16387" y="121"/>
                </a:lnTo>
                <a:lnTo>
                  <a:pt x="15640" y="61"/>
                </a:lnTo>
                <a:lnTo>
                  <a:pt x="14853" y="21"/>
                </a:lnTo>
                <a:lnTo>
                  <a:pt x="14046" y="0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19" name="Google Shape;2219;p27"/>
          <p:cNvSpPr/>
          <p:nvPr/>
        </p:nvSpPr>
        <p:spPr>
          <a:xfrm flipH="1" rot="5400000">
            <a:off x="-809712" y="2540177"/>
            <a:ext cx="1058329" cy="998564"/>
          </a:xfrm>
          <a:custGeom>
            <a:rect b="b" l="l" r="r" t="t"/>
            <a:pathLst>
              <a:path extrusionOk="0" h="17861" w="18930">
                <a:moveTo>
                  <a:pt x="3431" y="81"/>
                </a:moveTo>
                <a:lnTo>
                  <a:pt x="4117" y="102"/>
                </a:lnTo>
                <a:lnTo>
                  <a:pt x="4824" y="162"/>
                </a:lnTo>
                <a:lnTo>
                  <a:pt x="5510" y="263"/>
                </a:lnTo>
                <a:lnTo>
                  <a:pt x="6216" y="404"/>
                </a:lnTo>
                <a:lnTo>
                  <a:pt x="6882" y="566"/>
                </a:lnTo>
                <a:lnTo>
                  <a:pt x="7568" y="768"/>
                </a:lnTo>
                <a:lnTo>
                  <a:pt x="8234" y="1010"/>
                </a:lnTo>
                <a:lnTo>
                  <a:pt x="8880" y="1272"/>
                </a:lnTo>
                <a:lnTo>
                  <a:pt x="9505" y="1575"/>
                </a:lnTo>
                <a:lnTo>
                  <a:pt x="10131" y="1918"/>
                </a:lnTo>
                <a:lnTo>
                  <a:pt x="10736" y="2281"/>
                </a:lnTo>
                <a:lnTo>
                  <a:pt x="11301" y="2664"/>
                </a:lnTo>
                <a:lnTo>
                  <a:pt x="11866" y="3088"/>
                </a:lnTo>
                <a:lnTo>
                  <a:pt x="12391" y="3552"/>
                </a:lnTo>
                <a:lnTo>
                  <a:pt x="12896" y="4017"/>
                </a:lnTo>
                <a:lnTo>
                  <a:pt x="13380" y="4521"/>
                </a:lnTo>
                <a:lnTo>
                  <a:pt x="13824" y="5026"/>
                </a:lnTo>
                <a:lnTo>
                  <a:pt x="14248" y="5570"/>
                </a:lnTo>
                <a:lnTo>
                  <a:pt x="14651" y="6115"/>
                </a:lnTo>
                <a:lnTo>
                  <a:pt x="15035" y="6680"/>
                </a:lnTo>
                <a:lnTo>
                  <a:pt x="15418" y="7245"/>
                </a:lnTo>
                <a:lnTo>
                  <a:pt x="15761" y="7831"/>
                </a:lnTo>
                <a:lnTo>
                  <a:pt x="16084" y="8416"/>
                </a:lnTo>
                <a:lnTo>
                  <a:pt x="16387" y="9021"/>
                </a:lnTo>
                <a:lnTo>
                  <a:pt x="16689" y="9627"/>
                </a:lnTo>
                <a:lnTo>
                  <a:pt x="16972" y="10232"/>
                </a:lnTo>
                <a:lnTo>
                  <a:pt x="17497" y="11423"/>
                </a:lnTo>
                <a:lnTo>
                  <a:pt x="17981" y="12593"/>
                </a:lnTo>
                <a:lnTo>
                  <a:pt x="18183" y="13158"/>
                </a:lnTo>
                <a:lnTo>
                  <a:pt x="18385" y="13723"/>
                </a:lnTo>
                <a:lnTo>
                  <a:pt x="18566" y="14288"/>
                </a:lnTo>
                <a:lnTo>
                  <a:pt x="18707" y="14853"/>
                </a:lnTo>
                <a:lnTo>
                  <a:pt x="18768" y="15136"/>
                </a:lnTo>
                <a:lnTo>
                  <a:pt x="18808" y="15438"/>
                </a:lnTo>
                <a:lnTo>
                  <a:pt x="18829" y="15721"/>
                </a:lnTo>
                <a:lnTo>
                  <a:pt x="18849" y="16003"/>
                </a:lnTo>
                <a:lnTo>
                  <a:pt x="18849" y="16286"/>
                </a:lnTo>
                <a:lnTo>
                  <a:pt x="18829" y="16589"/>
                </a:lnTo>
                <a:lnTo>
                  <a:pt x="18788" y="16871"/>
                </a:lnTo>
                <a:lnTo>
                  <a:pt x="18728" y="17154"/>
                </a:lnTo>
                <a:lnTo>
                  <a:pt x="18687" y="17295"/>
                </a:lnTo>
                <a:lnTo>
                  <a:pt x="18647" y="17416"/>
                </a:lnTo>
                <a:lnTo>
                  <a:pt x="18586" y="17537"/>
                </a:lnTo>
                <a:lnTo>
                  <a:pt x="18486" y="17658"/>
                </a:lnTo>
                <a:lnTo>
                  <a:pt x="18405" y="17699"/>
                </a:lnTo>
                <a:lnTo>
                  <a:pt x="18324" y="17739"/>
                </a:lnTo>
                <a:lnTo>
                  <a:pt x="18243" y="17759"/>
                </a:lnTo>
                <a:lnTo>
                  <a:pt x="18163" y="17779"/>
                </a:lnTo>
                <a:lnTo>
                  <a:pt x="17981" y="17759"/>
                </a:lnTo>
                <a:lnTo>
                  <a:pt x="17799" y="17699"/>
                </a:lnTo>
                <a:lnTo>
                  <a:pt x="17638" y="17618"/>
                </a:lnTo>
                <a:lnTo>
                  <a:pt x="17477" y="17517"/>
                </a:lnTo>
                <a:lnTo>
                  <a:pt x="17234" y="17315"/>
                </a:lnTo>
                <a:lnTo>
                  <a:pt x="16346" y="16548"/>
                </a:lnTo>
                <a:lnTo>
                  <a:pt x="15418" y="15701"/>
                </a:lnTo>
                <a:lnTo>
                  <a:pt x="14429" y="14793"/>
                </a:lnTo>
                <a:lnTo>
                  <a:pt x="13319" y="13743"/>
                </a:lnTo>
                <a:lnTo>
                  <a:pt x="11140" y="11645"/>
                </a:lnTo>
                <a:lnTo>
                  <a:pt x="8860" y="9465"/>
                </a:lnTo>
                <a:lnTo>
                  <a:pt x="7709" y="8375"/>
                </a:lnTo>
                <a:lnTo>
                  <a:pt x="6539" y="7306"/>
                </a:lnTo>
                <a:lnTo>
                  <a:pt x="5611" y="6478"/>
                </a:lnTo>
                <a:lnTo>
                  <a:pt x="4703" y="5691"/>
                </a:lnTo>
                <a:lnTo>
                  <a:pt x="3835" y="4965"/>
                </a:lnTo>
                <a:lnTo>
                  <a:pt x="3007" y="4279"/>
                </a:lnTo>
                <a:lnTo>
                  <a:pt x="2644" y="4017"/>
                </a:lnTo>
                <a:lnTo>
                  <a:pt x="2220" y="3734"/>
                </a:lnTo>
                <a:lnTo>
                  <a:pt x="1575" y="3290"/>
                </a:lnTo>
                <a:lnTo>
                  <a:pt x="1252" y="3048"/>
                </a:lnTo>
                <a:lnTo>
                  <a:pt x="929" y="2806"/>
                </a:lnTo>
                <a:lnTo>
                  <a:pt x="667" y="2564"/>
                </a:lnTo>
                <a:lnTo>
                  <a:pt x="424" y="2301"/>
                </a:lnTo>
                <a:lnTo>
                  <a:pt x="323" y="2160"/>
                </a:lnTo>
                <a:lnTo>
                  <a:pt x="243" y="2019"/>
                </a:lnTo>
                <a:lnTo>
                  <a:pt x="182" y="1898"/>
                </a:lnTo>
                <a:lnTo>
                  <a:pt x="122" y="1756"/>
                </a:lnTo>
                <a:lnTo>
                  <a:pt x="81" y="1575"/>
                </a:lnTo>
                <a:lnTo>
                  <a:pt x="102" y="1413"/>
                </a:lnTo>
                <a:lnTo>
                  <a:pt x="122" y="1232"/>
                </a:lnTo>
                <a:lnTo>
                  <a:pt x="202" y="1070"/>
                </a:lnTo>
                <a:lnTo>
                  <a:pt x="283" y="909"/>
                </a:lnTo>
                <a:lnTo>
                  <a:pt x="384" y="768"/>
                </a:lnTo>
                <a:lnTo>
                  <a:pt x="505" y="646"/>
                </a:lnTo>
                <a:lnTo>
                  <a:pt x="646" y="546"/>
                </a:lnTo>
                <a:lnTo>
                  <a:pt x="808" y="445"/>
                </a:lnTo>
                <a:lnTo>
                  <a:pt x="969" y="384"/>
                </a:lnTo>
                <a:lnTo>
                  <a:pt x="1131" y="324"/>
                </a:lnTo>
                <a:lnTo>
                  <a:pt x="1312" y="263"/>
                </a:lnTo>
                <a:lnTo>
                  <a:pt x="1655" y="202"/>
                </a:lnTo>
                <a:lnTo>
                  <a:pt x="2019" y="142"/>
                </a:lnTo>
                <a:lnTo>
                  <a:pt x="2725" y="102"/>
                </a:lnTo>
                <a:lnTo>
                  <a:pt x="3431" y="81"/>
                </a:lnTo>
                <a:close/>
                <a:moveTo>
                  <a:pt x="3431" y="1"/>
                </a:moveTo>
                <a:lnTo>
                  <a:pt x="2725" y="21"/>
                </a:lnTo>
                <a:lnTo>
                  <a:pt x="2019" y="61"/>
                </a:lnTo>
                <a:lnTo>
                  <a:pt x="1655" y="122"/>
                </a:lnTo>
                <a:lnTo>
                  <a:pt x="1272" y="182"/>
                </a:lnTo>
                <a:lnTo>
                  <a:pt x="1111" y="243"/>
                </a:lnTo>
                <a:lnTo>
                  <a:pt x="929" y="303"/>
                </a:lnTo>
                <a:lnTo>
                  <a:pt x="767" y="384"/>
                </a:lnTo>
                <a:lnTo>
                  <a:pt x="606" y="485"/>
                </a:lnTo>
                <a:lnTo>
                  <a:pt x="465" y="586"/>
                </a:lnTo>
                <a:lnTo>
                  <a:pt x="323" y="727"/>
                </a:lnTo>
                <a:lnTo>
                  <a:pt x="223" y="868"/>
                </a:lnTo>
                <a:lnTo>
                  <a:pt x="122" y="1050"/>
                </a:lnTo>
                <a:lnTo>
                  <a:pt x="41" y="1211"/>
                </a:lnTo>
                <a:lnTo>
                  <a:pt x="21" y="1393"/>
                </a:lnTo>
                <a:lnTo>
                  <a:pt x="1" y="1595"/>
                </a:lnTo>
                <a:lnTo>
                  <a:pt x="41" y="1777"/>
                </a:lnTo>
                <a:lnTo>
                  <a:pt x="102" y="1918"/>
                </a:lnTo>
                <a:lnTo>
                  <a:pt x="162" y="2059"/>
                </a:lnTo>
                <a:lnTo>
                  <a:pt x="263" y="2200"/>
                </a:lnTo>
                <a:lnTo>
                  <a:pt x="364" y="2342"/>
                </a:lnTo>
                <a:lnTo>
                  <a:pt x="586" y="2604"/>
                </a:lnTo>
                <a:lnTo>
                  <a:pt x="868" y="2866"/>
                </a:lnTo>
                <a:lnTo>
                  <a:pt x="1191" y="3108"/>
                </a:lnTo>
                <a:lnTo>
                  <a:pt x="1514" y="3351"/>
                </a:lnTo>
                <a:lnTo>
                  <a:pt x="2180" y="3795"/>
                </a:lnTo>
                <a:lnTo>
                  <a:pt x="2604" y="4077"/>
                </a:lnTo>
                <a:lnTo>
                  <a:pt x="2947" y="4339"/>
                </a:lnTo>
                <a:lnTo>
                  <a:pt x="3794" y="5026"/>
                </a:lnTo>
                <a:lnTo>
                  <a:pt x="4662" y="5752"/>
                </a:lnTo>
                <a:lnTo>
                  <a:pt x="5550" y="6539"/>
                </a:lnTo>
                <a:lnTo>
                  <a:pt x="6499" y="7366"/>
                </a:lnTo>
                <a:lnTo>
                  <a:pt x="7649" y="8436"/>
                </a:lnTo>
                <a:lnTo>
                  <a:pt x="8799" y="9526"/>
                </a:lnTo>
                <a:lnTo>
                  <a:pt x="11079" y="11705"/>
                </a:lnTo>
                <a:lnTo>
                  <a:pt x="13279" y="13804"/>
                </a:lnTo>
                <a:lnTo>
                  <a:pt x="14369" y="14853"/>
                </a:lnTo>
                <a:lnTo>
                  <a:pt x="15358" y="15761"/>
                </a:lnTo>
                <a:lnTo>
                  <a:pt x="16286" y="16609"/>
                </a:lnTo>
                <a:lnTo>
                  <a:pt x="17174" y="17376"/>
                </a:lnTo>
                <a:lnTo>
                  <a:pt x="17355" y="17537"/>
                </a:lnTo>
                <a:lnTo>
                  <a:pt x="17598" y="17678"/>
                </a:lnTo>
                <a:lnTo>
                  <a:pt x="17719" y="17739"/>
                </a:lnTo>
                <a:lnTo>
                  <a:pt x="17860" y="17800"/>
                </a:lnTo>
                <a:lnTo>
                  <a:pt x="18001" y="17840"/>
                </a:lnTo>
                <a:lnTo>
                  <a:pt x="18142" y="17860"/>
                </a:lnTo>
                <a:lnTo>
                  <a:pt x="18243" y="17840"/>
                </a:lnTo>
                <a:lnTo>
                  <a:pt x="18344" y="17820"/>
                </a:lnTo>
                <a:lnTo>
                  <a:pt x="18445" y="17779"/>
                </a:lnTo>
                <a:lnTo>
                  <a:pt x="18526" y="17719"/>
                </a:lnTo>
                <a:lnTo>
                  <a:pt x="18647" y="17598"/>
                </a:lnTo>
                <a:lnTo>
                  <a:pt x="18707" y="17456"/>
                </a:lnTo>
                <a:lnTo>
                  <a:pt x="18768" y="17315"/>
                </a:lnTo>
                <a:lnTo>
                  <a:pt x="18808" y="17174"/>
                </a:lnTo>
                <a:lnTo>
                  <a:pt x="18869" y="16891"/>
                </a:lnTo>
                <a:lnTo>
                  <a:pt x="18909" y="16589"/>
                </a:lnTo>
                <a:lnTo>
                  <a:pt x="18929" y="16306"/>
                </a:lnTo>
                <a:lnTo>
                  <a:pt x="18929" y="16003"/>
                </a:lnTo>
                <a:lnTo>
                  <a:pt x="18909" y="15721"/>
                </a:lnTo>
                <a:lnTo>
                  <a:pt x="18889" y="15418"/>
                </a:lnTo>
                <a:lnTo>
                  <a:pt x="18849" y="15136"/>
                </a:lnTo>
                <a:lnTo>
                  <a:pt x="18788" y="14853"/>
                </a:lnTo>
                <a:lnTo>
                  <a:pt x="18647" y="14268"/>
                </a:lnTo>
                <a:lnTo>
                  <a:pt x="18465" y="13703"/>
                </a:lnTo>
                <a:lnTo>
                  <a:pt x="18264" y="13138"/>
                </a:lnTo>
                <a:lnTo>
                  <a:pt x="18042" y="12573"/>
                </a:lnTo>
                <a:lnTo>
                  <a:pt x="17577" y="11382"/>
                </a:lnTo>
                <a:lnTo>
                  <a:pt x="17053" y="10192"/>
                </a:lnTo>
                <a:lnTo>
                  <a:pt x="16770" y="9586"/>
                </a:lnTo>
                <a:lnTo>
                  <a:pt x="16468" y="8981"/>
                </a:lnTo>
                <a:lnTo>
                  <a:pt x="16145" y="8375"/>
                </a:lnTo>
                <a:lnTo>
                  <a:pt x="15822" y="7790"/>
                </a:lnTo>
                <a:lnTo>
                  <a:pt x="15479" y="7205"/>
                </a:lnTo>
                <a:lnTo>
                  <a:pt x="15115" y="6620"/>
                </a:lnTo>
                <a:lnTo>
                  <a:pt x="14732" y="6055"/>
                </a:lnTo>
                <a:lnTo>
                  <a:pt x="14308" y="5510"/>
                </a:lnTo>
                <a:lnTo>
                  <a:pt x="13884" y="4965"/>
                </a:lnTo>
                <a:lnTo>
                  <a:pt x="13441" y="4460"/>
                </a:lnTo>
                <a:lnTo>
                  <a:pt x="12956" y="3956"/>
                </a:lnTo>
                <a:lnTo>
                  <a:pt x="12452" y="3492"/>
                </a:lnTo>
                <a:lnTo>
                  <a:pt x="11927" y="3028"/>
                </a:lnTo>
                <a:lnTo>
                  <a:pt x="11362" y="2604"/>
                </a:lnTo>
                <a:lnTo>
                  <a:pt x="10777" y="2200"/>
                </a:lnTo>
                <a:lnTo>
                  <a:pt x="10171" y="1837"/>
                </a:lnTo>
                <a:lnTo>
                  <a:pt x="9546" y="1494"/>
                </a:lnTo>
                <a:lnTo>
                  <a:pt x="8900" y="1191"/>
                </a:lnTo>
                <a:lnTo>
                  <a:pt x="8254" y="929"/>
                </a:lnTo>
                <a:lnTo>
                  <a:pt x="7588" y="687"/>
                </a:lnTo>
                <a:lnTo>
                  <a:pt x="6902" y="485"/>
                </a:lnTo>
                <a:lnTo>
                  <a:pt x="6216" y="324"/>
                </a:lnTo>
                <a:lnTo>
                  <a:pt x="5530" y="182"/>
                </a:lnTo>
                <a:lnTo>
                  <a:pt x="4824" y="81"/>
                </a:lnTo>
                <a:lnTo>
                  <a:pt x="4138" y="21"/>
                </a:lnTo>
                <a:lnTo>
                  <a:pt x="3431" y="1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20" name="Google Shape;2220;p27"/>
          <p:cNvSpPr/>
          <p:nvPr/>
        </p:nvSpPr>
        <p:spPr>
          <a:xfrm flipH="1" rot="5400000">
            <a:off x="-346600" y="2805884"/>
            <a:ext cx="453633" cy="455870"/>
          </a:xfrm>
          <a:custGeom>
            <a:rect b="b" l="l" r="r" t="t"/>
            <a:pathLst>
              <a:path extrusionOk="0" h="8154" w="8114">
                <a:moveTo>
                  <a:pt x="1010" y="81"/>
                </a:moveTo>
                <a:lnTo>
                  <a:pt x="1151" y="101"/>
                </a:lnTo>
                <a:lnTo>
                  <a:pt x="1413" y="162"/>
                </a:lnTo>
                <a:lnTo>
                  <a:pt x="1696" y="263"/>
                </a:lnTo>
                <a:lnTo>
                  <a:pt x="1938" y="384"/>
                </a:lnTo>
                <a:lnTo>
                  <a:pt x="2200" y="545"/>
                </a:lnTo>
                <a:lnTo>
                  <a:pt x="2422" y="707"/>
                </a:lnTo>
                <a:lnTo>
                  <a:pt x="2644" y="888"/>
                </a:lnTo>
                <a:lnTo>
                  <a:pt x="3108" y="1251"/>
                </a:lnTo>
                <a:lnTo>
                  <a:pt x="3552" y="1635"/>
                </a:lnTo>
                <a:lnTo>
                  <a:pt x="3976" y="2039"/>
                </a:lnTo>
                <a:lnTo>
                  <a:pt x="4400" y="2422"/>
                </a:lnTo>
                <a:lnTo>
                  <a:pt x="4783" y="2826"/>
                </a:lnTo>
                <a:lnTo>
                  <a:pt x="5167" y="3229"/>
                </a:lnTo>
                <a:lnTo>
                  <a:pt x="5530" y="3653"/>
                </a:lnTo>
                <a:lnTo>
                  <a:pt x="5873" y="4077"/>
                </a:lnTo>
                <a:lnTo>
                  <a:pt x="6196" y="4500"/>
                </a:lnTo>
                <a:lnTo>
                  <a:pt x="6499" y="4924"/>
                </a:lnTo>
                <a:lnTo>
                  <a:pt x="6781" y="5348"/>
                </a:lnTo>
                <a:lnTo>
                  <a:pt x="7064" y="5792"/>
                </a:lnTo>
                <a:lnTo>
                  <a:pt x="7306" y="6236"/>
                </a:lnTo>
                <a:lnTo>
                  <a:pt x="7548" y="6680"/>
                </a:lnTo>
                <a:lnTo>
                  <a:pt x="7770" y="7144"/>
                </a:lnTo>
                <a:lnTo>
                  <a:pt x="7972" y="7588"/>
                </a:lnTo>
                <a:lnTo>
                  <a:pt x="8012" y="7729"/>
                </a:lnTo>
                <a:lnTo>
                  <a:pt x="8032" y="7871"/>
                </a:lnTo>
                <a:lnTo>
                  <a:pt x="8032" y="7931"/>
                </a:lnTo>
                <a:lnTo>
                  <a:pt x="8012" y="7992"/>
                </a:lnTo>
                <a:lnTo>
                  <a:pt x="7972" y="8032"/>
                </a:lnTo>
                <a:lnTo>
                  <a:pt x="7932" y="8052"/>
                </a:lnTo>
                <a:lnTo>
                  <a:pt x="7851" y="8072"/>
                </a:lnTo>
                <a:lnTo>
                  <a:pt x="7790" y="8072"/>
                </a:lnTo>
                <a:lnTo>
                  <a:pt x="7649" y="8012"/>
                </a:lnTo>
                <a:lnTo>
                  <a:pt x="7346" y="7830"/>
                </a:lnTo>
                <a:lnTo>
                  <a:pt x="7084" y="7628"/>
                </a:lnTo>
                <a:lnTo>
                  <a:pt x="6822" y="7386"/>
                </a:lnTo>
                <a:lnTo>
                  <a:pt x="6559" y="7164"/>
                </a:lnTo>
                <a:lnTo>
                  <a:pt x="2523" y="3310"/>
                </a:lnTo>
                <a:lnTo>
                  <a:pt x="2180" y="3007"/>
                </a:lnTo>
                <a:lnTo>
                  <a:pt x="1514" y="2462"/>
                </a:lnTo>
                <a:lnTo>
                  <a:pt x="1151" y="2119"/>
                </a:lnTo>
                <a:lnTo>
                  <a:pt x="808" y="1776"/>
                </a:lnTo>
                <a:lnTo>
                  <a:pt x="485" y="1413"/>
                </a:lnTo>
                <a:lnTo>
                  <a:pt x="364" y="1251"/>
                </a:lnTo>
                <a:lnTo>
                  <a:pt x="243" y="1070"/>
                </a:lnTo>
                <a:lnTo>
                  <a:pt x="162" y="908"/>
                </a:lnTo>
                <a:lnTo>
                  <a:pt x="102" y="767"/>
                </a:lnTo>
                <a:lnTo>
                  <a:pt x="81" y="626"/>
                </a:lnTo>
                <a:lnTo>
                  <a:pt x="81" y="485"/>
                </a:lnTo>
                <a:lnTo>
                  <a:pt x="122" y="424"/>
                </a:lnTo>
                <a:lnTo>
                  <a:pt x="142" y="364"/>
                </a:lnTo>
                <a:lnTo>
                  <a:pt x="243" y="263"/>
                </a:lnTo>
                <a:lnTo>
                  <a:pt x="404" y="182"/>
                </a:lnTo>
                <a:lnTo>
                  <a:pt x="606" y="101"/>
                </a:lnTo>
                <a:lnTo>
                  <a:pt x="747" y="81"/>
                </a:lnTo>
                <a:close/>
                <a:moveTo>
                  <a:pt x="727" y="0"/>
                </a:moveTo>
                <a:lnTo>
                  <a:pt x="586" y="41"/>
                </a:lnTo>
                <a:lnTo>
                  <a:pt x="364" y="101"/>
                </a:lnTo>
                <a:lnTo>
                  <a:pt x="203" y="202"/>
                </a:lnTo>
                <a:lnTo>
                  <a:pt x="122" y="263"/>
                </a:lnTo>
                <a:lnTo>
                  <a:pt x="81" y="323"/>
                </a:lnTo>
                <a:lnTo>
                  <a:pt x="41" y="384"/>
                </a:lnTo>
                <a:lnTo>
                  <a:pt x="21" y="464"/>
                </a:lnTo>
                <a:lnTo>
                  <a:pt x="1" y="606"/>
                </a:lnTo>
                <a:lnTo>
                  <a:pt x="21" y="767"/>
                </a:lnTo>
                <a:lnTo>
                  <a:pt x="81" y="908"/>
                </a:lnTo>
                <a:lnTo>
                  <a:pt x="162" y="1090"/>
                </a:lnTo>
                <a:lnTo>
                  <a:pt x="263" y="1251"/>
                </a:lnTo>
                <a:lnTo>
                  <a:pt x="404" y="1433"/>
                </a:lnTo>
                <a:lnTo>
                  <a:pt x="707" y="1796"/>
                </a:lnTo>
                <a:lnTo>
                  <a:pt x="1070" y="2139"/>
                </a:lnTo>
                <a:lnTo>
                  <a:pt x="1434" y="2482"/>
                </a:lnTo>
                <a:lnTo>
                  <a:pt x="2120" y="3088"/>
                </a:lnTo>
                <a:lnTo>
                  <a:pt x="2463" y="3370"/>
                </a:lnTo>
                <a:lnTo>
                  <a:pt x="6499" y="7225"/>
                </a:lnTo>
                <a:lnTo>
                  <a:pt x="6761" y="7467"/>
                </a:lnTo>
                <a:lnTo>
                  <a:pt x="7023" y="7689"/>
                </a:lnTo>
                <a:lnTo>
                  <a:pt x="7306" y="7911"/>
                </a:lnTo>
                <a:lnTo>
                  <a:pt x="7609" y="8093"/>
                </a:lnTo>
                <a:lnTo>
                  <a:pt x="7730" y="8133"/>
                </a:lnTo>
                <a:lnTo>
                  <a:pt x="7851" y="8153"/>
                </a:lnTo>
                <a:lnTo>
                  <a:pt x="7911" y="8153"/>
                </a:lnTo>
                <a:lnTo>
                  <a:pt x="7972" y="8133"/>
                </a:lnTo>
                <a:lnTo>
                  <a:pt x="8032" y="8093"/>
                </a:lnTo>
                <a:lnTo>
                  <a:pt x="8073" y="8032"/>
                </a:lnTo>
                <a:lnTo>
                  <a:pt x="8093" y="7971"/>
                </a:lnTo>
                <a:lnTo>
                  <a:pt x="8113" y="7891"/>
                </a:lnTo>
                <a:lnTo>
                  <a:pt x="8093" y="7729"/>
                </a:lnTo>
                <a:lnTo>
                  <a:pt x="8032" y="7568"/>
                </a:lnTo>
                <a:lnTo>
                  <a:pt x="7831" y="7104"/>
                </a:lnTo>
                <a:lnTo>
                  <a:pt x="7629" y="6640"/>
                </a:lnTo>
                <a:lnTo>
                  <a:pt x="7387" y="6196"/>
                </a:lnTo>
                <a:lnTo>
                  <a:pt x="7124" y="5752"/>
                </a:lnTo>
                <a:lnTo>
                  <a:pt x="6862" y="5308"/>
                </a:lnTo>
                <a:lnTo>
                  <a:pt x="6559" y="4884"/>
                </a:lnTo>
                <a:lnTo>
                  <a:pt x="6257" y="4440"/>
                </a:lnTo>
                <a:lnTo>
                  <a:pt x="5934" y="4016"/>
                </a:lnTo>
                <a:lnTo>
                  <a:pt x="5591" y="3592"/>
                </a:lnTo>
                <a:lnTo>
                  <a:pt x="5227" y="3189"/>
                </a:lnTo>
                <a:lnTo>
                  <a:pt x="4844" y="2785"/>
                </a:lnTo>
                <a:lnTo>
                  <a:pt x="4461" y="2382"/>
                </a:lnTo>
                <a:lnTo>
                  <a:pt x="4037" y="1978"/>
                </a:lnTo>
                <a:lnTo>
                  <a:pt x="3613" y="1574"/>
                </a:lnTo>
                <a:lnTo>
                  <a:pt x="3169" y="1191"/>
                </a:lnTo>
                <a:lnTo>
                  <a:pt x="2705" y="808"/>
                </a:lnTo>
                <a:lnTo>
                  <a:pt x="2463" y="646"/>
                </a:lnTo>
                <a:lnTo>
                  <a:pt x="2221" y="464"/>
                </a:lnTo>
                <a:lnTo>
                  <a:pt x="1978" y="323"/>
                </a:lnTo>
                <a:lnTo>
                  <a:pt x="1716" y="182"/>
                </a:lnTo>
                <a:lnTo>
                  <a:pt x="1434" y="81"/>
                </a:lnTo>
                <a:lnTo>
                  <a:pt x="1151" y="21"/>
                </a:lnTo>
                <a:lnTo>
                  <a:pt x="1010" y="0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21" name="Google Shape;2221;p27"/>
          <p:cNvSpPr/>
          <p:nvPr/>
        </p:nvSpPr>
        <p:spPr>
          <a:xfrm>
            <a:off x="4176570" y="4558365"/>
            <a:ext cx="790800" cy="790800"/>
          </a:xfrm>
          <a:prstGeom prst="ellipse">
            <a:avLst/>
          </a:prstGeom>
          <a:solidFill>
            <a:schemeClr val="dk2"/>
          </a:solidFill>
          <a:ln cap="flat" cmpd="sng" w="11430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2222" name="Google Shape;2222;p27"/>
          <p:cNvGrpSpPr/>
          <p:nvPr/>
        </p:nvGrpSpPr>
        <p:grpSpPr>
          <a:xfrm>
            <a:off x="8520555" y="1997778"/>
            <a:ext cx="560659" cy="1147945"/>
            <a:chOff x="8491980" y="1997778"/>
            <a:chExt cx="560659" cy="1147945"/>
          </a:xfrm>
        </p:grpSpPr>
        <p:sp>
          <p:nvSpPr>
            <p:cNvPr id="2223" name="Google Shape;2223;p27"/>
            <p:cNvSpPr/>
            <p:nvPr/>
          </p:nvSpPr>
          <p:spPr>
            <a:xfrm>
              <a:off x="8990039" y="1997778"/>
              <a:ext cx="54205" cy="50406"/>
            </a:xfrm>
            <a:custGeom>
              <a:rect b="b" l="l" r="r" t="t"/>
              <a:pathLst>
                <a:path extrusionOk="0" h="1327" w="1427">
                  <a:moveTo>
                    <a:pt x="723" y="1"/>
                  </a:moveTo>
                  <a:lnTo>
                    <a:pt x="1" y="684"/>
                  </a:lnTo>
                  <a:lnTo>
                    <a:pt x="221" y="784"/>
                  </a:lnTo>
                  <a:lnTo>
                    <a:pt x="322" y="824"/>
                  </a:lnTo>
                  <a:lnTo>
                    <a:pt x="422" y="884"/>
                  </a:lnTo>
                  <a:lnTo>
                    <a:pt x="502" y="1005"/>
                  </a:lnTo>
                  <a:lnTo>
                    <a:pt x="583" y="1105"/>
                  </a:lnTo>
                  <a:lnTo>
                    <a:pt x="723" y="1326"/>
                  </a:lnTo>
                  <a:lnTo>
                    <a:pt x="1426" y="643"/>
                  </a:lnTo>
                  <a:lnTo>
                    <a:pt x="723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24" name="Google Shape;2224;p27"/>
            <p:cNvSpPr/>
            <p:nvPr/>
          </p:nvSpPr>
          <p:spPr>
            <a:xfrm>
              <a:off x="8991558" y="2153402"/>
              <a:ext cx="54205" cy="51888"/>
            </a:xfrm>
            <a:custGeom>
              <a:rect b="b" l="l" r="r" t="t"/>
              <a:pathLst>
                <a:path extrusionOk="0" h="1366" w="1427">
                  <a:moveTo>
                    <a:pt x="703" y="0"/>
                  </a:moveTo>
                  <a:lnTo>
                    <a:pt x="1" y="643"/>
                  </a:lnTo>
                  <a:lnTo>
                    <a:pt x="744" y="1366"/>
                  </a:lnTo>
                  <a:lnTo>
                    <a:pt x="784" y="1225"/>
                  </a:lnTo>
                  <a:lnTo>
                    <a:pt x="844" y="1125"/>
                  </a:lnTo>
                  <a:lnTo>
                    <a:pt x="924" y="1024"/>
                  </a:lnTo>
                  <a:lnTo>
                    <a:pt x="1005" y="944"/>
                  </a:lnTo>
                  <a:lnTo>
                    <a:pt x="1105" y="864"/>
                  </a:lnTo>
                  <a:lnTo>
                    <a:pt x="1205" y="803"/>
                  </a:lnTo>
                  <a:lnTo>
                    <a:pt x="1426" y="683"/>
                  </a:lnTo>
                  <a:lnTo>
                    <a:pt x="1346" y="582"/>
                  </a:lnTo>
                  <a:lnTo>
                    <a:pt x="1266" y="522"/>
                  </a:lnTo>
                  <a:lnTo>
                    <a:pt x="1045" y="402"/>
                  </a:lnTo>
                  <a:lnTo>
                    <a:pt x="964" y="342"/>
                  </a:lnTo>
                  <a:lnTo>
                    <a:pt x="884" y="281"/>
                  </a:lnTo>
                  <a:lnTo>
                    <a:pt x="824" y="181"/>
                  </a:lnTo>
                  <a:lnTo>
                    <a:pt x="804" y="40"/>
                  </a:lnTo>
                  <a:lnTo>
                    <a:pt x="784" y="20"/>
                  </a:lnTo>
                  <a:lnTo>
                    <a:pt x="744" y="20"/>
                  </a:lnTo>
                  <a:lnTo>
                    <a:pt x="70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25" name="Google Shape;2225;p27"/>
            <p:cNvSpPr/>
            <p:nvPr/>
          </p:nvSpPr>
          <p:spPr>
            <a:xfrm>
              <a:off x="8989279" y="3083921"/>
              <a:ext cx="63359" cy="58003"/>
            </a:xfrm>
            <a:custGeom>
              <a:rect b="b" l="l" r="r" t="t"/>
              <a:pathLst>
                <a:path extrusionOk="0" h="1527" w="1668">
                  <a:moveTo>
                    <a:pt x="683" y="0"/>
                  </a:moveTo>
                  <a:lnTo>
                    <a:pt x="543" y="281"/>
                  </a:lnTo>
                  <a:lnTo>
                    <a:pt x="462" y="402"/>
                  </a:lnTo>
                  <a:lnTo>
                    <a:pt x="382" y="502"/>
                  </a:lnTo>
                  <a:lnTo>
                    <a:pt x="322" y="542"/>
                  </a:lnTo>
                  <a:lnTo>
                    <a:pt x="261" y="562"/>
                  </a:lnTo>
                  <a:lnTo>
                    <a:pt x="141" y="582"/>
                  </a:lnTo>
                  <a:lnTo>
                    <a:pt x="81" y="603"/>
                  </a:lnTo>
                  <a:lnTo>
                    <a:pt x="21" y="623"/>
                  </a:lnTo>
                  <a:lnTo>
                    <a:pt x="0" y="663"/>
                  </a:lnTo>
                  <a:lnTo>
                    <a:pt x="0" y="703"/>
                  </a:lnTo>
                  <a:lnTo>
                    <a:pt x="844" y="1526"/>
                  </a:lnTo>
                  <a:lnTo>
                    <a:pt x="884" y="1366"/>
                  </a:lnTo>
                  <a:lnTo>
                    <a:pt x="924" y="1245"/>
                  </a:lnTo>
                  <a:lnTo>
                    <a:pt x="1004" y="1145"/>
                  </a:lnTo>
                  <a:lnTo>
                    <a:pt x="1105" y="1044"/>
                  </a:lnTo>
                  <a:lnTo>
                    <a:pt x="1225" y="964"/>
                  </a:lnTo>
                  <a:lnTo>
                    <a:pt x="1346" y="884"/>
                  </a:lnTo>
                  <a:lnTo>
                    <a:pt x="1667" y="743"/>
                  </a:lnTo>
                  <a:lnTo>
                    <a:pt x="1265" y="562"/>
                  </a:lnTo>
                  <a:lnTo>
                    <a:pt x="1125" y="482"/>
                  </a:lnTo>
                  <a:lnTo>
                    <a:pt x="1004" y="402"/>
                  </a:lnTo>
                  <a:lnTo>
                    <a:pt x="964" y="362"/>
                  </a:lnTo>
                  <a:lnTo>
                    <a:pt x="944" y="301"/>
                  </a:lnTo>
                  <a:lnTo>
                    <a:pt x="904" y="161"/>
                  </a:lnTo>
                  <a:lnTo>
                    <a:pt x="884" y="101"/>
                  </a:lnTo>
                  <a:lnTo>
                    <a:pt x="844" y="40"/>
                  </a:lnTo>
                  <a:lnTo>
                    <a:pt x="784" y="20"/>
                  </a:lnTo>
                  <a:lnTo>
                    <a:pt x="68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26" name="Google Shape;2226;p27"/>
            <p:cNvSpPr/>
            <p:nvPr/>
          </p:nvSpPr>
          <p:spPr>
            <a:xfrm>
              <a:off x="8826817" y="3084680"/>
              <a:ext cx="63359" cy="58003"/>
            </a:xfrm>
            <a:custGeom>
              <a:rect b="b" l="l" r="r" t="t"/>
              <a:pathLst>
                <a:path extrusionOk="0" h="1527" w="1668">
                  <a:moveTo>
                    <a:pt x="743" y="0"/>
                  </a:moveTo>
                  <a:lnTo>
                    <a:pt x="0" y="723"/>
                  </a:lnTo>
                  <a:lnTo>
                    <a:pt x="784" y="1526"/>
                  </a:lnTo>
                  <a:lnTo>
                    <a:pt x="824" y="1386"/>
                  </a:lnTo>
                  <a:lnTo>
                    <a:pt x="884" y="1245"/>
                  </a:lnTo>
                  <a:lnTo>
                    <a:pt x="964" y="1125"/>
                  </a:lnTo>
                  <a:lnTo>
                    <a:pt x="1065" y="1044"/>
                  </a:lnTo>
                  <a:lnTo>
                    <a:pt x="1185" y="964"/>
                  </a:lnTo>
                  <a:lnTo>
                    <a:pt x="1326" y="884"/>
                  </a:lnTo>
                  <a:lnTo>
                    <a:pt x="1667" y="743"/>
                  </a:lnTo>
                  <a:lnTo>
                    <a:pt x="1266" y="583"/>
                  </a:lnTo>
                  <a:lnTo>
                    <a:pt x="1125" y="502"/>
                  </a:lnTo>
                  <a:lnTo>
                    <a:pt x="1025" y="442"/>
                  </a:lnTo>
                  <a:lnTo>
                    <a:pt x="944" y="342"/>
                  </a:lnTo>
                  <a:lnTo>
                    <a:pt x="864" y="221"/>
                  </a:lnTo>
                  <a:lnTo>
                    <a:pt x="74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27" name="Google Shape;2227;p27"/>
            <p:cNvSpPr/>
            <p:nvPr/>
          </p:nvSpPr>
          <p:spPr>
            <a:xfrm>
              <a:off x="8983923" y="2304393"/>
              <a:ext cx="64119" cy="55724"/>
            </a:xfrm>
            <a:custGeom>
              <a:rect b="b" l="l" r="r" t="t"/>
              <a:pathLst>
                <a:path extrusionOk="0" h="1467" w="1688">
                  <a:moveTo>
                    <a:pt x="864" y="1"/>
                  </a:moveTo>
                  <a:lnTo>
                    <a:pt x="764" y="262"/>
                  </a:lnTo>
                  <a:lnTo>
                    <a:pt x="704" y="362"/>
                  </a:lnTo>
                  <a:lnTo>
                    <a:pt x="643" y="463"/>
                  </a:lnTo>
                  <a:lnTo>
                    <a:pt x="523" y="543"/>
                  </a:lnTo>
                  <a:lnTo>
                    <a:pt x="382" y="623"/>
                  </a:lnTo>
                  <a:lnTo>
                    <a:pt x="1" y="844"/>
                  </a:lnTo>
                  <a:lnTo>
                    <a:pt x="162" y="864"/>
                  </a:lnTo>
                  <a:lnTo>
                    <a:pt x="302" y="904"/>
                  </a:lnTo>
                  <a:lnTo>
                    <a:pt x="423" y="965"/>
                  </a:lnTo>
                  <a:lnTo>
                    <a:pt x="543" y="1025"/>
                  </a:lnTo>
                  <a:lnTo>
                    <a:pt x="623" y="1085"/>
                  </a:lnTo>
                  <a:lnTo>
                    <a:pt x="704" y="1186"/>
                  </a:lnTo>
                  <a:lnTo>
                    <a:pt x="744" y="1286"/>
                  </a:lnTo>
                  <a:lnTo>
                    <a:pt x="784" y="1406"/>
                  </a:lnTo>
                  <a:lnTo>
                    <a:pt x="804" y="1427"/>
                  </a:lnTo>
                  <a:lnTo>
                    <a:pt x="864" y="1447"/>
                  </a:lnTo>
                  <a:lnTo>
                    <a:pt x="985" y="1467"/>
                  </a:lnTo>
                  <a:lnTo>
                    <a:pt x="1045" y="1286"/>
                  </a:lnTo>
                  <a:lnTo>
                    <a:pt x="1065" y="1206"/>
                  </a:lnTo>
                  <a:lnTo>
                    <a:pt x="1105" y="1145"/>
                  </a:lnTo>
                  <a:lnTo>
                    <a:pt x="1246" y="1045"/>
                  </a:lnTo>
                  <a:lnTo>
                    <a:pt x="1386" y="945"/>
                  </a:lnTo>
                  <a:lnTo>
                    <a:pt x="1688" y="744"/>
                  </a:lnTo>
                  <a:lnTo>
                    <a:pt x="1547" y="684"/>
                  </a:lnTo>
                  <a:lnTo>
                    <a:pt x="1427" y="623"/>
                  </a:lnTo>
                  <a:lnTo>
                    <a:pt x="1306" y="543"/>
                  </a:lnTo>
                  <a:lnTo>
                    <a:pt x="1206" y="463"/>
                  </a:lnTo>
                  <a:lnTo>
                    <a:pt x="1105" y="362"/>
                  </a:lnTo>
                  <a:lnTo>
                    <a:pt x="1025" y="262"/>
                  </a:lnTo>
                  <a:lnTo>
                    <a:pt x="864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28" name="Google Shape;2228;p27"/>
            <p:cNvSpPr/>
            <p:nvPr/>
          </p:nvSpPr>
          <p:spPr>
            <a:xfrm>
              <a:off x="8989279" y="2926017"/>
              <a:ext cx="57243" cy="58003"/>
            </a:xfrm>
            <a:custGeom>
              <a:rect b="b" l="l" r="r" t="t"/>
              <a:pathLst>
                <a:path extrusionOk="0" h="1527" w="1507">
                  <a:moveTo>
                    <a:pt x="743" y="1"/>
                  </a:moveTo>
                  <a:lnTo>
                    <a:pt x="563" y="322"/>
                  </a:lnTo>
                  <a:lnTo>
                    <a:pt x="482" y="442"/>
                  </a:lnTo>
                  <a:lnTo>
                    <a:pt x="402" y="563"/>
                  </a:lnTo>
                  <a:lnTo>
                    <a:pt x="342" y="603"/>
                  </a:lnTo>
                  <a:lnTo>
                    <a:pt x="282" y="623"/>
                  </a:lnTo>
                  <a:lnTo>
                    <a:pt x="141" y="643"/>
                  </a:lnTo>
                  <a:lnTo>
                    <a:pt x="41" y="663"/>
                  </a:lnTo>
                  <a:lnTo>
                    <a:pt x="0" y="683"/>
                  </a:lnTo>
                  <a:lnTo>
                    <a:pt x="0" y="744"/>
                  </a:lnTo>
                  <a:lnTo>
                    <a:pt x="763" y="1527"/>
                  </a:lnTo>
                  <a:lnTo>
                    <a:pt x="1506" y="744"/>
                  </a:lnTo>
                  <a:lnTo>
                    <a:pt x="1265" y="643"/>
                  </a:lnTo>
                  <a:lnTo>
                    <a:pt x="1145" y="563"/>
                  </a:lnTo>
                  <a:lnTo>
                    <a:pt x="1024" y="483"/>
                  </a:lnTo>
                  <a:lnTo>
                    <a:pt x="944" y="382"/>
                  </a:lnTo>
                  <a:lnTo>
                    <a:pt x="884" y="282"/>
                  </a:lnTo>
                  <a:lnTo>
                    <a:pt x="743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29" name="Google Shape;2229;p27"/>
            <p:cNvSpPr/>
            <p:nvPr/>
          </p:nvSpPr>
          <p:spPr>
            <a:xfrm>
              <a:off x="8825298" y="2926017"/>
              <a:ext cx="65638" cy="61840"/>
            </a:xfrm>
            <a:custGeom>
              <a:rect b="b" l="l" r="r" t="t"/>
              <a:pathLst>
                <a:path extrusionOk="0" h="1628" w="1728">
                  <a:moveTo>
                    <a:pt x="763" y="1"/>
                  </a:moveTo>
                  <a:lnTo>
                    <a:pt x="583" y="302"/>
                  </a:lnTo>
                  <a:lnTo>
                    <a:pt x="502" y="422"/>
                  </a:lnTo>
                  <a:lnTo>
                    <a:pt x="422" y="543"/>
                  </a:lnTo>
                  <a:lnTo>
                    <a:pt x="362" y="583"/>
                  </a:lnTo>
                  <a:lnTo>
                    <a:pt x="302" y="603"/>
                  </a:lnTo>
                  <a:lnTo>
                    <a:pt x="161" y="643"/>
                  </a:lnTo>
                  <a:lnTo>
                    <a:pt x="101" y="683"/>
                  </a:lnTo>
                  <a:lnTo>
                    <a:pt x="40" y="724"/>
                  </a:lnTo>
                  <a:lnTo>
                    <a:pt x="20" y="784"/>
                  </a:lnTo>
                  <a:lnTo>
                    <a:pt x="0" y="884"/>
                  </a:lnTo>
                  <a:lnTo>
                    <a:pt x="141" y="924"/>
                  </a:lnTo>
                  <a:lnTo>
                    <a:pt x="261" y="985"/>
                  </a:lnTo>
                  <a:lnTo>
                    <a:pt x="362" y="1065"/>
                  </a:lnTo>
                  <a:lnTo>
                    <a:pt x="462" y="1165"/>
                  </a:lnTo>
                  <a:lnTo>
                    <a:pt x="623" y="1406"/>
                  </a:lnTo>
                  <a:lnTo>
                    <a:pt x="703" y="1527"/>
                  </a:lnTo>
                  <a:lnTo>
                    <a:pt x="824" y="1627"/>
                  </a:lnTo>
                  <a:lnTo>
                    <a:pt x="864" y="1467"/>
                  </a:lnTo>
                  <a:lnTo>
                    <a:pt x="924" y="1326"/>
                  </a:lnTo>
                  <a:lnTo>
                    <a:pt x="984" y="1226"/>
                  </a:lnTo>
                  <a:lnTo>
                    <a:pt x="1085" y="1125"/>
                  </a:lnTo>
                  <a:lnTo>
                    <a:pt x="1205" y="1025"/>
                  </a:lnTo>
                  <a:lnTo>
                    <a:pt x="1366" y="965"/>
                  </a:lnTo>
                  <a:lnTo>
                    <a:pt x="1526" y="904"/>
                  </a:lnTo>
                  <a:lnTo>
                    <a:pt x="1727" y="844"/>
                  </a:lnTo>
                  <a:lnTo>
                    <a:pt x="1306" y="643"/>
                  </a:lnTo>
                  <a:lnTo>
                    <a:pt x="1145" y="583"/>
                  </a:lnTo>
                  <a:lnTo>
                    <a:pt x="1044" y="503"/>
                  </a:lnTo>
                  <a:lnTo>
                    <a:pt x="964" y="402"/>
                  </a:lnTo>
                  <a:lnTo>
                    <a:pt x="904" y="282"/>
                  </a:lnTo>
                  <a:lnTo>
                    <a:pt x="763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30" name="Google Shape;2230;p27"/>
            <p:cNvSpPr/>
            <p:nvPr/>
          </p:nvSpPr>
          <p:spPr>
            <a:xfrm>
              <a:off x="8987000" y="2463816"/>
              <a:ext cx="58003" cy="53445"/>
            </a:xfrm>
            <a:custGeom>
              <a:rect b="b" l="l" r="r" t="t"/>
              <a:pathLst>
                <a:path extrusionOk="0" h="1407" w="1527">
                  <a:moveTo>
                    <a:pt x="783" y="1"/>
                  </a:moveTo>
                  <a:lnTo>
                    <a:pt x="683" y="161"/>
                  </a:lnTo>
                  <a:lnTo>
                    <a:pt x="623" y="282"/>
                  </a:lnTo>
                  <a:lnTo>
                    <a:pt x="542" y="362"/>
                  </a:lnTo>
                  <a:lnTo>
                    <a:pt x="422" y="442"/>
                  </a:lnTo>
                  <a:lnTo>
                    <a:pt x="301" y="523"/>
                  </a:lnTo>
                  <a:lnTo>
                    <a:pt x="0" y="663"/>
                  </a:lnTo>
                  <a:lnTo>
                    <a:pt x="301" y="844"/>
                  </a:lnTo>
                  <a:lnTo>
                    <a:pt x="422" y="904"/>
                  </a:lnTo>
                  <a:lnTo>
                    <a:pt x="542" y="984"/>
                  </a:lnTo>
                  <a:lnTo>
                    <a:pt x="582" y="1045"/>
                  </a:lnTo>
                  <a:lnTo>
                    <a:pt x="603" y="1105"/>
                  </a:lnTo>
                  <a:lnTo>
                    <a:pt x="643" y="1225"/>
                  </a:lnTo>
                  <a:lnTo>
                    <a:pt x="683" y="1346"/>
                  </a:lnTo>
                  <a:lnTo>
                    <a:pt x="703" y="1386"/>
                  </a:lnTo>
                  <a:lnTo>
                    <a:pt x="763" y="1406"/>
                  </a:lnTo>
                  <a:lnTo>
                    <a:pt x="1526" y="683"/>
                  </a:lnTo>
                  <a:lnTo>
                    <a:pt x="783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31" name="Google Shape;2231;p27"/>
            <p:cNvSpPr/>
            <p:nvPr/>
          </p:nvSpPr>
          <p:spPr>
            <a:xfrm>
              <a:off x="8989279" y="2773469"/>
              <a:ext cx="58763" cy="55724"/>
            </a:xfrm>
            <a:custGeom>
              <a:rect b="b" l="l" r="r" t="t"/>
              <a:pathLst>
                <a:path extrusionOk="0" h="1467" w="1547">
                  <a:moveTo>
                    <a:pt x="643" y="1"/>
                  </a:moveTo>
                  <a:lnTo>
                    <a:pt x="603" y="41"/>
                  </a:lnTo>
                  <a:lnTo>
                    <a:pt x="563" y="141"/>
                  </a:lnTo>
                  <a:lnTo>
                    <a:pt x="543" y="282"/>
                  </a:lnTo>
                  <a:lnTo>
                    <a:pt x="522" y="342"/>
                  </a:lnTo>
                  <a:lnTo>
                    <a:pt x="502" y="402"/>
                  </a:lnTo>
                  <a:lnTo>
                    <a:pt x="442" y="463"/>
                  </a:lnTo>
                  <a:lnTo>
                    <a:pt x="362" y="503"/>
                  </a:lnTo>
                  <a:lnTo>
                    <a:pt x="201" y="523"/>
                  </a:lnTo>
                  <a:lnTo>
                    <a:pt x="121" y="543"/>
                  </a:lnTo>
                  <a:lnTo>
                    <a:pt x="61" y="563"/>
                  </a:lnTo>
                  <a:lnTo>
                    <a:pt x="21" y="603"/>
                  </a:lnTo>
                  <a:lnTo>
                    <a:pt x="0" y="663"/>
                  </a:lnTo>
                  <a:lnTo>
                    <a:pt x="784" y="1467"/>
                  </a:lnTo>
                  <a:lnTo>
                    <a:pt x="924" y="1226"/>
                  </a:lnTo>
                  <a:lnTo>
                    <a:pt x="984" y="1105"/>
                  </a:lnTo>
                  <a:lnTo>
                    <a:pt x="1065" y="1005"/>
                  </a:lnTo>
                  <a:lnTo>
                    <a:pt x="1165" y="924"/>
                  </a:lnTo>
                  <a:lnTo>
                    <a:pt x="1286" y="864"/>
                  </a:lnTo>
                  <a:lnTo>
                    <a:pt x="1547" y="764"/>
                  </a:lnTo>
                  <a:lnTo>
                    <a:pt x="683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32" name="Google Shape;2232;p27"/>
            <p:cNvSpPr/>
            <p:nvPr/>
          </p:nvSpPr>
          <p:spPr>
            <a:xfrm>
              <a:off x="8824538" y="2768911"/>
              <a:ext cx="58003" cy="64119"/>
            </a:xfrm>
            <a:custGeom>
              <a:rect b="b" l="l" r="r" t="t"/>
              <a:pathLst>
                <a:path extrusionOk="0" h="1688" w="1527">
                  <a:moveTo>
                    <a:pt x="783" y="0"/>
                  </a:moveTo>
                  <a:lnTo>
                    <a:pt x="623" y="322"/>
                  </a:lnTo>
                  <a:lnTo>
                    <a:pt x="542" y="442"/>
                  </a:lnTo>
                  <a:lnTo>
                    <a:pt x="462" y="542"/>
                  </a:lnTo>
                  <a:lnTo>
                    <a:pt x="362" y="623"/>
                  </a:lnTo>
                  <a:lnTo>
                    <a:pt x="241" y="703"/>
                  </a:lnTo>
                  <a:lnTo>
                    <a:pt x="0" y="804"/>
                  </a:lnTo>
                  <a:lnTo>
                    <a:pt x="141" y="864"/>
                  </a:lnTo>
                  <a:lnTo>
                    <a:pt x="281" y="944"/>
                  </a:lnTo>
                  <a:lnTo>
                    <a:pt x="382" y="1024"/>
                  </a:lnTo>
                  <a:lnTo>
                    <a:pt x="462" y="1125"/>
                  </a:lnTo>
                  <a:lnTo>
                    <a:pt x="542" y="1245"/>
                  </a:lnTo>
                  <a:lnTo>
                    <a:pt x="623" y="1386"/>
                  </a:lnTo>
                  <a:lnTo>
                    <a:pt x="783" y="1687"/>
                  </a:lnTo>
                  <a:lnTo>
                    <a:pt x="964" y="1346"/>
                  </a:lnTo>
                  <a:lnTo>
                    <a:pt x="1044" y="1205"/>
                  </a:lnTo>
                  <a:lnTo>
                    <a:pt x="1125" y="1085"/>
                  </a:lnTo>
                  <a:lnTo>
                    <a:pt x="1185" y="1044"/>
                  </a:lnTo>
                  <a:lnTo>
                    <a:pt x="1245" y="1024"/>
                  </a:lnTo>
                  <a:lnTo>
                    <a:pt x="1366" y="1004"/>
                  </a:lnTo>
                  <a:lnTo>
                    <a:pt x="1446" y="984"/>
                  </a:lnTo>
                  <a:lnTo>
                    <a:pt x="1486" y="924"/>
                  </a:lnTo>
                  <a:lnTo>
                    <a:pt x="1526" y="864"/>
                  </a:lnTo>
                  <a:lnTo>
                    <a:pt x="1526" y="763"/>
                  </a:lnTo>
                  <a:lnTo>
                    <a:pt x="1406" y="723"/>
                  </a:lnTo>
                  <a:lnTo>
                    <a:pt x="1285" y="683"/>
                  </a:lnTo>
                  <a:lnTo>
                    <a:pt x="1165" y="603"/>
                  </a:lnTo>
                  <a:lnTo>
                    <a:pt x="1085" y="522"/>
                  </a:lnTo>
                  <a:lnTo>
                    <a:pt x="984" y="422"/>
                  </a:lnTo>
                  <a:lnTo>
                    <a:pt x="904" y="302"/>
                  </a:lnTo>
                  <a:lnTo>
                    <a:pt x="844" y="161"/>
                  </a:lnTo>
                  <a:lnTo>
                    <a:pt x="78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33" name="Google Shape;2233;p27"/>
            <p:cNvSpPr/>
            <p:nvPr/>
          </p:nvSpPr>
          <p:spPr>
            <a:xfrm>
              <a:off x="8989279" y="2619402"/>
              <a:ext cx="57243" cy="53445"/>
            </a:xfrm>
            <a:custGeom>
              <a:rect b="b" l="l" r="r" t="t"/>
              <a:pathLst>
                <a:path extrusionOk="0" h="1407" w="1507">
                  <a:moveTo>
                    <a:pt x="763" y="1"/>
                  </a:moveTo>
                  <a:lnTo>
                    <a:pt x="0" y="724"/>
                  </a:lnTo>
                  <a:lnTo>
                    <a:pt x="261" y="864"/>
                  </a:lnTo>
                  <a:lnTo>
                    <a:pt x="382" y="924"/>
                  </a:lnTo>
                  <a:lnTo>
                    <a:pt x="502" y="1005"/>
                  </a:lnTo>
                  <a:lnTo>
                    <a:pt x="543" y="1065"/>
                  </a:lnTo>
                  <a:lnTo>
                    <a:pt x="563" y="1125"/>
                  </a:lnTo>
                  <a:lnTo>
                    <a:pt x="603" y="1246"/>
                  </a:lnTo>
                  <a:lnTo>
                    <a:pt x="623" y="1306"/>
                  </a:lnTo>
                  <a:lnTo>
                    <a:pt x="683" y="1366"/>
                  </a:lnTo>
                  <a:lnTo>
                    <a:pt x="743" y="1386"/>
                  </a:lnTo>
                  <a:lnTo>
                    <a:pt x="844" y="1406"/>
                  </a:lnTo>
                  <a:lnTo>
                    <a:pt x="864" y="1266"/>
                  </a:lnTo>
                  <a:lnTo>
                    <a:pt x="924" y="1145"/>
                  </a:lnTo>
                  <a:lnTo>
                    <a:pt x="984" y="1045"/>
                  </a:lnTo>
                  <a:lnTo>
                    <a:pt x="1085" y="965"/>
                  </a:lnTo>
                  <a:lnTo>
                    <a:pt x="1306" y="844"/>
                  </a:lnTo>
                  <a:lnTo>
                    <a:pt x="1506" y="704"/>
                  </a:lnTo>
                  <a:lnTo>
                    <a:pt x="763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34" name="Google Shape;2234;p27"/>
            <p:cNvSpPr/>
            <p:nvPr/>
          </p:nvSpPr>
          <p:spPr>
            <a:xfrm>
              <a:off x="8826058" y="2616363"/>
              <a:ext cx="60282" cy="55724"/>
            </a:xfrm>
            <a:custGeom>
              <a:rect b="b" l="l" r="r" t="t"/>
              <a:pathLst>
                <a:path extrusionOk="0" h="1467" w="1587">
                  <a:moveTo>
                    <a:pt x="723" y="0"/>
                  </a:moveTo>
                  <a:lnTo>
                    <a:pt x="583" y="261"/>
                  </a:lnTo>
                  <a:lnTo>
                    <a:pt x="502" y="382"/>
                  </a:lnTo>
                  <a:lnTo>
                    <a:pt x="422" y="482"/>
                  </a:lnTo>
                  <a:lnTo>
                    <a:pt x="362" y="522"/>
                  </a:lnTo>
                  <a:lnTo>
                    <a:pt x="302" y="563"/>
                  </a:lnTo>
                  <a:lnTo>
                    <a:pt x="161" y="583"/>
                  </a:lnTo>
                  <a:lnTo>
                    <a:pt x="101" y="603"/>
                  </a:lnTo>
                  <a:lnTo>
                    <a:pt x="41" y="623"/>
                  </a:lnTo>
                  <a:lnTo>
                    <a:pt x="0" y="663"/>
                  </a:lnTo>
                  <a:lnTo>
                    <a:pt x="0" y="723"/>
                  </a:lnTo>
                  <a:lnTo>
                    <a:pt x="743" y="1466"/>
                  </a:lnTo>
                  <a:lnTo>
                    <a:pt x="1587" y="623"/>
                  </a:lnTo>
                  <a:lnTo>
                    <a:pt x="1587" y="623"/>
                  </a:lnTo>
                  <a:lnTo>
                    <a:pt x="1386" y="643"/>
                  </a:lnTo>
                  <a:lnTo>
                    <a:pt x="1245" y="623"/>
                  </a:lnTo>
                  <a:lnTo>
                    <a:pt x="1125" y="563"/>
                  </a:lnTo>
                  <a:lnTo>
                    <a:pt x="1024" y="482"/>
                  </a:lnTo>
                  <a:lnTo>
                    <a:pt x="944" y="362"/>
                  </a:lnTo>
                  <a:lnTo>
                    <a:pt x="884" y="261"/>
                  </a:lnTo>
                  <a:lnTo>
                    <a:pt x="72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35" name="Google Shape;2235;p27"/>
            <p:cNvSpPr/>
            <p:nvPr/>
          </p:nvSpPr>
          <p:spPr>
            <a:xfrm>
              <a:off x="8828337" y="1998575"/>
              <a:ext cx="53445" cy="54167"/>
            </a:xfrm>
            <a:custGeom>
              <a:rect b="b" l="l" r="r" t="t"/>
              <a:pathLst>
                <a:path extrusionOk="0" h="1426" w="1407">
                  <a:moveTo>
                    <a:pt x="683" y="0"/>
                  </a:moveTo>
                  <a:lnTo>
                    <a:pt x="1" y="622"/>
                  </a:lnTo>
                  <a:lnTo>
                    <a:pt x="804" y="1426"/>
                  </a:lnTo>
                  <a:lnTo>
                    <a:pt x="804" y="1265"/>
                  </a:lnTo>
                  <a:lnTo>
                    <a:pt x="824" y="1145"/>
                  </a:lnTo>
                  <a:lnTo>
                    <a:pt x="864" y="1024"/>
                  </a:lnTo>
                  <a:lnTo>
                    <a:pt x="904" y="944"/>
                  </a:lnTo>
                  <a:lnTo>
                    <a:pt x="985" y="884"/>
                  </a:lnTo>
                  <a:lnTo>
                    <a:pt x="1065" y="823"/>
                  </a:lnTo>
                  <a:lnTo>
                    <a:pt x="1165" y="783"/>
                  </a:lnTo>
                  <a:lnTo>
                    <a:pt x="1286" y="763"/>
                  </a:lnTo>
                  <a:lnTo>
                    <a:pt x="1326" y="743"/>
                  </a:lnTo>
                  <a:lnTo>
                    <a:pt x="1366" y="703"/>
                  </a:lnTo>
                  <a:lnTo>
                    <a:pt x="1386" y="683"/>
                  </a:lnTo>
                  <a:lnTo>
                    <a:pt x="1406" y="643"/>
                  </a:lnTo>
                  <a:lnTo>
                    <a:pt x="1386" y="602"/>
                  </a:lnTo>
                  <a:lnTo>
                    <a:pt x="1366" y="562"/>
                  </a:lnTo>
                  <a:lnTo>
                    <a:pt x="1306" y="502"/>
                  </a:lnTo>
                  <a:lnTo>
                    <a:pt x="1145" y="442"/>
                  </a:lnTo>
                  <a:lnTo>
                    <a:pt x="985" y="361"/>
                  </a:lnTo>
                  <a:lnTo>
                    <a:pt x="924" y="321"/>
                  </a:lnTo>
                  <a:lnTo>
                    <a:pt x="864" y="261"/>
                  </a:lnTo>
                  <a:lnTo>
                    <a:pt x="824" y="181"/>
                  </a:lnTo>
                  <a:lnTo>
                    <a:pt x="804" y="80"/>
                  </a:lnTo>
                  <a:lnTo>
                    <a:pt x="784" y="40"/>
                  </a:lnTo>
                  <a:lnTo>
                    <a:pt x="744" y="20"/>
                  </a:lnTo>
                  <a:lnTo>
                    <a:pt x="68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36" name="Google Shape;2236;p27"/>
            <p:cNvSpPr/>
            <p:nvPr/>
          </p:nvSpPr>
          <p:spPr>
            <a:xfrm>
              <a:off x="8662076" y="2772710"/>
              <a:ext cx="61802" cy="57243"/>
            </a:xfrm>
            <a:custGeom>
              <a:rect b="b" l="l" r="r" t="t"/>
              <a:pathLst>
                <a:path extrusionOk="0" h="1507" w="1627">
                  <a:moveTo>
                    <a:pt x="743" y="1"/>
                  </a:moveTo>
                  <a:lnTo>
                    <a:pt x="703" y="161"/>
                  </a:lnTo>
                  <a:lnTo>
                    <a:pt x="643" y="282"/>
                  </a:lnTo>
                  <a:lnTo>
                    <a:pt x="542" y="382"/>
                  </a:lnTo>
                  <a:lnTo>
                    <a:pt x="422" y="463"/>
                  </a:lnTo>
                  <a:lnTo>
                    <a:pt x="201" y="563"/>
                  </a:lnTo>
                  <a:lnTo>
                    <a:pt x="81" y="623"/>
                  </a:lnTo>
                  <a:lnTo>
                    <a:pt x="0" y="704"/>
                  </a:lnTo>
                  <a:lnTo>
                    <a:pt x="763" y="1507"/>
                  </a:lnTo>
                  <a:lnTo>
                    <a:pt x="884" y="1266"/>
                  </a:lnTo>
                  <a:lnTo>
                    <a:pt x="964" y="1145"/>
                  </a:lnTo>
                  <a:lnTo>
                    <a:pt x="1044" y="1045"/>
                  </a:lnTo>
                  <a:lnTo>
                    <a:pt x="1145" y="965"/>
                  </a:lnTo>
                  <a:lnTo>
                    <a:pt x="1285" y="904"/>
                  </a:lnTo>
                  <a:lnTo>
                    <a:pt x="1627" y="744"/>
                  </a:lnTo>
                  <a:lnTo>
                    <a:pt x="1265" y="583"/>
                  </a:lnTo>
                  <a:lnTo>
                    <a:pt x="1125" y="523"/>
                  </a:lnTo>
                  <a:lnTo>
                    <a:pt x="1024" y="442"/>
                  </a:lnTo>
                  <a:lnTo>
                    <a:pt x="944" y="342"/>
                  </a:lnTo>
                  <a:lnTo>
                    <a:pt x="864" y="242"/>
                  </a:lnTo>
                  <a:lnTo>
                    <a:pt x="743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37" name="Google Shape;2237;p27"/>
            <p:cNvSpPr/>
            <p:nvPr/>
          </p:nvSpPr>
          <p:spPr>
            <a:xfrm>
              <a:off x="8661317" y="2614844"/>
              <a:ext cx="61802" cy="58763"/>
            </a:xfrm>
            <a:custGeom>
              <a:rect b="b" l="l" r="r" t="t"/>
              <a:pathLst>
                <a:path extrusionOk="0" h="1547" w="1627">
                  <a:moveTo>
                    <a:pt x="723" y="0"/>
                  </a:moveTo>
                  <a:lnTo>
                    <a:pt x="603" y="281"/>
                  </a:lnTo>
                  <a:lnTo>
                    <a:pt x="542" y="382"/>
                  </a:lnTo>
                  <a:lnTo>
                    <a:pt x="482" y="462"/>
                  </a:lnTo>
                  <a:lnTo>
                    <a:pt x="362" y="562"/>
                  </a:lnTo>
                  <a:lnTo>
                    <a:pt x="241" y="623"/>
                  </a:lnTo>
                  <a:lnTo>
                    <a:pt x="0" y="763"/>
                  </a:lnTo>
                  <a:lnTo>
                    <a:pt x="783" y="1546"/>
                  </a:lnTo>
                  <a:lnTo>
                    <a:pt x="904" y="1305"/>
                  </a:lnTo>
                  <a:lnTo>
                    <a:pt x="964" y="1185"/>
                  </a:lnTo>
                  <a:lnTo>
                    <a:pt x="1064" y="1085"/>
                  </a:lnTo>
                  <a:lnTo>
                    <a:pt x="1165" y="1024"/>
                  </a:lnTo>
                  <a:lnTo>
                    <a:pt x="1285" y="944"/>
                  </a:lnTo>
                  <a:lnTo>
                    <a:pt x="1627" y="803"/>
                  </a:lnTo>
                  <a:lnTo>
                    <a:pt x="1285" y="643"/>
                  </a:lnTo>
                  <a:lnTo>
                    <a:pt x="1145" y="583"/>
                  </a:lnTo>
                  <a:lnTo>
                    <a:pt x="1044" y="502"/>
                  </a:lnTo>
                  <a:lnTo>
                    <a:pt x="944" y="402"/>
                  </a:lnTo>
                  <a:lnTo>
                    <a:pt x="884" y="281"/>
                  </a:lnTo>
                  <a:lnTo>
                    <a:pt x="72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38" name="Google Shape;2238;p27"/>
            <p:cNvSpPr/>
            <p:nvPr/>
          </p:nvSpPr>
          <p:spPr>
            <a:xfrm>
              <a:off x="8828337" y="2153402"/>
              <a:ext cx="52685" cy="49608"/>
            </a:xfrm>
            <a:custGeom>
              <a:rect b="b" l="l" r="r" t="t"/>
              <a:pathLst>
                <a:path extrusionOk="0" h="1306" w="1387">
                  <a:moveTo>
                    <a:pt x="663" y="0"/>
                  </a:moveTo>
                  <a:lnTo>
                    <a:pt x="583" y="60"/>
                  </a:lnTo>
                  <a:lnTo>
                    <a:pt x="523" y="141"/>
                  </a:lnTo>
                  <a:lnTo>
                    <a:pt x="422" y="301"/>
                  </a:lnTo>
                  <a:lnTo>
                    <a:pt x="342" y="382"/>
                  </a:lnTo>
                  <a:lnTo>
                    <a:pt x="262" y="462"/>
                  </a:lnTo>
                  <a:lnTo>
                    <a:pt x="161" y="522"/>
                  </a:lnTo>
                  <a:lnTo>
                    <a:pt x="41" y="542"/>
                  </a:lnTo>
                  <a:lnTo>
                    <a:pt x="21" y="562"/>
                  </a:lnTo>
                  <a:lnTo>
                    <a:pt x="21" y="603"/>
                  </a:lnTo>
                  <a:lnTo>
                    <a:pt x="1" y="643"/>
                  </a:lnTo>
                  <a:lnTo>
                    <a:pt x="663" y="1305"/>
                  </a:lnTo>
                  <a:lnTo>
                    <a:pt x="1386" y="663"/>
                  </a:lnTo>
                  <a:lnTo>
                    <a:pt x="66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39" name="Google Shape;2239;p27"/>
            <p:cNvSpPr/>
            <p:nvPr/>
          </p:nvSpPr>
          <p:spPr>
            <a:xfrm>
              <a:off x="8826817" y="2464575"/>
              <a:ext cx="55724" cy="53445"/>
            </a:xfrm>
            <a:custGeom>
              <a:rect b="b" l="l" r="r" t="t"/>
              <a:pathLst>
                <a:path extrusionOk="0" h="1407" w="1467">
                  <a:moveTo>
                    <a:pt x="703" y="1"/>
                  </a:moveTo>
                  <a:lnTo>
                    <a:pt x="0" y="663"/>
                  </a:lnTo>
                  <a:lnTo>
                    <a:pt x="804" y="1406"/>
                  </a:lnTo>
                  <a:lnTo>
                    <a:pt x="824" y="1246"/>
                  </a:lnTo>
                  <a:lnTo>
                    <a:pt x="864" y="1125"/>
                  </a:lnTo>
                  <a:lnTo>
                    <a:pt x="944" y="1025"/>
                  </a:lnTo>
                  <a:lnTo>
                    <a:pt x="1045" y="944"/>
                  </a:lnTo>
                  <a:lnTo>
                    <a:pt x="1145" y="884"/>
                  </a:lnTo>
                  <a:lnTo>
                    <a:pt x="1245" y="824"/>
                  </a:lnTo>
                  <a:lnTo>
                    <a:pt x="1466" y="683"/>
                  </a:lnTo>
                  <a:lnTo>
                    <a:pt x="703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40" name="Google Shape;2240;p27"/>
            <p:cNvSpPr/>
            <p:nvPr/>
          </p:nvSpPr>
          <p:spPr>
            <a:xfrm>
              <a:off x="8662076" y="2929094"/>
              <a:ext cx="57243" cy="57205"/>
            </a:xfrm>
            <a:custGeom>
              <a:rect b="b" l="l" r="r" t="t"/>
              <a:pathLst>
                <a:path extrusionOk="0" h="1506" w="1507">
                  <a:moveTo>
                    <a:pt x="723" y="0"/>
                  </a:moveTo>
                  <a:lnTo>
                    <a:pt x="0" y="743"/>
                  </a:lnTo>
                  <a:lnTo>
                    <a:pt x="804" y="1506"/>
                  </a:lnTo>
                  <a:lnTo>
                    <a:pt x="844" y="1365"/>
                  </a:lnTo>
                  <a:lnTo>
                    <a:pt x="884" y="1225"/>
                  </a:lnTo>
                  <a:lnTo>
                    <a:pt x="964" y="1124"/>
                  </a:lnTo>
                  <a:lnTo>
                    <a:pt x="1044" y="1044"/>
                  </a:lnTo>
                  <a:lnTo>
                    <a:pt x="1145" y="964"/>
                  </a:lnTo>
                  <a:lnTo>
                    <a:pt x="1245" y="904"/>
                  </a:lnTo>
                  <a:lnTo>
                    <a:pt x="1366" y="843"/>
                  </a:lnTo>
                  <a:lnTo>
                    <a:pt x="1506" y="823"/>
                  </a:lnTo>
                  <a:lnTo>
                    <a:pt x="1486" y="723"/>
                  </a:lnTo>
                  <a:lnTo>
                    <a:pt x="1466" y="663"/>
                  </a:lnTo>
                  <a:lnTo>
                    <a:pt x="1406" y="602"/>
                  </a:lnTo>
                  <a:lnTo>
                    <a:pt x="1346" y="582"/>
                  </a:lnTo>
                  <a:lnTo>
                    <a:pt x="1225" y="542"/>
                  </a:lnTo>
                  <a:lnTo>
                    <a:pt x="1165" y="502"/>
                  </a:lnTo>
                  <a:lnTo>
                    <a:pt x="1105" y="482"/>
                  </a:lnTo>
                  <a:lnTo>
                    <a:pt x="1004" y="361"/>
                  </a:lnTo>
                  <a:lnTo>
                    <a:pt x="904" y="241"/>
                  </a:lnTo>
                  <a:lnTo>
                    <a:pt x="72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41" name="Google Shape;2241;p27"/>
            <p:cNvSpPr/>
            <p:nvPr/>
          </p:nvSpPr>
          <p:spPr>
            <a:xfrm>
              <a:off x="8662076" y="2463056"/>
              <a:ext cx="58763" cy="54964"/>
            </a:xfrm>
            <a:custGeom>
              <a:rect b="b" l="l" r="r" t="t"/>
              <a:pathLst>
                <a:path extrusionOk="0" h="1447" w="1547">
                  <a:moveTo>
                    <a:pt x="763" y="0"/>
                  </a:moveTo>
                  <a:lnTo>
                    <a:pt x="0" y="703"/>
                  </a:lnTo>
                  <a:lnTo>
                    <a:pt x="804" y="1446"/>
                  </a:lnTo>
                  <a:lnTo>
                    <a:pt x="824" y="1306"/>
                  </a:lnTo>
                  <a:lnTo>
                    <a:pt x="884" y="1165"/>
                  </a:lnTo>
                  <a:lnTo>
                    <a:pt x="964" y="1065"/>
                  </a:lnTo>
                  <a:lnTo>
                    <a:pt x="1065" y="984"/>
                  </a:lnTo>
                  <a:lnTo>
                    <a:pt x="1165" y="904"/>
                  </a:lnTo>
                  <a:lnTo>
                    <a:pt x="1285" y="844"/>
                  </a:lnTo>
                  <a:lnTo>
                    <a:pt x="1546" y="683"/>
                  </a:lnTo>
                  <a:lnTo>
                    <a:pt x="1245" y="543"/>
                  </a:lnTo>
                  <a:lnTo>
                    <a:pt x="1125" y="482"/>
                  </a:lnTo>
                  <a:lnTo>
                    <a:pt x="1024" y="402"/>
                  </a:lnTo>
                  <a:lnTo>
                    <a:pt x="944" y="322"/>
                  </a:lnTo>
                  <a:lnTo>
                    <a:pt x="864" y="201"/>
                  </a:lnTo>
                  <a:lnTo>
                    <a:pt x="76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42" name="Google Shape;2242;p27"/>
            <p:cNvSpPr/>
            <p:nvPr/>
          </p:nvSpPr>
          <p:spPr>
            <a:xfrm>
              <a:off x="8660557" y="3083921"/>
              <a:ext cx="63321" cy="60282"/>
            </a:xfrm>
            <a:custGeom>
              <a:rect b="b" l="l" r="r" t="t"/>
              <a:pathLst>
                <a:path extrusionOk="0" h="1587" w="1667">
                  <a:moveTo>
                    <a:pt x="803" y="0"/>
                  </a:moveTo>
                  <a:lnTo>
                    <a:pt x="0" y="783"/>
                  </a:lnTo>
                  <a:lnTo>
                    <a:pt x="20" y="823"/>
                  </a:lnTo>
                  <a:lnTo>
                    <a:pt x="40" y="864"/>
                  </a:lnTo>
                  <a:lnTo>
                    <a:pt x="161" y="904"/>
                  </a:lnTo>
                  <a:lnTo>
                    <a:pt x="281" y="944"/>
                  </a:lnTo>
                  <a:lnTo>
                    <a:pt x="342" y="964"/>
                  </a:lnTo>
                  <a:lnTo>
                    <a:pt x="402" y="1004"/>
                  </a:lnTo>
                  <a:lnTo>
                    <a:pt x="502" y="1145"/>
                  </a:lnTo>
                  <a:lnTo>
                    <a:pt x="603" y="1285"/>
                  </a:lnTo>
                  <a:lnTo>
                    <a:pt x="783" y="1586"/>
                  </a:lnTo>
                  <a:lnTo>
                    <a:pt x="944" y="1285"/>
                  </a:lnTo>
                  <a:lnTo>
                    <a:pt x="1024" y="1145"/>
                  </a:lnTo>
                  <a:lnTo>
                    <a:pt x="1105" y="1044"/>
                  </a:lnTo>
                  <a:lnTo>
                    <a:pt x="1205" y="964"/>
                  </a:lnTo>
                  <a:lnTo>
                    <a:pt x="1325" y="884"/>
                  </a:lnTo>
                  <a:lnTo>
                    <a:pt x="1667" y="743"/>
                  </a:lnTo>
                  <a:lnTo>
                    <a:pt x="1325" y="582"/>
                  </a:lnTo>
                  <a:lnTo>
                    <a:pt x="1185" y="522"/>
                  </a:lnTo>
                  <a:lnTo>
                    <a:pt x="1064" y="442"/>
                  </a:lnTo>
                  <a:lnTo>
                    <a:pt x="984" y="342"/>
                  </a:lnTo>
                  <a:lnTo>
                    <a:pt x="924" y="241"/>
                  </a:lnTo>
                  <a:lnTo>
                    <a:pt x="80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43" name="Google Shape;2243;p27"/>
            <p:cNvSpPr/>
            <p:nvPr/>
          </p:nvSpPr>
          <p:spPr>
            <a:xfrm>
              <a:off x="8491980" y="3080844"/>
              <a:ext cx="61840" cy="64878"/>
            </a:xfrm>
            <a:custGeom>
              <a:rect b="b" l="l" r="r" t="t"/>
              <a:pathLst>
                <a:path extrusionOk="0" h="1708" w="1628">
                  <a:moveTo>
                    <a:pt x="884" y="1"/>
                  </a:moveTo>
                  <a:lnTo>
                    <a:pt x="744" y="282"/>
                  </a:lnTo>
                  <a:lnTo>
                    <a:pt x="663" y="402"/>
                  </a:lnTo>
                  <a:lnTo>
                    <a:pt x="583" y="503"/>
                  </a:lnTo>
                  <a:lnTo>
                    <a:pt x="462" y="603"/>
                  </a:lnTo>
                  <a:lnTo>
                    <a:pt x="342" y="663"/>
                  </a:lnTo>
                  <a:lnTo>
                    <a:pt x="1" y="824"/>
                  </a:lnTo>
                  <a:lnTo>
                    <a:pt x="322" y="985"/>
                  </a:lnTo>
                  <a:lnTo>
                    <a:pt x="462" y="1065"/>
                  </a:lnTo>
                  <a:lnTo>
                    <a:pt x="563" y="1145"/>
                  </a:lnTo>
                  <a:lnTo>
                    <a:pt x="643" y="1246"/>
                  </a:lnTo>
                  <a:lnTo>
                    <a:pt x="723" y="1386"/>
                  </a:lnTo>
                  <a:lnTo>
                    <a:pt x="884" y="1708"/>
                  </a:lnTo>
                  <a:lnTo>
                    <a:pt x="1045" y="1406"/>
                  </a:lnTo>
                  <a:lnTo>
                    <a:pt x="1185" y="1165"/>
                  </a:lnTo>
                  <a:lnTo>
                    <a:pt x="1225" y="1105"/>
                  </a:lnTo>
                  <a:lnTo>
                    <a:pt x="1306" y="1065"/>
                  </a:lnTo>
                  <a:lnTo>
                    <a:pt x="1466" y="1005"/>
                  </a:lnTo>
                  <a:lnTo>
                    <a:pt x="1547" y="965"/>
                  </a:lnTo>
                  <a:lnTo>
                    <a:pt x="1607" y="904"/>
                  </a:lnTo>
                  <a:lnTo>
                    <a:pt x="1627" y="804"/>
                  </a:lnTo>
                  <a:lnTo>
                    <a:pt x="1627" y="663"/>
                  </a:lnTo>
                  <a:lnTo>
                    <a:pt x="1466" y="684"/>
                  </a:lnTo>
                  <a:lnTo>
                    <a:pt x="1346" y="663"/>
                  </a:lnTo>
                  <a:lnTo>
                    <a:pt x="1246" y="603"/>
                  </a:lnTo>
                  <a:lnTo>
                    <a:pt x="1165" y="503"/>
                  </a:lnTo>
                  <a:lnTo>
                    <a:pt x="1085" y="402"/>
                  </a:lnTo>
                  <a:lnTo>
                    <a:pt x="1025" y="262"/>
                  </a:lnTo>
                  <a:lnTo>
                    <a:pt x="884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44" name="Google Shape;2244;p27"/>
            <p:cNvSpPr/>
            <p:nvPr/>
          </p:nvSpPr>
          <p:spPr>
            <a:xfrm>
              <a:off x="8827577" y="2308229"/>
              <a:ext cx="53445" cy="54964"/>
            </a:xfrm>
            <a:custGeom>
              <a:rect b="b" l="l" r="r" t="t"/>
              <a:pathLst>
                <a:path extrusionOk="0" h="1447" w="1407">
                  <a:moveTo>
                    <a:pt x="683" y="0"/>
                  </a:moveTo>
                  <a:lnTo>
                    <a:pt x="603" y="81"/>
                  </a:lnTo>
                  <a:lnTo>
                    <a:pt x="543" y="161"/>
                  </a:lnTo>
                  <a:lnTo>
                    <a:pt x="422" y="342"/>
                  </a:lnTo>
                  <a:lnTo>
                    <a:pt x="362" y="422"/>
                  </a:lnTo>
                  <a:lnTo>
                    <a:pt x="262" y="482"/>
                  </a:lnTo>
                  <a:lnTo>
                    <a:pt x="161" y="542"/>
                  </a:lnTo>
                  <a:lnTo>
                    <a:pt x="41" y="563"/>
                  </a:lnTo>
                  <a:lnTo>
                    <a:pt x="21" y="583"/>
                  </a:lnTo>
                  <a:lnTo>
                    <a:pt x="21" y="643"/>
                  </a:lnTo>
                  <a:lnTo>
                    <a:pt x="1" y="763"/>
                  </a:lnTo>
                  <a:lnTo>
                    <a:pt x="221" y="864"/>
                  </a:lnTo>
                  <a:lnTo>
                    <a:pt x="322" y="904"/>
                  </a:lnTo>
                  <a:lnTo>
                    <a:pt x="422" y="964"/>
                  </a:lnTo>
                  <a:lnTo>
                    <a:pt x="503" y="1085"/>
                  </a:lnTo>
                  <a:lnTo>
                    <a:pt x="563" y="1185"/>
                  </a:lnTo>
                  <a:lnTo>
                    <a:pt x="703" y="1446"/>
                  </a:lnTo>
                  <a:lnTo>
                    <a:pt x="1406" y="683"/>
                  </a:lnTo>
                  <a:lnTo>
                    <a:pt x="68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45" name="Google Shape;2245;p27"/>
            <p:cNvSpPr/>
            <p:nvPr/>
          </p:nvSpPr>
          <p:spPr>
            <a:xfrm>
              <a:off x="8663596" y="2299834"/>
              <a:ext cx="57243" cy="60282"/>
            </a:xfrm>
            <a:custGeom>
              <a:rect b="b" l="l" r="r" t="t"/>
              <a:pathLst>
                <a:path extrusionOk="0" h="1587" w="1507">
                  <a:moveTo>
                    <a:pt x="683" y="0"/>
                  </a:moveTo>
                  <a:lnTo>
                    <a:pt x="563" y="302"/>
                  </a:lnTo>
                  <a:lnTo>
                    <a:pt x="502" y="422"/>
                  </a:lnTo>
                  <a:lnTo>
                    <a:pt x="422" y="522"/>
                  </a:lnTo>
                  <a:lnTo>
                    <a:pt x="342" y="623"/>
                  </a:lnTo>
                  <a:lnTo>
                    <a:pt x="262" y="683"/>
                  </a:lnTo>
                  <a:lnTo>
                    <a:pt x="161" y="743"/>
                  </a:lnTo>
                  <a:lnTo>
                    <a:pt x="41" y="784"/>
                  </a:lnTo>
                  <a:lnTo>
                    <a:pt x="21" y="804"/>
                  </a:lnTo>
                  <a:lnTo>
                    <a:pt x="0" y="844"/>
                  </a:lnTo>
                  <a:lnTo>
                    <a:pt x="0" y="904"/>
                  </a:lnTo>
                  <a:lnTo>
                    <a:pt x="764" y="1587"/>
                  </a:lnTo>
                  <a:lnTo>
                    <a:pt x="824" y="1406"/>
                  </a:lnTo>
                  <a:lnTo>
                    <a:pt x="864" y="1306"/>
                  </a:lnTo>
                  <a:lnTo>
                    <a:pt x="904" y="1245"/>
                  </a:lnTo>
                  <a:lnTo>
                    <a:pt x="1045" y="1165"/>
                  </a:lnTo>
                  <a:lnTo>
                    <a:pt x="1185" y="1065"/>
                  </a:lnTo>
                  <a:lnTo>
                    <a:pt x="1506" y="884"/>
                  </a:lnTo>
                  <a:lnTo>
                    <a:pt x="1225" y="743"/>
                  </a:lnTo>
                  <a:lnTo>
                    <a:pt x="1105" y="663"/>
                  </a:lnTo>
                  <a:lnTo>
                    <a:pt x="1004" y="583"/>
                  </a:lnTo>
                  <a:lnTo>
                    <a:pt x="904" y="482"/>
                  </a:lnTo>
                  <a:lnTo>
                    <a:pt x="824" y="342"/>
                  </a:lnTo>
                  <a:lnTo>
                    <a:pt x="743" y="201"/>
                  </a:lnTo>
                  <a:lnTo>
                    <a:pt x="68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46" name="Google Shape;2246;p27"/>
            <p:cNvSpPr/>
            <p:nvPr/>
          </p:nvSpPr>
          <p:spPr>
            <a:xfrm>
              <a:off x="8495816" y="2463816"/>
              <a:ext cx="58003" cy="51128"/>
            </a:xfrm>
            <a:custGeom>
              <a:rect b="b" l="l" r="r" t="t"/>
              <a:pathLst>
                <a:path extrusionOk="0" h="1346" w="1527">
                  <a:moveTo>
                    <a:pt x="783" y="1"/>
                  </a:moveTo>
                  <a:lnTo>
                    <a:pt x="0" y="723"/>
                  </a:lnTo>
                  <a:lnTo>
                    <a:pt x="221" y="824"/>
                  </a:lnTo>
                  <a:lnTo>
                    <a:pt x="422" y="944"/>
                  </a:lnTo>
                  <a:lnTo>
                    <a:pt x="522" y="1025"/>
                  </a:lnTo>
                  <a:lnTo>
                    <a:pt x="582" y="1105"/>
                  </a:lnTo>
                  <a:lnTo>
                    <a:pt x="643" y="1205"/>
                  </a:lnTo>
                  <a:lnTo>
                    <a:pt x="703" y="1326"/>
                  </a:lnTo>
                  <a:lnTo>
                    <a:pt x="723" y="1346"/>
                  </a:lnTo>
                  <a:lnTo>
                    <a:pt x="783" y="1346"/>
                  </a:lnTo>
                  <a:lnTo>
                    <a:pt x="1526" y="663"/>
                  </a:lnTo>
                  <a:lnTo>
                    <a:pt x="783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47" name="Google Shape;2247;p27"/>
            <p:cNvSpPr/>
            <p:nvPr/>
          </p:nvSpPr>
          <p:spPr>
            <a:xfrm>
              <a:off x="8498095" y="2308989"/>
              <a:ext cx="54926" cy="50368"/>
            </a:xfrm>
            <a:custGeom>
              <a:rect b="b" l="l" r="r" t="t"/>
              <a:pathLst>
                <a:path extrusionOk="0" h="1326" w="1446">
                  <a:moveTo>
                    <a:pt x="703" y="0"/>
                  </a:moveTo>
                  <a:lnTo>
                    <a:pt x="0" y="663"/>
                  </a:lnTo>
                  <a:lnTo>
                    <a:pt x="723" y="1326"/>
                  </a:lnTo>
                  <a:lnTo>
                    <a:pt x="1446" y="663"/>
                  </a:lnTo>
                  <a:lnTo>
                    <a:pt x="70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48" name="Google Shape;2248;p27"/>
            <p:cNvSpPr/>
            <p:nvPr/>
          </p:nvSpPr>
          <p:spPr>
            <a:xfrm>
              <a:off x="8497335" y="2928296"/>
              <a:ext cx="57243" cy="57243"/>
            </a:xfrm>
            <a:custGeom>
              <a:rect b="b" l="l" r="r" t="t"/>
              <a:pathLst>
                <a:path extrusionOk="0" h="1507" w="1507">
                  <a:moveTo>
                    <a:pt x="783" y="1"/>
                  </a:moveTo>
                  <a:lnTo>
                    <a:pt x="0" y="744"/>
                  </a:lnTo>
                  <a:lnTo>
                    <a:pt x="803" y="1507"/>
                  </a:lnTo>
                  <a:lnTo>
                    <a:pt x="944" y="1246"/>
                  </a:lnTo>
                  <a:lnTo>
                    <a:pt x="1024" y="1125"/>
                  </a:lnTo>
                  <a:lnTo>
                    <a:pt x="1105" y="1005"/>
                  </a:lnTo>
                  <a:lnTo>
                    <a:pt x="1145" y="965"/>
                  </a:lnTo>
                  <a:lnTo>
                    <a:pt x="1225" y="945"/>
                  </a:lnTo>
                  <a:lnTo>
                    <a:pt x="1345" y="905"/>
                  </a:lnTo>
                  <a:lnTo>
                    <a:pt x="1406" y="884"/>
                  </a:lnTo>
                  <a:lnTo>
                    <a:pt x="1466" y="844"/>
                  </a:lnTo>
                  <a:lnTo>
                    <a:pt x="1506" y="764"/>
                  </a:lnTo>
                  <a:lnTo>
                    <a:pt x="1506" y="684"/>
                  </a:lnTo>
                  <a:lnTo>
                    <a:pt x="1265" y="563"/>
                  </a:lnTo>
                  <a:lnTo>
                    <a:pt x="1165" y="503"/>
                  </a:lnTo>
                  <a:lnTo>
                    <a:pt x="1064" y="423"/>
                  </a:lnTo>
                  <a:lnTo>
                    <a:pt x="964" y="342"/>
                  </a:lnTo>
                  <a:lnTo>
                    <a:pt x="904" y="242"/>
                  </a:lnTo>
                  <a:lnTo>
                    <a:pt x="823" y="121"/>
                  </a:lnTo>
                  <a:lnTo>
                    <a:pt x="783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49" name="Google Shape;2249;p27"/>
            <p:cNvSpPr/>
            <p:nvPr/>
          </p:nvSpPr>
          <p:spPr>
            <a:xfrm>
              <a:off x="8495816" y="2618642"/>
              <a:ext cx="58003" cy="52685"/>
            </a:xfrm>
            <a:custGeom>
              <a:rect b="b" l="l" r="r" t="t"/>
              <a:pathLst>
                <a:path extrusionOk="0" h="1387" w="1527">
                  <a:moveTo>
                    <a:pt x="743" y="1"/>
                  </a:moveTo>
                  <a:lnTo>
                    <a:pt x="622" y="201"/>
                  </a:lnTo>
                  <a:lnTo>
                    <a:pt x="562" y="302"/>
                  </a:lnTo>
                  <a:lnTo>
                    <a:pt x="462" y="422"/>
                  </a:lnTo>
                  <a:lnTo>
                    <a:pt x="361" y="503"/>
                  </a:lnTo>
                  <a:lnTo>
                    <a:pt x="241" y="563"/>
                  </a:lnTo>
                  <a:lnTo>
                    <a:pt x="0" y="683"/>
                  </a:lnTo>
                  <a:lnTo>
                    <a:pt x="763" y="1386"/>
                  </a:lnTo>
                  <a:lnTo>
                    <a:pt x="1526" y="703"/>
                  </a:lnTo>
                  <a:lnTo>
                    <a:pt x="743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50" name="Google Shape;2250;p27"/>
            <p:cNvSpPr/>
            <p:nvPr/>
          </p:nvSpPr>
          <p:spPr>
            <a:xfrm>
              <a:off x="8662076" y="2154922"/>
              <a:ext cx="56484" cy="48849"/>
            </a:xfrm>
            <a:custGeom>
              <a:rect b="b" l="l" r="r" t="t"/>
              <a:pathLst>
                <a:path extrusionOk="0" h="1286" w="1487">
                  <a:moveTo>
                    <a:pt x="743" y="0"/>
                  </a:moveTo>
                  <a:lnTo>
                    <a:pt x="0" y="623"/>
                  </a:lnTo>
                  <a:lnTo>
                    <a:pt x="783" y="1285"/>
                  </a:lnTo>
                  <a:lnTo>
                    <a:pt x="884" y="1085"/>
                  </a:lnTo>
                  <a:lnTo>
                    <a:pt x="944" y="984"/>
                  </a:lnTo>
                  <a:lnTo>
                    <a:pt x="1004" y="884"/>
                  </a:lnTo>
                  <a:lnTo>
                    <a:pt x="1125" y="824"/>
                  </a:lnTo>
                  <a:lnTo>
                    <a:pt x="1245" y="763"/>
                  </a:lnTo>
                  <a:lnTo>
                    <a:pt x="1486" y="643"/>
                  </a:lnTo>
                  <a:lnTo>
                    <a:pt x="74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51" name="Google Shape;2251;p27"/>
            <p:cNvSpPr/>
            <p:nvPr/>
          </p:nvSpPr>
          <p:spPr>
            <a:xfrm>
              <a:off x="8497335" y="2774229"/>
              <a:ext cx="57243" cy="54964"/>
            </a:xfrm>
            <a:custGeom>
              <a:rect b="b" l="l" r="r" t="t"/>
              <a:pathLst>
                <a:path extrusionOk="0" h="1447" w="1507">
                  <a:moveTo>
                    <a:pt x="763" y="1"/>
                  </a:moveTo>
                  <a:lnTo>
                    <a:pt x="0" y="704"/>
                  </a:lnTo>
                  <a:lnTo>
                    <a:pt x="803" y="1447"/>
                  </a:lnTo>
                  <a:lnTo>
                    <a:pt x="944" y="1186"/>
                  </a:lnTo>
                  <a:lnTo>
                    <a:pt x="1024" y="1065"/>
                  </a:lnTo>
                  <a:lnTo>
                    <a:pt x="1125" y="965"/>
                  </a:lnTo>
                  <a:lnTo>
                    <a:pt x="1165" y="925"/>
                  </a:lnTo>
                  <a:lnTo>
                    <a:pt x="1225" y="904"/>
                  </a:lnTo>
                  <a:lnTo>
                    <a:pt x="1366" y="864"/>
                  </a:lnTo>
                  <a:lnTo>
                    <a:pt x="1426" y="824"/>
                  </a:lnTo>
                  <a:lnTo>
                    <a:pt x="1466" y="784"/>
                  </a:lnTo>
                  <a:lnTo>
                    <a:pt x="1506" y="724"/>
                  </a:lnTo>
                  <a:lnTo>
                    <a:pt x="1506" y="623"/>
                  </a:lnTo>
                  <a:lnTo>
                    <a:pt x="1125" y="302"/>
                  </a:lnTo>
                  <a:lnTo>
                    <a:pt x="763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52" name="Google Shape;2252;p27"/>
            <p:cNvSpPr/>
            <p:nvPr/>
          </p:nvSpPr>
          <p:spPr>
            <a:xfrm>
              <a:off x="8659797" y="1999335"/>
              <a:ext cx="55686" cy="46532"/>
            </a:xfrm>
            <a:custGeom>
              <a:rect b="b" l="l" r="r" t="t"/>
              <a:pathLst>
                <a:path extrusionOk="0" h="1225" w="1466">
                  <a:moveTo>
                    <a:pt x="783" y="0"/>
                  </a:moveTo>
                  <a:lnTo>
                    <a:pt x="0" y="663"/>
                  </a:lnTo>
                  <a:lnTo>
                    <a:pt x="221" y="743"/>
                  </a:lnTo>
                  <a:lnTo>
                    <a:pt x="341" y="783"/>
                  </a:lnTo>
                  <a:lnTo>
                    <a:pt x="422" y="843"/>
                  </a:lnTo>
                  <a:lnTo>
                    <a:pt x="522" y="924"/>
                  </a:lnTo>
                  <a:lnTo>
                    <a:pt x="582" y="1004"/>
                  </a:lnTo>
                  <a:lnTo>
                    <a:pt x="643" y="1084"/>
                  </a:lnTo>
                  <a:lnTo>
                    <a:pt x="703" y="1205"/>
                  </a:lnTo>
                  <a:lnTo>
                    <a:pt x="723" y="1225"/>
                  </a:lnTo>
                  <a:lnTo>
                    <a:pt x="783" y="1225"/>
                  </a:lnTo>
                  <a:lnTo>
                    <a:pt x="1466" y="602"/>
                  </a:lnTo>
                  <a:lnTo>
                    <a:pt x="78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53" name="Google Shape;2253;p27"/>
            <p:cNvSpPr/>
            <p:nvPr/>
          </p:nvSpPr>
          <p:spPr>
            <a:xfrm>
              <a:off x="8499615" y="2152643"/>
              <a:ext cx="53407" cy="49608"/>
            </a:xfrm>
            <a:custGeom>
              <a:rect b="b" l="l" r="r" t="t"/>
              <a:pathLst>
                <a:path extrusionOk="0" h="1306" w="1406">
                  <a:moveTo>
                    <a:pt x="663" y="0"/>
                  </a:moveTo>
                  <a:lnTo>
                    <a:pt x="563" y="161"/>
                  </a:lnTo>
                  <a:lnTo>
                    <a:pt x="502" y="261"/>
                  </a:lnTo>
                  <a:lnTo>
                    <a:pt x="422" y="341"/>
                  </a:lnTo>
                  <a:lnTo>
                    <a:pt x="322" y="422"/>
                  </a:lnTo>
                  <a:lnTo>
                    <a:pt x="221" y="502"/>
                  </a:lnTo>
                  <a:lnTo>
                    <a:pt x="0" y="663"/>
                  </a:lnTo>
                  <a:lnTo>
                    <a:pt x="683" y="1305"/>
                  </a:lnTo>
                  <a:lnTo>
                    <a:pt x="1406" y="663"/>
                  </a:lnTo>
                  <a:lnTo>
                    <a:pt x="66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54" name="Google Shape;2254;p27"/>
            <p:cNvSpPr/>
            <p:nvPr/>
          </p:nvSpPr>
          <p:spPr>
            <a:xfrm>
              <a:off x="8500374" y="1997778"/>
              <a:ext cx="54964" cy="48089"/>
            </a:xfrm>
            <a:custGeom>
              <a:rect b="b" l="l" r="r" t="t"/>
              <a:pathLst>
                <a:path extrusionOk="0" h="1266" w="1447">
                  <a:moveTo>
                    <a:pt x="683" y="1"/>
                  </a:moveTo>
                  <a:lnTo>
                    <a:pt x="0" y="664"/>
                  </a:lnTo>
                  <a:lnTo>
                    <a:pt x="663" y="1266"/>
                  </a:lnTo>
                  <a:lnTo>
                    <a:pt x="1446" y="603"/>
                  </a:lnTo>
                  <a:lnTo>
                    <a:pt x="1165" y="503"/>
                  </a:lnTo>
                  <a:lnTo>
                    <a:pt x="1065" y="443"/>
                  </a:lnTo>
                  <a:lnTo>
                    <a:pt x="964" y="382"/>
                  </a:lnTo>
                  <a:lnTo>
                    <a:pt x="884" y="282"/>
                  </a:lnTo>
                  <a:lnTo>
                    <a:pt x="804" y="182"/>
                  </a:lnTo>
                  <a:lnTo>
                    <a:pt x="683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four columns 1">
  <p:cSld name="CUSTOM_1">
    <p:spTree>
      <p:nvGrpSpPr>
        <p:cNvPr id="2255" name="Shape 22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6" name="Google Shape;2256;p28"/>
          <p:cNvSpPr txBox="1"/>
          <p:nvPr>
            <p:ph idx="1" type="subTitle"/>
          </p:nvPr>
        </p:nvSpPr>
        <p:spPr>
          <a:xfrm>
            <a:off x="967008" y="2845925"/>
            <a:ext cx="1435500" cy="224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Pacifico"/>
              <a:buNone/>
              <a:defRPr b="1" sz="2000"/>
            </a:lvl1pPr>
            <a:lvl2pPr lvl="1" rtl="0">
              <a:spcBef>
                <a:spcPts val="0"/>
              </a:spcBef>
              <a:spcAft>
                <a:spcPts val="0"/>
              </a:spcAft>
              <a:buSzPts val="1600"/>
              <a:buFont typeface="Pacifico"/>
              <a:buNone/>
              <a:defRPr>
                <a:latin typeface="Pacifico"/>
                <a:ea typeface="Pacifico"/>
                <a:cs typeface="Pacifico"/>
                <a:sym typeface="Pacifico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1600"/>
              <a:buFont typeface="Pacifico"/>
              <a:buNone/>
              <a:defRPr>
                <a:latin typeface="Pacifico"/>
                <a:ea typeface="Pacifico"/>
                <a:cs typeface="Pacifico"/>
                <a:sym typeface="Pacifico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1600"/>
              <a:buFont typeface="Pacifico"/>
              <a:buNone/>
              <a:defRPr>
                <a:latin typeface="Pacifico"/>
                <a:ea typeface="Pacifico"/>
                <a:cs typeface="Pacifico"/>
                <a:sym typeface="Pacifico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1600"/>
              <a:buFont typeface="Pacifico"/>
              <a:buNone/>
              <a:defRPr>
                <a:latin typeface="Pacifico"/>
                <a:ea typeface="Pacifico"/>
                <a:cs typeface="Pacifico"/>
                <a:sym typeface="Pacifico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1600"/>
              <a:buFont typeface="Pacifico"/>
              <a:buNone/>
              <a:defRPr>
                <a:latin typeface="Pacifico"/>
                <a:ea typeface="Pacifico"/>
                <a:cs typeface="Pacifico"/>
                <a:sym typeface="Pacifico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1600"/>
              <a:buFont typeface="Pacifico"/>
              <a:buNone/>
              <a:defRPr>
                <a:latin typeface="Pacifico"/>
                <a:ea typeface="Pacifico"/>
                <a:cs typeface="Pacifico"/>
                <a:sym typeface="Pacifico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1600"/>
              <a:buFont typeface="Pacifico"/>
              <a:buNone/>
              <a:defRPr>
                <a:latin typeface="Pacifico"/>
                <a:ea typeface="Pacifico"/>
                <a:cs typeface="Pacifico"/>
                <a:sym typeface="Pacifico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1600"/>
              <a:buFont typeface="Pacifico"/>
              <a:buNone/>
              <a:defRPr>
                <a:latin typeface="Pacifico"/>
                <a:ea typeface="Pacifico"/>
                <a:cs typeface="Pacifico"/>
                <a:sym typeface="Pacifico"/>
              </a:defRPr>
            </a:lvl9pPr>
          </a:lstStyle>
          <a:p/>
        </p:txBody>
      </p:sp>
      <p:sp>
        <p:nvSpPr>
          <p:cNvPr id="2257" name="Google Shape;2257;p28"/>
          <p:cNvSpPr txBox="1"/>
          <p:nvPr>
            <p:ph idx="2" type="subTitle"/>
          </p:nvPr>
        </p:nvSpPr>
        <p:spPr>
          <a:xfrm>
            <a:off x="838908" y="3187025"/>
            <a:ext cx="1691700" cy="45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9pPr>
          </a:lstStyle>
          <a:p/>
        </p:txBody>
      </p:sp>
      <p:sp>
        <p:nvSpPr>
          <p:cNvPr id="2258" name="Google Shape;2258;p28"/>
          <p:cNvSpPr txBox="1"/>
          <p:nvPr>
            <p:ph type="title"/>
          </p:nvPr>
        </p:nvSpPr>
        <p:spPr>
          <a:xfrm>
            <a:off x="713225" y="530352"/>
            <a:ext cx="7717500" cy="292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Dosis"/>
              <a:buNone/>
              <a:defRPr/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259" name="Google Shape;2259;p28"/>
          <p:cNvSpPr txBox="1"/>
          <p:nvPr>
            <p:ph idx="3" type="subTitle"/>
          </p:nvPr>
        </p:nvSpPr>
        <p:spPr>
          <a:xfrm>
            <a:off x="6749531" y="2845912"/>
            <a:ext cx="1435500" cy="224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Pacifico"/>
              <a:buNone/>
              <a:defRPr b="1" sz="2000"/>
            </a:lvl1pPr>
            <a:lvl2pPr lvl="1" rtl="0">
              <a:spcBef>
                <a:spcPts val="0"/>
              </a:spcBef>
              <a:spcAft>
                <a:spcPts val="0"/>
              </a:spcAft>
              <a:buSzPts val="1600"/>
              <a:buFont typeface="Pacifico"/>
              <a:buNone/>
              <a:defRPr>
                <a:latin typeface="Pacifico"/>
                <a:ea typeface="Pacifico"/>
                <a:cs typeface="Pacifico"/>
                <a:sym typeface="Pacifico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1600"/>
              <a:buFont typeface="Pacifico"/>
              <a:buNone/>
              <a:defRPr>
                <a:latin typeface="Pacifico"/>
                <a:ea typeface="Pacifico"/>
                <a:cs typeface="Pacifico"/>
                <a:sym typeface="Pacifico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1600"/>
              <a:buFont typeface="Pacifico"/>
              <a:buNone/>
              <a:defRPr>
                <a:latin typeface="Pacifico"/>
                <a:ea typeface="Pacifico"/>
                <a:cs typeface="Pacifico"/>
                <a:sym typeface="Pacifico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1600"/>
              <a:buFont typeface="Pacifico"/>
              <a:buNone/>
              <a:defRPr>
                <a:latin typeface="Pacifico"/>
                <a:ea typeface="Pacifico"/>
                <a:cs typeface="Pacifico"/>
                <a:sym typeface="Pacifico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1600"/>
              <a:buFont typeface="Pacifico"/>
              <a:buNone/>
              <a:defRPr>
                <a:latin typeface="Pacifico"/>
                <a:ea typeface="Pacifico"/>
                <a:cs typeface="Pacifico"/>
                <a:sym typeface="Pacifico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1600"/>
              <a:buFont typeface="Pacifico"/>
              <a:buNone/>
              <a:defRPr>
                <a:latin typeface="Pacifico"/>
                <a:ea typeface="Pacifico"/>
                <a:cs typeface="Pacifico"/>
                <a:sym typeface="Pacifico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1600"/>
              <a:buFont typeface="Pacifico"/>
              <a:buNone/>
              <a:defRPr>
                <a:latin typeface="Pacifico"/>
                <a:ea typeface="Pacifico"/>
                <a:cs typeface="Pacifico"/>
                <a:sym typeface="Pacifico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1600"/>
              <a:buFont typeface="Pacifico"/>
              <a:buNone/>
              <a:defRPr>
                <a:latin typeface="Pacifico"/>
                <a:ea typeface="Pacifico"/>
                <a:cs typeface="Pacifico"/>
                <a:sym typeface="Pacifico"/>
              </a:defRPr>
            </a:lvl9pPr>
          </a:lstStyle>
          <a:p/>
        </p:txBody>
      </p:sp>
      <p:sp>
        <p:nvSpPr>
          <p:cNvPr id="2260" name="Google Shape;2260;p28"/>
          <p:cNvSpPr txBox="1"/>
          <p:nvPr>
            <p:ph idx="4" type="subTitle"/>
          </p:nvPr>
        </p:nvSpPr>
        <p:spPr>
          <a:xfrm>
            <a:off x="6621431" y="3187025"/>
            <a:ext cx="1691700" cy="45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9pPr>
          </a:lstStyle>
          <a:p/>
        </p:txBody>
      </p:sp>
      <p:sp>
        <p:nvSpPr>
          <p:cNvPr id="2261" name="Google Shape;2261;p28"/>
          <p:cNvSpPr txBox="1"/>
          <p:nvPr>
            <p:ph idx="5" type="subTitle"/>
          </p:nvPr>
        </p:nvSpPr>
        <p:spPr>
          <a:xfrm>
            <a:off x="2894516" y="2845912"/>
            <a:ext cx="1435500" cy="224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Pacifico"/>
              <a:buNone/>
              <a:defRPr b="1" sz="2000"/>
            </a:lvl1pPr>
            <a:lvl2pPr lvl="1" rtl="0">
              <a:spcBef>
                <a:spcPts val="0"/>
              </a:spcBef>
              <a:spcAft>
                <a:spcPts val="0"/>
              </a:spcAft>
              <a:buSzPts val="1600"/>
              <a:buFont typeface="Pacifico"/>
              <a:buNone/>
              <a:defRPr>
                <a:latin typeface="Pacifico"/>
                <a:ea typeface="Pacifico"/>
                <a:cs typeface="Pacifico"/>
                <a:sym typeface="Pacifico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1600"/>
              <a:buFont typeface="Pacifico"/>
              <a:buNone/>
              <a:defRPr>
                <a:latin typeface="Pacifico"/>
                <a:ea typeface="Pacifico"/>
                <a:cs typeface="Pacifico"/>
                <a:sym typeface="Pacifico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1600"/>
              <a:buFont typeface="Pacifico"/>
              <a:buNone/>
              <a:defRPr>
                <a:latin typeface="Pacifico"/>
                <a:ea typeface="Pacifico"/>
                <a:cs typeface="Pacifico"/>
                <a:sym typeface="Pacifico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1600"/>
              <a:buFont typeface="Pacifico"/>
              <a:buNone/>
              <a:defRPr>
                <a:latin typeface="Pacifico"/>
                <a:ea typeface="Pacifico"/>
                <a:cs typeface="Pacifico"/>
                <a:sym typeface="Pacifico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1600"/>
              <a:buFont typeface="Pacifico"/>
              <a:buNone/>
              <a:defRPr>
                <a:latin typeface="Pacifico"/>
                <a:ea typeface="Pacifico"/>
                <a:cs typeface="Pacifico"/>
                <a:sym typeface="Pacifico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1600"/>
              <a:buFont typeface="Pacifico"/>
              <a:buNone/>
              <a:defRPr>
                <a:latin typeface="Pacifico"/>
                <a:ea typeface="Pacifico"/>
                <a:cs typeface="Pacifico"/>
                <a:sym typeface="Pacifico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1600"/>
              <a:buFont typeface="Pacifico"/>
              <a:buNone/>
              <a:defRPr>
                <a:latin typeface="Pacifico"/>
                <a:ea typeface="Pacifico"/>
                <a:cs typeface="Pacifico"/>
                <a:sym typeface="Pacifico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1600"/>
              <a:buFont typeface="Pacifico"/>
              <a:buNone/>
              <a:defRPr>
                <a:latin typeface="Pacifico"/>
                <a:ea typeface="Pacifico"/>
                <a:cs typeface="Pacifico"/>
                <a:sym typeface="Pacifico"/>
              </a:defRPr>
            </a:lvl9pPr>
          </a:lstStyle>
          <a:p/>
        </p:txBody>
      </p:sp>
      <p:sp>
        <p:nvSpPr>
          <p:cNvPr id="2262" name="Google Shape;2262;p28"/>
          <p:cNvSpPr txBox="1"/>
          <p:nvPr>
            <p:ph idx="6" type="subTitle"/>
          </p:nvPr>
        </p:nvSpPr>
        <p:spPr>
          <a:xfrm>
            <a:off x="2768730" y="3187025"/>
            <a:ext cx="1691700" cy="45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9pPr>
          </a:lstStyle>
          <a:p/>
        </p:txBody>
      </p:sp>
      <p:sp>
        <p:nvSpPr>
          <p:cNvPr id="2263" name="Google Shape;2263;p28"/>
          <p:cNvSpPr txBox="1"/>
          <p:nvPr>
            <p:ph idx="7" type="subTitle"/>
          </p:nvPr>
        </p:nvSpPr>
        <p:spPr>
          <a:xfrm>
            <a:off x="4822024" y="2845912"/>
            <a:ext cx="1435500" cy="224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Pacifico"/>
              <a:buNone/>
              <a:defRPr b="1" sz="2000"/>
            </a:lvl1pPr>
            <a:lvl2pPr lvl="1" rtl="0">
              <a:spcBef>
                <a:spcPts val="0"/>
              </a:spcBef>
              <a:spcAft>
                <a:spcPts val="0"/>
              </a:spcAft>
              <a:buSzPts val="1600"/>
              <a:buFont typeface="Pacifico"/>
              <a:buNone/>
              <a:defRPr>
                <a:latin typeface="Pacifico"/>
                <a:ea typeface="Pacifico"/>
                <a:cs typeface="Pacifico"/>
                <a:sym typeface="Pacifico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1600"/>
              <a:buFont typeface="Pacifico"/>
              <a:buNone/>
              <a:defRPr>
                <a:latin typeface="Pacifico"/>
                <a:ea typeface="Pacifico"/>
                <a:cs typeface="Pacifico"/>
                <a:sym typeface="Pacifico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1600"/>
              <a:buFont typeface="Pacifico"/>
              <a:buNone/>
              <a:defRPr>
                <a:latin typeface="Pacifico"/>
                <a:ea typeface="Pacifico"/>
                <a:cs typeface="Pacifico"/>
                <a:sym typeface="Pacifico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1600"/>
              <a:buFont typeface="Pacifico"/>
              <a:buNone/>
              <a:defRPr>
                <a:latin typeface="Pacifico"/>
                <a:ea typeface="Pacifico"/>
                <a:cs typeface="Pacifico"/>
                <a:sym typeface="Pacifico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1600"/>
              <a:buFont typeface="Pacifico"/>
              <a:buNone/>
              <a:defRPr>
                <a:latin typeface="Pacifico"/>
                <a:ea typeface="Pacifico"/>
                <a:cs typeface="Pacifico"/>
                <a:sym typeface="Pacifico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1600"/>
              <a:buFont typeface="Pacifico"/>
              <a:buNone/>
              <a:defRPr>
                <a:latin typeface="Pacifico"/>
                <a:ea typeface="Pacifico"/>
                <a:cs typeface="Pacifico"/>
                <a:sym typeface="Pacifico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1600"/>
              <a:buFont typeface="Pacifico"/>
              <a:buNone/>
              <a:defRPr>
                <a:latin typeface="Pacifico"/>
                <a:ea typeface="Pacifico"/>
                <a:cs typeface="Pacifico"/>
                <a:sym typeface="Pacifico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1600"/>
              <a:buFont typeface="Pacifico"/>
              <a:buNone/>
              <a:defRPr>
                <a:latin typeface="Pacifico"/>
                <a:ea typeface="Pacifico"/>
                <a:cs typeface="Pacifico"/>
                <a:sym typeface="Pacifico"/>
              </a:defRPr>
            </a:lvl9pPr>
          </a:lstStyle>
          <a:p/>
        </p:txBody>
      </p:sp>
      <p:sp>
        <p:nvSpPr>
          <p:cNvPr id="2264" name="Google Shape;2264;p28"/>
          <p:cNvSpPr txBox="1"/>
          <p:nvPr>
            <p:ph idx="8" type="subTitle"/>
          </p:nvPr>
        </p:nvSpPr>
        <p:spPr>
          <a:xfrm>
            <a:off x="4694714" y="3187025"/>
            <a:ext cx="1691700" cy="45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9pPr>
          </a:lstStyle>
          <a:p/>
        </p:txBody>
      </p:sp>
      <p:sp>
        <p:nvSpPr>
          <p:cNvPr id="2265" name="Google Shape;2265;p28"/>
          <p:cNvSpPr/>
          <p:nvPr/>
        </p:nvSpPr>
        <p:spPr>
          <a:xfrm flipH="1">
            <a:off x="0" y="4599425"/>
            <a:ext cx="9144000" cy="5442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66" name="Google Shape;2266;p28"/>
          <p:cNvSpPr/>
          <p:nvPr/>
        </p:nvSpPr>
        <p:spPr>
          <a:xfrm flipH="1" rot="5400000">
            <a:off x="6236225" y="2200800"/>
            <a:ext cx="5137200" cy="7482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67" name="Google Shape;2267;p28"/>
          <p:cNvSpPr/>
          <p:nvPr/>
        </p:nvSpPr>
        <p:spPr>
          <a:xfrm>
            <a:off x="8598938" y="110097"/>
            <a:ext cx="457237" cy="429412"/>
          </a:xfrm>
          <a:custGeom>
            <a:rect b="b" l="l" r="r" t="t"/>
            <a:pathLst>
              <a:path extrusionOk="0" h="92099" w="98067">
                <a:moveTo>
                  <a:pt x="49019" y="0"/>
                </a:moveTo>
                <a:lnTo>
                  <a:pt x="48824" y="1171"/>
                </a:lnTo>
                <a:lnTo>
                  <a:pt x="48629" y="2064"/>
                </a:lnTo>
                <a:lnTo>
                  <a:pt x="48378" y="3151"/>
                </a:lnTo>
                <a:lnTo>
                  <a:pt x="48071" y="4434"/>
                </a:lnTo>
                <a:lnTo>
                  <a:pt x="47709" y="5884"/>
                </a:lnTo>
                <a:lnTo>
                  <a:pt x="47263" y="7501"/>
                </a:lnTo>
                <a:lnTo>
                  <a:pt x="46733" y="9230"/>
                </a:lnTo>
                <a:lnTo>
                  <a:pt x="46119" y="11070"/>
                </a:lnTo>
                <a:lnTo>
                  <a:pt x="45422" y="13050"/>
                </a:lnTo>
                <a:lnTo>
                  <a:pt x="44641" y="15085"/>
                </a:lnTo>
                <a:lnTo>
                  <a:pt x="43777" y="17177"/>
                </a:lnTo>
                <a:lnTo>
                  <a:pt x="43303" y="18264"/>
                </a:lnTo>
                <a:lnTo>
                  <a:pt x="42801" y="19351"/>
                </a:lnTo>
                <a:lnTo>
                  <a:pt x="42271" y="20439"/>
                </a:lnTo>
                <a:lnTo>
                  <a:pt x="41742" y="21554"/>
                </a:lnTo>
                <a:lnTo>
                  <a:pt x="41156" y="22670"/>
                </a:lnTo>
                <a:lnTo>
                  <a:pt x="40543" y="23785"/>
                </a:lnTo>
                <a:lnTo>
                  <a:pt x="39929" y="24900"/>
                </a:lnTo>
                <a:lnTo>
                  <a:pt x="39260" y="25988"/>
                </a:lnTo>
                <a:lnTo>
                  <a:pt x="38563" y="27103"/>
                </a:lnTo>
                <a:lnTo>
                  <a:pt x="37838" y="28218"/>
                </a:lnTo>
                <a:lnTo>
                  <a:pt x="37113" y="29306"/>
                </a:lnTo>
                <a:lnTo>
                  <a:pt x="36332" y="30421"/>
                </a:lnTo>
                <a:lnTo>
                  <a:pt x="35524" y="31481"/>
                </a:lnTo>
                <a:lnTo>
                  <a:pt x="34687" y="32568"/>
                </a:lnTo>
                <a:lnTo>
                  <a:pt x="33795" y="33600"/>
                </a:lnTo>
                <a:lnTo>
                  <a:pt x="32903" y="34659"/>
                </a:lnTo>
                <a:lnTo>
                  <a:pt x="31954" y="35663"/>
                </a:lnTo>
                <a:lnTo>
                  <a:pt x="30979" y="36667"/>
                </a:lnTo>
                <a:lnTo>
                  <a:pt x="29975" y="37643"/>
                </a:lnTo>
                <a:lnTo>
                  <a:pt x="28943" y="38591"/>
                </a:lnTo>
                <a:lnTo>
                  <a:pt x="27856" y="39511"/>
                </a:lnTo>
                <a:lnTo>
                  <a:pt x="26740" y="40403"/>
                </a:lnTo>
                <a:lnTo>
                  <a:pt x="25597" y="41268"/>
                </a:lnTo>
                <a:lnTo>
                  <a:pt x="24426" y="42104"/>
                </a:lnTo>
                <a:lnTo>
                  <a:pt x="23199" y="42885"/>
                </a:lnTo>
                <a:lnTo>
                  <a:pt x="21944" y="43638"/>
                </a:lnTo>
                <a:lnTo>
                  <a:pt x="20634" y="44363"/>
                </a:lnTo>
                <a:lnTo>
                  <a:pt x="19295" y="45060"/>
                </a:lnTo>
                <a:lnTo>
                  <a:pt x="17929" y="45673"/>
                </a:lnTo>
                <a:lnTo>
                  <a:pt x="16507" y="46287"/>
                </a:lnTo>
                <a:lnTo>
                  <a:pt x="15057" y="46816"/>
                </a:lnTo>
                <a:lnTo>
                  <a:pt x="13551" y="47318"/>
                </a:lnTo>
                <a:lnTo>
                  <a:pt x="12018" y="47765"/>
                </a:lnTo>
                <a:lnTo>
                  <a:pt x="10428" y="48155"/>
                </a:lnTo>
                <a:lnTo>
                  <a:pt x="8811" y="48489"/>
                </a:lnTo>
                <a:lnTo>
                  <a:pt x="7138" y="48768"/>
                </a:lnTo>
                <a:lnTo>
                  <a:pt x="5409" y="48991"/>
                </a:lnTo>
                <a:lnTo>
                  <a:pt x="3653" y="49159"/>
                </a:lnTo>
                <a:lnTo>
                  <a:pt x="1868" y="49242"/>
                </a:lnTo>
                <a:lnTo>
                  <a:pt x="948" y="49270"/>
                </a:lnTo>
                <a:lnTo>
                  <a:pt x="0" y="49298"/>
                </a:lnTo>
                <a:lnTo>
                  <a:pt x="474" y="49438"/>
                </a:lnTo>
                <a:lnTo>
                  <a:pt x="1840" y="49856"/>
                </a:lnTo>
                <a:lnTo>
                  <a:pt x="3959" y="50581"/>
                </a:lnTo>
                <a:lnTo>
                  <a:pt x="5270" y="51055"/>
                </a:lnTo>
                <a:lnTo>
                  <a:pt x="6720" y="51585"/>
                </a:lnTo>
                <a:lnTo>
                  <a:pt x="8309" y="52226"/>
                </a:lnTo>
                <a:lnTo>
                  <a:pt x="10010" y="52951"/>
                </a:lnTo>
                <a:lnTo>
                  <a:pt x="11823" y="53732"/>
                </a:lnTo>
                <a:lnTo>
                  <a:pt x="13719" y="54624"/>
                </a:lnTo>
                <a:lnTo>
                  <a:pt x="15698" y="55600"/>
                </a:lnTo>
                <a:lnTo>
                  <a:pt x="17762" y="56631"/>
                </a:lnTo>
                <a:lnTo>
                  <a:pt x="19853" y="57775"/>
                </a:lnTo>
                <a:lnTo>
                  <a:pt x="21972" y="59001"/>
                </a:lnTo>
                <a:lnTo>
                  <a:pt x="23032" y="59671"/>
                </a:lnTo>
                <a:lnTo>
                  <a:pt x="24119" y="60340"/>
                </a:lnTo>
                <a:lnTo>
                  <a:pt x="25179" y="61037"/>
                </a:lnTo>
                <a:lnTo>
                  <a:pt x="26266" y="61762"/>
                </a:lnTo>
                <a:lnTo>
                  <a:pt x="27354" y="62487"/>
                </a:lnTo>
                <a:lnTo>
                  <a:pt x="28413" y="63268"/>
                </a:lnTo>
                <a:lnTo>
                  <a:pt x="29473" y="64048"/>
                </a:lnTo>
                <a:lnTo>
                  <a:pt x="30532" y="64857"/>
                </a:lnTo>
                <a:lnTo>
                  <a:pt x="31592" y="65693"/>
                </a:lnTo>
                <a:lnTo>
                  <a:pt x="32624" y="66558"/>
                </a:lnTo>
                <a:lnTo>
                  <a:pt x="33627" y="67450"/>
                </a:lnTo>
                <a:lnTo>
                  <a:pt x="34659" y="68370"/>
                </a:lnTo>
                <a:lnTo>
                  <a:pt x="35635" y="69290"/>
                </a:lnTo>
                <a:lnTo>
                  <a:pt x="36611" y="70266"/>
                </a:lnTo>
                <a:lnTo>
                  <a:pt x="37559" y="71242"/>
                </a:lnTo>
                <a:lnTo>
                  <a:pt x="38507" y="72274"/>
                </a:lnTo>
                <a:lnTo>
                  <a:pt x="39399" y="73306"/>
                </a:lnTo>
                <a:lnTo>
                  <a:pt x="40292" y="74365"/>
                </a:lnTo>
                <a:lnTo>
                  <a:pt x="41156" y="75453"/>
                </a:lnTo>
                <a:lnTo>
                  <a:pt x="41993" y="76568"/>
                </a:lnTo>
                <a:lnTo>
                  <a:pt x="42773" y="77711"/>
                </a:lnTo>
                <a:lnTo>
                  <a:pt x="43554" y="78882"/>
                </a:lnTo>
                <a:lnTo>
                  <a:pt x="44279" y="80081"/>
                </a:lnTo>
                <a:lnTo>
                  <a:pt x="44976" y="81308"/>
                </a:lnTo>
                <a:lnTo>
                  <a:pt x="45617" y="82563"/>
                </a:lnTo>
                <a:lnTo>
                  <a:pt x="46259" y="83846"/>
                </a:lnTo>
                <a:lnTo>
                  <a:pt x="46816" y="85156"/>
                </a:lnTo>
                <a:lnTo>
                  <a:pt x="47374" y="86494"/>
                </a:lnTo>
                <a:lnTo>
                  <a:pt x="47848" y="87833"/>
                </a:lnTo>
                <a:lnTo>
                  <a:pt x="48294" y="89227"/>
                </a:lnTo>
                <a:lnTo>
                  <a:pt x="48685" y="90649"/>
                </a:lnTo>
                <a:lnTo>
                  <a:pt x="49019" y="92099"/>
                </a:lnTo>
                <a:lnTo>
                  <a:pt x="49382" y="90649"/>
                </a:lnTo>
                <a:lnTo>
                  <a:pt x="49772" y="89227"/>
                </a:lnTo>
                <a:lnTo>
                  <a:pt x="50218" y="87833"/>
                </a:lnTo>
                <a:lnTo>
                  <a:pt x="50692" y="86494"/>
                </a:lnTo>
                <a:lnTo>
                  <a:pt x="51250" y="85156"/>
                </a:lnTo>
                <a:lnTo>
                  <a:pt x="51808" y="83846"/>
                </a:lnTo>
                <a:lnTo>
                  <a:pt x="52421" y="82563"/>
                </a:lnTo>
                <a:lnTo>
                  <a:pt x="53090" y="81308"/>
                </a:lnTo>
                <a:lnTo>
                  <a:pt x="53787" y="80081"/>
                </a:lnTo>
                <a:lnTo>
                  <a:pt x="54512" y="78882"/>
                </a:lnTo>
                <a:lnTo>
                  <a:pt x="55293" y="77711"/>
                </a:lnTo>
                <a:lnTo>
                  <a:pt x="56074" y="76568"/>
                </a:lnTo>
                <a:lnTo>
                  <a:pt x="56910" y="75453"/>
                </a:lnTo>
                <a:lnTo>
                  <a:pt x="57775" y="74365"/>
                </a:lnTo>
                <a:lnTo>
                  <a:pt x="58639" y="73306"/>
                </a:lnTo>
                <a:lnTo>
                  <a:pt x="59559" y="72274"/>
                </a:lnTo>
                <a:lnTo>
                  <a:pt x="60479" y="71242"/>
                </a:lnTo>
                <a:lnTo>
                  <a:pt x="61455" y="70266"/>
                </a:lnTo>
                <a:lnTo>
                  <a:pt x="62431" y="69290"/>
                </a:lnTo>
                <a:lnTo>
                  <a:pt x="63407" y="68370"/>
                </a:lnTo>
                <a:lnTo>
                  <a:pt x="64411" y="67450"/>
                </a:lnTo>
                <a:lnTo>
                  <a:pt x="65443" y="66558"/>
                </a:lnTo>
                <a:lnTo>
                  <a:pt x="66474" y="65693"/>
                </a:lnTo>
                <a:lnTo>
                  <a:pt x="67534" y="64857"/>
                </a:lnTo>
                <a:lnTo>
                  <a:pt x="68593" y="64048"/>
                </a:lnTo>
                <a:lnTo>
                  <a:pt x="69653" y="63268"/>
                </a:lnTo>
                <a:lnTo>
                  <a:pt x="70713" y="62487"/>
                </a:lnTo>
                <a:lnTo>
                  <a:pt x="71800" y="61762"/>
                </a:lnTo>
                <a:lnTo>
                  <a:pt x="72860" y="61037"/>
                </a:lnTo>
                <a:lnTo>
                  <a:pt x="73947" y="60340"/>
                </a:lnTo>
                <a:lnTo>
                  <a:pt x="75034" y="59671"/>
                </a:lnTo>
                <a:lnTo>
                  <a:pt x="76094" y="59001"/>
                </a:lnTo>
                <a:lnTo>
                  <a:pt x="78213" y="57775"/>
                </a:lnTo>
                <a:lnTo>
                  <a:pt x="80304" y="56631"/>
                </a:lnTo>
                <a:lnTo>
                  <a:pt x="82368" y="55600"/>
                </a:lnTo>
                <a:lnTo>
                  <a:pt x="84348" y="54624"/>
                </a:lnTo>
                <a:lnTo>
                  <a:pt x="86244" y="53732"/>
                </a:lnTo>
                <a:lnTo>
                  <a:pt x="88056" y="52951"/>
                </a:lnTo>
                <a:lnTo>
                  <a:pt x="89757" y="52226"/>
                </a:lnTo>
                <a:lnTo>
                  <a:pt x="91346" y="51585"/>
                </a:lnTo>
                <a:lnTo>
                  <a:pt x="92796" y="51055"/>
                </a:lnTo>
                <a:lnTo>
                  <a:pt x="94107" y="50581"/>
                </a:lnTo>
                <a:lnTo>
                  <a:pt x="96226" y="49856"/>
                </a:lnTo>
                <a:lnTo>
                  <a:pt x="97592" y="49438"/>
                </a:lnTo>
                <a:lnTo>
                  <a:pt x="98066" y="49298"/>
                </a:lnTo>
                <a:lnTo>
                  <a:pt x="97118" y="49270"/>
                </a:lnTo>
                <a:lnTo>
                  <a:pt x="96198" y="49242"/>
                </a:lnTo>
                <a:lnTo>
                  <a:pt x="94413" y="49159"/>
                </a:lnTo>
                <a:lnTo>
                  <a:pt x="92657" y="48991"/>
                </a:lnTo>
                <a:lnTo>
                  <a:pt x="90928" y="48768"/>
                </a:lnTo>
                <a:lnTo>
                  <a:pt x="89255" y="48489"/>
                </a:lnTo>
                <a:lnTo>
                  <a:pt x="87638" y="48155"/>
                </a:lnTo>
                <a:lnTo>
                  <a:pt x="86048" y="47765"/>
                </a:lnTo>
                <a:lnTo>
                  <a:pt x="84515" y="47318"/>
                </a:lnTo>
                <a:lnTo>
                  <a:pt x="83009" y="46816"/>
                </a:lnTo>
                <a:lnTo>
                  <a:pt x="81559" y="46287"/>
                </a:lnTo>
                <a:lnTo>
                  <a:pt x="80137" y="45673"/>
                </a:lnTo>
                <a:lnTo>
                  <a:pt x="78771" y="45060"/>
                </a:lnTo>
                <a:lnTo>
                  <a:pt x="77432" y="44363"/>
                </a:lnTo>
                <a:lnTo>
                  <a:pt x="76122" y="43638"/>
                </a:lnTo>
                <a:lnTo>
                  <a:pt x="74867" y="42885"/>
                </a:lnTo>
                <a:lnTo>
                  <a:pt x="73640" y="42104"/>
                </a:lnTo>
                <a:lnTo>
                  <a:pt x="72469" y="41268"/>
                </a:lnTo>
                <a:lnTo>
                  <a:pt x="71298" y="40403"/>
                </a:lnTo>
                <a:lnTo>
                  <a:pt x="70211" y="39511"/>
                </a:lnTo>
                <a:lnTo>
                  <a:pt x="69123" y="38591"/>
                </a:lnTo>
                <a:lnTo>
                  <a:pt x="68091" y="37643"/>
                </a:lnTo>
                <a:lnTo>
                  <a:pt x="67088" y="36667"/>
                </a:lnTo>
                <a:lnTo>
                  <a:pt x="66112" y="35663"/>
                </a:lnTo>
                <a:lnTo>
                  <a:pt x="65164" y="34659"/>
                </a:lnTo>
                <a:lnTo>
                  <a:pt x="64271" y="33600"/>
                </a:lnTo>
                <a:lnTo>
                  <a:pt x="63379" y="32568"/>
                </a:lnTo>
                <a:lnTo>
                  <a:pt x="62543" y="31481"/>
                </a:lnTo>
                <a:lnTo>
                  <a:pt x="61734" y="30421"/>
                </a:lnTo>
                <a:lnTo>
                  <a:pt x="60953" y="29306"/>
                </a:lnTo>
                <a:lnTo>
                  <a:pt x="60200" y="28218"/>
                </a:lnTo>
                <a:lnTo>
                  <a:pt x="59503" y="27103"/>
                </a:lnTo>
                <a:lnTo>
                  <a:pt x="58806" y="25988"/>
                </a:lnTo>
                <a:lnTo>
                  <a:pt x="58137" y="24900"/>
                </a:lnTo>
                <a:lnTo>
                  <a:pt x="57524" y="23785"/>
                </a:lnTo>
                <a:lnTo>
                  <a:pt x="56910" y="22670"/>
                </a:lnTo>
                <a:lnTo>
                  <a:pt x="56325" y="21554"/>
                </a:lnTo>
                <a:lnTo>
                  <a:pt x="55795" y="20439"/>
                </a:lnTo>
                <a:lnTo>
                  <a:pt x="55265" y="19351"/>
                </a:lnTo>
                <a:lnTo>
                  <a:pt x="54763" y="18264"/>
                </a:lnTo>
                <a:lnTo>
                  <a:pt x="54289" y="17177"/>
                </a:lnTo>
                <a:lnTo>
                  <a:pt x="53425" y="15085"/>
                </a:lnTo>
                <a:lnTo>
                  <a:pt x="52644" y="13050"/>
                </a:lnTo>
                <a:lnTo>
                  <a:pt x="51947" y="11070"/>
                </a:lnTo>
                <a:lnTo>
                  <a:pt x="51334" y="9230"/>
                </a:lnTo>
                <a:lnTo>
                  <a:pt x="50804" y="7501"/>
                </a:lnTo>
                <a:lnTo>
                  <a:pt x="50358" y="5884"/>
                </a:lnTo>
                <a:lnTo>
                  <a:pt x="49995" y="4434"/>
                </a:lnTo>
                <a:lnTo>
                  <a:pt x="49688" y="3151"/>
                </a:lnTo>
                <a:lnTo>
                  <a:pt x="49437" y="2064"/>
                </a:lnTo>
                <a:lnTo>
                  <a:pt x="49242" y="1171"/>
                </a:lnTo>
                <a:lnTo>
                  <a:pt x="49019" y="0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68" name="Google Shape;2268;p28"/>
          <p:cNvSpPr/>
          <p:nvPr/>
        </p:nvSpPr>
        <p:spPr>
          <a:xfrm>
            <a:off x="8598938" y="567297"/>
            <a:ext cx="457237" cy="429412"/>
          </a:xfrm>
          <a:custGeom>
            <a:rect b="b" l="l" r="r" t="t"/>
            <a:pathLst>
              <a:path extrusionOk="0" h="92099" w="98067">
                <a:moveTo>
                  <a:pt x="49019" y="0"/>
                </a:moveTo>
                <a:lnTo>
                  <a:pt x="48824" y="1171"/>
                </a:lnTo>
                <a:lnTo>
                  <a:pt x="48629" y="2064"/>
                </a:lnTo>
                <a:lnTo>
                  <a:pt x="48378" y="3151"/>
                </a:lnTo>
                <a:lnTo>
                  <a:pt x="48071" y="4434"/>
                </a:lnTo>
                <a:lnTo>
                  <a:pt x="47709" y="5884"/>
                </a:lnTo>
                <a:lnTo>
                  <a:pt x="47263" y="7501"/>
                </a:lnTo>
                <a:lnTo>
                  <a:pt x="46733" y="9230"/>
                </a:lnTo>
                <a:lnTo>
                  <a:pt x="46119" y="11070"/>
                </a:lnTo>
                <a:lnTo>
                  <a:pt x="45422" y="13050"/>
                </a:lnTo>
                <a:lnTo>
                  <a:pt x="44641" y="15085"/>
                </a:lnTo>
                <a:lnTo>
                  <a:pt x="43777" y="17177"/>
                </a:lnTo>
                <a:lnTo>
                  <a:pt x="43303" y="18264"/>
                </a:lnTo>
                <a:lnTo>
                  <a:pt x="42801" y="19351"/>
                </a:lnTo>
                <a:lnTo>
                  <a:pt x="42271" y="20439"/>
                </a:lnTo>
                <a:lnTo>
                  <a:pt x="41742" y="21554"/>
                </a:lnTo>
                <a:lnTo>
                  <a:pt x="41156" y="22670"/>
                </a:lnTo>
                <a:lnTo>
                  <a:pt x="40543" y="23785"/>
                </a:lnTo>
                <a:lnTo>
                  <a:pt x="39929" y="24900"/>
                </a:lnTo>
                <a:lnTo>
                  <a:pt x="39260" y="25988"/>
                </a:lnTo>
                <a:lnTo>
                  <a:pt x="38563" y="27103"/>
                </a:lnTo>
                <a:lnTo>
                  <a:pt x="37838" y="28218"/>
                </a:lnTo>
                <a:lnTo>
                  <a:pt x="37113" y="29306"/>
                </a:lnTo>
                <a:lnTo>
                  <a:pt x="36332" y="30421"/>
                </a:lnTo>
                <a:lnTo>
                  <a:pt x="35524" y="31481"/>
                </a:lnTo>
                <a:lnTo>
                  <a:pt x="34687" y="32568"/>
                </a:lnTo>
                <a:lnTo>
                  <a:pt x="33795" y="33600"/>
                </a:lnTo>
                <a:lnTo>
                  <a:pt x="32903" y="34659"/>
                </a:lnTo>
                <a:lnTo>
                  <a:pt x="31954" y="35663"/>
                </a:lnTo>
                <a:lnTo>
                  <a:pt x="30979" y="36667"/>
                </a:lnTo>
                <a:lnTo>
                  <a:pt x="29975" y="37643"/>
                </a:lnTo>
                <a:lnTo>
                  <a:pt x="28943" y="38591"/>
                </a:lnTo>
                <a:lnTo>
                  <a:pt x="27856" y="39511"/>
                </a:lnTo>
                <a:lnTo>
                  <a:pt x="26740" y="40403"/>
                </a:lnTo>
                <a:lnTo>
                  <a:pt x="25597" y="41268"/>
                </a:lnTo>
                <a:lnTo>
                  <a:pt x="24426" y="42104"/>
                </a:lnTo>
                <a:lnTo>
                  <a:pt x="23199" y="42885"/>
                </a:lnTo>
                <a:lnTo>
                  <a:pt x="21944" y="43638"/>
                </a:lnTo>
                <a:lnTo>
                  <a:pt x="20634" y="44363"/>
                </a:lnTo>
                <a:lnTo>
                  <a:pt x="19295" y="45060"/>
                </a:lnTo>
                <a:lnTo>
                  <a:pt x="17929" y="45673"/>
                </a:lnTo>
                <a:lnTo>
                  <a:pt x="16507" y="46287"/>
                </a:lnTo>
                <a:lnTo>
                  <a:pt x="15057" y="46816"/>
                </a:lnTo>
                <a:lnTo>
                  <a:pt x="13551" y="47318"/>
                </a:lnTo>
                <a:lnTo>
                  <a:pt x="12018" y="47765"/>
                </a:lnTo>
                <a:lnTo>
                  <a:pt x="10428" y="48155"/>
                </a:lnTo>
                <a:lnTo>
                  <a:pt x="8811" y="48489"/>
                </a:lnTo>
                <a:lnTo>
                  <a:pt x="7138" y="48768"/>
                </a:lnTo>
                <a:lnTo>
                  <a:pt x="5409" y="48991"/>
                </a:lnTo>
                <a:lnTo>
                  <a:pt x="3653" y="49159"/>
                </a:lnTo>
                <a:lnTo>
                  <a:pt x="1868" y="49242"/>
                </a:lnTo>
                <a:lnTo>
                  <a:pt x="948" y="49270"/>
                </a:lnTo>
                <a:lnTo>
                  <a:pt x="0" y="49298"/>
                </a:lnTo>
                <a:lnTo>
                  <a:pt x="474" y="49438"/>
                </a:lnTo>
                <a:lnTo>
                  <a:pt x="1840" y="49856"/>
                </a:lnTo>
                <a:lnTo>
                  <a:pt x="3959" y="50581"/>
                </a:lnTo>
                <a:lnTo>
                  <a:pt x="5270" y="51055"/>
                </a:lnTo>
                <a:lnTo>
                  <a:pt x="6720" y="51585"/>
                </a:lnTo>
                <a:lnTo>
                  <a:pt x="8309" y="52226"/>
                </a:lnTo>
                <a:lnTo>
                  <a:pt x="10010" y="52951"/>
                </a:lnTo>
                <a:lnTo>
                  <a:pt x="11823" y="53732"/>
                </a:lnTo>
                <a:lnTo>
                  <a:pt x="13719" y="54624"/>
                </a:lnTo>
                <a:lnTo>
                  <a:pt x="15698" y="55600"/>
                </a:lnTo>
                <a:lnTo>
                  <a:pt x="17762" y="56631"/>
                </a:lnTo>
                <a:lnTo>
                  <a:pt x="19853" y="57775"/>
                </a:lnTo>
                <a:lnTo>
                  <a:pt x="21972" y="59001"/>
                </a:lnTo>
                <a:lnTo>
                  <a:pt x="23032" y="59671"/>
                </a:lnTo>
                <a:lnTo>
                  <a:pt x="24119" y="60340"/>
                </a:lnTo>
                <a:lnTo>
                  <a:pt x="25179" y="61037"/>
                </a:lnTo>
                <a:lnTo>
                  <a:pt x="26266" y="61762"/>
                </a:lnTo>
                <a:lnTo>
                  <a:pt x="27354" y="62487"/>
                </a:lnTo>
                <a:lnTo>
                  <a:pt x="28413" y="63268"/>
                </a:lnTo>
                <a:lnTo>
                  <a:pt x="29473" y="64048"/>
                </a:lnTo>
                <a:lnTo>
                  <a:pt x="30532" y="64857"/>
                </a:lnTo>
                <a:lnTo>
                  <a:pt x="31592" y="65693"/>
                </a:lnTo>
                <a:lnTo>
                  <a:pt x="32624" y="66558"/>
                </a:lnTo>
                <a:lnTo>
                  <a:pt x="33627" y="67450"/>
                </a:lnTo>
                <a:lnTo>
                  <a:pt x="34659" y="68370"/>
                </a:lnTo>
                <a:lnTo>
                  <a:pt x="35635" y="69290"/>
                </a:lnTo>
                <a:lnTo>
                  <a:pt x="36611" y="70266"/>
                </a:lnTo>
                <a:lnTo>
                  <a:pt x="37559" y="71242"/>
                </a:lnTo>
                <a:lnTo>
                  <a:pt x="38507" y="72274"/>
                </a:lnTo>
                <a:lnTo>
                  <a:pt x="39399" y="73306"/>
                </a:lnTo>
                <a:lnTo>
                  <a:pt x="40292" y="74365"/>
                </a:lnTo>
                <a:lnTo>
                  <a:pt x="41156" y="75453"/>
                </a:lnTo>
                <a:lnTo>
                  <a:pt x="41993" y="76568"/>
                </a:lnTo>
                <a:lnTo>
                  <a:pt x="42773" y="77711"/>
                </a:lnTo>
                <a:lnTo>
                  <a:pt x="43554" y="78882"/>
                </a:lnTo>
                <a:lnTo>
                  <a:pt x="44279" y="80081"/>
                </a:lnTo>
                <a:lnTo>
                  <a:pt x="44976" y="81308"/>
                </a:lnTo>
                <a:lnTo>
                  <a:pt x="45617" y="82563"/>
                </a:lnTo>
                <a:lnTo>
                  <a:pt x="46259" y="83846"/>
                </a:lnTo>
                <a:lnTo>
                  <a:pt x="46816" y="85156"/>
                </a:lnTo>
                <a:lnTo>
                  <a:pt x="47374" y="86494"/>
                </a:lnTo>
                <a:lnTo>
                  <a:pt x="47848" y="87833"/>
                </a:lnTo>
                <a:lnTo>
                  <a:pt x="48294" y="89227"/>
                </a:lnTo>
                <a:lnTo>
                  <a:pt x="48685" y="90649"/>
                </a:lnTo>
                <a:lnTo>
                  <a:pt x="49019" y="92099"/>
                </a:lnTo>
                <a:lnTo>
                  <a:pt x="49382" y="90649"/>
                </a:lnTo>
                <a:lnTo>
                  <a:pt x="49772" y="89227"/>
                </a:lnTo>
                <a:lnTo>
                  <a:pt x="50218" y="87833"/>
                </a:lnTo>
                <a:lnTo>
                  <a:pt x="50692" y="86494"/>
                </a:lnTo>
                <a:lnTo>
                  <a:pt x="51250" y="85156"/>
                </a:lnTo>
                <a:lnTo>
                  <a:pt x="51808" y="83846"/>
                </a:lnTo>
                <a:lnTo>
                  <a:pt x="52421" y="82563"/>
                </a:lnTo>
                <a:lnTo>
                  <a:pt x="53090" y="81308"/>
                </a:lnTo>
                <a:lnTo>
                  <a:pt x="53787" y="80081"/>
                </a:lnTo>
                <a:lnTo>
                  <a:pt x="54512" y="78882"/>
                </a:lnTo>
                <a:lnTo>
                  <a:pt x="55293" y="77711"/>
                </a:lnTo>
                <a:lnTo>
                  <a:pt x="56074" y="76568"/>
                </a:lnTo>
                <a:lnTo>
                  <a:pt x="56910" y="75453"/>
                </a:lnTo>
                <a:lnTo>
                  <a:pt x="57775" y="74365"/>
                </a:lnTo>
                <a:lnTo>
                  <a:pt x="58639" y="73306"/>
                </a:lnTo>
                <a:lnTo>
                  <a:pt x="59559" y="72274"/>
                </a:lnTo>
                <a:lnTo>
                  <a:pt x="60479" y="71242"/>
                </a:lnTo>
                <a:lnTo>
                  <a:pt x="61455" y="70266"/>
                </a:lnTo>
                <a:lnTo>
                  <a:pt x="62431" y="69290"/>
                </a:lnTo>
                <a:lnTo>
                  <a:pt x="63407" y="68370"/>
                </a:lnTo>
                <a:lnTo>
                  <a:pt x="64411" y="67450"/>
                </a:lnTo>
                <a:lnTo>
                  <a:pt x="65443" y="66558"/>
                </a:lnTo>
                <a:lnTo>
                  <a:pt x="66474" y="65693"/>
                </a:lnTo>
                <a:lnTo>
                  <a:pt x="67534" y="64857"/>
                </a:lnTo>
                <a:lnTo>
                  <a:pt x="68593" y="64048"/>
                </a:lnTo>
                <a:lnTo>
                  <a:pt x="69653" y="63268"/>
                </a:lnTo>
                <a:lnTo>
                  <a:pt x="70713" y="62487"/>
                </a:lnTo>
                <a:lnTo>
                  <a:pt x="71800" y="61762"/>
                </a:lnTo>
                <a:lnTo>
                  <a:pt x="72860" y="61037"/>
                </a:lnTo>
                <a:lnTo>
                  <a:pt x="73947" y="60340"/>
                </a:lnTo>
                <a:lnTo>
                  <a:pt x="75034" y="59671"/>
                </a:lnTo>
                <a:lnTo>
                  <a:pt x="76094" y="59001"/>
                </a:lnTo>
                <a:lnTo>
                  <a:pt x="78213" y="57775"/>
                </a:lnTo>
                <a:lnTo>
                  <a:pt x="80304" y="56631"/>
                </a:lnTo>
                <a:lnTo>
                  <a:pt x="82368" y="55600"/>
                </a:lnTo>
                <a:lnTo>
                  <a:pt x="84348" y="54624"/>
                </a:lnTo>
                <a:lnTo>
                  <a:pt x="86244" y="53732"/>
                </a:lnTo>
                <a:lnTo>
                  <a:pt x="88056" y="52951"/>
                </a:lnTo>
                <a:lnTo>
                  <a:pt x="89757" y="52226"/>
                </a:lnTo>
                <a:lnTo>
                  <a:pt x="91346" y="51585"/>
                </a:lnTo>
                <a:lnTo>
                  <a:pt x="92796" y="51055"/>
                </a:lnTo>
                <a:lnTo>
                  <a:pt x="94107" y="50581"/>
                </a:lnTo>
                <a:lnTo>
                  <a:pt x="96226" y="49856"/>
                </a:lnTo>
                <a:lnTo>
                  <a:pt x="97592" y="49438"/>
                </a:lnTo>
                <a:lnTo>
                  <a:pt x="98066" y="49298"/>
                </a:lnTo>
                <a:lnTo>
                  <a:pt x="97118" y="49270"/>
                </a:lnTo>
                <a:lnTo>
                  <a:pt x="96198" y="49242"/>
                </a:lnTo>
                <a:lnTo>
                  <a:pt x="94413" y="49159"/>
                </a:lnTo>
                <a:lnTo>
                  <a:pt x="92657" y="48991"/>
                </a:lnTo>
                <a:lnTo>
                  <a:pt x="90928" y="48768"/>
                </a:lnTo>
                <a:lnTo>
                  <a:pt x="89255" y="48489"/>
                </a:lnTo>
                <a:lnTo>
                  <a:pt x="87638" y="48155"/>
                </a:lnTo>
                <a:lnTo>
                  <a:pt x="86048" y="47765"/>
                </a:lnTo>
                <a:lnTo>
                  <a:pt x="84515" y="47318"/>
                </a:lnTo>
                <a:lnTo>
                  <a:pt x="83009" y="46816"/>
                </a:lnTo>
                <a:lnTo>
                  <a:pt x="81559" y="46287"/>
                </a:lnTo>
                <a:lnTo>
                  <a:pt x="80137" y="45673"/>
                </a:lnTo>
                <a:lnTo>
                  <a:pt x="78771" y="45060"/>
                </a:lnTo>
                <a:lnTo>
                  <a:pt x="77432" y="44363"/>
                </a:lnTo>
                <a:lnTo>
                  <a:pt x="76122" y="43638"/>
                </a:lnTo>
                <a:lnTo>
                  <a:pt x="74867" y="42885"/>
                </a:lnTo>
                <a:lnTo>
                  <a:pt x="73640" y="42104"/>
                </a:lnTo>
                <a:lnTo>
                  <a:pt x="72469" y="41268"/>
                </a:lnTo>
                <a:lnTo>
                  <a:pt x="71298" y="40403"/>
                </a:lnTo>
                <a:lnTo>
                  <a:pt x="70211" y="39511"/>
                </a:lnTo>
                <a:lnTo>
                  <a:pt x="69123" y="38591"/>
                </a:lnTo>
                <a:lnTo>
                  <a:pt x="68091" y="37643"/>
                </a:lnTo>
                <a:lnTo>
                  <a:pt x="67088" y="36667"/>
                </a:lnTo>
                <a:lnTo>
                  <a:pt x="66112" y="35663"/>
                </a:lnTo>
                <a:lnTo>
                  <a:pt x="65164" y="34659"/>
                </a:lnTo>
                <a:lnTo>
                  <a:pt x="64271" y="33600"/>
                </a:lnTo>
                <a:lnTo>
                  <a:pt x="63379" y="32568"/>
                </a:lnTo>
                <a:lnTo>
                  <a:pt x="62543" y="31481"/>
                </a:lnTo>
                <a:lnTo>
                  <a:pt x="61734" y="30421"/>
                </a:lnTo>
                <a:lnTo>
                  <a:pt x="60953" y="29306"/>
                </a:lnTo>
                <a:lnTo>
                  <a:pt x="60200" y="28218"/>
                </a:lnTo>
                <a:lnTo>
                  <a:pt x="59503" y="27103"/>
                </a:lnTo>
                <a:lnTo>
                  <a:pt x="58806" y="25988"/>
                </a:lnTo>
                <a:lnTo>
                  <a:pt x="58137" y="24900"/>
                </a:lnTo>
                <a:lnTo>
                  <a:pt x="57524" y="23785"/>
                </a:lnTo>
                <a:lnTo>
                  <a:pt x="56910" y="22670"/>
                </a:lnTo>
                <a:lnTo>
                  <a:pt x="56325" y="21554"/>
                </a:lnTo>
                <a:lnTo>
                  <a:pt x="55795" y="20439"/>
                </a:lnTo>
                <a:lnTo>
                  <a:pt x="55265" y="19351"/>
                </a:lnTo>
                <a:lnTo>
                  <a:pt x="54763" y="18264"/>
                </a:lnTo>
                <a:lnTo>
                  <a:pt x="54289" y="17177"/>
                </a:lnTo>
                <a:lnTo>
                  <a:pt x="53425" y="15085"/>
                </a:lnTo>
                <a:lnTo>
                  <a:pt x="52644" y="13050"/>
                </a:lnTo>
                <a:lnTo>
                  <a:pt x="51947" y="11070"/>
                </a:lnTo>
                <a:lnTo>
                  <a:pt x="51334" y="9230"/>
                </a:lnTo>
                <a:lnTo>
                  <a:pt x="50804" y="7501"/>
                </a:lnTo>
                <a:lnTo>
                  <a:pt x="50358" y="5884"/>
                </a:lnTo>
                <a:lnTo>
                  <a:pt x="49995" y="4434"/>
                </a:lnTo>
                <a:lnTo>
                  <a:pt x="49688" y="3151"/>
                </a:lnTo>
                <a:lnTo>
                  <a:pt x="49437" y="2064"/>
                </a:lnTo>
                <a:lnTo>
                  <a:pt x="49242" y="1171"/>
                </a:lnTo>
                <a:lnTo>
                  <a:pt x="49019" y="0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69" name="Google Shape;2269;p28"/>
          <p:cNvSpPr/>
          <p:nvPr/>
        </p:nvSpPr>
        <p:spPr>
          <a:xfrm>
            <a:off x="84465" y="539495"/>
            <a:ext cx="754445" cy="377331"/>
          </a:xfrm>
          <a:custGeom>
            <a:rect b="b" l="l" r="r" t="t"/>
            <a:pathLst>
              <a:path extrusionOk="0" h="41798" w="83595">
                <a:moveTo>
                  <a:pt x="41797" y="0"/>
                </a:moveTo>
                <a:lnTo>
                  <a:pt x="40710" y="28"/>
                </a:lnTo>
                <a:lnTo>
                  <a:pt x="39650" y="56"/>
                </a:lnTo>
                <a:lnTo>
                  <a:pt x="38591" y="112"/>
                </a:lnTo>
                <a:lnTo>
                  <a:pt x="37531" y="223"/>
                </a:lnTo>
                <a:lnTo>
                  <a:pt x="36472" y="335"/>
                </a:lnTo>
                <a:lnTo>
                  <a:pt x="35440" y="474"/>
                </a:lnTo>
                <a:lnTo>
                  <a:pt x="34408" y="669"/>
                </a:lnTo>
                <a:lnTo>
                  <a:pt x="33377" y="864"/>
                </a:lnTo>
                <a:lnTo>
                  <a:pt x="32373" y="1060"/>
                </a:lnTo>
                <a:lnTo>
                  <a:pt x="31369" y="1311"/>
                </a:lnTo>
                <a:lnTo>
                  <a:pt x="30365" y="1589"/>
                </a:lnTo>
                <a:lnTo>
                  <a:pt x="29361" y="1868"/>
                </a:lnTo>
                <a:lnTo>
                  <a:pt x="28385" y="2203"/>
                </a:lnTo>
                <a:lnTo>
                  <a:pt x="27437" y="2537"/>
                </a:lnTo>
                <a:lnTo>
                  <a:pt x="26489" y="2900"/>
                </a:lnTo>
                <a:lnTo>
                  <a:pt x="25541" y="3290"/>
                </a:lnTo>
                <a:lnTo>
                  <a:pt x="24593" y="3708"/>
                </a:lnTo>
                <a:lnTo>
                  <a:pt x="23673" y="4127"/>
                </a:lnTo>
                <a:lnTo>
                  <a:pt x="22781" y="4573"/>
                </a:lnTo>
                <a:lnTo>
                  <a:pt x="21889" y="5047"/>
                </a:lnTo>
                <a:lnTo>
                  <a:pt x="20996" y="5549"/>
                </a:lnTo>
                <a:lnTo>
                  <a:pt x="20132" y="6051"/>
                </a:lnTo>
                <a:lnTo>
                  <a:pt x="19267" y="6580"/>
                </a:lnTo>
                <a:lnTo>
                  <a:pt x="18431" y="7138"/>
                </a:lnTo>
                <a:lnTo>
                  <a:pt x="17594" y="7724"/>
                </a:lnTo>
                <a:lnTo>
                  <a:pt x="16786" y="8309"/>
                </a:lnTo>
                <a:lnTo>
                  <a:pt x="16005" y="8923"/>
                </a:lnTo>
                <a:lnTo>
                  <a:pt x="15224" y="9536"/>
                </a:lnTo>
                <a:lnTo>
                  <a:pt x="14444" y="10205"/>
                </a:lnTo>
                <a:lnTo>
                  <a:pt x="13691" y="10847"/>
                </a:lnTo>
                <a:lnTo>
                  <a:pt x="12966" y="11544"/>
                </a:lnTo>
                <a:lnTo>
                  <a:pt x="12241" y="12241"/>
                </a:lnTo>
                <a:lnTo>
                  <a:pt x="11544" y="12966"/>
                </a:lnTo>
                <a:lnTo>
                  <a:pt x="10875" y="13691"/>
                </a:lnTo>
                <a:lnTo>
                  <a:pt x="10205" y="14444"/>
                </a:lnTo>
                <a:lnTo>
                  <a:pt x="9564" y="15224"/>
                </a:lnTo>
                <a:lnTo>
                  <a:pt x="8923" y="16005"/>
                </a:lnTo>
                <a:lnTo>
                  <a:pt x="8309" y="16786"/>
                </a:lnTo>
                <a:lnTo>
                  <a:pt x="7724" y="17594"/>
                </a:lnTo>
                <a:lnTo>
                  <a:pt x="7138" y="18431"/>
                </a:lnTo>
                <a:lnTo>
                  <a:pt x="6581" y="19267"/>
                </a:lnTo>
                <a:lnTo>
                  <a:pt x="6051" y="20132"/>
                </a:lnTo>
                <a:lnTo>
                  <a:pt x="5549" y="20996"/>
                </a:lnTo>
                <a:lnTo>
                  <a:pt x="5047" y="21888"/>
                </a:lnTo>
                <a:lnTo>
                  <a:pt x="4573" y="22781"/>
                </a:lnTo>
                <a:lnTo>
                  <a:pt x="4127" y="23673"/>
                </a:lnTo>
                <a:lnTo>
                  <a:pt x="3709" y="24593"/>
                </a:lnTo>
                <a:lnTo>
                  <a:pt x="3290" y="25541"/>
                </a:lnTo>
                <a:lnTo>
                  <a:pt x="2900" y="26461"/>
                </a:lnTo>
                <a:lnTo>
                  <a:pt x="2537" y="27437"/>
                </a:lnTo>
                <a:lnTo>
                  <a:pt x="2203" y="28385"/>
                </a:lnTo>
                <a:lnTo>
                  <a:pt x="1896" y="29361"/>
                </a:lnTo>
                <a:lnTo>
                  <a:pt x="1589" y="30365"/>
                </a:lnTo>
                <a:lnTo>
                  <a:pt x="1311" y="31341"/>
                </a:lnTo>
                <a:lnTo>
                  <a:pt x="1087" y="32345"/>
                </a:lnTo>
                <a:lnTo>
                  <a:pt x="864" y="33376"/>
                </a:lnTo>
                <a:lnTo>
                  <a:pt x="669" y="34408"/>
                </a:lnTo>
                <a:lnTo>
                  <a:pt x="502" y="35440"/>
                </a:lnTo>
                <a:lnTo>
                  <a:pt x="335" y="36471"/>
                </a:lnTo>
                <a:lnTo>
                  <a:pt x="223" y="37531"/>
                </a:lnTo>
                <a:lnTo>
                  <a:pt x="139" y="38591"/>
                </a:lnTo>
                <a:lnTo>
                  <a:pt x="56" y="39650"/>
                </a:lnTo>
                <a:lnTo>
                  <a:pt x="28" y="40710"/>
                </a:lnTo>
                <a:lnTo>
                  <a:pt x="0" y="41797"/>
                </a:lnTo>
                <a:lnTo>
                  <a:pt x="83595" y="41797"/>
                </a:lnTo>
                <a:lnTo>
                  <a:pt x="83595" y="40710"/>
                </a:lnTo>
                <a:lnTo>
                  <a:pt x="83539" y="39650"/>
                </a:lnTo>
                <a:lnTo>
                  <a:pt x="83483" y="38591"/>
                </a:lnTo>
                <a:lnTo>
                  <a:pt x="83372" y="37531"/>
                </a:lnTo>
                <a:lnTo>
                  <a:pt x="83260" y="36471"/>
                </a:lnTo>
                <a:lnTo>
                  <a:pt x="83121" y="35440"/>
                </a:lnTo>
                <a:lnTo>
                  <a:pt x="82953" y="34408"/>
                </a:lnTo>
                <a:lnTo>
                  <a:pt x="82758" y="33376"/>
                </a:lnTo>
                <a:lnTo>
                  <a:pt x="82535" y="32345"/>
                </a:lnTo>
                <a:lnTo>
                  <a:pt x="82284" y="31341"/>
                </a:lnTo>
                <a:lnTo>
                  <a:pt x="82005" y="30365"/>
                </a:lnTo>
                <a:lnTo>
                  <a:pt x="81727" y="29361"/>
                </a:lnTo>
                <a:lnTo>
                  <a:pt x="81392" y="28385"/>
                </a:lnTo>
                <a:lnTo>
                  <a:pt x="81057" y="27437"/>
                </a:lnTo>
                <a:lnTo>
                  <a:pt x="80695" y="26461"/>
                </a:lnTo>
                <a:lnTo>
                  <a:pt x="80304" y="25541"/>
                </a:lnTo>
                <a:lnTo>
                  <a:pt x="79914" y="24593"/>
                </a:lnTo>
                <a:lnTo>
                  <a:pt x="79468" y="23673"/>
                </a:lnTo>
                <a:lnTo>
                  <a:pt x="79022" y="22781"/>
                </a:lnTo>
                <a:lnTo>
                  <a:pt x="78548" y="21888"/>
                </a:lnTo>
                <a:lnTo>
                  <a:pt x="78046" y="20996"/>
                </a:lnTo>
                <a:lnTo>
                  <a:pt x="77544" y="20132"/>
                </a:lnTo>
                <a:lnTo>
                  <a:pt x="77014" y="19267"/>
                </a:lnTo>
                <a:lnTo>
                  <a:pt x="76457" y="18431"/>
                </a:lnTo>
                <a:lnTo>
                  <a:pt x="75899" y="17594"/>
                </a:lnTo>
                <a:lnTo>
                  <a:pt x="75285" y="16786"/>
                </a:lnTo>
                <a:lnTo>
                  <a:pt x="74672" y="16005"/>
                </a:lnTo>
                <a:lnTo>
                  <a:pt x="74059" y="15224"/>
                </a:lnTo>
                <a:lnTo>
                  <a:pt x="73417" y="14444"/>
                </a:lnTo>
                <a:lnTo>
                  <a:pt x="72748" y="13691"/>
                </a:lnTo>
                <a:lnTo>
                  <a:pt x="72051" y="12966"/>
                </a:lnTo>
                <a:lnTo>
                  <a:pt x="71354" y="12241"/>
                </a:lnTo>
                <a:lnTo>
                  <a:pt x="70629" y="11544"/>
                </a:lnTo>
                <a:lnTo>
                  <a:pt x="69904" y="10847"/>
                </a:lnTo>
                <a:lnTo>
                  <a:pt x="69151" y="10205"/>
                </a:lnTo>
                <a:lnTo>
                  <a:pt x="68398" y="9536"/>
                </a:lnTo>
                <a:lnTo>
                  <a:pt x="67617" y="8923"/>
                </a:lnTo>
                <a:lnTo>
                  <a:pt x="66809" y="8309"/>
                </a:lnTo>
                <a:lnTo>
                  <a:pt x="66000" y="7724"/>
                </a:lnTo>
                <a:lnTo>
                  <a:pt x="65164" y="7138"/>
                </a:lnTo>
                <a:lnTo>
                  <a:pt x="64327" y="6580"/>
                </a:lnTo>
                <a:lnTo>
                  <a:pt x="63463" y="6051"/>
                </a:lnTo>
                <a:lnTo>
                  <a:pt x="62598" y="5549"/>
                </a:lnTo>
                <a:lnTo>
                  <a:pt x="61734" y="5047"/>
                </a:lnTo>
                <a:lnTo>
                  <a:pt x="60842" y="4573"/>
                </a:lnTo>
                <a:lnTo>
                  <a:pt x="59922" y="4127"/>
                </a:lnTo>
                <a:lnTo>
                  <a:pt x="59001" y="3708"/>
                </a:lnTo>
                <a:lnTo>
                  <a:pt x="58081" y="3290"/>
                </a:lnTo>
                <a:lnTo>
                  <a:pt x="57133" y="2900"/>
                </a:lnTo>
                <a:lnTo>
                  <a:pt x="56185" y="2537"/>
                </a:lnTo>
                <a:lnTo>
                  <a:pt x="55209" y="2203"/>
                </a:lnTo>
                <a:lnTo>
                  <a:pt x="54233" y="1868"/>
                </a:lnTo>
                <a:lnTo>
                  <a:pt x="53257" y="1589"/>
                </a:lnTo>
                <a:lnTo>
                  <a:pt x="52254" y="1311"/>
                </a:lnTo>
                <a:lnTo>
                  <a:pt x="51250" y="1060"/>
                </a:lnTo>
                <a:lnTo>
                  <a:pt x="50218" y="864"/>
                </a:lnTo>
                <a:lnTo>
                  <a:pt x="49214" y="669"/>
                </a:lnTo>
                <a:lnTo>
                  <a:pt x="48155" y="474"/>
                </a:lnTo>
                <a:lnTo>
                  <a:pt x="47123" y="335"/>
                </a:lnTo>
                <a:lnTo>
                  <a:pt x="46064" y="223"/>
                </a:lnTo>
                <a:lnTo>
                  <a:pt x="45032" y="112"/>
                </a:lnTo>
                <a:lnTo>
                  <a:pt x="43944" y="56"/>
                </a:lnTo>
                <a:lnTo>
                  <a:pt x="42885" y="28"/>
                </a:lnTo>
                <a:lnTo>
                  <a:pt x="41797" y="0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70" name="Google Shape;2270;p28"/>
          <p:cNvSpPr/>
          <p:nvPr/>
        </p:nvSpPr>
        <p:spPr>
          <a:xfrm>
            <a:off x="84465" y="162170"/>
            <a:ext cx="754445" cy="377331"/>
          </a:xfrm>
          <a:custGeom>
            <a:rect b="b" l="l" r="r" t="t"/>
            <a:pathLst>
              <a:path extrusionOk="0" h="41798" w="83595">
                <a:moveTo>
                  <a:pt x="41797" y="0"/>
                </a:moveTo>
                <a:lnTo>
                  <a:pt x="40710" y="28"/>
                </a:lnTo>
                <a:lnTo>
                  <a:pt x="39650" y="56"/>
                </a:lnTo>
                <a:lnTo>
                  <a:pt x="38591" y="112"/>
                </a:lnTo>
                <a:lnTo>
                  <a:pt x="37531" y="223"/>
                </a:lnTo>
                <a:lnTo>
                  <a:pt x="36472" y="335"/>
                </a:lnTo>
                <a:lnTo>
                  <a:pt x="35440" y="474"/>
                </a:lnTo>
                <a:lnTo>
                  <a:pt x="34408" y="669"/>
                </a:lnTo>
                <a:lnTo>
                  <a:pt x="33377" y="864"/>
                </a:lnTo>
                <a:lnTo>
                  <a:pt x="32373" y="1060"/>
                </a:lnTo>
                <a:lnTo>
                  <a:pt x="31369" y="1311"/>
                </a:lnTo>
                <a:lnTo>
                  <a:pt x="30365" y="1589"/>
                </a:lnTo>
                <a:lnTo>
                  <a:pt x="29361" y="1868"/>
                </a:lnTo>
                <a:lnTo>
                  <a:pt x="28385" y="2203"/>
                </a:lnTo>
                <a:lnTo>
                  <a:pt x="27437" y="2537"/>
                </a:lnTo>
                <a:lnTo>
                  <a:pt x="26489" y="2900"/>
                </a:lnTo>
                <a:lnTo>
                  <a:pt x="25541" y="3290"/>
                </a:lnTo>
                <a:lnTo>
                  <a:pt x="24593" y="3708"/>
                </a:lnTo>
                <a:lnTo>
                  <a:pt x="23673" y="4127"/>
                </a:lnTo>
                <a:lnTo>
                  <a:pt x="22781" y="4573"/>
                </a:lnTo>
                <a:lnTo>
                  <a:pt x="21889" y="5047"/>
                </a:lnTo>
                <a:lnTo>
                  <a:pt x="20996" y="5549"/>
                </a:lnTo>
                <a:lnTo>
                  <a:pt x="20132" y="6051"/>
                </a:lnTo>
                <a:lnTo>
                  <a:pt x="19267" y="6580"/>
                </a:lnTo>
                <a:lnTo>
                  <a:pt x="18431" y="7138"/>
                </a:lnTo>
                <a:lnTo>
                  <a:pt x="17594" y="7724"/>
                </a:lnTo>
                <a:lnTo>
                  <a:pt x="16786" y="8309"/>
                </a:lnTo>
                <a:lnTo>
                  <a:pt x="16005" y="8923"/>
                </a:lnTo>
                <a:lnTo>
                  <a:pt x="15224" y="9536"/>
                </a:lnTo>
                <a:lnTo>
                  <a:pt x="14444" y="10205"/>
                </a:lnTo>
                <a:lnTo>
                  <a:pt x="13691" y="10847"/>
                </a:lnTo>
                <a:lnTo>
                  <a:pt x="12966" y="11544"/>
                </a:lnTo>
                <a:lnTo>
                  <a:pt x="12241" y="12241"/>
                </a:lnTo>
                <a:lnTo>
                  <a:pt x="11544" y="12966"/>
                </a:lnTo>
                <a:lnTo>
                  <a:pt x="10875" y="13691"/>
                </a:lnTo>
                <a:lnTo>
                  <a:pt x="10205" y="14444"/>
                </a:lnTo>
                <a:lnTo>
                  <a:pt x="9564" y="15224"/>
                </a:lnTo>
                <a:lnTo>
                  <a:pt x="8923" y="16005"/>
                </a:lnTo>
                <a:lnTo>
                  <a:pt x="8309" y="16786"/>
                </a:lnTo>
                <a:lnTo>
                  <a:pt x="7724" y="17594"/>
                </a:lnTo>
                <a:lnTo>
                  <a:pt x="7138" y="18431"/>
                </a:lnTo>
                <a:lnTo>
                  <a:pt x="6581" y="19267"/>
                </a:lnTo>
                <a:lnTo>
                  <a:pt x="6051" y="20132"/>
                </a:lnTo>
                <a:lnTo>
                  <a:pt x="5549" y="20996"/>
                </a:lnTo>
                <a:lnTo>
                  <a:pt x="5047" y="21888"/>
                </a:lnTo>
                <a:lnTo>
                  <a:pt x="4573" y="22781"/>
                </a:lnTo>
                <a:lnTo>
                  <a:pt x="4127" y="23673"/>
                </a:lnTo>
                <a:lnTo>
                  <a:pt x="3709" y="24593"/>
                </a:lnTo>
                <a:lnTo>
                  <a:pt x="3290" y="25541"/>
                </a:lnTo>
                <a:lnTo>
                  <a:pt x="2900" y="26461"/>
                </a:lnTo>
                <a:lnTo>
                  <a:pt x="2537" y="27437"/>
                </a:lnTo>
                <a:lnTo>
                  <a:pt x="2203" y="28385"/>
                </a:lnTo>
                <a:lnTo>
                  <a:pt x="1896" y="29361"/>
                </a:lnTo>
                <a:lnTo>
                  <a:pt x="1589" y="30365"/>
                </a:lnTo>
                <a:lnTo>
                  <a:pt x="1311" y="31341"/>
                </a:lnTo>
                <a:lnTo>
                  <a:pt x="1087" y="32345"/>
                </a:lnTo>
                <a:lnTo>
                  <a:pt x="864" y="33376"/>
                </a:lnTo>
                <a:lnTo>
                  <a:pt x="669" y="34408"/>
                </a:lnTo>
                <a:lnTo>
                  <a:pt x="502" y="35440"/>
                </a:lnTo>
                <a:lnTo>
                  <a:pt x="335" y="36471"/>
                </a:lnTo>
                <a:lnTo>
                  <a:pt x="223" y="37531"/>
                </a:lnTo>
                <a:lnTo>
                  <a:pt x="139" y="38591"/>
                </a:lnTo>
                <a:lnTo>
                  <a:pt x="56" y="39650"/>
                </a:lnTo>
                <a:lnTo>
                  <a:pt x="28" y="40710"/>
                </a:lnTo>
                <a:lnTo>
                  <a:pt x="0" y="41797"/>
                </a:lnTo>
                <a:lnTo>
                  <a:pt x="83595" y="41797"/>
                </a:lnTo>
                <a:lnTo>
                  <a:pt x="83595" y="40710"/>
                </a:lnTo>
                <a:lnTo>
                  <a:pt x="83539" y="39650"/>
                </a:lnTo>
                <a:lnTo>
                  <a:pt x="83483" y="38591"/>
                </a:lnTo>
                <a:lnTo>
                  <a:pt x="83372" y="37531"/>
                </a:lnTo>
                <a:lnTo>
                  <a:pt x="83260" y="36471"/>
                </a:lnTo>
                <a:lnTo>
                  <a:pt x="83121" y="35440"/>
                </a:lnTo>
                <a:lnTo>
                  <a:pt x="82953" y="34408"/>
                </a:lnTo>
                <a:lnTo>
                  <a:pt x="82758" y="33376"/>
                </a:lnTo>
                <a:lnTo>
                  <a:pt x="82535" y="32345"/>
                </a:lnTo>
                <a:lnTo>
                  <a:pt x="82284" y="31341"/>
                </a:lnTo>
                <a:lnTo>
                  <a:pt x="82005" y="30365"/>
                </a:lnTo>
                <a:lnTo>
                  <a:pt x="81727" y="29361"/>
                </a:lnTo>
                <a:lnTo>
                  <a:pt x="81392" y="28385"/>
                </a:lnTo>
                <a:lnTo>
                  <a:pt x="81057" y="27437"/>
                </a:lnTo>
                <a:lnTo>
                  <a:pt x="80695" y="26461"/>
                </a:lnTo>
                <a:lnTo>
                  <a:pt x="80304" y="25541"/>
                </a:lnTo>
                <a:lnTo>
                  <a:pt x="79914" y="24593"/>
                </a:lnTo>
                <a:lnTo>
                  <a:pt x="79468" y="23673"/>
                </a:lnTo>
                <a:lnTo>
                  <a:pt x="79022" y="22781"/>
                </a:lnTo>
                <a:lnTo>
                  <a:pt x="78548" y="21888"/>
                </a:lnTo>
                <a:lnTo>
                  <a:pt x="78046" y="20996"/>
                </a:lnTo>
                <a:lnTo>
                  <a:pt x="77544" y="20132"/>
                </a:lnTo>
                <a:lnTo>
                  <a:pt x="77014" y="19267"/>
                </a:lnTo>
                <a:lnTo>
                  <a:pt x="76457" y="18431"/>
                </a:lnTo>
                <a:lnTo>
                  <a:pt x="75899" y="17594"/>
                </a:lnTo>
                <a:lnTo>
                  <a:pt x="75285" y="16786"/>
                </a:lnTo>
                <a:lnTo>
                  <a:pt x="74672" y="16005"/>
                </a:lnTo>
                <a:lnTo>
                  <a:pt x="74059" y="15224"/>
                </a:lnTo>
                <a:lnTo>
                  <a:pt x="73417" y="14444"/>
                </a:lnTo>
                <a:lnTo>
                  <a:pt x="72748" y="13691"/>
                </a:lnTo>
                <a:lnTo>
                  <a:pt x="72051" y="12966"/>
                </a:lnTo>
                <a:lnTo>
                  <a:pt x="71354" y="12241"/>
                </a:lnTo>
                <a:lnTo>
                  <a:pt x="70629" y="11544"/>
                </a:lnTo>
                <a:lnTo>
                  <a:pt x="69904" y="10847"/>
                </a:lnTo>
                <a:lnTo>
                  <a:pt x="69151" y="10205"/>
                </a:lnTo>
                <a:lnTo>
                  <a:pt x="68398" y="9536"/>
                </a:lnTo>
                <a:lnTo>
                  <a:pt x="67617" y="8923"/>
                </a:lnTo>
                <a:lnTo>
                  <a:pt x="66809" y="8309"/>
                </a:lnTo>
                <a:lnTo>
                  <a:pt x="66000" y="7724"/>
                </a:lnTo>
                <a:lnTo>
                  <a:pt x="65164" y="7138"/>
                </a:lnTo>
                <a:lnTo>
                  <a:pt x="64327" y="6580"/>
                </a:lnTo>
                <a:lnTo>
                  <a:pt x="63463" y="6051"/>
                </a:lnTo>
                <a:lnTo>
                  <a:pt x="62598" y="5549"/>
                </a:lnTo>
                <a:lnTo>
                  <a:pt x="61734" y="5047"/>
                </a:lnTo>
                <a:lnTo>
                  <a:pt x="60842" y="4573"/>
                </a:lnTo>
                <a:lnTo>
                  <a:pt x="59922" y="4127"/>
                </a:lnTo>
                <a:lnTo>
                  <a:pt x="59001" y="3708"/>
                </a:lnTo>
                <a:lnTo>
                  <a:pt x="58081" y="3290"/>
                </a:lnTo>
                <a:lnTo>
                  <a:pt x="57133" y="2900"/>
                </a:lnTo>
                <a:lnTo>
                  <a:pt x="56185" y="2537"/>
                </a:lnTo>
                <a:lnTo>
                  <a:pt x="55209" y="2203"/>
                </a:lnTo>
                <a:lnTo>
                  <a:pt x="54233" y="1868"/>
                </a:lnTo>
                <a:lnTo>
                  <a:pt x="53257" y="1589"/>
                </a:lnTo>
                <a:lnTo>
                  <a:pt x="52254" y="1311"/>
                </a:lnTo>
                <a:lnTo>
                  <a:pt x="51250" y="1060"/>
                </a:lnTo>
                <a:lnTo>
                  <a:pt x="50218" y="864"/>
                </a:lnTo>
                <a:lnTo>
                  <a:pt x="49214" y="669"/>
                </a:lnTo>
                <a:lnTo>
                  <a:pt x="48155" y="474"/>
                </a:lnTo>
                <a:lnTo>
                  <a:pt x="47123" y="335"/>
                </a:lnTo>
                <a:lnTo>
                  <a:pt x="46064" y="223"/>
                </a:lnTo>
                <a:lnTo>
                  <a:pt x="45032" y="112"/>
                </a:lnTo>
                <a:lnTo>
                  <a:pt x="43944" y="56"/>
                </a:lnTo>
                <a:lnTo>
                  <a:pt x="42885" y="28"/>
                </a:lnTo>
                <a:lnTo>
                  <a:pt x="41797" y="0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71" name="Google Shape;2271;p28"/>
          <p:cNvSpPr/>
          <p:nvPr/>
        </p:nvSpPr>
        <p:spPr>
          <a:xfrm flipH="1">
            <a:off x="8085888" y="4081828"/>
            <a:ext cx="1058100" cy="1058100"/>
          </a:xfrm>
          <a:prstGeom prst="rtTriangle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72" name="Google Shape;2272;p28"/>
          <p:cNvSpPr/>
          <p:nvPr/>
        </p:nvSpPr>
        <p:spPr>
          <a:xfrm>
            <a:off x="8019945" y="4215465"/>
            <a:ext cx="790800" cy="790800"/>
          </a:xfrm>
          <a:prstGeom prst="ellipse">
            <a:avLst/>
          </a:prstGeom>
          <a:solidFill>
            <a:schemeClr val="dk2"/>
          </a:solidFill>
          <a:ln cap="flat" cmpd="sng" w="11430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73" name="Google Shape;2273;p28"/>
          <p:cNvSpPr/>
          <p:nvPr/>
        </p:nvSpPr>
        <p:spPr>
          <a:xfrm flipH="1">
            <a:off x="8512125" y="1229740"/>
            <a:ext cx="631867" cy="441222"/>
          </a:xfrm>
          <a:custGeom>
            <a:rect b="b" l="l" r="r" t="t"/>
            <a:pathLst>
              <a:path extrusionOk="0" h="7892" w="11302">
                <a:moveTo>
                  <a:pt x="10030" y="82"/>
                </a:moveTo>
                <a:lnTo>
                  <a:pt x="10252" y="102"/>
                </a:lnTo>
                <a:lnTo>
                  <a:pt x="10494" y="142"/>
                </a:lnTo>
                <a:lnTo>
                  <a:pt x="10696" y="203"/>
                </a:lnTo>
                <a:lnTo>
                  <a:pt x="10797" y="243"/>
                </a:lnTo>
                <a:lnTo>
                  <a:pt x="10897" y="304"/>
                </a:lnTo>
                <a:lnTo>
                  <a:pt x="10978" y="364"/>
                </a:lnTo>
                <a:lnTo>
                  <a:pt x="11059" y="445"/>
                </a:lnTo>
                <a:lnTo>
                  <a:pt x="11119" y="526"/>
                </a:lnTo>
                <a:lnTo>
                  <a:pt x="11180" y="627"/>
                </a:lnTo>
                <a:lnTo>
                  <a:pt x="11220" y="727"/>
                </a:lnTo>
                <a:lnTo>
                  <a:pt x="11220" y="828"/>
                </a:lnTo>
                <a:lnTo>
                  <a:pt x="11220" y="949"/>
                </a:lnTo>
                <a:lnTo>
                  <a:pt x="11180" y="1050"/>
                </a:lnTo>
                <a:lnTo>
                  <a:pt x="11140" y="1131"/>
                </a:lnTo>
                <a:lnTo>
                  <a:pt x="11079" y="1192"/>
                </a:lnTo>
                <a:lnTo>
                  <a:pt x="11019" y="1252"/>
                </a:lnTo>
                <a:lnTo>
                  <a:pt x="10938" y="1313"/>
                </a:lnTo>
                <a:lnTo>
                  <a:pt x="10756" y="1393"/>
                </a:lnTo>
                <a:lnTo>
                  <a:pt x="10554" y="1474"/>
                </a:lnTo>
                <a:lnTo>
                  <a:pt x="10433" y="1535"/>
                </a:lnTo>
                <a:lnTo>
                  <a:pt x="10131" y="1676"/>
                </a:lnTo>
                <a:lnTo>
                  <a:pt x="9888" y="1858"/>
                </a:lnTo>
                <a:lnTo>
                  <a:pt x="9666" y="2039"/>
                </a:lnTo>
                <a:lnTo>
                  <a:pt x="9505" y="2261"/>
                </a:lnTo>
                <a:lnTo>
                  <a:pt x="9364" y="2503"/>
                </a:lnTo>
                <a:lnTo>
                  <a:pt x="9243" y="2745"/>
                </a:lnTo>
                <a:lnTo>
                  <a:pt x="9021" y="3290"/>
                </a:lnTo>
                <a:lnTo>
                  <a:pt x="8819" y="3795"/>
                </a:lnTo>
                <a:lnTo>
                  <a:pt x="8617" y="4239"/>
                </a:lnTo>
                <a:lnTo>
                  <a:pt x="8415" y="4663"/>
                </a:lnTo>
                <a:lnTo>
                  <a:pt x="8193" y="5046"/>
                </a:lnTo>
                <a:lnTo>
                  <a:pt x="7992" y="5389"/>
                </a:lnTo>
                <a:lnTo>
                  <a:pt x="7749" y="5712"/>
                </a:lnTo>
                <a:lnTo>
                  <a:pt x="7527" y="6015"/>
                </a:lnTo>
                <a:lnTo>
                  <a:pt x="7285" y="6277"/>
                </a:lnTo>
                <a:lnTo>
                  <a:pt x="7023" y="6519"/>
                </a:lnTo>
                <a:lnTo>
                  <a:pt x="6821" y="6701"/>
                </a:lnTo>
                <a:lnTo>
                  <a:pt x="6599" y="6862"/>
                </a:lnTo>
                <a:lnTo>
                  <a:pt x="6357" y="7024"/>
                </a:lnTo>
                <a:lnTo>
                  <a:pt x="6115" y="7165"/>
                </a:lnTo>
                <a:lnTo>
                  <a:pt x="5873" y="7286"/>
                </a:lnTo>
                <a:lnTo>
                  <a:pt x="5630" y="7407"/>
                </a:lnTo>
                <a:lnTo>
                  <a:pt x="5368" y="7508"/>
                </a:lnTo>
                <a:lnTo>
                  <a:pt x="5086" y="7589"/>
                </a:lnTo>
                <a:lnTo>
                  <a:pt x="4823" y="7669"/>
                </a:lnTo>
                <a:lnTo>
                  <a:pt x="4541" y="7730"/>
                </a:lnTo>
                <a:lnTo>
                  <a:pt x="4278" y="7770"/>
                </a:lnTo>
                <a:lnTo>
                  <a:pt x="3996" y="7790"/>
                </a:lnTo>
                <a:lnTo>
                  <a:pt x="3713" y="7811"/>
                </a:lnTo>
                <a:lnTo>
                  <a:pt x="3431" y="7811"/>
                </a:lnTo>
                <a:lnTo>
                  <a:pt x="3169" y="7790"/>
                </a:lnTo>
                <a:lnTo>
                  <a:pt x="2886" y="7750"/>
                </a:lnTo>
                <a:lnTo>
                  <a:pt x="2603" y="7690"/>
                </a:lnTo>
                <a:lnTo>
                  <a:pt x="2321" y="7629"/>
                </a:lnTo>
                <a:lnTo>
                  <a:pt x="2059" y="7528"/>
                </a:lnTo>
                <a:lnTo>
                  <a:pt x="1796" y="7427"/>
                </a:lnTo>
                <a:lnTo>
                  <a:pt x="1554" y="7306"/>
                </a:lnTo>
                <a:lnTo>
                  <a:pt x="1332" y="7165"/>
                </a:lnTo>
                <a:lnTo>
                  <a:pt x="1110" y="7024"/>
                </a:lnTo>
                <a:lnTo>
                  <a:pt x="908" y="6842"/>
                </a:lnTo>
                <a:lnTo>
                  <a:pt x="707" y="6640"/>
                </a:lnTo>
                <a:lnTo>
                  <a:pt x="545" y="6418"/>
                </a:lnTo>
                <a:lnTo>
                  <a:pt x="384" y="6176"/>
                </a:lnTo>
                <a:lnTo>
                  <a:pt x="263" y="5934"/>
                </a:lnTo>
                <a:lnTo>
                  <a:pt x="182" y="5692"/>
                </a:lnTo>
                <a:lnTo>
                  <a:pt x="101" y="5429"/>
                </a:lnTo>
                <a:lnTo>
                  <a:pt x="81" y="5167"/>
                </a:lnTo>
                <a:lnTo>
                  <a:pt x="81" y="4905"/>
                </a:lnTo>
                <a:lnTo>
                  <a:pt x="101" y="4663"/>
                </a:lnTo>
                <a:lnTo>
                  <a:pt x="142" y="4441"/>
                </a:lnTo>
                <a:lnTo>
                  <a:pt x="222" y="4239"/>
                </a:lnTo>
                <a:lnTo>
                  <a:pt x="303" y="4037"/>
                </a:lnTo>
                <a:lnTo>
                  <a:pt x="404" y="3835"/>
                </a:lnTo>
                <a:lnTo>
                  <a:pt x="525" y="3654"/>
                </a:lnTo>
                <a:lnTo>
                  <a:pt x="646" y="3472"/>
                </a:lnTo>
                <a:lnTo>
                  <a:pt x="787" y="3311"/>
                </a:lnTo>
                <a:lnTo>
                  <a:pt x="1090" y="3008"/>
                </a:lnTo>
                <a:lnTo>
                  <a:pt x="1393" y="2745"/>
                </a:lnTo>
                <a:lnTo>
                  <a:pt x="1695" y="2523"/>
                </a:lnTo>
                <a:lnTo>
                  <a:pt x="1978" y="2342"/>
                </a:lnTo>
                <a:lnTo>
                  <a:pt x="2361" y="2120"/>
                </a:lnTo>
                <a:lnTo>
                  <a:pt x="2745" y="1918"/>
                </a:lnTo>
                <a:lnTo>
                  <a:pt x="3128" y="1736"/>
                </a:lnTo>
                <a:lnTo>
                  <a:pt x="3532" y="1555"/>
                </a:lnTo>
                <a:lnTo>
                  <a:pt x="4319" y="1252"/>
                </a:lnTo>
                <a:lnTo>
                  <a:pt x="5106" y="990"/>
                </a:lnTo>
                <a:lnTo>
                  <a:pt x="6175" y="647"/>
                </a:lnTo>
                <a:lnTo>
                  <a:pt x="6740" y="505"/>
                </a:lnTo>
                <a:lnTo>
                  <a:pt x="7326" y="364"/>
                </a:lnTo>
                <a:lnTo>
                  <a:pt x="7911" y="243"/>
                </a:lnTo>
                <a:lnTo>
                  <a:pt x="8496" y="162"/>
                </a:lnTo>
                <a:lnTo>
                  <a:pt x="9101" y="102"/>
                </a:lnTo>
                <a:lnTo>
                  <a:pt x="9727" y="82"/>
                </a:lnTo>
                <a:close/>
                <a:moveTo>
                  <a:pt x="9384" y="1"/>
                </a:moveTo>
                <a:lnTo>
                  <a:pt x="8718" y="62"/>
                </a:lnTo>
                <a:lnTo>
                  <a:pt x="8092" y="142"/>
                </a:lnTo>
                <a:lnTo>
                  <a:pt x="7447" y="243"/>
                </a:lnTo>
                <a:lnTo>
                  <a:pt x="6841" y="384"/>
                </a:lnTo>
                <a:lnTo>
                  <a:pt x="6236" y="546"/>
                </a:lnTo>
                <a:lnTo>
                  <a:pt x="5651" y="727"/>
                </a:lnTo>
                <a:lnTo>
                  <a:pt x="5086" y="909"/>
                </a:lnTo>
                <a:lnTo>
                  <a:pt x="4299" y="1171"/>
                </a:lnTo>
                <a:lnTo>
                  <a:pt x="3491" y="1474"/>
                </a:lnTo>
                <a:lnTo>
                  <a:pt x="3108" y="1656"/>
                </a:lnTo>
                <a:lnTo>
                  <a:pt x="2704" y="1837"/>
                </a:lnTo>
                <a:lnTo>
                  <a:pt x="2321" y="2039"/>
                </a:lnTo>
                <a:lnTo>
                  <a:pt x="1938" y="2261"/>
                </a:lnTo>
                <a:lnTo>
                  <a:pt x="1655" y="2443"/>
                </a:lnTo>
                <a:lnTo>
                  <a:pt x="1352" y="2685"/>
                </a:lnTo>
                <a:lnTo>
                  <a:pt x="1029" y="2947"/>
                </a:lnTo>
                <a:lnTo>
                  <a:pt x="727" y="3250"/>
                </a:lnTo>
                <a:lnTo>
                  <a:pt x="585" y="3432"/>
                </a:lnTo>
                <a:lnTo>
                  <a:pt x="464" y="3613"/>
                </a:lnTo>
                <a:lnTo>
                  <a:pt x="343" y="3795"/>
                </a:lnTo>
                <a:lnTo>
                  <a:pt x="222" y="3997"/>
                </a:lnTo>
                <a:lnTo>
                  <a:pt x="142" y="4219"/>
                </a:lnTo>
                <a:lnTo>
                  <a:pt x="61" y="4441"/>
                </a:lnTo>
                <a:lnTo>
                  <a:pt x="20" y="4663"/>
                </a:lnTo>
                <a:lnTo>
                  <a:pt x="0" y="4905"/>
                </a:lnTo>
                <a:lnTo>
                  <a:pt x="0" y="5167"/>
                </a:lnTo>
                <a:lnTo>
                  <a:pt x="20" y="5429"/>
                </a:lnTo>
                <a:lnTo>
                  <a:pt x="101" y="5712"/>
                </a:lnTo>
                <a:lnTo>
                  <a:pt x="202" y="5974"/>
                </a:lnTo>
                <a:lnTo>
                  <a:pt x="323" y="6216"/>
                </a:lnTo>
                <a:lnTo>
                  <a:pt x="485" y="6459"/>
                </a:lnTo>
                <a:lnTo>
                  <a:pt x="646" y="6701"/>
                </a:lnTo>
                <a:lnTo>
                  <a:pt x="868" y="6903"/>
                </a:lnTo>
                <a:lnTo>
                  <a:pt x="1070" y="7084"/>
                </a:lnTo>
                <a:lnTo>
                  <a:pt x="1272" y="7225"/>
                </a:lnTo>
                <a:lnTo>
                  <a:pt x="1514" y="7367"/>
                </a:lnTo>
                <a:lnTo>
                  <a:pt x="1756" y="7488"/>
                </a:lnTo>
                <a:lnTo>
                  <a:pt x="2018" y="7609"/>
                </a:lnTo>
                <a:lnTo>
                  <a:pt x="2301" y="7690"/>
                </a:lnTo>
                <a:lnTo>
                  <a:pt x="2583" y="7770"/>
                </a:lnTo>
                <a:lnTo>
                  <a:pt x="2886" y="7831"/>
                </a:lnTo>
                <a:lnTo>
                  <a:pt x="3269" y="7871"/>
                </a:lnTo>
                <a:lnTo>
                  <a:pt x="3673" y="7891"/>
                </a:lnTo>
                <a:lnTo>
                  <a:pt x="4137" y="7871"/>
                </a:lnTo>
                <a:lnTo>
                  <a:pt x="4601" y="7811"/>
                </a:lnTo>
                <a:lnTo>
                  <a:pt x="5045" y="7710"/>
                </a:lnTo>
                <a:lnTo>
                  <a:pt x="5489" y="7548"/>
                </a:lnTo>
                <a:lnTo>
                  <a:pt x="5913" y="7367"/>
                </a:lnTo>
                <a:lnTo>
                  <a:pt x="6337" y="7145"/>
                </a:lnTo>
                <a:lnTo>
                  <a:pt x="6720" y="6882"/>
                </a:lnTo>
                <a:lnTo>
                  <a:pt x="7083" y="6580"/>
                </a:lnTo>
                <a:lnTo>
                  <a:pt x="7346" y="6338"/>
                </a:lnTo>
                <a:lnTo>
                  <a:pt x="7588" y="6055"/>
                </a:lnTo>
                <a:lnTo>
                  <a:pt x="7830" y="5752"/>
                </a:lnTo>
                <a:lnTo>
                  <a:pt x="8052" y="5429"/>
                </a:lnTo>
                <a:lnTo>
                  <a:pt x="8274" y="5086"/>
                </a:lnTo>
                <a:lnTo>
                  <a:pt x="8476" y="4703"/>
                </a:lnTo>
                <a:lnTo>
                  <a:pt x="8698" y="4279"/>
                </a:lnTo>
                <a:lnTo>
                  <a:pt x="8900" y="3815"/>
                </a:lnTo>
                <a:lnTo>
                  <a:pt x="9101" y="3311"/>
                </a:lnTo>
                <a:lnTo>
                  <a:pt x="9303" y="2786"/>
                </a:lnTo>
                <a:lnTo>
                  <a:pt x="9424" y="2544"/>
                </a:lnTo>
                <a:lnTo>
                  <a:pt x="9566" y="2322"/>
                </a:lnTo>
                <a:lnTo>
                  <a:pt x="9727" y="2100"/>
                </a:lnTo>
                <a:lnTo>
                  <a:pt x="9929" y="1918"/>
                </a:lnTo>
                <a:lnTo>
                  <a:pt x="10171" y="1757"/>
                </a:lnTo>
                <a:lnTo>
                  <a:pt x="10454" y="1615"/>
                </a:lnTo>
                <a:lnTo>
                  <a:pt x="10595" y="1555"/>
                </a:lnTo>
                <a:lnTo>
                  <a:pt x="10797" y="1474"/>
                </a:lnTo>
                <a:lnTo>
                  <a:pt x="10978" y="1373"/>
                </a:lnTo>
                <a:lnTo>
                  <a:pt x="11059" y="1313"/>
                </a:lnTo>
                <a:lnTo>
                  <a:pt x="11140" y="1252"/>
                </a:lnTo>
                <a:lnTo>
                  <a:pt x="11200" y="1171"/>
                </a:lnTo>
                <a:lnTo>
                  <a:pt x="11261" y="1071"/>
                </a:lnTo>
                <a:lnTo>
                  <a:pt x="11301" y="970"/>
                </a:lnTo>
                <a:lnTo>
                  <a:pt x="11301" y="849"/>
                </a:lnTo>
                <a:lnTo>
                  <a:pt x="11301" y="727"/>
                </a:lnTo>
                <a:lnTo>
                  <a:pt x="11261" y="606"/>
                </a:lnTo>
                <a:lnTo>
                  <a:pt x="11200" y="485"/>
                </a:lnTo>
                <a:lnTo>
                  <a:pt x="11119" y="384"/>
                </a:lnTo>
                <a:lnTo>
                  <a:pt x="11039" y="304"/>
                </a:lnTo>
                <a:lnTo>
                  <a:pt x="10938" y="223"/>
                </a:lnTo>
                <a:lnTo>
                  <a:pt x="10837" y="162"/>
                </a:lnTo>
                <a:lnTo>
                  <a:pt x="10736" y="122"/>
                </a:lnTo>
                <a:lnTo>
                  <a:pt x="10514" y="62"/>
                </a:lnTo>
                <a:lnTo>
                  <a:pt x="10272" y="21"/>
                </a:lnTo>
                <a:lnTo>
                  <a:pt x="10030" y="1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74" name="Google Shape;2274;p28"/>
          <p:cNvSpPr/>
          <p:nvPr/>
        </p:nvSpPr>
        <p:spPr>
          <a:xfrm flipH="1">
            <a:off x="8656535" y="1298561"/>
            <a:ext cx="415281" cy="285520"/>
          </a:xfrm>
          <a:custGeom>
            <a:rect b="b" l="l" r="r" t="t"/>
            <a:pathLst>
              <a:path extrusionOk="0" h="5107" w="7428">
                <a:moveTo>
                  <a:pt x="7124" y="82"/>
                </a:moveTo>
                <a:lnTo>
                  <a:pt x="7205" y="102"/>
                </a:lnTo>
                <a:lnTo>
                  <a:pt x="7286" y="142"/>
                </a:lnTo>
                <a:lnTo>
                  <a:pt x="7326" y="223"/>
                </a:lnTo>
                <a:lnTo>
                  <a:pt x="7346" y="344"/>
                </a:lnTo>
                <a:lnTo>
                  <a:pt x="7346" y="485"/>
                </a:lnTo>
                <a:lnTo>
                  <a:pt x="7306" y="647"/>
                </a:lnTo>
                <a:lnTo>
                  <a:pt x="7225" y="808"/>
                </a:lnTo>
                <a:lnTo>
                  <a:pt x="7064" y="1212"/>
                </a:lnTo>
                <a:lnTo>
                  <a:pt x="6842" y="1615"/>
                </a:lnTo>
                <a:lnTo>
                  <a:pt x="6600" y="1999"/>
                </a:lnTo>
                <a:lnTo>
                  <a:pt x="6357" y="2362"/>
                </a:lnTo>
                <a:lnTo>
                  <a:pt x="6055" y="2786"/>
                </a:lnTo>
                <a:lnTo>
                  <a:pt x="5732" y="3149"/>
                </a:lnTo>
                <a:lnTo>
                  <a:pt x="5389" y="3472"/>
                </a:lnTo>
                <a:lnTo>
                  <a:pt x="5026" y="3775"/>
                </a:lnTo>
                <a:lnTo>
                  <a:pt x="4642" y="4037"/>
                </a:lnTo>
                <a:lnTo>
                  <a:pt x="4259" y="4279"/>
                </a:lnTo>
                <a:lnTo>
                  <a:pt x="3835" y="4501"/>
                </a:lnTo>
                <a:lnTo>
                  <a:pt x="3411" y="4683"/>
                </a:lnTo>
                <a:lnTo>
                  <a:pt x="2987" y="4824"/>
                </a:lnTo>
                <a:lnTo>
                  <a:pt x="2745" y="4905"/>
                </a:lnTo>
                <a:lnTo>
                  <a:pt x="2463" y="4965"/>
                </a:lnTo>
                <a:lnTo>
                  <a:pt x="2160" y="5006"/>
                </a:lnTo>
                <a:lnTo>
                  <a:pt x="1837" y="5026"/>
                </a:lnTo>
                <a:lnTo>
                  <a:pt x="1514" y="5006"/>
                </a:lnTo>
                <a:lnTo>
                  <a:pt x="1353" y="4965"/>
                </a:lnTo>
                <a:lnTo>
                  <a:pt x="1171" y="4945"/>
                </a:lnTo>
                <a:lnTo>
                  <a:pt x="1010" y="4885"/>
                </a:lnTo>
                <a:lnTo>
                  <a:pt x="848" y="4824"/>
                </a:lnTo>
                <a:lnTo>
                  <a:pt x="707" y="4743"/>
                </a:lnTo>
                <a:lnTo>
                  <a:pt x="546" y="4642"/>
                </a:lnTo>
                <a:lnTo>
                  <a:pt x="445" y="4562"/>
                </a:lnTo>
                <a:lnTo>
                  <a:pt x="364" y="4461"/>
                </a:lnTo>
                <a:lnTo>
                  <a:pt x="283" y="4380"/>
                </a:lnTo>
                <a:lnTo>
                  <a:pt x="203" y="4279"/>
                </a:lnTo>
                <a:lnTo>
                  <a:pt x="162" y="4178"/>
                </a:lnTo>
                <a:lnTo>
                  <a:pt x="122" y="4057"/>
                </a:lnTo>
                <a:lnTo>
                  <a:pt x="81" y="3956"/>
                </a:lnTo>
                <a:lnTo>
                  <a:pt x="81" y="3855"/>
                </a:lnTo>
                <a:lnTo>
                  <a:pt x="81" y="3654"/>
                </a:lnTo>
                <a:lnTo>
                  <a:pt x="142" y="3492"/>
                </a:lnTo>
                <a:lnTo>
                  <a:pt x="243" y="3331"/>
                </a:lnTo>
                <a:lnTo>
                  <a:pt x="364" y="3169"/>
                </a:lnTo>
                <a:lnTo>
                  <a:pt x="505" y="3028"/>
                </a:lnTo>
                <a:lnTo>
                  <a:pt x="647" y="2907"/>
                </a:lnTo>
                <a:lnTo>
                  <a:pt x="949" y="2685"/>
                </a:lnTo>
                <a:lnTo>
                  <a:pt x="1656" y="2261"/>
                </a:lnTo>
                <a:lnTo>
                  <a:pt x="2362" y="1858"/>
                </a:lnTo>
                <a:lnTo>
                  <a:pt x="3088" y="1474"/>
                </a:lnTo>
                <a:lnTo>
                  <a:pt x="3835" y="1131"/>
                </a:lnTo>
                <a:lnTo>
                  <a:pt x="4602" y="828"/>
                </a:lnTo>
                <a:lnTo>
                  <a:pt x="5369" y="566"/>
                </a:lnTo>
                <a:lnTo>
                  <a:pt x="6156" y="324"/>
                </a:lnTo>
                <a:lnTo>
                  <a:pt x="6943" y="122"/>
                </a:lnTo>
                <a:lnTo>
                  <a:pt x="7044" y="102"/>
                </a:lnTo>
                <a:lnTo>
                  <a:pt x="7124" y="82"/>
                </a:lnTo>
                <a:close/>
                <a:moveTo>
                  <a:pt x="7145" y="1"/>
                </a:moveTo>
                <a:lnTo>
                  <a:pt x="7084" y="21"/>
                </a:lnTo>
                <a:lnTo>
                  <a:pt x="6923" y="41"/>
                </a:lnTo>
                <a:lnTo>
                  <a:pt x="6136" y="243"/>
                </a:lnTo>
                <a:lnTo>
                  <a:pt x="5348" y="485"/>
                </a:lnTo>
                <a:lnTo>
                  <a:pt x="4561" y="768"/>
                </a:lnTo>
                <a:lnTo>
                  <a:pt x="3795" y="1071"/>
                </a:lnTo>
                <a:lnTo>
                  <a:pt x="3048" y="1414"/>
                </a:lnTo>
                <a:lnTo>
                  <a:pt x="2321" y="1777"/>
                </a:lnTo>
                <a:lnTo>
                  <a:pt x="1595" y="2180"/>
                </a:lnTo>
                <a:lnTo>
                  <a:pt x="909" y="2624"/>
                </a:lnTo>
                <a:lnTo>
                  <a:pt x="586" y="2846"/>
                </a:lnTo>
                <a:lnTo>
                  <a:pt x="445" y="2988"/>
                </a:lnTo>
                <a:lnTo>
                  <a:pt x="283" y="3129"/>
                </a:lnTo>
                <a:lnTo>
                  <a:pt x="162" y="3290"/>
                </a:lnTo>
                <a:lnTo>
                  <a:pt x="81" y="3472"/>
                </a:lnTo>
                <a:lnTo>
                  <a:pt x="21" y="3654"/>
                </a:lnTo>
                <a:lnTo>
                  <a:pt x="1" y="3754"/>
                </a:lnTo>
                <a:lnTo>
                  <a:pt x="1" y="3855"/>
                </a:lnTo>
                <a:lnTo>
                  <a:pt x="1" y="3976"/>
                </a:lnTo>
                <a:lnTo>
                  <a:pt x="41" y="4077"/>
                </a:lnTo>
                <a:lnTo>
                  <a:pt x="81" y="4198"/>
                </a:lnTo>
                <a:lnTo>
                  <a:pt x="142" y="4320"/>
                </a:lnTo>
                <a:lnTo>
                  <a:pt x="203" y="4420"/>
                </a:lnTo>
                <a:lnTo>
                  <a:pt x="303" y="4521"/>
                </a:lnTo>
                <a:lnTo>
                  <a:pt x="384" y="4622"/>
                </a:lnTo>
                <a:lnTo>
                  <a:pt x="505" y="4703"/>
                </a:lnTo>
                <a:lnTo>
                  <a:pt x="667" y="4804"/>
                </a:lnTo>
                <a:lnTo>
                  <a:pt x="808" y="4885"/>
                </a:lnTo>
                <a:lnTo>
                  <a:pt x="990" y="4965"/>
                </a:lnTo>
                <a:lnTo>
                  <a:pt x="1151" y="5006"/>
                </a:lnTo>
                <a:lnTo>
                  <a:pt x="1312" y="5046"/>
                </a:lnTo>
                <a:lnTo>
                  <a:pt x="1494" y="5086"/>
                </a:lnTo>
                <a:lnTo>
                  <a:pt x="1837" y="5107"/>
                </a:lnTo>
                <a:lnTo>
                  <a:pt x="2160" y="5086"/>
                </a:lnTo>
                <a:lnTo>
                  <a:pt x="2483" y="5046"/>
                </a:lnTo>
                <a:lnTo>
                  <a:pt x="2765" y="4985"/>
                </a:lnTo>
                <a:lnTo>
                  <a:pt x="3008" y="4905"/>
                </a:lnTo>
                <a:lnTo>
                  <a:pt x="3452" y="4763"/>
                </a:lnTo>
                <a:lnTo>
                  <a:pt x="3875" y="4582"/>
                </a:lnTo>
                <a:lnTo>
                  <a:pt x="4299" y="4360"/>
                </a:lnTo>
                <a:lnTo>
                  <a:pt x="4703" y="4118"/>
                </a:lnTo>
                <a:lnTo>
                  <a:pt x="5086" y="3835"/>
                </a:lnTo>
                <a:lnTo>
                  <a:pt x="5449" y="3532"/>
                </a:lnTo>
                <a:lnTo>
                  <a:pt x="5792" y="3189"/>
                </a:lnTo>
                <a:lnTo>
                  <a:pt x="6115" y="2846"/>
                </a:lnTo>
                <a:lnTo>
                  <a:pt x="6398" y="2443"/>
                </a:lnTo>
                <a:lnTo>
                  <a:pt x="6640" y="2080"/>
                </a:lnTo>
                <a:lnTo>
                  <a:pt x="6882" y="1676"/>
                </a:lnTo>
                <a:lnTo>
                  <a:pt x="7124" y="1252"/>
                </a:lnTo>
                <a:lnTo>
                  <a:pt x="7306" y="849"/>
                </a:lnTo>
                <a:lnTo>
                  <a:pt x="7366" y="667"/>
                </a:lnTo>
                <a:lnTo>
                  <a:pt x="7407" y="485"/>
                </a:lnTo>
                <a:lnTo>
                  <a:pt x="7427" y="324"/>
                </a:lnTo>
                <a:lnTo>
                  <a:pt x="7407" y="203"/>
                </a:lnTo>
                <a:lnTo>
                  <a:pt x="7387" y="142"/>
                </a:lnTo>
                <a:lnTo>
                  <a:pt x="7346" y="82"/>
                </a:lnTo>
                <a:lnTo>
                  <a:pt x="7286" y="41"/>
                </a:lnTo>
                <a:lnTo>
                  <a:pt x="7225" y="21"/>
                </a:lnTo>
                <a:lnTo>
                  <a:pt x="7145" y="1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75" name="Google Shape;2275;p28"/>
          <p:cNvSpPr/>
          <p:nvPr/>
        </p:nvSpPr>
        <p:spPr>
          <a:xfrm flipH="1">
            <a:off x="8801002" y="1408025"/>
            <a:ext cx="166996" cy="99348"/>
          </a:xfrm>
          <a:custGeom>
            <a:rect b="b" l="l" r="r" t="t"/>
            <a:pathLst>
              <a:path extrusionOk="0" h="1777" w="2987">
                <a:moveTo>
                  <a:pt x="2240" y="81"/>
                </a:moveTo>
                <a:lnTo>
                  <a:pt x="2442" y="101"/>
                </a:lnTo>
                <a:lnTo>
                  <a:pt x="2644" y="122"/>
                </a:lnTo>
                <a:lnTo>
                  <a:pt x="2745" y="162"/>
                </a:lnTo>
                <a:lnTo>
                  <a:pt x="2805" y="182"/>
                </a:lnTo>
                <a:lnTo>
                  <a:pt x="2866" y="243"/>
                </a:lnTo>
                <a:lnTo>
                  <a:pt x="2906" y="283"/>
                </a:lnTo>
                <a:lnTo>
                  <a:pt x="2906" y="364"/>
                </a:lnTo>
                <a:lnTo>
                  <a:pt x="2906" y="444"/>
                </a:lnTo>
                <a:lnTo>
                  <a:pt x="2846" y="525"/>
                </a:lnTo>
                <a:lnTo>
                  <a:pt x="2765" y="626"/>
                </a:lnTo>
                <a:lnTo>
                  <a:pt x="2543" y="868"/>
                </a:lnTo>
                <a:lnTo>
                  <a:pt x="2281" y="1070"/>
                </a:lnTo>
                <a:lnTo>
                  <a:pt x="1998" y="1252"/>
                </a:lnTo>
                <a:lnTo>
                  <a:pt x="1716" y="1413"/>
                </a:lnTo>
                <a:lnTo>
                  <a:pt x="1393" y="1534"/>
                </a:lnTo>
                <a:lnTo>
                  <a:pt x="1090" y="1615"/>
                </a:lnTo>
                <a:lnTo>
                  <a:pt x="747" y="1675"/>
                </a:lnTo>
                <a:lnTo>
                  <a:pt x="424" y="1696"/>
                </a:lnTo>
                <a:lnTo>
                  <a:pt x="263" y="1696"/>
                </a:lnTo>
                <a:lnTo>
                  <a:pt x="182" y="1655"/>
                </a:lnTo>
                <a:lnTo>
                  <a:pt x="121" y="1615"/>
                </a:lnTo>
                <a:lnTo>
                  <a:pt x="81" y="1554"/>
                </a:lnTo>
                <a:lnTo>
                  <a:pt x="81" y="1494"/>
                </a:lnTo>
                <a:lnTo>
                  <a:pt x="81" y="1433"/>
                </a:lnTo>
                <a:lnTo>
                  <a:pt x="101" y="1373"/>
                </a:lnTo>
                <a:lnTo>
                  <a:pt x="182" y="1252"/>
                </a:lnTo>
                <a:lnTo>
                  <a:pt x="263" y="1151"/>
                </a:lnTo>
                <a:lnTo>
                  <a:pt x="485" y="949"/>
                </a:lnTo>
                <a:lnTo>
                  <a:pt x="686" y="747"/>
                </a:lnTo>
                <a:lnTo>
                  <a:pt x="929" y="586"/>
                </a:lnTo>
                <a:lnTo>
                  <a:pt x="1171" y="424"/>
                </a:lnTo>
                <a:lnTo>
                  <a:pt x="1413" y="283"/>
                </a:lnTo>
                <a:lnTo>
                  <a:pt x="1675" y="182"/>
                </a:lnTo>
                <a:lnTo>
                  <a:pt x="1958" y="101"/>
                </a:lnTo>
                <a:lnTo>
                  <a:pt x="2240" y="81"/>
                </a:lnTo>
                <a:close/>
                <a:moveTo>
                  <a:pt x="2119" y="0"/>
                </a:moveTo>
                <a:lnTo>
                  <a:pt x="1938" y="21"/>
                </a:lnTo>
                <a:lnTo>
                  <a:pt x="1776" y="61"/>
                </a:lnTo>
                <a:lnTo>
                  <a:pt x="1615" y="122"/>
                </a:lnTo>
                <a:lnTo>
                  <a:pt x="1453" y="182"/>
                </a:lnTo>
                <a:lnTo>
                  <a:pt x="1292" y="243"/>
                </a:lnTo>
                <a:lnTo>
                  <a:pt x="1009" y="424"/>
                </a:lnTo>
                <a:lnTo>
                  <a:pt x="727" y="626"/>
                </a:lnTo>
                <a:lnTo>
                  <a:pt x="464" y="848"/>
                </a:lnTo>
                <a:lnTo>
                  <a:pt x="222" y="1090"/>
                </a:lnTo>
                <a:lnTo>
                  <a:pt x="101" y="1211"/>
                </a:lnTo>
                <a:lnTo>
                  <a:pt x="21" y="1332"/>
                </a:lnTo>
                <a:lnTo>
                  <a:pt x="0" y="1433"/>
                </a:lnTo>
                <a:lnTo>
                  <a:pt x="0" y="1514"/>
                </a:lnTo>
                <a:lnTo>
                  <a:pt x="21" y="1595"/>
                </a:lnTo>
                <a:lnTo>
                  <a:pt x="61" y="1655"/>
                </a:lnTo>
                <a:lnTo>
                  <a:pt x="121" y="1716"/>
                </a:lnTo>
                <a:lnTo>
                  <a:pt x="222" y="1756"/>
                </a:lnTo>
                <a:lnTo>
                  <a:pt x="303" y="1776"/>
                </a:lnTo>
                <a:lnTo>
                  <a:pt x="424" y="1776"/>
                </a:lnTo>
                <a:lnTo>
                  <a:pt x="767" y="1756"/>
                </a:lnTo>
                <a:lnTo>
                  <a:pt x="1110" y="1696"/>
                </a:lnTo>
                <a:lnTo>
                  <a:pt x="1433" y="1615"/>
                </a:lnTo>
                <a:lnTo>
                  <a:pt x="1736" y="1474"/>
                </a:lnTo>
                <a:lnTo>
                  <a:pt x="2039" y="1332"/>
                </a:lnTo>
                <a:lnTo>
                  <a:pt x="2321" y="1131"/>
                </a:lnTo>
                <a:lnTo>
                  <a:pt x="2604" y="929"/>
                </a:lnTo>
                <a:lnTo>
                  <a:pt x="2826" y="687"/>
                </a:lnTo>
                <a:lnTo>
                  <a:pt x="2926" y="565"/>
                </a:lnTo>
                <a:lnTo>
                  <a:pt x="2987" y="465"/>
                </a:lnTo>
                <a:lnTo>
                  <a:pt x="2987" y="343"/>
                </a:lnTo>
                <a:lnTo>
                  <a:pt x="2967" y="263"/>
                </a:lnTo>
                <a:lnTo>
                  <a:pt x="2926" y="182"/>
                </a:lnTo>
                <a:lnTo>
                  <a:pt x="2866" y="122"/>
                </a:lnTo>
                <a:lnTo>
                  <a:pt x="2765" y="81"/>
                </a:lnTo>
                <a:lnTo>
                  <a:pt x="2664" y="41"/>
                </a:lnTo>
                <a:lnTo>
                  <a:pt x="2462" y="21"/>
                </a:lnTo>
                <a:lnTo>
                  <a:pt x="2281" y="0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76" name="Google Shape;2276;p28"/>
          <p:cNvSpPr/>
          <p:nvPr/>
        </p:nvSpPr>
        <p:spPr>
          <a:xfrm flipH="1">
            <a:off x="8548121" y="2042644"/>
            <a:ext cx="1001862" cy="1525380"/>
          </a:xfrm>
          <a:custGeom>
            <a:rect b="b" l="l" r="r" t="t"/>
            <a:pathLst>
              <a:path extrusionOk="0" h="27284" w="17920">
                <a:moveTo>
                  <a:pt x="9041" y="81"/>
                </a:moveTo>
                <a:lnTo>
                  <a:pt x="9464" y="101"/>
                </a:lnTo>
                <a:lnTo>
                  <a:pt x="9888" y="141"/>
                </a:lnTo>
                <a:lnTo>
                  <a:pt x="10312" y="222"/>
                </a:lnTo>
                <a:lnTo>
                  <a:pt x="10716" y="323"/>
                </a:lnTo>
                <a:lnTo>
                  <a:pt x="11139" y="444"/>
                </a:lnTo>
                <a:lnTo>
                  <a:pt x="11543" y="605"/>
                </a:lnTo>
                <a:lnTo>
                  <a:pt x="11947" y="767"/>
                </a:lnTo>
                <a:lnTo>
                  <a:pt x="12350" y="969"/>
                </a:lnTo>
                <a:lnTo>
                  <a:pt x="12734" y="1191"/>
                </a:lnTo>
                <a:lnTo>
                  <a:pt x="13117" y="1433"/>
                </a:lnTo>
                <a:lnTo>
                  <a:pt x="13480" y="1715"/>
                </a:lnTo>
                <a:lnTo>
                  <a:pt x="13844" y="1998"/>
                </a:lnTo>
                <a:lnTo>
                  <a:pt x="14187" y="2301"/>
                </a:lnTo>
                <a:lnTo>
                  <a:pt x="14530" y="2644"/>
                </a:lnTo>
                <a:lnTo>
                  <a:pt x="14832" y="2987"/>
                </a:lnTo>
                <a:lnTo>
                  <a:pt x="15155" y="3350"/>
                </a:lnTo>
                <a:lnTo>
                  <a:pt x="15397" y="3673"/>
                </a:lnTo>
                <a:lnTo>
                  <a:pt x="15619" y="4016"/>
                </a:lnTo>
                <a:lnTo>
                  <a:pt x="15841" y="4359"/>
                </a:lnTo>
                <a:lnTo>
                  <a:pt x="16063" y="4722"/>
                </a:lnTo>
                <a:lnTo>
                  <a:pt x="16265" y="5106"/>
                </a:lnTo>
                <a:lnTo>
                  <a:pt x="16447" y="5489"/>
                </a:lnTo>
                <a:lnTo>
                  <a:pt x="16628" y="5893"/>
                </a:lnTo>
                <a:lnTo>
                  <a:pt x="16790" y="6296"/>
                </a:lnTo>
                <a:lnTo>
                  <a:pt x="16931" y="6720"/>
                </a:lnTo>
                <a:lnTo>
                  <a:pt x="17072" y="7144"/>
                </a:lnTo>
                <a:lnTo>
                  <a:pt x="17214" y="7588"/>
                </a:lnTo>
                <a:lnTo>
                  <a:pt x="17315" y="8052"/>
                </a:lnTo>
                <a:lnTo>
                  <a:pt x="17436" y="8516"/>
                </a:lnTo>
                <a:lnTo>
                  <a:pt x="17516" y="8980"/>
                </a:lnTo>
                <a:lnTo>
                  <a:pt x="17597" y="9485"/>
                </a:lnTo>
                <a:lnTo>
                  <a:pt x="17678" y="9969"/>
                </a:lnTo>
                <a:lnTo>
                  <a:pt x="17738" y="10514"/>
                </a:lnTo>
                <a:lnTo>
                  <a:pt x="17779" y="11079"/>
                </a:lnTo>
                <a:lnTo>
                  <a:pt x="17819" y="11624"/>
                </a:lnTo>
                <a:lnTo>
                  <a:pt x="17839" y="12189"/>
                </a:lnTo>
                <a:lnTo>
                  <a:pt x="17839" y="12774"/>
                </a:lnTo>
                <a:lnTo>
                  <a:pt x="17819" y="13339"/>
                </a:lnTo>
                <a:lnTo>
                  <a:pt x="17799" y="13924"/>
                </a:lnTo>
                <a:lnTo>
                  <a:pt x="17758" y="14510"/>
                </a:lnTo>
                <a:lnTo>
                  <a:pt x="17718" y="15115"/>
                </a:lnTo>
                <a:lnTo>
                  <a:pt x="17637" y="15720"/>
                </a:lnTo>
                <a:lnTo>
                  <a:pt x="17557" y="16326"/>
                </a:lnTo>
                <a:lnTo>
                  <a:pt x="17456" y="16951"/>
                </a:lnTo>
                <a:lnTo>
                  <a:pt x="17355" y="17577"/>
                </a:lnTo>
                <a:lnTo>
                  <a:pt x="17234" y="18202"/>
                </a:lnTo>
                <a:lnTo>
                  <a:pt x="17093" y="18848"/>
                </a:lnTo>
                <a:lnTo>
                  <a:pt x="16931" y="19514"/>
                </a:lnTo>
                <a:lnTo>
                  <a:pt x="16709" y="20362"/>
                </a:lnTo>
                <a:lnTo>
                  <a:pt x="16447" y="21230"/>
                </a:lnTo>
                <a:lnTo>
                  <a:pt x="16285" y="21673"/>
                </a:lnTo>
                <a:lnTo>
                  <a:pt x="16124" y="22117"/>
                </a:lnTo>
                <a:lnTo>
                  <a:pt x="15942" y="22561"/>
                </a:lnTo>
                <a:lnTo>
                  <a:pt x="15740" y="23005"/>
                </a:lnTo>
                <a:lnTo>
                  <a:pt x="15518" y="23429"/>
                </a:lnTo>
                <a:lnTo>
                  <a:pt x="15276" y="23873"/>
                </a:lnTo>
                <a:lnTo>
                  <a:pt x="15014" y="24277"/>
                </a:lnTo>
                <a:lnTo>
                  <a:pt x="14731" y="24680"/>
                </a:lnTo>
                <a:lnTo>
                  <a:pt x="14429" y="25064"/>
                </a:lnTo>
                <a:lnTo>
                  <a:pt x="14106" y="25427"/>
                </a:lnTo>
                <a:lnTo>
                  <a:pt x="13743" y="25770"/>
                </a:lnTo>
                <a:lnTo>
                  <a:pt x="13359" y="26093"/>
                </a:lnTo>
                <a:lnTo>
                  <a:pt x="13077" y="26295"/>
                </a:lnTo>
                <a:lnTo>
                  <a:pt x="12774" y="26476"/>
                </a:lnTo>
                <a:lnTo>
                  <a:pt x="12491" y="26658"/>
                </a:lnTo>
                <a:lnTo>
                  <a:pt x="12209" y="26799"/>
                </a:lnTo>
                <a:lnTo>
                  <a:pt x="11906" y="26920"/>
                </a:lnTo>
                <a:lnTo>
                  <a:pt x="11624" y="27021"/>
                </a:lnTo>
                <a:lnTo>
                  <a:pt x="11321" y="27102"/>
                </a:lnTo>
                <a:lnTo>
                  <a:pt x="11018" y="27162"/>
                </a:lnTo>
                <a:lnTo>
                  <a:pt x="10716" y="27203"/>
                </a:lnTo>
                <a:lnTo>
                  <a:pt x="10110" y="27203"/>
                </a:lnTo>
                <a:lnTo>
                  <a:pt x="9808" y="27183"/>
                </a:lnTo>
                <a:lnTo>
                  <a:pt x="9485" y="27142"/>
                </a:lnTo>
                <a:lnTo>
                  <a:pt x="9182" y="27062"/>
                </a:lnTo>
                <a:lnTo>
                  <a:pt x="8859" y="26981"/>
                </a:lnTo>
                <a:lnTo>
                  <a:pt x="8556" y="26860"/>
                </a:lnTo>
                <a:lnTo>
                  <a:pt x="8234" y="26739"/>
                </a:lnTo>
                <a:lnTo>
                  <a:pt x="7931" y="26577"/>
                </a:lnTo>
                <a:lnTo>
                  <a:pt x="7628" y="26416"/>
                </a:lnTo>
                <a:lnTo>
                  <a:pt x="7346" y="26234"/>
                </a:lnTo>
                <a:lnTo>
                  <a:pt x="7063" y="26053"/>
                </a:lnTo>
                <a:lnTo>
                  <a:pt x="6781" y="25851"/>
                </a:lnTo>
                <a:lnTo>
                  <a:pt x="6256" y="25427"/>
                </a:lnTo>
                <a:lnTo>
                  <a:pt x="5772" y="24983"/>
                </a:lnTo>
                <a:lnTo>
                  <a:pt x="5328" y="24539"/>
                </a:lnTo>
                <a:lnTo>
                  <a:pt x="4944" y="24095"/>
                </a:lnTo>
                <a:lnTo>
                  <a:pt x="4581" y="23671"/>
                </a:lnTo>
                <a:lnTo>
                  <a:pt x="4238" y="23227"/>
                </a:lnTo>
                <a:lnTo>
                  <a:pt x="3895" y="22763"/>
                </a:lnTo>
                <a:lnTo>
                  <a:pt x="3572" y="22279"/>
                </a:lnTo>
                <a:lnTo>
                  <a:pt x="3249" y="21815"/>
                </a:lnTo>
                <a:lnTo>
                  <a:pt x="2967" y="21330"/>
                </a:lnTo>
                <a:lnTo>
                  <a:pt x="2664" y="20826"/>
                </a:lnTo>
                <a:lnTo>
                  <a:pt x="2401" y="20342"/>
                </a:lnTo>
                <a:lnTo>
                  <a:pt x="2139" y="19837"/>
                </a:lnTo>
                <a:lnTo>
                  <a:pt x="1897" y="19333"/>
                </a:lnTo>
                <a:lnTo>
                  <a:pt x="1675" y="18808"/>
                </a:lnTo>
                <a:lnTo>
                  <a:pt x="1453" y="18303"/>
                </a:lnTo>
                <a:lnTo>
                  <a:pt x="1251" y="17779"/>
                </a:lnTo>
                <a:lnTo>
                  <a:pt x="1070" y="17254"/>
                </a:lnTo>
                <a:lnTo>
                  <a:pt x="888" y="16729"/>
                </a:lnTo>
                <a:lnTo>
                  <a:pt x="727" y="16205"/>
                </a:lnTo>
                <a:lnTo>
                  <a:pt x="585" y="15680"/>
                </a:lnTo>
                <a:lnTo>
                  <a:pt x="464" y="15095"/>
                </a:lnTo>
                <a:lnTo>
                  <a:pt x="343" y="14530"/>
                </a:lnTo>
                <a:lnTo>
                  <a:pt x="262" y="13965"/>
                </a:lnTo>
                <a:lnTo>
                  <a:pt x="182" y="13400"/>
                </a:lnTo>
                <a:lnTo>
                  <a:pt x="121" y="12835"/>
                </a:lnTo>
                <a:lnTo>
                  <a:pt x="101" y="12270"/>
                </a:lnTo>
                <a:lnTo>
                  <a:pt x="81" y="11725"/>
                </a:lnTo>
                <a:lnTo>
                  <a:pt x="81" y="11160"/>
                </a:lnTo>
                <a:lnTo>
                  <a:pt x="101" y="10615"/>
                </a:lnTo>
                <a:lnTo>
                  <a:pt x="141" y="10070"/>
                </a:lnTo>
                <a:lnTo>
                  <a:pt x="202" y="9525"/>
                </a:lnTo>
                <a:lnTo>
                  <a:pt x="283" y="9000"/>
                </a:lnTo>
                <a:lnTo>
                  <a:pt x="383" y="8476"/>
                </a:lnTo>
                <a:lnTo>
                  <a:pt x="505" y="7951"/>
                </a:lnTo>
                <a:lnTo>
                  <a:pt x="646" y="7447"/>
                </a:lnTo>
                <a:lnTo>
                  <a:pt x="787" y="6942"/>
                </a:lnTo>
                <a:lnTo>
                  <a:pt x="1049" y="6236"/>
                </a:lnTo>
                <a:lnTo>
                  <a:pt x="1352" y="5570"/>
                </a:lnTo>
                <a:lnTo>
                  <a:pt x="1695" y="4924"/>
                </a:lnTo>
                <a:lnTo>
                  <a:pt x="2079" y="4298"/>
                </a:lnTo>
                <a:lnTo>
                  <a:pt x="2482" y="3693"/>
                </a:lnTo>
                <a:lnTo>
                  <a:pt x="2946" y="3128"/>
                </a:lnTo>
                <a:lnTo>
                  <a:pt x="3188" y="2866"/>
                </a:lnTo>
                <a:lnTo>
                  <a:pt x="3431" y="2603"/>
                </a:lnTo>
                <a:lnTo>
                  <a:pt x="3673" y="2361"/>
                </a:lnTo>
                <a:lnTo>
                  <a:pt x="3935" y="2119"/>
                </a:lnTo>
                <a:lnTo>
                  <a:pt x="4218" y="1877"/>
                </a:lnTo>
                <a:lnTo>
                  <a:pt x="4520" y="1655"/>
                </a:lnTo>
                <a:lnTo>
                  <a:pt x="4803" y="1433"/>
                </a:lnTo>
                <a:lnTo>
                  <a:pt x="5106" y="1231"/>
                </a:lnTo>
                <a:lnTo>
                  <a:pt x="5408" y="1049"/>
                </a:lnTo>
                <a:lnTo>
                  <a:pt x="5731" y="888"/>
                </a:lnTo>
                <a:lnTo>
                  <a:pt x="6034" y="727"/>
                </a:lnTo>
                <a:lnTo>
                  <a:pt x="6337" y="605"/>
                </a:lnTo>
                <a:lnTo>
                  <a:pt x="6659" y="484"/>
                </a:lnTo>
                <a:lnTo>
                  <a:pt x="6982" y="363"/>
                </a:lnTo>
                <a:lnTo>
                  <a:pt x="7305" y="283"/>
                </a:lnTo>
                <a:lnTo>
                  <a:pt x="7628" y="202"/>
                </a:lnTo>
                <a:lnTo>
                  <a:pt x="7951" y="162"/>
                </a:lnTo>
                <a:lnTo>
                  <a:pt x="8274" y="121"/>
                </a:lnTo>
                <a:lnTo>
                  <a:pt x="8597" y="81"/>
                </a:lnTo>
                <a:close/>
                <a:moveTo>
                  <a:pt x="8698" y="0"/>
                </a:moveTo>
                <a:lnTo>
                  <a:pt x="8355" y="20"/>
                </a:lnTo>
                <a:lnTo>
                  <a:pt x="8032" y="61"/>
                </a:lnTo>
                <a:lnTo>
                  <a:pt x="7689" y="121"/>
                </a:lnTo>
                <a:lnTo>
                  <a:pt x="7366" y="182"/>
                </a:lnTo>
                <a:lnTo>
                  <a:pt x="7023" y="283"/>
                </a:lnTo>
                <a:lnTo>
                  <a:pt x="6700" y="383"/>
                </a:lnTo>
                <a:lnTo>
                  <a:pt x="6377" y="505"/>
                </a:lnTo>
                <a:lnTo>
                  <a:pt x="6054" y="646"/>
                </a:lnTo>
                <a:lnTo>
                  <a:pt x="5731" y="787"/>
                </a:lnTo>
                <a:lnTo>
                  <a:pt x="5408" y="969"/>
                </a:lnTo>
                <a:lnTo>
                  <a:pt x="5085" y="1150"/>
                </a:lnTo>
                <a:lnTo>
                  <a:pt x="4783" y="1352"/>
                </a:lnTo>
                <a:lnTo>
                  <a:pt x="4480" y="1574"/>
                </a:lnTo>
                <a:lnTo>
                  <a:pt x="4177" y="1816"/>
                </a:lnTo>
                <a:lnTo>
                  <a:pt x="3895" y="2058"/>
                </a:lnTo>
                <a:lnTo>
                  <a:pt x="3632" y="2301"/>
                </a:lnTo>
                <a:lnTo>
                  <a:pt x="3370" y="2543"/>
                </a:lnTo>
                <a:lnTo>
                  <a:pt x="3128" y="2805"/>
                </a:lnTo>
                <a:lnTo>
                  <a:pt x="2886" y="3088"/>
                </a:lnTo>
                <a:lnTo>
                  <a:pt x="2422" y="3653"/>
                </a:lnTo>
                <a:lnTo>
                  <a:pt x="1998" y="4258"/>
                </a:lnTo>
                <a:lnTo>
                  <a:pt x="1614" y="4884"/>
                </a:lnTo>
                <a:lnTo>
                  <a:pt x="1271" y="5529"/>
                </a:lnTo>
                <a:lnTo>
                  <a:pt x="969" y="6216"/>
                </a:lnTo>
                <a:lnTo>
                  <a:pt x="848" y="6559"/>
                </a:lnTo>
                <a:lnTo>
                  <a:pt x="727" y="6902"/>
                </a:lnTo>
                <a:lnTo>
                  <a:pt x="565" y="7406"/>
                </a:lnTo>
                <a:lnTo>
                  <a:pt x="424" y="7931"/>
                </a:lnTo>
                <a:lnTo>
                  <a:pt x="303" y="8456"/>
                </a:lnTo>
                <a:lnTo>
                  <a:pt x="202" y="8980"/>
                </a:lnTo>
                <a:lnTo>
                  <a:pt x="121" y="9525"/>
                </a:lnTo>
                <a:lnTo>
                  <a:pt x="61" y="10070"/>
                </a:lnTo>
                <a:lnTo>
                  <a:pt x="20" y="10615"/>
                </a:lnTo>
                <a:lnTo>
                  <a:pt x="0" y="11160"/>
                </a:lnTo>
                <a:lnTo>
                  <a:pt x="0" y="11725"/>
                </a:lnTo>
                <a:lnTo>
                  <a:pt x="20" y="12270"/>
                </a:lnTo>
                <a:lnTo>
                  <a:pt x="40" y="12835"/>
                </a:lnTo>
                <a:lnTo>
                  <a:pt x="101" y="13400"/>
                </a:lnTo>
                <a:lnTo>
                  <a:pt x="182" y="13965"/>
                </a:lnTo>
                <a:lnTo>
                  <a:pt x="262" y="14550"/>
                </a:lnTo>
                <a:lnTo>
                  <a:pt x="383" y="15115"/>
                </a:lnTo>
                <a:lnTo>
                  <a:pt x="525" y="15700"/>
                </a:lnTo>
                <a:lnTo>
                  <a:pt x="666" y="16225"/>
                </a:lnTo>
                <a:lnTo>
                  <a:pt x="807" y="16750"/>
                </a:lnTo>
                <a:lnTo>
                  <a:pt x="989" y="17274"/>
                </a:lnTo>
                <a:lnTo>
                  <a:pt x="1170" y="17799"/>
                </a:lnTo>
                <a:lnTo>
                  <a:pt x="1372" y="18324"/>
                </a:lnTo>
                <a:lnTo>
                  <a:pt x="1594" y="18848"/>
                </a:lnTo>
                <a:lnTo>
                  <a:pt x="1816" y="19353"/>
                </a:lnTo>
                <a:lnTo>
                  <a:pt x="2058" y="19877"/>
                </a:lnTo>
                <a:lnTo>
                  <a:pt x="2321" y="20382"/>
                </a:lnTo>
                <a:lnTo>
                  <a:pt x="2603" y="20866"/>
                </a:lnTo>
                <a:lnTo>
                  <a:pt x="2886" y="21371"/>
                </a:lnTo>
                <a:lnTo>
                  <a:pt x="3188" y="21855"/>
                </a:lnTo>
                <a:lnTo>
                  <a:pt x="3511" y="22339"/>
                </a:lnTo>
                <a:lnTo>
                  <a:pt x="3834" y="22804"/>
                </a:lnTo>
                <a:lnTo>
                  <a:pt x="4177" y="23268"/>
                </a:lnTo>
                <a:lnTo>
                  <a:pt x="4520" y="23732"/>
                </a:lnTo>
                <a:lnTo>
                  <a:pt x="4964" y="24236"/>
                </a:lnTo>
                <a:lnTo>
                  <a:pt x="5206" y="24519"/>
                </a:lnTo>
                <a:lnTo>
                  <a:pt x="5489" y="24822"/>
                </a:lnTo>
                <a:lnTo>
                  <a:pt x="5792" y="25104"/>
                </a:lnTo>
                <a:lnTo>
                  <a:pt x="6115" y="25407"/>
                </a:lnTo>
                <a:lnTo>
                  <a:pt x="6458" y="25689"/>
                </a:lnTo>
                <a:lnTo>
                  <a:pt x="6821" y="25972"/>
                </a:lnTo>
                <a:lnTo>
                  <a:pt x="7204" y="26254"/>
                </a:lnTo>
                <a:lnTo>
                  <a:pt x="7608" y="26497"/>
                </a:lnTo>
                <a:lnTo>
                  <a:pt x="8032" y="26718"/>
                </a:lnTo>
                <a:lnTo>
                  <a:pt x="8455" y="26900"/>
                </a:lnTo>
                <a:lnTo>
                  <a:pt x="8920" y="27062"/>
                </a:lnTo>
                <a:lnTo>
                  <a:pt x="9364" y="27183"/>
                </a:lnTo>
                <a:lnTo>
                  <a:pt x="9606" y="27223"/>
                </a:lnTo>
                <a:lnTo>
                  <a:pt x="9848" y="27263"/>
                </a:lnTo>
                <a:lnTo>
                  <a:pt x="10090" y="27284"/>
                </a:lnTo>
                <a:lnTo>
                  <a:pt x="10695" y="27284"/>
                </a:lnTo>
                <a:lnTo>
                  <a:pt x="11079" y="27223"/>
                </a:lnTo>
                <a:lnTo>
                  <a:pt x="11462" y="27142"/>
                </a:lnTo>
                <a:lnTo>
                  <a:pt x="11846" y="27021"/>
                </a:lnTo>
                <a:lnTo>
                  <a:pt x="12229" y="26880"/>
                </a:lnTo>
                <a:lnTo>
                  <a:pt x="12613" y="26678"/>
                </a:lnTo>
                <a:lnTo>
                  <a:pt x="12996" y="26436"/>
                </a:lnTo>
                <a:lnTo>
                  <a:pt x="13400" y="26153"/>
                </a:lnTo>
                <a:lnTo>
                  <a:pt x="13783" y="25831"/>
                </a:lnTo>
                <a:lnTo>
                  <a:pt x="14146" y="25488"/>
                </a:lnTo>
                <a:lnTo>
                  <a:pt x="14489" y="25124"/>
                </a:lnTo>
                <a:lnTo>
                  <a:pt x="14792" y="24721"/>
                </a:lnTo>
                <a:lnTo>
                  <a:pt x="15095" y="24317"/>
                </a:lnTo>
                <a:lnTo>
                  <a:pt x="15357" y="23913"/>
                </a:lnTo>
                <a:lnTo>
                  <a:pt x="15599" y="23490"/>
                </a:lnTo>
                <a:lnTo>
                  <a:pt x="15821" y="23046"/>
                </a:lnTo>
                <a:lnTo>
                  <a:pt x="16023" y="22602"/>
                </a:lnTo>
                <a:lnTo>
                  <a:pt x="16205" y="22158"/>
                </a:lnTo>
                <a:lnTo>
                  <a:pt x="16366" y="21714"/>
                </a:lnTo>
                <a:lnTo>
                  <a:pt x="16527" y="21270"/>
                </a:lnTo>
                <a:lnTo>
                  <a:pt x="16790" y="20382"/>
                </a:lnTo>
                <a:lnTo>
                  <a:pt x="17012" y="19534"/>
                </a:lnTo>
                <a:lnTo>
                  <a:pt x="17173" y="18868"/>
                </a:lnTo>
                <a:lnTo>
                  <a:pt x="17315" y="18223"/>
                </a:lnTo>
                <a:lnTo>
                  <a:pt x="17436" y="17597"/>
                </a:lnTo>
                <a:lnTo>
                  <a:pt x="17537" y="16951"/>
                </a:lnTo>
                <a:lnTo>
                  <a:pt x="17637" y="16346"/>
                </a:lnTo>
                <a:lnTo>
                  <a:pt x="17718" y="15720"/>
                </a:lnTo>
                <a:lnTo>
                  <a:pt x="17799" y="15115"/>
                </a:lnTo>
                <a:lnTo>
                  <a:pt x="17839" y="14530"/>
                </a:lnTo>
                <a:lnTo>
                  <a:pt x="17880" y="13924"/>
                </a:lnTo>
                <a:lnTo>
                  <a:pt x="17900" y="13339"/>
                </a:lnTo>
                <a:lnTo>
                  <a:pt x="17920" y="12774"/>
                </a:lnTo>
                <a:lnTo>
                  <a:pt x="17920" y="12189"/>
                </a:lnTo>
                <a:lnTo>
                  <a:pt x="17900" y="11624"/>
                </a:lnTo>
                <a:lnTo>
                  <a:pt x="17859" y="11059"/>
                </a:lnTo>
                <a:lnTo>
                  <a:pt x="17819" y="10514"/>
                </a:lnTo>
                <a:lnTo>
                  <a:pt x="17758" y="9969"/>
                </a:lnTo>
                <a:lnTo>
                  <a:pt x="17678" y="9465"/>
                </a:lnTo>
                <a:lnTo>
                  <a:pt x="17597" y="8980"/>
                </a:lnTo>
                <a:lnTo>
                  <a:pt x="17516" y="8496"/>
                </a:lnTo>
                <a:lnTo>
                  <a:pt x="17395" y="8032"/>
                </a:lnTo>
                <a:lnTo>
                  <a:pt x="17294" y="7568"/>
                </a:lnTo>
                <a:lnTo>
                  <a:pt x="17153" y="7124"/>
                </a:lnTo>
                <a:lnTo>
                  <a:pt x="17012" y="6700"/>
                </a:lnTo>
                <a:lnTo>
                  <a:pt x="16850" y="6276"/>
                </a:lnTo>
                <a:lnTo>
                  <a:pt x="16689" y="5852"/>
                </a:lnTo>
                <a:lnTo>
                  <a:pt x="16507" y="5449"/>
                </a:lnTo>
                <a:lnTo>
                  <a:pt x="16326" y="5065"/>
                </a:lnTo>
                <a:lnTo>
                  <a:pt x="16124" y="4682"/>
                </a:lnTo>
                <a:lnTo>
                  <a:pt x="15922" y="4319"/>
                </a:lnTo>
                <a:lnTo>
                  <a:pt x="15700" y="3976"/>
                </a:lnTo>
                <a:lnTo>
                  <a:pt x="15458" y="3632"/>
                </a:lnTo>
                <a:lnTo>
                  <a:pt x="15216" y="3310"/>
                </a:lnTo>
                <a:lnTo>
                  <a:pt x="14913" y="2926"/>
                </a:lnTo>
                <a:lnTo>
                  <a:pt x="14590" y="2583"/>
                </a:lnTo>
                <a:lnTo>
                  <a:pt x="14247" y="2240"/>
                </a:lnTo>
                <a:lnTo>
                  <a:pt x="13904" y="1937"/>
                </a:lnTo>
                <a:lnTo>
                  <a:pt x="13541" y="1635"/>
                </a:lnTo>
                <a:lnTo>
                  <a:pt x="13157" y="1372"/>
                </a:lnTo>
                <a:lnTo>
                  <a:pt x="12774" y="1130"/>
                </a:lnTo>
                <a:lnTo>
                  <a:pt x="12391" y="908"/>
                </a:lnTo>
                <a:lnTo>
                  <a:pt x="11987" y="706"/>
                </a:lnTo>
                <a:lnTo>
                  <a:pt x="11583" y="525"/>
                </a:lnTo>
                <a:lnTo>
                  <a:pt x="11160" y="363"/>
                </a:lnTo>
                <a:lnTo>
                  <a:pt x="10736" y="242"/>
                </a:lnTo>
                <a:lnTo>
                  <a:pt x="10312" y="141"/>
                </a:lnTo>
                <a:lnTo>
                  <a:pt x="9888" y="61"/>
                </a:lnTo>
                <a:lnTo>
                  <a:pt x="9464" y="20"/>
                </a:lnTo>
                <a:lnTo>
                  <a:pt x="9041" y="0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77" name="Google Shape;2277;p28"/>
          <p:cNvSpPr/>
          <p:nvPr/>
        </p:nvSpPr>
        <p:spPr>
          <a:xfrm flipH="1">
            <a:off x="8697009" y="2165582"/>
            <a:ext cx="560808" cy="1296383"/>
          </a:xfrm>
          <a:custGeom>
            <a:rect b="b" l="l" r="r" t="t"/>
            <a:pathLst>
              <a:path extrusionOk="0" h="23188" w="10031">
                <a:moveTo>
                  <a:pt x="4703" y="61"/>
                </a:moveTo>
                <a:lnTo>
                  <a:pt x="4985" y="81"/>
                </a:lnTo>
                <a:lnTo>
                  <a:pt x="5268" y="122"/>
                </a:lnTo>
                <a:lnTo>
                  <a:pt x="5550" y="202"/>
                </a:lnTo>
                <a:lnTo>
                  <a:pt x="5833" y="303"/>
                </a:lnTo>
                <a:lnTo>
                  <a:pt x="6075" y="424"/>
                </a:lnTo>
                <a:lnTo>
                  <a:pt x="6297" y="566"/>
                </a:lnTo>
                <a:lnTo>
                  <a:pt x="6519" y="707"/>
                </a:lnTo>
                <a:lnTo>
                  <a:pt x="6741" y="868"/>
                </a:lnTo>
                <a:lnTo>
                  <a:pt x="6963" y="1070"/>
                </a:lnTo>
                <a:lnTo>
                  <a:pt x="7165" y="1272"/>
                </a:lnTo>
                <a:lnTo>
                  <a:pt x="7366" y="1494"/>
                </a:lnTo>
                <a:lnTo>
                  <a:pt x="7548" y="1736"/>
                </a:lnTo>
                <a:lnTo>
                  <a:pt x="7730" y="1999"/>
                </a:lnTo>
                <a:lnTo>
                  <a:pt x="7911" y="2281"/>
                </a:lnTo>
                <a:lnTo>
                  <a:pt x="8073" y="2584"/>
                </a:lnTo>
                <a:lnTo>
                  <a:pt x="8234" y="2907"/>
                </a:lnTo>
                <a:lnTo>
                  <a:pt x="8396" y="3230"/>
                </a:lnTo>
                <a:lnTo>
                  <a:pt x="8537" y="3593"/>
                </a:lnTo>
                <a:lnTo>
                  <a:pt x="8678" y="3976"/>
                </a:lnTo>
                <a:lnTo>
                  <a:pt x="8819" y="4380"/>
                </a:lnTo>
                <a:lnTo>
                  <a:pt x="9082" y="5207"/>
                </a:lnTo>
                <a:lnTo>
                  <a:pt x="9304" y="6075"/>
                </a:lnTo>
                <a:lnTo>
                  <a:pt x="9505" y="6922"/>
                </a:lnTo>
                <a:lnTo>
                  <a:pt x="9647" y="7790"/>
                </a:lnTo>
                <a:lnTo>
                  <a:pt x="9788" y="8678"/>
                </a:lnTo>
                <a:lnTo>
                  <a:pt x="9869" y="9546"/>
                </a:lnTo>
                <a:lnTo>
                  <a:pt x="9929" y="10434"/>
                </a:lnTo>
                <a:lnTo>
                  <a:pt x="9949" y="11302"/>
                </a:lnTo>
                <a:lnTo>
                  <a:pt x="9949" y="12189"/>
                </a:lnTo>
                <a:lnTo>
                  <a:pt x="9909" y="13077"/>
                </a:lnTo>
                <a:lnTo>
                  <a:pt x="9828" y="13945"/>
                </a:lnTo>
                <a:lnTo>
                  <a:pt x="9727" y="14833"/>
                </a:lnTo>
                <a:lnTo>
                  <a:pt x="9586" y="15701"/>
                </a:lnTo>
                <a:lnTo>
                  <a:pt x="9405" y="16569"/>
                </a:lnTo>
                <a:lnTo>
                  <a:pt x="9203" y="17416"/>
                </a:lnTo>
                <a:lnTo>
                  <a:pt x="8961" y="18264"/>
                </a:lnTo>
                <a:lnTo>
                  <a:pt x="8799" y="18768"/>
                </a:lnTo>
                <a:lnTo>
                  <a:pt x="8618" y="19293"/>
                </a:lnTo>
                <a:lnTo>
                  <a:pt x="8396" y="19838"/>
                </a:lnTo>
                <a:lnTo>
                  <a:pt x="8133" y="20362"/>
                </a:lnTo>
                <a:lnTo>
                  <a:pt x="7992" y="20625"/>
                </a:lnTo>
                <a:lnTo>
                  <a:pt x="7831" y="20867"/>
                </a:lnTo>
                <a:lnTo>
                  <a:pt x="7669" y="21129"/>
                </a:lnTo>
                <a:lnTo>
                  <a:pt x="7487" y="21371"/>
                </a:lnTo>
                <a:lnTo>
                  <a:pt x="7286" y="21593"/>
                </a:lnTo>
                <a:lnTo>
                  <a:pt x="7084" y="21815"/>
                </a:lnTo>
                <a:lnTo>
                  <a:pt x="6862" y="22037"/>
                </a:lnTo>
                <a:lnTo>
                  <a:pt x="6620" y="22239"/>
                </a:lnTo>
                <a:lnTo>
                  <a:pt x="6398" y="22401"/>
                </a:lnTo>
                <a:lnTo>
                  <a:pt x="6196" y="22542"/>
                </a:lnTo>
                <a:lnTo>
                  <a:pt x="5974" y="22663"/>
                </a:lnTo>
                <a:lnTo>
                  <a:pt x="5772" y="22764"/>
                </a:lnTo>
                <a:lnTo>
                  <a:pt x="5550" y="22865"/>
                </a:lnTo>
                <a:lnTo>
                  <a:pt x="5348" y="22945"/>
                </a:lnTo>
                <a:lnTo>
                  <a:pt x="5147" y="23006"/>
                </a:lnTo>
                <a:lnTo>
                  <a:pt x="4945" y="23046"/>
                </a:lnTo>
                <a:lnTo>
                  <a:pt x="4743" y="23087"/>
                </a:lnTo>
                <a:lnTo>
                  <a:pt x="4541" y="23107"/>
                </a:lnTo>
                <a:lnTo>
                  <a:pt x="4339" y="23107"/>
                </a:lnTo>
                <a:lnTo>
                  <a:pt x="4138" y="23087"/>
                </a:lnTo>
                <a:lnTo>
                  <a:pt x="3936" y="23046"/>
                </a:lnTo>
                <a:lnTo>
                  <a:pt x="3754" y="23006"/>
                </a:lnTo>
                <a:lnTo>
                  <a:pt x="3552" y="22925"/>
                </a:lnTo>
                <a:lnTo>
                  <a:pt x="3351" y="22845"/>
                </a:lnTo>
                <a:lnTo>
                  <a:pt x="3169" y="22764"/>
                </a:lnTo>
                <a:lnTo>
                  <a:pt x="2987" y="22643"/>
                </a:lnTo>
                <a:lnTo>
                  <a:pt x="2806" y="22522"/>
                </a:lnTo>
                <a:lnTo>
                  <a:pt x="2644" y="22380"/>
                </a:lnTo>
                <a:lnTo>
                  <a:pt x="2321" y="22078"/>
                </a:lnTo>
                <a:lnTo>
                  <a:pt x="1999" y="21714"/>
                </a:lnTo>
                <a:lnTo>
                  <a:pt x="1716" y="21331"/>
                </a:lnTo>
                <a:lnTo>
                  <a:pt x="1454" y="20927"/>
                </a:lnTo>
                <a:lnTo>
                  <a:pt x="1211" y="20483"/>
                </a:lnTo>
                <a:lnTo>
                  <a:pt x="990" y="20019"/>
                </a:lnTo>
                <a:lnTo>
                  <a:pt x="788" y="19535"/>
                </a:lnTo>
                <a:lnTo>
                  <a:pt x="626" y="19051"/>
                </a:lnTo>
                <a:lnTo>
                  <a:pt x="465" y="18566"/>
                </a:lnTo>
                <a:lnTo>
                  <a:pt x="344" y="18082"/>
                </a:lnTo>
                <a:lnTo>
                  <a:pt x="243" y="17598"/>
                </a:lnTo>
                <a:lnTo>
                  <a:pt x="162" y="17134"/>
                </a:lnTo>
                <a:lnTo>
                  <a:pt x="122" y="16690"/>
                </a:lnTo>
                <a:lnTo>
                  <a:pt x="102" y="16286"/>
                </a:lnTo>
                <a:lnTo>
                  <a:pt x="81" y="15600"/>
                </a:lnTo>
                <a:lnTo>
                  <a:pt x="81" y="14934"/>
                </a:lnTo>
                <a:lnTo>
                  <a:pt x="102" y="14268"/>
                </a:lnTo>
                <a:lnTo>
                  <a:pt x="142" y="13582"/>
                </a:lnTo>
                <a:lnTo>
                  <a:pt x="182" y="12916"/>
                </a:lnTo>
                <a:lnTo>
                  <a:pt x="243" y="12250"/>
                </a:lnTo>
                <a:lnTo>
                  <a:pt x="404" y="10918"/>
                </a:lnTo>
                <a:lnTo>
                  <a:pt x="586" y="9586"/>
                </a:lnTo>
                <a:lnTo>
                  <a:pt x="788" y="8254"/>
                </a:lnTo>
                <a:lnTo>
                  <a:pt x="1252" y="5631"/>
                </a:lnTo>
                <a:lnTo>
                  <a:pt x="1454" y="4622"/>
                </a:lnTo>
                <a:lnTo>
                  <a:pt x="1555" y="4117"/>
                </a:lnTo>
                <a:lnTo>
                  <a:pt x="1676" y="3613"/>
                </a:lnTo>
                <a:lnTo>
                  <a:pt x="1837" y="3108"/>
                </a:lnTo>
                <a:lnTo>
                  <a:pt x="1999" y="2604"/>
                </a:lnTo>
                <a:lnTo>
                  <a:pt x="2200" y="2140"/>
                </a:lnTo>
                <a:lnTo>
                  <a:pt x="2442" y="1655"/>
                </a:lnTo>
                <a:lnTo>
                  <a:pt x="2584" y="1393"/>
                </a:lnTo>
                <a:lnTo>
                  <a:pt x="2745" y="1151"/>
                </a:lnTo>
                <a:lnTo>
                  <a:pt x="2927" y="949"/>
                </a:lnTo>
                <a:lnTo>
                  <a:pt x="3108" y="747"/>
                </a:lnTo>
                <a:lnTo>
                  <a:pt x="3290" y="586"/>
                </a:lnTo>
                <a:lnTo>
                  <a:pt x="3472" y="445"/>
                </a:lnTo>
                <a:lnTo>
                  <a:pt x="3673" y="324"/>
                </a:lnTo>
                <a:lnTo>
                  <a:pt x="3875" y="223"/>
                </a:lnTo>
                <a:lnTo>
                  <a:pt x="4077" y="162"/>
                </a:lnTo>
                <a:lnTo>
                  <a:pt x="4279" y="102"/>
                </a:lnTo>
                <a:lnTo>
                  <a:pt x="4481" y="81"/>
                </a:lnTo>
                <a:lnTo>
                  <a:pt x="4703" y="61"/>
                </a:lnTo>
                <a:close/>
                <a:moveTo>
                  <a:pt x="4561" y="1"/>
                </a:moveTo>
                <a:lnTo>
                  <a:pt x="4319" y="21"/>
                </a:lnTo>
                <a:lnTo>
                  <a:pt x="4077" y="61"/>
                </a:lnTo>
                <a:lnTo>
                  <a:pt x="3855" y="142"/>
                </a:lnTo>
                <a:lnTo>
                  <a:pt x="3633" y="243"/>
                </a:lnTo>
                <a:lnTo>
                  <a:pt x="3431" y="364"/>
                </a:lnTo>
                <a:lnTo>
                  <a:pt x="3229" y="525"/>
                </a:lnTo>
                <a:lnTo>
                  <a:pt x="3048" y="687"/>
                </a:lnTo>
                <a:lnTo>
                  <a:pt x="2866" y="889"/>
                </a:lnTo>
                <a:lnTo>
                  <a:pt x="2685" y="1111"/>
                </a:lnTo>
                <a:lnTo>
                  <a:pt x="2523" y="1353"/>
                </a:lnTo>
                <a:lnTo>
                  <a:pt x="2362" y="1615"/>
                </a:lnTo>
                <a:lnTo>
                  <a:pt x="2120" y="2099"/>
                </a:lnTo>
                <a:lnTo>
                  <a:pt x="1918" y="2584"/>
                </a:lnTo>
                <a:lnTo>
                  <a:pt x="1756" y="3068"/>
                </a:lnTo>
                <a:lnTo>
                  <a:pt x="1615" y="3573"/>
                </a:lnTo>
                <a:lnTo>
                  <a:pt x="1474" y="4097"/>
                </a:lnTo>
                <a:lnTo>
                  <a:pt x="1373" y="4602"/>
                </a:lnTo>
                <a:lnTo>
                  <a:pt x="1171" y="5631"/>
                </a:lnTo>
                <a:lnTo>
                  <a:pt x="707" y="8254"/>
                </a:lnTo>
                <a:lnTo>
                  <a:pt x="505" y="9566"/>
                </a:lnTo>
                <a:lnTo>
                  <a:pt x="324" y="10898"/>
                </a:lnTo>
                <a:lnTo>
                  <a:pt x="162" y="12250"/>
                </a:lnTo>
                <a:lnTo>
                  <a:pt x="102" y="12916"/>
                </a:lnTo>
                <a:lnTo>
                  <a:pt x="61" y="13582"/>
                </a:lnTo>
                <a:lnTo>
                  <a:pt x="21" y="14268"/>
                </a:lnTo>
                <a:lnTo>
                  <a:pt x="1" y="14934"/>
                </a:lnTo>
                <a:lnTo>
                  <a:pt x="1" y="15600"/>
                </a:lnTo>
                <a:lnTo>
                  <a:pt x="21" y="16286"/>
                </a:lnTo>
                <a:lnTo>
                  <a:pt x="41" y="16710"/>
                </a:lnTo>
                <a:lnTo>
                  <a:pt x="81" y="17154"/>
                </a:lnTo>
                <a:lnTo>
                  <a:pt x="162" y="17618"/>
                </a:lnTo>
                <a:lnTo>
                  <a:pt x="263" y="18102"/>
                </a:lnTo>
                <a:lnTo>
                  <a:pt x="404" y="18587"/>
                </a:lnTo>
                <a:lnTo>
                  <a:pt x="546" y="19071"/>
                </a:lnTo>
                <a:lnTo>
                  <a:pt x="727" y="19575"/>
                </a:lnTo>
                <a:lnTo>
                  <a:pt x="929" y="20060"/>
                </a:lnTo>
                <a:lnTo>
                  <a:pt x="1151" y="20524"/>
                </a:lnTo>
                <a:lnTo>
                  <a:pt x="1393" y="20968"/>
                </a:lnTo>
                <a:lnTo>
                  <a:pt x="1655" y="21392"/>
                </a:lnTo>
                <a:lnTo>
                  <a:pt x="1958" y="21775"/>
                </a:lnTo>
                <a:lnTo>
                  <a:pt x="2261" y="22138"/>
                </a:lnTo>
                <a:lnTo>
                  <a:pt x="2604" y="22461"/>
                </a:lnTo>
                <a:lnTo>
                  <a:pt x="2765" y="22582"/>
                </a:lnTo>
                <a:lnTo>
                  <a:pt x="2947" y="22723"/>
                </a:lnTo>
                <a:lnTo>
                  <a:pt x="3129" y="22824"/>
                </a:lnTo>
                <a:lnTo>
                  <a:pt x="3330" y="22925"/>
                </a:lnTo>
                <a:lnTo>
                  <a:pt x="3593" y="23046"/>
                </a:lnTo>
                <a:lnTo>
                  <a:pt x="3875" y="23127"/>
                </a:lnTo>
                <a:lnTo>
                  <a:pt x="4158" y="23167"/>
                </a:lnTo>
                <a:lnTo>
                  <a:pt x="4460" y="23188"/>
                </a:lnTo>
                <a:lnTo>
                  <a:pt x="4723" y="23167"/>
                </a:lnTo>
                <a:lnTo>
                  <a:pt x="4985" y="23127"/>
                </a:lnTo>
                <a:lnTo>
                  <a:pt x="5268" y="23067"/>
                </a:lnTo>
                <a:lnTo>
                  <a:pt x="5550" y="22966"/>
                </a:lnTo>
                <a:lnTo>
                  <a:pt x="5813" y="22845"/>
                </a:lnTo>
                <a:lnTo>
                  <a:pt x="6095" y="22683"/>
                </a:lnTo>
                <a:lnTo>
                  <a:pt x="6378" y="22501"/>
                </a:lnTo>
                <a:lnTo>
                  <a:pt x="6680" y="22300"/>
                </a:lnTo>
                <a:lnTo>
                  <a:pt x="6922" y="22098"/>
                </a:lnTo>
                <a:lnTo>
                  <a:pt x="7144" y="21876"/>
                </a:lnTo>
                <a:lnTo>
                  <a:pt x="7346" y="21654"/>
                </a:lnTo>
                <a:lnTo>
                  <a:pt x="7548" y="21412"/>
                </a:lnTo>
                <a:lnTo>
                  <a:pt x="7730" y="21170"/>
                </a:lnTo>
                <a:lnTo>
                  <a:pt x="7911" y="20927"/>
                </a:lnTo>
                <a:lnTo>
                  <a:pt x="8053" y="20665"/>
                </a:lnTo>
                <a:lnTo>
                  <a:pt x="8214" y="20403"/>
                </a:lnTo>
                <a:lnTo>
                  <a:pt x="8476" y="19878"/>
                </a:lnTo>
                <a:lnTo>
                  <a:pt x="8698" y="19333"/>
                </a:lnTo>
                <a:lnTo>
                  <a:pt x="8880" y="18809"/>
                </a:lnTo>
                <a:lnTo>
                  <a:pt x="9041" y="18284"/>
                </a:lnTo>
                <a:lnTo>
                  <a:pt x="9283" y="17436"/>
                </a:lnTo>
                <a:lnTo>
                  <a:pt x="9485" y="16589"/>
                </a:lnTo>
                <a:lnTo>
                  <a:pt x="9667" y="15721"/>
                </a:lnTo>
                <a:lnTo>
                  <a:pt x="9808" y="14833"/>
                </a:lnTo>
                <a:lnTo>
                  <a:pt x="9909" y="13965"/>
                </a:lnTo>
                <a:lnTo>
                  <a:pt x="9990" y="13077"/>
                </a:lnTo>
                <a:lnTo>
                  <a:pt x="10030" y="12189"/>
                </a:lnTo>
                <a:lnTo>
                  <a:pt x="10030" y="11302"/>
                </a:lnTo>
                <a:lnTo>
                  <a:pt x="10010" y="10434"/>
                </a:lnTo>
                <a:lnTo>
                  <a:pt x="9949" y="9546"/>
                </a:lnTo>
                <a:lnTo>
                  <a:pt x="9869" y="8658"/>
                </a:lnTo>
                <a:lnTo>
                  <a:pt x="9727" y="7790"/>
                </a:lnTo>
                <a:lnTo>
                  <a:pt x="9566" y="6902"/>
                </a:lnTo>
                <a:lnTo>
                  <a:pt x="9384" y="6055"/>
                </a:lnTo>
                <a:lnTo>
                  <a:pt x="9162" y="5187"/>
                </a:lnTo>
                <a:lnTo>
                  <a:pt x="8900" y="4339"/>
                </a:lnTo>
                <a:lnTo>
                  <a:pt x="8759" y="3936"/>
                </a:lnTo>
                <a:lnTo>
                  <a:pt x="8618" y="3552"/>
                </a:lnTo>
                <a:lnTo>
                  <a:pt x="8476" y="3209"/>
                </a:lnTo>
                <a:lnTo>
                  <a:pt x="8315" y="2866"/>
                </a:lnTo>
                <a:lnTo>
                  <a:pt x="8153" y="2523"/>
                </a:lnTo>
                <a:lnTo>
                  <a:pt x="7972" y="2220"/>
                </a:lnTo>
                <a:lnTo>
                  <a:pt x="7790" y="1938"/>
                </a:lnTo>
                <a:lnTo>
                  <a:pt x="7609" y="1676"/>
                </a:lnTo>
                <a:lnTo>
                  <a:pt x="7407" y="1433"/>
                </a:lnTo>
                <a:lnTo>
                  <a:pt x="7225" y="1211"/>
                </a:lnTo>
                <a:lnTo>
                  <a:pt x="7003" y="990"/>
                </a:lnTo>
                <a:lnTo>
                  <a:pt x="6801" y="808"/>
                </a:lnTo>
                <a:lnTo>
                  <a:pt x="6579" y="646"/>
                </a:lnTo>
                <a:lnTo>
                  <a:pt x="6337" y="485"/>
                </a:lnTo>
                <a:lnTo>
                  <a:pt x="6095" y="344"/>
                </a:lnTo>
                <a:lnTo>
                  <a:pt x="5853" y="243"/>
                </a:lnTo>
                <a:lnTo>
                  <a:pt x="5591" y="142"/>
                </a:lnTo>
                <a:lnTo>
                  <a:pt x="5328" y="61"/>
                </a:lnTo>
                <a:lnTo>
                  <a:pt x="5066" y="21"/>
                </a:lnTo>
                <a:lnTo>
                  <a:pt x="4824" y="1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78" name="Google Shape;2278;p28"/>
          <p:cNvSpPr/>
          <p:nvPr/>
        </p:nvSpPr>
        <p:spPr>
          <a:xfrm flipH="1">
            <a:off x="8639628" y="3345848"/>
            <a:ext cx="100466" cy="100466"/>
          </a:xfrm>
          <a:custGeom>
            <a:rect b="b" l="l" r="r" t="t"/>
            <a:pathLst>
              <a:path extrusionOk="0" h="1797" w="1797">
                <a:moveTo>
                  <a:pt x="908" y="0"/>
                </a:moveTo>
                <a:lnTo>
                  <a:pt x="727" y="20"/>
                </a:lnTo>
                <a:lnTo>
                  <a:pt x="545" y="61"/>
                </a:lnTo>
                <a:lnTo>
                  <a:pt x="404" y="162"/>
                </a:lnTo>
                <a:lnTo>
                  <a:pt x="263" y="262"/>
                </a:lnTo>
                <a:lnTo>
                  <a:pt x="162" y="404"/>
                </a:lnTo>
                <a:lnTo>
                  <a:pt x="81" y="545"/>
                </a:lnTo>
                <a:lnTo>
                  <a:pt x="21" y="727"/>
                </a:lnTo>
                <a:lnTo>
                  <a:pt x="0" y="908"/>
                </a:lnTo>
                <a:lnTo>
                  <a:pt x="21" y="1090"/>
                </a:lnTo>
                <a:lnTo>
                  <a:pt x="81" y="1251"/>
                </a:lnTo>
                <a:lnTo>
                  <a:pt x="162" y="1413"/>
                </a:lnTo>
                <a:lnTo>
                  <a:pt x="263" y="1534"/>
                </a:lnTo>
                <a:lnTo>
                  <a:pt x="404" y="1655"/>
                </a:lnTo>
                <a:lnTo>
                  <a:pt x="545" y="1736"/>
                </a:lnTo>
                <a:lnTo>
                  <a:pt x="727" y="1776"/>
                </a:lnTo>
                <a:lnTo>
                  <a:pt x="908" y="1796"/>
                </a:lnTo>
                <a:lnTo>
                  <a:pt x="1090" y="1776"/>
                </a:lnTo>
                <a:lnTo>
                  <a:pt x="1252" y="1736"/>
                </a:lnTo>
                <a:lnTo>
                  <a:pt x="1413" y="1655"/>
                </a:lnTo>
                <a:lnTo>
                  <a:pt x="1534" y="1534"/>
                </a:lnTo>
                <a:lnTo>
                  <a:pt x="1655" y="1413"/>
                </a:lnTo>
                <a:lnTo>
                  <a:pt x="1736" y="1251"/>
                </a:lnTo>
                <a:lnTo>
                  <a:pt x="1776" y="1090"/>
                </a:lnTo>
                <a:lnTo>
                  <a:pt x="1796" y="908"/>
                </a:lnTo>
                <a:lnTo>
                  <a:pt x="1776" y="727"/>
                </a:lnTo>
                <a:lnTo>
                  <a:pt x="1736" y="545"/>
                </a:lnTo>
                <a:lnTo>
                  <a:pt x="1655" y="404"/>
                </a:lnTo>
                <a:lnTo>
                  <a:pt x="1534" y="262"/>
                </a:lnTo>
                <a:lnTo>
                  <a:pt x="1413" y="162"/>
                </a:lnTo>
                <a:lnTo>
                  <a:pt x="1252" y="61"/>
                </a:lnTo>
                <a:lnTo>
                  <a:pt x="1090" y="20"/>
                </a:lnTo>
                <a:lnTo>
                  <a:pt x="908" y="0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79" name="Google Shape;2279;p28"/>
          <p:cNvSpPr/>
          <p:nvPr/>
        </p:nvSpPr>
        <p:spPr>
          <a:xfrm flipH="1">
            <a:off x="8944428" y="2136173"/>
            <a:ext cx="100466" cy="100466"/>
          </a:xfrm>
          <a:custGeom>
            <a:rect b="b" l="l" r="r" t="t"/>
            <a:pathLst>
              <a:path extrusionOk="0" h="1797" w="1797">
                <a:moveTo>
                  <a:pt x="908" y="0"/>
                </a:moveTo>
                <a:lnTo>
                  <a:pt x="727" y="20"/>
                </a:lnTo>
                <a:lnTo>
                  <a:pt x="545" y="61"/>
                </a:lnTo>
                <a:lnTo>
                  <a:pt x="404" y="162"/>
                </a:lnTo>
                <a:lnTo>
                  <a:pt x="263" y="262"/>
                </a:lnTo>
                <a:lnTo>
                  <a:pt x="162" y="404"/>
                </a:lnTo>
                <a:lnTo>
                  <a:pt x="81" y="545"/>
                </a:lnTo>
                <a:lnTo>
                  <a:pt x="21" y="727"/>
                </a:lnTo>
                <a:lnTo>
                  <a:pt x="0" y="908"/>
                </a:lnTo>
                <a:lnTo>
                  <a:pt x="21" y="1090"/>
                </a:lnTo>
                <a:lnTo>
                  <a:pt x="81" y="1251"/>
                </a:lnTo>
                <a:lnTo>
                  <a:pt x="162" y="1413"/>
                </a:lnTo>
                <a:lnTo>
                  <a:pt x="263" y="1534"/>
                </a:lnTo>
                <a:lnTo>
                  <a:pt x="404" y="1655"/>
                </a:lnTo>
                <a:lnTo>
                  <a:pt x="545" y="1736"/>
                </a:lnTo>
                <a:lnTo>
                  <a:pt x="727" y="1776"/>
                </a:lnTo>
                <a:lnTo>
                  <a:pt x="908" y="1796"/>
                </a:lnTo>
                <a:lnTo>
                  <a:pt x="1090" y="1776"/>
                </a:lnTo>
                <a:lnTo>
                  <a:pt x="1252" y="1736"/>
                </a:lnTo>
                <a:lnTo>
                  <a:pt x="1413" y="1655"/>
                </a:lnTo>
                <a:lnTo>
                  <a:pt x="1534" y="1534"/>
                </a:lnTo>
                <a:lnTo>
                  <a:pt x="1655" y="1413"/>
                </a:lnTo>
                <a:lnTo>
                  <a:pt x="1736" y="1251"/>
                </a:lnTo>
                <a:lnTo>
                  <a:pt x="1776" y="1090"/>
                </a:lnTo>
                <a:lnTo>
                  <a:pt x="1796" y="908"/>
                </a:lnTo>
                <a:lnTo>
                  <a:pt x="1776" y="727"/>
                </a:lnTo>
                <a:lnTo>
                  <a:pt x="1736" y="545"/>
                </a:lnTo>
                <a:lnTo>
                  <a:pt x="1655" y="404"/>
                </a:lnTo>
                <a:lnTo>
                  <a:pt x="1534" y="262"/>
                </a:lnTo>
                <a:lnTo>
                  <a:pt x="1413" y="162"/>
                </a:lnTo>
                <a:lnTo>
                  <a:pt x="1252" y="61"/>
                </a:lnTo>
                <a:lnTo>
                  <a:pt x="1090" y="20"/>
                </a:lnTo>
                <a:lnTo>
                  <a:pt x="908" y="0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2280" name="Google Shape;2280;p28"/>
          <p:cNvGrpSpPr/>
          <p:nvPr/>
        </p:nvGrpSpPr>
        <p:grpSpPr>
          <a:xfrm>
            <a:off x="114483" y="4712891"/>
            <a:ext cx="1202833" cy="365416"/>
            <a:chOff x="114483" y="4665266"/>
            <a:chExt cx="1202833" cy="365416"/>
          </a:xfrm>
        </p:grpSpPr>
        <p:sp>
          <p:nvSpPr>
            <p:cNvPr id="2281" name="Google Shape;2281;p28"/>
            <p:cNvSpPr/>
            <p:nvPr/>
          </p:nvSpPr>
          <p:spPr>
            <a:xfrm>
              <a:off x="606426" y="4665266"/>
              <a:ext cx="54205" cy="50406"/>
            </a:xfrm>
            <a:custGeom>
              <a:rect b="b" l="l" r="r" t="t"/>
              <a:pathLst>
                <a:path extrusionOk="0" h="1327" w="1427">
                  <a:moveTo>
                    <a:pt x="723" y="1"/>
                  </a:moveTo>
                  <a:lnTo>
                    <a:pt x="1" y="684"/>
                  </a:lnTo>
                  <a:lnTo>
                    <a:pt x="221" y="784"/>
                  </a:lnTo>
                  <a:lnTo>
                    <a:pt x="322" y="824"/>
                  </a:lnTo>
                  <a:lnTo>
                    <a:pt x="422" y="884"/>
                  </a:lnTo>
                  <a:lnTo>
                    <a:pt x="502" y="1005"/>
                  </a:lnTo>
                  <a:lnTo>
                    <a:pt x="583" y="1105"/>
                  </a:lnTo>
                  <a:lnTo>
                    <a:pt x="723" y="1326"/>
                  </a:lnTo>
                  <a:lnTo>
                    <a:pt x="1426" y="643"/>
                  </a:lnTo>
                  <a:lnTo>
                    <a:pt x="723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82" name="Google Shape;2282;p28"/>
            <p:cNvSpPr/>
            <p:nvPr/>
          </p:nvSpPr>
          <p:spPr>
            <a:xfrm>
              <a:off x="773446" y="4665266"/>
              <a:ext cx="50406" cy="48887"/>
            </a:xfrm>
            <a:custGeom>
              <a:rect b="b" l="l" r="r" t="t"/>
              <a:pathLst>
                <a:path extrusionOk="0" h="1287" w="1327">
                  <a:moveTo>
                    <a:pt x="664" y="1"/>
                  </a:moveTo>
                  <a:lnTo>
                    <a:pt x="1" y="664"/>
                  </a:lnTo>
                  <a:lnTo>
                    <a:pt x="664" y="1286"/>
                  </a:lnTo>
                  <a:lnTo>
                    <a:pt x="1326" y="623"/>
                  </a:lnTo>
                  <a:lnTo>
                    <a:pt x="664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83" name="Google Shape;2283;p28"/>
            <p:cNvSpPr/>
            <p:nvPr/>
          </p:nvSpPr>
          <p:spPr>
            <a:xfrm>
              <a:off x="607946" y="4820890"/>
              <a:ext cx="54205" cy="51888"/>
            </a:xfrm>
            <a:custGeom>
              <a:rect b="b" l="l" r="r" t="t"/>
              <a:pathLst>
                <a:path extrusionOk="0" h="1366" w="1427">
                  <a:moveTo>
                    <a:pt x="703" y="0"/>
                  </a:moveTo>
                  <a:lnTo>
                    <a:pt x="1" y="643"/>
                  </a:lnTo>
                  <a:lnTo>
                    <a:pt x="744" y="1366"/>
                  </a:lnTo>
                  <a:lnTo>
                    <a:pt x="784" y="1225"/>
                  </a:lnTo>
                  <a:lnTo>
                    <a:pt x="844" y="1125"/>
                  </a:lnTo>
                  <a:lnTo>
                    <a:pt x="924" y="1024"/>
                  </a:lnTo>
                  <a:lnTo>
                    <a:pt x="1005" y="944"/>
                  </a:lnTo>
                  <a:lnTo>
                    <a:pt x="1105" y="864"/>
                  </a:lnTo>
                  <a:lnTo>
                    <a:pt x="1205" y="803"/>
                  </a:lnTo>
                  <a:lnTo>
                    <a:pt x="1426" y="683"/>
                  </a:lnTo>
                  <a:lnTo>
                    <a:pt x="1346" y="582"/>
                  </a:lnTo>
                  <a:lnTo>
                    <a:pt x="1266" y="522"/>
                  </a:lnTo>
                  <a:lnTo>
                    <a:pt x="1045" y="402"/>
                  </a:lnTo>
                  <a:lnTo>
                    <a:pt x="964" y="342"/>
                  </a:lnTo>
                  <a:lnTo>
                    <a:pt x="884" y="281"/>
                  </a:lnTo>
                  <a:lnTo>
                    <a:pt x="824" y="181"/>
                  </a:lnTo>
                  <a:lnTo>
                    <a:pt x="804" y="40"/>
                  </a:lnTo>
                  <a:lnTo>
                    <a:pt x="784" y="20"/>
                  </a:lnTo>
                  <a:lnTo>
                    <a:pt x="744" y="20"/>
                  </a:lnTo>
                  <a:lnTo>
                    <a:pt x="70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84" name="Google Shape;2284;p28"/>
            <p:cNvSpPr/>
            <p:nvPr/>
          </p:nvSpPr>
          <p:spPr>
            <a:xfrm>
              <a:off x="771167" y="4820130"/>
              <a:ext cx="54205" cy="54167"/>
            </a:xfrm>
            <a:custGeom>
              <a:rect b="b" l="l" r="r" t="t"/>
              <a:pathLst>
                <a:path extrusionOk="0" h="1426" w="1427">
                  <a:moveTo>
                    <a:pt x="724" y="0"/>
                  </a:moveTo>
                  <a:lnTo>
                    <a:pt x="1" y="703"/>
                  </a:lnTo>
                  <a:lnTo>
                    <a:pt x="121" y="743"/>
                  </a:lnTo>
                  <a:lnTo>
                    <a:pt x="242" y="823"/>
                  </a:lnTo>
                  <a:lnTo>
                    <a:pt x="342" y="884"/>
                  </a:lnTo>
                  <a:lnTo>
                    <a:pt x="422" y="984"/>
                  </a:lnTo>
                  <a:lnTo>
                    <a:pt x="603" y="1185"/>
                  </a:lnTo>
                  <a:lnTo>
                    <a:pt x="744" y="1426"/>
                  </a:lnTo>
                  <a:lnTo>
                    <a:pt x="844" y="1165"/>
                  </a:lnTo>
                  <a:lnTo>
                    <a:pt x="904" y="1064"/>
                  </a:lnTo>
                  <a:lnTo>
                    <a:pt x="964" y="984"/>
                  </a:lnTo>
                  <a:lnTo>
                    <a:pt x="1065" y="904"/>
                  </a:lnTo>
                  <a:lnTo>
                    <a:pt x="1185" y="823"/>
                  </a:lnTo>
                  <a:lnTo>
                    <a:pt x="1426" y="683"/>
                  </a:lnTo>
                  <a:lnTo>
                    <a:pt x="724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85" name="Google Shape;2285;p28"/>
            <p:cNvSpPr/>
            <p:nvPr/>
          </p:nvSpPr>
          <p:spPr>
            <a:xfrm>
              <a:off x="937428" y="4820890"/>
              <a:ext cx="51166" cy="47329"/>
            </a:xfrm>
            <a:custGeom>
              <a:rect b="b" l="l" r="r" t="t"/>
              <a:pathLst>
                <a:path extrusionOk="0" h="1246" w="1347">
                  <a:moveTo>
                    <a:pt x="664" y="0"/>
                  </a:moveTo>
                  <a:lnTo>
                    <a:pt x="1" y="663"/>
                  </a:lnTo>
                  <a:lnTo>
                    <a:pt x="664" y="1245"/>
                  </a:lnTo>
                  <a:lnTo>
                    <a:pt x="1346" y="663"/>
                  </a:lnTo>
                  <a:lnTo>
                    <a:pt x="664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86" name="Google Shape;2286;p28"/>
            <p:cNvSpPr/>
            <p:nvPr/>
          </p:nvSpPr>
          <p:spPr>
            <a:xfrm>
              <a:off x="600311" y="4971881"/>
              <a:ext cx="64119" cy="55724"/>
            </a:xfrm>
            <a:custGeom>
              <a:rect b="b" l="l" r="r" t="t"/>
              <a:pathLst>
                <a:path extrusionOk="0" h="1467" w="1688">
                  <a:moveTo>
                    <a:pt x="864" y="1"/>
                  </a:moveTo>
                  <a:lnTo>
                    <a:pt x="764" y="262"/>
                  </a:lnTo>
                  <a:lnTo>
                    <a:pt x="704" y="362"/>
                  </a:lnTo>
                  <a:lnTo>
                    <a:pt x="643" y="463"/>
                  </a:lnTo>
                  <a:lnTo>
                    <a:pt x="523" y="543"/>
                  </a:lnTo>
                  <a:lnTo>
                    <a:pt x="382" y="623"/>
                  </a:lnTo>
                  <a:lnTo>
                    <a:pt x="1" y="844"/>
                  </a:lnTo>
                  <a:lnTo>
                    <a:pt x="162" y="864"/>
                  </a:lnTo>
                  <a:lnTo>
                    <a:pt x="302" y="904"/>
                  </a:lnTo>
                  <a:lnTo>
                    <a:pt x="423" y="965"/>
                  </a:lnTo>
                  <a:lnTo>
                    <a:pt x="543" y="1025"/>
                  </a:lnTo>
                  <a:lnTo>
                    <a:pt x="623" y="1085"/>
                  </a:lnTo>
                  <a:lnTo>
                    <a:pt x="704" y="1186"/>
                  </a:lnTo>
                  <a:lnTo>
                    <a:pt x="744" y="1286"/>
                  </a:lnTo>
                  <a:lnTo>
                    <a:pt x="784" y="1406"/>
                  </a:lnTo>
                  <a:lnTo>
                    <a:pt x="804" y="1427"/>
                  </a:lnTo>
                  <a:lnTo>
                    <a:pt x="864" y="1447"/>
                  </a:lnTo>
                  <a:lnTo>
                    <a:pt x="985" y="1467"/>
                  </a:lnTo>
                  <a:lnTo>
                    <a:pt x="1045" y="1286"/>
                  </a:lnTo>
                  <a:lnTo>
                    <a:pt x="1065" y="1206"/>
                  </a:lnTo>
                  <a:lnTo>
                    <a:pt x="1105" y="1145"/>
                  </a:lnTo>
                  <a:lnTo>
                    <a:pt x="1246" y="1045"/>
                  </a:lnTo>
                  <a:lnTo>
                    <a:pt x="1386" y="945"/>
                  </a:lnTo>
                  <a:lnTo>
                    <a:pt x="1688" y="744"/>
                  </a:lnTo>
                  <a:lnTo>
                    <a:pt x="1547" y="684"/>
                  </a:lnTo>
                  <a:lnTo>
                    <a:pt x="1427" y="623"/>
                  </a:lnTo>
                  <a:lnTo>
                    <a:pt x="1306" y="543"/>
                  </a:lnTo>
                  <a:lnTo>
                    <a:pt x="1206" y="463"/>
                  </a:lnTo>
                  <a:lnTo>
                    <a:pt x="1105" y="362"/>
                  </a:lnTo>
                  <a:lnTo>
                    <a:pt x="1025" y="262"/>
                  </a:lnTo>
                  <a:lnTo>
                    <a:pt x="864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87" name="Google Shape;2287;p28"/>
            <p:cNvSpPr/>
            <p:nvPr/>
          </p:nvSpPr>
          <p:spPr>
            <a:xfrm>
              <a:off x="772687" y="4976477"/>
              <a:ext cx="53445" cy="50368"/>
            </a:xfrm>
            <a:custGeom>
              <a:rect b="b" l="l" r="r" t="t"/>
              <a:pathLst>
                <a:path extrusionOk="0" h="1326" w="1407">
                  <a:moveTo>
                    <a:pt x="684" y="0"/>
                  </a:moveTo>
                  <a:lnTo>
                    <a:pt x="1" y="663"/>
                  </a:lnTo>
                  <a:lnTo>
                    <a:pt x="724" y="1326"/>
                  </a:lnTo>
                  <a:lnTo>
                    <a:pt x="764" y="1225"/>
                  </a:lnTo>
                  <a:lnTo>
                    <a:pt x="824" y="1105"/>
                  </a:lnTo>
                  <a:lnTo>
                    <a:pt x="904" y="1024"/>
                  </a:lnTo>
                  <a:lnTo>
                    <a:pt x="985" y="944"/>
                  </a:lnTo>
                  <a:lnTo>
                    <a:pt x="1186" y="804"/>
                  </a:lnTo>
                  <a:lnTo>
                    <a:pt x="1406" y="683"/>
                  </a:lnTo>
                  <a:lnTo>
                    <a:pt x="1326" y="583"/>
                  </a:lnTo>
                  <a:lnTo>
                    <a:pt x="1246" y="522"/>
                  </a:lnTo>
                  <a:lnTo>
                    <a:pt x="1045" y="402"/>
                  </a:lnTo>
                  <a:lnTo>
                    <a:pt x="945" y="342"/>
                  </a:lnTo>
                  <a:lnTo>
                    <a:pt x="864" y="261"/>
                  </a:lnTo>
                  <a:lnTo>
                    <a:pt x="804" y="161"/>
                  </a:lnTo>
                  <a:lnTo>
                    <a:pt x="784" y="41"/>
                  </a:lnTo>
                  <a:lnTo>
                    <a:pt x="764" y="20"/>
                  </a:lnTo>
                  <a:lnTo>
                    <a:pt x="724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88" name="Google Shape;2288;p28"/>
            <p:cNvSpPr/>
            <p:nvPr/>
          </p:nvSpPr>
          <p:spPr>
            <a:xfrm>
              <a:off x="937428" y="4977236"/>
              <a:ext cx="51166" cy="48089"/>
            </a:xfrm>
            <a:custGeom>
              <a:rect b="b" l="l" r="r" t="t"/>
              <a:pathLst>
                <a:path extrusionOk="0" h="1266" w="1347">
                  <a:moveTo>
                    <a:pt x="664" y="0"/>
                  </a:moveTo>
                  <a:lnTo>
                    <a:pt x="1" y="623"/>
                  </a:lnTo>
                  <a:lnTo>
                    <a:pt x="684" y="1265"/>
                  </a:lnTo>
                  <a:lnTo>
                    <a:pt x="1346" y="603"/>
                  </a:lnTo>
                  <a:lnTo>
                    <a:pt x="664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89" name="Google Shape;2289;p28"/>
            <p:cNvSpPr/>
            <p:nvPr/>
          </p:nvSpPr>
          <p:spPr>
            <a:xfrm>
              <a:off x="938225" y="4666063"/>
              <a:ext cx="50368" cy="46532"/>
            </a:xfrm>
            <a:custGeom>
              <a:rect b="b" l="l" r="r" t="t"/>
              <a:pathLst>
                <a:path extrusionOk="0" h="1225" w="1326">
                  <a:moveTo>
                    <a:pt x="643" y="0"/>
                  </a:moveTo>
                  <a:lnTo>
                    <a:pt x="0" y="622"/>
                  </a:lnTo>
                  <a:lnTo>
                    <a:pt x="643" y="1225"/>
                  </a:lnTo>
                  <a:lnTo>
                    <a:pt x="1325" y="643"/>
                  </a:lnTo>
                  <a:lnTo>
                    <a:pt x="64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90" name="Google Shape;2290;p28"/>
            <p:cNvSpPr/>
            <p:nvPr/>
          </p:nvSpPr>
          <p:spPr>
            <a:xfrm>
              <a:off x="1102207" y="4668342"/>
              <a:ext cx="49608" cy="44253"/>
            </a:xfrm>
            <a:custGeom>
              <a:rect b="b" l="l" r="r" t="t"/>
              <a:pathLst>
                <a:path extrusionOk="0" h="1165" w="1306">
                  <a:moveTo>
                    <a:pt x="663" y="0"/>
                  </a:moveTo>
                  <a:lnTo>
                    <a:pt x="0" y="562"/>
                  </a:lnTo>
                  <a:lnTo>
                    <a:pt x="643" y="1165"/>
                  </a:lnTo>
                  <a:lnTo>
                    <a:pt x="1305" y="583"/>
                  </a:lnTo>
                  <a:lnTo>
                    <a:pt x="66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91" name="Google Shape;2291;p28"/>
            <p:cNvSpPr/>
            <p:nvPr/>
          </p:nvSpPr>
          <p:spPr>
            <a:xfrm>
              <a:off x="444724" y="4666063"/>
              <a:ext cx="53445" cy="54167"/>
            </a:xfrm>
            <a:custGeom>
              <a:rect b="b" l="l" r="r" t="t"/>
              <a:pathLst>
                <a:path extrusionOk="0" h="1426" w="1407">
                  <a:moveTo>
                    <a:pt x="683" y="0"/>
                  </a:moveTo>
                  <a:lnTo>
                    <a:pt x="1" y="622"/>
                  </a:lnTo>
                  <a:lnTo>
                    <a:pt x="804" y="1426"/>
                  </a:lnTo>
                  <a:lnTo>
                    <a:pt x="804" y="1265"/>
                  </a:lnTo>
                  <a:lnTo>
                    <a:pt x="824" y="1145"/>
                  </a:lnTo>
                  <a:lnTo>
                    <a:pt x="864" y="1024"/>
                  </a:lnTo>
                  <a:lnTo>
                    <a:pt x="904" y="944"/>
                  </a:lnTo>
                  <a:lnTo>
                    <a:pt x="985" y="884"/>
                  </a:lnTo>
                  <a:lnTo>
                    <a:pt x="1065" y="823"/>
                  </a:lnTo>
                  <a:lnTo>
                    <a:pt x="1165" y="783"/>
                  </a:lnTo>
                  <a:lnTo>
                    <a:pt x="1286" y="763"/>
                  </a:lnTo>
                  <a:lnTo>
                    <a:pt x="1326" y="743"/>
                  </a:lnTo>
                  <a:lnTo>
                    <a:pt x="1366" y="703"/>
                  </a:lnTo>
                  <a:lnTo>
                    <a:pt x="1386" y="683"/>
                  </a:lnTo>
                  <a:lnTo>
                    <a:pt x="1406" y="643"/>
                  </a:lnTo>
                  <a:lnTo>
                    <a:pt x="1386" y="602"/>
                  </a:lnTo>
                  <a:lnTo>
                    <a:pt x="1366" y="562"/>
                  </a:lnTo>
                  <a:lnTo>
                    <a:pt x="1306" y="502"/>
                  </a:lnTo>
                  <a:lnTo>
                    <a:pt x="1145" y="442"/>
                  </a:lnTo>
                  <a:lnTo>
                    <a:pt x="985" y="361"/>
                  </a:lnTo>
                  <a:lnTo>
                    <a:pt x="924" y="321"/>
                  </a:lnTo>
                  <a:lnTo>
                    <a:pt x="864" y="261"/>
                  </a:lnTo>
                  <a:lnTo>
                    <a:pt x="824" y="181"/>
                  </a:lnTo>
                  <a:lnTo>
                    <a:pt x="804" y="80"/>
                  </a:lnTo>
                  <a:lnTo>
                    <a:pt x="784" y="40"/>
                  </a:lnTo>
                  <a:lnTo>
                    <a:pt x="744" y="20"/>
                  </a:lnTo>
                  <a:lnTo>
                    <a:pt x="68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92" name="Google Shape;2292;p28"/>
            <p:cNvSpPr/>
            <p:nvPr/>
          </p:nvSpPr>
          <p:spPr>
            <a:xfrm>
              <a:off x="444724" y="4820890"/>
              <a:ext cx="52685" cy="49608"/>
            </a:xfrm>
            <a:custGeom>
              <a:rect b="b" l="l" r="r" t="t"/>
              <a:pathLst>
                <a:path extrusionOk="0" h="1306" w="1387">
                  <a:moveTo>
                    <a:pt x="663" y="0"/>
                  </a:moveTo>
                  <a:lnTo>
                    <a:pt x="583" y="60"/>
                  </a:lnTo>
                  <a:lnTo>
                    <a:pt x="523" y="141"/>
                  </a:lnTo>
                  <a:lnTo>
                    <a:pt x="422" y="301"/>
                  </a:lnTo>
                  <a:lnTo>
                    <a:pt x="342" y="382"/>
                  </a:lnTo>
                  <a:lnTo>
                    <a:pt x="262" y="462"/>
                  </a:lnTo>
                  <a:lnTo>
                    <a:pt x="161" y="522"/>
                  </a:lnTo>
                  <a:lnTo>
                    <a:pt x="41" y="542"/>
                  </a:lnTo>
                  <a:lnTo>
                    <a:pt x="21" y="562"/>
                  </a:lnTo>
                  <a:lnTo>
                    <a:pt x="21" y="603"/>
                  </a:lnTo>
                  <a:lnTo>
                    <a:pt x="1" y="643"/>
                  </a:lnTo>
                  <a:lnTo>
                    <a:pt x="663" y="1305"/>
                  </a:lnTo>
                  <a:lnTo>
                    <a:pt x="1386" y="663"/>
                  </a:lnTo>
                  <a:lnTo>
                    <a:pt x="66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93" name="Google Shape;2293;p28"/>
            <p:cNvSpPr/>
            <p:nvPr/>
          </p:nvSpPr>
          <p:spPr>
            <a:xfrm>
              <a:off x="1101447" y="4823169"/>
              <a:ext cx="51128" cy="45050"/>
            </a:xfrm>
            <a:custGeom>
              <a:rect b="b" l="l" r="r" t="t"/>
              <a:pathLst>
                <a:path extrusionOk="0" h="1186" w="1346">
                  <a:moveTo>
                    <a:pt x="663" y="0"/>
                  </a:moveTo>
                  <a:lnTo>
                    <a:pt x="0" y="583"/>
                  </a:lnTo>
                  <a:lnTo>
                    <a:pt x="663" y="1185"/>
                  </a:lnTo>
                  <a:lnTo>
                    <a:pt x="1345" y="603"/>
                  </a:lnTo>
                  <a:lnTo>
                    <a:pt x="66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94" name="Google Shape;2294;p28"/>
            <p:cNvSpPr/>
            <p:nvPr/>
          </p:nvSpPr>
          <p:spPr>
            <a:xfrm>
              <a:off x="1100649" y="4978756"/>
              <a:ext cx="51925" cy="46570"/>
            </a:xfrm>
            <a:custGeom>
              <a:rect b="b" l="l" r="r" t="t"/>
              <a:pathLst>
                <a:path extrusionOk="0" h="1226" w="1367">
                  <a:moveTo>
                    <a:pt x="704" y="1"/>
                  </a:moveTo>
                  <a:lnTo>
                    <a:pt x="1" y="583"/>
                  </a:lnTo>
                  <a:lnTo>
                    <a:pt x="704" y="1225"/>
                  </a:lnTo>
                  <a:lnTo>
                    <a:pt x="1366" y="583"/>
                  </a:lnTo>
                  <a:lnTo>
                    <a:pt x="704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95" name="Google Shape;2295;p28"/>
            <p:cNvSpPr/>
            <p:nvPr/>
          </p:nvSpPr>
          <p:spPr>
            <a:xfrm>
              <a:off x="443965" y="4975717"/>
              <a:ext cx="53445" cy="54964"/>
            </a:xfrm>
            <a:custGeom>
              <a:rect b="b" l="l" r="r" t="t"/>
              <a:pathLst>
                <a:path extrusionOk="0" h="1447" w="1407">
                  <a:moveTo>
                    <a:pt x="683" y="0"/>
                  </a:moveTo>
                  <a:lnTo>
                    <a:pt x="603" y="81"/>
                  </a:lnTo>
                  <a:lnTo>
                    <a:pt x="543" y="161"/>
                  </a:lnTo>
                  <a:lnTo>
                    <a:pt x="422" y="342"/>
                  </a:lnTo>
                  <a:lnTo>
                    <a:pt x="362" y="422"/>
                  </a:lnTo>
                  <a:lnTo>
                    <a:pt x="262" y="482"/>
                  </a:lnTo>
                  <a:lnTo>
                    <a:pt x="161" y="542"/>
                  </a:lnTo>
                  <a:lnTo>
                    <a:pt x="41" y="563"/>
                  </a:lnTo>
                  <a:lnTo>
                    <a:pt x="21" y="583"/>
                  </a:lnTo>
                  <a:lnTo>
                    <a:pt x="21" y="643"/>
                  </a:lnTo>
                  <a:lnTo>
                    <a:pt x="1" y="763"/>
                  </a:lnTo>
                  <a:lnTo>
                    <a:pt x="221" y="864"/>
                  </a:lnTo>
                  <a:lnTo>
                    <a:pt x="322" y="904"/>
                  </a:lnTo>
                  <a:lnTo>
                    <a:pt x="422" y="964"/>
                  </a:lnTo>
                  <a:lnTo>
                    <a:pt x="503" y="1085"/>
                  </a:lnTo>
                  <a:lnTo>
                    <a:pt x="563" y="1185"/>
                  </a:lnTo>
                  <a:lnTo>
                    <a:pt x="703" y="1446"/>
                  </a:lnTo>
                  <a:lnTo>
                    <a:pt x="1406" y="683"/>
                  </a:lnTo>
                  <a:lnTo>
                    <a:pt x="68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96" name="Google Shape;2296;p28"/>
            <p:cNvSpPr/>
            <p:nvPr/>
          </p:nvSpPr>
          <p:spPr>
            <a:xfrm>
              <a:off x="279983" y="4967322"/>
              <a:ext cx="57243" cy="60282"/>
            </a:xfrm>
            <a:custGeom>
              <a:rect b="b" l="l" r="r" t="t"/>
              <a:pathLst>
                <a:path extrusionOk="0" h="1587" w="1507">
                  <a:moveTo>
                    <a:pt x="683" y="0"/>
                  </a:moveTo>
                  <a:lnTo>
                    <a:pt x="563" y="302"/>
                  </a:lnTo>
                  <a:lnTo>
                    <a:pt x="502" y="422"/>
                  </a:lnTo>
                  <a:lnTo>
                    <a:pt x="422" y="522"/>
                  </a:lnTo>
                  <a:lnTo>
                    <a:pt x="342" y="623"/>
                  </a:lnTo>
                  <a:lnTo>
                    <a:pt x="262" y="683"/>
                  </a:lnTo>
                  <a:lnTo>
                    <a:pt x="161" y="743"/>
                  </a:lnTo>
                  <a:lnTo>
                    <a:pt x="41" y="784"/>
                  </a:lnTo>
                  <a:lnTo>
                    <a:pt x="21" y="804"/>
                  </a:lnTo>
                  <a:lnTo>
                    <a:pt x="0" y="844"/>
                  </a:lnTo>
                  <a:lnTo>
                    <a:pt x="0" y="904"/>
                  </a:lnTo>
                  <a:lnTo>
                    <a:pt x="764" y="1587"/>
                  </a:lnTo>
                  <a:lnTo>
                    <a:pt x="824" y="1406"/>
                  </a:lnTo>
                  <a:lnTo>
                    <a:pt x="864" y="1306"/>
                  </a:lnTo>
                  <a:lnTo>
                    <a:pt x="904" y="1245"/>
                  </a:lnTo>
                  <a:lnTo>
                    <a:pt x="1045" y="1165"/>
                  </a:lnTo>
                  <a:lnTo>
                    <a:pt x="1185" y="1065"/>
                  </a:lnTo>
                  <a:lnTo>
                    <a:pt x="1506" y="884"/>
                  </a:lnTo>
                  <a:lnTo>
                    <a:pt x="1225" y="743"/>
                  </a:lnTo>
                  <a:lnTo>
                    <a:pt x="1105" y="663"/>
                  </a:lnTo>
                  <a:lnTo>
                    <a:pt x="1004" y="583"/>
                  </a:lnTo>
                  <a:lnTo>
                    <a:pt x="904" y="482"/>
                  </a:lnTo>
                  <a:lnTo>
                    <a:pt x="824" y="342"/>
                  </a:lnTo>
                  <a:lnTo>
                    <a:pt x="743" y="201"/>
                  </a:lnTo>
                  <a:lnTo>
                    <a:pt x="68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97" name="Google Shape;2297;p28"/>
            <p:cNvSpPr/>
            <p:nvPr/>
          </p:nvSpPr>
          <p:spPr>
            <a:xfrm>
              <a:off x="114483" y="4976477"/>
              <a:ext cx="54926" cy="50368"/>
            </a:xfrm>
            <a:custGeom>
              <a:rect b="b" l="l" r="r" t="t"/>
              <a:pathLst>
                <a:path extrusionOk="0" h="1326" w="1446">
                  <a:moveTo>
                    <a:pt x="703" y="0"/>
                  </a:moveTo>
                  <a:lnTo>
                    <a:pt x="0" y="663"/>
                  </a:lnTo>
                  <a:lnTo>
                    <a:pt x="723" y="1326"/>
                  </a:lnTo>
                  <a:lnTo>
                    <a:pt x="1446" y="663"/>
                  </a:lnTo>
                  <a:lnTo>
                    <a:pt x="70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98" name="Google Shape;2298;p28"/>
            <p:cNvSpPr/>
            <p:nvPr/>
          </p:nvSpPr>
          <p:spPr>
            <a:xfrm>
              <a:off x="278464" y="4822410"/>
              <a:ext cx="56484" cy="48849"/>
            </a:xfrm>
            <a:custGeom>
              <a:rect b="b" l="l" r="r" t="t"/>
              <a:pathLst>
                <a:path extrusionOk="0" h="1286" w="1487">
                  <a:moveTo>
                    <a:pt x="743" y="0"/>
                  </a:moveTo>
                  <a:lnTo>
                    <a:pt x="0" y="623"/>
                  </a:lnTo>
                  <a:lnTo>
                    <a:pt x="783" y="1285"/>
                  </a:lnTo>
                  <a:lnTo>
                    <a:pt x="884" y="1085"/>
                  </a:lnTo>
                  <a:lnTo>
                    <a:pt x="944" y="984"/>
                  </a:lnTo>
                  <a:lnTo>
                    <a:pt x="1004" y="884"/>
                  </a:lnTo>
                  <a:lnTo>
                    <a:pt x="1125" y="824"/>
                  </a:lnTo>
                  <a:lnTo>
                    <a:pt x="1245" y="763"/>
                  </a:lnTo>
                  <a:lnTo>
                    <a:pt x="1486" y="643"/>
                  </a:lnTo>
                  <a:lnTo>
                    <a:pt x="74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99" name="Google Shape;2299;p28"/>
            <p:cNvSpPr/>
            <p:nvPr/>
          </p:nvSpPr>
          <p:spPr>
            <a:xfrm>
              <a:off x="276185" y="4666823"/>
              <a:ext cx="55686" cy="46532"/>
            </a:xfrm>
            <a:custGeom>
              <a:rect b="b" l="l" r="r" t="t"/>
              <a:pathLst>
                <a:path extrusionOk="0" h="1225" w="1466">
                  <a:moveTo>
                    <a:pt x="783" y="0"/>
                  </a:moveTo>
                  <a:lnTo>
                    <a:pt x="0" y="663"/>
                  </a:lnTo>
                  <a:lnTo>
                    <a:pt x="221" y="743"/>
                  </a:lnTo>
                  <a:lnTo>
                    <a:pt x="341" y="783"/>
                  </a:lnTo>
                  <a:lnTo>
                    <a:pt x="422" y="843"/>
                  </a:lnTo>
                  <a:lnTo>
                    <a:pt x="522" y="924"/>
                  </a:lnTo>
                  <a:lnTo>
                    <a:pt x="582" y="1004"/>
                  </a:lnTo>
                  <a:lnTo>
                    <a:pt x="643" y="1084"/>
                  </a:lnTo>
                  <a:lnTo>
                    <a:pt x="703" y="1205"/>
                  </a:lnTo>
                  <a:lnTo>
                    <a:pt x="723" y="1225"/>
                  </a:lnTo>
                  <a:lnTo>
                    <a:pt x="783" y="1225"/>
                  </a:lnTo>
                  <a:lnTo>
                    <a:pt x="1466" y="602"/>
                  </a:lnTo>
                  <a:lnTo>
                    <a:pt x="78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00" name="Google Shape;2300;p28"/>
            <p:cNvSpPr/>
            <p:nvPr/>
          </p:nvSpPr>
          <p:spPr>
            <a:xfrm>
              <a:off x="1263111" y="4980275"/>
              <a:ext cx="54205" cy="44291"/>
            </a:xfrm>
            <a:custGeom>
              <a:rect b="b" l="l" r="r" t="t"/>
              <a:pathLst>
                <a:path extrusionOk="0" h="1166" w="1427">
                  <a:moveTo>
                    <a:pt x="724" y="1"/>
                  </a:moveTo>
                  <a:lnTo>
                    <a:pt x="1" y="603"/>
                  </a:lnTo>
                  <a:lnTo>
                    <a:pt x="242" y="683"/>
                  </a:lnTo>
                  <a:lnTo>
                    <a:pt x="342" y="724"/>
                  </a:lnTo>
                  <a:lnTo>
                    <a:pt x="423" y="784"/>
                  </a:lnTo>
                  <a:lnTo>
                    <a:pt x="503" y="864"/>
                  </a:lnTo>
                  <a:lnTo>
                    <a:pt x="563" y="965"/>
                  </a:lnTo>
                  <a:lnTo>
                    <a:pt x="684" y="1165"/>
                  </a:lnTo>
                  <a:lnTo>
                    <a:pt x="1427" y="543"/>
                  </a:lnTo>
                  <a:lnTo>
                    <a:pt x="724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01" name="Google Shape;2301;p28"/>
            <p:cNvSpPr/>
            <p:nvPr/>
          </p:nvSpPr>
          <p:spPr>
            <a:xfrm>
              <a:off x="1265428" y="4824689"/>
              <a:ext cx="45772" cy="42733"/>
            </a:xfrm>
            <a:custGeom>
              <a:rect b="b" l="l" r="r" t="t"/>
              <a:pathLst>
                <a:path extrusionOk="0" h="1125" w="1205">
                  <a:moveTo>
                    <a:pt x="663" y="1"/>
                  </a:moveTo>
                  <a:lnTo>
                    <a:pt x="0" y="543"/>
                  </a:lnTo>
                  <a:lnTo>
                    <a:pt x="703" y="1125"/>
                  </a:lnTo>
                  <a:lnTo>
                    <a:pt x="1205" y="663"/>
                  </a:lnTo>
                  <a:lnTo>
                    <a:pt x="663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02" name="Google Shape;2302;p28"/>
            <p:cNvSpPr/>
            <p:nvPr/>
          </p:nvSpPr>
          <p:spPr>
            <a:xfrm>
              <a:off x="116002" y="4820130"/>
              <a:ext cx="53407" cy="49608"/>
            </a:xfrm>
            <a:custGeom>
              <a:rect b="b" l="l" r="r" t="t"/>
              <a:pathLst>
                <a:path extrusionOk="0" h="1306" w="1406">
                  <a:moveTo>
                    <a:pt x="663" y="0"/>
                  </a:moveTo>
                  <a:lnTo>
                    <a:pt x="563" y="161"/>
                  </a:lnTo>
                  <a:lnTo>
                    <a:pt x="502" y="261"/>
                  </a:lnTo>
                  <a:lnTo>
                    <a:pt x="422" y="341"/>
                  </a:lnTo>
                  <a:lnTo>
                    <a:pt x="322" y="422"/>
                  </a:lnTo>
                  <a:lnTo>
                    <a:pt x="221" y="502"/>
                  </a:lnTo>
                  <a:lnTo>
                    <a:pt x="0" y="663"/>
                  </a:lnTo>
                  <a:lnTo>
                    <a:pt x="683" y="1305"/>
                  </a:lnTo>
                  <a:lnTo>
                    <a:pt x="1406" y="663"/>
                  </a:lnTo>
                  <a:lnTo>
                    <a:pt x="66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03" name="Google Shape;2303;p28"/>
            <p:cNvSpPr/>
            <p:nvPr/>
          </p:nvSpPr>
          <p:spPr>
            <a:xfrm>
              <a:off x="116762" y="4665266"/>
              <a:ext cx="54964" cy="48089"/>
            </a:xfrm>
            <a:custGeom>
              <a:rect b="b" l="l" r="r" t="t"/>
              <a:pathLst>
                <a:path extrusionOk="0" h="1266" w="1447">
                  <a:moveTo>
                    <a:pt x="683" y="1"/>
                  </a:moveTo>
                  <a:lnTo>
                    <a:pt x="0" y="664"/>
                  </a:lnTo>
                  <a:lnTo>
                    <a:pt x="663" y="1266"/>
                  </a:lnTo>
                  <a:lnTo>
                    <a:pt x="1446" y="603"/>
                  </a:lnTo>
                  <a:lnTo>
                    <a:pt x="1165" y="503"/>
                  </a:lnTo>
                  <a:lnTo>
                    <a:pt x="1065" y="443"/>
                  </a:lnTo>
                  <a:lnTo>
                    <a:pt x="964" y="382"/>
                  </a:lnTo>
                  <a:lnTo>
                    <a:pt x="884" y="282"/>
                  </a:lnTo>
                  <a:lnTo>
                    <a:pt x="804" y="182"/>
                  </a:lnTo>
                  <a:lnTo>
                    <a:pt x="683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04" name="Google Shape;2304;p28"/>
            <p:cNvSpPr/>
            <p:nvPr/>
          </p:nvSpPr>
          <p:spPr>
            <a:xfrm>
              <a:off x="1266188" y="4669102"/>
              <a:ext cx="44253" cy="41214"/>
            </a:xfrm>
            <a:custGeom>
              <a:rect b="b" l="l" r="r" t="t"/>
              <a:pathLst>
                <a:path extrusionOk="0" h="1085" w="1165">
                  <a:moveTo>
                    <a:pt x="643" y="0"/>
                  </a:moveTo>
                  <a:lnTo>
                    <a:pt x="0" y="563"/>
                  </a:lnTo>
                  <a:lnTo>
                    <a:pt x="443" y="911"/>
                  </a:lnTo>
                  <a:lnTo>
                    <a:pt x="443" y="911"/>
                  </a:lnTo>
                  <a:lnTo>
                    <a:pt x="1165" y="462"/>
                  </a:lnTo>
                  <a:lnTo>
                    <a:pt x="643" y="0"/>
                  </a:lnTo>
                  <a:close/>
                  <a:moveTo>
                    <a:pt x="443" y="911"/>
                  </a:moveTo>
                  <a:lnTo>
                    <a:pt x="422" y="924"/>
                  </a:lnTo>
                  <a:lnTo>
                    <a:pt x="663" y="1085"/>
                  </a:lnTo>
                  <a:lnTo>
                    <a:pt x="443" y="91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305" name="Google Shape;2305;p28"/>
          <p:cNvSpPr/>
          <p:nvPr/>
        </p:nvSpPr>
        <p:spPr>
          <a:xfrm flipH="1" rot="-5400000">
            <a:off x="2064746" y="4175744"/>
            <a:ext cx="1001862" cy="1525380"/>
          </a:xfrm>
          <a:custGeom>
            <a:rect b="b" l="l" r="r" t="t"/>
            <a:pathLst>
              <a:path extrusionOk="0" h="27284" w="17920">
                <a:moveTo>
                  <a:pt x="9041" y="81"/>
                </a:moveTo>
                <a:lnTo>
                  <a:pt x="9464" y="101"/>
                </a:lnTo>
                <a:lnTo>
                  <a:pt x="9888" y="141"/>
                </a:lnTo>
                <a:lnTo>
                  <a:pt x="10312" y="222"/>
                </a:lnTo>
                <a:lnTo>
                  <a:pt x="10716" y="323"/>
                </a:lnTo>
                <a:lnTo>
                  <a:pt x="11139" y="444"/>
                </a:lnTo>
                <a:lnTo>
                  <a:pt x="11543" y="605"/>
                </a:lnTo>
                <a:lnTo>
                  <a:pt x="11947" y="767"/>
                </a:lnTo>
                <a:lnTo>
                  <a:pt x="12350" y="969"/>
                </a:lnTo>
                <a:lnTo>
                  <a:pt x="12734" y="1191"/>
                </a:lnTo>
                <a:lnTo>
                  <a:pt x="13117" y="1433"/>
                </a:lnTo>
                <a:lnTo>
                  <a:pt x="13480" y="1715"/>
                </a:lnTo>
                <a:lnTo>
                  <a:pt x="13844" y="1998"/>
                </a:lnTo>
                <a:lnTo>
                  <a:pt x="14187" y="2301"/>
                </a:lnTo>
                <a:lnTo>
                  <a:pt x="14530" y="2644"/>
                </a:lnTo>
                <a:lnTo>
                  <a:pt x="14832" y="2987"/>
                </a:lnTo>
                <a:lnTo>
                  <a:pt x="15155" y="3350"/>
                </a:lnTo>
                <a:lnTo>
                  <a:pt x="15397" y="3673"/>
                </a:lnTo>
                <a:lnTo>
                  <a:pt x="15619" y="4016"/>
                </a:lnTo>
                <a:lnTo>
                  <a:pt x="15841" y="4359"/>
                </a:lnTo>
                <a:lnTo>
                  <a:pt x="16063" y="4722"/>
                </a:lnTo>
                <a:lnTo>
                  <a:pt x="16265" y="5106"/>
                </a:lnTo>
                <a:lnTo>
                  <a:pt x="16447" y="5489"/>
                </a:lnTo>
                <a:lnTo>
                  <a:pt x="16628" y="5893"/>
                </a:lnTo>
                <a:lnTo>
                  <a:pt x="16790" y="6296"/>
                </a:lnTo>
                <a:lnTo>
                  <a:pt x="16931" y="6720"/>
                </a:lnTo>
                <a:lnTo>
                  <a:pt x="17072" y="7144"/>
                </a:lnTo>
                <a:lnTo>
                  <a:pt x="17214" y="7588"/>
                </a:lnTo>
                <a:lnTo>
                  <a:pt x="17315" y="8052"/>
                </a:lnTo>
                <a:lnTo>
                  <a:pt x="17436" y="8516"/>
                </a:lnTo>
                <a:lnTo>
                  <a:pt x="17516" y="8980"/>
                </a:lnTo>
                <a:lnTo>
                  <a:pt x="17597" y="9485"/>
                </a:lnTo>
                <a:lnTo>
                  <a:pt x="17678" y="9969"/>
                </a:lnTo>
                <a:lnTo>
                  <a:pt x="17738" y="10514"/>
                </a:lnTo>
                <a:lnTo>
                  <a:pt x="17779" y="11079"/>
                </a:lnTo>
                <a:lnTo>
                  <a:pt x="17819" y="11624"/>
                </a:lnTo>
                <a:lnTo>
                  <a:pt x="17839" y="12189"/>
                </a:lnTo>
                <a:lnTo>
                  <a:pt x="17839" y="12774"/>
                </a:lnTo>
                <a:lnTo>
                  <a:pt x="17819" y="13339"/>
                </a:lnTo>
                <a:lnTo>
                  <a:pt x="17799" y="13924"/>
                </a:lnTo>
                <a:lnTo>
                  <a:pt x="17758" y="14510"/>
                </a:lnTo>
                <a:lnTo>
                  <a:pt x="17718" y="15115"/>
                </a:lnTo>
                <a:lnTo>
                  <a:pt x="17637" y="15720"/>
                </a:lnTo>
                <a:lnTo>
                  <a:pt x="17557" y="16326"/>
                </a:lnTo>
                <a:lnTo>
                  <a:pt x="17456" y="16951"/>
                </a:lnTo>
                <a:lnTo>
                  <a:pt x="17355" y="17577"/>
                </a:lnTo>
                <a:lnTo>
                  <a:pt x="17234" y="18202"/>
                </a:lnTo>
                <a:lnTo>
                  <a:pt x="17093" y="18848"/>
                </a:lnTo>
                <a:lnTo>
                  <a:pt x="16931" y="19514"/>
                </a:lnTo>
                <a:lnTo>
                  <a:pt x="16709" y="20362"/>
                </a:lnTo>
                <a:lnTo>
                  <a:pt x="16447" y="21230"/>
                </a:lnTo>
                <a:lnTo>
                  <a:pt x="16285" y="21673"/>
                </a:lnTo>
                <a:lnTo>
                  <a:pt x="16124" y="22117"/>
                </a:lnTo>
                <a:lnTo>
                  <a:pt x="15942" y="22561"/>
                </a:lnTo>
                <a:lnTo>
                  <a:pt x="15740" y="23005"/>
                </a:lnTo>
                <a:lnTo>
                  <a:pt x="15518" y="23429"/>
                </a:lnTo>
                <a:lnTo>
                  <a:pt x="15276" y="23873"/>
                </a:lnTo>
                <a:lnTo>
                  <a:pt x="15014" y="24277"/>
                </a:lnTo>
                <a:lnTo>
                  <a:pt x="14731" y="24680"/>
                </a:lnTo>
                <a:lnTo>
                  <a:pt x="14429" y="25064"/>
                </a:lnTo>
                <a:lnTo>
                  <a:pt x="14106" y="25427"/>
                </a:lnTo>
                <a:lnTo>
                  <a:pt x="13743" y="25770"/>
                </a:lnTo>
                <a:lnTo>
                  <a:pt x="13359" y="26093"/>
                </a:lnTo>
                <a:lnTo>
                  <a:pt x="13077" y="26295"/>
                </a:lnTo>
                <a:lnTo>
                  <a:pt x="12774" y="26476"/>
                </a:lnTo>
                <a:lnTo>
                  <a:pt x="12491" y="26658"/>
                </a:lnTo>
                <a:lnTo>
                  <a:pt x="12209" y="26799"/>
                </a:lnTo>
                <a:lnTo>
                  <a:pt x="11906" y="26920"/>
                </a:lnTo>
                <a:lnTo>
                  <a:pt x="11624" y="27021"/>
                </a:lnTo>
                <a:lnTo>
                  <a:pt x="11321" y="27102"/>
                </a:lnTo>
                <a:lnTo>
                  <a:pt x="11018" y="27162"/>
                </a:lnTo>
                <a:lnTo>
                  <a:pt x="10716" y="27203"/>
                </a:lnTo>
                <a:lnTo>
                  <a:pt x="10110" y="27203"/>
                </a:lnTo>
                <a:lnTo>
                  <a:pt x="9808" y="27183"/>
                </a:lnTo>
                <a:lnTo>
                  <a:pt x="9485" y="27142"/>
                </a:lnTo>
                <a:lnTo>
                  <a:pt x="9182" y="27062"/>
                </a:lnTo>
                <a:lnTo>
                  <a:pt x="8859" y="26981"/>
                </a:lnTo>
                <a:lnTo>
                  <a:pt x="8556" y="26860"/>
                </a:lnTo>
                <a:lnTo>
                  <a:pt x="8234" y="26739"/>
                </a:lnTo>
                <a:lnTo>
                  <a:pt x="7931" y="26577"/>
                </a:lnTo>
                <a:lnTo>
                  <a:pt x="7628" y="26416"/>
                </a:lnTo>
                <a:lnTo>
                  <a:pt x="7346" y="26234"/>
                </a:lnTo>
                <a:lnTo>
                  <a:pt x="7063" y="26053"/>
                </a:lnTo>
                <a:lnTo>
                  <a:pt x="6781" y="25851"/>
                </a:lnTo>
                <a:lnTo>
                  <a:pt x="6256" y="25427"/>
                </a:lnTo>
                <a:lnTo>
                  <a:pt x="5772" y="24983"/>
                </a:lnTo>
                <a:lnTo>
                  <a:pt x="5328" y="24539"/>
                </a:lnTo>
                <a:lnTo>
                  <a:pt x="4944" y="24095"/>
                </a:lnTo>
                <a:lnTo>
                  <a:pt x="4581" y="23671"/>
                </a:lnTo>
                <a:lnTo>
                  <a:pt x="4238" y="23227"/>
                </a:lnTo>
                <a:lnTo>
                  <a:pt x="3895" y="22763"/>
                </a:lnTo>
                <a:lnTo>
                  <a:pt x="3572" y="22279"/>
                </a:lnTo>
                <a:lnTo>
                  <a:pt x="3249" y="21815"/>
                </a:lnTo>
                <a:lnTo>
                  <a:pt x="2967" y="21330"/>
                </a:lnTo>
                <a:lnTo>
                  <a:pt x="2664" y="20826"/>
                </a:lnTo>
                <a:lnTo>
                  <a:pt x="2401" y="20342"/>
                </a:lnTo>
                <a:lnTo>
                  <a:pt x="2139" y="19837"/>
                </a:lnTo>
                <a:lnTo>
                  <a:pt x="1897" y="19333"/>
                </a:lnTo>
                <a:lnTo>
                  <a:pt x="1675" y="18808"/>
                </a:lnTo>
                <a:lnTo>
                  <a:pt x="1453" y="18303"/>
                </a:lnTo>
                <a:lnTo>
                  <a:pt x="1251" y="17779"/>
                </a:lnTo>
                <a:lnTo>
                  <a:pt x="1070" y="17254"/>
                </a:lnTo>
                <a:lnTo>
                  <a:pt x="888" y="16729"/>
                </a:lnTo>
                <a:lnTo>
                  <a:pt x="727" y="16205"/>
                </a:lnTo>
                <a:lnTo>
                  <a:pt x="585" y="15680"/>
                </a:lnTo>
                <a:lnTo>
                  <a:pt x="464" y="15095"/>
                </a:lnTo>
                <a:lnTo>
                  <a:pt x="343" y="14530"/>
                </a:lnTo>
                <a:lnTo>
                  <a:pt x="262" y="13965"/>
                </a:lnTo>
                <a:lnTo>
                  <a:pt x="182" y="13400"/>
                </a:lnTo>
                <a:lnTo>
                  <a:pt x="121" y="12835"/>
                </a:lnTo>
                <a:lnTo>
                  <a:pt x="101" y="12270"/>
                </a:lnTo>
                <a:lnTo>
                  <a:pt x="81" y="11725"/>
                </a:lnTo>
                <a:lnTo>
                  <a:pt x="81" y="11160"/>
                </a:lnTo>
                <a:lnTo>
                  <a:pt x="101" y="10615"/>
                </a:lnTo>
                <a:lnTo>
                  <a:pt x="141" y="10070"/>
                </a:lnTo>
                <a:lnTo>
                  <a:pt x="202" y="9525"/>
                </a:lnTo>
                <a:lnTo>
                  <a:pt x="283" y="9000"/>
                </a:lnTo>
                <a:lnTo>
                  <a:pt x="383" y="8476"/>
                </a:lnTo>
                <a:lnTo>
                  <a:pt x="505" y="7951"/>
                </a:lnTo>
                <a:lnTo>
                  <a:pt x="646" y="7447"/>
                </a:lnTo>
                <a:lnTo>
                  <a:pt x="787" y="6942"/>
                </a:lnTo>
                <a:lnTo>
                  <a:pt x="1049" y="6236"/>
                </a:lnTo>
                <a:lnTo>
                  <a:pt x="1352" y="5570"/>
                </a:lnTo>
                <a:lnTo>
                  <a:pt x="1695" y="4924"/>
                </a:lnTo>
                <a:lnTo>
                  <a:pt x="2079" y="4298"/>
                </a:lnTo>
                <a:lnTo>
                  <a:pt x="2482" y="3693"/>
                </a:lnTo>
                <a:lnTo>
                  <a:pt x="2946" y="3128"/>
                </a:lnTo>
                <a:lnTo>
                  <a:pt x="3188" y="2866"/>
                </a:lnTo>
                <a:lnTo>
                  <a:pt x="3431" y="2603"/>
                </a:lnTo>
                <a:lnTo>
                  <a:pt x="3673" y="2361"/>
                </a:lnTo>
                <a:lnTo>
                  <a:pt x="3935" y="2119"/>
                </a:lnTo>
                <a:lnTo>
                  <a:pt x="4218" y="1877"/>
                </a:lnTo>
                <a:lnTo>
                  <a:pt x="4520" y="1655"/>
                </a:lnTo>
                <a:lnTo>
                  <a:pt x="4803" y="1433"/>
                </a:lnTo>
                <a:lnTo>
                  <a:pt x="5106" y="1231"/>
                </a:lnTo>
                <a:lnTo>
                  <a:pt x="5408" y="1049"/>
                </a:lnTo>
                <a:lnTo>
                  <a:pt x="5731" y="888"/>
                </a:lnTo>
                <a:lnTo>
                  <a:pt x="6034" y="727"/>
                </a:lnTo>
                <a:lnTo>
                  <a:pt x="6337" y="605"/>
                </a:lnTo>
                <a:lnTo>
                  <a:pt x="6659" y="484"/>
                </a:lnTo>
                <a:lnTo>
                  <a:pt x="6982" y="363"/>
                </a:lnTo>
                <a:lnTo>
                  <a:pt x="7305" y="283"/>
                </a:lnTo>
                <a:lnTo>
                  <a:pt x="7628" y="202"/>
                </a:lnTo>
                <a:lnTo>
                  <a:pt x="7951" y="162"/>
                </a:lnTo>
                <a:lnTo>
                  <a:pt x="8274" y="121"/>
                </a:lnTo>
                <a:lnTo>
                  <a:pt x="8597" y="81"/>
                </a:lnTo>
                <a:close/>
                <a:moveTo>
                  <a:pt x="8698" y="0"/>
                </a:moveTo>
                <a:lnTo>
                  <a:pt x="8355" y="20"/>
                </a:lnTo>
                <a:lnTo>
                  <a:pt x="8032" y="61"/>
                </a:lnTo>
                <a:lnTo>
                  <a:pt x="7689" y="121"/>
                </a:lnTo>
                <a:lnTo>
                  <a:pt x="7366" y="182"/>
                </a:lnTo>
                <a:lnTo>
                  <a:pt x="7023" y="283"/>
                </a:lnTo>
                <a:lnTo>
                  <a:pt x="6700" y="383"/>
                </a:lnTo>
                <a:lnTo>
                  <a:pt x="6377" y="505"/>
                </a:lnTo>
                <a:lnTo>
                  <a:pt x="6054" y="646"/>
                </a:lnTo>
                <a:lnTo>
                  <a:pt x="5731" y="787"/>
                </a:lnTo>
                <a:lnTo>
                  <a:pt x="5408" y="969"/>
                </a:lnTo>
                <a:lnTo>
                  <a:pt x="5085" y="1150"/>
                </a:lnTo>
                <a:lnTo>
                  <a:pt x="4783" y="1352"/>
                </a:lnTo>
                <a:lnTo>
                  <a:pt x="4480" y="1574"/>
                </a:lnTo>
                <a:lnTo>
                  <a:pt x="4177" y="1816"/>
                </a:lnTo>
                <a:lnTo>
                  <a:pt x="3895" y="2058"/>
                </a:lnTo>
                <a:lnTo>
                  <a:pt x="3632" y="2301"/>
                </a:lnTo>
                <a:lnTo>
                  <a:pt x="3370" y="2543"/>
                </a:lnTo>
                <a:lnTo>
                  <a:pt x="3128" y="2805"/>
                </a:lnTo>
                <a:lnTo>
                  <a:pt x="2886" y="3088"/>
                </a:lnTo>
                <a:lnTo>
                  <a:pt x="2422" y="3653"/>
                </a:lnTo>
                <a:lnTo>
                  <a:pt x="1998" y="4258"/>
                </a:lnTo>
                <a:lnTo>
                  <a:pt x="1614" y="4884"/>
                </a:lnTo>
                <a:lnTo>
                  <a:pt x="1271" y="5529"/>
                </a:lnTo>
                <a:lnTo>
                  <a:pt x="969" y="6216"/>
                </a:lnTo>
                <a:lnTo>
                  <a:pt x="848" y="6559"/>
                </a:lnTo>
                <a:lnTo>
                  <a:pt x="727" y="6902"/>
                </a:lnTo>
                <a:lnTo>
                  <a:pt x="565" y="7406"/>
                </a:lnTo>
                <a:lnTo>
                  <a:pt x="424" y="7931"/>
                </a:lnTo>
                <a:lnTo>
                  <a:pt x="303" y="8456"/>
                </a:lnTo>
                <a:lnTo>
                  <a:pt x="202" y="8980"/>
                </a:lnTo>
                <a:lnTo>
                  <a:pt x="121" y="9525"/>
                </a:lnTo>
                <a:lnTo>
                  <a:pt x="61" y="10070"/>
                </a:lnTo>
                <a:lnTo>
                  <a:pt x="20" y="10615"/>
                </a:lnTo>
                <a:lnTo>
                  <a:pt x="0" y="11160"/>
                </a:lnTo>
                <a:lnTo>
                  <a:pt x="0" y="11725"/>
                </a:lnTo>
                <a:lnTo>
                  <a:pt x="20" y="12270"/>
                </a:lnTo>
                <a:lnTo>
                  <a:pt x="40" y="12835"/>
                </a:lnTo>
                <a:lnTo>
                  <a:pt x="101" y="13400"/>
                </a:lnTo>
                <a:lnTo>
                  <a:pt x="182" y="13965"/>
                </a:lnTo>
                <a:lnTo>
                  <a:pt x="262" y="14550"/>
                </a:lnTo>
                <a:lnTo>
                  <a:pt x="383" y="15115"/>
                </a:lnTo>
                <a:lnTo>
                  <a:pt x="525" y="15700"/>
                </a:lnTo>
                <a:lnTo>
                  <a:pt x="666" y="16225"/>
                </a:lnTo>
                <a:lnTo>
                  <a:pt x="807" y="16750"/>
                </a:lnTo>
                <a:lnTo>
                  <a:pt x="989" y="17274"/>
                </a:lnTo>
                <a:lnTo>
                  <a:pt x="1170" y="17799"/>
                </a:lnTo>
                <a:lnTo>
                  <a:pt x="1372" y="18324"/>
                </a:lnTo>
                <a:lnTo>
                  <a:pt x="1594" y="18848"/>
                </a:lnTo>
                <a:lnTo>
                  <a:pt x="1816" y="19353"/>
                </a:lnTo>
                <a:lnTo>
                  <a:pt x="2058" y="19877"/>
                </a:lnTo>
                <a:lnTo>
                  <a:pt x="2321" y="20382"/>
                </a:lnTo>
                <a:lnTo>
                  <a:pt x="2603" y="20866"/>
                </a:lnTo>
                <a:lnTo>
                  <a:pt x="2886" y="21371"/>
                </a:lnTo>
                <a:lnTo>
                  <a:pt x="3188" y="21855"/>
                </a:lnTo>
                <a:lnTo>
                  <a:pt x="3511" y="22339"/>
                </a:lnTo>
                <a:lnTo>
                  <a:pt x="3834" y="22804"/>
                </a:lnTo>
                <a:lnTo>
                  <a:pt x="4177" y="23268"/>
                </a:lnTo>
                <a:lnTo>
                  <a:pt x="4520" y="23732"/>
                </a:lnTo>
                <a:lnTo>
                  <a:pt x="4964" y="24236"/>
                </a:lnTo>
                <a:lnTo>
                  <a:pt x="5206" y="24519"/>
                </a:lnTo>
                <a:lnTo>
                  <a:pt x="5489" y="24822"/>
                </a:lnTo>
                <a:lnTo>
                  <a:pt x="5792" y="25104"/>
                </a:lnTo>
                <a:lnTo>
                  <a:pt x="6115" y="25407"/>
                </a:lnTo>
                <a:lnTo>
                  <a:pt x="6458" y="25689"/>
                </a:lnTo>
                <a:lnTo>
                  <a:pt x="6821" y="25972"/>
                </a:lnTo>
                <a:lnTo>
                  <a:pt x="7204" y="26254"/>
                </a:lnTo>
                <a:lnTo>
                  <a:pt x="7608" y="26497"/>
                </a:lnTo>
                <a:lnTo>
                  <a:pt x="8032" y="26718"/>
                </a:lnTo>
                <a:lnTo>
                  <a:pt x="8455" y="26900"/>
                </a:lnTo>
                <a:lnTo>
                  <a:pt x="8920" y="27062"/>
                </a:lnTo>
                <a:lnTo>
                  <a:pt x="9364" y="27183"/>
                </a:lnTo>
                <a:lnTo>
                  <a:pt x="9606" y="27223"/>
                </a:lnTo>
                <a:lnTo>
                  <a:pt x="9848" y="27263"/>
                </a:lnTo>
                <a:lnTo>
                  <a:pt x="10090" y="27284"/>
                </a:lnTo>
                <a:lnTo>
                  <a:pt x="10695" y="27284"/>
                </a:lnTo>
                <a:lnTo>
                  <a:pt x="11079" y="27223"/>
                </a:lnTo>
                <a:lnTo>
                  <a:pt x="11462" y="27142"/>
                </a:lnTo>
                <a:lnTo>
                  <a:pt x="11846" y="27021"/>
                </a:lnTo>
                <a:lnTo>
                  <a:pt x="12229" y="26880"/>
                </a:lnTo>
                <a:lnTo>
                  <a:pt x="12613" y="26678"/>
                </a:lnTo>
                <a:lnTo>
                  <a:pt x="12996" y="26436"/>
                </a:lnTo>
                <a:lnTo>
                  <a:pt x="13400" y="26153"/>
                </a:lnTo>
                <a:lnTo>
                  <a:pt x="13783" y="25831"/>
                </a:lnTo>
                <a:lnTo>
                  <a:pt x="14146" y="25488"/>
                </a:lnTo>
                <a:lnTo>
                  <a:pt x="14489" y="25124"/>
                </a:lnTo>
                <a:lnTo>
                  <a:pt x="14792" y="24721"/>
                </a:lnTo>
                <a:lnTo>
                  <a:pt x="15095" y="24317"/>
                </a:lnTo>
                <a:lnTo>
                  <a:pt x="15357" y="23913"/>
                </a:lnTo>
                <a:lnTo>
                  <a:pt x="15599" y="23490"/>
                </a:lnTo>
                <a:lnTo>
                  <a:pt x="15821" y="23046"/>
                </a:lnTo>
                <a:lnTo>
                  <a:pt x="16023" y="22602"/>
                </a:lnTo>
                <a:lnTo>
                  <a:pt x="16205" y="22158"/>
                </a:lnTo>
                <a:lnTo>
                  <a:pt x="16366" y="21714"/>
                </a:lnTo>
                <a:lnTo>
                  <a:pt x="16527" y="21270"/>
                </a:lnTo>
                <a:lnTo>
                  <a:pt x="16790" y="20382"/>
                </a:lnTo>
                <a:lnTo>
                  <a:pt x="17012" y="19534"/>
                </a:lnTo>
                <a:lnTo>
                  <a:pt x="17173" y="18868"/>
                </a:lnTo>
                <a:lnTo>
                  <a:pt x="17315" y="18223"/>
                </a:lnTo>
                <a:lnTo>
                  <a:pt x="17436" y="17597"/>
                </a:lnTo>
                <a:lnTo>
                  <a:pt x="17537" y="16951"/>
                </a:lnTo>
                <a:lnTo>
                  <a:pt x="17637" y="16346"/>
                </a:lnTo>
                <a:lnTo>
                  <a:pt x="17718" y="15720"/>
                </a:lnTo>
                <a:lnTo>
                  <a:pt x="17799" y="15115"/>
                </a:lnTo>
                <a:lnTo>
                  <a:pt x="17839" y="14530"/>
                </a:lnTo>
                <a:lnTo>
                  <a:pt x="17880" y="13924"/>
                </a:lnTo>
                <a:lnTo>
                  <a:pt x="17900" y="13339"/>
                </a:lnTo>
                <a:lnTo>
                  <a:pt x="17920" y="12774"/>
                </a:lnTo>
                <a:lnTo>
                  <a:pt x="17920" y="12189"/>
                </a:lnTo>
                <a:lnTo>
                  <a:pt x="17900" y="11624"/>
                </a:lnTo>
                <a:lnTo>
                  <a:pt x="17859" y="11059"/>
                </a:lnTo>
                <a:lnTo>
                  <a:pt x="17819" y="10514"/>
                </a:lnTo>
                <a:lnTo>
                  <a:pt x="17758" y="9969"/>
                </a:lnTo>
                <a:lnTo>
                  <a:pt x="17678" y="9465"/>
                </a:lnTo>
                <a:lnTo>
                  <a:pt x="17597" y="8980"/>
                </a:lnTo>
                <a:lnTo>
                  <a:pt x="17516" y="8496"/>
                </a:lnTo>
                <a:lnTo>
                  <a:pt x="17395" y="8032"/>
                </a:lnTo>
                <a:lnTo>
                  <a:pt x="17294" y="7568"/>
                </a:lnTo>
                <a:lnTo>
                  <a:pt x="17153" y="7124"/>
                </a:lnTo>
                <a:lnTo>
                  <a:pt x="17012" y="6700"/>
                </a:lnTo>
                <a:lnTo>
                  <a:pt x="16850" y="6276"/>
                </a:lnTo>
                <a:lnTo>
                  <a:pt x="16689" y="5852"/>
                </a:lnTo>
                <a:lnTo>
                  <a:pt x="16507" y="5449"/>
                </a:lnTo>
                <a:lnTo>
                  <a:pt x="16326" y="5065"/>
                </a:lnTo>
                <a:lnTo>
                  <a:pt x="16124" y="4682"/>
                </a:lnTo>
                <a:lnTo>
                  <a:pt x="15922" y="4319"/>
                </a:lnTo>
                <a:lnTo>
                  <a:pt x="15700" y="3976"/>
                </a:lnTo>
                <a:lnTo>
                  <a:pt x="15458" y="3632"/>
                </a:lnTo>
                <a:lnTo>
                  <a:pt x="15216" y="3310"/>
                </a:lnTo>
                <a:lnTo>
                  <a:pt x="14913" y="2926"/>
                </a:lnTo>
                <a:lnTo>
                  <a:pt x="14590" y="2583"/>
                </a:lnTo>
                <a:lnTo>
                  <a:pt x="14247" y="2240"/>
                </a:lnTo>
                <a:lnTo>
                  <a:pt x="13904" y="1937"/>
                </a:lnTo>
                <a:lnTo>
                  <a:pt x="13541" y="1635"/>
                </a:lnTo>
                <a:lnTo>
                  <a:pt x="13157" y="1372"/>
                </a:lnTo>
                <a:lnTo>
                  <a:pt x="12774" y="1130"/>
                </a:lnTo>
                <a:lnTo>
                  <a:pt x="12391" y="908"/>
                </a:lnTo>
                <a:lnTo>
                  <a:pt x="11987" y="706"/>
                </a:lnTo>
                <a:lnTo>
                  <a:pt x="11583" y="525"/>
                </a:lnTo>
                <a:lnTo>
                  <a:pt x="11160" y="363"/>
                </a:lnTo>
                <a:lnTo>
                  <a:pt x="10736" y="242"/>
                </a:lnTo>
                <a:lnTo>
                  <a:pt x="10312" y="141"/>
                </a:lnTo>
                <a:lnTo>
                  <a:pt x="9888" y="61"/>
                </a:lnTo>
                <a:lnTo>
                  <a:pt x="9464" y="20"/>
                </a:lnTo>
                <a:lnTo>
                  <a:pt x="9041" y="0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06" name="Google Shape;2306;p28"/>
          <p:cNvSpPr/>
          <p:nvPr/>
        </p:nvSpPr>
        <p:spPr>
          <a:xfrm flipH="1" rot="-5400000">
            <a:off x="2293713" y="4361882"/>
            <a:ext cx="560808" cy="1296383"/>
          </a:xfrm>
          <a:custGeom>
            <a:rect b="b" l="l" r="r" t="t"/>
            <a:pathLst>
              <a:path extrusionOk="0" h="23188" w="10031">
                <a:moveTo>
                  <a:pt x="4703" y="61"/>
                </a:moveTo>
                <a:lnTo>
                  <a:pt x="4985" y="81"/>
                </a:lnTo>
                <a:lnTo>
                  <a:pt x="5268" y="122"/>
                </a:lnTo>
                <a:lnTo>
                  <a:pt x="5550" y="202"/>
                </a:lnTo>
                <a:lnTo>
                  <a:pt x="5833" y="303"/>
                </a:lnTo>
                <a:lnTo>
                  <a:pt x="6075" y="424"/>
                </a:lnTo>
                <a:lnTo>
                  <a:pt x="6297" y="566"/>
                </a:lnTo>
                <a:lnTo>
                  <a:pt x="6519" y="707"/>
                </a:lnTo>
                <a:lnTo>
                  <a:pt x="6741" y="868"/>
                </a:lnTo>
                <a:lnTo>
                  <a:pt x="6963" y="1070"/>
                </a:lnTo>
                <a:lnTo>
                  <a:pt x="7165" y="1272"/>
                </a:lnTo>
                <a:lnTo>
                  <a:pt x="7366" y="1494"/>
                </a:lnTo>
                <a:lnTo>
                  <a:pt x="7548" y="1736"/>
                </a:lnTo>
                <a:lnTo>
                  <a:pt x="7730" y="1999"/>
                </a:lnTo>
                <a:lnTo>
                  <a:pt x="7911" y="2281"/>
                </a:lnTo>
                <a:lnTo>
                  <a:pt x="8073" y="2584"/>
                </a:lnTo>
                <a:lnTo>
                  <a:pt x="8234" y="2907"/>
                </a:lnTo>
                <a:lnTo>
                  <a:pt x="8396" y="3230"/>
                </a:lnTo>
                <a:lnTo>
                  <a:pt x="8537" y="3593"/>
                </a:lnTo>
                <a:lnTo>
                  <a:pt x="8678" y="3976"/>
                </a:lnTo>
                <a:lnTo>
                  <a:pt x="8819" y="4380"/>
                </a:lnTo>
                <a:lnTo>
                  <a:pt x="9082" y="5207"/>
                </a:lnTo>
                <a:lnTo>
                  <a:pt x="9304" y="6075"/>
                </a:lnTo>
                <a:lnTo>
                  <a:pt x="9505" y="6922"/>
                </a:lnTo>
                <a:lnTo>
                  <a:pt x="9647" y="7790"/>
                </a:lnTo>
                <a:lnTo>
                  <a:pt x="9788" y="8678"/>
                </a:lnTo>
                <a:lnTo>
                  <a:pt x="9869" y="9546"/>
                </a:lnTo>
                <a:lnTo>
                  <a:pt x="9929" y="10434"/>
                </a:lnTo>
                <a:lnTo>
                  <a:pt x="9949" y="11302"/>
                </a:lnTo>
                <a:lnTo>
                  <a:pt x="9949" y="12189"/>
                </a:lnTo>
                <a:lnTo>
                  <a:pt x="9909" y="13077"/>
                </a:lnTo>
                <a:lnTo>
                  <a:pt x="9828" y="13945"/>
                </a:lnTo>
                <a:lnTo>
                  <a:pt x="9727" y="14833"/>
                </a:lnTo>
                <a:lnTo>
                  <a:pt x="9586" y="15701"/>
                </a:lnTo>
                <a:lnTo>
                  <a:pt x="9405" y="16569"/>
                </a:lnTo>
                <a:lnTo>
                  <a:pt x="9203" y="17416"/>
                </a:lnTo>
                <a:lnTo>
                  <a:pt x="8961" y="18264"/>
                </a:lnTo>
                <a:lnTo>
                  <a:pt x="8799" y="18768"/>
                </a:lnTo>
                <a:lnTo>
                  <a:pt x="8618" y="19293"/>
                </a:lnTo>
                <a:lnTo>
                  <a:pt x="8396" y="19838"/>
                </a:lnTo>
                <a:lnTo>
                  <a:pt x="8133" y="20362"/>
                </a:lnTo>
                <a:lnTo>
                  <a:pt x="7992" y="20625"/>
                </a:lnTo>
                <a:lnTo>
                  <a:pt x="7831" y="20867"/>
                </a:lnTo>
                <a:lnTo>
                  <a:pt x="7669" y="21129"/>
                </a:lnTo>
                <a:lnTo>
                  <a:pt x="7487" y="21371"/>
                </a:lnTo>
                <a:lnTo>
                  <a:pt x="7286" y="21593"/>
                </a:lnTo>
                <a:lnTo>
                  <a:pt x="7084" y="21815"/>
                </a:lnTo>
                <a:lnTo>
                  <a:pt x="6862" y="22037"/>
                </a:lnTo>
                <a:lnTo>
                  <a:pt x="6620" y="22239"/>
                </a:lnTo>
                <a:lnTo>
                  <a:pt x="6398" y="22401"/>
                </a:lnTo>
                <a:lnTo>
                  <a:pt x="6196" y="22542"/>
                </a:lnTo>
                <a:lnTo>
                  <a:pt x="5974" y="22663"/>
                </a:lnTo>
                <a:lnTo>
                  <a:pt x="5772" y="22764"/>
                </a:lnTo>
                <a:lnTo>
                  <a:pt x="5550" y="22865"/>
                </a:lnTo>
                <a:lnTo>
                  <a:pt x="5348" y="22945"/>
                </a:lnTo>
                <a:lnTo>
                  <a:pt x="5147" y="23006"/>
                </a:lnTo>
                <a:lnTo>
                  <a:pt x="4945" y="23046"/>
                </a:lnTo>
                <a:lnTo>
                  <a:pt x="4743" y="23087"/>
                </a:lnTo>
                <a:lnTo>
                  <a:pt x="4541" y="23107"/>
                </a:lnTo>
                <a:lnTo>
                  <a:pt x="4339" y="23107"/>
                </a:lnTo>
                <a:lnTo>
                  <a:pt x="4138" y="23087"/>
                </a:lnTo>
                <a:lnTo>
                  <a:pt x="3936" y="23046"/>
                </a:lnTo>
                <a:lnTo>
                  <a:pt x="3754" y="23006"/>
                </a:lnTo>
                <a:lnTo>
                  <a:pt x="3552" y="22925"/>
                </a:lnTo>
                <a:lnTo>
                  <a:pt x="3351" y="22845"/>
                </a:lnTo>
                <a:lnTo>
                  <a:pt x="3169" y="22764"/>
                </a:lnTo>
                <a:lnTo>
                  <a:pt x="2987" y="22643"/>
                </a:lnTo>
                <a:lnTo>
                  <a:pt x="2806" y="22522"/>
                </a:lnTo>
                <a:lnTo>
                  <a:pt x="2644" y="22380"/>
                </a:lnTo>
                <a:lnTo>
                  <a:pt x="2321" y="22078"/>
                </a:lnTo>
                <a:lnTo>
                  <a:pt x="1999" y="21714"/>
                </a:lnTo>
                <a:lnTo>
                  <a:pt x="1716" y="21331"/>
                </a:lnTo>
                <a:lnTo>
                  <a:pt x="1454" y="20927"/>
                </a:lnTo>
                <a:lnTo>
                  <a:pt x="1211" y="20483"/>
                </a:lnTo>
                <a:lnTo>
                  <a:pt x="990" y="20019"/>
                </a:lnTo>
                <a:lnTo>
                  <a:pt x="788" y="19535"/>
                </a:lnTo>
                <a:lnTo>
                  <a:pt x="626" y="19051"/>
                </a:lnTo>
                <a:lnTo>
                  <a:pt x="465" y="18566"/>
                </a:lnTo>
                <a:lnTo>
                  <a:pt x="344" y="18082"/>
                </a:lnTo>
                <a:lnTo>
                  <a:pt x="243" y="17598"/>
                </a:lnTo>
                <a:lnTo>
                  <a:pt x="162" y="17134"/>
                </a:lnTo>
                <a:lnTo>
                  <a:pt x="122" y="16690"/>
                </a:lnTo>
                <a:lnTo>
                  <a:pt x="102" y="16286"/>
                </a:lnTo>
                <a:lnTo>
                  <a:pt x="81" y="15600"/>
                </a:lnTo>
                <a:lnTo>
                  <a:pt x="81" y="14934"/>
                </a:lnTo>
                <a:lnTo>
                  <a:pt x="102" y="14268"/>
                </a:lnTo>
                <a:lnTo>
                  <a:pt x="142" y="13582"/>
                </a:lnTo>
                <a:lnTo>
                  <a:pt x="182" y="12916"/>
                </a:lnTo>
                <a:lnTo>
                  <a:pt x="243" y="12250"/>
                </a:lnTo>
                <a:lnTo>
                  <a:pt x="404" y="10918"/>
                </a:lnTo>
                <a:lnTo>
                  <a:pt x="586" y="9586"/>
                </a:lnTo>
                <a:lnTo>
                  <a:pt x="788" y="8254"/>
                </a:lnTo>
                <a:lnTo>
                  <a:pt x="1252" y="5631"/>
                </a:lnTo>
                <a:lnTo>
                  <a:pt x="1454" y="4622"/>
                </a:lnTo>
                <a:lnTo>
                  <a:pt x="1555" y="4117"/>
                </a:lnTo>
                <a:lnTo>
                  <a:pt x="1676" y="3613"/>
                </a:lnTo>
                <a:lnTo>
                  <a:pt x="1837" y="3108"/>
                </a:lnTo>
                <a:lnTo>
                  <a:pt x="1999" y="2604"/>
                </a:lnTo>
                <a:lnTo>
                  <a:pt x="2200" y="2140"/>
                </a:lnTo>
                <a:lnTo>
                  <a:pt x="2442" y="1655"/>
                </a:lnTo>
                <a:lnTo>
                  <a:pt x="2584" y="1393"/>
                </a:lnTo>
                <a:lnTo>
                  <a:pt x="2745" y="1151"/>
                </a:lnTo>
                <a:lnTo>
                  <a:pt x="2927" y="949"/>
                </a:lnTo>
                <a:lnTo>
                  <a:pt x="3108" y="747"/>
                </a:lnTo>
                <a:lnTo>
                  <a:pt x="3290" y="586"/>
                </a:lnTo>
                <a:lnTo>
                  <a:pt x="3472" y="445"/>
                </a:lnTo>
                <a:lnTo>
                  <a:pt x="3673" y="324"/>
                </a:lnTo>
                <a:lnTo>
                  <a:pt x="3875" y="223"/>
                </a:lnTo>
                <a:lnTo>
                  <a:pt x="4077" y="162"/>
                </a:lnTo>
                <a:lnTo>
                  <a:pt x="4279" y="102"/>
                </a:lnTo>
                <a:lnTo>
                  <a:pt x="4481" y="81"/>
                </a:lnTo>
                <a:lnTo>
                  <a:pt x="4703" y="61"/>
                </a:lnTo>
                <a:close/>
                <a:moveTo>
                  <a:pt x="4561" y="1"/>
                </a:moveTo>
                <a:lnTo>
                  <a:pt x="4319" y="21"/>
                </a:lnTo>
                <a:lnTo>
                  <a:pt x="4077" y="61"/>
                </a:lnTo>
                <a:lnTo>
                  <a:pt x="3855" y="142"/>
                </a:lnTo>
                <a:lnTo>
                  <a:pt x="3633" y="243"/>
                </a:lnTo>
                <a:lnTo>
                  <a:pt x="3431" y="364"/>
                </a:lnTo>
                <a:lnTo>
                  <a:pt x="3229" y="525"/>
                </a:lnTo>
                <a:lnTo>
                  <a:pt x="3048" y="687"/>
                </a:lnTo>
                <a:lnTo>
                  <a:pt x="2866" y="889"/>
                </a:lnTo>
                <a:lnTo>
                  <a:pt x="2685" y="1111"/>
                </a:lnTo>
                <a:lnTo>
                  <a:pt x="2523" y="1353"/>
                </a:lnTo>
                <a:lnTo>
                  <a:pt x="2362" y="1615"/>
                </a:lnTo>
                <a:lnTo>
                  <a:pt x="2120" y="2099"/>
                </a:lnTo>
                <a:lnTo>
                  <a:pt x="1918" y="2584"/>
                </a:lnTo>
                <a:lnTo>
                  <a:pt x="1756" y="3068"/>
                </a:lnTo>
                <a:lnTo>
                  <a:pt x="1615" y="3573"/>
                </a:lnTo>
                <a:lnTo>
                  <a:pt x="1474" y="4097"/>
                </a:lnTo>
                <a:lnTo>
                  <a:pt x="1373" y="4602"/>
                </a:lnTo>
                <a:lnTo>
                  <a:pt x="1171" y="5631"/>
                </a:lnTo>
                <a:lnTo>
                  <a:pt x="707" y="8254"/>
                </a:lnTo>
                <a:lnTo>
                  <a:pt x="505" y="9566"/>
                </a:lnTo>
                <a:lnTo>
                  <a:pt x="324" y="10898"/>
                </a:lnTo>
                <a:lnTo>
                  <a:pt x="162" y="12250"/>
                </a:lnTo>
                <a:lnTo>
                  <a:pt x="102" y="12916"/>
                </a:lnTo>
                <a:lnTo>
                  <a:pt x="61" y="13582"/>
                </a:lnTo>
                <a:lnTo>
                  <a:pt x="21" y="14268"/>
                </a:lnTo>
                <a:lnTo>
                  <a:pt x="1" y="14934"/>
                </a:lnTo>
                <a:lnTo>
                  <a:pt x="1" y="15600"/>
                </a:lnTo>
                <a:lnTo>
                  <a:pt x="21" y="16286"/>
                </a:lnTo>
                <a:lnTo>
                  <a:pt x="41" y="16710"/>
                </a:lnTo>
                <a:lnTo>
                  <a:pt x="81" y="17154"/>
                </a:lnTo>
                <a:lnTo>
                  <a:pt x="162" y="17618"/>
                </a:lnTo>
                <a:lnTo>
                  <a:pt x="263" y="18102"/>
                </a:lnTo>
                <a:lnTo>
                  <a:pt x="404" y="18587"/>
                </a:lnTo>
                <a:lnTo>
                  <a:pt x="546" y="19071"/>
                </a:lnTo>
                <a:lnTo>
                  <a:pt x="727" y="19575"/>
                </a:lnTo>
                <a:lnTo>
                  <a:pt x="929" y="20060"/>
                </a:lnTo>
                <a:lnTo>
                  <a:pt x="1151" y="20524"/>
                </a:lnTo>
                <a:lnTo>
                  <a:pt x="1393" y="20968"/>
                </a:lnTo>
                <a:lnTo>
                  <a:pt x="1655" y="21392"/>
                </a:lnTo>
                <a:lnTo>
                  <a:pt x="1958" y="21775"/>
                </a:lnTo>
                <a:lnTo>
                  <a:pt x="2261" y="22138"/>
                </a:lnTo>
                <a:lnTo>
                  <a:pt x="2604" y="22461"/>
                </a:lnTo>
                <a:lnTo>
                  <a:pt x="2765" y="22582"/>
                </a:lnTo>
                <a:lnTo>
                  <a:pt x="2947" y="22723"/>
                </a:lnTo>
                <a:lnTo>
                  <a:pt x="3129" y="22824"/>
                </a:lnTo>
                <a:lnTo>
                  <a:pt x="3330" y="22925"/>
                </a:lnTo>
                <a:lnTo>
                  <a:pt x="3593" y="23046"/>
                </a:lnTo>
                <a:lnTo>
                  <a:pt x="3875" y="23127"/>
                </a:lnTo>
                <a:lnTo>
                  <a:pt x="4158" y="23167"/>
                </a:lnTo>
                <a:lnTo>
                  <a:pt x="4460" y="23188"/>
                </a:lnTo>
                <a:lnTo>
                  <a:pt x="4723" y="23167"/>
                </a:lnTo>
                <a:lnTo>
                  <a:pt x="4985" y="23127"/>
                </a:lnTo>
                <a:lnTo>
                  <a:pt x="5268" y="23067"/>
                </a:lnTo>
                <a:lnTo>
                  <a:pt x="5550" y="22966"/>
                </a:lnTo>
                <a:lnTo>
                  <a:pt x="5813" y="22845"/>
                </a:lnTo>
                <a:lnTo>
                  <a:pt x="6095" y="22683"/>
                </a:lnTo>
                <a:lnTo>
                  <a:pt x="6378" y="22501"/>
                </a:lnTo>
                <a:lnTo>
                  <a:pt x="6680" y="22300"/>
                </a:lnTo>
                <a:lnTo>
                  <a:pt x="6922" y="22098"/>
                </a:lnTo>
                <a:lnTo>
                  <a:pt x="7144" y="21876"/>
                </a:lnTo>
                <a:lnTo>
                  <a:pt x="7346" y="21654"/>
                </a:lnTo>
                <a:lnTo>
                  <a:pt x="7548" y="21412"/>
                </a:lnTo>
                <a:lnTo>
                  <a:pt x="7730" y="21170"/>
                </a:lnTo>
                <a:lnTo>
                  <a:pt x="7911" y="20927"/>
                </a:lnTo>
                <a:lnTo>
                  <a:pt x="8053" y="20665"/>
                </a:lnTo>
                <a:lnTo>
                  <a:pt x="8214" y="20403"/>
                </a:lnTo>
                <a:lnTo>
                  <a:pt x="8476" y="19878"/>
                </a:lnTo>
                <a:lnTo>
                  <a:pt x="8698" y="19333"/>
                </a:lnTo>
                <a:lnTo>
                  <a:pt x="8880" y="18809"/>
                </a:lnTo>
                <a:lnTo>
                  <a:pt x="9041" y="18284"/>
                </a:lnTo>
                <a:lnTo>
                  <a:pt x="9283" y="17436"/>
                </a:lnTo>
                <a:lnTo>
                  <a:pt x="9485" y="16589"/>
                </a:lnTo>
                <a:lnTo>
                  <a:pt x="9667" y="15721"/>
                </a:lnTo>
                <a:lnTo>
                  <a:pt x="9808" y="14833"/>
                </a:lnTo>
                <a:lnTo>
                  <a:pt x="9909" y="13965"/>
                </a:lnTo>
                <a:lnTo>
                  <a:pt x="9990" y="13077"/>
                </a:lnTo>
                <a:lnTo>
                  <a:pt x="10030" y="12189"/>
                </a:lnTo>
                <a:lnTo>
                  <a:pt x="10030" y="11302"/>
                </a:lnTo>
                <a:lnTo>
                  <a:pt x="10010" y="10434"/>
                </a:lnTo>
                <a:lnTo>
                  <a:pt x="9949" y="9546"/>
                </a:lnTo>
                <a:lnTo>
                  <a:pt x="9869" y="8658"/>
                </a:lnTo>
                <a:lnTo>
                  <a:pt x="9727" y="7790"/>
                </a:lnTo>
                <a:lnTo>
                  <a:pt x="9566" y="6902"/>
                </a:lnTo>
                <a:lnTo>
                  <a:pt x="9384" y="6055"/>
                </a:lnTo>
                <a:lnTo>
                  <a:pt x="9162" y="5187"/>
                </a:lnTo>
                <a:lnTo>
                  <a:pt x="8900" y="4339"/>
                </a:lnTo>
                <a:lnTo>
                  <a:pt x="8759" y="3936"/>
                </a:lnTo>
                <a:lnTo>
                  <a:pt x="8618" y="3552"/>
                </a:lnTo>
                <a:lnTo>
                  <a:pt x="8476" y="3209"/>
                </a:lnTo>
                <a:lnTo>
                  <a:pt x="8315" y="2866"/>
                </a:lnTo>
                <a:lnTo>
                  <a:pt x="8153" y="2523"/>
                </a:lnTo>
                <a:lnTo>
                  <a:pt x="7972" y="2220"/>
                </a:lnTo>
                <a:lnTo>
                  <a:pt x="7790" y="1938"/>
                </a:lnTo>
                <a:lnTo>
                  <a:pt x="7609" y="1676"/>
                </a:lnTo>
                <a:lnTo>
                  <a:pt x="7407" y="1433"/>
                </a:lnTo>
                <a:lnTo>
                  <a:pt x="7225" y="1211"/>
                </a:lnTo>
                <a:lnTo>
                  <a:pt x="7003" y="990"/>
                </a:lnTo>
                <a:lnTo>
                  <a:pt x="6801" y="808"/>
                </a:lnTo>
                <a:lnTo>
                  <a:pt x="6579" y="646"/>
                </a:lnTo>
                <a:lnTo>
                  <a:pt x="6337" y="485"/>
                </a:lnTo>
                <a:lnTo>
                  <a:pt x="6095" y="344"/>
                </a:lnTo>
                <a:lnTo>
                  <a:pt x="5853" y="243"/>
                </a:lnTo>
                <a:lnTo>
                  <a:pt x="5591" y="142"/>
                </a:lnTo>
                <a:lnTo>
                  <a:pt x="5328" y="61"/>
                </a:lnTo>
                <a:lnTo>
                  <a:pt x="5066" y="21"/>
                </a:lnTo>
                <a:lnTo>
                  <a:pt x="4824" y="1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07" name="Google Shape;2307;p28"/>
          <p:cNvSpPr/>
          <p:nvPr/>
        </p:nvSpPr>
        <p:spPr>
          <a:xfrm flipH="1">
            <a:off x="3430512" y="4717262"/>
            <a:ext cx="530339" cy="361051"/>
          </a:xfrm>
          <a:custGeom>
            <a:rect b="b" l="l" r="r" t="t"/>
            <a:pathLst>
              <a:path extrusionOk="0" h="6458" w="9486">
                <a:moveTo>
                  <a:pt x="8880" y="81"/>
                </a:moveTo>
                <a:lnTo>
                  <a:pt x="9021" y="101"/>
                </a:lnTo>
                <a:lnTo>
                  <a:pt x="9142" y="142"/>
                </a:lnTo>
                <a:lnTo>
                  <a:pt x="9203" y="182"/>
                </a:lnTo>
                <a:lnTo>
                  <a:pt x="9263" y="243"/>
                </a:lnTo>
                <a:lnTo>
                  <a:pt x="9324" y="364"/>
                </a:lnTo>
                <a:lnTo>
                  <a:pt x="9364" y="505"/>
                </a:lnTo>
                <a:lnTo>
                  <a:pt x="9384" y="646"/>
                </a:lnTo>
                <a:lnTo>
                  <a:pt x="9405" y="868"/>
                </a:lnTo>
                <a:lnTo>
                  <a:pt x="9384" y="1070"/>
                </a:lnTo>
                <a:lnTo>
                  <a:pt x="9364" y="1272"/>
                </a:lnTo>
                <a:lnTo>
                  <a:pt x="9324" y="1474"/>
                </a:lnTo>
                <a:lnTo>
                  <a:pt x="9263" y="1675"/>
                </a:lnTo>
                <a:lnTo>
                  <a:pt x="9183" y="1877"/>
                </a:lnTo>
                <a:lnTo>
                  <a:pt x="9001" y="2261"/>
                </a:lnTo>
                <a:lnTo>
                  <a:pt x="8779" y="2624"/>
                </a:lnTo>
                <a:lnTo>
                  <a:pt x="8537" y="2967"/>
                </a:lnTo>
                <a:lnTo>
                  <a:pt x="8274" y="3290"/>
                </a:lnTo>
                <a:lnTo>
                  <a:pt x="8012" y="3592"/>
                </a:lnTo>
                <a:lnTo>
                  <a:pt x="7689" y="3936"/>
                </a:lnTo>
                <a:lnTo>
                  <a:pt x="7346" y="4299"/>
                </a:lnTo>
                <a:lnTo>
                  <a:pt x="6983" y="4662"/>
                </a:lnTo>
                <a:lnTo>
                  <a:pt x="6579" y="5005"/>
                </a:lnTo>
                <a:lnTo>
                  <a:pt x="6135" y="5348"/>
                </a:lnTo>
                <a:lnTo>
                  <a:pt x="5691" y="5651"/>
                </a:lnTo>
                <a:lnTo>
                  <a:pt x="5449" y="5772"/>
                </a:lnTo>
                <a:lnTo>
                  <a:pt x="5207" y="5913"/>
                </a:lnTo>
                <a:lnTo>
                  <a:pt x="4945" y="6014"/>
                </a:lnTo>
                <a:lnTo>
                  <a:pt x="4682" y="6115"/>
                </a:lnTo>
                <a:lnTo>
                  <a:pt x="4460" y="6196"/>
                </a:lnTo>
                <a:lnTo>
                  <a:pt x="4218" y="6256"/>
                </a:lnTo>
                <a:lnTo>
                  <a:pt x="3956" y="6317"/>
                </a:lnTo>
                <a:lnTo>
                  <a:pt x="3714" y="6357"/>
                </a:lnTo>
                <a:lnTo>
                  <a:pt x="3451" y="6377"/>
                </a:lnTo>
                <a:lnTo>
                  <a:pt x="2927" y="6377"/>
                </a:lnTo>
                <a:lnTo>
                  <a:pt x="2664" y="6337"/>
                </a:lnTo>
                <a:lnTo>
                  <a:pt x="2402" y="6297"/>
                </a:lnTo>
                <a:lnTo>
                  <a:pt x="2140" y="6236"/>
                </a:lnTo>
                <a:lnTo>
                  <a:pt x="1898" y="6155"/>
                </a:lnTo>
                <a:lnTo>
                  <a:pt x="1655" y="6054"/>
                </a:lnTo>
                <a:lnTo>
                  <a:pt x="1413" y="5933"/>
                </a:lnTo>
                <a:lnTo>
                  <a:pt x="1191" y="5792"/>
                </a:lnTo>
                <a:lnTo>
                  <a:pt x="969" y="5631"/>
                </a:lnTo>
                <a:lnTo>
                  <a:pt x="767" y="5429"/>
                </a:lnTo>
                <a:lnTo>
                  <a:pt x="586" y="5227"/>
                </a:lnTo>
                <a:lnTo>
                  <a:pt x="424" y="4985"/>
                </a:lnTo>
                <a:lnTo>
                  <a:pt x="303" y="4743"/>
                </a:lnTo>
                <a:lnTo>
                  <a:pt x="202" y="4501"/>
                </a:lnTo>
                <a:lnTo>
                  <a:pt x="122" y="4258"/>
                </a:lnTo>
                <a:lnTo>
                  <a:pt x="81" y="4016"/>
                </a:lnTo>
                <a:lnTo>
                  <a:pt x="81" y="3774"/>
                </a:lnTo>
                <a:lnTo>
                  <a:pt x="122" y="3532"/>
                </a:lnTo>
                <a:lnTo>
                  <a:pt x="182" y="3370"/>
                </a:lnTo>
                <a:lnTo>
                  <a:pt x="243" y="3189"/>
                </a:lnTo>
                <a:lnTo>
                  <a:pt x="344" y="3048"/>
                </a:lnTo>
                <a:lnTo>
                  <a:pt x="445" y="2906"/>
                </a:lnTo>
                <a:lnTo>
                  <a:pt x="586" y="2785"/>
                </a:lnTo>
                <a:lnTo>
                  <a:pt x="747" y="2664"/>
                </a:lnTo>
                <a:lnTo>
                  <a:pt x="909" y="2563"/>
                </a:lnTo>
                <a:lnTo>
                  <a:pt x="1111" y="2483"/>
                </a:lnTo>
                <a:lnTo>
                  <a:pt x="3310" y="1655"/>
                </a:lnTo>
                <a:lnTo>
                  <a:pt x="5530" y="868"/>
                </a:lnTo>
                <a:lnTo>
                  <a:pt x="6357" y="606"/>
                </a:lnTo>
                <a:lnTo>
                  <a:pt x="7165" y="364"/>
                </a:lnTo>
                <a:lnTo>
                  <a:pt x="7568" y="263"/>
                </a:lnTo>
                <a:lnTo>
                  <a:pt x="7972" y="182"/>
                </a:lnTo>
                <a:lnTo>
                  <a:pt x="8375" y="121"/>
                </a:lnTo>
                <a:lnTo>
                  <a:pt x="8779" y="81"/>
                </a:lnTo>
                <a:close/>
                <a:moveTo>
                  <a:pt x="8759" y="0"/>
                </a:moveTo>
                <a:lnTo>
                  <a:pt x="8355" y="41"/>
                </a:lnTo>
                <a:lnTo>
                  <a:pt x="7952" y="101"/>
                </a:lnTo>
                <a:lnTo>
                  <a:pt x="7548" y="182"/>
                </a:lnTo>
                <a:lnTo>
                  <a:pt x="7144" y="283"/>
                </a:lnTo>
                <a:lnTo>
                  <a:pt x="6337" y="525"/>
                </a:lnTo>
                <a:lnTo>
                  <a:pt x="5510" y="787"/>
                </a:lnTo>
                <a:lnTo>
                  <a:pt x="3290" y="1574"/>
                </a:lnTo>
                <a:lnTo>
                  <a:pt x="1070" y="2402"/>
                </a:lnTo>
                <a:lnTo>
                  <a:pt x="868" y="2503"/>
                </a:lnTo>
                <a:lnTo>
                  <a:pt x="687" y="2604"/>
                </a:lnTo>
                <a:lnTo>
                  <a:pt x="525" y="2725"/>
                </a:lnTo>
                <a:lnTo>
                  <a:pt x="384" y="2846"/>
                </a:lnTo>
                <a:lnTo>
                  <a:pt x="263" y="3007"/>
                </a:lnTo>
                <a:lnTo>
                  <a:pt x="182" y="3169"/>
                </a:lnTo>
                <a:lnTo>
                  <a:pt x="102" y="3330"/>
                </a:lnTo>
                <a:lnTo>
                  <a:pt x="41" y="3512"/>
                </a:lnTo>
                <a:lnTo>
                  <a:pt x="1" y="3754"/>
                </a:lnTo>
                <a:lnTo>
                  <a:pt x="1" y="4016"/>
                </a:lnTo>
                <a:lnTo>
                  <a:pt x="41" y="4279"/>
                </a:lnTo>
                <a:lnTo>
                  <a:pt x="122" y="4521"/>
                </a:lnTo>
                <a:lnTo>
                  <a:pt x="223" y="4783"/>
                </a:lnTo>
                <a:lnTo>
                  <a:pt x="364" y="5025"/>
                </a:lnTo>
                <a:lnTo>
                  <a:pt x="525" y="5267"/>
                </a:lnTo>
                <a:lnTo>
                  <a:pt x="707" y="5489"/>
                </a:lnTo>
                <a:lnTo>
                  <a:pt x="969" y="5732"/>
                </a:lnTo>
                <a:lnTo>
                  <a:pt x="1252" y="5933"/>
                </a:lnTo>
                <a:lnTo>
                  <a:pt x="1554" y="6095"/>
                </a:lnTo>
                <a:lnTo>
                  <a:pt x="1877" y="6236"/>
                </a:lnTo>
                <a:lnTo>
                  <a:pt x="2200" y="6337"/>
                </a:lnTo>
                <a:lnTo>
                  <a:pt x="2523" y="6397"/>
                </a:lnTo>
                <a:lnTo>
                  <a:pt x="2866" y="6438"/>
                </a:lnTo>
                <a:lnTo>
                  <a:pt x="3189" y="6458"/>
                </a:lnTo>
                <a:lnTo>
                  <a:pt x="3593" y="6438"/>
                </a:lnTo>
                <a:lnTo>
                  <a:pt x="3976" y="6397"/>
                </a:lnTo>
                <a:lnTo>
                  <a:pt x="4360" y="6317"/>
                </a:lnTo>
                <a:lnTo>
                  <a:pt x="4723" y="6196"/>
                </a:lnTo>
                <a:lnTo>
                  <a:pt x="4985" y="6095"/>
                </a:lnTo>
                <a:lnTo>
                  <a:pt x="5227" y="5974"/>
                </a:lnTo>
                <a:lnTo>
                  <a:pt x="5490" y="5853"/>
                </a:lnTo>
                <a:lnTo>
                  <a:pt x="5712" y="5711"/>
                </a:lnTo>
                <a:lnTo>
                  <a:pt x="6176" y="5409"/>
                </a:lnTo>
                <a:lnTo>
                  <a:pt x="6620" y="5066"/>
                </a:lnTo>
                <a:lnTo>
                  <a:pt x="7023" y="4723"/>
                </a:lnTo>
                <a:lnTo>
                  <a:pt x="7407" y="4359"/>
                </a:lnTo>
                <a:lnTo>
                  <a:pt x="7750" y="3996"/>
                </a:lnTo>
                <a:lnTo>
                  <a:pt x="8073" y="3653"/>
                </a:lnTo>
                <a:lnTo>
                  <a:pt x="8335" y="3330"/>
                </a:lnTo>
                <a:lnTo>
                  <a:pt x="8597" y="3007"/>
                </a:lnTo>
                <a:lnTo>
                  <a:pt x="8860" y="2664"/>
                </a:lnTo>
                <a:lnTo>
                  <a:pt x="9082" y="2281"/>
                </a:lnTo>
                <a:lnTo>
                  <a:pt x="9263" y="1897"/>
                </a:lnTo>
                <a:lnTo>
                  <a:pt x="9324" y="1696"/>
                </a:lnTo>
                <a:lnTo>
                  <a:pt x="9405" y="1494"/>
                </a:lnTo>
                <a:lnTo>
                  <a:pt x="9445" y="1292"/>
                </a:lnTo>
                <a:lnTo>
                  <a:pt x="9465" y="1070"/>
                </a:lnTo>
                <a:lnTo>
                  <a:pt x="9485" y="868"/>
                </a:lnTo>
                <a:lnTo>
                  <a:pt x="9465" y="646"/>
                </a:lnTo>
                <a:lnTo>
                  <a:pt x="9445" y="444"/>
                </a:lnTo>
                <a:lnTo>
                  <a:pt x="9384" y="283"/>
                </a:lnTo>
                <a:lnTo>
                  <a:pt x="9304" y="162"/>
                </a:lnTo>
                <a:lnTo>
                  <a:pt x="9183" y="61"/>
                </a:lnTo>
                <a:lnTo>
                  <a:pt x="9082" y="21"/>
                </a:lnTo>
                <a:lnTo>
                  <a:pt x="8981" y="0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08" name="Google Shape;2308;p28"/>
          <p:cNvSpPr/>
          <p:nvPr/>
        </p:nvSpPr>
        <p:spPr>
          <a:xfrm flipH="1">
            <a:off x="3652804" y="4884254"/>
            <a:ext cx="152348" cy="92527"/>
          </a:xfrm>
          <a:custGeom>
            <a:rect b="b" l="l" r="r" t="t"/>
            <a:pathLst>
              <a:path extrusionOk="0" h="1655" w="2725">
                <a:moveTo>
                  <a:pt x="2099" y="81"/>
                </a:moveTo>
                <a:lnTo>
                  <a:pt x="2240" y="101"/>
                </a:lnTo>
                <a:lnTo>
                  <a:pt x="2382" y="121"/>
                </a:lnTo>
                <a:lnTo>
                  <a:pt x="2483" y="182"/>
                </a:lnTo>
                <a:lnTo>
                  <a:pt x="2563" y="262"/>
                </a:lnTo>
                <a:lnTo>
                  <a:pt x="2624" y="363"/>
                </a:lnTo>
                <a:lnTo>
                  <a:pt x="2644" y="424"/>
                </a:lnTo>
                <a:lnTo>
                  <a:pt x="2644" y="484"/>
                </a:lnTo>
                <a:lnTo>
                  <a:pt x="2644" y="565"/>
                </a:lnTo>
                <a:lnTo>
                  <a:pt x="2604" y="626"/>
                </a:lnTo>
                <a:lnTo>
                  <a:pt x="2503" y="767"/>
                </a:lnTo>
                <a:lnTo>
                  <a:pt x="2321" y="969"/>
                </a:lnTo>
                <a:lnTo>
                  <a:pt x="2099" y="1150"/>
                </a:lnTo>
                <a:lnTo>
                  <a:pt x="1857" y="1312"/>
                </a:lnTo>
                <a:lnTo>
                  <a:pt x="1595" y="1433"/>
                </a:lnTo>
                <a:lnTo>
                  <a:pt x="1332" y="1534"/>
                </a:lnTo>
                <a:lnTo>
                  <a:pt x="1191" y="1554"/>
                </a:lnTo>
                <a:lnTo>
                  <a:pt x="1050" y="1574"/>
                </a:lnTo>
                <a:lnTo>
                  <a:pt x="909" y="1574"/>
                </a:lnTo>
                <a:lnTo>
                  <a:pt x="767" y="1554"/>
                </a:lnTo>
                <a:lnTo>
                  <a:pt x="646" y="1514"/>
                </a:lnTo>
                <a:lnTo>
                  <a:pt x="505" y="1473"/>
                </a:lnTo>
                <a:lnTo>
                  <a:pt x="364" y="1392"/>
                </a:lnTo>
                <a:lnTo>
                  <a:pt x="263" y="1312"/>
                </a:lnTo>
                <a:lnTo>
                  <a:pt x="182" y="1231"/>
                </a:lnTo>
                <a:lnTo>
                  <a:pt x="122" y="1110"/>
                </a:lnTo>
                <a:lnTo>
                  <a:pt x="81" y="1009"/>
                </a:lnTo>
                <a:lnTo>
                  <a:pt x="101" y="868"/>
                </a:lnTo>
                <a:lnTo>
                  <a:pt x="142" y="747"/>
                </a:lnTo>
                <a:lnTo>
                  <a:pt x="222" y="646"/>
                </a:lnTo>
                <a:lnTo>
                  <a:pt x="364" y="505"/>
                </a:lnTo>
                <a:lnTo>
                  <a:pt x="566" y="404"/>
                </a:lnTo>
                <a:lnTo>
                  <a:pt x="787" y="303"/>
                </a:lnTo>
                <a:lnTo>
                  <a:pt x="1030" y="242"/>
                </a:lnTo>
                <a:lnTo>
                  <a:pt x="1252" y="182"/>
                </a:lnTo>
                <a:lnTo>
                  <a:pt x="1474" y="161"/>
                </a:lnTo>
                <a:lnTo>
                  <a:pt x="1655" y="121"/>
                </a:lnTo>
                <a:lnTo>
                  <a:pt x="1877" y="101"/>
                </a:lnTo>
                <a:lnTo>
                  <a:pt x="2099" y="81"/>
                </a:lnTo>
                <a:close/>
                <a:moveTo>
                  <a:pt x="2018" y="0"/>
                </a:moveTo>
                <a:lnTo>
                  <a:pt x="1837" y="20"/>
                </a:lnTo>
                <a:lnTo>
                  <a:pt x="1635" y="40"/>
                </a:lnTo>
                <a:lnTo>
                  <a:pt x="1474" y="81"/>
                </a:lnTo>
                <a:lnTo>
                  <a:pt x="1231" y="101"/>
                </a:lnTo>
                <a:lnTo>
                  <a:pt x="989" y="161"/>
                </a:lnTo>
                <a:lnTo>
                  <a:pt x="767" y="222"/>
                </a:lnTo>
                <a:lnTo>
                  <a:pt x="525" y="323"/>
                </a:lnTo>
                <a:lnTo>
                  <a:pt x="323" y="444"/>
                </a:lnTo>
                <a:lnTo>
                  <a:pt x="162" y="585"/>
                </a:lnTo>
                <a:lnTo>
                  <a:pt x="61" y="727"/>
                </a:lnTo>
                <a:lnTo>
                  <a:pt x="21" y="868"/>
                </a:lnTo>
                <a:lnTo>
                  <a:pt x="0" y="1009"/>
                </a:lnTo>
                <a:lnTo>
                  <a:pt x="41" y="1150"/>
                </a:lnTo>
                <a:lnTo>
                  <a:pt x="101" y="1271"/>
                </a:lnTo>
                <a:lnTo>
                  <a:pt x="202" y="1372"/>
                </a:lnTo>
                <a:lnTo>
                  <a:pt x="323" y="1473"/>
                </a:lnTo>
                <a:lnTo>
                  <a:pt x="465" y="1554"/>
                </a:lnTo>
                <a:lnTo>
                  <a:pt x="606" y="1594"/>
                </a:lnTo>
                <a:lnTo>
                  <a:pt x="727" y="1635"/>
                </a:lnTo>
                <a:lnTo>
                  <a:pt x="868" y="1635"/>
                </a:lnTo>
                <a:lnTo>
                  <a:pt x="989" y="1655"/>
                </a:lnTo>
                <a:lnTo>
                  <a:pt x="1211" y="1635"/>
                </a:lnTo>
                <a:lnTo>
                  <a:pt x="1433" y="1574"/>
                </a:lnTo>
                <a:lnTo>
                  <a:pt x="1655" y="1514"/>
                </a:lnTo>
                <a:lnTo>
                  <a:pt x="1857" y="1392"/>
                </a:lnTo>
                <a:lnTo>
                  <a:pt x="2059" y="1271"/>
                </a:lnTo>
                <a:lnTo>
                  <a:pt x="2240" y="1130"/>
                </a:lnTo>
                <a:lnTo>
                  <a:pt x="2422" y="969"/>
                </a:lnTo>
                <a:lnTo>
                  <a:pt x="2563" y="807"/>
                </a:lnTo>
                <a:lnTo>
                  <a:pt x="2684" y="666"/>
                </a:lnTo>
                <a:lnTo>
                  <a:pt x="2705" y="585"/>
                </a:lnTo>
                <a:lnTo>
                  <a:pt x="2725" y="484"/>
                </a:lnTo>
                <a:lnTo>
                  <a:pt x="2725" y="424"/>
                </a:lnTo>
                <a:lnTo>
                  <a:pt x="2705" y="343"/>
                </a:lnTo>
                <a:lnTo>
                  <a:pt x="2684" y="283"/>
                </a:lnTo>
                <a:lnTo>
                  <a:pt x="2644" y="222"/>
                </a:lnTo>
                <a:lnTo>
                  <a:pt x="2523" y="121"/>
                </a:lnTo>
                <a:lnTo>
                  <a:pt x="2402" y="40"/>
                </a:lnTo>
                <a:lnTo>
                  <a:pt x="2220" y="0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09" name="Google Shape;2309;p28"/>
          <p:cNvSpPr/>
          <p:nvPr/>
        </p:nvSpPr>
        <p:spPr>
          <a:xfrm flipH="1">
            <a:off x="3534228" y="4707923"/>
            <a:ext cx="100466" cy="100466"/>
          </a:xfrm>
          <a:custGeom>
            <a:rect b="b" l="l" r="r" t="t"/>
            <a:pathLst>
              <a:path extrusionOk="0" h="1797" w="1797">
                <a:moveTo>
                  <a:pt x="908" y="0"/>
                </a:moveTo>
                <a:lnTo>
                  <a:pt x="727" y="20"/>
                </a:lnTo>
                <a:lnTo>
                  <a:pt x="545" y="61"/>
                </a:lnTo>
                <a:lnTo>
                  <a:pt x="404" y="162"/>
                </a:lnTo>
                <a:lnTo>
                  <a:pt x="263" y="262"/>
                </a:lnTo>
                <a:lnTo>
                  <a:pt x="162" y="404"/>
                </a:lnTo>
                <a:lnTo>
                  <a:pt x="81" y="545"/>
                </a:lnTo>
                <a:lnTo>
                  <a:pt x="21" y="727"/>
                </a:lnTo>
                <a:lnTo>
                  <a:pt x="0" y="908"/>
                </a:lnTo>
                <a:lnTo>
                  <a:pt x="21" y="1090"/>
                </a:lnTo>
                <a:lnTo>
                  <a:pt x="81" y="1251"/>
                </a:lnTo>
                <a:lnTo>
                  <a:pt x="162" y="1413"/>
                </a:lnTo>
                <a:lnTo>
                  <a:pt x="263" y="1534"/>
                </a:lnTo>
                <a:lnTo>
                  <a:pt x="404" y="1655"/>
                </a:lnTo>
                <a:lnTo>
                  <a:pt x="545" y="1736"/>
                </a:lnTo>
                <a:lnTo>
                  <a:pt x="727" y="1776"/>
                </a:lnTo>
                <a:lnTo>
                  <a:pt x="908" y="1796"/>
                </a:lnTo>
                <a:lnTo>
                  <a:pt x="1090" y="1776"/>
                </a:lnTo>
                <a:lnTo>
                  <a:pt x="1252" y="1736"/>
                </a:lnTo>
                <a:lnTo>
                  <a:pt x="1413" y="1655"/>
                </a:lnTo>
                <a:lnTo>
                  <a:pt x="1534" y="1534"/>
                </a:lnTo>
                <a:lnTo>
                  <a:pt x="1655" y="1413"/>
                </a:lnTo>
                <a:lnTo>
                  <a:pt x="1736" y="1251"/>
                </a:lnTo>
                <a:lnTo>
                  <a:pt x="1776" y="1090"/>
                </a:lnTo>
                <a:lnTo>
                  <a:pt x="1796" y="908"/>
                </a:lnTo>
                <a:lnTo>
                  <a:pt x="1776" y="727"/>
                </a:lnTo>
                <a:lnTo>
                  <a:pt x="1736" y="545"/>
                </a:lnTo>
                <a:lnTo>
                  <a:pt x="1655" y="404"/>
                </a:lnTo>
                <a:lnTo>
                  <a:pt x="1534" y="262"/>
                </a:lnTo>
                <a:lnTo>
                  <a:pt x="1413" y="162"/>
                </a:lnTo>
                <a:lnTo>
                  <a:pt x="1252" y="61"/>
                </a:lnTo>
                <a:lnTo>
                  <a:pt x="1090" y="20"/>
                </a:lnTo>
                <a:lnTo>
                  <a:pt x="908" y="0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10" name="Google Shape;2310;p28"/>
          <p:cNvSpPr/>
          <p:nvPr/>
        </p:nvSpPr>
        <p:spPr>
          <a:xfrm flipH="1">
            <a:off x="2391228" y="4746023"/>
            <a:ext cx="100466" cy="100466"/>
          </a:xfrm>
          <a:custGeom>
            <a:rect b="b" l="l" r="r" t="t"/>
            <a:pathLst>
              <a:path extrusionOk="0" h="1797" w="1797">
                <a:moveTo>
                  <a:pt x="908" y="0"/>
                </a:moveTo>
                <a:lnTo>
                  <a:pt x="727" y="20"/>
                </a:lnTo>
                <a:lnTo>
                  <a:pt x="545" y="61"/>
                </a:lnTo>
                <a:lnTo>
                  <a:pt x="404" y="162"/>
                </a:lnTo>
                <a:lnTo>
                  <a:pt x="263" y="262"/>
                </a:lnTo>
                <a:lnTo>
                  <a:pt x="162" y="404"/>
                </a:lnTo>
                <a:lnTo>
                  <a:pt x="81" y="545"/>
                </a:lnTo>
                <a:lnTo>
                  <a:pt x="21" y="727"/>
                </a:lnTo>
                <a:lnTo>
                  <a:pt x="0" y="908"/>
                </a:lnTo>
                <a:lnTo>
                  <a:pt x="21" y="1090"/>
                </a:lnTo>
                <a:lnTo>
                  <a:pt x="81" y="1251"/>
                </a:lnTo>
                <a:lnTo>
                  <a:pt x="162" y="1413"/>
                </a:lnTo>
                <a:lnTo>
                  <a:pt x="263" y="1534"/>
                </a:lnTo>
                <a:lnTo>
                  <a:pt x="404" y="1655"/>
                </a:lnTo>
                <a:lnTo>
                  <a:pt x="545" y="1736"/>
                </a:lnTo>
                <a:lnTo>
                  <a:pt x="727" y="1776"/>
                </a:lnTo>
                <a:lnTo>
                  <a:pt x="908" y="1796"/>
                </a:lnTo>
                <a:lnTo>
                  <a:pt x="1090" y="1776"/>
                </a:lnTo>
                <a:lnTo>
                  <a:pt x="1252" y="1736"/>
                </a:lnTo>
                <a:lnTo>
                  <a:pt x="1413" y="1655"/>
                </a:lnTo>
                <a:lnTo>
                  <a:pt x="1534" y="1534"/>
                </a:lnTo>
                <a:lnTo>
                  <a:pt x="1655" y="1413"/>
                </a:lnTo>
                <a:lnTo>
                  <a:pt x="1736" y="1251"/>
                </a:lnTo>
                <a:lnTo>
                  <a:pt x="1776" y="1090"/>
                </a:lnTo>
                <a:lnTo>
                  <a:pt x="1796" y="908"/>
                </a:lnTo>
                <a:lnTo>
                  <a:pt x="1776" y="727"/>
                </a:lnTo>
                <a:lnTo>
                  <a:pt x="1736" y="545"/>
                </a:lnTo>
                <a:lnTo>
                  <a:pt x="1655" y="404"/>
                </a:lnTo>
                <a:lnTo>
                  <a:pt x="1534" y="262"/>
                </a:lnTo>
                <a:lnTo>
                  <a:pt x="1413" y="162"/>
                </a:lnTo>
                <a:lnTo>
                  <a:pt x="1252" y="61"/>
                </a:lnTo>
                <a:lnTo>
                  <a:pt x="1090" y="20"/>
                </a:lnTo>
                <a:lnTo>
                  <a:pt x="908" y="0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11" name="Google Shape;2311;p28"/>
          <p:cNvSpPr/>
          <p:nvPr/>
        </p:nvSpPr>
        <p:spPr>
          <a:xfrm flipH="1" rot="-3180058">
            <a:off x="5343286" y="4027976"/>
            <a:ext cx="1596428" cy="1802949"/>
          </a:xfrm>
          <a:custGeom>
            <a:rect b="b" l="l" r="r" t="t"/>
            <a:pathLst>
              <a:path extrusionOk="0" h="32249" w="28555">
                <a:moveTo>
                  <a:pt x="20483" y="82"/>
                </a:moveTo>
                <a:lnTo>
                  <a:pt x="20947" y="102"/>
                </a:lnTo>
                <a:lnTo>
                  <a:pt x="21411" y="122"/>
                </a:lnTo>
                <a:lnTo>
                  <a:pt x="21875" y="203"/>
                </a:lnTo>
                <a:lnTo>
                  <a:pt x="22319" y="283"/>
                </a:lnTo>
                <a:lnTo>
                  <a:pt x="22763" y="404"/>
                </a:lnTo>
                <a:lnTo>
                  <a:pt x="23187" y="566"/>
                </a:lnTo>
                <a:lnTo>
                  <a:pt x="23611" y="748"/>
                </a:lnTo>
                <a:lnTo>
                  <a:pt x="23994" y="949"/>
                </a:lnTo>
                <a:lnTo>
                  <a:pt x="24378" y="1191"/>
                </a:lnTo>
                <a:lnTo>
                  <a:pt x="24741" y="1454"/>
                </a:lnTo>
                <a:lnTo>
                  <a:pt x="25124" y="1777"/>
                </a:lnTo>
                <a:lnTo>
                  <a:pt x="25487" y="2140"/>
                </a:lnTo>
                <a:lnTo>
                  <a:pt x="25851" y="2564"/>
                </a:lnTo>
                <a:lnTo>
                  <a:pt x="26174" y="3008"/>
                </a:lnTo>
                <a:lnTo>
                  <a:pt x="26496" y="3492"/>
                </a:lnTo>
                <a:lnTo>
                  <a:pt x="26779" y="4017"/>
                </a:lnTo>
                <a:lnTo>
                  <a:pt x="27062" y="4582"/>
                </a:lnTo>
                <a:lnTo>
                  <a:pt x="27324" y="5187"/>
                </a:lnTo>
                <a:lnTo>
                  <a:pt x="27546" y="5772"/>
                </a:lnTo>
                <a:lnTo>
                  <a:pt x="27748" y="6358"/>
                </a:lnTo>
                <a:lnTo>
                  <a:pt x="27909" y="6943"/>
                </a:lnTo>
                <a:lnTo>
                  <a:pt x="28071" y="7548"/>
                </a:lnTo>
                <a:lnTo>
                  <a:pt x="28192" y="8154"/>
                </a:lnTo>
                <a:lnTo>
                  <a:pt x="28293" y="8739"/>
                </a:lnTo>
                <a:lnTo>
                  <a:pt x="28373" y="9344"/>
                </a:lnTo>
                <a:lnTo>
                  <a:pt x="28434" y="9950"/>
                </a:lnTo>
                <a:lnTo>
                  <a:pt x="28474" y="10555"/>
                </a:lnTo>
                <a:lnTo>
                  <a:pt x="28474" y="11160"/>
                </a:lnTo>
                <a:lnTo>
                  <a:pt x="28474" y="11766"/>
                </a:lnTo>
                <a:lnTo>
                  <a:pt x="28434" y="12371"/>
                </a:lnTo>
                <a:lnTo>
                  <a:pt x="28373" y="12977"/>
                </a:lnTo>
                <a:lnTo>
                  <a:pt x="28272" y="13562"/>
                </a:lnTo>
                <a:lnTo>
                  <a:pt x="28171" y="14167"/>
                </a:lnTo>
                <a:lnTo>
                  <a:pt x="28030" y="14732"/>
                </a:lnTo>
                <a:lnTo>
                  <a:pt x="27869" y="15338"/>
                </a:lnTo>
                <a:lnTo>
                  <a:pt x="27667" y="15923"/>
                </a:lnTo>
                <a:lnTo>
                  <a:pt x="27465" y="16488"/>
                </a:lnTo>
                <a:lnTo>
                  <a:pt x="27223" y="17053"/>
                </a:lnTo>
                <a:lnTo>
                  <a:pt x="26961" y="17618"/>
                </a:lnTo>
                <a:lnTo>
                  <a:pt x="26678" y="18143"/>
                </a:lnTo>
                <a:lnTo>
                  <a:pt x="26355" y="18667"/>
                </a:lnTo>
                <a:lnTo>
                  <a:pt x="26032" y="19192"/>
                </a:lnTo>
                <a:lnTo>
                  <a:pt x="25669" y="19676"/>
                </a:lnTo>
                <a:lnTo>
                  <a:pt x="25306" y="20161"/>
                </a:lnTo>
                <a:lnTo>
                  <a:pt x="24922" y="20625"/>
                </a:lnTo>
                <a:lnTo>
                  <a:pt x="24499" y="21069"/>
                </a:lnTo>
                <a:lnTo>
                  <a:pt x="24075" y="21493"/>
                </a:lnTo>
                <a:lnTo>
                  <a:pt x="23631" y="21896"/>
                </a:lnTo>
                <a:lnTo>
                  <a:pt x="23167" y="22280"/>
                </a:lnTo>
                <a:lnTo>
                  <a:pt x="22703" y="22643"/>
                </a:lnTo>
                <a:lnTo>
                  <a:pt x="22238" y="22946"/>
                </a:lnTo>
                <a:lnTo>
                  <a:pt x="21795" y="23228"/>
                </a:lnTo>
                <a:lnTo>
                  <a:pt x="21310" y="23511"/>
                </a:lnTo>
                <a:lnTo>
                  <a:pt x="20846" y="23773"/>
                </a:lnTo>
                <a:lnTo>
                  <a:pt x="19877" y="24277"/>
                </a:lnTo>
                <a:lnTo>
                  <a:pt x="18909" y="24742"/>
                </a:lnTo>
                <a:lnTo>
                  <a:pt x="17940" y="25226"/>
                </a:lnTo>
                <a:lnTo>
                  <a:pt x="16951" y="25751"/>
                </a:lnTo>
                <a:lnTo>
                  <a:pt x="16467" y="26013"/>
                </a:lnTo>
                <a:lnTo>
                  <a:pt x="15983" y="26296"/>
                </a:lnTo>
                <a:lnTo>
                  <a:pt x="15519" y="26598"/>
                </a:lnTo>
                <a:lnTo>
                  <a:pt x="15075" y="26901"/>
                </a:lnTo>
                <a:lnTo>
                  <a:pt x="14510" y="27325"/>
                </a:lnTo>
                <a:lnTo>
                  <a:pt x="13965" y="27789"/>
                </a:lnTo>
                <a:lnTo>
                  <a:pt x="13420" y="28253"/>
                </a:lnTo>
                <a:lnTo>
                  <a:pt x="12895" y="28717"/>
                </a:lnTo>
                <a:lnTo>
                  <a:pt x="12148" y="29383"/>
                </a:lnTo>
                <a:lnTo>
                  <a:pt x="11402" y="30029"/>
                </a:lnTo>
                <a:lnTo>
                  <a:pt x="10998" y="30332"/>
                </a:lnTo>
                <a:lnTo>
                  <a:pt x="10595" y="30614"/>
                </a:lnTo>
                <a:lnTo>
                  <a:pt x="10171" y="30897"/>
                </a:lnTo>
                <a:lnTo>
                  <a:pt x="9747" y="31159"/>
                </a:lnTo>
                <a:lnTo>
                  <a:pt x="9303" y="31381"/>
                </a:lnTo>
                <a:lnTo>
                  <a:pt x="8839" y="31583"/>
                </a:lnTo>
                <a:lnTo>
                  <a:pt x="8375" y="31764"/>
                </a:lnTo>
                <a:lnTo>
                  <a:pt x="7890" y="31906"/>
                </a:lnTo>
                <a:lnTo>
                  <a:pt x="7406" y="32027"/>
                </a:lnTo>
                <a:lnTo>
                  <a:pt x="6922" y="32107"/>
                </a:lnTo>
                <a:lnTo>
                  <a:pt x="6417" y="32148"/>
                </a:lnTo>
                <a:lnTo>
                  <a:pt x="5933" y="32168"/>
                </a:lnTo>
                <a:lnTo>
                  <a:pt x="5893" y="32168"/>
                </a:lnTo>
                <a:lnTo>
                  <a:pt x="5368" y="32148"/>
                </a:lnTo>
                <a:lnTo>
                  <a:pt x="4843" y="32087"/>
                </a:lnTo>
                <a:lnTo>
                  <a:pt x="4359" y="31986"/>
                </a:lnTo>
                <a:lnTo>
                  <a:pt x="3875" y="31845"/>
                </a:lnTo>
                <a:lnTo>
                  <a:pt x="3431" y="31684"/>
                </a:lnTo>
                <a:lnTo>
                  <a:pt x="2987" y="31462"/>
                </a:lnTo>
                <a:lnTo>
                  <a:pt x="2583" y="31219"/>
                </a:lnTo>
                <a:lnTo>
                  <a:pt x="2200" y="30957"/>
                </a:lnTo>
                <a:lnTo>
                  <a:pt x="1998" y="30775"/>
                </a:lnTo>
                <a:lnTo>
                  <a:pt x="1816" y="30614"/>
                </a:lnTo>
                <a:lnTo>
                  <a:pt x="1635" y="30412"/>
                </a:lnTo>
                <a:lnTo>
                  <a:pt x="1453" y="30231"/>
                </a:lnTo>
                <a:lnTo>
                  <a:pt x="1292" y="30029"/>
                </a:lnTo>
                <a:lnTo>
                  <a:pt x="1150" y="29807"/>
                </a:lnTo>
                <a:lnTo>
                  <a:pt x="1009" y="29585"/>
                </a:lnTo>
                <a:lnTo>
                  <a:pt x="868" y="29363"/>
                </a:lnTo>
                <a:lnTo>
                  <a:pt x="747" y="29121"/>
                </a:lnTo>
                <a:lnTo>
                  <a:pt x="626" y="28879"/>
                </a:lnTo>
                <a:lnTo>
                  <a:pt x="525" y="28616"/>
                </a:lnTo>
                <a:lnTo>
                  <a:pt x="424" y="28354"/>
                </a:lnTo>
                <a:lnTo>
                  <a:pt x="343" y="28092"/>
                </a:lnTo>
                <a:lnTo>
                  <a:pt x="283" y="27829"/>
                </a:lnTo>
                <a:lnTo>
                  <a:pt x="222" y="27547"/>
                </a:lnTo>
                <a:lnTo>
                  <a:pt x="162" y="27264"/>
                </a:lnTo>
                <a:lnTo>
                  <a:pt x="101" y="26719"/>
                </a:lnTo>
                <a:lnTo>
                  <a:pt x="81" y="26154"/>
                </a:lnTo>
                <a:lnTo>
                  <a:pt x="121" y="25609"/>
                </a:lnTo>
                <a:lnTo>
                  <a:pt x="182" y="25065"/>
                </a:lnTo>
                <a:lnTo>
                  <a:pt x="283" y="24520"/>
                </a:lnTo>
                <a:lnTo>
                  <a:pt x="444" y="23995"/>
                </a:lnTo>
                <a:lnTo>
                  <a:pt x="626" y="23490"/>
                </a:lnTo>
                <a:lnTo>
                  <a:pt x="868" y="23006"/>
                </a:lnTo>
                <a:lnTo>
                  <a:pt x="1029" y="22724"/>
                </a:lnTo>
                <a:lnTo>
                  <a:pt x="1191" y="22441"/>
                </a:lnTo>
                <a:lnTo>
                  <a:pt x="1372" y="22179"/>
                </a:lnTo>
                <a:lnTo>
                  <a:pt x="1574" y="21916"/>
                </a:lnTo>
                <a:lnTo>
                  <a:pt x="1776" y="21654"/>
                </a:lnTo>
                <a:lnTo>
                  <a:pt x="1998" y="21392"/>
                </a:lnTo>
                <a:lnTo>
                  <a:pt x="2240" y="21129"/>
                </a:lnTo>
                <a:lnTo>
                  <a:pt x="2482" y="20867"/>
                </a:lnTo>
                <a:lnTo>
                  <a:pt x="3027" y="20383"/>
                </a:lnTo>
                <a:lnTo>
                  <a:pt x="3612" y="19898"/>
                </a:lnTo>
                <a:lnTo>
                  <a:pt x="4258" y="19414"/>
                </a:lnTo>
                <a:lnTo>
                  <a:pt x="4964" y="18970"/>
                </a:lnTo>
                <a:lnTo>
                  <a:pt x="5691" y="18526"/>
                </a:lnTo>
                <a:lnTo>
                  <a:pt x="6438" y="18102"/>
                </a:lnTo>
                <a:lnTo>
                  <a:pt x="7951" y="17336"/>
                </a:lnTo>
                <a:lnTo>
                  <a:pt x="9021" y="16771"/>
                </a:lnTo>
                <a:lnTo>
                  <a:pt x="10110" y="16185"/>
                </a:lnTo>
                <a:lnTo>
                  <a:pt x="10433" y="15983"/>
                </a:lnTo>
                <a:lnTo>
                  <a:pt x="10716" y="15802"/>
                </a:lnTo>
                <a:lnTo>
                  <a:pt x="10978" y="15600"/>
                </a:lnTo>
                <a:lnTo>
                  <a:pt x="11220" y="15398"/>
                </a:lnTo>
                <a:lnTo>
                  <a:pt x="11442" y="15196"/>
                </a:lnTo>
                <a:lnTo>
                  <a:pt x="11644" y="14974"/>
                </a:lnTo>
                <a:lnTo>
                  <a:pt x="11805" y="14752"/>
                </a:lnTo>
                <a:lnTo>
                  <a:pt x="11967" y="14510"/>
                </a:lnTo>
                <a:lnTo>
                  <a:pt x="12088" y="14268"/>
                </a:lnTo>
                <a:lnTo>
                  <a:pt x="12189" y="13986"/>
                </a:lnTo>
                <a:lnTo>
                  <a:pt x="12290" y="13723"/>
                </a:lnTo>
                <a:lnTo>
                  <a:pt x="12350" y="13421"/>
                </a:lnTo>
                <a:lnTo>
                  <a:pt x="12411" y="13098"/>
                </a:lnTo>
                <a:lnTo>
                  <a:pt x="12451" y="12755"/>
                </a:lnTo>
                <a:lnTo>
                  <a:pt x="12471" y="12391"/>
                </a:lnTo>
                <a:lnTo>
                  <a:pt x="12471" y="12008"/>
                </a:lnTo>
                <a:lnTo>
                  <a:pt x="12492" y="11302"/>
                </a:lnTo>
                <a:lnTo>
                  <a:pt x="12512" y="10616"/>
                </a:lnTo>
                <a:lnTo>
                  <a:pt x="12532" y="9950"/>
                </a:lnTo>
                <a:lnTo>
                  <a:pt x="12592" y="9324"/>
                </a:lnTo>
                <a:lnTo>
                  <a:pt x="12653" y="8698"/>
                </a:lnTo>
                <a:lnTo>
                  <a:pt x="12714" y="8113"/>
                </a:lnTo>
                <a:lnTo>
                  <a:pt x="12814" y="7548"/>
                </a:lnTo>
                <a:lnTo>
                  <a:pt x="12915" y="7003"/>
                </a:lnTo>
                <a:lnTo>
                  <a:pt x="13036" y="6479"/>
                </a:lnTo>
                <a:lnTo>
                  <a:pt x="13157" y="5974"/>
                </a:lnTo>
                <a:lnTo>
                  <a:pt x="13299" y="5510"/>
                </a:lnTo>
                <a:lnTo>
                  <a:pt x="13460" y="5046"/>
                </a:lnTo>
                <a:lnTo>
                  <a:pt x="13642" y="4622"/>
                </a:lnTo>
                <a:lnTo>
                  <a:pt x="13823" y="4218"/>
                </a:lnTo>
                <a:lnTo>
                  <a:pt x="14025" y="3835"/>
                </a:lnTo>
                <a:lnTo>
                  <a:pt x="14247" y="3472"/>
                </a:lnTo>
                <a:lnTo>
                  <a:pt x="14429" y="3169"/>
                </a:lnTo>
                <a:lnTo>
                  <a:pt x="14631" y="2887"/>
                </a:lnTo>
                <a:lnTo>
                  <a:pt x="14853" y="2644"/>
                </a:lnTo>
                <a:lnTo>
                  <a:pt x="15054" y="2402"/>
                </a:lnTo>
                <a:lnTo>
                  <a:pt x="15276" y="2180"/>
                </a:lnTo>
                <a:lnTo>
                  <a:pt x="15498" y="1979"/>
                </a:lnTo>
                <a:lnTo>
                  <a:pt x="15700" y="1797"/>
                </a:lnTo>
                <a:lnTo>
                  <a:pt x="15942" y="1635"/>
                </a:lnTo>
                <a:lnTo>
                  <a:pt x="16386" y="1333"/>
                </a:lnTo>
                <a:lnTo>
                  <a:pt x="16830" y="1091"/>
                </a:lnTo>
                <a:lnTo>
                  <a:pt x="17274" y="869"/>
                </a:lnTo>
                <a:lnTo>
                  <a:pt x="17698" y="667"/>
                </a:lnTo>
                <a:lnTo>
                  <a:pt x="18142" y="505"/>
                </a:lnTo>
                <a:lnTo>
                  <a:pt x="18606" y="364"/>
                </a:lnTo>
                <a:lnTo>
                  <a:pt x="19070" y="243"/>
                </a:lnTo>
                <a:lnTo>
                  <a:pt x="19534" y="162"/>
                </a:lnTo>
                <a:lnTo>
                  <a:pt x="19999" y="102"/>
                </a:lnTo>
                <a:lnTo>
                  <a:pt x="20483" y="82"/>
                </a:lnTo>
                <a:close/>
                <a:moveTo>
                  <a:pt x="20483" y="1"/>
                </a:moveTo>
                <a:lnTo>
                  <a:pt x="19999" y="21"/>
                </a:lnTo>
                <a:lnTo>
                  <a:pt x="19534" y="82"/>
                </a:lnTo>
                <a:lnTo>
                  <a:pt x="19050" y="162"/>
                </a:lnTo>
                <a:lnTo>
                  <a:pt x="18586" y="283"/>
                </a:lnTo>
                <a:lnTo>
                  <a:pt x="18122" y="425"/>
                </a:lnTo>
                <a:lnTo>
                  <a:pt x="17678" y="606"/>
                </a:lnTo>
                <a:lnTo>
                  <a:pt x="17214" y="808"/>
                </a:lnTo>
                <a:lnTo>
                  <a:pt x="16750" y="1050"/>
                </a:lnTo>
                <a:lnTo>
                  <a:pt x="16285" y="1313"/>
                </a:lnTo>
                <a:lnTo>
                  <a:pt x="15841" y="1615"/>
                </a:lnTo>
                <a:lnTo>
                  <a:pt x="15619" y="1777"/>
                </a:lnTo>
                <a:lnTo>
                  <a:pt x="15397" y="1979"/>
                </a:lnTo>
                <a:lnTo>
                  <a:pt x="15175" y="2180"/>
                </a:lnTo>
                <a:lnTo>
                  <a:pt x="14974" y="2382"/>
                </a:lnTo>
                <a:lnTo>
                  <a:pt x="14752" y="2624"/>
                </a:lnTo>
                <a:lnTo>
                  <a:pt x="14550" y="2866"/>
                </a:lnTo>
                <a:lnTo>
                  <a:pt x="14368" y="3129"/>
                </a:lnTo>
                <a:lnTo>
                  <a:pt x="14166" y="3411"/>
                </a:lnTo>
                <a:lnTo>
                  <a:pt x="13944" y="3795"/>
                </a:lnTo>
                <a:lnTo>
                  <a:pt x="13743" y="4178"/>
                </a:lnTo>
                <a:lnTo>
                  <a:pt x="13561" y="4582"/>
                </a:lnTo>
                <a:lnTo>
                  <a:pt x="13400" y="5026"/>
                </a:lnTo>
                <a:lnTo>
                  <a:pt x="13238" y="5470"/>
                </a:lnTo>
                <a:lnTo>
                  <a:pt x="13077" y="5954"/>
                </a:lnTo>
                <a:lnTo>
                  <a:pt x="12956" y="6458"/>
                </a:lnTo>
                <a:lnTo>
                  <a:pt x="12835" y="6983"/>
                </a:lnTo>
                <a:lnTo>
                  <a:pt x="12734" y="7528"/>
                </a:lnTo>
                <a:lnTo>
                  <a:pt x="12653" y="8093"/>
                </a:lnTo>
                <a:lnTo>
                  <a:pt x="12572" y="8678"/>
                </a:lnTo>
                <a:lnTo>
                  <a:pt x="12512" y="9304"/>
                </a:lnTo>
                <a:lnTo>
                  <a:pt x="12451" y="9950"/>
                </a:lnTo>
                <a:lnTo>
                  <a:pt x="12431" y="10616"/>
                </a:lnTo>
                <a:lnTo>
                  <a:pt x="12411" y="11302"/>
                </a:lnTo>
                <a:lnTo>
                  <a:pt x="12391" y="12008"/>
                </a:lnTo>
                <a:lnTo>
                  <a:pt x="12391" y="12391"/>
                </a:lnTo>
                <a:lnTo>
                  <a:pt x="12370" y="12755"/>
                </a:lnTo>
                <a:lnTo>
                  <a:pt x="12330" y="13078"/>
                </a:lnTo>
                <a:lnTo>
                  <a:pt x="12270" y="13400"/>
                </a:lnTo>
                <a:lnTo>
                  <a:pt x="12209" y="13683"/>
                </a:lnTo>
                <a:lnTo>
                  <a:pt x="12128" y="13965"/>
                </a:lnTo>
                <a:lnTo>
                  <a:pt x="12007" y="14228"/>
                </a:lnTo>
                <a:lnTo>
                  <a:pt x="11886" y="14470"/>
                </a:lnTo>
                <a:lnTo>
                  <a:pt x="11745" y="14712"/>
                </a:lnTo>
                <a:lnTo>
                  <a:pt x="11563" y="14934"/>
                </a:lnTo>
                <a:lnTo>
                  <a:pt x="11382" y="15136"/>
                </a:lnTo>
                <a:lnTo>
                  <a:pt x="11160" y="15338"/>
                </a:lnTo>
                <a:lnTo>
                  <a:pt x="10938" y="15540"/>
                </a:lnTo>
                <a:lnTo>
                  <a:pt x="10675" y="15741"/>
                </a:lnTo>
                <a:lnTo>
                  <a:pt x="10373" y="15923"/>
                </a:lnTo>
                <a:lnTo>
                  <a:pt x="10070" y="16105"/>
                </a:lnTo>
                <a:lnTo>
                  <a:pt x="8980" y="16690"/>
                </a:lnTo>
                <a:lnTo>
                  <a:pt x="7911" y="17255"/>
                </a:lnTo>
                <a:lnTo>
                  <a:pt x="6397" y="18042"/>
                </a:lnTo>
                <a:lnTo>
                  <a:pt x="5651" y="18466"/>
                </a:lnTo>
                <a:lnTo>
                  <a:pt x="4924" y="18889"/>
                </a:lnTo>
                <a:lnTo>
                  <a:pt x="4218" y="19354"/>
                </a:lnTo>
                <a:lnTo>
                  <a:pt x="3552" y="19838"/>
                </a:lnTo>
                <a:lnTo>
                  <a:pt x="2967" y="20322"/>
                </a:lnTo>
                <a:lnTo>
                  <a:pt x="2422" y="20827"/>
                </a:lnTo>
                <a:lnTo>
                  <a:pt x="2180" y="21069"/>
                </a:lnTo>
                <a:lnTo>
                  <a:pt x="1937" y="21331"/>
                </a:lnTo>
                <a:lnTo>
                  <a:pt x="1715" y="21594"/>
                </a:lnTo>
                <a:lnTo>
                  <a:pt x="1514" y="21856"/>
                </a:lnTo>
                <a:lnTo>
                  <a:pt x="1312" y="22138"/>
                </a:lnTo>
                <a:lnTo>
                  <a:pt x="1130" y="22401"/>
                </a:lnTo>
                <a:lnTo>
                  <a:pt x="949" y="22683"/>
                </a:lnTo>
                <a:lnTo>
                  <a:pt x="807" y="22966"/>
                </a:lnTo>
                <a:lnTo>
                  <a:pt x="565" y="23450"/>
                </a:lnTo>
                <a:lnTo>
                  <a:pt x="363" y="23975"/>
                </a:lnTo>
                <a:lnTo>
                  <a:pt x="222" y="24499"/>
                </a:lnTo>
                <a:lnTo>
                  <a:pt x="101" y="25044"/>
                </a:lnTo>
                <a:lnTo>
                  <a:pt x="40" y="25589"/>
                </a:lnTo>
                <a:lnTo>
                  <a:pt x="0" y="26154"/>
                </a:lnTo>
                <a:lnTo>
                  <a:pt x="20" y="26719"/>
                </a:lnTo>
                <a:lnTo>
                  <a:pt x="81" y="27284"/>
                </a:lnTo>
                <a:lnTo>
                  <a:pt x="141" y="27567"/>
                </a:lnTo>
                <a:lnTo>
                  <a:pt x="202" y="27849"/>
                </a:lnTo>
                <a:lnTo>
                  <a:pt x="262" y="28112"/>
                </a:lnTo>
                <a:lnTo>
                  <a:pt x="363" y="28394"/>
                </a:lnTo>
                <a:lnTo>
                  <a:pt x="444" y="28657"/>
                </a:lnTo>
                <a:lnTo>
                  <a:pt x="545" y="28899"/>
                </a:lnTo>
                <a:lnTo>
                  <a:pt x="666" y="29161"/>
                </a:lnTo>
                <a:lnTo>
                  <a:pt x="787" y="29403"/>
                </a:lnTo>
                <a:lnTo>
                  <a:pt x="928" y="29625"/>
                </a:lnTo>
                <a:lnTo>
                  <a:pt x="1070" y="29847"/>
                </a:lnTo>
                <a:lnTo>
                  <a:pt x="1231" y="30069"/>
                </a:lnTo>
                <a:lnTo>
                  <a:pt x="1393" y="30271"/>
                </a:lnTo>
                <a:lnTo>
                  <a:pt x="1574" y="30473"/>
                </a:lnTo>
                <a:lnTo>
                  <a:pt x="1756" y="30654"/>
                </a:lnTo>
                <a:lnTo>
                  <a:pt x="1958" y="30836"/>
                </a:lnTo>
                <a:lnTo>
                  <a:pt x="2159" y="31018"/>
                </a:lnTo>
                <a:lnTo>
                  <a:pt x="2543" y="31300"/>
                </a:lnTo>
                <a:lnTo>
                  <a:pt x="2967" y="31542"/>
                </a:lnTo>
                <a:lnTo>
                  <a:pt x="3390" y="31744"/>
                </a:lnTo>
                <a:lnTo>
                  <a:pt x="3854" y="31926"/>
                </a:lnTo>
                <a:lnTo>
                  <a:pt x="4339" y="32067"/>
                </a:lnTo>
                <a:lnTo>
                  <a:pt x="4843" y="32168"/>
                </a:lnTo>
                <a:lnTo>
                  <a:pt x="5348" y="32228"/>
                </a:lnTo>
                <a:lnTo>
                  <a:pt x="5893" y="32249"/>
                </a:lnTo>
                <a:lnTo>
                  <a:pt x="5933" y="32249"/>
                </a:lnTo>
                <a:lnTo>
                  <a:pt x="6438" y="32228"/>
                </a:lnTo>
                <a:lnTo>
                  <a:pt x="6922" y="32188"/>
                </a:lnTo>
                <a:lnTo>
                  <a:pt x="7426" y="32107"/>
                </a:lnTo>
                <a:lnTo>
                  <a:pt x="7911" y="31986"/>
                </a:lnTo>
                <a:lnTo>
                  <a:pt x="8395" y="31845"/>
                </a:lnTo>
                <a:lnTo>
                  <a:pt x="8879" y="31663"/>
                </a:lnTo>
                <a:lnTo>
                  <a:pt x="9343" y="31462"/>
                </a:lnTo>
                <a:lnTo>
                  <a:pt x="9787" y="31219"/>
                </a:lnTo>
                <a:lnTo>
                  <a:pt x="10211" y="30977"/>
                </a:lnTo>
                <a:lnTo>
                  <a:pt x="10635" y="30695"/>
                </a:lnTo>
                <a:lnTo>
                  <a:pt x="11039" y="30392"/>
                </a:lnTo>
                <a:lnTo>
                  <a:pt x="11442" y="30089"/>
                </a:lnTo>
                <a:lnTo>
                  <a:pt x="12209" y="29444"/>
                </a:lnTo>
                <a:lnTo>
                  <a:pt x="12956" y="28778"/>
                </a:lnTo>
                <a:lnTo>
                  <a:pt x="13480" y="28314"/>
                </a:lnTo>
                <a:lnTo>
                  <a:pt x="14005" y="27849"/>
                </a:lnTo>
                <a:lnTo>
                  <a:pt x="14550" y="27405"/>
                </a:lnTo>
                <a:lnTo>
                  <a:pt x="15115" y="26961"/>
                </a:lnTo>
                <a:lnTo>
                  <a:pt x="15559" y="26659"/>
                </a:lnTo>
                <a:lnTo>
                  <a:pt x="16023" y="26356"/>
                </a:lnTo>
                <a:lnTo>
                  <a:pt x="16507" y="26074"/>
                </a:lnTo>
                <a:lnTo>
                  <a:pt x="16992" y="25811"/>
                </a:lnTo>
                <a:lnTo>
                  <a:pt x="17960" y="25307"/>
                </a:lnTo>
                <a:lnTo>
                  <a:pt x="18949" y="24822"/>
                </a:lnTo>
                <a:lnTo>
                  <a:pt x="19918" y="24338"/>
                </a:lnTo>
                <a:lnTo>
                  <a:pt x="20886" y="23834"/>
                </a:lnTo>
                <a:lnTo>
                  <a:pt x="21351" y="23571"/>
                </a:lnTo>
                <a:lnTo>
                  <a:pt x="21835" y="23309"/>
                </a:lnTo>
                <a:lnTo>
                  <a:pt x="22299" y="23006"/>
                </a:lnTo>
                <a:lnTo>
                  <a:pt x="22743" y="22703"/>
                </a:lnTo>
                <a:lnTo>
                  <a:pt x="23227" y="22340"/>
                </a:lnTo>
                <a:lnTo>
                  <a:pt x="23691" y="21957"/>
                </a:lnTo>
                <a:lnTo>
                  <a:pt x="24135" y="21553"/>
                </a:lnTo>
                <a:lnTo>
                  <a:pt x="24559" y="21129"/>
                </a:lnTo>
                <a:lnTo>
                  <a:pt x="24983" y="20685"/>
                </a:lnTo>
                <a:lnTo>
                  <a:pt x="25366" y="20221"/>
                </a:lnTo>
                <a:lnTo>
                  <a:pt x="25750" y="19737"/>
                </a:lnTo>
                <a:lnTo>
                  <a:pt x="26093" y="19232"/>
                </a:lnTo>
                <a:lnTo>
                  <a:pt x="26436" y="18728"/>
                </a:lnTo>
                <a:lnTo>
                  <a:pt x="26739" y="18183"/>
                </a:lnTo>
                <a:lnTo>
                  <a:pt x="27021" y="17638"/>
                </a:lnTo>
                <a:lnTo>
                  <a:pt x="27304" y="17093"/>
                </a:lnTo>
                <a:lnTo>
                  <a:pt x="27546" y="16528"/>
                </a:lnTo>
                <a:lnTo>
                  <a:pt x="27748" y="15943"/>
                </a:lnTo>
                <a:lnTo>
                  <a:pt x="27949" y="15358"/>
                </a:lnTo>
                <a:lnTo>
                  <a:pt x="28111" y="14752"/>
                </a:lnTo>
                <a:lnTo>
                  <a:pt x="28252" y="14167"/>
                </a:lnTo>
                <a:lnTo>
                  <a:pt x="28353" y="13582"/>
                </a:lnTo>
                <a:lnTo>
                  <a:pt x="28454" y="12977"/>
                </a:lnTo>
                <a:lnTo>
                  <a:pt x="28514" y="12391"/>
                </a:lnTo>
                <a:lnTo>
                  <a:pt x="28555" y="11786"/>
                </a:lnTo>
                <a:lnTo>
                  <a:pt x="28555" y="11181"/>
                </a:lnTo>
                <a:lnTo>
                  <a:pt x="28555" y="10555"/>
                </a:lnTo>
                <a:lnTo>
                  <a:pt x="28514" y="9950"/>
                </a:lnTo>
                <a:lnTo>
                  <a:pt x="28454" y="9344"/>
                </a:lnTo>
                <a:lnTo>
                  <a:pt x="28373" y="8739"/>
                </a:lnTo>
                <a:lnTo>
                  <a:pt x="28272" y="8133"/>
                </a:lnTo>
                <a:lnTo>
                  <a:pt x="28151" y="7528"/>
                </a:lnTo>
                <a:lnTo>
                  <a:pt x="27990" y="6923"/>
                </a:lnTo>
                <a:lnTo>
                  <a:pt x="27828" y="6337"/>
                </a:lnTo>
                <a:lnTo>
                  <a:pt x="27627" y="5752"/>
                </a:lnTo>
                <a:lnTo>
                  <a:pt x="27405" y="5167"/>
                </a:lnTo>
                <a:lnTo>
                  <a:pt x="27142" y="4541"/>
                </a:lnTo>
                <a:lnTo>
                  <a:pt x="26860" y="3976"/>
                </a:lnTo>
                <a:lnTo>
                  <a:pt x="26557" y="3452"/>
                </a:lnTo>
                <a:lnTo>
                  <a:pt x="26234" y="2947"/>
                </a:lnTo>
                <a:lnTo>
                  <a:pt x="25911" y="2503"/>
                </a:lnTo>
                <a:lnTo>
                  <a:pt x="25548" y="2100"/>
                </a:lnTo>
                <a:lnTo>
                  <a:pt x="25185" y="1716"/>
                </a:lnTo>
                <a:lnTo>
                  <a:pt x="24801" y="1393"/>
                </a:lnTo>
                <a:lnTo>
                  <a:pt x="24438" y="1111"/>
                </a:lnTo>
                <a:lnTo>
                  <a:pt x="24055" y="889"/>
                </a:lnTo>
                <a:lnTo>
                  <a:pt x="23651" y="667"/>
                </a:lnTo>
                <a:lnTo>
                  <a:pt x="23227" y="485"/>
                </a:lnTo>
                <a:lnTo>
                  <a:pt x="22783" y="344"/>
                </a:lnTo>
                <a:lnTo>
                  <a:pt x="22339" y="223"/>
                </a:lnTo>
                <a:lnTo>
                  <a:pt x="21895" y="122"/>
                </a:lnTo>
                <a:lnTo>
                  <a:pt x="21411" y="61"/>
                </a:lnTo>
                <a:lnTo>
                  <a:pt x="20947" y="21"/>
                </a:lnTo>
                <a:lnTo>
                  <a:pt x="20483" y="1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12" name="Google Shape;2312;p28"/>
          <p:cNvSpPr/>
          <p:nvPr/>
        </p:nvSpPr>
        <p:spPr>
          <a:xfrm flipH="1" rot="-3180058">
            <a:off x="5463808" y="4095264"/>
            <a:ext cx="1395610" cy="1650658"/>
          </a:xfrm>
          <a:custGeom>
            <a:rect b="b" l="l" r="r" t="t"/>
            <a:pathLst>
              <a:path extrusionOk="0" h="29525" w="24963">
                <a:moveTo>
                  <a:pt x="18727" y="81"/>
                </a:moveTo>
                <a:lnTo>
                  <a:pt x="19211" y="102"/>
                </a:lnTo>
                <a:lnTo>
                  <a:pt x="19514" y="142"/>
                </a:lnTo>
                <a:lnTo>
                  <a:pt x="19837" y="223"/>
                </a:lnTo>
                <a:lnTo>
                  <a:pt x="20140" y="303"/>
                </a:lnTo>
                <a:lnTo>
                  <a:pt x="20442" y="404"/>
                </a:lnTo>
                <a:lnTo>
                  <a:pt x="20745" y="525"/>
                </a:lnTo>
                <a:lnTo>
                  <a:pt x="21048" y="667"/>
                </a:lnTo>
                <a:lnTo>
                  <a:pt x="21330" y="828"/>
                </a:lnTo>
                <a:lnTo>
                  <a:pt x="21613" y="1010"/>
                </a:lnTo>
                <a:lnTo>
                  <a:pt x="21895" y="1212"/>
                </a:lnTo>
                <a:lnTo>
                  <a:pt x="22158" y="1413"/>
                </a:lnTo>
                <a:lnTo>
                  <a:pt x="22420" y="1655"/>
                </a:lnTo>
                <a:lnTo>
                  <a:pt x="22662" y="1898"/>
                </a:lnTo>
                <a:lnTo>
                  <a:pt x="22904" y="2160"/>
                </a:lnTo>
                <a:lnTo>
                  <a:pt x="23126" y="2443"/>
                </a:lnTo>
                <a:lnTo>
                  <a:pt x="23328" y="2725"/>
                </a:lnTo>
                <a:lnTo>
                  <a:pt x="23530" y="3028"/>
                </a:lnTo>
                <a:lnTo>
                  <a:pt x="23691" y="3290"/>
                </a:lnTo>
                <a:lnTo>
                  <a:pt x="23833" y="3573"/>
                </a:lnTo>
                <a:lnTo>
                  <a:pt x="24095" y="4138"/>
                </a:lnTo>
                <a:lnTo>
                  <a:pt x="24317" y="4723"/>
                </a:lnTo>
                <a:lnTo>
                  <a:pt x="24499" y="5369"/>
                </a:lnTo>
                <a:lnTo>
                  <a:pt x="24660" y="6035"/>
                </a:lnTo>
                <a:lnTo>
                  <a:pt x="24761" y="6721"/>
                </a:lnTo>
                <a:lnTo>
                  <a:pt x="24842" y="7467"/>
                </a:lnTo>
                <a:lnTo>
                  <a:pt x="24882" y="8214"/>
                </a:lnTo>
                <a:lnTo>
                  <a:pt x="24882" y="8880"/>
                </a:lnTo>
                <a:lnTo>
                  <a:pt x="24862" y="9546"/>
                </a:lnTo>
                <a:lnTo>
                  <a:pt x="24822" y="10232"/>
                </a:lnTo>
                <a:lnTo>
                  <a:pt x="24761" y="10938"/>
                </a:lnTo>
                <a:lnTo>
                  <a:pt x="24660" y="11665"/>
                </a:lnTo>
                <a:lnTo>
                  <a:pt x="24539" y="12411"/>
                </a:lnTo>
                <a:lnTo>
                  <a:pt x="24398" y="13178"/>
                </a:lnTo>
                <a:lnTo>
                  <a:pt x="24216" y="13986"/>
                </a:lnTo>
                <a:lnTo>
                  <a:pt x="23994" y="14853"/>
                </a:lnTo>
                <a:lnTo>
                  <a:pt x="23873" y="15297"/>
                </a:lnTo>
                <a:lnTo>
                  <a:pt x="23732" y="15721"/>
                </a:lnTo>
                <a:lnTo>
                  <a:pt x="23570" y="16145"/>
                </a:lnTo>
                <a:lnTo>
                  <a:pt x="23369" y="16569"/>
                </a:lnTo>
                <a:lnTo>
                  <a:pt x="23167" y="16972"/>
                </a:lnTo>
                <a:lnTo>
                  <a:pt x="22925" y="17356"/>
                </a:lnTo>
                <a:lnTo>
                  <a:pt x="22682" y="17658"/>
                </a:lnTo>
                <a:lnTo>
                  <a:pt x="22440" y="17961"/>
                </a:lnTo>
                <a:lnTo>
                  <a:pt x="22158" y="18244"/>
                </a:lnTo>
                <a:lnTo>
                  <a:pt x="21875" y="18506"/>
                </a:lnTo>
                <a:lnTo>
                  <a:pt x="21573" y="18748"/>
                </a:lnTo>
                <a:lnTo>
                  <a:pt x="21270" y="18990"/>
                </a:lnTo>
                <a:lnTo>
                  <a:pt x="20947" y="19212"/>
                </a:lnTo>
                <a:lnTo>
                  <a:pt x="20604" y="19414"/>
                </a:lnTo>
                <a:lnTo>
                  <a:pt x="20261" y="19616"/>
                </a:lnTo>
                <a:lnTo>
                  <a:pt x="19918" y="19818"/>
                </a:lnTo>
                <a:lnTo>
                  <a:pt x="19211" y="20181"/>
                </a:lnTo>
                <a:lnTo>
                  <a:pt x="18465" y="20524"/>
                </a:lnTo>
                <a:lnTo>
                  <a:pt x="17738" y="20847"/>
                </a:lnTo>
                <a:lnTo>
                  <a:pt x="17133" y="21109"/>
                </a:lnTo>
                <a:lnTo>
                  <a:pt x="16245" y="21513"/>
                </a:lnTo>
                <a:lnTo>
                  <a:pt x="15418" y="21916"/>
                </a:lnTo>
                <a:lnTo>
                  <a:pt x="14651" y="22340"/>
                </a:lnTo>
                <a:lnTo>
                  <a:pt x="13924" y="22744"/>
                </a:lnTo>
                <a:lnTo>
                  <a:pt x="13258" y="23167"/>
                </a:lnTo>
                <a:lnTo>
                  <a:pt x="12633" y="23611"/>
                </a:lnTo>
                <a:lnTo>
                  <a:pt x="12048" y="24055"/>
                </a:lnTo>
                <a:lnTo>
                  <a:pt x="11503" y="24520"/>
                </a:lnTo>
                <a:lnTo>
                  <a:pt x="11099" y="24883"/>
                </a:lnTo>
                <a:lnTo>
                  <a:pt x="10695" y="25246"/>
                </a:lnTo>
                <a:lnTo>
                  <a:pt x="9949" y="26013"/>
                </a:lnTo>
                <a:lnTo>
                  <a:pt x="9323" y="26638"/>
                </a:lnTo>
                <a:lnTo>
                  <a:pt x="8698" y="27244"/>
                </a:lnTo>
                <a:lnTo>
                  <a:pt x="8355" y="27526"/>
                </a:lnTo>
                <a:lnTo>
                  <a:pt x="8032" y="27809"/>
                </a:lnTo>
                <a:lnTo>
                  <a:pt x="7668" y="28091"/>
                </a:lnTo>
                <a:lnTo>
                  <a:pt x="7325" y="28334"/>
                </a:lnTo>
                <a:lnTo>
                  <a:pt x="6902" y="28596"/>
                </a:lnTo>
                <a:lnTo>
                  <a:pt x="6498" y="28818"/>
                </a:lnTo>
                <a:lnTo>
                  <a:pt x="6094" y="29000"/>
                </a:lnTo>
                <a:lnTo>
                  <a:pt x="5711" y="29141"/>
                </a:lnTo>
                <a:lnTo>
                  <a:pt x="5328" y="29262"/>
                </a:lnTo>
                <a:lnTo>
                  <a:pt x="4964" y="29343"/>
                </a:lnTo>
                <a:lnTo>
                  <a:pt x="4601" y="29403"/>
                </a:lnTo>
                <a:lnTo>
                  <a:pt x="4238" y="29423"/>
                </a:lnTo>
                <a:lnTo>
                  <a:pt x="3915" y="29423"/>
                </a:lnTo>
                <a:lnTo>
                  <a:pt x="3592" y="29403"/>
                </a:lnTo>
                <a:lnTo>
                  <a:pt x="3289" y="29363"/>
                </a:lnTo>
                <a:lnTo>
                  <a:pt x="2987" y="29302"/>
                </a:lnTo>
                <a:lnTo>
                  <a:pt x="2724" y="29221"/>
                </a:lnTo>
                <a:lnTo>
                  <a:pt x="2462" y="29121"/>
                </a:lnTo>
                <a:lnTo>
                  <a:pt x="2240" y="29020"/>
                </a:lnTo>
                <a:lnTo>
                  <a:pt x="2018" y="28899"/>
                </a:lnTo>
                <a:lnTo>
                  <a:pt x="1715" y="28677"/>
                </a:lnTo>
                <a:lnTo>
                  <a:pt x="1433" y="28414"/>
                </a:lnTo>
                <a:lnTo>
                  <a:pt x="1170" y="28132"/>
                </a:lnTo>
                <a:lnTo>
                  <a:pt x="928" y="27809"/>
                </a:lnTo>
                <a:lnTo>
                  <a:pt x="706" y="27446"/>
                </a:lnTo>
                <a:lnTo>
                  <a:pt x="525" y="27062"/>
                </a:lnTo>
                <a:lnTo>
                  <a:pt x="363" y="26659"/>
                </a:lnTo>
                <a:lnTo>
                  <a:pt x="242" y="26235"/>
                </a:lnTo>
                <a:lnTo>
                  <a:pt x="182" y="25952"/>
                </a:lnTo>
                <a:lnTo>
                  <a:pt x="121" y="25670"/>
                </a:lnTo>
                <a:lnTo>
                  <a:pt x="101" y="25387"/>
                </a:lnTo>
                <a:lnTo>
                  <a:pt x="81" y="25105"/>
                </a:lnTo>
                <a:lnTo>
                  <a:pt x="81" y="24802"/>
                </a:lnTo>
                <a:lnTo>
                  <a:pt x="81" y="24520"/>
                </a:lnTo>
                <a:lnTo>
                  <a:pt x="101" y="24237"/>
                </a:lnTo>
                <a:lnTo>
                  <a:pt x="141" y="23954"/>
                </a:lnTo>
                <a:lnTo>
                  <a:pt x="202" y="23672"/>
                </a:lnTo>
                <a:lnTo>
                  <a:pt x="262" y="23389"/>
                </a:lnTo>
                <a:lnTo>
                  <a:pt x="343" y="23107"/>
                </a:lnTo>
                <a:lnTo>
                  <a:pt x="424" y="22824"/>
                </a:lnTo>
                <a:lnTo>
                  <a:pt x="545" y="22562"/>
                </a:lnTo>
                <a:lnTo>
                  <a:pt x="666" y="22300"/>
                </a:lnTo>
                <a:lnTo>
                  <a:pt x="787" y="22037"/>
                </a:lnTo>
                <a:lnTo>
                  <a:pt x="928" y="21795"/>
                </a:lnTo>
                <a:lnTo>
                  <a:pt x="1211" y="21392"/>
                </a:lnTo>
                <a:lnTo>
                  <a:pt x="1514" y="21008"/>
                </a:lnTo>
                <a:lnTo>
                  <a:pt x="1836" y="20645"/>
                </a:lnTo>
                <a:lnTo>
                  <a:pt x="2200" y="20302"/>
                </a:lnTo>
                <a:lnTo>
                  <a:pt x="2563" y="19959"/>
                </a:lnTo>
                <a:lnTo>
                  <a:pt x="2926" y="19656"/>
                </a:lnTo>
                <a:lnTo>
                  <a:pt x="3693" y="19071"/>
                </a:lnTo>
                <a:lnTo>
                  <a:pt x="4238" y="18687"/>
                </a:lnTo>
                <a:lnTo>
                  <a:pt x="4803" y="18304"/>
                </a:lnTo>
                <a:lnTo>
                  <a:pt x="5368" y="17921"/>
                </a:lnTo>
                <a:lnTo>
                  <a:pt x="5953" y="17557"/>
                </a:lnTo>
                <a:lnTo>
                  <a:pt x="6518" y="17194"/>
                </a:lnTo>
                <a:lnTo>
                  <a:pt x="7124" y="16851"/>
                </a:lnTo>
                <a:lnTo>
                  <a:pt x="7709" y="16528"/>
                </a:lnTo>
                <a:lnTo>
                  <a:pt x="8314" y="16205"/>
                </a:lnTo>
                <a:lnTo>
                  <a:pt x="8556" y="16084"/>
                </a:lnTo>
                <a:lnTo>
                  <a:pt x="9162" y="15761"/>
                </a:lnTo>
                <a:lnTo>
                  <a:pt x="9464" y="15580"/>
                </a:lnTo>
                <a:lnTo>
                  <a:pt x="9767" y="15398"/>
                </a:lnTo>
                <a:lnTo>
                  <a:pt x="10050" y="15196"/>
                </a:lnTo>
                <a:lnTo>
                  <a:pt x="10312" y="14995"/>
                </a:lnTo>
                <a:lnTo>
                  <a:pt x="10574" y="14752"/>
                </a:lnTo>
                <a:lnTo>
                  <a:pt x="10796" y="14490"/>
                </a:lnTo>
                <a:lnTo>
                  <a:pt x="10938" y="14308"/>
                </a:lnTo>
                <a:lnTo>
                  <a:pt x="11059" y="14107"/>
                </a:lnTo>
                <a:lnTo>
                  <a:pt x="11180" y="13905"/>
                </a:lnTo>
                <a:lnTo>
                  <a:pt x="11281" y="13683"/>
                </a:lnTo>
                <a:lnTo>
                  <a:pt x="11482" y="13219"/>
                </a:lnTo>
                <a:lnTo>
                  <a:pt x="11624" y="12755"/>
                </a:lnTo>
                <a:lnTo>
                  <a:pt x="11745" y="12270"/>
                </a:lnTo>
                <a:lnTo>
                  <a:pt x="11846" y="11766"/>
                </a:lnTo>
                <a:lnTo>
                  <a:pt x="11926" y="11261"/>
                </a:lnTo>
                <a:lnTo>
                  <a:pt x="11987" y="10777"/>
                </a:lnTo>
                <a:lnTo>
                  <a:pt x="12088" y="9889"/>
                </a:lnTo>
                <a:lnTo>
                  <a:pt x="12169" y="9001"/>
                </a:lnTo>
                <a:lnTo>
                  <a:pt x="12229" y="8153"/>
                </a:lnTo>
                <a:lnTo>
                  <a:pt x="12330" y="7286"/>
                </a:lnTo>
                <a:lnTo>
                  <a:pt x="12451" y="6438"/>
                </a:lnTo>
                <a:lnTo>
                  <a:pt x="12532" y="6014"/>
                </a:lnTo>
                <a:lnTo>
                  <a:pt x="12633" y="5591"/>
                </a:lnTo>
                <a:lnTo>
                  <a:pt x="12814" y="5005"/>
                </a:lnTo>
                <a:lnTo>
                  <a:pt x="13016" y="4420"/>
                </a:lnTo>
                <a:lnTo>
                  <a:pt x="13258" y="3875"/>
                </a:lnTo>
                <a:lnTo>
                  <a:pt x="13541" y="3351"/>
                </a:lnTo>
                <a:lnTo>
                  <a:pt x="13844" y="2866"/>
                </a:lnTo>
                <a:lnTo>
                  <a:pt x="14187" y="2422"/>
                </a:lnTo>
                <a:lnTo>
                  <a:pt x="14550" y="1999"/>
                </a:lnTo>
                <a:lnTo>
                  <a:pt x="14933" y="1615"/>
                </a:lnTo>
                <a:lnTo>
                  <a:pt x="15135" y="1434"/>
                </a:lnTo>
                <a:lnTo>
                  <a:pt x="15357" y="1272"/>
                </a:lnTo>
                <a:lnTo>
                  <a:pt x="15801" y="949"/>
                </a:lnTo>
                <a:lnTo>
                  <a:pt x="16265" y="707"/>
                </a:lnTo>
                <a:lnTo>
                  <a:pt x="16729" y="485"/>
                </a:lnTo>
                <a:lnTo>
                  <a:pt x="17234" y="303"/>
                </a:lnTo>
                <a:lnTo>
                  <a:pt x="17738" y="182"/>
                </a:lnTo>
                <a:lnTo>
                  <a:pt x="17980" y="142"/>
                </a:lnTo>
                <a:lnTo>
                  <a:pt x="18223" y="102"/>
                </a:lnTo>
                <a:lnTo>
                  <a:pt x="18485" y="81"/>
                </a:lnTo>
                <a:close/>
                <a:moveTo>
                  <a:pt x="18646" y="1"/>
                </a:moveTo>
                <a:lnTo>
                  <a:pt x="18364" y="21"/>
                </a:lnTo>
                <a:lnTo>
                  <a:pt x="18081" y="41"/>
                </a:lnTo>
                <a:lnTo>
                  <a:pt x="17799" y="81"/>
                </a:lnTo>
                <a:lnTo>
                  <a:pt x="17516" y="142"/>
                </a:lnTo>
                <a:lnTo>
                  <a:pt x="17234" y="223"/>
                </a:lnTo>
                <a:lnTo>
                  <a:pt x="16951" y="324"/>
                </a:lnTo>
                <a:lnTo>
                  <a:pt x="16669" y="425"/>
                </a:lnTo>
                <a:lnTo>
                  <a:pt x="16406" y="546"/>
                </a:lnTo>
                <a:lnTo>
                  <a:pt x="16124" y="667"/>
                </a:lnTo>
                <a:lnTo>
                  <a:pt x="15862" y="828"/>
                </a:lnTo>
                <a:lnTo>
                  <a:pt x="15599" y="990"/>
                </a:lnTo>
                <a:lnTo>
                  <a:pt x="15357" y="1151"/>
                </a:lnTo>
                <a:lnTo>
                  <a:pt x="15115" y="1353"/>
                </a:lnTo>
                <a:lnTo>
                  <a:pt x="14873" y="1555"/>
                </a:lnTo>
                <a:lnTo>
                  <a:pt x="14489" y="1938"/>
                </a:lnTo>
                <a:lnTo>
                  <a:pt x="14126" y="2362"/>
                </a:lnTo>
                <a:lnTo>
                  <a:pt x="13783" y="2826"/>
                </a:lnTo>
                <a:lnTo>
                  <a:pt x="13460" y="3310"/>
                </a:lnTo>
                <a:lnTo>
                  <a:pt x="13198" y="3835"/>
                </a:lnTo>
                <a:lnTo>
                  <a:pt x="12956" y="4400"/>
                </a:lnTo>
                <a:lnTo>
                  <a:pt x="12734" y="4965"/>
                </a:lnTo>
                <a:lnTo>
                  <a:pt x="12552" y="5570"/>
                </a:lnTo>
                <a:lnTo>
                  <a:pt x="12471" y="5994"/>
                </a:lnTo>
                <a:lnTo>
                  <a:pt x="12370" y="6418"/>
                </a:lnTo>
                <a:lnTo>
                  <a:pt x="12310" y="6842"/>
                </a:lnTo>
                <a:lnTo>
                  <a:pt x="12249" y="7286"/>
                </a:lnTo>
                <a:lnTo>
                  <a:pt x="12148" y="8133"/>
                </a:lnTo>
                <a:lnTo>
                  <a:pt x="12088" y="9001"/>
                </a:lnTo>
                <a:lnTo>
                  <a:pt x="12007" y="9889"/>
                </a:lnTo>
                <a:lnTo>
                  <a:pt x="11906" y="10777"/>
                </a:lnTo>
                <a:lnTo>
                  <a:pt x="11846" y="11261"/>
                </a:lnTo>
                <a:lnTo>
                  <a:pt x="11765" y="11746"/>
                </a:lnTo>
                <a:lnTo>
                  <a:pt x="11664" y="12230"/>
                </a:lnTo>
                <a:lnTo>
                  <a:pt x="11543" y="12714"/>
                </a:lnTo>
                <a:lnTo>
                  <a:pt x="11402" y="13198"/>
                </a:lnTo>
                <a:lnTo>
                  <a:pt x="11220" y="13642"/>
                </a:lnTo>
                <a:lnTo>
                  <a:pt x="11119" y="13844"/>
                </a:lnTo>
                <a:lnTo>
                  <a:pt x="10998" y="14066"/>
                </a:lnTo>
                <a:lnTo>
                  <a:pt x="10877" y="14248"/>
                </a:lnTo>
                <a:lnTo>
                  <a:pt x="10736" y="14450"/>
                </a:lnTo>
                <a:lnTo>
                  <a:pt x="10514" y="14692"/>
                </a:lnTo>
                <a:lnTo>
                  <a:pt x="10272" y="14934"/>
                </a:lnTo>
                <a:lnTo>
                  <a:pt x="9989" y="15136"/>
                </a:lnTo>
                <a:lnTo>
                  <a:pt x="9707" y="15338"/>
                </a:lnTo>
                <a:lnTo>
                  <a:pt x="9424" y="15519"/>
                </a:lnTo>
                <a:lnTo>
                  <a:pt x="9121" y="15681"/>
                </a:lnTo>
                <a:lnTo>
                  <a:pt x="8516" y="16004"/>
                </a:lnTo>
                <a:lnTo>
                  <a:pt x="8274" y="16145"/>
                </a:lnTo>
                <a:lnTo>
                  <a:pt x="7668" y="16447"/>
                </a:lnTo>
                <a:lnTo>
                  <a:pt x="7083" y="16791"/>
                </a:lnTo>
                <a:lnTo>
                  <a:pt x="6478" y="17134"/>
                </a:lnTo>
                <a:lnTo>
                  <a:pt x="5913" y="17497"/>
                </a:lnTo>
                <a:lnTo>
                  <a:pt x="5328" y="17860"/>
                </a:lnTo>
                <a:lnTo>
                  <a:pt x="4763" y="18223"/>
                </a:lnTo>
                <a:lnTo>
                  <a:pt x="4198" y="18607"/>
                </a:lnTo>
                <a:lnTo>
                  <a:pt x="3653" y="19010"/>
                </a:lnTo>
                <a:lnTo>
                  <a:pt x="2866" y="19596"/>
                </a:lnTo>
                <a:lnTo>
                  <a:pt x="2502" y="19918"/>
                </a:lnTo>
                <a:lnTo>
                  <a:pt x="2139" y="20241"/>
                </a:lnTo>
                <a:lnTo>
                  <a:pt x="1776" y="20584"/>
                </a:lnTo>
                <a:lnTo>
                  <a:pt x="1453" y="20948"/>
                </a:lnTo>
                <a:lnTo>
                  <a:pt x="1150" y="21331"/>
                </a:lnTo>
                <a:lnTo>
                  <a:pt x="868" y="21755"/>
                </a:lnTo>
                <a:lnTo>
                  <a:pt x="727" y="21997"/>
                </a:lnTo>
                <a:lnTo>
                  <a:pt x="585" y="22259"/>
                </a:lnTo>
                <a:lnTo>
                  <a:pt x="464" y="22542"/>
                </a:lnTo>
                <a:lnTo>
                  <a:pt x="363" y="22804"/>
                </a:lnTo>
                <a:lnTo>
                  <a:pt x="262" y="23087"/>
                </a:lnTo>
                <a:lnTo>
                  <a:pt x="182" y="23369"/>
                </a:lnTo>
                <a:lnTo>
                  <a:pt x="121" y="23652"/>
                </a:lnTo>
                <a:lnTo>
                  <a:pt x="61" y="23934"/>
                </a:lnTo>
                <a:lnTo>
                  <a:pt x="20" y="24217"/>
                </a:lnTo>
                <a:lnTo>
                  <a:pt x="0" y="24520"/>
                </a:lnTo>
                <a:lnTo>
                  <a:pt x="0" y="24802"/>
                </a:lnTo>
                <a:lnTo>
                  <a:pt x="0" y="25105"/>
                </a:lnTo>
                <a:lnTo>
                  <a:pt x="20" y="25387"/>
                </a:lnTo>
                <a:lnTo>
                  <a:pt x="61" y="25690"/>
                </a:lnTo>
                <a:lnTo>
                  <a:pt x="101" y="25972"/>
                </a:lnTo>
                <a:lnTo>
                  <a:pt x="161" y="26255"/>
                </a:lnTo>
                <a:lnTo>
                  <a:pt x="283" y="26699"/>
                </a:lnTo>
                <a:lnTo>
                  <a:pt x="444" y="27103"/>
                </a:lnTo>
                <a:lnTo>
                  <a:pt x="646" y="27486"/>
                </a:lnTo>
                <a:lnTo>
                  <a:pt x="848" y="27849"/>
                </a:lnTo>
                <a:lnTo>
                  <a:pt x="1110" y="28172"/>
                </a:lnTo>
                <a:lnTo>
                  <a:pt x="1372" y="28475"/>
                </a:lnTo>
                <a:lnTo>
                  <a:pt x="1675" y="28737"/>
                </a:lnTo>
                <a:lnTo>
                  <a:pt x="1978" y="28959"/>
                </a:lnTo>
                <a:lnTo>
                  <a:pt x="2220" y="29100"/>
                </a:lnTo>
                <a:lnTo>
                  <a:pt x="2462" y="29221"/>
                </a:lnTo>
                <a:lnTo>
                  <a:pt x="2704" y="29302"/>
                </a:lnTo>
                <a:lnTo>
                  <a:pt x="2967" y="29383"/>
                </a:lnTo>
                <a:lnTo>
                  <a:pt x="3209" y="29443"/>
                </a:lnTo>
                <a:lnTo>
                  <a:pt x="3471" y="29484"/>
                </a:lnTo>
                <a:lnTo>
                  <a:pt x="3733" y="29504"/>
                </a:lnTo>
                <a:lnTo>
                  <a:pt x="3996" y="29524"/>
                </a:lnTo>
                <a:lnTo>
                  <a:pt x="4460" y="29484"/>
                </a:lnTo>
                <a:lnTo>
                  <a:pt x="4904" y="29423"/>
                </a:lnTo>
                <a:lnTo>
                  <a:pt x="5368" y="29322"/>
                </a:lnTo>
                <a:lnTo>
                  <a:pt x="5812" y="29181"/>
                </a:lnTo>
                <a:lnTo>
                  <a:pt x="6236" y="29020"/>
                </a:lnTo>
                <a:lnTo>
                  <a:pt x="6639" y="28838"/>
                </a:lnTo>
                <a:lnTo>
                  <a:pt x="7003" y="28636"/>
                </a:lnTo>
                <a:lnTo>
                  <a:pt x="7366" y="28414"/>
                </a:lnTo>
                <a:lnTo>
                  <a:pt x="7729" y="28152"/>
                </a:lnTo>
                <a:lnTo>
                  <a:pt x="8072" y="27890"/>
                </a:lnTo>
                <a:lnTo>
                  <a:pt x="8415" y="27587"/>
                </a:lnTo>
                <a:lnTo>
                  <a:pt x="8738" y="27304"/>
                </a:lnTo>
                <a:lnTo>
                  <a:pt x="9384" y="26699"/>
                </a:lnTo>
                <a:lnTo>
                  <a:pt x="9989" y="26073"/>
                </a:lnTo>
                <a:lnTo>
                  <a:pt x="10756" y="25307"/>
                </a:lnTo>
                <a:lnTo>
                  <a:pt x="11139" y="24943"/>
                </a:lnTo>
                <a:lnTo>
                  <a:pt x="11543" y="24580"/>
                </a:lnTo>
                <a:lnTo>
                  <a:pt x="12108" y="24116"/>
                </a:lnTo>
                <a:lnTo>
                  <a:pt x="12693" y="23672"/>
                </a:lnTo>
                <a:lnTo>
                  <a:pt x="13299" y="23248"/>
                </a:lnTo>
                <a:lnTo>
                  <a:pt x="13985" y="22824"/>
                </a:lnTo>
                <a:lnTo>
                  <a:pt x="14691" y="22401"/>
                </a:lnTo>
                <a:lnTo>
                  <a:pt x="15458" y="21997"/>
                </a:lnTo>
                <a:lnTo>
                  <a:pt x="16285" y="21593"/>
                </a:lnTo>
                <a:lnTo>
                  <a:pt x="17173" y="21170"/>
                </a:lnTo>
                <a:lnTo>
                  <a:pt x="17758" y="20907"/>
                </a:lnTo>
                <a:lnTo>
                  <a:pt x="18505" y="20584"/>
                </a:lnTo>
                <a:lnTo>
                  <a:pt x="19252" y="20241"/>
                </a:lnTo>
                <a:lnTo>
                  <a:pt x="19958" y="19878"/>
                </a:lnTo>
                <a:lnTo>
                  <a:pt x="20321" y="19696"/>
                </a:lnTo>
                <a:lnTo>
                  <a:pt x="20664" y="19495"/>
                </a:lnTo>
                <a:lnTo>
                  <a:pt x="20987" y="19273"/>
                </a:lnTo>
                <a:lnTo>
                  <a:pt x="21330" y="19051"/>
                </a:lnTo>
                <a:lnTo>
                  <a:pt x="21633" y="18809"/>
                </a:lnTo>
                <a:lnTo>
                  <a:pt x="21936" y="18566"/>
                </a:lnTo>
                <a:lnTo>
                  <a:pt x="22218" y="18304"/>
                </a:lnTo>
                <a:lnTo>
                  <a:pt x="22501" y="18022"/>
                </a:lnTo>
                <a:lnTo>
                  <a:pt x="22743" y="17719"/>
                </a:lnTo>
                <a:lnTo>
                  <a:pt x="22985" y="17396"/>
                </a:lnTo>
                <a:lnTo>
                  <a:pt x="23227" y="17013"/>
                </a:lnTo>
                <a:lnTo>
                  <a:pt x="23449" y="16589"/>
                </a:lnTo>
                <a:lnTo>
                  <a:pt x="23631" y="16185"/>
                </a:lnTo>
                <a:lnTo>
                  <a:pt x="23792" y="15761"/>
                </a:lnTo>
                <a:lnTo>
                  <a:pt x="23954" y="15317"/>
                </a:lnTo>
                <a:lnTo>
                  <a:pt x="24075" y="14873"/>
                </a:lnTo>
                <a:lnTo>
                  <a:pt x="24297" y="14006"/>
                </a:lnTo>
                <a:lnTo>
                  <a:pt x="24478" y="13198"/>
                </a:lnTo>
                <a:lnTo>
                  <a:pt x="24620" y="12432"/>
                </a:lnTo>
                <a:lnTo>
                  <a:pt x="24741" y="11685"/>
                </a:lnTo>
                <a:lnTo>
                  <a:pt x="24842" y="10938"/>
                </a:lnTo>
                <a:lnTo>
                  <a:pt x="24902" y="10232"/>
                </a:lnTo>
                <a:lnTo>
                  <a:pt x="24943" y="9546"/>
                </a:lnTo>
                <a:lnTo>
                  <a:pt x="24963" y="8880"/>
                </a:lnTo>
                <a:lnTo>
                  <a:pt x="24963" y="8214"/>
                </a:lnTo>
                <a:lnTo>
                  <a:pt x="24922" y="7447"/>
                </a:lnTo>
                <a:lnTo>
                  <a:pt x="24842" y="6721"/>
                </a:lnTo>
                <a:lnTo>
                  <a:pt x="24741" y="6014"/>
                </a:lnTo>
                <a:lnTo>
                  <a:pt x="24579" y="5348"/>
                </a:lnTo>
                <a:lnTo>
                  <a:pt x="24398" y="4703"/>
                </a:lnTo>
                <a:lnTo>
                  <a:pt x="24156" y="4097"/>
                </a:lnTo>
                <a:lnTo>
                  <a:pt x="23893" y="3532"/>
                </a:lnTo>
                <a:lnTo>
                  <a:pt x="23752" y="3250"/>
                </a:lnTo>
                <a:lnTo>
                  <a:pt x="23591" y="2987"/>
                </a:lnTo>
                <a:lnTo>
                  <a:pt x="23389" y="2685"/>
                </a:lnTo>
                <a:lnTo>
                  <a:pt x="23187" y="2382"/>
                </a:lnTo>
                <a:lnTo>
                  <a:pt x="22965" y="2099"/>
                </a:lnTo>
                <a:lnTo>
                  <a:pt x="22723" y="1837"/>
                </a:lnTo>
                <a:lnTo>
                  <a:pt x="22460" y="1595"/>
                </a:lnTo>
                <a:lnTo>
                  <a:pt x="22218" y="1353"/>
                </a:lnTo>
                <a:lnTo>
                  <a:pt x="21936" y="1151"/>
                </a:lnTo>
                <a:lnTo>
                  <a:pt x="21653" y="949"/>
                </a:lnTo>
                <a:lnTo>
                  <a:pt x="21371" y="768"/>
                </a:lnTo>
                <a:lnTo>
                  <a:pt x="21088" y="606"/>
                </a:lnTo>
                <a:lnTo>
                  <a:pt x="20785" y="445"/>
                </a:lnTo>
                <a:lnTo>
                  <a:pt x="20483" y="324"/>
                </a:lnTo>
                <a:lnTo>
                  <a:pt x="20160" y="223"/>
                </a:lnTo>
                <a:lnTo>
                  <a:pt x="19857" y="142"/>
                </a:lnTo>
                <a:lnTo>
                  <a:pt x="19534" y="61"/>
                </a:lnTo>
                <a:lnTo>
                  <a:pt x="19211" y="21"/>
                </a:lnTo>
                <a:lnTo>
                  <a:pt x="18929" y="1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13" name="Google Shape;2313;p28"/>
          <p:cNvSpPr/>
          <p:nvPr/>
        </p:nvSpPr>
        <p:spPr>
          <a:xfrm flipH="1" rot="-3180058">
            <a:off x="5564439" y="4207411"/>
            <a:ext cx="1193673" cy="1427253"/>
          </a:xfrm>
          <a:custGeom>
            <a:rect b="b" l="l" r="r" t="t"/>
            <a:pathLst>
              <a:path extrusionOk="0" h="25529" w="21351">
                <a:moveTo>
                  <a:pt x="16709" y="81"/>
                </a:moveTo>
                <a:lnTo>
                  <a:pt x="17052" y="122"/>
                </a:lnTo>
                <a:lnTo>
                  <a:pt x="17416" y="202"/>
                </a:lnTo>
                <a:lnTo>
                  <a:pt x="17759" y="303"/>
                </a:lnTo>
                <a:lnTo>
                  <a:pt x="18102" y="424"/>
                </a:lnTo>
                <a:lnTo>
                  <a:pt x="18445" y="586"/>
                </a:lnTo>
                <a:lnTo>
                  <a:pt x="18788" y="788"/>
                </a:lnTo>
                <a:lnTo>
                  <a:pt x="19111" y="1010"/>
                </a:lnTo>
                <a:lnTo>
                  <a:pt x="19434" y="1272"/>
                </a:lnTo>
                <a:lnTo>
                  <a:pt x="19736" y="1575"/>
                </a:lnTo>
                <a:lnTo>
                  <a:pt x="19999" y="1897"/>
                </a:lnTo>
                <a:lnTo>
                  <a:pt x="20261" y="2261"/>
                </a:lnTo>
                <a:lnTo>
                  <a:pt x="20483" y="2644"/>
                </a:lnTo>
                <a:lnTo>
                  <a:pt x="20644" y="2947"/>
                </a:lnTo>
                <a:lnTo>
                  <a:pt x="20766" y="3250"/>
                </a:lnTo>
                <a:lnTo>
                  <a:pt x="20887" y="3572"/>
                </a:lnTo>
                <a:lnTo>
                  <a:pt x="20987" y="3895"/>
                </a:lnTo>
                <a:lnTo>
                  <a:pt x="21068" y="4238"/>
                </a:lnTo>
                <a:lnTo>
                  <a:pt x="21149" y="4581"/>
                </a:lnTo>
                <a:lnTo>
                  <a:pt x="21209" y="4945"/>
                </a:lnTo>
                <a:lnTo>
                  <a:pt x="21250" y="5308"/>
                </a:lnTo>
                <a:lnTo>
                  <a:pt x="21270" y="5691"/>
                </a:lnTo>
                <a:lnTo>
                  <a:pt x="21270" y="6075"/>
                </a:lnTo>
                <a:lnTo>
                  <a:pt x="21270" y="6478"/>
                </a:lnTo>
                <a:lnTo>
                  <a:pt x="21250" y="6882"/>
                </a:lnTo>
                <a:lnTo>
                  <a:pt x="21230" y="7306"/>
                </a:lnTo>
                <a:lnTo>
                  <a:pt x="21169" y="7750"/>
                </a:lnTo>
                <a:lnTo>
                  <a:pt x="21109" y="8194"/>
                </a:lnTo>
                <a:lnTo>
                  <a:pt x="21028" y="8658"/>
                </a:lnTo>
                <a:lnTo>
                  <a:pt x="20947" y="9122"/>
                </a:lnTo>
                <a:lnTo>
                  <a:pt x="20846" y="9586"/>
                </a:lnTo>
                <a:lnTo>
                  <a:pt x="20725" y="10010"/>
                </a:lnTo>
                <a:lnTo>
                  <a:pt x="20604" y="10434"/>
                </a:lnTo>
                <a:lnTo>
                  <a:pt x="20483" y="10857"/>
                </a:lnTo>
                <a:lnTo>
                  <a:pt x="20342" y="11261"/>
                </a:lnTo>
                <a:lnTo>
                  <a:pt x="20180" y="11644"/>
                </a:lnTo>
                <a:lnTo>
                  <a:pt x="20019" y="12008"/>
                </a:lnTo>
                <a:lnTo>
                  <a:pt x="19857" y="12371"/>
                </a:lnTo>
                <a:lnTo>
                  <a:pt x="19676" y="12714"/>
                </a:lnTo>
                <a:lnTo>
                  <a:pt x="19474" y="13037"/>
                </a:lnTo>
                <a:lnTo>
                  <a:pt x="19272" y="13340"/>
                </a:lnTo>
                <a:lnTo>
                  <a:pt x="19070" y="13642"/>
                </a:lnTo>
                <a:lnTo>
                  <a:pt x="18848" y="13945"/>
                </a:lnTo>
                <a:lnTo>
                  <a:pt x="18606" y="14207"/>
                </a:lnTo>
                <a:lnTo>
                  <a:pt x="18364" y="14470"/>
                </a:lnTo>
                <a:lnTo>
                  <a:pt x="18142" y="14692"/>
                </a:lnTo>
                <a:lnTo>
                  <a:pt x="17920" y="14893"/>
                </a:lnTo>
                <a:lnTo>
                  <a:pt x="17436" y="15297"/>
                </a:lnTo>
                <a:lnTo>
                  <a:pt x="16931" y="15640"/>
                </a:lnTo>
                <a:lnTo>
                  <a:pt x="16386" y="15983"/>
                </a:lnTo>
                <a:lnTo>
                  <a:pt x="15842" y="16306"/>
                </a:lnTo>
                <a:lnTo>
                  <a:pt x="15297" y="16589"/>
                </a:lnTo>
                <a:lnTo>
                  <a:pt x="14187" y="17154"/>
                </a:lnTo>
                <a:lnTo>
                  <a:pt x="13481" y="17497"/>
                </a:lnTo>
                <a:lnTo>
                  <a:pt x="12774" y="17860"/>
                </a:lnTo>
                <a:lnTo>
                  <a:pt x="12088" y="18264"/>
                </a:lnTo>
                <a:lnTo>
                  <a:pt x="11422" y="18667"/>
                </a:lnTo>
                <a:lnTo>
                  <a:pt x="10958" y="18990"/>
                </a:lnTo>
                <a:lnTo>
                  <a:pt x="10494" y="19333"/>
                </a:lnTo>
                <a:lnTo>
                  <a:pt x="10070" y="19696"/>
                </a:lnTo>
                <a:lnTo>
                  <a:pt x="9646" y="20060"/>
                </a:lnTo>
                <a:lnTo>
                  <a:pt x="8799" y="20847"/>
                </a:lnTo>
                <a:lnTo>
                  <a:pt x="7992" y="21613"/>
                </a:lnTo>
                <a:lnTo>
                  <a:pt x="7205" y="22400"/>
                </a:lnTo>
                <a:lnTo>
                  <a:pt x="6377" y="23167"/>
                </a:lnTo>
                <a:lnTo>
                  <a:pt x="5953" y="23531"/>
                </a:lnTo>
                <a:lnTo>
                  <a:pt x="5509" y="23894"/>
                </a:lnTo>
                <a:lnTo>
                  <a:pt x="5065" y="24237"/>
                </a:lnTo>
                <a:lnTo>
                  <a:pt x="4601" y="24560"/>
                </a:lnTo>
                <a:lnTo>
                  <a:pt x="4178" y="24822"/>
                </a:lnTo>
                <a:lnTo>
                  <a:pt x="3935" y="24963"/>
                </a:lnTo>
                <a:lnTo>
                  <a:pt x="3673" y="25084"/>
                </a:lnTo>
                <a:lnTo>
                  <a:pt x="3411" y="25205"/>
                </a:lnTo>
                <a:lnTo>
                  <a:pt x="3148" y="25306"/>
                </a:lnTo>
                <a:lnTo>
                  <a:pt x="2866" y="25367"/>
                </a:lnTo>
                <a:lnTo>
                  <a:pt x="2563" y="25427"/>
                </a:lnTo>
                <a:lnTo>
                  <a:pt x="2260" y="25448"/>
                </a:lnTo>
                <a:lnTo>
                  <a:pt x="1978" y="25427"/>
                </a:lnTo>
                <a:lnTo>
                  <a:pt x="1695" y="25367"/>
                </a:lnTo>
                <a:lnTo>
                  <a:pt x="1433" y="25286"/>
                </a:lnTo>
                <a:lnTo>
                  <a:pt x="1171" y="25185"/>
                </a:lnTo>
                <a:lnTo>
                  <a:pt x="949" y="25044"/>
                </a:lnTo>
                <a:lnTo>
                  <a:pt x="747" y="24883"/>
                </a:lnTo>
                <a:lnTo>
                  <a:pt x="585" y="24701"/>
                </a:lnTo>
                <a:lnTo>
                  <a:pt x="424" y="24459"/>
                </a:lnTo>
                <a:lnTo>
                  <a:pt x="303" y="24196"/>
                </a:lnTo>
                <a:lnTo>
                  <a:pt x="222" y="23894"/>
                </a:lnTo>
                <a:lnTo>
                  <a:pt x="142" y="23551"/>
                </a:lnTo>
                <a:lnTo>
                  <a:pt x="101" y="23167"/>
                </a:lnTo>
                <a:lnTo>
                  <a:pt x="81" y="22784"/>
                </a:lnTo>
                <a:lnTo>
                  <a:pt x="101" y="22421"/>
                </a:lnTo>
                <a:lnTo>
                  <a:pt x="142" y="22037"/>
                </a:lnTo>
                <a:lnTo>
                  <a:pt x="202" y="21654"/>
                </a:lnTo>
                <a:lnTo>
                  <a:pt x="303" y="21291"/>
                </a:lnTo>
                <a:lnTo>
                  <a:pt x="424" y="20947"/>
                </a:lnTo>
                <a:lnTo>
                  <a:pt x="585" y="20584"/>
                </a:lnTo>
                <a:lnTo>
                  <a:pt x="727" y="20342"/>
                </a:lnTo>
                <a:lnTo>
                  <a:pt x="868" y="20080"/>
                </a:lnTo>
                <a:lnTo>
                  <a:pt x="1029" y="19838"/>
                </a:lnTo>
                <a:lnTo>
                  <a:pt x="1211" y="19616"/>
                </a:lnTo>
                <a:lnTo>
                  <a:pt x="1393" y="19373"/>
                </a:lnTo>
                <a:lnTo>
                  <a:pt x="1574" y="19172"/>
                </a:lnTo>
                <a:lnTo>
                  <a:pt x="1978" y="18768"/>
                </a:lnTo>
                <a:lnTo>
                  <a:pt x="2402" y="18385"/>
                </a:lnTo>
                <a:lnTo>
                  <a:pt x="2825" y="18042"/>
                </a:lnTo>
                <a:lnTo>
                  <a:pt x="3249" y="17739"/>
                </a:lnTo>
                <a:lnTo>
                  <a:pt x="3673" y="17456"/>
                </a:lnTo>
                <a:lnTo>
                  <a:pt x="4561" y="16871"/>
                </a:lnTo>
                <a:lnTo>
                  <a:pt x="5489" y="16306"/>
                </a:lnTo>
                <a:lnTo>
                  <a:pt x="6438" y="15761"/>
                </a:lnTo>
                <a:lnTo>
                  <a:pt x="7366" y="15257"/>
                </a:lnTo>
                <a:lnTo>
                  <a:pt x="7568" y="15136"/>
                </a:lnTo>
                <a:lnTo>
                  <a:pt x="8153" y="14793"/>
                </a:lnTo>
                <a:lnTo>
                  <a:pt x="8758" y="14429"/>
                </a:lnTo>
                <a:lnTo>
                  <a:pt x="9041" y="14228"/>
                </a:lnTo>
                <a:lnTo>
                  <a:pt x="9323" y="14026"/>
                </a:lnTo>
                <a:lnTo>
                  <a:pt x="9606" y="13804"/>
                </a:lnTo>
                <a:lnTo>
                  <a:pt x="9868" y="13541"/>
                </a:lnTo>
                <a:lnTo>
                  <a:pt x="10070" y="13340"/>
                </a:lnTo>
                <a:lnTo>
                  <a:pt x="10232" y="13138"/>
                </a:lnTo>
                <a:lnTo>
                  <a:pt x="10393" y="12916"/>
                </a:lnTo>
                <a:lnTo>
                  <a:pt x="10534" y="12694"/>
                </a:lnTo>
                <a:lnTo>
                  <a:pt x="10675" y="12452"/>
                </a:lnTo>
                <a:lnTo>
                  <a:pt x="10797" y="12210"/>
                </a:lnTo>
                <a:lnTo>
                  <a:pt x="10897" y="11967"/>
                </a:lnTo>
                <a:lnTo>
                  <a:pt x="10978" y="11725"/>
                </a:lnTo>
                <a:lnTo>
                  <a:pt x="11140" y="11221"/>
                </a:lnTo>
                <a:lnTo>
                  <a:pt x="11261" y="10716"/>
                </a:lnTo>
                <a:lnTo>
                  <a:pt x="11362" y="10191"/>
                </a:lnTo>
                <a:lnTo>
                  <a:pt x="11463" y="9647"/>
                </a:lnTo>
                <a:lnTo>
                  <a:pt x="11563" y="8839"/>
                </a:lnTo>
                <a:lnTo>
                  <a:pt x="11664" y="8012"/>
                </a:lnTo>
                <a:lnTo>
                  <a:pt x="11846" y="6599"/>
                </a:lnTo>
                <a:lnTo>
                  <a:pt x="11947" y="5893"/>
                </a:lnTo>
                <a:lnTo>
                  <a:pt x="12088" y="5187"/>
                </a:lnTo>
                <a:lnTo>
                  <a:pt x="12209" y="4682"/>
                </a:lnTo>
                <a:lnTo>
                  <a:pt x="12330" y="4218"/>
                </a:lnTo>
                <a:lnTo>
                  <a:pt x="12472" y="3754"/>
                </a:lnTo>
                <a:lnTo>
                  <a:pt x="12633" y="3330"/>
                </a:lnTo>
                <a:lnTo>
                  <a:pt x="12794" y="2947"/>
                </a:lnTo>
                <a:lnTo>
                  <a:pt x="12976" y="2563"/>
                </a:lnTo>
                <a:lnTo>
                  <a:pt x="13158" y="2220"/>
                </a:lnTo>
                <a:lnTo>
                  <a:pt x="13359" y="1897"/>
                </a:lnTo>
                <a:lnTo>
                  <a:pt x="13561" y="1615"/>
                </a:lnTo>
                <a:lnTo>
                  <a:pt x="13803" y="1332"/>
                </a:lnTo>
                <a:lnTo>
                  <a:pt x="14025" y="1090"/>
                </a:lnTo>
                <a:lnTo>
                  <a:pt x="14288" y="868"/>
                </a:lnTo>
                <a:lnTo>
                  <a:pt x="14550" y="687"/>
                </a:lnTo>
                <a:lnTo>
                  <a:pt x="14812" y="525"/>
                </a:lnTo>
                <a:lnTo>
                  <a:pt x="15115" y="364"/>
                </a:lnTo>
                <a:lnTo>
                  <a:pt x="15418" y="263"/>
                </a:lnTo>
                <a:lnTo>
                  <a:pt x="15721" y="162"/>
                </a:lnTo>
                <a:lnTo>
                  <a:pt x="16043" y="101"/>
                </a:lnTo>
                <a:lnTo>
                  <a:pt x="16366" y="81"/>
                </a:lnTo>
                <a:close/>
                <a:moveTo>
                  <a:pt x="16467" y="1"/>
                </a:moveTo>
                <a:lnTo>
                  <a:pt x="16104" y="21"/>
                </a:lnTo>
                <a:lnTo>
                  <a:pt x="15741" y="81"/>
                </a:lnTo>
                <a:lnTo>
                  <a:pt x="15377" y="182"/>
                </a:lnTo>
                <a:lnTo>
                  <a:pt x="15075" y="303"/>
                </a:lnTo>
                <a:lnTo>
                  <a:pt x="14792" y="445"/>
                </a:lnTo>
                <a:lnTo>
                  <a:pt x="14510" y="606"/>
                </a:lnTo>
                <a:lnTo>
                  <a:pt x="14227" y="808"/>
                </a:lnTo>
                <a:lnTo>
                  <a:pt x="13985" y="1030"/>
                </a:lnTo>
                <a:lnTo>
                  <a:pt x="13743" y="1272"/>
                </a:lnTo>
                <a:lnTo>
                  <a:pt x="13501" y="1554"/>
                </a:lnTo>
                <a:lnTo>
                  <a:pt x="13299" y="1857"/>
                </a:lnTo>
                <a:lnTo>
                  <a:pt x="13097" y="2180"/>
                </a:lnTo>
                <a:lnTo>
                  <a:pt x="12895" y="2523"/>
                </a:lnTo>
                <a:lnTo>
                  <a:pt x="12714" y="2906"/>
                </a:lnTo>
                <a:lnTo>
                  <a:pt x="12552" y="3310"/>
                </a:lnTo>
                <a:lnTo>
                  <a:pt x="12391" y="3734"/>
                </a:lnTo>
                <a:lnTo>
                  <a:pt x="12250" y="4178"/>
                </a:lnTo>
                <a:lnTo>
                  <a:pt x="12128" y="4662"/>
                </a:lnTo>
                <a:lnTo>
                  <a:pt x="12007" y="5187"/>
                </a:lnTo>
                <a:lnTo>
                  <a:pt x="11886" y="5873"/>
                </a:lnTo>
                <a:lnTo>
                  <a:pt x="11765" y="6599"/>
                </a:lnTo>
                <a:lnTo>
                  <a:pt x="11584" y="7992"/>
                </a:lnTo>
                <a:lnTo>
                  <a:pt x="11483" y="8819"/>
                </a:lnTo>
                <a:lnTo>
                  <a:pt x="11382" y="9647"/>
                </a:lnTo>
                <a:lnTo>
                  <a:pt x="11281" y="10171"/>
                </a:lnTo>
                <a:lnTo>
                  <a:pt x="11180" y="10696"/>
                </a:lnTo>
                <a:lnTo>
                  <a:pt x="11059" y="11200"/>
                </a:lnTo>
                <a:lnTo>
                  <a:pt x="10918" y="11705"/>
                </a:lnTo>
                <a:lnTo>
                  <a:pt x="10817" y="11947"/>
                </a:lnTo>
                <a:lnTo>
                  <a:pt x="10716" y="12169"/>
                </a:lnTo>
                <a:lnTo>
                  <a:pt x="10595" y="12411"/>
                </a:lnTo>
                <a:lnTo>
                  <a:pt x="10474" y="12633"/>
                </a:lnTo>
                <a:lnTo>
                  <a:pt x="10332" y="12855"/>
                </a:lnTo>
                <a:lnTo>
                  <a:pt x="10171" y="13077"/>
                </a:lnTo>
                <a:lnTo>
                  <a:pt x="10010" y="13279"/>
                </a:lnTo>
                <a:lnTo>
                  <a:pt x="9808" y="13501"/>
                </a:lnTo>
                <a:lnTo>
                  <a:pt x="9545" y="13743"/>
                </a:lnTo>
                <a:lnTo>
                  <a:pt x="9283" y="13965"/>
                </a:lnTo>
                <a:lnTo>
                  <a:pt x="9001" y="14167"/>
                </a:lnTo>
                <a:lnTo>
                  <a:pt x="8718" y="14369"/>
                </a:lnTo>
                <a:lnTo>
                  <a:pt x="8113" y="14732"/>
                </a:lnTo>
                <a:lnTo>
                  <a:pt x="7527" y="15055"/>
                </a:lnTo>
                <a:lnTo>
                  <a:pt x="7326" y="15176"/>
                </a:lnTo>
                <a:lnTo>
                  <a:pt x="6397" y="15701"/>
                </a:lnTo>
                <a:lnTo>
                  <a:pt x="5449" y="16246"/>
                </a:lnTo>
                <a:lnTo>
                  <a:pt x="4521" y="16790"/>
                </a:lnTo>
                <a:lnTo>
                  <a:pt x="3612" y="17376"/>
                </a:lnTo>
                <a:lnTo>
                  <a:pt x="3209" y="17658"/>
                </a:lnTo>
                <a:lnTo>
                  <a:pt x="2765" y="17981"/>
                </a:lnTo>
                <a:lnTo>
                  <a:pt x="2341" y="18324"/>
                </a:lnTo>
                <a:lnTo>
                  <a:pt x="1917" y="18707"/>
                </a:lnTo>
                <a:lnTo>
                  <a:pt x="1514" y="19111"/>
                </a:lnTo>
                <a:lnTo>
                  <a:pt x="1312" y="19333"/>
                </a:lnTo>
                <a:lnTo>
                  <a:pt x="1130" y="19555"/>
                </a:lnTo>
                <a:lnTo>
                  <a:pt x="969" y="19797"/>
                </a:lnTo>
                <a:lnTo>
                  <a:pt x="807" y="20039"/>
                </a:lnTo>
                <a:lnTo>
                  <a:pt x="646" y="20302"/>
                </a:lnTo>
                <a:lnTo>
                  <a:pt x="505" y="20564"/>
                </a:lnTo>
                <a:lnTo>
                  <a:pt x="364" y="20907"/>
                </a:lnTo>
                <a:lnTo>
                  <a:pt x="222" y="21270"/>
                </a:lnTo>
                <a:lnTo>
                  <a:pt x="142" y="21654"/>
                </a:lnTo>
                <a:lnTo>
                  <a:pt x="61" y="22017"/>
                </a:lnTo>
                <a:lnTo>
                  <a:pt x="20" y="22400"/>
                </a:lnTo>
                <a:lnTo>
                  <a:pt x="0" y="22784"/>
                </a:lnTo>
                <a:lnTo>
                  <a:pt x="20" y="23167"/>
                </a:lnTo>
                <a:lnTo>
                  <a:pt x="61" y="23551"/>
                </a:lnTo>
                <a:lnTo>
                  <a:pt x="142" y="23914"/>
                </a:lnTo>
                <a:lnTo>
                  <a:pt x="242" y="24237"/>
                </a:lnTo>
                <a:lnTo>
                  <a:pt x="364" y="24499"/>
                </a:lnTo>
                <a:lnTo>
                  <a:pt x="505" y="24741"/>
                </a:lnTo>
                <a:lnTo>
                  <a:pt x="666" y="24923"/>
                </a:lnTo>
                <a:lnTo>
                  <a:pt x="848" y="25064"/>
                </a:lnTo>
                <a:lnTo>
                  <a:pt x="1050" y="25205"/>
                </a:lnTo>
                <a:lnTo>
                  <a:pt x="1251" y="25327"/>
                </a:lnTo>
                <a:lnTo>
                  <a:pt x="1494" y="25407"/>
                </a:lnTo>
                <a:lnTo>
                  <a:pt x="1736" y="25468"/>
                </a:lnTo>
                <a:lnTo>
                  <a:pt x="1978" y="25508"/>
                </a:lnTo>
                <a:lnTo>
                  <a:pt x="2260" y="25528"/>
                </a:lnTo>
                <a:lnTo>
                  <a:pt x="2563" y="25508"/>
                </a:lnTo>
                <a:lnTo>
                  <a:pt x="2866" y="25448"/>
                </a:lnTo>
                <a:lnTo>
                  <a:pt x="3169" y="25367"/>
                </a:lnTo>
                <a:lnTo>
                  <a:pt x="3451" y="25286"/>
                </a:lnTo>
                <a:lnTo>
                  <a:pt x="3713" y="25165"/>
                </a:lnTo>
                <a:lnTo>
                  <a:pt x="3976" y="25044"/>
                </a:lnTo>
                <a:lnTo>
                  <a:pt x="4218" y="24903"/>
                </a:lnTo>
                <a:lnTo>
                  <a:pt x="4642" y="24620"/>
                </a:lnTo>
                <a:lnTo>
                  <a:pt x="5106" y="24297"/>
                </a:lnTo>
                <a:lnTo>
                  <a:pt x="5550" y="23954"/>
                </a:lnTo>
                <a:lnTo>
                  <a:pt x="5994" y="23611"/>
                </a:lnTo>
                <a:lnTo>
                  <a:pt x="6418" y="23228"/>
                </a:lnTo>
                <a:lnTo>
                  <a:pt x="7245" y="22461"/>
                </a:lnTo>
                <a:lnTo>
                  <a:pt x="8052" y="21674"/>
                </a:lnTo>
                <a:lnTo>
                  <a:pt x="8859" y="20907"/>
                </a:lnTo>
                <a:lnTo>
                  <a:pt x="9687" y="20140"/>
                </a:lnTo>
                <a:lnTo>
                  <a:pt x="10110" y="19757"/>
                </a:lnTo>
                <a:lnTo>
                  <a:pt x="10554" y="19394"/>
                </a:lnTo>
                <a:lnTo>
                  <a:pt x="10998" y="19051"/>
                </a:lnTo>
                <a:lnTo>
                  <a:pt x="11463" y="18728"/>
                </a:lnTo>
                <a:lnTo>
                  <a:pt x="12128" y="18324"/>
                </a:lnTo>
                <a:lnTo>
                  <a:pt x="12815" y="17941"/>
                </a:lnTo>
                <a:lnTo>
                  <a:pt x="13521" y="17577"/>
                </a:lnTo>
                <a:lnTo>
                  <a:pt x="14207" y="17234"/>
                </a:lnTo>
                <a:lnTo>
                  <a:pt x="15337" y="16669"/>
                </a:lnTo>
                <a:lnTo>
                  <a:pt x="15902" y="16367"/>
                </a:lnTo>
                <a:lnTo>
                  <a:pt x="16447" y="16044"/>
                </a:lnTo>
                <a:lnTo>
                  <a:pt x="16972" y="15721"/>
                </a:lnTo>
                <a:lnTo>
                  <a:pt x="17476" y="15358"/>
                </a:lnTo>
                <a:lnTo>
                  <a:pt x="17981" y="14954"/>
                </a:lnTo>
                <a:lnTo>
                  <a:pt x="18203" y="14752"/>
                </a:lnTo>
                <a:lnTo>
                  <a:pt x="18425" y="14530"/>
                </a:lnTo>
                <a:lnTo>
                  <a:pt x="18667" y="14268"/>
                </a:lnTo>
                <a:lnTo>
                  <a:pt x="18909" y="13985"/>
                </a:lnTo>
                <a:lnTo>
                  <a:pt x="19131" y="13703"/>
                </a:lnTo>
                <a:lnTo>
                  <a:pt x="19333" y="13400"/>
                </a:lnTo>
                <a:lnTo>
                  <a:pt x="19535" y="13077"/>
                </a:lnTo>
                <a:lnTo>
                  <a:pt x="19736" y="12754"/>
                </a:lnTo>
                <a:lnTo>
                  <a:pt x="19918" y="12411"/>
                </a:lnTo>
                <a:lnTo>
                  <a:pt x="20100" y="12048"/>
                </a:lnTo>
                <a:lnTo>
                  <a:pt x="20261" y="11665"/>
                </a:lnTo>
                <a:lnTo>
                  <a:pt x="20402" y="11281"/>
                </a:lnTo>
                <a:lnTo>
                  <a:pt x="20544" y="10878"/>
                </a:lnTo>
                <a:lnTo>
                  <a:pt x="20685" y="10474"/>
                </a:lnTo>
                <a:lnTo>
                  <a:pt x="20806" y="10050"/>
                </a:lnTo>
                <a:lnTo>
                  <a:pt x="20927" y="9606"/>
                </a:lnTo>
                <a:lnTo>
                  <a:pt x="21028" y="9142"/>
                </a:lnTo>
                <a:lnTo>
                  <a:pt x="21109" y="8678"/>
                </a:lnTo>
                <a:lnTo>
                  <a:pt x="21189" y="8214"/>
                </a:lnTo>
                <a:lnTo>
                  <a:pt x="21250" y="7750"/>
                </a:lnTo>
                <a:lnTo>
                  <a:pt x="21310" y="7326"/>
                </a:lnTo>
                <a:lnTo>
                  <a:pt x="21331" y="6882"/>
                </a:lnTo>
                <a:lnTo>
                  <a:pt x="21351" y="6478"/>
                </a:lnTo>
                <a:lnTo>
                  <a:pt x="21351" y="6075"/>
                </a:lnTo>
                <a:lnTo>
                  <a:pt x="21351" y="5671"/>
                </a:lnTo>
                <a:lnTo>
                  <a:pt x="21331" y="5288"/>
                </a:lnTo>
                <a:lnTo>
                  <a:pt x="21270" y="4924"/>
                </a:lnTo>
                <a:lnTo>
                  <a:pt x="21230" y="4561"/>
                </a:lnTo>
                <a:lnTo>
                  <a:pt x="21149" y="4218"/>
                </a:lnTo>
                <a:lnTo>
                  <a:pt x="21068" y="3875"/>
                </a:lnTo>
                <a:lnTo>
                  <a:pt x="20967" y="3532"/>
                </a:lnTo>
                <a:lnTo>
                  <a:pt x="20846" y="3229"/>
                </a:lnTo>
                <a:lnTo>
                  <a:pt x="20705" y="2906"/>
                </a:lnTo>
                <a:lnTo>
                  <a:pt x="20564" y="2624"/>
                </a:lnTo>
                <a:lnTo>
                  <a:pt x="20362" y="2281"/>
                </a:lnTo>
                <a:lnTo>
                  <a:pt x="20140" y="1958"/>
                </a:lnTo>
                <a:lnTo>
                  <a:pt x="19898" y="1655"/>
                </a:lnTo>
                <a:lnTo>
                  <a:pt x="19615" y="1373"/>
                </a:lnTo>
                <a:lnTo>
                  <a:pt x="19333" y="1110"/>
                </a:lnTo>
                <a:lnTo>
                  <a:pt x="19010" y="868"/>
                </a:lnTo>
                <a:lnTo>
                  <a:pt x="18687" y="646"/>
                </a:lnTo>
                <a:lnTo>
                  <a:pt x="18344" y="465"/>
                </a:lnTo>
                <a:lnTo>
                  <a:pt x="17981" y="283"/>
                </a:lnTo>
                <a:lnTo>
                  <a:pt x="17597" y="162"/>
                </a:lnTo>
                <a:lnTo>
                  <a:pt x="17214" y="61"/>
                </a:lnTo>
                <a:lnTo>
                  <a:pt x="16851" y="21"/>
                </a:lnTo>
                <a:lnTo>
                  <a:pt x="16467" y="1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14" name="Google Shape;2314;p28"/>
          <p:cNvSpPr/>
          <p:nvPr/>
        </p:nvSpPr>
        <p:spPr>
          <a:xfrm flipH="1" rot="-3180058">
            <a:off x="5703015" y="4346858"/>
            <a:ext cx="901503" cy="1104557"/>
          </a:xfrm>
          <a:custGeom>
            <a:rect b="b" l="l" r="r" t="t"/>
            <a:pathLst>
              <a:path extrusionOk="0" h="19757" w="16125">
                <a:moveTo>
                  <a:pt x="13945" y="81"/>
                </a:moveTo>
                <a:lnTo>
                  <a:pt x="14187" y="142"/>
                </a:lnTo>
                <a:lnTo>
                  <a:pt x="14449" y="222"/>
                </a:lnTo>
                <a:lnTo>
                  <a:pt x="14671" y="323"/>
                </a:lnTo>
                <a:lnTo>
                  <a:pt x="14893" y="464"/>
                </a:lnTo>
                <a:lnTo>
                  <a:pt x="15095" y="626"/>
                </a:lnTo>
                <a:lnTo>
                  <a:pt x="15277" y="807"/>
                </a:lnTo>
                <a:lnTo>
                  <a:pt x="15438" y="1009"/>
                </a:lnTo>
                <a:lnTo>
                  <a:pt x="15620" y="1332"/>
                </a:lnTo>
                <a:lnTo>
                  <a:pt x="15761" y="1655"/>
                </a:lnTo>
                <a:lnTo>
                  <a:pt x="15862" y="1998"/>
                </a:lnTo>
                <a:lnTo>
                  <a:pt x="15943" y="2341"/>
                </a:lnTo>
                <a:lnTo>
                  <a:pt x="16003" y="2704"/>
                </a:lnTo>
                <a:lnTo>
                  <a:pt x="16023" y="3068"/>
                </a:lnTo>
                <a:lnTo>
                  <a:pt x="16044" y="3431"/>
                </a:lnTo>
                <a:lnTo>
                  <a:pt x="16044" y="3814"/>
                </a:lnTo>
                <a:lnTo>
                  <a:pt x="16023" y="4319"/>
                </a:lnTo>
                <a:lnTo>
                  <a:pt x="16003" y="4803"/>
                </a:lnTo>
                <a:lnTo>
                  <a:pt x="15963" y="5287"/>
                </a:lnTo>
                <a:lnTo>
                  <a:pt x="15923" y="5731"/>
                </a:lnTo>
                <a:lnTo>
                  <a:pt x="15862" y="6175"/>
                </a:lnTo>
                <a:lnTo>
                  <a:pt x="15781" y="6599"/>
                </a:lnTo>
                <a:lnTo>
                  <a:pt x="15701" y="7003"/>
                </a:lnTo>
                <a:lnTo>
                  <a:pt x="15600" y="7386"/>
                </a:lnTo>
                <a:lnTo>
                  <a:pt x="15479" y="7749"/>
                </a:lnTo>
                <a:lnTo>
                  <a:pt x="15337" y="8113"/>
                </a:lnTo>
                <a:lnTo>
                  <a:pt x="15196" y="8436"/>
                </a:lnTo>
                <a:lnTo>
                  <a:pt x="15055" y="8758"/>
                </a:lnTo>
                <a:lnTo>
                  <a:pt x="14873" y="9081"/>
                </a:lnTo>
                <a:lnTo>
                  <a:pt x="14692" y="9364"/>
                </a:lnTo>
                <a:lnTo>
                  <a:pt x="14490" y="9646"/>
                </a:lnTo>
                <a:lnTo>
                  <a:pt x="14268" y="9909"/>
                </a:lnTo>
                <a:lnTo>
                  <a:pt x="14086" y="10131"/>
                </a:lnTo>
                <a:lnTo>
                  <a:pt x="13884" y="10332"/>
                </a:lnTo>
                <a:lnTo>
                  <a:pt x="13683" y="10514"/>
                </a:lnTo>
                <a:lnTo>
                  <a:pt x="13461" y="10716"/>
                </a:lnTo>
                <a:lnTo>
                  <a:pt x="13017" y="11059"/>
                </a:lnTo>
                <a:lnTo>
                  <a:pt x="12532" y="11362"/>
                </a:lnTo>
                <a:lnTo>
                  <a:pt x="12048" y="11664"/>
                </a:lnTo>
                <a:lnTo>
                  <a:pt x="11543" y="11947"/>
                </a:lnTo>
                <a:lnTo>
                  <a:pt x="10514" y="12451"/>
                </a:lnTo>
                <a:lnTo>
                  <a:pt x="9586" y="12915"/>
                </a:lnTo>
                <a:lnTo>
                  <a:pt x="9122" y="13178"/>
                </a:lnTo>
                <a:lnTo>
                  <a:pt x="8678" y="13420"/>
                </a:lnTo>
                <a:lnTo>
                  <a:pt x="8032" y="13844"/>
                </a:lnTo>
                <a:lnTo>
                  <a:pt x="7427" y="14288"/>
                </a:lnTo>
                <a:lnTo>
                  <a:pt x="6821" y="14752"/>
                </a:lnTo>
                <a:lnTo>
                  <a:pt x="6236" y="15236"/>
                </a:lnTo>
                <a:lnTo>
                  <a:pt x="5671" y="15761"/>
                </a:lnTo>
                <a:lnTo>
                  <a:pt x="5106" y="16265"/>
                </a:lnTo>
                <a:lnTo>
                  <a:pt x="4037" y="17335"/>
                </a:lnTo>
                <a:lnTo>
                  <a:pt x="3350" y="18001"/>
                </a:lnTo>
                <a:lnTo>
                  <a:pt x="2644" y="18667"/>
                </a:lnTo>
                <a:lnTo>
                  <a:pt x="2281" y="18990"/>
                </a:lnTo>
                <a:lnTo>
                  <a:pt x="2099" y="19151"/>
                </a:lnTo>
                <a:lnTo>
                  <a:pt x="1897" y="19292"/>
                </a:lnTo>
                <a:lnTo>
                  <a:pt x="1696" y="19413"/>
                </a:lnTo>
                <a:lnTo>
                  <a:pt x="1474" y="19514"/>
                </a:lnTo>
                <a:lnTo>
                  <a:pt x="1272" y="19595"/>
                </a:lnTo>
                <a:lnTo>
                  <a:pt x="1030" y="19656"/>
                </a:lnTo>
                <a:lnTo>
                  <a:pt x="808" y="19676"/>
                </a:lnTo>
                <a:lnTo>
                  <a:pt x="687" y="19656"/>
                </a:lnTo>
                <a:lnTo>
                  <a:pt x="566" y="19635"/>
                </a:lnTo>
                <a:lnTo>
                  <a:pt x="444" y="19595"/>
                </a:lnTo>
                <a:lnTo>
                  <a:pt x="344" y="19555"/>
                </a:lnTo>
                <a:lnTo>
                  <a:pt x="243" y="19474"/>
                </a:lnTo>
                <a:lnTo>
                  <a:pt x="162" y="19373"/>
                </a:lnTo>
                <a:lnTo>
                  <a:pt x="101" y="19232"/>
                </a:lnTo>
                <a:lnTo>
                  <a:pt x="81" y="19091"/>
                </a:lnTo>
                <a:lnTo>
                  <a:pt x="81" y="18929"/>
                </a:lnTo>
                <a:lnTo>
                  <a:pt x="122" y="18788"/>
                </a:lnTo>
                <a:lnTo>
                  <a:pt x="162" y="18667"/>
                </a:lnTo>
                <a:lnTo>
                  <a:pt x="222" y="18546"/>
                </a:lnTo>
                <a:lnTo>
                  <a:pt x="323" y="18364"/>
                </a:lnTo>
                <a:lnTo>
                  <a:pt x="444" y="18203"/>
                </a:lnTo>
                <a:lnTo>
                  <a:pt x="566" y="18021"/>
                </a:lnTo>
                <a:lnTo>
                  <a:pt x="868" y="17718"/>
                </a:lnTo>
                <a:lnTo>
                  <a:pt x="1171" y="17436"/>
                </a:lnTo>
                <a:lnTo>
                  <a:pt x="1494" y="17173"/>
                </a:lnTo>
                <a:lnTo>
                  <a:pt x="2220" y="16588"/>
                </a:lnTo>
                <a:lnTo>
                  <a:pt x="2987" y="16043"/>
                </a:lnTo>
                <a:lnTo>
                  <a:pt x="3754" y="15499"/>
                </a:lnTo>
                <a:lnTo>
                  <a:pt x="4521" y="14974"/>
                </a:lnTo>
                <a:lnTo>
                  <a:pt x="5308" y="14429"/>
                </a:lnTo>
                <a:lnTo>
                  <a:pt x="6075" y="13884"/>
                </a:lnTo>
                <a:lnTo>
                  <a:pt x="6862" y="13319"/>
                </a:lnTo>
                <a:lnTo>
                  <a:pt x="7608" y="12734"/>
                </a:lnTo>
                <a:lnTo>
                  <a:pt x="8153" y="12270"/>
                </a:lnTo>
                <a:lnTo>
                  <a:pt x="8436" y="12007"/>
                </a:lnTo>
                <a:lnTo>
                  <a:pt x="8718" y="11725"/>
                </a:lnTo>
                <a:lnTo>
                  <a:pt x="9001" y="11422"/>
                </a:lnTo>
                <a:lnTo>
                  <a:pt x="9283" y="11119"/>
                </a:lnTo>
                <a:lnTo>
                  <a:pt x="9546" y="10776"/>
                </a:lnTo>
                <a:lnTo>
                  <a:pt x="9788" y="10413"/>
                </a:lnTo>
                <a:lnTo>
                  <a:pt x="9949" y="10131"/>
                </a:lnTo>
                <a:lnTo>
                  <a:pt x="10111" y="9828"/>
                </a:lnTo>
                <a:lnTo>
                  <a:pt x="10252" y="9525"/>
                </a:lnTo>
                <a:lnTo>
                  <a:pt x="10393" y="9202"/>
                </a:lnTo>
                <a:lnTo>
                  <a:pt x="10494" y="8879"/>
                </a:lnTo>
                <a:lnTo>
                  <a:pt x="10615" y="8557"/>
                </a:lnTo>
                <a:lnTo>
                  <a:pt x="10777" y="7911"/>
                </a:lnTo>
                <a:lnTo>
                  <a:pt x="10938" y="7245"/>
                </a:lnTo>
                <a:lnTo>
                  <a:pt x="11039" y="6559"/>
                </a:lnTo>
                <a:lnTo>
                  <a:pt x="11241" y="5207"/>
                </a:lnTo>
                <a:lnTo>
                  <a:pt x="11342" y="4399"/>
                </a:lnTo>
                <a:lnTo>
                  <a:pt x="11463" y="3612"/>
                </a:lnTo>
                <a:lnTo>
                  <a:pt x="11604" y="2825"/>
                </a:lnTo>
                <a:lnTo>
                  <a:pt x="11685" y="2422"/>
                </a:lnTo>
                <a:lnTo>
                  <a:pt x="11786" y="2038"/>
                </a:lnTo>
                <a:lnTo>
                  <a:pt x="11866" y="1756"/>
                </a:lnTo>
                <a:lnTo>
                  <a:pt x="11987" y="1473"/>
                </a:lnTo>
                <a:lnTo>
                  <a:pt x="12109" y="1171"/>
                </a:lnTo>
                <a:lnTo>
                  <a:pt x="12250" y="888"/>
                </a:lnTo>
                <a:lnTo>
                  <a:pt x="12452" y="626"/>
                </a:lnTo>
                <a:lnTo>
                  <a:pt x="12552" y="525"/>
                </a:lnTo>
                <a:lnTo>
                  <a:pt x="12674" y="404"/>
                </a:lnTo>
                <a:lnTo>
                  <a:pt x="12795" y="323"/>
                </a:lnTo>
                <a:lnTo>
                  <a:pt x="12916" y="242"/>
                </a:lnTo>
                <a:lnTo>
                  <a:pt x="13077" y="182"/>
                </a:lnTo>
                <a:lnTo>
                  <a:pt x="13218" y="121"/>
                </a:lnTo>
                <a:lnTo>
                  <a:pt x="13461" y="81"/>
                </a:lnTo>
                <a:close/>
                <a:moveTo>
                  <a:pt x="13541" y="0"/>
                </a:moveTo>
                <a:lnTo>
                  <a:pt x="13380" y="20"/>
                </a:lnTo>
                <a:lnTo>
                  <a:pt x="13218" y="41"/>
                </a:lnTo>
                <a:lnTo>
                  <a:pt x="13037" y="101"/>
                </a:lnTo>
                <a:lnTo>
                  <a:pt x="12896" y="162"/>
                </a:lnTo>
                <a:lnTo>
                  <a:pt x="12754" y="242"/>
                </a:lnTo>
                <a:lnTo>
                  <a:pt x="12613" y="343"/>
                </a:lnTo>
                <a:lnTo>
                  <a:pt x="12492" y="464"/>
                </a:lnTo>
                <a:lnTo>
                  <a:pt x="12391" y="565"/>
                </a:lnTo>
                <a:lnTo>
                  <a:pt x="12189" y="848"/>
                </a:lnTo>
                <a:lnTo>
                  <a:pt x="12028" y="1130"/>
                </a:lnTo>
                <a:lnTo>
                  <a:pt x="11907" y="1433"/>
                </a:lnTo>
                <a:lnTo>
                  <a:pt x="11806" y="1736"/>
                </a:lnTo>
                <a:lnTo>
                  <a:pt x="11705" y="2018"/>
                </a:lnTo>
                <a:lnTo>
                  <a:pt x="11604" y="2402"/>
                </a:lnTo>
                <a:lnTo>
                  <a:pt x="11523" y="2805"/>
                </a:lnTo>
                <a:lnTo>
                  <a:pt x="11382" y="3592"/>
                </a:lnTo>
                <a:lnTo>
                  <a:pt x="11261" y="4399"/>
                </a:lnTo>
                <a:lnTo>
                  <a:pt x="11160" y="5187"/>
                </a:lnTo>
                <a:lnTo>
                  <a:pt x="10958" y="6539"/>
                </a:lnTo>
                <a:lnTo>
                  <a:pt x="10857" y="7225"/>
                </a:lnTo>
                <a:lnTo>
                  <a:pt x="10716" y="7870"/>
                </a:lnTo>
                <a:lnTo>
                  <a:pt x="10534" y="8536"/>
                </a:lnTo>
                <a:lnTo>
                  <a:pt x="10434" y="8859"/>
                </a:lnTo>
                <a:lnTo>
                  <a:pt x="10313" y="9162"/>
                </a:lnTo>
                <a:lnTo>
                  <a:pt x="10191" y="9485"/>
                </a:lnTo>
                <a:lnTo>
                  <a:pt x="10050" y="9788"/>
                </a:lnTo>
                <a:lnTo>
                  <a:pt x="9889" y="10090"/>
                </a:lnTo>
                <a:lnTo>
                  <a:pt x="9707" y="10373"/>
                </a:lnTo>
                <a:lnTo>
                  <a:pt x="9465" y="10736"/>
                </a:lnTo>
                <a:lnTo>
                  <a:pt x="9223" y="11059"/>
                </a:lnTo>
                <a:lnTo>
                  <a:pt x="8940" y="11382"/>
                </a:lnTo>
                <a:lnTo>
                  <a:pt x="8658" y="11664"/>
                </a:lnTo>
                <a:lnTo>
                  <a:pt x="8375" y="11947"/>
                </a:lnTo>
                <a:lnTo>
                  <a:pt x="8093" y="12209"/>
                </a:lnTo>
                <a:lnTo>
                  <a:pt x="7568" y="12653"/>
                </a:lnTo>
                <a:lnTo>
                  <a:pt x="6801" y="13259"/>
                </a:lnTo>
                <a:lnTo>
                  <a:pt x="6034" y="13824"/>
                </a:lnTo>
                <a:lnTo>
                  <a:pt x="5247" y="14368"/>
                </a:lnTo>
                <a:lnTo>
                  <a:pt x="4480" y="14913"/>
                </a:lnTo>
                <a:lnTo>
                  <a:pt x="3714" y="15438"/>
                </a:lnTo>
                <a:lnTo>
                  <a:pt x="2927" y="15983"/>
                </a:lnTo>
                <a:lnTo>
                  <a:pt x="2180" y="16528"/>
                </a:lnTo>
                <a:lnTo>
                  <a:pt x="1433" y="17113"/>
                </a:lnTo>
                <a:lnTo>
                  <a:pt x="1131" y="17375"/>
                </a:lnTo>
                <a:lnTo>
                  <a:pt x="808" y="17658"/>
                </a:lnTo>
                <a:lnTo>
                  <a:pt x="505" y="17981"/>
                </a:lnTo>
                <a:lnTo>
                  <a:pt x="384" y="18142"/>
                </a:lnTo>
                <a:lnTo>
                  <a:pt x="243" y="18324"/>
                </a:lnTo>
                <a:lnTo>
                  <a:pt x="142" y="18526"/>
                </a:lnTo>
                <a:lnTo>
                  <a:pt x="81" y="18667"/>
                </a:lnTo>
                <a:lnTo>
                  <a:pt x="21" y="18808"/>
                </a:lnTo>
                <a:lnTo>
                  <a:pt x="1" y="18949"/>
                </a:lnTo>
                <a:lnTo>
                  <a:pt x="1" y="19111"/>
                </a:lnTo>
                <a:lnTo>
                  <a:pt x="21" y="19272"/>
                </a:lnTo>
                <a:lnTo>
                  <a:pt x="101" y="19434"/>
                </a:lnTo>
                <a:lnTo>
                  <a:pt x="162" y="19514"/>
                </a:lnTo>
                <a:lnTo>
                  <a:pt x="243" y="19575"/>
                </a:lnTo>
                <a:lnTo>
                  <a:pt x="323" y="19635"/>
                </a:lnTo>
                <a:lnTo>
                  <a:pt x="424" y="19676"/>
                </a:lnTo>
                <a:lnTo>
                  <a:pt x="626" y="19736"/>
                </a:lnTo>
                <a:lnTo>
                  <a:pt x="828" y="19757"/>
                </a:lnTo>
                <a:lnTo>
                  <a:pt x="1050" y="19736"/>
                </a:lnTo>
                <a:lnTo>
                  <a:pt x="1292" y="19676"/>
                </a:lnTo>
                <a:lnTo>
                  <a:pt x="1514" y="19595"/>
                </a:lnTo>
                <a:lnTo>
                  <a:pt x="1736" y="19494"/>
                </a:lnTo>
                <a:lnTo>
                  <a:pt x="1938" y="19353"/>
                </a:lnTo>
                <a:lnTo>
                  <a:pt x="2140" y="19212"/>
                </a:lnTo>
                <a:lnTo>
                  <a:pt x="2341" y="19050"/>
                </a:lnTo>
                <a:lnTo>
                  <a:pt x="2705" y="18727"/>
                </a:lnTo>
                <a:lnTo>
                  <a:pt x="3411" y="18061"/>
                </a:lnTo>
                <a:lnTo>
                  <a:pt x="4077" y="17395"/>
                </a:lnTo>
                <a:lnTo>
                  <a:pt x="5167" y="16326"/>
                </a:lnTo>
                <a:lnTo>
                  <a:pt x="5732" y="15821"/>
                </a:lnTo>
                <a:lnTo>
                  <a:pt x="6297" y="15297"/>
                </a:lnTo>
                <a:lnTo>
                  <a:pt x="6862" y="14812"/>
                </a:lnTo>
                <a:lnTo>
                  <a:pt x="7467" y="14348"/>
                </a:lnTo>
                <a:lnTo>
                  <a:pt x="8093" y="13904"/>
                </a:lnTo>
                <a:lnTo>
                  <a:pt x="8718" y="13501"/>
                </a:lnTo>
                <a:lnTo>
                  <a:pt x="9162" y="13238"/>
                </a:lnTo>
                <a:lnTo>
                  <a:pt x="9626" y="12996"/>
                </a:lnTo>
                <a:lnTo>
                  <a:pt x="10555" y="12532"/>
                </a:lnTo>
                <a:lnTo>
                  <a:pt x="11584" y="12007"/>
                </a:lnTo>
                <a:lnTo>
                  <a:pt x="12088" y="11725"/>
                </a:lnTo>
                <a:lnTo>
                  <a:pt x="12573" y="11442"/>
                </a:lnTo>
                <a:lnTo>
                  <a:pt x="13057" y="11119"/>
                </a:lnTo>
                <a:lnTo>
                  <a:pt x="13521" y="10776"/>
                </a:lnTo>
                <a:lnTo>
                  <a:pt x="13743" y="10575"/>
                </a:lnTo>
                <a:lnTo>
                  <a:pt x="13945" y="10393"/>
                </a:lnTo>
                <a:lnTo>
                  <a:pt x="14147" y="10171"/>
                </a:lnTo>
                <a:lnTo>
                  <a:pt x="14328" y="9969"/>
                </a:lnTo>
                <a:lnTo>
                  <a:pt x="14550" y="9687"/>
                </a:lnTo>
                <a:lnTo>
                  <a:pt x="14752" y="9404"/>
                </a:lnTo>
                <a:lnTo>
                  <a:pt x="14934" y="9122"/>
                </a:lnTo>
                <a:lnTo>
                  <a:pt x="15115" y="8799"/>
                </a:lnTo>
                <a:lnTo>
                  <a:pt x="15277" y="8476"/>
                </a:lnTo>
                <a:lnTo>
                  <a:pt x="15418" y="8133"/>
                </a:lnTo>
                <a:lnTo>
                  <a:pt x="15559" y="7790"/>
                </a:lnTo>
                <a:lnTo>
                  <a:pt x="15660" y="7406"/>
                </a:lnTo>
                <a:lnTo>
                  <a:pt x="15761" y="7023"/>
                </a:lnTo>
                <a:lnTo>
                  <a:pt x="15862" y="6619"/>
                </a:lnTo>
                <a:lnTo>
                  <a:pt x="15943" y="6196"/>
                </a:lnTo>
                <a:lnTo>
                  <a:pt x="16003" y="5752"/>
                </a:lnTo>
                <a:lnTo>
                  <a:pt x="16044" y="5287"/>
                </a:lnTo>
                <a:lnTo>
                  <a:pt x="16084" y="4823"/>
                </a:lnTo>
                <a:lnTo>
                  <a:pt x="16104" y="4319"/>
                </a:lnTo>
                <a:lnTo>
                  <a:pt x="16124" y="3814"/>
                </a:lnTo>
                <a:lnTo>
                  <a:pt x="16124" y="3431"/>
                </a:lnTo>
                <a:lnTo>
                  <a:pt x="16104" y="3068"/>
                </a:lnTo>
                <a:lnTo>
                  <a:pt x="16084" y="2684"/>
                </a:lnTo>
                <a:lnTo>
                  <a:pt x="16023" y="2321"/>
                </a:lnTo>
                <a:lnTo>
                  <a:pt x="15943" y="1958"/>
                </a:lnTo>
                <a:lnTo>
                  <a:pt x="15842" y="1615"/>
                </a:lnTo>
                <a:lnTo>
                  <a:pt x="15701" y="1292"/>
                </a:lnTo>
                <a:lnTo>
                  <a:pt x="15519" y="969"/>
                </a:lnTo>
                <a:lnTo>
                  <a:pt x="15418" y="828"/>
                </a:lnTo>
                <a:lnTo>
                  <a:pt x="15297" y="707"/>
                </a:lnTo>
                <a:lnTo>
                  <a:pt x="15196" y="585"/>
                </a:lnTo>
                <a:lnTo>
                  <a:pt x="15055" y="485"/>
                </a:lnTo>
                <a:lnTo>
                  <a:pt x="14934" y="384"/>
                </a:lnTo>
                <a:lnTo>
                  <a:pt x="14792" y="303"/>
                </a:lnTo>
                <a:lnTo>
                  <a:pt x="14490" y="142"/>
                </a:lnTo>
                <a:lnTo>
                  <a:pt x="14187" y="61"/>
                </a:lnTo>
                <a:lnTo>
                  <a:pt x="14026" y="20"/>
                </a:lnTo>
                <a:lnTo>
                  <a:pt x="13864" y="0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15" name="Google Shape;2315;p28"/>
          <p:cNvSpPr/>
          <p:nvPr/>
        </p:nvSpPr>
        <p:spPr>
          <a:xfrm flipH="1" rot="-3180058">
            <a:off x="5708441" y="4798372"/>
            <a:ext cx="130935" cy="390455"/>
          </a:xfrm>
          <a:custGeom>
            <a:rect b="b" l="l" r="r" t="t"/>
            <a:pathLst>
              <a:path extrusionOk="0" h="6984" w="2342">
                <a:moveTo>
                  <a:pt x="1494" y="82"/>
                </a:moveTo>
                <a:lnTo>
                  <a:pt x="1615" y="122"/>
                </a:lnTo>
                <a:lnTo>
                  <a:pt x="1716" y="162"/>
                </a:lnTo>
                <a:lnTo>
                  <a:pt x="1817" y="223"/>
                </a:lnTo>
                <a:lnTo>
                  <a:pt x="1897" y="304"/>
                </a:lnTo>
                <a:lnTo>
                  <a:pt x="1978" y="404"/>
                </a:lnTo>
                <a:lnTo>
                  <a:pt x="2039" y="485"/>
                </a:lnTo>
                <a:lnTo>
                  <a:pt x="2099" y="586"/>
                </a:lnTo>
                <a:lnTo>
                  <a:pt x="2160" y="707"/>
                </a:lnTo>
                <a:lnTo>
                  <a:pt x="2200" y="828"/>
                </a:lnTo>
                <a:lnTo>
                  <a:pt x="2240" y="1070"/>
                </a:lnTo>
                <a:lnTo>
                  <a:pt x="2261" y="1333"/>
                </a:lnTo>
                <a:lnTo>
                  <a:pt x="2261" y="1595"/>
                </a:lnTo>
                <a:lnTo>
                  <a:pt x="2240" y="2281"/>
                </a:lnTo>
                <a:lnTo>
                  <a:pt x="2180" y="2967"/>
                </a:lnTo>
                <a:lnTo>
                  <a:pt x="2059" y="3694"/>
                </a:lnTo>
                <a:lnTo>
                  <a:pt x="1897" y="4521"/>
                </a:lnTo>
                <a:lnTo>
                  <a:pt x="1837" y="4763"/>
                </a:lnTo>
                <a:lnTo>
                  <a:pt x="1776" y="5026"/>
                </a:lnTo>
                <a:lnTo>
                  <a:pt x="1675" y="5308"/>
                </a:lnTo>
                <a:lnTo>
                  <a:pt x="1554" y="5591"/>
                </a:lnTo>
                <a:lnTo>
                  <a:pt x="1413" y="5893"/>
                </a:lnTo>
                <a:lnTo>
                  <a:pt x="1231" y="6176"/>
                </a:lnTo>
                <a:lnTo>
                  <a:pt x="1030" y="6459"/>
                </a:lnTo>
                <a:lnTo>
                  <a:pt x="808" y="6741"/>
                </a:lnTo>
                <a:lnTo>
                  <a:pt x="707" y="6822"/>
                </a:lnTo>
                <a:lnTo>
                  <a:pt x="626" y="6862"/>
                </a:lnTo>
                <a:lnTo>
                  <a:pt x="566" y="6902"/>
                </a:lnTo>
                <a:lnTo>
                  <a:pt x="485" y="6882"/>
                </a:lnTo>
                <a:lnTo>
                  <a:pt x="444" y="6862"/>
                </a:lnTo>
                <a:lnTo>
                  <a:pt x="384" y="6822"/>
                </a:lnTo>
                <a:lnTo>
                  <a:pt x="303" y="6701"/>
                </a:lnTo>
                <a:lnTo>
                  <a:pt x="243" y="6539"/>
                </a:lnTo>
                <a:lnTo>
                  <a:pt x="182" y="6317"/>
                </a:lnTo>
                <a:lnTo>
                  <a:pt x="142" y="6055"/>
                </a:lnTo>
                <a:lnTo>
                  <a:pt x="101" y="5752"/>
                </a:lnTo>
                <a:lnTo>
                  <a:pt x="81" y="5086"/>
                </a:lnTo>
                <a:lnTo>
                  <a:pt x="81" y="4602"/>
                </a:lnTo>
                <a:lnTo>
                  <a:pt x="81" y="4097"/>
                </a:lnTo>
                <a:lnTo>
                  <a:pt x="101" y="3976"/>
                </a:lnTo>
                <a:lnTo>
                  <a:pt x="122" y="3310"/>
                </a:lnTo>
                <a:lnTo>
                  <a:pt x="162" y="2685"/>
                </a:lnTo>
                <a:lnTo>
                  <a:pt x="222" y="2100"/>
                </a:lnTo>
                <a:lnTo>
                  <a:pt x="283" y="1535"/>
                </a:lnTo>
                <a:lnTo>
                  <a:pt x="323" y="1353"/>
                </a:lnTo>
                <a:lnTo>
                  <a:pt x="384" y="1131"/>
                </a:lnTo>
                <a:lnTo>
                  <a:pt x="444" y="909"/>
                </a:lnTo>
                <a:lnTo>
                  <a:pt x="545" y="667"/>
                </a:lnTo>
                <a:lnTo>
                  <a:pt x="687" y="465"/>
                </a:lnTo>
                <a:lnTo>
                  <a:pt x="767" y="364"/>
                </a:lnTo>
                <a:lnTo>
                  <a:pt x="848" y="263"/>
                </a:lnTo>
                <a:lnTo>
                  <a:pt x="949" y="203"/>
                </a:lnTo>
                <a:lnTo>
                  <a:pt x="1070" y="142"/>
                </a:lnTo>
                <a:lnTo>
                  <a:pt x="1191" y="102"/>
                </a:lnTo>
                <a:lnTo>
                  <a:pt x="1312" y="82"/>
                </a:lnTo>
                <a:close/>
                <a:moveTo>
                  <a:pt x="1312" y="1"/>
                </a:moveTo>
                <a:lnTo>
                  <a:pt x="1171" y="21"/>
                </a:lnTo>
                <a:lnTo>
                  <a:pt x="1030" y="61"/>
                </a:lnTo>
                <a:lnTo>
                  <a:pt x="868" y="162"/>
                </a:lnTo>
                <a:lnTo>
                  <a:pt x="707" y="304"/>
                </a:lnTo>
                <a:lnTo>
                  <a:pt x="566" y="485"/>
                </a:lnTo>
                <a:lnTo>
                  <a:pt x="485" y="606"/>
                </a:lnTo>
                <a:lnTo>
                  <a:pt x="424" y="748"/>
                </a:lnTo>
                <a:lnTo>
                  <a:pt x="364" y="909"/>
                </a:lnTo>
                <a:lnTo>
                  <a:pt x="303" y="1091"/>
                </a:lnTo>
                <a:lnTo>
                  <a:pt x="263" y="1292"/>
                </a:lnTo>
                <a:lnTo>
                  <a:pt x="222" y="1514"/>
                </a:lnTo>
                <a:lnTo>
                  <a:pt x="142" y="2079"/>
                </a:lnTo>
                <a:lnTo>
                  <a:pt x="81" y="2685"/>
                </a:lnTo>
                <a:lnTo>
                  <a:pt x="41" y="3310"/>
                </a:lnTo>
                <a:lnTo>
                  <a:pt x="21" y="3976"/>
                </a:lnTo>
                <a:lnTo>
                  <a:pt x="1" y="4097"/>
                </a:lnTo>
                <a:lnTo>
                  <a:pt x="1" y="4602"/>
                </a:lnTo>
                <a:lnTo>
                  <a:pt x="1" y="5106"/>
                </a:lnTo>
                <a:lnTo>
                  <a:pt x="21" y="5752"/>
                </a:lnTo>
                <a:lnTo>
                  <a:pt x="61" y="6055"/>
                </a:lnTo>
                <a:lnTo>
                  <a:pt x="101" y="6337"/>
                </a:lnTo>
                <a:lnTo>
                  <a:pt x="142" y="6499"/>
                </a:lnTo>
                <a:lnTo>
                  <a:pt x="202" y="6680"/>
                </a:lnTo>
                <a:lnTo>
                  <a:pt x="263" y="6781"/>
                </a:lnTo>
                <a:lnTo>
                  <a:pt x="303" y="6862"/>
                </a:lnTo>
                <a:lnTo>
                  <a:pt x="384" y="6923"/>
                </a:lnTo>
                <a:lnTo>
                  <a:pt x="465" y="6963"/>
                </a:lnTo>
                <a:lnTo>
                  <a:pt x="525" y="6983"/>
                </a:lnTo>
                <a:lnTo>
                  <a:pt x="606" y="6963"/>
                </a:lnTo>
                <a:lnTo>
                  <a:pt x="687" y="6923"/>
                </a:lnTo>
                <a:lnTo>
                  <a:pt x="767" y="6882"/>
                </a:lnTo>
                <a:lnTo>
                  <a:pt x="868" y="6802"/>
                </a:lnTo>
                <a:lnTo>
                  <a:pt x="1090" y="6519"/>
                </a:lnTo>
                <a:lnTo>
                  <a:pt x="1292" y="6237"/>
                </a:lnTo>
                <a:lnTo>
                  <a:pt x="1474" y="5934"/>
                </a:lnTo>
                <a:lnTo>
                  <a:pt x="1615" y="5631"/>
                </a:lnTo>
                <a:lnTo>
                  <a:pt x="1736" y="5349"/>
                </a:lnTo>
                <a:lnTo>
                  <a:pt x="1837" y="5046"/>
                </a:lnTo>
                <a:lnTo>
                  <a:pt x="1918" y="4784"/>
                </a:lnTo>
                <a:lnTo>
                  <a:pt x="1978" y="4521"/>
                </a:lnTo>
                <a:lnTo>
                  <a:pt x="2140" y="3714"/>
                </a:lnTo>
                <a:lnTo>
                  <a:pt x="2261" y="2967"/>
                </a:lnTo>
                <a:lnTo>
                  <a:pt x="2321" y="2281"/>
                </a:lnTo>
                <a:lnTo>
                  <a:pt x="2341" y="1595"/>
                </a:lnTo>
                <a:lnTo>
                  <a:pt x="2341" y="1333"/>
                </a:lnTo>
                <a:lnTo>
                  <a:pt x="2321" y="1050"/>
                </a:lnTo>
                <a:lnTo>
                  <a:pt x="2261" y="788"/>
                </a:lnTo>
                <a:lnTo>
                  <a:pt x="2220" y="667"/>
                </a:lnTo>
                <a:lnTo>
                  <a:pt x="2180" y="546"/>
                </a:lnTo>
                <a:lnTo>
                  <a:pt x="2119" y="445"/>
                </a:lnTo>
                <a:lnTo>
                  <a:pt x="2039" y="324"/>
                </a:lnTo>
                <a:lnTo>
                  <a:pt x="1938" y="243"/>
                </a:lnTo>
                <a:lnTo>
                  <a:pt x="1837" y="142"/>
                </a:lnTo>
                <a:lnTo>
                  <a:pt x="1716" y="82"/>
                </a:lnTo>
                <a:lnTo>
                  <a:pt x="1595" y="21"/>
                </a:lnTo>
                <a:lnTo>
                  <a:pt x="1453" y="1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16" name="Google Shape;2316;p28"/>
          <p:cNvSpPr/>
          <p:nvPr/>
        </p:nvSpPr>
        <p:spPr>
          <a:xfrm flipH="1" rot="-3180058">
            <a:off x="5753849" y="4945467"/>
            <a:ext cx="4584" cy="55348"/>
          </a:xfrm>
          <a:custGeom>
            <a:rect b="b" l="l" r="r" t="t"/>
            <a:pathLst>
              <a:path extrusionOk="0" h="990" w="82">
                <a:moveTo>
                  <a:pt x="1" y="0"/>
                </a:moveTo>
                <a:lnTo>
                  <a:pt x="1" y="989"/>
                </a:lnTo>
                <a:lnTo>
                  <a:pt x="81" y="989"/>
                </a:lnTo>
                <a:lnTo>
                  <a:pt x="81" y="0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17" name="Google Shape;2317;p28"/>
          <p:cNvSpPr/>
          <p:nvPr/>
        </p:nvSpPr>
        <p:spPr>
          <a:xfrm flipH="1" rot="-3180058">
            <a:off x="5727684" y="4970958"/>
            <a:ext cx="55348" cy="4584"/>
          </a:xfrm>
          <a:custGeom>
            <a:rect b="b" l="l" r="r" t="t"/>
            <a:pathLst>
              <a:path extrusionOk="0" h="82" w="990">
                <a:moveTo>
                  <a:pt x="1" y="0"/>
                </a:moveTo>
                <a:lnTo>
                  <a:pt x="1" y="81"/>
                </a:lnTo>
                <a:lnTo>
                  <a:pt x="990" y="81"/>
                </a:lnTo>
                <a:lnTo>
                  <a:pt x="990" y="0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18" name="Google Shape;2318;p28"/>
          <p:cNvSpPr/>
          <p:nvPr/>
        </p:nvSpPr>
        <p:spPr>
          <a:xfrm flipH="1">
            <a:off x="5972628" y="4669823"/>
            <a:ext cx="100466" cy="100466"/>
          </a:xfrm>
          <a:custGeom>
            <a:rect b="b" l="l" r="r" t="t"/>
            <a:pathLst>
              <a:path extrusionOk="0" h="1797" w="1797">
                <a:moveTo>
                  <a:pt x="908" y="0"/>
                </a:moveTo>
                <a:lnTo>
                  <a:pt x="727" y="20"/>
                </a:lnTo>
                <a:lnTo>
                  <a:pt x="545" y="61"/>
                </a:lnTo>
                <a:lnTo>
                  <a:pt x="404" y="162"/>
                </a:lnTo>
                <a:lnTo>
                  <a:pt x="263" y="262"/>
                </a:lnTo>
                <a:lnTo>
                  <a:pt x="162" y="404"/>
                </a:lnTo>
                <a:lnTo>
                  <a:pt x="81" y="545"/>
                </a:lnTo>
                <a:lnTo>
                  <a:pt x="21" y="727"/>
                </a:lnTo>
                <a:lnTo>
                  <a:pt x="0" y="908"/>
                </a:lnTo>
                <a:lnTo>
                  <a:pt x="21" y="1090"/>
                </a:lnTo>
                <a:lnTo>
                  <a:pt x="81" y="1251"/>
                </a:lnTo>
                <a:lnTo>
                  <a:pt x="162" y="1413"/>
                </a:lnTo>
                <a:lnTo>
                  <a:pt x="263" y="1534"/>
                </a:lnTo>
                <a:lnTo>
                  <a:pt x="404" y="1655"/>
                </a:lnTo>
                <a:lnTo>
                  <a:pt x="545" y="1736"/>
                </a:lnTo>
                <a:lnTo>
                  <a:pt x="727" y="1776"/>
                </a:lnTo>
                <a:lnTo>
                  <a:pt x="908" y="1796"/>
                </a:lnTo>
                <a:lnTo>
                  <a:pt x="1090" y="1776"/>
                </a:lnTo>
                <a:lnTo>
                  <a:pt x="1252" y="1736"/>
                </a:lnTo>
                <a:lnTo>
                  <a:pt x="1413" y="1655"/>
                </a:lnTo>
                <a:lnTo>
                  <a:pt x="1534" y="1534"/>
                </a:lnTo>
                <a:lnTo>
                  <a:pt x="1655" y="1413"/>
                </a:lnTo>
                <a:lnTo>
                  <a:pt x="1736" y="1251"/>
                </a:lnTo>
                <a:lnTo>
                  <a:pt x="1776" y="1090"/>
                </a:lnTo>
                <a:lnTo>
                  <a:pt x="1796" y="908"/>
                </a:lnTo>
                <a:lnTo>
                  <a:pt x="1776" y="727"/>
                </a:lnTo>
                <a:lnTo>
                  <a:pt x="1736" y="545"/>
                </a:lnTo>
                <a:lnTo>
                  <a:pt x="1655" y="404"/>
                </a:lnTo>
                <a:lnTo>
                  <a:pt x="1534" y="262"/>
                </a:lnTo>
                <a:lnTo>
                  <a:pt x="1413" y="162"/>
                </a:lnTo>
                <a:lnTo>
                  <a:pt x="1252" y="61"/>
                </a:lnTo>
                <a:lnTo>
                  <a:pt x="1090" y="20"/>
                </a:lnTo>
                <a:lnTo>
                  <a:pt x="908" y="0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19" name="Google Shape;2319;p28"/>
          <p:cNvSpPr/>
          <p:nvPr/>
        </p:nvSpPr>
        <p:spPr>
          <a:xfrm flipH="1">
            <a:off x="6582228" y="5050823"/>
            <a:ext cx="100466" cy="100466"/>
          </a:xfrm>
          <a:custGeom>
            <a:rect b="b" l="l" r="r" t="t"/>
            <a:pathLst>
              <a:path extrusionOk="0" h="1797" w="1797">
                <a:moveTo>
                  <a:pt x="908" y="0"/>
                </a:moveTo>
                <a:lnTo>
                  <a:pt x="727" y="20"/>
                </a:lnTo>
                <a:lnTo>
                  <a:pt x="545" y="61"/>
                </a:lnTo>
                <a:lnTo>
                  <a:pt x="404" y="162"/>
                </a:lnTo>
                <a:lnTo>
                  <a:pt x="263" y="262"/>
                </a:lnTo>
                <a:lnTo>
                  <a:pt x="162" y="404"/>
                </a:lnTo>
                <a:lnTo>
                  <a:pt x="81" y="545"/>
                </a:lnTo>
                <a:lnTo>
                  <a:pt x="21" y="727"/>
                </a:lnTo>
                <a:lnTo>
                  <a:pt x="0" y="908"/>
                </a:lnTo>
                <a:lnTo>
                  <a:pt x="21" y="1090"/>
                </a:lnTo>
                <a:lnTo>
                  <a:pt x="81" y="1251"/>
                </a:lnTo>
                <a:lnTo>
                  <a:pt x="162" y="1413"/>
                </a:lnTo>
                <a:lnTo>
                  <a:pt x="263" y="1534"/>
                </a:lnTo>
                <a:lnTo>
                  <a:pt x="404" y="1655"/>
                </a:lnTo>
                <a:lnTo>
                  <a:pt x="545" y="1736"/>
                </a:lnTo>
                <a:lnTo>
                  <a:pt x="727" y="1776"/>
                </a:lnTo>
                <a:lnTo>
                  <a:pt x="908" y="1796"/>
                </a:lnTo>
                <a:lnTo>
                  <a:pt x="1090" y="1776"/>
                </a:lnTo>
                <a:lnTo>
                  <a:pt x="1252" y="1736"/>
                </a:lnTo>
                <a:lnTo>
                  <a:pt x="1413" y="1655"/>
                </a:lnTo>
                <a:lnTo>
                  <a:pt x="1534" y="1534"/>
                </a:lnTo>
                <a:lnTo>
                  <a:pt x="1655" y="1413"/>
                </a:lnTo>
                <a:lnTo>
                  <a:pt x="1736" y="1251"/>
                </a:lnTo>
                <a:lnTo>
                  <a:pt x="1776" y="1090"/>
                </a:lnTo>
                <a:lnTo>
                  <a:pt x="1796" y="908"/>
                </a:lnTo>
                <a:lnTo>
                  <a:pt x="1776" y="727"/>
                </a:lnTo>
                <a:lnTo>
                  <a:pt x="1736" y="545"/>
                </a:lnTo>
                <a:lnTo>
                  <a:pt x="1655" y="404"/>
                </a:lnTo>
                <a:lnTo>
                  <a:pt x="1534" y="262"/>
                </a:lnTo>
                <a:lnTo>
                  <a:pt x="1413" y="162"/>
                </a:lnTo>
                <a:lnTo>
                  <a:pt x="1252" y="61"/>
                </a:lnTo>
                <a:lnTo>
                  <a:pt x="1090" y="20"/>
                </a:lnTo>
                <a:lnTo>
                  <a:pt x="908" y="0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five columns 1">
  <p:cSld name="CUSTOM_14">
    <p:spTree>
      <p:nvGrpSpPr>
        <p:cNvPr id="2320" name="Shape 23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1" name="Google Shape;2321;p29"/>
          <p:cNvSpPr txBox="1"/>
          <p:nvPr>
            <p:ph idx="1" type="subTitle"/>
          </p:nvPr>
        </p:nvSpPr>
        <p:spPr>
          <a:xfrm>
            <a:off x="751605" y="2614344"/>
            <a:ext cx="1463100" cy="224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Pacifico"/>
              <a:buNone/>
              <a:defRPr b="1" sz="2000"/>
            </a:lvl1pPr>
            <a:lvl2pPr lvl="1" rtl="0">
              <a:spcBef>
                <a:spcPts val="0"/>
              </a:spcBef>
              <a:spcAft>
                <a:spcPts val="0"/>
              </a:spcAft>
              <a:buSzPts val="1600"/>
              <a:buFont typeface="Pacifico"/>
              <a:buNone/>
              <a:defRPr>
                <a:latin typeface="Pacifico"/>
                <a:ea typeface="Pacifico"/>
                <a:cs typeface="Pacifico"/>
                <a:sym typeface="Pacifico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1600"/>
              <a:buFont typeface="Pacifico"/>
              <a:buNone/>
              <a:defRPr>
                <a:latin typeface="Pacifico"/>
                <a:ea typeface="Pacifico"/>
                <a:cs typeface="Pacifico"/>
                <a:sym typeface="Pacifico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1600"/>
              <a:buFont typeface="Pacifico"/>
              <a:buNone/>
              <a:defRPr>
                <a:latin typeface="Pacifico"/>
                <a:ea typeface="Pacifico"/>
                <a:cs typeface="Pacifico"/>
                <a:sym typeface="Pacifico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1600"/>
              <a:buFont typeface="Pacifico"/>
              <a:buNone/>
              <a:defRPr>
                <a:latin typeface="Pacifico"/>
                <a:ea typeface="Pacifico"/>
                <a:cs typeface="Pacifico"/>
                <a:sym typeface="Pacifico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1600"/>
              <a:buFont typeface="Pacifico"/>
              <a:buNone/>
              <a:defRPr>
                <a:latin typeface="Pacifico"/>
                <a:ea typeface="Pacifico"/>
                <a:cs typeface="Pacifico"/>
                <a:sym typeface="Pacifico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1600"/>
              <a:buFont typeface="Pacifico"/>
              <a:buNone/>
              <a:defRPr>
                <a:latin typeface="Pacifico"/>
                <a:ea typeface="Pacifico"/>
                <a:cs typeface="Pacifico"/>
                <a:sym typeface="Pacifico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1600"/>
              <a:buFont typeface="Pacifico"/>
              <a:buNone/>
              <a:defRPr>
                <a:latin typeface="Pacifico"/>
                <a:ea typeface="Pacifico"/>
                <a:cs typeface="Pacifico"/>
                <a:sym typeface="Pacifico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1600"/>
              <a:buFont typeface="Pacifico"/>
              <a:buNone/>
              <a:defRPr>
                <a:latin typeface="Pacifico"/>
                <a:ea typeface="Pacifico"/>
                <a:cs typeface="Pacifico"/>
                <a:sym typeface="Pacifico"/>
              </a:defRPr>
            </a:lvl9pPr>
          </a:lstStyle>
          <a:p/>
        </p:txBody>
      </p:sp>
      <p:sp>
        <p:nvSpPr>
          <p:cNvPr id="2322" name="Google Shape;2322;p29"/>
          <p:cNvSpPr txBox="1"/>
          <p:nvPr>
            <p:ph idx="2" type="subTitle"/>
          </p:nvPr>
        </p:nvSpPr>
        <p:spPr>
          <a:xfrm>
            <a:off x="751605" y="3011416"/>
            <a:ext cx="1463100" cy="402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9pPr>
          </a:lstStyle>
          <a:p/>
        </p:txBody>
      </p:sp>
      <p:sp>
        <p:nvSpPr>
          <p:cNvPr id="2323" name="Google Shape;2323;p29"/>
          <p:cNvSpPr txBox="1"/>
          <p:nvPr>
            <p:ph idx="3" type="subTitle"/>
          </p:nvPr>
        </p:nvSpPr>
        <p:spPr>
          <a:xfrm>
            <a:off x="2296028" y="2614344"/>
            <a:ext cx="1463100" cy="224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Pacifico"/>
              <a:buNone/>
              <a:defRPr b="1" sz="2000"/>
            </a:lvl1pPr>
            <a:lvl2pPr lvl="1" rtl="0">
              <a:spcBef>
                <a:spcPts val="0"/>
              </a:spcBef>
              <a:spcAft>
                <a:spcPts val="0"/>
              </a:spcAft>
              <a:buSzPts val="1600"/>
              <a:buFont typeface="Pacifico"/>
              <a:buNone/>
              <a:defRPr>
                <a:latin typeface="Pacifico"/>
                <a:ea typeface="Pacifico"/>
                <a:cs typeface="Pacifico"/>
                <a:sym typeface="Pacifico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1600"/>
              <a:buFont typeface="Pacifico"/>
              <a:buNone/>
              <a:defRPr>
                <a:latin typeface="Pacifico"/>
                <a:ea typeface="Pacifico"/>
                <a:cs typeface="Pacifico"/>
                <a:sym typeface="Pacifico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1600"/>
              <a:buFont typeface="Pacifico"/>
              <a:buNone/>
              <a:defRPr>
                <a:latin typeface="Pacifico"/>
                <a:ea typeface="Pacifico"/>
                <a:cs typeface="Pacifico"/>
                <a:sym typeface="Pacifico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1600"/>
              <a:buFont typeface="Pacifico"/>
              <a:buNone/>
              <a:defRPr>
                <a:latin typeface="Pacifico"/>
                <a:ea typeface="Pacifico"/>
                <a:cs typeface="Pacifico"/>
                <a:sym typeface="Pacifico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1600"/>
              <a:buFont typeface="Pacifico"/>
              <a:buNone/>
              <a:defRPr>
                <a:latin typeface="Pacifico"/>
                <a:ea typeface="Pacifico"/>
                <a:cs typeface="Pacifico"/>
                <a:sym typeface="Pacifico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1600"/>
              <a:buFont typeface="Pacifico"/>
              <a:buNone/>
              <a:defRPr>
                <a:latin typeface="Pacifico"/>
                <a:ea typeface="Pacifico"/>
                <a:cs typeface="Pacifico"/>
                <a:sym typeface="Pacifico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1600"/>
              <a:buFont typeface="Pacifico"/>
              <a:buNone/>
              <a:defRPr>
                <a:latin typeface="Pacifico"/>
                <a:ea typeface="Pacifico"/>
                <a:cs typeface="Pacifico"/>
                <a:sym typeface="Pacifico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1600"/>
              <a:buFont typeface="Pacifico"/>
              <a:buNone/>
              <a:defRPr>
                <a:latin typeface="Pacifico"/>
                <a:ea typeface="Pacifico"/>
                <a:cs typeface="Pacifico"/>
                <a:sym typeface="Pacifico"/>
              </a:defRPr>
            </a:lvl9pPr>
          </a:lstStyle>
          <a:p/>
        </p:txBody>
      </p:sp>
      <p:sp>
        <p:nvSpPr>
          <p:cNvPr id="2324" name="Google Shape;2324;p29"/>
          <p:cNvSpPr txBox="1"/>
          <p:nvPr>
            <p:ph idx="4" type="subTitle"/>
          </p:nvPr>
        </p:nvSpPr>
        <p:spPr>
          <a:xfrm>
            <a:off x="2296028" y="3011416"/>
            <a:ext cx="1463100" cy="402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9pPr>
          </a:lstStyle>
          <a:p/>
        </p:txBody>
      </p:sp>
      <p:sp>
        <p:nvSpPr>
          <p:cNvPr id="2325" name="Google Shape;2325;p29"/>
          <p:cNvSpPr txBox="1"/>
          <p:nvPr>
            <p:ph idx="5" type="subTitle"/>
          </p:nvPr>
        </p:nvSpPr>
        <p:spPr>
          <a:xfrm>
            <a:off x="3840450" y="2614344"/>
            <a:ext cx="1463100" cy="224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Pacifico"/>
              <a:buNone/>
              <a:defRPr b="1" sz="2000"/>
            </a:lvl1pPr>
            <a:lvl2pPr lvl="1" rtl="0">
              <a:spcBef>
                <a:spcPts val="0"/>
              </a:spcBef>
              <a:spcAft>
                <a:spcPts val="0"/>
              </a:spcAft>
              <a:buSzPts val="1600"/>
              <a:buFont typeface="Pacifico"/>
              <a:buNone/>
              <a:defRPr>
                <a:latin typeface="Pacifico"/>
                <a:ea typeface="Pacifico"/>
                <a:cs typeface="Pacifico"/>
                <a:sym typeface="Pacifico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1600"/>
              <a:buFont typeface="Pacifico"/>
              <a:buNone/>
              <a:defRPr>
                <a:latin typeface="Pacifico"/>
                <a:ea typeface="Pacifico"/>
                <a:cs typeface="Pacifico"/>
                <a:sym typeface="Pacifico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1600"/>
              <a:buFont typeface="Pacifico"/>
              <a:buNone/>
              <a:defRPr>
                <a:latin typeface="Pacifico"/>
                <a:ea typeface="Pacifico"/>
                <a:cs typeface="Pacifico"/>
                <a:sym typeface="Pacifico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1600"/>
              <a:buFont typeface="Pacifico"/>
              <a:buNone/>
              <a:defRPr>
                <a:latin typeface="Pacifico"/>
                <a:ea typeface="Pacifico"/>
                <a:cs typeface="Pacifico"/>
                <a:sym typeface="Pacifico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1600"/>
              <a:buFont typeface="Pacifico"/>
              <a:buNone/>
              <a:defRPr>
                <a:latin typeface="Pacifico"/>
                <a:ea typeface="Pacifico"/>
                <a:cs typeface="Pacifico"/>
                <a:sym typeface="Pacifico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1600"/>
              <a:buFont typeface="Pacifico"/>
              <a:buNone/>
              <a:defRPr>
                <a:latin typeface="Pacifico"/>
                <a:ea typeface="Pacifico"/>
                <a:cs typeface="Pacifico"/>
                <a:sym typeface="Pacifico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1600"/>
              <a:buFont typeface="Pacifico"/>
              <a:buNone/>
              <a:defRPr>
                <a:latin typeface="Pacifico"/>
                <a:ea typeface="Pacifico"/>
                <a:cs typeface="Pacifico"/>
                <a:sym typeface="Pacifico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1600"/>
              <a:buFont typeface="Pacifico"/>
              <a:buNone/>
              <a:defRPr>
                <a:latin typeface="Pacifico"/>
                <a:ea typeface="Pacifico"/>
                <a:cs typeface="Pacifico"/>
                <a:sym typeface="Pacifico"/>
              </a:defRPr>
            </a:lvl9pPr>
          </a:lstStyle>
          <a:p/>
        </p:txBody>
      </p:sp>
      <p:sp>
        <p:nvSpPr>
          <p:cNvPr id="2326" name="Google Shape;2326;p29"/>
          <p:cNvSpPr txBox="1"/>
          <p:nvPr>
            <p:ph idx="6" type="subTitle"/>
          </p:nvPr>
        </p:nvSpPr>
        <p:spPr>
          <a:xfrm>
            <a:off x="3840450" y="3011416"/>
            <a:ext cx="1463100" cy="402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9pPr>
          </a:lstStyle>
          <a:p/>
        </p:txBody>
      </p:sp>
      <p:sp>
        <p:nvSpPr>
          <p:cNvPr id="2327" name="Google Shape;2327;p29"/>
          <p:cNvSpPr txBox="1"/>
          <p:nvPr>
            <p:ph idx="7" type="subTitle"/>
          </p:nvPr>
        </p:nvSpPr>
        <p:spPr>
          <a:xfrm>
            <a:off x="5384872" y="2614344"/>
            <a:ext cx="1463100" cy="224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Pacifico"/>
              <a:buNone/>
              <a:defRPr b="1" sz="2000"/>
            </a:lvl1pPr>
            <a:lvl2pPr lvl="1" rtl="0">
              <a:spcBef>
                <a:spcPts val="0"/>
              </a:spcBef>
              <a:spcAft>
                <a:spcPts val="0"/>
              </a:spcAft>
              <a:buSzPts val="1600"/>
              <a:buFont typeface="Pacifico"/>
              <a:buNone/>
              <a:defRPr>
                <a:latin typeface="Pacifico"/>
                <a:ea typeface="Pacifico"/>
                <a:cs typeface="Pacifico"/>
                <a:sym typeface="Pacifico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1600"/>
              <a:buFont typeface="Pacifico"/>
              <a:buNone/>
              <a:defRPr>
                <a:latin typeface="Pacifico"/>
                <a:ea typeface="Pacifico"/>
                <a:cs typeface="Pacifico"/>
                <a:sym typeface="Pacifico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1600"/>
              <a:buFont typeface="Pacifico"/>
              <a:buNone/>
              <a:defRPr>
                <a:latin typeface="Pacifico"/>
                <a:ea typeface="Pacifico"/>
                <a:cs typeface="Pacifico"/>
                <a:sym typeface="Pacifico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1600"/>
              <a:buFont typeface="Pacifico"/>
              <a:buNone/>
              <a:defRPr>
                <a:latin typeface="Pacifico"/>
                <a:ea typeface="Pacifico"/>
                <a:cs typeface="Pacifico"/>
                <a:sym typeface="Pacifico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1600"/>
              <a:buFont typeface="Pacifico"/>
              <a:buNone/>
              <a:defRPr>
                <a:latin typeface="Pacifico"/>
                <a:ea typeface="Pacifico"/>
                <a:cs typeface="Pacifico"/>
                <a:sym typeface="Pacifico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1600"/>
              <a:buFont typeface="Pacifico"/>
              <a:buNone/>
              <a:defRPr>
                <a:latin typeface="Pacifico"/>
                <a:ea typeface="Pacifico"/>
                <a:cs typeface="Pacifico"/>
                <a:sym typeface="Pacifico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1600"/>
              <a:buFont typeface="Pacifico"/>
              <a:buNone/>
              <a:defRPr>
                <a:latin typeface="Pacifico"/>
                <a:ea typeface="Pacifico"/>
                <a:cs typeface="Pacifico"/>
                <a:sym typeface="Pacifico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1600"/>
              <a:buFont typeface="Pacifico"/>
              <a:buNone/>
              <a:defRPr>
                <a:latin typeface="Pacifico"/>
                <a:ea typeface="Pacifico"/>
                <a:cs typeface="Pacifico"/>
                <a:sym typeface="Pacifico"/>
              </a:defRPr>
            </a:lvl9pPr>
          </a:lstStyle>
          <a:p/>
        </p:txBody>
      </p:sp>
      <p:sp>
        <p:nvSpPr>
          <p:cNvPr id="2328" name="Google Shape;2328;p29"/>
          <p:cNvSpPr txBox="1"/>
          <p:nvPr>
            <p:ph idx="8" type="subTitle"/>
          </p:nvPr>
        </p:nvSpPr>
        <p:spPr>
          <a:xfrm>
            <a:off x="5384872" y="3011416"/>
            <a:ext cx="1463100" cy="402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9pPr>
          </a:lstStyle>
          <a:p/>
        </p:txBody>
      </p:sp>
      <p:sp>
        <p:nvSpPr>
          <p:cNvPr id="2329" name="Google Shape;2329;p29"/>
          <p:cNvSpPr txBox="1"/>
          <p:nvPr>
            <p:ph type="title"/>
          </p:nvPr>
        </p:nvSpPr>
        <p:spPr>
          <a:xfrm>
            <a:off x="713225" y="530352"/>
            <a:ext cx="7717500" cy="292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Dosis"/>
              <a:buNone/>
              <a:defRPr/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330" name="Google Shape;2330;p29"/>
          <p:cNvSpPr txBox="1"/>
          <p:nvPr>
            <p:ph idx="9" type="subTitle"/>
          </p:nvPr>
        </p:nvSpPr>
        <p:spPr>
          <a:xfrm>
            <a:off x="6929295" y="2614344"/>
            <a:ext cx="1463100" cy="224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Pacifico"/>
              <a:buNone/>
              <a:defRPr b="1" sz="2000"/>
            </a:lvl1pPr>
            <a:lvl2pPr lvl="1" rtl="0">
              <a:spcBef>
                <a:spcPts val="0"/>
              </a:spcBef>
              <a:spcAft>
                <a:spcPts val="0"/>
              </a:spcAft>
              <a:buSzPts val="1600"/>
              <a:buFont typeface="Pacifico"/>
              <a:buNone/>
              <a:defRPr>
                <a:latin typeface="Pacifico"/>
                <a:ea typeface="Pacifico"/>
                <a:cs typeface="Pacifico"/>
                <a:sym typeface="Pacifico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1600"/>
              <a:buFont typeface="Pacifico"/>
              <a:buNone/>
              <a:defRPr>
                <a:latin typeface="Pacifico"/>
                <a:ea typeface="Pacifico"/>
                <a:cs typeface="Pacifico"/>
                <a:sym typeface="Pacifico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1600"/>
              <a:buFont typeface="Pacifico"/>
              <a:buNone/>
              <a:defRPr>
                <a:latin typeface="Pacifico"/>
                <a:ea typeface="Pacifico"/>
                <a:cs typeface="Pacifico"/>
                <a:sym typeface="Pacifico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1600"/>
              <a:buFont typeface="Pacifico"/>
              <a:buNone/>
              <a:defRPr>
                <a:latin typeface="Pacifico"/>
                <a:ea typeface="Pacifico"/>
                <a:cs typeface="Pacifico"/>
                <a:sym typeface="Pacifico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1600"/>
              <a:buFont typeface="Pacifico"/>
              <a:buNone/>
              <a:defRPr>
                <a:latin typeface="Pacifico"/>
                <a:ea typeface="Pacifico"/>
                <a:cs typeface="Pacifico"/>
                <a:sym typeface="Pacifico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1600"/>
              <a:buFont typeface="Pacifico"/>
              <a:buNone/>
              <a:defRPr>
                <a:latin typeface="Pacifico"/>
                <a:ea typeface="Pacifico"/>
                <a:cs typeface="Pacifico"/>
                <a:sym typeface="Pacifico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1600"/>
              <a:buFont typeface="Pacifico"/>
              <a:buNone/>
              <a:defRPr>
                <a:latin typeface="Pacifico"/>
                <a:ea typeface="Pacifico"/>
                <a:cs typeface="Pacifico"/>
                <a:sym typeface="Pacifico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1600"/>
              <a:buFont typeface="Pacifico"/>
              <a:buNone/>
              <a:defRPr>
                <a:latin typeface="Pacifico"/>
                <a:ea typeface="Pacifico"/>
                <a:cs typeface="Pacifico"/>
                <a:sym typeface="Pacifico"/>
              </a:defRPr>
            </a:lvl9pPr>
          </a:lstStyle>
          <a:p/>
        </p:txBody>
      </p:sp>
      <p:sp>
        <p:nvSpPr>
          <p:cNvPr id="2331" name="Google Shape;2331;p29"/>
          <p:cNvSpPr txBox="1"/>
          <p:nvPr>
            <p:ph idx="13" type="subTitle"/>
          </p:nvPr>
        </p:nvSpPr>
        <p:spPr>
          <a:xfrm>
            <a:off x="6929295" y="3011416"/>
            <a:ext cx="1463100" cy="402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9pPr>
          </a:lstStyle>
          <a:p/>
        </p:txBody>
      </p:sp>
      <p:sp>
        <p:nvSpPr>
          <p:cNvPr id="2332" name="Google Shape;2332;p29"/>
          <p:cNvSpPr/>
          <p:nvPr/>
        </p:nvSpPr>
        <p:spPr>
          <a:xfrm>
            <a:off x="657622" y="39003"/>
            <a:ext cx="429300" cy="4293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33" name="Google Shape;2333;p29"/>
          <p:cNvSpPr/>
          <p:nvPr/>
        </p:nvSpPr>
        <p:spPr>
          <a:xfrm flipH="1">
            <a:off x="-1213408" y="-294894"/>
            <a:ext cx="2383952" cy="1642730"/>
          </a:xfrm>
          <a:custGeom>
            <a:rect b="b" l="l" r="r" t="t"/>
            <a:pathLst>
              <a:path extrusionOk="0" h="29383" w="42641">
                <a:moveTo>
                  <a:pt x="9364" y="81"/>
                </a:moveTo>
                <a:lnTo>
                  <a:pt x="10796" y="141"/>
                </a:lnTo>
                <a:lnTo>
                  <a:pt x="12209" y="222"/>
                </a:lnTo>
                <a:lnTo>
                  <a:pt x="13642" y="363"/>
                </a:lnTo>
                <a:lnTo>
                  <a:pt x="15054" y="505"/>
                </a:lnTo>
                <a:lnTo>
                  <a:pt x="16467" y="706"/>
                </a:lnTo>
                <a:lnTo>
                  <a:pt x="17880" y="928"/>
                </a:lnTo>
                <a:lnTo>
                  <a:pt x="19292" y="1191"/>
                </a:lnTo>
                <a:lnTo>
                  <a:pt x="20685" y="1494"/>
                </a:lnTo>
                <a:lnTo>
                  <a:pt x="22077" y="1816"/>
                </a:lnTo>
                <a:lnTo>
                  <a:pt x="23469" y="2180"/>
                </a:lnTo>
                <a:lnTo>
                  <a:pt x="24842" y="2563"/>
                </a:lnTo>
                <a:lnTo>
                  <a:pt x="26194" y="2987"/>
                </a:lnTo>
                <a:lnTo>
                  <a:pt x="27546" y="3451"/>
                </a:lnTo>
                <a:lnTo>
                  <a:pt x="28878" y="3935"/>
                </a:lnTo>
                <a:lnTo>
                  <a:pt x="30210" y="4460"/>
                </a:lnTo>
                <a:lnTo>
                  <a:pt x="31340" y="4944"/>
                </a:lnTo>
                <a:lnTo>
                  <a:pt x="32409" y="5429"/>
                </a:lnTo>
                <a:lnTo>
                  <a:pt x="33418" y="5933"/>
                </a:lnTo>
                <a:lnTo>
                  <a:pt x="34346" y="6438"/>
                </a:lnTo>
                <a:lnTo>
                  <a:pt x="35234" y="6962"/>
                </a:lnTo>
                <a:lnTo>
                  <a:pt x="36062" y="7487"/>
                </a:lnTo>
                <a:lnTo>
                  <a:pt x="36829" y="8032"/>
                </a:lnTo>
                <a:lnTo>
                  <a:pt x="37555" y="8597"/>
                </a:lnTo>
                <a:lnTo>
                  <a:pt x="37979" y="8960"/>
                </a:lnTo>
                <a:lnTo>
                  <a:pt x="38403" y="9344"/>
                </a:lnTo>
                <a:lnTo>
                  <a:pt x="38806" y="9727"/>
                </a:lnTo>
                <a:lnTo>
                  <a:pt x="39190" y="10131"/>
                </a:lnTo>
                <a:lnTo>
                  <a:pt x="39573" y="10534"/>
                </a:lnTo>
                <a:lnTo>
                  <a:pt x="39916" y="10938"/>
                </a:lnTo>
                <a:lnTo>
                  <a:pt x="40239" y="11362"/>
                </a:lnTo>
                <a:lnTo>
                  <a:pt x="40562" y="11785"/>
                </a:lnTo>
                <a:lnTo>
                  <a:pt x="40844" y="12209"/>
                </a:lnTo>
                <a:lnTo>
                  <a:pt x="41127" y="12653"/>
                </a:lnTo>
                <a:lnTo>
                  <a:pt x="41369" y="13097"/>
                </a:lnTo>
                <a:lnTo>
                  <a:pt x="41611" y="13541"/>
                </a:lnTo>
                <a:lnTo>
                  <a:pt x="41813" y="14005"/>
                </a:lnTo>
                <a:lnTo>
                  <a:pt x="42015" y="14469"/>
                </a:lnTo>
                <a:lnTo>
                  <a:pt x="42176" y="14913"/>
                </a:lnTo>
                <a:lnTo>
                  <a:pt x="42338" y="15398"/>
                </a:lnTo>
                <a:lnTo>
                  <a:pt x="42459" y="15862"/>
                </a:lnTo>
                <a:lnTo>
                  <a:pt x="42499" y="16104"/>
                </a:lnTo>
                <a:lnTo>
                  <a:pt x="42540" y="16366"/>
                </a:lnTo>
                <a:lnTo>
                  <a:pt x="42560" y="16608"/>
                </a:lnTo>
                <a:lnTo>
                  <a:pt x="42560" y="16851"/>
                </a:lnTo>
                <a:lnTo>
                  <a:pt x="42540" y="17113"/>
                </a:lnTo>
                <a:lnTo>
                  <a:pt x="42519" y="17355"/>
                </a:lnTo>
                <a:lnTo>
                  <a:pt x="42479" y="17577"/>
                </a:lnTo>
                <a:lnTo>
                  <a:pt x="42418" y="17799"/>
                </a:lnTo>
                <a:lnTo>
                  <a:pt x="42338" y="18021"/>
                </a:lnTo>
                <a:lnTo>
                  <a:pt x="42217" y="18223"/>
                </a:lnTo>
                <a:lnTo>
                  <a:pt x="42096" y="18404"/>
                </a:lnTo>
                <a:lnTo>
                  <a:pt x="41954" y="18566"/>
                </a:lnTo>
                <a:lnTo>
                  <a:pt x="41773" y="18707"/>
                </a:lnTo>
                <a:lnTo>
                  <a:pt x="41571" y="18848"/>
                </a:lnTo>
                <a:lnTo>
                  <a:pt x="41409" y="18909"/>
                </a:lnTo>
                <a:lnTo>
                  <a:pt x="41228" y="18969"/>
                </a:lnTo>
                <a:lnTo>
                  <a:pt x="41046" y="19010"/>
                </a:lnTo>
                <a:lnTo>
                  <a:pt x="40865" y="19050"/>
                </a:lnTo>
                <a:lnTo>
                  <a:pt x="40461" y="19070"/>
                </a:lnTo>
                <a:lnTo>
                  <a:pt x="40057" y="19070"/>
                </a:lnTo>
                <a:lnTo>
                  <a:pt x="38948" y="19050"/>
                </a:lnTo>
                <a:lnTo>
                  <a:pt x="37838" y="19010"/>
                </a:lnTo>
                <a:lnTo>
                  <a:pt x="35618" y="18909"/>
                </a:lnTo>
                <a:lnTo>
                  <a:pt x="33398" y="18788"/>
                </a:lnTo>
                <a:lnTo>
                  <a:pt x="31198" y="18626"/>
                </a:lnTo>
                <a:lnTo>
                  <a:pt x="28918" y="18485"/>
                </a:lnTo>
                <a:lnTo>
                  <a:pt x="26597" y="18344"/>
                </a:lnTo>
                <a:lnTo>
                  <a:pt x="24277" y="18243"/>
                </a:lnTo>
                <a:lnTo>
                  <a:pt x="23126" y="18223"/>
                </a:lnTo>
                <a:lnTo>
                  <a:pt x="21956" y="18203"/>
                </a:lnTo>
                <a:lnTo>
                  <a:pt x="20806" y="18182"/>
                </a:lnTo>
                <a:lnTo>
                  <a:pt x="19635" y="18203"/>
                </a:lnTo>
                <a:lnTo>
                  <a:pt x="18465" y="18243"/>
                </a:lnTo>
                <a:lnTo>
                  <a:pt x="17315" y="18304"/>
                </a:lnTo>
                <a:lnTo>
                  <a:pt x="16164" y="18384"/>
                </a:lnTo>
                <a:lnTo>
                  <a:pt x="14994" y="18485"/>
                </a:lnTo>
                <a:lnTo>
                  <a:pt x="13844" y="18626"/>
                </a:lnTo>
                <a:lnTo>
                  <a:pt x="12693" y="18788"/>
                </a:lnTo>
                <a:lnTo>
                  <a:pt x="12007" y="18909"/>
                </a:lnTo>
                <a:lnTo>
                  <a:pt x="11321" y="19050"/>
                </a:lnTo>
                <a:lnTo>
                  <a:pt x="10615" y="19232"/>
                </a:lnTo>
                <a:lnTo>
                  <a:pt x="10272" y="19333"/>
                </a:lnTo>
                <a:lnTo>
                  <a:pt x="9929" y="19454"/>
                </a:lnTo>
                <a:lnTo>
                  <a:pt x="9586" y="19595"/>
                </a:lnTo>
                <a:lnTo>
                  <a:pt x="9263" y="19736"/>
                </a:lnTo>
                <a:lnTo>
                  <a:pt x="8940" y="19898"/>
                </a:lnTo>
                <a:lnTo>
                  <a:pt x="8617" y="20059"/>
                </a:lnTo>
                <a:lnTo>
                  <a:pt x="8314" y="20261"/>
                </a:lnTo>
                <a:lnTo>
                  <a:pt x="8032" y="20463"/>
                </a:lnTo>
                <a:lnTo>
                  <a:pt x="7749" y="20705"/>
                </a:lnTo>
                <a:lnTo>
                  <a:pt x="7487" y="20947"/>
                </a:lnTo>
                <a:lnTo>
                  <a:pt x="7245" y="21230"/>
                </a:lnTo>
                <a:lnTo>
                  <a:pt x="7003" y="21512"/>
                </a:lnTo>
                <a:lnTo>
                  <a:pt x="6801" y="21815"/>
                </a:lnTo>
                <a:lnTo>
                  <a:pt x="6619" y="22118"/>
                </a:lnTo>
                <a:lnTo>
                  <a:pt x="6458" y="22440"/>
                </a:lnTo>
                <a:lnTo>
                  <a:pt x="6316" y="22763"/>
                </a:lnTo>
                <a:lnTo>
                  <a:pt x="6195" y="23086"/>
                </a:lnTo>
                <a:lnTo>
                  <a:pt x="6094" y="23429"/>
                </a:lnTo>
                <a:lnTo>
                  <a:pt x="5994" y="23752"/>
                </a:lnTo>
                <a:lnTo>
                  <a:pt x="5913" y="24075"/>
                </a:lnTo>
                <a:lnTo>
                  <a:pt x="5792" y="24701"/>
                </a:lnTo>
                <a:lnTo>
                  <a:pt x="5711" y="25306"/>
                </a:lnTo>
                <a:lnTo>
                  <a:pt x="5650" y="25871"/>
                </a:lnTo>
                <a:lnTo>
                  <a:pt x="5650" y="26154"/>
                </a:lnTo>
                <a:lnTo>
                  <a:pt x="5650" y="26497"/>
                </a:lnTo>
                <a:lnTo>
                  <a:pt x="5650" y="27243"/>
                </a:lnTo>
                <a:lnTo>
                  <a:pt x="5630" y="27627"/>
                </a:lnTo>
                <a:lnTo>
                  <a:pt x="5610" y="28010"/>
                </a:lnTo>
                <a:lnTo>
                  <a:pt x="5529" y="28373"/>
                </a:lnTo>
                <a:lnTo>
                  <a:pt x="5489" y="28555"/>
                </a:lnTo>
                <a:lnTo>
                  <a:pt x="5428" y="28696"/>
                </a:lnTo>
                <a:lnTo>
                  <a:pt x="5368" y="28838"/>
                </a:lnTo>
                <a:lnTo>
                  <a:pt x="5287" y="28979"/>
                </a:lnTo>
                <a:lnTo>
                  <a:pt x="5206" y="29080"/>
                </a:lnTo>
                <a:lnTo>
                  <a:pt x="5106" y="29181"/>
                </a:lnTo>
                <a:lnTo>
                  <a:pt x="5005" y="29221"/>
                </a:lnTo>
                <a:lnTo>
                  <a:pt x="4904" y="29261"/>
                </a:lnTo>
                <a:lnTo>
                  <a:pt x="4803" y="29281"/>
                </a:lnTo>
                <a:lnTo>
                  <a:pt x="4702" y="29302"/>
                </a:lnTo>
                <a:lnTo>
                  <a:pt x="4581" y="29302"/>
                </a:lnTo>
                <a:lnTo>
                  <a:pt x="4440" y="29281"/>
                </a:lnTo>
                <a:lnTo>
                  <a:pt x="4177" y="29201"/>
                </a:lnTo>
                <a:lnTo>
                  <a:pt x="3955" y="29100"/>
                </a:lnTo>
                <a:lnTo>
                  <a:pt x="3774" y="28959"/>
                </a:lnTo>
                <a:lnTo>
                  <a:pt x="3592" y="28797"/>
                </a:lnTo>
                <a:lnTo>
                  <a:pt x="3451" y="28616"/>
                </a:lnTo>
                <a:lnTo>
                  <a:pt x="3310" y="28414"/>
                </a:lnTo>
                <a:lnTo>
                  <a:pt x="3188" y="28192"/>
                </a:lnTo>
                <a:lnTo>
                  <a:pt x="2946" y="27728"/>
                </a:lnTo>
                <a:lnTo>
                  <a:pt x="2523" y="26678"/>
                </a:lnTo>
                <a:lnTo>
                  <a:pt x="2119" y="25629"/>
                </a:lnTo>
                <a:lnTo>
                  <a:pt x="1756" y="24539"/>
                </a:lnTo>
                <a:lnTo>
                  <a:pt x="1433" y="23429"/>
                </a:lnTo>
                <a:lnTo>
                  <a:pt x="1130" y="22279"/>
                </a:lnTo>
                <a:lnTo>
                  <a:pt x="868" y="21129"/>
                </a:lnTo>
                <a:lnTo>
                  <a:pt x="646" y="19938"/>
                </a:lnTo>
                <a:lnTo>
                  <a:pt x="464" y="18707"/>
                </a:lnTo>
                <a:lnTo>
                  <a:pt x="323" y="17476"/>
                </a:lnTo>
                <a:lnTo>
                  <a:pt x="202" y="16205"/>
                </a:lnTo>
                <a:lnTo>
                  <a:pt x="141" y="14913"/>
                </a:lnTo>
                <a:lnTo>
                  <a:pt x="101" y="13602"/>
                </a:lnTo>
                <a:lnTo>
                  <a:pt x="81" y="12250"/>
                </a:lnTo>
                <a:lnTo>
                  <a:pt x="121" y="10897"/>
                </a:lnTo>
                <a:lnTo>
                  <a:pt x="202" y="9505"/>
                </a:lnTo>
                <a:lnTo>
                  <a:pt x="303" y="8092"/>
                </a:lnTo>
                <a:lnTo>
                  <a:pt x="404" y="7144"/>
                </a:lnTo>
                <a:lnTo>
                  <a:pt x="464" y="6639"/>
                </a:lnTo>
                <a:lnTo>
                  <a:pt x="545" y="6135"/>
                </a:lnTo>
                <a:lnTo>
                  <a:pt x="646" y="5630"/>
                </a:lnTo>
                <a:lnTo>
                  <a:pt x="767" y="5106"/>
                </a:lnTo>
                <a:lnTo>
                  <a:pt x="928" y="4601"/>
                </a:lnTo>
                <a:lnTo>
                  <a:pt x="1090" y="4097"/>
                </a:lnTo>
                <a:lnTo>
                  <a:pt x="1292" y="3612"/>
                </a:lnTo>
                <a:lnTo>
                  <a:pt x="1514" y="3128"/>
                </a:lnTo>
                <a:lnTo>
                  <a:pt x="1776" y="2684"/>
                </a:lnTo>
                <a:lnTo>
                  <a:pt x="2058" y="2240"/>
                </a:lnTo>
                <a:lnTo>
                  <a:pt x="2220" y="2038"/>
                </a:lnTo>
                <a:lnTo>
                  <a:pt x="2381" y="1837"/>
                </a:lnTo>
                <a:lnTo>
                  <a:pt x="2563" y="1655"/>
                </a:lnTo>
                <a:lnTo>
                  <a:pt x="2765" y="1473"/>
                </a:lnTo>
                <a:lnTo>
                  <a:pt x="2967" y="1312"/>
                </a:lnTo>
                <a:lnTo>
                  <a:pt x="3168" y="1150"/>
                </a:lnTo>
                <a:lnTo>
                  <a:pt x="3390" y="989"/>
                </a:lnTo>
                <a:lnTo>
                  <a:pt x="3612" y="848"/>
                </a:lnTo>
                <a:lnTo>
                  <a:pt x="3854" y="727"/>
                </a:lnTo>
                <a:lnTo>
                  <a:pt x="4117" y="626"/>
                </a:lnTo>
                <a:lnTo>
                  <a:pt x="4359" y="525"/>
                </a:lnTo>
                <a:lnTo>
                  <a:pt x="4621" y="424"/>
                </a:lnTo>
                <a:lnTo>
                  <a:pt x="5146" y="303"/>
                </a:lnTo>
                <a:lnTo>
                  <a:pt x="5691" y="202"/>
                </a:lnTo>
                <a:lnTo>
                  <a:pt x="6236" y="141"/>
                </a:lnTo>
                <a:lnTo>
                  <a:pt x="6760" y="101"/>
                </a:lnTo>
                <a:lnTo>
                  <a:pt x="7305" y="81"/>
                </a:lnTo>
                <a:close/>
                <a:moveTo>
                  <a:pt x="7305" y="0"/>
                </a:moveTo>
                <a:lnTo>
                  <a:pt x="6760" y="20"/>
                </a:lnTo>
                <a:lnTo>
                  <a:pt x="6215" y="61"/>
                </a:lnTo>
                <a:lnTo>
                  <a:pt x="5671" y="121"/>
                </a:lnTo>
                <a:lnTo>
                  <a:pt x="5126" y="222"/>
                </a:lnTo>
                <a:lnTo>
                  <a:pt x="4601" y="363"/>
                </a:lnTo>
                <a:lnTo>
                  <a:pt x="4339" y="444"/>
                </a:lnTo>
                <a:lnTo>
                  <a:pt x="4076" y="545"/>
                </a:lnTo>
                <a:lnTo>
                  <a:pt x="3834" y="666"/>
                </a:lnTo>
                <a:lnTo>
                  <a:pt x="3572" y="787"/>
                </a:lnTo>
                <a:lnTo>
                  <a:pt x="3350" y="928"/>
                </a:lnTo>
                <a:lnTo>
                  <a:pt x="3128" y="1070"/>
                </a:lnTo>
                <a:lnTo>
                  <a:pt x="2906" y="1231"/>
                </a:lnTo>
                <a:lnTo>
                  <a:pt x="2704" y="1413"/>
                </a:lnTo>
                <a:lnTo>
                  <a:pt x="2523" y="1594"/>
                </a:lnTo>
                <a:lnTo>
                  <a:pt x="2341" y="1776"/>
                </a:lnTo>
                <a:lnTo>
                  <a:pt x="2159" y="1978"/>
                </a:lnTo>
                <a:lnTo>
                  <a:pt x="1998" y="2200"/>
                </a:lnTo>
                <a:lnTo>
                  <a:pt x="1695" y="2624"/>
                </a:lnTo>
                <a:lnTo>
                  <a:pt x="1453" y="3088"/>
                </a:lnTo>
                <a:lnTo>
                  <a:pt x="1211" y="3572"/>
                </a:lnTo>
                <a:lnTo>
                  <a:pt x="1009" y="4056"/>
                </a:lnTo>
                <a:lnTo>
                  <a:pt x="848" y="4561"/>
                </a:lnTo>
                <a:lnTo>
                  <a:pt x="706" y="5086"/>
                </a:lnTo>
                <a:lnTo>
                  <a:pt x="585" y="5590"/>
                </a:lnTo>
                <a:lnTo>
                  <a:pt x="464" y="6115"/>
                </a:lnTo>
                <a:lnTo>
                  <a:pt x="383" y="6619"/>
                </a:lnTo>
                <a:lnTo>
                  <a:pt x="323" y="7124"/>
                </a:lnTo>
                <a:lnTo>
                  <a:pt x="222" y="8092"/>
                </a:lnTo>
                <a:lnTo>
                  <a:pt x="121" y="9505"/>
                </a:lnTo>
                <a:lnTo>
                  <a:pt x="40" y="10897"/>
                </a:lnTo>
                <a:lnTo>
                  <a:pt x="0" y="12250"/>
                </a:lnTo>
                <a:lnTo>
                  <a:pt x="20" y="13602"/>
                </a:lnTo>
                <a:lnTo>
                  <a:pt x="61" y="14913"/>
                </a:lnTo>
                <a:lnTo>
                  <a:pt x="121" y="16205"/>
                </a:lnTo>
                <a:lnTo>
                  <a:pt x="242" y="17476"/>
                </a:lnTo>
                <a:lnTo>
                  <a:pt x="383" y="18727"/>
                </a:lnTo>
                <a:lnTo>
                  <a:pt x="565" y="19938"/>
                </a:lnTo>
                <a:lnTo>
                  <a:pt x="787" y="21149"/>
                </a:lnTo>
                <a:lnTo>
                  <a:pt x="1049" y="22319"/>
                </a:lnTo>
                <a:lnTo>
                  <a:pt x="1352" y="23449"/>
                </a:lnTo>
                <a:lnTo>
                  <a:pt x="1675" y="24559"/>
                </a:lnTo>
                <a:lnTo>
                  <a:pt x="2038" y="25649"/>
                </a:lnTo>
                <a:lnTo>
                  <a:pt x="2442" y="26719"/>
                </a:lnTo>
                <a:lnTo>
                  <a:pt x="2886" y="27748"/>
                </a:lnTo>
                <a:lnTo>
                  <a:pt x="3108" y="28232"/>
                </a:lnTo>
                <a:lnTo>
                  <a:pt x="3249" y="28454"/>
                </a:lnTo>
                <a:lnTo>
                  <a:pt x="3390" y="28676"/>
                </a:lnTo>
                <a:lnTo>
                  <a:pt x="3552" y="28858"/>
                </a:lnTo>
                <a:lnTo>
                  <a:pt x="3733" y="29019"/>
                </a:lnTo>
                <a:lnTo>
                  <a:pt x="3915" y="29160"/>
                </a:lnTo>
                <a:lnTo>
                  <a:pt x="4137" y="29261"/>
                </a:lnTo>
                <a:lnTo>
                  <a:pt x="4419" y="29362"/>
                </a:lnTo>
                <a:lnTo>
                  <a:pt x="4541" y="29382"/>
                </a:lnTo>
                <a:lnTo>
                  <a:pt x="4662" y="29382"/>
                </a:lnTo>
                <a:lnTo>
                  <a:pt x="4803" y="29362"/>
                </a:lnTo>
                <a:lnTo>
                  <a:pt x="4924" y="29342"/>
                </a:lnTo>
                <a:lnTo>
                  <a:pt x="5045" y="29302"/>
                </a:lnTo>
                <a:lnTo>
                  <a:pt x="5146" y="29241"/>
                </a:lnTo>
                <a:lnTo>
                  <a:pt x="5247" y="29140"/>
                </a:lnTo>
                <a:lnTo>
                  <a:pt x="5348" y="29039"/>
                </a:lnTo>
                <a:lnTo>
                  <a:pt x="5428" y="28898"/>
                </a:lnTo>
                <a:lnTo>
                  <a:pt x="5509" y="28757"/>
                </a:lnTo>
                <a:lnTo>
                  <a:pt x="5570" y="28595"/>
                </a:lnTo>
                <a:lnTo>
                  <a:pt x="5610" y="28414"/>
                </a:lnTo>
                <a:lnTo>
                  <a:pt x="5671" y="28051"/>
                </a:lnTo>
                <a:lnTo>
                  <a:pt x="5711" y="27647"/>
                </a:lnTo>
                <a:lnTo>
                  <a:pt x="5731" y="27243"/>
                </a:lnTo>
                <a:lnTo>
                  <a:pt x="5731" y="26497"/>
                </a:lnTo>
                <a:lnTo>
                  <a:pt x="5731" y="26154"/>
                </a:lnTo>
                <a:lnTo>
                  <a:pt x="5731" y="25891"/>
                </a:lnTo>
                <a:lnTo>
                  <a:pt x="5792" y="25326"/>
                </a:lnTo>
                <a:lnTo>
                  <a:pt x="5872" y="24721"/>
                </a:lnTo>
                <a:lnTo>
                  <a:pt x="5994" y="24095"/>
                </a:lnTo>
                <a:lnTo>
                  <a:pt x="6074" y="23772"/>
                </a:lnTo>
                <a:lnTo>
                  <a:pt x="6155" y="23449"/>
                </a:lnTo>
                <a:lnTo>
                  <a:pt x="6276" y="23127"/>
                </a:lnTo>
                <a:lnTo>
                  <a:pt x="6397" y="22804"/>
                </a:lnTo>
                <a:lnTo>
                  <a:pt x="6538" y="22481"/>
                </a:lnTo>
                <a:lnTo>
                  <a:pt x="6700" y="22178"/>
                </a:lnTo>
                <a:lnTo>
                  <a:pt x="6881" y="21855"/>
                </a:lnTo>
                <a:lnTo>
                  <a:pt x="7083" y="21573"/>
                </a:lnTo>
                <a:lnTo>
                  <a:pt x="7305" y="21270"/>
                </a:lnTo>
                <a:lnTo>
                  <a:pt x="7547" y="21008"/>
                </a:lnTo>
                <a:lnTo>
                  <a:pt x="7810" y="20765"/>
                </a:lnTo>
                <a:lnTo>
                  <a:pt x="8092" y="20523"/>
                </a:lnTo>
                <a:lnTo>
                  <a:pt x="8375" y="20322"/>
                </a:lnTo>
                <a:lnTo>
                  <a:pt x="8677" y="20140"/>
                </a:lnTo>
                <a:lnTo>
                  <a:pt x="8980" y="19958"/>
                </a:lnTo>
                <a:lnTo>
                  <a:pt x="9303" y="19797"/>
                </a:lnTo>
                <a:lnTo>
                  <a:pt x="9626" y="19656"/>
                </a:lnTo>
                <a:lnTo>
                  <a:pt x="9969" y="19535"/>
                </a:lnTo>
                <a:lnTo>
                  <a:pt x="10292" y="19413"/>
                </a:lnTo>
                <a:lnTo>
                  <a:pt x="10635" y="19313"/>
                </a:lnTo>
                <a:lnTo>
                  <a:pt x="11341" y="19131"/>
                </a:lnTo>
                <a:lnTo>
                  <a:pt x="12027" y="18990"/>
                </a:lnTo>
                <a:lnTo>
                  <a:pt x="12713" y="18869"/>
                </a:lnTo>
                <a:lnTo>
                  <a:pt x="13864" y="18707"/>
                </a:lnTo>
                <a:lnTo>
                  <a:pt x="15014" y="18566"/>
                </a:lnTo>
                <a:lnTo>
                  <a:pt x="16164" y="18465"/>
                </a:lnTo>
                <a:lnTo>
                  <a:pt x="17315" y="18384"/>
                </a:lnTo>
                <a:lnTo>
                  <a:pt x="18485" y="18324"/>
                </a:lnTo>
                <a:lnTo>
                  <a:pt x="19635" y="18283"/>
                </a:lnTo>
                <a:lnTo>
                  <a:pt x="20806" y="18263"/>
                </a:lnTo>
                <a:lnTo>
                  <a:pt x="21956" y="18283"/>
                </a:lnTo>
                <a:lnTo>
                  <a:pt x="23126" y="18304"/>
                </a:lnTo>
                <a:lnTo>
                  <a:pt x="24277" y="18324"/>
                </a:lnTo>
                <a:lnTo>
                  <a:pt x="26597" y="18425"/>
                </a:lnTo>
                <a:lnTo>
                  <a:pt x="28918" y="18566"/>
                </a:lnTo>
                <a:lnTo>
                  <a:pt x="31198" y="18707"/>
                </a:lnTo>
                <a:lnTo>
                  <a:pt x="33398" y="18869"/>
                </a:lnTo>
                <a:lnTo>
                  <a:pt x="35618" y="18990"/>
                </a:lnTo>
                <a:lnTo>
                  <a:pt x="37838" y="19091"/>
                </a:lnTo>
                <a:lnTo>
                  <a:pt x="38948" y="19131"/>
                </a:lnTo>
                <a:lnTo>
                  <a:pt x="40057" y="19151"/>
                </a:lnTo>
                <a:lnTo>
                  <a:pt x="40481" y="19151"/>
                </a:lnTo>
                <a:lnTo>
                  <a:pt x="40885" y="19131"/>
                </a:lnTo>
                <a:lnTo>
                  <a:pt x="41066" y="19091"/>
                </a:lnTo>
                <a:lnTo>
                  <a:pt x="41248" y="19050"/>
                </a:lnTo>
                <a:lnTo>
                  <a:pt x="41430" y="18990"/>
                </a:lnTo>
                <a:lnTo>
                  <a:pt x="41611" y="18909"/>
                </a:lnTo>
                <a:lnTo>
                  <a:pt x="41813" y="18788"/>
                </a:lnTo>
                <a:lnTo>
                  <a:pt x="41995" y="18626"/>
                </a:lnTo>
                <a:lnTo>
                  <a:pt x="42156" y="18465"/>
                </a:lnTo>
                <a:lnTo>
                  <a:pt x="42297" y="18263"/>
                </a:lnTo>
                <a:lnTo>
                  <a:pt x="42398" y="18061"/>
                </a:lnTo>
                <a:lnTo>
                  <a:pt x="42479" y="17839"/>
                </a:lnTo>
                <a:lnTo>
                  <a:pt x="42560" y="17617"/>
                </a:lnTo>
                <a:lnTo>
                  <a:pt x="42600" y="17375"/>
                </a:lnTo>
                <a:lnTo>
                  <a:pt x="42620" y="17133"/>
                </a:lnTo>
                <a:lnTo>
                  <a:pt x="42640" y="16871"/>
                </a:lnTo>
                <a:lnTo>
                  <a:pt x="42640" y="16608"/>
                </a:lnTo>
                <a:lnTo>
                  <a:pt x="42620" y="16366"/>
                </a:lnTo>
                <a:lnTo>
                  <a:pt x="42580" y="16104"/>
                </a:lnTo>
                <a:lnTo>
                  <a:pt x="42540" y="15862"/>
                </a:lnTo>
                <a:lnTo>
                  <a:pt x="42418" y="15357"/>
                </a:lnTo>
                <a:lnTo>
                  <a:pt x="42257" y="14893"/>
                </a:lnTo>
                <a:lnTo>
                  <a:pt x="42096" y="14429"/>
                </a:lnTo>
                <a:lnTo>
                  <a:pt x="41894" y="13965"/>
                </a:lnTo>
                <a:lnTo>
                  <a:pt x="41672" y="13521"/>
                </a:lnTo>
                <a:lnTo>
                  <a:pt x="41450" y="13057"/>
                </a:lnTo>
                <a:lnTo>
                  <a:pt x="41187" y="12613"/>
                </a:lnTo>
                <a:lnTo>
                  <a:pt x="40925" y="12169"/>
                </a:lnTo>
                <a:lnTo>
                  <a:pt x="40622" y="11745"/>
                </a:lnTo>
                <a:lnTo>
                  <a:pt x="40320" y="11301"/>
                </a:lnTo>
                <a:lnTo>
                  <a:pt x="39977" y="10897"/>
                </a:lnTo>
                <a:lnTo>
                  <a:pt x="39634" y="10474"/>
                </a:lnTo>
                <a:lnTo>
                  <a:pt x="39250" y="10070"/>
                </a:lnTo>
                <a:lnTo>
                  <a:pt x="38867" y="9666"/>
                </a:lnTo>
                <a:lnTo>
                  <a:pt x="38463" y="9283"/>
                </a:lnTo>
                <a:lnTo>
                  <a:pt x="38039" y="8900"/>
                </a:lnTo>
                <a:lnTo>
                  <a:pt x="37595" y="8536"/>
                </a:lnTo>
                <a:lnTo>
                  <a:pt x="36869" y="7971"/>
                </a:lnTo>
                <a:lnTo>
                  <a:pt x="36102" y="7426"/>
                </a:lnTo>
                <a:lnTo>
                  <a:pt x="35275" y="6882"/>
                </a:lnTo>
                <a:lnTo>
                  <a:pt x="34387" y="6377"/>
                </a:lnTo>
                <a:lnTo>
                  <a:pt x="33459" y="5873"/>
                </a:lnTo>
                <a:lnTo>
                  <a:pt x="32450" y="5368"/>
                </a:lnTo>
                <a:lnTo>
                  <a:pt x="31380" y="4884"/>
                </a:lnTo>
                <a:lnTo>
                  <a:pt x="30230" y="4379"/>
                </a:lnTo>
                <a:lnTo>
                  <a:pt x="28918" y="3875"/>
                </a:lnTo>
                <a:lnTo>
                  <a:pt x="27586" y="3370"/>
                </a:lnTo>
                <a:lnTo>
                  <a:pt x="26234" y="2906"/>
                </a:lnTo>
                <a:lnTo>
                  <a:pt x="24862" y="2482"/>
                </a:lnTo>
                <a:lnTo>
                  <a:pt x="23490" y="2099"/>
                </a:lnTo>
                <a:lnTo>
                  <a:pt x="22097" y="1736"/>
                </a:lnTo>
                <a:lnTo>
                  <a:pt x="20705" y="1413"/>
                </a:lnTo>
                <a:lnTo>
                  <a:pt x="19312" y="1110"/>
                </a:lnTo>
                <a:lnTo>
                  <a:pt x="17900" y="848"/>
                </a:lnTo>
                <a:lnTo>
                  <a:pt x="16487" y="626"/>
                </a:lnTo>
                <a:lnTo>
                  <a:pt x="15075" y="424"/>
                </a:lnTo>
                <a:lnTo>
                  <a:pt x="13642" y="283"/>
                </a:lnTo>
                <a:lnTo>
                  <a:pt x="12229" y="141"/>
                </a:lnTo>
                <a:lnTo>
                  <a:pt x="10796" y="61"/>
                </a:lnTo>
                <a:lnTo>
                  <a:pt x="9364" y="0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34" name="Google Shape;2334;p29"/>
          <p:cNvSpPr/>
          <p:nvPr/>
        </p:nvSpPr>
        <p:spPr>
          <a:xfrm flipH="1">
            <a:off x="0" y="4599425"/>
            <a:ext cx="9144000" cy="5442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35" name="Google Shape;2335;p29"/>
          <p:cNvSpPr/>
          <p:nvPr/>
        </p:nvSpPr>
        <p:spPr>
          <a:xfrm flipH="1">
            <a:off x="-14125" y="906590"/>
            <a:ext cx="631867" cy="441222"/>
          </a:xfrm>
          <a:custGeom>
            <a:rect b="b" l="l" r="r" t="t"/>
            <a:pathLst>
              <a:path extrusionOk="0" h="7892" w="11302">
                <a:moveTo>
                  <a:pt x="10030" y="82"/>
                </a:moveTo>
                <a:lnTo>
                  <a:pt x="10252" y="102"/>
                </a:lnTo>
                <a:lnTo>
                  <a:pt x="10494" y="142"/>
                </a:lnTo>
                <a:lnTo>
                  <a:pt x="10696" y="203"/>
                </a:lnTo>
                <a:lnTo>
                  <a:pt x="10797" y="243"/>
                </a:lnTo>
                <a:lnTo>
                  <a:pt x="10897" y="304"/>
                </a:lnTo>
                <a:lnTo>
                  <a:pt x="10978" y="364"/>
                </a:lnTo>
                <a:lnTo>
                  <a:pt x="11059" y="445"/>
                </a:lnTo>
                <a:lnTo>
                  <a:pt x="11119" y="526"/>
                </a:lnTo>
                <a:lnTo>
                  <a:pt x="11180" y="627"/>
                </a:lnTo>
                <a:lnTo>
                  <a:pt x="11220" y="727"/>
                </a:lnTo>
                <a:lnTo>
                  <a:pt x="11220" y="828"/>
                </a:lnTo>
                <a:lnTo>
                  <a:pt x="11220" y="949"/>
                </a:lnTo>
                <a:lnTo>
                  <a:pt x="11180" y="1050"/>
                </a:lnTo>
                <a:lnTo>
                  <a:pt x="11140" y="1131"/>
                </a:lnTo>
                <a:lnTo>
                  <a:pt x="11079" y="1192"/>
                </a:lnTo>
                <a:lnTo>
                  <a:pt x="11019" y="1252"/>
                </a:lnTo>
                <a:lnTo>
                  <a:pt x="10938" y="1313"/>
                </a:lnTo>
                <a:lnTo>
                  <a:pt x="10756" y="1393"/>
                </a:lnTo>
                <a:lnTo>
                  <a:pt x="10554" y="1474"/>
                </a:lnTo>
                <a:lnTo>
                  <a:pt x="10433" y="1535"/>
                </a:lnTo>
                <a:lnTo>
                  <a:pt x="10131" y="1676"/>
                </a:lnTo>
                <a:lnTo>
                  <a:pt x="9888" y="1858"/>
                </a:lnTo>
                <a:lnTo>
                  <a:pt x="9666" y="2039"/>
                </a:lnTo>
                <a:lnTo>
                  <a:pt x="9505" y="2261"/>
                </a:lnTo>
                <a:lnTo>
                  <a:pt x="9364" y="2503"/>
                </a:lnTo>
                <a:lnTo>
                  <a:pt x="9243" y="2745"/>
                </a:lnTo>
                <a:lnTo>
                  <a:pt x="9021" y="3290"/>
                </a:lnTo>
                <a:lnTo>
                  <a:pt x="8819" y="3795"/>
                </a:lnTo>
                <a:lnTo>
                  <a:pt x="8617" y="4239"/>
                </a:lnTo>
                <a:lnTo>
                  <a:pt x="8415" y="4663"/>
                </a:lnTo>
                <a:lnTo>
                  <a:pt x="8193" y="5046"/>
                </a:lnTo>
                <a:lnTo>
                  <a:pt x="7992" y="5389"/>
                </a:lnTo>
                <a:lnTo>
                  <a:pt x="7749" y="5712"/>
                </a:lnTo>
                <a:lnTo>
                  <a:pt x="7527" y="6015"/>
                </a:lnTo>
                <a:lnTo>
                  <a:pt x="7285" y="6277"/>
                </a:lnTo>
                <a:lnTo>
                  <a:pt x="7023" y="6519"/>
                </a:lnTo>
                <a:lnTo>
                  <a:pt x="6821" y="6701"/>
                </a:lnTo>
                <a:lnTo>
                  <a:pt x="6599" y="6862"/>
                </a:lnTo>
                <a:lnTo>
                  <a:pt x="6357" y="7024"/>
                </a:lnTo>
                <a:lnTo>
                  <a:pt x="6115" y="7165"/>
                </a:lnTo>
                <a:lnTo>
                  <a:pt x="5873" y="7286"/>
                </a:lnTo>
                <a:lnTo>
                  <a:pt x="5630" y="7407"/>
                </a:lnTo>
                <a:lnTo>
                  <a:pt x="5368" y="7508"/>
                </a:lnTo>
                <a:lnTo>
                  <a:pt x="5086" y="7589"/>
                </a:lnTo>
                <a:lnTo>
                  <a:pt x="4823" y="7669"/>
                </a:lnTo>
                <a:lnTo>
                  <a:pt x="4541" y="7730"/>
                </a:lnTo>
                <a:lnTo>
                  <a:pt x="4278" y="7770"/>
                </a:lnTo>
                <a:lnTo>
                  <a:pt x="3996" y="7790"/>
                </a:lnTo>
                <a:lnTo>
                  <a:pt x="3713" y="7811"/>
                </a:lnTo>
                <a:lnTo>
                  <a:pt x="3431" y="7811"/>
                </a:lnTo>
                <a:lnTo>
                  <a:pt x="3169" y="7790"/>
                </a:lnTo>
                <a:lnTo>
                  <a:pt x="2886" y="7750"/>
                </a:lnTo>
                <a:lnTo>
                  <a:pt x="2603" y="7690"/>
                </a:lnTo>
                <a:lnTo>
                  <a:pt x="2321" y="7629"/>
                </a:lnTo>
                <a:lnTo>
                  <a:pt x="2059" y="7528"/>
                </a:lnTo>
                <a:lnTo>
                  <a:pt x="1796" y="7427"/>
                </a:lnTo>
                <a:lnTo>
                  <a:pt x="1554" y="7306"/>
                </a:lnTo>
                <a:lnTo>
                  <a:pt x="1332" y="7165"/>
                </a:lnTo>
                <a:lnTo>
                  <a:pt x="1110" y="7024"/>
                </a:lnTo>
                <a:lnTo>
                  <a:pt x="908" y="6842"/>
                </a:lnTo>
                <a:lnTo>
                  <a:pt x="707" y="6640"/>
                </a:lnTo>
                <a:lnTo>
                  <a:pt x="545" y="6418"/>
                </a:lnTo>
                <a:lnTo>
                  <a:pt x="384" y="6176"/>
                </a:lnTo>
                <a:lnTo>
                  <a:pt x="263" y="5934"/>
                </a:lnTo>
                <a:lnTo>
                  <a:pt x="182" y="5692"/>
                </a:lnTo>
                <a:lnTo>
                  <a:pt x="101" y="5429"/>
                </a:lnTo>
                <a:lnTo>
                  <a:pt x="81" y="5167"/>
                </a:lnTo>
                <a:lnTo>
                  <a:pt x="81" y="4905"/>
                </a:lnTo>
                <a:lnTo>
                  <a:pt x="101" y="4663"/>
                </a:lnTo>
                <a:lnTo>
                  <a:pt x="142" y="4441"/>
                </a:lnTo>
                <a:lnTo>
                  <a:pt x="222" y="4239"/>
                </a:lnTo>
                <a:lnTo>
                  <a:pt x="303" y="4037"/>
                </a:lnTo>
                <a:lnTo>
                  <a:pt x="404" y="3835"/>
                </a:lnTo>
                <a:lnTo>
                  <a:pt x="525" y="3654"/>
                </a:lnTo>
                <a:lnTo>
                  <a:pt x="646" y="3472"/>
                </a:lnTo>
                <a:lnTo>
                  <a:pt x="787" y="3311"/>
                </a:lnTo>
                <a:lnTo>
                  <a:pt x="1090" y="3008"/>
                </a:lnTo>
                <a:lnTo>
                  <a:pt x="1393" y="2745"/>
                </a:lnTo>
                <a:lnTo>
                  <a:pt x="1695" y="2523"/>
                </a:lnTo>
                <a:lnTo>
                  <a:pt x="1978" y="2342"/>
                </a:lnTo>
                <a:lnTo>
                  <a:pt x="2361" y="2120"/>
                </a:lnTo>
                <a:lnTo>
                  <a:pt x="2745" y="1918"/>
                </a:lnTo>
                <a:lnTo>
                  <a:pt x="3128" y="1736"/>
                </a:lnTo>
                <a:lnTo>
                  <a:pt x="3532" y="1555"/>
                </a:lnTo>
                <a:lnTo>
                  <a:pt x="4319" y="1252"/>
                </a:lnTo>
                <a:lnTo>
                  <a:pt x="5106" y="990"/>
                </a:lnTo>
                <a:lnTo>
                  <a:pt x="6175" y="647"/>
                </a:lnTo>
                <a:lnTo>
                  <a:pt x="6740" y="505"/>
                </a:lnTo>
                <a:lnTo>
                  <a:pt x="7326" y="364"/>
                </a:lnTo>
                <a:lnTo>
                  <a:pt x="7911" y="243"/>
                </a:lnTo>
                <a:lnTo>
                  <a:pt x="8496" y="162"/>
                </a:lnTo>
                <a:lnTo>
                  <a:pt x="9101" y="102"/>
                </a:lnTo>
                <a:lnTo>
                  <a:pt x="9727" y="82"/>
                </a:lnTo>
                <a:close/>
                <a:moveTo>
                  <a:pt x="9384" y="1"/>
                </a:moveTo>
                <a:lnTo>
                  <a:pt x="8718" y="62"/>
                </a:lnTo>
                <a:lnTo>
                  <a:pt x="8092" y="142"/>
                </a:lnTo>
                <a:lnTo>
                  <a:pt x="7447" y="243"/>
                </a:lnTo>
                <a:lnTo>
                  <a:pt x="6841" y="384"/>
                </a:lnTo>
                <a:lnTo>
                  <a:pt x="6236" y="546"/>
                </a:lnTo>
                <a:lnTo>
                  <a:pt x="5651" y="727"/>
                </a:lnTo>
                <a:lnTo>
                  <a:pt x="5086" y="909"/>
                </a:lnTo>
                <a:lnTo>
                  <a:pt x="4299" y="1171"/>
                </a:lnTo>
                <a:lnTo>
                  <a:pt x="3491" y="1474"/>
                </a:lnTo>
                <a:lnTo>
                  <a:pt x="3108" y="1656"/>
                </a:lnTo>
                <a:lnTo>
                  <a:pt x="2704" y="1837"/>
                </a:lnTo>
                <a:lnTo>
                  <a:pt x="2321" y="2039"/>
                </a:lnTo>
                <a:lnTo>
                  <a:pt x="1938" y="2261"/>
                </a:lnTo>
                <a:lnTo>
                  <a:pt x="1655" y="2443"/>
                </a:lnTo>
                <a:lnTo>
                  <a:pt x="1352" y="2685"/>
                </a:lnTo>
                <a:lnTo>
                  <a:pt x="1029" y="2947"/>
                </a:lnTo>
                <a:lnTo>
                  <a:pt x="727" y="3250"/>
                </a:lnTo>
                <a:lnTo>
                  <a:pt x="585" y="3432"/>
                </a:lnTo>
                <a:lnTo>
                  <a:pt x="464" y="3613"/>
                </a:lnTo>
                <a:lnTo>
                  <a:pt x="343" y="3795"/>
                </a:lnTo>
                <a:lnTo>
                  <a:pt x="222" y="3997"/>
                </a:lnTo>
                <a:lnTo>
                  <a:pt x="142" y="4219"/>
                </a:lnTo>
                <a:lnTo>
                  <a:pt x="61" y="4441"/>
                </a:lnTo>
                <a:lnTo>
                  <a:pt x="20" y="4663"/>
                </a:lnTo>
                <a:lnTo>
                  <a:pt x="0" y="4905"/>
                </a:lnTo>
                <a:lnTo>
                  <a:pt x="0" y="5167"/>
                </a:lnTo>
                <a:lnTo>
                  <a:pt x="20" y="5429"/>
                </a:lnTo>
                <a:lnTo>
                  <a:pt x="101" y="5712"/>
                </a:lnTo>
                <a:lnTo>
                  <a:pt x="202" y="5974"/>
                </a:lnTo>
                <a:lnTo>
                  <a:pt x="323" y="6216"/>
                </a:lnTo>
                <a:lnTo>
                  <a:pt x="485" y="6459"/>
                </a:lnTo>
                <a:lnTo>
                  <a:pt x="646" y="6701"/>
                </a:lnTo>
                <a:lnTo>
                  <a:pt x="868" y="6903"/>
                </a:lnTo>
                <a:lnTo>
                  <a:pt x="1070" y="7084"/>
                </a:lnTo>
                <a:lnTo>
                  <a:pt x="1272" y="7225"/>
                </a:lnTo>
                <a:lnTo>
                  <a:pt x="1514" y="7367"/>
                </a:lnTo>
                <a:lnTo>
                  <a:pt x="1756" y="7488"/>
                </a:lnTo>
                <a:lnTo>
                  <a:pt x="2018" y="7609"/>
                </a:lnTo>
                <a:lnTo>
                  <a:pt x="2301" y="7690"/>
                </a:lnTo>
                <a:lnTo>
                  <a:pt x="2583" y="7770"/>
                </a:lnTo>
                <a:lnTo>
                  <a:pt x="2886" y="7831"/>
                </a:lnTo>
                <a:lnTo>
                  <a:pt x="3269" y="7871"/>
                </a:lnTo>
                <a:lnTo>
                  <a:pt x="3673" y="7891"/>
                </a:lnTo>
                <a:lnTo>
                  <a:pt x="4137" y="7871"/>
                </a:lnTo>
                <a:lnTo>
                  <a:pt x="4601" y="7811"/>
                </a:lnTo>
                <a:lnTo>
                  <a:pt x="5045" y="7710"/>
                </a:lnTo>
                <a:lnTo>
                  <a:pt x="5489" y="7548"/>
                </a:lnTo>
                <a:lnTo>
                  <a:pt x="5913" y="7367"/>
                </a:lnTo>
                <a:lnTo>
                  <a:pt x="6337" y="7145"/>
                </a:lnTo>
                <a:lnTo>
                  <a:pt x="6720" y="6882"/>
                </a:lnTo>
                <a:lnTo>
                  <a:pt x="7083" y="6580"/>
                </a:lnTo>
                <a:lnTo>
                  <a:pt x="7346" y="6338"/>
                </a:lnTo>
                <a:lnTo>
                  <a:pt x="7588" y="6055"/>
                </a:lnTo>
                <a:lnTo>
                  <a:pt x="7830" y="5752"/>
                </a:lnTo>
                <a:lnTo>
                  <a:pt x="8052" y="5429"/>
                </a:lnTo>
                <a:lnTo>
                  <a:pt x="8274" y="5086"/>
                </a:lnTo>
                <a:lnTo>
                  <a:pt x="8476" y="4703"/>
                </a:lnTo>
                <a:lnTo>
                  <a:pt x="8698" y="4279"/>
                </a:lnTo>
                <a:lnTo>
                  <a:pt x="8900" y="3815"/>
                </a:lnTo>
                <a:lnTo>
                  <a:pt x="9101" y="3311"/>
                </a:lnTo>
                <a:lnTo>
                  <a:pt x="9303" y="2786"/>
                </a:lnTo>
                <a:lnTo>
                  <a:pt x="9424" y="2544"/>
                </a:lnTo>
                <a:lnTo>
                  <a:pt x="9566" y="2322"/>
                </a:lnTo>
                <a:lnTo>
                  <a:pt x="9727" y="2100"/>
                </a:lnTo>
                <a:lnTo>
                  <a:pt x="9929" y="1918"/>
                </a:lnTo>
                <a:lnTo>
                  <a:pt x="10171" y="1757"/>
                </a:lnTo>
                <a:lnTo>
                  <a:pt x="10454" y="1615"/>
                </a:lnTo>
                <a:lnTo>
                  <a:pt x="10595" y="1555"/>
                </a:lnTo>
                <a:lnTo>
                  <a:pt x="10797" y="1474"/>
                </a:lnTo>
                <a:lnTo>
                  <a:pt x="10978" y="1373"/>
                </a:lnTo>
                <a:lnTo>
                  <a:pt x="11059" y="1313"/>
                </a:lnTo>
                <a:lnTo>
                  <a:pt x="11140" y="1252"/>
                </a:lnTo>
                <a:lnTo>
                  <a:pt x="11200" y="1171"/>
                </a:lnTo>
                <a:lnTo>
                  <a:pt x="11261" y="1071"/>
                </a:lnTo>
                <a:lnTo>
                  <a:pt x="11301" y="970"/>
                </a:lnTo>
                <a:lnTo>
                  <a:pt x="11301" y="849"/>
                </a:lnTo>
                <a:lnTo>
                  <a:pt x="11301" y="727"/>
                </a:lnTo>
                <a:lnTo>
                  <a:pt x="11261" y="606"/>
                </a:lnTo>
                <a:lnTo>
                  <a:pt x="11200" y="485"/>
                </a:lnTo>
                <a:lnTo>
                  <a:pt x="11119" y="384"/>
                </a:lnTo>
                <a:lnTo>
                  <a:pt x="11039" y="304"/>
                </a:lnTo>
                <a:lnTo>
                  <a:pt x="10938" y="223"/>
                </a:lnTo>
                <a:lnTo>
                  <a:pt x="10837" y="162"/>
                </a:lnTo>
                <a:lnTo>
                  <a:pt x="10736" y="122"/>
                </a:lnTo>
                <a:lnTo>
                  <a:pt x="10514" y="62"/>
                </a:lnTo>
                <a:lnTo>
                  <a:pt x="10272" y="21"/>
                </a:lnTo>
                <a:lnTo>
                  <a:pt x="10030" y="1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36" name="Google Shape;2336;p29"/>
          <p:cNvSpPr/>
          <p:nvPr/>
        </p:nvSpPr>
        <p:spPr>
          <a:xfrm flipH="1">
            <a:off x="-1085936" y="-150488"/>
            <a:ext cx="2123367" cy="1193681"/>
          </a:xfrm>
          <a:custGeom>
            <a:rect b="b" l="l" r="r" t="t"/>
            <a:pathLst>
              <a:path extrusionOk="0" h="21351" w="37980">
                <a:moveTo>
                  <a:pt x="10776" y="81"/>
                </a:moveTo>
                <a:lnTo>
                  <a:pt x="11341" y="101"/>
                </a:lnTo>
                <a:lnTo>
                  <a:pt x="11927" y="121"/>
                </a:lnTo>
                <a:lnTo>
                  <a:pt x="12532" y="182"/>
                </a:lnTo>
                <a:lnTo>
                  <a:pt x="13178" y="222"/>
                </a:lnTo>
                <a:lnTo>
                  <a:pt x="13824" y="303"/>
                </a:lnTo>
                <a:lnTo>
                  <a:pt x="14510" y="404"/>
                </a:lnTo>
                <a:lnTo>
                  <a:pt x="15216" y="505"/>
                </a:lnTo>
                <a:lnTo>
                  <a:pt x="15943" y="626"/>
                </a:lnTo>
                <a:lnTo>
                  <a:pt x="16709" y="767"/>
                </a:lnTo>
                <a:lnTo>
                  <a:pt x="17496" y="949"/>
                </a:lnTo>
                <a:lnTo>
                  <a:pt x="18324" y="1130"/>
                </a:lnTo>
                <a:lnTo>
                  <a:pt x="19171" y="1332"/>
                </a:lnTo>
                <a:lnTo>
                  <a:pt x="20039" y="1554"/>
                </a:lnTo>
                <a:lnTo>
                  <a:pt x="20947" y="1796"/>
                </a:lnTo>
                <a:lnTo>
                  <a:pt x="21875" y="2059"/>
                </a:lnTo>
                <a:lnTo>
                  <a:pt x="23571" y="2583"/>
                </a:lnTo>
                <a:lnTo>
                  <a:pt x="24418" y="2866"/>
                </a:lnTo>
                <a:lnTo>
                  <a:pt x="25286" y="3148"/>
                </a:lnTo>
                <a:lnTo>
                  <a:pt x="26154" y="3471"/>
                </a:lnTo>
                <a:lnTo>
                  <a:pt x="27021" y="3794"/>
                </a:lnTo>
                <a:lnTo>
                  <a:pt x="27889" y="4157"/>
                </a:lnTo>
                <a:lnTo>
                  <a:pt x="28757" y="4541"/>
                </a:lnTo>
                <a:lnTo>
                  <a:pt x="29625" y="4944"/>
                </a:lnTo>
                <a:lnTo>
                  <a:pt x="30472" y="5368"/>
                </a:lnTo>
                <a:lnTo>
                  <a:pt x="31300" y="5832"/>
                </a:lnTo>
                <a:lnTo>
                  <a:pt x="32127" y="6317"/>
                </a:lnTo>
                <a:lnTo>
                  <a:pt x="32954" y="6841"/>
                </a:lnTo>
                <a:lnTo>
                  <a:pt x="33741" y="7406"/>
                </a:lnTo>
                <a:lnTo>
                  <a:pt x="34508" y="7992"/>
                </a:lnTo>
                <a:lnTo>
                  <a:pt x="35255" y="8637"/>
                </a:lnTo>
                <a:lnTo>
                  <a:pt x="35638" y="8980"/>
                </a:lnTo>
                <a:lnTo>
                  <a:pt x="36001" y="9344"/>
                </a:lnTo>
                <a:lnTo>
                  <a:pt x="36345" y="9687"/>
                </a:lnTo>
                <a:lnTo>
                  <a:pt x="36627" y="10030"/>
                </a:lnTo>
                <a:lnTo>
                  <a:pt x="36910" y="10373"/>
                </a:lnTo>
                <a:lnTo>
                  <a:pt x="37132" y="10696"/>
                </a:lnTo>
                <a:lnTo>
                  <a:pt x="37354" y="11039"/>
                </a:lnTo>
                <a:lnTo>
                  <a:pt x="37535" y="11382"/>
                </a:lnTo>
                <a:lnTo>
                  <a:pt x="37656" y="11624"/>
                </a:lnTo>
                <a:lnTo>
                  <a:pt x="37737" y="11846"/>
                </a:lnTo>
                <a:lnTo>
                  <a:pt x="37818" y="12068"/>
                </a:lnTo>
                <a:lnTo>
                  <a:pt x="37858" y="12290"/>
                </a:lnTo>
                <a:lnTo>
                  <a:pt x="37898" y="12492"/>
                </a:lnTo>
                <a:lnTo>
                  <a:pt x="37898" y="12694"/>
                </a:lnTo>
                <a:lnTo>
                  <a:pt x="37878" y="12875"/>
                </a:lnTo>
                <a:lnTo>
                  <a:pt x="37838" y="13057"/>
                </a:lnTo>
                <a:lnTo>
                  <a:pt x="37757" y="13259"/>
                </a:lnTo>
                <a:lnTo>
                  <a:pt x="37636" y="13460"/>
                </a:lnTo>
                <a:lnTo>
                  <a:pt x="37495" y="13662"/>
                </a:lnTo>
                <a:lnTo>
                  <a:pt x="37313" y="13824"/>
                </a:lnTo>
                <a:lnTo>
                  <a:pt x="37111" y="13985"/>
                </a:lnTo>
                <a:lnTo>
                  <a:pt x="36869" y="14106"/>
                </a:lnTo>
                <a:lnTo>
                  <a:pt x="36627" y="14207"/>
                </a:lnTo>
                <a:lnTo>
                  <a:pt x="36365" y="14288"/>
                </a:lnTo>
                <a:lnTo>
                  <a:pt x="36102" y="14328"/>
                </a:lnTo>
                <a:lnTo>
                  <a:pt x="35860" y="14368"/>
                </a:lnTo>
                <a:lnTo>
                  <a:pt x="35336" y="14368"/>
                </a:lnTo>
                <a:lnTo>
                  <a:pt x="34831" y="14328"/>
                </a:lnTo>
                <a:lnTo>
                  <a:pt x="34327" y="14268"/>
                </a:lnTo>
                <a:lnTo>
                  <a:pt x="34306" y="14268"/>
                </a:lnTo>
                <a:lnTo>
                  <a:pt x="32934" y="14106"/>
                </a:lnTo>
                <a:lnTo>
                  <a:pt x="31501" y="13945"/>
                </a:lnTo>
                <a:lnTo>
                  <a:pt x="30028" y="13803"/>
                </a:lnTo>
                <a:lnTo>
                  <a:pt x="28535" y="13682"/>
                </a:lnTo>
                <a:lnTo>
                  <a:pt x="26981" y="13561"/>
                </a:lnTo>
                <a:lnTo>
                  <a:pt x="25387" y="13481"/>
                </a:lnTo>
                <a:lnTo>
                  <a:pt x="23772" y="13420"/>
                </a:lnTo>
                <a:lnTo>
                  <a:pt x="22138" y="13400"/>
                </a:lnTo>
                <a:lnTo>
                  <a:pt x="20483" y="13420"/>
                </a:lnTo>
                <a:lnTo>
                  <a:pt x="18788" y="13460"/>
                </a:lnTo>
                <a:lnTo>
                  <a:pt x="17093" y="13561"/>
                </a:lnTo>
                <a:lnTo>
                  <a:pt x="16245" y="13622"/>
                </a:lnTo>
                <a:lnTo>
                  <a:pt x="15398" y="13703"/>
                </a:lnTo>
                <a:lnTo>
                  <a:pt x="14530" y="13803"/>
                </a:lnTo>
                <a:lnTo>
                  <a:pt x="13682" y="13904"/>
                </a:lnTo>
                <a:lnTo>
                  <a:pt x="12815" y="14025"/>
                </a:lnTo>
                <a:lnTo>
                  <a:pt x="11967" y="14146"/>
                </a:lnTo>
                <a:lnTo>
                  <a:pt x="11099" y="14308"/>
                </a:lnTo>
                <a:lnTo>
                  <a:pt x="10252" y="14469"/>
                </a:lnTo>
                <a:lnTo>
                  <a:pt x="9384" y="14651"/>
                </a:lnTo>
                <a:lnTo>
                  <a:pt x="8536" y="14833"/>
                </a:lnTo>
                <a:lnTo>
                  <a:pt x="7992" y="14974"/>
                </a:lnTo>
                <a:lnTo>
                  <a:pt x="7467" y="15115"/>
                </a:lnTo>
                <a:lnTo>
                  <a:pt x="6922" y="15277"/>
                </a:lnTo>
                <a:lnTo>
                  <a:pt x="6397" y="15458"/>
                </a:lnTo>
                <a:lnTo>
                  <a:pt x="5873" y="15660"/>
                </a:lnTo>
                <a:lnTo>
                  <a:pt x="5368" y="15902"/>
                </a:lnTo>
                <a:lnTo>
                  <a:pt x="4864" y="16164"/>
                </a:lnTo>
                <a:lnTo>
                  <a:pt x="4379" y="16467"/>
                </a:lnTo>
                <a:lnTo>
                  <a:pt x="4137" y="16649"/>
                </a:lnTo>
                <a:lnTo>
                  <a:pt x="3875" y="16851"/>
                </a:lnTo>
                <a:lnTo>
                  <a:pt x="3613" y="17073"/>
                </a:lnTo>
                <a:lnTo>
                  <a:pt x="3350" y="17335"/>
                </a:lnTo>
                <a:lnTo>
                  <a:pt x="3108" y="17617"/>
                </a:lnTo>
                <a:lnTo>
                  <a:pt x="2866" y="17940"/>
                </a:lnTo>
                <a:lnTo>
                  <a:pt x="2644" y="18283"/>
                </a:lnTo>
                <a:lnTo>
                  <a:pt x="2462" y="18667"/>
                </a:lnTo>
                <a:lnTo>
                  <a:pt x="2382" y="18889"/>
                </a:lnTo>
                <a:lnTo>
                  <a:pt x="2341" y="19131"/>
                </a:lnTo>
                <a:lnTo>
                  <a:pt x="2260" y="19635"/>
                </a:lnTo>
                <a:lnTo>
                  <a:pt x="2220" y="19918"/>
                </a:lnTo>
                <a:lnTo>
                  <a:pt x="2180" y="20201"/>
                </a:lnTo>
                <a:lnTo>
                  <a:pt x="2099" y="20463"/>
                </a:lnTo>
                <a:lnTo>
                  <a:pt x="2059" y="20584"/>
                </a:lnTo>
                <a:lnTo>
                  <a:pt x="1998" y="20705"/>
                </a:lnTo>
                <a:lnTo>
                  <a:pt x="1897" y="20846"/>
                </a:lnTo>
                <a:lnTo>
                  <a:pt x="1816" y="20988"/>
                </a:lnTo>
                <a:lnTo>
                  <a:pt x="1716" y="21088"/>
                </a:lnTo>
                <a:lnTo>
                  <a:pt x="1615" y="21169"/>
                </a:lnTo>
                <a:lnTo>
                  <a:pt x="1514" y="21210"/>
                </a:lnTo>
                <a:lnTo>
                  <a:pt x="1413" y="21250"/>
                </a:lnTo>
                <a:lnTo>
                  <a:pt x="1312" y="21270"/>
                </a:lnTo>
                <a:lnTo>
                  <a:pt x="1211" y="21250"/>
                </a:lnTo>
                <a:lnTo>
                  <a:pt x="1110" y="21210"/>
                </a:lnTo>
                <a:lnTo>
                  <a:pt x="1009" y="21149"/>
                </a:lnTo>
                <a:lnTo>
                  <a:pt x="908" y="21068"/>
                </a:lnTo>
                <a:lnTo>
                  <a:pt x="807" y="20967"/>
                </a:lnTo>
                <a:lnTo>
                  <a:pt x="707" y="20846"/>
                </a:lnTo>
                <a:lnTo>
                  <a:pt x="626" y="20725"/>
                </a:lnTo>
                <a:lnTo>
                  <a:pt x="464" y="20422"/>
                </a:lnTo>
                <a:lnTo>
                  <a:pt x="323" y="20100"/>
                </a:lnTo>
                <a:lnTo>
                  <a:pt x="222" y="19777"/>
                </a:lnTo>
                <a:lnTo>
                  <a:pt x="162" y="19454"/>
                </a:lnTo>
                <a:lnTo>
                  <a:pt x="121" y="19151"/>
                </a:lnTo>
                <a:lnTo>
                  <a:pt x="101" y="18223"/>
                </a:lnTo>
                <a:lnTo>
                  <a:pt x="81" y="17274"/>
                </a:lnTo>
                <a:lnTo>
                  <a:pt x="81" y="16326"/>
                </a:lnTo>
                <a:lnTo>
                  <a:pt x="101" y="15377"/>
                </a:lnTo>
                <a:lnTo>
                  <a:pt x="142" y="14449"/>
                </a:lnTo>
                <a:lnTo>
                  <a:pt x="182" y="13501"/>
                </a:lnTo>
                <a:lnTo>
                  <a:pt x="263" y="12572"/>
                </a:lnTo>
                <a:lnTo>
                  <a:pt x="343" y="11624"/>
                </a:lnTo>
                <a:lnTo>
                  <a:pt x="444" y="10696"/>
                </a:lnTo>
                <a:lnTo>
                  <a:pt x="545" y="9747"/>
                </a:lnTo>
                <a:lnTo>
                  <a:pt x="686" y="8819"/>
                </a:lnTo>
                <a:lnTo>
                  <a:pt x="828" y="7891"/>
                </a:lnTo>
                <a:lnTo>
                  <a:pt x="989" y="6962"/>
                </a:lnTo>
                <a:lnTo>
                  <a:pt x="1171" y="6034"/>
                </a:lnTo>
                <a:lnTo>
                  <a:pt x="1373" y="5126"/>
                </a:lnTo>
                <a:lnTo>
                  <a:pt x="1574" y="4198"/>
                </a:lnTo>
                <a:lnTo>
                  <a:pt x="1736" y="3572"/>
                </a:lnTo>
                <a:lnTo>
                  <a:pt x="1837" y="3269"/>
                </a:lnTo>
                <a:lnTo>
                  <a:pt x="1958" y="2967"/>
                </a:lnTo>
                <a:lnTo>
                  <a:pt x="2079" y="2664"/>
                </a:lnTo>
                <a:lnTo>
                  <a:pt x="2220" y="2402"/>
                </a:lnTo>
                <a:lnTo>
                  <a:pt x="2402" y="2139"/>
                </a:lnTo>
                <a:lnTo>
                  <a:pt x="2604" y="1897"/>
                </a:lnTo>
                <a:lnTo>
                  <a:pt x="2825" y="1695"/>
                </a:lnTo>
                <a:lnTo>
                  <a:pt x="3068" y="1514"/>
                </a:lnTo>
                <a:lnTo>
                  <a:pt x="3330" y="1352"/>
                </a:lnTo>
                <a:lnTo>
                  <a:pt x="3592" y="1211"/>
                </a:lnTo>
                <a:lnTo>
                  <a:pt x="3875" y="1090"/>
                </a:lnTo>
                <a:lnTo>
                  <a:pt x="4157" y="989"/>
                </a:lnTo>
                <a:lnTo>
                  <a:pt x="4702" y="807"/>
                </a:lnTo>
                <a:lnTo>
                  <a:pt x="5247" y="666"/>
                </a:lnTo>
                <a:lnTo>
                  <a:pt x="5832" y="525"/>
                </a:lnTo>
                <a:lnTo>
                  <a:pt x="6458" y="404"/>
                </a:lnTo>
                <a:lnTo>
                  <a:pt x="7104" y="303"/>
                </a:lnTo>
                <a:lnTo>
                  <a:pt x="7810" y="202"/>
                </a:lnTo>
                <a:lnTo>
                  <a:pt x="8577" y="142"/>
                </a:lnTo>
                <a:lnTo>
                  <a:pt x="9384" y="81"/>
                </a:lnTo>
                <a:close/>
                <a:moveTo>
                  <a:pt x="9848" y="0"/>
                </a:moveTo>
                <a:lnTo>
                  <a:pt x="9303" y="20"/>
                </a:lnTo>
                <a:lnTo>
                  <a:pt x="8758" y="41"/>
                </a:lnTo>
                <a:lnTo>
                  <a:pt x="8234" y="81"/>
                </a:lnTo>
                <a:lnTo>
                  <a:pt x="7709" y="142"/>
                </a:lnTo>
                <a:lnTo>
                  <a:pt x="7184" y="202"/>
                </a:lnTo>
                <a:lnTo>
                  <a:pt x="6680" y="283"/>
                </a:lnTo>
                <a:lnTo>
                  <a:pt x="6175" y="384"/>
                </a:lnTo>
                <a:lnTo>
                  <a:pt x="5671" y="485"/>
                </a:lnTo>
                <a:lnTo>
                  <a:pt x="5166" y="606"/>
                </a:lnTo>
                <a:lnTo>
                  <a:pt x="4682" y="727"/>
                </a:lnTo>
                <a:lnTo>
                  <a:pt x="4117" y="908"/>
                </a:lnTo>
                <a:lnTo>
                  <a:pt x="3834" y="1009"/>
                </a:lnTo>
                <a:lnTo>
                  <a:pt x="3552" y="1130"/>
                </a:lnTo>
                <a:lnTo>
                  <a:pt x="3269" y="1272"/>
                </a:lnTo>
                <a:lnTo>
                  <a:pt x="3007" y="1433"/>
                </a:lnTo>
                <a:lnTo>
                  <a:pt x="2765" y="1635"/>
                </a:lnTo>
                <a:lnTo>
                  <a:pt x="2543" y="1837"/>
                </a:lnTo>
                <a:lnTo>
                  <a:pt x="2341" y="2079"/>
                </a:lnTo>
                <a:lnTo>
                  <a:pt x="2160" y="2341"/>
                </a:lnTo>
                <a:lnTo>
                  <a:pt x="1998" y="2624"/>
                </a:lnTo>
                <a:lnTo>
                  <a:pt x="1877" y="2926"/>
                </a:lnTo>
                <a:lnTo>
                  <a:pt x="1776" y="3229"/>
                </a:lnTo>
                <a:lnTo>
                  <a:pt x="1675" y="3552"/>
                </a:lnTo>
                <a:lnTo>
                  <a:pt x="1514" y="4178"/>
                </a:lnTo>
                <a:lnTo>
                  <a:pt x="1292" y="5106"/>
                </a:lnTo>
                <a:lnTo>
                  <a:pt x="1090" y="6014"/>
                </a:lnTo>
                <a:lnTo>
                  <a:pt x="908" y="6942"/>
                </a:lnTo>
                <a:lnTo>
                  <a:pt x="747" y="7870"/>
                </a:lnTo>
                <a:lnTo>
                  <a:pt x="606" y="8819"/>
                </a:lnTo>
                <a:lnTo>
                  <a:pt x="485" y="9747"/>
                </a:lnTo>
                <a:lnTo>
                  <a:pt x="364" y="10676"/>
                </a:lnTo>
                <a:lnTo>
                  <a:pt x="263" y="11624"/>
                </a:lnTo>
                <a:lnTo>
                  <a:pt x="182" y="12552"/>
                </a:lnTo>
                <a:lnTo>
                  <a:pt x="101" y="13501"/>
                </a:lnTo>
                <a:lnTo>
                  <a:pt x="61" y="14449"/>
                </a:lnTo>
                <a:lnTo>
                  <a:pt x="20" y="15377"/>
                </a:lnTo>
                <a:lnTo>
                  <a:pt x="0" y="16326"/>
                </a:lnTo>
                <a:lnTo>
                  <a:pt x="0" y="17274"/>
                </a:lnTo>
                <a:lnTo>
                  <a:pt x="20" y="18223"/>
                </a:lnTo>
                <a:lnTo>
                  <a:pt x="41" y="19171"/>
                </a:lnTo>
                <a:lnTo>
                  <a:pt x="81" y="19474"/>
                </a:lnTo>
                <a:lnTo>
                  <a:pt x="162" y="19797"/>
                </a:lnTo>
                <a:lnTo>
                  <a:pt x="263" y="20140"/>
                </a:lnTo>
                <a:lnTo>
                  <a:pt x="404" y="20483"/>
                </a:lnTo>
                <a:lnTo>
                  <a:pt x="565" y="20766"/>
                </a:lnTo>
                <a:lnTo>
                  <a:pt x="666" y="20907"/>
                </a:lnTo>
                <a:lnTo>
                  <a:pt x="767" y="21028"/>
                </a:lnTo>
                <a:lnTo>
                  <a:pt x="868" y="21129"/>
                </a:lnTo>
                <a:lnTo>
                  <a:pt x="969" y="21210"/>
                </a:lnTo>
                <a:lnTo>
                  <a:pt x="1070" y="21290"/>
                </a:lnTo>
                <a:lnTo>
                  <a:pt x="1191" y="21331"/>
                </a:lnTo>
                <a:lnTo>
                  <a:pt x="1332" y="21351"/>
                </a:lnTo>
                <a:lnTo>
                  <a:pt x="1433" y="21331"/>
                </a:lnTo>
                <a:lnTo>
                  <a:pt x="1514" y="21310"/>
                </a:lnTo>
                <a:lnTo>
                  <a:pt x="1615" y="21250"/>
                </a:lnTo>
                <a:lnTo>
                  <a:pt x="1716" y="21189"/>
                </a:lnTo>
                <a:lnTo>
                  <a:pt x="1796" y="21109"/>
                </a:lnTo>
                <a:lnTo>
                  <a:pt x="1897" y="21008"/>
                </a:lnTo>
                <a:lnTo>
                  <a:pt x="2059" y="20745"/>
                </a:lnTo>
                <a:lnTo>
                  <a:pt x="2119" y="20624"/>
                </a:lnTo>
                <a:lnTo>
                  <a:pt x="2180" y="20503"/>
                </a:lnTo>
                <a:lnTo>
                  <a:pt x="2260" y="20221"/>
                </a:lnTo>
                <a:lnTo>
                  <a:pt x="2301" y="19938"/>
                </a:lnTo>
                <a:lnTo>
                  <a:pt x="2341" y="19635"/>
                </a:lnTo>
                <a:lnTo>
                  <a:pt x="2422" y="19151"/>
                </a:lnTo>
                <a:lnTo>
                  <a:pt x="2462" y="18909"/>
                </a:lnTo>
                <a:lnTo>
                  <a:pt x="2543" y="18687"/>
                </a:lnTo>
                <a:lnTo>
                  <a:pt x="2725" y="18324"/>
                </a:lnTo>
                <a:lnTo>
                  <a:pt x="2926" y="17981"/>
                </a:lnTo>
                <a:lnTo>
                  <a:pt x="3169" y="17678"/>
                </a:lnTo>
                <a:lnTo>
                  <a:pt x="3411" y="17395"/>
                </a:lnTo>
                <a:lnTo>
                  <a:pt x="3673" y="17133"/>
                </a:lnTo>
                <a:lnTo>
                  <a:pt x="3935" y="16911"/>
                </a:lnTo>
                <a:lnTo>
                  <a:pt x="4198" y="16709"/>
                </a:lnTo>
                <a:lnTo>
                  <a:pt x="4440" y="16528"/>
                </a:lnTo>
                <a:lnTo>
                  <a:pt x="4904" y="16245"/>
                </a:lnTo>
                <a:lnTo>
                  <a:pt x="5388" y="15983"/>
                </a:lnTo>
                <a:lnTo>
                  <a:pt x="5913" y="15741"/>
                </a:lnTo>
                <a:lnTo>
                  <a:pt x="6418" y="15539"/>
                </a:lnTo>
                <a:lnTo>
                  <a:pt x="6962" y="15357"/>
                </a:lnTo>
                <a:lnTo>
                  <a:pt x="7487" y="15196"/>
                </a:lnTo>
                <a:lnTo>
                  <a:pt x="8032" y="15055"/>
                </a:lnTo>
                <a:lnTo>
                  <a:pt x="8557" y="14913"/>
                </a:lnTo>
                <a:lnTo>
                  <a:pt x="9404" y="14732"/>
                </a:lnTo>
                <a:lnTo>
                  <a:pt x="10272" y="14550"/>
                </a:lnTo>
                <a:lnTo>
                  <a:pt x="11119" y="14389"/>
                </a:lnTo>
                <a:lnTo>
                  <a:pt x="11987" y="14227"/>
                </a:lnTo>
                <a:lnTo>
                  <a:pt x="12835" y="14106"/>
                </a:lnTo>
                <a:lnTo>
                  <a:pt x="13703" y="13985"/>
                </a:lnTo>
                <a:lnTo>
                  <a:pt x="14550" y="13884"/>
                </a:lnTo>
                <a:lnTo>
                  <a:pt x="15398" y="13783"/>
                </a:lnTo>
                <a:lnTo>
                  <a:pt x="16265" y="13703"/>
                </a:lnTo>
                <a:lnTo>
                  <a:pt x="17113" y="13642"/>
                </a:lnTo>
                <a:lnTo>
                  <a:pt x="18808" y="13541"/>
                </a:lnTo>
                <a:lnTo>
                  <a:pt x="20483" y="13501"/>
                </a:lnTo>
                <a:lnTo>
                  <a:pt x="22138" y="13481"/>
                </a:lnTo>
                <a:lnTo>
                  <a:pt x="23772" y="13501"/>
                </a:lnTo>
                <a:lnTo>
                  <a:pt x="25387" y="13561"/>
                </a:lnTo>
                <a:lnTo>
                  <a:pt x="26981" y="13642"/>
                </a:lnTo>
                <a:lnTo>
                  <a:pt x="28515" y="13763"/>
                </a:lnTo>
                <a:lnTo>
                  <a:pt x="30028" y="13884"/>
                </a:lnTo>
                <a:lnTo>
                  <a:pt x="31501" y="14025"/>
                </a:lnTo>
                <a:lnTo>
                  <a:pt x="32934" y="14187"/>
                </a:lnTo>
                <a:lnTo>
                  <a:pt x="34306" y="14348"/>
                </a:lnTo>
                <a:lnTo>
                  <a:pt x="34831" y="14409"/>
                </a:lnTo>
                <a:lnTo>
                  <a:pt x="35356" y="14449"/>
                </a:lnTo>
                <a:lnTo>
                  <a:pt x="35860" y="14449"/>
                </a:lnTo>
                <a:lnTo>
                  <a:pt x="36123" y="14409"/>
                </a:lnTo>
                <a:lnTo>
                  <a:pt x="36385" y="14368"/>
                </a:lnTo>
                <a:lnTo>
                  <a:pt x="36647" y="14288"/>
                </a:lnTo>
                <a:lnTo>
                  <a:pt x="36910" y="14187"/>
                </a:lnTo>
                <a:lnTo>
                  <a:pt x="37152" y="14046"/>
                </a:lnTo>
                <a:lnTo>
                  <a:pt x="37374" y="13884"/>
                </a:lnTo>
                <a:lnTo>
                  <a:pt x="37555" y="13703"/>
                </a:lnTo>
                <a:lnTo>
                  <a:pt x="37717" y="13501"/>
                </a:lnTo>
                <a:lnTo>
                  <a:pt x="37838" y="13299"/>
                </a:lnTo>
                <a:lnTo>
                  <a:pt x="37919" y="13077"/>
                </a:lnTo>
                <a:lnTo>
                  <a:pt x="37959" y="12895"/>
                </a:lnTo>
                <a:lnTo>
                  <a:pt x="37979" y="12694"/>
                </a:lnTo>
                <a:lnTo>
                  <a:pt x="37979" y="12492"/>
                </a:lnTo>
                <a:lnTo>
                  <a:pt x="37939" y="12290"/>
                </a:lnTo>
                <a:lnTo>
                  <a:pt x="37898" y="12068"/>
                </a:lnTo>
                <a:lnTo>
                  <a:pt x="37818" y="11826"/>
                </a:lnTo>
                <a:lnTo>
                  <a:pt x="37737" y="11604"/>
                </a:lnTo>
                <a:lnTo>
                  <a:pt x="37616" y="11341"/>
                </a:lnTo>
                <a:lnTo>
                  <a:pt x="37414" y="10998"/>
                </a:lnTo>
                <a:lnTo>
                  <a:pt x="37212" y="10655"/>
                </a:lnTo>
                <a:lnTo>
                  <a:pt x="36970" y="10312"/>
                </a:lnTo>
                <a:lnTo>
                  <a:pt x="36708" y="9969"/>
                </a:lnTo>
                <a:lnTo>
                  <a:pt x="36405" y="9626"/>
                </a:lnTo>
                <a:lnTo>
                  <a:pt x="36062" y="9283"/>
                </a:lnTo>
                <a:lnTo>
                  <a:pt x="35699" y="8920"/>
                </a:lnTo>
                <a:lnTo>
                  <a:pt x="35315" y="8577"/>
                </a:lnTo>
                <a:lnTo>
                  <a:pt x="34569" y="7931"/>
                </a:lnTo>
                <a:lnTo>
                  <a:pt x="33782" y="7346"/>
                </a:lnTo>
                <a:lnTo>
                  <a:pt x="32995" y="6781"/>
                </a:lnTo>
                <a:lnTo>
                  <a:pt x="32187" y="6256"/>
                </a:lnTo>
                <a:lnTo>
                  <a:pt x="31360" y="5772"/>
                </a:lnTo>
                <a:lnTo>
                  <a:pt x="30512" y="5308"/>
                </a:lnTo>
                <a:lnTo>
                  <a:pt x="29665" y="4864"/>
                </a:lnTo>
                <a:lnTo>
                  <a:pt x="28797" y="4460"/>
                </a:lnTo>
                <a:lnTo>
                  <a:pt x="27929" y="4077"/>
                </a:lnTo>
                <a:lnTo>
                  <a:pt x="27062" y="3734"/>
                </a:lnTo>
                <a:lnTo>
                  <a:pt x="26194" y="3390"/>
                </a:lnTo>
                <a:lnTo>
                  <a:pt x="25306" y="3088"/>
                </a:lnTo>
                <a:lnTo>
                  <a:pt x="24458" y="2785"/>
                </a:lnTo>
                <a:lnTo>
                  <a:pt x="23591" y="2503"/>
                </a:lnTo>
                <a:lnTo>
                  <a:pt x="21896" y="1998"/>
                </a:lnTo>
                <a:lnTo>
                  <a:pt x="20685" y="1635"/>
                </a:lnTo>
                <a:lnTo>
                  <a:pt x="19494" y="1332"/>
                </a:lnTo>
                <a:lnTo>
                  <a:pt x="18364" y="1050"/>
                </a:lnTo>
                <a:lnTo>
                  <a:pt x="17295" y="807"/>
                </a:lnTo>
                <a:lnTo>
                  <a:pt x="16245" y="585"/>
                </a:lnTo>
                <a:lnTo>
                  <a:pt x="15236" y="404"/>
                </a:lnTo>
                <a:lnTo>
                  <a:pt x="14268" y="263"/>
                </a:lnTo>
                <a:lnTo>
                  <a:pt x="13299" y="162"/>
                </a:lnTo>
                <a:lnTo>
                  <a:pt x="12128" y="61"/>
                </a:lnTo>
                <a:lnTo>
                  <a:pt x="10978" y="0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37" name="Google Shape;2337;p29"/>
          <p:cNvSpPr/>
          <p:nvPr/>
        </p:nvSpPr>
        <p:spPr>
          <a:xfrm flipH="1">
            <a:off x="130285" y="975411"/>
            <a:ext cx="415281" cy="285520"/>
          </a:xfrm>
          <a:custGeom>
            <a:rect b="b" l="l" r="r" t="t"/>
            <a:pathLst>
              <a:path extrusionOk="0" h="5107" w="7428">
                <a:moveTo>
                  <a:pt x="7124" y="82"/>
                </a:moveTo>
                <a:lnTo>
                  <a:pt x="7205" y="102"/>
                </a:lnTo>
                <a:lnTo>
                  <a:pt x="7286" y="142"/>
                </a:lnTo>
                <a:lnTo>
                  <a:pt x="7326" y="223"/>
                </a:lnTo>
                <a:lnTo>
                  <a:pt x="7346" y="344"/>
                </a:lnTo>
                <a:lnTo>
                  <a:pt x="7346" y="485"/>
                </a:lnTo>
                <a:lnTo>
                  <a:pt x="7306" y="647"/>
                </a:lnTo>
                <a:lnTo>
                  <a:pt x="7225" y="808"/>
                </a:lnTo>
                <a:lnTo>
                  <a:pt x="7064" y="1212"/>
                </a:lnTo>
                <a:lnTo>
                  <a:pt x="6842" y="1615"/>
                </a:lnTo>
                <a:lnTo>
                  <a:pt x="6600" y="1999"/>
                </a:lnTo>
                <a:lnTo>
                  <a:pt x="6357" y="2362"/>
                </a:lnTo>
                <a:lnTo>
                  <a:pt x="6055" y="2786"/>
                </a:lnTo>
                <a:lnTo>
                  <a:pt x="5732" y="3149"/>
                </a:lnTo>
                <a:lnTo>
                  <a:pt x="5389" y="3472"/>
                </a:lnTo>
                <a:lnTo>
                  <a:pt x="5026" y="3775"/>
                </a:lnTo>
                <a:lnTo>
                  <a:pt x="4642" y="4037"/>
                </a:lnTo>
                <a:lnTo>
                  <a:pt x="4259" y="4279"/>
                </a:lnTo>
                <a:lnTo>
                  <a:pt x="3835" y="4501"/>
                </a:lnTo>
                <a:lnTo>
                  <a:pt x="3411" y="4683"/>
                </a:lnTo>
                <a:lnTo>
                  <a:pt x="2987" y="4824"/>
                </a:lnTo>
                <a:lnTo>
                  <a:pt x="2745" y="4905"/>
                </a:lnTo>
                <a:lnTo>
                  <a:pt x="2463" y="4965"/>
                </a:lnTo>
                <a:lnTo>
                  <a:pt x="2160" y="5006"/>
                </a:lnTo>
                <a:lnTo>
                  <a:pt x="1837" y="5026"/>
                </a:lnTo>
                <a:lnTo>
                  <a:pt x="1514" y="5006"/>
                </a:lnTo>
                <a:lnTo>
                  <a:pt x="1353" y="4965"/>
                </a:lnTo>
                <a:lnTo>
                  <a:pt x="1171" y="4945"/>
                </a:lnTo>
                <a:lnTo>
                  <a:pt x="1010" y="4885"/>
                </a:lnTo>
                <a:lnTo>
                  <a:pt x="848" y="4824"/>
                </a:lnTo>
                <a:lnTo>
                  <a:pt x="707" y="4743"/>
                </a:lnTo>
                <a:lnTo>
                  <a:pt x="546" y="4642"/>
                </a:lnTo>
                <a:lnTo>
                  <a:pt x="445" y="4562"/>
                </a:lnTo>
                <a:lnTo>
                  <a:pt x="364" y="4461"/>
                </a:lnTo>
                <a:lnTo>
                  <a:pt x="283" y="4380"/>
                </a:lnTo>
                <a:lnTo>
                  <a:pt x="203" y="4279"/>
                </a:lnTo>
                <a:lnTo>
                  <a:pt x="162" y="4178"/>
                </a:lnTo>
                <a:lnTo>
                  <a:pt x="122" y="4057"/>
                </a:lnTo>
                <a:lnTo>
                  <a:pt x="81" y="3956"/>
                </a:lnTo>
                <a:lnTo>
                  <a:pt x="81" y="3855"/>
                </a:lnTo>
                <a:lnTo>
                  <a:pt x="81" y="3654"/>
                </a:lnTo>
                <a:lnTo>
                  <a:pt x="142" y="3492"/>
                </a:lnTo>
                <a:lnTo>
                  <a:pt x="243" y="3331"/>
                </a:lnTo>
                <a:lnTo>
                  <a:pt x="364" y="3169"/>
                </a:lnTo>
                <a:lnTo>
                  <a:pt x="505" y="3028"/>
                </a:lnTo>
                <a:lnTo>
                  <a:pt x="647" y="2907"/>
                </a:lnTo>
                <a:lnTo>
                  <a:pt x="949" y="2685"/>
                </a:lnTo>
                <a:lnTo>
                  <a:pt x="1656" y="2261"/>
                </a:lnTo>
                <a:lnTo>
                  <a:pt x="2362" y="1858"/>
                </a:lnTo>
                <a:lnTo>
                  <a:pt x="3088" y="1474"/>
                </a:lnTo>
                <a:lnTo>
                  <a:pt x="3835" y="1131"/>
                </a:lnTo>
                <a:lnTo>
                  <a:pt x="4602" y="828"/>
                </a:lnTo>
                <a:lnTo>
                  <a:pt x="5369" y="566"/>
                </a:lnTo>
                <a:lnTo>
                  <a:pt x="6156" y="324"/>
                </a:lnTo>
                <a:lnTo>
                  <a:pt x="6943" y="122"/>
                </a:lnTo>
                <a:lnTo>
                  <a:pt x="7044" y="102"/>
                </a:lnTo>
                <a:lnTo>
                  <a:pt x="7124" y="82"/>
                </a:lnTo>
                <a:close/>
                <a:moveTo>
                  <a:pt x="7145" y="1"/>
                </a:moveTo>
                <a:lnTo>
                  <a:pt x="7084" y="21"/>
                </a:lnTo>
                <a:lnTo>
                  <a:pt x="6923" y="41"/>
                </a:lnTo>
                <a:lnTo>
                  <a:pt x="6136" y="243"/>
                </a:lnTo>
                <a:lnTo>
                  <a:pt x="5348" y="485"/>
                </a:lnTo>
                <a:lnTo>
                  <a:pt x="4561" y="768"/>
                </a:lnTo>
                <a:lnTo>
                  <a:pt x="3795" y="1071"/>
                </a:lnTo>
                <a:lnTo>
                  <a:pt x="3048" y="1414"/>
                </a:lnTo>
                <a:lnTo>
                  <a:pt x="2321" y="1777"/>
                </a:lnTo>
                <a:lnTo>
                  <a:pt x="1595" y="2180"/>
                </a:lnTo>
                <a:lnTo>
                  <a:pt x="909" y="2624"/>
                </a:lnTo>
                <a:lnTo>
                  <a:pt x="586" y="2846"/>
                </a:lnTo>
                <a:lnTo>
                  <a:pt x="445" y="2988"/>
                </a:lnTo>
                <a:lnTo>
                  <a:pt x="283" y="3129"/>
                </a:lnTo>
                <a:lnTo>
                  <a:pt x="162" y="3290"/>
                </a:lnTo>
                <a:lnTo>
                  <a:pt x="81" y="3472"/>
                </a:lnTo>
                <a:lnTo>
                  <a:pt x="21" y="3654"/>
                </a:lnTo>
                <a:lnTo>
                  <a:pt x="1" y="3754"/>
                </a:lnTo>
                <a:lnTo>
                  <a:pt x="1" y="3855"/>
                </a:lnTo>
                <a:lnTo>
                  <a:pt x="1" y="3976"/>
                </a:lnTo>
                <a:lnTo>
                  <a:pt x="41" y="4077"/>
                </a:lnTo>
                <a:lnTo>
                  <a:pt x="81" y="4198"/>
                </a:lnTo>
                <a:lnTo>
                  <a:pt x="142" y="4320"/>
                </a:lnTo>
                <a:lnTo>
                  <a:pt x="203" y="4420"/>
                </a:lnTo>
                <a:lnTo>
                  <a:pt x="303" y="4521"/>
                </a:lnTo>
                <a:lnTo>
                  <a:pt x="384" y="4622"/>
                </a:lnTo>
                <a:lnTo>
                  <a:pt x="505" y="4703"/>
                </a:lnTo>
                <a:lnTo>
                  <a:pt x="667" y="4804"/>
                </a:lnTo>
                <a:lnTo>
                  <a:pt x="808" y="4885"/>
                </a:lnTo>
                <a:lnTo>
                  <a:pt x="990" y="4965"/>
                </a:lnTo>
                <a:lnTo>
                  <a:pt x="1151" y="5006"/>
                </a:lnTo>
                <a:lnTo>
                  <a:pt x="1312" y="5046"/>
                </a:lnTo>
                <a:lnTo>
                  <a:pt x="1494" y="5086"/>
                </a:lnTo>
                <a:lnTo>
                  <a:pt x="1837" y="5107"/>
                </a:lnTo>
                <a:lnTo>
                  <a:pt x="2160" y="5086"/>
                </a:lnTo>
                <a:lnTo>
                  <a:pt x="2483" y="5046"/>
                </a:lnTo>
                <a:lnTo>
                  <a:pt x="2765" y="4985"/>
                </a:lnTo>
                <a:lnTo>
                  <a:pt x="3008" y="4905"/>
                </a:lnTo>
                <a:lnTo>
                  <a:pt x="3452" y="4763"/>
                </a:lnTo>
                <a:lnTo>
                  <a:pt x="3875" y="4582"/>
                </a:lnTo>
                <a:lnTo>
                  <a:pt x="4299" y="4360"/>
                </a:lnTo>
                <a:lnTo>
                  <a:pt x="4703" y="4118"/>
                </a:lnTo>
                <a:lnTo>
                  <a:pt x="5086" y="3835"/>
                </a:lnTo>
                <a:lnTo>
                  <a:pt x="5449" y="3532"/>
                </a:lnTo>
                <a:lnTo>
                  <a:pt x="5792" y="3189"/>
                </a:lnTo>
                <a:lnTo>
                  <a:pt x="6115" y="2846"/>
                </a:lnTo>
                <a:lnTo>
                  <a:pt x="6398" y="2443"/>
                </a:lnTo>
                <a:lnTo>
                  <a:pt x="6640" y="2080"/>
                </a:lnTo>
                <a:lnTo>
                  <a:pt x="6882" y="1676"/>
                </a:lnTo>
                <a:lnTo>
                  <a:pt x="7124" y="1252"/>
                </a:lnTo>
                <a:lnTo>
                  <a:pt x="7306" y="849"/>
                </a:lnTo>
                <a:lnTo>
                  <a:pt x="7366" y="667"/>
                </a:lnTo>
                <a:lnTo>
                  <a:pt x="7407" y="485"/>
                </a:lnTo>
                <a:lnTo>
                  <a:pt x="7427" y="324"/>
                </a:lnTo>
                <a:lnTo>
                  <a:pt x="7407" y="203"/>
                </a:lnTo>
                <a:lnTo>
                  <a:pt x="7387" y="142"/>
                </a:lnTo>
                <a:lnTo>
                  <a:pt x="7346" y="82"/>
                </a:lnTo>
                <a:lnTo>
                  <a:pt x="7286" y="41"/>
                </a:lnTo>
                <a:lnTo>
                  <a:pt x="7225" y="21"/>
                </a:lnTo>
                <a:lnTo>
                  <a:pt x="7145" y="1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38" name="Google Shape;2338;p29"/>
          <p:cNvSpPr/>
          <p:nvPr/>
        </p:nvSpPr>
        <p:spPr>
          <a:xfrm flipH="1">
            <a:off x="-960701" y="-89606"/>
            <a:ext cx="1884195" cy="733450"/>
          </a:xfrm>
          <a:custGeom>
            <a:rect b="b" l="l" r="r" t="t"/>
            <a:pathLst>
              <a:path extrusionOk="0" h="13119" w="33702">
                <a:moveTo>
                  <a:pt x="8436" y="82"/>
                </a:moveTo>
                <a:lnTo>
                  <a:pt x="9041" y="102"/>
                </a:lnTo>
                <a:lnTo>
                  <a:pt x="9667" y="142"/>
                </a:lnTo>
                <a:lnTo>
                  <a:pt x="10312" y="183"/>
                </a:lnTo>
                <a:lnTo>
                  <a:pt x="10978" y="263"/>
                </a:lnTo>
                <a:lnTo>
                  <a:pt x="12532" y="465"/>
                </a:lnTo>
                <a:lnTo>
                  <a:pt x="14005" y="707"/>
                </a:lnTo>
                <a:lnTo>
                  <a:pt x="15398" y="949"/>
                </a:lnTo>
                <a:lnTo>
                  <a:pt x="16689" y="1192"/>
                </a:lnTo>
                <a:lnTo>
                  <a:pt x="17900" y="1454"/>
                </a:lnTo>
                <a:lnTo>
                  <a:pt x="19030" y="1716"/>
                </a:lnTo>
                <a:lnTo>
                  <a:pt x="20080" y="1979"/>
                </a:lnTo>
                <a:lnTo>
                  <a:pt x="21048" y="2241"/>
                </a:lnTo>
                <a:lnTo>
                  <a:pt x="21956" y="2523"/>
                </a:lnTo>
                <a:lnTo>
                  <a:pt x="22804" y="2786"/>
                </a:lnTo>
                <a:lnTo>
                  <a:pt x="23571" y="3068"/>
                </a:lnTo>
                <a:lnTo>
                  <a:pt x="24277" y="3331"/>
                </a:lnTo>
                <a:lnTo>
                  <a:pt x="24943" y="3593"/>
                </a:lnTo>
                <a:lnTo>
                  <a:pt x="25548" y="3835"/>
                </a:lnTo>
                <a:lnTo>
                  <a:pt x="26598" y="4320"/>
                </a:lnTo>
                <a:lnTo>
                  <a:pt x="27607" y="4824"/>
                </a:lnTo>
                <a:lnTo>
                  <a:pt x="28071" y="5066"/>
                </a:lnTo>
                <a:lnTo>
                  <a:pt x="28535" y="5329"/>
                </a:lnTo>
                <a:lnTo>
                  <a:pt x="28999" y="5611"/>
                </a:lnTo>
                <a:lnTo>
                  <a:pt x="29423" y="5894"/>
                </a:lnTo>
                <a:lnTo>
                  <a:pt x="29847" y="6176"/>
                </a:lnTo>
                <a:lnTo>
                  <a:pt x="30271" y="6459"/>
                </a:lnTo>
                <a:lnTo>
                  <a:pt x="30654" y="6761"/>
                </a:lnTo>
                <a:lnTo>
                  <a:pt x="31058" y="7064"/>
                </a:lnTo>
                <a:lnTo>
                  <a:pt x="31421" y="7367"/>
                </a:lnTo>
                <a:lnTo>
                  <a:pt x="31784" y="7690"/>
                </a:lnTo>
                <a:lnTo>
                  <a:pt x="32127" y="8012"/>
                </a:lnTo>
                <a:lnTo>
                  <a:pt x="32450" y="8335"/>
                </a:lnTo>
                <a:lnTo>
                  <a:pt x="32773" y="8678"/>
                </a:lnTo>
                <a:lnTo>
                  <a:pt x="33076" y="9021"/>
                </a:lnTo>
                <a:lnTo>
                  <a:pt x="33237" y="9223"/>
                </a:lnTo>
                <a:lnTo>
                  <a:pt x="33378" y="9425"/>
                </a:lnTo>
                <a:lnTo>
                  <a:pt x="33520" y="9667"/>
                </a:lnTo>
                <a:lnTo>
                  <a:pt x="33560" y="9788"/>
                </a:lnTo>
                <a:lnTo>
                  <a:pt x="33600" y="9909"/>
                </a:lnTo>
                <a:lnTo>
                  <a:pt x="33620" y="10030"/>
                </a:lnTo>
                <a:lnTo>
                  <a:pt x="33620" y="10172"/>
                </a:lnTo>
                <a:lnTo>
                  <a:pt x="33600" y="10293"/>
                </a:lnTo>
                <a:lnTo>
                  <a:pt x="33580" y="10414"/>
                </a:lnTo>
                <a:lnTo>
                  <a:pt x="33520" y="10535"/>
                </a:lnTo>
                <a:lnTo>
                  <a:pt x="33459" y="10636"/>
                </a:lnTo>
                <a:lnTo>
                  <a:pt x="33378" y="10737"/>
                </a:lnTo>
                <a:lnTo>
                  <a:pt x="33257" y="10797"/>
                </a:lnTo>
                <a:lnTo>
                  <a:pt x="33176" y="10838"/>
                </a:lnTo>
                <a:lnTo>
                  <a:pt x="33096" y="10858"/>
                </a:lnTo>
                <a:lnTo>
                  <a:pt x="32894" y="10878"/>
                </a:lnTo>
                <a:lnTo>
                  <a:pt x="32692" y="10858"/>
                </a:lnTo>
                <a:lnTo>
                  <a:pt x="32470" y="10817"/>
                </a:lnTo>
                <a:lnTo>
                  <a:pt x="29019" y="10152"/>
                </a:lnTo>
                <a:lnTo>
                  <a:pt x="26840" y="9748"/>
                </a:lnTo>
                <a:lnTo>
                  <a:pt x="25750" y="9566"/>
                </a:lnTo>
                <a:lnTo>
                  <a:pt x="24640" y="9385"/>
                </a:lnTo>
                <a:lnTo>
                  <a:pt x="23551" y="9223"/>
                </a:lnTo>
                <a:lnTo>
                  <a:pt x="22420" y="9102"/>
                </a:lnTo>
                <a:lnTo>
                  <a:pt x="21311" y="9021"/>
                </a:lnTo>
                <a:lnTo>
                  <a:pt x="20201" y="8981"/>
                </a:lnTo>
                <a:lnTo>
                  <a:pt x="19071" y="8961"/>
                </a:lnTo>
                <a:lnTo>
                  <a:pt x="17941" y="9021"/>
                </a:lnTo>
                <a:lnTo>
                  <a:pt x="16831" y="9102"/>
                </a:lnTo>
                <a:lnTo>
                  <a:pt x="15721" y="9223"/>
                </a:lnTo>
                <a:lnTo>
                  <a:pt x="14591" y="9385"/>
                </a:lnTo>
                <a:lnTo>
                  <a:pt x="13501" y="9566"/>
                </a:lnTo>
                <a:lnTo>
                  <a:pt x="12391" y="9788"/>
                </a:lnTo>
                <a:lnTo>
                  <a:pt x="11281" y="10051"/>
                </a:lnTo>
                <a:lnTo>
                  <a:pt x="10191" y="10313"/>
                </a:lnTo>
                <a:lnTo>
                  <a:pt x="9081" y="10596"/>
                </a:lnTo>
                <a:lnTo>
                  <a:pt x="7992" y="10918"/>
                </a:lnTo>
                <a:lnTo>
                  <a:pt x="6922" y="11241"/>
                </a:lnTo>
                <a:lnTo>
                  <a:pt x="4763" y="11907"/>
                </a:lnTo>
                <a:lnTo>
                  <a:pt x="2604" y="12593"/>
                </a:lnTo>
                <a:lnTo>
                  <a:pt x="1595" y="12936"/>
                </a:lnTo>
                <a:lnTo>
                  <a:pt x="1433" y="12977"/>
                </a:lnTo>
                <a:lnTo>
                  <a:pt x="1231" y="13017"/>
                </a:lnTo>
                <a:lnTo>
                  <a:pt x="1050" y="13037"/>
                </a:lnTo>
                <a:lnTo>
                  <a:pt x="949" y="13037"/>
                </a:lnTo>
                <a:lnTo>
                  <a:pt x="868" y="13017"/>
                </a:lnTo>
                <a:lnTo>
                  <a:pt x="767" y="12997"/>
                </a:lnTo>
                <a:lnTo>
                  <a:pt x="687" y="12957"/>
                </a:lnTo>
                <a:lnTo>
                  <a:pt x="606" y="12896"/>
                </a:lnTo>
                <a:lnTo>
                  <a:pt x="525" y="12835"/>
                </a:lnTo>
                <a:lnTo>
                  <a:pt x="404" y="12674"/>
                </a:lnTo>
                <a:lnTo>
                  <a:pt x="323" y="12492"/>
                </a:lnTo>
                <a:lnTo>
                  <a:pt x="243" y="12291"/>
                </a:lnTo>
                <a:lnTo>
                  <a:pt x="202" y="12089"/>
                </a:lnTo>
                <a:lnTo>
                  <a:pt x="162" y="11867"/>
                </a:lnTo>
                <a:lnTo>
                  <a:pt x="142" y="11665"/>
                </a:lnTo>
                <a:lnTo>
                  <a:pt x="101" y="10838"/>
                </a:lnTo>
                <a:lnTo>
                  <a:pt x="81" y="9990"/>
                </a:lnTo>
                <a:lnTo>
                  <a:pt x="101" y="9163"/>
                </a:lnTo>
                <a:lnTo>
                  <a:pt x="142" y="8315"/>
                </a:lnTo>
                <a:lnTo>
                  <a:pt x="202" y="7488"/>
                </a:lnTo>
                <a:lnTo>
                  <a:pt x="283" y="6660"/>
                </a:lnTo>
                <a:lnTo>
                  <a:pt x="404" y="5833"/>
                </a:lnTo>
                <a:lnTo>
                  <a:pt x="545" y="5006"/>
                </a:lnTo>
                <a:lnTo>
                  <a:pt x="666" y="4441"/>
                </a:lnTo>
                <a:lnTo>
                  <a:pt x="808" y="3896"/>
                </a:lnTo>
                <a:lnTo>
                  <a:pt x="909" y="3654"/>
                </a:lnTo>
                <a:lnTo>
                  <a:pt x="989" y="3411"/>
                </a:lnTo>
                <a:lnTo>
                  <a:pt x="1110" y="3189"/>
                </a:lnTo>
                <a:lnTo>
                  <a:pt x="1231" y="2967"/>
                </a:lnTo>
                <a:lnTo>
                  <a:pt x="1413" y="2685"/>
                </a:lnTo>
                <a:lnTo>
                  <a:pt x="1635" y="2402"/>
                </a:lnTo>
                <a:lnTo>
                  <a:pt x="1877" y="2140"/>
                </a:lnTo>
                <a:lnTo>
                  <a:pt x="2160" y="1898"/>
                </a:lnTo>
                <a:lnTo>
                  <a:pt x="2462" y="1656"/>
                </a:lnTo>
                <a:lnTo>
                  <a:pt x="2805" y="1434"/>
                </a:lnTo>
                <a:lnTo>
                  <a:pt x="3189" y="1232"/>
                </a:lnTo>
                <a:lnTo>
                  <a:pt x="3572" y="1030"/>
                </a:lnTo>
                <a:lnTo>
                  <a:pt x="4117" y="808"/>
                </a:lnTo>
                <a:lnTo>
                  <a:pt x="4662" y="627"/>
                </a:lnTo>
                <a:lnTo>
                  <a:pt x="5227" y="465"/>
                </a:lnTo>
                <a:lnTo>
                  <a:pt x="5832" y="324"/>
                </a:lnTo>
                <a:lnTo>
                  <a:pt x="6438" y="223"/>
                </a:lnTo>
                <a:lnTo>
                  <a:pt x="7084" y="142"/>
                </a:lnTo>
                <a:lnTo>
                  <a:pt x="7750" y="102"/>
                </a:lnTo>
                <a:lnTo>
                  <a:pt x="8436" y="82"/>
                </a:lnTo>
                <a:close/>
                <a:moveTo>
                  <a:pt x="8335" y="1"/>
                </a:moveTo>
                <a:lnTo>
                  <a:pt x="7830" y="21"/>
                </a:lnTo>
                <a:lnTo>
                  <a:pt x="7346" y="41"/>
                </a:lnTo>
                <a:lnTo>
                  <a:pt x="6882" y="82"/>
                </a:lnTo>
                <a:lnTo>
                  <a:pt x="6438" y="142"/>
                </a:lnTo>
                <a:lnTo>
                  <a:pt x="5974" y="223"/>
                </a:lnTo>
                <a:lnTo>
                  <a:pt x="5550" y="304"/>
                </a:lnTo>
                <a:lnTo>
                  <a:pt x="5126" y="405"/>
                </a:lnTo>
                <a:lnTo>
                  <a:pt x="4723" y="526"/>
                </a:lnTo>
                <a:lnTo>
                  <a:pt x="4319" y="647"/>
                </a:lnTo>
                <a:lnTo>
                  <a:pt x="3915" y="808"/>
                </a:lnTo>
                <a:lnTo>
                  <a:pt x="3552" y="970"/>
                </a:lnTo>
                <a:lnTo>
                  <a:pt x="3149" y="1151"/>
                </a:lnTo>
                <a:lnTo>
                  <a:pt x="2765" y="1373"/>
                </a:lnTo>
                <a:lnTo>
                  <a:pt x="2422" y="1595"/>
                </a:lnTo>
                <a:lnTo>
                  <a:pt x="2099" y="1837"/>
                </a:lnTo>
                <a:lnTo>
                  <a:pt x="1817" y="2080"/>
                </a:lnTo>
                <a:lnTo>
                  <a:pt x="1575" y="2362"/>
                </a:lnTo>
                <a:lnTo>
                  <a:pt x="1353" y="2624"/>
                </a:lnTo>
                <a:lnTo>
                  <a:pt x="1151" y="2927"/>
                </a:lnTo>
                <a:lnTo>
                  <a:pt x="1030" y="3169"/>
                </a:lnTo>
                <a:lnTo>
                  <a:pt x="909" y="3432"/>
                </a:lnTo>
                <a:lnTo>
                  <a:pt x="808" y="3694"/>
                </a:lnTo>
                <a:lnTo>
                  <a:pt x="707" y="3956"/>
                </a:lnTo>
                <a:lnTo>
                  <a:pt x="586" y="4481"/>
                </a:lnTo>
                <a:lnTo>
                  <a:pt x="465" y="4985"/>
                </a:lnTo>
                <a:lnTo>
                  <a:pt x="323" y="5813"/>
                </a:lnTo>
                <a:lnTo>
                  <a:pt x="222" y="6660"/>
                </a:lnTo>
                <a:lnTo>
                  <a:pt x="122" y="7488"/>
                </a:lnTo>
                <a:lnTo>
                  <a:pt x="61" y="8315"/>
                </a:lnTo>
                <a:lnTo>
                  <a:pt x="21" y="9163"/>
                </a:lnTo>
                <a:lnTo>
                  <a:pt x="0" y="9990"/>
                </a:lnTo>
                <a:lnTo>
                  <a:pt x="21" y="10838"/>
                </a:lnTo>
                <a:lnTo>
                  <a:pt x="61" y="11665"/>
                </a:lnTo>
                <a:lnTo>
                  <a:pt x="101" y="11968"/>
                </a:lnTo>
                <a:lnTo>
                  <a:pt x="142" y="12230"/>
                </a:lnTo>
                <a:lnTo>
                  <a:pt x="222" y="12452"/>
                </a:lnTo>
                <a:lnTo>
                  <a:pt x="303" y="12654"/>
                </a:lnTo>
                <a:lnTo>
                  <a:pt x="404" y="12815"/>
                </a:lnTo>
                <a:lnTo>
                  <a:pt x="545" y="12936"/>
                </a:lnTo>
                <a:lnTo>
                  <a:pt x="687" y="13037"/>
                </a:lnTo>
                <a:lnTo>
                  <a:pt x="848" y="13098"/>
                </a:lnTo>
                <a:lnTo>
                  <a:pt x="949" y="13118"/>
                </a:lnTo>
                <a:lnTo>
                  <a:pt x="1191" y="13118"/>
                </a:lnTo>
                <a:lnTo>
                  <a:pt x="1353" y="13078"/>
                </a:lnTo>
                <a:lnTo>
                  <a:pt x="1615" y="12997"/>
                </a:lnTo>
                <a:lnTo>
                  <a:pt x="2644" y="12674"/>
                </a:lnTo>
                <a:lnTo>
                  <a:pt x="4783" y="11988"/>
                </a:lnTo>
                <a:lnTo>
                  <a:pt x="6942" y="11302"/>
                </a:lnTo>
                <a:lnTo>
                  <a:pt x="8012" y="10999"/>
                </a:lnTo>
                <a:lnTo>
                  <a:pt x="9102" y="10676"/>
                </a:lnTo>
                <a:lnTo>
                  <a:pt x="10191" y="10394"/>
                </a:lnTo>
                <a:lnTo>
                  <a:pt x="11301" y="10131"/>
                </a:lnTo>
                <a:lnTo>
                  <a:pt x="12391" y="9869"/>
                </a:lnTo>
                <a:lnTo>
                  <a:pt x="13501" y="9647"/>
                </a:lnTo>
                <a:lnTo>
                  <a:pt x="14611" y="9465"/>
                </a:lnTo>
                <a:lnTo>
                  <a:pt x="15721" y="9304"/>
                </a:lnTo>
                <a:lnTo>
                  <a:pt x="16831" y="9183"/>
                </a:lnTo>
                <a:lnTo>
                  <a:pt x="17961" y="9102"/>
                </a:lnTo>
                <a:lnTo>
                  <a:pt x="19071" y="9042"/>
                </a:lnTo>
                <a:lnTo>
                  <a:pt x="20201" y="9062"/>
                </a:lnTo>
                <a:lnTo>
                  <a:pt x="21311" y="9102"/>
                </a:lnTo>
                <a:lnTo>
                  <a:pt x="22420" y="9183"/>
                </a:lnTo>
                <a:lnTo>
                  <a:pt x="23530" y="9304"/>
                </a:lnTo>
                <a:lnTo>
                  <a:pt x="24640" y="9465"/>
                </a:lnTo>
                <a:lnTo>
                  <a:pt x="25750" y="9647"/>
                </a:lnTo>
                <a:lnTo>
                  <a:pt x="26840" y="9829"/>
                </a:lnTo>
                <a:lnTo>
                  <a:pt x="28999" y="10232"/>
                </a:lnTo>
                <a:lnTo>
                  <a:pt x="32470" y="10898"/>
                </a:lnTo>
                <a:lnTo>
                  <a:pt x="32692" y="10939"/>
                </a:lnTo>
                <a:lnTo>
                  <a:pt x="32894" y="10959"/>
                </a:lnTo>
                <a:lnTo>
                  <a:pt x="33116" y="10939"/>
                </a:lnTo>
                <a:lnTo>
                  <a:pt x="33197" y="10918"/>
                </a:lnTo>
                <a:lnTo>
                  <a:pt x="33298" y="10878"/>
                </a:lnTo>
                <a:lnTo>
                  <a:pt x="33419" y="10797"/>
                </a:lnTo>
                <a:lnTo>
                  <a:pt x="33520" y="10696"/>
                </a:lnTo>
                <a:lnTo>
                  <a:pt x="33600" y="10575"/>
                </a:lnTo>
                <a:lnTo>
                  <a:pt x="33661" y="10454"/>
                </a:lnTo>
                <a:lnTo>
                  <a:pt x="33681" y="10313"/>
                </a:lnTo>
                <a:lnTo>
                  <a:pt x="33701" y="10172"/>
                </a:lnTo>
                <a:lnTo>
                  <a:pt x="33701" y="10030"/>
                </a:lnTo>
                <a:lnTo>
                  <a:pt x="33681" y="9889"/>
                </a:lnTo>
                <a:lnTo>
                  <a:pt x="33641" y="9768"/>
                </a:lnTo>
                <a:lnTo>
                  <a:pt x="33600" y="9627"/>
                </a:lnTo>
                <a:lnTo>
                  <a:pt x="33459" y="9385"/>
                </a:lnTo>
                <a:lnTo>
                  <a:pt x="33298" y="9163"/>
                </a:lnTo>
                <a:lnTo>
                  <a:pt x="33136" y="8961"/>
                </a:lnTo>
                <a:lnTo>
                  <a:pt x="32833" y="8618"/>
                </a:lnTo>
                <a:lnTo>
                  <a:pt x="32511" y="8275"/>
                </a:lnTo>
                <a:lnTo>
                  <a:pt x="32188" y="7952"/>
                </a:lnTo>
                <a:lnTo>
                  <a:pt x="31824" y="7629"/>
                </a:lnTo>
                <a:lnTo>
                  <a:pt x="31481" y="7306"/>
                </a:lnTo>
                <a:lnTo>
                  <a:pt x="31098" y="7003"/>
                </a:lnTo>
                <a:lnTo>
                  <a:pt x="30714" y="6701"/>
                </a:lnTo>
                <a:lnTo>
                  <a:pt x="30311" y="6398"/>
                </a:lnTo>
                <a:lnTo>
                  <a:pt x="29907" y="6095"/>
                </a:lnTo>
                <a:lnTo>
                  <a:pt x="29483" y="5813"/>
                </a:lnTo>
                <a:lnTo>
                  <a:pt x="29040" y="5530"/>
                </a:lnTo>
                <a:lnTo>
                  <a:pt x="28575" y="5268"/>
                </a:lnTo>
                <a:lnTo>
                  <a:pt x="28111" y="5006"/>
                </a:lnTo>
                <a:lnTo>
                  <a:pt x="27627" y="4743"/>
                </a:lnTo>
                <a:lnTo>
                  <a:pt x="26638" y="4259"/>
                </a:lnTo>
                <a:lnTo>
                  <a:pt x="25569" y="3775"/>
                </a:lnTo>
                <a:lnTo>
                  <a:pt x="24963" y="3512"/>
                </a:lnTo>
                <a:lnTo>
                  <a:pt x="24317" y="3250"/>
                </a:lnTo>
                <a:lnTo>
                  <a:pt x="23591" y="2988"/>
                </a:lnTo>
                <a:lnTo>
                  <a:pt x="22824" y="2725"/>
                </a:lnTo>
                <a:lnTo>
                  <a:pt x="21977" y="2443"/>
                </a:lnTo>
                <a:lnTo>
                  <a:pt x="21068" y="2180"/>
                </a:lnTo>
                <a:lnTo>
                  <a:pt x="20100" y="1898"/>
                </a:lnTo>
                <a:lnTo>
                  <a:pt x="19050" y="1636"/>
                </a:lnTo>
                <a:lnTo>
                  <a:pt x="17920" y="1373"/>
                </a:lnTo>
                <a:lnTo>
                  <a:pt x="16710" y="1111"/>
                </a:lnTo>
                <a:lnTo>
                  <a:pt x="15398" y="869"/>
                </a:lnTo>
                <a:lnTo>
                  <a:pt x="14026" y="627"/>
                </a:lnTo>
                <a:lnTo>
                  <a:pt x="12552" y="405"/>
                </a:lnTo>
                <a:lnTo>
                  <a:pt x="10978" y="183"/>
                </a:lnTo>
                <a:lnTo>
                  <a:pt x="10413" y="122"/>
                </a:lnTo>
                <a:lnTo>
                  <a:pt x="9889" y="62"/>
                </a:lnTo>
                <a:lnTo>
                  <a:pt x="9344" y="41"/>
                </a:lnTo>
                <a:lnTo>
                  <a:pt x="8839" y="21"/>
                </a:lnTo>
                <a:lnTo>
                  <a:pt x="8335" y="1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39" name="Google Shape;2339;p29"/>
          <p:cNvSpPr/>
          <p:nvPr/>
        </p:nvSpPr>
        <p:spPr>
          <a:xfrm flipH="1">
            <a:off x="274752" y="1084875"/>
            <a:ext cx="166996" cy="99348"/>
          </a:xfrm>
          <a:custGeom>
            <a:rect b="b" l="l" r="r" t="t"/>
            <a:pathLst>
              <a:path extrusionOk="0" h="1777" w="2987">
                <a:moveTo>
                  <a:pt x="2240" y="81"/>
                </a:moveTo>
                <a:lnTo>
                  <a:pt x="2442" y="101"/>
                </a:lnTo>
                <a:lnTo>
                  <a:pt x="2644" y="122"/>
                </a:lnTo>
                <a:lnTo>
                  <a:pt x="2745" y="162"/>
                </a:lnTo>
                <a:lnTo>
                  <a:pt x="2805" y="182"/>
                </a:lnTo>
                <a:lnTo>
                  <a:pt x="2866" y="243"/>
                </a:lnTo>
                <a:lnTo>
                  <a:pt x="2906" y="283"/>
                </a:lnTo>
                <a:lnTo>
                  <a:pt x="2906" y="364"/>
                </a:lnTo>
                <a:lnTo>
                  <a:pt x="2906" y="444"/>
                </a:lnTo>
                <a:lnTo>
                  <a:pt x="2846" y="525"/>
                </a:lnTo>
                <a:lnTo>
                  <a:pt x="2765" y="626"/>
                </a:lnTo>
                <a:lnTo>
                  <a:pt x="2543" y="868"/>
                </a:lnTo>
                <a:lnTo>
                  <a:pt x="2281" y="1070"/>
                </a:lnTo>
                <a:lnTo>
                  <a:pt x="1998" y="1252"/>
                </a:lnTo>
                <a:lnTo>
                  <a:pt x="1716" y="1413"/>
                </a:lnTo>
                <a:lnTo>
                  <a:pt x="1393" y="1534"/>
                </a:lnTo>
                <a:lnTo>
                  <a:pt x="1090" y="1615"/>
                </a:lnTo>
                <a:lnTo>
                  <a:pt x="747" y="1675"/>
                </a:lnTo>
                <a:lnTo>
                  <a:pt x="424" y="1696"/>
                </a:lnTo>
                <a:lnTo>
                  <a:pt x="263" y="1696"/>
                </a:lnTo>
                <a:lnTo>
                  <a:pt x="182" y="1655"/>
                </a:lnTo>
                <a:lnTo>
                  <a:pt x="121" y="1615"/>
                </a:lnTo>
                <a:lnTo>
                  <a:pt x="81" y="1554"/>
                </a:lnTo>
                <a:lnTo>
                  <a:pt x="81" y="1494"/>
                </a:lnTo>
                <a:lnTo>
                  <a:pt x="81" y="1433"/>
                </a:lnTo>
                <a:lnTo>
                  <a:pt x="101" y="1373"/>
                </a:lnTo>
                <a:lnTo>
                  <a:pt x="182" y="1252"/>
                </a:lnTo>
                <a:lnTo>
                  <a:pt x="263" y="1151"/>
                </a:lnTo>
                <a:lnTo>
                  <a:pt x="485" y="949"/>
                </a:lnTo>
                <a:lnTo>
                  <a:pt x="686" y="747"/>
                </a:lnTo>
                <a:lnTo>
                  <a:pt x="929" y="586"/>
                </a:lnTo>
                <a:lnTo>
                  <a:pt x="1171" y="424"/>
                </a:lnTo>
                <a:lnTo>
                  <a:pt x="1413" y="283"/>
                </a:lnTo>
                <a:lnTo>
                  <a:pt x="1675" y="182"/>
                </a:lnTo>
                <a:lnTo>
                  <a:pt x="1958" y="101"/>
                </a:lnTo>
                <a:lnTo>
                  <a:pt x="2240" y="81"/>
                </a:lnTo>
                <a:close/>
                <a:moveTo>
                  <a:pt x="2119" y="0"/>
                </a:moveTo>
                <a:lnTo>
                  <a:pt x="1938" y="21"/>
                </a:lnTo>
                <a:lnTo>
                  <a:pt x="1776" y="61"/>
                </a:lnTo>
                <a:lnTo>
                  <a:pt x="1615" y="122"/>
                </a:lnTo>
                <a:lnTo>
                  <a:pt x="1453" y="182"/>
                </a:lnTo>
                <a:lnTo>
                  <a:pt x="1292" y="243"/>
                </a:lnTo>
                <a:lnTo>
                  <a:pt x="1009" y="424"/>
                </a:lnTo>
                <a:lnTo>
                  <a:pt x="727" y="626"/>
                </a:lnTo>
                <a:lnTo>
                  <a:pt x="464" y="848"/>
                </a:lnTo>
                <a:lnTo>
                  <a:pt x="222" y="1090"/>
                </a:lnTo>
                <a:lnTo>
                  <a:pt x="101" y="1211"/>
                </a:lnTo>
                <a:lnTo>
                  <a:pt x="21" y="1332"/>
                </a:lnTo>
                <a:lnTo>
                  <a:pt x="0" y="1433"/>
                </a:lnTo>
                <a:lnTo>
                  <a:pt x="0" y="1514"/>
                </a:lnTo>
                <a:lnTo>
                  <a:pt x="21" y="1595"/>
                </a:lnTo>
                <a:lnTo>
                  <a:pt x="61" y="1655"/>
                </a:lnTo>
                <a:lnTo>
                  <a:pt x="121" y="1716"/>
                </a:lnTo>
                <a:lnTo>
                  <a:pt x="222" y="1756"/>
                </a:lnTo>
                <a:lnTo>
                  <a:pt x="303" y="1776"/>
                </a:lnTo>
                <a:lnTo>
                  <a:pt x="424" y="1776"/>
                </a:lnTo>
                <a:lnTo>
                  <a:pt x="767" y="1756"/>
                </a:lnTo>
                <a:lnTo>
                  <a:pt x="1110" y="1696"/>
                </a:lnTo>
                <a:lnTo>
                  <a:pt x="1433" y="1615"/>
                </a:lnTo>
                <a:lnTo>
                  <a:pt x="1736" y="1474"/>
                </a:lnTo>
                <a:lnTo>
                  <a:pt x="2039" y="1332"/>
                </a:lnTo>
                <a:lnTo>
                  <a:pt x="2321" y="1131"/>
                </a:lnTo>
                <a:lnTo>
                  <a:pt x="2604" y="929"/>
                </a:lnTo>
                <a:lnTo>
                  <a:pt x="2826" y="687"/>
                </a:lnTo>
                <a:lnTo>
                  <a:pt x="2926" y="565"/>
                </a:lnTo>
                <a:lnTo>
                  <a:pt x="2987" y="465"/>
                </a:lnTo>
                <a:lnTo>
                  <a:pt x="2987" y="343"/>
                </a:lnTo>
                <a:lnTo>
                  <a:pt x="2967" y="263"/>
                </a:lnTo>
                <a:lnTo>
                  <a:pt x="2926" y="182"/>
                </a:lnTo>
                <a:lnTo>
                  <a:pt x="2866" y="122"/>
                </a:lnTo>
                <a:lnTo>
                  <a:pt x="2765" y="81"/>
                </a:lnTo>
                <a:lnTo>
                  <a:pt x="2664" y="41"/>
                </a:lnTo>
                <a:lnTo>
                  <a:pt x="2462" y="21"/>
                </a:lnTo>
                <a:lnTo>
                  <a:pt x="2281" y="0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2340" name="Google Shape;2340;p29"/>
          <p:cNvGrpSpPr/>
          <p:nvPr/>
        </p:nvGrpSpPr>
        <p:grpSpPr>
          <a:xfrm>
            <a:off x="8053502" y="4224312"/>
            <a:ext cx="754524" cy="750237"/>
            <a:chOff x="8523754" y="10"/>
            <a:chExt cx="516408" cy="513439"/>
          </a:xfrm>
        </p:grpSpPr>
        <p:sp>
          <p:nvSpPr>
            <p:cNvPr id="2341" name="Google Shape;2341;p29"/>
            <p:cNvSpPr/>
            <p:nvPr/>
          </p:nvSpPr>
          <p:spPr>
            <a:xfrm>
              <a:off x="8523754" y="255242"/>
              <a:ext cx="516408" cy="258207"/>
            </a:xfrm>
            <a:custGeom>
              <a:rect b="b" l="l" r="r" t="t"/>
              <a:pathLst>
                <a:path extrusionOk="0" h="41798" w="83595">
                  <a:moveTo>
                    <a:pt x="41797" y="0"/>
                  </a:moveTo>
                  <a:lnTo>
                    <a:pt x="40710" y="28"/>
                  </a:lnTo>
                  <a:lnTo>
                    <a:pt x="39650" y="56"/>
                  </a:lnTo>
                  <a:lnTo>
                    <a:pt x="38591" y="112"/>
                  </a:lnTo>
                  <a:lnTo>
                    <a:pt x="37531" y="223"/>
                  </a:lnTo>
                  <a:lnTo>
                    <a:pt x="36472" y="335"/>
                  </a:lnTo>
                  <a:lnTo>
                    <a:pt x="35440" y="474"/>
                  </a:lnTo>
                  <a:lnTo>
                    <a:pt x="34408" y="669"/>
                  </a:lnTo>
                  <a:lnTo>
                    <a:pt x="33377" y="864"/>
                  </a:lnTo>
                  <a:lnTo>
                    <a:pt x="32373" y="1060"/>
                  </a:lnTo>
                  <a:lnTo>
                    <a:pt x="31369" y="1311"/>
                  </a:lnTo>
                  <a:lnTo>
                    <a:pt x="30365" y="1589"/>
                  </a:lnTo>
                  <a:lnTo>
                    <a:pt x="29361" y="1868"/>
                  </a:lnTo>
                  <a:lnTo>
                    <a:pt x="28385" y="2203"/>
                  </a:lnTo>
                  <a:lnTo>
                    <a:pt x="27437" y="2537"/>
                  </a:lnTo>
                  <a:lnTo>
                    <a:pt x="26489" y="2900"/>
                  </a:lnTo>
                  <a:lnTo>
                    <a:pt x="25541" y="3290"/>
                  </a:lnTo>
                  <a:lnTo>
                    <a:pt x="24593" y="3708"/>
                  </a:lnTo>
                  <a:lnTo>
                    <a:pt x="23673" y="4127"/>
                  </a:lnTo>
                  <a:lnTo>
                    <a:pt x="22781" y="4573"/>
                  </a:lnTo>
                  <a:lnTo>
                    <a:pt x="21889" y="5047"/>
                  </a:lnTo>
                  <a:lnTo>
                    <a:pt x="20996" y="5549"/>
                  </a:lnTo>
                  <a:lnTo>
                    <a:pt x="20132" y="6051"/>
                  </a:lnTo>
                  <a:lnTo>
                    <a:pt x="19267" y="6580"/>
                  </a:lnTo>
                  <a:lnTo>
                    <a:pt x="18431" y="7138"/>
                  </a:lnTo>
                  <a:lnTo>
                    <a:pt x="17594" y="7724"/>
                  </a:lnTo>
                  <a:lnTo>
                    <a:pt x="16786" y="8309"/>
                  </a:lnTo>
                  <a:lnTo>
                    <a:pt x="16005" y="8923"/>
                  </a:lnTo>
                  <a:lnTo>
                    <a:pt x="15224" y="9536"/>
                  </a:lnTo>
                  <a:lnTo>
                    <a:pt x="14444" y="10205"/>
                  </a:lnTo>
                  <a:lnTo>
                    <a:pt x="13691" y="10847"/>
                  </a:lnTo>
                  <a:lnTo>
                    <a:pt x="12966" y="11544"/>
                  </a:lnTo>
                  <a:lnTo>
                    <a:pt x="12241" y="12241"/>
                  </a:lnTo>
                  <a:lnTo>
                    <a:pt x="11544" y="12966"/>
                  </a:lnTo>
                  <a:lnTo>
                    <a:pt x="10875" y="13691"/>
                  </a:lnTo>
                  <a:lnTo>
                    <a:pt x="10205" y="14444"/>
                  </a:lnTo>
                  <a:lnTo>
                    <a:pt x="9564" y="15224"/>
                  </a:lnTo>
                  <a:lnTo>
                    <a:pt x="8923" y="16005"/>
                  </a:lnTo>
                  <a:lnTo>
                    <a:pt x="8309" y="16786"/>
                  </a:lnTo>
                  <a:lnTo>
                    <a:pt x="7724" y="17594"/>
                  </a:lnTo>
                  <a:lnTo>
                    <a:pt x="7138" y="18431"/>
                  </a:lnTo>
                  <a:lnTo>
                    <a:pt x="6581" y="19267"/>
                  </a:lnTo>
                  <a:lnTo>
                    <a:pt x="6051" y="20132"/>
                  </a:lnTo>
                  <a:lnTo>
                    <a:pt x="5549" y="20996"/>
                  </a:lnTo>
                  <a:lnTo>
                    <a:pt x="5047" y="21888"/>
                  </a:lnTo>
                  <a:lnTo>
                    <a:pt x="4573" y="22781"/>
                  </a:lnTo>
                  <a:lnTo>
                    <a:pt x="4127" y="23673"/>
                  </a:lnTo>
                  <a:lnTo>
                    <a:pt x="3709" y="24593"/>
                  </a:lnTo>
                  <a:lnTo>
                    <a:pt x="3290" y="25541"/>
                  </a:lnTo>
                  <a:lnTo>
                    <a:pt x="2900" y="26461"/>
                  </a:lnTo>
                  <a:lnTo>
                    <a:pt x="2537" y="27437"/>
                  </a:lnTo>
                  <a:lnTo>
                    <a:pt x="2203" y="28385"/>
                  </a:lnTo>
                  <a:lnTo>
                    <a:pt x="1896" y="29361"/>
                  </a:lnTo>
                  <a:lnTo>
                    <a:pt x="1589" y="30365"/>
                  </a:lnTo>
                  <a:lnTo>
                    <a:pt x="1311" y="31341"/>
                  </a:lnTo>
                  <a:lnTo>
                    <a:pt x="1087" y="32345"/>
                  </a:lnTo>
                  <a:lnTo>
                    <a:pt x="864" y="33376"/>
                  </a:lnTo>
                  <a:lnTo>
                    <a:pt x="669" y="34408"/>
                  </a:lnTo>
                  <a:lnTo>
                    <a:pt x="502" y="35440"/>
                  </a:lnTo>
                  <a:lnTo>
                    <a:pt x="335" y="36471"/>
                  </a:lnTo>
                  <a:lnTo>
                    <a:pt x="223" y="37531"/>
                  </a:lnTo>
                  <a:lnTo>
                    <a:pt x="139" y="38591"/>
                  </a:lnTo>
                  <a:lnTo>
                    <a:pt x="56" y="39650"/>
                  </a:lnTo>
                  <a:lnTo>
                    <a:pt x="28" y="40710"/>
                  </a:lnTo>
                  <a:lnTo>
                    <a:pt x="0" y="41797"/>
                  </a:lnTo>
                  <a:lnTo>
                    <a:pt x="83595" y="41797"/>
                  </a:lnTo>
                  <a:lnTo>
                    <a:pt x="83595" y="40710"/>
                  </a:lnTo>
                  <a:lnTo>
                    <a:pt x="83539" y="39650"/>
                  </a:lnTo>
                  <a:lnTo>
                    <a:pt x="83483" y="38591"/>
                  </a:lnTo>
                  <a:lnTo>
                    <a:pt x="83372" y="37531"/>
                  </a:lnTo>
                  <a:lnTo>
                    <a:pt x="83260" y="36471"/>
                  </a:lnTo>
                  <a:lnTo>
                    <a:pt x="83121" y="35440"/>
                  </a:lnTo>
                  <a:lnTo>
                    <a:pt x="82953" y="34408"/>
                  </a:lnTo>
                  <a:lnTo>
                    <a:pt x="82758" y="33376"/>
                  </a:lnTo>
                  <a:lnTo>
                    <a:pt x="82535" y="32345"/>
                  </a:lnTo>
                  <a:lnTo>
                    <a:pt x="82284" y="31341"/>
                  </a:lnTo>
                  <a:lnTo>
                    <a:pt x="82005" y="30365"/>
                  </a:lnTo>
                  <a:lnTo>
                    <a:pt x="81727" y="29361"/>
                  </a:lnTo>
                  <a:lnTo>
                    <a:pt x="81392" y="28385"/>
                  </a:lnTo>
                  <a:lnTo>
                    <a:pt x="81057" y="27437"/>
                  </a:lnTo>
                  <a:lnTo>
                    <a:pt x="80695" y="26461"/>
                  </a:lnTo>
                  <a:lnTo>
                    <a:pt x="80304" y="25541"/>
                  </a:lnTo>
                  <a:lnTo>
                    <a:pt x="79914" y="24593"/>
                  </a:lnTo>
                  <a:lnTo>
                    <a:pt x="79468" y="23673"/>
                  </a:lnTo>
                  <a:lnTo>
                    <a:pt x="79022" y="22781"/>
                  </a:lnTo>
                  <a:lnTo>
                    <a:pt x="78548" y="21888"/>
                  </a:lnTo>
                  <a:lnTo>
                    <a:pt x="78046" y="20996"/>
                  </a:lnTo>
                  <a:lnTo>
                    <a:pt x="77544" y="20132"/>
                  </a:lnTo>
                  <a:lnTo>
                    <a:pt x="77014" y="19267"/>
                  </a:lnTo>
                  <a:lnTo>
                    <a:pt x="76457" y="18431"/>
                  </a:lnTo>
                  <a:lnTo>
                    <a:pt x="75899" y="17594"/>
                  </a:lnTo>
                  <a:lnTo>
                    <a:pt x="75285" y="16786"/>
                  </a:lnTo>
                  <a:lnTo>
                    <a:pt x="74672" y="16005"/>
                  </a:lnTo>
                  <a:lnTo>
                    <a:pt x="74059" y="15224"/>
                  </a:lnTo>
                  <a:lnTo>
                    <a:pt x="73417" y="14444"/>
                  </a:lnTo>
                  <a:lnTo>
                    <a:pt x="72748" y="13691"/>
                  </a:lnTo>
                  <a:lnTo>
                    <a:pt x="72051" y="12966"/>
                  </a:lnTo>
                  <a:lnTo>
                    <a:pt x="71354" y="12241"/>
                  </a:lnTo>
                  <a:lnTo>
                    <a:pt x="70629" y="11544"/>
                  </a:lnTo>
                  <a:lnTo>
                    <a:pt x="69904" y="10847"/>
                  </a:lnTo>
                  <a:lnTo>
                    <a:pt x="69151" y="10205"/>
                  </a:lnTo>
                  <a:lnTo>
                    <a:pt x="68398" y="9536"/>
                  </a:lnTo>
                  <a:lnTo>
                    <a:pt x="67617" y="8923"/>
                  </a:lnTo>
                  <a:lnTo>
                    <a:pt x="66809" y="8309"/>
                  </a:lnTo>
                  <a:lnTo>
                    <a:pt x="66000" y="7724"/>
                  </a:lnTo>
                  <a:lnTo>
                    <a:pt x="65164" y="7138"/>
                  </a:lnTo>
                  <a:lnTo>
                    <a:pt x="64327" y="6580"/>
                  </a:lnTo>
                  <a:lnTo>
                    <a:pt x="63463" y="6051"/>
                  </a:lnTo>
                  <a:lnTo>
                    <a:pt x="62598" y="5549"/>
                  </a:lnTo>
                  <a:lnTo>
                    <a:pt x="61734" y="5047"/>
                  </a:lnTo>
                  <a:lnTo>
                    <a:pt x="60842" y="4573"/>
                  </a:lnTo>
                  <a:lnTo>
                    <a:pt x="59922" y="4127"/>
                  </a:lnTo>
                  <a:lnTo>
                    <a:pt x="59001" y="3708"/>
                  </a:lnTo>
                  <a:lnTo>
                    <a:pt x="58081" y="3290"/>
                  </a:lnTo>
                  <a:lnTo>
                    <a:pt x="57133" y="2900"/>
                  </a:lnTo>
                  <a:lnTo>
                    <a:pt x="56185" y="2537"/>
                  </a:lnTo>
                  <a:lnTo>
                    <a:pt x="55209" y="2203"/>
                  </a:lnTo>
                  <a:lnTo>
                    <a:pt x="54233" y="1868"/>
                  </a:lnTo>
                  <a:lnTo>
                    <a:pt x="53257" y="1589"/>
                  </a:lnTo>
                  <a:lnTo>
                    <a:pt x="52254" y="1311"/>
                  </a:lnTo>
                  <a:lnTo>
                    <a:pt x="51250" y="1060"/>
                  </a:lnTo>
                  <a:lnTo>
                    <a:pt x="50218" y="864"/>
                  </a:lnTo>
                  <a:lnTo>
                    <a:pt x="49214" y="669"/>
                  </a:lnTo>
                  <a:lnTo>
                    <a:pt x="48155" y="474"/>
                  </a:lnTo>
                  <a:lnTo>
                    <a:pt x="47123" y="335"/>
                  </a:lnTo>
                  <a:lnTo>
                    <a:pt x="46064" y="223"/>
                  </a:lnTo>
                  <a:lnTo>
                    <a:pt x="45032" y="112"/>
                  </a:lnTo>
                  <a:lnTo>
                    <a:pt x="43944" y="56"/>
                  </a:lnTo>
                  <a:lnTo>
                    <a:pt x="42885" y="28"/>
                  </a:lnTo>
                  <a:lnTo>
                    <a:pt x="41797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42" name="Google Shape;2342;p29"/>
            <p:cNvSpPr/>
            <p:nvPr/>
          </p:nvSpPr>
          <p:spPr>
            <a:xfrm>
              <a:off x="8523754" y="10"/>
              <a:ext cx="516408" cy="258207"/>
            </a:xfrm>
            <a:custGeom>
              <a:rect b="b" l="l" r="r" t="t"/>
              <a:pathLst>
                <a:path extrusionOk="0" h="41798" w="83595">
                  <a:moveTo>
                    <a:pt x="41797" y="0"/>
                  </a:moveTo>
                  <a:lnTo>
                    <a:pt x="40710" y="28"/>
                  </a:lnTo>
                  <a:lnTo>
                    <a:pt x="39650" y="56"/>
                  </a:lnTo>
                  <a:lnTo>
                    <a:pt x="38591" y="112"/>
                  </a:lnTo>
                  <a:lnTo>
                    <a:pt x="37531" y="223"/>
                  </a:lnTo>
                  <a:lnTo>
                    <a:pt x="36472" y="335"/>
                  </a:lnTo>
                  <a:lnTo>
                    <a:pt x="35440" y="474"/>
                  </a:lnTo>
                  <a:lnTo>
                    <a:pt x="34408" y="669"/>
                  </a:lnTo>
                  <a:lnTo>
                    <a:pt x="33377" y="864"/>
                  </a:lnTo>
                  <a:lnTo>
                    <a:pt x="32373" y="1060"/>
                  </a:lnTo>
                  <a:lnTo>
                    <a:pt x="31369" y="1311"/>
                  </a:lnTo>
                  <a:lnTo>
                    <a:pt x="30365" y="1589"/>
                  </a:lnTo>
                  <a:lnTo>
                    <a:pt x="29361" y="1868"/>
                  </a:lnTo>
                  <a:lnTo>
                    <a:pt x="28385" y="2203"/>
                  </a:lnTo>
                  <a:lnTo>
                    <a:pt x="27437" y="2537"/>
                  </a:lnTo>
                  <a:lnTo>
                    <a:pt x="26489" y="2900"/>
                  </a:lnTo>
                  <a:lnTo>
                    <a:pt x="25541" y="3290"/>
                  </a:lnTo>
                  <a:lnTo>
                    <a:pt x="24593" y="3708"/>
                  </a:lnTo>
                  <a:lnTo>
                    <a:pt x="23673" y="4127"/>
                  </a:lnTo>
                  <a:lnTo>
                    <a:pt x="22781" y="4573"/>
                  </a:lnTo>
                  <a:lnTo>
                    <a:pt x="21889" y="5047"/>
                  </a:lnTo>
                  <a:lnTo>
                    <a:pt x="20996" y="5549"/>
                  </a:lnTo>
                  <a:lnTo>
                    <a:pt x="20132" y="6051"/>
                  </a:lnTo>
                  <a:lnTo>
                    <a:pt x="19267" y="6580"/>
                  </a:lnTo>
                  <a:lnTo>
                    <a:pt x="18431" y="7138"/>
                  </a:lnTo>
                  <a:lnTo>
                    <a:pt x="17594" y="7724"/>
                  </a:lnTo>
                  <a:lnTo>
                    <a:pt x="16786" y="8309"/>
                  </a:lnTo>
                  <a:lnTo>
                    <a:pt x="16005" y="8923"/>
                  </a:lnTo>
                  <a:lnTo>
                    <a:pt x="15224" y="9536"/>
                  </a:lnTo>
                  <a:lnTo>
                    <a:pt x="14444" y="10205"/>
                  </a:lnTo>
                  <a:lnTo>
                    <a:pt x="13691" y="10847"/>
                  </a:lnTo>
                  <a:lnTo>
                    <a:pt x="12966" y="11544"/>
                  </a:lnTo>
                  <a:lnTo>
                    <a:pt x="12241" y="12241"/>
                  </a:lnTo>
                  <a:lnTo>
                    <a:pt x="11544" y="12966"/>
                  </a:lnTo>
                  <a:lnTo>
                    <a:pt x="10875" y="13691"/>
                  </a:lnTo>
                  <a:lnTo>
                    <a:pt x="10205" y="14444"/>
                  </a:lnTo>
                  <a:lnTo>
                    <a:pt x="9564" y="15224"/>
                  </a:lnTo>
                  <a:lnTo>
                    <a:pt x="8923" y="16005"/>
                  </a:lnTo>
                  <a:lnTo>
                    <a:pt x="8309" y="16786"/>
                  </a:lnTo>
                  <a:lnTo>
                    <a:pt x="7724" y="17594"/>
                  </a:lnTo>
                  <a:lnTo>
                    <a:pt x="7138" y="18431"/>
                  </a:lnTo>
                  <a:lnTo>
                    <a:pt x="6581" y="19267"/>
                  </a:lnTo>
                  <a:lnTo>
                    <a:pt x="6051" y="20132"/>
                  </a:lnTo>
                  <a:lnTo>
                    <a:pt x="5549" y="20996"/>
                  </a:lnTo>
                  <a:lnTo>
                    <a:pt x="5047" y="21888"/>
                  </a:lnTo>
                  <a:lnTo>
                    <a:pt x="4573" y="22781"/>
                  </a:lnTo>
                  <a:lnTo>
                    <a:pt x="4127" y="23673"/>
                  </a:lnTo>
                  <a:lnTo>
                    <a:pt x="3709" y="24593"/>
                  </a:lnTo>
                  <a:lnTo>
                    <a:pt x="3290" y="25541"/>
                  </a:lnTo>
                  <a:lnTo>
                    <a:pt x="2900" y="26461"/>
                  </a:lnTo>
                  <a:lnTo>
                    <a:pt x="2537" y="27437"/>
                  </a:lnTo>
                  <a:lnTo>
                    <a:pt x="2203" y="28385"/>
                  </a:lnTo>
                  <a:lnTo>
                    <a:pt x="1896" y="29361"/>
                  </a:lnTo>
                  <a:lnTo>
                    <a:pt x="1589" y="30365"/>
                  </a:lnTo>
                  <a:lnTo>
                    <a:pt x="1311" y="31341"/>
                  </a:lnTo>
                  <a:lnTo>
                    <a:pt x="1087" y="32345"/>
                  </a:lnTo>
                  <a:lnTo>
                    <a:pt x="864" y="33376"/>
                  </a:lnTo>
                  <a:lnTo>
                    <a:pt x="669" y="34408"/>
                  </a:lnTo>
                  <a:lnTo>
                    <a:pt x="502" y="35440"/>
                  </a:lnTo>
                  <a:lnTo>
                    <a:pt x="335" y="36471"/>
                  </a:lnTo>
                  <a:lnTo>
                    <a:pt x="223" y="37531"/>
                  </a:lnTo>
                  <a:lnTo>
                    <a:pt x="139" y="38591"/>
                  </a:lnTo>
                  <a:lnTo>
                    <a:pt x="56" y="39650"/>
                  </a:lnTo>
                  <a:lnTo>
                    <a:pt x="28" y="40710"/>
                  </a:lnTo>
                  <a:lnTo>
                    <a:pt x="0" y="41797"/>
                  </a:lnTo>
                  <a:lnTo>
                    <a:pt x="83595" y="41797"/>
                  </a:lnTo>
                  <a:lnTo>
                    <a:pt x="83595" y="40710"/>
                  </a:lnTo>
                  <a:lnTo>
                    <a:pt x="83539" y="39650"/>
                  </a:lnTo>
                  <a:lnTo>
                    <a:pt x="83483" y="38591"/>
                  </a:lnTo>
                  <a:lnTo>
                    <a:pt x="83372" y="37531"/>
                  </a:lnTo>
                  <a:lnTo>
                    <a:pt x="83260" y="36471"/>
                  </a:lnTo>
                  <a:lnTo>
                    <a:pt x="83121" y="35440"/>
                  </a:lnTo>
                  <a:lnTo>
                    <a:pt x="82953" y="34408"/>
                  </a:lnTo>
                  <a:lnTo>
                    <a:pt x="82758" y="33376"/>
                  </a:lnTo>
                  <a:lnTo>
                    <a:pt x="82535" y="32345"/>
                  </a:lnTo>
                  <a:lnTo>
                    <a:pt x="82284" y="31341"/>
                  </a:lnTo>
                  <a:lnTo>
                    <a:pt x="82005" y="30365"/>
                  </a:lnTo>
                  <a:lnTo>
                    <a:pt x="81727" y="29361"/>
                  </a:lnTo>
                  <a:lnTo>
                    <a:pt x="81392" y="28385"/>
                  </a:lnTo>
                  <a:lnTo>
                    <a:pt x="81057" y="27437"/>
                  </a:lnTo>
                  <a:lnTo>
                    <a:pt x="80695" y="26461"/>
                  </a:lnTo>
                  <a:lnTo>
                    <a:pt x="80304" y="25541"/>
                  </a:lnTo>
                  <a:lnTo>
                    <a:pt x="79914" y="24593"/>
                  </a:lnTo>
                  <a:lnTo>
                    <a:pt x="79468" y="23673"/>
                  </a:lnTo>
                  <a:lnTo>
                    <a:pt x="79022" y="22781"/>
                  </a:lnTo>
                  <a:lnTo>
                    <a:pt x="78548" y="21888"/>
                  </a:lnTo>
                  <a:lnTo>
                    <a:pt x="78046" y="20996"/>
                  </a:lnTo>
                  <a:lnTo>
                    <a:pt x="77544" y="20132"/>
                  </a:lnTo>
                  <a:lnTo>
                    <a:pt x="77014" y="19267"/>
                  </a:lnTo>
                  <a:lnTo>
                    <a:pt x="76457" y="18431"/>
                  </a:lnTo>
                  <a:lnTo>
                    <a:pt x="75899" y="17594"/>
                  </a:lnTo>
                  <a:lnTo>
                    <a:pt x="75285" y="16786"/>
                  </a:lnTo>
                  <a:lnTo>
                    <a:pt x="74672" y="16005"/>
                  </a:lnTo>
                  <a:lnTo>
                    <a:pt x="74059" y="15224"/>
                  </a:lnTo>
                  <a:lnTo>
                    <a:pt x="73417" y="14444"/>
                  </a:lnTo>
                  <a:lnTo>
                    <a:pt x="72748" y="13691"/>
                  </a:lnTo>
                  <a:lnTo>
                    <a:pt x="72051" y="12966"/>
                  </a:lnTo>
                  <a:lnTo>
                    <a:pt x="71354" y="12241"/>
                  </a:lnTo>
                  <a:lnTo>
                    <a:pt x="70629" y="11544"/>
                  </a:lnTo>
                  <a:lnTo>
                    <a:pt x="69904" y="10847"/>
                  </a:lnTo>
                  <a:lnTo>
                    <a:pt x="69151" y="10205"/>
                  </a:lnTo>
                  <a:lnTo>
                    <a:pt x="68398" y="9536"/>
                  </a:lnTo>
                  <a:lnTo>
                    <a:pt x="67617" y="8923"/>
                  </a:lnTo>
                  <a:lnTo>
                    <a:pt x="66809" y="8309"/>
                  </a:lnTo>
                  <a:lnTo>
                    <a:pt x="66000" y="7724"/>
                  </a:lnTo>
                  <a:lnTo>
                    <a:pt x="65164" y="7138"/>
                  </a:lnTo>
                  <a:lnTo>
                    <a:pt x="64327" y="6580"/>
                  </a:lnTo>
                  <a:lnTo>
                    <a:pt x="63463" y="6051"/>
                  </a:lnTo>
                  <a:lnTo>
                    <a:pt x="62598" y="5549"/>
                  </a:lnTo>
                  <a:lnTo>
                    <a:pt x="61734" y="5047"/>
                  </a:lnTo>
                  <a:lnTo>
                    <a:pt x="60842" y="4573"/>
                  </a:lnTo>
                  <a:lnTo>
                    <a:pt x="59922" y="4127"/>
                  </a:lnTo>
                  <a:lnTo>
                    <a:pt x="59001" y="3708"/>
                  </a:lnTo>
                  <a:lnTo>
                    <a:pt x="58081" y="3290"/>
                  </a:lnTo>
                  <a:lnTo>
                    <a:pt x="57133" y="2900"/>
                  </a:lnTo>
                  <a:lnTo>
                    <a:pt x="56185" y="2537"/>
                  </a:lnTo>
                  <a:lnTo>
                    <a:pt x="55209" y="2203"/>
                  </a:lnTo>
                  <a:lnTo>
                    <a:pt x="54233" y="1868"/>
                  </a:lnTo>
                  <a:lnTo>
                    <a:pt x="53257" y="1589"/>
                  </a:lnTo>
                  <a:lnTo>
                    <a:pt x="52254" y="1311"/>
                  </a:lnTo>
                  <a:lnTo>
                    <a:pt x="51250" y="1060"/>
                  </a:lnTo>
                  <a:lnTo>
                    <a:pt x="50218" y="864"/>
                  </a:lnTo>
                  <a:lnTo>
                    <a:pt x="49214" y="669"/>
                  </a:lnTo>
                  <a:lnTo>
                    <a:pt x="48155" y="474"/>
                  </a:lnTo>
                  <a:lnTo>
                    <a:pt x="47123" y="335"/>
                  </a:lnTo>
                  <a:lnTo>
                    <a:pt x="46064" y="223"/>
                  </a:lnTo>
                  <a:lnTo>
                    <a:pt x="45032" y="112"/>
                  </a:lnTo>
                  <a:lnTo>
                    <a:pt x="43944" y="56"/>
                  </a:lnTo>
                  <a:lnTo>
                    <a:pt x="42885" y="28"/>
                  </a:lnTo>
                  <a:lnTo>
                    <a:pt x="41797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2343" name="Google Shape;2343;p29"/>
          <p:cNvGrpSpPr/>
          <p:nvPr/>
        </p:nvGrpSpPr>
        <p:grpSpPr>
          <a:xfrm>
            <a:off x="3973258" y="4706441"/>
            <a:ext cx="1202833" cy="365416"/>
            <a:chOff x="3973258" y="4630241"/>
            <a:chExt cx="1202833" cy="365416"/>
          </a:xfrm>
        </p:grpSpPr>
        <p:sp>
          <p:nvSpPr>
            <p:cNvPr id="2344" name="Google Shape;2344;p29"/>
            <p:cNvSpPr/>
            <p:nvPr/>
          </p:nvSpPr>
          <p:spPr>
            <a:xfrm>
              <a:off x="4465201" y="4630241"/>
              <a:ext cx="54205" cy="50406"/>
            </a:xfrm>
            <a:custGeom>
              <a:rect b="b" l="l" r="r" t="t"/>
              <a:pathLst>
                <a:path extrusionOk="0" h="1327" w="1427">
                  <a:moveTo>
                    <a:pt x="723" y="1"/>
                  </a:moveTo>
                  <a:lnTo>
                    <a:pt x="1" y="684"/>
                  </a:lnTo>
                  <a:lnTo>
                    <a:pt x="221" y="784"/>
                  </a:lnTo>
                  <a:lnTo>
                    <a:pt x="322" y="824"/>
                  </a:lnTo>
                  <a:lnTo>
                    <a:pt x="422" y="884"/>
                  </a:lnTo>
                  <a:lnTo>
                    <a:pt x="502" y="1005"/>
                  </a:lnTo>
                  <a:lnTo>
                    <a:pt x="583" y="1105"/>
                  </a:lnTo>
                  <a:lnTo>
                    <a:pt x="723" y="1326"/>
                  </a:lnTo>
                  <a:lnTo>
                    <a:pt x="1426" y="643"/>
                  </a:lnTo>
                  <a:lnTo>
                    <a:pt x="723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45" name="Google Shape;2345;p29"/>
            <p:cNvSpPr/>
            <p:nvPr/>
          </p:nvSpPr>
          <p:spPr>
            <a:xfrm>
              <a:off x="4632221" y="4630241"/>
              <a:ext cx="50406" cy="48887"/>
            </a:xfrm>
            <a:custGeom>
              <a:rect b="b" l="l" r="r" t="t"/>
              <a:pathLst>
                <a:path extrusionOk="0" h="1287" w="1327">
                  <a:moveTo>
                    <a:pt x="664" y="1"/>
                  </a:moveTo>
                  <a:lnTo>
                    <a:pt x="1" y="664"/>
                  </a:lnTo>
                  <a:lnTo>
                    <a:pt x="664" y="1286"/>
                  </a:lnTo>
                  <a:lnTo>
                    <a:pt x="1326" y="623"/>
                  </a:lnTo>
                  <a:lnTo>
                    <a:pt x="664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46" name="Google Shape;2346;p29"/>
            <p:cNvSpPr/>
            <p:nvPr/>
          </p:nvSpPr>
          <p:spPr>
            <a:xfrm>
              <a:off x="4466721" y="4785865"/>
              <a:ext cx="54205" cy="51888"/>
            </a:xfrm>
            <a:custGeom>
              <a:rect b="b" l="l" r="r" t="t"/>
              <a:pathLst>
                <a:path extrusionOk="0" h="1366" w="1427">
                  <a:moveTo>
                    <a:pt x="703" y="0"/>
                  </a:moveTo>
                  <a:lnTo>
                    <a:pt x="1" y="643"/>
                  </a:lnTo>
                  <a:lnTo>
                    <a:pt x="744" y="1366"/>
                  </a:lnTo>
                  <a:lnTo>
                    <a:pt x="784" y="1225"/>
                  </a:lnTo>
                  <a:lnTo>
                    <a:pt x="844" y="1125"/>
                  </a:lnTo>
                  <a:lnTo>
                    <a:pt x="924" y="1024"/>
                  </a:lnTo>
                  <a:lnTo>
                    <a:pt x="1005" y="944"/>
                  </a:lnTo>
                  <a:lnTo>
                    <a:pt x="1105" y="864"/>
                  </a:lnTo>
                  <a:lnTo>
                    <a:pt x="1205" y="803"/>
                  </a:lnTo>
                  <a:lnTo>
                    <a:pt x="1426" y="683"/>
                  </a:lnTo>
                  <a:lnTo>
                    <a:pt x="1346" y="582"/>
                  </a:lnTo>
                  <a:lnTo>
                    <a:pt x="1266" y="522"/>
                  </a:lnTo>
                  <a:lnTo>
                    <a:pt x="1045" y="402"/>
                  </a:lnTo>
                  <a:lnTo>
                    <a:pt x="964" y="342"/>
                  </a:lnTo>
                  <a:lnTo>
                    <a:pt x="884" y="281"/>
                  </a:lnTo>
                  <a:lnTo>
                    <a:pt x="824" y="181"/>
                  </a:lnTo>
                  <a:lnTo>
                    <a:pt x="804" y="40"/>
                  </a:lnTo>
                  <a:lnTo>
                    <a:pt x="784" y="20"/>
                  </a:lnTo>
                  <a:lnTo>
                    <a:pt x="744" y="20"/>
                  </a:lnTo>
                  <a:lnTo>
                    <a:pt x="70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47" name="Google Shape;2347;p29"/>
            <p:cNvSpPr/>
            <p:nvPr/>
          </p:nvSpPr>
          <p:spPr>
            <a:xfrm>
              <a:off x="4629942" y="4785105"/>
              <a:ext cx="54205" cy="54167"/>
            </a:xfrm>
            <a:custGeom>
              <a:rect b="b" l="l" r="r" t="t"/>
              <a:pathLst>
                <a:path extrusionOk="0" h="1426" w="1427">
                  <a:moveTo>
                    <a:pt x="724" y="0"/>
                  </a:moveTo>
                  <a:lnTo>
                    <a:pt x="1" y="703"/>
                  </a:lnTo>
                  <a:lnTo>
                    <a:pt x="121" y="743"/>
                  </a:lnTo>
                  <a:lnTo>
                    <a:pt x="242" y="823"/>
                  </a:lnTo>
                  <a:lnTo>
                    <a:pt x="342" y="884"/>
                  </a:lnTo>
                  <a:lnTo>
                    <a:pt x="422" y="984"/>
                  </a:lnTo>
                  <a:lnTo>
                    <a:pt x="603" y="1185"/>
                  </a:lnTo>
                  <a:lnTo>
                    <a:pt x="744" y="1426"/>
                  </a:lnTo>
                  <a:lnTo>
                    <a:pt x="844" y="1165"/>
                  </a:lnTo>
                  <a:lnTo>
                    <a:pt x="904" y="1064"/>
                  </a:lnTo>
                  <a:lnTo>
                    <a:pt x="964" y="984"/>
                  </a:lnTo>
                  <a:lnTo>
                    <a:pt x="1065" y="904"/>
                  </a:lnTo>
                  <a:lnTo>
                    <a:pt x="1185" y="823"/>
                  </a:lnTo>
                  <a:lnTo>
                    <a:pt x="1426" y="683"/>
                  </a:lnTo>
                  <a:lnTo>
                    <a:pt x="724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48" name="Google Shape;2348;p29"/>
            <p:cNvSpPr/>
            <p:nvPr/>
          </p:nvSpPr>
          <p:spPr>
            <a:xfrm>
              <a:off x="4796203" y="4785865"/>
              <a:ext cx="51166" cy="47329"/>
            </a:xfrm>
            <a:custGeom>
              <a:rect b="b" l="l" r="r" t="t"/>
              <a:pathLst>
                <a:path extrusionOk="0" h="1246" w="1347">
                  <a:moveTo>
                    <a:pt x="664" y="0"/>
                  </a:moveTo>
                  <a:lnTo>
                    <a:pt x="1" y="663"/>
                  </a:lnTo>
                  <a:lnTo>
                    <a:pt x="664" y="1245"/>
                  </a:lnTo>
                  <a:lnTo>
                    <a:pt x="1346" y="663"/>
                  </a:lnTo>
                  <a:lnTo>
                    <a:pt x="664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49" name="Google Shape;2349;p29"/>
            <p:cNvSpPr/>
            <p:nvPr/>
          </p:nvSpPr>
          <p:spPr>
            <a:xfrm>
              <a:off x="4459086" y="4936856"/>
              <a:ext cx="64119" cy="55724"/>
            </a:xfrm>
            <a:custGeom>
              <a:rect b="b" l="l" r="r" t="t"/>
              <a:pathLst>
                <a:path extrusionOk="0" h="1467" w="1688">
                  <a:moveTo>
                    <a:pt x="864" y="1"/>
                  </a:moveTo>
                  <a:lnTo>
                    <a:pt x="764" y="262"/>
                  </a:lnTo>
                  <a:lnTo>
                    <a:pt x="704" y="362"/>
                  </a:lnTo>
                  <a:lnTo>
                    <a:pt x="643" y="463"/>
                  </a:lnTo>
                  <a:lnTo>
                    <a:pt x="523" y="543"/>
                  </a:lnTo>
                  <a:lnTo>
                    <a:pt x="382" y="623"/>
                  </a:lnTo>
                  <a:lnTo>
                    <a:pt x="1" y="844"/>
                  </a:lnTo>
                  <a:lnTo>
                    <a:pt x="162" y="864"/>
                  </a:lnTo>
                  <a:lnTo>
                    <a:pt x="302" y="904"/>
                  </a:lnTo>
                  <a:lnTo>
                    <a:pt x="423" y="965"/>
                  </a:lnTo>
                  <a:lnTo>
                    <a:pt x="543" y="1025"/>
                  </a:lnTo>
                  <a:lnTo>
                    <a:pt x="623" y="1085"/>
                  </a:lnTo>
                  <a:lnTo>
                    <a:pt x="704" y="1186"/>
                  </a:lnTo>
                  <a:lnTo>
                    <a:pt x="744" y="1286"/>
                  </a:lnTo>
                  <a:lnTo>
                    <a:pt x="784" y="1406"/>
                  </a:lnTo>
                  <a:lnTo>
                    <a:pt x="804" y="1427"/>
                  </a:lnTo>
                  <a:lnTo>
                    <a:pt x="864" y="1447"/>
                  </a:lnTo>
                  <a:lnTo>
                    <a:pt x="985" y="1467"/>
                  </a:lnTo>
                  <a:lnTo>
                    <a:pt x="1045" y="1286"/>
                  </a:lnTo>
                  <a:lnTo>
                    <a:pt x="1065" y="1206"/>
                  </a:lnTo>
                  <a:lnTo>
                    <a:pt x="1105" y="1145"/>
                  </a:lnTo>
                  <a:lnTo>
                    <a:pt x="1246" y="1045"/>
                  </a:lnTo>
                  <a:lnTo>
                    <a:pt x="1386" y="945"/>
                  </a:lnTo>
                  <a:lnTo>
                    <a:pt x="1688" y="744"/>
                  </a:lnTo>
                  <a:lnTo>
                    <a:pt x="1547" y="684"/>
                  </a:lnTo>
                  <a:lnTo>
                    <a:pt x="1427" y="623"/>
                  </a:lnTo>
                  <a:lnTo>
                    <a:pt x="1306" y="543"/>
                  </a:lnTo>
                  <a:lnTo>
                    <a:pt x="1206" y="463"/>
                  </a:lnTo>
                  <a:lnTo>
                    <a:pt x="1105" y="362"/>
                  </a:lnTo>
                  <a:lnTo>
                    <a:pt x="1025" y="262"/>
                  </a:lnTo>
                  <a:lnTo>
                    <a:pt x="864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50" name="Google Shape;2350;p29"/>
            <p:cNvSpPr/>
            <p:nvPr/>
          </p:nvSpPr>
          <p:spPr>
            <a:xfrm>
              <a:off x="4631462" y="4941452"/>
              <a:ext cx="53445" cy="50368"/>
            </a:xfrm>
            <a:custGeom>
              <a:rect b="b" l="l" r="r" t="t"/>
              <a:pathLst>
                <a:path extrusionOk="0" h="1326" w="1407">
                  <a:moveTo>
                    <a:pt x="684" y="0"/>
                  </a:moveTo>
                  <a:lnTo>
                    <a:pt x="1" y="663"/>
                  </a:lnTo>
                  <a:lnTo>
                    <a:pt x="724" y="1326"/>
                  </a:lnTo>
                  <a:lnTo>
                    <a:pt x="764" y="1225"/>
                  </a:lnTo>
                  <a:lnTo>
                    <a:pt x="824" y="1105"/>
                  </a:lnTo>
                  <a:lnTo>
                    <a:pt x="904" y="1024"/>
                  </a:lnTo>
                  <a:lnTo>
                    <a:pt x="985" y="944"/>
                  </a:lnTo>
                  <a:lnTo>
                    <a:pt x="1186" y="804"/>
                  </a:lnTo>
                  <a:lnTo>
                    <a:pt x="1406" y="683"/>
                  </a:lnTo>
                  <a:lnTo>
                    <a:pt x="1326" y="583"/>
                  </a:lnTo>
                  <a:lnTo>
                    <a:pt x="1246" y="522"/>
                  </a:lnTo>
                  <a:lnTo>
                    <a:pt x="1045" y="402"/>
                  </a:lnTo>
                  <a:lnTo>
                    <a:pt x="945" y="342"/>
                  </a:lnTo>
                  <a:lnTo>
                    <a:pt x="864" y="261"/>
                  </a:lnTo>
                  <a:lnTo>
                    <a:pt x="804" y="161"/>
                  </a:lnTo>
                  <a:lnTo>
                    <a:pt x="784" y="41"/>
                  </a:lnTo>
                  <a:lnTo>
                    <a:pt x="764" y="20"/>
                  </a:lnTo>
                  <a:lnTo>
                    <a:pt x="724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51" name="Google Shape;2351;p29"/>
            <p:cNvSpPr/>
            <p:nvPr/>
          </p:nvSpPr>
          <p:spPr>
            <a:xfrm>
              <a:off x="4796203" y="4942211"/>
              <a:ext cx="51166" cy="48089"/>
            </a:xfrm>
            <a:custGeom>
              <a:rect b="b" l="l" r="r" t="t"/>
              <a:pathLst>
                <a:path extrusionOk="0" h="1266" w="1347">
                  <a:moveTo>
                    <a:pt x="664" y="0"/>
                  </a:moveTo>
                  <a:lnTo>
                    <a:pt x="1" y="623"/>
                  </a:lnTo>
                  <a:lnTo>
                    <a:pt x="684" y="1265"/>
                  </a:lnTo>
                  <a:lnTo>
                    <a:pt x="1346" y="603"/>
                  </a:lnTo>
                  <a:lnTo>
                    <a:pt x="664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52" name="Google Shape;2352;p29"/>
            <p:cNvSpPr/>
            <p:nvPr/>
          </p:nvSpPr>
          <p:spPr>
            <a:xfrm>
              <a:off x="4797000" y="4631038"/>
              <a:ext cx="50368" cy="46532"/>
            </a:xfrm>
            <a:custGeom>
              <a:rect b="b" l="l" r="r" t="t"/>
              <a:pathLst>
                <a:path extrusionOk="0" h="1225" w="1326">
                  <a:moveTo>
                    <a:pt x="643" y="0"/>
                  </a:moveTo>
                  <a:lnTo>
                    <a:pt x="0" y="622"/>
                  </a:lnTo>
                  <a:lnTo>
                    <a:pt x="643" y="1225"/>
                  </a:lnTo>
                  <a:lnTo>
                    <a:pt x="1325" y="643"/>
                  </a:lnTo>
                  <a:lnTo>
                    <a:pt x="64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53" name="Google Shape;2353;p29"/>
            <p:cNvSpPr/>
            <p:nvPr/>
          </p:nvSpPr>
          <p:spPr>
            <a:xfrm>
              <a:off x="4960982" y="4633317"/>
              <a:ext cx="49608" cy="44253"/>
            </a:xfrm>
            <a:custGeom>
              <a:rect b="b" l="l" r="r" t="t"/>
              <a:pathLst>
                <a:path extrusionOk="0" h="1165" w="1306">
                  <a:moveTo>
                    <a:pt x="663" y="0"/>
                  </a:moveTo>
                  <a:lnTo>
                    <a:pt x="0" y="562"/>
                  </a:lnTo>
                  <a:lnTo>
                    <a:pt x="643" y="1165"/>
                  </a:lnTo>
                  <a:lnTo>
                    <a:pt x="1305" y="583"/>
                  </a:lnTo>
                  <a:lnTo>
                    <a:pt x="66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54" name="Google Shape;2354;p29"/>
            <p:cNvSpPr/>
            <p:nvPr/>
          </p:nvSpPr>
          <p:spPr>
            <a:xfrm>
              <a:off x="4303499" y="4631038"/>
              <a:ext cx="53445" cy="54167"/>
            </a:xfrm>
            <a:custGeom>
              <a:rect b="b" l="l" r="r" t="t"/>
              <a:pathLst>
                <a:path extrusionOk="0" h="1426" w="1407">
                  <a:moveTo>
                    <a:pt x="683" y="0"/>
                  </a:moveTo>
                  <a:lnTo>
                    <a:pt x="1" y="622"/>
                  </a:lnTo>
                  <a:lnTo>
                    <a:pt x="804" y="1426"/>
                  </a:lnTo>
                  <a:lnTo>
                    <a:pt x="804" y="1265"/>
                  </a:lnTo>
                  <a:lnTo>
                    <a:pt x="824" y="1145"/>
                  </a:lnTo>
                  <a:lnTo>
                    <a:pt x="864" y="1024"/>
                  </a:lnTo>
                  <a:lnTo>
                    <a:pt x="904" y="944"/>
                  </a:lnTo>
                  <a:lnTo>
                    <a:pt x="985" y="884"/>
                  </a:lnTo>
                  <a:lnTo>
                    <a:pt x="1065" y="823"/>
                  </a:lnTo>
                  <a:lnTo>
                    <a:pt x="1165" y="783"/>
                  </a:lnTo>
                  <a:lnTo>
                    <a:pt x="1286" y="763"/>
                  </a:lnTo>
                  <a:lnTo>
                    <a:pt x="1326" y="743"/>
                  </a:lnTo>
                  <a:lnTo>
                    <a:pt x="1366" y="703"/>
                  </a:lnTo>
                  <a:lnTo>
                    <a:pt x="1386" y="683"/>
                  </a:lnTo>
                  <a:lnTo>
                    <a:pt x="1406" y="643"/>
                  </a:lnTo>
                  <a:lnTo>
                    <a:pt x="1386" y="602"/>
                  </a:lnTo>
                  <a:lnTo>
                    <a:pt x="1366" y="562"/>
                  </a:lnTo>
                  <a:lnTo>
                    <a:pt x="1306" y="502"/>
                  </a:lnTo>
                  <a:lnTo>
                    <a:pt x="1145" y="442"/>
                  </a:lnTo>
                  <a:lnTo>
                    <a:pt x="985" y="361"/>
                  </a:lnTo>
                  <a:lnTo>
                    <a:pt x="924" y="321"/>
                  </a:lnTo>
                  <a:lnTo>
                    <a:pt x="864" y="261"/>
                  </a:lnTo>
                  <a:lnTo>
                    <a:pt x="824" y="181"/>
                  </a:lnTo>
                  <a:lnTo>
                    <a:pt x="804" y="80"/>
                  </a:lnTo>
                  <a:lnTo>
                    <a:pt x="784" y="40"/>
                  </a:lnTo>
                  <a:lnTo>
                    <a:pt x="744" y="20"/>
                  </a:lnTo>
                  <a:lnTo>
                    <a:pt x="68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55" name="Google Shape;2355;p29"/>
            <p:cNvSpPr/>
            <p:nvPr/>
          </p:nvSpPr>
          <p:spPr>
            <a:xfrm>
              <a:off x="4303499" y="4785865"/>
              <a:ext cx="52685" cy="49608"/>
            </a:xfrm>
            <a:custGeom>
              <a:rect b="b" l="l" r="r" t="t"/>
              <a:pathLst>
                <a:path extrusionOk="0" h="1306" w="1387">
                  <a:moveTo>
                    <a:pt x="663" y="0"/>
                  </a:moveTo>
                  <a:lnTo>
                    <a:pt x="583" y="60"/>
                  </a:lnTo>
                  <a:lnTo>
                    <a:pt x="523" y="141"/>
                  </a:lnTo>
                  <a:lnTo>
                    <a:pt x="422" y="301"/>
                  </a:lnTo>
                  <a:lnTo>
                    <a:pt x="342" y="382"/>
                  </a:lnTo>
                  <a:lnTo>
                    <a:pt x="262" y="462"/>
                  </a:lnTo>
                  <a:lnTo>
                    <a:pt x="161" y="522"/>
                  </a:lnTo>
                  <a:lnTo>
                    <a:pt x="41" y="542"/>
                  </a:lnTo>
                  <a:lnTo>
                    <a:pt x="21" y="562"/>
                  </a:lnTo>
                  <a:lnTo>
                    <a:pt x="21" y="603"/>
                  </a:lnTo>
                  <a:lnTo>
                    <a:pt x="1" y="643"/>
                  </a:lnTo>
                  <a:lnTo>
                    <a:pt x="663" y="1305"/>
                  </a:lnTo>
                  <a:lnTo>
                    <a:pt x="1386" y="663"/>
                  </a:lnTo>
                  <a:lnTo>
                    <a:pt x="66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56" name="Google Shape;2356;p29"/>
            <p:cNvSpPr/>
            <p:nvPr/>
          </p:nvSpPr>
          <p:spPr>
            <a:xfrm>
              <a:off x="4960222" y="4788144"/>
              <a:ext cx="51128" cy="45050"/>
            </a:xfrm>
            <a:custGeom>
              <a:rect b="b" l="l" r="r" t="t"/>
              <a:pathLst>
                <a:path extrusionOk="0" h="1186" w="1346">
                  <a:moveTo>
                    <a:pt x="663" y="0"/>
                  </a:moveTo>
                  <a:lnTo>
                    <a:pt x="0" y="583"/>
                  </a:lnTo>
                  <a:lnTo>
                    <a:pt x="663" y="1185"/>
                  </a:lnTo>
                  <a:lnTo>
                    <a:pt x="1345" y="603"/>
                  </a:lnTo>
                  <a:lnTo>
                    <a:pt x="66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57" name="Google Shape;2357;p29"/>
            <p:cNvSpPr/>
            <p:nvPr/>
          </p:nvSpPr>
          <p:spPr>
            <a:xfrm>
              <a:off x="4959424" y="4943731"/>
              <a:ext cx="51925" cy="46570"/>
            </a:xfrm>
            <a:custGeom>
              <a:rect b="b" l="l" r="r" t="t"/>
              <a:pathLst>
                <a:path extrusionOk="0" h="1226" w="1367">
                  <a:moveTo>
                    <a:pt x="704" y="1"/>
                  </a:moveTo>
                  <a:lnTo>
                    <a:pt x="1" y="583"/>
                  </a:lnTo>
                  <a:lnTo>
                    <a:pt x="704" y="1225"/>
                  </a:lnTo>
                  <a:lnTo>
                    <a:pt x="1366" y="583"/>
                  </a:lnTo>
                  <a:lnTo>
                    <a:pt x="704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58" name="Google Shape;2358;p29"/>
            <p:cNvSpPr/>
            <p:nvPr/>
          </p:nvSpPr>
          <p:spPr>
            <a:xfrm>
              <a:off x="4302740" y="4940692"/>
              <a:ext cx="53445" cy="54964"/>
            </a:xfrm>
            <a:custGeom>
              <a:rect b="b" l="l" r="r" t="t"/>
              <a:pathLst>
                <a:path extrusionOk="0" h="1447" w="1407">
                  <a:moveTo>
                    <a:pt x="683" y="0"/>
                  </a:moveTo>
                  <a:lnTo>
                    <a:pt x="603" y="81"/>
                  </a:lnTo>
                  <a:lnTo>
                    <a:pt x="543" y="161"/>
                  </a:lnTo>
                  <a:lnTo>
                    <a:pt x="422" y="342"/>
                  </a:lnTo>
                  <a:lnTo>
                    <a:pt x="362" y="422"/>
                  </a:lnTo>
                  <a:lnTo>
                    <a:pt x="262" y="482"/>
                  </a:lnTo>
                  <a:lnTo>
                    <a:pt x="161" y="542"/>
                  </a:lnTo>
                  <a:lnTo>
                    <a:pt x="41" y="563"/>
                  </a:lnTo>
                  <a:lnTo>
                    <a:pt x="21" y="583"/>
                  </a:lnTo>
                  <a:lnTo>
                    <a:pt x="21" y="643"/>
                  </a:lnTo>
                  <a:lnTo>
                    <a:pt x="1" y="763"/>
                  </a:lnTo>
                  <a:lnTo>
                    <a:pt x="221" y="864"/>
                  </a:lnTo>
                  <a:lnTo>
                    <a:pt x="322" y="904"/>
                  </a:lnTo>
                  <a:lnTo>
                    <a:pt x="422" y="964"/>
                  </a:lnTo>
                  <a:lnTo>
                    <a:pt x="503" y="1085"/>
                  </a:lnTo>
                  <a:lnTo>
                    <a:pt x="563" y="1185"/>
                  </a:lnTo>
                  <a:lnTo>
                    <a:pt x="703" y="1446"/>
                  </a:lnTo>
                  <a:lnTo>
                    <a:pt x="1406" y="683"/>
                  </a:lnTo>
                  <a:lnTo>
                    <a:pt x="68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59" name="Google Shape;2359;p29"/>
            <p:cNvSpPr/>
            <p:nvPr/>
          </p:nvSpPr>
          <p:spPr>
            <a:xfrm>
              <a:off x="4138758" y="4932297"/>
              <a:ext cx="57243" cy="60282"/>
            </a:xfrm>
            <a:custGeom>
              <a:rect b="b" l="l" r="r" t="t"/>
              <a:pathLst>
                <a:path extrusionOk="0" h="1587" w="1507">
                  <a:moveTo>
                    <a:pt x="683" y="0"/>
                  </a:moveTo>
                  <a:lnTo>
                    <a:pt x="563" y="302"/>
                  </a:lnTo>
                  <a:lnTo>
                    <a:pt x="502" y="422"/>
                  </a:lnTo>
                  <a:lnTo>
                    <a:pt x="422" y="522"/>
                  </a:lnTo>
                  <a:lnTo>
                    <a:pt x="342" y="623"/>
                  </a:lnTo>
                  <a:lnTo>
                    <a:pt x="262" y="683"/>
                  </a:lnTo>
                  <a:lnTo>
                    <a:pt x="161" y="743"/>
                  </a:lnTo>
                  <a:lnTo>
                    <a:pt x="41" y="784"/>
                  </a:lnTo>
                  <a:lnTo>
                    <a:pt x="21" y="804"/>
                  </a:lnTo>
                  <a:lnTo>
                    <a:pt x="0" y="844"/>
                  </a:lnTo>
                  <a:lnTo>
                    <a:pt x="0" y="904"/>
                  </a:lnTo>
                  <a:lnTo>
                    <a:pt x="764" y="1587"/>
                  </a:lnTo>
                  <a:lnTo>
                    <a:pt x="824" y="1406"/>
                  </a:lnTo>
                  <a:lnTo>
                    <a:pt x="864" y="1306"/>
                  </a:lnTo>
                  <a:lnTo>
                    <a:pt x="904" y="1245"/>
                  </a:lnTo>
                  <a:lnTo>
                    <a:pt x="1045" y="1165"/>
                  </a:lnTo>
                  <a:lnTo>
                    <a:pt x="1185" y="1065"/>
                  </a:lnTo>
                  <a:lnTo>
                    <a:pt x="1506" y="884"/>
                  </a:lnTo>
                  <a:lnTo>
                    <a:pt x="1225" y="743"/>
                  </a:lnTo>
                  <a:lnTo>
                    <a:pt x="1105" y="663"/>
                  </a:lnTo>
                  <a:lnTo>
                    <a:pt x="1004" y="583"/>
                  </a:lnTo>
                  <a:lnTo>
                    <a:pt x="904" y="482"/>
                  </a:lnTo>
                  <a:lnTo>
                    <a:pt x="824" y="342"/>
                  </a:lnTo>
                  <a:lnTo>
                    <a:pt x="743" y="201"/>
                  </a:lnTo>
                  <a:lnTo>
                    <a:pt x="68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60" name="Google Shape;2360;p29"/>
            <p:cNvSpPr/>
            <p:nvPr/>
          </p:nvSpPr>
          <p:spPr>
            <a:xfrm>
              <a:off x="3973258" y="4941452"/>
              <a:ext cx="54926" cy="50368"/>
            </a:xfrm>
            <a:custGeom>
              <a:rect b="b" l="l" r="r" t="t"/>
              <a:pathLst>
                <a:path extrusionOk="0" h="1326" w="1446">
                  <a:moveTo>
                    <a:pt x="703" y="0"/>
                  </a:moveTo>
                  <a:lnTo>
                    <a:pt x="0" y="663"/>
                  </a:lnTo>
                  <a:lnTo>
                    <a:pt x="723" y="1326"/>
                  </a:lnTo>
                  <a:lnTo>
                    <a:pt x="1446" y="663"/>
                  </a:lnTo>
                  <a:lnTo>
                    <a:pt x="70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61" name="Google Shape;2361;p29"/>
            <p:cNvSpPr/>
            <p:nvPr/>
          </p:nvSpPr>
          <p:spPr>
            <a:xfrm>
              <a:off x="4137239" y="4787385"/>
              <a:ext cx="56484" cy="48849"/>
            </a:xfrm>
            <a:custGeom>
              <a:rect b="b" l="l" r="r" t="t"/>
              <a:pathLst>
                <a:path extrusionOk="0" h="1286" w="1487">
                  <a:moveTo>
                    <a:pt x="743" y="0"/>
                  </a:moveTo>
                  <a:lnTo>
                    <a:pt x="0" y="623"/>
                  </a:lnTo>
                  <a:lnTo>
                    <a:pt x="783" y="1285"/>
                  </a:lnTo>
                  <a:lnTo>
                    <a:pt x="884" y="1085"/>
                  </a:lnTo>
                  <a:lnTo>
                    <a:pt x="944" y="984"/>
                  </a:lnTo>
                  <a:lnTo>
                    <a:pt x="1004" y="884"/>
                  </a:lnTo>
                  <a:lnTo>
                    <a:pt x="1125" y="824"/>
                  </a:lnTo>
                  <a:lnTo>
                    <a:pt x="1245" y="763"/>
                  </a:lnTo>
                  <a:lnTo>
                    <a:pt x="1486" y="643"/>
                  </a:lnTo>
                  <a:lnTo>
                    <a:pt x="74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62" name="Google Shape;2362;p29"/>
            <p:cNvSpPr/>
            <p:nvPr/>
          </p:nvSpPr>
          <p:spPr>
            <a:xfrm>
              <a:off x="4134960" y="4631798"/>
              <a:ext cx="55686" cy="46532"/>
            </a:xfrm>
            <a:custGeom>
              <a:rect b="b" l="l" r="r" t="t"/>
              <a:pathLst>
                <a:path extrusionOk="0" h="1225" w="1466">
                  <a:moveTo>
                    <a:pt x="783" y="0"/>
                  </a:moveTo>
                  <a:lnTo>
                    <a:pt x="0" y="663"/>
                  </a:lnTo>
                  <a:lnTo>
                    <a:pt x="221" y="743"/>
                  </a:lnTo>
                  <a:lnTo>
                    <a:pt x="341" y="783"/>
                  </a:lnTo>
                  <a:lnTo>
                    <a:pt x="422" y="843"/>
                  </a:lnTo>
                  <a:lnTo>
                    <a:pt x="522" y="924"/>
                  </a:lnTo>
                  <a:lnTo>
                    <a:pt x="582" y="1004"/>
                  </a:lnTo>
                  <a:lnTo>
                    <a:pt x="643" y="1084"/>
                  </a:lnTo>
                  <a:lnTo>
                    <a:pt x="703" y="1205"/>
                  </a:lnTo>
                  <a:lnTo>
                    <a:pt x="723" y="1225"/>
                  </a:lnTo>
                  <a:lnTo>
                    <a:pt x="783" y="1225"/>
                  </a:lnTo>
                  <a:lnTo>
                    <a:pt x="1466" y="602"/>
                  </a:lnTo>
                  <a:lnTo>
                    <a:pt x="78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63" name="Google Shape;2363;p29"/>
            <p:cNvSpPr/>
            <p:nvPr/>
          </p:nvSpPr>
          <p:spPr>
            <a:xfrm>
              <a:off x="5121886" y="4945250"/>
              <a:ext cx="54205" cy="44291"/>
            </a:xfrm>
            <a:custGeom>
              <a:rect b="b" l="l" r="r" t="t"/>
              <a:pathLst>
                <a:path extrusionOk="0" h="1166" w="1427">
                  <a:moveTo>
                    <a:pt x="724" y="1"/>
                  </a:moveTo>
                  <a:lnTo>
                    <a:pt x="1" y="603"/>
                  </a:lnTo>
                  <a:lnTo>
                    <a:pt x="242" y="683"/>
                  </a:lnTo>
                  <a:lnTo>
                    <a:pt x="342" y="724"/>
                  </a:lnTo>
                  <a:lnTo>
                    <a:pt x="423" y="784"/>
                  </a:lnTo>
                  <a:lnTo>
                    <a:pt x="503" y="864"/>
                  </a:lnTo>
                  <a:lnTo>
                    <a:pt x="563" y="965"/>
                  </a:lnTo>
                  <a:lnTo>
                    <a:pt x="684" y="1165"/>
                  </a:lnTo>
                  <a:lnTo>
                    <a:pt x="1427" y="543"/>
                  </a:lnTo>
                  <a:lnTo>
                    <a:pt x="724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64" name="Google Shape;2364;p29"/>
            <p:cNvSpPr/>
            <p:nvPr/>
          </p:nvSpPr>
          <p:spPr>
            <a:xfrm>
              <a:off x="5124203" y="4789664"/>
              <a:ext cx="45772" cy="42733"/>
            </a:xfrm>
            <a:custGeom>
              <a:rect b="b" l="l" r="r" t="t"/>
              <a:pathLst>
                <a:path extrusionOk="0" h="1125" w="1205">
                  <a:moveTo>
                    <a:pt x="663" y="1"/>
                  </a:moveTo>
                  <a:lnTo>
                    <a:pt x="0" y="543"/>
                  </a:lnTo>
                  <a:lnTo>
                    <a:pt x="703" y="1125"/>
                  </a:lnTo>
                  <a:lnTo>
                    <a:pt x="1205" y="663"/>
                  </a:lnTo>
                  <a:lnTo>
                    <a:pt x="663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65" name="Google Shape;2365;p29"/>
            <p:cNvSpPr/>
            <p:nvPr/>
          </p:nvSpPr>
          <p:spPr>
            <a:xfrm>
              <a:off x="3974777" y="4785105"/>
              <a:ext cx="53407" cy="49608"/>
            </a:xfrm>
            <a:custGeom>
              <a:rect b="b" l="l" r="r" t="t"/>
              <a:pathLst>
                <a:path extrusionOk="0" h="1306" w="1406">
                  <a:moveTo>
                    <a:pt x="663" y="0"/>
                  </a:moveTo>
                  <a:lnTo>
                    <a:pt x="563" y="161"/>
                  </a:lnTo>
                  <a:lnTo>
                    <a:pt x="502" y="261"/>
                  </a:lnTo>
                  <a:lnTo>
                    <a:pt x="422" y="341"/>
                  </a:lnTo>
                  <a:lnTo>
                    <a:pt x="322" y="422"/>
                  </a:lnTo>
                  <a:lnTo>
                    <a:pt x="221" y="502"/>
                  </a:lnTo>
                  <a:lnTo>
                    <a:pt x="0" y="663"/>
                  </a:lnTo>
                  <a:lnTo>
                    <a:pt x="683" y="1305"/>
                  </a:lnTo>
                  <a:lnTo>
                    <a:pt x="1406" y="663"/>
                  </a:lnTo>
                  <a:lnTo>
                    <a:pt x="66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66" name="Google Shape;2366;p29"/>
            <p:cNvSpPr/>
            <p:nvPr/>
          </p:nvSpPr>
          <p:spPr>
            <a:xfrm>
              <a:off x="3975537" y="4630241"/>
              <a:ext cx="54964" cy="48089"/>
            </a:xfrm>
            <a:custGeom>
              <a:rect b="b" l="l" r="r" t="t"/>
              <a:pathLst>
                <a:path extrusionOk="0" h="1266" w="1447">
                  <a:moveTo>
                    <a:pt x="683" y="1"/>
                  </a:moveTo>
                  <a:lnTo>
                    <a:pt x="0" y="664"/>
                  </a:lnTo>
                  <a:lnTo>
                    <a:pt x="663" y="1266"/>
                  </a:lnTo>
                  <a:lnTo>
                    <a:pt x="1446" y="603"/>
                  </a:lnTo>
                  <a:lnTo>
                    <a:pt x="1165" y="503"/>
                  </a:lnTo>
                  <a:lnTo>
                    <a:pt x="1065" y="443"/>
                  </a:lnTo>
                  <a:lnTo>
                    <a:pt x="964" y="382"/>
                  </a:lnTo>
                  <a:lnTo>
                    <a:pt x="884" y="282"/>
                  </a:lnTo>
                  <a:lnTo>
                    <a:pt x="804" y="182"/>
                  </a:lnTo>
                  <a:lnTo>
                    <a:pt x="683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67" name="Google Shape;2367;p29"/>
            <p:cNvSpPr/>
            <p:nvPr/>
          </p:nvSpPr>
          <p:spPr>
            <a:xfrm>
              <a:off x="5124963" y="4634077"/>
              <a:ext cx="44253" cy="41214"/>
            </a:xfrm>
            <a:custGeom>
              <a:rect b="b" l="l" r="r" t="t"/>
              <a:pathLst>
                <a:path extrusionOk="0" h="1085" w="1165">
                  <a:moveTo>
                    <a:pt x="643" y="0"/>
                  </a:moveTo>
                  <a:lnTo>
                    <a:pt x="0" y="563"/>
                  </a:lnTo>
                  <a:lnTo>
                    <a:pt x="443" y="911"/>
                  </a:lnTo>
                  <a:lnTo>
                    <a:pt x="443" y="911"/>
                  </a:lnTo>
                  <a:lnTo>
                    <a:pt x="1165" y="462"/>
                  </a:lnTo>
                  <a:lnTo>
                    <a:pt x="643" y="0"/>
                  </a:lnTo>
                  <a:close/>
                  <a:moveTo>
                    <a:pt x="443" y="911"/>
                  </a:moveTo>
                  <a:lnTo>
                    <a:pt x="422" y="924"/>
                  </a:lnTo>
                  <a:lnTo>
                    <a:pt x="663" y="1085"/>
                  </a:lnTo>
                  <a:lnTo>
                    <a:pt x="443" y="91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368" name="Google Shape;2368;p29"/>
          <p:cNvSpPr/>
          <p:nvPr/>
        </p:nvSpPr>
        <p:spPr>
          <a:xfrm flipH="1" rot="-5400000">
            <a:off x="8085891" y="-22518"/>
            <a:ext cx="1058100" cy="1058100"/>
          </a:xfrm>
          <a:prstGeom prst="rtTriangle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69" name="Google Shape;2369;p29"/>
          <p:cNvSpPr/>
          <p:nvPr/>
        </p:nvSpPr>
        <p:spPr>
          <a:xfrm rot="-5400000">
            <a:off x="8219528" y="310725"/>
            <a:ext cx="790800" cy="790800"/>
          </a:xfrm>
          <a:prstGeom prst="ellipse">
            <a:avLst/>
          </a:prstGeom>
          <a:solidFill>
            <a:schemeClr val="dk2"/>
          </a:solidFill>
          <a:ln cap="flat" cmpd="sng" w="11430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70" name="Google Shape;2370;p29"/>
          <p:cNvSpPr/>
          <p:nvPr/>
        </p:nvSpPr>
        <p:spPr>
          <a:xfrm flipH="1">
            <a:off x="269855" y="4305097"/>
            <a:ext cx="935332" cy="741278"/>
          </a:xfrm>
          <a:custGeom>
            <a:rect b="b" l="l" r="r" t="t"/>
            <a:pathLst>
              <a:path extrusionOk="0" h="13259" w="16730">
                <a:moveTo>
                  <a:pt x="14550" y="81"/>
                </a:moveTo>
                <a:lnTo>
                  <a:pt x="14772" y="122"/>
                </a:lnTo>
                <a:lnTo>
                  <a:pt x="15014" y="202"/>
                </a:lnTo>
                <a:lnTo>
                  <a:pt x="15216" y="324"/>
                </a:lnTo>
                <a:lnTo>
                  <a:pt x="15438" y="465"/>
                </a:lnTo>
                <a:lnTo>
                  <a:pt x="15640" y="667"/>
                </a:lnTo>
                <a:lnTo>
                  <a:pt x="15821" y="889"/>
                </a:lnTo>
                <a:lnTo>
                  <a:pt x="15983" y="1131"/>
                </a:lnTo>
                <a:lnTo>
                  <a:pt x="16144" y="1413"/>
                </a:lnTo>
                <a:lnTo>
                  <a:pt x="16245" y="1655"/>
                </a:lnTo>
                <a:lnTo>
                  <a:pt x="16346" y="1898"/>
                </a:lnTo>
                <a:lnTo>
                  <a:pt x="16427" y="2140"/>
                </a:lnTo>
                <a:lnTo>
                  <a:pt x="16487" y="2422"/>
                </a:lnTo>
                <a:lnTo>
                  <a:pt x="16548" y="2685"/>
                </a:lnTo>
                <a:lnTo>
                  <a:pt x="16588" y="2967"/>
                </a:lnTo>
                <a:lnTo>
                  <a:pt x="16628" y="3250"/>
                </a:lnTo>
                <a:lnTo>
                  <a:pt x="16649" y="3552"/>
                </a:lnTo>
                <a:lnTo>
                  <a:pt x="16649" y="3855"/>
                </a:lnTo>
                <a:lnTo>
                  <a:pt x="16649" y="4178"/>
                </a:lnTo>
                <a:lnTo>
                  <a:pt x="16588" y="4844"/>
                </a:lnTo>
                <a:lnTo>
                  <a:pt x="16487" y="5550"/>
                </a:lnTo>
                <a:lnTo>
                  <a:pt x="16326" y="6317"/>
                </a:lnTo>
                <a:lnTo>
                  <a:pt x="16144" y="7044"/>
                </a:lnTo>
                <a:lnTo>
                  <a:pt x="15942" y="7709"/>
                </a:lnTo>
                <a:lnTo>
                  <a:pt x="15720" y="8315"/>
                </a:lnTo>
                <a:lnTo>
                  <a:pt x="15458" y="8860"/>
                </a:lnTo>
                <a:lnTo>
                  <a:pt x="15317" y="9122"/>
                </a:lnTo>
                <a:lnTo>
                  <a:pt x="15176" y="9364"/>
                </a:lnTo>
                <a:lnTo>
                  <a:pt x="15014" y="9586"/>
                </a:lnTo>
                <a:lnTo>
                  <a:pt x="14873" y="9808"/>
                </a:lnTo>
                <a:lnTo>
                  <a:pt x="14691" y="10010"/>
                </a:lnTo>
                <a:lnTo>
                  <a:pt x="14530" y="10212"/>
                </a:lnTo>
                <a:lnTo>
                  <a:pt x="14348" y="10393"/>
                </a:lnTo>
                <a:lnTo>
                  <a:pt x="14146" y="10555"/>
                </a:lnTo>
                <a:lnTo>
                  <a:pt x="13803" y="10837"/>
                </a:lnTo>
                <a:lnTo>
                  <a:pt x="13440" y="11080"/>
                </a:lnTo>
                <a:lnTo>
                  <a:pt x="13036" y="11302"/>
                </a:lnTo>
                <a:lnTo>
                  <a:pt x="12633" y="11483"/>
                </a:lnTo>
                <a:lnTo>
                  <a:pt x="12229" y="11665"/>
                </a:lnTo>
                <a:lnTo>
                  <a:pt x="11805" y="11806"/>
                </a:lnTo>
                <a:lnTo>
                  <a:pt x="11402" y="11947"/>
                </a:lnTo>
                <a:lnTo>
                  <a:pt x="10978" y="12068"/>
                </a:lnTo>
                <a:lnTo>
                  <a:pt x="10373" y="12230"/>
                </a:lnTo>
                <a:lnTo>
                  <a:pt x="9787" y="12371"/>
                </a:lnTo>
                <a:lnTo>
                  <a:pt x="9202" y="12512"/>
                </a:lnTo>
                <a:lnTo>
                  <a:pt x="8597" y="12633"/>
                </a:lnTo>
                <a:lnTo>
                  <a:pt x="7991" y="12734"/>
                </a:lnTo>
                <a:lnTo>
                  <a:pt x="7386" y="12835"/>
                </a:lnTo>
                <a:lnTo>
                  <a:pt x="6801" y="12936"/>
                </a:lnTo>
                <a:lnTo>
                  <a:pt x="6195" y="12997"/>
                </a:lnTo>
                <a:lnTo>
                  <a:pt x="5590" y="13057"/>
                </a:lnTo>
                <a:lnTo>
                  <a:pt x="4964" y="13118"/>
                </a:lnTo>
                <a:lnTo>
                  <a:pt x="4359" y="13158"/>
                </a:lnTo>
                <a:lnTo>
                  <a:pt x="3754" y="13178"/>
                </a:lnTo>
                <a:lnTo>
                  <a:pt x="1917" y="13178"/>
                </a:lnTo>
                <a:lnTo>
                  <a:pt x="1312" y="13138"/>
                </a:lnTo>
                <a:lnTo>
                  <a:pt x="1070" y="13118"/>
                </a:lnTo>
                <a:lnTo>
                  <a:pt x="848" y="13077"/>
                </a:lnTo>
                <a:lnTo>
                  <a:pt x="646" y="13017"/>
                </a:lnTo>
                <a:lnTo>
                  <a:pt x="484" y="12956"/>
                </a:lnTo>
                <a:lnTo>
                  <a:pt x="343" y="12855"/>
                </a:lnTo>
                <a:lnTo>
                  <a:pt x="242" y="12754"/>
                </a:lnTo>
                <a:lnTo>
                  <a:pt x="162" y="12613"/>
                </a:lnTo>
                <a:lnTo>
                  <a:pt x="101" y="12472"/>
                </a:lnTo>
                <a:lnTo>
                  <a:pt x="81" y="12351"/>
                </a:lnTo>
                <a:lnTo>
                  <a:pt x="81" y="12210"/>
                </a:lnTo>
                <a:lnTo>
                  <a:pt x="101" y="12068"/>
                </a:lnTo>
                <a:lnTo>
                  <a:pt x="121" y="11907"/>
                </a:lnTo>
                <a:lnTo>
                  <a:pt x="182" y="11745"/>
                </a:lnTo>
                <a:lnTo>
                  <a:pt x="242" y="11584"/>
                </a:lnTo>
                <a:lnTo>
                  <a:pt x="384" y="11241"/>
                </a:lnTo>
                <a:lnTo>
                  <a:pt x="606" y="10878"/>
                </a:lnTo>
                <a:lnTo>
                  <a:pt x="848" y="10515"/>
                </a:lnTo>
                <a:lnTo>
                  <a:pt x="1110" y="10131"/>
                </a:lnTo>
                <a:lnTo>
                  <a:pt x="1413" y="9768"/>
                </a:lnTo>
                <a:lnTo>
                  <a:pt x="1715" y="9405"/>
                </a:lnTo>
                <a:lnTo>
                  <a:pt x="2038" y="9062"/>
                </a:lnTo>
                <a:lnTo>
                  <a:pt x="2341" y="8739"/>
                </a:lnTo>
                <a:lnTo>
                  <a:pt x="2644" y="8456"/>
                </a:lnTo>
                <a:lnTo>
                  <a:pt x="2926" y="8194"/>
                </a:lnTo>
                <a:lnTo>
                  <a:pt x="3189" y="7972"/>
                </a:lnTo>
                <a:lnTo>
                  <a:pt x="3411" y="7790"/>
                </a:lnTo>
                <a:lnTo>
                  <a:pt x="3592" y="7669"/>
                </a:lnTo>
                <a:lnTo>
                  <a:pt x="4198" y="7306"/>
                </a:lnTo>
                <a:lnTo>
                  <a:pt x="4823" y="6983"/>
                </a:lnTo>
                <a:lnTo>
                  <a:pt x="6095" y="6357"/>
                </a:lnTo>
                <a:lnTo>
                  <a:pt x="6720" y="6055"/>
                </a:lnTo>
                <a:lnTo>
                  <a:pt x="7346" y="5752"/>
                </a:lnTo>
                <a:lnTo>
                  <a:pt x="7971" y="5409"/>
                </a:lnTo>
                <a:lnTo>
                  <a:pt x="8597" y="5066"/>
                </a:lnTo>
                <a:lnTo>
                  <a:pt x="9101" y="4723"/>
                </a:lnTo>
                <a:lnTo>
                  <a:pt x="9606" y="4360"/>
                </a:lnTo>
                <a:lnTo>
                  <a:pt x="10110" y="3976"/>
                </a:lnTo>
                <a:lnTo>
                  <a:pt x="10574" y="3573"/>
                </a:lnTo>
                <a:lnTo>
                  <a:pt x="11018" y="3149"/>
                </a:lnTo>
                <a:lnTo>
                  <a:pt x="11442" y="2705"/>
                </a:lnTo>
                <a:lnTo>
                  <a:pt x="11866" y="2241"/>
                </a:lnTo>
                <a:lnTo>
                  <a:pt x="12249" y="1756"/>
                </a:lnTo>
                <a:lnTo>
                  <a:pt x="12290" y="1716"/>
                </a:lnTo>
                <a:lnTo>
                  <a:pt x="12754" y="1131"/>
                </a:lnTo>
                <a:lnTo>
                  <a:pt x="12996" y="868"/>
                </a:lnTo>
                <a:lnTo>
                  <a:pt x="13238" y="606"/>
                </a:lnTo>
                <a:lnTo>
                  <a:pt x="13521" y="404"/>
                </a:lnTo>
                <a:lnTo>
                  <a:pt x="13662" y="303"/>
                </a:lnTo>
                <a:lnTo>
                  <a:pt x="13803" y="223"/>
                </a:lnTo>
                <a:lnTo>
                  <a:pt x="13965" y="162"/>
                </a:lnTo>
                <a:lnTo>
                  <a:pt x="14126" y="122"/>
                </a:lnTo>
                <a:lnTo>
                  <a:pt x="14288" y="102"/>
                </a:lnTo>
                <a:lnTo>
                  <a:pt x="14449" y="81"/>
                </a:lnTo>
                <a:close/>
                <a:moveTo>
                  <a:pt x="14368" y="1"/>
                </a:moveTo>
                <a:lnTo>
                  <a:pt x="14187" y="21"/>
                </a:lnTo>
                <a:lnTo>
                  <a:pt x="14025" y="61"/>
                </a:lnTo>
                <a:lnTo>
                  <a:pt x="13864" y="122"/>
                </a:lnTo>
                <a:lnTo>
                  <a:pt x="13702" y="202"/>
                </a:lnTo>
                <a:lnTo>
                  <a:pt x="13541" y="283"/>
                </a:lnTo>
                <a:lnTo>
                  <a:pt x="13400" y="384"/>
                </a:lnTo>
                <a:lnTo>
                  <a:pt x="13238" y="505"/>
                </a:lnTo>
                <a:lnTo>
                  <a:pt x="12976" y="768"/>
                </a:lnTo>
                <a:lnTo>
                  <a:pt x="12714" y="1050"/>
                </a:lnTo>
                <a:lnTo>
                  <a:pt x="12451" y="1353"/>
                </a:lnTo>
                <a:lnTo>
                  <a:pt x="12229" y="1655"/>
                </a:lnTo>
                <a:lnTo>
                  <a:pt x="12189" y="1716"/>
                </a:lnTo>
                <a:lnTo>
                  <a:pt x="11805" y="2200"/>
                </a:lnTo>
                <a:lnTo>
                  <a:pt x="11382" y="2664"/>
                </a:lnTo>
                <a:lnTo>
                  <a:pt x="10958" y="3088"/>
                </a:lnTo>
                <a:lnTo>
                  <a:pt x="10514" y="3512"/>
                </a:lnTo>
                <a:lnTo>
                  <a:pt x="10050" y="3916"/>
                </a:lnTo>
                <a:lnTo>
                  <a:pt x="9565" y="4299"/>
                </a:lnTo>
                <a:lnTo>
                  <a:pt x="9061" y="4662"/>
                </a:lnTo>
                <a:lnTo>
                  <a:pt x="8556" y="4985"/>
                </a:lnTo>
                <a:lnTo>
                  <a:pt x="7931" y="5348"/>
                </a:lnTo>
                <a:lnTo>
                  <a:pt x="7305" y="5671"/>
                </a:lnTo>
                <a:lnTo>
                  <a:pt x="6680" y="5994"/>
                </a:lnTo>
                <a:lnTo>
                  <a:pt x="6054" y="6297"/>
                </a:lnTo>
                <a:lnTo>
                  <a:pt x="4783" y="6902"/>
                </a:lnTo>
                <a:lnTo>
                  <a:pt x="4157" y="7245"/>
                </a:lnTo>
                <a:lnTo>
                  <a:pt x="3552" y="7588"/>
                </a:lnTo>
                <a:lnTo>
                  <a:pt x="3370" y="7709"/>
                </a:lnTo>
                <a:lnTo>
                  <a:pt x="3168" y="7891"/>
                </a:lnTo>
                <a:lnTo>
                  <a:pt x="2624" y="8375"/>
                </a:lnTo>
                <a:lnTo>
                  <a:pt x="2321" y="8658"/>
                </a:lnTo>
                <a:lnTo>
                  <a:pt x="1998" y="8981"/>
                </a:lnTo>
                <a:lnTo>
                  <a:pt x="1675" y="9344"/>
                </a:lnTo>
                <a:lnTo>
                  <a:pt x="1352" y="9707"/>
                </a:lnTo>
                <a:lnTo>
                  <a:pt x="1050" y="10071"/>
                </a:lnTo>
                <a:lnTo>
                  <a:pt x="787" y="10454"/>
                </a:lnTo>
                <a:lnTo>
                  <a:pt x="525" y="10837"/>
                </a:lnTo>
                <a:lnTo>
                  <a:pt x="323" y="11201"/>
                </a:lnTo>
                <a:lnTo>
                  <a:pt x="162" y="11564"/>
                </a:lnTo>
                <a:lnTo>
                  <a:pt x="101" y="11725"/>
                </a:lnTo>
                <a:lnTo>
                  <a:pt x="41" y="11907"/>
                </a:lnTo>
                <a:lnTo>
                  <a:pt x="20" y="12068"/>
                </a:lnTo>
                <a:lnTo>
                  <a:pt x="0" y="12210"/>
                </a:lnTo>
                <a:lnTo>
                  <a:pt x="0" y="12371"/>
                </a:lnTo>
                <a:lnTo>
                  <a:pt x="41" y="12492"/>
                </a:lnTo>
                <a:lnTo>
                  <a:pt x="81" y="12654"/>
                </a:lnTo>
                <a:lnTo>
                  <a:pt x="182" y="12795"/>
                </a:lnTo>
                <a:lnTo>
                  <a:pt x="283" y="12916"/>
                </a:lnTo>
                <a:lnTo>
                  <a:pt x="444" y="13017"/>
                </a:lnTo>
                <a:lnTo>
                  <a:pt x="606" y="13098"/>
                </a:lnTo>
                <a:lnTo>
                  <a:pt x="807" y="13158"/>
                </a:lnTo>
                <a:lnTo>
                  <a:pt x="1050" y="13198"/>
                </a:lnTo>
                <a:lnTo>
                  <a:pt x="1312" y="13219"/>
                </a:lnTo>
                <a:lnTo>
                  <a:pt x="2099" y="13259"/>
                </a:lnTo>
                <a:lnTo>
                  <a:pt x="2886" y="13259"/>
                </a:lnTo>
                <a:lnTo>
                  <a:pt x="3915" y="13239"/>
                </a:lnTo>
                <a:lnTo>
                  <a:pt x="4944" y="13198"/>
                </a:lnTo>
                <a:lnTo>
                  <a:pt x="5973" y="13098"/>
                </a:lnTo>
                <a:lnTo>
                  <a:pt x="6982" y="12976"/>
                </a:lnTo>
                <a:lnTo>
                  <a:pt x="7991" y="12835"/>
                </a:lnTo>
                <a:lnTo>
                  <a:pt x="9000" y="12633"/>
                </a:lnTo>
                <a:lnTo>
                  <a:pt x="10009" y="12411"/>
                </a:lnTo>
                <a:lnTo>
                  <a:pt x="10998" y="12149"/>
                </a:lnTo>
                <a:lnTo>
                  <a:pt x="11422" y="12028"/>
                </a:lnTo>
                <a:lnTo>
                  <a:pt x="11846" y="11887"/>
                </a:lnTo>
                <a:lnTo>
                  <a:pt x="12270" y="11725"/>
                </a:lnTo>
                <a:lnTo>
                  <a:pt x="12673" y="11564"/>
                </a:lnTo>
                <a:lnTo>
                  <a:pt x="13077" y="11362"/>
                </a:lnTo>
                <a:lnTo>
                  <a:pt x="13480" y="11160"/>
                </a:lnTo>
                <a:lnTo>
                  <a:pt x="13844" y="10898"/>
                </a:lnTo>
                <a:lnTo>
                  <a:pt x="14207" y="10615"/>
                </a:lnTo>
                <a:lnTo>
                  <a:pt x="14409" y="10454"/>
                </a:lnTo>
                <a:lnTo>
                  <a:pt x="14590" y="10272"/>
                </a:lnTo>
                <a:lnTo>
                  <a:pt x="14752" y="10071"/>
                </a:lnTo>
                <a:lnTo>
                  <a:pt x="14933" y="9869"/>
                </a:lnTo>
                <a:lnTo>
                  <a:pt x="15095" y="9647"/>
                </a:lnTo>
                <a:lnTo>
                  <a:pt x="15236" y="9405"/>
                </a:lnTo>
                <a:lnTo>
                  <a:pt x="15398" y="9162"/>
                </a:lnTo>
                <a:lnTo>
                  <a:pt x="15519" y="8900"/>
                </a:lnTo>
                <a:lnTo>
                  <a:pt x="15781" y="8355"/>
                </a:lnTo>
                <a:lnTo>
                  <a:pt x="16023" y="7730"/>
                </a:lnTo>
                <a:lnTo>
                  <a:pt x="16225" y="7064"/>
                </a:lnTo>
                <a:lnTo>
                  <a:pt x="16407" y="6337"/>
                </a:lnTo>
                <a:lnTo>
                  <a:pt x="16568" y="5570"/>
                </a:lnTo>
                <a:lnTo>
                  <a:pt x="16669" y="4844"/>
                </a:lnTo>
                <a:lnTo>
                  <a:pt x="16729" y="4178"/>
                </a:lnTo>
                <a:lnTo>
                  <a:pt x="16729" y="3855"/>
                </a:lnTo>
                <a:lnTo>
                  <a:pt x="16729" y="3532"/>
                </a:lnTo>
                <a:lnTo>
                  <a:pt x="16709" y="3250"/>
                </a:lnTo>
                <a:lnTo>
                  <a:pt x="16669" y="2947"/>
                </a:lnTo>
                <a:lnTo>
                  <a:pt x="16628" y="2664"/>
                </a:lnTo>
                <a:lnTo>
                  <a:pt x="16568" y="2382"/>
                </a:lnTo>
                <a:lnTo>
                  <a:pt x="16507" y="2120"/>
                </a:lnTo>
                <a:lnTo>
                  <a:pt x="16427" y="1857"/>
                </a:lnTo>
                <a:lnTo>
                  <a:pt x="16326" y="1615"/>
                </a:lnTo>
                <a:lnTo>
                  <a:pt x="16205" y="1373"/>
                </a:lnTo>
                <a:lnTo>
                  <a:pt x="16063" y="1090"/>
                </a:lnTo>
                <a:lnTo>
                  <a:pt x="15882" y="828"/>
                </a:lnTo>
                <a:lnTo>
                  <a:pt x="15680" y="606"/>
                </a:lnTo>
                <a:lnTo>
                  <a:pt x="15478" y="404"/>
                </a:lnTo>
                <a:lnTo>
                  <a:pt x="15256" y="243"/>
                </a:lnTo>
                <a:lnTo>
                  <a:pt x="15034" y="122"/>
                </a:lnTo>
                <a:lnTo>
                  <a:pt x="14792" y="41"/>
                </a:lnTo>
                <a:lnTo>
                  <a:pt x="14550" y="1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71" name="Google Shape;2371;p29"/>
          <p:cNvSpPr/>
          <p:nvPr/>
        </p:nvSpPr>
        <p:spPr>
          <a:xfrm flipH="1">
            <a:off x="371387" y="4412270"/>
            <a:ext cx="653335" cy="572101"/>
          </a:xfrm>
          <a:custGeom>
            <a:rect b="b" l="l" r="r" t="t"/>
            <a:pathLst>
              <a:path extrusionOk="0" h="10233" w="11686">
                <a:moveTo>
                  <a:pt x="10817" y="82"/>
                </a:moveTo>
                <a:lnTo>
                  <a:pt x="10918" y="102"/>
                </a:lnTo>
                <a:lnTo>
                  <a:pt x="10979" y="142"/>
                </a:lnTo>
                <a:lnTo>
                  <a:pt x="11039" y="182"/>
                </a:lnTo>
                <a:lnTo>
                  <a:pt x="11120" y="303"/>
                </a:lnTo>
                <a:lnTo>
                  <a:pt x="11201" y="445"/>
                </a:lnTo>
                <a:lnTo>
                  <a:pt x="11241" y="586"/>
                </a:lnTo>
                <a:lnTo>
                  <a:pt x="11382" y="1191"/>
                </a:lnTo>
                <a:lnTo>
                  <a:pt x="11504" y="1797"/>
                </a:lnTo>
                <a:lnTo>
                  <a:pt x="11564" y="2422"/>
                </a:lnTo>
                <a:lnTo>
                  <a:pt x="11604" y="3028"/>
                </a:lnTo>
                <a:lnTo>
                  <a:pt x="11584" y="3653"/>
                </a:lnTo>
                <a:lnTo>
                  <a:pt x="11544" y="4259"/>
                </a:lnTo>
                <a:lnTo>
                  <a:pt x="11463" y="4884"/>
                </a:lnTo>
                <a:lnTo>
                  <a:pt x="11342" y="5490"/>
                </a:lnTo>
                <a:lnTo>
                  <a:pt x="11241" y="5853"/>
                </a:lnTo>
                <a:lnTo>
                  <a:pt x="11140" y="6176"/>
                </a:lnTo>
                <a:lnTo>
                  <a:pt x="11019" y="6499"/>
                </a:lnTo>
                <a:lnTo>
                  <a:pt x="10878" y="6781"/>
                </a:lnTo>
                <a:lnTo>
                  <a:pt x="10737" y="7044"/>
                </a:lnTo>
                <a:lnTo>
                  <a:pt x="10575" y="7286"/>
                </a:lnTo>
                <a:lnTo>
                  <a:pt x="10414" y="7488"/>
                </a:lnTo>
                <a:lnTo>
                  <a:pt x="10212" y="7669"/>
                </a:lnTo>
                <a:lnTo>
                  <a:pt x="10030" y="7831"/>
                </a:lnTo>
                <a:lnTo>
                  <a:pt x="9849" y="7972"/>
                </a:lnTo>
                <a:lnTo>
                  <a:pt x="9647" y="8093"/>
                </a:lnTo>
                <a:lnTo>
                  <a:pt x="9425" y="8194"/>
                </a:lnTo>
                <a:lnTo>
                  <a:pt x="9001" y="8396"/>
                </a:lnTo>
                <a:lnTo>
                  <a:pt x="8557" y="8557"/>
                </a:lnTo>
                <a:lnTo>
                  <a:pt x="7730" y="8840"/>
                </a:lnTo>
                <a:lnTo>
                  <a:pt x="6862" y="9142"/>
                </a:lnTo>
                <a:lnTo>
                  <a:pt x="5974" y="9405"/>
                </a:lnTo>
                <a:lnTo>
                  <a:pt x="5066" y="9647"/>
                </a:lnTo>
                <a:lnTo>
                  <a:pt x="4158" y="9849"/>
                </a:lnTo>
                <a:lnTo>
                  <a:pt x="3714" y="9950"/>
                </a:lnTo>
                <a:lnTo>
                  <a:pt x="3270" y="10010"/>
                </a:lnTo>
                <a:lnTo>
                  <a:pt x="2806" y="10071"/>
                </a:lnTo>
                <a:lnTo>
                  <a:pt x="2362" y="10111"/>
                </a:lnTo>
                <a:lnTo>
                  <a:pt x="1918" y="10151"/>
                </a:lnTo>
                <a:lnTo>
                  <a:pt x="1252" y="10151"/>
                </a:lnTo>
                <a:lnTo>
                  <a:pt x="1070" y="10131"/>
                </a:lnTo>
                <a:lnTo>
                  <a:pt x="889" y="10071"/>
                </a:lnTo>
                <a:lnTo>
                  <a:pt x="707" y="10010"/>
                </a:lnTo>
                <a:lnTo>
                  <a:pt x="566" y="9950"/>
                </a:lnTo>
                <a:lnTo>
                  <a:pt x="425" y="9849"/>
                </a:lnTo>
                <a:lnTo>
                  <a:pt x="324" y="9748"/>
                </a:lnTo>
                <a:lnTo>
                  <a:pt x="223" y="9627"/>
                </a:lnTo>
                <a:lnTo>
                  <a:pt x="162" y="9526"/>
                </a:lnTo>
                <a:lnTo>
                  <a:pt x="122" y="9405"/>
                </a:lnTo>
                <a:lnTo>
                  <a:pt x="102" y="9284"/>
                </a:lnTo>
                <a:lnTo>
                  <a:pt x="82" y="9163"/>
                </a:lnTo>
                <a:lnTo>
                  <a:pt x="102" y="9021"/>
                </a:lnTo>
                <a:lnTo>
                  <a:pt x="122" y="8880"/>
                </a:lnTo>
                <a:lnTo>
                  <a:pt x="162" y="8739"/>
                </a:lnTo>
                <a:lnTo>
                  <a:pt x="223" y="8577"/>
                </a:lnTo>
                <a:lnTo>
                  <a:pt x="324" y="8416"/>
                </a:lnTo>
                <a:lnTo>
                  <a:pt x="425" y="8234"/>
                </a:lnTo>
                <a:lnTo>
                  <a:pt x="546" y="8073"/>
                </a:lnTo>
                <a:lnTo>
                  <a:pt x="667" y="7911"/>
                </a:lnTo>
                <a:lnTo>
                  <a:pt x="970" y="7589"/>
                </a:lnTo>
                <a:lnTo>
                  <a:pt x="1292" y="7306"/>
                </a:lnTo>
                <a:lnTo>
                  <a:pt x="1615" y="7064"/>
                </a:lnTo>
                <a:lnTo>
                  <a:pt x="1979" y="6822"/>
                </a:lnTo>
                <a:lnTo>
                  <a:pt x="2322" y="6620"/>
                </a:lnTo>
                <a:lnTo>
                  <a:pt x="2645" y="6438"/>
                </a:lnTo>
                <a:lnTo>
                  <a:pt x="3008" y="6257"/>
                </a:lnTo>
                <a:lnTo>
                  <a:pt x="3391" y="6075"/>
                </a:lnTo>
                <a:lnTo>
                  <a:pt x="4138" y="5752"/>
                </a:lnTo>
                <a:lnTo>
                  <a:pt x="5107" y="5328"/>
                </a:lnTo>
                <a:lnTo>
                  <a:pt x="5591" y="5086"/>
                </a:lnTo>
                <a:lnTo>
                  <a:pt x="6055" y="4824"/>
                </a:lnTo>
                <a:lnTo>
                  <a:pt x="6459" y="4582"/>
                </a:lnTo>
                <a:lnTo>
                  <a:pt x="6822" y="4319"/>
                </a:lnTo>
                <a:lnTo>
                  <a:pt x="7185" y="4017"/>
                </a:lnTo>
                <a:lnTo>
                  <a:pt x="7528" y="3714"/>
                </a:lnTo>
                <a:lnTo>
                  <a:pt x="7851" y="3391"/>
                </a:lnTo>
                <a:lnTo>
                  <a:pt x="8174" y="3048"/>
                </a:lnTo>
                <a:lnTo>
                  <a:pt x="8456" y="2685"/>
                </a:lnTo>
                <a:lnTo>
                  <a:pt x="8719" y="2301"/>
                </a:lnTo>
                <a:lnTo>
                  <a:pt x="9021" y="1817"/>
                </a:lnTo>
                <a:lnTo>
                  <a:pt x="9324" y="1353"/>
                </a:lnTo>
                <a:lnTo>
                  <a:pt x="9465" y="1131"/>
                </a:lnTo>
                <a:lnTo>
                  <a:pt x="9647" y="909"/>
                </a:lnTo>
                <a:lnTo>
                  <a:pt x="9808" y="707"/>
                </a:lnTo>
                <a:lnTo>
                  <a:pt x="10010" y="525"/>
                </a:lnTo>
                <a:lnTo>
                  <a:pt x="10212" y="344"/>
                </a:lnTo>
                <a:lnTo>
                  <a:pt x="10434" y="203"/>
                </a:lnTo>
                <a:lnTo>
                  <a:pt x="10575" y="122"/>
                </a:lnTo>
                <a:lnTo>
                  <a:pt x="10696" y="102"/>
                </a:lnTo>
                <a:lnTo>
                  <a:pt x="10817" y="82"/>
                </a:lnTo>
                <a:close/>
                <a:moveTo>
                  <a:pt x="10838" y="1"/>
                </a:moveTo>
                <a:lnTo>
                  <a:pt x="10696" y="21"/>
                </a:lnTo>
                <a:lnTo>
                  <a:pt x="10555" y="61"/>
                </a:lnTo>
                <a:lnTo>
                  <a:pt x="10394" y="122"/>
                </a:lnTo>
                <a:lnTo>
                  <a:pt x="10152" y="283"/>
                </a:lnTo>
                <a:lnTo>
                  <a:pt x="9950" y="445"/>
                </a:lnTo>
                <a:lnTo>
                  <a:pt x="9748" y="647"/>
                </a:lnTo>
                <a:lnTo>
                  <a:pt x="9586" y="848"/>
                </a:lnTo>
                <a:lnTo>
                  <a:pt x="9405" y="1070"/>
                </a:lnTo>
                <a:lnTo>
                  <a:pt x="9264" y="1312"/>
                </a:lnTo>
                <a:lnTo>
                  <a:pt x="8961" y="1777"/>
                </a:lnTo>
                <a:lnTo>
                  <a:pt x="8658" y="2261"/>
                </a:lnTo>
                <a:lnTo>
                  <a:pt x="8396" y="2624"/>
                </a:lnTo>
                <a:lnTo>
                  <a:pt x="8113" y="2987"/>
                </a:lnTo>
                <a:lnTo>
                  <a:pt x="7790" y="3331"/>
                </a:lnTo>
                <a:lnTo>
                  <a:pt x="7468" y="3653"/>
                </a:lnTo>
                <a:lnTo>
                  <a:pt x="7145" y="3956"/>
                </a:lnTo>
                <a:lnTo>
                  <a:pt x="6781" y="4239"/>
                </a:lnTo>
                <a:lnTo>
                  <a:pt x="6398" y="4521"/>
                </a:lnTo>
                <a:lnTo>
                  <a:pt x="6015" y="4763"/>
                </a:lnTo>
                <a:lnTo>
                  <a:pt x="5550" y="5026"/>
                </a:lnTo>
                <a:lnTo>
                  <a:pt x="5066" y="5248"/>
                </a:lnTo>
                <a:lnTo>
                  <a:pt x="4097" y="5692"/>
                </a:lnTo>
                <a:lnTo>
                  <a:pt x="3351" y="6014"/>
                </a:lnTo>
                <a:lnTo>
                  <a:pt x="2988" y="6176"/>
                </a:lnTo>
                <a:lnTo>
                  <a:pt x="2604" y="6358"/>
                </a:lnTo>
                <a:lnTo>
                  <a:pt x="2281" y="6539"/>
                </a:lnTo>
                <a:lnTo>
                  <a:pt x="1918" y="6761"/>
                </a:lnTo>
                <a:lnTo>
                  <a:pt x="1575" y="7003"/>
                </a:lnTo>
                <a:lnTo>
                  <a:pt x="1232" y="7266"/>
                </a:lnTo>
                <a:lnTo>
                  <a:pt x="909" y="7548"/>
                </a:lnTo>
                <a:lnTo>
                  <a:pt x="606" y="7851"/>
                </a:lnTo>
                <a:lnTo>
                  <a:pt x="485" y="8012"/>
                </a:lnTo>
                <a:lnTo>
                  <a:pt x="364" y="8194"/>
                </a:lnTo>
                <a:lnTo>
                  <a:pt x="243" y="8376"/>
                </a:lnTo>
                <a:lnTo>
                  <a:pt x="162" y="8557"/>
                </a:lnTo>
                <a:lnTo>
                  <a:pt x="102" y="8719"/>
                </a:lnTo>
                <a:lnTo>
                  <a:pt x="41" y="8860"/>
                </a:lnTo>
                <a:lnTo>
                  <a:pt x="21" y="9021"/>
                </a:lnTo>
                <a:lnTo>
                  <a:pt x="1" y="9163"/>
                </a:lnTo>
                <a:lnTo>
                  <a:pt x="21" y="9304"/>
                </a:lnTo>
                <a:lnTo>
                  <a:pt x="41" y="9425"/>
                </a:lnTo>
                <a:lnTo>
                  <a:pt x="102" y="9546"/>
                </a:lnTo>
                <a:lnTo>
                  <a:pt x="162" y="9667"/>
                </a:lnTo>
                <a:lnTo>
                  <a:pt x="263" y="9808"/>
                </a:lnTo>
                <a:lnTo>
                  <a:pt x="384" y="9909"/>
                </a:lnTo>
                <a:lnTo>
                  <a:pt x="526" y="10010"/>
                </a:lnTo>
                <a:lnTo>
                  <a:pt x="687" y="10091"/>
                </a:lnTo>
                <a:lnTo>
                  <a:pt x="849" y="10151"/>
                </a:lnTo>
                <a:lnTo>
                  <a:pt x="1050" y="10192"/>
                </a:lnTo>
                <a:lnTo>
                  <a:pt x="1252" y="10232"/>
                </a:lnTo>
                <a:lnTo>
                  <a:pt x="1918" y="10232"/>
                </a:lnTo>
                <a:lnTo>
                  <a:pt x="2362" y="10192"/>
                </a:lnTo>
                <a:lnTo>
                  <a:pt x="2826" y="10151"/>
                </a:lnTo>
                <a:lnTo>
                  <a:pt x="3270" y="10091"/>
                </a:lnTo>
                <a:lnTo>
                  <a:pt x="3734" y="10030"/>
                </a:lnTo>
                <a:lnTo>
                  <a:pt x="4178" y="9929"/>
                </a:lnTo>
                <a:lnTo>
                  <a:pt x="5086" y="9728"/>
                </a:lnTo>
                <a:lnTo>
                  <a:pt x="5994" y="9485"/>
                </a:lnTo>
                <a:lnTo>
                  <a:pt x="6882" y="9223"/>
                </a:lnTo>
                <a:lnTo>
                  <a:pt x="7750" y="8920"/>
                </a:lnTo>
                <a:lnTo>
                  <a:pt x="8577" y="8638"/>
                </a:lnTo>
                <a:lnTo>
                  <a:pt x="9021" y="8456"/>
                </a:lnTo>
                <a:lnTo>
                  <a:pt x="9465" y="8275"/>
                </a:lnTo>
                <a:lnTo>
                  <a:pt x="9687" y="8154"/>
                </a:lnTo>
                <a:lnTo>
                  <a:pt x="9889" y="8032"/>
                </a:lnTo>
                <a:lnTo>
                  <a:pt x="10091" y="7891"/>
                </a:lnTo>
                <a:lnTo>
                  <a:pt x="10273" y="7730"/>
                </a:lnTo>
                <a:lnTo>
                  <a:pt x="10474" y="7548"/>
                </a:lnTo>
                <a:lnTo>
                  <a:pt x="10636" y="7326"/>
                </a:lnTo>
                <a:lnTo>
                  <a:pt x="10817" y="7084"/>
                </a:lnTo>
                <a:lnTo>
                  <a:pt x="10959" y="6822"/>
                </a:lnTo>
                <a:lnTo>
                  <a:pt x="11100" y="6539"/>
                </a:lnTo>
                <a:lnTo>
                  <a:pt x="11221" y="6216"/>
                </a:lnTo>
                <a:lnTo>
                  <a:pt x="11322" y="5873"/>
                </a:lnTo>
                <a:lnTo>
                  <a:pt x="11423" y="5510"/>
                </a:lnTo>
                <a:lnTo>
                  <a:pt x="11544" y="4884"/>
                </a:lnTo>
                <a:lnTo>
                  <a:pt x="11625" y="4279"/>
                </a:lnTo>
                <a:lnTo>
                  <a:pt x="11665" y="3653"/>
                </a:lnTo>
                <a:lnTo>
                  <a:pt x="11685" y="3028"/>
                </a:lnTo>
                <a:lnTo>
                  <a:pt x="11645" y="2402"/>
                </a:lnTo>
                <a:lnTo>
                  <a:pt x="11584" y="1797"/>
                </a:lnTo>
                <a:lnTo>
                  <a:pt x="11463" y="1171"/>
                </a:lnTo>
                <a:lnTo>
                  <a:pt x="11322" y="566"/>
                </a:lnTo>
                <a:lnTo>
                  <a:pt x="11261" y="404"/>
                </a:lnTo>
                <a:lnTo>
                  <a:pt x="11201" y="263"/>
                </a:lnTo>
                <a:lnTo>
                  <a:pt x="11140" y="182"/>
                </a:lnTo>
                <a:lnTo>
                  <a:pt x="11100" y="122"/>
                </a:lnTo>
                <a:lnTo>
                  <a:pt x="11019" y="82"/>
                </a:lnTo>
                <a:lnTo>
                  <a:pt x="10959" y="41"/>
                </a:lnTo>
                <a:lnTo>
                  <a:pt x="10838" y="1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six columns 1">
  <p:cSld name="CUSTOM_3">
    <p:spTree>
      <p:nvGrpSpPr>
        <p:cNvPr id="2372" name="Shape 23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3" name="Google Shape;2373;p30"/>
          <p:cNvSpPr txBox="1"/>
          <p:nvPr>
            <p:ph idx="1" type="subTitle"/>
          </p:nvPr>
        </p:nvSpPr>
        <p:spPr>
          <a:xfrm>
            <a:off x="1268225" y="1870115"/>
            <a:ext cx="1463100" cy="228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Pacifico"/>
              <a:buNone/>
              <a:defRPr b="1" sz="2000"/>
            </a:lvl1pPr>
            <a:lvl2pPr lvl="1" rtl="0">
              <a:spcBef>
                <a:spcPts val="0"/>
              </a:spcBef>
              <a:spcAft>
                <a:spcPts val="0"/>
              </a:spcAft>
              <a:buSzPts val="1600"/>
              <a:buFont typeface="Pacifico"/>
              <a:buNone/>
              <a:defRPr>
                <a:latin typeface="Pacifico"/>
                <a:ea typeface="Pacifico"/>
                <a:cs typeface="Pacifico"/>
                <a:sym typeface="Pacifico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1600"/>
              <a:buFont typeface="Pacifico"/>
              <a:buNone/>
              <a:defRPr>
                <a:latin typeface="Pacifico"/>
                <a:ea typeface="Pacifico"/>
                <a:cs typeface="Pacifico"/>
                <a:sym typeface="Pacifico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1600"/>
              <a:buFont typeface="Pacifico"/>
              <a:buNone/>
              <a:defRPr>
                <a:latin typeface="Pacifico"/>
                <a:ea typeface="Pacifico"/>
                <a:cs typeface="Pacifico"/>
                <a:sym typeface="Pacifico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1600"/>
              <a:buFont typeface="Pacifico"/>
              <a:buNone/>
              <a:defRPr>
                <a:latin typeface="Pacifico"/>
                <a:ea typeface="Pacifico"/>
                <a:cs typeface="Pacifico"/>
                <a:sym typeface="Pacifico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1600"/>
              <a:buFont typeface="Pacifico"/>
              <a:buNone/>
              <a:defRPr>
                <a:latin typeface="Pacifico"/>
                <a:ea typeface="Pacifico"/>
                <a:cs typeface="Pacifico"/>
                <a:sym typeface="Pacifico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1600"/>
              <a:buFont typeface="Pacifico"/>
              <a:buNone/>
              <a:defRPr>
                <a:latin typeface="Pacifico"/>
                <a:ea typeface="Pacifico"/>
                <a:cs typeface="Pacifico"/>
                <a:sym typeface="Pacifico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1600"/>
              <a:buFont typeface="Pacifico"/>
              <a:buNone/>
              <a:defRPr>
                <a:latin typeface="Pacifico"/>
                <a:ea typeface="Pacifico"/>
                <a:cs typeface="Pacifico"/>
                <a:sym typeface="Pacifico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1600"/>
              <a:buFont typeface="Pacifico"/>
              <a:buNone/>
              <a:defRPr>
                <a:latin typeface="Pacifico"/>
                <a:ea typeface="Pacifico"/>
                <a:cs typeface="Pacifico"/>
                <a:sym typeface="Pacifico"/>
              </a:defRPr>
            </a:lvl9pPr>
          </a:lstStyle>
          <a:p/>
        </p:txBody>
      </p:sp>
      <p:sp>
        <p:nvSpPr>
          <p:cNvPr id="2374" name="Google Shape;2374;p30"/>
          <p:cNvSpPr txBox="1"/>
          <p:nvPr>
            <p:ph idx="2" type="subTitle"/>
          </p:nvPr>
        </p:nvSpPr>
        <p:spPr>
          <a:xfrm>
            <a:off x="1104125" y="2269574"/>
            <a:ext cx="1791300" cy="402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9pPr>
          </a:lstStyle>
          <a:p/>
        </p:txBody>
      </p:sp>
      <p:sp>
        <p:nvSpPr>
          <p:cNvPr id="2375" name="Google Shape;2375;p30"/>
          <p:cNvSpPr txBox="1"/>
          <p:nvPr>
            <p:ph idx="3" type="subTitle"/>
          </p:nvPr>
        </p:nvSpPr>
        <p:spPr>
          <a:xfrm>
            <a:off x="3840450" y="1870115"/>
            <a:ext cx="1463100" cy="224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Pacifico"/>
              <a:buNone/>
              <a:defRPr b="1" sz="2000"/>
            </a:lvl1pPr>
            <a:lvl2pPr lvl="1" rtl="0">
              <a:spcBef>
                <a:spcPts val="0"/>
              </a:spcBef>
              <a:spcAft>
                <a:spcPts val="0"/>
              </a:spcAft>
              <a:buSzPts val="1600"/>
              <a:buFont typeface="Pacifico"/>
              <a:buNone/>
              <a:defRPr>
                <a:latin typeface="Pacifico"/>
                <a:ea typeface="Pacifico"/>
                <a:cs typeface="Pacifico"/>
                <a:sym typeface="Pacifico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1600"/>
              <a:buFont typeface="Pacifico"/>
              <a:buNone/>
              <a:defRPr>
                <a:latin typeface="Pacifico"/>
                <a:ea typeface="Pacifico"/>
                <a:cs typeface="Pacifico"/>
                <a:sym typeface="Pacifico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1600"/>
              <a:buFont typeface="Pacifico"/>
              <a:buNone/>
              <a:defRPr>
                <a:latin typeface="Pacifico"/>
                <a:ea typeface="Pacifico"/>
                <a:cs typeface="Pacifico"/>
                <a:sym typeface="Pacifico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1600"/>
              <a:buFont typeface="Pacifico"/>
              <a:buNone/>
              <a:defRPr>
                <a:latin typeface="Pacifico"/>
                <a:ea typeface="Pacifico"/>
                <a:cs typeface="Pacifico"/>
                <a:sym typeface="Pacifico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1600"/>
              <a:buFont typeface="Pacifico"/>
              <a:buNone/>
              <a:defRPr>
                <a:latin typeface="Pacifico"/>
                <a:ea typeface="Pacifico"/>
                <a:cs typeface="Pacifico"/>
                <a:sym typeface="Pacifico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1600"/>
              <a:buFont typeface="Pacifico"/>
              <a:buNone/>
              <a:defRPr>
                <a:latin typeface="Pacifico"/>
                <a:ea typeface="Pacifico"/>
                <a:cs typeface="Pacifico"/>
                <a:sym typeface="Pacifico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1600"/>
              <a:buFont typeface="Pacifico"/>
              <a:buNone/>
              <a:defRPr>
                <a:latin typeface="Pacifico"/>
                <a:ea typeface="Pacifico"/>
                <a:cs typeface="Pacifico"/>
                <a:sym typeface="Pacifico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1600"/>
              <a:buFont typeface="Pacifico"/>
              <a:buNone/>
              <a:defRPr>
                <a:latin typeface="Pacifico"/>
                <a:ea typeface="Pacifico"/>
                <a:cs typeface="Pacifico"/>
                <a:sym typeface="Pacifico"/>
              </a:defRPr>
            </a:lvl9pPr>
          </a:lstStyle>
          <a:p/>
        </p:txBody>
      </p:sp>
      <p:sp>
        <p:nvSpPr>
          <p:cNvPr id="2376" name="Google Shape;2376;p30"/>
          <p:cNvSpPr txBox="1"/>
          <p:nvPr>
            <p:ph idx="4" type="subTitle"/>
          </p:nvPr>
        </p:nvSpPr>
        <p:spPr>
          <a:xfrm>
            <a:off x="3674700" y="2269574"/>
            <a:ext cx="1794600" cy="402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9pPr>
          </a:lstStyle>
          <a:p/>
        </p:txBody>
      </p:sp>
      <p:sp>
        <p:nvSpPr>
          <p:cNvPr id="2377" name="Google Shape;2377;p30"/>
          <p:cNvSpPr txBox="1"/>
          <p:nvPr>
            <p:ph idx="5" type="subTitle"/>
          </p:nvPr>
        </p:nvSpPr>
        <p:spPr>
          <a:xfrm>
            <a:off x="6412481" y="1870115"/>
            <a:ext cx="1463100" cy="224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Pacifico"/>
              <a:buNone/>
              <a:defRPr b="1" sz="2000"/>
            </a:lvl1pPr>
            <a:lvl2pPr lvl="1" rtl="0">
              <a:spcBef>
                <a:spcPts val="0"/>
              </a:spcBef>
              <a:spcAft>
                <a:spcPts val="0"/>
              </a:spcAft>
              <a:buSzPts val="1600"/>
              <a:buFont typeface="Pacifico"/>
              <a:buNone/>
              <a:defRPr>
                <a:latin typeface="Pacifico"/>
                <a:ea typeface="Pacifico"/>
                <a:cs typeface="Pacifico"/>
                <a:sym typeface="Pacifico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1600"/>
              <a:buFont typeface="Pacifico"/>
              <a:buNone/>
              <a:defRPr>
                <a:latin typeface="Pacifico"/>
                <a:ea typeface="Pacifico"/>
                <a:cs typeface="Pacifico"/>
                <a:sym typeface="Pacifico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1600"/>
              <a:buFont typeface="Pacifico"/>
              <a:buNone/>
              <a:defRPr>
                <a:latin typeface="Pacifico"/>
                <a:ea typeface="Pacifico"/>
                <a:cs typeface="Pacifico"/>
                <a:sym typeface="Pacifico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1600"/>
              <a:buFont typeface="Pacifico"/>
              <a:buNone/>
              <a:defRPr>
                <a:latin typeface="Pacifico"/>
                <a:ea typeface="Pacifico"/>
                <a:cs typeface="Pacifico"/>
                <a:sym typeface="Pacifico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1600"/>
              <a:buFont typeface="Pacifico"/>
              <a:buNone/>
              <a:defRPr>
                <a:latin typeface="Pacifico"/>
                <a:ea typeface="Pacifico"/>
                <a:cs typeface="Pacifico"/>
                <a:sym typeface="Pacifico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1600"/>
              <a:buFont typeface="Pacifico"/>
              <a:buNone/>
              <a:defRPr>
                <a:latin typeface="Pacifico"/>
                <a:ea typeface="Pacifico"/>
                <a:cs typeface="Pacifico"/>
                <a:sym typeface="Pacifico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1600"/>
              <a:buFont typeface="Pacifico"/>
              <a:buNone/>
              <a:defRPr>
                <a:latin typeface="Pacifico"/>
                <a:ea typeface="Pacifico"/>
                <a:cs typeface="Pacifico"/>
                <a:sym typeface="Pacifico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1600"/>
              <a:buFont typeface="Pacifico"/>
              <a:buNone/>
              <a:defRPr>
                <a:latin typeface="Pacifico"/>
                <a:ea typeface="Pacifico"/>
                <a:cs typeface="Pacifico"/>
                <a:sym typeface="Pacifico"/>
              </a:defRPr>
            </a:lvl9pPr>
          </a:lstStyle>
          <a:p/>
        </p:txBody>
      </p:sp>
      <p:sp>
        <p:nvSpPr>
          <p:cNvPr id="2378" name="Google Shape;2378;p30"/>
          <p:cNvSpPr txBox="1"/>
          <p:nvPr>
            <p:ph idx="6" type="subTitle"/>
          </p:nvPr>
        </p:nvSpPr>
        <p:spPr>
          <a:xfrm>
            <a:off x="6246731" y="2269574"/>
            <a:ext cx="1794600" cy="402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9pPr>
          </a:lstStyle>
          <a:p/>
        </p:txBody>
      </p:sp>
      <p:sp>
        <p:nvSpPr>
          <p:cNvPr id="2379" name="Google Shape;2379;p30"/>
          <p:cNvSpPr txBox="1"/>
          <p:nvPr>
            <p:ph idx="7" type="subTitle"/>
          </p:nvPr>
        </p:nvSpPr>
        <p:spPr>
          <a:xfrm>
            <a:off x="1268225" y="3627093"/>
            <a:ext cx="1463100" cy="224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Pacifico"/>
              <a:buNone/>
              <a:defRPr b="1" sz="2000"/>
            </a:lvl1pPr>
            <a:lvl2pPr lvl="1" rtl="0">
              <a:spcBef>
                <a:spcPts val="0"/>
              </a:spcBef>
              <a:spcAft>
                <a:spcPts val="0"/>
              </a:spcAft>
              <a:buSzPts val="1600"/>
              <a:buFont typeface="Pacifico"/>
              <a:buNone/>
              <a:defRPr>
                <a:latin typeface="Pacifico"/>
                <a:ea typeface="Pacifico"/>
                <a:cs typeface="Pacifico"/>
                <a:sym typeface="Pacifico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1600"/>
              <a:buFont typeface="Pacifico"/>
              <a:buNone/>
              <a:defRPr>
                <a:latin typeface="Pacifico"/>
                <a:ea typeface="Pacifico"/>
                <a:cs typeface="Pacifico"/>
                <a:sym typeface="Pacifico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1600"/>
              <a:buFont typeface="Pacifico"/>
              <a:buNone/>
              <a:defRPr>
                <a:latin typeface="Pacifico"/>
                <a:ea typeface="Pacifico"/>
                <a:cs typeface="Pacifico"/>
                <a:sym typeface="Pacifico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1600"/>
              <a:buFont typeface="Pacifico"/>
              <a:buNone/>
              <a:defRPr>
                <a:latin typeface="Pacifico"/>
                <a:ea typeface="Pacifico"/>
                <a:cs typeface="Pacifico"/>
                <a:sym typeface="Pacifico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1600"/>
              <a:buFont typeface="Pacifico"/>
              <a:buNone/>
              <a:defRPr>
                <a:latin typeface="Pacifico"/>
                <a:ea typeface="Pacifico"/>
                <a:cs typeface="Pacifico"/>
                <a:sym typeface="Pacifico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1600"/>
              <a:buFont typeface="Pacifico"/>
              <a:buNone/>
              <a:defRPr>
                <a:latin typeface="Pacifico"/>
                <a:ea typeface="Pacifico"/>
                <a:cs typeface="Pacifico"/>
                <a:sym typeface="Pacifico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1600"/>
              <a:buFont typeface="Pacifico"/>
              <a:buNone/>
              <a:defRPr>
                <a:latin typeface="Pacifico"/>
                <a:ea typeface="Pacifico"/>
                <a:cs typeface="Pacifico"/>
                <a:sym typeface="Pacifico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1600"/>
              <a:buFont typeface="Pacifico"/>
              <a:buNone/>
              <a:defRPr>
                <a:latin typeface="Pacifico"/>
                <a:ea typeface="Pacifico"/>
                <a:cs typeface="Pacifico"/>
                <a:sym typeface="Pacifico"/>
              </a:defRPr>
            </a:lvl9pPr>
          </a:lstStyle>
          <a:p/>
        </p:txBody>
      </p:sp>
      <p:sp>
        <p:nvSpPr>
          <p:cNvPr id="2380" name="Google Shape;2380;p30"/>
          <p:cNvSpPr txBox="1"/>
          <p:nvPr>
            <p:ph idx="8" type="subTitle"/>
          </p:nvPr>
        </p:nvSpPr>
        <p:spPr>
          <a:xfrm>
            <a:off x="1102475" y="4029040"/>
            <a:ext cx="1794600" cy="402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9pPr>
          </a:lstStyle>
          <a:p/>
        </p:txBody>
      </p:sp>
      <p:sp>
        <p:nvSpPr>
          <p:cNvPr id="2381" name="Google Shape;2381;p30"/>
          <p:cNvSpPr txBox="1"/>
          <p:nvPr>
            <p:ph idx="9" type="subTitle"/>
          </p:nvPr>
        </p:nvSpPr>
        <p:spPr>
          <a:xfrm>
            <a:off x="3840450" y="3627093"/>
            <a:ext cx="1463100" cy="224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Pacifico"/>
              <a:buNone/>
              <a:defRPr b="1" sz="2000"/>
            </a:lvl1pPr>
            <a:lvl2pPr lvl="1" rtl="0">
              <a:spcBef>
                <a:spcPts val="0"/>
              </a:spcBef>
              <a:spcAft>
                <a:spcPts val="0"/>
              </a:spcAft>
              <a:buSzPts val="1600"/>
              <a:buFont typeface="Pacifico"/>
              <a:buNone/>
              <a:defRPr>
                <a:latin typeface="Pacifico"/>
                <a:ea typeface="Pacifico"/>
                <a:cs typeface="Pacifico"/>
                <a:sym typeface="Pacifico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1600"/>
              <a:buFont typeface="Pacifico"/>
              <a:buNone/>
              <a:defRPr>
                <a:latin typeface="Pacifico"/>
                <a:ea typeface="Pacifico"/>
                <a:cs typeface="Pacifico"/>
                <a:sym typeface="Pacifico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1600"/>
              <a:buFont typeface="Pacifico"/>
              <a:buNone/>
              <a:defRPr>
                <a:latin typeface="Pacifico"/>
                <a:ea typeface="Pacifico"/>
                <a:cs typeface="Pacifico"/>
                <a:sym typeface="Pacifico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1600"/>
              <a:buFont typeface="Pacifico"/>
              <a:buNone/>
              <a:defRPr>
                <a:latin typeface="Pacifico"/>
                <a:ea typeface="Pacifico"/>
                <a:cs typeface="Pacifico"/>
                <a:sym typeface="Pacifico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1600"/>
              <a:buFont typeface="Pacifico"/>
              <a:buNone/>
              <a:defRPr>
                <a:latin typeface="Pacifico"/>
                <a:ea typeface="Pacifico"/>
                <a:cs typeface="Pacifico"/>
                <a:sym typeface="Pacifico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1600"/>
              <a:buFont typeface="Pacifico"/>
              <a:buNone/>
              <a:defRPr>
                <a:latin typeface="Pacifico"/>
                <a:ea typeface="Pacifico"/>
                <a:cs typeface="Pacifico"/>
                <a:sym typeface="Pacifico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1600"/>
              <a:buFont typeface="Pacifico"/>
              <a:buNone/>
              <a:defRPr>
                <a:latin typeface="Pacifico"/>
                <a:ea typeface="Pacifico"/>
                <a:cs typeface="Pacifico"/>
                <a:sym typeface="Pacifico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1600"/>
              <a:buFont typeface="Pacifico"/>
              <a:buNone/>
              <a:defRPr>
                <a:latin typeface="Pacifico"/>
                <a:ea typeface="Pacifico"/>
                <a:cs typeface="Pacifico"/>
                <a:sym typeface="Pacifico"/>
              </a:defRPr>
            </a:lvl9pPr>
          </a:lstStyle>
          <a:p/>
        </p:txBody>
      </p:sp>
      <p:sp>
        <p:nvSpPr>
          <p:cNvPr id="2382" name="Google Shape;2382;p30"/>
          <p:cNvSpPr txBox="1"/>
          <p:nvPr>
            <p:ph idx="13" type="subTitle"/>
          </p:nvPr>
        </p:nvSpPr>
        <p:spPr>
          <a:xfrm>
            <a:off x="3674700" y="4029040"/>
            <a:ext cx="1794600" cy="402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9pPr>
          </a:lstStyle>
          <a:p/>
        </p:txBody>
      </p:sp>
      <p:sp>
        <p:nvSpPr>
          <p:cNvPr id="2383" name="Google Shape;2383;p30"/>
          <p:cNvSpPr txBox="1"/>
          <p:nvPr>
            <p:ph idx="14" type="subTitle"/>
          </p:nvPr>
        </p:nvSpPr>
        <p:spPr>
          <a:xfrm>
            <a:off x="6412481" y="3627093"/>
            <a:ext cx="1463100" cy="224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Pacifico"/>
              <a:buNone/>
              <a:defRPr b="1" sz="2000"/>
            </a:lvl1pPr>
            <a:lvl2pPr lvl="1" rtl="0">
              <a:spcBef>
                <a:spcPts val="0"/>
              </a:spcBef>
              <a:spcAft>
                <a:spcPts val="0"/>
              </a:spcAft>
              <a:buSzPts val="1600"/>
              <a:buFont typeface="Pacifico"/>
              <a:buNone/>
              <a:defRPr>
                <a:latin typeface="Pacifico"/>
                <a:ea typeface="Pacifico"/>
                <a:cs typeface="Pacifico"/>
                <a:sym typeface="Pacifico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1600"/>
              <a:buFont typeface="Pacifico"/>
              <a:buNone/>
              <a:defRPr>
                <a:latin typeface="Pacifico"/>
                <a:ea typeface="Pacifico"/>
                <a:cs typeface="Pacifico"/>
                <a:sym typeface="Pacifico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1600"/>
              <a:buFont typeface="Pacifico"/>
              <a:buNone/>
              <a:defRPr>
                <a:latin typeface="Pacifico"/>
                <a:ea typeface="Pacifico"/>
                <a:cs typeface="Pacifico"/>
                <a:sym typeface="Pacifico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1600"/>
              <a:buFont typeface="Pacifico"/>
              <a:buNone/>
              <a:defRPr>
                <a:latin typeface="Pacifico"/>
                <a:ea typeface="Pacifico"/>
                <a:cs typeface="Pacifico"/>
                <a:sym typeface="Pacifico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1600"/>
              <a:buFont typeface="Pacifico"/>
              <a:buNone/>
              <a:defRPr>
                <a:latin typeface="Pacifico"/>
                <a:ea typeface="Pacifico"/>
                <a:cs typeface="Pacifico"/>
                <a:sym typeface="Pacifico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1600"/>
              <a:buFont typeface="Pacifico"/>
              <a:buNone/>
              <a:defRPr>
                <a:latin typeface="Pacifico"/>
                <a:ea typeface="Pacifico"/>
                <a:cs typeface="Pacifico"/>
                <a:sym typeface="Pacifico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1600"/>
              <a:buFont typeface="Pacifico"/>
              <a:buNone/>
              <a:defRPr>
                <a:latin typeface="Pacifico"/>
                <a:ea typeface="Pacifico"/>
                <a:cs typeface="Pacifico"/>
                <a:sym typeface="Pacifico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1600"/>
              <a:buFont typeface="Pacifico"/>
              <a:buNone/>
              <a:defRPr>
                <a:latin typeface="Pacifico"/>
                <a:ea typeface="Pacifico"/>
                <a:cs typeface="Pacifico"/>
                <a:sym typeface="Pacifico"/>
              </a:defRPr>
            </a:lvl9pPr>
          </a:lstStyle>
          <a:p/>
        </p:txBody>
      </p:sp>
      <p:sp>
        <p:nvSpPr>
          <p:cNvPr id="2384" name="Google Shape;2384;p30"/>
          <p:cNvSpPr txBox="1"/>
          <p:nvPr>
            <p:ph idx="15" type="subTitle"/>
          </p:nvPr>
        </p:nvSpPr>
        <p:spPr>
          <a:xfrm>
            <a:off x="6246731" y="4029040"/>
            <a:ext cx="1794600" cy="402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9pPr>
          </a:lstStyle>
          <a:p/>
        </p:txBody>
      </p:sp>
      <p:sp>
        <p:nvSpPr>
          <p:cNvPr id="2385" name="Google Shape;2385;p30"/>
          <p:cNvSpPr txBox="1"/>
          <p:nvPr>
            <p:ph type="title"/>
          </p:nvPr>
        </p:nvSpPr>
        <p:spPr>
          <a:xfrm>
            <a:off x="713225" y="530352"/>
            <a:ext cx="7717500" cy="292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/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386" name="Google Shape;2386;p30"/>
          <p:cNvSpPr/>
          <p:nvPr/>
        </p:nvSpPr>
        <p:spPr>
          <a:xfrm flipH="1">
            <a:off x="8430775" y="0"/>
            <a:ext cx="7131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87" name="Google Shape;2387;p30"/>
          <p:cNvSpPr/>
          <p:nvPr/>
        </p:nvSpPr>
        <p:spPr>
          <a:xfrm flipH="1">
            <a:off x="125" y="0"/>
            <a:ext cx="7131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88" name="Google Shape;2388;p30"/>
          <p:cNvSpPr/>
          <p:nvPr/>
        </p:nvSpPr>
        <p:spPr>
          <a:xfrm flipH="1" rot="10800000">
            <a:off x="-12" y="10453"/>
            <a:ext cx="1058100" cy="1058100"/>
          </a:xfrm>
          <a:prstGeom prst="rtTriangle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89" name="Google Shape;2389;p30"/>
          <p:cNvSpPr/>
          <p:nvPr/>
        </p:nvSpPr>
        <p:spPr>
          <a:xfrm flipH="1">
            <a:off x="8085888" y="4081828"/>
            <a:ext cx="1058100" cy="1058100"/>
          </a:xfrm>
          <a:prstGeom prst="rtTriangle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90" name="Google Shape;2390;p30"/>
          <p:cNvSpPr/>
          <p:nvPr/>
        </p:nvSpPr>
        <p:spPr>
          <a:xfrm>
            <a:off x="134475" y="3869941"/>
            <a:ext cx="597600" cy="597600"/>
          </a:xfrm>
          <a:prstGeom prst="ellipse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91" name="Google Shape;2391;p30"/>
          <p:cNvSpPr/>
          <p:nvPr/>
        </p:nvSpPr>
        <p:spPr>
          <a:xfrm rot="5400000">
            <a:off x="134475" y="4475043"/>
            <a:ext cx="597600" cy="597600"/>
          </a:xfrm>
          <a:prstGeom prst="rtTriangle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92" name="Google Shape;2392;p30"/>
          <p:cNvSpPr/>
          <p:nvPr/>
        </p:nvSpPr>
        <p:spPr>
          <a:xfrm>
            <a:off x="8567050" y="590547"/>
            <a:ext cx="457237" cy="429412"/>
          </a:xfrm>
          <a:custGeom>
            <a:rect b="b" l="l" r="r" t="t"/>
            <a:pathLst>
              <a:path extrusionOk="0" h="92099" w="98067">
                <a:moveTo>
                  <a:pt x="49019" y="0"/>
                </a:moveTo>
                <a:lnTo>
                  <a:pt x="48824" y="1171"/>
                </a:lnTo>
                <a:lnTo>
                  <a:pt x="48629" y="2064"/>
                </a:lnTo>
                <a:lnTo>
                  <a:pt x="48378" y="3151"/>
                </a:lnTo>
                <a:lnTo>
                  <a:pt x="48071" y="4434"/>
                </a:lnTo>
                <a:lnTo>
                  <a:pt x="47709" y="5884"/>
                </a:lnTo>
                <a:lnTo>
                  <a:pt x="47263" y="7501"/>
                </a:lnTo>
                <a:lnTo>
                  <a:pt x="46733" y="9230"/>
                </a:lnTo>
                <a:lnTo>
                  <a:pt x="46119" y="11070"/>
                </a:lnTo>
                <a:lnTo>
                  <a:pt x="45422" y="13050"/>
                </a:lnTo>
                <a:lnTo>
                  <a:pt x="44641" y="15085"/>
                </a:lnTo>
                <a:lnTo>
                  <a:pt x="43777" y="17177"/>
                </a:lnTo>
                <a:lnTo>
                  <a:pt x="43303" y="18264"/>
                </a:lnTo>
                <a:lnTo>
                  <a:pt x="42801" y="19351"/>
                </a:lnTo>
                <a:lnTo>
                  <a:pt x="42271" y="20439"/>
                </a:lnTo>
                <a:lnTo>
                  <a:pt x="41742" y="21554"/>
                </a:lnTo>
                <a:lnTo>
                  <a:pt x="41156" y="22670"/>
                </a:lnTo>
                <a:lnTo>
                  <a:pt x="40543" y="23785"/>
                </a:lnTo>
                <a:lnTo>
                  <a:pt x="39929" y="24900"/>
                </a:lnTo>
                <a:lnTo>
                  <a:pt x="39260" y="25988"/>
                </a:lnTo>
                <a:lnTo>
                  <a:pt x="38563" y="27103"/>
                </a:lnTo>
                <a:lnTo>
                  <a:pt x="37838" y="28218"/>
                </a:lnTo>
                <a:lnTo>
                  <a:pt x="37113" y="29306"/>
                </a:lnTo>
                <a:lnTo>
                  <a:pt x="36332" y="30421"/>
                </a:lnTo>
                <a:lnTo>
                  <a:pt x="35524" y="31481"/>
                </a:lnTo>
                <a:lnTo>
                  <a:pt x="34687" y="32568"/>
                </a:lnTo>
                <a:lnTo>
                  <a:pt x="33795" y="33600"/>
                </a:lnTo>
                <a:lnTo>
                  <a:pt x="32903" y="34659"/>
                </a:lnTo>
                <a:lnTo>
                  <a:pt x="31954" y="35663"/>
                </a:lnTo>
                <a:lnTo>
                  <a:pt x="30979" y="36667"/>
                </a:lnTo>
                <a:lnTo>
                  <a:pt x="29975" y="37643"/>
                </a:lnTo>
                <a:lnTo>
                  <a:pt x="28943" y="38591"/>
                </a:lnTo>
                <a:lnTo>
                  <a:pt x="27856" y="39511"/>
                </a:lnTo>
                <a:lnTo>
                  <a:pt x="26740" y="40403"/>
                </a:lnTo>
                <a:lnTo>
                  <a:pt x="25597" y="41268"/>
                </a:lnTo>
                <a:lnTo>
                  <a:pt x="24426" y="42104"/>
                </a:lnTo>
                <a:lnTo>
                  <a:pt x="23199" y="42885"/>
                </a:lnTo>
                <a:lnTo>
                  <a:pt x="21944" y="43638"/>
                </a:lnTo>
                <a:lnTo>
                  <a:pt x="20634" y="44363"/>
                </a:lnTo>
                <a:lnTo>
                  <a:pt x="19295" y="45060"/>
                </a:lnTo>
                <a:lnTo>
                  <a:pt x="17929" y="45673"/>
                </a:lnTo>
                <a:lnTo>
                  <a:pt x="16507" y="46287"/>
                </a:lnTo>
                <a:lnTo>
                  <a:pt x="15057" y="46816"/>
                </a:lnTo>
                <a:lnTo>
                  <a:pt x="13551" y="47318"/>
                </a:lnTo>
                <a:lnTo>
                  <a:pt x="12018" y="47765"/>
                </a:lnTo>
                <a:lnTo>
                  <a:pt x="10428" y="48155"/>
                </a:lnTo>
                <a:lnTo>
                  <a:pt x="8811" y="48489"/>
                </a:lnTo>
                <a:lnTo>
                  <a:pt x="7138" y="48768"/>
                </a:lnTo>
                <a:lnTo>
                  <a:pt x="5409" y="48991"/>
                </a:lnTo>
                <a:lnTo>
                  <a:pt x="3653" y="49159"/>
                </a:lnTo>
                <a:lnTo>
                  <a:pt x="1868" y="49242"/>
                </a:lnTo>
                <a:lnTo>
                  <a:pt x="948" y="49270"/>
                </a:lnTo>
                <a:lnTo>
                  <a:pt x="0" y="49298"/>
                </a:lnTo>
                <a:lnTo>
                  <a:pt x="474" y="49438"/>
                </a:lnTo>
                <a:lnTo>
                  <a:pt x="1840" y="49856"/>
                </a:lnTo>
                <a:lnTo>
                  <a:pt x="3959" y="50581"/>
                </a:lnTo>
                <a:lnTo>
                  <a:pt x="5270" y="51055"/>
                </a:lnTo>
                <a:lnTo>
                  <a:pt x="6720" y="51585"/>
                </a:lnTo>
                <a:lnTo>
                  <a:pt x="8309" y="52226"/>
                </a:lnTo>
                <a:lnTo>
                  <a:pt x="10010" y="52951"/>
                </a:lnTo>
                <a:lnTo>
                  <a:pt x="11823" y="53732"/>
                </a:lnTo>
                <a:lnTo>
                  <a:pt x="13719" y="54624"/>
                </a:lnTo>
                <a:lnTo>
                  <a:pt x="15698" y="55600"/>
                </a:lnTo>
                <a:lnTo>
                  <a:pt x="17762" y="56631"/>
                </a:lnTo>
                <a:lnTo>
                  <a:pt x="19853" y="57775"/>
                </a:lnTo>
                <a:lnTo>
                  <a:pt x="21972" y="59001"/>
                </a:lnTo>
                <a:lnTo>
                  <a:pt x="23032" y="59671"/>
                </a:lnTo>
                <a:lnTo>
                  <a:pt x="24119" y="60340"/>
                </a:lnTo>
                <a:lnTo>
                  <a:pt x="25179" y="61037"/>
                </a:lnTo>
                <a:lnTo>
                  <a:pt x="26266" y="61762"/>
                </a:lnTo>
                <a:lnTo>
                  <a:pt x="27354" y="62487"/>
                </a:lnTo>
                <a:lnTo>
                  <a:pt x="28413" y="63268"/>
                </a:lnTo>
                <a:lnTo>
                  <a:pt x="29473" y="64048"/>
                </a:lnTo>
                <a:lnTo>
                  <a:pt x="30532" y="64857"/>
                </a:lnTo>
                <a:lnTo>
                  <a:pt x="31592" y="65693"/>
                </a:lnTo>
                <a:lnTo>
                  <a:pt x="32624" y="66558"/>
                </a:lnTo>
                <a:lnTo>
                  <a:pt x="33627" y="67450"/>
                </a:lnTo>
                <a:lnTo>
                  <a:pt x="34659" y="68370"/>
                </a:lnTo>
                <a:lnTo>
                  <a:pt x="35635" y="69290"/>
                </a:lnTo>
                <a:lnTo>
                  <a:pt x="36611" y="70266"/>
                </a:lnTo>
                <a:lnTo>
                  <a:pt x="37559" y="71242"/>
                </a:lnTo>
                <a:lnTo>
                  <a:pt x="38507" y="72274"/>
                </a:lnTo>
                <a:lnTo>
                  <a:pt x="39399" y="73306"/>
                </a:lnTo>
                <a:lnTo>
                  <a:pt x="40292" y="74365"/>
                </a:lnTo>
                <a:lnTo>
                  <a:pt x="41156" y="75453"/>
                </a:lnTo>
                <a:lnTo>
                  <a:pt x="41993" y="76568"/>
                </a:lnTo>
                <a:lnTo>
                  <a:pt x="42773" y="77711"/>
                </a:lnTo>
                <a:lnTo>
                  <a:pt x="43554" y="78882"/>
                </a:lnTo>
                <a:lnTo>
                  <a:pt x="44279" y="80081"/>
                </a:lnTo>
                <a:lnTo>
                  <a:pt x="44976" y="81308"/>
                </a:lnTo>
                <a:lnTo>
                  <a:pt x="45617" y="82563"/>
                </a:lnTo>
                <a:lnTo>
                  <a:pt x="46259" y="83846"/>
                </a:lnTo>
                <a:lnTo>
                  <a:pt x="46816" y="85156"/>
                </a:lnTo>
                <a:lnTo>
                  <a:pt x="47374" y="86494"/>
                </a:lnTo>
                <a:lnTo>
                  <a:pt x="47848" y="87833"/>
                </a:lnTo>
                <a:lnTo>
                  <a:pt x="48294" y="89227"/>
                </a:lnTo>
                <a:lnTo>
                  <a:pt x="48685" y="90649"/>
                </a:lnTo>
                <a:lnTo>
                  <a:pt x="49019" y="92099"/>
                </a:lnTo>
                <a:lnTo>
                  <a:pt x="49382" y="90649"/>
                </a:lnTo>
                <a:lnTo>
                  <a:pt x="49772" y="89227"/>
                </a:lnTo>
                <a:lnTo>
                  <a:pt x="50218" y="87833"/>
                </a:lnTo>
                <a:lnTo>
                  <a:pt x="50692" y="86494"/>
                </a:lnTo>
                <a:lnTo>
                  <a:pt x="51250" y="85156"/>
                </a:lnTo>
                <a:lnTo>
                  <a:pt x="51808" y="83846"/>
                </a:lnTo>
                <a:lnTo>
                  <a:pt x="52421" y="82563"/>
                </a:lnTo>
                <a:lnTo>
                  <a:pt x="53090" y="81308"/>
                </a:lnTo>
                <a:lnTo>
                  <a:pt x="53787" y="80081"/>
                </a:lnTo>
                <a:lnTo>
                  <a:pt x="54512" y="78882"/>
                </a:lnTo>
                <a:lnTo>
                  <a:pt x="55293" y="77711"/>
                </a:lnTo>
                <a:lnTo>
                  <a:pt x="56074" y="76568"/>
                </a:lnTo>
                <a:lnTo>
                  <a:pt x="56910" y="75453"/>
                </a:lnTo>
                <a:lnTo>
                  <a:pt x="57775" y="74365"/>
                </a:lnTo>
                <a:lnTo>
                  <a:pt x="58639" y="73306"/>
                </a:lnTo>
                <a:lnTo>
                  <a:pt x="59559" y="72274"/>
                </a:lnTo>
                <a:lnTo>
                  <a:pt x="60479" y="71242"/>
                </a:lnTo>
                <a:lnTo>
                  <a:pt x="61455" y="70266"/>
                </a:lnTo>
                <a:lnTo>
                  <a:pt x="62431" y="69290"/>
                </a:lnTo>
                <a:lnTo>
                  <a:pt x="63407" y="68370"/>
                </a:lnTo>
                <a:lnTo>
                  <a:pt x="64411" y="67450"/>
                </a:lnTo>
                <a:lnTo>
                  <a:pt x="65443" y="66558"/>
                </a:lnTo>
                <a:lnTo>
                  <a:pt x="66474" y="65693"/>
                </a:lnTo>
                <a:lnTo>
                  <a:pt x="67534" y="64857"/>
                </a:lnTo>
                <a:lnTo>
                  <a:pt x="68593" y="64048"/>
                </a:lnTo>
                <a:lnTo>
                  <a:pt x="69653" y="63268"/>
                </a:lnTo>
                <a:lnTo>
                  <a:pt x="70713" y="62487"/>
                </a:lnTo>
                <a:lnTo>
                  <a:pt x="71800" y="61762"/>
                </a:lnTo>
                <a:lnTo>
                  <a:pt x="72860" y="61037"/>
                </a:lnTo>
                <a:lnTo>
                  <a:pt x="73947" y="60340"/>
                </a:lnTo>
                <a:lnTo>
                  <a:pt x="75034" y="59671"/>
                </a:lnTo>
                <a:lnTo>
                  <a:pt x="76094" y="59001"/>
                </a:lnTo>
                <a:lnTo>
                  <a:pt x="78213" y="57775"/>
                </a:lnTo>
                <a:lnTo>
                  <a:pt x="80304" y="56631"/>
                </a:lnTo>
                <a:lnTo>
                  <a:pt x="82368" y="55600"/>
                </a:lnTo>
                <a:lnTo>
                  <a:pt x="84348" y="54624"/>
                </a:lnTo>
                <a:lnTo>
                  <a:pt x="86244" y="53732"/>
                </a:lnTo>
                <a:lnTo>
                  <a:pt x="88056" y="52951"/>
                </a:lnTo>
                <a:lnTo>
                  <a:pt x="89757" y="52226"/>
                </a:lnTo>
                <a:lnTo>
                  <a:pt x="91346" y="51585"/>
                </a:lnTo>
                <a:lnTo>
                  <a:pt x="92796" y="51055"/>
                </a:lnTo>
                <a:lnTo>
                  <a:pt x="94107" y="50581"/>
                </a:lnTo>
                <a:lnTo>
                  <a:pt x="96226" y="49856"/>
                </a:lnTo>
                <a:lnTo>
                  <a:pt x="97592" y="49438"/>
                </a:lnTo>
                <a:lnTo>
                  <a:pt x="98066" y="49298"/>
                </a:lnTo>
                <a:lnTo>
                  <a:pt x="97118" y="49270"/>
                </a:lnTo>
                <a:lnTo>
                  <a:pt x="96198" y="49242"/>
                </a:lnTo>
                <a:lnTo>
                  <a:pt x="94413" y="49159"/>
                </a:lnTo>
                <a:lnTo>
                  <a:pt x="92657" y="48991"/>
                </a:lnTo>
                <a:lnTo>
                  <a:pt x="90928" y="48768"/>
                </a:lnTo>
                <a:lnTo>
                  <a:pt x="89255" y="48489"/>
                </a:lnTo>
                <a:lnTo>
                  <a:pt x="87638" y="48155"/>
                </a:lnTo>
                <a:lnTo>
                  <a:pt x="86048" y="47765"/>
                </a:lnTo>
                <a:lnTo>
                  <a:pt x="84515" y="47318"/>
                </a:lnTo>
                <a:lnTo>
                  <a:pt x="83009" y="46816"/>
                </a:lnTo>
                <a:lnTo>
                  <a:pt x="81559" y="46287"/>
                </a:lnTo>
                <a:lnTo>
                  <a:pt x="80137" y="45673"/>
                </a:lnTo>
                <a:lnTo>
                  <a:pt x="78771" y="45060"/>
                </a:lnTo>
                <a:lnTo>
                  <a:pt x="77432" y="44363"/>
                </a:lnTo>
                <a:lnTo>
                  <a:pt x="76122" y="43638"/>
                </a:lnTo>
                <a:lnTo>
                  <a:pt x="74867" y="42885"/>
                </a:lnTo>
                <a:lnTo>
                  <a:pt x="73640" y="42104"/>
                </a:lnTo>
                <a:lnTo>
                  <a:pt x="72469" y="41268"/>
                </a:lnTo>
                <a:lnTo>
                  <a:pt x="71298" y="40403"/>
                </a:lnTo>
                <a:lnTo>
                  <a:pt x="70211" y="39511"/>
                </a:lnTo>
                <a:lnTo>
                  <a:pt x="69123" y="38591"/>
                </a:lnTo>
                <a:lnTo>
                  <a:pt x="68091" y="37643"/>
                </a:lnTo>
                <a:lnTo>
                  <a:pt x="67088" y="36667"/>
                </a:lnTo>
                <a:lnTo>
                  <a:pt x="66112" y="35663"/>
                </a:lnTo>
                <a:lnTo>
                  <a:pt x="65164" y="34659"/>
                </a:lnTo>
                <a:lnTo>
                  <a:pt x="64271" y="33600"/>
                </a:lnTo>
                <a:lnTo>
                  <a:pt x="63379" y="32568"/>
                </a:lnTo>
                <a:lnTo>
                  <a:pt x="62543" y="31481"/>
                </a:lnTo>
                <a:lnTo>
                  <a:pt x="61734" y="30421"/>
                </a:lnTo>
                <a:lnTo>
                  <a:pt x="60953" y="29306"/>
                </a:lnTo>
                <a:lnTo>
                  <a:pt x="60200" y="28218"/>
                </a:lnTo>
                <a:lnTo>
                  <a:pt x="59503" y="27103"/>
                </a:lnTo>
                <a:lnTo>
                  <a:pt x="58806" y="25988"/>
                </a:lnTo>
                <a:lnTo>
                  <a:pt x="58137" y="24900"/>
                </a:lnTo>
                <a:lnTo>
                  <a:pt x="57524" y="23785"/>
                </a:lnTo>
                <a:lnTo>
                  <a:pt x="56910" y="22670"/>
                </a:lnTo>
                <a:lnTo>
                  <a:pt x="56325" y="21554"/>
                </a:lnTo>
                <a:lnTo>
                  <a:pt x="55795" y="20439"/>
                </a:lnTo>
                <a:lnTo>
                  <a:pt x="55265" y="19351"/>
                </a:lnTo>
                <a:lnTo>
                  <a:pt x="54763" y="18264"/>
                </a:lnTo>
                <a:lnTo>
                  <a:pt x="54289" y="17177"/>
                </a:lnTo>
                <a:lnTo>
                  <a:pt x="53425" y="15085"/>
                </a:lnTo>
                <a:lnTo>
                  <a:pt x="52644" y="13050"/>
                </a:lnTo>
                <a:lnTo>
                  <a:pt x="51947" y="11070"/>
                </a:lnTo>
                <a:lnTo>
                  <a:pt x="51334" y="9230"/>
                </a:lnTo>
                <a:lnTo>
                  <a:pt x="50804" y="7501"/>
                </a:lnTo>
                <a:lnTo>
                  <a:pt x="50358" y="5884"/>
                </a:lnTo>
                <a:lnTo>
                  <a:pt x="49995" y="4434"/>
                </a:lnTo>
                <a:lnTo>
                  <a:pt x="49688" y="3151"/>
                </a:lnTo>
                <a:lnTo>
                  <a:pt x="49437" y="2064"/>
                </a:lnTo>
                <a:lnTo>
                  <a:pt x="49242" y="1171"/>
                </a:lnTo>
                <a:lnTo>
                  <a:pt x="49019" y="0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93" name="Google Shape;2393;p30"/>
          <p:cNvSpPr/>
          <p:nvPr/>
        </p:nvSpPr>
        <p:spPr>
          <a:xfrm>
            <a:off x="8567050" y="57147"/>
            <a:ext cx="457237" cy="429412"/>
          </a:xfrm>
          <a:custGeom>
            <a:rect b="b" l="l" r="r" t="t"/>
            <a:pathLst>
              <a:path extrusionOk="0" h="92099" w="98067">
                <a:moveTo>
                  <a:pt x="49019" y="0"/>
                </a:moveTo>
                <a:lnTo>
                  <a:pt x="48824" y="1171"/>
                </a:lnTo>
                <a:lnTo>
                  <a:pt x="48629" y="2064"/>
                </a:lnTo>
                <a:lnTo>
                  <a:pt x="48378" y="3151"/>
                </a:lnTo>
                <a:lnTo>
                  <a:pt x="48071" y="4434"/>
                </a:lnTo>
                <a:lnTo>
                  <a:pt x="47709" y="5884"/>
                </a:lnTo>
                <a:lnTo>
                  <a:pt x="47263" y="7501"/>
                </a:lnTo>
                <a:lnTo>
                  <a:pt x="46733" y="9230"/>
                </a:lnTo>
                <a:lnTo>
                  <a:pt x="46119" y="11070"/>
                </a:lnTo>
                <a:lnTo>
                  <a:pt x="45422" y="13050"/>
                </a:lnTo>
                <a:lnTo>
                  <a:pt x="44641" y="15085"/>
                </a:lnTo>
                <a:lnTo>
                  <a:pt x="43777" y="17177"/>
                </a:lnTo>
                <a:lnTo>
                  <a:pt x="43303" y="18264"/>
                </a:lnTo>
                <a:lnTo>
                  <a:pt x="42801" y="19351"/>
                </a:lnTo>
                <a:lnTo>
                  <a:pt x="42271" y="20439"/>
                </a:lnTo>
                <a:lnTo>
                  <a:pt x="41742" y="21554"/>
                </a:lnTo>
                <a:lnTo>
                  <a:pt x="41156" y="22670"/>
                </a:lnTo>
                <a:lnTo>
                  <a:pt x="40543" y="23785"/>
                </a:lnTo>
                <a:lnTo>
                  <a:pt x="39929" y="24900"/>
                </a:lnTo>
                <a:lnTo>
                  <a:pt x="39260" y="25988"/>
                </a:lnTo>
                <a:lnTo>
                  <a:pt x="38563" y="27103"/>
                </a:lnTo>
                <a:lnTo>
                  <a:pt x="37838" y="28218"/>
                </a:lnTo>
                <a:lnTo>
                  <a:pt x="37113" y="29306"/>
                </a:lnTo>
                <a:lnTo>
                  <a:pt x="36332" y="30421"/>
                </a:lnTo>
                <a:lnTo>
                  <a:pt x="35524" y="31481"/>
                </a:lnTo>
                <a:lnTo>
                  <a:pt x="34687" y="32568"/>
                </a:lnTo>
                <a:lnTo>
                  <a:pt x="33795" y="33600"/>
                </a:lnTo>
                <a:lnTo>
                  <a:pt x="32903" y="34659"/>
                </a:lnTo>
                <a:lnTo>
                  <a:pt x="31954" y="35663"/>
                </a:lnTo>
                <a:lnTo>
                  <a:pt x="30979" y="36667"/>
                </a:lnTo>
                <a:lnTo>
                  <a:pt x="29975" y="37643"/>
                </a:lnTo>
                <a:lnTo>
                  <a:pt x="28943" y="38591"/>
                </a:lnTo>
                <a:lnTo>
                  <a:pt x="27856" y="39511"/>
                </a:lnTo>
                <a:lnTo>
                  <a:pt x="26740" y="40403"/>
                </a:lnTo>
                <a:lnTo>
                  <a:pt x="25597" y="41268"/>
                </a:lnTo>
                <a:lnTo>
                  <a:pt x="24426" y="42104"/>
                </a:lnTo>
                <a:lnTo>
                  <a:pt x="23199" y="42885"/>
                </a:lnTo>
                <a:lnTo>
                  <a:pt x="21944" y="43638"/>
                </a:lnTo>
                <a:lnTo>
                  <a:pt x="20634" y="44363"/>
                </a:lnTo>
                <a:lnTo>
                  <a:pt x="19295" y="45060"/>
                </a:lnTo>
                <a:lnTo>
                  <a:pt x="17929" y="45673"/>
                </a:lnTo>
                <a:lnTo>
                  <a:pt x="16507" y="46287"/>
                </a:lnTo>
                <a:lnTo>
                  <a:pt x="15057" y="46816"/>
                </a:lnTo>
                <a:lnTo>
                  <a:pt x="13551" y="47318"/>
                </a:lnTo>
                <a:lnTo>
                  <a:pt x="12018" y="47765"/>
                </a:lnTo>
                <a:lnTo>
                  <a:pt x="10428" y="48155"/>
                </a:lnTo>
                <a:lnTo>
                  <a:pt x="8811" y="48489"/>
                </a:lnTo>
                <a:lnTo>
                  <a:pt x="7138" y="48768"/>
                </a:lnTo>
                <a:lnTo>
                  <a:pt x="5409" y="48991"/>
                </a:lnTo>
                <a:lnTo>
                  <a:pt x="3653" y="49159"/>
                </a:lnTo>
                <a:lnTo>
                  <a:pt x="1868" y="49242"/>
                </a:lnTo>
                <a:lnTo>
                  <a:pt x="948" y="49270"/>
                </a:lnTo>
                <a:lnTo>
                  <a:pt x="0" y="49298"/>
                </a:lnTo>
                <a:lnTo>
                  <a:pt x="474" y="49438"/>
                </a:lnTo>
                <a:lnTo>
                  <a:pt x="1840" y="49856"/>
                </a:lnTo>
                <a:lnTo>
                  <a:pt x="3959" y="50581"/>
                </a:lnTo>
                <a:lnTo>
                  <a:pt x="5270" y="51055"/>
                </a:lnTo>
                <a:lnTo>
                  <a:pt x="6720" y="51585"/>
                </a:lnTo>
                <a:lnTo>
                  <a:pt x="8309" y="52226"/>
                </a:lnTo>
                <a:lnTo>
                  <a:pt x="10010" y="52951"/>
                </a:lnTo>
                <a:lnTo>
                  <a:pt x="11823" y="53732"/>
                </a:lnTo>
                <a:lnTo>
                  <a:pt x="13719" y="54624"/>
                </a:lnTo>
                <a:lnTo>
                  <a:pt x="15698" y="55600"/>
                </a:lnTo>
                <a:lnTo>
                  <a:pt x="17762" y="56631"/>
                </a:lnTo>
                <a:lnTo>
                  <a:pt x="19853" y="57775"/>
                </a:lnTo>
                <a:lnTo>
                  <a:pt x="21972" y="59001"/>
                </a:lnTo>
                <a:lnTo>
                  <a:pt x="23032" y="59671"/>
                </a:lnTo>
                <a:lnTo>
                  <a:pt x="24119" y="60340"/>
                </a:lnTo>
                <a:lnTo>
                  <a:pt x="25179" y="61037"/>
                </a:lnTo>
                <a:lnTo>
                  <a:pt x="26266" y="61762"/>
                </a:lnTo>
                <a:lnTo>
                  <a:pt x="27354" y="62487"/>
                </a:lnTo>
                <a:lnTo>
                  <a:pt x="28413" y="63268"/>
                </a:lnTo>
                <a:lnTo>
                  <a:pt x="29473" y="64048"/>
                </a:lnTo>
                <a:lnTo>
                  <a:pt x="30532" y="64857"/>
                </a:lnTo>
                <a:lnTo>
                  <a:pt x="31592" y="65693"/>
                </a:lnTo>
                <a:lnTo>
                  <a:pt x="32624" y="66558"/>
                </a:lnTo>
                <a:lnTo>
                  <a:pt x="33627" y="67450"/>
                </a:lnTo>
                <a:lnTo>
                  <a:pt x="34659" y="68370"/>
                </a:lnTo>
                <a:lnTo>
                  <a:pt x="35635" y="69290"/>
                </a:lnTo>
                <a:lnTo>
                  <a:pt x="36611" y="70266"/>
                </a:lnTo>
                <a:lnTo>
                  <a:pt x="37559" y="71242"/>
                </a:lnTo>
                <a:lnTo>
                  <a:pt x="38507" y="72274"/>
                </a:lnTo>
                <a:lnTo>
                  <a:pt x="39399" y="73306"/>
                </a:lnTo>
                <a:lnTo>
                  <a:pt x="40292" y="74365"/>
                </a:lnTo>
                <a:lnTo>
                  <a:pt x="41156" y="75453"/>
                </a:lnTo>
                <a:lnTo>
                  <a:pt x="41993" y="76568"/>
                </a:lnTo>
                <a:lnTo>
                  <a:pt x="42773" y="77711"/>
                </a:lnTo>
                <a:lnTo>
                  <a:pt x="43554" y="78882"/>
                </a:lnTo>
                <a:lnTo>
                  <a:pt x="44279" y="80081"/>
                </a:lnTo>
                <a:lnTo>
                  <a:pt x="44976" y="81308"/>
                </a:lnTo>
                <a:lnTo>
                  <a:pt x="45617" y="82563"/>
                </a:lnTo>
                <a:lnTo>
                  <a:pt x="46259" y="83846"/>
                </a:lnTo>
                <a:lnTo>
                  <a:pt x="46816" y="85156"/>
                </a:lnTo>
                <a:lnTo>
                  <a:pt x="47374" y="86494"/>
                </a:lnTo>
                <a:lnTo>
                  <a:pt x="47848" y="87833"/>
                </a:lnTo>
                <a:lnTo>
                  <a:pt x="48294" y="89227"/>
                </a:lnTo>
                <a:lnTo>
                  <a:pt x="48685" y="90649"/>
                </a:lnTo>
                <a:lnTo>
                  <a:pt x="49019" y="92099"/>
                </a:lnTo>
                <a:lnTo>
                  <a:pt x="49382" y="90649"/>
                </a:lnTo>
                <a:lnTo>
                  <a:pt x="49772" y="89227"/>
                </a:lnTo>
                <a:lnTo>
                  <a:pt x="50218" y="87833"/>
                </a:lnTo>
                <a:lnTo>
                  <a:pt x="50692" y="86494"/>
                </a:lnTo>
                <a:lnTo>
                  <a:pt x="51250" y="85156"/>
                </a:lnTo>
                <a:lnTo>
                  <a:pt x="51808" y="83846"/>
                </a:lnTo>
                <a:lnTo>
                  <a:pt x="52421" y="82563"/>
                </a:lnTo>
                <a:lnTo>
                  <a:pt x="53090" y="81308"/>
                </a:lnTo>
                <a:lnTo>
                  <a:pt x="53787" y="80081"/>
                </a:lnTo>
                <a:lnTo>
                  <a:pt x="54512" y="78882"/>
                </a:lnTo>
                <a:lnTo>
                  <a:pt x="55293" y="77711"/>
                </a:lnTo>
                <a:lnTo>
                  <a:pt x="56074" y="76568"/>
                </a:lnTo>
                <a:lnTo>
                  <a:pt x="56910" y="75453"/>
                </a:lnTo>
                <a:lnTo>
                  <a:pt x="57775" y="74365"/>
                </a:lnTo>
                <a:lnTo>
                  <a:pt x="58639" y="73306"/>
                </a:lnTo>
                <a:lnTo>
                  <a:pt x="59559" y="72274"/>
                </a:lnTo>
                <a:lnTo>
                  <a:pt x="60479" y="71242"/>
                </a:lnTo>
                <a:lnTo>
                  <a:pt x="61455" y="70266"/>
                </a:lnTo>
                <a:lnTo>
                  <a:pt x="62431" y="69290"/>
                </a:lnTo>
                <a:lnTo>
                  <a:pt x="63407" y="68370"/>
                </a:lnTo>
                <a:lnTo>
                  <a:pt x="64411" y="67450"/>
                </a:lnTo>
                <a:lnTo>
                  <a:pt x="65443" y="66558"/>
                </a:lnTo>
                <a:lnTo>
                  <a:pt x="66474" y="65693"/>
                </a:lnTo>
                <a:lnTo>
                  <a:pt x="67534" y="64857"/>
                </a:lnTo>
                <a:lnTo>
                  <a:pt x="68593" y="64048"/>
                </a:lnTo>
                <a:lnTo>
                  <a:pt x="69653" y="63268"/>
                </a:lnTo>
                <a:lnTo>
                  <a:pt x="70713" y="62487"/>
                </a:lnTo>
                <a:lnTo>
                  <a:pt x="71800" y="61762"/>
                </a:lnTo>
                <a:lnTo>
                  <a:pt x="72860" y="61037"/>
                </a:lnTo>
                <a:lnTo>
                  <a:pt x="73947" y="60340"/>
                </a:lnTo>
                <a:lnTo>
                  <a:pt x="75034" y="59671"/>
                </a:lnTo>
                <a:lnTo>
                  <a:pt x="76094" y="59001"/>
                </a:lnTo>
                <a:lnTo>
                  <a:pt x="78213" y="57775"/>
                </a:lnTo>
                <a:lnTo>
                  <a:pt x="80304" y="56631"/>
                </a:lnTo>
                <a:lnTo>
                  <a:pt x="82368" y="55600"/>
                </a:lnTo>
                <a:lnTo>
                  <a:pt x="84348" y="54624"/>
                </a:lnTo>
                <a:lnTo>
                  <a:pt x="86244" y="53732"/>
                </a:lnTo>
                <a:lnTo>
                  <a:pt x="88056" y="52951"/>
                </a:lnTo>
                <a:lnTo>
                  <a:pt x="89757" y="52226"/>
                </a:lnTo>
                <a:lnTo>
                  <a:pt x="91346" y="51585"/>
                </a:lnTo>
                <a:lnTo>
                  <a:pt x="92796" y="51055"/>
                </a:lnTo>
                <a:lnTo>
                  <a:pt x="94107" y="50581"/>
                </a:lnTo>
                <a:lnTo>
                  <a:pt x="96226" y="49856"/>
                </a:lnTo>
                <a:lnTo>
                  <a:pt x="97592" y="49438"/>
                </a:lnTo>
                <a:lnTo>
                  <a:pt x="98066" y="49298"/>
                </a:lnTo>
                <a:lnTo>
                  <a:pt x="97118" y="49270"/>
                </a:lnTo>
                <a:lnTo>
                  <a:pt x="96198" y="49242"/>
                </a:lnTo>
                <a:lnTo>
                  <a:pt x="94413" y="49159"/>
                </a:lnTo>
                <a:lnTo>
                  <a:pt x="92657" y="48991"/>
                </a:lnTo>
                <a:lnTo>
                  <a:pt x="90928" y="48768"/>
                </a:lnTo>
                <a:lnTo>
                  <a:pt x="89255" y="48489"/>
                </a:lnTo>
                <a:lnTo>
                  <a:pt x="87638" y="48155"/>
                </a:lnTo>
                <a:lnTo>
                  <a:pt x="86048" y="47765"/>
                </a:lnTo>
                <a:lnTo>
                  <a:pt x="84515" y="47318"/>
                </a:lnTo>
                <a:lnTo>
                  <a:pt x="83009" y="46816"/>
                </a:lnTo>
                <a:lnTo>
                  <a:pt x="81559" y="46287"/>
                </a:lnTo>
                <a:lnTo>
                  <a:pt x="80137" y="45673"/>
                </a:lnTo>
                <a:lnTo>
                  <a:pt x="78771" y="45060"/>
                </a:lnTo>
                <a:lnTo>
                  <a:pt x="77432" y="44363"/>
                </a:lnTo>
                <a:lnTo>
                  <a:pt x="76122" y="43638"/>
                </a:lnTo>
                <a:lnTo>
                  <a:pt x="74867" y="42885"/>
                </a:lnTo>
                <a:lnTo>
                  <a:pt x="73640" y="42104"/>
                </a:lnTo>
                <a:lnTo>
                  <a:pt x="72469" y="41268"/>
                </a:lnTo>
                <a:lnTo>
                  <a:pt x="71298" y="40403"/>
                </a:lnTo>
                <a:lnTo>
                  <a:pt x="70211" y="39511"/>
                </a:lnTo>
                <a:lnTo>
                  <a:pt x="69123" y="38591"/>
                </a:lnTo>
                <a:lnTo>
                  <a:pt x="68091" y="37643"/>
                </a:lnTo>
                <a:lnTo>
                  <a:pt x="67088" y="36667"/>
                </a:lnTo>
                <a:lnTo>
                  <a:pt x="66112" y="35663"/>
                </a:lnTo>
                <a:lnTo>
                  <a:pt x="65164" y="34659"/>
                </a:lnTo>
                <a:lnTo>
                  <a:pt x="64271" y="33600"/>
                </a:lnTo>
                <a:lnTo>
                  <a:pt x="63379" y="32568"/>
                </a:lnTo>
                <a:lnTo>
                  <a:pt x="62543" y="31481"/>
                </a:lnTo>
                <a:lnTo>
                  <a:pt x="61734" y="30421"/>
                </a:lnTo>
                <a:lnTo>
                  <a:pt x="60953" y="29306"/>
                </a:lnTo>
                <a:lnTo>
                  <a:pt x="60200" y="28218"/>
                </a:lnTo>
                <a:lnTo>
                  <a:pt x="59503" y="27103"/>
                </a:lnTo>
                <a:lnTo>
                  <a:pt x="58806" y="25988"/>
                </a:lnTo>
                <a:lnTo>
                  <a:pt x="58137" y="24900"/>
                </a:lnTo>
                <a:lnTo>
                  <a:pt x="57524" y="23785"/>
                </a:lnTo>
                <a:lnTo>
                  <a:pt x="56910" y="22670"/>
                </a:lnTo>
                <a:lnTo>
                  <a:pt x="56325" y="21554"/>
                </a:lnTo>
                <a:lnTo>
                  <a:pt x="55795" y="20439"/>
                </a:lnTo>
                <a:lnTo>
                  <a:pt x="55265" y="19351"/>
                </a:lnTo>
                <a:lnTo>
                  <a:pt x="54763" y="18264"/>
                </a:lnTo>
                <a:lnTo>
                  <a:pt x="54289" y="17177"/>
                </a:lnTo>
                <a:lnTo>
                  <a:pt x="53425" y="15085"/>
                </a:lnTo>
                <a:lnTo>
                  <a:pt x="52644" y="13050"/>
                </a:lnTo>
                <a:lnTo>
                  <a:pt x="51947" y="11070"/>
                </a:lnTo>
                <a:lnTo>
                  <a:pt x="51334" y="9230"/>
                </a:lnTo>
                <a:lnTo>
                  <a:pt x="50804" y="7501"/>
                </a:lnTo>
                <a:lnTo>
                  <a:pt x="50358" y="5884"/>
                </a:lnTo>
                <a:lnTo>
                  <a:pt x="49995" y="4434"/>
                </a:lnTo>
                <a:lnTo>
                  <a:pt x="49688" y="3151"/>
                </a:lnTo>
                <a:lnTo>
                  <a:pt x="49437" y="2064"/>
                </a:lnTo>
                <a:lnTo>
                  <a:pt x="49242" y="1171"/>
                </a:lnTo>
                <a:lnTo>
                  <a:pt x="49019" y="0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94" name="Google Shape;2394;p30"/>
          <p:cNvSpPr/>
          <p:nvPr/>
        </p:nvSpPr>
        <p:spPr>
          <a:xfrm flipH="1">
            <a:off x="-339183" y="825897"/>
            <a:ext cx="935332" cy="741278"/>
          </a:xfrm>
          <a:custGeom>
            <a:rect b="b" l="l" r="r" t="t"/>
            <a:pathLst>
              <a:path extrusionOk="0" h="13259" w="16730">
                <a:moveTo>
                  <a:pt x="14550" y="81"/>
                </a:moveTo>
                <a:lnTo>
                  <a:pt x="14772" y="122"/>
                </a:lnTo>
                <a:lnTo>
                  <a:pt x="15014" y="202"/>
                </a:lnTo>
                <a:lnTo>
                  <a:pt x="15216" y="324"/>
                </a:lnTo>
                <a:lnTo>
                  <a:pt x="15438" y="465"/>
                </a:lnTo>
                <a:lnTo>
                  <a:pt x="15640" y="667"/>
                </a:lnTo>
                <a:lnTo>
                  <a:pt x="15821" y="889"/>
                </a:lnTo>
                <a:lnTo>
                  <a:pt x="15983" y="1131"/>
                </a:lnTo>
                <a:lnTo>
                  <a:pt x="16144" y="1413"/>
                </a:lnTo>
                <a:lnTo>
                  <a:pt x="16245" y="1655"/>
                </a:lnTo>
                <a:lnTo>
                  <a:pt x="16346" y="1898"/>
                </a:lnTo>
                <a:lnTo>
                  <a:pt x="16427" y="2140"/>
                </a:lnTo>
                <a:lnTo>
                  <a:pt x="16487" y="2422"/>
                </a:lnTo>
                <a:lnTo>
                  <a:pt x="16548" y="2685"/>
                </a:lnTo>
                <a:lnTo>
                  <a:pt x="16588" y="2967"/>
                </a:lnTo>
                <a:lnTo>
                  <a:pt x="16628" y="3250"/>
                </a:lnTo>
                <a:lnTo>
                  <a:pt x="16649" y="3552"/>
                </a:lnTo>
                <a:lnTo>
                  <a:pt x="16649" y="3855"/>
                </a:lnTo>
                <a:lnTo>
                  <a:pt x="16649" y="4178"/>
                </a:lnTo>
                <a:lnTo>
                  <a:pt x="16588" y="4844"/>
                </a:lnTo>
                <a:lnTo>
                  <a:pt x="16487" y="5550"/>
                </a:lnTo>
                <a:lnTo>
                  <a:pt x="16326" y="6317"/>
                </a:lnTo>
                <a:lnTo>
                  <a:pt x="16144" y="7044"/>
                </a:lnTo>
                <a:lnTo>
                  <a:pt x="15942" y="7709"/>
                </a:lnTo>
                <a:lnTo>
                  <a:pt x="15720" y="8315"/>
                </a:lnTo>
                <a:lnTo>
                  <a:pt x="15458" y="8860"/>
                </a:lnTo>
                <a:lnTo>
                  <a:pt x="15317" y="9122"/>
                </a:lnTo>
                <a:lnTo>
                  <a:pt x="15176" y="9364"/>
                </a:lnTo>
                <a:lnTo>
                  <a:pt x="15014" y="9586"/>
                </a:lnTo>
                <a:lnTo>
                  <a:pt x="14873" y="9808"/>
                </a:lnTo>
                <a:lnTo>
                  <a:pt x="14691" y="10010"/>
                </a:lnTo>
                <a:lnTo>
                  <a:pt x="14530" y="10212"/>
                </a:lnTo>
                <a:lnTo>
                  <a:pt x="14348" y="10393"/>
                </a:lnTo>
                <a:lnTo>
                  <a:pt x="14146" y="10555"/>
                </a:lnTo>
                <a:lnTo>
                  <a:pt x="13803" y="10837"/>
                </a:lnTo>
                <a:lnTo>
                  <a:pt x="13440" y="11080"/>
                </a:lnTo>
                <a:lnTo>
                  <a:pt x="13036" y="11302"/>
                </a:lnTo>
                <a:lnTo>
                  <a:pt x="12633" y="11483"/>
                </a:lnTo>
                <a:lnTo>
                  <a:pt x="12229" y="11665"/>
                </a:lnTo>
                <a:lnTo>
                  <a:pt x="11805" y="11806"/>
                </a:lnTo>
                <a:lnTo>
                  <a:pt x="11402" y="11947"/>
                </a:lnTo>
                <a:lnTo>
                  <a:pt x="10978" y="12068"/>
                </a:lnTo>
                <a:lnTo>
                  <a:pt x="10373" y="12230"/>
                </a:lnTo>
                <a:lnTo>
                  <a:pt x="9787" y="12371"/>
                </a:lnTo>
                <a:lnTo>
                  <a:pt x="9202" y="12512"/>
                </a:lnTo>
                <a:lnTo>
                  <a:pt x="8597" y="12633"/>
                </a:lnTo>
                <a:lnTo>
                  <a:pt x="7991" y="12734"/>
                </a:lnTo>
                <a:lnTo>
                  <a:pt x="7386" y="12835"/>
                </a:lnTo>
                <a:lnTo>
                  <a:pt x="6801" y="12936"/>
                </a:lnTo>
                <a:lnTo>
                  <a:pt x="6195" y="12997"/>
                </a:lnTo>
                <a:lnTo>
                  <a:pt x="5590" y="13057"/>
                </a:lnTo>
                <a:lnTo>
                  <a:pt x="4964" y="13118"/>
                </a:lnTo>
                <a:lnTo>
                  <a:pt x="4359" y="13158"/>
                </a:lnTo>
                <a:lnTo>
                  <a:pt x="3754" y="13178"/>
                </a:lnTo>
                <a:lnTo>
                  <a:pt x="1917" y="13178"/>
                </a:lnTo>
                <a:lnTo>
                  <a:pt x="1312" y="13138"/>
                </a:lnTo>
                <a:lnTo>
                  <a:pt x="1070" y="13118"/>
                </a:lnTo>
                <a:lnTo>
                  <a:pt x="848" y="13077"/>
                </a:lnTo>
                <a:lnTo>
                  <a:pt x="646" y="13017"/>
                </a:lnTo>
                <a:lnTo>
                  <a:pt x="484" y="12956"/>
                </a:lnTo>
                <a:lnTo>
                  <a:pt x="343" y="12855"/>
                </a:lnTo>
                <a:lnTo>
                  <a:pt x="242" y="12754"/>
                </a:lnTo>
                <a:lnTo>
                  <a:pt x="162" y="12613"/>
                </a:lnTo>
                <a:lnTo>
                  <a:pt x="101" y="12472"/>
                </a:lnTo>
                <a:lnTo>
                  <a:pt x="81" y="12351"/>
                </a:lnTo>
                <a:lnTo>
                  <a:pt x="81" y="12210"/>
                </a:lnTo>
                <a:lnTo>
                  <a:pt x="101" y="12068"/>
                </a:lnTo>
                <a:lnTo>
                  <a:pt x="121" y="11907"/>
                </a:lnTo>
                <a:lnTo>
                  <a:pt x="182" y="11745"/>
                </a:lnTo>
                <a:lnTo>
                  <a:pt x="242" y="11584"/>
                </a:lnTo>
                <a:lnTo>
                  <a:pt x="384" y="11241"/>
                </a:lnTo>
                <a:lnTo>
                  <a:pt x="606" y="10878"/>
                </a:lnTo>
                <a:lnTo>
                  <a:pt x="848" y="10515"/>
                </a:lnTo>
                <a:lnTo>
                  <a:pt x="1110" y="10131"/>
                </a:lnTo>
                <a:lnTo>
                  <a:pt x="1413" y="9768"/>
                </a:lnTo>
                <a:lnTo>
                  <a:pt x="1715" y="9405"/>
                </a:lnTo>
                <a:lnTo>
                  <a:pt x="2038" y="9062"/>
                </a:lnTo>
                <a:lnTo>
                  <a:pt x="2341" y="8739"/>
                </a:lnTo>
                <a:lnTo>
                  <a:pt x="2644" y="8456"/>
                </a:lnTo>
                <a:lnTo>
                  <a:pt x="2926" y="8194"/>
                </a:lnTo>
                <a:lnTo>
                  <a:pt x="3189" y="7972"/>
                </a:lnTo>
                <a:lnTo>
                  <a:pt x="3411" y="7790"/>
                </a:lnTo>
                <a:lnTo>
                  <a:pt x="3592" y="7669"/>
                </a:lnTo>
                <a:lnTo>
                  <a:pt x="4198" y="7306"/>
                </a:lnTo>
                <a:lnTo>
                  <a:pt x="4823" y="6983"/>
                </a:lnTo>
                <a:lnTo>
                  <a:pt x="6095" y="6357"/>
                </a:lnTo>
                <a:lnTo>
                  <a:pt x="6720" y="6055"/>
                </a:lnTo>
                <a:lnTo>
                  <a:pt x="7346" y="5752"/>
                </a:lnTo>
                <a:lnTo>
                  <a:pt x="7971" y="5409"/>
                </a:lnTo>
                <a:lnTo>
                  <a:pt x="8597" y="5066"/>
                </a:lnTo>
                <a:lnTo>
                  <a:pt x="9101" y="4723"/>
                </a:lnTo>
                <a:lnTo>
                  <a:pt x="9606" y="4360"/>
                </a:lnTo>
                <a:lnTo>
                  <a:pt x="10110" y="3976"/>
                </a:lnTo>
                <a:lnTo>
                  <a:pt x="10574" y="3573"/>
                </a:lnTo>
                <a:lnTo>
                  <a:pt x="11018" y="3149"/>
                </a:lnTo>
                <a:lnTo>
                  <a:pt x="11442" y="2705"/>
                </a:lnTo>
                <a:lnTo>
                  <a:pt x="11866" y="2241"/>
                </a:lnTo>
                <a:lnTo>
                  <a:pt x="12249" y="1756"/>
                </a:lnTo>
                <a:lnTo>
                  <a:pt x="12290" y="1716"/>
                </a:lnTo>
                <a:lnTo>
                  <a:pt x="12754" y="1131"/>
                </a:lnTo>
                <a:lnTo>
                  <a:pt x="12996" y="868"/>
                </a:lnTo>
                <a:lnTo>
                  <a:pt x="13238" y="606"/>
                </a:lnTo>
                <a:lnTo>
                  <a:pt x="13521" y="404"/>
                </a:lnTo>
                <a:lnTo>
                  <a:pt x="13662" y="303"/>
                </a:lnTo>
                <a:lnTo>
                  <a:pt x="13803" y="223"/>
                </a:lnTo>
                <a:lnTo>
                  <a:pt x="13965" y="162"/>
                </a:lnTo>
                <a:lnTo>
                  <a:pt x="14126" y="122"/>
                </a:lnTo>
                <a:lnTo>
                  <a:pt x="14288" y="102"/>
                </a:lnTo>
                <a:lnTo>
                  <a:pt x="14449" y="81"/>
                </a:lnTo>
                <a:close/>
                <a:moveTo>
                  <a:pt x="14368" y="1"/>
                </a:moveTo>
                <a:lnTo>
                  <a:pt x="14187" y="21"/>
                </a:lnTo>
                <a:lnTo>
                  <a:pt x="14025" y="61"/>
                </a:lnTo>
                <a:lnTo>
                  <a:pt x="13864" y="122"/>
                </a:lnTo>
                <a:lnTo>
                  <a:pt x="13702" y="202"/>
                </a:lnTo>
                <a:lnTo>
                  <a:pt x="13541" y="283"/>
                </a:lnTo>
                <a:lnTo>
                  <a:pt x="13400" y="384"/>
                </a:lnTo>
                <a:lnTo>
                  <a:pt x="13238" y="505"/>
                </a:lnTo>
                <a:lnTo>
                  <a:pt x="12976" y="768"/>
                </a:lnTo>
                <a:lnTo>
                  <a:pt x="12714" y="1050"/>
                </a:lnTo>
                <a:lnTo>
                  <a:pt x="12451" y="1353"/>
                </a:lnTo>
                <a:lnTo>
                  <a:pt x="12229" y="1655"/>
                </a:lnTo>
                <a:lnTo>
                  <a:pt x="12189" y="1716"/>
                </a:lnTo>
                <a:lnTo>
                  <a:pt x="11805" y="2200"/>
                </a:lnTo>
                <a:lnTo>
                  <a:pt x="11382" y="2664"/>
                </a:lnTo>
                <a:lnTo>
                  <a:pt x="10958" y="3088"/>
                </a:lnTo>
                <a:lnTo>
                  <a:pt x="10514" y="3512"/>
                </a:lnTo>
                <a:lnTo>
                  <a:pt x="10050" y="3916"/>
                </a:lnTo>
                <a:lnTo>
                  <a:pt x="9565" y="4299"/>
                </a:lnTo>
                <a:lnTo>
                  <a:pt x="9061" y="4662"/>
                </a:lnTo>
                <a:lnTo>
                  <a:pt x="8556" y="4985"/>
                </a:lnTo>
                <a:lnTo>
                  <a:pt x="7931" y="5348"/>
                </a:lnTo>
                <a:lnTo>
                  <a:pt x="7305" y="5671"/>
                </a:lnTo>
                <a:lnTo>
                  <a:pt x="6680" y="5994"/>
                </a:lnTo>
                <a:lnTo>
                  <a:pt x="6054" y="6297"/>
                </a:lnTo>
                <a:lnTo>
                  <a:pt x="4783" y="6902"/>
                </a:lnTo>
                <a:lnTo>
                  <a:pt x="4157" y="7245"/>
                </a:lnTo>
                <a:lnTo>
                  <a:pt x="3552" y="7588"/>
                </a:lnTo>
                <a:lnTo>
                  <a:pt x="3370" y="7709"/>
                </a:lnTo>
                <a:lnTo>
                  <a:pt x="3168" y="7891"/>
                </a:lnTo>
                <a:lnTo>
                  <a:pt x="2624" y="8375"/>
                </a:lnTo>
                <a:lnTo>
                  <a:pt x="2321" y="8658"/>
                </a:lnTo>
                <a:lnTo>
                  <a:pt x="1998" y="8981"/>
                </a:lnTo>
                <a:lnTo>
                  <a:pt x="1675" y="9344"/>
                </a:lnTo>
                <a:lnTo>
                  <a:pt x="1352" y="9707"/>
                </a:lnTo>
                <a:lnTo>
                  <a:pt x="1050" y="10071"/>
                </a:lnTo>
                <a:lnTo>
                  <a:pt x="787" y="10454"/>
                </a:lnTo>
                <a:lnTo>
                  <a:pt x="525" y="10837"/>
                </a:lnTo>
                <a:lnTo>
                  <a:pt x="323" y="11201"/>
                </a:lnTo>
                <a:lnTo>
                  <a:pt x="162" y="11564"/>
                </a:lnTo>
                <a:lnTo>
                  <a:pt x="101" y="11725"/>
                </a:lnTo>
                <a:lnTo>
                  <a:pt x="41" y="11907"/>
                </a:lnTo>
                <a:lnTo>
                  <a:pt x="20" y="12068"/>
                </a:lnTo>
                <a:lnTo>
                  <a:pt x="0" y="12210"/>
                </a:lnTo>
                <a:lnTo>
                  <a:pt x="0" y="12371"/>
                </a:lnTo>
                <a:lnTo>
                  <a:pt x="41" y="12492"/>
                </a:lnTo>
                <a:lnTo>
                  <a:pt x="81" y="12654"/>
                </a:lnTo>
                <a:lnTo>
                  <a:pt x="182" y="12795"/>
                </a:lnTo>
                <a:lnTo>
                  <a:pt x="283" y="12916"/>
                </a:lnTo>
                <a:lnTo>
                  <a:pt x="444" y="13017"/>
                </a:lnTo>
                <a:lnTo>
                  <a:pt x="606" y="13098"/>
                </a:lnTo>
                <a:lnTo>
                  <a:pt x="807" y="13158"/>
                </a:lnTo>
                <a:lnTo>
                  <a:pt x="1050" y="13198"/>
                </a:lnTo>
                <a:lnTo>
                  <a:pt x="1312" y="13219"/>
                </a:lnTo>
                <a:lnTo>
                  <a:pt x="2099" y="13259"/>
                </a:lnTo>
                <a:lnTo>
                  <a:pt x="2886" y="13259"/>
                </a:lnTo>
                <a:lnTo>
                  <a:pt x="3915" y="13239"/>
                </a:lnTo>
                <a:lnTo>
                  <a:pt x="4944" y="13198"/>
                </a:lnTo>
                <a:lnTo>
                  <a:pt x="5973" y="13098"/>
                </a:lnTo>
                <a:lnTo>
                  <a:pt x="6982" y="12976"/>
                </a:lnTo>
                <a:lnTo>
                  <a:pt x="7991" y="12835"/>
                </a:lnTo>
                <a:lnTo>
                  <a:pt x="9000" y="12633"/>
                </a:lnTo>
                <a:lnTo>
                  <a:pt x="10009" y="12411"/>
                </a:lnTo>
                <a:lnTo>
                  <a:pt x="10998" y="12149"/>
                </a:lnTo>
                <a:lnTo>
                  <a:pt x="11422" y="12028"/>
                </a:lnTo>
                <a:lnTo>
                  <a:pt x="11846" y="11887"/>
                </a:lnTo>
                <a:lnTo>
                  <a:pt x="12270" y="11725"/>
                </a:lnTo>
                <a:lnTo>
                  <a:pt x="12673" y="11564"/>
                </a:lnTo>
                <a:lnTo>
                  <a:pt x="13077" y="11362"/>
                </a:lnTo>
                <a:lnTo>
                  <a:pt x="13480" y="11160"/>
                </a:lnTo>
                <a:lnTo>
                  <a:pt x="13844" y="10898"/>
                </a:lnTo>
                <a:lnTo>
                  <a:pt x="14207" y="10615"/>
                </a:lnTo>
                <a:lnTo>
                  <a:pt x="14409" y="10454"/>
                </a:lnTo>
                <a:lnTo>
                  <a:pt x="14590" y="10272"/>
                </a:lnTo>
                <a:lnTo>
                  <a:pt x="14752" y="10071"/>
                </a:lnTo>
                <a:lnTo>
                  <a:pt x="14933" y="9869"/>
                </a:lnTo>
                <a:lnTo>
                  <a:pt x="15095" y="9647"/>
                </a:lnTo>
                <a:lnTo>
                  <a:pt x="15236" y="9405"/>
                </a:lnTo>
                <a:lnTo>
                  <a:pt x="15398" y="9162"/>
                </a:lnTo>
                <a:lnTo>
                  <a:pt x="15519" y="8900"/>
                </a:lnTo>
                <a:lnTo>
                  <a:pt x="15781" y="8355"/>
                </a:lnTo>
                <a:lnTo>
                  <a:pt x="16023" y="7730"/>
                </a:lnTo>
                <a:lnTo>
                  <a:pt x="16225" y="7064"/>
                </a:lnTo>
                <a:lnTo>
                  <a:pt x="16407" y="6337"/>
                </a:lnTo>
                <a:lnTo>
                  <a:pt x="16568" y="5570"/>
                </a:lnTo>
                <a:lnTo>
                  <a:pt x="16669" y="4844"/>
                </a:lnTo>
                <a:lnTo>
                  <a:pt x="16729" y="4178"/>
                </a:lnTo>
                <a:lnTo>
                  <a:pt x="16729" y="3855"/>
                </a:lnTo>
                <a:lnTo>
                  <a:pt x="16729" y="3532"/>
                </a:lnTo>
                <a:lnTo>
                  <a:pt x="16709" y="3250"/>
                </a:lnTo>
                <a:lnTo>
                  <a:pt x="16669" y="2947"/>
                </a:lnTo>
                <a:lnTo>
                  <a:pt x="16628" y="2664"/>
                </a:lnTo>
                <a:lnTo>
                  <a:pt x="16568" y="2382"/>
                </a:lnTo>
                <a:lnTo>
                  <a:pt x="16507" y="2120"/>
                </a:lnTo>
                <a:lnTo>
                  <a:pt x="16427" y="1857"/>
                </a:lnTo>
                <a:lnTo>
                  <a:pt x="16326" y="1615"/>
                </a:lnTo>
                <a:lnTo>
                  <a:pt x="16205" y="1373"/>
                </a:lnTo>
                <a:lnTo>
                  <a:pt x="16063" y="1090"/>
                </a:lnTo>
                <a:lnTo>
                  <a:pt x="15882" y="828"/>
                </a:lnTo>
                <a:lnTo>
                  <a:pt x="15680" y="606"/>
                </a:lnTo>
                <a:lnTo>
                  <a:pt x="15478" y="404"/>
                </a:lnTo>
                <a:lnTo>
                  <a:pt x="15256" y="243"/>
                </a:lnTo>
                <a:lnTo>
                  <a:pt x="15034" y="122"/>
                </a:lnTo>
                <a:lnTo>
                  <a:pt x="14792" y="41"/>
                </a:lnTo>
                <a:lnTo>
                  <a:pt x="14550" y="1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95" name="Google Shape;2395;p30"/>
          <p:cNvSpPr/>
          <p:nvPr/>
        </p:nvSpPr>
        <p:spPr>
          <a:xfrm flipH="1">
            <a:off x="-237651" y="933070"/>
            <a:ext cx="653335" cy="572101"/>
          </a:xfrm>
          <a:custGeom>
            <a:rect b="b" l="l" r="r" t="t"/>
            <a:pathLst>
              <a:path extrusionOk="0" h="10233" w="11686">
                <a:moveTo>
                  <a:pt x="10817" y="82"/>
                </a:moveTo>
                <a:lnTo>
                  <a:pt x="10918" y="102"/>
                </a:lnTo>
                <a:lnTo>
                  <a:pt x="10979" y="142"/>
                </a:lnTo>
                <a:lnTo>
                  <a:pt x="11039" y="182"/>
                </a:lnTo>
                <a:lnTo>
                  <a:pt x="11120" y="303"/>
                </a:lnTo>
                <a:lnTo>
                  <a:pt x="11201" y="445"/>
                </a:lnTo>
                <a:lnTo>
                  <a:pt x="11241" y="586"/>
                </a:lnTo>
                <a:lnTo>
                  <a:pt x="11382" y="1191"/>
                </a:lnTo>
                <a:lnTo>
                  <a:pt x="11504" y="1797"/>
                </a:lnTo>
                <a:lnTo>
                  <a:pt x="11564" y="2422"/>
                </a:lnTo>
                <a:lnTo>
                  <a:pt x="11604" y="3028"/>
                </a:lnTo>
                <a:lnTo>
                  <a:pt x="11584" y="3653"/>
                </a:lnTo>
                <a:lnTo>
                  <a:pt x="11544" y="4259"/>
                </a:lnTo>
                <a:lnTo>
                  <a:pt x="11463" y="4884"/>
                </a:lnTo>
                <a:lnTo>
                  <a:pt x="11342" y="5490"/>
                </a:lnTo>
                <a:lnTo>
                  <a:pt x="11241" y="5853"/>
                </a:lnTo>
                <a:lnTo>
                  <a:pt x="11140" y="6176"/>
                </a:lnTo>
                <a:lnTo>
                  <a:pt x="11019" y="6499"/>
                </a:lnTo>
                <a:lnTo>
                  <a:pt x="10878" y="6781"/>
                </a:lnTo>
                <a:lnTo>
                  <a:pt x="10737" y="7044"/>
                </a:lnTo>
                <a:lnTo>
                  <a:pt x="10575" y="7286"/>
                </a:lnTo>
                <a:lnTo>
                  <a:pt x="10414" y="7488"/>
                </a:lnTo>
                <a:lnTo>
                  <a:pt x="10212" y="7669"/>
                </a:lnTo>
                <a:lnTo>
                  <a:pt x="10030" y="7831"/>
                </a:lnTo>
                <a:lnTo>
                  <a:pt x="9849" y="7972"/>
                </a:lnTo>
                <a:lnTo>
                  <a:pt x="9647" y="8093"/>
                </a:lnTo>
                <a:lnTo>
                  <a:pt x="9425" y="8194"/>
                </a:lnTo>
                <a:lnTo>
                  <a:pt x="9001" y="8396"/>
                </a:lnTo>
                <a:lnTo>
                  <a:pt x="8557" y="8557"/>
                </a:lnTo>
                <a:lnTo>
                  <a:pt x="7730" y="8840"/>
                </a:lnTo>
                <a:lnTo>
                  <a:pt x="6862" y="9142"/>
                </a:lnTo>
                <a:lnTo>
                  <a:pt x="5974" y="9405"/>
                </a:lnTo>
                <a:lnTo>
                  <a:pt x="5066" y="9647"/>
                </a:lnTo>
                <a:lnTo>
                  <a:pt x="4158" y="9849"/>
                </a:lnTo>
                <a:lnTo>
                  <a:pt x="3714" y="9950"/>
                </a:lnTo>
                <a:lnTo>
                  <a:pt x="3270" y="10010"/>
                </a:lnTo>
                <a:lnTo>
                  <a:pt x="2806" y="10071"/>
                </a:lnTo>
                <a:lnTo>
                  <a:pt x="2362" y="10111"/>
                </a:lnTo>
                <a:lnTo>
                  <a:pt x="1918" y="10151"/>
                </a:lnTo>
                <a:lnTo>
                  <a:pt x="1252" y="10151"/>
                </a:lnTo>
                <a:lnTo>
                  <a:pt x="1070" y="10131"/>
                </a:lnTo>
                <a:lnTo>
                  <a:pt x="889" y="10071"/>
                </a:lnTo>
                <a:lnTo>
                  <a:pt x="707" y="10010"/>
                </a:lnTo>
                <a:lnTo>
                  <a:pt x="566" y="9950"/>
                </a:lnTo>
                <a:lnTo>
                  <a:pt x="425" y="9849"/>
                </a:lnTo>
                <a:lnTo>
                  <a:pt x="324" y="9748"/>
                </a:lnTo>
                <a:lnTo>
                  <a:pt x="223" y="9627"/>
                </a:lnTo>
                <a:lnTo>
                  <a:pt x="162" y="9526"/>
                </a:lnTo>
                <a:lnTo>
                  <a:pt x="122" y="9405"/>
                </a:lnTo>
                <a:lnTo>
                  <a:pt x="102" y="9284"/>
                </a:lnTo>
                <a:lnTo>
                  <a:pt x="82" y="9163"/>
                </a:lnTo>
                <a:lnTo>
                  <a:pt x="102" y="9021"/>
                </a:lnTo>
                <a:lnTo>
                  <a:pt x="122" y="8880"/>
                </a:lnTo>
                <a:lnTo>
                  <a:pt x="162" y="8739"/>
                </a:lnTo>
                <a:lnTo>
                  <a:pt x="223" y="8577"/>
                </a:lnTo>
                <a:lnTo>
                  <a:pt x="324" y="8416"/>
                </a:lnTo>
                <a:lnTo>
                  <a:pt x="425" y="8234"/>
                </a:lnTo>
                <a:lnTo>
                  <a:pt x="546" y="8073"/>
                </a:lnTo>
                <a:lnTo>
                  <a:pt x="667" y="7911"/>
                </a:lnTo>
                <a:lnTo>
                  <a:pt x="970" y="7589"/>
                </a:lnTo>
                <a:lnTo>
                  <a:pt x="1292" y="7306"/>
                </a:lnTo>
                <a:lnTo>
                  <a:pt x="1615" y="7064"/>
                </a:lnTo>
                <a:lnTo>
                  <a:pt x="1979" y="6822"/>
                </a:lnTo>
                <a:lnTo>
                  <a:pt x="2322" y="6620"/>
                </a:lnTo>
                <a:lnTo>
                  <a:pt x="2645" y="6438"/>
                </a:lnTo>
                <a:lnTo>
                  <a:pt x="3008" y="6257"/>
                </a:lnTo>
                <a:lnTo>
                  <a:pt x="3391" y="6075"/>
                </a:lnTo>
                <a:lnTo>
                  <a:pt x="4138" y="5752"/>
                </a:lnTo>
                <a:lnTo>
                  <a:pt x="5107" y="5328"/>
                </a:lnTo>
                <a:lnTo>
                  <a:pt x="5591" y="5086"/>
                </a:lnTo>
                <a:lnTo>
                  <a:pt x="6055" y="4824"/>
                </a:lnTo>
                <a:lnTo>
                  <a:pt x="6459" y="4582"/>
                </a:lnTo>
                <a:lnTo>
                  <a:pt x="6822" y="4319"/>
                </a:lnTo>
                <a:lnTo>
                  <a:pt x="7185" y="4017"/>
                </a:lnTo>
                <a:lnTo>
                  <a:pt x="7528" y="3714"/>
                </a:lnTo>
                <a:lnTo>
                  <a:pt x="7851" y="3391"/>
                </a:lnTo>
                <a:lnTo>
                  <a:pt x="8174" y="3048"/>
                </a:lnTo>
                <a:lnTo>
                  <a:pt x="8456" y="2685"/>
                </a:lnTo>
                <a:lnTo>
                  <a:pt x="8719" y="2301"/>
                </a:lnTo>
                <a:lnTo>
                  <a:pt x="9021" y="1817"/>
                </a:lnTo>
                <a:lnTo>
                  <a:pt x="9324" y="1353"/>
                </a:lnTo>
                <a:lnTo>
                  <a:pt x="9465" y="1131"/>
                </a:lnTo>
                <a:lnTo>
                  <a:pt x="9647" y="909"/>
                </a:lnTo>
                <a:lnTo>
                  <a:pt x="9808" y="707"/>
                </a:lnTo>
                <a:lnTo>
                  <a:pt x="10010" y="525"/>
                </a:lnTo>
                <a:lnTo>
                  <a:pt x="10212" y="344"/>
                </a:lnTo>
                <a:lnTo>
                  <a:pt x="10434" y="203"/>
                </a:lnTo>
                <a:lnTo>
                  <a:pt x="10575" y="122"/>
                </a:lnTo>
                <a:lnTo>
                  <a:pt x="10696" y="102"/>
                </a:lnTo>
                <a:lnTo>
                  <a:pt x="10817" y="82"/>
                </a:lnTo>
                <a:close/>
                <a:moveTo>
                  <a:pt x="10838" y="1"/>
                </a:moveTo>
                <a:lnTo>
                  <a:pt x="10696" y="21"/>
                </a:lnTo>
                <a:lnTo>
                  <a:pt x="10555" y="61"/>
                </a:lnTo>
                <a:lnTo>
                  <a:pt x="10394" y="122"/>
                </a:lnTo>
                <a:lnTo>
                  <a:pt x="10152" y="283"/>
                </a:lnTo>
                <a:lnTo>
                  <a:pt x="9950" y="445"/>
                </a:lnTo>
                <a:lnTo>
                  <a:pt x="9748" y="647"/>
                </a:lnTo>
                <a:lnTo>
                  <a:pt x="9586" y="848"/>
                </a:lnTo>
                <a:lnTo>
                  <a:pt x="9405" y="1070"/>
                </a:lnTo>
                <a:lnTo>
                  <a:pt x="9264" y="1312"/>
                </a:lnTo>
                <a:lnTo>
                  <a:pt x="8961" y="1777"/>
                </a:lnTo>
                <a:lnTo>
                  <a:pt x="8658" y="2261"/>
                </a:lnTo>
                <a:lnTo>
                  <a:pt x="8396" y="2624"/>
                </a:lnTo>
                <a:lnTo>
                  <a:pt x="8113" y="2987"/>
                </a:lnTo>
                <a:lnTo>
                  <a:pt x="7790" y="3331"/>
                </a:lnTo>
                <a:lnTo>
                  <a:pt x="7468" y="3653"/>
                </a:lnTo>
                <a:lnTo>
                  <a:pt x="7145" y="3956"/>
                </a:lnTo>
                <a:lnTo>
                  <a:pt x="6781" y="4239"/>
                </a:lnTo>
                <a:lnTo>
                  <a:pt x="6398" y="4521"/>
                </a:lnTo>
                <a:lnTo>
                  <a:pt x="6015" y="4763"/>
                </a:lnTo>
                <a:lnTo>
                  <a:pt x="5550" y="5026"/>
                </a:lnTo>
                <a:lnTo>
                  <a:pt x="5066" y="5248"/>
                </a:lnTo>
                <a:lnTo>
                  <a:pt x="4097" y="5692"/>
                </a:lnTo>
                <a:lnTo>
                  <a:pt x="3351" y="6014"/>
                </a:lnTo>
                <a:lnTo>
                  <a:pt x="2988" y="6176"/>
                </a:lnTo>
                <a:lnTo>
                  <a:pt x="2604" y="6358"/>
                </a:lnTo>
                <a:lnTo>
                  <a:pt x="2281" y="6539"/>
                </a:lnTo>
                <a:lnTo>
                  <a:pt x="1918" y="6761"/>
                </a:lnTo>
                <a:lnTo>
                  <a:pt x="1575" y="7003"/>
                </a:lnTo>
                <a:lnTo>
                  <a:pt x="1232" y="7266"/>
                </a:lnTo>
                <a:lnTo>
                  <a:pt x="909" y="7548"/>
                </a:lnTo>
                <a:lnTo>
                  <a:pt x="606" y="7851"/>
                </a:lnTo>
                <a:lnTo>
                  <a:pt x="485" y="8012"/>
                </a:lnTo>
                <a:lnTo>
                  <a:pt x="364" y="8194"/>
                </a:lnTo>
                <a:lnTo>
                  <a:pt x="243" y="8376"/>
                </a:lnTo>
                <a:lnTo>
                  <a:pt x="162" y="8557"/>
                </a:lnTo>
                <a:lnTo>
                  <a:pt x="102" y="8719"/>
                </a:lnTo>
                <a:lnTo>
                  <a:pt x="41" y="8860"/>
                </a:lnTo>
                <a:lnTo>
                  <a:pt x="21" y="9021"/>
                </a:lnTo>
                <a:lnTo>
                  <a:pt x="1" y="9163"/>
                </a:lnTo>
                <a:lnTo>
                  <a:pt x="21" y="9304"/>
                </a:lnTo>
                <a:lnTo>
                  <a:pt x="41" y="9425"/>
                </a:lnTo>
                <a:lnTo>
                  <a:pt x="102" y="9546"/>
                </a:lnTo>
                <a:lnTo>
                  <a:pt x="162" y="9667"/>
                </a:lnTo>
                <a:lnTo>
                  <a:pt x="263" y="9808"/>
                </a:lnTo>
                <a:lnTo>
                  <a:pt x="384" y="9909"/>
                </a:lnTo>
                <a:lnTo>
                  <a:pt x="526" y="10010"/>
                </a:lnTo>
                <a:lnTo>
                  <a:pt x="687" y="10091"/>
                </a:lnTo>
                <a:lnTo>
                  <a:pt x="849" y="10151"/>
                </a:lnTo>
                <a:lnTo>
                  <a:pt x="1050" y="10192"/>
                </a:lnTo>
                <a:lnTo>
                  <a:pt x="1252" y="10232"/>
                </a:lnTo>
                <a:lnTo>
                  <a:pt x="1918" y="10232"/>
                </a:lnTo>
                <a:lnTo>
                  <a:pt x="2362" y="10192"/>
                </a:lnTo>
                <a:lnTo>
                  <a:pt x="2826" y="10151"/>
                </a:lnTo>
                <a:lnTo>
                  <a:pt x="3270" y="10091"/>
                </a:lnTo>
                <a:lnTo>
                  <a:pt x="3734" y="10030"/>
                </a:lnTo>
                <a:lnTo>
                  <a:pt x="4178" y="9929"/>
                </a:lnTo>
                <a:lnTo>
                  <a:pt x="5086" y="9728"/>
                </a:lnTo>
                <a:lnTo>
                  <a:pt x="5994" y="9485"/>
                </a:lnTo>
                <a:lnTo>
                  <a:pt x="6882" y="9223"/>
                </a:lnTo>
                <a:lnTo>
                  <a:pt x="7750" y="8920"/>
                </a:lnTo>
                <a:lnTo>
                  <a:pt x="8577" y="8638"/>
                </a:lnTo>
                <a:lnTo>
                  <a:pt x="9021" y="8456"/>
                </a:lnTo>
                <a:lnTo>
                  <a:pt x="9465" y="8275"/>
                </a:lnTo>
                <a:lnTo>
                  <a:pt x="9687" y="8154"/>
                </a:lnTo>
                <a:lnTo>
                  <a:pt x="9889" y="8032"/>
                </a:lnTo>
                <a:lnTo>
                  <a:pt x="10091" y="7891"/>
                </a:lnTo>
                <a:lnTo>
                  <a:pt x="10273" y="7730"/>
                </a:lnTo>
                <a:lnTo>
                  <a:pt x="10474" y="7548"/>
                </a:lnTo>
                <a:lnTo>
                  <a:pt x="10636" y="7326"/>
                </a:lnTo>
                <a:lnTo>
                  <a:pt x="10817" y="7084"/>
                </a:lnTo>
                <a:lnTo>
                  <a:pt x="10959" y="6822"/>
                </a:lnTo>
                <a:lnTo>
                  <a:pt x="11100" y="6539"/>
                </a:lnTo>
                <a:lnTo>
                  <a:pt x="11221" y="6216"/>
                </a:lnTo>
                <a:lnTo>
                  <a:pt x="11322" y="5873"/>
                </a:lnTo>
                <a:lnTo>
                  <a:pt x="11423" y="5510"/>
                </a:lnTo>
                <a:lnTo>
                  <a:pt x="11544" y="4884"/>
                </a:lnTo>
                <a:lnTo>
                  <a:pt x="11625" y="4279"/>
                </a:lnTo>
                <a:lnTo>
                  <a:pt x="11665" y="3653"/>
                </a:lnTo>
                <a:lnTo>
                  <a:pt x="11685" y="3028"/>
                </a:lnTo>
                <a:lnTo>
                  <a:pt x="11645" y="2402"/>
                </a:lnTo>
                <a:lnTo>
                  <a:pt x="11584" y="1797"/>
                </a:lnTo>
                <a:lnTo>
                  <a:pt x="11463" y="1171"/>
                </a:lnTo>
                <a:lnTo>
                  <a:pt x="11322" y="566"/>
                </a:lnTo>
                <a:lnTo>
                  <a:pt x="11261" y="404"/>
                </a:lnTo>
                <a:lnTo>
                  <a:pt x="11201" y="263"/>
                </a:lnTo>
                <a:lnTo>
                  <a:pt x="11140" y="182"/>
                </a:lnTo>
                <a:lnTo>
                  <a:pt x="11100" y="122"/>
                </a:lnTo>
                <a:lnTo>
                  <a:pt x="11019" y="82"/>
                </a:lnTo>
                <a:lnTo>
                  <a:pt x="10959" y="41"/>
                </a:lnTo>
                <a:lnTo>
                  <a:pt x="10838" y="1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96" name="Google Shape;2396;p30"/>
          <p:cNvSpPr/>
          <p:nvPr/>
        </p:nvSpPr>
        <p:spPr>
          <a:xfrm flipH="1">
            <a:off x="8570321" y="3502619"/>
            <a:ext cx="1001862" cy="1525380"/>
          </a:xfrm>
          <a:custGeom>
            <a:rect b="b" l="l" r="r" t="t"/>
            <a:pathLst>
              <a:path extrusionOk="0" h="27284" w="17920">
                <a:moveTo>
                  <a:pt x="9041" y="81"/>
                </a:moveTo>
                <a:lnTo>
                  <a:pt x="9464" y="101"/>
                </a:lnTo>
                <a:lnTo>
                  <a:pt x="9888" y="141"/>
                </a:lnTo>
                <a:lnTo>
                  <a:pt x="10312" y="222"/>
                </a:lnTo>
                <a:lnTo>
                  <a:pt x="10716" y="323"/>
                </a:lnTo>
                <a:lnTo>
                  <a:pt x="11139" y="444"/>
                </a:lnTo>
                <a:lnTo>
                  <a:pt x="11543" y="605"/>
                </a:lnTo>
                <a:lnTo>
                  <a:pt x="11947" y="767"/>
                </a:lnTo>
                <a:lnTo>
                  <a:pt x="12350" y="969"/>
                </a:lnTo>
                <a:lnTo>
                  <a:pt x="12734" y="1191"/>
                </a:lnTo>
                <a:lnTo>
                  <a:pt x="13117" y="1433"/>
                </a:lnTo>
                <a:lnTo>
                  <a:pt x="13480" y="1715"/>
                </a:lnTo>
                <a:lnTo>
                  <a:pt x="13844" y="1998"/>
                </a:lnTo>
                <a:lnTo>
                  <a:pt x="14187" y="2301"/>
                </a:lnTo>
                <a:lnTo>
                  <a:pt x="14530" y="2644"/>
                </a:lnTo>
                <a:lnTo>
                  <a:pt x="14832" y="2987"/>
                </a:lnTo>
                <a:lnTo>
                  <a:pt x="15155" y="3350"/>
                </a:lnTo>
                <a:lnTo>
                  <a:pt x="15397" y="3673"/>
                </a:lnTo>
                <a:lnTo>
                  <a:pt x="15619" y="4016"/>
                </a:lnTo>
                <a:lnTo>
                  <a:pt x="15841" y="4359"/>
                </a:lnTo>
                <a:lnTo>
                  <a:pt x="16063" y="4722"/>
                </a:lnTo>
                <a:lnTo>
                  <a:pt x="16265" y="5106"/>
                </a:lnTo>
                <a:lnTo>
                  <a:pt x="16447" y="5489"/>
                </a:lnTo>
                <a:lnTo>
                  <a:pt x="16628" y="5893"/>
                </a:lnTo>
                <a:lnTo>
                  <a:pt x="16790" y="6296"/>
                </a:lnTo>
                <a:lnTo>
                  <a:pt x="16931" y="6720"/>
                </a:lnTo>
                <a:lnTo>
                  <a:pt x="17072" y="7144"/>
                </a:lnTo>
                <a:lnTo>
                  <a:pt x="17214" y="7588"/>
                </a:lnTo>
                <a:lnTo>
                  <a:pt x="17315" y="8052"/>
                </a:lnTo>
                <a:lnTo>
                  <a:pt x="17436" y="8516"/>
                </a:lnTo>
                <a:lnTo>
                  <a:pt x="17516" y="8980"/>
                </a:lnTo>
                <a:lnTo>
                  <a:pt x="17597" y="9485"/>
                </a:lnTo>
                <a:lnTo>
                  <a:pt x="17678" y="9969"/>
                </a:lnTo>
                <a:lnTo>
                  <a:pt x="17738" y="10514"/>
                </a:lnTo>
                <a:lnTo>
                  <a:pt x="17779" y="11079"/>
                </a:lnTo>
                <a:lnTo>
                  <a:pt x="17819" y="11624"/>
                </a:lnTo>
                <a:lnTo>
                  <a:pt x="17839" y="12189"/>
                </a:lnTo>
                <a:lnTo>
                  <a:pt x="17839" y="12774"/>
                </a:lnTo>
                <a:lnTo>
                  <a:pt x="17819" y="13339"/>
                </a:lnTo>
                <a:lnTo>
                  <a:pt x="17799" y="13924"/>
                </a:lnTo>
                <a:lnTo>
                  <a:pt x="17758" y="14510"/>
                </a:lnTo>
                <a:lnTo>
                  <a:pt x="17718" y="15115"/>
                </a:lnTo>
                <a:lnTo>
                  <a:pt x="17637" y="15720"/>
                </a:lnTo>
                <a:lnTo>
                  <a:pt x="17557" y="16326"/>
                </a:lnTo>
                <a:lnTo>
                  <a:pt x="17456" y="16951"/>
                </a:lnTo>
                <a:lnTo>
                  <a:pt x="17355" y="17577"/>
                </a:lnTo>
                <a:lnTo>
                  <a:pt x="17234" y="18202"/>
                </a:lnTo>
                <a:lnTo>
                  <a:pt x="17093" y="18848"/>
                </a:lnTo>
                <a:lnTo>
                  <a:pt x="16931" y="19514"/>
                </a:lnTo>
                <a:lnTo>
                  <a:pt x="16709" y="20362"/>
                </a:lnTo>
                <a:lnTo>
                  <a:pt x="16447" y="21230"/>
                </a:lnTo>
                <a:lnTo>
                  <a:pt x="16285" y="21673"/>
                </a:lnTo>
                <a:lnTo>
                  <a:pt x="16124" y="22117"/>
                </a:lnTo>
                <a:lnTo>
                  <a:pt x="15942" y="22561"/>
                </a:lnTo>
                <a:lnTo>
                  <a:pt x="15740" y="23005"/>
                </a:lnTo>
                <a:lnTo>
                  <a:pt x="15518" y="23429"/>
                </a:lnTo>
                <a:lnTo>
                  <a:pt x="15276" y="23873"/>
                </a:lnTo>
                <a:lnTo>
                  <a:pt x="15014" y="24277"/>
                </a:lnTo>
                <a:lnTo>
                  <a:pt x="14731" y="24680"/>
                </a:lnTo>
                <a:lnTo>
                  <a:pt x="14429" y="25064"/>
                </a:lnTo>
                <a:lnTo>
                  <a:pt x="14106" y="25427"/>
                </a:lnTo>
                <a:lnTo>
                  <a:pt x="13743" y="25770"/>
                </a:lnTo>
                <a:lnTo>
                  <a:pt x="13359" y="26093"/>
                </a:lnTo>
                <a:lnTo>
                  <a:pt x="13077" y="26295"/>
                </a:lnTo>
                <a:lnTo>
                  <a:pt x="12774" y="26476"/>
                </a:lnTo>
                <a:lnTo>
                  <a:pt x="12491" y="26658"/>
                </a:lnTo>
                <a:lnTo>
                  <a:pt x="12209" y="26799"/>
                </a:lnTo>
                <a:lnTo>
                  <a:pt x="11906" y="26920"/>
                </a:lnTo>
                <a:lnTo>
                  <a:pt x="11624" y="27021"/>
                </a:lnTo>
                <a:lnTo>
                  <a:pt x="11321" y="27102"/>
                </a:lnTo>
                <a:lnTo>
                  <a:pt x="11018" y="27162"/>
                </a:lnTo>
                <a:lnTo>
                  <a:pt x="10716" y="27203"/>
                </a:lnTo>
                <a:lnTo>
                  <a:pt x="10110" y="27203"/>
                </a:lnTo>
                <a:lnTo>
                  <a:pt x="9808" y="27183"/>
                </a:lnTo>
                <a:lnTo>
                  <a:pt x="9485" y="27142"/>
                </a:lnTo>
                <a:lnTo>
                  <a:pt x="9182" y="27062"/>
                </a:lnTo>
                <a:lnTo>
                  <a:pt x="8859" y="26981"/>
                </a:lnTo>
                <a:lnTo>
                  <a:pt x="8556" y="26860"/>
                </a:lnTo>
                <a:lnTo>
                  <a:pt x="8234" y="26739"/>
                </a:lnTo>
                <a:lnTo>
                  <a:pt x="7931" y="26577"/>
                </a:lnTo>
                <a:lnTo>
                  <a:pt x="7628" y="26416"/>
                </a:lnTo>
                <a:lnTo>
                  <a:pt x="7346" y="26234"/>
                </a:lnTo>
                <a:lnTo>
                  <a:pt x="7063" y="26053"/>
                </a:lnTo>
                <a:lnTo>
                  <a:pt x="6781" y="25851"/>
                </a:lnTo>
                <a:lnTo>
                  <a:pt x="6256" y="25427"/>
                </a:lnTo>
                <a:lnTo>
                  <a:pt x="5772" y="24983"/>
                </a:lnTo>
                <a:lnTo>
                  <a:pt x="5328" y="24539"/>
                </a:lnTo>
                <a:lnTo>
                  <a:pt x="4944" y="24095"/>
                </a:lnTo>
                <a:lnTo>
                  <a:pt x="4581" y="23671"/>
                </a:lnTo>
                <a:lnTo>
                  <a:pt x="4238" y="23227"/>
                </a:lnTo>
                <a:lnTo>
                  <a:pt x="3895" y="22763"/>
                </a:lnTo>
                <a:lnTo>
                  <a:pt x="3572" y="22279"/>
                </a:lnTo>
                <a:lnTo>
                  <a:pt x="3249" y="21815"/>
                </a:lnTo>
                <a:lnTo>
                  <a:pt x="2967" y="21330"/>
                </a:lnTo>
                <a:lnTo>
                  <a:pt x="2664" y="20826"/>
                </a:lnTo>
                <a:lnTo>
                  <a:pt x="2401" y="20342"/>
                </a:lnTo>
                <a:lnTo>
                  <a:pt x="2139" y="19837"/>
                </a:lnTo>
                <a:lnTo>
                  <a:pt x="1897" y="19333"/>
                </a:lnTo>
                <a:lnTo>
                  <a:pt x="1675" y="18808"/>
                </a:lnTo>
                <a:lnTo>
                  <a:pt x="1453" y="18303"/>
                </a:lnTo>
                <a:lnTo>
                  <a:pt x="1251" y="17779"/>
                </a:lnTo>
                <a:lnTo>
                  <a:pt x="1070" y="17254"/>
                </a:lnTo>
                <a:lnTo>
                  <a:pt x="888" y="16729"/>
                </a:lnTo>
                <a:lnTo>
                  <a:pt x="727" y="16205"/>
                </a:lnTo>
                <a:lnTo>
                  <a:pt x="585" y="15680"/>
                </a:lnTo>
                <a:lnTo>
                  <a:pt x="464" y="15095"/>
                </a:lnTo>
                <a:lnTo>
                  <a:pt x="343" y="14530"/>
                </a:lnTo>
                <a:lnTo>
                  <a:pt x="262" y="13965"/>
                </a:lnTo>
                <a:lnTo>
                  <a:pt x="182" y="13400"/>
                </a:lnTo>
                <a:lnTo>
                  <a:pt x="121" y="12835"/>
                </a:lnTo>
                <a:lnTo>
                  <a:pt x="101" y="12270"/>
                </a:lnTo>
                <a:lnTo>
                  <a:pt x="81" y="11725"/>
                </a:lnTo>
                <a:lnTo>
                  <a:pt x="81" y="11160"/>
                </a:lnTo>
                <a:lnTo>
                  <a:pt x="101" y="10615"/>
                </a:lnTo>
                <a:lnTo>
                  <a:pt x="141" y="10070"/>
                </a:lnTo>
                <a:lnTo>
                  <a:pt x="202" y="9525"/>
                </a:lnTo>
                <a:lnTo>
                  <a:pt x="283" y="9000"/>
                </a:lnTo>
                <a:lnTo>
                  <a:pt x="383" y="8476"/>
                </a:lnTo>
                <a:lnTo>
                  <a:pt x="505" y="7951"/>
                </a:lnTo>
                <a:lnTo>
                  <a:pt x="646" y="7447"/>
                </a:lnTo>
                <a:lnTo>
                  <a:pt x="787" y="6942"/>
                </a:lnTo>
                <a:lnTo>
                  <a:pt x="1049" y="6236"/>
                </a:lnTo>
                <a:lnTo>
                  <a:pt x="1352" y="5570"/>
                </a:lnTo>
                <a:lnTo>
                  <a:pt x="1695" y="4924"/>
                </a:lnTo>
                <a:lnTo>
                  <a:pt x="2079" y="4298"/>
                </a:lnTo>
                <a:lnTo>
                  <a:pt x="2482" y="3693"/>
                </a:lnTo>
                <a:lnTo>
                  <a:pt x="2946" y="3128"/>
                </a:lnTo>
                <a:lnTo>
                  <a:pt x="3188" y="2866"/>
                </a:lnTo>
                <a:lnTo>
                  <a:pt x="3431" y="2603"/>
                </a:lnTo>
                <a:lnTo>
                  <a:pt x="3673" y="2361"/>
                </a:lnTo>
                <a:lnTo>
                  <a:pt x="3935" y="2119"/>
                </a:lnTo>
                <a:lnTo>
                  <a:pt x="4218" y="1877"/>
                </a:lnTo>
                <a:lnTo>
                  <a:pt x="4520" y="1655"/>
                </a:lnTo>
                <a:lnTo>
                  <a:pt x="4803" y="1433"/>
                </a:lnTo>
                <a:lnTo>
                  <a:pt x="5106" y="1231"/>
                </a:lnTo>
                <a:lnTo>
                  <a:pt x="5408" y="1049"/>
                </a:lnTo>
                <a:lnTo>
                  <a:pt x="5731" y="888"/>
                </a:lnTo>
                <a:lnTo>
                  <a:pt x="6034" y="727"/>
                </a:lnTo>
                <a:lnTo>
                  <a:pt x="6337" y="605"/>
                </a:lnTo>
                <a:lnTo>
                  <a:pt x="6659" y="484"/>
                </a:lnTo>
                <a:lnTo>
                  <a:pt x="6982" y="363"/>
                </a:lnTo>
                <a:lnTo>
                  <a:pt x="7305" y="283"/>
                </a:lnTo>
                <a:lnTo>
                  <a:pt x="7628" y="202"/>
                </a:lnTo>
                <a:lnTo>
                  <a:pt x="7951" y="162"/>
                </a:lnTo>
                <a:lnTo>
                  <a:pt x="8274" y="121"/>
                </a:lnTo>
                <a:lnTo>
                  <a:pt x="8597" y="81"/>
                </a:lnTo>
                <a:close/>
                <a:moveTo>
                  <a:pt x="8698" y="0"/>
                </a:moveTo>
                <a:lnTo>
                  <a:pt x="8355" y="20"/>
                </a:lnTo>
                <a:lnTo>
                  <a:pt x="8032" y="61"/>
                </a:lnTo>
                <a:lnTo>
                  <a:pt x="7689" y="121"/>
                </a:lnTo>
                <a:lnTo>
                  <a:pt x="7366" y="182"/>
                </a:lnTo>
                <a:lnTo>
                  <a:pt x="7023" y="283"/>
                </a:lnTo>
                <a:lnTo>
                  <a:pt x="6700" y="383"/>
                </a:lnTo>
                <a:lnTo>
                  <a:pt x="6377" y="505"/>
                </a:lnTo>
                <a:lnTo>
                  <a:pt x="6054" y="646"/>
                </a:lnTo>
                <a:lnTo>
                  <a:pt x="5731" y="787"/>
                </a:lnTo>
                <a:lnTo>
                  <a:pt x="5408" y="969"/>
                </a:lnTo>
                <a:lnTo>
                  <a:pt x="5085" y="1150"/>
                </a:lnTo>
                <a:lnTo>
                  <a:pt x="4783" y="1352"/>
                </a:lnTo>
                <a:lnTo>
                  <a:pt x="4480" y="1574"/>
                </a:lnTo>
                <a:lnTo>
                  <a:pt x="4177" y="1816"/>
                </a:lnTo>
                <a:lnTo>
                  <a:pt x="3895" y="2058"/>
                </a:lnTo>
                <a:lnTo>
                  <a:pt x="3632" y="2301"/>
                </a:lnTo>
                <a:lnTo>
                  <a:pt x="3370" y="2543"/>
                </a:lnTo>
                <a:lnTo>
                  <a:pt x="3128" y="2805"/>
                </a:lnTo>
                <a:lnTo>
                  <a:pt x="2886" y="3088"/>
                </a:lnTo>
                <a:lnTo>
                  <a:pt x="2422" y="3653"/>
                </a:lnTo>
                <a:lnTo>
                  <a:pt x="1998" y="4258"/>
                </a:lnTo>
                <a:lnTo>
                  <a:pt x="1614" y="4884"/>
                </a:lnTo>
                <a:lnTo>
                  <a:pt x="1271" y="5529"/>
                </a:lnTo>
                <a:lnTo>
                  <a:pt x="969" y="6216"/>
                </a:lnTo>
                <a:lnTo>
                  <a:pt x="848" y="6559"/>
                </a:lnTo>
                <a:lnTo>
                  <a:pt x="727" y="6902"/>
                </a:lnTo>
                <a:lnTo>
                  <a:pt x="565" y="7406"/>
                </a:lnTo>
                <a:lnTo>
                  <a:pt x="424" y="7931"/>
                </a:lnTo>
                <a:lnTo>
                  <a:pt x="303" y="8456"/>
                </a:lnTo>
                <a:lnTo>
                  <a:pt x="202" y="8980"/>
                </a:lnTo>
                <a:lnTo>
                  <a:pt x="121" y="9525"/>
                </a:lnTo>
                <a:lnTo>
                  <a:pt x="61" y="10070"/>
                </a:lnTo>
                <a:lnTo>
                  <a:pt x="20" y="10615"/>
                </a:lnTo>
                <a:lnTo>
                  <a:pt x="0" y="11160"/>
                </a:lnTo>
                <a:lnTo>
                  <a:pt x="0" y="11725"/>
                </a:lnTo>
                <a:lnTo>
                  <a:pt x="20" y="12270"/>
                </a:lnTo>
                <a:lnTo>
                  <a:pt x="40" y="12835"/>
                </a:lnTo>
                <a:lnTo>
                  <a:pt x="101" y="13400"/>
                </a:lnTo>
                <a:lnTo>
                  <a:pt x="182" y="13965"/>
                </a:lnTo>
                <a:lnTo>
                  <a:pt x="262" y="14550"/>
                </a:lnTo>
                <a:lnTo>
                  <a:pt x="383" y="15115"/>
                </a:lnTo>
                <a:lnTo>
                  <a:pt x="525" y="15700"/>
                </a:lnTo>
                <a:lnTo>
                  <a:pt x="666" y="16225"/>
                </a:lnTo>
                <a:lnTo>
                  <a:pt x="807" y="16750"/>
                </a:lnTo>
                <a:lnTo>
                  <a:pt x="989" y="17274"/>
                </a:lnTo>
                <a:lnTo>
                  <a:pt x="1170" y="17799"/>
                </a:lnTo>
                <a:lnTo>
                  <a:pt x="1372" y="18324"/>
                </a:lnTo>
                <a:lnTo>
                  <a:pt x="1594" y="18848"/>
                </a:lnTo>
                <a:lnTo>
                  <a:pt x="1816" y="19353"/>
                </a:lnTo>
                <a:lnTo>
                  <a:pt x="2058" y="19877"/>
                </a:lnTo>
                <a:lnTo>
                  <a:pt x="2321" y="20382"/>
                </a:lnTo>
                <a:lnTo>
                  <a:pt x="2603" y="20866"/>
                </a:lnTo>
                <a:lnTo>
                  <a:pt x="2886" y="21371"/>
                </a:lnTo>
                <a:lnTo>
                  <a:pt x="3188" y="21855"/>
                </a:lnTo>
                <a:lnTo>
                  <a:pt x="3511" y="22339"/>
                </a:lnTo>
                <a:lnTo>
                  <a:pt x="3834" y="22804"/>
                </a:lnTo>
                <a:lnTo>
                  <a:pt x="4177" y="23268"/>
                </a:lnTo>
                <a:lnTo>
                  <a:pt x="4520" y="23732"/>
                </a:lnTo>
                <a:lnTo>
                  <a:pt x="4964" y="24236"/>
                </a:lnTo>
                <a:lnTo>
                  <a:pt x="5206" y="24519"/>
                </a:lnTo>
                <a:lnTo>
                  <a:pt x="5489" y="24822"/>
                </a:lnTo>
                <a:lnTo>
                  <a:pt x="5792" y="25104"/>
                </a:lnTo>
                <a:lnTo>
                  <a:pt x="6115" y="25407"/>
                </a:lnTo>
                <a:lnTo>
                  <a:pt x="6458" y="25689"/>
                </a:lnTo>
                <a:lnTo>
                  <a:pt x="6821" y="25972"/>
                </a:lnTo>
                <a:lnTo>
                  <a:pt x="7204" y="26254"/>
                </a:lnTo>
                <a:lnTo>
                  <a:pt x="7608" y="26497"/>
                </a:lnTo>
                <a:lnTo>
                  <a:pt x="8032" y="26718"/>
                </a:lnTo>
                <a:lnTo>
                  <a:pt x="8455" y="26900"/>
                </a:lnTo>
                <a:lnTo>
                  <a:pt x="8920" y="27062"/>
                </a:lnTo>
                <a:lnTo>
                  <a:pt x="9364" y="27183"/>
                </a:lnTo>
                <a:lnTo>
                  <a:pt x="9606" y="27223"/>
                </a:lnTo>
                <a:lnTo>
                  <a:pt x="9848" y="27263"/>
                </a:lnTo>
                <a:lnTo>
                  <a:pt x="10090" y="27284"/>
                </a:lnTo>
                <a:lnTo>
                  <a:pt x="10695" y="27284"/>
                </a:lnTo>
                <a:lnTo>
                  <a:pt x="11079" y="27223"/>
                </a:lnTo>
                <a:lnTo>
                  <a:pt x="11462" y="27142"/>
                </a:lnTo>
                <a:lnTo>
                  <a:pt x="11846" y="27021"/>
                </a:lnTo>
                <a:lnTo>
                  <a:pt x="12229" y="26880"/>
                </a:lnTo>
                <a:lnTo>
                  <a:pt x="12613" y="26678"/>
                </a:lnTo>
                <a:lnTo>
                  <a:pt x="12996" y="26436"/>
                </a:lnTo>
                <a:lnTo>
                  <a:pt x="13400" y="26153"/>
                </a:lnTo>
                <a:lnTo>
                  <a:pt x="13783" y="25831"/>
                </a:lnTo>
                <a:lnTo>
                  <a:pt x="14146" y="25488"/>
                </a:lnTo>
                <a:lnTo>
                  <a:pt x="14489" y="25124"/>
                </a:lnTo>
                <a:lnTo>
                  <a:pt x="14792" y="24721"/>
                </a:lnTo>
                <a:lnTo>
                  <a:pt x="15095" y="24317"/>
                </a:lnTo>
                <a:lnTo>
                  <a:pt x="15357" y="23913"/>
                </a:lnTo>
                <a:lnTo>
                  <a:pt x="15599" y="23490"/>
                </a:lnTo>
                <a:lnTo>
                  <a:pt x="15821" y="23046"/>
                </a:lnTo>
                <a:lnTo>
                  <a:pt x="16023" y="22602"/>
                </a:lnTo>
                <a:lnTo>
                  <a:pt x="16205" y="22158"/>
                </a:lnTo>
                <a:lnTo>
                  <a:pt x="16366" y="21714"/>
                </a:lnTo>
                <a:lnTo>
                  <a:pt x="16527" y="21270"/>
                </a:lnTo>
                <a:lnTo>
                  <a:pt x="16790" y="20382"/>
                </a:lnTo>
                <a:lnTo>
                  <a:pt x="17012" y="19534"/>
                </a:lnTo>
                <a:lnTo>
                  <a:pt x="17173" y="18868"/>
                </a:lnTo>
                <a:lnTo>
                  <a:pt x="17315" y="18223"/>
                </a:lnTo>
                <a:lnTo>
                  <a:pt x="17436" y="17597"/>
                </a:lnTo>
                <a:lnTo>
                  <a:pt x="17537" y="16951"/>
                </a:lnTo>
                <a:lnTo>
                  <a:pt x="17637" y="16346"/>
                </a:lnTo>
                <a:lnTo>
                  <a:pt x="17718" y="15720"/>
                </a:lnTo>
                <a:lnTo>
                  <a:pt x="17799" y="15115"/>
                </a:lnTo>
                <a:lnTo>
                  <a:pt x="17839" y="14530"/>
                </a:lnTo>
                <a:lnTo>
                  <a:pt x="17880" y="13924"/>
                </a:lnTo>
                <a:lnTo>
                  <a:pt x="17900" y="13339"/>
                </a:lnTo>
                <a:lnTo>
                  <a:pt x="17920" y="12774"/>
                </a:lnTo>
                <a:lnTo>
                  <a:pt x="17920" y="12189"/>
                </a:lnTo>
                <a:lnTo>
                  <a:pt x="17900" y="11624"/>
                </a:lnTo>
                <a:lnTo>
                  <a:pt x="17859" y="11059"/>
                </a:lnTo>
                <a:lnTo>
                  <a:pt x="17819" y="10514"/>
                </a:lnTo>
                <a:lnTo>
                  <a:pt x="17758" y="9969"/>
                </a:lnTo>
                <a:lnTo>
                  <a:pt x="17678" y="9465"/>
                </a:lnTo>
                <a:lnTo>
                  <a:pt x="17597" y="8980"/>
                </a:lnTo>
                <a:lnTo>
                  <a:pt x="17516" y="8496"/>
                </a:lnTo>
                <a:lnTo>
                  <a:pt x="17395" y="8032"/>
                </a:lnTo>
                <a:lnTo>
                  <a:pt x="17294" y="7568"/>
                </a:lnTo>
                <a:lnTo>
                  <a:pt x="17153" y="7124"/>
                </a:lnTo>
                <a:lnTo>
                  <a:pt x="17012" y="6700"/>
                </a:lnTo>
                <a:lnTo>
                  <a:pt x="16850" y="6276"/>
                </a:lnTo>
                <a:lnTo>
                  <a:pt x="16689" y="5852"/>
                </a:lnTo>
                <a:lnTo>
                  <a:pt x="16507" y="5449"/>
                </a:lnTo>
                <a:lnTo>
                  <a:pt x="16326" y="5065"/>
                </a:lnTo>
                <a:lnTo>
                  <a:pt x="16124" y="4682"/>
                </a:lnTo>
                <a:lnTo>
                  <a:pt x="15922" y="4319"/>
                </a:lnTo>
                <a:lnTo>
                  <a:pt x="15700" y="3976"/>
                </a:lnTo>
                <a:lnTo>
                  <a:pt x="15458" y="3632"/>
                </a:lnTo>
                <a:lnTo>
                  <a:pt x="15216" y="3310"/>
                </a:lnTo>
                <a:lnTo>
                  <a:pt x="14913" y="2926"/>
                </a:lnTo>
                <a:lnTo>
                  <a:pt x="14590" y="2583"/>
                </a:lnTo>
                <a:lnTo>
                  <a:pt x="14247" y="2240"/>
                </a:lnTo>
                <a:lnTo>
                  <a:pt x="13904" y="1937"/>
                </a:lnTo>
                <a:lnTo>
                  <a:pt x="13541" y="1635"/>
                </a:lnTo>
                <a:lnTo>
                  <a:pt x="13157" y="1372"/>
                </a:lnTo>
                <a:lnTo>
                  <a:pt x="12774" y="1130"/>
                </a:lnTo>
                <a:lnTo>
                  <a:pt x="12391" y="908"/>
                </a:lnTo>
                <a:lnTo>
                  <a:pt x="11987" y="706"/>
                </a:lnTo>
                <a:lnTo>
                  <a:pt x="11583" y="525"/>
                </a:lnTo>
                <a:lnTo>
                  <a:pt x="11160" y="363"/>
                </a:lnTo>
                <a:lnTo>
                  <a:pt x="10736" y="242"/>
                </a:lnTo>
                <a:lnTo>
                  <a:pt x="10312" y="141"/>
                </a:lnTo>
                <a:lnTo>
                  <a:pt x="9888" y="61"/>
                </a:lnTo>
                <a:lnTo>
                  <a:pt x="9464" y="20"/>
                </a:lnTo>
                <a:lnTo>
                  <a:pt x="9041" y="0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97" name="Google Shape;2397;p30"/>
          <p:cNvSpPr/>
          <p:nvPr/>
        </p:nvSpPr>
        <p:spPr>
          <a:xfrm flipH="1">
            <a:off x="8719209" y="3625557"/>
            <a:ext cx="560808" cy="1296383"/>
          </a:xfrm>
          <a:custGeom>
            <a:rect b="b" l="l" r="r" t="t"/>
            <a:pathLst>
              <a:path extrusionOk="0" h="23188" w="10031">
                <a:moveTo>
                  <a:pt x="4703" y="61"/>
                </a:moveTo>
                <a:lnTo>
                  <a:pt x="4985" y="81"/>
                </a:lnTo>
                <a:lnTo>
                  <a:pt x="5268" y="122"/>
                </a:lnTo>
                <a:lnTo>
                  <a:pt x="5550" y="202"/>
                </a:lnTo>
                <a:lnTo>
                  <a:pt x="5833" y="303"/>
                </a:lnTo>
                <a:lnTo>
                  <a:pt x="6075" y="424"/>
                </a:lnTo>
                <a:lnTo>
                  <a:pt x="6297" y="566"/>
                </a:lnTo>
                <a:lnTo>
                  <a:pt x="6519" y="707"/>
                </a:lnTo>
                <a:lnTo>
                  <a:pt x="6741" y="868"/>
                </a:lnTo>
                <a:lnTo>
                  <a:pt x="6963" y="1070"/>
                </a:lnTo>
                <a:lnTo>
                  <a:pt x="7165" y="1272"/>
                </a:lnTo>
                <a:lnTo>
                  <a:pt x="7366" y="1494"/>
                </a:lnTo>
                <a:lnTo>
                  <a:pt x="7548" y="1736"/>
                </a:lnTo>
                <a:lnTo>
                  <a:pt x="7730" y="1999"/>
                </a:lnTo>
                <a:lnTo>
                  <a:pt x="7911" y="2281"/>
                </a:lnTo>
                <a:lnTo>
                  <a:pt x="8073" y="2584"/>
                </a:lnTo>
                <a:lnTo>
                  <a:pt x="8234" y="2907"/>
                </a:lnTo>
                <a:lnTo>
                  <a:pt x="8396" y="3230"/>
                </a:lnTo>
                <a:lnTo>
                  <a:pt x="8537" y="3593"/>
                </a:lnTo>
                <a:lnTo>
                  <a:pt x="8678" y="3976"/>
                </a:lnTo>
                <a:lnTo>
                  <a:pt x="8819" y="4380"/>
                </a:lnTo>
                <a:lnTo>
                  <a:pt x="9082" y="5207"/>
                </a:lnTo>
                <a:lnTo>
                  <a:pt x="9304" y="6075"/>
                </a:lnTo>
                <a:lnTo>
                  <a:pt x="9505" y="6922"/>
                </a:lnTo>
                <a:lnTo>
                  <a:pt x="9647" y="7790"/>
                </a:lnTo>
                <a:lnTo>
                  <a:pt x="9788" y="8678"/>
                </a:lnTo>
                <a:lnTo>
                  <a:pt x="9869" y="9546"/>
                </a:lnTo>
                <a:lnTo>
                  <a:pt x="9929" y="10434"/>
                </a:lnTo>
                <a:lnTo>
                  <a:pt x="9949" y="11302"/>
                </a:lnTo>
                <a:lnTo>
                  <a:pt x="9949" y="12189"/>
                </a:lnTo>
                <a:lnTo>
                  <a:pt x="9909" y="13077"/>
                </a:lnTo>
                <a:lnTo>
                  <a:pt x="9828" y="13945"/>
                </a:lnTo>
                <a:lnTo>
                  <a:pt x="9727" y="14833"/>
                </a:lnTo>
                <a:lnTo>
                  <a:pt x="9586" y="15701"/>
                </a:lnTo>
                <a:lnTo>
                  <a:pt x="9405" y="16569"/>
                </a:lnTo>
                <a:lnTo>
                  <a:pt x="9203" y="17416"/>
                </a:lnTo>
                <a:lnTo>
                  <a:pt x="8961" y="18264"/>
                </a:lnTo>
                <a:lnTo>
                  <a:pt x="8799" y="18768"/>
                </a:lnTo>
                <a:lnTo>
                  <a:pt x="8618" y="19293"/>
                </a:lnTo>
                <a:lnTo>
                  <a:pt x="8396" y="19838"/>
                </a:lnTo>
                <a:lnTo>
                  <a:pt x="8133" y="20362"/>
                </a:lnTo>
                <a:lnTo>
                  <a:pt x="7992" y="20625"/>
                </a:lnTo>
                <a:lnTo>
                  <a:pt x="7831" y="20867"/>
                </a:lnTo>
                <a:lnTo>
                  <a:pt x="7669" y="21129"/>
                </a:lnTo>
                <a:lnTo>
                  <a:pt x="7487" y="21371"/>
                </a:lnTo>
                <a:lnTo>
                  <a:pt x="7286" y="21593"/>
                </a:lnTo>
                <a:lnTo>
                  <a:pt x="7084" y="21815"/>
                </a:lnTo>
                <a:lnTo>
                  <a:pt x="6862" y="22037"/>
                </a:lnTo>
                <a:lnTo>
                  <a:pt x="6620" y="22239"/>
                </a:lnTo>
                <a:lnTo>
                  <a:pt x="6398" y="22401"/>
                </a:lnTo>
                <a:lnTo>
                  <a:pt x="6196" y="22542"/>
                </a:lnTo>
                <a:lnTo>
                  <a:pt x="5974" y="22663"/>
                </a:lnTo>
                <a:lnTo>
                  <a:pt x="5772" y="22764"/>
                </a:lnTo>
                <a:lnTo>
                  <a:pt x="5550" y="22865"/>
                </a:lnTo>
                <a:lnTo>
                  <a:pt x="5348" y="22945"/>
                </a:lnTo>
                <a:lnTo>
                  <a:pt x="5147" y="23006"/>
                </a:lnTo>
                <a:lnTo>
                  <a:pt x="4945" y="23046"/>
                </a:lnTo>
                <a:lnTo>
                  <a:pt x="4743" y="23087"/>
                </a:lnTo>
                <a:lnTo>
                  <a:pt x="4541" y="23107"/>
                </a:lnTo>
                <a:lnTo>
                  <a:pt x="4339" y="23107"/>
                </a:lnTo>
                <a:lnTo>
                  <a:pt x="4138" y="23087"/>
                </a:lnTo>
                <a:lnTo>
                  <a:pt x="3936" y="23046"/>
                </a:lnTo>
                <a:lnTo>
                  <a:pt x="3754" y="23006"/>
                </a:lnTo>
                <a:lnTo>
                  <a:pt x="3552" y="22925"/>
                </a:lnTo>
                <a:lnTo>
                  <a:pt x="3351" y="22845"/>
                </a:lnTo>
                <a:lnTo>
                  <a:pt x="3169" y="22764"/>
                </a:lnTo>
                <a:lnTo>
                  <a:pt x="2987" y="22643"/>
                </a:lnTo>
                <a:lnTo>
                  <a:pt x="2806" y="22522"/>
                </a:lnTo>
                <a:lnTo>
                  <a:pt x="2644" y="22380"/>
                </a:lnTo>
                <a:lnTo>
                  <a:pt x="2321" y="22078"/>
                </a:lnTo>
                <a:lnTo>
                  <a:pt x="1999" y="21714"/>
                </a:lnTo>
                <a:lnTo>
                  <a:pt x="1716" y="21331"/>
                </a:lnTo>
                <a:lnTo>
                  <a:pt x="1454" y="20927"/>
                </a:lnTo>
                <a:lnTo>
                  <a:pt x="1211" y="20483"/>
                </a:lnTo>
                <a:lnTo>
                  <a:pt x="990" y="20019"/>
                </a:lnTo>
                <a:lnTo>
                  <a:pt x="788" y="19535"/>
                </a:lnTo>
                <a:lnTo>
                  <a:pt x="626" y="19051"/>
                </a:lnTo>
                <a:lnTo>
                  <a:pt x="465" y="18566"/>
                </a:lnTo>
                <a:lnTo>
                  <a:pt x="344" y="18082"/>
                </a:lnTo>
                <a:lnTo>
                  <a:pt x="243" y="17598"/>
                </a:lnTo>
                <a:lnTo>
                  <a:pt x="162" y="17134"/>
                </a:lnTo>
                <a:lnTo>
                  <a:pt x="122" y="16690"/>
                </a:lnTo>
                <a:lnTo>
                  <a:pt x="102" y="16286"/>
                </a:lnTo>
                <a:lnTo>
                  <a:pt x="81" y="15600"/>
                </a:lnTo>
                <a:lnTo>
                  <a:pt x="81" y="14934"/>
                </a:lnTo>
                <a:lnTo>
                  <a:pt x="102" y="14268"/>
                </a:lnTo>
                <a:lnTo>
                  <a:pt x="142" y="13582"/>
                </a:lnTo>
                <a:lnTo>
                  <a:pt x="182" y="12916"/>
                </a:lnTo>
                <a:lnTo>
                  <a:pt x="243" y="12250"/>
                </a:lnTo>
                <a:lnTo>
                  <a:pt x="404" y="10918"/>
                </a:lnTo>
                <a:lnTo>
                  <a:pt x="586" y="9586"/>
                </a:lnTo>
                <a:lnTo>
                  <a:pt x="788" y="8254"/>
                </a:lnTo>
                <a:lnTo>
                  <a:pt x="1252" y="5631"/>
                </a:lnTo>
                <a:lnTo>
                  <a:pt x="1454" y="4622"/>
                </a:lnTo>
                <a:lnTo>
                  <a:pt x="1555" y="4117"/>
                </a:lnTo>
                <a:lnTo>
                  <a:pt x="1676" y="3613"/>
                </a:lnTo>
                <a:lnTo>
                  <a:pt x="1837" y="3108"/>
                </a:lnTo>
                <a:lnTo>
                  <a:pt x="1999" y="2604"/>
                </a:lnTo>
                <a:lnTo>
                  <a:pt x="2200" y="2140"/>
                </a:lnTo>
                <a:lnTo>
                  <a:pt x="2442" y="1655"/>
                </a:lnTo>
                <a:lnTo>
                  <a:pt x="2584" y="1393"/>
                </a:lnTo>
                <a:lnTo>
                  <a:pt x="2745" y="1151"/>
                </a:lnTo>
                <a:lnTo>
                  <a:pt x="2927" y="949"/>
                </a:lnTo>
                <a:lnTo>
                  <a:pt x="3108" y="747"/>
                </a:lnTo>
                <a:lnTo>
                  <a:pt x="3290" y="586"/>
                </a:lnTo>
                <a:lnTo>
                  <a:pt x="3472" y="445"/>
                </a:lnTo>
                <a:lnTo>
                  <a:pt x="3673" y="324"/>
                </a:lnTo>
                <a:lnTo>
                  <a:pt x="3875" y="223"/>
                </a:lnTo>
                <a:lnTo>
                  <a:pt x="4077" y="162"/>
                </a:lnTo>
                <a:lnTo>
                  <a:pt x="4279" y="102"/>
                </a:lnTo>
                <a:lnTo>
                  <a:pt x="4481" y="81"/>
                </a:lnTo>
                <a:lnTo>
                  <a:pt x="4703" y="61"/>
                </a:lnTo>
                <a:close/>
                <a:moveTo>
                  <a:pt x="4561" y="1"/>
                </a:moveTo>
                <a:lnTo>
                  <a:pt x="4319" y="21"/>
                </a:lnTo>
                <a:lnTo>
                  <a:pt x="4077" y="61"/>
                </a:lnTo>
                <a:lnTo>
                  <a:pt x="3855" y="142"/>
                </a:lnTo>
                <a:lnTo>
                  <a:pt x="3633" y="243"/>
                </a:lnTo>
                <a:lnTo>
                  <a:pt x="3431" y="364"/>
                </a:lnTo>
                <a:lnTo>
                  <a:pt x="3229" y="525"/>
                </a:lnTo>
                <a:lnTo>
                  <a:pt x="3048" y="687"/>
                </a:lnTo>
                <a:lnTo>
                  <a:pt x="2866" y="889"/>
                </a:lnTo>
                <a:lnTo>
                  <a:pt x="2685" y="1111"/>
                </a:lnTo>
                <a:lnTo>
                  <a:pt x="2523" y="1353"/>
                </a:lnTo>
                <a:lnTo>
                  <a:pt x="2362" y="1615"/>
                </a:lnTo>
                <a:lnTo>
                  <a:pt x="2120" y="2099"/>
                </a:lnTo>
                <a:lnTo>
                  <a:pt x="1918" y="2584"/>
                </a:lnTo>
                <a:lnTo>
                  <a:pt x="1756" y="3068"/>
                </a:lnTo>
                <a:lnTo>
                  <a:pt x="1615" y="3573"/>
                </a:lnTo>
                <a:lnTo>
                  <a:pt x="1474" y="4097"/>
                </a:lnTo>
                <a:lnTo>
                  <a:pt x="1373" y="4602"/>
                </a:lnTo>
                <a:lnTo>
                  <a:pt x="1171" y="5631"/>
                </a:lnTo>
                <a:lnTo>
                  <a:pt x="707" y="8254"/>
                </a:lnTo>
                <a:lnTo>
                  <a:pt x="505" y="9566"/>
                </a:lnTo>
                <a:lnTo>
                  <a:pt x="324" y="10898"/>
                </a:lnTo>
                <a:lnTo>
                  <a:pt x="162" y="12250"/>
                </a:lnTo>
                <a:lnTo>
                  <a:pt x="102" y="12916"/>
                </a:lnTo>
                <a:lnTo>
                  <a:pt x="61" y="13582"/>
                </a:lnTo>
                <a:lnTo>
                  <a:pt x="21" y="14268"/>
                </a:lnTo>
                <a:lnTo>
                  <a:pt x="1" y="14934"/>
                </a:lnTo>
                <a:lnTo>
                  <a:pt x="1" y="15600"/>
                </a:lnTo>
                <a:lnTo>
                  <a:pt x="21" y="16286"/>
                </a:lnTo>
                <a:lnTo>
                  <a:pt x="41" y="16710"/>
                </a:lnTo>
                <a:lnTo>
                  <a:pt x="81" y="17154"/>
                </a:lnTo>
                <a:lnTo>
                  <a:pt x="162" y="17618"/>
                </a:lnTo>
                <a:lnTo>
                  <a:pt x="263" y="18102"/>
                </a:lnTo>
                <a:lnTo>
                  <a:pt x="404" y="18587"/>
                </a:lnTo>
                <a:lnTo>
                  <a:pt x="546" y="19071"/>
                </a:lnTo>
                <a:lnTo>
                  <a:pt x="727" y="19575"/>
                </a:lnTo>
                <a:lnTo>
                  <a:pt x="929" y="20060"/>
                </a:lnTo>
                <a:lnTo>
                  <a:pt x="1151" y="20524"/>
                </a:lnTo>
                <a:lnTo>
                  <a:pt x="1393" y="20968"/>
                </a:lnTo>
                <a:lnTo>
                  <a:pt x="1655" y="21392"/>
                </a:lnTo>
                <a:lnTo>
                  <a:pt x="1958" y="21775"/>
                </a:lnTo>
                <a:lnTo>
                  <a:pt x="2261" y="22138"/>
                </a:lnTo>
                <a:lnTo>
                  <a:pt x="2604" y="22461"/>
                </a:lnTo>
                <a:lnTo>
                  <a:pt x="2765" y="22582"/>
                </a:lnTo>
                <a:lnTo>
                  <a:pt x="2947" y="22723"/>
                </a:lnTo>
                <a:lnTo>
                  <a:pt x="3129" y="22824"/>
                </a:lnTo>
                <a:lnTo>
                  <a:pt x="3330" y="22925"/>
                </a:lnTo>
                <a:lnTo>
                  <a:pt x="3593" y="23046"/>
                </a:lnTo>
                <a:lnTo>
                  <a:pt x="3875" y="23127"/>
                </a:lnTo>
                <a:lnTo>
                  <a:pt x="4158" y="23167"/>
                </a:lnTo>
                <a:lnTo>
                  <a:pt x="4460" y="23188"/>
                </a:lnTo>
                <a:lnTo>
                  <a:pt x="4723" y="23167"/>
                </a:lnTo>
                <a:lnTo>
                  <a:pt x="4985" y="23127"/>
                </a:lnTo>
                <a:lnTo>
                  <a:pt x="5268" y="23067"/>
                </a:lnTo>
                <a:lnTo>
                  <a:pt x="5550" y="22966"/>
                </a:lnTo>
                <a:lnTo>
                  <a:pt x="5813" y="22845"/>
                </a:lnTo>
                <a:lnTo>
                  <a:pt x="6095" y="22683"/>
                </a:lnTo>
                <a:lnTo>
                  <a:pt x="6378" y="22501"/>
                </a:lnTo>
                <a:lnTo>
                  <a:pt x="6680" y="22300"/>
                </a:lnTo>
                <a:lnTo>
                  <a:pt x="6922" y="22098"/>
                </a:lnTo>
                <a:lnTo>
                  <a:pt x="7144" y="21876"/>
                </a:lnTo>
                <a:lnTo>
                  <a:pt x="7346" y="21654"/>
                </a:lnTo>
                <a:lnTo>
                  <a:pt x="7548" y="21412"/>
                </a:lnTo>
                <a:lnTo>
                  <a:pt x="7730" y="21170"/>
                </a:lnTo>
                <a:lnTo>
                  <a:pt x="7911" y="20927"/>
                </a:lnTo>
                <a:lnTo>
                  <a:pt x="8053" y="20665"/>
                </a:lnTo>
                <a:lnTo>
                  <a:pt x="8214" y="20403"/>
                </a:lnTo>
                <a:lnTo>
                  <a:pt x="8476" y="19878"/>
                </a:lnTo>
                <a:lnTo>
                  <a:pt x="8698" y="19333"/>
                </a:lnTo>
                <a:lnTo>
                  <a:pt x="8880" y="18809"/>
                </a:lnTo>
                <a:lnTo>
                  <a:pt x="9041" y="18284"/>
                </a:lnTo>
                <a:lnTo>
                  <a:pt x="9283" y="17436"/>
                </a:lnTo>
                <a:lnTo>
                  <a:pt x="9485" y="16589"/>
                </a:lnTo>
                <a:lnTo>
                  <a:pt x="9667" y="15721"/>
                </a:lnTo>
                <a:lnTo>
                  <a:pt x="9808" y="14833"/>
                </a:lnTo>
                <a:lnTo>
                  <a:pt x="9909" y="13965"/>
                </a:lnTo>
                <a:lnTo>
                  <a:pt x="9990" y="13077"/>
                </a:lnTo>
                <a:lnTo>
                  <a:pt x="10030" y="12189"/>
                </a:lnTo>
                <a:lnTo>
                  <a:pt x="10030" y="11302"/>
                </a:lnTo>
                <a:lnTo>
                  <a:pt x="10010" y="10434"/>
                </a:lnTo>
                <a:lnTo>
                  <a:pt x="9949" y="9546"/>
                </a:lnTo>
                <a:lnTo>
                  <a:pt x="9869" y="8658"/>
                </a:lnTo>
                <a:lnTo>
                  <a:pt x="9727" y="7790"/>
                </a:lnTo>
                <a:lnTo>
                  <a:pt x="9566" y="6902"/>
                </a:lnTo>
                <a:lnTo>
                  <a:pt x="9384" y="6055"/>
                </a:lnTo>
                <a:lnTo>
                  <a:pt x="9162" y="5187"/>
                </a:lnTo>
                <a:lnTo>
                  <a:pt x="8900" y="4339"/>
                </a:lnTo>
                <a:lnTo>
                  <a:pt x="8759" y="3936"/>
                </a:lnTo>
                <a:lnTo>
                  <a:pt x="8618" y="3552"/>
                </a:lnTo>
                <a:lnTo>
                  <a:pt x="8476" y="3209"/>
                </a:lnTo>
                <a:lnTo>
                  <a:pt x="8315" y="2866"/>
                </a:lnTo>
                <a:lnTo>
                  <a:pt x="8153" y="2523"/>
                </a:lnTo>
                <a:lnTo>
                  <a:pt x="7972" y="2220"/>
                </a:lnTo>
                <a:lnTo>
                  <a:pt x="7790" y="1938"/>
                </a:lnTo>
                <a:lnTo>
                  <a:pt x="7609" y="1676"/>
                </a:lnTo>
                <a:lnTo>
                  <a:pt x="7407" y="1433"/>
                </a:lnTo>
                <a:lnTo>
                  <a:pt x="7225" y="1211"/>
                </a:lnTo>
                <a:lnTo>
                  <a:pt x="7003" y="990"/>
                </a:lnTo>
                <a:lnTo>
                  <a:pt x="6801" y="808"/>
                </a:lnTo>
                <a:lnTo>
                  <a:pt x="6579" y="646"/>
                </a:lnTo>
                <a:lnTo>
                  <a:pt x="6337" y="485"/>
                </a:lnTo>
                <a:lnTo>
                  <a:pt x="6095" y="344"/>
                </a:lnTo>
                <a:lnTo>
                  <a:pt x="5853" y="243"/>
                </a:lnTo>
                <a:lnTo>
                  <a:pt x="5591" y="142"/>
                </a:lnTo>
                <a:lnTo>
                  <a:pt x="5328" y="61"/>
                </a:lnTo>
                <a:lnTo>
                  <a:pt x="5066" y="21"/>
                </a:lnTo>
                <a:lnTo>
                  <a:pt x="4824" y="1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98" name="Google Shape;2398;p30"/>
          <p:cNvSpPr/>
          <p:nvPr/>
        </p:nvSpPr>
        <p:spPr>
          <a:xfrm flipH="1">
            <a:off x="3091737" y="-1106693"/>
            <a:ext cx="2960526" cy="1551321"/>
          </a:xfrm>
          <a:custGeom>
            <a:rect b="b" l="l" r="r" t="t"/>
            <a:pathLst>
              <a:path extrusionOk="0" h="27748" w="52954">
                <a:moveTo>
                  <a:pt x="8698" y="81"/>
                </a:moveTo>
                <a:lnTo>
                  <a:pt x="9162" y="121"/>
                </a:lnTo>
                <a:lnTo>
                  <a:pt x="9647" y="162"/>
                </a:lnTo>
                <a:lnTo>
                  <a:pt x="10111" y="243"/>
                </a:lnTo>
                <a:lnTo>
                  <a:pt x="10555" y="343"/>
                </a:lnTo>
                <a:lnTo>
                  <a:pt x="10999" y="444"/>
                </a:lnTo>
                <a:lnTo>
                  <a:pt x="11443" y="565"/>
                </a:lnTo>
                <a:lnTo>
                  <a:pt x="11887" y="707"/>
                </a:lnTo>
                <a:lnTo>
                  <a:pt x="12311" y="848"/>
                </a:lnTo>
                <a:lnTo>
                  <a:pt x="12734" y="1009"/>
                </a:lnTo>
                <a:lnTo>
                  <a:pt x="13582" y="1373"/>
                </a:lnTo>
                <a:lnTo>
                  <a:pt x="14389" y="1756"/>
                </a:lnTo>
                <a:lnTo>
                  <a:pt x="15176" y="2160"/>
                </a:lnTo>
                <a:lnTo>
                  <a:pt x="15943" y="2563"/>
                </a:lnTo>
                <a:lnTo>
                  <a:pt x="16669" y="2987"/>
                </a:lnTo>
                <a:lnTo>
                  <a:pt x="18021" y="3754"/>
                </a:lnTo>
                <a:lnTo>
                  <a:pt x="19353" y="4561"/>
                </a:lnTo>
                <a:lnTo>
                  <a:pt x="22017" y="6176"/>
                </a:lnTo>
                <a:lnTo>
                  <a:pt x="24439" y="7649"/>
                </a:lnTo>
                <a:lnTo>
                  <a:pt x="25670" y="8395"/>
                </a:lnTo>
                <a:lnTo>
                  <a:pt x="26901" y="9102"/>
                </a:lnTo>
                <a:lnTo>
                  <a:pt x="28152" y="9808"/>
                </a:lnTo>
                <a:lnTo>
                  <a:pt x="29403" y="10494"/>
                </a:lnTo>
                <a:lnTo>
                  <a:pt x="30654" y="11160"/>
                </a:lnTo>
                <a:lnTo>
                  <a:pt x="31925" y="11806"/>
                </a:lnTo>
                <a:lnTo>
                  <a:pt x="33217" y="12391"/>
                </a:lnTo>
                <a:lnTo>
                  <a:pt x="34509" y="12956"/>
                </a:lnTo>
                <a:lnTo>
                  <a:pt x="35820" y="13481"/>
                </a:lnTo>
                <a:lnTo>
                  <a:pt x="36486" y="13743"/>
                </a:lnTo>
                <a:lnTo>
                  <a:pt x="37152" y="13965"/>
                </a:lnTo>
                <a:lnTo>
                  <a:pt x="37818" y="14187"/>
                </a:lnTo>
                <a:lnTo>
                  <a:pt x="38484" y="14389"/>
                </a:lnTo>
                <a:lnTo>
                  <a:pt x="39170" y="14591"/>
                </a:lnTo>
                <a:lnTo>
                  <a:pt x="39856" y="14772"/>
                </a:lnTo>
                <a:lnTo>
                  <a:pt x="40542" y="14934"/>
                </a:lnTo>
                <a:lnTo>
                  <a:pt x="41228" y="15075"/>
                </a:lnTo>
                <a:lnTo>
                  <a:pt x="41935" y="15216"/>
                </a:lnTo>
                <a:lnTo>
                  <a:pt x="42621" y="15317"/>
                </a:lnTo>
                <a:lnTo>
                  <a:pt x="43246" y="15418"/>
                </a:lnTo>
                <a:lnTo>
                  <a:pt x="43852" y="15479"/>
                </a:lnTo>
                <a:lnTo>
                  <a:pt x="44437" y="15519"/>
                </a:lnTo>
                <a:lnTo>
                  <a:pt x="45002" y="15539"/>
                </a:lnTo>
                <a:lnTo>
                  <a:pt x="45567" y="15539"/>
                </a:lnTo>
                <a:lnTo>
                  <a:pt x="46092" y="15519"/>
                </a:lnTo>
                <a:lnTo>
                  <a:pt x="46596" y="15479"/>
                </a:lnTo>
                <a:lnTo>
                  <a:pt x="47081" y="15398"/>
                </a:lnTo>
                <a:lnTo>
                  <a:pt x="47565" y="15317"/>
                </a:lnTo>
                <a:lnTo>
                  <a:pt x="48009" y="15216"/>
                </a:lnTo>
                <a:lnTo>
                  <a:pt x="48453" y="15075"/>
                </a:lnTo>
                <a:lnTo>
                  <a:pt x="48877" y="14934"/>
                </a:lnTo>
                <a:lnTo>
                  <a:pt x="49280" y="14752"/>
                </a:lnTo>
                <a:lnTo>
                  <a:pt x="49664" y="14550"/>
                </a:lnTo>
                <a:lnTo>
                  <a:pt x="50027" y="14348"/>
                </a:lnTo>
                <a:lnTo>
                  <a:pt x="50390" y="14106"/>
                </a:lnTo>
                <a:lnTo>
                  <a:pt x="50612" y="13925"/>
                </a:lnTo>
                <a:lnTo>
                  <a:pt x="50814" y="13763"/>
                </a:lnTo>
                <a:lnTo>
                  <a:pt x="51036" y="13622"/>
                </a:lnTo>
                <a:lnTo>
                  <a:pt x="51258" y="13481"/>
                </a:lnTo>
                <a:lnTo>
                  <a:pt x="51500" y="13380"/>
                </a:lnTo>
                <a:lnTo>
                  <a:pt x="51662" y="13339"/>
                </a:lnTo>
                <a:lnTo>
                  <a:pt x="51823" y="13299"/>
                </a:lnTo>
                <a:lnTo>
                  <a:pt x="51984" y="13299"/>
                </a:lnTo>
                <a:lnTo>
                  <a:pt x="52146" y="13319"/>
                </a:lnTo>
                <a:lnTo>
                  <a:pt x="52307" y="13360"/>
                </a:lnTo>
                <a:lnTo>
                  <a:pt x="52449" y="13420"/>
                </a:lnTo>
                <a:lnTo>
                  <a:pt x="52570" y="13521"/>
                </a:lnTo>
                <a:lnTo>
                  <a:pt x="52691" y="13642"/>
                </a:lnTo>
                <a:lnTo>
                  <a:pt x="52771" y="13804"/>
                </a:lnTo>
                <a:lnTo>
                  <a:pt x="52832" y="13985"/>
                </a:lnTo>
                <a:lnTo>
                  <a:pt x="52852" y="14167"/>
                </a:lnTo>
                <a:lnTo>
                  <a:pt x="52872" y="14348"/>
                </a:lnTo>
                <a:lnTo>
                  <a:pt x="52872" y="14893"/>
                </a:lnTo>
                <a:lnTo>
                  <a:pt x="52832" y="15398"/>
                </a:lnTo>
                <a:lnTo>
                  <a:pt x="52751" y="15902"/>
                </a:lnTo>
                <a:lnTo>
                  <a:pt x="52630" y="16366"/>
                </a:lnTo>
                <a:lnTo>
                  <a:pt x="52489" y="16831"/>
                </a:lnTo>
                <a:lnTo>
                  <a:pt x="52307" y="17254"/>
                </a:lnTo>
                <a:lnTo>
                  <a:pt x="52085" y="17658"/>
                </a:lnTo>
                <a:lnTo>
                  <a:pt x="51823" y="18041"/>
                </a:lnTo>
                <a:lnTo>
                  <a:pt x="51540" y="18405"/>
                </a:lnTo>
                <a:lnTo>
                  <a:pt x="51238" y="18728"/>
                </a:lnTo>
                <a:lnTo>
                  <a:pt x="50895" y="19030"/>
                </a:lnTo>
                <a:lnTo>
                  <a:pt x="50511" y="19293"/>
                </a:lnTo>
                <a:lnTo>
                  <a:pt x="50128" y="19535"/>
                </a:lnTo>
                <a:lnTo>
                  <a:pt x="49684" y="19737"/>
                </a:lnTo>
                <a:lnTo>
                  <a:pt x="49240" y="19898"/>
                </a:lnTo>
                <a:lnTo>
                  <a:pt x="48756" y="20039"/>
                </a:lnTo>
                <a:lnTo>
                  <a:pt x="48211" y="20140"/>
                </a:lnTo>
                <a:lnTo>
                  <a:pt x="47666" y="20221"/>
                </a:lnTo>
                <a:lnTo>
                  <a:pt x="47121" y="20261"/>
                </a:lnTo>
                <a:lnTo>
                  <a:pt x="46031" y="20261"/>
                </a:lnTo>
                <a:lnTo>
                  <a:pt x="45507" y="20241"/>
                </a:lnTo>
                <a:lnTo>
                  <a:pt x="44437" y="20160"/>
                </a:lnTo>
                <a:lnTo>
                  <a:pt x="42924" y="20019"/>
                </a:lnTo>
                <a:lnTo>
                  <a:pt x="41410" y="19858"/>
                </a:lnTo>
                <a:lnTo>
                  <a:pt x="38403" y="19494"/>
                </a:lnTo>
                <a:lnTo>
                  <a:pt x="36183" y="19212"/>
                </a:lnTo>
                <a:lnTo>
                  <a:pt x="33964" y="18970"/>
                </a:lnTo>
                <a:lnTo>
                  <a:pt x="32834" y="18849"/>
                </a:lnTo>
                <a:lnTo>
                  <a:pt x="31724" y="18768"/>
                </a:lnTo>
                <a:lnTo>
                  <a:pt x="30614" y="18687"/>
                </a:lnTo>
                <a:lnTo>
                  <a:pt x="29484" y="18627"/>
                </a:lnTo>
                <a:lnTo>
                  <a:pt x="28374" y="18606"/>
                </a:lnTo>
                <a:lnTo>
                  <a:pt x="27264" y="18606"/>
                </a:lnTo>
                <a:lnTo>
                  <a:pt x="26134" y="18627"/>
                </a:lnTo>
                <a:lnTo>
                  <a:pt x="25024" y="18687"/>
                </a:lnTo>
                <a:lnTo>
                  <a:pt x="23914" y="18788"/>
                </a:lnTo>
                <a:lnTo>
                  <a:pt x="22824" y="18909"/>
                </a:lnTo>
                <a:lnTo>
                  <a:pt x="21714" y="19091"/>
                </a:lnTo>
                <a:lnTo>
                  <a:pt x="20625" y="19313"/>
                </a:lnTo>
                <a:lnTo>
                  <a:pt x="19555" y="19595"/>
                </a:lnTo>
                <a:lnTo>
                  <a:pt x="18486" y="19898"/>
                </a:lnTo>
                <a:lnTo>
                  <a:pt x="17456" y="20241"/>
                </a:lnTo>
                <a:lnTo>
                  <a:pt x="16407" y="20645"/>
                </a:lnTo>
                <a:lnTo>
                  <a:pt x="15398" y="21048"/>
                </a:lnTo>
                <a:lnTo>
                  <a:pt x="14389" y="21512"/>
                </a:lnTo>
                <a:lnTo>
                  <a:pt x="13400" y="21977"/>
                </a:lnTo>
                <a:lnTo>
                  <a:pt x="12411" y="22481"/>
                </a:lnTo>
                <a:lnTo>
                  <a:pt x="11423" y="23006"/>
                </a:lnTo>
                <a:lnTo>
                  <a:pt x="10454" y="23551"/>
                </a:lnTo>
                <a:lnTo>
                  <a:pt x="9505" y="24116"/>
                </a:lnTo>
                <a:lnTo>
                  <a:pt x="8537" y="24681"/>
                </a:lnTo>
                <a:lnTo>
                  <a:pt x="6660" y="25851"/>
                </a:lnTo>
                <a:lnTo>
                  <a:pt x="4783" y="27022"/>
                </a:lnTo>
                <a:lnTo>
                  <a:pt x="4703" y="27082"/>
                </a:lnTo>
                <a:lnTo>
                  <a:pt x="4339" y="27304"/>
                </a:lnTo>
                <a:lnTo>
                  <a:pt x="4017" y="27465"/>
                </a:lnTo>
                <a:lnTo>
                  <a:pt x="3694" y="27587"/>
                </a:lnTo>
                <a:lnTo>
                  <a:pt x="3411" y="27647"/>
                </a:lnTo>
                <a:lnTo>
                  <a:pt x="3149" y="27667"/>
                </a:lnTo>
                <a:lnTo>
                  <a:pt x="3028" y="27667"/>
                </a:lnTo>
                <a:lnTo>
                  <a:pt x="2907" y="27647"/>
                </a:lnTo>
                <a:lnTo>
                  <a:pt x="2806" y="27607"/>
                </a:lnTo>
                <a:lnTo>
                  <a:pt x="2685" y="27566"/>
                </a:lnTo>
                <a:lnTo>
                  <a:pt x="2584" y="27506"/>
                </a:lnTo>
                <a:lnTo>
                  <a:pt x="2503" y="27445"/>
                </a:lnTo>
                <a:lnTo>
                  <a:pt x="2382" y="27344"/>
                </a:lnTo>
                <a:lnTo>
                  <a:pt x="2301" y="27223"/>
                </a:lnTo>
                <a:lnTo>
                  <a:pt x="2220" y="27082"/>
                </a:lnTo>
                <a:lnTo>
                  <a:pt x="2140" y="26941"/>
                </a:lnTo>
                <a:lnTo>
                  <a:pt x="2039" y="26638"/>
                </a:lnTo>
                <a:lnTo>
                  <a:pt x="1958" y="26295"/>
                </a:lnTo>
                <a:lnTo>
                  <a:pt x="1716" y="25064"/>
                </a:lnTo>
                <a:lnTo>
                  <a:pt x="1474" y="23813"/>
                </a:lnTo>
                <a:lnTo>
                  <a:pt x="1232" y="22562"/>
                </a:lnTo>
                <a:lnTo>
                  <a:pt x="1030" y="21311"/>
                </a:lnTo>
                <a:lnTo>
                  <a:pt x="828" y="20059"/>
                </a:lnTo>
                <a:lnTo>
                  <a:pt x="667" y="18808"/>
                </a:lnTo>
                <a:lnTo>
                  <a:pt x="505" y="17537"/>
                </a:lnTo>
                <a:lnTo>
                  <a:pt x="364" y="16286"/>
                </a:lnTo>
                <a:lnTo>
                  <a:pt x="283" y="15378"/>
                </a:lnTo>
                <a:lnTo>
                  <a:pt x="202" y="14550"/>
                </a:lnTo>
                <a:lnTo>
                  <a:pt x="162" y="13743"/>
                </a:lnTo>
                <a:lnTo>
                  <a:pt x="122" y="13017"/>
                </a:lnTo>
                <a:lnTo>
                  <a:pt x="102" y="12310"/>
                </a:lnTo>
                <a:lnTo>
                  <a:pt x="81" y="11664"/>
                </a:lnTo>
                <a:lnTo>
                  <a:pt x="102" y="11059"/>
                </a:lnTo>
                <a:lnTo>
                  <a:pt x="102" y="10494"/>
                </a:lnTo>
                <a:lnTo>
                  <a:pt x="162" y="9485"/>
                </a:lnTo>
                <a:lnTo>
                  <a:pt x="263" y="8597"/>
                </a:lnTo>
                <a:lnTo>
                  <a:pt x="364" y="7810"/>
                </a:lnTo>
                <a:lnTo>
                  <a:pt x="505" y="7124"/>
                </a:lnTo>
                <a:lnTo>
                  <a:pt x="606" y="6680"/>
                </a:lnTo>
                <a:lnTo>
                  <a:pt x="707" y="6236"/>
                </a:lnTo>
                <a:lnTo>
                  <a:pt x="828" y="5812"/>
                </a:lnTo>
                <a:lnTo>
                  <a:pt x="969" y="5409"/>
                </a:lnTo>
                <a:lnTo>
                  <a:pt x="1111" y="5005"/>
                </a:lnTo>
                <a:lnTo>
                  <a:pt x="1252" y="4642"/>
                </a:lnTo>
                <a:lnTo>
                  <a:pt x="1413" y="4279"/>
                </a:lnTo>
                <a:lnTo>
                  <a:pt x="1595" y="3915"/>
                </a:lnTo>
                <a:lnTo>
                  <a:pt x="1777" y="3592"/>
                </a:lnTo>
                <a:lnTo>
                  <a:pt x="1978" y="3270"/>
                </a:lnTo>
                <a:lnTo>
                  <a:pt x="2180" y="2967"/>
                </a:lnTo>
                <a:lnTo>
                  <a:pt x="2402" y="2684"/>
                </a:lnTo>
                <a:lnTo>
                  <a:pt x="2624" y="2402"/>
                </a:lnTo>
                <a:lnTo>
                  <a:pt x="2866" y="2160"/>
                </a:lnTo>
                <a:lnTo>
                  <a:pt x="3108" y="1918"/>
                </a:lnTo>
                <a:lnTo>
                  <a:pt x="3371" y="1675"/>
                </a:lnTo>
                <a:lnTo>
                  <a:pt x="3613" y="1494"/>
                </a:lnTo>
                <a:lnTo>
                  <a:pt x="3855" y="1312"/>
                </a:lnTo>
                <a:lnTo>
                  <a:pt x="4117" y="1151"/>
                </a:lnTo>
                <a:lnTo>
                  <a:pt x="4400" y="989"/>
                </a:lnTo>
                <a:lnTo>
                  <a:pt x="4682" y="848"/>
                </a:lnTo>
                <a:lnTo>
                  <a:pt x="4965" y="707"/>
                </a:lnTo>
                <a:lnTo>
                  <a:pt x="5268" y="586"/>
                </a:lnTo>
                <a:lnTo>
                  <a:pt x="5570" y="485"/>
                </a:lnTo>
                <a:lnTo>
                  <a:pt x="5893" y="384"/>
                </a:lnTo>
                <a:lnTo>
                  <a:pt x="6196" y="303"/>
                </a:lnTo>
                <a:lnTo>
                  <a:pt x="6539" y="243"/>
                </a:lnTo>
                <a:lnTo>
                  <a:pt x="6862" y="182"/>
                </a:lnTo>
                <a:lnTo>
                  <a:pt x="7205" y="121"/>
                </a:lnTo>
                <a:lnTo>
                  <a:pt x="7548" y="101"/>
                </a:lnTo>
                <a:lnTo>
                  <a:pt x="7891" y="81"/>
                </a:lnTo>
                <a:close/>
                <a:moveTo>
                  <a:pt x="7730" y="0"/>
                </a:moveTo>
                <a:lnTo>
                  <a:pt x="7265" y="41"/>
                </a:lnTo>
                <a:lnTo>
                  <a:pt x="6801" y="101"/>
                </a:lnTo>
                <a:lnTo>
                  <a:pt x="6378" y="182"/>
                </a:lnTo>
                <a:lnTo>
                  <a:pt x="5934" y="283"/>
                </a:lnTo>
                <a:lnTo>
                  <a:pt x="5530" y="424"/>
                </a:lnTo>
                <a:lnTo>
                  <a:pt x="5106" y="565"/>
                </a:lnTo>
                <a:lnTo>
                  <a:pt x="4723" y="727"/>
                </a:lnTo>
                <a:lnTo>
                  <a:pt x="4339" y="929"/>
                </a:lnTo>
                <a:lnTo>
                  <a:pt x="3976" y="1130"/>
                </a:lnTo>
                <a:lnTo>
                  <a:pt x="3633" y="1373"/>
                </a:lnTo>
                <a:lnTo>
                  <a:pt x="3310" y="1615"/>
                </a:lnTo>
                <a:lnTo>
                  <a:pt x="3048" y="1857"/>
                </a:lnTo>
                <a:lnTo>
                  <a:pt x="2806" y="2099"/>
                </a:lnTo>
                <a:lnTo>
                  <a:pt x="2564" y="2361"/>
                </a:lnTo>
                <a:lnTo>
                  <a:pt x="2342" y="2624"/>
                </a:lnTo>
                <a:lnTo>
                  <a:pt x="2120" y="2927"/>
                </a:lnTo>
                <a:lnTo>
                  <a:pt x="1918" y="3229"/>
                </a:lnTo>
                <a:lnTo>
                  <a:pt x="1716" y="3552"/>
                </a:lnTo>
                <a:lnTo>
                  <a:pt x="1534" y="3875"/>
                </a:lnTo>
                <a:lnTo>
                  <a:pt x="1353" y="4238"/>
                </a:lnTo>
                <a:lnTo>
                  <a:pt x="1191" y="4601"/>
                </a:lnTo>
                <a:lnTo>
                  <a:pt x="1030" y="4985"/>
                </a:lnTo>
                <a:lnTo>
                  <a:pt x="889" y="5388"/>
                </a:lnTo>
                <a:lnTo>
                  <a:pt x="747" y="5792"/>
                </a:lnTo>
                <a:lnTo>
                  <a:pt x="626" y="6216"/>
                </a:lnTo>
                <a:lnTo>
                  <a:pt x="525" y="6660"/>
                </a:lnTo>
                <a:lnTo>
                  <a:pt x="424" y="7104"/>
                </a:lnTo>
                <a:lnTo>
                  <a:pt x="283" y="7810"/>
                </a:lnTo>
                <a:lnTo>
                  <a:pt x="182" y="8577"/>
                </a:lnTo>
                <a:lnTo>
                  <a:pt x="81" y="9485"/>
                </a:lnTo>
                <a:lnTo>
                  <a:pt x="21" y="10494"/>
                </a:lnTo>
                <a:lnTo>
                  <a:pt x="21" y="11059"/>
                </a:lnTo>
                <a:lnTo>
                  <a:pt x="1" y="11664"/>
                </a:lnTo>
                <a:lnTo>
                  <a:pt x="21" y="12310"/>
                </a:lnTo>
                <a:lnTo>
                  <a:pt x="41" y="13017"/>
                </a:lnTo>
                <a:lnTo>
                  <a:pt x="81" y="13743"/>
                </a:lnTo>
                <a:lnTo>
                  <a:pt x="122" y="14550"/>
                </a:lnTo>
                <a:lnTo>
                  <a:pt x="202" y="15398"/>
                </a:lnTo>
                <a:lnTo>
                  <a:pt x="283" y="16306"/>
                </a:lnTo>
                <a:lnTo>
                  <a:pt x="424" y="17557"/>
                </a:lnTo>
                <a:lnTo>
                  <a:pt x="586" y="18808"/>
                </a:lnTo>
                <a:lnTo>
                  <a:pt x="768" y="20080"/>
                </a:lnTo>
                <a:lnTo>
                  <a:pt x="949" y="21331"/>
                </a:lnTo>
                <a:lnTo>
                  <a:pt x="1151" y="22582"/>
                </a:lnTo>
                <a:lnTo>
                  <a:pt x="1393" y="23833"/>
                </a:lnTo>
                <a:lnTo>
                  <a:pt x="1635" y="25084"/>
                </a:lnTo>
                <a:lnTo>
                  <a:pt x="1877" y="26315"/>
                </a:lnTo>
                <a:lnTo>
                  <a:pt x="1978" y="26658"/>
                </a:lnTo>
                <a:lnTo>
                  <a:pt x="2079" y="26981"/>
                </a:lnTo>
                <a:lnTo>
                  <a:pt x="2140" y="27143"/>
                </a:lnTo>
                <a:lnTo>
                  <a:pt x="2241" y="27264"/>
                </a:lnTo>
                <a:lnTo>
                  <a:pt x="2342" y="27405"/>
                </a:lnTo>
                <a:lnTo>
                  <a:pt x="2442" y="27506"/>
                </a:lnTo>
                <a:lnTo>
                  <a:pt x="2604" y="27607"/>
                </a:lnTo>
                <a:lnTo>
                  <a:pt x="2786" y="27687"/>
                </a:lnTo>
                <a:lnTo>
                  <a:pt x="2967" y="27728"/>
                </a:lnTo>
                <a:lnTo>
                  <a:pt x="3169" y="27748"/>
                </a:lnTo>
                <a:lnTo>
                  <a:pt x="3330" y="27748"/>
                </a:lnTo>
                <a:lnTo>
                  <a:pt x="3512" y="27708"/>
                </a:lnTo>
                <a:lnTo>
                  <a:pt x="3694" y="27667"/>
                </a:lnTo>
                <a:lnTo>
                  <a:pt x="3875" y="27607"/>
                </a:lnTo>
                <a:lnTo>
                  <a:pt x="4077" y="27526"/>
                </a:lnTo>
                <a:lnTo>
                  <a:pt x="4299" y="27425"/>
                </a:lnTo>
                <a:lnTo>
                  <a:pt x="4743" y="27163"/>
                </a:lnTo>
                <a:lnTo>
                  <a:pt x="4844" y="27102"/>
                </a:lnTo>
                <a:lnTo>
                  <a:pt x="6700" y="25912"/>
                </a:lnTo>
                <a:lnTo>
                  <a:pt x="8577" y="24761"/>
                </a:lnTo>
                <a:lnTo>
                  <a:pt x="9546" y="24176"/>
                </a:lnTo>
                <a:lnTo>
                  <a:pt x="10494" y="23631"/>
                </a:lnTo>
                <a:lnTo>
                  <a:pt x="11463" y="23086"/>
                </a:lnTo>
                <a:lnTo>
                  <a:pt x="12432" y="22562"/>
                </a:lnTo>
                <a:lnTo>
                  <a:pt x="13420" y="22057"/>
                </a:lnTo>
                <a:lnTo>
                  <a:pt x="14429" y="21573"/>
                </a:lnTo>
                <a:lnTo>
                  <a:pt x="15418" y="21129"/>
                </a:lnTo>
                <a:lnTo>
                  <a:pt x="16447" y="20705"/>
                </a:lnTo>
                <a:lnTo>
                  <a:pt x="17477" y="20322"/>
                </a:lnTo>
                <a:lnTo>
                  <a:pt x="18506" y="19979"/>
                </a:lnTo>
                <a:lnTo>
                  <a:pt x="19575" y="19676"/>
                </a:lnTo>
                <a:lnTo>
                  <a:pt x="20645" y="19393"/>
                </a:lnTo>
                <a:lnTo>
                  <a:pt x="21735" y="19171"/>
                </a:lnTo>
                <a:lnTo>
                  <a:pt x="22824" y="18990"/>
                </a:lnTo>
                <a:lnTo>
                  <a:pt x="23934" y="18869"/>
                </a:lnTo>
                <a:lnTo>
                  <a:pt x="25044" y="18768"/>
                </a:lnTo>
                <a:lnTo>
                  <a:pt x="26154" y="18707"/>
                </a:lnTo>
                <a:lnTo>
                  <a:pt x="27264" y="18687"/>
                </a:lnTo>
                <a:lnTo>
                  <a:pt x="28374" y="18687"/>
                </a:lnTo>
                <a:lnTo>
                  <a:pt x="29484" y="18707"/>
                </a:lnTo>
                <a:lnTo>
                  <a:pt x="30614" y="18768"/>
                </a:lnTo>
                <a:lnTo>
                  <a:pt x="31724" y="18849"/>
                </a:lnTo>
                <a:lnTo>
                  <a:pt x="32834" y="18929"/>
                </a:lnTo>
                <a:lnTo>
                  <a:pt x="33944" y="19050"/>
                </a:lnTo>
                <a:lnTo>
                  <a:pt x="36183" y="19293"/>
                </a:lnTo>
                <a:lnTo>
                  <a:pt x="38383" y="19575"/>
                </a:lnTo>
                <a:lnTo>
                  <a:pt x="41390" y="19938"/>
                </a:lnTo>
                <a:lnTo>
                  <a:pt x="42924" y="20100"/>
                </a:lnTo>
                <a:lnTo>
                  <a:pt x="44437" y="20241"/>
                </a:lnTo>
                <a:lnTo>
                  <a:pt x="45507" y="20322"/>
                </a:lnTo>
                <a:lnTo>
                  <a:pt x="46031" y="20342"/>
                </a:lnTo>
                <a:lnTo>
                  <a:pt x="47141" y="20342"/>
                </a:lnTo>
                <a:lnTo>
                  <a:pt x="47686" y="20302"/>
                </a:lnTo>
                <a:lnTo>
                  <a:pt x="48231" y="20221"/>
                </a:lnTo>
                <a:lnTo>
                  <a:pt x="48776" y="20120"/>
                </a:lnTo>
                <a:lnTo>
                  <a:pt x="49260" y="19979"/>
                </a:lnTo>
                <a:lnTo>
                  <a:pt x="49724" y="19797"/>
                </a:lnTo>
                <a:lnTo>
                  <a:pt x="50168" y="19595"/>
                </a:lnTo>
                <a:lnTo>
                  <a:pt x="50572" y="19353"/>
                </a:lnTo>
                <a:lnTo>
                  <a:pt x="50955" y="19071"/>
                </a:lnTo>
                <a:lnTo>
                  <a:pt x="51319" y="18748"/>
                </a:lnTo>
                <a:lnTo>
                  <a:pt x="51641" y="18405"/>
                </a:lnTo>
                <a:lnTo>
                  <a:pt x="51924" y="18041"/>
                </a:lnTo>
                <a:lnTo>
                  <a:pt x="52186" y="17638"/>
                </a:lnTo>
                <a:lnTo>
                  <a:pt x="52388" y="17234"/>
                </a:lnTo>
                <a:lnTo>
                  <a:pt x="52570" y="16790"/>
                </a:lnTo>
                <a:lnTo>
                  <a:pt x="52731" y="16346"/>
                </a:lnTo>
                <a:lnTo>
                  <a:pt x="52832" y="15862"/>
                </a:lnTo>
                <a:lnTo>
                  <a:pt x="52913" y="15378"/>
                </a:lnTo>
                <a:lnTo>
                  <a:pt x="52953" y="14873"/>
                </a:lnTo>
                <a:lnTo>
                  <a:pt x="52953" y="14348"/>
                </a:lnTo>
                <a:lnTo>
                  <a:pt x="52933" y="14147"/>
                </a:lnTo>
                <a:lnTo>
                  <a:pt x="52913" y="13965"/>
                </a:lnTo>
                <a:lnTo>
                  <a:pt x="52852" y="13763"/>
                </a:lnTo>
                <a:lnTo>
                  <a:pt x="52812" y="13662"/>
                </a:lnTo>
                <a:lnTo>
                  <a:pt x="52751" y="13582"/>
                </a:lnTo>
                <a:lnTo>
                  <a:pt x="52630" y="13461"/>
                </a:lnTo>
                <a:lnTo>
                  <a:pt x="52489" y="13360"/>
                </a:lnTo>
                <a:lnTo>
                  <a:pt x="52348" y="13279"/>
                </a:lnTo>
                <a:lnTo>
                  <a:pt x="52166" y="13239"/>
                </a:lnTo>
                <a:lnTo>
                  <a:pt x="51984" y="13218"/>
                </a:lnTo>
                <a:lnTo>
                  <a:pt x="51823" y="13218"/>
                </a:lnTo>
                <a:lnTo>
                  <a:pt x="51641" y="13259"/>
                </a:lnTo>
                <a:lnTo>
                  <a:pt x="51480" y="13299"/>
                </a:lnTo>
                <a:lnTo>
                  <a:pt x="51238" y="13400"/>
                </a:lnTo>
                <a:lnTo>
                  <a:pt x="50996" y="13541"/>
                </a:lnTo>
                <a:lnTo>
                  <a:pt x="50774" y="13703"/>
                </a:lnTo>
                <a:lnTo>
                  <a:pt x="50572" y="13864"/>
                </a:lnTo>
                <a:lnTo>
                  <a:pt x="50330" y="14026"/>
                </a:lnTo>
                <a:lnTo>
                  <a:pt x="49987" y="14268"/>
                </a:lnTo>
                <a:lnTo>
                  <a:pt x="49623" y="14490"/>
                </a:lnTo>
                <a:lnTo>
                  <a:pt x="49240" y="14691"/>
                </a:lnTo>
                <a:lnTo>
                  <a:pt x="48836" y="14853"/>
                </a:lnTo>
                <a:lnTo>
                  <a:pt x="48433" y="15014"/>
                </a:lnTo>
                <a:lnTo>
                  <a:pt x="47989" y="15135"/>
                </a:lnTo>
                <a:lnTo>
                  <a:pt x="47545" y="15236"/>
                </a:lnTo>
                <a:lnTo>
                  <a:pt x="47061" y="15337"/>
                </a:lnTo>
                <a:lnTo>
                  <a:pt x="46576" y="15398"/>
                </a:lnTo>
                <a:lnTo>
                  <a:pt x="46072" y="15438"/>
                </a:lnTo>
                <a:lnTo>
                  <a:pt x="45547" y="15458"/>
                </a:lnTo>
                <a:lnTo>
                  <a:pt x="45002" y="15458"/>
                </a:lnTo>
                <a:lnTo>
                  <a:pt x="44437" y="15438"/>
                </a:lnTo>
                <a:lnTo>
                  <a:pt x="43872" y="15398"/>
                </a:lnTo>
                <a:lnTo>
                  <a:pt x="43267" y="15337"/>
                </a:lnTo>
                <a:lnTo>
                  <a:pt x="42641" y="15236"/>
                </a:lnTo>
                <a:lnTo>
                  <a:pt x="41935" y="15135"/>
                </a:lnTo>
                <a:lnTo>
                  <a:pt x="41249" y="14994"/>
                </a:lnTo>
                <a:lnTo>
                  <a:pt x="40563" y="14853"/>
                </a:lnTo>
                <a:lnTo>
                  <a:pt x="39876" y="14691"/>
                </a:lnTo>
                <a:lnTo>
                  <a:pt x="39190" y="14510"/>
                </a:lnTo>
                <a:lnTo>
                  <a:pt x="38504" y="14308"/>
                </a:lnTo>
                <a:lnTo>
                  <a:pt x="37838" y="14106"/>
                </a:lnTo>
                <a:lnTo>
                  <a:pt x="37172" y="13884"/>
                </a:lnTo>
                <a:lnTo>
                  <a:pt x="36506" y="13662"/>
                </a:lnTo>
                <a:lnTo>
                  <a:pt x="35840" y="13420"/>
                </a:lnTo>
                <a:lnTo>
                  <a:pt x="34529" y="12895"/>
                </a:lnTo>
                <a:lnTo>
                  <a:pt x="33237" y="12330"/>
                </a:lnTo>
                <a:lnTo>
                  <a:pt x="31966" y="11725"/>
                </a:lnTo>
                <a:lnTo>
                  <a:pt x="30695" y="11079"/>
                </a:lnTo>
                <a:lnTo>
                  <a:pt x="29423" y="10434"/>
                </a:lnTo>
                <a:lnTo>
                  <a:pt x="28172" y="9747"/>
                </a:lnTo>
                <a:lnTo>
                  <a:pt x="26941" y="9041"/>
                </a:lnTo>
                <a:lnTo>
                  <a:pt x="25710" y="8315"/>
                </a:lnTo>
                <a:lnTo>
                  <a:pt x="24479" y="7588"/>
                </a:lnTo>
                <a:lnTo>
                  <a:pt x="22057" y="6115"/>
                </a:lnTo>
                <a:lnTo>
                  <a:pt x="19394" y="4501"/>
                </a:lnTo>
                <a:lnTo>
                  <a:pt x="18062" y="3693"/>
                </a:lnTo>
                <a:lnTo>
                  <a:pt x="16710" y="2906"/>
                </a:lnTo>
                <a:lnTo>
                  <a:pt x="15983" y="2503"/>
                </a:lnTo>
                <a:lnTo>
                  <a:pt x="15216" y="2079"/>
                </a:lnTo>
                <a:lnTo>
                  <a:pt x="14429" y="1675"/>
                </a:lnTo>
                <a:lnTo>
                  <a:pt x="13602" y="1292"/>
                </a:lnTo>
                <a:lnTo>
                  <a:pt x="12775" y="949"/>
                </a:lnTo>
                <a:lnTo>
                  <a:pt x="12331" y="787"/>
                </a:lnTo>
                <a:lnTo>
                  <a:pt x="11907" y="626"/>
                </a:lnTo>
                <a:lnTo>
                  <a:pt x="11463" y="485"/>
                </a:lnTo>
                <a:lnTo>
                  <a:pt x="11019" y="364"/>
                </a:lnTo>
                <a:lnTo>
                  <a:pt x="10575" y="263"/>
                </a:lnTo>
                <a:lnTo>
                  <a:pt x="10131" y="162"/>
                </a:lnTo>
                <a:lnTo>
                  <a:pt x="9627" y="81"/>
                </a:lnTo>
                <a:lnTo>
                  <a:pt x="9142" y="41"/>
                </a:lnTo>
                <a:lnTo>
                  <a:pt x="8658" y="0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99" name="Google Shape;2399;p30"/>
          <p:cNvSpPr/>
          <p:nvPr/>
        </p:nvSpPr>
        <p:spPr>
          <a:xfrm flipH="1">
            <a:off x="4060897" y="-983699"/>
            <a:ext cx="1826666" cy="1093271"/>
          </a:xfrm>
          <a:custGeom>
            <a:rect b="b" l="l" r="r" t="t"/>
            <a:pathLst>
              <a:path extrusionOk="0" h="19555" w="32673">
                <a:moveTo>
                  <a:pt x="4340" y="81"/>
                </a:moveTo>
                <a:lnTo>
                  <a:pt x="4622" y="101"/>
                </a:lnTo>
                <a:lnTo>
                  <a:pt x="4885" y="121"/>
                </a:lnTo>
                <a:lnTo>
                  <a:pt x="5167" y="161"/>
                </a:lnTo>
                <a:lnTo>
                  <a:pt x="5450" y="222"/>
                </a:lnTo>
                <a:lnTo>
                  <a:pt x="5712" y="283"/>
                </a:lnTo>
                <a:lnTo>
                  <a:pt x="6216" y="444"/>
                </a:lnTo>
                <a:lnTo>
                  <a:pt x="6640" y="626"/>
                </a:lnTo>
                <a:lnTo>
                  <a:pt x="7003" y="787"/>
                </a:lnTo>
                <a:lnTo>
                  <a:pt x="7266" y="928"/>
                </a:lnTo>
                <a:lnTo>
                  <a:pt x="7629" y="1130"/>
                </a:lnTo>
                <a:lnTo>
                  <a:pt x="7972" y="1352"/>
                </a:lnTo>
                <a:lnTo>
                  <a:pt x="8315" y="1594"/>
                </a:lnTo>
                <a:lnTo>
                  <a:pt x="8658" y="1836"/>
                </a:lnTo>
                <a:lnTo>
                  <a:pt x="9324" y="2341"/>
                </a:lnTo>
                <a:lnTo>
                  <a:pt x="9950" y="2866"/>
                </a:lnTo>
                <a:lnTo>
                  <a:pt x="10918" y="3632"/>
                </a:lnTo>
                <a:lnTo>
                  <a:pt x="11746" y="4258"/>
                </a:lnTo>
                <a:lnTo>
                  <a:pt x="12613" y="4843"/>
                </a:lnTo>
                <a:lnTo>
                  <a:pt x="13481" y="5388"/>
                </a:lnTo>
                <a:lnTo>
                  <a:pt x="14369" y="5913"/>
                </a:lnTo>
                <a:lnTo>
                  <a:pt x="15297" y="6397"/>
                </a:lnTo>
                <a:lnTo>
                  <a:pt x="16226" y="6861"/>
                </a:lnTo>
                <a:lnTo>
                  <a:pt x="17174" y="7285"/>
                </a:lnTo>
                <a:lnTo>
                  <a:pt x="18143" y="7709"/>
                </a:lnTo>
                <a:lnTo>
                  <a:pt x="19132" y="8092"/>
                </a:lnTo>
                <a:lnTo>
                  <a:pt x="20120" y="8476"/>
                </a:lnTo>
                <a:lnTo>
                  <a:pt x="21129" y="8839"/>
                </a:lnTo>
                <a:lnTo>
                  <a:pt x="22138" y="9182"/>
                </a:lnTo>
                <a:lnTo>
                  <a:pt x="23168" y="9505"/>
                </a:lnTo>
                <a:lnTo>
                  <a:pt x="24217" y="9848"/>
                </a:lnTo>
                <a:lnTo>
                  <a:pt x="26316" y="10473"/>
                </a:lnTo>
                <a:lnTo>
                  <a:pt x="26376" y="10494"/>
                </a:lnTo>
                <a:lnTo>
                  <a:pt x="27627" y="10877"/>
                </a:lnTo>
                <a:lnTo>
                  <a:pt x="28253" y="11079"/>
                </a:lnTo>
                <a:lnTo>
                  <a:pt x="28879" y="11301"/>
                </a:lnTo>
                <a:lnTo>
                  <a:pt x="29484" y="11523"/>
                </a:lnTo>
                <a:lnTo>
                  <a:pt x="30089" y="11805"/>
                </a:lnTo>
                <a:lnTo>
                  <a:pt x="30675" y="12088"/>
                </a:lnTo>
                <a:lnTo>
                  <a:pt x="31240" y="12411"/>
                </a:lnTo>
                <a:lnTo>
                  <a:pt x="31583" y="12633"/>
                </a:lnTo>
                <a:lnTo>
                  <a:pt x="31744" y="12754"/>
                </a:lnTo>
                <a:lnTo>
                  <a:pt x="31906" y="12895"/>
                </a:lnTo>
                <a:lnTo>
                  <a:pt x="32067" y="13036"/>
                </a:lnTo>
                <a:lnTo>
                  <a:pt x="32208" y="13198"/>
                </a:lnTo>
                <a:lnTo>
                  <a:pt x="32329" y="13379"/>
                </a:lnTo>
                <a:lnTo>
                  <a:pt x="32450" y="13581"/>
                </a:lnTo>
                <a:lnTo>
                  <a:pt x="32511" y="13763"/>
                </a:lnTo>
                <a:lnTo>
                  <a:pt x="32572" y="13965"/>
                </a:lnTo>
                <a:lnTo>
                  <a:pt x="32592" y="14166"/>
                </a:lnTo>
                <a:lnTo>
                  <a:pt x="32592" y="14368"/>
                </a:lnTo>
                <a:lnTo>
                  <a:pt x="32551" y="14570"/>
                </a:lnTo>
                <a:lnTo>
                  <a:pt x="32471" y="14772"/>
                </a:lnTo>
                <a:lnTo>
                  <a:pt x="32370" y="14953"/>
                </a:lnTo>
                <a:lnTo>
                  <a:pt x="32289" y="15034"/>
                </a:lnTo>
                <a:lnTo>
                  <a:pt x="32208" y="15095"/>
                </a:lnTo>
                <a:lnTo>
                  <a:pt x="32067" y="15196"/>
                </a:lnTo>
                <a:lnTo>
                  <a:pt x="31926" y="15256"/>
                </a:lnTo>
                <a:lnTo>
                  <a:pt x="31764" y="15317"/>
                </a:lnTo>
                <a:lnTo>
                  <a:pt x="31603" y="15337"/>
                </a:lnTo>
                <a:lnTo>
                  <a:pt x="31421" y="15357"/>
                </a:lnTo>
                <a:lnTo>
                  <a:pt x="31240" y="15377"/>
                </a:lnTo>
                <a:lnTo>
                  <a:pt x="30876" y="15357"/>
                </a:lnTo>
                <a:lnTo>
                  <a:pt x="29625" y="15276"/>
                </a:lnTo>
                <a:lnTo>
                  <a:pt x="28354" y="15196"/>
                </a:lnTo>
                <a:lnTo>
                  <a:pt x="25872" y="14974"/>
                </a:lnTo>
                <a:lnTo>
                  <a:pt x="24116" y="14832"/>
                </a:lnTo>
                <a:lnTo>
                  <a:pt x="22360" y="14691"/>
                </a:lnTo>
                <a:lnTo>
                  <a:pt x="20585" y="14590"/>
                </a:lnTo>
                <a:lnTo>
                  <a:pt x="19697" y="14550"/>
                </a:lnTo>
                <a:lnTo>
                  <a:pt x="18809" y="14530"/>
                </a:lnTo>
                <a:lnTo>
                  <a:pt x="17073" y="14530"/>
                </a:lnTo>
                <a:lnTo>
                  <a:pt x="16226" y="14570"/>
                </a:lnTo>
                <a:lnTo>
                  <a:pt x="15398" y="14631"/>
                </a:lnTo>
                <a:lnTo>
                  <a:pt x="14591" y="14691"/>
                </a:lnTo>
                <a:lnTo>
                  <a:pt x="13824" y="14792"/>
                </a:lnTo>
                <a:lnTo>
                  <a:pt x="13057" y="14893"/>
                </a:lnTo>
                <a:lnTo>
                  <a:pt x="12311" y="15034"/>
                </a:lnTo>
                <a:lnTo>
                  <a:pt x="11584" y="15175"/>
                </a:lnTo>
                <a:lnTo>
                  <a:pt x="10878" y="15337"/>
                </a:lnTo>
                <a:lnTo>
                  <a:pt x="10192" y="15539"/>
                </a:lnTo>
                <a:lnTo>
                  <a:pt x="9526" y="15740"/>
                </a:lnTo>
                <a:lnTo>
                  <a:pt x="8880" y="15962"/>
                </a:lnTo>
                <a:lnTo>
                  <a:pt x="8255" y="16205"/>
                </a:lnTo>
                <a:lnTo>
                  <a:pt x="7629" y="16487"/>
                </a:lnTo>
                <a:lnTo>
                  <a:pt x="7024" y="16770"/>
                </a:lnTo>
                <a:lnTo>
                  <a:pt x="6539" y="17012"/>
                </a:lnTo>
                <a:lnTo>
                  <a:pt x="6055" y="17294"/>
                </a:lnTo>
                <a:lnTo>
                  <a:pt x="5086" y="17839"/>
                </a:lnTo>
                <a:lnTo>
                  <a:pt x="4441" y="18202"/>
                </a:lnTo>
                <a:lnTo>
                  <a:pt x="3775" y="18586"/>
                </a:lnTo>
                <a:lnTo>
                  <a:pt x="3089" y="18929"/>
                </a:lnTo>
                <a:lnTo>
                  <a:pt x="2382" y="19252"/>
                </a:lnTo>
                <a:lnTo>
                  <a:pt x="2160" y="19353"/>
                </a:lnTo>
                <a:lnTo>
                  <a:pt x="1918" y="19413"/>
                </a:lnTo>
                <a:lnTo>
                  <a:pt x="1676" y="19454"/>
                </a:lnTo>
                <a:lnTo>
                  <a:pt x="1434" y="19454"/>
                </a:lnTo>
                <a:lnTo>
                  <a:pt x="1333" y="19413"/>
                </a:lnTo>
                <a:lnTo>
                  <a:pt x="1212" y="19373"/>
                </a:lnTo>
                <a:lnTo>
                  <a:pt x="1030" y="19272"/>
                </a:lnTo>
                <a:lnTo>
                  <a:pt x="869" y="19111"/>
                </a:lnTo>
                <a:lnTo>
                  <a:pt x="748" y="18949"/>
                </a:lnTo>
                <a:lnTo>
                  <a:pt x="627" y="18788"/>
                </a:lnTo>
                <a:lnTo>
                  <a:pt x="546" y="18606"/>
                </a:lnTo>
                <a:lnTo>
                  <a:pt x="425" y="18324"/>
                </a:lnTo>
                <a:lnTo>
                  <a:pt x="324" y="18001"/>
                </a:lnTo>
                <a:lnTo>
                  <a:pt x="263" y="17678"/>
                </a:lnTo>
                <a:lnTo>
                  <a:pt x="203" y="17335"/>
                </a:lnTo>
                <a:lnTo>
                  <a:pt x="162" y="16992"/>
                </a:lnTo>
                <a:lnTo>
                  <a:pt x="122" y="16326"/>
                </a:lnTo>
                <a:lnTo>
                  <a:pt x="102" y="15660"/>
                </a:lnTo>
                <a:lnTo>
                  <a:pt x="102" y="14368"/>
                </a:lnTo>
                <a:lnTo>
                  <a:pt x="82" y="13137"/>
                </a:lnTo>
                <a:lnTo>
                  <a:pt x="102" y="11947"/>
                </a:lnTo>
                <a:lnTo>
                  <a:pt x="122" y="10756"/>
                </a:lnTo>
                <a:lnTo>
                  <a:pt x="203" y="9485"/>
                </a:lnTo>
                <a:lnTo>
                  <a:pt x="324" y="8274"/>
                </a:lnTo>
                <a:lnTo>
                  <a:pt x="405" y="7689"/>
                </a:lnTo>
                <a:lnTo>
                  <a:pt x="485" y="7124"/>
                </a:lnTo>
                <a:lnTo>
                  <a:pt x="586" y="6579"/>
                </a:lnTo>
                <a:lnTo>
                  <a:pt x="687" y="6054"/>
                </a:lnTo>
                <a:lnTo>
                  <a:pt x="808" y="5529"/>
                </a:lnTo>
                <a:lnTo>
                  <a:pt x="929" y="5025"/>
                </a:lnTo>
                <a:lnTo>
                  <a:pt x="1071" y="4541"/>
                </a:lnTo>
                <a:lnTo>
                  <a:pt x="1232" y="4056"/>
                </a:lnTo>
                <a:lnTo>
                  <a:pt x="1393" y="3592"/>
                </a:lnTo>
                <a:lnTo>
                  <a:pt x="1555" y="3128"/>
                </a:lnTo>
                <a:lnTo>
                  <a:pt x="1736" y="2684"/>
                </a:lnTo>
                <a:lnTo>
                  <a:pt x="1938" y="2260"/>
                </a:lnTo>
                <a:lnTo>
                  <a:pt x="2039" y="2038"/>
                </a:lnTo>
                <a:lnTo>
                  <a:pt x="2301" y="1493"/>
                </a:lnTo>
                <a:lnTo>
                  <a:pt x="2463" y="1231"/>
                </a:lnTo>
                <a:lnTo>
                  <a:pt x="2624" y="969"/>
                </a:lnTo>
                <a:lnTo>
                  <a:pt x="2806" y="727"/>
                </a:lnTo>
                <a:lnTo>
                  <a:pt x="3008" y="525"/>
                </a:lnTo>
                <a:lnTo>
                  <a:pt x="3129" y="444"/>
                </a:lnTo>
                <a:lnTo>
                  <a:pt x="3250" y="363"/>
                </a:lnTo>
                <a:lnTo>
                  <a:pt x="3391" y="283"/>
                </a:lnTo>
                <a:lnTo>
                  <a:pt x="3532" y="222"/>
                </a:lnTo>
                <a:lnTo>
                  <a:pt x="3795" y="161"/>
                </a:lnTo>
                <a:lnTo>
                  <a:pt x="4057" y="101"/>
                </a:lnTo>
                <a:lnTo>
                  <a:pt x="4340" y="81"/>
                </a:lnTo>
                <a:close/>
                <a:moveTo>
                  <a:pt x="4360" y="0"/>
                </a:moveTo>
                <a:lnTo>
                  <a:pt x="3997" y="40"/>
                </a:lnTo>
                <a:lnTo>
                  <a:pt x="3714" y="81"/>
                </a:lnTo>
                <a:lnTo>
                  <a:pt x="3492" y="161"/>
                </a:lnTo>
                <a:lnTo>
                  <a:pt x="3351" y="222"/>
                </a:lnTo>
                <a:lnTo>
                  <a:pt x="3210" y="283"/>
                </a:lnTo>
                <a:lnTo>
                  <a:pt x="3089" y="363"/>
                </a:lnTo>
                <a:lnTo>
                  <a:pt x="2967" y="464"/>
                </a:lnTo>
                <a:lnTo>
                  <a:pt x="2745" y="666"/>
                </a:lnTo>
                <a:lnTo>
                  <a:pt x="2564" y="908"/>
                </a:lnTo>
                <a:lnTo>
                  <a:pt x="2382" y="1170"/>
                </a:lnTo>
                <a:lnTo>
                  <a:pt x="2241" y="1453"/>
                </a:lnTo>
                <a:lnTo>
                  <a:pt x="1958" y="2018"/>
                </a:lnTo>
                <a:lnTo>
                  <a:pt x="1878" y="2220"/>
                </a:lnTo>
                <a:lnTo>
                  <a:pt x="1676" y="2664"/>
                </a:lnTo>
                <a:lnTo>
                  <a:pt x="1494" y="3108"/>
                </a:lnTo>
                <a:lnTo>
                  <a:pt x="1313" y="3552"/>
                </a:lnTo>
                <a:lnTo>
                  <a:pt x="1151" y="4036"/>
                </a:lnTo>
                <a:lnTo>
                  <a:pt x="990" y="4500"/>
                </a:lnTo>
                <a:lnTo>
                  <a:pt x="849" y="5005"/>
                </a:lnTo>
                <a:lnTo>
                  <a:pt x="727" y="5509"/>
                </a:lnTo>
                <a:lnTo>
                  <a:pt x="606" y="6034"/>
                </a:lnTo>
                <a:lnTo>
                  <a:pt x="505" y="6559"/>
                </a:lnTo>
                <a:lnTo>
                  <a:pt x="405" y="7103"/>
                </a:lnTo>
                <a:lnTo>
                  <a:pt x="324" y="7668"/>
                </a:lnTo>
                <a:lnTo>
                  <a:pt x="243" y="8254"/>
                </a:lnTo>
                <a:lnTo>
                  <a:pt x="122" y="9464"/>
                </a:lnTo>
                <a:lnTo>
                  <a:pt x="41" y="10756"/>
                </a:lnTo>
                <a:lnTo>
                  <a:pt x="21" y="11947"/>
                </a:lnTo>
                <a:lnTo>
                  <a:pt x="1" y="13137"/>
                </a:lnTo>
                <a:lnTo>
                  <a:pt x="21" y="14368"/>
                </a:lnTo>
                <a:lnTo>
                  <a:pt x="21" y="15660"/>
                </a:lnTo>
                <a:lnTo>
                  <a:pt x="41" y="16326"/>
                </a:lnTo>
                <a:lnTo>
                  <a:pt x="82" y="17012"/>
                </a:lnTo>
                <a:lnTo>
                  <a:pt x="122" y="17355"/>
                </a:lnTo>
                <a:lnTo>
                  <a:pt x="183" y="17678"/>
                </a:lnTo>
                <a:lnTo>
                  <a:pt x="263" y="18021"/>
                </a:lnTo>
                <a:lnTo>
                  <a:pt x="344" y="18344"/>
                </a:lnTo>
                <a:lnTo>
                  <a:pt x="405" y="18505"/>
                </a:lnTo>
                <a:lnTo>
                  <a:pt x="485" y="18687"/>
                </a:lnTo>
                <a:lnTo>
                  <a:pt x="586" y="18868"/>
                </a:lnTo>
                <a:lnTo>
                  <a:pt x="707" y="19030"/>
                </a:lnTo>
                <a:lnTo>
                  <a:pt x="849" y="19211"/>
                </a:lnTo>
                <a:lnTo>
                  <a:pt x="1010" y="19353"/>
                </a:lnTo>
                <a:lnTo>
                  <a:pt x="1192" y="19454"/>
                </a:lnTo>
                <a:lnTo>
                  <a:pt x="1313" y="19494"/>
                </a:lnTo>
                <a:lnTo>
                  <a:pt x="1414" y="19534"/>
                </a:lnTo>
                <a:lnTo>
                  <a:pt x="1615" y="19555"/>
                </a:lnTo>
                <a:lnTo>
                  <a:pt x="1817" y="19534"/>
                </a:lnTo>
                <a:lnTo>
                  <a:pt x="2039" y="19474"/>
                </a:lnTo>
                <a:lnTo>
                  <a:pt x="2241" y="19413"/>
                </a:lnTo>
                <a:lnTo>
                  <a:pt x="2423" y="19333"/>
                </a:lnTo>
                <a:lnTo>
                  <a:pt x="3129" y="19010"/>
                </a:lnTo>
                <a:lnTo>
                  <a:pt x="3795" y="18646"/>
                </a:lnTo>
                <a:lnTo>
                  <a:pt x="4481" y="18283"/>
                </a:lnTo>
                <a:lnTo>
                  <a:pt x="5127" y="17900"/>
                </a:lnTo>
                <a:lnTo>
                  <a:pt x="6095" y="17355"/>
                </a:lnTo>
                <a:lnTo>
                  <a:pt x="6580" y="17093"/>
                </a:lnTo>
                <a:lnTo>
                  <a:pt x="7064" y="16830"/>
                </a:lnTo>
                <a:lnTo>
                  <a:pt x="7669" y="16548"/>
                </a:lnTo>
                <a:lnTo>
                  <a:pt x="8275" y="16285"/>
                </a:lnTo>
                <a:lnTo>
                  <a:pt x="8900" y="16043"/>
                </a:lnTo>
                <a:lnTo>
                  <a:pt x="9566" y="15821"/>
                </a:lnTo>
                <a:lnTo>
                  <a:pt x="10232" y="15619"/>
                </a:lnTo>
                <a:lnTo>
                  <a:pt x="10898" y="15418"/>
                </a:lnTo>
                <a:lnTo>
                  <a:pt x="11604" y="15256"/>
                </a:lnTo>
                <a:lnTo>
                  <a:pt x="12331" y="15115"/>
                </a:lnTo>
                <a:lnTo>
                  <a:pt x="13078" y="14974"/>
                </a:lnTo>
                <a:lnTo>
                  <a:pt x="13824" y="14873"/>
                </a:lnTo>
                <a:lnTo>
                  <a:pt x="14611" y="14772"/>
                </a:lnTo>
                <a:lnTo>
                  <a:pt x="15419" y="14711"/>
                </a:lnTo>
                <a:lnTo>
                  <a:pt x="16226" y="14651"/>
                </a:lnTo>
                <a:lnTo>
                  <a:pt x="17073" y="14610"/>
                </a:lnTo>
                <a:lnTo>
                  <a:pt x="18809" y="14610"/>
                </a:lnTo>
                <a:lnTo>
                  <a:pt x="19697" y="14631"/>
                </a:lnTo>
                <a:lnTo>
                  <a:pt x="20585" y="14671"/>
                </a:lnTo>
                <a:lnTo>
                  <a:pt x="22360" y="14772"/>
                </a:lnTo>
                <a:lnTo>
                  <a:pt x="24116" y="14913"/>
                </a:lnTo>
                <a:lnTo>
                  <a:pt x="25852" y="15054"/>
                </a:lnTo>
                <a:lnTo>
                  <a:pt x="28354" y="15276"/>
                </a:lnTo>
                <a:lnTo>
                  <a:pt x="29605" y="15357"/>
                </a:lnTo>
                <a:lnTo>
                  <a:pt x="30876" y="15438"/>
                </a:lnTo>
                <a:lnTo>
                  <a:pt x="31240" y="15458"/>
                </a:lnTo>
                <a:lnTo>
                  <a:pt x="31441" y="15438"/>
                </a:lnTo>
                <a:lnTo>
                  <a:pt x="31623" y="15418"/>
                </a:lnTo>
                <a:lnTo>
                  <a:pt x="31785" y="15397"/>
                </a:lnTo>
                <a:lnTo>
                  <a:pt x="31966" y="15337"/>
                </a:lnTo>
                <a:lnTo>
                  <a:pt x="32128" y="15256"/>
                </a:lnTo>
                <a:lnTo>
                  <a:pt x="32269" y="15155"/>
                </a:lnTo>
                <a:lnTo>
                  <a:pt x="32350" y="15075"/>
                </a:lnTo>
                <a:lnTo>
                  <a:pt x="32430" y="14994"/>
                </a:lnTo>
                <a:lnTo>
                  <a:pt x="32551" y="14812"/>
                </a:lnTo>
                <a:lnTo>
                  <a:pt x="32612" y="14610"/>
                </a:lnTo>
                <a:lnTo>
                  <a:pt x="32672" y="14388"/>
                </a:lnTo>
                <a:lnTo>
                  <a:pt x="32672" y="14166"/>
                </a:lnTo>
                <a:lnTo>
                  <a:pt x="32652" y="13944"/>
                </a:lnTo>
                <a:lnTo>
                  <a:pt x="32592" y="13743"/>
                </a:lnTo>
                <a:lnTo>
                  <a:pt x="32511" y="13541"/>
                </a:lnTo>
                <a:lnTo>
                  <a:pt x="32410" y="13339"/>
                </a:lnTo>
                <a:lnTo>
                  <a:pt x="32269" y="13157"/>
                </a:lnTo>
                <a:lnTo>
                  <a:pt x="32128" y="12996"/>
                </a:lnTo>
                <a:lnTo>
                  <a:pt x="31966" y="12835"/>
                </a:lnTo>
                <a:lnTo>
                  <a:pt x="31805" y="12693"/>
                </a:lnTo>
                <a:lnTo>
                  <a:pt x="31623" y="12572"/>
                </a:lnTo>
                <a:lnTo>
                  <a:pt x="31280" y="12350"/>
                </a:lnTo>
                <a:lnTo>
                  <a:pt x="30715" y="12027"/>
                </a:lnTo>
                <a:lnTo>
                  <a:pt x="30130" y="11725"/>
                </a:lnTo>
                <a:lnTo>
                  <a:pt x="29524" y="11462"/>
                </a:lnTo>
                <a:lnTo>
                  <a:pt x="28919" y="11220"/>
                </a:lnTo>
                <a:lnTo>
                  <a:pt x="28293" y="10998"/>
                </a:lnTo>
                <a:lnTo>
                  <a:pt x="27648" y="10796"/>
                </a:lnTo>
                <a:lnTo>
                  <a:pt x="26396" y="10413"/>
                </a:lnTo>
                <a:lnTo>
                  <a:pt x="26336" y="10393"/>
                </a:lnTo>
                <a:lnTo>
                  <a:pt x="24237" y="9767"/>
                </a:lnTo>
                <a:lnTo>
                  <a:pt x="23208" y="9444"/>
                </a:lnTo>
                <a:lnTo>
                  <a:pt x="22179" y="9101"/>
                </a:lnTo>
                <a:lnTo>
                  <a:pt x="21170" y="8758"/>
                </a:lnTo>
                <a:lnTo>
                  <a:pt x="20161" y="8395"/>
                </a:lnTo>
                <a:lnTo>
                  <a:pt x="19152" y="8032"/>
                </a:lnTo>
                <a:lnTo>
                  <a:pt x="18183" y="7628"/>
                </a:lnTo>
                <a:lnTo>
                  <a:pt x="17215" y="7224"/>
                </a:lnTo>
                <a:lnTo>
                  <a:pt x="16266" y="6781"/>
                </a:lnTo>
                <a:lnTo>
                  <a:pt x="15338" y="6316"/>
                </a:lnTo>
                <a:lnTo>
                  <a:pt x="14410" y="5832"/>
                </a:lnTo>
                <a:lnTo>
                  <a:pt x="13522" y="5328"/>
                </a:lnTo>
                <a:lnTo>
                  <a:pt x="12654" y="4783"/>
                </a:lnTo>
                <a:lnTo>
                  <a:pt x="11806" y="4197"/>
                </a:lnTo>
                <a:lnTo>
                  <a:pt x="10979" y="3572"/>
                </a:lnTo>
                <a:lnTo>
                  <a:pt x="10010" y="2805"/>
                </a:lnTo>
                <a:lnTo>
                  <a:pt x="9365" y="2280"/>
                </a:lnTo>
                <a:lnTo>
                  <a:pt x="8699" y="1776"/>
                </a:lnTo>
                <a:lnTo>
                  <a:pt x="8356" y="1514"/>
                </a:lnTo>
                <a:lnTo>
                  <a:pt x="8012" y="1292"/>
                </a:lnTo>
                <a:lnTo>
                  <a:pt x="7669" y="1070"/>
                </a:lnTo>
                <a:lnTo>
                  <a:pt x="7306" y="848"/>
                </a:lnTo>
                <a:lnTo>
                  <a:pt x="6923" y="666"/>
                </a:lnTo>
                <a:lnTo>
                  <a:pt x="6559" y="505"/>
                </a:lnTo>
                <a:lnTo>
                  <a:pt x="6216" y="363"/>
                </a:lnTo>
                <a:lnTo>
                  <a:pt x="5894" y="242"/>
                </a:lnTo>
                <a:lnTo>
                  <a:pt x="5591" y="161"/>
                </a:lnTo>
                <a:lnTo>
                  <a:pt x="5308" y="101"/>
                </a:lnTo>
                <a:lnTo>
                  <a:pt x="5046" y="61"/>
                </a:lnTo>
                <a:lnTo>
                  <a:pt x="4804" y="20"/>
                </a:lnTo>
                <a:lnTo>
                  <a:pt x="4562" y="0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2400" name="Google Shape;2400;p30"/>
          <p:cNvGrpSpPr/>
          <p:nvPr/>
        </p:nvGrpSpPr>
        <p:grpSpPr>
          <a:xfrm>
            <a:off x="157605" y="1997778"/>
            <a:ext cx="398956" cy="1147945"/>
            <a:chOff x="8625330" y="1912541"/>
            <a:chExt cx="398956" cy="1147945"/>
          </a:xfrm>
        </p:grpSpPr>
        <p:sp>
          <p:nvSpPr>
            <p:cNvPr id="2401" name="Google Shape;2401;p30"/>
            <p:cNvSpPr/>
            <p:nvPr/>
          </p:nvSpPr>
          <p:spPr>
            <a:xfrm>
              <a:off x="8960167" y="2999443"/>
              <a:ext cx="63359" cy="58003"/>
            </a:xfrm>
            <a:custGeom>
              <a:rect b="b" l="l" r="r" t="t"/>
              <a:pathLst>
                <a:path extrusionOk="0" h="1527" w="1668">
                  <a:moveTo>
                    <a:pt x="743" y="0"/>
                  </a:moveTo>
                  <a:lnTo>
                    <a:pt x="0" y="723"/>
                  </a:lnTo>
                  <a:lnTo>
                    <a:pt x="784" y="1526"/>
                  </a:lnTo>
                  <a:lnTo>
                    <a:pt x="824" y="1386"/>
                  </a:lnTo>
                  <a:lnTo>
                    <a:pt x="884" y="1245"/>
                  </a:lnTo>
                  <a:lnTo>
                    <a:pt x="964" y="1125"/>
                  </a:lnTo>
                  <a:lnTo>
                    <a:pt x="1065" y="1044"/>
                  </a:lnTo>
                  <a:lnTo>
                    <a:pt x="1185" y="964"/>
                  </a:lnTo>
                  <a:lnTo>
                    <a:pt x="1326" y="884"/>
                  </a:lnTo>
                  <a:lnTo>
                    <a:pt x="1667" y="743"/>
                  </a:lnTo>
                  <a:lnTo>
                    <a:pt x="1266" y="583"/>
                  </a:lnTo>
                  <a:lnTo>
                    <a:pt x="1125" y="502"/>
                  </a:lnTo>
                  <a:lnTo>
                    <a:pt x="1025" y="442"/>
                  </a:lnTo>
                  <a:lnTo>
                    <a:pt x="944" y="342"/>
                  </a:lnTo>
                  <a:lnTo>
                    <a:pt x="864" y="221"/>
                  </a:lnTo>
                  <a:lnTo>
                    <a:pt x="74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02" name="Google Shape;2402;p30"/>
            <p:cNvSpPr/>
            <p:nvPr/>
          </p:nvSpPr>
          <p:spPr>
            <a:xfrm>
              <a:off x="8958648" y="2840780"/>
              <a:ext cx="65638" cy="61840"/>
            </a:xfrm>
            <a:custGeom>
              <a:rect b="b" l="l" r="r" t="t"/>
              <a:pathLst>
                <a:path extrusionOk="0" h="1628" w="1728">
                  <a:moveTo>
                    <a:pt x="763" y="1"/>
                  </a:moveTo>
                  <a:lnTo>
                    <a:pt x="583" y="302"/>
                  </a:lnTo>
                  <a:lnTo>
                    <a:pt x="502" y="422"/>
                  </a:lnTo>
                  <a:lnTo>
                    <a:pt x="422" y="543"/>
                  </a:lnTo>
                  <a:lnTo>
                    <a:pt x="362" y="583"/>
                  </a:lnTo>
                  <a:lnTo>
                    <a:pt x="302" y="603"/>
                  </a:lnTo>
                  <a:lnTo>
                    <a:pt x="161" y="643"/>
                  </a:lnTo>
                  <a:lnTo>
                    <a:pt x="101" y="683"/>
                  </a:lnTo>
                  <a:lnTo>
                    <a:pt x="40" y="724"/>
                  </a:lnTo>
                  <a:lnTo>
                    <a:pt x="20" y="784"/>
                  </a:lnTo>
                  <a:lnTo>
                    <a:pt x="0" y="884"/>
                  </a:lnTo>
                  <a:lnTo>
                    <a:pt x="141" y="924"/>
                  </a:lnTo>
                  <a:lnTo>
                    <a:pt x="261" y="985"/>
                  </a:lnTo>
                  <a:lnTo>
                    <a:pt x="362" y="1065"/>
                  </a:lnTo>
                  <a:lnTo>
                    <a:pt x="462" y="1165"/>
                  </a:lnTo>
                  <a:lnTo>
                    <a:pt x="623" y="1406"/>
                  </a:lnTo>
                  <a:lnTo>
                    <a:pt x="703" y="1527"/>
                  </a:lnTo>
                  <a:lnTo>
                    <a:pt x="824" y="1627"/>
                  </a:lnTo>
                  <a:lnTo>
                    <a:pt x="864" y="1467"/>
                  </a:lnTo>
                  <a:lnTo>
                    <a:pt x="924" y="1326"/>
                  </a:lnTo>
                  <a:lnTo>
                    <a:pt x="984" y="1226"/>
                  </a:lnTo>
                  <a:lnTo>
                    <a:pt x="1085" y="1125"/>
                  </a:lnTo>
                  <a:lnTo>
                    <a:pt x="1205" y="1025"/>
                  </a:lnTo>
                  <a:lnTo>
                    <a:pt x="1366" y="965"/>
                  </a:lnTo>
                  <a:lnTo>
                    <a:pt x="1526" y="904"/>
                  </a:lnTo>
                  <a:lnTo>
                    <a:pt x="1727" y="844"/>
                  </a:lnTo>
                  <a:lnTo>
                    <a:pt x="1306" y="643"/>
                  </a:lnTo>
                  <a:lnTo>
                    <a:pt x="1145" y="583"/>
                  </a:lnTo>
                  <a:lnTo>
                    <a:pt x="1044" y="503"/>
                  </a:lnTo>
                  <a:lnTo>
                    <a:pt x="964" y="402"/>
                  </a:lnTo>
                  <a:lnTo>
                    <a:pt x="904" y="282"/>
                  </a:lnTo>
                  <a:lnTo>
                    <a:pt x="763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03" name="Google Shape;2403;p30"/>
            <p:cNvSpPr/>
            <p:nvPr/>
          </p:nvSpPr>
          <p:spPr>
            <a:xfrm>
              <a:off x="8957888" y="2683674"/>
              <a:ext cx="58003" cy="64119"/>
            </a:xfrm>
            <a:custGeom>
              <a:rect b="b" l="l" r="r" t="t"/>
              <a:pathLst>
                <a:path extrusionOk="0" h="1688" w="1527">
                  <a:moveTo>
                    <a:pt x="783" y="0"/>
                  </a:moveTo>
                  <a:lnTo>
                    <a:pt x="623" y="322"/>
                  </a:lnTo>
                  <a:lnTo>
                    <a:pt x="542" y="442"/>
                  </a:lnTo>
                  <a:lnTo>
                    <a:pt x="462" y="542"/>
                  </a:lnTo>
                  <a:lnTo>
                    <a:pt x="362" y="623"/>
                  </a:lnTo>
                  <a:lnTo>
                    <a:pt x="241" y="703"/>
                  </a:lnTo>
                  <a:lnTo>
                    <a:pt x="0" y="804"/>
                  </a:lnTo>
                  <a:lnTo>
                    <a:pt x="141" y="864"/>
                  </a:lnTo>
                  <a:lnTo>
                    <a:pt x="281" y="944"/>
                  </a:lnTo>
                  <a:lnTo>
                    <a:pt x="382" y="1024"/>
                  </a:lnTo>
                  <a:lnTo>
                    <a:pt x="462" y="1125"/>
                  </a:lnTo>
                  <a:lnTo>
                    <a:pt x="542" y="1245"/>
                  </a:lnTo>
                  <a:lnTo>
                    <a:pt x="623" y="1386"/>
                  </a:lnTo>
                  <a:lnTo>
                    <a:pt x="783" y="1687"/>
                  </a:lnTo>
                  <a:lnTo>
                    <a:pt x="964" y="1346"/>
                  </a:lnTo>
                  <a:lnTo>
                    <a:pt x="1044" y="1205"/>
                  </a:lnTo>
                  <a:lnTo>
                    <a:pt x="1125" y="1085"/>
                  </a:lnTo>
                  <a:lnTo>
                    <a:pt x="1185" y="1044"/>
                  </a:lnTo>
                  <a:lnTo>
                    <a:pt x="1245" y="1024"/>
                  </a:lnTo>
                  <a:lnTo>
                    <a:pt x="1366" y="1004"/>
                  </a:lnTo>
                  <a:lnTo>
                    <a:pt x="1446" y="984"/>
                  </a:lnTo>
                  <a:lnTo>
                    <a:pt x="1486" y="924"/>
                  </a:lnTo>
                  <a:lnTo>
                    <a:pt x="1526" y="864"/>
                  </a:lnTo>
                  <a:lnTo>
                    <a:pt x="1526" y="763"/>
                  </a:lnTo>
                  <a:lnTo>
                    <a:pt x="1406" y="723"/>
                  </a:lnTo>
                  <a:lnTo>
                    <a:pt x="1285" y="683"/>
                  </a:lnTo>
                  <a:lnTo>
                    <a:pt x="1165" y="603"/>
                  </a:lnTo>
                  <a:lnTo>
                    <a:pt x="1085" y="522"/>
                  </a:lnTo>
                  <a:lnTo>
                    <a:pt x="984" y="422"/>
                  </a:lnTo>
                  <a:lnTo>
                    <a:pt x="904" y="302"/>
                  </a:lnTo>
                  <a:lnTo>
                    <a:pt x="844" y="161"/>
                  </a:lnTo>
                  <a:lnTo>
                    <a:pt x="78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04" name="Google Shape;2404;p30"/>
            <p:cNvSpPr/>
            <p:nvPr/>
          </p:nvSpPr>
          <p:spPr>
            <a:xfrm>
              <a:off x="8959408" y="2531126"/>
              <a:ext cx="60282" cy="55724"/>
            </a:xfrm>
            <a:custGeom>
              <a:rect b="b" l="l" r="r" t="t"/>
              <a:pathLst>
                <a:path extrusionOk="0" h="1467" w="1587">
                  <a:moveTo>
                    <a:pt x="723" y="0"/>
                  </a:moveTo>
                  <a:lnTo>
                    <a:pt x="583" y="261"/>
                  </a:lnTo>
                  <a:lnTo>
                    <a:pt x="502" y="382"/>
                  </a:lnTo>
                  <a:lnTo>
                    <a:pt x="422" y="482"/>
                  </a:lnTo>
                  <a:lnTo>
                    <a:pt x="362" y="522"/>
                  </a:lnTo>
                  <a:lnTo>
                    <a:pt x="302" y="563"/>
                  </a:lnTo>
                  <a:lnTo>
                    <a:pt x="161" y="583"/>
                  </a:lnTo>
                  <a:lnTo>
                    <a:pt x="101" y="603"/>
                  </a:lnTo>
                  <a:lnTo>
                    <a:pt x="41" y="623"/>
                  </a:lnTo>
                  <a:lnTo>
                    <a:pt x="0" y="663"/>
                  </a:lnTo>
                  <a:lnTo>
                    <a:pt x="0" y="723"/>
                  </a:lnTo>
                  <a:lnTo>
                    <a:pt x="743" y="1466"/>
                  </a:lnTo>
                  <a:lnTo>
                    <a:pt x="1587" y="623"/>
                  </a:lnTo>
                  <a:lnTo>
                    <a:pt x="1587" y="623"/>
                  </a:lnTo>
                  <a:lnTo>
                    <a:pt x="1386" y="643"/>
                  </a:lnTo>
                  <a:lnTo>
                    <a:pt x="1245" y="623"/>
                  </a:lnTo>
                  <a:lnTo>
                    <a:pt x="1125" y="563"/>
                  </a:lnTo>
                  <a:lnTo>
                    <a:pt x="1024" y="482"/>
                  </a:lnTo>
                  <a:lnTo>
                    <a:pt x="944" y="362"/>
                  </a:lnTo>
                  <a:lnTo>
                    <a:pt x="884" y="261"/>
                  </a:lnTo>
                  <a:lnTo>
                    <a:pt x="72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05" name="Google Shape;2405;p30"/>
            <p:cNvSpPr/>
            <p:nvPr/>
          </p:nvSpPr>
          <p:spPr>
            <a:xfrm>
              <a:off x="8961687" y="1913338"/>
              <a:ext cx="53445" cy="54167"/>
            </a:xfrm>
            <a:custGeom>
              <a:rect b="b" l="l" r="r" t="t"/>
              <a:pathLst>
                <a:path extrusionOk="0" h="1426" w="1407">
                  <a:moveTo>
                    <a:pt x="683" y="0"/>
                  </a:moveTo>
                  <a:lnTo>
                    <a:pt x="1" y="622"/>
                  </a:lnTo>
                  <a:lnTo>
                    <a:pt x="804" y="1426"/>
                  </a:lnTo>
                  <a:lnTo>
                    <a:pt x="804" y="1265"/>
                  </a:lnTo>
                  <a:lnTo>
                    <a:pt x="824" y="1145"/>
                  </a:lnTo>
                  <a:lnTo>
                    <a:pt x="864" y="1024"/>
                  </a:lnTo>
                  <a:lnTo>
                    <a:pt x="904" y="944"/>
                  </a:lnTo>
                  <a:lnTo>
                    <a:pt x="985" y="884"/>
                  </a:lnTo>
                  <a:lnTo>
                    <a:pt x="1065" y="823"/>
                  </a:lnTo>
                  <a:lnTo>
                    <a:pt x="1165" y="783"/>
                  </a:lnTo>
                  <a:lnTo>
                    <a:pt x="1286" y="763"/>
                  </a:lnTo>
                  <a:lnTo>
                    <a:pt x="1326" y="743"/>
                  </a:lnTo>
                  <a:lnTo>
                    <a:pt x="1366" y="703"/>
                  </a:lnTo>
                  <a:lnTo>
                    <a:pt x="1386" y="683"/>
                  </a:lnTo>
                  <a:lnTo>
                    <a:pt x="1406" y="643"/>
                  </a:lnTo>
                  <a:lnTo>
                    <a:pt x="1386" y="602"/>
                  </a:lnTo>
                  <a:lnTo>
                    <a:pt x="1366" y="562"/>
                  </a:lnTo>
                  <a:lnTo>
                    <a:pt x="1306" y="502"/>
                  </a:lnTo>
                  <a:lnTo>
                    <a:pt x="1145" y="442"/>
                  </a:lnTo>
                  <a:lnTo>
                    <a:pt x="985" y="361"/>
                  </a:lnTo>
                  <a:lnTo>
                    <a:pt x="924" y="321"/>
                  </a:lnTo>
                  <a:lnTo>
                    <a:pt x="864" y="261"/>
                  </a:lnTo>
                  <a:lnTo>
                    <a:pt x="824" y="181"/>
                  </a:lnTo>
                  <a:lnTo>
                    <a:pt x="804" y="80"/>
                  </a:lnTo>
                  <a:lnTo>
                    <a:pt x="784" y="40"/>
                  </a:lnTo>
                  <a:lnTo>
                    <a:pt x="744" y="20"/>
                  </a:lnTo>
                  <a:lnTo>
                    <a:pt x="68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06" name="Google Shape;2406;p30"/>
            <p:cNvSpPr/>
            <p:nvPr/>
          </p:nvSpPr>
          <p:spPr>
            <a:xfrm>
              <a:off x="8795426" y="2687473"/>
              <a:ext cx="61802" cy="57243"/>
            </a:xfrm>
            <a:custGeom>
              <a:rect b="b" l="l" r="r" t="t"/>
              <a:pathLst>
                <a:path extrusionOk="0" h="1507" w="1627">
                  <a:moveTo>
                    <a:pt x="743" y="1"/>
                  </a:moveTo>
                  <a:lnTo>
                    <a:pt x="703" y="161"/>
                  </a:lnTo>
                  <a:lnTo>
                    <a:pt x="643" y="282"/>
                  </a:lnTo>
                  <a:lnTo>
                    <a:pt x="542" y="382"/>
                  </a:lnTo>
                  <a:lnTo>
                    <a:pt x="422" y="463"/>
                  </a:lnTo>
                  <a:lnTo>
                    <a:pt x="201" y="563"/>
                  </a:lnTo>
                  <a:lnTo>
                    <a:pt x="81" y="623"/>
                  </a:lnTo>
                  <a:lnTo>
                    <a:pt x="0" y="704"/>
                  </a:lnTo>
                  <a:lnTo>
                    <a:pt x="763" y="1507"/>
                  </a:lnTo>
                  <a:lnTo>
                    <a:pt x="884" y="1266"/>
                  </a:lnTo>
                  <a:lnTo>
                    <a:pt x="964" y="1145"/>
                  </a:lnTo>
                  <a:lnTo>
                    <a:pt x="1044" y="1045"/>
                  </a:lnTo>
                  <a:lnTo>
                    <a:pt x="1145" y="965"/>
                  </a:lnTo>
                  <a:lnTo>
                    <a:pt x="1285" y="904"/>
                  </a:lnTo>
                  <a:lnTo>
                    <a:pt x="1627" y="744"/>
                  </a:lnTo>
                  <a:lnTo>
                    <a:pt x="1265" y="583"/>
                  </a:lnTo>
                  <a:lnTo>
                    <a:pt x="1125" y="523"/>
                  </a:lnTo>
                  <a:lnTo>
                    <a:pt x="1024" y="442"/>
                  </a:lnTo>
                  <a:lnTo>
                    <a:pt x="944" y="342"/>
                  </a:lnTo>
                  <a:lnTo>
                    <a:pt x="864" y="242"/>
                  </a:lnTo>
                  <a:lnTo>
                    <a:pt x="743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07" name="Google Shape;2407;p30"/>
            <p:cNvSpPr/>
            <p:nvPr/>
          </p:nvSpPr>
          <p:spPr>
            <a:xfrm>
              <a:off x="8794667" y="2529607"/>
              <a:ext cx="61802" cy="58763"/>
            </a:xfrm>
            <a:custGeom>
              <a:rect b="b" l="l" r="r" t="t"/>
              <a:pathLst>
                <a:path extrusionOk="0" h="1547" w="1627">
                  <a:moveTo>
                    <a:pt x="723" y="0"/>
                  </a:moveTo>
                  <a:lnTo>
                    <a:pt x="603" y="281"/>
                  </a:lnTo>
                  <a:lnTo>
                    <a:pt x="542" y="382"/>
                  </a:lnTo>
                  <a:lnTo>
                    <a:pt x="482" y="462"/>
                  </a:lnTo>
                  <a:lnTo>
                    <a:pt x="362" y="562"/>
                  </a:lnTo>
                  <a:lnTo>
                    <a:pt x="241" y="623"/>
                  </a:lnTo>
                  <a:lnTo>
                    <a:pt x="0" y="763"/>
                  </a:lnTo>
                  <a:lnTo>
                    <a:pt x="783" y="1546"/>
                  </a:lnTo>
                  <a:lnTo>
                    <a:pt x="904" y="1305"/>
                  </a:lnTo>
                  <a:lnTo>
                    <a:pt x="964" y="1185"/>
                  </a:lnTo>
                  <a:lnTo>
                    <a:pt x="1064" y="1085"/>
                  </a:lnTo>
                  <a:lnTo>
                    <a:pt x="1165" y="1024"/>
                  </a:lnTo>
                  <a:lnTo>
                    <a:pt x="1285" y="944"/>
                  </a:lnTo>
                  <a:lnTo>
                    <a:pt x="1627" y="803"/>
                  </a:lnTo>
                  <a:lnTo>
                    <a:pt x="1285" y="643"/>
                  </a:lnTo>
                  <a:lnTo>
                    <a:pt x="1145" y="583"/>
                  </a:lnTo>
                  <a:lnTo>
                    <a:pt x="1044" y="502"/>
                  </a:lnTo>
                  <a:lnTo>
                    <a:pt x="944" y="402"/>
                  </a:lnTo>
                  <a:lnTo>
                    <a:pt x="884" y="281"/>
                  </a:lnTo>
                  <a:lnTo>
                    <a:pt x="72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08" name="Google Shape;2408;p30"/>
            <p:cNvSpPr/>
            <p:nvPr/>
          </p:nvSpPr>
          <p:spPr>
            <a:xfrm>
              <a:off x="8961687" y="2068165"/>
              <a:ext cx="52685" cy="49608"/>
            </a:xfrm>
            <a:custGeom>
              <a:rect b="b" l="l" r="r" t="t"/>
              <a:pathLst>
                <a:path extrusionOk="0" h="1306" w="1387">
                  <a:moveTo>
                    <a:pt x="663" y="0"/>
                  </a:moveTo>
                  <a:lnTo>
                    <a:pt x="583" y="60"/>
                  </a:lnTo>
                  <a:lnTo>
                    <a:pt x="523" y="141"/>
                  </a:lnTo>
                  <a:lnTo>
                    <a:pt x="422" y="301"/>
                  </a:lnTo>
                  <a:lnTo>
                    <a:pt x="342" y="382"/>
                  </a:lnTo>
                  <a:lnTo>
                    <a:pt x="262" y="462"/>
                  </a:lnTo>
                  <a:lnTo>
                    <a:pt x="161" y="522"/>
                  </a:lnTo>
                  <a:lnTo>
                    <a:pt x="41" y="542"/>
                  </a:lnTo>
                  <a:lnTo>
                    <a:pt x="21" y="562"/>
                  </a:lnTo>
                  <a:lnTo>
                    <a:pt x="21" y="603"/>
                  </a:lnTo>
                  <a:lnTo>
                    <a:pt x="1" y="643"/>
                  </a:lnTo>
                  <a:lnTo>
                    <a:pt x="663" y="1305"/>
                  </a:lnTo>
                  <a:lnTo>
                    <a:pt x="1386" y="663"/>
                  </a:lnTo>
                  <a:lnTo>
                    <a:pt x="66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09" name="Google Shape;2409;p30"/>
            <p:cNvSpPr/>
            <p:nvPr/>
          </p:nvSpPr>
          <p:spPr>
            <a:xfrm>
              <a:off x="8960167" y="2379338"/>
              <a:ext cx="55724" cy="53445"/>
            </a:xfrm>
            <a:custGeom>
              <a:rect b="b" l="l" r="r" t="t"/>
              <a:pathLst>
                <a:path extrusionOk="0" h="1407" w="1467">
                  <a:moveTo>
                    <a:pt x="703" y="1"/>
                  </a:moveTo>
                  <a:lnTo>
                    <a:pt x="0" y="663"/>
                  </a:lnTo>
                  <a:lnTo>
                    <a:pt x="804" y="1406"/>
                  </a:lnTo>
                  <a:lnTo>
                    <a:pt x="824" y="1246"/>
                  </a:lnTo>
                  <a:lnTo>
                    <a:pt x="864" y="1125"/>
                  </a:lnTo>
                  <a:lnTo>
                    <a:pt x="944" y="1025"/>
                  </a:lnTo>
                  <a:lnTo>
                    <a:pt x="1045" y="944"/>
                  </a:lnTo>
                  <a:lnTo>
                    <a:pt x="1145" y="884"/>
                  </a:lnTo>
                  <a:lnTo>
                    <a:pt x="1245" y="824"/>
                  </a:lnTo>
                  <a:lnTo>
                    <a:pt x="1466" y="683"/>
                  </a:lnTo>
                  <a:lnTo>
                    <a:pt x="703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10" name="Google Shape;2410;p30"/>
            <p:cNvSpPr/>
            <p:nvPr/>
          </p:nvSpPr>
          <p:spPr>
            <a:xfrm>
              <a:off x="8795426" y="2843857"/>
              <a:ext cx="57243" cy="57205"/>
            </a:xfrm>
            <a:custGeom>
              <a:rect b="b" l="l" r="r" t="t"/>
              <a:pathLst>
                <a:path extrusionOk="0" h="1506" w="1507">
                  <a:moveTo>
                    <a:pt x="723" y="0"/>
                  </a:moveTo>
                  <a:lnTo>
                    <a:pt x="0" y="743"/>
                  </a:lnTo>
                  <a:lnTo>
                    <a:pt x="804" y="1506"/>
                  </a:lnTo>
                  <a:lnTo>
                    <a:pt x="844" y="1365"/>
                  </a:lnTo>
                  <a:lnTo>
                    <a:pt x="884" y="1225"/>
                  </a:lnTo>
                  <a:lnTo>
                    <a:pt x="964" y="1124"/>
                  </a:lnTo>
                  <a:lnTo>
                    <a:pt x="1044" y="1044"/>
                  </a:lnTo>
                  <a:lnTo>
                    <a:pt x="1145" y="964"/>
                  </a:lnTo>
                  <a:lnTo>
                    <a:pt x="1245" y="904"/>
                  </a:lnTo>
                  <a:lnTo>
                    <a:pt x="1366" y="843"/>
                  </a:lnTo>
                  <a:lnTo>
                    <a:pt x="1506" y="823"/>
                  </a:lnTo>
                  <a:lnTo>
                    <a:pt x="1486" y="723"/>
                  </a:lnTo>
                  <a:lnTo>
                    <a:pt x="1466" y="663"/>
                  </a:lnTo>
                  <a:lnTo>
                    <a:pt x="1406" y="602"/>
                  </a:lnTo>
                  <a:lnTo>
                    <a:pt x="1346" y="582"/>
                  </a:lnTo>
                  <a:lnTo>
                    <a:pt x="1225" y="542"/>
                  </a:lnTo>
                  <a:lnTo>
                    <a:pt x="1165" y="502"/>
                  </a:lnTo>
                  <a:lnTo>
                    <a:pt x="1105" y="482"/>
                  </a:lnTo>
                  <a:lnTo>
                    <a:pt x="1004" y="361"/>
                  </a:lnTo>
                  <a:lnTo>
                    <a:pt x="904" y="241"/>
                  </a:lnTo>
                  <a:lnTo>
                    <a:pt x="72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11" name="Google Shape;2411;p30"/>
            <p:cNvSpPr/>
            <p:nvPr/>
          </p:nvSpPr>
          <p:spPr>
            <a:xfrm>
              <a:off x="8795426" y="2377819"/>
              <a:ext cx="58763" cy="54964"/>
            </a:xfrm>
            <a:custGeom>
              <a:rect b="b" l="l" r="r" t="t"/>
              <a:pathLst>
                <a:path extrusionOk="0" h="1447" w="1547">
                  <a:moveTo>
                    <a:pt x="763" y="0"/>
                  </a:moveTo>
                  <a:lnTo>
                    <a:pt x="0" y="703"/>
                  </a:lnTo>
                  <a:lnTo>
                    <a:pt x="804" y="1446"/>
                  </a:lnTo>
                  <a:lnTo>
                    <a:pt x="824" y="1306"/>
                  </a:lnTo>
                  <a:lnTo>
                    <a:pt x="884" y="1165"/>
                  </a:lnTo>
                  <a:lnTo>
                    <a:pt x="964" y="1065"/>
                  </a:lnTo>
                  <a:lnTo>
                    <a:pt x="1065" y="984"/>
                  </a:lnTo>
                  <a:lnTo>
                    <a:pt x="1165" y="904"/>
                  </a:lnTo>
                  <a:lnTo>
                    <a:pt x="1285" y="844"/>
                  </a:lnTo>
                  <a:lnTo>
                    <a:pt x="1546" y="683"/>
                  </a:lnTo>
                  <a:lnTo>
                    <a:pt x="1245" y="543"/>
                  </a:lnTo>
                  <a:lnTo>
                    <a:pt x="1125" y="482"/>
                  </a:lnTo>
                  <a:lnTo>
                    <a:pt x="1024" y="402"/>
                  </a:lnTo>
                  <a:lnTo>
                    <a:pt x="944" y="322"/>
                  </a:lnTo>
                  <a:lnTo>
                    <a:pt x="864" y="201"/>
                  </a:lnTo>
                  <a:lnTo>
                    <a:pt x="76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12" name="Google Shape;2412;p30"/>
            <p:cNvSpPr/>
            <p:nvPr/>
          </p:nvSpPr>
          <p:spPr>
            <a:xfrm>
              <a:off x="8793907" y="2998684"/>
              <a:ext cx="63321" cy="60282"/>
            </a:xfrm>
            <a:custGeom>
              <a:rect b="b" l="l" r="r" t="t"/>
              <a:pathLst>
                <a:path extrusionOk="0" h="1587" w="1667">
                  <a:moveTo>
                    <a:pt x="803" y="0"/>
                  </a:moveTo>
                  <a:lnTo>
                    <a:pt x="0" y="783"/>
                  </a:lnTo>
                  <a:lnTo>
                    <a:pt x="20" y="823"/>
                  </a:lnTo>
                  <a:lnTo>
                    <a:pt x="40" y="864"/>
                  </a:lnTo>
                  <a:lnTo>
                    <a:pt x="161" y="904"/>
                  </a:lnTo>
                  <a:lnTo>
                    <a:pt x="281" y="944"/>
                  </a:lnTo>
                  <a:lnTo>
                    <a:pt x="342" y="964"/>
                  </a:lnTo>
                  <a:lnTo>
                    <a:pt x="402" y="1004"/>
                  </a:lnTo>
                  <a:lnTo>
                    <a:pt x="502" y="1145"/>
                  </a:lnTo>
                  <a:lnTo>
                    <a:pt x="603" y="1285"/>
                  </a:lnTo>
                  <a:lnTo>
                    <a:pt x="783" y="1586"/>
                  </a:lnTo>
                  <a:lnTo>
                    <a:pt x="944" y="1285"/>
                  </a:lnTo>
                  <a:lnTo>
                    <a:pt x="1024" y="1145"/>
                  </a:lnTo>
                  <a:lnTo>
                    <a:pt x="1105" y="1044"/>
                  </a:lnTo>
                  <a:lnTo>
                    <a:pt x="1205" y="964"/>
                  </a:lnTo>
                  <a:lnTo>
                    <a:pt x="1325" y="884"/>
                  </a:lnTo>
                  <a:lnTo>
                    <a:pt x="1667" y="743"/>
                  </a:lnTo>
                  <a:lnTo>
                    <a:pt x="1325" y="582"/>
                  </a:lnTo>
                  <a:lnTo>
                    <a:pt x="1185" y="522"/>
                  </a:lnTo>
                  <a:lnTo>
                    <a:pt x="1064" y="442"/>
                  </a:lnTo>
                  <a:lnTo>
                    <a:pt x="984" y="342"/>
                  </a:lnTo>
                  <a:lnTo>
                    <a:pt x="924" y="241"/>
                  </a:lnTo>
                  <a:lnTo>
                    <a:pt x="80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13" name="Google Shape;2413;p30"/>
            <p:cNvSpPr/>
            <p:nvPr/>
          </p:nvSpPr>
          <p:spPr>
            <a:xfrm>
              <a:off x="8625330" y="2995607"/>
              <a:ext cx="61840" cy="64878"/>
            </a:xfrm>
            <a:custGeom>
              <a:rect b="b" l="l" r="r" t="t"/>
              <a:pathLst>
                <a:path extrusionOk="0" h="1708" w="1628">
                  <a:moveTo>
                    <a:pt x="884" y="1"/>
                  </a:moveTo>
                  <a:lnTo>
                    <a:pt x="744" y="282"/>
                  </a:lnTo>
                  <a:lnTo>
                    <a:pt x="663" y="402"/>
                  </a:lnTo>
                  <a:lnTo>
                    <a:pt x="583" y="503"/>
                  </a:lnTo>
                  <a:lnTo>
                    <a:pt x="462" y="603"/>
                  </a:lnTo>
                  <a:lnTo>
                    <a:pt x="342" y="663"/>
                  </a:lnTo>
                  <a:lnTo>
                    <a:pt x="1" y="824"/>
                  </a:lnTo>
                  <a:lnTo>
                    <a:pt x="322" y="985"/>
                  </a:lnTo>
                  <a:lnTo>
                    <a:pt x="462" y="1065"/>
                  </a:lnTo>
                  <a:lnTo>
                    <a:pt x="563" y="1145"/>
                  </a:lnTo>
                  <a:lnTo>
                    <a:pt x="643" y="1246"/>
                  </a:lnTo>
                  <a:lnTo>
                    <a:pt x="723" y="1386"/>
                  </a:lnTo>
                  <a:lnTo>
                    <a:pt x="884" y="1708"/>
                  </a:lnTo>
                  <a:lnTo>
                    <a:pt x="1045" y="1406"/>
                  </a:lnTo>
                  <a:lnTo>
                    <a:pt x="1185" y="1165"/>
                  </a:lnTo>
                  <a:lnTo>
                    <a:pt x="1225" y="1105"/>
                  </a:lnTo>
                  <a:lnTo>
                    <a:pt x="1306" y="1065"/>
                  </a:lnTo>
                  <a:lnTo>
                    <a:pt x="1466" y="1005"/>
                  </a:lnTo>
                  <a:lnTo>
                    <a:pt x="1547" y="965"/>
                  </a:lnTo>
                  <a:lnTo>
                    <a:pt x="1607" y="904"/>
                  </a:lnTo>
                  <a:lnTo>
                    <a:pt x="1627" y="804"/>
                  </a:lnTo>
                  <a:lnTo>
                    <a:pt x="1627" y="663"/>
                  </a:lnTo>
                  <a:lnTo>
                    <a:pt x="1466" y="684"/>
                  </a:lnTo>
                  <a:lnTo>
                    <a:pt x="1346" y="663"/>
                  </a:lnTo>
                  <a:lnTo>
                    <a:pt x="1246" y="603"/>
                  </a:lnTo>
                  <a:lnTo>
                    <a:pt x="1165" y="503"/>
                  </a:lnTo>
                  <a:lnTo>
                    <a:pt x="1085" y="402"/>
                  </a:lnTo>
                  <a:lnTo>
                    <a:pt x="1025" y="262"/>
                  </a:lnTo>
                  <a:lnTo>
                    <a:pt x="884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14" name="Google Shape;2414;p30"/>
            <p:cNvSpPr/>
            <p:nvPr/>
          </p:nvSpPr>
          <p:spPr>
            <a:xfrm>
              <a:off x="8960927" y="2222992"/>
              <a:ext cx="53445" cy="54964"/>
            </a:xfrm>
            <a:custGeom>
              <a:rect b="b" l="l" r="r" t="t"/>
              <a:pathLst>
                <a:path extrusionOk="0" h="1447" w="1407">
                  <a:moveTo>
                    <a:pt x="683" y="0"/>
                  </a:moveTo>
                  <a:lnTo>
                    <a:pt x="603" y="81"/>
                  </a:lnTo>
                  <a:lnTo>
                    <a:pt x="543" y="161"/>
                  </a:lnTo>
                  <a:lnTo>
                    <a:pt x="422" y="342"/>
                  </a:lnTo>
                  <a:lnTo>
                    <a:pt x="362" y="422"/>
                  </a:lnTo>
                  <a:lnTo>
                    <a:pt x="262" y="482"/>
                  </a:lnTo>
                  <a:lnTo>
                    <a:pt x="161" y="542"/>
                  </a:lnTo>
                  <a:lnTo>
                    <a:pt x="41" y="563"/>
                  </a:lnTo>
                  <a:lnTo>
                    <a:pt x="21" y="583"/>
                  </a:lnTo>
                  <a:lnTo>
                    <a:pt x="21" y="643"/>
                  </a:lnTo>
                  <a:lnTo>
                    <a:pt x="1" y="763"/>
                  </a:lnTo>
                  <a:lnTo>
                    <a:pt x="221" y="864"/>
                  </a:lnTo>
                  <a:lnTo>
                    <a:pt x="322" y="904"/>
                  </a:lnTo>
                  <a:lnTo>
                    <a:pt x="422" y="964"/>
                  </a:lnTo>
                  <a:lnTo>
                    <a:pt x="503" y="1085"/>
                  </a:lnTo>
                  <a:lnTo>
                    <a:pt x="563" y="1185"/>
                  </a:lnTo>
                  <a:lnTo>
                    <a:pt x="703" y="1446"/>
                  </a:lnTo>
                  <a:lnTo>
                    <a:pt x="1406" y="683"/>
                  </a:lnTo>
                  <a:lnTo>
                    <a:pt x="68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15" name="Google Shape;2415;p30"/>
            <p:cNvSpPr/>
            <p:nvPr/>
          </p:nvSpPr>
          <p:spPr>
            <a:xfrm>
              <a:off x="8796946" y="2214597"/>
              <a:ext cx="57243" cy="60282"/>
            </a:xfrm>
            <a:custGeom>
              <a:rect b="b" l="l" r="r" t="t"/>
              <a:pathLst>
                <a:path extrusionOk="0" h="1587" w="1507">
                  <a:moveTo>
                    <a:pt x="683" y="0"/>
                  </a:moveTo>
                  <a:lnTo>
                    <a:pt x="563" y="302"/>
                  </a:lnTo>
                  <a:lnTo>
                    <a:pt x="502" y="422"/>
                  </a:lnTo>
                  <a:lnTo>
                    <a:pt x="422" y="522"/>
                  </a:lnTo>
                  <a:lnTo>
                    <a:pt x="342" y="623"/>
                  </a:lnTo>
                  <a:lnTo>
                    <a:pt x="262" y="683"/>
                  </a:lnTo>
                  <a:lnTo>
                    <a:pt x="161" y="743"/>
                  </a:lnTo>
                  <a:lnTo>
                    <a:pt x="41" y="784"/>
                  </a:lnTo>
                  <a:lnTo>
                    <a:pt x="21" y="804"/>
                  </a:lnTo>
                  <a:lnTo>
                    <a:pt x="0" y="844"/>
                  </a:lnTo>
                  <a:lnTo>
                    <a:pt x="0" y="904"/>
                  </a:lnTo>
                  <a:lnTo>
                    <a:pt x="764" y="1587"/>
                  </a:lnTo>
                  <a:lnTo>
                    <a:pt x="824" y="1406"/>
                  </a:lnTo>
                  <a:lnTo>
                    <a:pt x="864" y="1306"/>
                  </a:lnTo>
                  <a:lnTo>
                    <a:pt x="904" y="1245"/>
                  </a:lnTo>
                  <a:lnTo>
                    <a:pt x="1045" y="1165"/>
                  </a:lnTo>
                  <a:lnTo>
                    <a:pt x="1185" y="1065"/>
                  </a:lnTo>
                  <a:lnTo>
                    <a:pt x="1506" y="884"/>
                  </a:lnTo>
                  <a:lnTo>
                    <a:pt x="1225" y="743"/>
                  </a:lnTo>
                  <a:lnTo>
                    <a:pt x="1105" y="663"/>
                  </a:lnTo>
                  <a:lnTo>
                    <a:pt x="1004" y="583"/>
                  </a:lnTo>
                  <a:lnTo>
                    <a:pt x="904" y="482"/>
                  </a:lnTo>
                  <a:lnTo>
                    <a:pt x="824" y="342"/>
                  </a:lnTo>
                  <a:lnTo>
                    <a:pt x="743" y="201"/>
                  </a:lnTo>
                  <a:lnTo>
                    <a:pt x="68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16" name="Google Shape;2416;p30"/>
            <p:cNvSpPr/>
            <p:nvPr/>
          </p:nvSpPr>
          <p:spPr>
            <a:xfrm>
              <a:off x="8629166" y="2378579"/>
              <a:ext cx="58003" cy="51128"/>
            </a:xfrm>
            <a:custGeom>
              <a:rect b="b" l="l" r="r" t="t"/>
              <a:pathLst>
                <a:path extrusionOk="0" h="1346" w="1527">
                  <a:moveTo>
                    <a:pt x="783" y="1"/>
                  </a:moveTo>
                  <a:lnTo>
                    <a:pt x="0" y="723"/>
                  </a:lnTo>
                  <a:lnTo>
                    <a:pt x="221" y="824"/>
                  </a:lnTo>
                  <a:lnTo>
                    <a:pt x="422" y="944"/>
                  </a:lnTo>
                  <a:lnTo>
                    <a:pt x="522" y="1025"/>
                  </a:lnTo>
                  <a:lnTo>
                    <a:pt x="582" y="1105"/>
                  </a:lnTo>
                  <a:lnTo>
                    <a:pt x="643" y="1205"/>
                  </a:lnTo>
                  <a:lnTo>
                    <a:pt x="703" y="1326"/>
                  </a:lnTo>
                  <a:lnTo>
                    <a:pt x="723" y="1346"/>
                  </a:lnTo>
                  <a:lnTo>
                    <a:pt x="783" y="1346"/>
                  </a:lnTo>
                  <a:lnTo>
                    <a:pt x="1526" y="663"/>
                  </a:lnTo>
                  <a:lnTo>
                    <a:pt x="783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17" name="Google Shape;2417;p30"/>
            <p:cNvSpPr/>
            <p:nvPr/>
          </p:nvSpPr>
          <p:spPr>
            <a:xfrm>
              <a:off x="8631445" y="2223752"/>
              <a:ext cx="54926" cy="50368"/>
            </a:xfrm>
            <a:custGeom>
              <a:rect b="b" l="l" r="r" t="t"/>
              <a:pathLst>
                <a:path extrusionOk="0" h="1326" w="1446">
                  <a:moveTo>
                    <a:pt x="703" y="0"/>
                  </a:moveTo>
                  <a:lnTo>
                    <a:pt x="0" y="663"/>
                  </a:lnTo>
                  <a:lnTo>
                    <a:pt x="723" y="1326"/>
                  </a:lnTo>
                  <a:lnTo>
                    <a:pt x="1446" y="663"/>
                  </a:lnTo>
                  <a:lnTo>
                    <a:pt x="70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18" name="Google Shape;2418;p30"/>
            <p:cNvSpPr/>
            <p:nvPr/>
          </p:nvSpPr>
          <p:spPr>
            <a:xfrm>
              <a:off x="8630685" y="2843059"/>
              <a:ext cx="57243" cy="57243"/>
            </a:xfrm>
            <a:custGeom>
              <a:rect b="b" l="l" r="r" t="t"/>
              <a:pathLst>
                <a:path extrusionOk="0" h="1507" w="1507">
                  <a:moveTo>
                    <a:pt x="783" y="1"/>
                  </a:moveTo>
                  <a:lnTo>
                    <a:pt x="0" y="744"/>
                  </a:lnTo>
                  <a:lnTo>
                    <a:pt x="803" y="1507"/>
                  </a:lnTo>
                  <a:lnTo>
                    <a:pt x="944" y="1246"/>
                  </a:lnTo>
                  <a:lnTo>
                    <a:pt x="1024" y="1125"/>
                  </a:lnTo>
                  <a:lnTo>
                    <a:pt x="1105" y="1005"/>
                  </a:lnTo>
                  <a:lnTo>
                    <a:pt x="1145" y="965"/>
                  </a:lnTo>
                  <a:lnTo>
                    <a:pt x="1225" y="945"/>
                  </a:lnTo>
                  <a:lnTo>
                    <a:pt x="1345" y="905"/>
                  </a:lnTo>
                  <a:lnTo>
                    <a:pt x="1406" y="884"/>
                  </a:lnTo>
                  <a:lnTo>
                    <a:pt x="1466" y="844"/>
                  </a:lnTo>
                  <a:lnTo>
                    <a:pt x="1506" y="764"/>
                  </a:lnTo>
                  <a:lnTo>
                    <a:pt x="1506" y="684"/>
                  </a:lnTo>
                  <a:lnTo>
                    <a:pt x="1265" y="563"/>
                  </a:lnTo>
                  <a:lnTo>
                    <a:pt x="1165" y="503"/>
                  </a:lnTo>
                  <a:lnTo>
                    <a:pt x="1064" y="423"/>
                  </a:lnTo>
                  <a:lnTo>
                    <a:pt x="964" y="342"/>
                  </a:lnTo>
                  <a:lnTo>
                    <a:pt x="904" y="242"/>
                  </a:lnTo>
                  <a:lnTo>
                    <a:pt x="823" y="121"/>
                  </a:lnTo>
                  <a:lnTo>
                    <a:pt x="783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19" name="Google Shape;2419;p30"/>
            <p:cNvSpPr/>
            <p:nvPr/>
          </p:nvSpPr>
          <p:spPr>
            <a:xfrm>
              <a:off x="8629166" y="2533405"/>
              <a:ext cx="58003" cy="52685"/>
            </a:xfrm>
            <a:custGeom>
              <a:rect b="b" l="l" r="r" t="t"/>
              <a:pathLst>
                <a:path extrusionOk="0" h="1387" w="1527">
                  <a:moveTo>
                    <a:pt x="743" y="1"/>
                  </a:moveTo>
                  <a:lnTo>
                    <a:pt x="622" y="201"/>
                  </a:lnTo>
                  <a:lnTo>
                    <a:pt x="562" y="302"/>
                  </a:lnTo>
                  <a:lnTo>
                    <a:pt x="462" y="422"/>
                  </a:lnTo>
                  <a:lnTo>
                    <a:pt x="361" y="503"/>
                  </a:lnTo>
                  <a:lnTo>
                    <a:pt x="241" y="563"/>
                  </a:lnTo>
                  <a:lnTo>
                    <a:pt x="0" y="683"/>
                  </a:lnTo>
                  <a:lnTo>
                    <a:pt x="763" y="1386"/>
                  </a:lnTo>
                  <a:lnTo>
                    <a:pt x="1526" y="703"/>
                  </a:lnTo>
                  <a:lnTo>
                    <a:pt x="743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20" name="Google Shape;2420;p30"/>
            <p:cNvSpPr/>
            <p:nvPr/>
          </p:nvSpPr>
          <p:spPr>
            <a:xfrm>
              <a:off x="8795426" y="2069685"/>
              <a:ext cx="56484" cy="48849"/>
            </a:xfrm>
            <a:custGeom>
              <a:rect b="b" l="l" r="r" t="t"/>
              <a:pathLst>
                <a:path extrusionOk="0" h="1286" w="1487">
                  <a:moveTo>
                    <a:pt x="743" y="0"/>
                  </a:moveTo>
                  <a:lnTo>
                    <a:pt x="0" y="623"/>
                  </a:lnTo>
                  <a:lnTo>
                    <a:pt x="783" y="1285"/>
                  </a:lnTo>
                  <a:lnTo>
                    <a:pt x="884" y="1085"/>
                  </a:lnTo>
                  <a:lnTo>
                    <a:pt x="944" y="984"/>
                  </a:lnTo>
                  <a:lnTo>
                    <a:pt x="1004" y="884"/>
                  </a:lnTo>
                  <a:lnTo>
                    <a:pt x="1125" y="824"/>
                  </a:lnTo>
                  <a:lnTo>
                    <a:pt x="1245" y="763"/>
                  </a:lnTo>
                  <a:lnTo>
                    <a:pt x="1486" y="643"/>
                  </a:lnTo>
                  <a:lnTo>
                    <a:pt x="74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21" name="Google Shape;2421;p30"/>
            <p:cNvSpPr/>
            <p:nvPr/>
          </p:nvSpPr>
          <p:spPr>
            <a:xfrm>
              <a:off x="8630685" y="2688992"/>
              <a:ext cx="57243" cy="54964"/>
            </a:xfrm>
            <a:custGeom>
              <a:rect b="b" l="l" r="r" t="t"/>
              <a:pathLst>
                <a:path extrusionOk="0" h="1447" w="1507">
                  <a:moveTo>
                    <a:pt x="763" y="1"/>
                  </a:moveTo>
                  <a:lnTo>
                    <a:pt x="0" y="704"/>
                  </a:lnTo>
                  <a:lnTo>
                    <a:pt x="803" y="1447"/>
                  </a:lnTo>
                  <a:lnTo>
                    <a:pt x="944" y="1186"/>
                  </a:lnTo>
                  <a:lnTo>
                    <a:pt x="1024" y="1065"/>
                  </a:lnTo>
                  <a:lnTo>
                    <a:pt x="1125" y="965"/>
                  </a:lnTo>
                  <a:lnTo>
                    <a:pt x="1165" y="925"/>
                  </a:lnTo>
                  <a:lnTo>
                    <a:pt x="1225" y="904"/>
                  </a:lnTo>
                  <a:lnTo>
                    <a:pt x="1366" y="864"/>
                  </a:lnTo>
                  <a:lnTo>
                    <a:pt x="1426" y="824"/>
                  </a:lnTo>
                  <a:lnTo>
                    <a:pt x="1466" y="784"/>
                  </a:lnTo>
                  <a:lnTo>
                    <a:pt x="1506" y="724"/>
                  </a:lnTo>
                  <a:lnTo>
                    <a:pt x="1506" y="623"/>
                  </a:lnTo>
                  <a:lnTo>
                    <a:pt x="1125" y="302"/>
                  </a:lnTo>
                  <a:lnTo>
                    <a:pt x="763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22" name="Google Shape;2422;p30"/>
            <p:cNvSpPr/>
            <p:nvPr/>
          </p:nvSpPr>
          <p:spPr>
            <a:xfrm>
              <a:off x="8793147" y="1914098"/>
              <a:ext cx="55686" cy="46532"/>
            </a:xfrm>
            <a:custGeom>
              <a:rect b="b" l="l" r="r" t="t"/>
              <a:pathLst>
                <a:path extrusionOk="0" h="1225" w="1466">
                  <a:moveTo>
                    <a:pt x="783" y="0"/>
                  </a:moveTo>
                  <a:lnTo>
                    <a:pt x="0" y="663"/>
                  </a:lnTo>
                  <a:lnTo>
                    <a:pt x="221" y="743"/>
                  </a:lnTo>
                  <a:lnTo>
                    <a:pt x="341" y="783"/>
                  </a:lnTo>
                  <a:lnTo>
                    <a:pt x="422" y="843"/>
                  </a:lnTo>
                  <a:lnTo>
                    <a:pt x="522" y="924"/>
                  </a:lnTo>
                  <a:lnTo>
                    <a:pt x="582" y="1004"/>
                  </a:lnTo>
                  <a:lnTo>
                    <a:pt x="643" y="1084"/>
                  </a:lnTo>
                  <a:lnTo>
                    <a:pt x="703" y="1205"/>
                  </a:lnTo>
                  <a:lnTo>
                    <a:pt x="723" y="1225"/>
                  </a:lnTo>
                  <a:lnTo>
                    <a:pt x="783" y="1225"/>
                  </a:lnTo>
                  <a:lnTo>
                    <a:pt x="1466" y="602"/>
                  </a:lnTo>
                  <a:lnTo>
                    <a:pt x="78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23" name="Google Shape;2423;p30"/>
            <p:cNvSpPr/>
            <p:nvPr/>
          </p:nvSpPr>
          <p:spPr>
            <a:xfrm>
              <a:off x="8632965" y="2067405"/>
              <a:ext cx="53407" cy="49608"/>
            </a:xfrm>
            <a:custGeom>
              <a:rect b="b" l="l" r="r" t="t"/>
              <a:pathLst>
                <a:path extrusionOk="0" h="1306" w="1406">
                  <a:moveTo>
                    <a:pt x="663" y="0"/>
                  </a:moveTo>
                  <a:lnTo>
                    <a:pt x="563" y="161"/>
                  </a:lnTo>
                  <a:lnTo>
                    <a:pt x="502" y="261"/>
                  </a:lnTo>
                  <a:lnTo>
                    <a:pt x="422" y="341"/>
                  </a:lnTo>
                  <a:lnTo>
                    <a:pt x="322" y="422"/>
                  </a:lnTo>
                  <a:lnTo>
                    <a:pt x="221" y="502"/>
                  </a:lnTo>
                  <a:lnTo>
                    <a:pt x="0" y="663"/>
                  </a:lnTo>
                  <a:lnTo>
                    <a:pt x="683" y="1305"/>
                  </a:lnTo>
                  <a:lnTo>
                    <a:pt x="1406" y="663"/>
                  </a:lnTo>
                  <a:lnTo>
                    <a:pt x="66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24" name="Google Shape;2424;p30"/>
            <p:cNvSpPr/>
            <p:nvPr/>
          </p:nvSpPr>
          <p:spPr>
            <a:xfrm>
              <a:off x="8633724" y="1912541"/>
              <a:ext cx="54964" cy="48089"/>
            </a:xfrm>
            <a:custGeom>
              <a:rect b="b" l="l" r="r" t="t"/>
              <a:pathLst>
                <a:path extrusionOk="0" h="1266" w="1447">
                  <a:moveTo>
                    <a:pt x="683" y="1"/>
                  </a:moveTo>
                  <a:lnTo>
                    <a:pt x="0" y="664"/>
                  </a:lnTo>
                  <a:lnTo>
                    <a:pt x="663" y="1266"/>
                  </a:lnTo>
                  <a:lnTo>
                    <a:pt x="1446" y="603"/>
                  </a:lnTo>
                  <a:lnTo>
                    <a:pt x="1165" y="503"/>
                  </a:lnTo>
                  <a:lnTo>
                    <a:pt x="1065" y="443"/>
                  </a:lnTo>
                  <a:lnTo>
                    <a:pt x="964" y="382"/>
                  </a:lnTo>
                  <a:lnTo>
                    <a:pt x="884" y="282"/>
                  </a:lnTo>
                  <a:lnTo>
                    <a:pt x="804" y="182"/>
                  </a:lnTo>
                  <a:lnTo>
                    <a:pt x="683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2425" name="Google Shape;2425;p30"/>
          <p:cNvGrpSpPr/>
          <p:nvPr/>
        </p:nvGrpSpPr>
        <p:grpSpPr>
          <a:xfrm>
            <a:off x="8625330" y="1997778"/>
            <a:ext cx="398956" cy="1147945"/>
            <a:chOff x="8625330" y="1912541"/>
            <a:chExt cx="398956" cy="1147945"/>
          </a:xfrm>
        </p:grpSpPr>
        <p:sp>
          <p:nvSpPr>
            <p:cNvPr id="2426" name="Google Shape;2426;p30"/>
            <p:cNvSpPr/>
            <p:nvPr/>
          </p:nvSpPr>
          <p:spPr>
            <a:xfrm>
              <a:off x="8960167" y="2999443"/>
              <a:ext cx="63359" cy="58003"/>
            </a:xfrm>
            <a:custGeom>
              <a:rect b="b" l="l" r="r" t="t"/>
              <a:pathLst>
                <a:path extrusionOk="0" h="1527" w="1668">
                  <a:moveTo>
                    <a:pt x="743" y="0"/>
                  </a:moveTo>
                  <a:lnTo>
                    <a:pt x="0" y="723"/>
                  </a:lnTo>
                  <a:lnTo>
                    <a:pt x="784" y="1526"/>
                  </a:lnTo>
                  <a:lnTo>
                    <a:pt x="824" y="1386"/>
                  </a:lnTo>
                  <a:lnTo>
                    <a:pt x="884" y="1245"/>
                  </a:lnTo>
                  <a:lnTo>
                    <a:pt x="964" y="1125"/>
                  </a:lnTo>
                  <a:lnTo>
                    <a:pt x="1065" y="1044"/>
                  </a:lnTo>
                  <a:lnTo>
                    <a:pt x="1185" y="964"/>
                  </a:lnTo>
                  <a:lnTo>
                    <a:pt x="1326" y="884"/>
                  </a:lnTo>
                  <a:lnTo>
                    <a:pt x="1667" y="743"/>
                  </a:lnTo>
                  <a:lnTo>
                    <a:pt x="1266" y="583"/>
                  </a:lnTo>
                  <a:lnTo>
                    <a:pt x="1125" y="502"/>
                  </a:lnTo>
                  <a:lnTo>
                    <a:pt x="1025" y="442"/>
                  </a:lnTo>
                  <a:lnTo>
                    <a:pt x="944" y="342"/>
                  </a:lnTo>
                  <a:lnTo>
                    <a:pt x="864" y="221"/>
                  </a:lnTo>
                  <a:lnTo>
                    <a:pt x="74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27" name="Google Shape;2427;p30"/>
            <p:cNvSpPr/>
            <p:nvPr/>
          </p:nvSpPr>
          <p:spPr>
            <a:xfrm>
              <a:off x="8958648" y="2840780"/>
              <a:ext cx="65638" cy="61840"/>
            </a:xfrm>
            <a:custGeom>
              <a:rect b="b" l="l" r="r" t="t"/>
              <a:pathLst>
                <a:path extrusionOk="0" h="1628" w="1728">
                  <a:moveTo>
                    <a:pt x="763" y="1"/>
                  </a:moveTo>
                  <a:lnTo>
                    <a:pt x="583" y="302"/>
                  </a:lnTo>
                  <a:lnTo>
                    <a:pt x="502" y="422"/>
                  </a:lnTo>
                  <a:lnTo>
                    <a:pt x="422" y="543"/>
                  </a:lnTo>
                  <a:lnTo>
                    <a:pt x="362" y="583"/>
                  </a:lnTo>
                  <a:lnTo>
                    <a:pt x="302" y="603"/>
                  </a:lnTo>
                  <a:lnTo>
                    <a:pt x="161" y="643"/>
                  </a:lnTo>
                  <a:lnTo>
                    <a:pt x="101" y="683"/>
                  </a:lnTo>
                  <a:lnTo>
                    <a:pt x="40" y="724"/>
                  </a:lnTo>
                  <a:lnTo>
                    <a:pt x="20" y="784"/>
                  </a:lnTo>
                  <a:lnTo>
                    <a:pt x="0" y="884"/>
                  </a:lnTo>
                  <a:lnTo>
                    <a:pt x="141" y="924"/>
                  </a:lnTo>
                  <a:lnTo>
                    <a:pt x="261" y="985"/>
                  </a:lnTo>
                  <a:lnTo>
                    <a:pt x="362" y="1065"/>
                  </a:lnTo>
                  <a:lnTo>
                    <a:pt x="462" y="1165"/>
                  </a:lnTo>
                  <a:lnTo>
                    <a:pt x="623" y="1406"/>
                  </a:lnTo>
                  <a:lnTo>
                    <a:pt x="703" y="1527"/>
                  </a:lnTo>
                  <a:lnTo>
                    <a:pt x="824" y="1627"/>
                  </a:lnTo>
                  <a:lnTo>
                    <a:pt x="864" y="1467"/>
                  </a:lnTo>
                  <a:lnTo>
                    <a:pt x="924" y="1326"/>
                  </a:lnTo>
                  <a:lnTo>
                    <a:pt x="984" y="1226"/>
                  </a:lnTo>
                  <a:lnTo>
                    <a:pt x="1085" y="1125"/>
                  </a:lnTo>
                  <a:lnTo>
                    <a:pt x="1205" y="1025"/>
                  </a:lnTo>
                  <a:lnTo>
                    <a:pt x="1366" y="965"/>
                  </a:lnTo>
                  <a:lnTo>
                    <a:pt x="1526" y="904"/>
                  </a:lnTo>
                  <a:lnTo>
                    <a:pt x="1727" y="844"/>
                  </a:lnTo>
                  <a:lnTo>
                    <a:pt x="1306" y="643"/>
                  </a:lnTo>
                  <a:lnTo>
                    <a:pt x="1145" y="583"/>
                  </a:lnTo>
                  <a:lnTo>
                    <a:pt x="1044" y="503"/>
                  </a:lnTo>
                  <a:lnTo>
                    <a:pt x="964" y="402"/>
                  </a:lnTo>
                  <a:lnTo>
                    <a:pt x="904" y="282"/>
                  </a:lnTo>
                  <a:lnTo>
                    <a:pt x="763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28" name="Google Shape;2428;p30"/>
            <p:cNvSpPr/>
            <p:nvPr/>
          </p:nvSpPr>
          <p:spPr>
            <a:xfrm>
              <a:off x="8957888" y="2683674"/>
              <a:ext cx="58003" cy="64119"/>
            </a:xfrm>
            <a:custGeom>
              <a:rect b="b" l="l" r="r" t="t"/>
              <a:pathLst>
                <a:path extrusionOk="0" h="1688" w="1527">
                  <a:moveTo>
                    <a:pt x="783" y="0"/>
                  </a:moveTo>
                  <a:lnTo>
                    <a:pt x="623" y="322"/>
                  </a:lnTo>
                  <a:lnTo>
                    <a:pt x="542" y="442"/>
                  </a:lnTo>
                  <a:lnTo>
                    <a:pt x="462" y="542"/>
                  </a:lnTo>
                  <a:lnTo>
                    <a:pt x="362" y="623"/>
                  </a:lnTo>
                  <a:lnTo>
                    <a:pt x="241" y="703"/>
                  </a:lnTo>
                  <a:lnTo>
                    <a:pt x="0" y="804"/>
                  </a:lnTo>
                  <a:lnTo>
                    <a:pt x="141" y="864"/>
                  </a:lnTo>
                  <a:lnTo>
                    <a:pt x="281" y="944"/>
                  </a:lnTo>
                  <a:lnTo>
                    <a:pt x="382" y="1024"/>
                  </a:lnTo>
                  <a:lnTo>
                    <a:pt x="462" y="1125"/>
                  </a:lnTo>
                  <a:lnTo>
                    <a:pt x="542" y="1245"/>
                  </a:lnTo>
                  <a:lnTo>
                    <a:pt x="623" y="1386"/>
                  </a:lnTo>
                  <a:lnTo>
                    <a:pt x="783" y="1687"/>
                  </a:lnTo>
                  <a:lnTo>
                    <a:pt x="964" y="1346"/>
                  </a:lnTo>
                  <a:lnTo>
                    <a:pt x="1044" y="1205"/>
                  </a:lnTo>
                  <a:lnTo>
                    <a:pt x="1125" y="1085"/>
                  </a:lnTo>
                  <a:lnTo>
                    <a:pt x="1185" y="1044"/>
                  </a:lnTo>
                  <a:lnTo>
                    <a:pt x="1245" y="1024"/>
                  </a:lnTo>
                  <a:lnTo>
                    <a:pt x="1366" y="1004"/>
                  </a:lnTo>
                  <a:lnTo>
                    <a:pt x="1446" y="984"/>
                  </a:lnTo>
                  <a:lnTo>
                    <a:pt x="1486" y="924"/>
                  </a:lnTo>
                  <a:lnTo>
                    <a:pt x="1526" y="864"/>
                  </a:lnTo>
                  <a:lnTo>
                    <a:pt x="1526" y="763"/>
                  </a:lnTo>
                  <a:lnTo>
                    <a:pt x="1406" y="723"/>
                  </a:lnTo>
                  <a:lnTo>
                    <a:pt x="1285" y="683"/>
                  </a:lnTo>
                  <a:lnTo>
                    <a:pt x="1165" y="603"/>
                  </a:lnTo>
                  <a:lnTo>
                    <a:pt x="1085" y="522"/>
                  </a:lnTo>
                  <a:lnTo>
                    <a:pt x="984" y="422"/>
                  </a:lnTo>
                  <a:lnTo>
                    <a:pt x="904" y="302"/>
                  </a:lnTo>
                  <a:lnTo>
                    <a:pt x="844" y="161"/>
                  </a:lnTo>
                  <a:lnTo>
                    <a:pt x="78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29" name="Google Shape;2429;p30"/>
            <p:cNvSpPr/>
            <p:nvPr/>
          </p:nvSpPr>
          <p:spPr>
            <a:xfrm>
              <a:off x="8959408" y="2531126"/>
              <a:ext cx="60282" cy="55724"/>
            </a:xfrm>
            <a:custGeom>
              <a:rect b="b" l="l" r="r" t="t"/>
              <a:pathLst>
                <a:path extrusionOk="0" h="1467" w="1587">
                  <a:moveTo>
                    <a:pt x="723" y="0"/>
                  </a:moveTo>
                  <a:lnTo>
                    <a:pt x="583" y="261"/>
                  </a:lnTo>
                  <a:lnTo>
                    <a:pt x="502" y="382"/>
                  </a:lnTo>
                  <a:lnTo>
                    <a:pt x="422" y="482"/>
                  </a:lnTo>
                  <a:lnTo>
                    <a:pt x="362" y="522"/>
                  </a:lnTo>
                  <a:lnTo>
                    <a:pt x="302" y="563"/>
                  </a:lnTo>
                  <a:lnTo>
                    <a:pt x="161" y="583"/>
                  </a:lnTo>
                  <a:lnTo>
                    <a:pt x="101" y="603"/>
                  </a:lnTo>
                  <a:lnTo>
                    <a:pt x="41" y="623"/>
                  </a:lnTo>
                  <a:lnTo>
                    <a:pt x="0" y="663"/>
                  </a:lnTo>
                  <a:lnTo>
                    <a:pt x="0" y="723"/>
                  </a:lnTo>
                  <a:lnTo>
                    <a:pt x="743" y="1466"/>
                  </a:lnTo>
                  <a:lnTo>
                    <a:pt x="1587" y="623"/>
                  </a:lnTo>
                  <a:lnTo>
                    <a:pt x="1587" y="623"/>
                  </a:lnTo>
                  <a:lnTo>
                    <a:pt x="1386" y="643"/>
                  </a:lnTo>
                  <a:lnTo>
                    <a:pt x="1245" y="623"/>
                  </a:lnTo>
                  <a:lnTo>
                    <a:pt x="1125" y="563"/>
                  </a:lnTo>
                  <a:lnTo>
                    <a:pt x="1024" y="482"/>
                  </a:lnTo>
                  <a:lnTo>
                    <a:pt x="944" y="362"/>
                  </a:lnTo>
                  <a:lnTo>
                    <a:pt x="884" y="261"/>
                  </a:lnTo>
                  <a:lnTo>
                    <a:pt x="72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30" name="Google Shape;2430;p30"/>
            <p:cNvSpPr/>
            <p:nvPr/>
          </p:nvSpPr>
          <p:spPr>
            <a:xfrm>
              <a:off x="8961687" y="1913338"/>
              <a:ext cx="53445" cy="54167"/>
            </a:xfrm>
            <a:custGeom>
              <a:rect b="b" l="l" r="r" t="t"/>
              <a:pathLst>
                <a:path extrusionOk="0" h="1426" w="1407">
                  <a:moveTo>
                    <a:pt x="683" y="0"/>
                  </a:moveTo>
                  <a:lnTo>
                    <a:pt x="1" y="622"/>
                  </a:lnTo>
                  <a:lnTo>
                    <a:pt x="804" y="1426"/>
                  </a:lnTo>
                  <a:lnTo>
                    <a:pt x="804" y="1265"/>
                  </a:lnTo>
                  <a:lnTo>
                    <a:pt x="824" y="1145"/>
                  </a:lnTo>
                  <a:lnTo>
                    <a:pt x="864" y="1024"/>
                  </a:lnTo>
                  <a:lnTo>
                    <a:pt x="904" y="944"/>
                  </a:lnTo>
                  <a:lnTo>
                    <a:pt x="985" y="884"/>
                  </a:lnTo>
                  <a:lnTo>
                    <a:pt x="1065" y="823"/>
                  </a:lnTo>
                  <a:lnTo>
                    <a:pt x="1165" y="783"/>
                  </a:lnTo>
                  <a:lnTo>
                    <a:pt x="1286" y="763"/>
                  </a:lnTo>
                  <a:lnTo>
                    <a:pt x="1326" y="743"/>
                  </a:lnTo>
                  <a:lnTo>
                    <a:pt x="1366" y="703"/>
                  </a:lnTo>
                  <a:lnTo>
                    <a:pt x="1386" y="683"/>
                  </a:lnTo>
                  <a:lnTo>
                    <a:pt x="1406" y="643"/>
                  </a:lnTo>
                  <a:lnTo>
                    <a:pt x="1386" y="602"/>
                  </a:lnTo>
                  <a:lnTo>
                    <a:pt x="1366" y="562"/>
                  </a:lnTo>
                  <a:lnTo>
                    <a:pt x="1306" y="502"/>
                  </a:lnTo>
                  <a:lnTo>
                    <a:pt x="1145" y="442"/>
                  </a:lnTo>
                  <a:lnTo>
                    <a:pt x="985" y="361"/>
                  </a:lnTo>
                  <a:lnTo>
                    <a:pt x="924" y="321"/>
                  </a:lnTo>
                  <a:lnTo>
                    <a:pt x="864" y="261"/>
                  </a:lnTo>
                  <a:lnTo>
                    <a:pt x="824" y="181"/>
                  </a:lnTo>
                  <a:lnTo>
                    <a:pt x="804" y="80"/>
                  </a:lnTo>
                  <a:lnTo>
                    <a:pt x="784" y="40"/>
                  </a:lnTo>
                  <a:lnTo>
                    <a:pt x="744" y="20"/>
                  </a:lnTo>
                  <a:lnTo>
                    <a:pt x="68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31" name="Google Shape;2431;p30"/>
            <p:cNvSpPr/>
            <p:nvPr/>
          </p:nvSpPr>
          <p:spPr>
            <a:xfrm>
              <a:off x="8795426" y="2687473"/>
              <a:ext cx="61802" cy="57243"/>
            </a:xfrm>
            <a:custGeom>
              <a:rect b="b" l="l" r="r" t="t"/>
              <a:pathLst>
                <a:path extrusionOk="0" h="1507" w="1627">
                  <a:moveTo>
                    <a:pt x="743" y="1"/>
                  </a:moveTo>
                  <a:lnTo>
                    <a:pt x="703" y="161"/>
                  </a:lnTo>
                  <a:lnTo>
                    <a:pt x="643" y="282"/>
                  </a:lnTo>
                  <a:lnTo>
                    <a:pt x="542" y="382"/>
                  </a:lnTo>
                  <a:lnTo>
                    <a:pt x="422" y="463"/>
                  </a:lnTo>
                  <a:lnTo>
                    <a:pt x="201" y="563"/>
                  </a:lnTo>
                  <a:lnTo>
                    <a:pt x="81" y="623"/>
                  </a:lnTo>
                  <a:lnTo>
                    <a:pt x="0" y="704"/>
                  </a:lnTo>
                  <a:lnTo>
                    <a:pt x="763" y="1507"/>
                  </a:lnTo>
                  <a:lnTo>
                    <a:pt x="884" y="1266"/>
                  </a:lnTo>
                  <a:lnTo>
                    <a:pt x="964" y="1145"/>
                  </a:lnTo>
                  <a:lnTo>
                    <a:pt x="1044" y="1045"/>
                  </a:lnTo>
                  <a:lnTo>
                    <a:pt x="1145" y="965"/>
                  </a:lnTo>
                  <a:lnTo>
                    <a:pt x="1285" y="904"/>
                  </a:lnTo>
                  <a:lnTo>
                    <a:pt x="1627" y="744"/>
                  </a:lnTo>
                  <a:lnTo>
                    <a:pt x="1265" y="583"/>
                  </a:lnTo>
                  <a:lnTo>
                    <a:pt x="1125" y="523"/>
                  </a:lnTo>
                  <a:lnTo>
                    <a:pt x="1024" y="442"/>
                  </a:lnTo>
                  <a:lnTo>
                    <a:pt x="944" y="342"/>
                  </a:lnTo>
                  <a:lnTo>
                    <a:pt x="864" y="242"/>
                  </a:lnTo>
                  <a:lnTo>
                    <a:pt x="743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32" name="Google Shape;2432;p30"/>
            <p:cNvSpPr/>
            <p:nvPr/>
          </p:nvSpPr>
          <p:spPr>
            <a:xfrm>
              <a:off x="8794667" y="2529607"/>
              <a:ext cx="61802" cy="58763"/>
            </a:xfrm>
            <a:custGeom>
              <a:rect b="b" l="l" r="r" t="t"/>
              <a:pathLst>
                <a:path extrusionOk="0" h="1547" w="1627">
                  <a:moveTo>
                    <a:pt x="723" y="0"/>
                  </a:moveTo>
                  <a:lnTo>
                    <a:pt x="603" y="281"/>
                  </a:lnTo>
                  <a:lnTo>
                    <a:pt x="542" y="382"/>
                  </a:lnTo>
                  <a:lnTo>
                    <a:pt x="482" y="462"/>
                  </a:lnTo>
                  <a:lnTo>
                    <a:pt x="362" y="562"/>
                  </a:lnTo>
                  <a:lnTo>
                    <a:pt x="241" y="623"/>
                  </a:lnTo>
                  <a:lnTo>
                    <a:pt x="0" y="763"/>
                  </a:lnTo>
                  <a:lnTo>
                    <a:pt x="783" y="1546"/>
                  </a:lnTo>
                  <a:lnTo>
                    <a:pt x="904" y="1305"/>
                  </a:lnTo>
                  <a:lnTo>
                    <a:pt x="964" y="1185"/>
                  </a:lnTo>
                  <a:lnTo>
                    <a:pt x="1064" y="1085"/>
                  </a:lnTo>
                  <a:lnTo>
                    <a:pt x="1165" y="1024"/>
                  </a:lnTo>
                  <a:lnTo>
                    <a:pt x="1285" y="944"/>
                  </a:lnTo>
                  <a:lnTo>
                    <a:pt x="1627" y="803"/>
                  </a:lnTo>
                  <a:lnTo>
                    <a:pt x="1285" y="643"/>
                  </a:lnTo>
                  <a:lnTo>
                    <a:pt x="1145" y="583"/>
                  </a:lnTo>
                  <a:lnTo>
                    <a:pt x="1044" y="502"/>
                  </a:lnTo>
                  <a:lnTo>
                    <a:pt x="944" y="402"/>
                  </a:lnTo>
                  <a:lnTo>
                    <a:pt x="884" y="281"/>
                  </a:lnTo>
                  <a:lnTo>
                    <a:pt x="72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33" name="Google Shape;2433;p30"/>
            <p:cNvSpPr/>
            <p:nvPr/>
          </p:nvSpPr>
          <p:spPr>
            <a:xfrm>
              <a:off x="8961687" y="2068165"/>
              <a:ext cx="52685" cy="49608"/>
            </a:xfrm>
            <a:custGeom>
              <a:rect b="b" l="l" r="r" t="t"/>
              <a:pathLst>
                <a:path extrusionOk="0" h="1306" w="1387">
                  <a:moveTo>
                    <a:pt x="663" y="0"/>
                  </a:moveTo>
                  <a:lnTo>
                    <a:pt x="583" y="60"/>
                  </a:lnTo>
                  <a:lnTo>
                    <a:pt x="523" y="141"/>
                  </a:lnTo>
                  <a:lnTo>
                    <a:pt x="422" y="301"/>
                  </a:lnTo>
                  <a:lnTo>
                    <a:pt x="342" y="382"/>
                  </a:lnTo>
                  <a:lnTo>
                    <a:pt x="262" y="462"/>
                  </a:lnTo>
                  <a:lnTo>
                    <a:pt x="161" y="522"/>
                  </a:lnTo>
                  <a:lnTo>
                    <a:pt x="41" y="542"/>
                  </a:lnTo>
                  <a:lnTo>
                    <a:pt x="21" y="562"/>
                  </a:lnTo>
                  <a:lnTo>
                    <a:pt x="21" y="603"/>
                  </a:lnTo>
                  <a:lnTo>
                    <a:pt x="1" y="643"/>
                  </a:lnTo>
                  <a:lnTo>
                    <a:pt x="663" y="1305"/>
                  </a:lnTo>
                  <a:lnTo>
                    <a:pt x="1386" y="663"/>
                  </a:lnTo>
                  <a:lnTo>
                    <a:pt x="66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34" name="Google Shape;2434;p30"/>
            <p:cNvSpPr/>
            <p:nvPr/>
          </p:nvSpPr>
          <p:spPr>
            <a:xfrm>
              <a:off x="8960167" y="2379338"/>
              <a:ext cx="55724" cy="53445"/>
            </a:xfrm>
            <a:custGeom>
              <a:rect b="b" l="l" r="r" t="t"/>
              <a:pathLst>
                <a:path extrusionOk="0" h="1407" w="1467">
                  <a:moveTo>
                    <a:pt x="703" y="1"/>
                  </a:moveTo>
                  <a:lnTo>
                    <a:pt x="0" y="663"/>
                  </a:lnTo>
                  <a:lnTo>
                    <a:pt x="804" y="1406"/>
                  </a:lnTo>
                  <a:lnTo>
                    <a:pt x="824" y="1246"/>
                  </a:lnTo>
                  <a:lnTo>
                    <a:pt x="864" y="1125"/>
                  </a:lnTo>
                  <a:lnTo>
                    <a:pt x="944" y="1025"/>
                  </a:lnTo>
                  <a:lnTo>
                    <a:pt x="1045" y="944"/>
                  </a:lnTo>
                  <a:lnTo>
                    <a:pt x="1145" y="884"/>
                  </a:lnTo>
                  <a:lnTo>
                    <a:pt x="1245" y="824"/>
                  </a:lnTo>
                  <a:lnTo>
                    <a:pt x="1466" y="683"/>
                  </a:lnTo>
                  <a:lnTo>
                    <a:pt x="703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35" name="Google Shape;2435;p30"/>
            <p:cNvSpPr/>
            <p:nvPr/>
          </p:nvSpPr>
          <p:spPr>
            <a:xfrm>
              <a:off x="8795426" y="2843857"/>
              <a:ext cx="57243" cy="57205"/>
            </a:xfrm>
            <a:custGeom>
              <a:rect b="b" l="l" r="r" t="t"/>
              <a:pathLst>
                <a:path extrusionOk="0" h="1506" w="1507">
                  <a:moveTo>
                    <a:pt x="723" y="0"/>
                  </a:moveTo>
                  <a:lnTo>
                    <a:pt x="0" y="743"/>
                  </a:lnTo>
                  <a:lnTo>
                    <a:pt x="804" y="1506"/>
                  </a:lnTo>
                  <a:lnTo>
                    <a:pt x="844" y="1365"/>
                  </a:lnTo>
                  <a:lnTo>
                    <a:pt x="884" y="1225"/>
                  </a:lnTo>
                  <a:lnTo>
                    <a:pt x="964" y="1124"/>
                  </a:lnTo>
                  <a:lnTo>
                    <a:pt x="1044" y="1044"/>
                  </a:lnTo>
                  <a:lnTo>
                    <a:pt x="1145" y="964"/>
                  </a:lnTo>
                  <a:lnTo>
                    <a:pt x="1245" y="904"/>
                  </a:lnTo>
                  <a:lnTo>
                    <a:pt x="1366" y="843"/>
                  </a:lnTo>
                  <a:lnTo>
                    <a:pt x="1506" y="823"/>
                  </a:lnTo>
                  <a:lnTo>
                    <a:pt x="1486" y="723"/>
                  </a:lnTo>
                  <a:lnTo>
                    <a:pt x="1466" y="663"/>
                  </a:lnTo>
                  <a:lnTo>
                    <a:pt x="1406" y="602"/>
                  </a:lnTo>
                  <a:lnTo>
                    <a:pt x="1346" y="582"/>
                  </a:lnTo>
                  <a:lnTo>
                    <a:pt x="1225" y="542"/>
                  </a:lnTo>
                  <a:lnTo>
                    <a:pt x="1165" y="502"/>
                  </a:lnTo>
                  <a:lnTo>
                    <a:pt x="1105" y="482"/>
                  </a:lnTo>
                  <a:lnTo>
                    <a:pt x="1004" y="361"/>
                  </a:lnTo>
                  <a:lnTo>
                    <a:pt x="904" y="241"/>
                  </a:lnTo>
                  <a:lnTo>
                    <a:pt x="72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36" name="Google Shape;2436;p30"/>
            <p:cNvSpPr/>
            <p:nvPr/>
          </p:nvSpPr>
          <p:spPr>
            <a:xfrm>
              <a:off x="8795426" y="2377819"/>
              <a:ext cx="58763" cy="54964"/>
            </a:xfrm>
            <a:custGeom>
              <a:rect b="b" l="l" r="r" t="t"/>
              <a:pathLst>
                <a:path extrusionOk="0" h="1447" w="1547">
                  <a:moveTo>
                    <a:pt x="763" y="0"/>
                  </a:moveTo>
                  <a:lnTo>
                    <a:pt x="0" y="703"/>
                  </a:lnTo>
                  <a:lnTo>
                    <a:pt x="804" y="1446"/>
                  </a:lnTo>
                  <a:lnTo>
                    <a:pt x="824" y="1306"/>
                  </a:lnTo>
                  <a:lnTo>
                    <a:pt x="884" y="1165"/>
                  </a:lnTo>
                  <a:lnTo>
                    <a:pt x="964" y="1065"/>
                  </a:lnTo>
                  <a:lnTo>
                    <a:pt x="1065" y="984"/>
                  </a:lnTo>
                  <a:lnTo>
                    <a:pt x="1165" y="904"/>
                  </a:lnTo>
                  <a:lnTo>
                    <a:pt x="1285" y="844"/>
                  </a:lnTo>
                  <a:lnTo>
                    <a:pt x="1546" y="683"/>
                  </a:lnTo>
                  <a:lnTo>
                    <a:pt x="1245" y="543"/>
                  </a:lnTo>
                  <a:lnTo>
                    <a:pt x="1125" y="482"/>
                  </a:lnTo>
                  <a:lnTo>
                    <a:pt x="1024" y="402"/>
                  </a:lnTo>
                  <a:lnTo>
                    <a:pt x="944" y="322"/>
                  </a:lnTo>
                  <a:lnTo>
                    <a:pt x="864" y="201"/>
                  </a:lnTo>
                  <a:lnTo>
                    <a:pt x="76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37" name="Google Shape;2437;p30"/>
            <p:cNvSpPr/>
            <p:nvPr/>
          </p:nvSpPr>
          <p:spPr>
            <a:xfrm>
              <a:off x="8793907" y="2998684"/>
              <a:ext cx="63321" cy="60282"/>
            </a:xfrm>
            <a:custGeom>
              <a:rect b="b" l="l" r="r" t="t"/>
              <a:pathLst>
                <a:path extrusionOk="0" h="1587" w="1667">
                  <a:moveTo>
                    <a:pt x="803" y="0"/>
                  </a:moveTo>
                  <a:lnTo>
                    <a:pt x="0" y="783"/>
                  </a:lnTo>
                  <a:lnTo>
                    <a:pt x="20" y="823"/>
                  </a:lnTo>
                  <a:lnTo>
                    <a:pt x="40" y="864"/>
                  </a:lnTo>
                  <a:lnTo>
                    <a:pt x="161" y="904"/>
                  </a:lnTo>
                  <a:lnTo>
                    <a:pt x="281" y="944"/>
                  </a:lnTo>
                  <a:lnTo>
                    <a:pt x="342" y="964"/>
                  </a:lnTo>
                  <a:lnTo>
                    <a:pt x="402" y="1004"/>
                  </a:lnTo>
                  <a:lnTo>
                    <a:pt x="502" y="1145"/>
                  </a:lnTo>
                  <a:lnTo>
                    <a:pt x="603" y="1285"/>
                  </a:lnTo>
                  <a:lnTo>
                    <a:pt x="783" y="1586"/>
                  </a:lnTo>
                  <a:lnTo>
                    <a:pt x="944" y="1285"/>
                  </a:lnTo>
                  <a:lnTo>
                    <a:pt x="1024" y="1145"/>
                  </a:lnTo>
                  <a:lnTo>
                    <a:pt x="1105" y="1044"/>
                  </a:lnTo>
                  <a:lnTo>
                    <a:pt x="1205" y="964"/>
                  </a:lnTo>
                  <a:lnTo>
                    <a:pt x="1325" y="884"/>
                  </a:lnTo>
                  <a:lnTo>
                    <a:pt x="1667" y="743"/>
                  </a:lnTo>
                  <a:lnTo>
                    <a:pt x="1325" y="582"/>
                  </a:lnTo>
                  <a:lnTo>
                    <a:pt x="1185" y="522"/>
                  </a:lnTo>
                  <a:lnTo>
                    <a:pt x="1064" y="442"/>
                  </a:lnTo>
                  <a:lnTo>
                    <a:pt x="984" y="342"/>
                  </a:lnTo>
                  <a:lnTo>
                    <a:pt x="924" y="241"/>
                  </a:lnTo>
                  <a:lnTo>
                    <a:pt x="80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38" name="Google Shape;2438;p30"/>
            <p:cNvSpPr/>
            <p:nvPr/>
          </p:nvSpPr>
          <p:spPr>
            <a:xfrm>
              <a:off x="8625330" y="2995607"/>
              <a:ext cx="61840" cy="64878"/>
            </a:xfrm>
            <a:custGeom>
              <a:rect b="b" l="l" r="r" t="t"/>
              <a:pathLst>
                <a:path extrusionOk="0" h="1708" w="1628">
                  <a:moveTo>
                    <a:pt x="884" y="1"/>
                  </a:moveTo>
                  <a:lnTo>
                    <a:pt x="744" y="282"/>
                  </a:lnTo>
                  <a:lnTo>
                    <a:pt x="663" y="402"/>
                  </a:lnTo>
                  <a:lnTo>
                    <a:pt x="583" y="503"/>
                  </a:lnTo>
                  <a:lnTo>
                    <a:pt x="462" y="603"/>
                  </a:lnTo>
                  <a:lnTo>
                    <a:pt x="342" y="663"/>
                  </a:lnTo>
                  <a:lnTo>
                    <a:pt x="1" y="824"/>
                  </a:lnTo>
                  <a:lnTo>
                    <a:pt x="322" y="985"/>
                  </a:lnTo>
                  <a:lnTo>
                    <a:pt x="462" y="1065"/>
                  </a:lnTo>
                  <a:lnTo>
                    <a:pt x="563" y="1145"/>
                  </a:lnTo>
                  <a:lnTo>
                    <a:pt x="643" y="1246"/>
                  </a:lnTo>
                  <a:lnTo>
                    <a:pt x="723" y="1386"/>
                  </a:lnTo>
                  <a:lnTo>
                    <a:pt x="884" y="1708"/>
                  </a:lnTo>
                  <a:lnTo>
                    <a:pt x="1045" y="1406"/>
                  </a:lnTo>
                  <a:lnTo>
                    <a:pt x="1185" y="1165"/>
                  </a:lnTo>
                  <a:lnTo>
                    <a:pt x="1225" y="1105"/>
                  </a:lnTo>
                  <a:lnTo>
                    <a:pt x="1306" y="1065"/>
                  </a:lnTo>
                  <a:lnTo>
                    <a:pt x="1466" y="1005"/>
                  </a:lnTo>
                  <a:lnTo>
                    <a:pt x="1547" y="965"/>
                  </a:lnTo>
                  <a:lnTo>
                    <a:pt x="1607" y="904"/>
                  </a:lnTo>
                  <a:lnTo>
                    <a:pt x="1627" y="804"/>
                  </a:lnTo>
                  <a:lnTo>
                    <a:pt x="1627" y="663"/>
                  </a:lnTo>
                  <a:lnTo>
                    <a:pt x="1466" y="684"/>
                  </a:lnTo>
                  <a:lnTo>
                    <a:pt x="1346" y="663"/>
                  </a:lnTo>
                  <a:lnTo>
                    <a:pt x="1246" y="603"/>
                  </a:lnTo>
                  <a:lnTo>
                    <a:pt x="1165" y="503"/>
                  </a:lnTo>
                  <a:lnTo>
                    <a:pt x="1085" y="402"/>
                  </a:lnTo>
                  <a:lnTo>
                    <a:pt x="1025" y="262"/>
                  </a:lnTo>
                  <a:lnTo>
                    <a:pt x="884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39" name="Google Shape;2439;p30"/>
            <p:cNvSpPr/>
            <p:nvPr/>
          </p:nvSpPr>
          <p:spPr>
            <a:xfrm>
              <a:off x="8960927" y="2222992"/>
              <a:ext cx="53445" cy="54964"/>
            </a:xfrm>
            <a:custGeom>
              <a:rect b="b" l="l" r="r" t="t"/>
              <a:pathLst>
                <a:path extrusionOk="0" h="1447" w="1407">
                  <a:moveTo>
                    <a:pt x="683" y="0"/>
                  </a:moveTo>
                  <a:lnTo>
                    <a:pt x="603" y="81"/>
                  </a:lnTo>
                  <a:lnTo>
                    <a:pt x="543" y="161"/>
                  </a:lnTo>
                  <a:lnTo>
                    <a:pt x="422" y="342"/>
                  </a:lnTo>
                  <a:lnTo>
                    <a:pt x="362" y="422"/>
                  </a:lnTo>
                  <a:lnTo>
                    <a:pt x="262" y="482"/>
                  </a:lnTo>
                  <a:lnTo>
                    <a:pt x="161" y="542"/>
                  </a:lnTo>
                  <a:lnTo>
                    <a:pt x="41" y="563"/>
                  </a:lnTo>
                  <a:lnTo>
                    <a:pt x="21" y="583"/>
                  </a:lnTo>
                  <a:lnTo>
                    <a:pt x="21" y="643"/>
                  </a:lnTo>
                  <a:lnTo>
                    <a:pt x="1" y="763"/>
                  </a:lnTo>
                  <a:lnTo>
                    <a:pt x="221" y="864"/>
                  </a:lnTo>
                  <a:lnTo>
                    <a:pt x="322" y="904"/>
                  </a:lnTo>
                  <a:lnTo>
                    <a:pt x="422" y="964"/>
                  </a:lnTo>
                  <a:lnTo>
                    <a:pt x="503" y="1085"/>
                  </a:lnTo>
                  <a:lnTo>
                    <a:pt x="563" y="1185"/>
                  </a:lnTo>
                  <a:lnTo>
                    <a:pt x="703" y="1446"/>
                  </a:lnTo>
                  <a:lnTo>
                    <a:pt x="1406" y="683"/>
                  </a:lnTo>
                  <a:lnTo>
                    <a:pt x="68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40" name="Google Shape;2440;p30"/>
            <p:cNvSpPr/>
            <p:nvPr/>
          </p:nvSpPr>
          <p:spPr>
            <a:xfrm>
              <a:off x="8796946" y="2214597"/>
              <a:ext cx="57243" cy="60282"/>
            </a:xfrm>
            <a:custGeom>
              <a:rect b="b" l="l" r="r" t="t"/>
              <a:pathLst>
                <a:path extrusionOk="0" h="1587" w="1507">
                  <a:moveTo>
                    <a:pt x="683" y="0"/>
                  </a:moveTo>
                  <a:lnTo>
                    <a:pt x="563" y="302"/>
                  </a:lnTo>
                  <a:lnTo>
                    <a:pt x="502" y="422"/>
                  </a:lnTo>
                  <a:lnTo>
                    <a:pt x="422" y="522"/>
                  </a:lnTo>
                  <a:lnTo>
                    <a:pt x="342" y="623"/>
                  </a:lnTo>
                  <a:lnTo>
                    <a:pt x="262" y="683"/>
                  </a:lnTo>
                  <a:lnTo>
                    <a:pt x="161" y="743"/>
                  </a:lnTo>
                  <a:lnTo>
                    <a:pt x="41" y="784"/>
                  </a:lnTo>
                  <a:lnTo>
                    <a:pt x="21" y="804"/>
                  </a:lnTo>
                  <a:lnTo>
                    <a:pt x="0" y="844"/>
                  </a:lnTo>
                  <a:lnTo>
                    <a:pt x="0" y="904"/>
                  </a:lnTo>
                  <a:lnTo>
                    <a:pt x="764" y="1587"/>
                  </a:lnTo>
                  <a:lnTo>
                    <a:pt x="824" y="1406"/>
                  </a:lnTo>
                  <a:lnTo>
                    <a:pt x="864" y="1306"/>
                  </a:lnTo>
                  <a:lnTo>
                    <a:pt x="904" y="1245"/>
                  </a:lnTo>
                  <a:lnTo>
                    <a:pt x="1045" y="1165"/>
                  </a:lnTo>
                  <a:lnTo>
                    <a:pt x="1185" y="1065"/>
                  </a:lnTo>
                  <a:lnTo>
                    <a:pt x="1506" y="884"/>
                  </a:lnTo>
                  <a:lnTo>
                    <a:pt x="1225" y="743"/>
                  </a:lnTo>
                  <a:lnTo>
                    <a:pt x="1105" y="663"/>
                  </a:lnTo>
                  <a:lnTo>
                    <a:pt x="1004" y="583"/>
                  </a:lnTo>
                  <a:lnTo>
                    <a:pt x="904" y="482"/>
                  </a:lnTo>
                  <a:lnTo>
                    <a:pt x="824" y="342"/>
                  </a:lnTo>
                  <a:lnTo>
                    <a:pt x="743" y="201"/>
                  </a:lnTo>
                  <a:lnTo>
                    <a:pt x="68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41" name="Google Shape;2441;p30"/>
            <p:cNvSpPr/>
            <p:nvPr/>
          </p:nvSpPr>
          <p:spPr>
            <a:xfrm>
              <a:off x="8629166" y="2378579"/>
              <a:ext cx="58003" cy="51128"/>
            </a:xfrm>
            <a:custGeom>
              <a:rect b="b" l="l" r="r" t="t"/>
              <a:pathLst>
                <a:path extrusionOk="0" h="1346" w="1527">
                  <a:moveTo>
                    <a:pt x="783" y="1"/>
                  </a:moveTo>
                  <a:lnTo>
                    <a:pt x="0" y="723"/>
                  </a:lnTo>
                  <a:lnTo>
                    <a:pt x="221" y="824"/>
                  </a:lnTo>
                  <a:lnTo>
                    <a:pt x="422" y="944"/>
                  </a:lnTo>
                  <a:lnTo>
                    <a:pt x="522" y="1025"/>
                  </a:lnTo>
                  <a:lnTo>
                    <a:pt x="582" y="1105"/>
                  </a:lnTo>
                  <a:lnTo>
                    <a:pt x="643" y="1205"/>
                  </a:lnTo>
                  <a:lnTo>
                    <a:pt x="703" y="1326"/>
                  </a:lnTo>
                  <a:lnTo>
                    <a:pt x="723" y="1346"/>
                  </a:lnTo>
                  <a:lnTo>
                    <a:pt x="783" y="1346"/>
                  </a:lnTo>
                  <a:lnTo>
                    <a:pt x="1526" y="663"/>
                  </a:lnTo>
                  <a:lnTo>
                    <a:pt x="783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42" name="Google Shape;2442;p30"/>
            <p:cNvSpPr/>
            <p:nvPr/>
          </p:nvSpPr>
          <p:spPr>
            <a:xfrm>
              <a:off x="8631445" y="2223752"/>
              <a:ext cx="54926" cy="50368"/>
            </a:xfrm>
            <a:custGeom>
              <a:rect b="b" l="l" r="r" t="t"/>
              <a:pathLst>
                <a:path extrusionOk="0" h="1326" w="1446">
                  <a:moveTo>
                    <a:pt x="703" y="0"/>
                  </a:moveTo>
                  <a:lnTo>
                    <a:pt x="0" y="663"/>
                  </a:lnTo>
                  <a:lnTo>
                    <a:pt x="723" y="1326"/>
                  </a:lnTo>
                  <a:lnTo>
                    <a:pt x="1446" y="663"/>
                  </a:lnTo>
                  <a:lnTo>
                    <a:pt x="70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43" name="Google Shape;2443;p30"/>
            <p:cNvSpPr/>
            <p:nvPr/>
          </p:nvSpPr>
          <p:spPr>
            <a:xfrm>
              <a:off x="8630685" y="2843059"/>
              <a:ext cx="57243" cy="57243"/>
            </a:xfrm>
            <a:custGeom>
              <a:rect b="b" l="l" r="r" t="t"/>
              <a:pathLst>
                <a:path extrusionOk="0" h="1507" w="1507">
                  <a:moveTo>
                    <a:pt x="783" y="1"/>
                  </a:moveTo>
                  <a:lnTo>
                    <a:pt x="0" y="744"/>
                  </a:lnTo>
                  <a:lnTo>
                    <a:pt x="803" y="1507"/>
                  </a:lnTo>
                  <a:lnTo>
                    <a:pt x="944" y="1246"/>
                  </a:lnTo>
                  <a:lnTo>
                    <a:pt x="1024" y="1125"/>
                  </a:lnTo>
                  <a:lnTo>
                    <a:pt x="1105" y="1005"/>
                  </a:lnTo>
                  <a:lnTo>
                    <a:pt x="1145" y="965"/>
                  </a:lnTo>
                  <a:lnTo>
                    <a:pt x="1225" y="945"/>
                  </a:lnTo>
                  <a:lnTo>
                    <a:pt x="1345" y="905"/>
                  </a:lnTo>
                  <a:lnTo>
                    <a:pt x="1406" y="884"/>
                  </a:lnTo>
                  <a:lnTo>
                    <a:pt x="1466" y="844"/>
                  </a:lnTo>
                  <a:lnTo>
                    <a:pt x="1506" y="764"/>
                  </a:lnTo>
                  <a:lnTo>
                    <a:pt x="1506" y="684"/>
                  </a:lnTo>
                  <a:lnTo>
                    <a:pt x="1265" y="563"/>
                  </a:lnTo>
                  <a:lnTo>
                    <a:pt x="1165" y="503"/>
                  </a:lnTo>
                  <a:lnTo>
                    <a:pt x="1064" y="423"/>
                  </a:lnTo>
                  <a:lnTo>
                    <a:pt x="964" y="342"/>
                  </a:lnTo>
                  <a:lnTo>
                    <a:pt x="904" y="242"/>
                  </a:lnTo>
                  <a:lnTo>
                    <a:pt x="823" y="121"/>
                  </a:lnTo>
                  <a:lnTo>
                    <a:pt x="783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44" name="Google Shape;2444;p30"/>
            <p:cNvSpPr/>
            <p:nvPr/>
          </p:nvSpPr>
          <p:spPr>
            <a:xfrm>
              <a:off x="8629166" y="2533405"/>
              <a:ext cx="58003" cy="52685"/>
            </a:xfrm>
            <a:custGeom>
              <a:rect b="b" l="l" r="r" t="t"/>
              <a:pathLst>
                <a:path extrusionOk="0" h="1387" w="1527">
                  <a:moveTo>
                    <a:pt x="743" y="1"/>
                  </a:moveTo>
                  <a:lnTo>
                    <a:pt x="622" y="201"/>
                  </a:lnTo>
                  <a:lnTo>
                    <a:pt x="562" y="302"/>
                  </a:lnTo>
                  <a:lnTo>
                    <a:pt x="462" y="422"/>
                  </a:lnTo>
                  <a:lnTo>
                    <a:pt x="361" y="503"/>
                  </a:lnTo>
                  <a:lnTo>
                    <a:pt x="241" y="563"/>
                  </a:lnTo>
                  <a:lnTo>
                    <a:pt x="0" y="683"/>
                  </a:lnTo>
                  <a:lnTo>
                    <a:pt x="763" y="1386"/>
                  </a:lnTo>
                  <a:lnTo>
                    <a:pt x="1526" y="703"/>
                  </a:lnTo>
                  <a:lnTo>
                    <a:pt x="743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45" name="Google Shape;2445;p30"/>
            <p:cNvSpPr/>
            <p:nvPr/>
          </p:nvSpPr>
          <p:spPr>
            <a:xfrm>
              <a:off x="8795426" y="2069685"/>
              <a:ext cx="56484" cy="48849"/>
            </a:xfrm>
            <a:custGeom>
              <a:rect b="b" l="l" r="r" t="t"/>
              <a:pathLst>
                <a:path extrusionOk="0" h="1286" w="1487">
                  <a:moveTo>
                    <a:pt x="743" y="0"/>
                  </a:moveTo>
                  <a:lnTo>
                    <a:pt x="0" y="623"/>
                  </a:lnTo>
                  <a:lnTo>
                    <a:pt x="783" y="1285"/>
                  </a:lnTo>
                  <a:lnTo>
                    <a:pt x="884" y="1085"/>
                  </a:lnTo>
                  <a:lnTo>
                    <a:pt x="944" y="984"/>
                  </a:lnTo>
                  <a:lnTo>
                    <a:pt x="1004" y="884"/>
                  </a:lnTo>
                  <a:lnTo>
                    <a:pt x="1125" y="824"/>
                  </a:lnTo>
                  <a:lnTo>
                    <a:pt x="1245" y="763"/>
                  </a:lnTo>
                  <a:lnTo>
                    <a:pt x="1486" y="643"/>
                  </a:lnTo>
                  <a:lnTo>
                    <a:pt x="74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46" name="Google Shape;2446;p30"/>
            <p:cNvSpPr/>
            <p:nvPr/>
          </p:nvSpPr>
          <p:spPr>
            <a:xfrm>
              <a:off x="8630685" y="2688992"/>
              <a:ext cx="57243" cy="54964"/>
            </a:xfrm>
            <a:custGeom>
              <a:rect b="b" l="l" r="r" t="t"/>
              <a:pathLst>
                <a:path extrusionOk="0" h="1447" w="1507">
                  <a:moveTo>
                    <a:pt x="763" y="1"/>
                  </a:moveTo>
                  <a:lnTo>
                    <a:pt x="0" y="704"/>
                  </a:lnTo>
                  <a:lnTo>
                    <a:pt x="803" y="1447"/>
                  </a:lnTo>
                  <a:lnTo>
                    <a:pt x="944" y="1186"/>
                  </a:lnTo>
                  <a:lnTo>
                    <a:pt x="1024" y="1065"/>
                  </a:lnTo>
                  <a:lnTo>
                    <a:pt x="1125" y="965"/>
                  </a:lnTo>
                  <a:lnTo>
                    <a:pt x="1165" y="925"/>
                  </a:lnTo>
                  <a:lnTo>
                    <a:pt x="1225" y="904"/>
                  </a:lnTo>
                  <a:lnTo>
                    <a:pt x="1366" y="864"/>
                  </a:lnTo>
                  <a:lnTo>
                    <a:pt x="1426" y="824"/>
                  </a:lnTo>
                  <a:lnTo>
                    <a:pt x="1466" y="784"/>
                  </a:lnTo>
                  <a:lnTo>
                    <a:pt x="1506" y="724"/>
                  </a:lnTo>
                  <a:lnTo>
                    <a:pt x="1506" y="623"/>
                  </a:lnTo>
                  <a:lnTo>
                    <a:pt x="1125" y="302"/>
                  </a:lnTo>
                  <a:lnTo>
                    <a:pt x="763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47" name="Google Shape;2447;p30"/>
            <p:cNvSpPr/>
            <p:nvPr/>
          </p:nvSpPr>
          <p:spPr>
            <a:xfrm>
              <a:off x="8793147" y="1914098"/>
              <a:ext cx="55686" cy="46532"/>
            </a:xfrm>
            <a:custGeom>
              <a:rect b="b" l="l" r="r" t="t"/>
              <a:pathLst>
                <a:path extrusionOk="0" h="1225" w="1466">
                  <a:moveTo>
                    <a:pt x="783" y="0"/>
                  </a:moveTo>
                  <a:lnTo>
                    <a:pt x="0" y="663"/>
                  </a:lnTo>
                  <a:lnTo>
                    <a:pt x="221" y="743"/>
                  </a:lnTo>
                  <a:lnTo>
                    <a:pt x="341" y="783"/>
                  </a:lnTo>
                  <a:lnTo>
                    <a:pt x="422" y="843"/>
                  </a:lnTo>
                  <a:lnTo>
                    <a:pt x="522" y="924"/>
                  </a:lnTo>
                  <a:lnTo>
                    <a:pt x="582" y="1004"/>
                  </a:lnTo>
                  <a:lnTo>
                    <a:pt x="643" y="1084"/>
                  </a:lnTo>
                  <a:lnTo>
                    <a:pt x="703" y="1205"/>
                  </a:lnTo>
                  <a:lnTo>
                    <a:pt x="723" y="1225"/>
                  </a:lnTo>
                  <a:lnTo>
                    <a:pt x="783" y="1225"/>
                  </a:lnTo>
                  <a:lnTo>
                    <a:pt x="1466" y="602"/>
                  </a:lnTo>
                  <a:lnTo>
                    <a:pt x="78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48" name="Google Shape;2448;p30"/>
            <p:cNvSpPr/>
            <p:nvPr/>
          </p:nvSpPr>
          <p:spPr>
            <a:xfrm>
              <a:off x="8632965" y="2067405"/>
              <a:ext cx="53407" cy="49608"/>
            </a:xfrm>
            <a:custGeom>
              <a:rect b="b" l="l" r="r" t="t"/>
              <a:pathLst>
                <a:path extrusionOk="0" h="1306" w="1406">
                  <a:moveTo>
                    <a:pt x="663" y="0"/>
                  </a:moveTo>
                  <a:lnTo>
                    <a:pt x="563" y="161"/>
                  </a:lnTo>
                  <a:lnTo>
                    <a:pt x="502" y="261"/>
                  </a:lnTo>
                  <a:lnTo>
                    <a:pt x="422" y="341"/>
                  </a:lnTo>
                  <a:lnTo>
                    <a:pt x="322" y="422"/>
                  </a:lnTo>
                  <a:lnTo>
                    <a:pt x="221" y="502"/>
                  </a:lnTo>
                  <a:lnTo>
                    <a:pt x="0" y="663"/>
                  </a:lnTo>
                  <a:lnTo>
                    <a:pt x="683" y="1305"/>
                  </a:lnTo>
                  <a:lnTo>
                    <a:pt x="1406" y="663"/>
                  </a:lnTo>
                  <a:lnTo>
                    <a:pt x="66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49" name="Google Shape;2449;p30"/>
            <p:cNvSpPr/>
            <p:nvPr/>
          </p:nvSpPr>
          <p:spPr>
            <a:xfrm>
              <a:off x="8633724" y="1912541"/>
              <a:ext cx="54964" cy="48089"/>
            </a:xfrm>
            <a:custGeom>
              <a:rect b="b" l="l" r="r" t="t"/>
              <a:pathLst>
                <a:path extrusionOk="0" h="1266" w="1447">
                  <a:moveTo>
                    <a:pt x="683" y="1"/>
                  </a:moveTo>
                  <a:lnTo>
                    <a:pt x="0" y="664"/>
                  </a:lnTo>
                  <a:lnTo>
                    <a:pt x="663" y="1266"/>
                  </a:lnTo>
                  <a:lnTo>
                    <a:pt x="1446" y="603"/>
                  </a:lnTo>
                  <a:lnTo>
                    <a:pt x="1165" y="503"/>
                  </a:lnTo>
                  <a:lnTo>
                    <a:pt x="1065" y="443"/>
                  </a:lnTo>
                  <a:lnTo>
                    <a:pt x="964" y="382"/>
                  </a:lnTo>
                  <a:lnTo>
                    <a:pt x="884" y="282"/>
                  </a:lnTo>
                  <a:lnTo>
                    <a:pt x="804" y="182"/>
                  </a:lnTo>
                  <a:lnTo>
                    <a:pt x="683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Numbers and text">
  <p:cSld name="CUSTOM_3_1">
    <p:spTree>
      <p:nvGrpSpPr>
        <p:cNvPr id="2450" name="Shape 24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1" name="Google Shape;2451;p31"/>
          <p:cNvSpPr txBox="1"/>
          <p:nvPr>
            <p:ph hasCustomPrompt="1" type="title"/>
          </p:nvPr>
        </p:nvSpPr>
        <p:spPr>
          <a:xfrm>
            <a:off x="1454700" y="1288988"/>
            <a:ext cx="2286000" cy="45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Font typeface="Arial"/>
              <a:buNone/>
              <a:defRPr sz="45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9pPr>
          </a:lstStyle>
          <a:p>
            <a:r>
              <a:t>xx%</a:t>
            </a:r>
          </a:p>
        </p:txBody>
      </p:sp>
      <p:sp>
        <p:nvSpPr>
          <p:cNvPr id="2452" name="Google Shape;2452;p31"/>
          <p:cNvSpPr txBox="1"/>
          <p:nvPr>
            <p:ph idx="1" type="subTitle"/>
          </p:nvPr>
        </p:nvSpPr>
        <p:spPr>
          <a:xfrm>
            <a:off x="3429000" y="3936950"/>
            <a:ext cx="2286000" cy="365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600"/>
            </a:lvl1pPr>
            <a:lvl2pPr lvl="1" rtl="0" algn="ctr">
              <a:spcBef>
                <a:spcPts val="0"/>
              </a:spcBef>
              <a:spcAft>
                <a:spcPts val="0"/>
              </a:spcAft>
              <a:buNone/>
              <a:defRPr sz="1600"/>
            </a:lvl2pPr>
            <a:lvl3pPr lvl="2" rtl="0" algn="ctr">
              <a:spcBef>
                <a:spcPts val="0"/>
              </a:spcBef>
              <a:spcAft>
                <a:spcPts val="0"/>
              </a:spcAft>
              <a:buNone/>
              <a:defRPr sz="1600"/>
            </a:lvl3pPr>
            <a:lvl4pPr lvl="3" rtl="0" algn="ctr">
              <a:spcBef>
                <a:spcPts val="0"/>
              </a:spcBef>
              <a:spcAft>
                <a:spcPts val="0"/>
              </a:spcAft>
              <a:buNone/>
              <a:defRPr sz="1600"/>
            </a:lvl4pPr>
            <a:lvl5pPr lvl="4" rtl="0" algn="ctr">
              <a:spcBef>
                <a:spcPts val="0"/>
              </a:spcBef>
              <a:spcAft>
                <a:spcPts val="0"/>
              </a:spcAft>
              <a:buNone/>
              <a:defRPr sz="1600"/>
            </a:lvl5pPr>
            <a:lvl6pPr lvl="5" rtl="0" algn="ctr">
              <a:spcBef>
                <a:spcPts val="0"/>
              </a:spcBef>
              <a:spcAft>
                <a:spcPts val="0"/>
              </a:spcAft>
              <a:buNone/>
              <a:defRPr sz="1600"/>
            </a:lvl6pPr>
            <a:lvl7pPr lvl="6" rtl="0" algn="ctr">
              <a:spcBef>
                <a:spcPts val="0"/>
              </a:spcBef>
              <a:spcAft>
                <a:spcPts val="0"/>
              </a:spcAft>
              <a:buNone/>
              <a:defRPr sz="1600"/>
            </a:lvl7pPr>
            <a:lvl8pPr lvl="7" rtl="0" algn="ctr">
              <a:spcBef>
                <a:spcPts val="0"/>
              </a:spcBef>
              <a:spcAft>
                <a:spcPts val="0"/>
              </a:spcAft>
              <a:buNone/>
              <a:defRPr sz="1600"/>
            </a:lvl8pPr>
            <a:lvl9pPr lvl="8" rtl="0" algn="ctr">
              <a:spcBef>
                <a:spcPts val="0"/>
              </a:spcBef>
              <a:spcAft>
                <a:spcPts val="0"/>
              </a:spcAft>
              <a:buNone/>
              <a:defRPr sz="1600"/>
            </a:lvl9pPr>
          </a:lstStyle>
          <a:p/>
        </p:txBody>
      </p:sp>
      <p:sp>
        <p:nvSpPr>
          <p:cNvPr id="2453" name="Google Shape;2453;p31"/>
          <p:cNvSpPr txBox="1"/>
          <p:nvPr>
            <p:ph hasCustomPrompt="1" idx="2" type="title"/>
          </p:nvPr>
        </p:nvSpPr>
        <p:spPr>
          <a:xfrm>
            <a:off x="3429000" y="3307319"/>
            <a:ext cx="2286000" cy="45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Font typeface="Arial"/>
              <a:buNone/>
              <a:defRPr sz="45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9pPr>
          </a:lstStyle>
          <a:p>
            <a:r>
              <a:t>xx%</a:t>
            </a:r>
          </a:p>
        </p:txBody>
      </p:sp>
      <p:sp>
        <p:nvSpPr>
          <p:cNvPr id="2454" name="Google Shape;2454;p31"/>
          <p:cNvSpPr txBox="1"/>
          <p:nvPr>
            <p:ph idx="3" type="subTitle"/>
          </p:nvPr>
        </p:nvSpPr>
        <p:spPr>
          <a:xfrm>
            <a:off x="5403300" y="1924406"/>
            <a:ext cx="2286000" cy="365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600"/>
            </a:lvl1pPr>
            <a:lvl2pPr lvl="1" rtl="0" algn="ctr">
              <a:spcBef>
                <a:spcPts val="0"/>
              </a:spcBef>
              <a:spcAft>
                <a:spcPts val="0"/>
              </a:spcAft>
              <a:buNone/>
              <a:defRPr sz="1600"/>
            </a:lvl2pPr>
            <a:lvl3pPr lvl="2" rtl="0" algn="ctr">
              <a:spcBef>
                <a:spcPts val="0"/>
              </a:spcBef>
              <a:spcAft>
                <a:spcPts val="0"/>
              </a:spcAft>
              <a:buNone/>
              <a:defRPr sz="1600"/>
            </a:lvl3pPr>
            <a:lvl4pPr lvl="3" rtl="0" algn="ctr">
              <a:spcBef>
                <a:spcPts val="0"/>
              </a:spcBef>
              <a:spcAft>
                <a:spcPts val="0"/>
              </a:spcAft>
              <a:buNone/>
              <a:defRPr sz="1600"/>
            </a:lvl4pPr>
            <a:lvl5pPr lvl="4" rtl="0" algn="ctr">
              <a:spcBef>
                <a:spcPts val="0"/>
              </a:spcBef>
              <a:spcAft>
                <a:spcPts val="0"/>
              </a:spcAft>
              <a:buNone/>
              <a:defRPr sz="1600"/>
            </a:lvl5pPr>
            <a:lvl6pPr lvl="5" rtl="0" algn="ctr">
              <a:spcBef>
                <a:spcPts val="0"/>
              </a:spcBef>
              <a:spcAft>
                <a:spcPts val="0"/>
              </a:spcAft>
              <a:buNone/>
              <a:defRPr sz="1600"/>
            </a:lvl6pPr>
            <a:lvl7pPr lvl="6" rtl="0" algn="ctr">
              <a:spcBef>
                <a:spcPts val="0"/>
              </a:spcBef>
              <a:spcAft>
                <a:spcPts val="0"/>
              </a:spcAft>
              <a:buNone/>
              <a:defRPr sz="1600"/>
            </a:lvl7pPr>
            <a:lvl8pPr lvl="7" rtl="0" algn="ctr">
              <a:spcBef>
                <a:spcPts val="0"/>
              </a:spcBef>
              <a:spcAft>
                <a:spcPts val="0"/>
              </a:spcAft>
              <a:buNone/>
              <a:defRPr sz="1600"/>
            </a:lvl8pPr>
            <a:lvl9pPr lvl="8" rtl="0" algn="ctr">
              <a:spcBef>
                <a:spcPts val="0"/>
              </a:spcBef>
              <a:spcAft>
                <a:spcPts val="0"/>
              </a:spcAft>
              <a:buNone/>
              <a:defRPr sz="1600"/>
            </a:lvl9pPr>
          </a:lstStyle>
          <a:p/>
        </p:txBody>
      </p:sp>
      <p:sp>
        <p:nvSpPr>
          <p:cNvPr id="2455" name="Google Shape;2455;p31"/>
          <p:cNvSpPr txBox="1"/>
          <p:nvPr>
            <p:ph hasCustomPrompt="1" idx="4" type="title"/>
          </p:nvPr>
        </p:nvSpPr>
        <p:spPr>
          <a:xfrm>
            <a:off x="5403300" y="1288988"/>
            <a:ext cx="2286000" cy="45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Font typeface="Arial"/>
              <a:buNone/>
              <a:defRPr sz="45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9pPr>
          </a:lstStyle>
          <a:p>
            <a:r>
              <a:t>xx%</a:t>
            </a:r>
          </a:p>
        </p:txBody>
      </p:sp>
      <p:sp>
        <p:nvSpPr>
          <p:cNvPr id="2456" name="Google Shape;2456;p31"/>
          <p:cNvSpPr txBox="1"/>
          <p:nvPr>
            <p:ph idx="5" type="subTitle"/>
          </p:nvPr>
        </p:nvSpPr>
        <p:spPr>
          <a:xfrm>
            <a:off x="1454700" y="1924406"/>
            <a:ext cx="2286000" cy="365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600"/>
            </a:lvl1pPr>
            <a:lvl2pPr lvl="1" rtl="0" algn="ctr">
              <a:spcBef>
                <a:spcPts val="0"/>
              </a:spcBef>
              <a:spcAft>
                <a:spcPts val="0"/>
              </a:spcAft>
              <a:buNone/>
              <a:defRPr sz="1600"/>
            </a:lvl2pPr>
            <a:lvl3pPr lvl="2" rtl="0" algn="ctr">
              <a:spcBef>
                <a:spcPts val="0"/>
              </a:spcBef>
              <a:spcAft>
                <a:spcPts val="0"/>
              </a:spcAft>
              <a:buNone/>
              <a:defRPr sz="1600"/>
            </a:lvl3pPr>
            <a:lvl4pPr lvl="3" rtl="0" algn="ctr">
              <a:spcBef>
                <a:spcPts val="0"/>
              </a:spcBef>
              <a:spcAft>
                <a:spcPts val="0"/>
              </a:spcAft>
              <a:buNone/>
              <a:defRPr sz="1600"/>
            </a:lvl4pPr>
            <a:lvl5pPr lvl="4" rtl="0" algn="ctr">
              <a:spcBef>
                <a:spcPts val="0"/>
              </a:spcBef>
              <a:spcAft>
                <a:spcPts val="0"/>
              </a:spcAft>
              <a:buNone/>
              <a:defRPr sz="1600"/>
            </a:lvl5pPr>
            <a:lvl6pPr lvl="5" rtl="0" algn="ctr">
              <a:spcBef>
                <a:spcPts val="0"/>
              </a:spcBef>
              <a:spcAft>
                <a:spcPts val="0"/>
              </a:spcAft>
              <a:buNone/>
              <a:defRPr sz="1600"/>
            </a:lvl6pPr>
            <a:lvl7pPr lvl="6" rtl="0" algn="ctr">
              <a:spcBef>
                <a:spcPts val="0"/>
              </a:spcBef>
              <a:spcAft>
                <a:spcPts val="0"/>
              </a:spcAft>
              <a:buNone/>
              <a:defRPr sz="1600"/>
            </a:lvl7pPr>
            <a:lvl8pPr lvl="7" rtl="0" algn="ctr">
              <a:spcBef>
                <a:spcPts val="0"/>
              </a:spcBef>
              <a:spcAft>
                <a:spcPts val="0"/>
              </a:spcAft>
              <a:buNone/>
              <a:defRPr sz="1600"/>
            </a:lvl8pPr>
            <a:lvl9pPr lvl="8" rtl="0" algn="ctr">
              <a:spcBef>
                <a:spcPts val="0"/>
              </a:spcBef>
              <a:spcAft>
                <a:spcPts val="0"/>
              </a:spcAft>
              <a:buNone/>
              <a:defRPr sz="1600"/>
            </a:lvl9pPr>
          </a:lstStyle>
          <a:p/>
        </p:txBody>
      </p:sp>
      <p:sp>
        <p:nvSpPr>
          <p:cNvPr id="2457" name="Google Shape;2457;p31"/>
          <p:cNvSpPr txBox="1"/>
          <p:nvPr>
            <p:ph idx="6" type="title"/>
          </p:nvPr>
        </p:nvSpPr>
        <p:spPr>
          <a:xfrm>
            <a:off x="713225" y="530352"/>
            <a:ext cx="7717500" cy="292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/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458" name="Google Shape;2458;p31"/>
          <p:cNvSpPr/>
          <p:nvPr/>
        </p:nvSpPr>
        <p:spPr>
          <a:xfrm flipH="1">
            <a:off x="8430775" y="0"/>
            <a:ext cx="713100" cy="51747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59" name="Google Shape;2459;p31"/>
          <p:cNvSpPr/>
          <p:nvPr/>
        </p:nvSpPr>
        <p:spPr>
          <a:xfrm flipH="1">
            <a:off x="125" y="0"/>
            <a:ext cx="713100" cy="51747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60" name="Google Shape;2460;p31"/>
          <p:cNvSpPr/>
          <p:nvPr/>
        </p:nvSpPr>
        <p:spPr>
          <a:xfrm>
            <a:off x="8571313" y="4085322"/>
            <a:ext cx="457237" cy="429412"/>
          </a:xfrm>
          <a:custGeom>
            <a:rect b="b" l="l" r="r" t="t"/>
            <a:pathLst>
              <a:path extrusionOk="0" h="92099" w="98067">
                <a:moveTo>
                  <a:pt x="49019" y="0"/>
                </a:moveTo>
                <a:lnTo>
                  <a:pt x="48824" y="1171"/>
                </a:lnTo>
                <a:lnTo>
                  <a:pt x="48629" y="2064"/>
                </a:lnTo>
                <a:lnTo>
                  <a:pt x="48378" y="3151"/>
                </a:lnTo>
                <a:lnTo>
                  <a:pt x="48071" y="4434"/>
                </a:lnTo>
                <a:lnTo>
                  <a:pt x="47709" y="5884"/>
                </a:lnTo>
                <a:lnTo>
                  <a:pt x="47263" y="7501"/>
                </a:lnTo>
                <a:lnTo>
                  <a:pt x="46733" y="9230"/>
                </a:lnTo>
                <a:lnTo>
                  <a:pt x="46119" y="11070"/>
                </a:lnTo>
                <a:lnTo>
                  <a:pt x="45422" y="13050"/>
                </a:lnTo>
                <a:lnTo>
                  <a:pt x="44641" y="15085"/>
                </a:lnTo>
                <a:lnTo>
                  <a:pt x="43777" y="17177"/>
                </a:lnTo>
                <a:lnTo>
                  <a:pt x="43303" y="18264"/>
                </a:lnTo>
                <a:lnTo>
                  <a:pt x="42801" y="19351"/>
                </a:lnTo>
                <a:lnTo>
                  <a:pt x="42271" y="20439"/>
                </a:lnTo>
                <a:lnTo>
                  <a:pt x="41742" y="21554"/>
                </a:lnTo>
                <a:lnTo>
                  <a:pt x="41156" y="22670"/>
                </a:lnTo>
                <a:lnTo>
                  <a:pt x="40543" y="23785"/>
                </a:lnTo>
                <a:lnTo>
                  <a:pt x="39929" y="24900"/>
                </a:lnTo>
                <a:lnTo>
                  <a:pt x="39260" y="25988"/>
                </a:lnTo>
                <a:lnTo>
                  <a:pt x="38563" y="27103"/>
                </a:lnTo>
                <a:lnTo>
                  <a:pt x="37838" y="28218"/>
                </a:lnTo>
                <a:lnTo>
                  <a:pt x="37113" y="29306"/>
                </a:lnTo>
                <a:lnTo>
                  <a:pt x="36332" y="30421"/>
                </a:lnTo>
                <a:lnTo>
                  <a:pt x="35524" y="31481"/>
                </a:lnTo>
                <a:lnTo>
                  <a:pt x="34687" y="32568"/>
                </a:lnTo>
                <a:lnTo>
                  <a:pt x="33795" y="33600"/>
                </a:lnTo>
                <a:lnTo>
                  <a:pt x="32903" y="34659"/>
                </a:lnTo>
                <a:lnTo>
                  <a:pt x="31954" y="35663"/>
                </a:lnTo>
                <a:lnTo>
                  <a:pt x="30979" y="36667"/>
                </a:lnTo>
                <a:lnTo>
                  <a:pt x="29975" y="37643"/>
                </a:lnTo>
                <a:lnTo>
                  <a:pt x="28943" y="38591"/>
                </a:lnTo>
                <a:lnTo>
                  <a:pt x="27856" y="39511"/>
                </a:lnTo>
                <a:lnTo>
                  <a:pt x="26740" y="40403"/>
                </a:lnTo>
                <a:lnTo>
                  <a:pt x="25597" y="41268"/>
                </a:lnTo>
                <a:lnTo>
                  <a:pt x="24426" y="42104"/>
                </a:lnTo>
                <a:lnTo>
                  <a:pt x="23199" y="42885"/>
                </a:lnTo>
                <a:lnTo>
                  <a:pt x="21944" y="43638"/>
                </a:lnTo>
                <a:lnTo>
                  <a:pt x="20634" y="44363"/>
                </a:lnTo>
                <a:lnTo>
                  <a:pt x="19295" y="45060"/>
                </a:lnTo>
                <a:lnTo>
                  <a:pt x="17929" y="45673"/>
                </a:lnTo>
                <a:lnTo>
                  <a:pt x="16507" y="46287"/>
                </a:lnTo>
                <a:lnTo>
                  <a:pt x="15057" y="46816"/>
                </a:lnTo>
                <a:lnTo>
                  <a:pt x="13551" y="47318"/>
                </a:lnTo>
                <a:lnTo>
                  <a:pt x="12018" y="47765"/>
                </a:lnTo>
                <a:lnTo>
                  <a:pt x="10428" y="48155"/>
                </a:lnTo>
                <a:lnTo>
                  <a:pt x="8811" y="48489"/>
                </a:lnTo>
                <a:lnTo>
                  <a:pt x="7138" y="48768"/>
                </a:lnTo>
                <a:lnTo>
                  <a:pt x="5409" y="48991"/>
                </a:lnTo>
                <a:lnTo>
                  <a:pt x="3653" y="49159"/>
                </a:lnTo>
                <a:lnTo>
                  <a:pt x="1868" y="49242"/>
                </a:lnTo>
                <a:lnTo>
                  <a:pt x="948" y="49270"/>
                </a:lnTo>
                <a:lnTo>
                  <a:pt x="0" y="49298"/>
                </a:lnTo>
                <a:lnTo>
                  <a:pt x="474" y="49438"/>
                </a:lnTo>
                <a:lnTo>
                  <a:pt x="1840" y="49856"/>
                </a:lnTo>
                <a:lnTo>
                  <a:pt x="3959" y="50581"/>
                </a:lnTo>
                <a:lnTo>
                  <a:pt x="5270" y="51055"/>
                </a:lnTo>
                <a:lnTo>
                  <a:pt x="6720" y="51585"/>
                </a:lnTo>
                <a:lnTo>
                  <a:pt x="8309" y="52226"/>
                </a:lnTo>
                <a:lnTo>
                  <a:pt x="10010" y="52951"/>
                </a:lnTo>
                <a:lnTo>
                  <a:pt x="11823" y="53732"/>
                </a:lnTo>
                <a:lnTo>
                  <a:pt x="13719" y="54624"/>
                </a:lnTo>
                <a:lnTo>
                  <a:pt x="15698" y="55600"/>
                </a:lnTo>
                <a:lnTo>
                  <a:pt x="17762" y="56631"/>
                </a:lnTo>
                <a:lnTo>
                  <a:pt x="19853" y="57775"/>
                </a:lnTo>
                <a:lnTo>
                  <a:pt x="21972" y="59001"/>
                </a:lnTo>
                <a:lnTo>
                  <a:pt x="23032" y="59671"/>
                </a:lnTo>
                <a:lnTo>
                  <a:pt x="24119" y="60340"/>
                </a:lnTo>
                <a:lnTo>
                  <a:pt x="25179" y="61037"/>
                </a:lnTo>
                <a:lnTo>
                  <a:pt x="26266" y="61762"/>
                </a:lnTo>
                <a:lnTo>
                  <a:pt x="27354" y="62487"/>
                </a:lnTo>
                <a:lnTo>
                  <a:pt x="28413" y="63268"/>
                </a:lnTo>
                <a:lnTo>
                  <a:pt x="29473" y="64048"/>
                </a:lnTo>
                <a:lnTo>
                  <a:pt x="30532" y="64857"/>
                </a:lnTo>
                <a:lnTo>
                  <a:pt x="31592" y="65693"/>
                </a:lnTo>
                <a:lnTo>
                  <a:pt x="32624" y="66558"/>
                </a:lnTo>
                <a:lnTo>
                  <a:pt x="33627" y="67450"/>
                </a:lnTo>
                <a:lnTo>
                  <a:pt x="34659" y="68370"/>
                </a:lnTo>
                <a:lnTo>
                  <a:pt x="35635" y="69290"/>
                </a:lnTo>
                <a:lnTo>
                  <a:pt x="36611" y="70266"/>
                </a:lnTo>
                <a:lnTo>
                  <a:pt x="37559" y="71242"/>
                </a:lnTo>
                <a:lnTo>
                  <a:pt x="38507" y="72274"/>
                </a:lnTo>
                <a:lnTo>
                  <a:pt x="39399" y="73306"/>
                </a:lnTo>
                <a:lnTo>
                  <a:pt x="40292" y="74365"/>
                </a:lnTo>
                <a:lnTo>
                  <a:pt x="41156" y="75453"/>
                </a:lnTo>
                <a:lnTo>
                  <a:pt x="41993" y="76568"/>
                </a:lnTo>
                <a:lnTo>
                  <a:pt x="42773" y="77711"/>
                </a:lnTo>
                <a:lnTo>
                  <a:pt x="43554" y="78882"/>
                </a:lnTo>
                <a:lnTo>
                  <a:pt x="44279" y="80081"/>
                </a:lnTo>
                <a:lnTo>
                  <a:pt x="44976" y="81308"/>
                </a:lnTo>
                <a:lnTo>
                  <a:pt x="45617" y="82563"/>
                </a:lnTo>
                <a:lnTo>
                  <a:pt x="46259" y="83846"/>
                </a:lnTo>
                <a:lnTo>
                  <a:pt x="46816" y="85156"/>
                </a:lnTo>
                <a:lnTo>
                  <a:pt x="47374" y="86494"/>
                </a:lnTo>
                <a:lnTo>
                  <a:pt x="47848" y="87833"/>
                </a:lnTo>
                <a:lnTo>
                  <a:pt x="48294" y="89227"/>
                </a:lnTo>
                <a:lnTo>
                  <a:pt x="48685" y="90649"/>
                </a:lnTo>
                <a:lnTo>
                  <a:pt x="49019" y="92099"/>
                </a:lnTo>
                <a:lnTo>
                  <a:pt x="49382" y="90649"/>
                </a:lnTo>
                <a:lnTo>
                  <a:pt x="49772" y="89227"/>
                </a:lnTo>
                <a:lnTo>
                  <a:pt x="50218" y="87833"/>
                </a:lnTo>
                <a:lnTo>
                  <a:pt x="50692" y="86494"/>
                </a:lnTo>
                <a:lnTo>
                  <a:pt x="51250" y="85156"/>
                </a:lnTo>
                <a:lnTo>
                  <a:pt x="51808" y="83846"/>
                </a:lnTo>
                <a:lnTo>
                  <a:pt x="52421" y="82563"/>
                </a:lnTo>
                <a:lnTo>
                  <a:pt x="53090" y="81308"/>
                </a:lnTo>
                <a:lnTo>
                  <a:pt x="53787" y="80081"/>
                </a:lnTo>
                <a:lnTo>
                  <a:pt x="54512" y="78882"/>
                </a:lnTo>
                <a:lnTo>
                  <a:pt x="55293" y="77711"/>
                </a:lnTo>
                <a:lnTo>
                  <a:pt x="56074" y="76568"/>
                </a:lnTo>
                <a:lnTo>
                  <a:pt x="56910" y="75453"/>
                </a:lnTo>
                <a:lnTo>
                  <a:pt x="57775" y="74365"/>
                </a:lnTo>
                <a:lnTo>
                  <a:pt x="58639" y="73306"/>
                </a:lnTo>
                <a:lnTo>
                  <a:pt x="59559" y="72274"/>
                </a:lnTo>
                <a:lnTo>
                  <a:pt x="60479" y="71242"/>
                </a:lnTo>
                <a:lnTo>
                  <a:pt x="61455" y="70266"/>
                </a:lnTo>
                <a:lnTo>
                  <a:pt x="62431" y="69290"/>
                </a:lnTo>
                <a:lnTo>
                  <a:pt x="63407" y="68370"/>
                </a:lnTo>
                <a:lnTo>
                  <a:pt x="64411" y="67450"/>
                </a:lnTo>
                <a:lnTo>
                  <a:pt x="65443" y="66558"/>
                </a:lnTo>
                <a:lnTo>
                  <a:pt x="66474" y="65693"/>
                </a:lnTo>
                <a:lnTo>
                  <a:pt x="67534" y="64857"/>
                </a:lnTo>
                <a:lnTo>
                  <a:pt x="68593" y="64048"/>
                </a:lnTo>
                <a:lnTo>
                  <a:pt x="69653" y="63268"/>
                </a:lnTo>
                <a:lnTo>
                  <a:pt x="70713" y="62487"/>
                </a:lnTo>
                <a:lnTo>
                  <a:pt x="71800" y="61762"/>
                </a:lnTo>
                <a:lnTo>
                  <a:pt x="72860" y="61037"/>
                </a:lnTo>
                <a:lnTo>
                  <a:pt x="73947" y="60340"/>
                </a:lnTo>
                <a:lnTo>
                  <a:pt x="75034" y="59671"/>
                </a:lnTo>
                <a:lnTo>
                  <a:pt x="76094" y="59001"/>
                </a:lnTo>
                <a:lnTo>
                  <a:pt x="78213" y="57775"/>
                </a:lnTo>
                <a:lnTo>
                  <a:pt x="80304" y="56631"/>
                </a:lnTo>
                <a:lnTo>
                  <a:pt x="82368" y="55600"/>
                </a:lnTo>
                <a:lnTo>
                  <a:pt x="84348" y="54624"/>
                </a:lnTo>
                <a:lnTo>
                  <a:pt x="86244" y="53732"/>
                </a:lnTo>
                <a:lnTo>
                  <a:pt x="88056" y="52951"/>
                </a:lnTo>
                <a:lnTo>
                  <a:pt x="89757" y="52226"/>
                </a:lnTo>
                <a:lnTo>
                  <a:pt x="91346" y="51585"/>
                </a:lnTo>
                <a:lnTo>
                  <a:pt x="92796" y="51055"/>
                </a:lnTo>
                <a:lnTo>
                  <a:pt x="94107" y="50581"/>
                </a:lnTo>
                <a:lnTo>
                  <a:pt x="96226" y="49856"/>
                </a:lnTo>
                <a:lnTo>
                  <a:pt x="97592" y="49438"/>
                </a:lnTo>
                <a:lnTo>
                  <a:pt x="98066" y="49298"/>
                </a:lnTo>
                <a:lnTo>
                  <a:pt x="97118" y="49270"/>
                </a:lnTo>
                <a:lnTo>
                  <a:pt x="96198" y="49242"/>
                </a:lnTo>
                <a:lnTo>
                  <a:pt x="94413" y="49159"/>
                </a:lnTo>
                <a:lnTo>
                  <a:pt x="92657" y="48991"/>
                </a:lnTo>
                <a:lnTo>
                  <a:pt x="90928" y="48768"/>
                </a:lnTo>
                <a:lnTo>
                  <a:pt x="89255" y="48489"/>
                </a:lnTo>
                <a:lnTo>
                  <a:pt x="87638" y="48155"/>
                </a:lnTo>
                <a:lnTo>
                  <a:pt x="86048" y="47765"/>
                </a:lnTo>
                <a:lnTo>
                  <a:pt x="84515" y="47318"/>
                </a:lnTo>
                <a:lnTo>
                  <a:pt x="83009" y="46816"/>
                </a:lnTo>
                <a:lnTo>
                  <a:pt x="81559" y="46287"/>
                </a:lnTo>
                <a:lnTo>
                  <a:pt x="80137" y="45673"/>
                </a:lnTo>
                <a:lnTo>
                  <a:pt x="78771" y="45060"/>
                </a:lnTo>
                <a:lnTo>
                  <a:pt x="77432" y="44363"/>
                </a:lnTo>
                <a:lnTo>
                  <a:pt x="76122" y="43638"/>
                </a:lnTo>
                <a:lnTo>
                  <a:pt x="74867" y="42885"/>
                </a:lnTo>
                <a:lnTo>
                  <a:pt x="73640" y="42104"/>
                </a:lnTo>
                <a:lnTo>
                  <a:pt x="72469" y="41268"/>
                </a:lnTo>
                <a:lnTo>
                  <a:pt x="71298" y="40403"/>
                </a:lnTo>
                <a:lnTo>
                  <a:pt x="70211" y="39511"/>
                </a:lnTo>
                <a:lnTo>
                  <a:pt x="69123" y="38591"/>
                </a:lnTo>
                <a:lnTo>
                  <a:pt x="68091" y="37643"/>
                </a:lnTo>
                <a:lnTo>
                  <a:pt x="67088" y="36667"/>
                </a:lnTo>
                <a:lnTo>
                  <a:pt x="66112" y="35663"/>
                </a:lnTo>
                <a:lnTo>
                  <a:pt x="65164" y="34659"/>
                </a:lnTo>
                <a:lnTo>
                  <a:pt x="64271" y="33600"/>
                </a:lnTo>
                <a:lnTo>
                  <a:pt x="63379" y="32568"/>
                </a:lnTo>
                <a:lnTo>
                  <a:pt x="62543" y="31481"/>
                </a:lnTo>
                <a:lnTo>
                  <a:pt x="61734" y="30421"/>
                </a:lnTo>
                <a:lnTo>
                  <a:pt x="60953" y="29306"/>
                </a:lnTo>
                <a:lnTo>
                  <a:pt x="60200" y="28218"/>
                </a:lnTo>
                <a:lnTo>
                  <a:pt x="59503" y="27103"/>
                </a:lnTo>
                <a:lnTo>
                  <a:pt x="58806" y="25988"/>
                </a:lnTo>
                <a:lnTo>
                  <a:pt x="58137" y="24900"/>
                </a:lnTo>
                <a:lnTo>
                  <a:pt x="57524" y="23785"/>
                </a:lnTo>
                <a:lnTo>
                  <a:pt x="56910" y="22670"/>
                </a:lnTo>
                <a:lnTo>
                  <a:pt x="56325" y="21554"/>
                </a:lnTo>
                <a:lnTo>
                  <a:pt x="55795" y="20439"/>
                </a:lnTo>
                <a:lnTo>
                  <a:pt x="55265" y="19351"/>
                </a:lnTo>
                <a:lnTo>
                  <a:pt x="54763" y="18264"/>
                </a:lnTo>
                <a:lnTo>
                  <a:pt x="54289" y="17177"/>
                </a:lnTo>
                <a:lnTo>
                  <a:pt x="53425" y="15085"/>
                </a:lnTo>
                <a:lnTo>
                  <a:pt x="52644" y="13050"/>
                </a:lnTo>
                <a:lnTo>
                  <a:pt x="51947" y="11070"/>
                </a:lnTo>
                <a:lnTo>
                  <a:pt x="51334" y="9230"/>
                </a:lnTo>
                <a:lnTo>
                  <a:pt x="50804" y="7501"/>
                </a:lnTo>
                <a:lnTo>
                  <a:pt x="50358" y="5884"/>
                </a:lnTo>
                <a:lnTo>
                  <a:pt x="49995" y="4434"/>
                </a:lnTo>
                <a:lnTo>
                  <a:pt x="49688" y="3151"/>
                </a:lnTo>
                <a:lnTo>
                  <a:pt x="49437" y="2064"/>
                </a:lnTo>
                <a:lnTo>
                  <a:pt x="49242" y="1171"/>
                </a:lnTo>
                <a:lnTo>
                  <a:pt x="49019" y="0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61" name="Google Shape;2461;p31"/>
          <p:cNvSpPr/>
          <p:nvPr/>
        </p:nvSpPr>
        <p:spPr>
          <a:xfrm>
            <a:off x="8571313" y="4542522"/>
            <a:ext cx="457237" cy="429412"/>
          </a:xfrm>
          <a:custGeom>
            <a:rect b="b" l="l" r="r" t="t"/>
            <a:pathLst>
              <a:path extrusionOk="0" h="92099" w="98067">
                <a:moveTo>
                  <a:pt x="49019" y="0"/>
                </a:moveTo>
                <a:lnTo>
                  <a:pt x="48824" y="1171"/>
                </a:lnTo>
                <a:lnTo>
                  <a:pt x="48629" y="2064"/>
                </a:lnTo>
                <a:lnTo>
                  <a:pt x="48378" y="3151"/>
                </a:lnTo>
                <a:lnTo>
                  <a:pt x="48071" y="4434"/>
                </a:lnTo>
                <a:lnTo>
                  <a:pt x="47709" y="5884"/>
                </a:lnTo>
                <a:lnTo>
                  <a:pt x="47263" y="7501"/>
                </a:lnTo>
                <a:lnTo>
                  <a:pt x="46733" y="9230"/>
                </a:lnTo>
                <a:lnTo>
                  <a:pt x="46119" y="11070"/>
                </a:lnTo>
                <a:lnTo>
                  <a:pt x="45422" y="13050"/>
                </a:lnTo>
                <a:lnTo>
                  <a:pt x="44641" y="15085"/>
                </a:lnTo>
                <a:lnTo>
                  <a:pt x="43777" y="17177"/>
                </a:lnTo>
                <a:lnTo>
                  <a:pt x="43303" y="18264"/>
                </a:lnTo>
                <a:lnTo>
                  <a:pt x="42801" y="19351"/>
                </a:lnTo>
                <a:lnTo>
                  <a:pt x="42271" y="20439"/>
                </a:lnTo>
                <a:lnTo>
                  <a:pt x="41742" y="21554"/>
                </a:lnTo>
                <a:lnTo>
                  <a:pt x="41156" y="22670"/>
                </a:lnTo>
                <a:lnTo>
                  <a:pt x="40543" y="23785"/>
                </a:lnTo>
                <a:lnTo>
                  <a:pt x="39929" y="24900"/>
                </a:lnTo>
                <a:lnTo>
                  <a:pt x="39260" y="25988"/>
                </a:lnTo>
                <a:lnTo>
                  <a:pt x="38563" y="27103"/>
                </a:lnTo>
                <a:lnTo>
                  <a:pt x="37838" y="28218"/>
                </a:lnTo>
                <a:lnTo>
                  <a:pt x="37113" y="29306"/>
                </a:lnTo>
                <a:lnTo>
                  <a:pt x="36332" y="30421"/>
                </a:lnTo>
                <a:lnTo>
                  <a:pt x="35524" y="31481"/>
                </a:lnTo>
                <a:lnTo>
                  <a:pt x="34687" y="32568"/>
                </a:lnTo>
                <a:lnTo>
                  <a:pt x="33795" y="33600"/>
                </a:lnTo>
                <a:lnTo>
                  <a:pt x="32903" y="34659"/>
                </a:lnTo>
                <a:lnTo>
                  <a:pt x="31954" y="35663"/>
                </a:lnTo>
                <a:lnTo>
                  <a:pt x="30979" y="36667"/>
                </a:lnTo>
                <a:lnTo>
                  <a:pt x="29975" y="37643"/>
                </a:lnTo>
                <a:lnTo>
                  <a:pt x="28943" y="38591"/>
                </a:lnTo>
                <a:lnTo>
                  <a:pt x="27856" y="39511"/>
                </a:lnTo>
                <a:lnTo>
                  <a:pt x="26740" y="40403"/>
                </a:lnTo>
                <a:lnTo>
                  <a:pt x="25597" y="41268"/>
                </a:lnTo>
                <a:lnTo>
                  <a:pt x="24426" y="42104"/>
                </a:lnTo>
                <a:lnTo>
                  <a:pt x="23199" y="42885"/>
                </a:lnTo>
                <a:lnTo>
                  <a:pt x="21944" y="43638"/>
                </a:lnTo>
                <a:lnTo>
                  <a:pt x="20634" y="44363"/>
                </a:lnTo>
                <a:lnTo>
                  <a:pt x="19295" y="45060"/>
                </a:lnTo>
                <a:lnTo>
                  <a:pt x="17929" y="45673"/>
                </a:lnTo>
                <a:lnTo>
                  <a:pt x="16507" y="46287"/>
                </a:lnTo>
                <a:lnTo>
                  <a:pt x="15057" y="46816"/>
                </a:lnTo>
                <a:lnTo>
                  <a:pt x="13551" y="47318"/>
                </a:lnTo>
                <a:lnTo>
                  <a:pt x="12018" y="47765"/>
                </a:lnTo>
                <a:lnTo>
                  <a:pt x="10428" y="48155"/>
                </a:lnTo>
                <a:lnTo>
                  <a:pt x="8811" y="48489"/>
                </a:lnTo>
                <a:lnTo>
                  <a:pt x="7138" y="48768"/>
                </a:lnTo>
                <a:lnTo>
                  <a:pt x="5409" y="48991"/>
                </a:lnTo>
                <a:lnTo>
                  <a:pt x="3653" y="49159"/>
                </a:lnTo>
                <a:lnTo>
                  <a:pt x="1868" y="49242"/>
                </a:lnTo>
                <a:lnTo>
                  <a:pt x="948" y="49270"/>
                </a:lnTo>
                <a:lnTo>
                  <a:pt x="0" y="49298"/>
                </a:lnTo>
                <a:lnTo>
                  <a:pt x="474" y="49438"/>
                </a:lnTo>
                <a:lnTo>
                  <a:pt x="1840" y="49856"/>
                </a:lnTo>
                <a:lnTo>
                  <a:pt x="3959" y="50581"/>
                </a:lnTo>
                <a:lnTo>
                  <a:pt x="5270" y="51055"/>
                </a:lnTo>
                <a:lnTo>
                  <a:pt x="6720" y="51585"/>
                </a:lnTo>
                <a:lnTo>
                  <a:pt x="8309" y="52226"/>
                </a:lnTo>
                <a:lnTo>
                  <a:pt x="10010" y="52951"/>
                </a:lnTo>
                <a:lnTo>
                  <a:pt x="11823" y="53732"/>
                </a:lnTo>
                <a:lnTo>
                  <a:pt x="13719" y="54624"/>
                </a:lnTo>
                <a:lnTo>
                  <a:pt x="15698" y="55600"/>
                </a:lnTo>
                <a:lnTo>
                  <a:pt x="17762" y="56631"/>
                </a:lnTo>
                <a:lnTo>
                  <a:pt x="19853" y="57775"/>
                </a:lnTo>
                <a:lnTo>
                  <a:pt x="21972" y="59001"/>
                </a:lnTo>
                <a:lnTo>
                  <a:pt x="23032" y="59671"/>
                </a:lnTo>
                <a:lnTo>
                  <a:pt x="24119" y="60340"/>
                </a:lnTo>
                <a:lnTo>
                  <a:pt x="25179" y="61037"/>
                </a:lnTo>
                <a:lnTo>
                  <a:pt x="26266" y="61762"/>
                </a:lnTo>
                <a:lnTo>
                  <a:pt x="27354" y="62487"/>
                </a:lnTo>
                <a:lnTo>
                  <a:pt x="28413" y="63268"/>
                </a:lnTo>
                <a:lnTo>
                  <a:pt x="29473" y="64048"/>
                </a:lnTo>
                <a:lnTo>
                  <a:pt x="30532" y="64857"/>
                </a:lnTo>
                <a:lnTo>
                  <a:pt x="31592" y="65693"/>
                </a:lnTo>
                <a:lnTo>
                  <a:pt x="32624" y="66558"/>
                </a:lnTo>
                <a:lnTo>
                  <a:pt x="33627" y="67450"/>
                </a:lnTo>
                <a:lnTo>
                  <a:pt x="34659" y="68370"/>
                </a:lnTo>
                <a:lnTo>
                  <a:pt x="35635" y="69290"/>
                </a:lnTo>
                <a:lnTo>
                  <a:pt x="36611" y="70266"/>
                </a:lnTo>
                <a:lnTo>
                  <a:pt x="37559" y="71242"/>
                </a:lnTo>
                <a:lnTo>
                  <a:pt x="38507" y="72274"/>
                </a:lnTo>
                <a:lnTo>
                  <a:pt x="39399" y="73306"/>
                </a:lnTo>
                <a:lnTo>
                  <a:pt x="40292" y="74365"/>
                </a:lnTo>
                <a:lnTo>
                  <a:pt x="41156" y="75453"/>
                </a:lnTo>
                <a:lnTo>
                  <a:pt x="41993" y="76568"/>
                </a:lnTo>
                <a:lnTo>
                  <a:pt x="42773" y="77711"/>
                </a:lnTo>
                <a:lnTo>
                  <a:pt x="43554" y="78882"/>
                </a:lnTo>
                <a:lnTo>
                  <a:pt x="44279" y="80081"/>
                </a:lnTo>
                <a:lnTo>
                  <a:pt x="44976" y="81308"/>
                </a:lnTo>
                <a:lnTo>
                  <a:pt x="45617" y="82563"/>
                </a:lnTo>
                <a:lnTo>
                  <a:pt x="46259" y="83846"/>
                </a:lnTo>
                <a:lnTo>
                  <a:pt x="46816" y="85156"/>
                </a:lnTo>
                <a:lnTo>
                  <a:pt x="47374" y="86494"/>
                </a:lnTo>
                <a:lnTo>
                  <a:pt x="47848" y="87833"/>
                </a:lnTo>
                <a:lnTo>
                  <a:pt x="48294" y="89227"/>
                </a:lnTo>
                <a:lnTo>
                  <a:pt x="48685" y="90649"/>
                </a:lnTo>
                <a:lnTo>
                  <a:pt x="49019" y="92099"/>
                </a:lnTo>
                <a:lnTo>
                  <a:pt x="49382" y="90649"/>
                </a:lnTo>
                <a:lnTo>
                  <a:pt x="49772" y="89227"/>
                </a:lnTo>
                <a:lnTo>
                  <a:pt x="50218" y="87833"/>
                </a:lnTo>
                <a:lnTo>
                  <a:pt x="50692" y="86494"/>
                </a:lnTo>
                <a:lnTo>
                  <a:pt x="51250" y="85156"/>
                </a:lnTo>
                <a:lnTo>
                  <a:pt x="51808" y="83846"/>
                </a:lnTo>
                <a:lnTo>
                  <a:pt x="52421" y="82563"/>
                </a:lnTo>
                <a:lnTo>
                  <a:pt x="53090" y="81308"/>
                </a:lnTo>
                <a:lnTo>
                  <a:pt x="53787" y="80081"/>
                </a:lnTo>
                <a:lnTo>
                  <a:pt x="54512" y="78882"/>
                </a:lnTo>
                <a:lnTo>
                  <a:pt x="55293" y="77711"/>
                </a:lnTo>
                <a:lnTo>
                  <a:pt x="56074" y="76568"/>
                </a:lnTo>
                <a:lnTo>
                  <a:pt x="56910" y="75453"/>
                </a:lnTo>
                <a:lnTo>
                  <a:pt x="57775" y="74365"/>
                </a:lnTo>
                <a:lnTo>
                  <a:pt x="58639" y="73306"/>
                </a:lnTo>
                <a:lnTo>
                  <a:pt x="59559" y="72274"/>
                </a:lnTo>
                <a:lnTo>
                  <a:pt x="60479" y="71242"/>
                </a:lnTo>
                <a:lnTo>
                  <a:pt x="61455" y="70266"/>
                </a:lnTo>
                <a:lnTo>
                  <a:pt x="62431" y="69290"/>
                </a:lnTo>
                <a:lnTo>
                  <a:pt x="63407" y="68370"/>
                </a:lnTo>
                <a:lnTo>
                  <a:pt x="64411" y="67450"/>
                </a:lnTo>
                <a:lnTo>
                  <a:pt x="65443" y="66558"/>
                </a:lnTo>
                <a:lnTo>
                  <a:pt x="66474" y="65693"/>
                </a:lnTo>
                <a:lnTo>
                  <a:pt x="67534" y="64857"/>
                </a:lnTo>
                <a:lnTo>
                  <a:pt x="68593" y="64048"/>
                </a:lnTo>
                <a:lnTo>
                  <a:pt x="69653" y="63268"/>
                </a:lnTo>
                <a:lnTo>
                  <a:pt x="70713" y="62487"/>
                </a:lnTo>
                <a:lnTo>
                  <a:pt x="71800" y="61762"/>
                </a:lnTo>
                <a:lnTo>
                  <a:pt x="72860" y="61037"/>
                </a:lnTo>
                <a:lnTo>
                  <a:pt x="73947" y="60340"/>
                </a:lnTo>
                <a:lnTo>
                  <a:pt x="75034" y="59671"/>
                </a:lnTo>
                <a:lnTo>
                  <a:pt x="76094" y="59001"/>
                </a:lnTo>
                <a:lnTo>
                  <a:pt x="78213" y="57775"/>
                </a:lnTo>
                <a:lnTo>
                  <a:pt x="80304" y="56631"/>
                </a:lnTo>
                <a:lnTo>
                  <a:pt x="82368" y="55600"/>
                </a:lnTo>
                <a:lnTo>
                  <a:pt x="84348" y="54624"/>
                </a:lnTo>
                <a:lnTo>
                  <a:pt x="86244" y="53732"/>
                </a:lnTo>
                <a:lnTo>
                  <a:pt x="88056" y="52951"/>
                </a:lnTo>
                <a:lnTo>
                  <a:pt x="89757" y="52226"/>
                </a:lnTo>
                <a:lnTo>
                  <a:pt x="91346" y="51585"/>
                </a:lnTo>
                <a:lnTo>
                  <a:pt x="92796" y="51055"/>
                </a:lnTo>
                <a:lnTo>
                  <a:pt x="94107" y="50581"/>
                </a:lnTo>
                <a:lnTo>
                  <a:pt x="96226" y="49856"/>
                </a:lnTo>
                <a:lnTo>
                  <a:pt x="97592" y="49438"/>
                </a:lnTo>
                <a:lnTo>
                  <a:pt x="98066" y="49298"/>
                </a:lnTo>
                <a:lnTo>
                  <a:pt x="97118" y="49270"/>
                </a:lnTo>
                <a:lnTo>
                  <a:pt x="96198" y="49242"/>
                </a:lnTo>
                <a:lnTo>
                  <a:pt x="94413" y="49159"/>
                </a:lnTo>
                <a:lnTo>
                  <a:pt x="92657" y="48991"/>
                </a:lnTo>
                <a:lnTo>
                  <a:pt x="90928" y="48768"/>
                </a:lnTo>
                <a:lnTo>
                  <a:pt x="89255" y="48489"/>
                </a:lnTo>
                <a:lnTo>
                  <a:pt x="87638" y="48155"/>
                </a:lnTo>
                <a:lnTo>
                  <a:pt x="86048" y="47765"/>
                </a:lnTo>
                <a:lnTo>
                  <a:pt x="84515" y="47318"/>
                </a:lnTo>
                <a:lnTo>
                  <a:pt x="83009" y="46816"/>
                </a:lnTo>
                <a:lnTo>
                  <a:pt x="81559" y="46287"/>
                </a:lnTo>
                <a:lnTo>
                  <a:pt x="80137" y="45673"/>
                </a:lnTo>
                <a:lnTo>
                  <a:pt x="78771" y="45060"/>
                </a:lnTo>
                <a:lnTo>
                  <a:pt x="77432" y="44363"/>
                </a:lnTo>
                <a:lnTo>
                  <a:pt x="76122" y="43638"/>
                </a:lnTo>
                <a:lnTo>
                  <a:pt x="74867" y="42885"/>
                </a:lnTo>
                <a:lnTo>
                  <a:pt x="73640" y="42104"/>
                </a:lnTo>
                <a:lnTo>
                  <a:pt x="72469" y="41268"/>
                </a:lnTo>
                <a:lnTo>
                  <a:pt x="71298" y="40403"/>
                </a:lnTo>
                <a:lnTo>
                  <a:pt x="70211" y="39511"/>
                </a:lnTo>
                <a:lnTo>
                  <a:pt x="69123" y="38591"/>
                </a:lnTo>
                <a:lnTo>
                  <a:pt x="68091" y="37643"/>
                </a:lnTo>
                <a:lnTo>
                  <a:pt x="67088" y="36667"/>
                </a:lnTo>
                <a:lnTo>
                  <a:pt x="66112" y="35663"/>
                </a:lnTo>
                <a:lnTo>
                  <a:pt x="65164" y="34659"/>
                </a:lnTo>
                <a:lnTo>
                  <a:pt x="64271" y="33600"/>
                </a:lnTo>
                <a:lnTo>
                  <a:pt x="63379" y="32568"/>
                </a:lnTo>
                <a:lnTo>
                  <a:pt x="62543" y="31481"/>
                </a:lnTo>
                <a:lnTo>
                  <a:pt x="61734" y="30421"/>
                </a:lnTo>
                <a:lnTo>
                  <a:pt x="60953" y="29306"/>
                </a:lnTo>
                <a:lnTo>
                  <a:pt x="60200" y="28218"/>
                </a:lnTo>
                <a:lnTo>
                  <a:pt x="59503" y="27103"/>
                </a:lnTo>
                <a:lnTo>
                  <a:pt x="58806" y="25988"/>
                </a:lnTo>
                <a:lnTo>
                  <a:pt x="58137" y="24900"/>
                </a:lnTo>
                <a:lnTo>
                  <a:pt x="57524" y="23785"/>
                </a:lnTo>
                <a:lnTo>
                  <a:pt x="56910" y="22670"/>
                </a:lnTo>
                <a:lnTo>
                  <a:pt x="56325" y="21554"/>
                </a:lnTo>
                <a:lnTo>
                  <a:pt x="55795" y="20439"/>
                </a:lnTo>
                <a:lnTo>
                  <a:pt x="55265" y="19351"/>
                </a:lnTo>
                <a:lnTo>
                  <a:pt x="54763" y="18264"/>
                </a:lnTo>
                <a:lnTo>
                  <a:pt x="54289" y="17177"/>
                </a:lnTo>
                <a:lnTo>
                  <a:pt x="53425" y="15085"/>
                </a:lnTo>
                <a:lnTo>
                  <a:pt x="52644" y="13050"/>
                </a:lnTo>
                <a:lnTo>
                  <a:pt x="51947" y="11070"/>
                </a:lnTo>
                <a:lnTo>
                  <a:pt x="51334" y="9230"/>
                </a:lnTo>
                <a:lnTo>
                  <a:pt x="50804" y="7501"/>
                </a:lnTo>
                <a:lnTo>
                  <a:pt x="50358" y="5884"/>
                </a:lnTo>
                <a:lnTo>
                  <a:pt x="49995" y="4434"/>
                </a:lnTo>
                <a:lnTo>
                  <a:pt x="49688" y="3151"/>
                </a:lnTo>
                <a:lnTo>
                  <a:pt x="49437" y="2064"/>
                </a:lnTo>
                <a:lnTo>
                  <a:pt x="49242" y="1171"/>
                </a:lnTo>
                <a:lnTo>
                  <a:pt x="49019" y="0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62" name="Google Shape;2462;p31"/>
          <p:cNvSpPr/>
          <p:nvPr/>
        </p:nvSpPr>
        <p:spPr>
          <a:xfrm>
            <a:off x="126638" y="324797"/>
            <a:ext cx="457237" cy="429412"/>
          </a:xfrm>
          <a:custGeom>
            <a:rect b="b" l="l" r="r" t="t"/>
            <a:pathLst>
              <a:path extrusionOk="0" h="92099" w="98067">
                <a:moveTo>
                  <a:pt x="49019" y="0"/>
                </a:moveTo>
                <a:lnTo>
                  <a:pt x="48824" y="1171"/>
                </a:lnTo>
                <a:lnTo>
                  <a:pt x="48629" y="2064"/>
                </a:lnTo>
                <a:lnTo>
                  <a:pt x="48378" y="3151"/>
                </a:lnTo>
                <a:lnTo>
                  <a:pt x="48071" y="4434"/>
                </a:lnTo>
                <a:lnTo>
                  <a:pt x="47709" y="5884"/>
                </a:lnTo>
                <a:lnTo>
                  <a:pt x="47263" y="7501"/>
                </a:lnTo>
                <a:lnTo>
                  <a:pt x="46733" y="9230"/>
                </a:lnTo>
                <a:lnTo>
                  <a:pt x="46119" y="11070"/>
                </a:lnTo>
                <a:lnTo>
                  <a:pt x="45422" y="13050"/>
                </a:lnTo>
                <a:lnTo>
                  <a:pt x="44641" y="15085"/>
                </a:lnTo>
                <a:lnTo>
                  <a:pt x="43777" y="17177"/>
                </a:lnTo>
                <a:lnTo>
                  <a:pt x="43303" y="18264"/>
                </a:lnTo>
                <a:lnTo>
                  <a:pt x="42801" y="19351"/>
                </a:lnTo>
                <a:lnTo>
                  <a:pt x="42271" y="20439"/>
                </a:lnTo>
                <a:lnTo>
                  <a:pt x="41742" y="21554"/>
                </a:lnTo>
                <a:lnTo>
                  <a:pt x="41156" y="22670"/>
                </a:lnTo>
                <a:lnTo>
                  <a:pt x="40543" y="23785"/>
                </a:lnTo>
                <a:lnTo>
                  <a:pt x="39929" y="24900"/>
                </a:lnTo>
                <a:lnTo>
                  <a:pt x="39260" y="25988"/>
                </a:lnTo>
                <a:lnTo>
                  <a:pt x="38563" y="27103"/>
                </a:lnTo>
                <a:lnTo>
                  <a:pt x="37838" y="28218"/>
                </a:lnTo>
                <a:lnTo>
                  <a:pt x="37113" y="29306"/>
                </a:lnTo>
                <a:lnTo>
                  <a:pt x="36332" y="30421"/>
                </a:lnTo>
                <a:lnTo>
                  <a:pt x="35524" y="31481"/>
                </a:lnTo>
                <a:lnTo>
                  <a:pt x="34687" y="32568"/>
                </a:lnTo>
                <a:lnTo>
                  <a:pt x="33795" y="33600"/>
                </a:lnTo>
                <a:lnTo>
                  <a:pt x="32903" y="34659"/>
                </a:lnTo>
                <a:lnTo>
                  <a:pt x="31954" y="35663"/>
                </a:lnTo>
                <a:lnTo>
                  <a:pt x="30979" y="36667"/>
                </a:lnTo>
                <a:lnTo>
                  <a:pt x="29975" y="37643"/>
                </a:lnTo>
                <a:lnTo>
                  <a:pt x="28943" y="38591"/>
                </a:lnTo>
                <a:lnTo>
                  <a:pt x="27856" y="39511"/>
                </a:lnTo>
                <a:lnTo>
                  <a:pt x="26740" y="40403"/>
                </a:lnTo>
                <a:lnTo>
                  <a:pt x="25597" y="41268"/>
                </a:lnTo>
                <a:lnTo>
                  <a:pt x="24426" y="42104"/>
                </a:lnTo>
                <a:lnTo>
                  <a:pt x="23199" y="42885"/>
                </a:lnTo>
                <a:lnTo>
                  <a:pt x="21944" y="43638"/>
                </a:lnTo>
                <a:lnTo>
                  <a:pt x="20634" y="44363"/>
                </a:lnTo>
                <a:lnTo>
                  <a:pt x="19295" y="45060"/>
                </a:lnTo>
                <a:lnTo>
                  <a:pt x="17929" y="45673"/>
                </a:lnTo>
                <a:lnTo>
                  <a:pt x="16507" y="46287"/>
                </a:lnTo>
                <a:lnTo>
                  <a:pt x="15057" y="46816"/>
                </a:lnTo>
                <a:lnTo>
                  <a:pt x="13551" y="47318"/>
                </a:lnTo>
                <a:lnTo>
                  <a:pt x="12018" y="47765"/>
                </a:lnTo>
                <a:lnTo>
                  <a:pt x="10428" y="48155"/>
                </a:lnTo>
                <a:lnTo>
                  <a:pt x="8811" y="48489"/>
                </a:lnTo>
                <a:lnTo>
                  <a:pt x="7138" y="48768"/>
                </a:lnTo>
                <a:lnTo>
                  <a:pt x="5409" y="48991"/>
                </a:lnTo>
                <a:lnTo>
                  <a:pt x="3653" y="49159"/>
                </a:lnTo>
                <a:lnTo>
                  <a:pt x="1868" y="49242"/>
                </a:lnTo>
                <a:lnTo>
                  <a:pt x="948" y="49270"/>
                </a:lnTo>
                <a:lnTo>
                  <a:pt x="0" y="49298"/>
                </a:lnTo>
                <a:lnTo>
                  <a:pt x="474" y="49438"/>
                </a:lnTo>
                <a:lnTo>
                  <a:pt x="1840" y="49856"/>
                </a:lnTo>
                <a:lnTo>
                  <a:pt x="3959" y="50581"/>
                </a:lnTo>
                <a:lnTo>
                  <a:pt x="5270" y="51055"/>
                </a:lnTo>
                <a:lnTo>
                  <a:pt x="6720" y="51585"/>
                </a:lnTo>
                <a:lnTo>
                  <a:pt x="8309" y="52226"/>
                </a:lnTo>
                <a:lnTo>
                  <a:pt x="10010" y="52951"/>
                </a:lnTo>
                <a:lnTo>
                  <a:pt x="11823" y="53732"/>
                </a:lnTo>
                <a:lnTo>
                  <a:pt x="13719" y="54624"/>
                </a:lnTo>
                <a:lnTo>
                  <a:pt x="15698" y="55600"/>
                </a:lnTo>
                <a:lnTo>
                  <a:pt x="17762" y="56631"/>
                </a:lnTo>
                <a:lnTo>
                  <a:pt x="19853" y="57775"/>
                </a:lnTo>
                <a:lnTo>
                  <a:pt x="21972" y="59001"/>
                </a:lnTo>
                <a:lnTo>
                  <a:pt x="23032" y="59671"/>
                </a:lnTo>
                <a:lnTo>
                  <a:pt x="24119" y="60340"/>
                </a:lnTo>
                <a:lnTo>
                  <a:pt x="25179" y="61037"/>
                </a:lnTo>
                <a:lnTo>
                  <a:pt x="26266" y="61762"/>
                </a:lnTo>
                <a:lnTo>
                  <a:pt x="27354" y="62487"/>
                </a:lnTo>
                <a:lnTo>
                  <a:pt x="28413" y="63268"/>
                </a:lnTo>
                <a:lnTo>
                  <a:pt x="29473" y="64048"/>
                </a:lnTo>
                <a:lnTo>
                  <a:pt x="30532" y="64857"/>
                </a:lnTo>
                <a:lnTo>
                  <a:pt x="31592" y="65693"/>
                </a:lnTo>
                <a:lnTo>
                  <a:pt x="32624" y="66558"/>
                </a:lnTo>
                <a:lnTo>
                  <a:pt x="33627" y="67450"/>
                </a:lnTo>
                <a:lnTo>
                  <a:pt x="34659" y="68370"/>
                </a:lnTo>
                <a:lnTo>
                  <a:pt x="35635" y="69290"/>
                </a:lnTo>
                <a:lnTo>
                  <a:pt x="36611" y="70266"/>
                </a:lnTo>
                <a:lnTo>
                  <a:pt x="37559" y="71242"/>
                </a:lnTo>
                <a:lnTo>
                  <a:pt x="38507" y="72274"/>
                </a:lnTo>
                <a:lnTo>
                  <a:pt x="39399" y="73306"/>
                </a:lnTo>
                <a:lnTo>
                  <a:pt x="40292" y="74365"/>
                </a:lnTo>
                <a:lnTo>
                  <a:pt x="41156" y="75453"/>
                </a:lnTo>
                <a:lnTo>
                  <a:pt x="41993" y="76568"/>
                </a:lnTo>
                <a:lnTo>
                  <a:pt x="42773" y="77711"/>
                </a:lnTo>
                <a:lnTo>
                  <a:pt x="43554" y="78882"/>
                </a:lnTo>
                <a:lnTo>
                  <a:pt x="44279" y="80081"/>
                </a:lnTo>
                <a:lnTo>
                  <a:pt x="44976" y="81308"/>
                </a:lnTo>
                <a:lnTo>
                  <a:pt x="45617" y="82563"/>
                </a:lnTo>
                <a:lnTo>
                  <a:pt x="46259" y="83846"/>
                </a:lnTo>
                <a:lnTo>
                  <a:pt x="46816" y="85156"/>
                </a:lnTo>
                <a:lnTo>
                  <a:pt x="47374" y="86494"/>
                </a:lnTo>
                <a:lnTo>
                  <a:pt x="47848" y="87833"/>
                </a:lnTo>
                <a:lnTo>
                  <a:pt x="48294" y="89227"/>
                </a:lnTo>
                <a:lnTo>
                  <a:pt x="48685" y="90649"/>
                </a:lnTo>
                <a:lnTo>
                  <a:pt x="49019" y="92099"/>
                </a:lnTo>
                <a:lnTo>
                  <a:pt x="49382" y="90649"/>
                </a:lnTo>
                <a:lnTo>
                  <a:pt x="49772" y="89227"/>
                </a:lnTo>
                <a:lnTo>
                  <a:pt x="50218" y="87833"/>
                </a:lnTo>
                <a:lnTo>
                  <a:pt x="50692" y="86494"/>
                </a:lnTo>
                <a:lnTo>
                  <a:pt x="51250" y="85156"/>
                </a:lnTo>
                <a:lnTo>
                  <a:pt x="51808" y="83846"/>
                </a:lnTo>
                <a:lnTo>
                  <a:pt x="52421" y="82563"/>
                </a:lnTo>
                <a:lnTo>
                  <a:pt x="53090" y="81308"/>
                </a:lnTo>
                <a:lnTo>
                  <a:pt x="53787" y="80081"/>
                </a:lnTo>
                <a:lnTo>
                  <a:pt x="54512" y="78882"/>
                </a:lnTo>
                <a:lnTo>
                  <a:pt x="55293" y="77711"/>
                </a:lnTo>
                <a:lnTo>
                  <a:pt x="56074" y="76568"/>
                </a:lnTo>
                <a:lnTo>
                  <a:pt x="56910" y="75453"/>
                </a:lnTo>
                <a:lnTo>
                  <a:pt x="57775" y="74365"/>
                </a:lnTo>
                <a:lnTo>
                  <a:pt x="58639" y="73306"/>
                </a:lnTo>
                <a:lnTo>
                  <a:pt x="59559" y="72274"/>
                </a:lnTo>
                <a:lnTo>
                  <a:pt x="60479" y="71242"/>
                </a:lnTo>
                <a:lnTo>
                  <a:pt x="61455" y="70266"/>
                </a:lnTo>
                <a:lnTo>
                  <a:pt x="62431" y="69290"/>
                </a:lnTo>
                <a:lnTo>
                  <a:pt x="63407" y="68370"/>
                </a:lnTo>
                <a:lnTo>
                  <a:pt x="64411" y="67450"/>
                </a:lnTo>
                <a:lnTo>
                  <a:pt x="65443" y="66558"/>
                </a:lnTo>
                <a:lnTo>
                  <a:pt x="66474" y="65693"/>
                </a:lnTo>
                <a:lnTo>
                  <a:pt x="67534" y="64857"/>
                </a:lnTo>
                <a:lnTo>
                  <a:pt x="68593" y="64048"/>
                </a:lnTo>
                <a:lnTo>
                  <a:pt x="69653" y="63268"/>
                </a:lnTo>
                <a:lnTo>
                  <a:pt x="70713" y="62487"/>
                </a:lnTo>
                <a:lnTo>
                  <a:pt x="71800" y="61762"/>
                </a:lnTo>
                <a:lnTo>
                  <a:pt x="72860" y="61037"/>
                </a:lnTo>
                <a:lnTo>
                  <a:pt x="73947" y="60340"/>
                </a:lnTo>
                <a:lnTo>
                  <a:pt x="75034" y="59671"/>
                </a:lnTo>
                <a:lnTo>
                  <a:pt x="76094" y="59001"/>
                </a:lnTo>
                <a:lnTo>
                  <a:pt x="78213" y="57775"/>
                </a:lnTo>
                <a:lnTo>
                  <a:pt x="80304" y="56631"/>
                </a:lnTo>
                <a:lnTo>
                  <a:pt x="82368" y="55600"/>
                </a:lnTo>
                <a:lnTo>
                  <a:pt x="84348" y="54624"/>
                </a:lnTo>
                <a:lnTo>
                  <a:pt x="86244" y="53732"/>
                </a:lnTo>
                <a:lnTo>
                  <a:pt x="88056" y="52951"/>
                </a:lnTo>
                <a:lnTo>
                  <a:pt x="89757" y="52226"/>
                </a:lnTo>
                <a:lnTo>
                  <a:pt x="91346" y="51585"/>
                </a:lnTo>
                <a:lnTo>
                  <a:pt x="92796" y="51055"/>
                </a:lnTo>
                <a:lnTo>
                  <a:pt x="94107" y="50581"/>
                </a:lnTo>
                <a:lnTo>
                  <a:pt x="96226" y="49856"/>
                </a:lnTo>
                <a:lnTo>
                  <a:pt x="97592" y="49438"/>
                </a:lnTo>
                <a:lnTo>
                  <a:pt x="98066" y="49298"/>
                </a:lnTo>
                <a:lnTo>
                  <a:pt x="97118" y="49270"/>
                </a:lnTo>
                <a:lnTo>
                  <a:pt x="96198" y="49242"/>
                </a:lnTo>
                <a:lnTo>
                  <a:pt x="94413" y="49159"/>
                </a:lnTo>
                <a:lnTo>
                  <a:pt x="92657" y="48991"/>
                </a:lnTo>
                <a:lnTo>
                  <a:pt x="90928" y="48768"/>
                </a:lnTo>
                <a:lnTo>
                  <a:pt x="89255" y="48489"/>
                </a:lnTo>
                <a:lnTo>
                  <a:pt x="87638" y="48155"/>
                </a:lnTo>
                <a:lnTo>
                  <a:pt x="86048" y="47765"/>
                </a:lnTo>
                <a:lnTo>
                  <a:pt x="84515" y="47318"/>
                </a:lnTo>
                <a:lnTo>
                  <a:pt x="83009" y="46816"/>
                </a:lnTo>
                <a:lnTo>
                  <a:pt x="81559" y="46287"/>
                </a:lnTo>
                <a:lnTo>
                  <a:pt x="80137" y="45673"/>
                </a:lnTo>
                <a:lnTo>
                  <a:pt x="78771" y="45060"/>
                </a:lnTo>
                <a:lnTo>
                  <a:pt x="77432" y="44363"/>
                </a:lnTo>
                <a:lnTo>
                  <a:pt x="76122" y="43638"/>
                </a:lnTo>
                <a:lnTo>
                  <a:pt x="74867" y="42885"/>
                </a:lnTo>
                <a:lnTo>
                  <a:pt x="73640" y="42104"/>
                </a:lnTo>
                <a:lnTo>
                  <a:pt x="72469" y="41268"/>
                </a:lnTo>
                <a:lnTo>
                  <a:pt x="71298" y="40403"/>
                </a:lnTo>
                <a:lnTo>
                  <a:pt x="70211" y="39511"/>
                </a:lnTo>
                <a:lnTo>
                  <a:pt x="69123" y="38591"/>
                </a:lnTo>
                <a:lnTo>
                  <a:pt x="68091" y="37643"/>
                </a:lnTo>
                <a:lnTo>
                  <a:pt x="67088" y="36667"/>
                </a:lnTo>
                <a:lnTo>
                  <a:pt x="66112" y="35663"/>
                </a:lnTo>
                <a:lnTo>
                  <a:pt x="65164" y="34659"/>
                </a:lnTo>
                <a:lnTo>
                  <a:pt x="64271" y="33600"/>
                </a:lnTo>
                <a:lnTo>
                  <a:pt x="63379" y="32568"/>
                </a:lnTo>
                <a:lnTo>
                  <a:pt x="62543" y="31481"/>
                </a:lnTo>
                <a:lnTo>
                  <a:pt x="61734" y="30421"/>
                </a:lnTo>
                <a:lnTo>
                  <a:pt x="60953" y="29306"/>
                </a:lnTo>
                <a:lnTo>
                  <a:pt x="60200" y="28218"/>
                </a:lnTo>
                <a:lnTo>
                  <a:pt x="59503" y="27103"/>
                </a:lnTo>
                <a:lnTo>
                  <a:pt x="58806" y="25988"/>
                </a:lnTo>
                <a:lnTo>
                  <a:pt x="58137" y="24900"/>
                </a:lnTo>
                <a:lnTo>
                  <a:pt x="57524" y="23785"/>
                </a:lnTo>
                <a:lnTo>
                  <a:pt x="56910" y="22670"/>
                </a:lnTo>
                <a:lnTo>
                  <a:pt x="56325" y="21554"/>
                </a:lnTo>
                <a:lnTo>
                  <a:pt x="55795" y="20439"/>
                </a:lnTo>
                <a:lnTo>
                  <a:pt x="55265" y="19351"/>
                </a:lnTo>
                <a:lnTo>
                  <a:pt x="54763" y="18264"/>
                </a:lnTo>
                <a:lnTo>
                  <a:pt x="54289" y="17177"/>
                </a:lnTo>
                <a:lnTo>
                  <a:pt x="53425" y="15085"/>
                </a:lnTo>
                <a:lnTo>
                  <a:pt x="52644" y="13050"/>
                </a:lnTo>
                <a:lnTo>
                  <a:pt x="51947" y="11070"/>
                </a:lnTo>
                <a:lnTo>
                  <a:pt x="51334" y="9230"/>
                </a:lnTo>
                <a:lnTo>
                  <a:pt x="50804" y="7501"/>
                </a:lnTo>
                <a:lnTo>
                  <a:pt x="50358" y="5884"/>
                </a:lnTo>
                <a:lnTo>
                  <a:pt x="49995" y="4434"/>
                </a:lnTo>
                <a:lnTo>
                  <a:pt x="49688" y="3151"/>
                </a:lnTo>
                <a:lnTo>
                  <a:pt x="49437" y="2064"/>
                </a:lnTo>
                <a:lnTo>
                  <a:pt x="49242" y="1171"/>
                </a:lnTo>
                <a:lnTo>
                  <a:pt x="49019" y="0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63" name="Google Shape;2463;p31"/>
          <p:cNvSpPr/>
          <p:nvPr/>
        </p:nvSpPr>
        <p:spPr>
          <a:xfrm>
            <a:off x="126638" y="781997"/>
            <a:ext cx="457237" cy="429412"/>
          </a:xfrm>
          <a:custGeom>
            <a:rect b="b" l="l" r="r" t="t"/>
            <a:pathLst>
              <a:path extrusionOk="0" h="92099" w="98067">
                <a:moveTo>
                  <a:pt x="49019" y="0"/>
                </a:moveTo>
                <a:lnTo>
                  <a:pt x="48824" y="1171"/>
                </a:lnTo>
                <a:lnTo>
                  <a:pt x="48629" y="2064"/>
                </a:lnTo>
                <a:lnTo>
                  <a:pt x="48378" y="3151"/>
                </a:lnTo>
                <a:lnTo>
                  <a:pt x="48071" y="4434"/>
                </a:lnTo>
                <a:lnTo>
                  <a:pt x="47709" y="5884"/>
                </a:lnTo>
                <a:lnTo>
                  <a:pt x="47263" y="7501"/>
                </a:lnTo>
                <a:lnTo>
                  <a:pt x="46733" y="9230"/>
                </a:lnTo>
                <a:lnTo>
                  <a:pt x="46119" y="11070"/>
                </a:lnTo>
                <a:lnTo>
                  <a:pt x="45422" y="13050"/>
                </a:lnTo>
                <a:lnTo>
                  <a:pt x="44641" y="15085"/>
                </a:lnTo>
                <a:lnTo>
                  <a:pt x="43777" y="17177"/>
                </a:lnTo>
                <a:lnTo>
                  <a:pt x="43303" y="18264"/>
                </a:lnTo>
                <a:lnTo>
                  <a:pt x="42801" y="19351"/>
                </a:lnTo>
                <a:lnTo>
                  <a:pt x="42271" y="20439"/>
                </a:lnTo>
                <a:lnTo>
                  <a:pt x="41742" y="21554"/>
                </a:lnTo>
                <a:lnTo>
                  <a:pt x="41156" y="22670"/>
                </a:lnTo>
                <a:lnTo>
                  <a:pt x="40543" y="23785"/>
                </a:lnTo>
                <a:lnTo>
                  <a:pt x="39929" y="24900"/>
                </a:lnTo>
                <a:lnTo>
                  <a:pt x="39260" y="25988"/>
                </a:lnTo>
                <a:lnTo>
                  <a:pt x="38563" y="27103"/>
                </a:lnTo>
                <a:lnTo>
                  <a:pt x="37838" y="28218"/>
                </a:lnTo>
                <a:lnTo>
                  <a:pt x="37113" y="29306"/>
                </a:lnTo>
                <a:lnTo>
                  <a:pt x="36332" y="30421"/>
                </a:lnTo>
                <a:lnTo>
                  <a:pt x="35524" y="31481"/>
                </a:lnTo>
                <a:lnTo>
                  <a:pt x="34687" y="32568"/>
                </a:lnTo>
                <a:lnTo>
                  <a:pt x="33795" y="33600"/>
                </a:lnTo>
                <a:lnTo>
                  <a:pt x="32903" y="34659"/>
                </a:lnTo>
                <a:lnTo>
                  <a:pt x="31954" y="35663"/>
                </a:lnTo>
                <a:lnTo>
                  <a:pt x="30979" y="36667"/>
                </a:lnTo>
                <a:lnTo>
                  <a:pt x="29975" y="37643"/>
                </a:lnTo>
                <a:lnTo>
                  <a:pt x="28943" y="38591"/>
                </a:lnTo>
                <a:lnTo>
                  <a:pt x="27856" y="39511"/>
                </a:lnTo>
                <a:lnTo>
                  <a:pt x="26740" y="40403"/>
                </a:lnTo>
                <a:lnTo>
                  <a:pt x="25597" y="41268"/>
                </a:lnTo>
                <a:lnTo>
                  <a:pt x="24426" y="42104"/>
                </a:lnTo>
                <a:lnTo>
                  <a:pt x="23199" y="42885"/>
                </a:lnTo>
                <a:lnTo>
                  <a:pt x="21944" y="43638"/>
                </a:lnTo>
                <a:lnTo>
                  <a:pt x="20634" y="44363"/>
                </a:lnTo>
                <a:lnTo>
                  <a:pt x="19295" y="45060"/>
                </a:lnTo>
                <a:lnTo>
                  <a:pt x="17929" y="45673"/>
                </a:lnTo>
                <a:lnTo>
                  <a:pt x="16507" y="46287"/>
                </a:lnTo>
                <a:lnTo>
                  <a:pt x="15057" y="46816"/>
                </a:lnTo>
                <a:lnTo>
                  <a:pt x="13551" y="47318"/>
                </a:lnTo>
                <a:lnTo>
                  <a:pt x="12018" y="47765"/>
                </a:lnTo>
                <a:lnTo>
                  <a:pt x="10428" y="48155"/>
                </a:lnTo>
                <a:lnTo>
                  <a:pt x="8811" y="48489"/>
                </a:lnTo>
                <a:lnTo>
                  <a:pt x="7138" y="48768"/>
                </a:lnTo>
                <a:lnTo>
                  <a:pt x="5409" y="48991"/>
                </a:lnTo>
                <a:lnTo>
                  <a:pt x="3653" y="49159"/>
                </a:lnTo>
                <a:lnTo>
                  <a:pt x="1868" y="49242"/>
                </a:lnTo>
                <a:lnTo>
                  <a:pt x="948" y="49270"/>
                </a:lnTo>
                <a:lnTo>
                  <a:pt x="0" y="49298"/>
                </a:lnTo>
                <a:lnTo>
                  <a:pt x="474" y="49438"/>
                </a:lnTo>
                <a:lnTo>
                  <a:pt x="1840" y="49856"/>
                </a:lnTo>
                <a:lnTo>
                  <a:pt x="3959" y="50581"/>
                </a:lnTo>
                <a:lnTo>
                  <a:pt x="5270" y="51055"/>
                </a:lnTo>
                <a:lnTo>
                  <a:pt x="6720" y="51585"/>
                </a:lnTo>
                <a:lnTo>
                  <a:pt x="8309" y="52226"/>
                </a:lnTo>
                <a:lnTo>
                  <a:pt x="10010" y="52951"/>
                </a:lnTo>
                <a:lnTo>
                  <a:pt x="11823" y="53732"/>
                </a:lnTo>
                <a:lnTo>
                  <a:pt x="13719" y="54624"/>
                </a:lnTo>
                <a:lnTo>
                  <a:pt x="15698" y="55600"/>
                </a:lnTo>
                <a:lnTo>
                  <a:pt x="17762" y="56631"/>
                </a:lnTo>
                <a:lnTo>
                  <a:pt x="19853" y="57775"/>
                </a:lnTo>
                <a:lnTo>
                  <a:pt x="21972" y="59001"/>
                </a:lnTo>
                <a:lnTo>
                  <a:pt x="23032" y="59671"/>
                </a:lnTo>
                <a:lnTo>
                  <a:pt x="24119" y="60340"/>
                </a:lnTo>
                <a:lnTo>
                  <a:pt x="25179" y="61037"/>
                </a:lnTo>
                <a:lnTo>
                  <a:pt x="26266" y="61762"/>
                </a:lnTo>
                <a:lnTo>
                  <a:pt x="27354" y="62487"/>
                </a:lnTo>
                <a:lnTo>
                  <a:pt x="28413" y="63268"/>
                </a:lnTo>
                <a:lnTo>
                  <a:pt x="29473" y="64048"/>
                </a:lnTo>
                <a:lnTo>
                  <a:pt x="30532" y="64857"/>
                </a:lnTo>
                <a:lnTo>
                  <a:pt x="31592" y="65693"/>
                </a:lnTo>
                <a:lnTo>
                  <a:pt x="32624" y="66558"/>
                </a:lnTo>
                <a:lnTo>
                  <a:pt x="33627" y="67450"/>
                </a:lnTo>
                <a:lnTo>
                  <a:pt x="34659" y="68370"/>
                </a:lnTo>
                <a:lnTo>
                  <a:pt x="35635" y="69290"/>
                </a:lnTo>
                <a:lnTo>
                  <a:pt x="36611" y="70266"/>
                </a:lnTo>
                <a:lnTo>
                  <a:pt x="37559" y="71242"/>
                </a:lnTo>
                <a:lnTo>
                  <a:pt x="38507" y="72274"/>
                </a:lnTo>
                <a:lnTo>
                  <a:pt x="39399" y="73306"/>
                </a:lnTo>
                <a:lnTo>
                  <a:pt x="40292" y="74365"/>
                </a:lnTo>
                <a:lnTo>
                  <a:pt x="41156" y="75453"/>
                </a:lnTo>
                <a:lnTo>
                  <a:pt x="41993" y="76568"/>
                </a:lnTo>
                <a:lnTo>
                  <a:pt x="42773" y="77711"/>
                </a:lnTo>
                <a:lnTo>
                  <a:pt x="43554" y="78882"/>
                </a:lnTo>
                <a:lnTo>
                  <a:pt x="44279" y="80081"/>
                </a:lnTo>
                <a:lnTo>
                  <a:pt x="44976" y="81308"/>
                </a:lnTo>
                <a:lnTo>
                  <a:pt x="45617" y="82563"/>
                </a:lnTo>
                <a:lnTo>
                  <a:pt x="46259" y="83846"/>
                </a:lnTo>
                <a:lnTo>
                  <a:pt x="46816" y="85156"/>
                </a:lnTo>
                <a:lnTo>
                  <a:pt x="47374" y="86494"/>
                </a:lnTo>
                <a:lnTo>
                  <a:pt x="47848" y="87833"/>
                </a:lnTo>
                <a:lnTo>
                  <a:pt x="48294" y="89227"/>
                </a:lnTo>
                <a:lnTo>
                  <a:pt x="48685" y="90649"/>
                </a:lnTo>
                <a:lnTo>
                  <a:pt x="49019" y="92099"/>
                </a:lnTo>
                <a:lnTo>
                  <a:pt x="49382" y="90649"/>
                </a:lnTo>
                <a:lnTo>
                  <a:pt x="49772" y="89227"/>
                </a:lnTo>
                <a:lnTo>
                  <a:pt x="50218" y="87833"/>
                </a:lnTo>
                <a:lnTo>
                  <a:pt x="50692" y="86494"/>
                </a:lnTo>
                <a:lnTo>
                  <a:pt x="51250" y="85156"/>
                </a:lnTo>
                <a:lnTo>
                  <a:pt x="51808" y="83846"/>
                </a:lnTo>
                <a:lnTo>
                  <a:pt x="52421" y="82563"/>
                </a:lnTo>
                <a:lnTo>
                  <a:pt x="53090" y="81308"/>
                </a:lnTo>
                <a:lnTo>
                  <a:pt x="53787" y="80081"/>
                </a:lnTo>
                <a:lnTo>
                  <a:pt x="54512" y="78882"/>
                </a:lnTo>
                <a:lnTo>
                  <a:pt x="55293" y="77711"/>
                </a:lnTo>
                <a:lnTo>
                  <a:pt x="56074" y="76568"/>
                </a:lnTo>
                <a:lnTo>
                  <a:pt x="56910" y="75453"/>
                </a:lnTo>
                <a:lnTo>
                  <a:pt x="57775" y="74365"/>
                </a:lnTo>
                <a:lnTo>
                  <a:pt x="58639" y="73306"/>
                </a:lnTo>
                <a:lnTo>
                  <a:pt x="59559" y="72274"/>
                </a:lnTo>
                <a:lnTo>
                  <a:pt x="60479" y="71242"/>
                </a:lnTo>
                <a:lnTo>
                  <a:pt x="61455" y="70266"/>
                </a:lnTo>
                <a:lnTo>
                  <a:pt x="62431" y="69290"/>
                </a:lnTo>
                <a:lnTo>
                  <a:pt x="63407" y="68370"/>
                </a:lnTo>
                <a:lnTo>
                  <a:pt x="64411" y="67450"/>
                </a:lnTo>
                <a:lnTo>
                  <a:pt x="65443" y="66558"/>
                </a:lnTo>
                <a:lnTo>
                  <a:pt x="66474" y="65693"/>
                </a:lnTo>
                <a:lnTo>
                  <a:pt x="67534" y="64857"/>
                </a:lnTo>
                <a:lnTo>
                  <a:pt x="68593" y="64048"/>
                </a:lnTo>
                <a:lnTo>
                  <a:pt x="69653" y="63268"/>
                </a:lnTo>
                <a:lnTo>
                  <a:pt x="70713" y="62487"/>
                </a:lnTo>
                <a:lnTo>
                  <a:pt x="71800" y="61762"/>
                </a:lnTo>
                <a:lnTo>
                  <a:pt x="72860" y="61037"/>
                </a:lnTo>
                <a:lnTo>
                  <a:pt x="73947" y="60340"/>
                </a:lnTo>
                <a:lnTo>
                  <a:pt x="75034" y="59671"/>
                </a:lnTo>
                <a:lnTo>
                  <a:pt x="76094" y="59001"/>
                </a:lnTo>
                <a:lnTo>
                  <a:pt x="78213" y="57775"/>
                </a:lnTo>
                <a:lnTo>
                  <a:pt x="80304" y="56631"/>
                </a:lnTo>
                <a:lnTo>
                  <a:pt x="82368" y="55600"/>
                </a:lnTo>
                <a:lnTo>
                  <a:pt x="84348" y="54624"/>
                </a:lnTo>
                <a:lnTo>
                  <a:pt x="86244" y="53732"/>
                </a:lnTo>
                <a:lnTo>
                  <a:pt x="88056" y="52951"/>
                </a:lnTo>
                <a:lnTo>
                  <a:pt x="89757" y="52226"/>
                </a:lnTo>
                <a:lnTo>
                  <a:pt x="91346" y="51585"/>
                </a:lnTo>
                <a:lnTo>
                  <a:pt x="92796" y="51055"/>
                </a:lnTo>
                <a:lnTo>
                  <a:pt x="94107" y="50581"/>
                </a:lnTo>
                <a:lnTo>
                  <a:pt x="96226" y="49856"/>
                </a:lnTo>
                <a:lnTo>
                  <a:pt x="97592" y="49438"/>
                </a:lnTo>
                <a:lnTo>
                  <a:pt x="98066" y="49298"/>
                </a:lnTo>
                <a:lnTo>
                  <a:pt x="97118" y="49270"/>
                </a:lnTo>
                <a:lnTo>
                  <a:pt x="96198" y="49242"/>
                </a:lnTo>
                <a:lnTo>
                  <a:pt x="94413" y="49159"/>
                </a:lnTo>
                <a:lnTo>
                  <a:pt x="92657" y="48991"/>
                </a:lnTo>
                <a:lnTo>
                  <a:pt x="90928" y="48768"/>
                </a:lnTo>
                <a:lnTo>
                  <a:pt x="89255" y="48489"/>
                </a:lnTo>
                <a:lnTo>
                  <a:pt x="87638" y="48155"/>
                </a:lnTo>
                <a:lnTo>
                  <a:pt x="86048" y="47765"/>
                </a:lnTo>
                <a:lnTo>
                  <a:pt x="84515" y="47318"/>
                </a:lnTo>
                <a:lnTo>
                  <a:pt x="83009" y="46816"/>
                </a:lnTo>
                <a:lnTo>
                  <a:pt x="81559" y="46287"/>
                </a:lnTo>
                <a:lnTo>
                  <a:pt x="80137" y="45673"/>
                </a:lnTo>
                <a:lnTo>
                  <a:pt x="78771" y="45060"/>
                </a:lnTo>
                <a:lnTo>
                  <a:pt x="77432" y="44363"/>
                </a:lnTo>
                <a:lnTo>
                  <a:pt x="76122" y="43638"/>
                </a:lnTo>
                <a:lnTo>
                  <a:pt x="74867" y="42885"/>
                </a:lnTo>
                <a:lnTo>
                  <a:pt x="73640" y="42104"/>
                </a:lnTo>
                <a:lnTo>
                  <a:pt x="72469" y="41268"/>
                </a:lnTo>
                <a:lnTo>
                  <a:pt x="71298" y="40403"/>
                </a:lnTo>
                <a:lnTo>
                  <a:pt x="70211" y="39511"/>
                </a:lnTo>
                <a:lnTo>
                  <a:pt x="69123" y="38591"/>
                </a:lnTo>
                <a:lnTo>
                  <a:pt x="68091" y="37643"/>
                </a:lnTo>
                <a:lnTo>
                  <a:pt x="67088" y="36667"/>
                </a:lnTo>
                <a:lnTo>
                  <a:pt x="66112" y="35663"/>
                </a:lnTo>
                <a:lnTo>
                  <a:pt x="65164" y="34659"/>
                </a:lnTo>
                <a:lnTo>
                  <a:pt x="64271" y="33600"/>
                </a:lnTo>
                <a:lnTo>
                  <a:pt x="63379" y="32568"/>
                </a:lnTo>
                <a:lnTo>
                  <a:pt x="62543" y="31481"/>
                </a:lnTo>
                <a:lnTo>
                  <a:pt x="61734" y="30421"/>
                </a:lnTo>
                <a:lnTo>
                  <a:pt x="60953" y="29306"/>
                </a:lnTo>
                <a:lnTo>
                  <a:pt x="60200" y="28218"/>
                </a:lnTo>
                <a:lnTo>
                  <a:pt x="59503" y="27103"/>
                </a:lnTo>
                <a:lnTo>
                  <a:pt x="58806" y="25988"/>
                </a:lnTo>
                <a:lnTo>
                  <a:pt x="58137" y="24900"/>
                </a:lnTo>
                <a:lnTo>
                  <a:pt x="57524" y="23785"/>
                </a:lnTo>
                <a:lnTo>
                  <a:pt x="56910" y="22670"/>
                </a:lnTo>
                <a:lnTo>
                  <a:pt x="56325" y="21554"/>
                </a:lnTo>
                <a:lnTo>
                  <a:pt x="55795" y="20439"/>
                </a:lnTo>
                <a:lnTo>
                  <a:pt x="55265" y="19351"/>
                </a:lnTo>
                <a:lnTo>
                  <a:pt x="54763" y="18264"/>
                </a:lnTo>
                <a:lnTo>
                  <a:pt x="54289" y="17177"/>
                </a:lnTo>
                <a:lnTo>
                  <a:pt x="53425" y="15085"/>
                </a:lnTo>
                <a:lnTo>
                  <a:pt x="52644" y="13050"/>
                </a:lnTo>
                <a:lnTo>
                  <a:pt x="51947" y="11070"/>
                </a:lnTo>
                <a:lnTo>
                  <a:pt x="51334" y="9230"/>
                </a:lnTo>
                <a:lnTo>
                  <a:pt x="50804" y="7501"/>
                </a:lnTo>
                <a:lnTo>
                  <a:pt x="50358" y="5884"/>
                </a:lnTo>
                <a:lnTo>
                  <a:pt x="49995" y="4434"/>
                </a:lnTo>
                <a:lnTo>
                  <a:pt x="49688" y="3151"/>
                </a:lnTo>
                <a:lnTo>
                  <a:pt x="49437" y="2064"/>
                </a:lnTo>
                <a:lnTo>
                  <a:pt x="49242" y="1171"/>
                </a:lnTo>
                <a:lnTo>
                  <a:pt x="49019" y="0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64" name="Google Shape;2464;p31"/>
          <p:cNvSpPr/>
          <p:nvPr/>
        </p:nvSpPr>
        <p:spPr>
          <a:xfrm>
            <a:off x="124097" y="1935928"/>
            <a:ext cx="429300" cy="4293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65" name="Google Shape;2465;p31"/>
          <p:cNvSpPr/>
          <p:nvPr/>
        </p:nvSpPr>
        <p:spPr>
          <a:xfrm flipH="1">
            <a:off x="-1746933" y="1602031"/>
            <a:ext cx="2383952" cy="1642730"/>
          </a:xfrm>
          <a:custGeom>
            <a:rect b="b" l="l" r="r" t="t"/>
            <a:pathLst>
              <a:path extrusionOk="0" h="29383" w="42641">
                <a:moveTo>
                  <a:pt x="9364" y="81"/>
                </a:moveTo>
                <a:lnTo>
                  <a:pt x="10796" y="141"/>
                </a:lnTo>
                <a:lnTo>
                  <a:pt x="12209" y="222"/>
                </a:lnTo>
                <a:lnTo>
                  <a:pt x="13642" y="363"/>
                </a:lnTo>
                <a:lnTo>
                  <a:pt x="15054" y="505"/>
                </a:lnTo>
                <a:lnTo>
                  <a:pt x="16467" y="706"/>
                </a:lnTo>
                <a:lnTo>
                  <a:pt x="17880" y="928"/>
                </a:lnTo>
                <a:lnTo>
                  <a:pt x="19292" y="1191"/>
                </a:lnTo>
                <a:lnTo>
                  <a:pt x="20685" y="1494"/>
                </a:lnTo>
                <a:lnTo>
                  <a:pt x="22077" y="1816"/>
                </a:lnTo>
                <a:lnTo>
                  <a:pt x="23469" y="2180"/>
                </a:lnTo>
                <a:lnTo>
                  <a:pt x="24842" y="2563"/>
                </a:lnTo>
                <a:lnTo>
                  <a:pt x="26194" y="2987"/>
                </a:lnTo>
                <a:lnTo>
                  <a:pt x="27546" y="3451"/>
                </a:lnTo>
                <a:lnTo>
                  <a:pt x="28878" y="3935"/>
                </a:lnTo>
                <a:lnTo>
                  <a:pt x="30210" y="4460"/>
                </a:lnTo>
                <a:lnTo>
                  <a:pt x="31340" y="4944"/>
                </a:lnTo>
                <a:lnTo>
                  <a:pt x="32409" y="5429"/>
                </a:lnTo>
                <a:lnTo>
                  <a:pt x="33418" y="5933"/>
                </a:lnTo>
                <a:lnTo>
                  <a:pt x="34346" y="6438"/>
                </a:lnTo>
                <a:lnTo>
                  <a:pt x="35234" y="6962"/>
                </a:lnTo>
                <a:lnTo>
                  <a:pt x="36062" y="7487"/>
                </a:lnTo>
                <a:lnTo>
                  <a:pt x="36829" y="8032"/>
                </a:lnTo>
                <a:lnTo>
                  <a:pt x="37555" y="8597"/>
                </a:lnTo>
                <a:lnTo>
                  <a:pt x="37979" y="8960"/>
                </a:lnTo>
                <a:lnTo>
                  <a:pt x="38403" y="9344"/>
                </a:lnTo>
                <a:lnTo>
                  <a:pt x="38806" y="9727"/>
                </a:lnTo>
                <a:lnTo>
                  <a:pt x="39190" y="10131"/>
                </a:lnTo>
                <a:lnTo>
                  <a:pt x="39573" y="10534"/>
                </a:lnTo>
                <a:lnTo>
                  <a:pt x="39916" y="10938"/>
                </a:lnTo>
                <a:lnTo>
                  <a:pt x="40239" y="11362"/>
                </a:lnTo>
                <a:lnTo>
                  <a:pt x="40562" y="11785"/>
                </a:lnTo>
                <a:lnTo>
                  <a:pt x="40844" y="12209"/>
                </a:lnTo>
                <a:lnTo>
                  <a:pt x="41127" y="12653"/>
                </a:lnTo>
                <a:lnTo>
                  <a:pt x="41369" y="13097"/>
                </a:lnTo>
                <a:lnTo>
                  <a:pt x="41611" y="13541"/>
                </a:lnTo>
                <a:lnTo>
                  <a:pt x="41813" y="14005"/>
                </a:lnTo>
                <a:lnTo>
                  <a:pt x="42015" y="14469"/>
                </a:lnTo>
                <a:lnTo>
                  <a:pt x="42176" y="14913"/>
                </a:lnTo>
                <a:lnTo>
                  <a:pt x="42338" y="15398"/>
                </a:lnTo>
                <a:lnTo>
                  <a:pt x="42459" y="15862"/>
                </a:lnTo>
                <a:lnTo>
                  <a:pt x="42499" y="16104"/>
                </a:lnTo>
                <a:lnTo>
                  <a:pt x="42540" y="16366"/>
                </a:lnTo>
                <a:lnTo>
                  <a:pt x="42560" y="16608"/>
                </a:lnTo>
                <a:lnTo>
                  <a:pt x="42560" y="16851"/>
                </a:lnTo>
                <a:lnTo>
                  <a:pt x="42540" y="17113"/>
                </a:lnTo>
                <a:lnTo>
                  <a:pt x="42519" y="17355"/>
                </a:lnTo>
                <a:lnTo>
                  <a:pt x="42479" y="17577"/>
                </a:lnTo>
                <a:lnTo>
                  <a:pt x="42418" y="17799"/>
                </a:lnTo>
                <a:lnTo>
                  <a:pt x="42338" y="18021"/>
                </a:lnTo>
                <a:lnTo>
                  <a:pt x="42217" y="18223"/>
                </a:lnTo>
                <a:lnTo>
                  <a:pt x="42096" y="18404"/>
                </a:lnTo>
                <a:lnTo>
                  <a:pt x="41954" y="18566"/>
                </a:lnTo>
                <a:lnTo>
                  <a:pt x="41773" y="18707"/>
                </a:lnTo>
                <a:lnTo>
                  <a:pt x="41571" y="18848"/>
                </a:lnTo>
                <a:lnTo>
                  <a:pt x="41409" y="18909"/>
                </a:lnTo>
                <a:lnTo>
                  <a:pt x="41228" y="18969"/>
                </a:lnTo>
                <a:lnTo>
                  <a:pt x="41046" y="19010"/>
                </a:lnTo>
                <a:lnTo>
                  <a:pt x="40865" y="19050"/>
                </a:lnTo>
                <a:lnTo>
                  <a:pt x="40461" y="19070"/>
                </a:lnTo>
                <a:lnTo>
                  <a:pt x="40057" y="19070"/>
                </a:lnTo>
                <a:lnTo>
                  <a:pt x="38948" y="19050"/>
                </a:lnTo>
                <a:lnTo>
                  <a:pt x="37838" y="19010"/>
                </a:lnTo>
                <a:lnTo>
                  <a:pt x="35618" y="18909"/>
                </a:lnTo>
                <a:lnTo>
                  <a:pt x="33398" y="18788"/>
                </a:lnTo>
                <a:lnTo>
                  <a:pt x="31198" y="18626"/>
                </a:lnTo>
                <a:lnTo>
                  <a:pt x="28918" y="18485"/>
                </a:lnTo>
                <a:lnTo>
                  <a:pt x="26597" y="18344"/>
                </a:lnTo>
                <a:lnTo>
                  <a:pt x="24277" y="18243"/>
                </a:lnTo>
                <a:lnTo>
                  <a:pt x="23126" y="18223"/>
                </a:lnTo>
                <a:lnTo>
                  <a:pt x="21956" y="18203"/>
                </a:lnTo>
                <a:lnTo>
                  <a:pt x="20806" y="18182"/>
                </a:lnTo>
                <a:lnTo>
                  <a:pt x="19635" y="18203"/>
                </a:lnTo>
                <a:lnTo>
                  <a:pt x="18465" y="18243"/>
                </a:lnTo>
                <a:lnTo>
                  <a:pt x="17315" y="18304"/>
                </a:lnTo>
                <a:lnTo>
                  <a:pt x="16164" y="18384"/>
                </a:lnTo>
                <a:lnTo>
                  <a:pt x="14994" y="18485"/>
                </a:lnTo>
                <a:lnTo>
                  <a:pt x="13844" y="18626"/>
                </a:lnTo>
                <a:lnTo>
                  <a:pt x="12693" y="18788"/>
                </a:lnTo>
                <a:lnTo>
                  <a:pt x="12007" y="18909"/>
                </a:lnTo>
                <a:lnTo>
                  <a:pt x="11321" y="19050"/>
                </a:lnTo>
                <a:lnTo>
                  <a:pt x="10615" y="19232"/>
                </a:lnTo>
                <a:lnTo>
                  <a:pt x="10272" y="19333"/>
                </a:lnTo>
                <a:lnTo>
                  <a:pt x="9929" y="19454"/>
                </a:lnTo>
                <a:lnTo>
                  <a:pt x="9586" y="19595"/>
                </a:lnTo>
                <a:lnTo>
                  <a:pt x="9263" y="19736"/>
                </a:lnTo>
                <a:lnTo>
                  <a:pt x="8940" y="19898"/>
                </a:lnTo>
                <a:lnTo>
                  <a:pt x="8617" y="20059"/>
                </a:lnTo>
                <a:lnTo>
                  <a:pt x="8314" y="20261"/>
                </a:lnTo>
                <a:lnTo>
                  <a:pt x="8032" y="20463"/>
                </a:lnTo>
                <a:lnTo>
                  <a:pt x="7749" y="20705"/>
                </a:lnTo>
                <a:lnTo>
                  <a:pt x="7487" y="20947"/>
                </a:lnTo>
                <a:lnTo>
                  <a:pt x="7245" y="21230"/>
                </a:lnTo>
                <a:lnTo>
                  <a:pt x="7003" y="21512"/>
                </a:lnTo>
                <a:lnTo>
                  <a:pt x="6801" y="21815"/>
                </a:lnTo>
                <a:lnTo>
                  <a:pt x="6619" y="22118"/>
                </a:lnTo>
                <a:lnTo>
                  <a:pt x="6458" y="22440"/>
                </a:lnTo>
                <a:lnTo>
                  <a:pt x="6316" y="22763"/>
                </a:lnTo>
                <a:lnTo>
                  <a:pt x="6195" y="23086"/>
                </a:lnTo>
                <a:lnTo>
                  <a:pt x="6094" y="23429"/>
                </a:lnTo>
                <a:lnTo>
                  <a:pt x="5994" y="23752"/>
                </a:lnTo>
                <a:lnTo>
                  <a:pt x="5913" y="24075"/>
                </a:lnTo>
                <a:lnTo>
                  <a:pt x="5792" y="24701"/>
                </a:lnTo>
                <a:lnTo>
                  <a:pt x="5711" y="25306"/>
                </a:lnTo>
                <a:lnTo>
                  <a:pt x="5650" y="25871"/>
                </a:lnTo>
                <a:lnTo>
                  <a:pt x="5650" y="26154"/>
                </a:lnTo>
                <a:lnTo>
                  <a:pt x="5650" y="26497"/>
                </a:lnTo>
                <a:lnTo>
                  <a:pt x="5650" y="27243"/>
                </a:lnTo>
                <a:lnTo>
                  <a:pt x="5630" y="27627"/>
                </a:lnTo>
                <a:lnTo>
                  <a:pt x="5610" y="28010"/>
                </a:lnTo>
                <a:lnTo>
                  <a:pt x="5529" y="28373"/>
                </a:lnTo>
                <a:lnTo>
                  <a:pt x="5489" y="28555"/>
                </a:lnTo>
                <a:lnTo>
                  <a:pt x="5428" y="28696"/>
                </a:lnTo>
                <a:lnTo>
                  <a:pt x="5368" y="28838"/>
                </a:lnTo>
                <a:lnTo>
                  <a:pt x="5287" y="28979"/>
                </a:lnTo>
                <a:lnTo>
                  <a:pt x="5206" y="29080"/>
                </a:lnTo>
                <a:lnTo>
                  <a:pt x="5106" y="29181"/>
                </a:lnTo>
                <a:lnTo>
                  <a:pt x="5005" y="29221"/>
                </a:lnTo>
                <a:lnTo>
                  <a:pt x="4904" y="29261"/>
                </a:lnTo>
                <a:lnTo>
                  <a:pt x="4803" y="29281"/>
                </a:lnTo>
                <a:lnTo>
                  <a:pt x="4702" y="29302"/>
                </a:lnTo>
                <a:lnTo>
                  <a:pt x="4581" y="29302"/>
                </a:lnTo>
                <a:lnTo>
                  <a:pt x="4440" y="29281"/>
                </a:lnTo>
                <a:lnTo>
                  <a:pt x="4177" y="29201"/>
                </a:lnTo>
                <a:lnTo>
                  <a:pt x="3955" y="29100"/>
                </a:lnTo>
                <a:lnTo>
                  <a:pt x="3774" y="28959"/>
                </a:lnTo>
                <a:lnTo>
                  <a:pt x="3592" y="28797"/>
                </a:lnTo>
                <a:lnTo>
                  <a:pt x="3451" y="28616"/>
                </a:lnTo>
                <a:lnTo>
                  <a:pt x="3310" y="28414"/>
                </a:lnTo>
                <a:lnTo>
                  <a:pt x="3188" y="28192"/>
                </a:lnTo>
                <a:lnTo>
                  <a:pt x="2946" y="27728"/>
                </a:lnTo>
                <a:lnTo>
                  <a:pt x="2523" y="26678"/>
                </a:lnTo>
                <a:lnTo>
                  <a:pt x="2119" y="25629"/>
                </a:lnTo>
                <a:lnTo>
                  <a:pt x="1756" y="24539"/>
                </a:lnTo>
                <a:lnTo>
                  <a:pt x="1433" y="23429"/>
                </a:lnTo>
                <a:lnTo>
                  <a:pt x="1130" y="22279"/>
                </a:lnTo>
                <a:lnTo>
                  <a:pt x="868" y="21129"/>
                </a:lnTo>
                <a:lnTo>
                  <a:pt x="646" y="19938"/>
                </a:lnTo>
                <a:lnTo>
                  <a:pt x="464" y="18707"/>
                </a:lnTo>
                <a:lnTo>
                  <a:pt x="323" y="17476"/>
                </a:lnTo>
                <a:lnTo>
                  <a:pt x="202" y="16205"/>
                </a:lnTo>
                <a:lnTo>
                  <a:pt x="141" y="14913"/>
                </a:lnTo>
                <a:lnTo>
                  <a:pt x="101" y="13602"/>
                </a:lnTo>
                <a:lnTo>
                  <a:pt x="81" y="12250"/>
                </a:lnTo>
                <a:lnTo>
                  <a:pt x="121" y="10897"/>
                </a:lnTo>
                <a:lnTo>
                  <a:pt x="202" y="9505"/>
                </a:lnTo>
                <a:lnTo>
                  <a:pt x="303" y="8092"/>
                </a:lnTo>
                <a:lnTo>
                  <a:pt x="404" y="7144"/>
                </a:lnTo>
                <a:lnTo>
                  <a:pt x="464" y="6639"/>
                </a:lnTo>
                <a:lnTo>
                  <a:pt x="545" y="6135"/>
                </a:lnTo>
                <a:lnTo>
                  <a:pt x="646" y="5630"/>
                </a:lnTo>
                <a:lnTo>
                  <a:pt x="767" y="5106"/>
                </a:lnTo>
                <a:lnTo>
                  <a:pt x="928" y="4601"/>
                </a:lnTo>
                <a:lnTo>
                  <a:pt x="1090" y="4097"/>
                </a:lnTo>
                <a:lnTo>
                  <a:pt x="1292" y="3612"/>
                </a:lnTo>
                <a:lnTo>
                  <a:pt x="1514" y="3128"/>
                </a:lnTo>
                <a:lnTo>
                  <a:pt x="1776" y="2684"/>
                </a:lnTo>
                <a:lnTo>
                  <a:pt x="2058" y="2240"/>
                </a:lnTo>
                <a:lnTo>
                  <a:pt x="2220" y="2038"/>
                </a:lnTo>
                <a:lnTo>
                  <a:pt x="2381" y="1837"/>
                </a:lnTo>
                <a:lnTo>
                  <a:pt x="2563" y="1655"/>
                </a:lnTo>
                <a:lnTo>
                  <a:pt x="2765" y="1473"/>
                </a:lnTo>
                <a:lnTo>
                  <a:pt x="2967" y="1312"/>
                </a:lnTo>
                <a:lnTo>
                  <a:pt x="3168" y="1150"/>
                </a:lnTo>
                <a:lnTo>
                  <a:pt x="3390" y="989"/>
                </a:lnTo>
                <a:lnTo>
                  <a:pt x="3612" y="848"/>
                </a:lnTo>
                <a:lnTo>
                  <a:pt x="3854" y="727"/>
                </a:lnTo>
                <a:lnTo>
                  <a:pt x="4117" y="626"/>
                </a:lnTo>
                <a:lnTo>
                  <a:pt x="4359" y="525"/>
                </a:lnTo>
                <a:lnTo>
                  <a:pt x="4621" y="424"/>
                </a:lnTo>
                <a:lnTo>
                  <a:pt x="5146" y="303"/>
                </a:lnTo>
                <a:lnTo>
                  <a:pt x="5691" y="202"/>
                </a:lnTo>
                <a:lnTo>
                  <a:pt x="6236" y="141"/>
                </a:lnTo>
                <a:lnTo>
                  <a:pt x="6760" y="101"/>
                </a:lnTo>
                <a:lnTo>
                  <a:pt x="7305" y="81"/>
                </a:lnTo>
                <a:close/>
                <a:moveTo>
                  <a:pt x="7305" y="0"/>
                </a:moveTo>
                <a:lnTo>
                  <a:pt x="6760" y="20"/>
                </a:lnTo>
                <a:lnTo>
                  <a:pt x="6215" y="61"/>
                </a:lnTo>
                <a:lnTo>
                  <a:pt x="5671" y="121"/>
                </a:lnTo>
                <a:lnTo>
                  <a:pt x="5126" y="222"/>
                </a:lnTo>
                <a:lnTo>
                  <a:pt x="4601" y="363"/>
                </a:lnTo>
                <a:lnTo>
                  <a:pt x="4339" y="444"/>
                </a:lnTo>
                <a:lnTo>
                  <a:pt x="4076" y="545"/>
                </a:lnTo>
                <a:lnTo>
                  <a:pt x="3834" y="666"/>
                </a:lnTo>
                <a:lnTo>
                  <a:pt x="3572" y="787"/>
                </a:lnTo>
                <a:lnTo>
                  <a:pt x="3350" y="928"/>
                </a:lnTo>
                <a:lnTo>
                  <a:pt x="3128" y="1070"/>
                </a:lnTo>
                <a:lnTo>
                  <a:pt x="2906" y="1231"/>
                </a:lnTo>
                <a:lnTo>
                  <a:pt x="2704" y="1413"/>
                </a:lnTo>
                <a:lnTo>
                  <a:pt x="2523" y="1594"/>
                </a:lnTo>
                <a:lnTo>
                  <a:pt x="2341" y="1776"/>
                </a:lnTo>
                <a:lnTo>
                  <a:pt x="2159" y="1978"/>
                </a:lnTo>
                <a:lnTo>
                  <a:pt x="1998" y="2200"/>
                </a:lnTo>
                <a:lnTo>
                  <a:pt x="1695" y="2624"/>
                </a:lnTo>
                <a:lnTo>
                  <a:pt x="1453" y="3088"/>
                </a:lnTo>
                <a:lnTo>
                  <a:pt x="1211" y="3572"/>
                </a:lnTo>
                <a:lnTo>
                  <a:pt x="1009" y="4056"/>
                </a:lnTo>
                <a:lnTo>
                  <a:pt x="848" y="4561"/>
                </a:lnTo>
                <a:lnTo>
                  <a:pt x="706" y="5086"/>
                </a:lnTo>
                <a:lnTo>
                  <a:pt x="585" y="5590"/>
                </a:lnTo>
                <a:lnTo>
                  <a:pt x="464" y="6115"/>
                </a:lnTo>
                <a:lnTo>
                  <a:pt x="383" y="6619"/>
                </a:lnTo>
                <a:lnTo>
                  <a:pt x="323" y="7124"/>
                </a:lnTo>
                <a:lnTo>
                  <a:pt x="222" y="8092"/>
                </a:lnTo>
                <a:lnTo>
                  <a:pt x="121" y="9505"/>
                </a:lnTo>
                <a:lnTo>
                  <a:pt x="40" y="10897"/>
                </a:lnTo>
                <a:lnTo>
                  <a:pt x="0" y="12250"/>
                </a:lnTo>
                <a:lnTo>
                  <a:pt x="20" y="13602"/>
                </a:lnTo>
                <a:lnTo>
                  <a:pt x="61" y="14913"/>
                </a:lnTo>
                <a:lnTo>
                  <a:pt x="121" y="16205"/>
                </a:lnTo>
                <a:lnTo>
                  <a:pt x="242" y="17476"/>
                </a:lnTo>
                <a:lnTo>
                  <a:pt x="383" y="18727"/>
                </a:lnTo>
                <a:lnTo>
                  <a:pt x="565" y="19938"/>
                </a:lnTo>
                <a:lnTo>
                  <a:pt x="787" y="21149"/>
                </a:lnTo>
                <a:lnTo>
                  <a:pt x="1049" y="22319"/>
                </a:lnTo>
                <a:lnTo>
                  <a:pt x="1352" y="23449"/>
                </a:lnTo>
                <a:lnTo>
                  <a:pt x="1675" y="24559"/>
                </a:lnTo>
                <a:lnTo>
                  <a:pt x="2038" y="25649"/>
                </a:lnTo>
                <a:lnTo>
                  <a:pt x="2442" y="26719"/>
                </a:lnTo>
                <a:lnTo>
                  <a:pt x="2886" y="27748"/>
                </a:lnTo>
                <a:lnTo>
                  <a:pt x="3108" y="28232"/>
                </a:lnTo>
                <a:lnTo>
                  <a:pt x="3249" y="28454"/>
                </a:lnTo>
                <a:lnTo>
                  <a:pt x="3390" y="28676"/>
                </a:lnTo>
                <a:lnTo>
                  <a:pt x="3552" y="28858"/>
                </a:lnTo>
                <a:lnTo>
                  <a:pt x="3733" y="29019"/>
                </a:lnTo>
                <a:lnTo>
                  <a:pt x="3915" y="29160"/>
                </a:lnTo>
                <a:lnTo>
                  <a:pt x="4137" y="29261"/>
                </a:lnTo>
                <a:lnTo>
                  <a:pt x="4419" y="29362"/>
                </a:lnTo>
                <a:lnTo>
                  <a:pt x="4541" y="29382"/>
                </a:lnTo>
                <a:lnTo>
                  <a:pt x="4662" y="29382"/>
                </a:lnTo>
                <a:lnTo>
                  <a:pt x="4803" y="29362"/>
                </a:lnTo>
                <a:lnTo>
                  <a:pt x="4924" y="29342"/>
                </a:lnTo>
                <a:lnTo>
                  <a:pt x="5045" y="29302"/>
                </a:lnTo>
                <a:lnTo>
                  <a:pt x="5146" y="29241"/>
                </a:lnTo>
                <a:lnTo>
                  <a:pt x="5247" y="29140"/>
                </a:lnTo>
                <a:lnTo>
                  <a:pt x="5348" y="29039"/>
                </a:lnTo>
                <a:lnTo>
                  <a:pt x="5428" y="28898"/>
                </a:lnTo>
                <a:lnTo>
                  <a:pt x="5509" y="28757"/>
                </a:lnTo>
                <a:lnTo>
                  <a:pt x="5570" y="28595"/>
                </a:lnTo>
                <a:lnTo>
                  <a:pt x="5610" y="28414"/>
                </a:lnTo>
                <a:lnTo>
                  <a:pt x="5671" y="28051"/>
                </a:lnTo>
                <a:lnTo>
                  <a:pt x="5711" y="27647"/>
                </a:lnTo>
                <a:lnTo>
                  <a:pt x="5731" y="27243"/>
                </a:lnTo>
                <a:lnTo>
                  <a:pt x="5731" y="26497"/>
                </a:lnTo>
                <a:lnTo>
                  <a:pt x="5731" y="26154"/>
                </a:lnTo>
                <a:lnTo>
                  <a:pt x="5731" y="25891"/>
                </a:lnTo>
                <a:lnTo>
                  <a:pt x="5792" y="25326"/>
                </a:lnTo>
                <a:lnTo>
                  <a:pt x="5872" y="24721"/>
                </a:lnTo>
                <a:lnTo>
                  <a:pt x="5994" y="24095"/>
                </a:lnTo>
                <a:lnTo>
                  <a:pt x="6074" y="23772"/>
                </a:lnTo>
                <a:lnTo>
                  <a:pt x="6155" y="23449"/>
                </a:lnTo>
                <a:lnTo>
                  <a:pt x="6276" y="23127"/>
                </a:lnTo>
                <a:lnTo>
                  <a:pt x="6397" y="22804"/>
                </a:lnTo>
                <a:lnTo>
                  <a:pt x="6538" y="22481"/>
                </a:lnTo>
                <a:lnTo>
                  <a:pt x="6700" y="22178"/>
                </a:lnTo>
                <a:lnTo>
                  <a:pt x="6881" y="21855"/>
                </a:lnTo>
                <a:lnTo>
                  <a:pt x="7083" y="21573"/>
                </a:lnTo>
                <a:lnTo>
                  <a:pt x="7305" y="21270"/>
                </a:lnTo>
                <a:lnTo>
                  <a:pt x="7547" y="21008"/>
                </a:lnTo>
                <a:lnTo>
                  <a:pt x="7810" y="20765"/>
                </a:lnTo>
                <a:lnTo>
                  <a:pt x="8092" y="20523"/>
                </a:lnTo>
                <a:lnTo>
                  <a:pt x="8375" y="20322"/>
                </a:lnTo>
                <a:lnTo>
                  <a:pt x="8677" y="20140"/>
                </a:lnTo>
                <a:lnTo>
                  <a:pt x="8980" y="19958"/>
                </a:lnTo>
                <a:lnTo>
                  <a:pt x="9303" y="19797"/>
                </a:lnTo>
                <a:lnTo>
                  <a:pt x="9626" y="19656"/>
                </a:lnTo>
                <a:lnTo>
                  <a:pt x="9969" y="19535"/>
                </a:lnTo>
                <a:lnTo>
                  <a:pt x="10292" y="19413"/>
                </a:lnTo>
                <a:lnTo>
                  <a:pt x="10635" y="19313"/>
                </a:lnTo>
                <a:lnTo>
                  <a:pt x="11341" y="19131"/>
                </a:lnTo>
                <a:lnTo>
                  <a:pt x="12027" y="18990"/>
                </a:lnTo>
                <a:lnTo>
                  <a:pt x="12713" y="18869"/>
                </a:lnTo>
                <a:lnTo>
                  <a:pt x="13864" y="18707"/>
                </a:lnTo>
                <a:lnTo>
                  <a:pt x="15014" y="18566"/>
                </a:lnTo>
                <a:lnTo>
                  <a:pt x="16164" y="18465"/>
                </a:lnTo>
                <a:lnTo>
                  <a:pt x="17315" y="18384"/>
                </a:lnTo>
                <a:lnTo>
                  <a:pt x="18485" y="18324"/>
                </a:lnTo>
                <a:lnTo>
                  <a:pt x="19635" y="18283"/>
                </a:lnTo>
                <a:lnTo>
                  <a:pt x="20806" y="18263"/>
                </a:lnTo>
                <a:lnTo>
                  <a:pt x="21956" y="18283"/>
                </a:lnTo>
                <a:lnTo>
                  <a:pt x="23126" y="18304"/>
                </a:lnTo>
                <a:lnTo>
                  <a:pt x="24277" y="18324"/>
                </a:lnTo>
                <a:lnTo>
                  <a:pt x="26597" y="18425"/>
                </a:lnTo>
                <a:lnTo>
                  <a:pt x="28918" y="18566"/>
                </a:lnTo>
                <a:lnTo>
                  <a:pt x="31198" y="18707"/>
                </a:lnTo>
                <a:lnTo>
                  <a:pt x="33398" y="18869"/>
                </a:lnTo>
                <a:lnTo>
                  <a:pt x="35618" y="18990"/>
                </a:lnTo>
                <a:lnTo>
                  <a:pt x="37838" y="19091"/>
                </a:lnTo>
                <a:lnTo>
                  <a:pt x="38948" y="19131"/>
                </a:lnTo>
                <a:lnTo>
                  <a:pt x="40057" y="19151"/>
                </a:lnTo>
                <a:lnTo>
                  <a:pt x="40481" y="19151"/>
                </a:lnTo>
                <a:lnTo>
                  <a:pt x="40885" y="19131"/>
                </a:lnTo>
                <a:lnTo>
                  <a:pt x="41066" y="19091"/>
                </a:lnTo>
                <a:lnTo>
                  <a:pt x="41248" y="19050"/>
                </a:lnTo>
                <a:lnTo>
                  <a:pt x="41430" y="18990"/>
                </a:lnTo>
                <a:lnTo>
                  <a:pt x="41611" y="18909"/>
                </a:lnTo>
                <a:lnTo>
                  <a:pt x="41813" y="18788"/>
                </a:lnTo>
                <a:lnTo>
                  <a:pt x="41995" y="18626"/>
                </a:lnTo>
                <a:lnTo>
                  <a:pt x="42156" y="18465"/>
                </a:lnTo>
                <a:lnTo>
                  <a:pt x="42297" y="18263"/>
                </a:lnTo>
                <a:lnTo>
                  <a:pt x="42398" y="18061"/>
                </a:lnTo>
                <a:lnTo>
                  <a:pt x="42479" y="17839"/>
                </a:lnTo>
                <a:lnTo>
                  <a:pt x="42560" y="17617"/>
                </a:lnTo>
                <a:lnTo>
                  <a:pt x="42600" y="17375"/>
                </a:lnTo>
                <a:lnTo>
                  <a:pt x="42620" y="17133"/>
                </a:lnTo>
                <a:lnTo>
                  <a:pt x="42640" y="16871"/>
                </a:lnTo>
                <a:lnTo>
                  <a:pt x="42640" y="16608"/>
                </a:lnTo>
                <a:lnTo>
                  <a:pt x="42620" y="16366"/>
                </a:lnTo>
                <a:lnTo>
                  <a:pt x="42580" y="16104"/>
                </a:lnTo>
                <a:lnTo>
                  <a:pt x="42540" y="15862"/>
                </a:lnTo>
                <a:lnTo>
                  <a:pt x="42418" y="15357"/>
                </a:lnTo>
                <a:lnTo>
                  <a:pt x="42257" y="14893"/>
                </a:lnTo>
                <a:lnTo>
                  <a:pt x="42096" y="14429"/>
                </a:lnTo>
                <a:lnTo>
                  <a:pt x="41894" y="13965"/>
                </a:lnTo>
                <a:lnTo>
                  <a:pt x="41672" y="13521"/>
                </a:lnTo>
                <a:lnTo>
                  <a:pt x="41450" y="13057"/>
                </a:lnTo>
                <a:lnTo>
                  <a:pt x="41187" y="12613"/>
                </a:lnTo>
                <a:lnTo>
                  <a:pt x="40925" y="12169"/>
                </a:lnTo>
                <a:lnTo>
                  <a:pt x="40622" y="11745"/>
                </a:lnTo>
                <a:lnTo>
                  <a:pt x="40320" y="11301"/>
                </a:lnTo>
                <a:lnTo>
                  <a:pt x="39977" y="10897"/>
                </a:lnTo>
                <a:lnTo>
                  <a:pt x="39634" y="10474"/>
                </a:lnTo>
                <a:lnTo>
                  <a:pt x="39250" y="10070"/>
                </a:lnTo>
                <a:lnTo>
                  <a:pt x="38867" y="9666"/>
                </a:lnTo>
                <a:lnTo>
                  <a:pt x="38463" y="9283"/>
                </a:lnTo>
                <a:lnTo>
                  <a:pt x="38039" y="8900"/>
                </a:lnTo>
                <a:lnTo>
                  <a:pt x="37595" y="8536"/>
                </a:lnTo>
                <a:lnTo>
                  <a:pt x="36869" y="7971"/>
                </a:lnTo>
                <a:lnTo>
                  <a:pt x="36102" y="7426"/>
                </a:lnTo>
                <a:lnTo>
                  <a:pt x="35275" y="6882"/>
                </a:lnTo>
                <a:lnTo>
                  <a:pt x="34387" y="6377"/>
                </a:lnTo>
                <a:lnTo>
                  <a:pt x="33459" y="5873"/>
                </a:lnTo>
                <a:lnTo>
                  <a:pt x="32450" y="5368"/>
                </a:lnTo>
                <a:lnTo>
                  <a:pt x="31380" y="4884"/>
                </a:lnTo>
                <a:lnTo>
                  <a:pt x="30230" y="4379"/>
                </a:lnTo>
                <a:lnTo>
                  <a:pt x="28918" y="3875"/>
                </a:lnTo>
                <a:lnTo>
                  <a:pt x="27586" y="3370"/>
                </a:lnTo>
                <a:lnTo>
                  <a:pt x="26234" y="2906"/>
                </a:lnTo>
                <a:lnTo>
                  <a:pt x="24862" y="2482"/>
                </a:lnTo>
                <a:lnTo>
                  <a:pt x="23490" y="2099"/>
                </a:lnTo>
                <a:lnTo>
                  <a:pt x="22097" y="1736"/>
                </a:lnTo>
                <a:lnTo>
                  <a:pt x="20705" y="1413"/>
                </a:lnTo>
                <a:lnTo>
                  <a:pt x="19312" y="1110"/>
                </a:lnTo>
                <a:lnTo>
                  <a:pt x="17900" y="848"/>
                </a:lnTo>
                <a:lnTo>
                  <a:pt x="16487" y="626"/>
                </a:lnTo>
                <a:lnTo>
                  <a:pt x="15075" y="424"/>
                </a:lnTo>
                <a:lnTo>
                  <a:pt x="13642" y="283"/>
                </a:lnTo>
                <a:lnTo>
                  <a:pt x="12229" y="141"/>
                </a:lnTo>
                <a:lnTo>
                  <a:pt x="10796" y="61"/>
                </a:lnTo>
                <a:lnTo>
                  <a:pt x="9364" y="0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66" name="Google Shape;2466;p31"/>
          <p:cNvSpPr/>
          <p:nvPr/>
        </p:nvSpPr>
        <p:spPr>
          <a:xfrm flipH="1">
            <a:off x="-1619461" y="1746437"/>
            <a:ext cx="2123367" cy="1193681"/>
          </a:xfrm>
          <a:custGeom>
            <a:rect b="b" l="l" r="r" t="t"/>
            <a:pathLst>
              <a:path extrusionOk="0" h="21351" w="37980">
                <a:moveTo>
                  <a:pt x="10776" y="81"/>
                </a:moveTo>
                <a:lnTo>
                  <a:pt x="11341" y="101"/>
                </a:lnTo>
                <a:lnTo>
                  <a:pt x="11927" y="121"/>
                </a:lnTo>
                <a:lnTo>
                  <a:pt x="12532" y="182"/>
                </a:lnTo>
                <a:lnTo>
                  <a:pt x="13178" y="222"/>
                </a:lnTo>
                <a:lnTo>
                  <a:pt x="13824" y="303"/>
                </a:lnTo>
                <a:lnTo>
                  <a:pt x="14510" y="404"/>
                </a:lnTo>
                <a:lnTo>
                  <a:pt x="15216" y="505"/>
                </a:lnTo>
                <a:lnTo>
                  <a:pt x="15943" y="626"/>
                </a:lnTo>
                <a:lnTo>
                  <a:pt x="16709" y="767"/>
                </a:lnTo>
                <a:lnTo>
                  <a:pt x="17496" y="949"/>
                </a:lnTo>
                <a:lnTo>
                  <a:pt x="18324" y="1130"/>
                </a:lnTo>
                <a:lnTo>
                  <a:pt x="19171" y="1332"/>
                </a:lnTo>
                <a:lnTo>
                  <a:pt x="20039" y="1554"/>
                </a:lnTo>
                <a:lnTo>
                  <a:pt x="20947" y="1796"/>
                </a:lnTo>
                <a:lnTo>
                  <a:pt x="21875" y="2059"/>
                </a:lnTo>
                <a:lnTo>
                  <a:pt x="23571" y="2583"/>
                </a:lnTo>
                <a:lnTo>
                  <a:pt x="24418" y="2866"/>
                </a:lnTo>
                <a:lnTo>
                  <a:pt x="25286" y="3148"/>
                </a:lnTo>
                <a:lnTo>
                  <a:pt x="26154" y="3471"/>
                </a:lnTo>
                <a:lnTo>
                  <a:pt x="27021" y="3794"/>
                </a:lnTo>
                <a:lnTo>
                  <a:pt x="27889" y="4157"/>
                </a:lnTo>
                <a:lnTo>
                  <a:pt x="28757" y="4541"/>
                </a:lnTo>
                <a:lnTo>
                  <a:pt x="29625" y="4944"/>
                </a:lnTo>
                <a:lnTo>
                  <a:pt x="30472" y="5368"/>
                </a:lnTo>
                <a:lnTo>
                  <a:pt x="31300" y="5832"/>
                </a:lnTo>
                <a:lnTo>
                  <a:pt x="32127" y="6317"/>
                </a:lnTo>
                <a:lnTo>
                  <a:pt x="32954" y="6841"/>
                </a:lnTo>
                <a:lnTo>
                  <a:pt x="33741" y="7406"/>
                </a:lnTo>
                <a:lnTo>
                  <a:pt x="34508" y="7992"/>
                </a:lnTo>
                <a:lnTo>
                  <a:pt x="35255" y="8637"/>
                </a:lnTo>
                <a:lnTo>
                  <a:pt x="35638" y="8980"/>
                </a:lnTo>
                <a:lnTo>
                  <a:pt x="36001" y="9344"/>
                </a:lnTo>
                <a:lnTo>
                  <a:pt x="36345" y="9687"/>
                </a:lnTo>
                <a:lnTo>
                  <a:pt x="36627" y="10030"/>
                </a:lnTo>
                <a:lnTo>
                  <a:pt x="36910" y="10373"/>
                </a:lnTo>
                <a:lnTo>
                  <a:pt x="37132" y="10696"/>
                </a:lnTo>
                <a:lnTo>
                  <a:pt x="37354" y="11039"/>
                </a:lnTo>
                <a:lnTo>
                  <a:pt x="37535" y="11382"/>
                </a:lnTo>
                <a:lnTo>
                  <a:pt x="37656" y="11624"/>
                </a:lnTo>
                <a:lnTo>
                  <a:pt x="37737" y="11846"/>
                </a:lnTo>
                <a:lnTo>
                  <a:pt x="37818" y="12068"/>
                </a:lnTo>
                <a:lnTo>
                  <a:pt x="37858" y="12290"/>
                </a:lnTo>
                <a:lnTo>
                  <a:pt x="37898" y="12492"/>
                </a:lnTo>
                <a:lnTo>
                  <a:pt x="37898" y="12694"/>
                </a:lnTo>
                <a:lnTo>
                  <a:pt x="37878" y="12875"/>
                </a:lnTo>
                <a:lnTo>
                  <a:pt x="37838" y="13057"/>
                </a:lnTo>
                <a:lnTo>
                  <a:pt x="37757" y="13259"/>
                </a:lnTo>
                <a:lnTo>
                  <a:pt x="37636" y="13460"/>
                </a:lnTo>
                <a:lnTo>
                  <a:pt x="37495" y="13662"/>
                </a:lnTo>
                <a:lnTo>
                  <a:pt x="37313" y="13824"/>
                </a:lnTo>
                <a:lnTo>
                  <a:pt x="37111" y="13985"/>
                </a:lnTo>
                <a:lnTo>
                  <a:pt x="36869" y="14106"/>
                </a:lnTo>
                <a:lnTo>
                  <a:pt x="36627" y="14207"/>
                </a:lnTo>
                <a:lnTo>
                  <a:pt x="36365" y="14288"/>
                </a:lnTo>
                <a:lnTo>
                  <a:pt x="36102" y="14328"/>
                </a:lnTo>
                <a:lnTo>
                  <a:pt x="35860" y="14368"/>
                </a:lnTo>
                <a:lnTo>
                  <a:pt x="35336" y="14368"/>
                </a:lnTo>
                <a:lnTo>
                  <a:pt x="34831" y="14328"/>
                </a:lnTo>
                <a:lnTo>
                  <a:pt x="34327" y="14268"/>
                </a:lnTo>
                <a:lnTo>
                  <a:pt x="34306" y="14268"/>
                </a:lnTo>
                <a:lnTo>
                  <a:pt x="32934" y="14106"/>
                </a:lnTo>
                <a:lnTo>
                  <a:pt x="31501" y="13945"/>
                </a:lnTo>
                <a:lnTo>
                  <a:pt x="30028" y="13803"/>
                </a:lnTo>
                <a:lnTo>
                  <a:pt x="28535" y="13682"/>
                </a:lnTo>
                <a:lnTo>
                  <a:pt x="26981" y="13561"/>
                </a:lnTo>
                <a:lnTo>
                  <a:pt x="25387" y="13481"/>
                </a:lnTo>
                <a:lnTo>
                  <a:pt x="23772" y="13420"/>
                </a:lnTo>
                <a:lnTo>
                  <a:pt x="22138" y="13400"/>
                </a:lnTo>
                <a:lnTo>
                  <a:pt x="20483" y="13420"/>
                </a:lnTo>
                <a:lnTo>
                  <a:pt x="18788" y="13460"/>
                </a:lnTo>
                <a:lnTo>
                  <a:pt x="17093" y="13561"/>
                </a:lnTo>
                <a:lnTo>
                  <a:pt x="16245" y="13622"/>
                </a:lnTo>
                <a:lnTo>
                  <a:pt x="15398" y="13703"/>
                </a:lnTo>
                <a:lnTo>
                  <a:pt x="14530" y="13803"/>
                </a:lnTo>
                <a:lnTo>
                  <a:pt x="13682" y="13904"/>
                </a:lnTo>
                <a:lnTo>
                  <a:pt x="12815" y="14025"/>
                </a:lnTo>
                <a:lnTo>
                  <a:pt x="11967" y="14146"/>
                </a:lnTo>
                <a:lnTo>
                  <a:pt x="11099" y="14308"/>
                </a:lnTo>
                <a:lnTo>
                  <a:pt x="10252" y="14469"/>
                </a:lnTo>
                <a:lnTo>
                  <a:pt x="9384" y="14651"/>
                </a:lnTo>
                <a:lnTo>
                  <a:pt x="8536" y="14833"/>
                </a:lnTo>
                <a:lnTo>
                  <a:pt x="7992" y="14974"/>
                </a:lnTo>
                <a:lnTo>
                  <a:pt x="7467" y="15115"/>
                </a:lnTo>
                <a:lnTo>
                  <a:pt x="6922" y="15277"/>
                </a:lnTo>
                <a:lnTo>
                  <a:pt x="6397" y="15458"/>
                </a:lnTo>
                <a:lnTo>
                  <a:pt x="5873" y="15660"/>
                </a:lnTo>
                <a:lnTo>
                  <a:pt x="5368" y="15902"/>
                </a:lnTo>
                <a:lnTo>
                  <a:pt x="4864" y="16164"/>
                </a:lnTo>
                <a:lnTo>
                  <a:pt x="4379" y="16467"/>
                </a:lnTo>
                <a:lnTo>
                  <a:pt x="4137" y="16649"/>
                </a:lnTo>
                <a:lnTo>
                  <a:pt x="3875" y="16851"/>
                </a:lnTo>
                <a:lnTo>
                  <a:pt x="3613" y="17073"/>
                </a:lnTo>
                <a:lnTo>
                  <a:pt x="3350" y="17335"/>
                </a:lnTo>
                <a:lnTo>
                  <a:pt x="3108" y="17617"/>
                </a:lnTo>
                <a:lnTo>
                  <a:pt x="2866" y="17940"/>
                </a:lnTo>
                <a:lnTo>
                  <a:pt x="2644" y="18283"/>
                </a:lnTo>
                <a:lnTo>
                  <a:pt x="2462" y="18667"/>
                </a:lnTo>
                <a:lnTo>
                  <a:pt x="2382" y="18889"/>
                </a:lnTo>
                <a:lnTo>
                  <a:pt x="2341" y="19131"/>
                </a:lnTo>
                <a:lnTo>
                  <a:pt x="2260" y="19635"/>
                </a:lnTo>
                <a:lnTo>
                  <a:pt x="2220" y="19918"/>
                </a:lnTo>
                <a:lnTo>
                  <a:pt x="2180" y="20201"/>
                </a:lnTo>
                <a:lnTo>
                  <a:pt x="2099" y="20463"/>
                </a:lnTo>
                <a:lnTo>
                  <a:pt x="2059" y="20584"/>
                </a:lnTo>
                <a:lnTo>
                  <a:pt x="1998" y="20705"/>
                </a:lnTo>
                <a:lnTo>
                  <a:pt x="1897" y="20846"/>
                </a:lnTo>
                <a:lnTo>
                  <a:pt x="1816" y="20988"/>
                </a:lnTo>
                <a:lnTo>
                  <a:pt x="1716" y="21088"/>
                </a:lnTo>
                <a:lnTo>
                  <a:pt x="1615" y="21169"/>
                </a:lnTo>
                <a:lnTo>
                  <a:pt x="1514" y="21210"/>
                </a:lnTo>
                <a:lnTo>
                  <a:pt x="1413" y="21250"/>
                </a:lnTo>
                <a:lnTo>
                  <a:pt x="1312" y="21270"/>
                </a:lnTo>
                <a:lnTo>
                  <a:pt x="1211" y="21250"/>
                </a:lnTo>
                <a:lnTo>
                  <a:pt x="1110" y="21210"/>
                </a:lnTo>
                <a:lnTo>
                  <a:pt x="1009" y="21149"/>
                </a:lnTo>
                <a:lnTo>
                  <a:pt x="908" y="21068"/>
                </a:lnTo>
                <a:lnTo>
                  <a:pt x="807" y="20967"/>
                </a:lnTo>
                <a:lnTo>
                  <a:pt x="707" y="20846"/>
                </a:lnTo>
                <a:lnTo>
                  <a:pt x="626" y="20725"/>
                </a:lnTo>
                <a:lnTo>
                  <a:pt x="464" y="20422"/>
                </a:lnTo>
                <a:lnTo>
                  <a:pt x="323" y="20100"/>
                </a:lnTo>
                <a:lnTo>
                  <a:pt x="222" y="19777"/>
                </a:lnTo>
                <a:lnTo>
                  <a:pt x="162" y="19454"/>
                </a:lnTo>
                <a:lnTo>
                  <a:pt x="121" y="19151"/>
                </a:lnTo>
                <a:lnTo>
                  <a:pt x="101" y="18223"/>
                </a:lnTo>
                <a:lnTo>
                  <a:pt x="81" y="17274"/>
                </a:lnTo>
                <a:lnTo>
                  <a:pt x="81" y="16326"/>
                </a:lnTo>
                <a:lnTo>
                  <a:pt x="101" y="15377"/>
                </a:lnTo>
                <a:lnTo>
                  <a:pt x="142" y="14449"/>
                </a:lnTo>
                <a:lnTo>
                  <a:pt x="182" y="13501"/>
                </a:lnTo>
                <a:lnTo>
                  <a:pt x="263" y="12572"/>
                </a:lnTo>
                <a:lnTo>
                  <a:pt x="343" y="11624"/>
                </a:lnTo>
                <a:lnTo>
                  <a:pt x="444" y="10696"/>
                </a:lnTo>
                <a:lnTo>
                  <a:pt x="545" y="9747"/>
                </a:lnTo>
                <a:lnTo>
                  <a:pt x="686" y="8819"/>
                </a:lnTo>
                <a:lnTo>
                  <a:pt x="828" y="7891"/>
                </a:lnTo>
                <a:lnTo>
                  <a:pt x="989" y="6962"/>
                </a:lnTo>
                <a:lnTo>
                  <a:pt x="1171" y="6034"/>
                </a:lnTo>
                <a:lnTo>
                  <a:pt x="1373" y="5126"/>
                </a:lnTo>
                <a:lnTo>
                  <a:pt x="1574" y="4198"/>
                </a:lnTo>
                <a:lnTo>
                  <a:pt x="1736" y="3572"/>
                </a:lnTo>
                <a:lnTo>
                  <a:pt x="1837" y="3269"/>
                </a:lnTo>
                <a:lnTo>
                  <a:pt x="1958" y="2967"/>
                </a:lnTo>
                <a:lnTo>
                  <a:pt x="2079" y="2664"/>
                </a:lnTo>
                <a:lnTo>
                  <a:pt x="2220" y="2402"/>
                </a:lnTo>
                <a:lnTo>
                  <a:pt x="2402" y="2139"/>
                </a:lnTo>
                <a:lnTo>
                  <a:pt x="2604" y="1897"/>
                </a:lnTo>
                <a:lnTo>
                  <a:pt x="2825" y="1695"/>
                </a:lnTo>
                <a:lnTo>
                  <a:pt x="3068" y="1514"/>
                </a:lnTo>
                <a:lnTo>
                  <a:pt x="3330" y="1352"/>
                </a:lnTo>
                <a:lnTo>
                  <a:pt x="3592" y="1211"/>
                </a:lnTo>
                <a:lnTo>
                  <a:pt x="3875" y="1090"/>
                </a:lnTo>
                <a:lnTo>
                  <a:pt x="4157" y="989"/>
                </a:lnTo>
                <a:lnTo>
                  <a:pt x="4702" y="807"/>
                </a:lnTo>
                <a:lnTo>
                  <a:pt x="5247" y="666"/>
                </a:lnTo>
                <a:lnTo>
                  <a:pt x="5832" y="525"/>
                </a:lnTo>
                <a:lnTo>
                  <a:pt x="6458" y="404"/>
                </a:lnTo>
                <a:lnTo>
                  <a:pt x="7104" y="303"/>
                </a:lnTo>
                <a:lnTo>
                  <a:pt x="7810" y="202"/>
                </a:lnTo>
                <a:lnTo>
                  <a:pt x="8577" y="142"/>
                </a:lnTo>
                <a:lnTo>
                  <a:pt x="9384" y="81"/>
                </a:lnTo>
                <a:close/>
                <a:moveTo>
                  <a:pt x="9848" y="0"/>
                </a:moveTo>
                <a:lnTo>
                  <a:pt x="9303" y="20"/>
                </a:lnTo>
                <a:lnTo>
                  <a:pt x="8758" y="41"/>
                </a:lnTo>
                <a:lnTo>
                  <a:pt x="8234" y="81"/>
                </a:lnTo>
                <a:lnTo>
                  <a:pt x="7709" y="142"/>
                </a:lnTo>
                <a:lnTo>
                  <a:pt x="7184" y="202"/>
                </a:lnTo>
                <a:lnTo>
                  <a:pt x="6680" y="283"/>
                </a:lnTo>
                <a:lnTo>
                  <a:pt x="6175" y="384"/>
                </a:lnTo>
                <a:lnTo>
                  <a:pt x="5671" y="485"/>
                </a:lnTo>
                <a:lnTo>
                  <a:pt x="5166" y="606"/>
                </a:lnTo>
                <a:lnTo>
                  <a:pt x="4682" y="727"/>
                </a:lnTo>
                <a:lnTo>
                  <a:pt x="4117" y="908"/>
                </a:lnTo>
                <a:lnTo>
                  <a:pt x="3834" y="1009"/>
                </a:lnTo>
                <a:lnTo>
                  <a:pt x="3552" y="1130"/>
                </a:lnTo>
                <a:lnTo>
                  <a:pt x="3269" y="1272"/>
                </a:lnTo>
                <a:lnTo>
                  <a:pt x="3007" y="1433"/>
                </a:lnTo>
                <a:lnTo>
                  <a:pt x="2765" y="1635"/>
                </a:lnTo>
                <a:lnTo>
                  <a:pt x="2543" y="1837"/>
                </a:lnTo>
                <a:lnTo>
                  <a:pt x="2341" y="2079"/>
                </a:lnTo>
                <a:lnTo>
                  <a:pt x="2160" y="2341"/>
                </a:lnTo>
                <a:lnTo>
                  <a:pt x="1998" y="2624"/>
                </a:lnTo>
                <a:lnTo>
                  <a:pt x="1877" y="2926"/>
                </a:lnTo>
                <a:lnTo>
                  <a:pt x="1776" y="3229"/>
                </a:lnTo>
                <a:lnTo>
                  <a:pt x="1675" y="3552"/>
                </a:lnTo>
                <a:lnTo>
                  <a:pt x="1514" y="4178"/>
                </a:lnTo>
                <a:lnTo>
                  <a:pt x="1292" y="5106"/>
                </a:lnTo>
                <a:lnTo>
                  <a:pt x="1090" y="6014"/>
                </a:lnTo>
                <a:lnTo>
                  <a:pt x="908" y="6942"/>
                </a:lnTo>
                <a:lnTo>
                  <a:pt x="747" y="7870"/>
                </a:lnTo>
                <a:lnTo>
                  <a:pt x="606" y="8819"/>
                </a:lnTo>
                <a:lnTo>
                  <a:pt x="485" y="9747"/>
                </a:lnTo>
                <a:lnTo>
                  <a:pt x="364" y="10676"/>
                </a:lnTo>
                <a:lnTo>
                  <a:pt x="263" y="11624"/>
                </a:lnTo>
                <a:lnTo>
                  <a:pt x="182" y="12552"/>
                </a:lnTo>
                <a:lnTo>
                  <a:pt x="101" y="13501"/>
                </a:lnTo>
                <a:lnTo>
                  <a:pt x="61" y="14449"/>
                </a:lnTo>
                <a:lnTo>
                  <a:pt x="20" y="15377"/>
                </a:lnTo>
                <a:lnTo>
                  <a:pt x="0" y="16326"/>
                </a:lnTo>
                <a:lnTo>
                  <a:pt x="0" y="17274"/>
                </a:lnTo>
                <a:lnTo>
                  <a:pt x="20" y="18223"/>
                </a:lnTo>
                <a:lnTo>
                  <a:pt x="41" y="19171"/>
                </a:lnTo>
                <a:lnTo>
                  <a:pt x="81" y="19474"/>
                </a:lnTo>
                <a:lnTo>
                  <a:pt x="162" y="19797"/>
                </a:lnTo>
                <a:lnTo>
                  <a:pt x="263" y="20140"/>
                </a:lnTo>
                <a:lnTo>
                  <a:pt x="404" y="20483"/>
                </a:lnTo>
                <a:lnTo>
                  <a:pt x="565" y="20766"/>
                </a:lnTo>
                <a:lnTo>
                  <a:pt x="666" y="20907"/>
                </a:lnTo>
                <a:lnTo>
                  <a:pt x="767" y="21028"/>
                </a:lnTo>
                <a:lnTo>
                  <a:pt x="868" y="21129"/>
                </a:lnTo>
                <a:lnTo>
                  <a:pt x="969" y="21210"/>
                </a:lnTo>
                <a:lnTo>
                  <a:pt x="1070" y="21290"/>
                </a:lnTo>
                <a:lnTo>
                  <a:pt x="1191" y="21331"/>
                </a:lnTo>
                <a:lnTo>
                  <a:pt x="1332" y="21351"/>
                </a:lnTo>
                <a:lnTo>
                  <a:pt x="1433" y="21331"/>
                </a:lnTo>
                <a:lnTo>
                  <a:pt x="1514" y="21310"/>
                </a:lnTo>
                <a:lnTo>
                  <a:pt x="1615" y="21250"/>
                </a:lnTo>
                <a:lnTo>
                  <a:pt x="1716" y="21189"/>
                </a:lnTo>
                <a:lnTo>
                  <a:pt x="1796" y="21109"/>
                </a:lnTo>
                <a:lnTo>
                  <a:pt x="1897" y="21008"/>
                </a:lnTo>
                <a:lnTo>
                  <a:pt x="2059" y="20745"/>
                </a:lnTo>
                <a:lnTo>
                  <a:pt x="2119" y="20624"/>
                </a:lnTo>
                <a:lnTo>
                  <a:pt x="2180" y="20503"/>
                </a:lnTo>
                <a:lnTo>
                  <a:pt x="2260" y="20221"/>
                </a:lnTo>
                <a:lnTo>
                  <a:pt x="2301" y="19938"/>
                </a:lnTo>
                <a:lnTo>
                  <a:pt x="2341" y="19635"/>
                </a:lnTo>
                <a:lnTo>
                  <a:pt x="2422" y="19151"/>
                </a:lnTo>
                <a:lnTo>
                  <a:pt x="2462" y="18909"/>
                </a:lnTo>
                <a:lnTo>
                  <a:pt x="2543" y="18687"/>
                </a:lnTo>
                <a:lnTo>
                  <a:pt x="2725" y="18324"/>
                </a:lnTo>
                <a:lnTo>
                  <a:pt x="2926" y="17981"/>
                </a:lnTo>
                <a:lnTo>
                  <a:pt x="3169" y="17678"/>
                </a:lnTo>
                <a:lnTo>
                  <a:pt x="3411" y="17395"/>
                </a:lnTo>
                <a:lnTo>
                  <a:pt x="3673" y="17133"/>
                </a:lnTo>
                <a:lnTo>
                  <a:pt x="3935" y="16911"/>
                </a:lnTo>
                <a:lnTo>
                  <a:pt x="4198" y="16709"/>
                </a:lnTo>
                <a:lnTo>
                  <a:pt x="4440" y="16528"/>
                </a:lnTo>
                <a:lnTo>
                  <a:pt x="4904" y="16245"/>
                </a:lnTo>
                <a:lnTo>
                  <a:pt x="5388" y="15983"/>
                </a:lnTo>
                <a:lnTo>
                  <a:pt x="5913" y="15741"/>
                </a:lnTo>
                <a:lnTo>
                  <a:pt x="6418" y="15539"/>
                </a:lnTo>
                <a:lnTo>
                  <a:pt x="6962" y="15357"/>
                </a:lnTo>
                <a:lnTo>
                  <a:pt x="7487" y="15196"/>
                </a:lnTo>
                <a:lnTo>
                  <a:pt x="8032" y="15055"/>
                </a:lnTo>
                <a:lnTo>
                  <a:pt x="8557" y="14913"/>
                </a:lnTo>
                <a:lnTo>
                  <a:pt x="9404" y="14732"/>
                </a:lnTo>
                <a:lnTo>
                  <a:pt x="10272" y="14550"/>
                </a:lnTo>
                <a:lnTo>
                  <a:pt x="11119" y="14389"/>
                </a:lnTo>
                <a:lnTo>
                  <a:pt x="11987" y="14227"/>
                </a:lnTo>
                <a:lnTo>
                  <a:pt x="12835" y="14106"/>
                </a:lnTo>
                <a:lnTo>
                  <a:pt x="13703" y="13985"/>
                </a:lnTo>
                <a:lnTo>
                  <a:pt x="14550" y="13884"/>
                </a:lnTo>
                <a:lnTo>
                  <a:pt x="15398" y="13783"/>
                </a:lnTo>
                <a:lnTo>
                  <a:pt x="16265" y="13703"/>
                </a:lnTo>
                <a:lnTo>
                  <a:pt x="17113" y="13642"/>
                </a:lnTo>
                <a:lnTo>
                  <a:pt x="18808" y="13541"/>
                </a:lnTo>
                <a:lnTo>
                  <a:pt x="20483" y="13501"/>
                </a:lnTo>
                <a:lnTo>
                  <a:pt x="22138" y="13481"/>
                </a:lnTo>
                <a:lnTo>
                  <a:pt x="23772" y="13501"/>
                </a:lnTo>
                <a:lnTo>
                  <a:pt x="25387" y="13561"/>
                </a:lnTo>
                <a:lnTo>
                  <a:pt x="26981" y="13642"/>
                </a:lnTo>
                <a:lnTo>
                  <a:pt x="28515" y="13763"/>
                </a:lnTo>
                <a:lnTo>
                  <a:pt x="30028" y="13884"/>
                </a:lnTo>
                <a:lnTo>
                  <a:pt x="31501" y="14025"/>
                </a:lnTo>
                <a:lnTo>
                  <a:pt x="32934" y="14187"/>
                </a:lnTo>
                <a:lnTo>
                  <a:pt x="34306" y="14348"/>
                </a:lnTo>
                <a:lnTo>
                  <a:pt x="34831" y="14409"/>
                </a:lnTo>
                <a:lnTo>
                  <a:pt x="35356" y="14449"/>
                </a:lnTo>
                <a:lnTo>
                  <a:pt x="35860" y="14449"/>
                </a:lnTo>
                <a:lnTo>
                  <a:pt x="36123" y="14409"/>
                </a:lnTo>
                <a:lnTo>
                  <a:pt x="36385" y="14368"/>
                </a:lnTo>
                <a:lnTo>
                  <a:pt x="36647" y="14288"/>
                </a:lnTo>
                <a:lnTo>
                  <a:pt x="36910" y="14187"/>
                </a:lnTo>
                <a:lnTo>
                  <a:pt x="37152" y="14046"/>
                </a:lnTo>
                <a:lnTo>
                  <a:pt x="37374" y="13884"/>
                </a:lnTo>
                <a:lnTo>
                  <a:pt x="37555" y="13703"/>
                </a:lnTo>
                <a:lnTo>
                  <a:pt x="37717" y="13501"/>
                </a:lnTo>
                <a:lnTo>
                  <a:pt x="37838" y="13299"/>
                </a:lnTo>
                <a:lnTo>
                  <a:pt x="37919" y="13077"/>
                </a:lnTo>
                <a:lnTo>
                  <a:pt x="37959" y="12895"/>
                </a:lnTo>
                <a:lnTo>
                  <a:pt x="37979" y="12694"/>
                </a:lnTo>
                <a:lnTo>
                  <a:pt x="37979" y="12492"/>
                </a:lnTo>
                <a:lnTo>
                  <a:pt x="37939" y="12290"/>
                </a:lnTo>
                <a:lnTo>
                  <a:pt x="37898" y="12068"/>
                </a:lnTo>
                <a:lnTo>
                  <a:pt x="37818" y="11826"/>
                </a:lnTo>
                <a:lnTo>
                  <a:pt x="37737" y="11604"/>
                </a:lnTo>
                <a:lnTo>
                  <a:pt x="37616" y="11341"/>
                </a:lnTo>
                <a:lnTo>
                  <a:pt x="37414" y="10998"/>
                </a:lnTo>
                <a:lnTo>
                  <a:pt x="37212" y="10655"/>
                </a:lnTo>
                <a:lnTo>
                  <a:pt x="36970" y="10312"/>
                </a:lnTo>
                <a:lnTo>
                  <a:pt x="36708" y="9969"/>
                </a:lnTo>
                <a:lnTo>
                  <a:pt x="36405" y="9626"/>
                </a:lnTo>
                <a:lnTo>
                  <a:pt x="36062" y="9283"/>
                </a:lnTo>
                <a:lnTo>
                  <a:pt x="35699" y="8920"/>
                </a:lnTo>
                <a:lnTo>
                  <a:pt x="35315" y="8577"/>
                </a:lnTo>
                <a:lnTo>
                  <a:pt x="34569" y="7931"/>
                </a:lnTo>
                <a:lnTo>
                  <a:pt x="33782" y="7346"/>
                </a:lnTo>
                <a:lnTo>
                  <a:pt x="32995" y="6781"/>
                </a:lnTo>
                <a:lnTo>
                  <a:pt x="32187" y="6256"/>
                </a:lnTo>
                <a:lnTo>
                  <a:pt x="31360" y="5772"/>
                </a:lnTo>
                <a:lnTo>
                  <a:pt x="30512" y="5308"/>
                </a:lnTo>
                <a:lnTo>
                  <a:pt x="29665" y="4864"/>
                </a:lnTo>
                <a:lnTo>
                  <a:pt x="28797" y="4460"/>
                </a:lnTo>
                <a:lnTo>
                  <a:pt x="27929" y="4077"/>
                </a:lnTo>
                <a:lnTo>
                  <a:pt x="27062" y="3734"/>
                </a:lnTo>
                <a:lnTo>
                  <a:pt x="26194" y="3390"/>
                </a:lnTo>
                <a:lnTo>
                  <a:pt x="25306" y="3088"/>
                </a:lnTo>
                <a:lnTo>
                  <a:pt x="24458" y="2785"/>
                </a:lnTo>
                <a:lnTo>
                  <a:pt x="23591" y="2503"/>
                </a:lnTo>
                <a:lnTo>
                  <a:pt x="21896" y="1998"/>
                </a:lnTo>
                <a:lnTo>
                  <a:pt x="20685" y="1635"/>
                </a:lnTo>
                <a:lnTo>
                  <a:pt x="19494" y="1332"/>
                </a:lnTo>
                <a:lnTo>
                  <a:pt x="18364" y="1050"/>
                </a:lnTo>
                <a:lnTo>
                  <a:pt x="17295" y="807"/>
                </a:lnTo>
                <a:lnTo>
                  <a:pt x="16245" y="585"/>
                </a:lnTo>
                <a:lnTo>
                  <a:pt x="15236" y="404"/>
                </a:lnTo>
                <a:lnTo>
                  <a:pt x="14268" y="263"/>
                </a:lnTo>
                <a:lnTo>
                  <a:pt x="13299" y="162"/>
                </a:lnTo>
                <a:lnTo>
                  <a:pt x="12128" y="61"/>
                </a:lnTo>
                <a:lnTo>
                  <a:pt x="10978" y="0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67" name="Google Shape;2467;p31"/>
          <p:cNvSpPr/>
          <p:nvPr/>
        </p:nvSpPr>
        <p:spPr>
          <a:xfrm flipH="1">
            <a:off x="-1494226" y="1807319"/>
            <a:ext cx="1884195" cy="733450"/>
          </a:xfrm>
          <a:custGeom>
            <a:rect b="b" l="l" r="r" t="t"/>
            <a:pathLst>
              <a:path extrusionOk="0" h="13119" w="33702">
                <a:moveTo>
                  <a:pt x="8436" y="82"/>
                </a:moveTo>
                <a:lnTo>
                  <a:pt x="9041" y="102"/>
                </a:lnTo>
                <a:lnTo>
                  <a:pt x="9667" y="142"/>
                </a:lnTo>
                <a:lnTo>
                  <a:pt x="10312" y="183"/>
                </a:lnTo>
                <a:lnTo>
                  <a:pt x="10978" y="263"/>
                </a:lnTo>
                <a:lnTo>
                  <a:pt x="12532" y="465"/>
                </a:lnTo>
                <a:lnTo>
                  <a:pt x="14005" y="707"/>
                </a:lnTo>
                <a:lnTo>
                  <a:pt x="15398" y="949"/>
                </a:lnTo>
                <a:lnTo>
                  <a:pt x="16689" y="1192"/>
                </a:lnTo>
                <a:lnTo>
                  <a:pt x="17900" y="1454"/>
                </a:lnTo>
                <a:lnTo>
                  <a:pt x="19030" y="1716"/>
                </a:lnTo>
                <a:lnTo>
                  <a:pt x="20080" y="1979"/>
                </a:lnTo>
                <a:lnTo>
                  <a:pt x="21048" y="2241"/>
                </a:lnTo>
                <a:lnTo>
                  <a:pt x="21956" y="2523"/>
                </a:lnTo>
                <a:lnTo>
                  <a:pt x="22804" y="2786"/>
                </a:lnTo>
                <a:lnTo>
                  <a:pt x="23571" y="3068"/>
                </a:lnTo>
                <a:lnTo>
                  <a:pt x="24277" y="3331"/>
                </a:lnTo>
                <a:lnTo>
                  <a:pt x="24943" y="3593"/>
                </a:lnTo>
                <a:lnTo>
                  <a:pt x="25548" y="3835"/>
                </a:lnTo>
                <a:lnTo>
                  <a:pt x="26598" y="4320"/>
                </a:lnTo>
                <a:lnTo>
                  <a:pt x="27607" y="4824"/>
                </a:lnTo>
                <a:lnTo>
                  <a:pt x="28071" y="5066"/>
                </a:lnTo>
                <a:lnTo>
                  <a:pt x="28535" y="5329"/>
                </a:lnTo>
                <a:lnTo>
                  <a:pt x="28999" y="5611"/>
                </a:lnTo>
                <a:lnTo>
                  <a:pt x="29423" y="5894"/>
                </a:lnTo>
                <a:lnTo>
                  <a:pt x="29847" y="6176"/>
                </a:lnTo>
                <a:lnTo>
                  <a:pt x="30271" y="6459"/>
                </a:lnTo>
                <a:lnTo>
                  <a:pt x="30654" y="6761"/>
                </a:lnTo>
                <a:lnTo>
                  <a:pt x="31058" y="7064"/>
                </a:lnTo>
                <a:lnTo>
                  <a:pt x="31421" y="7367"/>
                </a:lnTo>
                <a:lnTo>
                  <a:pt x="31784" y="7690"/>
                </a:lnTo>
                <a:lnTo>
                  <a:pt x="32127" y="8012"/>
                </a:lnTo>
                <a:lnTo>
                  <a:pt x="32450" y="8335"/>
                </a:lnTo>
                <a:lnTo>
                  <a:pt x="32773" y="8678"/>
                </a:lnTo>
                <a:lnTo>
                  <a:pt x="33076" y="9021"/>
                </a:lnTo>
                <a:lnTo>
                  <a:pt x="33237" y="9223"/>
                </a:lnTo>
                <a:lnTo>
                  <a:pt x="33378" y="9425"/>
                </a:lnTo>
                <a:lnTo>
                  <a:pt x="33520" y="9667"/>
                </a:lnTo>
                <a:lnTo>
                  <a:pt x="33560" y="9788"/>
                </a:lnTo>
                <a:lnTo>
                  <a:pt x="33600" y="9909"/>
                </a:lnTo>
                <a:lnTo>
                  <a:pt x="33620" y="10030"/>
                </a:lnTo>
                <a:lnTo>
                  <a:pt x="33620" y="10172"/>
                </a:lnTo>
                <a:lnTo>
                  <a:pt x="33600" y="10293"/>
                </a:lnTo>
                <a:lnTo>
                  <a:pt x="33580" y="10414"/>
                </a:lnTo>
                <a:lnTo>
                  <a:pt x="33520" y="10535"/>
                </a:lnTo>
                <a:lnTo>
                  <a:pt x="33459" y="10636"/>
                </a:lnTo>
                <a:lnTo>
                  <a:pt x="33378" y="10737"/>
                </a:lnTo>
                <a:lnTo>
                  <a:pt x="33257" y="10797"/>
                </a:lnTo>
                <a:lnTo>
                  <a:pt x="33176" y="10838"/>
                </a:lnTo>
                <a:lnTo>
                  <a:pt x="33096" y="10858"/>
                </a:lnTo>
                <a:lnTo>
                  <a:pt x="32894" y="10878"/>
                </a:lnTo>
                <a:lnTo>
                  <a:pt x="32692" y="10858"/>
                </a:lnTo>
                <a:lnTo>
                  <a:pt x="32470" y="10817"/>
                </a:lnTo>
                <a:lnTo>
                  <a:pt x="29019" y="10152"/>
                </a:lnTo>
                <a:lnTo>
                  <a:pt x="26840" y="9748"/>
                </a:lnTo>
                <a:lnTo>
                  <a:pt x="25750" y="9566"/>
                </a:lnTo>
                <a:lnTo>
                  <a:pt x="24640" y="9385"/>
                </a:lnTo>
                <a:lnTo>
                  <a:pt x="23551" y="9223"/>
                </a:lnTo>
                <a:lnTo>
                  <a:pt x="22420" y="9102"/>
                </a:lnTo>
                <a:lnTo>
                  <a:pt x="21311" y="9021"/>
                </a:lnTo>
                <a:lnTo>
                  <a:pt x="20201" y="8981"/>
                </a:lnTo>
                <a:lnTo>
                  <a:pt x="19071" y="8961"/>
                </a:lnTo>
                <a:lnTo>
                  <a:pt x="17941" y="9021"/>
                </a:lnTo>
                <a:lnTo>
                  <a:pt x="16831" y="9102"/>
                </a:lnTo>
                <a:lnTo>
                  <a:pt x="15721" y="9223"/>
                </a:lnTo>
                <a:lnTo>
                  <a:pt x="14591" y="9385"/>
                </a:lnTo>
                <a:lnTo>
                  <a:pt x="13501" y="9566"/>
                </a:lnTo>
                <a:lnTo>
                  <a:pt x="12391" y="9788"/>
                </a:lnTo>
                <a:lnTo>
                  <a:pt x="11281" y="10051"/>
                </a:lnTo>
                <a:lnTo>
                  <a:pt x="10191" y="10313"/>
                </a:lnTo>
                <a:lnTo>
                  <a:pt x="9081" y="10596"/>
                </a:lnTo>
                <a:lnTo>
                  <a:pt x="7992" y="10918"/>
                </a:lnTo>
                <a:lnTo>
                  <a:pt x="6922" y="11241"/>
                </a:lnTo>
                <a:lnTo>
                  <a:pt x="4763" y="11907"/>
                </a:lnTo>
                <a:lnTo>
                  <a:pt x="2604" y="12593"/>
                </a:lnTo>
                <a:lnTo>
                  <a:pt x="1595" y="12936"/>
                </a:lnTo>
                <a:lnTo>
                  <a:pt x="1433" y="12977"/>
                </a:lnTo>
                <a:lnTo>
                  <a:pt x="1231" y="13017"/>
                </a:lnTo>
                <a:lnTo>
                  <a:pt x="1050" y="13037"/>
                </a:lnTo>
                <a:lnTo>
                  <a:pt x="949" y="13037"/>
                </a:lnTo>
                <a:lnTo>
                  <a:pt x="868" y="13017"/>
                </a:lnTo>
                <a:lnTo>
                  <a:pt x="767" y="12997"/>
                </a:lnTo>
                <a:lnTo>
                  <a:pt x="687" y="12957"/>
                </a:lnTo>
                <a:lnTo>
                  <a:pt x="606" y="12896"/>
                </a:lnTo>
                <a:lnTo>
                  <a:pt x="525" y="12835"/>
                </a:lnTo>
                <a:lnTo>
                  <a:pt x="404" y="12674"/>
                </a:lnTo>
                <a:lnTo>
                  <a:pt x="323" y="12492"/>
                </a:lnTo>
                <a:lnTo>
                  <a:pt x="243" y="12291"/>
                </a:lnTo>
                <a:lnTo>
                  <a:pt x="202" y="12089"/>
                </a:lnTo>
                <a:lnTo>
                  <a:pt x="162" y="11867"/>
                </a:lnTo>
                <a:lnTo>
                  <a:pt x="142" y="11665"/>
                </a:lnTo>
                <a:lnTo>
                  <a:pt x="101" y="10838"/>
                </a:lnTo>
                <a:lnTo>
                  <a:pt x="81" y="9990"/>
                </a:lnTo>
                <a:lnTo>
                  <a:pt x="101" y="9163"/>
                </a:lnTo>
                <a:lnTo>
                  <a:pt x="142" y="8315"/>
                </a:lnTo>
                <a:lnTo>
                  <a:pt x="202" y="7488"/>
                </a:lnTo>
                <a:lnTo>
                  <a:pt x="283" y="6660"/>
                </a:lnTo>
                <a:lnTo>
                  <a:pt x="404" y="5833"/>
                </a:lnTo>
                <a:lnTo>
                  <a:pt x="545" y="5006"/>
                </a:lnTo>
                <a:lnTo>
                  <a:pt x="666" y="4441"/>
                </a:lnTo>
                <a:lnTo>
                  <a:pt x="808" y="3896"/>
                </a:lnTo>
                <a:lnTo>
                  <a:pt x="909" y="3654"/>
                </a:lnTo>
                <a:lnTo>
                  <a:pt x="989" y="3411"/>
                </a:lnTo>
                <a:lnTo>
                  <a:pt x="1110" y="3189"/>
                </a:lnTo>
                <a:lnTo>
                  <a:pt x="1231" y="2967"/>
                </a:lnTo>
                <a:lnTo>
                  <a:pt x="1413" y="2685"/>
                </a:lnTo>
                <a:lnTo>
                  <a:pt x="1635" y="2402"/>
                </a:lnTo>
                <a:lnTo>
                  <a:pt x="1877" y="2140"/>
                </a:lnTo>
                <a:lnTo>
                  <a:pt x="2160" y="1898"/>
                </a:lnTo>
                <a:lnTo>
                  <a:pt x="2462" y="1656"/>
                </a:lnTo>
                <a:lnTo>
                  <a:pt x="2805" y="1434"/>
                </a:lnTo>
                <a:lnTo>
                  <a:pt x="3189" y="1232"/>
                </a:lnTo>
                <a:lnTo>
                  <a:pt x="3572" y="1030"/>
                </a:lnTo>
                <a:lnTo>
                  <a:pt x="4117" y="808"/>
                </a:lnTo>
                <a:lnTo>
                  <a:pt x="4662" y="627"/>
                </a:lnTo>
                <a:lnTo>
                  <a:pt x="5227" y="465"/>
                </a:lnTo>
                <a:lnTo>
                  <a:pt x="5832" y="324"/>
                </a:lnTo>
                <a:lnTo>
                  <a:pt x="6438" y="223"/>
                </a:lnTo>
                <a:lnTo>
                  <a:pt x="7084" y="142"/>
                </a:lnTo>
                <a:lnTo>
                  <a:pt x="7750" y="102"/>
                </a:lnTo>
                <a:lnTo>
                  <a:pt x="8436" y="82"/>
                </a:lnTo>
                <a:close/>
                <a:moveTo>
                  <a:pt x="8335" y="1"/>
                </a:moveTo>
                <a:lnTo>
                  <a:pt x="7830" y="21"/>
                </a:lnTo>
                <a:lnTo>
                  <a:pt x="7346" y="41"/>
                </a:lnTo>
                <a:lnTo>
                  <a:pt x="6882" y="82"/>
                </a:lnTo>
                <a:lnTo>
                  <a:pt x="6438" y="142"/>
                </a:lnTo>
                <a:lnTo>
                  <a:pt x="5974" y="223"/>
                </a:lnTo>
                <a:lnTo>
                  <a:pt x="5550" y="304"/>
                </a:lnTo>
                <a:lnTo>
                  <a:pt x="5126" y="405"/>
                </a:lnTo>
                <a:lnTo>
                  <a:pt x="4723" y="526"/>
                </a:lnTo>
                <a:lnTo>
                  <a:pt x="4319" y="647"/>
                </a:lnTo>
                <a:lnTo>
                  <a:pt x="3915" y="808"/>
                </a:lnTo>
                <a:lnTo>
                  <a:pt x="3552" y="970"/>
                </a:lnTo>
                <a:lnTo>
                  <a:pt x="3149" y="1151"/>
                </a:lnTo>
                <a:lnTo>
                  <a:pt x="2765" y="1373"/>
                </a:lnTo>
                <a:lnTo>
                  <a:pt x="2422" y="1595"/>
                </a:lnTo>
                <a:lnTo>
                  <a:pt x="2099" y="1837"/>
                </a:lnTo>
                <a:lnTo>
                  <a:pt x="1817" y="2080"/>
                </a:lnTo>
                <a:lnTo>
                  <a:pt x="1575" y="2362"/>
                </a:lnTo>
                <a:lnTo>
                  <a:pt x="1353" y="2624"/>
                </a:lnTo>
                <a:lnTo>
                  <a:pt x="1151" y="2927"/>
                </a:lnTo>
                <a:lnTo>
                  <a:pt x="1030" y="3169"/>
                </a:lnTo>
                <a:lnTo>
                  <a:pt x="909" y="3432"/>
                </a:lnTo>
                <a:lnTo>
                  <a:pt x="808" y="3694"/>
                </a:lnTo>
                <a:lnTo>
                  <a:pt x="707" y="3956"/>
                </a:lnTo>
                <a:lnTo>
                  <a:pt x="586" y="4481"/>
                </a:lnTo>
                <a:lnTo>
                  <a:pt x="465" y="4985"/>
                </a:lnTo>
                <a:lnTo>
                  <a:pt x="323" y="5813"/>
                </a:lnTo>
                <a:lnTo>
                  <a:pt x="222" y="6660"/>
                </a:lnTo>
                <a:lnTo>
                  <a:pt x="122" y="7488"/>
                </a:lnTo>
                <a:lnTo>
                  <a:pt x="61" y="8315"/>
                </a:lnTo>
                <a:lnTo>
                  <a:pt x="21" y="9163"/>
                </a:lnTo>
                <a:lnTo>
                  <a:pt x="0" y="9990"/>
                </a:lnTo>
                <a:lnTo>
                  <a:pt x="21" y="10838"/>
                </a:lnTo>
                <a:lnTo>
                  <a:pt x="61" y="11665"/>
                </a:lnTo>
                <a:lnTo>
                  <a:pt x="101" y="11968"/>
                </a:lnTo>
                <a:lnTo>
                  <a:pt x="142" y="12230"/>
                </a:lnTo>
                <a:lnTo>
                  <a:pt x="222" y="12452"/>
                </a:lnTo>
                <a:lnTo>
                  <a:pt x="303" y="12654"/>
                </a:lnTo>
                <a:lnTo>
                  <a:pt x="404" y="12815"/>
                </a:lnTo>
                <a:lnTo>
                  <a:pt x="545" y="12936"/>
                </a:lnTo>
                <a:lnTo>
                  <a:pt x="687" y="13037"/>
                </a:lnTo>
                <a:lnTo>
                  <a:pt x="848" y="13098"/>
                </a:lnTo>
                <a:lnTo>
                  <a:pt x="949" y="13118"/>
                </a:lnTo>
                <a:lnTo>
                  <a:pt x="1191" y="13118"/>
                </a:lnTo>
                <a:lnTo>
                  <a:pt x="1353" y="13078"/>
                </a:lnTo>
                <a:lnTo>
                  <a:pt x="1615" y="12997"/>
                </a:lnTo>
                <a:lnTo>
                  <a:pt x="2644" y="12674"/>
                </a:lnTo>
                <a:lnTo>
                  <a:pt x="4783" y="11988"/>
                </a:lnTo>
                <a:lnTo>
                  <a:pt x="6942" y="11302"/>
                </a:lnTo>
                <a:lnTo>
                  <a:pt x="8012" y="10999"/>
                </a:lnTo>
                <a:lnTo>
                  <a:pt x="9102" y="10676"/>
                </a:lnTo>
                <a:lnTo>
                  <a:pt x="10191" y="10394"/>
                </a:lnTo>
                <a:lnTo>
                  <a:pt x="11301" y="10131"/>
                </a:lnTo>
                <a:lnTo>
                  <a:pt x="12391" y="9869"/>
                </a:lnTo>
                <a:lnTo>
                  <a:pt x="13501" y="9647"/>
                </a:lnTo>
                <a:lnTo>
                  <a:pt x="14611" y="9465"/>
                </a:lnTo>
                <a:lnTo>
                  <a:pt x="15721" y="9304"/>
                </a:lnTo>
                <a:lnTo>
                  <a:pt x="16831" y="9183"/>
                </a:lnTo>
                <a:lnTo>
                  <a:pt x="17961" y="9102"/>
                </a:lnTo>
                <a:lnTo>
                  <a:pt x="19071" y="9042"/>
                </a:lnTo>
                <a:lnTo>
                  <a:pt x="20201" y="9062"/>
                </a:lnTo>
                <a:lnTo>
                  <a:pt x="21311" y="9102"/>
                </a:lnTo>
                <a:lnTo>
                  <a:pt x="22420" y="9183"/>
                </a:lnTo>
                <a:lnTo>
                  <a:pt x="23530" y="9304"/>
                </a:lnTo>
                <a:lnTo>
                  <a:pt x="24640" y="9465"/>
                </a:lnTo>
                <a:lnTo>
                  <a:pt x="25750" y="9647"/>
                </a:lnTo>
                <a:lnTo>
                  <a:pt x="26840" y="9829"/>
                </a:lnTo>
                <a:lnTo>
                  <a:pt x="28999" y="10232"/>
                </a:lnTo>
                <a:lnTo>
                  <a:pt x="32470" y="10898"/>
                </a:lnTo>
                <a:lnTo>
                  <a:pt x="32692" y="10939"/>
                </a:lnTo>
                <a:lnTo>
                  <a:pt x="32894" y="10959"/>
                </a:lnTo>
                <a:lnTo>
                  <a:pt x="33116" y="10939"/>
                </a:lnTo>
                <a:lnTo>
                  <a:pt x="33197" y="10918"/>
                </a:lnTo>
                <a:lnTo>
                  <a:pt x="33298" y="10878"/>
                </a:lnTo>
                <a:lnTo>
                  <a:pt x="33419" y="10797"/>
                </a:lnTo>
                <a:lnTo>
                  <a:pt x="33520" y="10696"/>
                </a:lnTo>
                <a:lnTo>
                  <a:pt x="33600" y="10575"/>
                </a:lnTo>
                <a:lnTo>
                  <a:pt x="33661" y="10454"/>
                </a:lnTo>
                <a:lnTo>
                  <a:pt x="33681" y="10313"/>
                </a:lnTo>
                <a:lnTo>
                  <a:pt x="33701" y="10172"/>
                </a:lnTo>
                <a:lnTo>
                  <a:pt x="33701" y="10030"/>
                </a:lnTo>
                <a:lnTo>
                  <a:pt x="33681" y="9889"/>
                </a:lnTo>
                <a:lnTo>
                  <a:pt x="33641" y="9768"/>
                </a:lnTo>
                <a:lnTo>
                  <a:pt x="33600" y="9627"/>
                </a:lnTo>
                <a:lnTo>
                  <a:pt x="33459" y="9385"/>
                </a:lnTo>
                <a:lnTo>
                  <a:pt x="33298" y="9163"/>
                </a:lnTo>
                <a:lnTo>
                  <a:pt x="33136" y="8961"/>
                </a:lnTo>
                <a:lnTo>
                  <a:pt x="32833" y="8618"/>
                </a:lnTo>
                <a:lnTo>
                  <a:pt x="32511" y="8275"/>
                </a:lnTo>
                <a:lnTo>
                  <a:pt x="32188" y="7952"/>
                </a:lnTo>
                <a:lnTo>
                  <a:pt x="31824" y="7629"/>
                </a:lnTo>
                <a:lnTo>
                  <a:pt x="31481" y="7306"/>
                </a:lnTo>
                <a:lnTo>
                  <a:pt x="31098" y="7003"/>
                </a:lnTo>
                <a:lnTo>
                  <a:pt x="30714" y="6701"/>
                </a:lnTo>
                <a:lnTo>
                  <a:pt x="30311" y="6398"/>
                </a:lnTo>
                <a:lnTo>
                  <a:pt x="29907" y="6095"/>
                </a:lnTo>
                <a:lnTo>
                  <a:pt x="29483" y="5813"/>
                </a:lnTo>
                <a:lnTo>
                  <a:pt x="29040" y="5530"/>
                </a:lnTo>
                <a:lnTo>
                  <a:pt x="28575" y="5268"/>
                </a:lnTo>
                <a:lnTo>
                  <a:pt x="28111" y="5006"/>
                </a:lnTo>
                <a:lnTo>
                  <a:pt x="27627" y="4743"/>
                </a:lnTo>
                <a:lnTo>
                  <a:pt x="26638" y="4259"/>
                </a:lnTo>
                <a:lnTo>
                  <a:pt x="25569" y="3775"/>
                </a:lnTo>
                <a:lnTo>
                  <a:pt x="24963" y="3512"/>
                </a:lnTo>
                <a:lnTo>
                  <a:pt x="24317" y="3250"/>
                </a:lnTo>
                <a:lnTo>
                  <a:pt x="23591" y="2988"/>
                </a:lnTo>
                <a:lnTo>
                  <a:pt x="22824" y="2725"/>
                </a:lnTo>
                <a:lnTo>
                  <a:pt x="21977" y="2443"/>
                </a:lnTo>
                <a:lnTo>
                  <a:pt x="21068" y="2180"/>
                </a:lnTo>
                <a:lnTo>
                  <a:pt x="20100" y="1898"/>
                </a:lnTo>
                <a:lnTo>
                  <a:pt x="19050" y="1636"/>
                </a:lnTo>
                <a:lnTo>
                  <a:pt x="17920" y="1373"/>
                </a:lnTo>
                <a:lnTo>
                  <a:pt x="16710" y="1111"/>
                </a:lnTo>
                <a:lnTo>
                  <a:pt x="15398" y="869"/>
                </a:lnTo>
                <a:lnTo>
                  <a:pt x="14026" y="627"/>
                </a:lnTo>
                <a:lnTo>
                  <a:pt x="12552" y="405"/>
                </a:lnTo>
                <a:lnTo>
                  <a:pt x="10978" y="183"/>
                </a:lnTo>
                <a:lnTo>
                  <a:pt x="10413" y="122"/>
                </a:lnTo>
                <a:lnTo>
                  <a:pt x="9889" y="62"/>
                </a:lnTo>
                <a:lnTo>
                  <a:pt x="9344" y="41"/>
                </a:lnTo>
                <a:lnTo>
                  <a:pt x="8839" y="21"/>
                </a:lnTo>
                <a:lnTo>
                  <a:pt x="8335" y="1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68" name="Google Shape;2468;p31"/>
          <p:cNvSpPr/>
          <p:nvPr/>
        </p:nvSpPr>
        <p:spPr>
          <a:xfrm flipH="1">
            <a:off x="-444329" y="3517344"/>
            <a:ext cx="1001862" cy="1525380"/>
          </a:xfrm>
          <a:custGeom>
            <a:rect b="b" l="l" r="r" t="t"/>
            <a:pathLst>
              <a:path extrusionOk="0" h="27284" w="17920">
                <a:moveTo>
                  <a:pt x="9041" y="81"/>
                </a:moveTo>
                <a:lnTo>
                  <a:pt x="9464" y="101"/>
                </a:lnTo>
                <a:lnTo>
                  <a:pt x="9888" y="141"/>
                </a:lnTo>
                <a:lnTo>
                  <a:pt x="10312" y="222"/>
                </a:lnTo>
                <a:lnTo>
                  <a:pt x="10716" y="323"/>
                </a:lnTo>
                <a:lnTo>
                  <a:pt x="11139" y="444"/>
                </a:lnTo>
                <a:lnTo>
                  <a:pt x="11543" y="605"/>
                </a:lnTo>
                <a:lnTo>
                  <a:pt x="11947" y="767"/>
                </a:lnTo>
                <a:lnTo>
                  <a:pt x="12350" y="969"/>
                </a:lnTo>
                <a:lnTo>
                  <a:pt x="12734" y="1191"/>
                </a:lnTo>
                <a:lnTo>
                  <a:pt x="13117" y="1433"/>
                </a:lnTo>
                <a:lnTo>
                  <a:pt x="13480" y="1715"/>
                </a:lnTo>
                <a:lnTo>
                  <a:pt x="13844" y="1998"/>
                </a:lnTo>
                <a:lnTo>
                  <a:pt x="14187" y="2301"/>
                </a:lnTo>
                <a:lnTo>
                  <a:pt x="14530" y="2644"/>
                </a:lnTo>
                <a:lnTo>
                  <a:pt x="14832" y="2987"/>
                </a:lnTo>
                <a:lnTo>
                  <a:pt x="15155" y="3350"/>
                </a:lnTo>
                <a:lnTo>
                  <a:pt x="15397" y="3673"/>
                </a:lnTo>
                <a:lnTo>
                  <a:pt x="15619" y="4016"/>
                </a:lnTo>
                <a:lnTo>
                  <a:pt x="15841" y="4359"/>
                </a:lnTo>
                <a:lnTo>
                  <a:pt x="16063" y="4722"/>
                </a:lnTo>
                <a:lnTo>
                  <a:pt x="16265" y="5106"/>
                </a:lnTo>
                <a:lnTo>
                  <a:pt x="16447" y="5489"/>
                </a:lnTo>
                <a:lnTo>
                  <a:pt x="16628" y="5893"/>
                </a:lnTo>
                <a:lnTo>
                  <a:pt x="16790" y="6296"/>
                </a:lnTo>
                <a:lnTo>
                  <a:pt x="16931" y="6720"/>
                </a:lnTo>
                <a:lnTo>
                  <a:pt x="17072" y="7144"/>
                </a:lnTo>
                <a:lnTo>
                  <a:pt x="17214" y="7588"/>
                </a:lnTo>
                <a:lnTo>
                  <a:pt x="17315" y="8052"/>
                </a:lnTo>
                <a:lnTo>
                  <a:pt x="17436" y="8516"/>
                </a:lnTo>
                <a:lnTo>
                  <a:pt x="17516" y="8980"/>
                </a:lnTo>
                <a:lnTo>
                  <a:pt x="17597" y="9485"/>
                </a:lnTo>
                <a:lnTo>
                  <a:pt x="17678" y="9969"/>
                </a:lnTo>
                <a:lnTo>
                  <a:pt x="17738" y="10514"/>
                </a:lnTo>
                <a:lnTo>
                  <a:pt x="17779" y="11079"/>
                </a:lnTo>
                <a:lnTo>
                  <a:pt x="17819" y="11624"/>
                </a:lnTo>
                <a:lnTo>
                  <a:pt x="17839" y="12189"/>
                </a:lnTo>
                <a:lnTo>
                  <a:pt x="17839" y="12774"/>
                </a:lnTo>
                <a:lnTo>
                  <a:pt x="17819" y="13339"/>
                </a:lnTo>
                <a:lnTo>
                  <a:pt x="17799" y="13924"/>
                </a:lnTo>
                <a:lnTo>
                  <a:pt x="17758" y="14510"/>
                </a:lnTo>
                <a:lnTo>
                  <a:pt x="17718" y="15115"/>
                </a:lnTo>
                <a:lnTo>
                  <a:pt x="17637" y="15720"/>
                </a:lnTo>
                <a:lnTo>
                  <a:pt x="17557" y="16326"/>
                </a:lnTo>
                <a:lnTo>
                  <a:pt x="17456" y="16951"/>
                </a:lnTo>
                <a:lnTo>
                  <a:pt x="17355" y="17577"/>
                </a:lnTo>
                <a:lnTo>
                  <a:pt x="17234" y="18202"/>
                </a:lnTo>
                <a:lnTo>
                  <a:pt x="17093" y="18848"/>
                </a:lnTo>
                <a:lnTo>
                  <a:pt x="16931" y="19514"/>
                </a:lnTo>
                <a:lnTo>
                  <a:pt x="16709" y="20362"/>
                </a:lnTo>
                <a:lnTo>
                  <a:pt x="16447" y="21230"/>
                </a:lnTo>
                <a:lnTo>
                  <a:pt x="16285" y="21673"/>
                </a:lnTo>
                <a:lnTo>
                  <a:pt x="16124" y="22117"/>
                </a:lnTo>
                <a:lnTo>
                  <a:pt x="15942" y="22561"/>
                </a:lnTo>
                <a:lnTo>
                  <a:pt x="15740" y="23005"/>
                </a:lnTo>
                <a:lnTo>
                  <a:pt x="15518" y="23429"/>
                </a:lnTo>
                <a:lnTo>
                  <a:pt x="15276" y="23873"/>
                </a:lnTo>
                <a:lnTo>
                  <a:pt x="15014" y="24277"/>
                </a:lnTo>
                <a:lnTo>
                  <a:pt x="14731" y="24680"/>
                </a:lnTo>
                <a:lnTo>
                  <a:pt x="14429" y="25064"/>
                </a:lnTo>
                <a:lnTo>
                  <a:pt x="14106" y="25427"/>
                </a:lnTo>
                <a:lnTo>
                  <a:pt x="13743" y="25770"/>
                </a:lnTo>
                <a:lnTo>
                  <a:pt x="13359" y="26093"/>
                </a:lnTo>
                <a:lnTo>
                  <a:pt x="13077" y="26295"/>
                </a:lnTo>
                <a:lnTo>
                  <a:pt x="12774" y="26476"/>
                </a:lnTo>
                <a:lnTo>
                  <a:pt x="12491" y="26658"/>
                </a:lnTo>
                <a:lnTo>
                  <a:pt x="12209" y="26799"/>
                </a:lnTo>
                <a:lnTo>
                  <a:pt x="11906" y="26920"/>
                </a:lnTo>
                <a:lnTo>
                  <a:pt x="11624" y="27021"/>
                </a:lnTo>
                <a:lnTo>
                  <a:pt x="11321" y="27102"/>
                </a:lnTo>
                <a:lnTo>
                  <a:pt x="11018" y="27162"/>
                </a:lnTo>
                <a:lnTo>
                  <a:pt x="10716" y="27203"/>
                </a:lnTo>
                <a:lnTo>
                  <a:pt x="10110" y="27203"/>
                </a:lnTo>
                <a:lnTo>
                  <a:pt x="9808" y="27183"/>
                </a:lnTo>
                <a:lnTo>
                  <a:pt x="9485" y="27142"/>
                </a:lnTo>
                <a:lnTo>
                  <a:pt x="9182" y="27062"/>
                </a:lnTo>
                <a:lnTo>
                  <a:pt x="8859" y="26981"/>
                </a:lnTo>
                <a:lnTo>
                  <a:pt x="8556" y="26860"/>
                </a:lnTo>
                <a:lnTo>
                  <a:pt x="8234" y="26739"/>
                </a:lnTo>
                <a:lnTo>
                  <a:pt x="7931" y="26577"/>
                </a:lnTo>
                <a:lnTo>
                  <a:pt x="7628" y="26416"/>
                </a:lnTo>
                <a:lnTo>
                  <a:pt x="7346" y="26234"/>
                </a:lnTo>
                <a:lnTo>
                  <a:pt x="7063" y="26053"/>
                </a:lnTo>
                <a:lnTo>
                  <a:pt x="6781" y="25851"/>
                </a:lnTo>
                <a:lnTo>
                  <a:pt x="6256" y="25427"/>
                </a:lnTo>
                <a:lnTo>
                  <a:pt x="5772" y="24983"/>
                </a:lnTo>
                <a:lnTo>
                  <a:pt x="5328" y="24539"/>
                </a:lnTo>
                <a:lnTo>
                  <a:pt x="4944" y="24095"/>
                </a:lnTo>
                <a:lnTo>
                  <a:pt x="4581" y="23671"/>
                </a:lnTo>
                <a:lnTo>
                  <a:pt x="4238" y="23227"/>
                </a:lnTo>
                <a:lnTo>
                  <a:pt x="3895" y="22763"/>
                </a:lnTo>
                <a:lnTo>
                  <a:pt x="3572" y="22279"/>
                </a:lnTo>
                <a:lnTo>
                  <a:pt x="3249" y="21815"/>
                </a:lnTo>
                <a:lnTo>
                  <a:pt x="2967" y="21330"/>
                </a:lnTo>
                <a:lnTo>
                  <a:pt x="2664" y="20826"/>
                </a:lnTo>
                <a:lnTo>
                  <a:pt x="2401" y="20342"/>
                </a:lnTo>
                <a:lnTo>
                  <a:pt x="2139" y="19837"/>
                </a:lnTo>
                <a:lnTo>
                  <a:pt x="1897" y="19333"/>
                </a:lnTo>
                <a:lnTo>
                  <a:pt x="1675" y="18808"/>
                </a:lnTo>
                <a:lnTo>
                  <a:pt x="1453" y="18303"/>
                </a:lnTo>
                <a:lnTo>
                  <a:pt x="1251" y="17779"/>
                </a:lnTo>
                <a:lnTo>
                  <a:pt x="1070" y="17254"/>
                </a:lnTo>
                <a:lnTo>
                  <a:pt x="888" y="16729"/>
                </a:lnTo>
                <a:lnTo>
                  <a:pt x="727" y="16205"/>
                </a:lnTo>
                <a:lnTo>
                  <a:pt x="585" y="15680"/>
                </a:lnTo>
                <a:lnTo>
                  <a:pt x="464" y="15095"/>
                </a:lnTo>
                <a:lnTo>
                  <a:pt x="343" y="14530"/>
                </a:lnTo>
                <a:lnTo>
                  <a:pt x="262" y="13965"/>
                </a:lnTo>
                <a:lnTo>
                  <a:pt x="182" y="13400"/>
                </a:lnTo>
                <a:lnTo>
                  <a:pt x="121" y="12835"/>
                </a:lnTo>
                <a:lnTo>
                  <a:pt x="101" y="12270"/>
                </a:lnTo>
                <a:lnTo>
                  <a:pt x="81" y="11725"/>
                </a:lnTo>
                <a:lnTo>
                  <a:pt x="81" y="11160"/>
                </a:lnTo>
                <a:lnTo>
                  <a:pt x="101" y="10615"/>
                </a:lnTo>
                <a:lnTo>
                  <a:pt x="141" y="10070"/>
                </a:lnTo>
                <a:lnTo>
                  <a:pt x="202" y="9525"/>
                </a:lnTo>
                <a:lnTo>
                  <a:pt x="283" y="9000"/>
                </a:lnTo>
                <a:lnTo>
                  <a:pt x="383" y="8476"/>
                </a:lnTo>
                <a:lnTo>
                  <a:pt x="505" y="7951"/>
                </a:lnTo>
                <a:lnTo>
                  <a:pt x="646" y="7447"/>
                </a:lnTo>
                <a:lnTo>
                  <a:pt x="787" y="6942"/>
                </a:lnTo>
                <a:lnTo>
                  <a:pt x="1049" y="6236"/>
                </a:lnTo>
                <a:lnTo>
                  <a:pt x="1352" y="5570"/>
                </a:lnTo>
                <a:lnTo>
                  <a:pt x="1695" y="4924"/>
                </a:lnTo>
                <a:lnTo>
                  <a:pt x="2079" y="4298"/>
                </a:lnTo>
                <a:lnTo>
                  <a:pt x="2482" y="3693"/>
                </a:lnTo>
                <a:lnTo>
                  <a:pt x="2946" y="3128"/>
                </a:lnTo>
                <a:lnTo>
                  <a:pt x="3188" y="2866"/>
                </a:lnTo>
                <a:lnTo>
                  <a:pt x="3431" y="2603"/>
                </a:lnTo>
                <a:lnTo>
                  <a:pt x="3673" y="2361"/>
                </a:lnTo>
                <a:lnTo>
                  <a:pt x="3935" y="2119"/>
                </a:lnTo>
                <a:lnTo>
                  <a:pt x="4218" y="1877"/>
                </a:lnTo>
                <a:lnTo>
                  <a:pt x="4520" y="1655"/>
                </a:lnTo>
                <a:lnTo>
                  <a:pt x="4803" y="1433"/>
                </a:lnTo>
                <a:lnTo>
                  <a:pt x="5106" y="1231"/>
                </a:lnTo>
                <a:lnTo>
                  <a:pt x="5408" y="1049"/>
                </a:lnTo>
                <a:lnTo>
                  <a:pt x="5731" y="888"/>
                </a:lnTo>
                <a:lnTo>
                  <a:pt x="6034" y="727"/>
                </a:lnTo>
                <a:lnTo>
                  <a:pt x="6337" y="605"/>
                </a:lnTo>
                <a:lnTo>
                  <a:pt x="6659" y="484"/>
                </a:lnTo>
                <a:lnTo>
                  <a:pt x="6982" y="363"/>
                </a:lnTo>
                <a:lnTo>
                  <a:pt x="7305" y="283"/>
                </a:lnTo>
                <a:lnTo>
                  <a:pt x="7628" y="202"/>
                </a:lnTo>
                <a:lnTo>
                  <a:pt x="7951" y="162"/>
                </a:lnTo>
                <a:lnTo>
                  <a:pt x="8274" y="121"/>
                </a:lnTo>
                <a:lnTo>
                  <a:pt x="8597" y="81"/>
                </a:lnTo>
                <a:close/>
                <a:moveTo>
                  <a:pt x="8698" y="0"/>
                </a:moveTo>
                <a:lnTo>
                  <a:pt x="8355" y="20"/>
                </a:lnTo>
                <a:lnTo>
                  <a:pt x="8032" y="61"/>
                </a:lnTo>
                <a:lnTo>
                  <a:pt x="7689" y="121"/>
                </a:lnTo>
                <a:lnTo>
                  <a:pt x="7366" y="182"/>
                </a:lnTo>
                <a:lnTo>
                  <a:pt x="7023" y="283"/>
                </a:lnTo>
                <a:lnTo>
                  <a:pt x="6700" y="383"/>
                </a:lnTo>
                <a:lnTo>
                  <a:pt x="6377" y="505"/>
                </a:lnTo>
                <a:lnTo>
                  <a:pt x="6054" y="646"/>
                </a:lnTo>
                <a:lnTo>
                  <a:pt x="5731" y="787"/>
                </a:lnTo>
                <a:lnTo>
                  <a:pt x="5408" y="969"/>
                </a:lnTo>
                <a:lnTo>
                  <a:pt x="5085" y="1150"/>
                </a:lnTo>
                <a:lnTo>
                  <a:pt x="4783" y="1352"/>
                </a:lnTo>
                <a:lnTo>
                  <a:pt x="4480" y="1574"/>
                </a:lnTo>
                <a:lnTo>
                  <a:pt x="4177" y="1816"/>
                </a:lnTo>
                <a:lnTo>
                  <a:pt x="3895" y="2058"/>
                </a:lnTo>
                <a:lnTo>
                  <a:pt x="3632" y="2301"/>
                </a:lnTo>
                <a:lnTo>
                  <a:pt x="3370" y="2543"/>
                </a:lnTo>
                <a:lnTo>
                  <a:pt x="3128" y="2805"/>
                </a:lnTo>
                <a:lnTo>
                  <a:pt x="2886" y="3088"/>
                </a:lnTo>
                <a:lnTo>
                  <a:pt x="2422" y="3653"/>
                </a:lnTo>
                <a:lnTo>
                  <a:pt x="1998" y="4258"/>
                </a:lnTo>
                <a:lnTo>
                  <a:pt x="1614" y="4884"/>
                </a:lnTo>
                <a:lnTo>
                  <a:pt x="1271" y="5529"/>
                </a:lnTo>
                <a:lnTo>
                  <a:pt x="969" y="6216"/>
                </a:lnTo>
                <a:lnTo>
                  <a:pt x="848" y="6559"/>
                </a:lnTo>
                <a:lnTo>
                  <a:pt x="727" y="6902"/>
                </a:lnTo>
                <a:lnTo>
                  <a:pt x="565" y="7406"/>
                </a:lnTo>
                <a:lnTo>
                  <a:pt x="424" y="7931"/>
                </a:lnTo>
                <a:lnTo>
                  <a:pt x="303" y="8456"/>
                </a:lnTo>
                <a:lnTo>
                  <a:pt x="202" y="8980"/>
                </a:lnTo>
                <a:lnTo>
                  <a:pt x="121" y="9525"/>
                </a:lnTo>
                <a:lnTo>
                  <a:pt x="61" y="10070"/>
                </a:lnTo>
                <a:lnTo>
                  <a:pt x="20" y="10615"/>
                </a:lnTo>
                <a:lnTo>
                  <a:pt x="0" y="11160"/>
                </a:lnTo>
                <a:lnTo>
                  <a:pt x="0" y="11725"/>
                </a:lnTo>
                <a:lnTo>
                  <a:pt x="20" y="12270"/>
                </a:lnTo>
                <a:lnTo>
                  <a:pt x="40" y="12835"/>
                </a:lnTo>
                <a:lnTo>
                  <a:pt x="101" y="13400"/>
                </a:lnTo>
                <a:lnTo>
                  <a:pt x="182" y="13965"/>
                </a:lnTo>
                <a:lnTo>
                  <a:pt x="262" y="14550"/>
                </a:lnTo>
                <a:lnTo>
                  <a:pt x="383" y="15115"/>
                </a:lnTo>
                <a:lnTo>
                  <a:pt x="525" y="15700"/>
                </a:lnTo>
                <a:lnTo>
                  <a:pt x="666" y="16225"/>
                </a:lnTo>
                <a:lnTo>
                  <a:pt x="807" y="16750"/>
                </a:lnTo>
                <a:lnTo>
                  <a:pt x="989" y="17274"/>
                </a:lnTo>
                <a:lnTo>
                  <a:pt x="1170" y="17799"/>
                </a:lnTo>
                <a:lnTo>
                  <a:pt x="1372" y="18324"/>
                </a:lnTo>
                <a:lnTo>
                  <a:pt x="1594" y="18848"/>
                </a:lnTo>
                <a:lnTo>
                  <a:pt x="1816" y="19353"/>
                </a:lnTo>
                <a:lnTo>
                  <a:pt x="2058" y="19877"/>
                </a:lnTo>
                <a:lnTo>
                  <a:pt x="2321" y="20382"/>
                </a:lnTo>
                <a:lnTo>
                  <a:pt x="2603" y="20866"/>
                </a:lnTo>
                <a:lnTo>
                  <a:pt x="2886" y="21371"/>
                </a:lnTo>
                <a:lnTo>
                  <a:pt x="3188" y="21855"/>
                </a:lnTo>
                <a:lnTo>
                  <a:pt x="3511" y="22339"/>
                </a:lnTo>
                <a:lnTo>
                  <a:pt x="3834" y="22804"/>
                </a:lnTo>
                <a:lnTo>
                  <a:pt x="4177" y="23268"/>
                </a:lnTo>
                <a:lnTo>
                  <a:pt x="4520" y="23732"/>
                </a:lnTo>
                <a:lnTo>
                  <a:pt x="4964" y="24236"/>
                </a:lnTo>
                <a:lnTo>
                  <a:pt x="5206" y="24519"/>
                </a:lnTo>
                <a:lnTo>
                  <a:pt x="5489" y="24822"/>
                </a:lnTo>
                <a:lnTo>
                  <a:pt x="5792" y="25104"/>
                </a:lnTo>
                <a:lnTo>
                  <a:pt x="6115" y="25407"/>
                </a:lnTo>
                <a:lnTo>
                  <a:pt x="6458" y="25689"/>
                </a:lnTo>
                <a:lnTo>
                  <a:pt x="6821" y="25972"/>
                </a:lnTo>
                <a:lnTo>
                  <a:pt x="7204" y="26254"/>
                </a:lnTo>
                <a:lnTo>
                  <a:pt x="7608" y="26497"/>
                </a:lnTo>
                <a:lnTo>
                  <a:pt x="8032" y="26718"/>
                </a:lnTo>
                <a:lnTo>
                  <a:pt x="8455" y="26900"/>
                </a:lnTo>
                <a:lnTo>
                  <a:pt x="8920" y="27062"/>
                </a:lnTo>
                <a:lnTo>
                  <a:pt x="9364" y="27183"/>
                </a:lnTo>
                <a:lnTo>
                  <a:pt x="9606" y="27223"/>
                </a:lnTo>
                <a:lnTo>
                  <a:pt x="9848" y="27263"/>
                </a:lnTo>
                <a:lnTo>
                  <a:pt x="10090" y="27284"/>
                </a:lnTo>
                <a:lnTo>
                  <a:pt x="10695" y="27284"/>
                </a:lnTo>
                <a:lnTo>
                  <a:pt x="11079" y="27223"/>
                </a:lnTo>
                <a:lnTo>
                  <a:pt x="11462" y="27142"/>
                </a:lnTo>
                <a:lnTo>
                  <a:pt x="11846" y="27021"/>
                </a:lnTo>
                <a:lnTo>
                  <a:pt x="12229" y="26880"/>
                </a:lnTo>
                <a:lnTo>
                  <a:pt x="12613" y="26678"/>
                </a:lnTo>
                <a:lnTo>
                  <a:pt x="12996" y="26436"/>
                </a:lnTo>
                <a:lnTo>
                  <a:pt x="13400" y="26153"/>
                </a:lnTo>
                <a:lnTo>
                  <a:pt x="13783" y="25831"/>
                </a:lnTo>
                <a:lnTo>
                  <a:pt x="14146" y="25488"/>
                </a:lnTo>
                <a:lnTo>
                  <a:pt x="14489" y="25124"/>
                </a:lnTo>
                <a:lnTo>
                  <a:pt x="14792" y="24721"/>
                </a:lnTo>
                <a:lnTo>
                  <a:pt x="15095" y="24317"/>
                </a:lnTo>
                <a:lnTo>
                  <a:pt x="15357" y="23913"/>
                </a:lnTo>
                <a:lnTo>
                  <a:pt x="15599" y="23490"/>
                </a:lnTo>
                <a:lnTo>
                  <a:pt x="15821" y="23046"/>
                </a:lnTo>
                <a:lnTo>
                  <a:pt x="16023" y="22602"/>
                </a:lnTo>
                <a:lnTo>
                  <a:pt x="16205" y="22158"/>
                </a:lnTo>
                <a:lnTo>
                  <a:pt x="16366" y="21714"/>
                </a:lnTo>
                <a:lnTo>
                  <a:pt x="16527" y="21270"/>
                </a:lnTo>
                <a:lnTo>
                  <a:pt x="16790" y="20382"/>
                </a:lnTo>
                <a:lnTo>
                  <a:pt x="17012" y="19534"/>
                </a:lnTo>
                <a:lnTo>
                  <a:pt x="17173" y="18868"/>
                </a:lnTo>
                <a:lnTo>
                  <a:pt x="17315" y="18223"/>
                </a:lnTo>
                <a:lnTo>
                  <a:pt x="17436" y="17597"/>
                </a:lnTo>
                <a:lnTo>
                  <a:pt x="17537" y="16951"/>
                </a:lnTo>
                <a:lnTo>
                  <a:pt x="17637" y="16346"/>
                </a:lnTo>
                <a:lnTo>
                  <a:pt x="17718" y="15720"/>
                </a:lnTo>
                <a:lnTo>
                  <a:pt x="17799" y="15115"/>
                </a:lnTo>
                <a:lnTo>
                  <a:pt x="17839" y="14530"/>
                </a:lnTo>
                <a:lnTo>
                  <a:pt x="17880" y="13924"/>
                </a:lnTo>
                <a:lnTo>
                  <a:pt x="17900" y="13339"/>
                </a:lnTo>
                <a:lnTo>
                  <a:pt x="17920" y="12774"/>
                </a:lnTo>
                <a:lnTo>
                  <a:pt x="17920" y="12189"/>
                </a:lnTo>
                <a:lnTo>
                  <a:pt x="17900" y="11624"/>
                </a:lnTo>
                <a:lnTo>
                  <a:pt x="17859" y="11059"/>
                </a:lnTo>
                <a:lnTo>
                  <a:pt x="17819" y="10514"/>
                </a:lnTo>
                <a:lnTo>
                  <a:pt x="17758" y="9969"/>
                </a:lnTo>
                <a:lnTo>
                  <a:pt x="17678" y="9465"/>
                </a:lnTo>
                <a:lnTo>
                  <a:pt x="17597" y="8980"/>
                </a:lnTo>
                <a:lnTo>
                  <a:pt x="17516" y="8496"/>
                </a:lnTo>
                <a:lnTo>
                  <a:pt x="17395" y="8032"/>
                </a:lnTo>
                <a:lnTo>
                  <a:pt x="17294" y="7568"/>
                </a:lnTo>
                <a:lnTo>
                  <a:pt x="17153" y="7124"/>
                </a:lnTo>
                <a:lnTo>
                  <a:pt x="17012" y="6700"/>
                </a:lnTo>
                <a:lnTo>
                  <a:pt x="16850" y="6276"/>
                </a:lnTo>
                <a:lnTo>
                  <a:pt x="16689" y="5852"/>
                </a:lnTo>
                <a:lnTo>
                  <a:pt x="16507" y="5449"/>
                </a:lnTo>
                <a:lnTo>
                  <a:pt x="16326" y="5065"/>
                </a:lnTo>
                <a:lnTo>
                  <a:pt x="16124" y="4682"/>
                </a:lnTo>
                <a:lnTo>
                  <a:pt x="15922" y="4319"/>
                </a:lnTo>
                <a:lnTo>
                  <a:pt x="15700" y="3976"/>
                </a:lnTo>
                <a:lnTo>
                  <a:pt x="15458" y="3632"/>
                </a:lnTo>
                <a:lnTo>
                  <a:pt x="15216" y="3310"/>
                </a:lnTo>
                <a:lnTo>
                  <a:pt x="14913" y="2926"/>
                </a:lnTo>
                <a:lnTo>
                  <a:pt x="14590" y="2583"/>
                </a:lnTo>
                <a:lnTo>
                  <a:pt x="14247" y="2240"/>
                </a:lnTo>
                <a:lnTo>
                  <a:pt x="13904" y="1937"/>
                </a:lnTo>
                <a:lnTo>
                  <a:pt x="13541" y="1635"/>
                </a:lnTo>
                <a:lnTo>
                  <a:pt x="13157" y="1372"/>
                </a:lnTo>
                <a:lnTo>
                  <a:pt x="12774" y="1130"/>
                </a:lnTo>
                <a:lnTo>
                  <a:pt x="12391" y="908"/>
                </a:lnTo>
                <a:lnTo>
                  <a:pt x="11987" y="706"/>
                </a:lnTo>
                <a:lnTo>
                  <a:pt x="11583" y="525"/>
                </a:lnTo>
                <a:lnTo>
                  <a:pt x="11160" y="363"/>
                </a:lnTo>
                <a:lnTo>
                  <a:pt x="10736" y="242"/>
                </a:lnTo>
                <a:lnTo>
                  <a:pt x="10312" y="141"/>
                </a:lnTo>
                <a:lnTo>
                  <a:pt x="9888" y="61"/>
                </a:lnTo>
                <a:lnTo>
                  <a:pt x="9464" y="20"/>
                </a:lnTo>
                <a:lnTo>
                  <a:pt x="9041" y="0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69" name="Google Shape;2469;p31"/>
          <p:cNvSpPr/>
          <p:nvPr/>
        </p:nvSpPr>
        <p:spPr>
          <a:xfrm flipH="1">
            <a:off x="-295441" y="3640282"/>
            <a:ext cx="560808" cy="1296383"/>
          </a:xfrm>
          <a:custGeom>
            <a:rect b="b" l="l" r="r" t="t"/>
            <a:pathLst>
              <a:path extrusionOk="0" h="23188" w="10031">
                <a:moveTo>
                  <a:pt x="4703" y="61"/>
                </a:moveTo>
                <a:lnTo>
                  <a:pt x="4985" y="81"/>
                </a:lnTo>
                <a:lnTo>
                  <a:pt x="5268" y="122"/>
                </a:lnTo>
                <a:lnTo>
                  <a:pt x="5550" y="202"/>
                </a:lnTo>
                <a:lnTo>
                  <a:pt x="5833" y="303"/>
                </a:lnTo>
                <a:lnTo>
                  <a:pt x="6075" y="424"/>
                </a:lnTo>
                <a:lnTo>
                  <a:pt x="6297" y="566"/>
                </a:lnTo>
                <a:lnTo>
                  <a:pt x="6519" y="707"/>
                </a:lnTo>
                <a:lnTo>
                  <a:pt x="6741" y="868"/>
                </a:lnTo>
                <a:lnTo>
                  <a:pt x="6963" y="1070"/>
                </a:lnTo>
                <a:lnTo>
                  <a:pt x="7165" y="1272"/>
                </a:lnTo>
                <a:lnTo>
                  <a:pt x="7366" y="1494"/>
                </a:lnTo>
                <a:lnTo>
                  <a:pt x="7548" y="1736"/>
                </a:lnTo>
                <a:lnTo>
                  <a:pt x="7730" y="1999"/>
                </a:lnTo>
                <a:lnTo>
                  <a:pt x="7911" y="2281"/>
                </a:lnTo>
                <a:lnTo>
                  <a:pt x="8073" y="2584"/>
                </a:lnTo>
                <a:lnTo>
                  <a:pt x="8234" y="2907"/>
                </a:lnTo>
                <a:lnTo>
                  <a:pt x="8396" y="3230"/>
                </a:lnTo>
                <a:lnTo>
                  <a:pt x="8537" y="3593"/>
                </a:lnTo>
                <a:lnTo>
                  <a:pt x="8678" y="3976"/>
                </a:lnTo>
                <a:lnTo>
                  <a:pt x="8819" y="4380"/>
                </a:lnTo>
                <a:lnTo>
                  <a:pt x="9082" y="5207"/>
                </a:lnTo>
                <a:lnTo>
                  <a:pt x="9304" y="6075"/>
                </a:lnTo>
                <a:lnTo>
                  <a:pt x="9505" y="6922"/>
                </a:lnTo>
                <a:lnTo>
                  <a:pt x="9647" y="7790"/>
                </a:lnTo>
                <a:lnTo>
                  <a:pt x="9788" y="8678"/>
                </a:lnTo>
                <a:lnTo>
                  <a:pt x="9869" y="9546"/>
                </a:lnTo>
                <a:lnTo>
                  <a:pt x="9929" y="10434"/>
                </a:lnTo>
                <a:lnTo>
                  <a:pt x="9949" y="11302"/>
                </a:lnTo>
                <a:lnTo>
                  <a:pt x="9949" y="12189"/>
                </a:lnTo>
                <a:lnTo>
                  <a:pt x="9909" y="13077"/>
                </a:lnTo>
                <a:lnTo>
                  <a:pt x="9828" y="13945"/>
                </a:lnTo>
                <a:lnTo>
                  <a:pt x="9727" y="14833"/>
                </a:lnTo>
                <a:lnTo>
                  <a:pt x="9586" y="15701"/>
                </a:lnTo>
                <a:lnTo>
                  <a:pt x="9405" y="16569"/>
                </a:lnTo>
                <a:lnTo>
                  <a:pt x="9203" y="17416"/>
                </a:lnTo>
                <a:lnTo>
                  <a:pt x="8961" y="18264"/>
                </a:lnTo>
                <a:lnTo>
                  <a:pt x="8799" y="18768"/>
                </a:lnTo>
                <a:lnTo>
                  <a:pt x="8618" y="19293"/>
                </a:lnTo>
                <a:lnTo>
                  <a:pt x="8396" y="19838"/>
                </a:lnTo>
                <a:lnTo>
                  <a:pt x="8133" y="20362"/>
                </a:lnTo>
                <a:lnTo>
                  <a:pt x="7992" y="20625"/>
                </a:lnTo>
                <a:lnTo>
                  <a:pt x="7831" y="20867"/>
                </a:lnTo>
                <a:lnTo>
                  <a:pt x="7669" y="21129"/>
                </a:lnTo>
                <a:lnTo>
                  <a:pt x="7487" y="21371"/>
                </a:lnTo>
                <a:lnTo>
                  <a:pt x="7286" y="21593"/>
                </a:lnTo>
                <a:lnTo>
                  <a:pt x="7084" y="21815"/>
                </a:lnTo>
                <a:lnTo>
                  <a:pt x="6862" y="22037"/>
                </a:lnTo>
                <a:lnTo>
                  <a:pt x="6620" y="22239"/>
                </a:lnTo>
                <a:lnTo>
                  <a:pt x="6398" y="22401"/>
                </a:lnTo>
                <a:lnTo>
                  <a:pt x="6196" y="22542"/>
                </a:lnTo>
                <a:lnTo>
                  <a:pt x="5974" y="22663"/>
                </a:lnTo>
                <a:lnTo>
                  <a:pt x="5772" y="22764"/>
                </a:lnTo>
                <a:lnTo>
                  <a:pt x="5550" y="22865"/>
                </a:lnTo>
                <a:lnTo>
                  <a:pt x="5348" y="22945"/>
                </a:lnTo>
                <a:lnTo>
                  <a:pt x="5147" y="23006"/>
                </a:lnTo>
                <a:lnTo>
                  <a:pt x="4945" y="23046"/>
                </a:lnTo>
                <a:lnTo>
                  <a:pt x="4743" y="23087"/>
                </a:lnTo>
                <a:lnTo>
                  <a:pt x="4541" y="23107"/>
                </a:lnTo>
                <a:lnTo>
                  <a:pt x="4339" y="23107"/>
                </a:lnTo>
                <a:lnTo>
                  <a:pt x="4138" y="23087"/>
                </a:lnTo>
                <a:lnTo>
                  <a:pt x="3936" y="23046"/>
                </a:lnTo>
                <a:lnTo>
                  <a:pt x="3754" y="23006"/>
                </a:lnTo>
                <a:lnTo>
                  <a:pt x="3552" y="22925"/>
                </a:lnTo>
                <a:lnTo>
                  <a:pt x="3351" y="22845"/>
                </a:lnTo>
                <a:lnTo>
                  <a:pt x="3169" y="22764"/>
                </a:lnTo>
                <a:lnTo>
                  <a:pt x="2987" y="22643"/>
                </a:lnTo>
                <a:lnTo>
                  <a:pt x="2806" y="22522"/>
                </a:lnTo>
                <a:lnTo>
                  <a:pt x="2644" y="22380"/>
                </a:lnTo>
                <a:lnTo>
                  <a:pt x="2321" y="22078"/>
                </a:lnTo>
                <a:lnTo>
                  <a:pt x="1999" y="21714"/>
                </a:lnTo>
                <a:lnTo>
                  <a:pt x="1716" y="21331"/>
                </a:lnTo>
                <a:lnTo>
                  <a:pt x="1454" y="20927"/>
                </a:lnTo>
                <a:lnTo>
                  <a:pt x="1211" y="20483"/>
                </a:lnTo>
                <a:lnTo>
                  <a:pt x="990" y="20019"/>
                </a:lnTo>
                <a:lnTo>
                  <a:pt x="788" y="19535"/>
                </a:lnTo>
                <a:lnTo>
                  <a:pt x="626" y="19051"/>
                </a:lnTo>
                <a:lnTo>
                  <a:pt x="465" y="18566"/>
                </a:lnTo>
                <a:lnTo>
                  <a:pt x="344" y="18082"/>
                </a:lnTo>
                <a:lnTo>
                  <a:pt x="243" y="17598"/>
                </a:lnTo>
                <a:lnTo>
                  <a:pt x="162" y="17134"/>
                </a:lnTo>
                <a:lnTo>
                  <a:pt x="122" y="16690"/>
                </a:lnTo>
                <a:lnTo>
                  <a:pt x="102" y="16286"/>
                </a:lnTo>
                <a:lnTo>
                  <a:pt x="81" y="15600"/>
                </a:lnTo>
                <a:lnTo>
                  <a:pt x="81" y="14934"/>
                </a:lnTo>
                <a:lnTo>
                  <a:pt x="102" y="14268"/>
                </a:lnTo>
                <a:lnTo>
                  <a:pt x="142" y="13582"/>
                </a:lnTo>
                <a:lnTo>
                  <a:pt x="182" y="12916"/>
                </a:lnTo>
                <a:lnTo>
                  <a:pt x="243" y="12250"/>
                </a:lnTo>
                <a:lnTo>
                  <a:pt x="404" y="10918"/>
                </a:lnTo>
                <a:lnTo>
                  <a:pt x="586" y="9586"/>
                </a:lnTo>
                <a:lnTo>
                  <a:pt x="788" y="8254"/>
                </a:lnTo>
                <a:lnTo>
                  <a:pt x="1252" y="5631"/>
                </a:lnTo>
                <a:lnTo>
                  <a:pt x="1454" y="4622"/>
                </a:lnTo>
                <a:lnTo>
                  <a:pt x="1555" y="4117"/>
                </a:lnTo>
                <a:lnTo>
                  <a:pt x="1676" y="3613"/>
                </a:lnTo>
                <a:lnTo>
                  <a:pt x="1837" y="3108"/>
                </a:lnTo>
                <a:lnTo>
                  <a:pt x="1999" y="2604"/>
                </a:lnTo>
                <a:lnTo>
                  <a:pt x="2200" y="2140"/>
                </a:lnTo>
                <a:lnTo>
                  <a:pt x="2442" y="1655"/>
                </a:lnTo>
                <a:lnTo>
                  <a:pt x="2584" y="1393"/>
                </a:lnTo>
                <a:lnTo>
                  <a:pt x="2745" y="1151"/>
                </a:lnTo>
                <a:lnTo>
                  <a:pt x="2927" y="949"/>
                </a:lnTo>
                <a:lnTo>
                  <a:pt x="3108" y="747"/>
                </a:lnTo>
                <a:lnTo>
                  <a:pt x="3290" y="586"/>
                </a:lnTo>
                <a:lnTo>
                  <a:pt x="3472" y="445"/>
                </a:lnTo>
                <a:lnTo>
                  <a:pt x="3673" y="324"/>
                </a:lnTo>
                <a:lnTo>
                  <a:pt x="3875" y="223"/>
                </a:lnTo>
                <a:lnTo>
                  <a:pt x="4077" y="162"/>
                </a:lnTo>
                <a:lnTo>
                  <a:pt x="4279" y="102"/>
                </a:lnTo>
                <a:lnTo>
                  <a:pt x="4481" y="81"/>
                </a:lnTo>
                <a:lnTo>
                  <a:pt x="4703" y="61"/>
                </a:lnTo>
                <a:close/>
                <a:moveTo>
                  <a:pt x="4561" y="1"/>
                </a:moveTo>
                <a:lnTo>
                  <a:pt x="4319" y="21"/>
                </a:lnTo>
                <a:lnTo>
                  <a:pt x="4077" y="61"/>
                </a:lnTo>
                <a:lnTo>
                  <a:pt x="3855" y="142"/>
                </a:lnTo>
                <a:lnTo>
                  <a:pt x="3633" y="243"/>
                </a:lnTo>
                <a:lnTo>
                  <a:pt x="3431" y="364"/>
                </a:lnTo>
                <a:lnTo>
                  <a:pt x="3229" y="525"/>
                </a:lnTo>
                <a:lnTo>
                  <a:pt x="3048" y="687"/>
                </a:lnTo>
                <a:lnTo>
                  <a:pt x="2866" y="889"/>
                </a:lnTo>
                <a:lnTo>
                  <a:pt x="2685" y="1111"/>
                </a:lnTo>
                <a:lnTo>
                  <a:pt x="2523" y="1353"/>
                </a:lnTo>
                <a:lnTo>
                  <a:pt x="2362" y="1615"/>
                </a:lnTo>
                <a:lnTo>
                  <a:pt x="2120" y="2099"/>
                </a:lnTo>
                <a:lnTo>
                  <a:pt x="1918" y="2584"/>
                </a:lnTo>
                <a:lnTo>
                  <a:pt x="1756" y="3068"/>
                </a:lnTo>
                <a:lnTo>
                  <a:pt x="1615" y="3573"/>
                </a:lnTo>
                <a:lnTo>
                  <a:pt x="1474" y="4097"/>
                </a:lnTo>
                <a:lnTo>
                  <a:pt x="1373" y="4602"/>
                </a:lnTo>
                <a:lnTo>
                  <a:pt x="1171" y="5631"/>
                </a:lnTo>
                <a:lnTo>
                  <a:pt x="707" y="8254"/>
                </a:lnTo>
                <a:lnTo>
                  <a:pt x="505" y="9566"/>
                </a:lnTo>
                <a:lnTo>
                  <a:pt x="324" y="10898"/>
                </a:lnTo>
                <a:lnTo>
                  <a:pt x="162" y="12250"/>
                </a:lnTo>
                <a:lnTo>
                  <a:pt x="102" y="12916"/>
                </a:lnTo>
                <a:lnTo>
                  <a:pt x="61" y="13582"/>
                </a:lnTo>
                <a:lnTo>
                  <a:pt x="21" y="14268"/>
                </a:lnTo>
                <a:lnTo>
                  <a:pt x="1" y="14934"/>
                </a:lnTo>
                <a:lnTo>
                  <a:pt x="1" y="15600"/>
                </a:lnTo>
                <a:lnTo>
                  <a:pt x="21" y="16286"/>
                </a:lnTo>
                <a:lnTo>
                  <a:pt x="41" y="16710"/>
                </a:lnTo>
                <a:lnTo>
                  <a:pt x="81" y="17154"/>
                </a:lnTo>
                <a:lnTo>
                  <a:pt x="162" y="17618"/>
                </a:lnTo>
                <a:lnTo>
                  <a:pt x="263" y="18102"/>
                </a:lnTo>
                <a:lnTo>
                  <a:pt x="404" y="18587"/>
                </a:lnTo>
                <a:lnTo>
                  <a:pt x="546" y="19071"/>
                </a:lnTo>
                <a:lnTo>
                  <a:pt x="727" y="19575"/>
                </a:lnTo>
                <a:lnTo>
                  <a:pt x="929" y="20060"/>
                </a:lnTo>
                <a:lnTo>
                  <a:pt x="1151" y="20524"/>
                </a:lnTo>
                <a:lnTo>
                  <a:pt x="1393" y="20968"/>
                </a:lnTo>
                <a:lnTo>
                  <a:pt x="1655" y="21392"/>
                </a:lnTo>
                <a:lnTo>
                  <a:pt x="1958" y="21775"/>
                </a:lnTo>
                <a:lnTo>
                  <a:pt x="2261" y="22138"/>
                </a:lnTo>
                <a:lnTo>
                  <a:pt x="2604" y="22461"/>
                </a:lnTo>
                <a:lnTo>
                  <a:pt x="2765" y="22582"/>
                </a:lnTo>
                <a:lnTo>
                  <a:pt x="2947" y="22723"/>
                </a:lnTo>
                <a:lnTo>
                  <a:pt x="3129" y="22824"/>
                </a:lnTo>
                <a:lnTo>
                  <a:pt x="3330" y="22925"/>
                </a:lnTo>
                <a:lnTo>
                  <a:pt x="3593" y="23046"/>
                </a:lnTo>
                <a:lnTo>
                  <a:pt x="3875" y="23127"/>
                </a:lnTo>
                <a:lnTo>
                  <a:pt x="4158" y="23167"/>
                </a:lnTo>
                <a:lnTo>
                  <a:pt x="4460" y="23188"/>
                </a:lnTo>
                <a:lnTo>
                  <a:pt x="4723" y="23167"/>
                </a:lnTo>
                <a:lnTo>
                  <a:pt x="4985" y="23127"/>
                </a:lnTo>
                <a:lnTo>
                  <a:pt x="5268" y="23067"/>
                </a:lnTo>
                <a:lnTo>
                  <a:pt x="5550" y="22966"/>
                </a:lnTo>
                <a:lnTo>
                  <a:pt x="5813" y="22845"/>
                </a:lnTo>
                <a:lnTo>
                  <a:pt x="6095" y="22683"/>
                </a:lnTo>
                <a:lnTo>
                  <a:pt x="6378" y="22501"/>
                </a:lnTo>
                <a:lnTo>
                  <a:pt x="6680" y="22300"/>
                </a:lnTo>
                <a:lnTo>
                  <a:pt x="6922" y="22098"/>
                </a:lnTo>
                <a:lnTo>
                  <a:pt x="7144" y="21876"/>
                </a:lnTo>
                <a:lnTo>
                  <a:pt x="7346" y="21654"/>
                </a:lnTo>
                <a:lnTo>
                  <a:pt x="7548" y="21412"/>
                </a:lnTo>
                <a:lnTo>
                  <a:pt x="7730" y="21170"/>
                </a:lnTo>
                <a:lnTo>
                  <a:pt x="7911" y="20927"/>
                </a:lnTo>
                <a:lnTo>
                  <a:pt x="8053" y="20665"/>
                </a:lnTo>
                <a:lnTo>
                  <a:pt x="8214" y="20403"/>
                </a:lnTo>
                <a:lnTo>
                  <a:pt x="8476" y="19878"/>
                </a:lnTo>
                <a:lnTo>
                  <a:pt x="8698" y="19333"/>
                </a:lnTo>
                <a:lnTo>
                  <a:pt x="8880" y="18809"/>
                </a:lnTo>
                <a:lnTo>
                  <a:pt x="9041" y="18284"/>
                </a:lnTo>
                <a:lnTo>
                  <a:pt x="9283" y="17436"/>
                </a:lnTo>
                <a:lnTo>
                  <a:pt x="9485" y="16589"/>
                </a:lnTo>
                <a:lnTo>
                  <a:pt x="9667" y="15721"/>
                </a:lnTo>
                <a:lnTo>
                  <a:pt x="9808" y="14833"/>
                </a:lnTo>
                <a:lnTo>
                  <a:pt x="9909" y="13965"/>
                </a:lnTo>
                <a:lnTo>
                  <a:pt x="9990" y="13077"/>
                </a:lnTo>
                <a:lnTo>
                  <a:pt x="10030" y="12189"/>
                </a:lnTo>
                <a:lnTo>
                  <a:pt x="10030" y="11302"/>
                </a:lnTo>
                <a:lnTo>
                  <a:pt x="10010" y="10434"/>
                </a:lnTo>
                <a:lnTo>
                  <a:pt x="9949" y="9546"/>
                </a:lnTo>
                <a:lnTo>
                  <a:pt x="9869" y="8658"/>
                </a:lnTo>
                <a:lnTo>
                  <a:pt x="9727" y="7790"/>
                </a:lnTo>
                <a:lnTo>
                  <a:pt x="9566" y="6902"/>
                </a:lnTo>
                <a:lnTo>
                  <a:pt x="9384" y="6055"/>
                </a:lnTo>
                <a:lnTo>
                  <a:pt x="9162" y="5187"/>
                </a:lnTo>
                <a:lnTo>
                  <a:pt x="8900" y="4339"/>
                </a:lnTo>
                <a:lnTo>
                  <a:pt x="8759" y="3936"/>
                </a:lnTo>
                <a:lnTo>
                  <a:pt x="8618" y="3552"/>
                </a:lnTo>
                <a:lnTo>
                  <a:pt x="8476" y="3209"/>
                </a:lnTo>
                <a:lnTo>
                  <a:pt x="8315" y="2866"/>
                </a:lnTo>
                <a:lnTo>
                  <a:pt x="8153" y="2523"/>
                </a:lnTo>
                <a:lnTo>
                  <a:pt x="7972" y="2220"/>
                </a:lnTo>
                <a:lnTo>
                  <a:pt x="7790" y="1938"/>
                </a:lnTo>
                <a:lnTo>
                  <a:pt x="7609" y="1676"/>
                </a:lnTo>
                <a:lnTo>
                  <a:pt x="7407" y="1433"/>
                </a:lnTo>
                <a:lnTo>
                  <a:pt x="7225" y="1211"/>
                </a:lnTo>
                <a:lnTo>
                  <a:pt x="7003" y="990"/>
                </a:lnTo>
                <a:lnTo>
                  <a:pt x="6801" y="808"/>
                </a:lnTo>
                <a:lnTo>
                  <a:pt x="6579" y="646"/>
                </a:lnTo>
                <a:lnTo>
                  <a:pt x="6337" y="485"/>
                </a:lnTo>
                <a:lnTo>
                  <a:pt x="6095" y="344"/>
                </a:lnTo>
                <a:lnTo>
                  <a:pt x="5853" y="243"/>
                </a:lnTo>
                <a:lnTo>
                  <a:pt x="5591" y="142"/>
                </a:lnTo>
                <a:lnTo>
                  <a:pt x="5328" y="61"/>
                </a:lnTo>
                <a:lnTo>
                  <a:pt x="5066" y="21"/>
                </a:lnTo>
                <a:lnTo>
                  <a:pt x="4824" y="1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70" name="Google Shape;2470;p31"/>
          <p:cNvSpPr/>
          <p:nvPr/>
        </p:nvSpPr>
        <p:spPr>
          <a:xfrm>
            <a:off x="9010489" y="102628"/>
            <a:ext cx="54205" cy="50406"/>
          </a:xfrm>
          <a:custGeom>
            <a:rect b="b" l="l" r="r" t="t"/>
            <a:pathLst>
              <a:path extrusionOk="0" h="1327" w="1427">
                <a:moveTo>
                  <a:pt x="723" y="1"/>
                </a:moveTo>
                <a:lnTo>
                  <a:pt x="1" y="684"/>
                </a:lnTo>
                <a:lnTo>
                  <a:pt x="221" y="784"/>
                </a:lnTo>
                <a:lnTo>
                  <a:pt x="322" y="824"/>
                </a:lnTo>
                <a:lnTo>
                  <a:pt x="422" y="884"/>
                </a:lnTo>
                <a:lnTo>
                  <a:pt x="502" y="1005"/>
                </a:lnTo>
                <a:lnTo>
                  <a:pt x="583" y="1105"/>
                </a:lnTo>
                <a:lnTo>
                  <a:pt x="723" y="1326"/>
                </a:lnTo>
                <a:lnTo>
                  <a:pt x="1426" y="643"/>
                </a:lnTo>
                <a:lnTo>
                  <a:pt x="723" y="1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71" name="Google Shape;2471;p31"/>
          <p:cNvSpPr/>
          <p:nvPr/>
        </p:nvSpPr>
        <p:spPr>
          <a:xfrm>
            <a:off x="9012008" y="258253"/>
            <a:ext cx="54205" cy="51888"/>
          </a:xfrm>
          <a:custGeom>
            <a:rect b="b" l="l" r="r" t="t"/>
            <a:pathLst>
              <a:path extrusionOk="0" h="1366" w="1427">
                <a:moveTo>
                  <a:pt x="703" y="0"/>
                </a:moveTo>
                <a:lnTo>
                  <a:pt x="1" y="643"/>
                </a:lnTo>
                <a:lnTo>
                  <a:pt x="744" y="1366"/>
                </a:lnTo>
                <a:lnTo>
                  <a:pt x="784" y="1225"/>
                </a:lnTo>
                <a:lnTo>
                  <a:pt x="844" y="1125"/>
                </a:lnTo>
                <a:lnTo>
                  <a:pt x="924" y="1024"/>
                </a:lnTo>
                <a:lnTo>
                  <a:pt x="1005" y="944"/>
                </a:lnTo>
                <a:lnTo>
                  <a:pt x="1105" y="864"/>
                </a:lnTo>
                <a:lnTo>
                  <a:pt x="1205" y="803"/>
                </a:lnTo>
                <a:lnTo>
                  <a:pt x="1426" y="683"/>
                </a:lnTo>
                <a:lnTo>
                  <a:pt x="1346" y="582"/>
                </a:lnTo>
                <a:lnTo>
                  <a:pt x="1266" y="522"/>
                </a:lnTo>
                <a:lnTo>
                  <a:pt x="1045" y="402"/>
                </a:lnTo>
                <a:lnTo>
                  <a:pt x="964" y="342"/>
                </a:lnTo>
                <a:lnTo>
                  <a:pt x="884" y="281"/>
                </a:lnTo>
                <a:lnTo>
                  <a:pt x="824" y="181"/>
                </a:lnTo>
                <a:lnTo>
                  <a:pt x="804" y="40"/>
                </a:lnTo>
                <a:lnTo>
                  <a:pt x="784" y="20"/>
                </a:lnTo>
                <a:lnTo>
                  <a:pt x="744" y="20"/>
                </a:lnTo>
                <a:lnTo>
                  <a:pt x="703" y="0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72" name="Google Shape;2472;p31"/>
          <p:cNvSpPr/>
          <p:nvPr/>
        </p:nvSpPr>
        <p:spPr>
          <a:xfrm>
            <a:off x="9009729" y="1188771"/>
            <a:ext cx="63359" cy="58003"/>
          </a:xfrm>
          <a:custGeom>
            <a:rect b="b" l="l" r="r" t="t"/>
            <a:pathLst>
              <a:path extrusionOk="0" h="1527" w="1668">
                <a:moveTo>
                  <a:pt x="683" y="0"/>
                </a:moveTo>
                <a:lnTo>
                  <a:pt x="543" y="281"/>
                </a:lnTo>
                <a:lnTo>
                  <a:pt x="462" y="402"/>
                </a:lnTo>
                <a:lnTo>
                  <a:pt x="382" y="502"/>
                </a:lnTo>
                <a:lnTo>
                  <a:pt x="322" y="542"/>
                </a:lnTo>
                <a:lnTo>
                  <a:pt x="261" y="562"/>
                </a:lnTo>
                <a:lnTo>
                  <a:pt x="141" y="582"/>
                </a:lnTo>
                <a:lnTo>
                  <a:pt x="81" y="603"/>
                </a:lnTo>
                <a:lnTo>
                  <a:pt x="21" y="623"/>
                </a:lnTo>
                <a:lnTo>
                  <a:pt x="0" y="663"/>
                </a:lnTo>
                <a:lnTo>
                  <a:pt x="0" y="703"/>
                </a:lnTo>
                <a:lnTo>
                  <a:pt x="844" y="1526"/>
                </a:lnTo>
                <a:lnTo>
                  <a:pt x="884" y="1366"/>
                </a:lnTo>
                <a:lnTo>
                  <a:pt x="924" y="1245"/>
                </a:lnTo>
                <a:lnTo>
                  <a:pt x="1004" y="1145"/>
                </a:lnTo>
                <a:lnTo>
                  <a:pt x="1105" y="1044"/>
                </a:lnTo>
                <a:lnTo>
                  <a:pt x="1225" y="964"/>
                </a:lnTo>
                <a:lnTo>
                  <a:pt x="1346" y="884"/>
                </a:lnTo>
                <a:lnTo>
                  <a:pt x="1667" y="743"/>
                </a:lnTo>
                <a:lnTo>
                  <a:pt x="1265" y="562"/>
                </a:lnTo>
                <a:lnTo>
                  <a:pt x="1125" y="482"/>
                </a:lnTo>
                <a:lnTo>
                  <a:pt x="1004" y="402"/>
                </a:lnTo>
                <a:lnTo>
                  <a:pt x="964" y="362"/>
                </a:lnTo>
                <a:lnTo>
                  <a:pt x="944" y="301"/>
                </a:lnTo>
                <a:lnTo>
                  <a:pt x="904" y="161"/>
                </a:lnTo>
                <a:lnTo>
                  <a:pt x="884" y="101"/>
                </a:lnTo>
                <a:lnTo>
                  <a:pt x="844" y="40"/>
                </a:lnTo>
                <a:lnTo>
                  <a:pt x="784" y="20"/>
                </a:lnTo>
                <a:lnTo>
                  <a:pt x="683" y="0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73" name="Google Shape;2473;p31"/>
          <p:cNvSpPr/>
          <p:nvPr/>
        </p:nvSpPr>
        <p:spPr>
          <a:xfrm>
            <a:off x="8847267" y="1189531"/>
            <a:ext cx="63359" cy="58003"/>
          </a:xfrm>
          <a:custGeom>
            <a:rect b="b" l="l" r="r" t="t"/>
            <a:pathLst>
              <a:path extrusionOk="0" h="1527" w="1668">
                <a:moveTo>
                  <a:pt x="743" y="0"/>
                </a:moveTo>
                <a:lnTo>
                  <a:pt x="0" y="723"/>
                </a:lnTo>
                <a:lnTo>
                  <a:pt x="784" y="1526"/>
                </a:lnTo>
                <a:lnTo>
                  <a:pt x="824" y="1386"/>
                </a:lnTo>
                <a:lnTo>
                  <a:pt x="884" y="1245"/>
                </a:lnTo>
                <a:lnTo>
                  <a:pt x="964" y="1125"/>
                </a:lnTo>
                <a:lnTo>
                  <a:pt x="1065" y="1044"/>
                </a:lnTo>
                <a:lnTo>
                  <a:pt x="1185" y="964"/>
                </a:lnTo>
                <a:lnTo>
                  <a:pt x="1326" y="884"/>
                </a:lnTo>
                <a:lnTo>
                  <a:pt x="1667" y="743"/>
                </a:lnTo>
                <a:lnTo>
                  <a:pt x="1266" y="583"/>
                </a:lnTo>
                <a:lnTo>
                  <a:pt x="1125" y="502"/>
                </a:lnTo>
                <a:lnTo>
                  <a:pt x="1025" y="442"/>
                </a:lnTo>
                <a:lnTo>
                  <a:pt x="944" y="342"/>
                </a:lnTo>
                <a:lnTo>
                  <a:pt x="864" y="221"/>
                </a:lnTo>
                <a:lnTo>
                  <a:pt x="743" y="0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74" name="Google Shape;2474;p31"/>
          <p:cNvSpPr/>
          <p:nvPr/>
        </p:nvSpPr>
        <p:spPr>
          <a:xfrm>
            <a:off x="9004373" y="409243"/>
            <a:ext cx="64119" cy="55724"/>
          </a:xfrm>
          <a:custGeom>
            <a:rect b="b" l="l" r="r" t="t"/>
            <a:pathLst>
              <a:path extrusionOk="0" h="1467" w="1688">
                <a:moveTo>
                  <a:pt x="864" y="1"/>
                </a:moveTo>
                <a:lnTo>
                  <a:pt x="764" y="262"/>
                </a:lnTo>
                <a:lnTo>
                  <a:pt x="704" y="362"/>
                </a:lnTo>
                <a:lnTo>
                  <a:pt x="643" y="463"/>
                </a:lnTo>
                <a:lnTo>
                  <a:pt x="523" y="543"/>
                </a:lnTo>
                <a:lnTo>
                  <a:pt x="382" y="623"/>
                </a:lnTo>
                <a:lnTo>
                  <a:pt x="1" y="844"/>
                </a:lnTo>
                <a:lnTo>
                  <a:pt x="162" y="864"/>
                </a:lnTo>
                <a:lnTo>
                  <a:pt x="302" y="904"/>
                </a:lnTo>
                <a:lnTo>
                  <a:pt x="423" y="965"/>
                </a:lnTo>
                <a:lnTo>
                  <a:pt x="543" y="1025"/>
                </a:lnTo>
                <a:lnTo>
                  <a:pt x="623" y="1085"/>
                </a:lnTo>
                <a:lnTo>
                  <a:pt x="704" y="1186"/>
                </a:lnTo>
                <a:lnTo>
                  <a:pt x="744" y="1286"/>
                </a:lnTo>
                <a:lnTo>
                  <a:pt x="784" y="1406"/>
                </a:lnTo>
                <a:lnTo>
                  <a:pt x="804" y="1427"/>
                </a:lnTo>
                <a:lnTo>
                  <a:pt x="864" y="1447"/>
                </a:lnTo>
                <a:lnTo>
                  <a:pt x="985" y="1467"/>
                </a:lnTo>
                <a:lnTo>
                  <a:pt x="1045" y="1286"/>
                </a:lnTo>
                <a:lnTo>
                  <a:pt x="1065" y="1206"/>
                </a:lnTo>
                <a:lnTo>
                  <a:pt x="1105" y="1145"/>
                </a:lnTo>
                <a:lnTo>
                  <a:pt x="1246" y="1045"/>
                </a:lnTo>
                <a:lnTo>
                  <a:pt x="1386" y="945"/>
                </a:lnTo>
                <a:lnTo>
                  <a:pt x="1688" y="744"/>
                </a:lnTo>
                <a:lnTo>
                  <a:pt x="1547" y="684"/>
                </a:lnTo>
                <a:lnTo>
                  <a:pt x="1427" y="623"/>
                </a:lnTo>
                <a:lnTo>
                  <a:pt x="1306" y="543"/>
                </a:lnTo>
                <a:lnTo>
                  <a:pt x="1206" y="463"/>
                </a:lnTo>
                <a:lnTo>
                  <a:pt x="1105" y="362"/>
                </a:lnTo>
                <a:lnTo>
                  <a:pt x="1025" y="262"/>
                </a:lnTo>
                <a:lnTo>
                  <a:pt x="864" y="1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75" name="Google Shape;2475;p31"/>
          <p:cNvSpPr/>
          <p:nvPr/>
        </p:nvSpPr>
        <p:spPr>
          <a:xfrm>
            <a:off x="9009729" y="1030868"/>
            <a:ext cx="57243" cy="58003"/>
          </a:xfrm>
          <a:custGeom>
            <a:rect b="b" l="l" r="r" t="t"/>
            <a:pathLst>
              <a:path extrusionOk="0" h="1527" w="1507">
                <a:moveTo>
                  <a:pt x="743" y="1"/>
                </a:moveTo>
                <a:lnTo>
                  <a:pt x="563" y="322"/>
                </a:lnTo>
                <a:lnTo>
                  <a:pt x="482" y="442"/>
                </a:lnTo>
                <a:lnTo>
                  <a:pt x="402" y="563"/>
                </a:lnTo>
                <a:lnTo>
                  <a:pt x="342" y="603"/>
                </a:lnTo>
                <a:lnTo>
                  <a:pt x="282" y="623"/>
                </a:lnTo>
                <a:lnTo>
                  <a:pt x="141" y="643"/>
                </a:lnTo>
                <a:lnTo>
                  <a:pt x="41" y="663"/>
                </a:lnTo>
                <a:lnTo>
                  <a:pt x="0" y="683"/>
                </a:lnTo>
                <a:lnTo>
                  <a:pt x="0" y="744"/>
                </a:lnTo>
                <a:lnTo>
                  <a:pt x="763" y="1527"/>
                </a:lnTo>
                <a:lnTo>
                  <a:pt x="1506" y="744"/>
                </a:lnTo>
                <a:lnTo>
                  <a:pt x="1265" y="643"/>
                </a:lnTo>
                <a:lnTo>
                  <a:pt x="1145" y="563"/>
                </a:lnTo>
                <a:lnTo>
                  <a:pt x="1024" y="483"/>
                </a:lnTo>
                <a:lnTo>
                  <a:pt x="944" y="382"/>
                </a:lnTo>
                <a:lnTo>
                  <a:pt x="884" y="282"/>
                </a:lnTo>
                <a:lnTo>
                  <a:pt x="743" y="1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76" name="Google Shape;2476;p31"/>
          <p:cNvSpPr/>
          <p:nvPr/>
        </p:nvSpPr>
        <p:spPr>
          <a:xfrm>
            <a:off x="8845748" y="1030868"/>
            <a:ext cx="65638" cy="61840"/>
          </a:xfrm>
          <a:custGeom>
            <a:rect b="b" l="l" r="r" t="t"/>
            <a:pathLst>
              <a:path extrusionOk="0" h="1628" w="1728">
                <a:moveTo>
                  <a:pt x="763" y="1"/>
                </a:moveTo>
                <a:lnTo>
                  <a:pt x="583" y="302"/>
                </a:lnTo>
                <a:lnTo>
                  <a:pt x="502" y="422"/>
                </a:lnTo>
                <a:lnTo>
                  <a:pt x="422" y="543"/>
                </a:lnTo>
                <a:lnTo>
                  <a:pt x="362" y="583"/>
                </a:lnTo>
                <a:lnTo>
                  <a:pt x="302" y="603"/>
                </a:lnTo>
                <a:lnTo>
                  <a:pt x="161" y="643"/>
                </a:lnTo>
                <a:lnTo>
                  <a:pt x="101" y="683"/>
                </a:lnTo>
                <a:lnTo>
                  <a:pt x="40" y="724"/>
                </a:lnTo>
                <a:lnTo>
                  <a:pt x="20" y="784"/>
                </a:lnTo>
                <a:lnTo>
                  <a:pt x="0" y="884"/>
                </a:lnTo>
                <a:lnTo>
                  <a:pt x="141" y="924"/>
                </a:lnTo>
                <a:lnTo>
                  <a:pt x="261" y="985"/>
                </a:lnTo>
                <a:lnTo>
                  <a:pt x="362" y="1065"/>
                </a:lnTo>
                <a:lnTo>
                  <a:pt x="462" y="1165"/>
                </a:lnTo>
                <a:lnTo>
                  <a:pt x="623" y="1406"/>
                </a:lnTo>
                <a:lnTo>
                  <a:pt x="703" y="1527"/>
                </a:lnTo>
                <a:lnTo>
                  <a:pt x="824" y="1627"/>
                </a:lnTo>
                <a:lnTo>
                  <a:pt x="864" y="1467"/>
                </a:lnTo>
                <a:lnTo>
                  <a:pt x="924" y="1326"/>
                </a:lnTo>
                <a:lnTo>
                  <a:pt x="984" y="1226"/>
                </a:lnTo>
                <a:lnTo>
                  <a:pt x="1085" y="1125"/>
                </a:lnTo>
                <a:lnTo>
                  <a:pt x="1205" y="1025"/>
                </a:lnTo>
                <a:lnTo>
                  <a:pt x="1366" y="965"/>
                </a:lnTo>
                <a:lnTo>
                  <a:pt x="1526" y="904"/>
                </a:lnTo>
                <a:lnTo>
                  <a:pt x="1727" y="844"/>
                </a:lnTo>
                <a:lnTo>
                  <a:pt x="1306" y="643"/>
                </a:lnTo>
                <a:lnTo>
                  <a:pt x="1145" y="583"/>
                </a:lnTo>
                <a:lnTo>
                  <a:pt x="1044" y="503"/>
                </a:lnTo>
                <a:lnTo>
                  <a:pt x="964" y="402"/>
                </a:lnTo>
                <a:lnTo>
                  <a:pt x="904" y="282"/>
                </a:lnTo>
                <a:lnTo>
                  <a:pt x="763" y="1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77" name="Google Shape;2477;p31"/>
          <p:cNvSpPr/>
          <p:nvPr/>
        </p:nvSpPr>
        <p:spPr>
          <a:xfrm>
            <a:off x="9007450" y="568666"/>
            <a:ext cx="58003" cy="53445"/>
          </a:xfrm>
          <a:custGeom>
            <a:rect b="b" l="l" r="r" t="t"/>
            <a:pathLst>
              <a:path extrusionOk="0" h="1407" w="1527">
                <a:moveTo>
                  <a:pt x="783" y="1"/>
                </a:moveTo>
                <a:lnTo>
                  <a:pt x="683" y="161"/>
                </a:lnTo>
                <a:lnTo>
                  <a:pt x="623" y="282"/>
                </a:lnTo>
                <a:lnTo>
                  <a:pt x="542" y="362"/>
                </a:lnTo>
                <a:lnTo>
                  <a:pt x="422" y="442"/>
                </a:lnTo>
                <a:lnTo>
                  <a:pt x="301" y="523"/>
                </a:lnTo>
                <a:lnTo>
                  <a:pt x="0" y="663"/>
                </a:lnTo>
                <a:lnTo>
                  <a:pt x="301" y="844"/>
                </a:lnTo>
                <a:lnTo>
                  <a:pt x="422" y="904"/>
                </a:lnTo>
                <a:lnTo>
                  <a:pt x="542" y="984"/>
                </a:lnTo>
                <a:lnTo>
                  <a:pt x="582" y="1045"/>
                </a:lnTo>
                <a:lnTo>
                  <a:pt x="603" y="1105"/>
                </a:lnTo>
                <a:lnTo>
                  <a:pt x="643" y="1225"/>
                </a:lnTo>
                <a:lnTo>
                  <a:pt x="683" y="1346"/>
                </a:lnTo>
                <a:lnTo>
                  <a:pt x="703" y="1386"/>
                </a:lnTo>
                <a:lnTo>
                  <a:pt x="763" y="1406"/>
                </a:lnTo>
                <a:lnTo>
                  <a:pt x="1526" y="683"/>
                </a:lnTo>
                <a:lnTo>
                  <a:pt x="783" y="1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78" name="Google Shape;2478;p31"/>
          <p:cNvSpPr/>
          <p:nvPr/>
        </p:nvSpPr>
        <p:spPr>
          <a:xfrm>
            <a:off x="9009729" y="878320"/>
            <a:ext cx="58763" cy="55724"/>
          </a:xfrm>
          <a:custGeom>
            <a:rect b="b" l="l" r="r" t="t"/>
            <a:pathLst>
              <a:path extrusionOk="0" h="1467" w="1547">
                <a:moveTo>
                  <a:pt x="643" y="1"/>
                </a:moveTo>
                <a:lnTo>
                  <a:pt x="603" y="41"/>
                </a:lnTo>
                <a:lnTo>
                  <a:pt x="563" y="141"/>
                </a:lnTo>
                <a:lnTo>
                  <a:pt x="543" y="282"/>
                </a:lnTo>
                <a:lnTo>
                  <a:pt x="522" y="342"/>
                </a:lnTo>
                <a:lnTo>
                  <a:pt x="502" y="402"/>
                </a:lnTo>
                <a:lnTo>
                  <a:pt x="442" y="463"/>
                </a:lnTo>
                <a:lnTo>
                  <a:pt x="362" y="503"/>
                </a:lnTo>
                <a:lnTo>
                  <a:pt x="201" y="523"/>
                </a:lnTo>
                <a:lnTo>
                  <a:pt x="121" y="543"/>
                </a:lnTo>
                <a:lnTo>
                  <a:pt x="61" y="563"/>
                </a:lnTo>
                <a:lnTo>
                  <a:pt x="21" y="603"/>
                </a:lnTo>
                <a:lnTo>
                  <a:pt x="0" y="663"/>
                </a:lnTo>
                <a:lnTo>
                  <a:pt x="784" y="1467"/>
                </a:lnTo>
                <a:lnTo>
                  <a:pt x="924" y="1226"/>
                </a:lnTo>
                <a:lnTo>
                  <a:pt x="984" y="1105"/>
                </a:lnTo>
                <a:lnTo>
                  <a:pt x="1065" y="1005"/>
                </a:lnTo>
                <a:lnTo>
                  <a:pt x="1165" y="924"/>
                </a:lnTo>
                <a:lnTo>
                  <a:pt x="1286" y="864"/>
                </a:lnTo>
                <a:lnTo>
                  <a:pt x="1547" y="764"/>
                </a:lnTo>
                <a:lnTo>
                  <a:pt x="683" y="1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79" name="Google Shape;2479;p31"/>
          <p:cNvSpPr/>
          <p:nvPr/>
        </p:nvSpPr>
        <p:spPr>
          <a:xfrm>
            <a:off x="8844988" y="873762"/>
            <a:ext cx="58003" cy="64119"/>
          </a:xfrm>
          <a:custGeom>
            <a:rect b="b" l="l" r="r" t="t"/>
            <a:pathLst>
              <a:path extrusionOk="0" h="1688" w="1527">
                <a:moveTo>
                  <a:pt x="783" y="0"/>
                </a:moveTo>
                <a:lnTo>
                  <a:pt x="623" y="322"/>
                </a:lnTo>
                <a:lnTo>
                  <a:pt x="542" y="442"/>
                </a:lnTo>
                <a:lnTo>
                  <a:pt x="462" y="542"/>
                </a:lnTo>
                <a:lnTo>
                  <a:pt x="362" y="623"/>
                </a:lnTo>
                <a:lnTo>
                  <a:pt x="241" y="703"/>
                </a:lnTo>
                <a:lnTo>
                  <a:pt x="0" y="804"/>
                </a:lnTo>
                <a:lnTo>
                  <a:pt x="141" y="864"/>
                </a:lnTo>
                <a:lnTo>
                  <a:pt x="281" y="944"/>
                </a:lnTo>
                <a:lnTo>
                  <a:pt x="382" y="1024"/>
                </a:lnTo>
                <a:lnTo>
                  <a:pt x="462" y="1125"/>
                </a:lnTo>
                <a:lnTo>
                  <a:pt x="542" y="1245"/>
                </a:lnTo>
                <a:lnTo>
                  <a:pt x="623" y="1386"/>
                </a:lnTo>
                <a:lnTo>
                  <a:pt x="783" y="1687"/>
                </a:lnTo>
                <a:lnTo>
                  <a:pt x="964" y="1346"/>
                </a:lnTo>
                <a:lnTo>
                  <a:pt x="1044" y="1205"/>
                </a:lnTo>
                <a:lnTo>
                  <a:pt x="1125" y="1085"/>
                </a:lnTo>
                <a:lnTo>
                  <a:pt x="1185" y="1044"/>
                </a:lnTo>
                <a:lnTo>
                  <a:pt x="1245" y="1024"/>
                </a:lnTo>
                <a:lnTo>
                  <a:pt x="1366" y="1004"/>
                </a:lnTo>
                <a:lnTo>
                  <a:pt x="1446" y="984"/>
                </a:lnTo>
                <a:lnTo>
                  <a:pt x="1486" y="924"/>
                </a:lnTo>
                <a:lnTo>
                  <a:pt x="1526" y="864"/>
                </a:lnTo>
                <a:lnTo>
                  <a:pt x="1526" y="763"/>
                </a:lnTo>
                <a:lnTo>
                  <a:pt x="1406" y="723"/>
                </a:lnTo>
                <a:lnTo>
                  <a:pt x="1285" y="683"/>
                </a:lnTo>
                <a:lnTo>
                  <a:pt x="1165" y="603"/>
                </a:lnTo>
                <a:lnTo>
                  <a:pt x="1085" y="522"/>
                </a:lnTo>
                <a:lnTo>
                  <a:pt x="984" y="422"/>
                </a:lnTo>
                <a:lnTo>
                  <a:pt x="904" y="302"/>
                </a:lnTo>
                <a:lnTo>
                  <a:pt x="844" y="161"/>
                </a:lnTo>
                <a:lnTo>
                  <a:pt x="783" y="0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80" name="Google Shape;2480;p31"/>
          <p:cNvSpPr/>
          <p:nvPr/>
        </p:nvSpPr>
        <p:spPr>
          <a:xfrm>
            <a:off x="9009729" y="724253"/>
            <a:ext cx="57243" cy="53445"/>
          </a:xfrm>
          <a:custGeom>
            <a:rect b="b" l="l" r="r" t="t"/>
            <a:pathLst>
              <a:path extrusionOk="0" h="1407" w="1507">
                <a:moveTo>
                  <a:pt x="763" y="1"/>
                </a:moveTo>
                <a:lnTo>
                  <a:pt x="0" y="724"/>
                </a:lnTo>
                <a:lnTo>
                  <a:pt x="261" y="864"/>
                </a:lnTo>
                <a:lnTo>
                  <a:pt x="382" y="924"/>
                </a:lnTo>
                <a:lnTo>
                  <a:pt x="502" y="1005"/>
                </a:lnTo>
                <a:lnTo>
                  <a:pt x="543" y="1065"/>
                </a:lnTo>
                <a:lnTo>
                  <a:pt x="563" y="1125"/>
                </a:lnTo>
                <a:lnTo>
                  <a:pt x="603" y="1246"/>
                </a:lnTo>
                <a:lnTo>
                  <a:pt x="623" y="1306"/>
                </a:lnTo>
                <a:lnTo>
                  <a:pt x="683" y="1366"/>
                </a:lnTo>
                <a:lnTo>
                  <a:pt x="743" y="1386"/>
                </a:lnTo>
                <a:lnTo>
                  <a:pt x="844" y="1406"/>
                </a:lnTo>
                <a:lnTo>
                  <a:pt x="864" y="1266"/>
                </a:lnTo>
                <a:lnTo>
                  <a:pt x="924" y="1145"/>
                </a:lnTo>
                <a:lnTo>
                  <a:pt x="984" y="1045"/>
                </a:lnTo>
                <a:lnTo>
                  <a:pt x="1085" y="965"/>
                </a:lnTo>
                <a:lnTo>
                  <a:pt x="1306" y="844"/>
                </a:lnTo>
                <a:lnTo>
                  <a:pt x="1506" y="704"/>
                </a:lnTo>
                <a:lnTo>
                  <a:pt x="763" y="1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81" name="Google Shape;2481;p31"/>
          <p:cNvSpPr/>
          <p:nvPr/>
        </p:nvSpPr>
        <p:spPr>
          <a:xfrm>
            <a:off x="8846508" y="721214"/>
            <a:ext cx="60282" cy="55724"/>
          </a:xfrm>
          <a:custGeom>
            <a:rect b="b" l="l" r="r" t="t"/>
            <a:pathLst>
              <a:path extrusionOk="0" h="1467" w="1587">
                <a:moveTo>
                  <a:pt x="723" y="0"/>
                </a:moveTo>
                <a:lnTo>
                  <a:pt x="583" y="261"/>
                </a:lnTo>
                <a:lnTo>
                  <a:pt x="502" y="382"/>
                </a:lnTo>
                <a:lnTo>
                  <a:pt x="422" y="482"/>
                </a:lnTo>
                <a:lnTo>
                  <a:pt x="362" y="522"/>
                </a:lnTo>
                <a:lnTo>
                  <a:pt x="302" y="563"/>
                </a:lnTo>
                <a:lnTo>
                  <a:pt x="161" y="583"/>
                </a:lnTo>
                <a:lnTo>
                  <a:pt x="101" y="603"/>
                </a:lnTo>
                <a:lnTo>
                  <a:pt x="41" y="623"/>
                </a:lnTo>
                <a:lnTo>
                  <a:pt x="0" y="663"/>
                </a:lnTo>
                <a:lnTo>
                  <a:pt x="0" y="723"/>
                </a:lnTo>
                <a:lnTo>
                  <a:pt x="743" y="1466"/>
                </a:lnTo>
                <a:lnTo>
                  <a:pt x="1587" y="623"/>
                </a:lnTo>
                <a:lnTo>
                  <a:pt x="1587" y="623"/>
                </a:lnTo>
                <a:lnTo>
                  <a:pt x="1386" y="643"/>
                </a:lnTo>
                <a:lnTo>
                  <a:pt x="1245" y="623"/>
                </a:lnTo>
                <a:lnTo>
                  <a:pt x="1125" y="563"/>
                </a:lnTo>
                <a:lnTo>
                  <a:pt x="1024" y="482"/>
                </a:lnTo>
                <a:lnTo>
                  <a:pt x="944" y="362"/>
                </a:lnTo>
                <a:lnTo>
                  <a:pt x="884" y="261"/>
                </a:lnTo>
                <a:lnTo>
                  <a:pt x="723" y="0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82" name="Google Shape;2482;p31"/>
          <p:cNvSpPr/>
          <p:nvPr/>
        </p:nvSpPr>
        <p:spPr>
          <a:xfrm>
            <a:off x="8848787" y="103426"/>
            <a:ext cx="53445" cy="54167"/>
          </a:xfrm>
          <a:custGeom>
            <a:rect b="b" l="l" r="r" t="t"/>
            <a:pathLst>
              <a:path extrusionOk="0" h="1426" w="1407">
                <a:moveTo>
                  <a:pt x="683" y="0"/>
                </a:moveTo>
                <a:lnTo>
                  <a:pt x="1" y="622"/>
                </a:lnTo>
                <a:lnTo>
                  <a:pt x="804" y="1426"/>
                </a:lnTo>
                <a:lnTo>
                  <a:pt x="804" y="1265"/>
                </a:lnTo>
                <a:lnTo>
                  <a:pt x="824" y="1145"/>
                </a:lnTo>
                <a:lnTo>
                  <a:pt x="864" y="1024"/>
                </a:lnTo>
                <a:lnTo>
                  <a:pt x="904" y="944"/>
                </a:lnTo>
                <a:lnTo>
                  <a:pt x="985" y="884"/>
                </a:lnTo>
                <a:lnTo>
                  <a:pt x="1065" y="823"/>
                </a:lnTo>
                <a:lnTo>
                  <a:pt x="1165" y="783"/>
                </a:lnTo>
                <a:lnTo>
                  <a:pt x="1286" y="763"/>
                </a:lnTo>
                <a:lnTo>
                  <a:pt x="1326" y="743"/>
                </a:lnTo>
                <a:lnTo>
                  <a:pt x="1366" y="703"/>
                </a:lnTo>
                <a:lnTo>
                  <a:pt x="1386" y="683"/>
                </a:lnTo>
                <a:lnTo>
                  <a:pt x="1406" y="643"/>
                </a:lnTo>
                <a:lnTo>
                  <a:pt x="1386" y="602"/>
                </a:lnTo>
                <a:lnTo>
                  <a:pt x="1366" y="562"/>
                </a:lnTo>
                <a:lnTo>
                  <a:pt x="1306" y="502"/>
                </a:lnTo>
                <a:lnTo>
                  <a:pt x="1145" y="442"/>
                </a:lnTo>
                <a:lnTo>
                  <a:pt x="985" y="361"/>
                </a:lnTo>
                <a:lnTo>
                  <a:pt x="924" y="321"/>
                </a:lnTo>
                <a:lnTo>
                  <a:pt x="864" y="261"/>
                </a:lnTo>
                <a:lnTo>
                  <a:pt x="824" y="181"/>
                </a:lnTo>
                <a:lnTo>
                  <a:pt x="804" y="80"/>
                </a:lnTo>
                <a:lnTo>
                  <a:pt x="784" y="40"/>
                </a:lnTo>
                <a:lnTo>
                  <a:pt x="744" y="20"/>
                </a:lnTo>
                <a:lnTo>
                  <a:pt x="683" y="0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83" name="Google Shape;2483;p31"/>
          <p:cNvSpPr/>
          <p:nvPr/>
        </p:nvSpPr>
        <p:spPr>
          <a:xfrm>
            <a:off x="8682526" y="877560"/>
            <a:ext cx="61802" cy="57243"/>
          </a:xfrm>
          <a:custGeom>
            <a:rect b="b" l="l" r="r" t="t"/>
            <a:pathLst>
              <a:path extrusionOk="0" h="1507" w="1627">
                <a:moveTo>
                  <a:pt x="743" y="1"/>
                </a:moveTo>
                <a:lnTo>
                  <a:pt x="703" y="161"/>
                </a:lnTo>
                <a:lnTo>
                  <a:pt x="643" y="282"/>
                </a:lnTo>
                <a:lnTo>
                  <a:pt x="542" y="382"/>
                </a:lnTo>
                <a:lnTo>
                  <a:pt x="422" y="463"/>
                </a:lnTo>
                <a:lnTo>
                  <a:pt x="201" y="563"/>
                </a:lnTo>
                <a:lnTo>
                  <a:pt x="81" y="623"/>
                </a:lnTo>
                <a:lnTo>
                  <a:pt x="0" y="704"/>
                </a:lnTo>
                <a:lnTo>
                  <a:pt x="763" y="1507"/>
                </a:lnTo>
                <a:lnTo>
                  <a:pt x="884" y="1266"/>
                </a:lnTo>
                <a:lnTo>
                  <a:pt x="964" y="1145"/>
                </a:lnTo>
                <a:lnTo>
                  <a:pt x="1044" y="1045"/>
                </a:lnTo>
                <a:lnTo>
                  <a:pt x="1145" y="965"/>
                </a:lnTo>
                <a:lnTo>
                  <a:pt x="1285" y="904"/>
                </a:lnTo>
                <a:lnTo>
                  <a:pt x="1627" y="744"/>
                </a:lnTo>
                <a:lnTo>
                  <a:pt x="1265" y="583"/>
                </a:lnTo>
                <a:lnTo>
                  <a:pt x="1125" y="523"/>
                </a:lnTo>
                <a:lnTo>
                  <a:pt x="1024" y="442"/>
                </a:lnTo>
                <a:lnTo>
                  <a:pt x="944" y="342"/>
                </a:lnTo>
                <a:lnTo>
                  <a:pt x="864" y="242"/>
                </a:lnTo>
                <a:lnTo>
                  <a:pt x="743" y="1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84" name="Google Shape;2484;p31"/>
          <p:cNvSpPr/>
          <p:nvPr/>
        </p:nvSpPr>
        <p:spPr>
          <a:xfrm>
            <a:off x="8681767" y="719694"/>
            <a:ext cx="61802" cy="58763"/>
          </a:xfrm>
          <a:custGeom>
            <a:rect b="b" l="l" r="r" t="t"/>
            <a:pathLst>
              <a:path extrusionOk="0" h="1547" w="1627">
                <a:moveTo>
                  <a:pt x="723" y="0"/>
                </a:moveTo>
                <a:lnTo>
                  <a:pt x="603" y="281"/>
                </a:lnTo>
                <a:lnTo>
                  <a:pt x="542" y="382"/>
                </a:lnTo>
                <a:lnTo>
                  <a:pt x="482" y="462"/>
                </a:lnTo>
                <a:lnTo>
                  <a:pt x="362" y="562"/>
                </a:lnTo>
                <a:lnTo>
                  <a:pt x="241" y="623"/>
                </a:lnTo>
                <a:lnTo>
                  <a:pt x="0" y="763"/>
                </a:lnTo>
                <a:lnTo>
                  <a:pt x="783" y="1546"/>
                </a:lnTo>
                <a:lnTo>
                  <a:pt x="904" y="1305"/>
                </a:lnTo>
                <a:lnTo>
                  <a:pt x="964" y="1185"/>
                </a:lnTo>
                <a:lnTo>
                  <a:pt x="1064" y="1085"/>
                </a:lnTo>
                <a:lnTo>
                  <a:pt x="1165" y="1024"/>
                </a:lnTo>
                <a:lnTo>
                  <a:pt x="1285" y="944"/>
                </a:lnTo>
                <a:lnTo>
                  <a:pt x="1627" y="803"/>
                </a:lnTo>
                <a:lnTo>
                  <a:pt x="1285" y="643"/>
                </a:lnTo>
                <a:lnTo>
                  <a:pt x="1145" y="583"/>
                </a:lnTo>
                <a:lnTo>
                  <a:pt x="1044" y="502"/>
                </a:lnTo>
                <a:lnTo>
                  <a:pt x="944" y="402"/>
                </a:lnTo>
                <a:lnTo>
                  <a:pt x="884" y="281"/>
                </a:lnTo>
                <a:lnTo>
                  <a:pt x="723" y="0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85" name="Google Shape;2485;p31"/>
          <p:cNvSpPr/>
          <p:nvPr/>
        </p:nvSpPr>
        <p:spPr>
          <a:xfrm>
            <a:off x="8848787" y="258253"/>
            <a:ext cx="52685" cy="49608"/>
          </a:xfrm>
          <a:custGeom>
            <a:rect b="b" l="l" r="r" t="t"/>
            <a:pathLst>
              <a:path extrusionOk="0" h="1306" w="1387">
                <a:moveTo>
                  <a:pt x="663" y="0"/>
                </a:moveTo>
                <a:lnTo>
                  <a:pt x="583" y="60"/>
                </a:lnTo>
                <a:lnTo>
                  <a:pt x="523" y="141"/>
                </a:lnTo>
                <a:lnTo>
                  <a:pt x="422" y="301"/>
                </a:lnTo>
                <a:lnTo>
                  <a:pt x="342" y="382"/>
                </a:lnTo>
                <a:lnTo>
                  <a:pt x="262" y="462"/>
                </a:lnTo>
                <a:lnTo>
                  <a:pt x="161" y="522"/>
                </a:lnTo>
                <a:lnTo>
                  <a:pt x="41" y="542"/>
                </a:lnTo>
                <a:lnTo>
                  <a:pt x="21" y="562"/>
                </a:lnTo>
                <a:lnTo>
                  <a:pt x="21" y="603"/>
                </a:lnTo>
                <a:lnTo>
                  <a:pt x="1" y="643"/>
                </a:lnTo>
                <a:lnTo>
                  <a:pt x="663" y="1305"/>
                </a:lnTo>
                <a:lnTo>
                  <a:pt x="1386" y="663"/>
                </a:lnTo>
                <a:lnTo>
                  <a:pt x="663" y="0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86" name="Google Shape;2486;p31"/>
          <p:cNvSpPr/>
          <p:nvPr/>
        </p:nvSpPr>
        <p:spPr>
          <a:xfrm>
            <a:off x="8847267" y="569426"/>
            <a:ext cx="55724" cy="53445"/>
          </a:xfrm>
          <a:custGeom>
            <a:rect b="b" l="l" r="r" t="t"/>
            <a:pathLst>
              <a:path extrusionOk="0" h="1407" w="1467">
                <a:moveTo>
                  <a:pt x="703" y="1"/>
                </a:moveTo>
                <a:lnTo>
                  <a:pt x="0" y="663"/>
                </a:lnTo>
                <a:lnTo>
                  <a:pt x="804" y="1406"/>
                </a:lnTo>
                <a:lnTo>
                  <a:pt x="824" y="1246"/>
                </a:lnTo>
                <a:lnTo>
                  <a:pt x="864" y="1125"/>
                </a:lnTo>
                <a:lnTo>
                  <a:pt x="944" y="1025"/>
                </a:lnTo>
                <a:lnTo>
                  <a:pt x="1045" y="944"/>
                </a:lnTo>
                <a:lnTo>
                  <a:pt x="1145" y="884"/>
                </a:lnTo>
                <a:lnTo>
                  <a:pt x="1245" y="824"/>
                </a:lnTo>
                <a:lnTo>
                  <a:pt x="1466" y="683"/>
                </a:lnTo>
                <a:lnTo>
                  <a:pt x="703" y="1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87" name="Google Shape;2487;p31"/>
          <p:cNvSpPr/>
          <p:nvPr/>
        </p:nvSpPr>
        <p:spPr>
          <a:xfrm>
            <a:off x="8682526" y="1033944"/>
            <a:ext cx="57243" cy="57205"/>
          </a:xfrm>
          <a:custGeom>
            <a:rect b="b" l="l" r="r" t="t"/>
            <a:pathLst>
              <a:path extrusionOk="0" h="1506" w="1507">
                <a:moveTo>
                  <a:pt x="723" y="0"/>
                </a:moveTo>
                <a:lnTo>
                  <a:pt x="0" y="743"/>
                </a:lnTo>
                <a:lnTo>
                  <a:pt x="804" y="1506"/>
                </a:lnTo>
                <a:lnTo>
                  <a:pt x="844" y="1365"/>
                </a:lnTo>
                <a:lnTo>
                  <a:pt x="884" y="1225"/>
                </a:lnTo>
                <a:lnTo>
                  <a:pt x="964" y="1124"/>
                </a:lnTo>
                <a:lnTo>
                  <a:pt x="1044" y="1044"/>
                </a:lnTo>
                <a:lnTo>
                  <a:pt x="1145" y="964"/>
                </a:lnTo>
                <a:lnTo>
                  <a:pt x="1245" y="904"/>
                </a:lnTo>
                <a:lnTo>
                  <a:pt x="1366" y="843"/>
                </a:lnTo>
                <a:lnTo>
                  <a:pt x="1506" y="823"/>
                </a:lnTo>
                <a:lnTo>
                  <a:pt x="1486" y="723"/>
                </a:lnTo>
                <a:lnTo>
                  <a:pt x="1466" y="663"/>
                </a:lnTo>
                <a:lnTo>
                  <a:pt x="1406" y="602"/>
                </a:lnTo>
                <a:lnTo>
                  <a:pt x="1346" y="582"/>
                </a:lnTo>
                <a:lnTo>
                  <a:pt x="1225" y="542"/>
                </a:lnTo>
                <a:lnTo>
                  <a:pt x="1165" y="502"/>
                </a:lnTo>
                <a:lnTo>
                  <a:pt x="1105" y="482"/>
                </a:lnTo>
                <a:lnTo>
                  <a:pt x="1004" y="361"/>
                </a:lnTo>
                <a:lnTo>
                  <a:pt x="904" y="241"/>
                </a:lnTo>
                <a:lnTo>
                  <a:pt x="723" y="0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88" name="Google Shape;2488;p31"/>
          <p:cNvSpPr/>
          <p:nvPr/>
        </p:nvSpPr>
        <p:spPr>
          <a:xfrm>
            <a:off x="8682526" y="567906"/>
            <a:ext cx="58763" cy="54964"/>
          </a:xfrm>
          <a:custGeom>
            <a:rect b="b" l="l" r="r" t="t"/>
            <a:pathLst>
              <a:path extrusionOk="0" h="1447" w="1547">
                <a:moveTo>
                  <a:pt x="763" y="0"/>
                </a:moveTo>
                <a:lnTo>
                  <a:pt x="0" y="703"/>
                </a:lnTo>
                <a:lnTo>
                  <a:pt x="804" y="1446"/>
                </a:lnTo>
                <a:lnTo>
                  <a:pt x="824" y="1306"/>
                </a:lnTo>
                <a:lnTo>
                  <a:pt x="884" y="1165"/>
                </a:lnTo>
                <a:lnTo>
                  <a:pt x="964" y="1065"/>
                </a:lnTo>
                <a:lnTo>
                  <a:pt x="1065" y="984"/>
                </a:lnTo>
                <a:lnTo>
                  <a:pt x="1165" y="904"/>
                </a:lnTo>
                <a:lnTo>
                  <a:pt x="1285" y="844"/>
                </a:lnTo>
                <a:lnTo>
                  <a:pt x="1546" y="683"/>
                </a:lnTo>
                <a:lnTo>
                  <a:pt x="1245" y="543"/>
                </a:lnTo>
                <a:lnTo>
                  <a:pt x="1125" y="482"/>
                </a:lnTo>
                <a:lnTo>
                  <a:pt x="1024" y="402"/>
                </a:lnTo>
                <a:lnTo>
                  <a:pt x="944" y="322"/>
                </a:lnTo>
                <a:lnTo>
                  <a:pt x="864" y="201"/>
                </a:lnTo>
                <a:lnTo>
                  <a:pt x="763" y="0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89" name="Google Shape;2489;p31"/>
          <p:cNvSpPr/>
          <p:nvPr/>
        </p:nvSpPr>
        <p:spPr>
          <a:xfrm>
            <a:off x="8681007" y="1188771"/>
            <a:ext cx="63321" cy="60282"/>
          </a:xfrm>
          <a:custGeom>
            <a:rect b="b" l="l" r="r" t="t"/>
            <a:pathLst>
              <a:path extrusionOk="0" h="1587" w="1667">
                <a:moveTo>
                  <a:pt x="803" y="0"/>
                </a:moveTo>
                <a:lnTo>
                  <a:pt x="0" y="783"/>
                </a:lnTo>
                <a:lnTo>
                  <a:pt x="20" y="823"/>
                </a:lnTo>
                <a:lnTo>
                  <a:pt x="40" y="864"/>
                </a:lnTo>
                <a:lnTo>
                  <a:pt x="161" y="904"/>
                </a:lnTo>
                <a:lnTo>
                  <a:pt x="281" y="944"/>
                </a:lnTo>
                <a:lnTo>
                  <a:pt x="342" y="964"/>
                </a:lnTo>
                <a:lnTo>
                  <a:pt x="402" y="1004"/>
                </a:lnTo>
                <a:lnTo>
                  <a:pt x="502" y="1145"/>
                </a:lnTo>
                <a:lnTo>
                  <a:pt x="603" y="1285"/>
                </a:lnTo>
                <a:lnTo>
                  <a:pt x="783" y="1586"/>
                </a:lnTo>
                <a:lnTo>
                  <a:pt x="944" y="1285"/>
                </a:lnTo>
                <a:lnTo>
                  <a:pt x="1024" y="1145"/>
                </a:lnTo>
                <a:lnTo>
                  <a:pt x="1105" y="1044"/>
                </a:lnTo>
                <a:lnTo>
                  <a:pt x="1205" y="964"/>
                </a:lnTo>
                <a:lnTo>
                  <a:pt x="1325" y="884"/>
                </a:lnTo>
                <a:lnTo>
                  <a:pt x="1667" y="743"/>
                </a:lnTo>
                <a:lnTo>
                  <a:pt x="1325" y="582"/>
                </a:lnTo>
                <a:lnTo>
                  <a:pt x="1185" y="522"/>
                </a:lnTo>
                <a:lnTo>
                  <a:pt x="1064" y="442"/>
                </a:lnTo>
                <a:lnTo>
                  <a:pt x="984" y="342"/>
                </a:lnTo>
                <a:lnTo>
                  <a:pt x="924" y="241"/>
                </a:lnTo>
                <a:lnTo>
                  <a:pt x="803" y="0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90" name="Google Shape;2490;p31"/>
          <p:cNvSpPr/>
          <p:nvPr/>
        </p:nvSpPr>
        <p:spPr>
          <a:xfrm>
            <a:off x="8512430" y="1185694"/>
            <a:ext cx="61840" cy="64878"/>
          </a:xfrm>
          <a:custGeom>
            <a:rect b="b" l="l" r="r" t="t"/>
            <a:pathLst>
              <a:path extrusionOk="0" h="1708" w="1628">
                <a:moveTo>
                  <a:pt x="884" y="1"/>
                </a:moveTo>
                <a:lnTo>
                  <a:pt x="744" y="282"/>
                </a:lnTo>
                <a:lnTo>
                  <a:pt x="663" y="402"/>
                </a:lnTo>
                <a:lnTo>
                  <a:pt x="583" y="503"/>
                </a:lnTo>
                <a:lnTo>
                  <a:pt x="462" y="603"/>
                </a:lnTo>
                <a:lnTo>
                  <a:pt x="342" y="663"/>
                </a:lnTo>
                <a:lnTo>
                  <a:pt x="1" y="824"/>
                </a:lnTo>
                <a:lnTo>
                  <a:pt x="322" y="985"/>
                </a:lnTo>
                <a:lnTo>
                  <a:pt x="462" y="1065"/>
                </a:lnTo>
                <a:lnTo>
                  <a:pt x="563" y="1145"/>
                </a:lnTo>
                <a:lnTo>
                  <a:pt x="643" y="1246"/>
                </a:lnTo>
                <a:lnTo>
                  <a:pt x="723" y="1386"/>
                </a:lnTo>
                <a:lnTo>
                  <a:pt x="884" y="1708"/>
                </a:lnTo>
                <a:lnTo>
                  <a:pt x="1045" y="1406"/>
                </a:lnTo>
                <a:lnTo>
                  <a:pt x="1185" y="1165"/>
                </a:lnTo>
                <a:lnTo>
                  <a:pt x="1225" y="1105"/>
                </a:lnTo>
                <a:lnTo>
                  <a:pt x="1306" y="1065"/>
                </a:lnTo>
                <a:lnTo>
                  <a:pt x="1466" y="1005"/>
                </a:lnTo>
                <a:lnTo>
                  <a:pt x="1547" y="965"/>
                </a:lnTo>
                <a:lnTo>
                  <a:pt x="1607" y="904"/>
                </a:lnTo>
                <a:lnTo>
                  <a:pt x="1627" y="804"/>
                </a:lnTo>
                <a:lnTo>
                  <a:pt x="1627" y="663"/>
                </a:lnTo>
                <a:lnTo>
                  <a:pt x="1466" y="684"/>
                </a:lnTo>
                <a:lnTo>
                  <a:pt x="1346" y="663"/>
                </a:lnTo>
                <a:lnTo>
                  <a:pt x="1246" y="603"/>
                </a:lnTo>
                <a:lnTo>
                  <a:pt x="1165" y="503"/>
                </a:lnTo>
                <a:lnTo>
                  <a:pt x="1085" y="402"/>
                </a:lnTo>
                <a:lnTo>
                  <a:pt x="1025" y="262"/>
                </a:lnTo>
                <a:lnTo>
                  <a:pt x="884" y="1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91" name="Google Shape;2491;p31"/>
          <p:cNvSpPr/>
          <p:nvPr/>
        </p:nvSpPr>
        <p:spPr>
          <a:xfrm>
            <a:off x="8848027" y="413080"/>
            <a:ext cx="53445" cy="54964"/>
          </a:xfrm>
          <a:custGeom>
            <a:rect b="b" l="l" r="r" t="t"/>
            <a:pathLst>
              <a:path extrusionOk="0" h="1447" w="1407">
                <a:moveTo>
                  <a:pt x="683" y="0"/>
                </a:moveTo>
                <a:lnTo>
                  <a:pt x="603" y="81"/>
                </a:lnTo>
                <a:lnTo>
                  <a:pt x="543" y="161"/>
                </a:lnTo>
                <a:lnTo>
                  <a:pt x="422" y="342"/>
                </a:lnTo>
                <a:lnTo>
                  <a:pt x="362" y="422"/>
                </a:lnTo>
                <a:lnTo>
                  <a:pt x="262" y="482"/>
                </a:lnTo>
                <a:lnTo>
                  <a:pt x="161" y="542"/>
                </a:lnTo>
                <a:lnTo>
                  <a:pt x="41" y="563"/>
                </a:lnTo>
                <a:lnTo>
                  <a:pt x="21" y="583"/>
                </a:lnTo>
                <a:lnTo>
                  <a:pt x="21" y="643"/>
                </a:lnTo>
                <a:lnTo>
                  <a:pt x="1" y="763"/>
                </a:lnTo>
                <a:lnTo>
                  <a:pt x="221" y="864"/>
                </a:lnTo>
                <a:lnTo>
                  <a:pt x="322" y="904"/>
                </a:lnTo>
                <a:lnTo>
                  <a:pt x="422" y="964"/>
                </a:lnTo>
                <a:lnTo>
                  <a:pt x="503" y="1085"/>
                </a:lnTo>
                <a:lnTo>
                  <a:pt x="563" y="1185"/>
                </a:lnTo>
                <a:lnTo>
                  <a:pt x="703" y="1446"/>
                </a:lnTo>
                <a:lnTo>
                  <a:pt x="1406" y="683"/>
                </a:lnTo>
                <a:lnTo>
                  <a:pt x="683" y="0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92" name="Google Shape;2492;p31"/>
          <p:cNvSpPr/>
          <p:nvPr/>
        </p:nvSpPr>
        <p:spPr>
          <a:xfrm>
            <a:off x="8684046" y="404685"/>
            <a:ext cx="57243" cy="60282"/>
          </a:xfrm>
          <a:custGeom>
            <a:rect b="b" l="l" r="r" t="t"/>
            <a:pathLst>
              <a:path extrusionOk="0" h="1587" w="1507">
                <a:moveTo>
                  <a:pt x="683" y="0"/>
                </a:moveTo>
                <a:lnTo>
                  <a:pt x="563" y="302"/>
                </a:lnTo>
                <a:lnTo>
                  <a:pt x="502" y="422"/>
                </a:lnTo>
                <a:lnTo>
                  <a:pt x="422" y="522"/>
                </a:lnTo>
                <a:lnTo>
                  <a:pt x="342" y="623"/>
                </a:lnTo>
                <a:lnTo>
                  <a:pt x="262" y="683"/>
                </a:lnTo>
                <a:lnTo>
                  <a:pt x="161" y="743"/>
                </a:lnTo>
                <a:lnTo>
                  <a:pt x="41" y="784"/>
                </a:lnTo>
                <a:lnTo>
                  <a:pt x="21" y="804"/>
                </a:lnTo>
                <a:lnTo>
                  <a:pt x="0" y="844"/>
                </a:lnTo>
                <a:lnTo>
                  <a:pt x="0" y="904"/>
                </a:lnTo>
                <a:lnTo>
                  <a:pt x="764" y="1587"/>
                </a:lnTo>
                <a:lnTo>
                  <a:pt x="824" y="1406"/>
                </a:lnTo>
                <a:lnTo>
                  <a:pt x="864" y="1306"/>
                </a:lnTo>
                <a:lnTo>
                  <a:pt x="904" y="1245"/>
                </a:lnTo>
                <a:lnTo>
                  <a:pt x="1045" y="1165"/>
                </a:lnTo>
                <a:lnTo>
                  <a:pt x="1185" y="1065"/>
                </a:lnTo>
                <a:lnTo>
                  <a:pt x="1506" y="884"/>
                </a:lnTo>
                <a:lnTo>
                  <a:pt x="1225" y="743"/>
                </a:lnTo>
                <a:lnTo>
                  <a:pt x="1105" y="663"/>
                </a:lnTo>
                <a:lnTo>
                  <a:pt x="1004" y="583"/>
                </a:lnTo>
                <a:lnTo>
                  <a:pt x="904" y="482"/>
                </a:lnTo>
                <a:lnTo>
                  <a:pt x="824" y="342"/>
                </a:lnTo>
                <a:lnTo>
                  <a:pt x="743" y="201"/>
                </a:lnTo>
                <a:lnTo>
                  <a:pt x="683" y="0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93" name="Google Shape;2493;p31"/>
          <p:cNvSpPr/>
          <p:nvPr/>
        </p:nvSpPr>
        <p:spPr>
          <a:xfrm>
            <a:off x="8516266" y="568666"/>
            <a:ext cx="58003" cy="51128"/>
          </a:xfrm>
          <a:custGeom>
            <a:rect b="b" l="l" r="r" t="t"/>
            <a:pathLst>
              <a:path extrusionOk="0" h="1346" w="1527">
                <a:moveTo>
                  <a:pt x="783" y="1"/>
                </a:moveTo>
                <a:lnTo>
                  <a:pt x="0" y="723"/>
                </a:lnTo>
                <a:lnTo>
                  <a:pt x="221" y="824"/>
                </a:lnTo>
                <a:lnTo>
                  <a:pt x="422" y="944"/>
                </a:lnTo>
                <a:lnTo>
                  <a:pt x="522" y="1025"/>
                </a:lnTo>
                <a:lnTo>
                  <a:pt x="582" y="1105"/>
                </a:lnTo>
                <a:lnTo>
                  <a:pt x="643" y="1205"/>
                </a:lnTo>
                <a:lnTo>
                  <a:pt x="703" y="1326"/>
                </a:lnTo>
                <a:lnTo>
                  <a:pt x="723" y="1346"/>
                </a:lnTo>
                <a:lnTo>
                  <a:pt x="783" y="1346"/>
                </a:lnTo>
                <a:lnTo>
                  <a:pt x="1526" y="663"/>
                </a:lnTo>
                <a:lnTo>
                  <a:pt x="783" y="1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94" name="Google Shape;2494;p31"/>
          <p:cNvSpPr/>
          <p:nvPr/>
        </p:nvSpPr>
        <p:spPr>
          <a:xfrm>
            <a:off x="8518545" y="413839"/>
            <a:ext cx="54926" cy="50368"/>
          </a:xfrm>
          <a:custGeom>
            <a:rect b="b" l="l" r="r" t="t"/>
            <a:pathLst>
              <a:path extrusionOk="0" h="1326" w="1446">
                <a:moveTo>
                  <a:pt x="703" y="0"/>
                </a:moveTo>
                <a:lnTo>
                  <a:pt x="0" y="663"/>
                </a:lnTo>
                <a:lnTo>
                  <a:pt x="723" y="1326"/>
                </a:lnTo>
                <a:lnTo>
                  <a:pt x="1446" y="663"/>
                </a:lnTo>
                <a:lnTo>
                  <a:pt x="703" y="0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95" name="Google Shape;2495;p31"/>
          <p:cNvSpPr/>
          <p:nvPr/>
        </p:nvSpPr>
        <p:spPr>
          <a:xfrm>
            <a:off x="8517785" y="1033147"/>
            <a:ext cx="57243" cy="57243"/>
          </a:xfrm>
          <a:custGeom>
            <a:rect b="b" l="l" r="r" t="t"/>
            <a:pathLst>
              <a:path extrusionOk="0" h="1507" w="1507">
                <a:moveTo>
                  <a:pt x="783" y="1"/>
                </a:moveTo>
                <a:lnTo>
                  <a:pt x="0" y="744"/>
                </a:lnTo>
                <a:lnTo>
                  <a:pt x="803" y="1507"/>
                </a:lnTo>
                <a:lnTo>
                  <a:pt x="944" y="1246"/>
                </a:lnTo>
                <a:lnTo>
                  <a:pt x="1024" y="1125"/>
                </a:lnTo>
                <a:lnTo>
                  <a:pt x="1105" y="1005"/>
                </a:lnTo>
                <a:lnTo>
                  <a:pt x="1145" y="965"/>
                </a:lnTo>
                <a:lnTo>
                  <a:pt x="1225" y="945"/>
                </a:lnTo>
                <a:lnTo>
                  <a:pt x="1345" y="905"/>
                </a:lnTo>
                <a:lnTo>
                  <a:pt x="1406" y="884"/>
                </a:lnTo>
                <a:lnTo>
                  <a:pt x="1466" y="844"/>
                </a:lnTo>
                <a:lnTo>
                  <a:pt x="1506" y="764"/>
                </a:lnTo>
                <a:lnTo>
                  <a:pt x="1506" y="684"/>
                </a:lnTo>
                <a:lnTo>
                  <a:pt x="1265" y="563"/>
                </a:lnTo>
                <a:lnTo>
                  <a:pt x="1165" y="503"/>
                </a:lnTo>
                <a:lnTo>
                  <a:pt x="1064" y="423"/>
                </a:lnTo>
                <a:lnTo>
                  <a:pt x="964" y="342"/>
                </a:lnTo>
                <a:lnTo>
                  <a:pt x="904" y="242"/>
                </a:lnTo>
                <a:lnTo>
                  <a:pt x="823" y="121"/>
                </a:lnTo>
                <a:lnTo>
                  <a:pt x="783" y="1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96" name="Google Shape;2496;p31"/>
          <p:cNvSpPr/>
          <p:nvPr/>
        </p:nvSpPr>
        <p:spPr>
          <a:xfrm>
            <a:off x="8516266" y="723493"/>
            <a:ext cx="58003" cy="52685"/>
          </a:xfrm>
          <a:custGeom>
            <a:rect b="b" l="l" r="r" t="t"/>
            <a:pathLst>
              <a:path extrusionOk="0" h="1387" w="1527">
                <a:moveTo>
                  <a:pt x="743" y="1"/>
                </a:moveTo>
                <a:lnTo>
                  <a:pt x="622" y="201"/>
                </a:lnTo>
                <a:lnTo>
                  <a:pt x="562" y="302"/>
                </a:lnTo>
                <a:lnTo>
                  <a:pt x="462" y="422"/>
                </a:lnTo>
                <a:lnTo>
                  <a:pt x="361" y="503"/>
                </a:lnTo>
                <a:lnTo>
                  <a:pt x="241" y="563"/>
                </a:lnTo>
                <a:lnTo>
                  <a:pt x="0" y="683"/>
                </a:lnTo>
                <a:lnTo>
                  <a:pt x="763" y="1386"/>
                </a:lnTo>
                <a:lnTo>
                  <a:pt x="1526" y="703"/>
                </a:lnTo>
                <a:lnTo>
                  <a:pt x="743" y="1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97" name="Google Shape;2497;p31"/>
          <p:cNvSpPr/>
          <p:nvPr/>
        </p:nvSpPr>
        <p:spPr>
          <a:xfrm>
            <a:off x="8682526" y="259772"/>
            <a:ext cx="56484" cy="48849"/>
          </a:xfrm>
          <a:custGeom>
            <a:rect b="b" l="l" r="r" t="t"/>
            <a:pathLst>
              <a:path extrusionOk="0" h="1286" w="1487">
                <a:moveTo>
                  <a:pt x="743" y="0"/>
                </a:moveTo>
                <a:lnTo>
                  <a:pt x="0" y="623"/>
                </a:lnTo>
                <a:lnTo>
                  <a:pt x="783" y="1285"/>
                </a:lnTo>
                <a:lnTo>
                  <a:pt x="884" y="1085"/>
                </a:lnTo>
                <a:lnTo>
                  <a:pt x="944" y="984"/>
                </a:lnTo>
                <a:lnTo>
                  <a:pt x="1004" y="884"/>
                </a:lnTo>
                <a:lnTo>
                  <a:pt x="1125" y="824"/>
                </a:lnTo>
                <a:lnTo>
                  <a:pt x="1245" y="763"/>
                </a:lnTo>
                <a:lnTo>
                  <a:pt x="1486" y="643"/>
                </a:lnTo>
                <a:lnTo>
                  <a:pt x="743" y="0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98" name="Google Shape;2498;p31"/>
          <p:cNvSpPr/>
          <p:nvPr/>
        </p:nvSpPr>
        <p:spPr>
          <a:xfrm>
            <a:off x="8517785" y="879080"/>
            <a:ext cx="57243" cy="54964"/>
          </a:xfrm>
          <a:custGeom>
            <a:rect b="b" l="l" r="r" t="t"/>
            <a:pathLst>
              <a:path extrusionOk="0" h="1447" w="1507">
                <a:moveTo>
                  <a:pt x="763" y="1"/>
                </a:moveTo>
                <a:lnTo>
                  <a:pt x="0" y="704"/>
                </a:lnTo>
                <a:lnTo>
                  <a:pt x="803" y="1447"/>
                </a:lnTo>
                <a:lnTo>
                  <a:pt x="944" y="1186"/>
                </a:lnTo>
                <a:lnTo>
                  <a:pt x="1024" y="1065"/>
                </a:lnTo>
                <a:lnTo>
                  <a:pt x="1125" y="965"/>
                </a:lnTo>
                <a:lnTo>
                  <a:pt x="1165" y="925"/>
                </a:lnTo>
                <a:lnTo>
                  <a:pt x="1225" y="904"/>
                </a:lnTo>
                <a:lnTo>
                  <a:pt x="1366" y="864"/>
                </a:lnTo>
                <a:lnTo>
                  <a:pt x="1426" y="824"/>
                </a:lnTo>
                <a:lnTo>
                  <a:pt x="1466" y="784"/>
                </a:lnTo>
                <a:lnTo>
                  <a:pt x="1506" y="724"/>
                </a:lnTo>
                <a:lnTo>
                  <a:pt x="1506" y="623"/>
                </a:lnTo>
                <a:lnTo>
                  <a:pt x="1125" y="302"/>
                </a:lnTo>
                <a:lnTo>
                  <a:pt x="763" y="1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99" name="Google Shape;2499;p31"/>
          <p:cNvSpPr/>
          <p:nvPr/>
        </p:nvSpPr>
        <p:spPr>
          <a:xfrm>
            <a:off x="8680247" y="104186"/>
            <a:ext cx="55686" cy="46532"/>
          </a:xfrm>
          <a:custGeom>
            <a:rect b="b" l="l" r="r" t="t"/>
            <a:pathLst>
              <a:path extrusionOk="0" h="1225" w="1466">
                <a:moveTo>
                  <a:pt x="783" y="0"/>
                </a:moveTo>
                <a:lnTo>
                  <a:pt x="0" y="663"/>
                </a:lnTo>
                <a:lnTo>
                  <a:pt x="221" y="743"/>
                </a:lnTo>
                <a:lnTo>
                  <a:pt x="341" y="783"/>
                </a:lnTo>
                <a:lnTo>
                  <a:pt x="422" y="843"/>
                </a:lnTo>
                <a:lnTo>
                  <a:pt x="522" y="924"/>
                </a:lnTo>
                <a:lnTo>
                  <a:pt x="582" y="1004"/>
                </a:lnTo>
                <a:lnTo>
                  <a:pt x="643" y="1084"/>
                </a:lnTo>
                <a:lnTo>
                  <a:pt x="703" y="1205"/>
                </a:lnTo>
                <a:lnTo>
                  <a:pt x="723" y="1225"/>
                </a:lnTo>
                <a:lnTo>
                  <a:pt x="783" y="1225"/>
                </a:lnTo>
                <a:lnTo>
                  <a:pt x="1466" y="602"/>
                </a:lnTo>
                <a:lnTo>
                  <a:pt x="783" y="0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00" name="Google Shape;2500;p31"/>
          <p:cNvSpPr/>
          <p:nvPr/>
        </p:nvSpPr>
        <p:spPr>
          <a:xfrm>
            <a:off x="8520065" y="257493"/>
            <a:ext cx="53407" cy="49608"/>
          </a:xfrm>
          <a:custGeom>
            <a:rect b="b" l="l" r="r" t="t"/>
            <a:pathLst>
              <a:path extrusionOk="0" h="1306" w="1406">
                <a:moveTo>
                  <a:pt x="663" y="0"/>
                </a:moveTo>
                <a:lnTo>
                  <a:pt x="563" y="161"/>
                </a:lnTo>
                <a:lnTo>
                  <a:pt x="502" y="261"/>
                </a:lnTo>
                <a:lnTo>
                  <a:pt x="422" y="341"/>
                </a:lnTo>
                <a:lnTo>
                  <a:pt x="322" y="422"/>
                </a:lnTo>
                <a:lnTo>
                  <a:pt x="221" y="502"/>
                </a:lnTo>
                <a:lnTo>
                  <a:pt x="0" y="663"/>
                </a:lnTo>
                <a:lnTo>
                  <a:pt x="683" y="1305"/>
                </a:lnTo>
                <a:lnTo>
                  <a:pt x="1406" y="663"/>
                </a:lnTo>
                <a:lnTo>
                  <a:pt x="663" y="0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01" name="Google Shape;2501;p31"/>
          <p:cNvSpPr/>
          <p:nvPr/>
        </p:nvSpPr>
        <p:spPr>
          <a:xfrm>
            <a:off x="8520824" y="102628"/>
            <a:ext cx="54964" cy="48089"/>
          </a:xfrm>
          <a:custGeom>
            <a:rect b="b" l="l" r="r" t="t"/>
            <a:pathLst>
              <a:path extrusionOk="0" h="1266" w="1447">
                <a:moveTo>
                  <a:pt x="683" y="1"/>
                </a:moveTo>
                <a:lnTo>
                  <a:pt x="0" y="664"/>
                </a:lnTo>
                <a:lnTo>
                  <a:pt x="663" y="1266"/>
                </a:lnTo>
                <a:lnTo>
                  <a:pt x="1446" y="603"/>
                </a:lnTo>
                <a:lnTo>
                  <a:pt x="1165" y="503"/>
                </a:lnTo>
                <a:lnTo>
                  <a:pt x="1065" y="443"/>
                </a:lnTo>
                <a:lnTo>
                  <a:pt x="964" y="382"/>
                </a:lnTo>
                <a:lnTo>
                  <a:pt x="884" y="282"/>
                </a:lnTo>
                <a:lnTo>
                  <a:pt x="804" y="182"/>
                </a:lnTo>
                <a:lnTo>
                  <a:pt x="683" y="1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02" name="Google Shape;2502;p31"/>
          <p:cNvSpPr/>
          <p:nvPr/>
        </p:nvSpPr>
        <p:spPr>
          <a:xfrm flipH="1">
            <a:off x="8848834" y="1746204"/>
            <a:ext cx="1596439" cy="1802961"/>
          </a:xfrm>
          <a:custGeom>
            <a:rect b="b" l="l" r="r" t="t"/>
            <a:pathLst>
              <a:path extrusionOk="0" h="32249" w="28555">
                <a:moveTo>
                  <a:pt x="20483" y="82"/>
                </a:moveTo>
                <a:lnTo>
                  <a:pt x="20947" y="102"/>
                </a:lnTo>
                <a:lnTo>
                  <a:pt x="21411" y="122"/>
                </a:lnTo>
                <a:lnTo>
                  <a:pt x="21875" y="203"/>
                </a:lnTo>
                <a:lnTo>
                  <a:pt x="22319" y="283"/>
                </a:lnTo>
                <a:lnTo>
                  <a:pt x="22763" y="404"/>
                </a:lnTo>
                <a:lnTo>
                  <a:pt x="23187" y="566"/>
                </a:lnTo>
                <a:lnTo>
                  <a:pt x="23611" y="748"/>
                </a:lnTo>
                <a:lnTo>
                  <a:pt x="23994" y="949"/>
                </a:lnTo>
                <a:lnTo>
                  <a:pt x="24378" y="1191"/>
                </a:lnTo>
                <a:lnTo>
                  <a:pt x="24741" y="1454"/>
                </a:lnTo>
                <a:lnTo>
                  <a:pt x="25124" y="1777"/>
                </a:lnTo>
                <a:lnTo>
                  <a:pt x="25487" y="2140"/>
                </a:lnTo>
                <a:lnTo>
                  <a:pt x="25851" y="2564"/>
                </a:lnTo>
                <a:lnTo>
                  <a:pt x="26174" y="3008"/>
                </a:lnTo>
                <a:lnTo>
                  <a:pt x="26496" y="3492"/>
                </a:lnTo>
                <a:lnTo>
                  <a:pt x="26779" y="4017"/>
                </a:lnTo>
                <a:lnTo>
                  <a:pt x="27062" y="4582"/>
                </a:lnTo>
                <a:lnTo>
                  <a:pt x="27324" y="5187"/>
                </a:lnTo>
                <a:lnTo>
                  <a:pt x="27546" y="5772"/>
                </a:lnTo>
                <a:lnTo>
                  <a:pt x="27748" y="6358"/>
                </a:lnTo>
                <a:lnTo>
                  <a:pt x="27909" y="6943"/>
                </a:lnTo>
                <a:lnTo>
                  <a:pt x="28071" y="7548"/>
                </a:lnTo>
                <a:lnTo>
                  <a:pt x="28192" y="8154"/>
                </a:lnTo>
                <a:lnTo>
                  <a:pt x="28293" y="8739"/>
                </a:lnTo>
                <a:lnTo>
                  <a:pt x="28373" y="9344"/>
                </a:lnTo>
                <a:lnTo>
                  <a:pt x="28434" y="9950"/>
                </a:lnTo>
                <a:lnTo>
                  <a:pt x="28474" y="10555"/>
                </a:lnTo>
                <a:lnTo>
                  <a:pt x="28474" y="11160"/>
                </a:lnTo>
                <a:lnTo>
                  <a:pt x="28474" y="11766"/>
                </a:lnTo>
                <a:lnTo>
                  <a:pt x="28434" y="12371"/>
                </a:lnTo>
                <a:lnTo>
                  <a:pt x="28373" y="12977"/>
                </a:lnTo>
                <a:lnTo>
                  <a:pt x="28272" y="13562"/>
                </a:lnTo>
                <a:lnTo>
                  <a:pt x="28171" y="14167"/>
                </a:lnTo>
                <a:lnTo>
                  <a:pt x="28030" y="14732"/>
                </a:lnTo>
                <a:lnTo>
                  <a:pt x="27869" y="15338"/>
                </a:lnTo>
                <a:lnTo>
                  <a:pt x="27667" y="15923"/>
                </a:lnTo>
                <a:lnTo>
                  <a:pt x="27465" y="16488"/>
                </a:lnTo>
                <a:lnTo>
                  <a:pt x="27223" y="17053"/>
                </a:lnTo>
                <a:lnTo>
                  <a:pt x="26961" y="17618"/>
                </a:lnTo>
                <a:lnTo>
                  <a:pt x="26678" y="18143"/>
                </a:lnTo>
                <a:lnTo>
                  <a:pt x="26355" y="18667"/>
                </a:lnTo>
                <a:lnTo>
                  <a:pt x="26032" y="19192"/>
                </a:lnTo>
                <a:lnTo>
                  <a:pt x="25669" y="19676"/>
                </a:lnTo>
                <a:lnTo>
                  <a:pt x="25306" y="20161"/>
                </a:lnTo>
                <a:lnTo>
                  <a:pt x="24922" y="20625"/>
                </a:lnTo>
                <a:lnTo>
                  <a:pt x="24499" y="21069"/>
                </a:lnTo>
                <a:lnTo>
                  <a:pt x="24075" y="21493"/>
                </a:lnTo>
                <a:lnTo>
                  <a:pt x="23631" y="21896"/>
                </a:lnTo>
                <a:lnTo>
                  <a:pt x="23167" y="22280"/>
                </a:lnTo>
                <a:lnTo>
                  <a:pt x="22703" y="22643"/>
                </a:lnTo>
                <a:lnTo>
                  <a:pt x="22238" y="22946"/>
                </a:lnTo>
                <a:lnTo>
                  <a:pt x="21795" y="23228"/>
                </a:lnTo>
                <a:lnTo>
                  <a:pt x="21310" y="23511"/>
                </a:lnTo>
                <a:lnTo>
                  <a:pt x="20846" y="23773"/>
                </a:lnTo>
                <a:lnTo>
                  <a:pt x="19877" y="24277"/>
                </a:lnTo>
                <a:lnTo>
                  <a:pt x="18909" y="24742"/>
                </a:lnTo>
                <a:lnTo>
                  <a:pt x="17940" y="25226"/>
                </a:lnTo>
                <a:lnTo>
                  <a:pt x="16951" y="25751"/>
                </a:lnTo>
                <a:lnTo>
                  <a:pt x="16467" y="26013"/>
                </a:lnTo>
                <a:lnTo>
                  <a:pt x="15983" y="26296"/>
                </a:lnTo>
                <a:lnTo>
                  <a:pt x="15519" y="26598"/>
                </a:lnTo>
                <a:lnTo>
                  <a:pt x="15075" y="26901"/>
                </a:lnTo>
                <a:lnTo>
                  <a:pt x="14510" y="27325"/>
                </a:lnTo>
                <a:lnTo>
                  <a:pt x="13965" y="27789"/>
                </a:lnTo>
                <a:lnTo>
                  <a:pt x="13420" y="28253"/>
                </a:lnTo>
                <a:lnTo>
                  <a:pt x="12895" y="28717"/>
                </a:lnTo>
                <a:lnTo>
                  <a:pt x="12148" y="29383"/>
                </a:lnTo>
                <a:lnTo>
                  <a:pt x="11402" y="30029"/>
                </a:lnTo>
                <a:lnTo>
                  <a:pt x="10998" y="30332"/>
                </a:lnTo>
                <a:lnTo>
                  <a:pt x="10595" y="30614"/>
                </a:lnTo>
                <a:lnTo>
                  <a:pt x="10171" y="30897"/>
                </a:lnTo>
                <a:lnTo>
                  <a:pt x="9747" y="31159"/>
                </a:lnTo>
                <a:lnTo>
                  <a:pt x="9303" y="31381"/>
                </a:lnTo>
                <a:lnTo>
                  <a:pt x="8839" y="31583"/>
                </a:lnTo>
                <a:lnTo>
                  <a:pt x="8375" y="31764"/>
                </a:lnTo>
                <a:lnTo>
                  <a:pt x="7890" y="31906"/>
                </a:lnTo>
                <a:lnTo>
                  <a:pt x="7406" y="32027"/>
                </a:lnTo>
                <a:lnTo>
                  <a:pt x="6922" y="32107"/>
                </a:lnTo>
                <a:lnTo>
                  <a:pt x="6417" y="32148"/>
                </a:lnTo>
                <a:lnTo>
                  <a:pt x="5933" y="32168"/>
                </a:lnTo>
                <a:lnTo>
                  <a:pt x="5893" y="32168"/>
                </a:lnTo>
                <a:lnTo>
                  <a:pt x="5368" y="32148"/>
                </a:lnTo>
                <a:lnTo>
                  <a:pt x="4843" y="32087"/>
                </a:lnTo>
                <a:lnTo>
                  <a:pt x="4359" y="31986"/>
                </a:lnTo>
                <a:lnTo>
                  <a:pt x="3875" y="31845"/>
                </a:lnTo>
                <a:lnTo>
                  <a:pt x="3431" y="31684"/>
                </a:lnTo>
                <a:lnTo>
                  <a:pt x="2987" y="31462"/>
                </a:lnTo>
                <a:lnTo>
                  <a:pt x="2583" y="31219"/>
                </a:lnTo>
                <a:lnTo>
                  <a:pt x="2200" y="30957"/>
                </a:lnTo>
                <a:lnTo>
                  <a:pt x="1998" y="30775"/>
                </a:lnTo>
                <a:lnTo>
                  <a:pt x="1816" y="30614"/>
                </a:lnTo>
                <a:lnTo>
                  <a:pt x="1635" y="30412"/>
                </a:lnTo>
                <a:lnTo>
                  <a:pt x="1453" y="30231"/>
                </a:lnTo>
                <a:lnTo>
                  <a:pt x="1292" y="30029"/>
                </a:lnTo>
                <a:lnTo>
                  <a:pt x="1150" y="29807"/>
                </a:lnTo>
                <a:lnTo>
                  <a:pt x="1009" y="29585"/>
                </a:lnTo>
                <a:lnTo>
                  <a:pt x="868" y="29363"/>
                </a:lnTo>
                <a:lnTo>
                  <a:pt x="747" y="29121"/>
                </a:lnTo>
                <a:lnTo>
                  <a:pt x="626" y="28879"/>
                </a:lnTo>
                <a:lnTo>
                  <a:pt x="525" y="28616"/>
                </a:lnTo>
                <a:lnTo>
                  <a:pt x="424" y="28354"/>
                </a:lnTo>
                <a:lnTo>
                  <a:pt x="343" y="28092"/>
                </a:lnTo>
                <a:lnTo>
                  <a:pt x="283" y="27829"/>
                </a:lnTo>
                <a:lnTo>
                  <a:pt x="222" y="27547"/>
                </a:lnTo>
                <a:lnTo>
                  <a:pt x="162" y="27264"/>
                </a:lnTo>
                <a:lnTo>
                  <a:pt x="101" y="26719"/>
                </a:lnTo>
                <a:lnTo>
                  <a:pt x="81" y="26154"/>
                </a:lnTo>
                <a:lnTo>
                  <a:pt x="121" y="25609"/>
                </a:lnTo>
                <a:lnTo>
                  <a:pt x="182" y="25065"/>
                </a:lnTo>
                <a:lnTo>
                  <a:pt x="283" y="24520"/>
                </a:lnTo>
                <a:lnTo>
                  <a:pt x="444" y="23995"/>
                </a:lnTo>
                <a:lnTo>
                  <a:pt x="626" y="23490"/>
                </a:lnTo>
                <a:lnTo>
                  <a:pt x="868" y="23006"/>
                </a:lnTo>
                <a:lnTo>
                  <a:pt x="1029" y="22724"/>
                </a:lnTo>
                <a:lnTo>
                  <a:pt x="1191" y="22441"/>
                </a:lnTo>
                <a:lnTo>
                  <a:pt x="1372" y="22179"/>
                </a:lnTo>
                <a:lnTo>
                  <a:pt x="1574" y="21916"/>
                </a:lnTo>
                <a:lnTo>
                  <a:pt x="1776" y="21654"/>
                </a:lnTo>
                <a:lnTo>
                  <a:pt x="1998" y="21392"/>
                </a:lnTo>
                <a:lnTo>
                  <a:pt x="2240" y="21129"/>
                </a:lnTo>
                <a:lnTo>
                  <a:pt x="2482" y="20867"/>
                </a:lnTo>
                <a:lnTo>
                  <a:pt x="3027" y="20383"/>
                </a:lnTo>
                <a:lnTo>
                  <a:pt x="3612" y="19898"/>
                </a:lnTo>
                <a:lnTo>
                  <a:pt x="4258" y="19414"/>
                </a:lnTo>
                <a:lnTo>
                  <a:pt x="4964" y="18970"/>
                </a:lnTo>
                <a:lnTo>
                  <a:pt x="5691" y="18526"/>
                </a:lnTo>
                <a:lnTo>
                  <a:pt x="6438" y="18102"/>
                </a:lnTo>
                <a:lnTo>
                  <a:pt x="7951" y="17336"/>
                </a:lnTo>
                <a:lnTo>
                  <a:pt x="9021" y="16771"/>
                </a:lnTo>
                <a:lnTo>
                  <a:pt x="10110" y="16185"/>
                </a:lnTo>
                <a:lnTo>
                  <a:pt x="10433" y="15983"/>
                </a:lnTo>
                <a:lnTo>
                  <a:pt x="10716" y="15802"/>
                </a:lnTo>
                <a:lnTo>
                  <a:pt x="10978" y="15600"/>
                </a:lnTo>
                <a:lnTo>
                  <a:pt x="11220" y="15398"/>
                </a:lnTo>
                <a:lnTo>
                  <a:pt x="11442" y="15196"/>
                </a:lnTo>
                <a:lnTo>
                  <a:pt x="11644" y="14974"/>
                </a:lnTo>
                <a:lnTo>
                  <a:pt x="11805" y="14752"/>
                </a:lnTo>
                <a:lnTo>
                  <a:pt x="11967" y="14510"/>
                </a:lnTo>
                <a:lnTo>
                  <a:pt x="12088" y="14268"/>
                </a:lnTo>
                <a:lnTo>
                  <a:pt x="12189" y="13986"/>
                </a:lnTo>
                <a:lnTo>
                  <a:pt x="12290" y="13723"/>
                </a:lnTo>
                <a:lnTo>
                  <a:pt x="12350" y="13421"/>
                </a:lnTo>
                <a:lnTo>
                  <a:pt x="12411" y="13098"/>
                </a:lnTo>
                <a:lnTo>
                  <a:pt x="12451" y="12755"/>
                </a:lnTo>
                <a:lnTo>
                  <a:pt x="12471" y="12391"/>
                </a:lnTo>
                <a:lnTo>
                  <a:pt x="12471" y="12008"/>
                </a:lnTo>
                <a:lnTo>
                  <a:pt x="12492" y="11302"/>
                </a:lnTo>
                <a:lnTo>
                  <a:pt x="12512" y="10616"/>
                </a:lnTo>
                <a:lnTo>
                  <a:pt x="12532" y="9950"/>
                </a:lnTo>
                <a:lnTo>
                  <a:pt x="12592" y="9324"/>
                </a:lnTo>
                <a:lnTo>
                  <a:pt x="12653" y="8698"/>
                </a:lnTo>
                <a:lnTo>
                  <a:pt x="12714" y="8113"/>
                </a:lnTo>
                <a:lnTo>
                  <a:pt x="12814" y="7548"/>
                </a:lnTo>
                <a:lnTo>
                  <a:pt x="12915" y="7003"/>
                </a:lnTo>
                <a:lnTo>
                  <a:pt x="13036" y="6479"/>
                </a:lnTo>
                <a:lnTo>
                  <a:pt x="13157" y="5974"/>
                </a:lnTo>
                <a:lnTo>
                  <a:pt x="13299" y="5510"/>
                </a:lnTo>
                <a:lnTo>
                  <a:pt x="13460" y="5046"/>
                </a:lnTo>
                <a:lnTo>
                  <a:pt x="13642" y="4622"/>
                </a:lnTo>
                <a:lnTo>
                  <a:pt x="13823" y="4218"/>
                </a:lnTo>
                <a:lnTo>
                  <a:pt x="14025" y="3835"/>
                </a:lnTo>
                <a:lnTo>
                  <a:pt x="14247" y="3472"/>
                </a:lnTo>
                <a:lnTo>
                  <a:pt x="14429" y="3169"/>
                </a:lnTo>
                <a:lnTo>
                  <a:pt x="14631" y="2887"/>
                </a:lnTo>
                <a:lnTo>
                  <a:pt x="14853" y="2644"/>
                </a:lnTo>
                <a:lnTo>
                  <a:pt x="15054" y="2402"/>
                </a:lnTo>
                <a:lnTo>
                  <a:pt x="15276" y="2180"/>
                </a:lnTo>
                <a:lnTo>
                  <a:pt x="15498" y="1979"/>
                </a:lnTo>
                <a:lnTo>
                  <a:pt x="15700" y="1797"/>
                </a:lnTo>
                <a:lnTo>
                  <a:pt x="15942" y="1635"/>
                </a:lnTo>
                <a:lnTo>
                  <a:pt x="16386" y="1333"/>
                </a:lnTo>
                <a:lnTo>
                  <a:pt x="16830" y="1091"/>
                </a:lnTo>
                <a:lnTo>
                  <a:pt x="17274" y="869"/>
                </a:lnTo>
                <a:lnTo>
                  <a:pt x="17698" y="667"/>
                </a:lnTo>
                <a:lnTo>
                  <a:pt x="18142" y="505"/>
                </a:lnTo>
                <a:lnTo>
                  <a:pt x="18606" y="364"/>
                </a:lnTo>
                <a:lnTo>
                  <a:pt x="19070" y="243"/>
                </a:lnTo>
                <a:lnTo>
                  <a:pt x="19534" y="162"/>
                </a:lnTo>
                <a:lnTo>
                  <a:pt x="19999" y="102"/>
                </a:lnTo>
                <a:lnTo>
                  <a:pt x="20483" y="82"/>
                </a:lnTo>
                <a:close/>
                <a:moveTo>
                  <a:pt x="20483" y="1"/>
                </a:moveTo>
                <a:lnTo>
                  <a:pt x="19999" y="21"/>
                </a:lnTo>
                <a:lnTo>
                  <a:pt x="19534" y="82"/>
                </a:lnTo>
                <a:lnTo>
                  <a:pt x="19050" y="162"/>
                </a:lnTo>
                <a:lnTo>
                  <a:pt x="18586" y="283"/>
                </a:lnTo>
                <a:lnTo>
                  <a:pt x="18122" y="425"/>
                </a:lnTo>
                <a:lnTo>
                  <a:pt x="17678" y="606"/>
                </a:lnTo>
                <a:lnTo>
                  <a:pt x="17214" y="808"/>
                </a:lnTo>
                <a:lnTo>
                  <a:pt x="16750" y="1050"/>
                </a:lnTo>
                <a:lnTo>
                  <a:pt x="16285" y="1313"/>
                </a:lnTo>
                <a:lnTo>
                  <a:pt x="15841" y="1615"/>
                </a:lnTo>
                <a:lnTo>
                  <a:pt x="15619" y="1777"/>
                </a:lnTo>
                <a:lnTo>
                  <a:pt x="15397" y="1979"/>
                </a:lnTo>
                <a:lnTo>
                  <a:pt x="15175" y="2180"/>
                </a:lnTo>
                <a:lnTo>
                  <a:pt x="14974" y="2382"/>
                </a:lnTo>
                <a:lnTo>
                  <a:pt x="14752" y="2624"/>
                </a:lnTo>
                <a:lnTo>
                  <a:pt x="14550" y="2866"/>
                </a:lnTo>
                <a:lnTo>
                  <a:pt x="14368" y="3129"/>
                </a:lnTo>
                <a:lnTo>
                  <a:pt x="14166" y="3411"/>
                </a:lnTo>
                <a:lnTo>
                  <a:pt x="13944" y="3795"/>
                </a:lnTo>
                <a:lnTo>
                  <a:pt x="13743" y="4178"/>
                </a:lnTo>
                <a:lnTo>
                  <a:pt x="13561" y="4582"/>
                </a:lnTo>
                <a:lnTo>
                  <a:pt x="13400" y="5026"/>
                </a:lnTo>
                <a:lnTo>
                  <a:pt x="13238" y="5470"/>
                </a:lnTo>
                <a:lnTo>
                  <a:pt x="13077" y="5954"/>
                </a:lnTo>
                <a:lnTo>
                  <a:pt x="12956" y="6458"/>
                </a:lnTo>
                <a:lnTo>
                  <a:pt x="12835" y="6983"/>
                </a:lnTo>
                <a:lnTo>
                  <a:pt x="12734" y="7528"/>
                </a:lnTo>
                <a:lnTo>
                  <a:pt x="12653" y="8093"/>
                </a:lnTo>
                <a:lnTo>
                  <a:pt x="12572" y="8678"/>
                </a:lnTo>
                <a:lnTo>
                  <a:pt x="12512" y="9304"/>
                </a:lnTo>
                <a:lnTo>
                  <a:pt x="12451" y="9950"/>
                </a:lnTo>
                <a:lnTo>
                  <a:pt x="12431" y="10616"/>
                </a:lnTo>
                <a:lnTo>
                  <a:pt x="12411" y="11302"/>
                </a:lnTo>
                <a:lnTo>
                  <a:pt x="12391" y="12008"/>
                </a:lnTo>
                <a:lnTo>
                  <a:pt x="12391" y="12391"/>
                </a:lnTo>
                <a:lnTo>
                  <a:pt x="12370" y="12755"/>
                </a:lnTo>
                <a:lnTo>
                  <a:pt x="12330" y="13078"/>
                </a:lnTo>
                <a:lnTo>
                  <a:pt x="12270" y="13400"/>
                </a:lnTo>
                <a:lnTo>
                  <a:pt x="12209" y="13683"/>
                </a:lnTo>
                <a:lnTo>
                  <a:pt x="12128" y="13965"/>
                </a:lnTo>
                <a:lnTo>
                  <a:pt x="12007" y="14228"/>
                </a:lnTo>
                <a:lnTo>
                  <a:pt x="11886" y="14470"/>
                </a:lnTo>
                <a:lnTo>
                  <a:pt x="11745" y="14712"/>
                </a:lnTo>
                <a:lnTo>
                  <a:pt x="11563" y="14934"/>
                </a:lnTo>
                <a:lnTo>
                  <a:pt x="11382" y="15136"/>
                </a:lnTo>
                <a:lnTo>
                  <a:pt x="11160" y="15338"/>
                </a:lnTo>
                <a:lnTo>
                  <a:pt x="10938" y="15540"/>
                </a:lnTo>
                <a:lnTo>
                  <a:pt x="10675" y="15741"/>
                </a:lnTo>
                <a:lnTo>
                  <a:pt x="10373" y="15923"/>
                </a:lnTo>
                <a:lnTo>
                  <a:pt x="10070" y="16105"/>
                </a:lnTo>
                <a:lnTo>
                  <a:pt x="8980" y="16690"/>
                </a:lnTo>
                <a:lnTo>
                  <a:pt x="7911" y="17255"/>
                </a:lnTo>
                <a:lnTo>
                  <a:pt x="6397" y="18042"/>
                </a:lnTo>
                <a:lnTo>
                  <a:pt x="5651" y="18466"/>
                </a:lnTo>
                <a:lnTo>
                  <a:pt x="4924" y="18889"/>
                </a:lnTo>
                <a:lnTo>
                  <a:pt x="4218" y="19354"/>
                </a:lnTo>
                <a:lnTo>
                  <a:pt x="3552" y="19838"/>
                </a:lnTo>
                <a:lnTo>
                  <a:pt x="2967" y="20322"/>
                </a:lnTo>
                <a:lnTo>
                  <a:pt x="2422" y="20827"/>
                </a:lnTo>
                <a:lnTo>
                  <a:pt x="2180" y="21069"/>
                </a:lnTo>
                <a:lnTo>
                  <a:pt x="1937" y="21331"/>
                </a:lnTo>
                <a:lnTo>
                  <a:pt x="1715" y="21594"/>
                </a:lnTo>
                <a:lnTo>
                  <a:pt x="1514" y="21856"/>
                </a:lnTo>
                <a:lnTo>
                  <a:pt x="1312" y="22138"/>
                </a:lnTo>
                <a:lnTo>
                  <a:pt x="1130" y="22401"/>
                </a:lnTo>
                <a:lnTo>
                  <a:pt x="949" y="22683"/>
                </a:lnTo>
                <a:lnTo>
                  <a:pt x="807" y="22966"/>
                </a:lnTo>
                <a:lnTo>
                  <a:pt x="565" y="23450"/>
                </a:lnTo>
                <a:lnTo>
                  <a:pt x="363" y="23975"/>
                </a:lnTo>
                <a:lnTo>
                  <a:pt x="222" y="24499"/>
                </a:lnTo>
                <a:lnTo>
                  <a:pt x="101" y="25044"/>
                </a:lnTo>
                <a:lnTo>
                  <a:pt x="40" y="25589"/>
                </a:lnTo>
                <a:lnTo>
                  <a:pt x="0" y="26154"/>
                </a:lnTo>
                <a:lnTo>
                  <a:pt x="20" y="26719"/>
                </a:lnTo>
                <a:lnTo>
                  <a:pt x="81" y="27284"/>
                </a:lnTo>
                <a:lnTo>
                  <a:pt x="141" y="27567"/>
                </a:lnTo>
                <a:lnTo>
                  <a:pt x="202" y="27849"/>
                </a:lnTo>
                <a:lnTo>
                  <a:pt x="262" y="28112"/>
                </a:lnTo>
                <a:lnTo>
                  <a:pt x="363" y="28394"/>
                </a:lnTo>
                <a:lnTo>
                  <a:pt x="444" y="28657"/>
                </a:lnTo>
                <a:lnTo>
                  <a:pt x="545" y="28899"/>
                </a:lnTo>
                <a:lnTo>
                  <a:pt x="666" y="29161"/>
                </a:lnTo>
                <a:lnTo>
                  <a:pt x="787" y="29403"/>
                </a:lnTo>
                <a:lnTo>
                  <a:pt x="928" y="29625"/>
                </a:lnTo>
                <a:lnTo>
                  <a:pt x="1070" y="29847"/>
                </a:lnTo>
                <a:lnTo>
                  <a:pt x="1231" y="30069"/>
                </a:lnTo>
                <a:lnTo>
                  <a:pt x="1393" y="30271"/>
                </a:lnTo>
                <a:lnTo>
                  <a:pt x="1574" y="30473"/>
                </a:lnTo>
                <a:lnTo>
                  <a:pt x="1756" y="30654"/>
                </a:lnTo>
                <a:lnTo>
                  <a:pt x="1958" y="30836"/>
                </a:lnTo>
                <a:lnTo>
                  <a:pt x="2159" y="31018"/>
                </a:lnTo>
                <a:lnTo>
                  <a:pt x="2543" y="31300"/>
                </a:lnTo>
                <a:lnTo>
                  <a:pt x="2967" y="31542"/>
                </a:lnTo>
                <a:lnTo>
                  <a:pt x="3390" y="31744"/>
                </a:lnTo>
                <a:lnTo>
                  <a:pt x="3854" y="31926"/>
                </a:lnTo>
                <a:lnTo>
                  <a:pt x="4339" y="32067"/>
                </a:lnTo>
                <a:lnTo>
                  <a:pt x="4843" y="32168"/>
                </a:lnTo>
                <a:lnTo>
                  <a:pt x="5348" y="32228"/>
                </a:lnTo>
                <a:lnTo>
                  <a:pt x="5893" y="32249"/>
                </a:lnTo>
                <a:lnTo>
                  <a:pt x="5933" y="32249"/>
                </a:lnTo>
                <a:lnTo>
                  <a:pt x="6438" y="32228"/>
                </a:lnTo>
                <a:lnTo>
                  <a:pt x="6922" y="32188"/>
                </a:lnTo>
                <a:lnTo>
                  <a:pt x="7426" y="32107"/>
                </a:lnTo>
                <a:lnTo>
                  <a:pt x="7911" y="31986"/>
                </a:lnTo>
                <a:lnTo>
                  <a:pt x="8395" y="31845"/>
                </a:lnTo>
                <a:lnTo>
                  <a:pt x="8879" y="31663"/>
                </a:lnTo>
                <a:lnTo>
                  <a:pt x="9343" y="31462"/>
                </a:lnTo>
                <a:lnTo>
                  <a:pt x="9787" y="31219"/>
                </a:lnTo>
                <a:lnTo>
                  <a:pt x="10211" y="30977"/>
                </a:lnTo>
                <a:lnTo>
                  <a:pt x="10635" y="30695"/>
                </a:lnTo>
                <a:lnTo>
                  <a:pt x="11039" y="30392"/>
                </a:lnTo>
                <a:lnTo>
                  <a:pt x="11442" y="30089"/>
                </a:lnTo>
                <a:lnTo>
                  <a:pt x="12209" y="29444"/>
                </a:lnTo>
                <a:lnTo>
                  <a:pt x="12956" y="28778"/>
                </a:lnTo>
                <a:lnTo>
                  <a:pt x="13480" y="28314"/>
                </a:lnTo>
                <a:lnTo>
                  <a:pt x="14005" y="27849"/>
                </a:lnTo>
                <a:lnTo>
                  <a:pt x="14550" y="27405"/>
                </a:lnTo>
                <a:lnTo>
                  <a:pt x="15115" y="26961"/>
                </a:lnTo>
                <a:lnTo>
                  <a:pt x="15559" y="26659"/>
                </a:lnTo>
                <a:lnTo>
                  <a:pt x="16023" y="26356"/>
                </a:lnTo>
                <a:lnTo>
                  <a:pt x="16507" y="26074"/>
                </a:lnTo>
                <a:lnTo>
                  <a:pt x="16992" y="25811"/>
                </a:lnTo>
                <a:lnTo>
                  <a:pt x="17960" y="25307"/>
                </a:lnTo>
                <a:lnTo>
                  <a:pt x="18949" y="24822"/>
                </a:lnTo>
                <a:lnTo>
                  <a:pt x="19918" y="24338"/>
                </a:lnTo>
                <a:lnTo>
                  <a:pt x="20886" y="23834"/>
                </a:lnTo>
                <a:lnTo>
                  <a:pt x="21351" y="23571"/>
                </a:lnTo>
                <a:lnTo>
                  <a:pt x="21835" y="23309"/>
                </a:lnTo>
                <a:lnTo>
                  <a:pt x="22299" y="23006"/>
                </a:lnTo>
                <a:lnTo>
                  <a:pt x="22743" y="22703"/>
                </a:lnTo>
                <a:lnTo>
                  <a:pt x="23227" y="22340"/>
                </a:lnTo>
                <a:lnTo>
                  <a:pt x="23691" y="21957"/>
                </a:lnTo>
                <a:lnTo>
                  <a:pt x="24135" y="21553"/>
                </a:lnTo>
                <a:lnTo>
                  <a:pt x="24559" y="21129"/>
                </a:lnTo>
                <a:lnTo>
                  <a:pt x="24983" y="20685"/>
                </a:lnTo>
                <a:lnTo>
                  <a:pt x="25366" y="20221"/>
                </a:lnTo>
                <a:lnTo>
                  <a:pt x="25750" y="19737"/>
                </a:lnTo>
                <a:lnTo>
                  <a:pt x="26093" y="19232"/>
                </a:lnTo>
                <a:lnTo>
                  <a:pt x="26436" y="18728"/>
                </a:lnTo>
                <a:lnTo>
                  <a:pt x="26739" y="18183"/>
                </a:lnTo>
                <a:lnTo>
                  <a:pt x="27021" y="17638"/>
                </a:lnTo>
                <a:lnTo>
                  <a:pt x="27304" y="17093"/>
                </a:lnTo>
                <a:lnTo>
                  <a:pt x="27546" y="16528"/>
                </a:lnTo>
                <a:lnTo>
                  <a:pt x="27748" y="15943"/>
                </a:lnTo>
                <a:lnTo>
                  <a:pt x="27949" y="15358"/>
                </a:lnTo>
                <a:lnTo>
                  <a:pt x="28111" y="14752"/>
                </a:lnTo>
                <a:lnTo>
                  <a:pt x="28252" y="14167"/>
                </a:lnTo>
                <a:lnTo>
                  <a:pt x="28353" y="13582"/>
                </a:lnTo>
                <a:lnTo>
                  <a:pt x="28454" y="12977"/>
                </a:lnTo>
                <a:lnTo>
                  <a:pt x="28514" y="12391"/>
                </a:lnTo>
                <a:lnTo>
                  <a:pt x="28555" y="11786"/>
                </a:lnTo>
                <a:lnTo>
                  <a:pt x="28555" y="11181"/>
                </a:lnTo>
                <a:lnTo>
                  <a:pt x="28555" y="10555"/>
                </a:lnTo>
                <a:lnTo>
                  <a:pt x="28514" y="9950"/>
                </a:lnTo>
                <a:lnTo>
                  <a:pt x="28454" y="9344"/>
                </a:lnTo>
                <a:lnTo>
                  <a:pt x="28373" y="8739"/>
                </a:lnTo>
                <a:lnTo>
                  <a:pt x="28272" y="8133"/>
                </a:lnTo>
                <a:lnTo>
                  <a:pt x="28151" y="7528"/>
                </a:lnTo>
                <a:lnTo>
                  <a:pt x="27990" y="6923"/>
                </a:lnTo>
                <a:lnTo>
                  <a:pt x="27828" y="6337"/>
                </a:lnTo>
                <a:lnTo>
                  <a:pt x="27627" y="5752"/>
                </a:lnTo>
                <a:lnTo>
                  <a:pt x="27405" y="5167"/>
                </a:lnTo>
                <a:lnTo>
                  <a:pt x="27142" y="4541"/>
                </a:lnTo>
                <a:lnTo>
                  <a:pt x="26860" y="3976"/>
                </a:lnTo>
                <a:lnTo>
                  <a:pt x="26557" y="3452"/>
                </a:lnTo>
                <a:lnTo>
                  <a:pt x="26234" y="2947"/>
                </a:lnTo>
                <a:lnTo>
                  <a:pt x="25911" y="2503"/>
                </a:lnTo>
                <a:lnTo>
                  <a:pt x="25548" y="2100"/>
                </a:lnTo>
                <a:lnTo>
                  <a:pt x="25185" y="1716"/>
                </a:lnTo>
                <a:lnTo>
                  <a:pt x="24801" y="1393"/>
                </a:lnTo>
                <a:lnTo>
                  <a:pt x="24438" y="1111"/>
                </a:lnTo>
                <a:lnTo>
                  <a:pt x="24055" y="889"/>
                </a:lnTo>
                <a:lnTo>
                  <a:pt x="23651" y="667"/>
                </a:lnTo>
                <a:lnTo>
                  <a:pt x="23227" y="485"/>
                </a:lnTo>
                <a:lnTo>
                  <a:pt x="22783" y="344"/>
                </a:lnTo>
                <a:lnTo>
                  <a:pt x="22339" y="223"/>
                </a:lnTo>
                <a:lnTo>
                  <a:pt x="21895" y="122"/>
                </a:lnTo>
                <a:lnTo>
                  <a:pt x="21411" y="61"/>
                </a:lnTo>
                <a:lnTo>
                  <a:pt x="20947" y="21"/>
                </a:lnTo>
                <a:lnTo>
                  <a:pt x="20483" y="1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03" name="Google Shape;2503;p31"/>
          <p:cNvSpPr/>
          <p:nvPr/>
        </p:nvSpPr>
        <p:spPr>
          <a:xfrm flipH="1">
            <a:off x="8506980" y="2922922"/>
            <a:ext cx="935332" cy="741278"/>
          </a:xfrm>
          <a:custGeom>
            <a:rect b="b" l="l" r="r" t="t"/>
            <a:pathLst>
              <a:path extrusionOk="0" h="13259" w="16730">
                <a:moveTo>
                  <a:pt x="14550" y="81"/>
                </a:moveTo>
                <a:lnTo>
                  <a:pt x="14772" y="122"/>
                </a:lnTo>
                <a:lnTo>
                  <a:pt x="15014" y="202"/>
                </a:lnTo>
                <a:lnTo>
                  <a:pt x="15216" y="324"/>
                </a:lnTo>
                <a:lnTo>
                  <a:pt x="15438" y="465"/>
                </a:lnTo>
                <a:lnTo>
                  <a:pt x="15640" y="667"/>
                </a:lnTo>
                <a:lnTo>
                  <a:pt x="15821" y="889"/>
                </a:lnTo>
                <a:lnTo>
                  <a:pt x="15983" y="1131"/>
                </a:lnTo>
                <a:lnTo>
                  <a:pt x="16144" y="1413"/>
                </a:lnTo>
                <a:lnTo>
                  <a:pt x="16245" y="1655"/>
                </a:lnTo>
                <a:lnTo>
                  <a:pt x="16346" y="1898"/>
                </a:lnTo>
                <a:lnTo>
                  <a:pt x="16427" y="2140"/>
                </a:lnTo>
                <a:lnTo>
                  <a:pt x="16487" y="2422"/>
                </a:lnTo>
                <a:lnTo>
                  <a:pt x="16548" y="2685"/>
                </a:lnTo>
                <a:lnTo>
                  <a:pt x="16588" y="2967"/>
                </a:lnTo>
                <a:lnTo>
                  <a:pt x="16628" y="3250"/>
                </a:lnTo>
                <a:lnTo>
                  <a:pt x="16649" y="3552"/>
                </a:lnTo>
                <a:lnTo>
                  <a:pt x="16649" y="3855"/>
                </a:lnTo>
                <a:lnTo>
                  <a:pt x="16649" y="4178"/>
                </a:lnTo>
                <a:lnTo>
                  <a:pt x="16588" y="4844"/>
                </a:lnTo>
                <a:lnTo>
                  <a:pt x="16487" y="5550"/>
                </a:lnTo>
                <a:lnTo>
                  <a:pt x="16326" y="6317"/>
                </a:lnTo>
                <a:lnTo>
                  <a:pt x="16144" y="7044"/>
                </a:lnTo>
                <a:lnTo>
                  <a:pt x="15942" y="7709"/>
                </a:lnTo>
                <a:lnTo>
                  <a:pt x="15720" y="8315"/>
                </a:lnTo>
                <a:lnTo>
                  <a:pt x="15458" y="8860"/>
                </a:lnTo>
                <a:lnTo>
                  <a:pt x="15317" y="9122"/>
                </a:lnTo>
                <a:lnTo>
                  <a:pt x="15176" y="9364"/>
                </a:lnTo>
                <a:lnTo>
                  <a:pt x="15014" y="9586"/>
                </a:lnTo>
                <a:lnTo>
                  <a:pt x="14873" y="9808"/>
                </a:lnTo>
                <a:lnTo>
                  <a:pt x="14691" y="10010"/>
                </a:lnTo>
                <a:lnTo>
                  <a:pt x="14530" y="10212"/>
                </a:lnTo>
                <a:lnTo>
                  <a:pt x="14348" y="10393"/>
                </a:lnTo>
                <a:lnTo>
                  <a:pt x="14146" y="10555"/>
                </a:lnTo>
                <a:lnTo>
                  <a:pt x="13803" y="10837"/>
                </a:lnTo>
                <a:lnTo>
                  <a:pt x="13440" y="11080"/>
                </a:lnTo>
                <a:lnTo>
                  <a:pt x="13036" y="11302"/>
                </a:lnTo>
                <a:lnTo>
                  <a:pt x="12633" y="11483"/>
                </a:lnTo>
                <a:lnTo>
                  <a:pt x="12229" y="11665"/>
                </a:lnTo>
                <a:lnTo>
                  <a:pt x="11805" y="11806"/>
                </a:lnTo>
                <a:lnTo>
                  <a:pt x="11402" y="11947"/>
                </a:lnTo>
                <a:lnTo>
                  <a:pt x="10978" y="12068"/>
                </a:lnTo>
                <a:lnTo>
                  <a:pt x="10373" y="12230"/>
                </a:lnTo>
                <a:lnTo>
                  <a:pt x="9787" y="12371"/>
                </a:lnTo>
                <a:lnTo>
                  <a:pt x="9202" y="12512"/>
                </a:lnTo>
                <a:lnTo>
                  <a:pt x="8597" y="12633"/>
                </a:lnTo>
                <a:lnTo>
                  <a:pt x="7991" y="12734"/>
                </a:lnTo>
                <a:lnTo>
                  <a:pt x="7386" y="12835"/>
                </a:lnTo>
                <a:lnTo>
                  <a:pt x="6801" y="12936"/>
                </a:lnTo>
                <a:lnTo>
                  <a:pt x="6195" y="12997"/>
                </a:lnTo>
                <a:lnTo>
                  <a:pt x="5590" y="13057"/>
                </a:lnTo>
                <a:lnTo>
                  <a:pt x="4964" y="13118"/>
                </a:lnTo>
                <a:lnTo>
                  <a:pt x="4359" y="13158"/>
                </a:lnTo>
                <a:lnTo>
                  <a:pt x="3754" y="13178"/>
                </a:lnTo>
                <a:lnTo>
                  <a:pt x="1917" y="13178"/>
                </a:lnTo>
                <a:lnTo>
                  <a:pt x="1312" y="13138"/>
                </a:lnTo>
                <a:lnTo>
                  <a:pt x="1070" y="13118"/>
                </a:lnTo>
                <a:lnTo>
                  <a:pt x="848" y="13077"/>
                </a:lnTo>
                <a:lnTo>
                  <a:pt x="646" y="13017"/>
                </a:lnTo>
                <a:lnTo>
                  <a:pt x="484" y="12956"/>
                </a:lnTo>
                <a:lnTo>
                  <a:pt x="343" y="12855"/>
                </a:lnTo>
                <a:lnTo>
                  <a:pt x="242" y="12754"/>
                </a:lnTo>
                <a:lnTo>
                  <a:pt x="162" y="12613"/>
                </a:lnTo>
                <a:lnTo>
                  <a:pt x="101" y="12472"/>
                </a:lnTo>
                <a:lnTo>
                  <a:pt x="81" y="12351"/>
                </a:lnTo>
                <a:lnTo>
                  <a:pt x="81" y="12210"/>
                </a:lnTo>
                <a:lnTo>
                  <a:pt x="101" y="12068"/>
                </a:lnTo>
                <a:lnTo>
                  <a:pt x="121" y="11907"/>
                </a:lnTo>
                <a:lnTo>
                  <a:pt x="182" y="11745"/>
                </a:lnTo>
                <a:lnTo>
                  <a:pt x="242" y="11584"/>
                </a:lnTo>
                <a:lnTo>
                  <a:pt x="384" y="11241"/>
                </a:lnTo>
                <a:lnTo>
                  <a:pt x="606" y="10878"/>
                </a:lnTo>
                <a:lnTo>
                  <a:pt x="848" y="10515"/>
                </a:lnTo>
                <a:lnTo>
                  <a:pt x="1110" y="10131"/>
                </a:lnTo>
                <a:lnTo>
                  <a:pt x="1413" y="9768"/>
                </a:lnTo>
                <a:lnTo>
                  <a:pt x="1715" y="9405"/>
                </a:lnTo>
                <a:lnTo>
                  <a:pt x="2038" y="9062"/>
                </a:lnTo>
                <a:lnTo>
                  <a:pt x="2341" y="8739"/>
                </a:lnTo>
                <a:lnTo>
                  <a:pt x="2644" y="8456"/>
                </a:lnTo>
                <a:lnTo>
                  <a:pt x="2926" y="8194"/>
                </a:lnTo>
                <a:lnTo>
                  <a:pt x="3189" y="7972"/>
                </a:lnTo>
                <a:lnTo>
                  <a:pt x="3411" y="7790"/>
                </a:lnTo>
                <a:lnTo>
                  <a:pt x="3592" y="7669"/>
                </a:lnTo>
                <a:lnTo>
                  <a:pt x="4198" y="7306"/>
                </a:lnTo>
                <a:lnTo>
                  <a:pt x="4823" y="6983"/>
                </a:lnTo>
                <a:lnTo>
                  <a:pt x="6095" y="6357"/>
                </a:lnTo>
                <a:lnTo>
                  <a:pt x="6720" y="6055"/>
                </a:lnTo>
                <a:lnTo>
                  <a:pt x="7346" y="5752"/>
                </a:lnTo>
                <a:lnTo>
                  <a:pt x="7971" y="5409"/>
                </a:lnTo>
                <a:lnTo>
                  <a:pt x="8597" y="5066"/>
                </a:lnTo>
                <a:lnTo>
                  <a:pt x="9101" y="4723"/>
                </a:lnTo>
                <a:lnTo>
                  <a:pt x="9606" y="4360"/>
                </a:lnTo>
                <a:lnTo>
                  <a:pt x="10110" y="3976"/>
                </a:lnTo>
                <a:lnTo>
                  <a:pt x="10574" y="3573"/>
                </a:lnTo>
                <a:lnTo>
                  <a:pt x="11018" y="3149"/>
                </a:lnTo>
                <a:lnTo>
                  <a:pt x="11442" y="2705"/>
                </a:lnTo>
                <a:lnTo>
                  <a:pt x="11866" y="2241"/>
                </a:lnTo>
                <a:lnTo>
                  <a:pt x="12249" y="1756"/>
                </a:lnTo>
                <a:lnTo>
                  <a:pt x="12290" y="1716"/>
                </a:lnTo>
                <a:lnTo>
                  <a:pt x="12754" y="1131"/>
                </a:lnTo>
                <a:lnTo>
                  <a:pt x="12996" y="868"/>
                </a:lnTo>
                <a:lnTo>
                  <a:pt x="13238" y="606"/>
                </a:lnTo>
                <a:lnTo>
                  <a:pt x="13521" y="404"/>
                </a:lnTo>
                <a:lnTo>
                  <a:pt x="13662" y="303"/>
                </a:lnTo>
                <a:lnTo>
                  <a:pt x="13803" y="223"/>
                </a:lnTo>
                <a:lnTo>
                  <a:pt x="13965" y="162"/>
                </a:lnTo>
                <a:lnTo>
                  <a:pt x="14126" y="122"/>
                </a:lnTo>
                <a:lnTo>
                  <a:pt x="14288" y="102"/>
                </a:lnTo>
                <a:lnTo>
                  <a:pt x="14449" y="81"/>
                </a:lnTo>
                <a:close/>
                <a:moveTo>
                  <a:pt x="14368" y="1"/>
                </a:moveTo>
                <a:lnTo>
                  <a:pt x="14187" y="21"/>
                </a:lnTo>
                <a:lnTo>
                  <a:pt x="14025" y="61"/>
                </a:lnTo>
                <a:lnTo>
                  <a:pt x="13864" y="122"/>
                </a:lnTo>
                <a:lnTo>
                  <a:pt x="13702" y="202"/>
                </a:lnTo>
                <a:lnTo>
                  <a:pt x="13541" y="283"/>
                </a:lnTo>
                <a:lnTo>
                  <a:pt x="13400" y="384"/>
                </a:lnTo>
                <a:lnTo>
                  <a:pt x="13238" y="505"/>
                </a:lnTo>
                <a:lnTo>
                  <a:pt x="12976" y="768"/>
                </a:lnTo>
                <a:lnTo>
                  <a:pt x="12714" y="1050"/>
                </a:lnTo>
                <a:lnTo>
                  <a:pt x="12451" y="1353"/>
                </a:lnTo>
                <a:lnTo>
                  <a:pt x="12229" y="1655"/>
                </a:lnTo>
                <a:lnTo>
                  <a:pt x="12189" y="1716"/>
                </a:lnTo>
                <a:lnTo>
                  <a:pt x="11805" y="2200"/>
                </a:lnTo>
                <a:lnTo>
                  <a:pt x="11382" y="2664"/>
                </a:lnTo>
                <a:lnTo>
                  <a:pt x="10958" y="3088"/>
                </a:lnTo>
                <a:lnTo>
                  <a:pt x="10514" y="3512"/>
                </a:lnTo>
                <a:lnTo>
                  <a:pt x="10050" y="3916"/>
                </a:lnTo>
                <a:lnTo>
                  <a:pt x="9565" y="4299"/>
                </a:lnTo>
                <a:lnTo>
                  <a:pt x="9061" y="4662"/>
                </a:lnTo>
                <a:lnTo>
                  <a:pt x="8556" y="4985"/>
                </a:lnTo>
                <a:lnTo>
                  <a:pt x="7931" y="5348"/>
                </a:lnTo>
                <a:lnTo>
                  <a:pt x="7305" y="5671"/>
                </a:lnTo>
                <a:lnTo>
                  <a:pt x="6680" y="5994"/>
                </a:lnTo>
                <a:lnTo>
                  <a:pt x="6054" y="6297"/>
                </a:lnTo>
                <a:lnTo>
                  <a:pt x="4783" y="6902"/>
                </a:lnTo>
                <a:lnTo>
                  <a:pt x="4157" y="7245"/>
                </a:lnTo>
                <a:lnTo>
                  <a:pt x="3552" y="7588"/>
                </a:lnTo>
                <a:lnTo>
                  <a:pt x="3370" y="7709"/>
                </a:lnTo>
                <a:lnTo>
                  <a:pt x="3168" y="7891"/>
                </a:lnTo>
                <a:lnTo>
                  <a:pt x="2624" y="8375"/>
                </a:lnTo>
                <a:lnTo>
                  <a:pt x="2321" y="8658"/>
                </a:lnTo>
                <a:lnTo>
                  <a:pt x="1998" y="8981"/>
                </a:lnTo>
                <a:lnTo>
                  <a:pt x="1675" y="9344"/>
                </a:lnTo>
                <a:lnTo>
                  <a:pt x="1352" y="9707"/>
                </a:lnTo>
                <a:lnTo>
                  <a:pt x="1050" y="10071"/>
                </a:lnTo>
                <a:lnTo>
                  <a:pt x="787" y="10454"/>
                </a:lnTo>
                <a:lnTo>
                  <a:pt x="525" y="10837"/>
                </a:lnTo>
                <a:lnTo>
                  <a:pt x="323" y="11201"/>
                </a:lnTo>
                <a:lnTo>
                  <a:pt x="162" y="11564"/>
                </a:lnTo>
                <a:lnTo>
                  <a:pt x="101" y="11725"/>
                </a:lnTo>
                <a:lnTo>
                  <a:pt x="41" y="11907"/>
                </a:lnTo>
                <a:lnTo>
                  <a:pt x="20" y="12068"/>
                </a:lnTo>
                <a:lnTo>
                  <a:pt x="0" y="12210"/>
                </a:lnTo>
                <a:lnTo>
                  <a:pt x="0" y="12371"/>
                </a:lnTo>
                <a:lnTo>
                  <a:pt x="41" y="12492"/>
                </a:lnTo>
                <a:lnTo>
                  <a:pt x="81" y="12654"/>
                </a:lnTo>
                <a:lnTo>
                  <a:pt x="182" y="12795"/>
                </a:lnTo>
                <a:lnTo>
                  <a:pt x="283" y="12916"/>
                </a:lnTo>
                <a:lnTo>
                  <a:pt x="444" y="13017"/>
                </a:lnTo>
                <a:lnTo>
                  <a:pt x="606" y="13098"/>
                </a:lnTo>
                <a:lnTo>
                  <a:pt x="807" y="13158"/>
                </a:lnTo>
                <a:lnTo>
                  <a:pt x="1050" y="13198"/>
                </a:lnTo>
                <a:lnTo>
                  <a:pt x="1312" y="13219"/>
                </a:lnTo>
                <a:lnTo>
                  <a:pt x="2099" y="13259"/>
                </a:lnTo>
                <a:lnTo>
                  <a:pt x="2886" y="13259"/>
                </a:lnTo>
                <a:lnTo>
                  <a:pt x="3915" y="13239"/>
                </a:lnTo>
                <a:lnTo>
                  <a:pt x="4944" y="13198"/>
                </a:lnTo>
                <a:lnTo>
                  <a:pt x="5973" y="13098"/>
                </a:lnTo>
                <a:lnTo>
                  <a:pt x="6982" y="12976"/>
                </a:lnTo>
                <a:lnTo>
                  <a:pt x="7991" y="12835"/>
                </a:lnTo>
                <a:lnTo>
                  <a:pt x="9000" y="12633"/>
                </a:lnTo>
                <a:lnTo>
                  <a:pt x="10009" y="12411"/>
                </a:lnTo>
                <a:lnTo>
                  <a:pt x="10998" y="12149"/>
                </a:lnTo>
                <a:lnTo>
                  <a:pt x="11422" y="12028"/>
                </a:lnTo>
                <a:lnTo>
                  <a:pt x="11846" y="11887"/>
                </a:lnTo>
                <a:lnTo>
                  <a:pt x="12270" y="11725"/>
                </a:lnTo>
                <a:lnTo>
                  <a:pt x="12673" y="11564"/>
                </a:lnTo>
                <a:lnTo>
                  <a:pt x="13077" y="11362"/>
                </a:lnTo>
                <a:lnTo>
                  <a:pt x="13480" y="11160"/>
                </a:lnTo>
                <a:lnTo>
                  <a:pt x="13844" y="10898"/>
                </a:lnTo>
                <a:lnTo>
                  <a:pt x="14207" y="10615"/>
                </a:lnTo>
                <a:lnTo>
                  <a:pt x="14409" y="10454"/>
                </a:lnTo>
                <a:lnTo>
                  <a:pt x="14590" y="10272"/>
                </a:lnTo>
                <a:lnTo>
                  <a:pt x="14752" y="10071"/>
                </a:lnTo>
                <a:lnTo>
                  <a:pt x="14933" y="9869"/>
                </a:lnTo>
                <a:lnTo>
                  <a:pt x="15095" y="9647"/>
                </a:lnTo>
                <a:lnTo>
                  <a:pt x="15236" y="9405"/>
                </a:lnTo>
                <a:lnTo>
                  <a:pt x="15398" y="9162"/>
                </a:lnTo>
                <a:lnTo>
                  <a:pt x="15519" y="8900"/>
                </a:lnTo>
                <a:lnTo>
                  <a:pt x="15781" y="8355"/>
                </a:lnTo>
                <a:lnTo>
                  <a:pt x="16023" y="7730"/>
                </a:lnTo>
                <a:lnTo>
                  <a:pt x="16225" y="7064"/>
                </a:lnTo>
                <a:lnTo>
                  <a:pt x="16407" y="6337"/>
                </a:lnTo>
                <a:lnTo>
                  <a:pt x="16568" y="5570"/>
                </a:lnTo>
                <a:lnTo>
                  <a:pt x="16669" y="4844"/>
                </a:lnTo>
                <a:lnTo>
                  <a:pt x="16729" y="4178"/>
                </a:lnTo>
                <a:lnTo>
                  <a:pt x="16729" y="3855"/>
                </a:lnTo>
                <a:lnTo>
                  <a:pt x="16729" y="3532"/>
                </a:lnTo>
                <a:lnTo>
                  <a:pt x="16709" y="3250"/>
                </a:lnTo>
                <a:lnTo>
                  <a:pt x="16669" y="2947"/>
                </a:lnTo>
                <a:lnTo>
                  <a:pt x="16628" y="2664"/>
                </a:lnTo>
                <a:lnTo>
                  <a:pt x="16568" y="2382"/>
                </a:lnTo>
                <a:lnTo>
                  <a:pt x="16507" y="2120"/>
                </a:lnTo>
                <a:lnTo>
                  <a:pt x="16427" y="1857"/>
                </a:lnTo>
                <a:lnTo>
                  <a:pt x="16326" y="1615"/>
                </a:lnTo>
                <a:lnTo>
                  <a:pt x="16205" y="1373"/>
                </a:lnTo>
                <a:lnTo>
                  <a:pt x="16063" y="1090"/>
                </a:lnTo>
                <a:lnTo>
                  <a:pt x="15882" y="828"/>
                </a:lnTo>
                <a:lnTo>
                  <a:pt x="15680" y="606"/>
                </a:lnTo>
                <a:lnTo>
                  <a:pt x="15478" y="404"/>
                </a:lnTo>
                <a:lnTo>
                  <a:pt x="15256" y="243"/>
                </a:lnTo>
                <a:lnTo>
                  <a:pt x="15034" y="122"/>
                </a:lnTo>
                <a:lnTo>
                  <a:pt x="14792" y="41"/>
                </a:lnTo>
                <a:lnTo>
                  <a:pt x="14550" y="1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04" name="Google Shape;2504;p31"/>
          <p:cNvSpPr/>
          <p:nvPr/>
        </p:nvSpPr>
        <p:spPr>
          <a:xfrm flipH="1">
            <a:off x="8968422" y="1833083"/>
            <a:ext cx="1395619" cy="1650669"/>
          </a:xfrm>
          <a:custGeom>
            <a:rect b="b" l="l" r="r" t="t"/>
            <a:pathLst>
              <a:path extrusionOk="0" h="29525" w="24963">
                <a:moveTo>
                  <a:pt x="18727" y="81"/>
                </a:moveTo>
                <a:lnTo>
                  <a:pt x="19211" y="102"/>
                </a:lnTo>
                <a:lnTo>
                  <a:pt x="19514" y="142"/>
                </a:lnTo>
                <a:lnTo>
                  <a:pt x="19837" y="223"/>
                </a:lnTo>
                <a:lnTo>
                  <a:pt x="20140" y="303"/>
                </a:lnTo>
                <a:lnTo>
                  <a:pt x="20442" y="404"/>
                </a:lnTo>
                <a:lnTo>
                  <a:pt x="20745" y="525"/>
                </a:lnTo>
                <a:lnTo>
                  <a:pt x="21048" y="667"/>
                </a:lnTo>
                <a:lnTo>
                  <a:pt x="21330" y="828"/>
                </a:lnTo>
                <a:lnTo>
                  <a:pt x="21613" y="1010"/>
                </a:lnTo>
                <a:lnTo>
                  <a:pt x="21895" y="1212"/>
                </a:lnTo>
                <a:lnTo>
                  <a:pt x="22158" y="1413"/>
                </a:lnTo>
                <a:lnTo>
                  <a:pt x="22420" y="1655"/>
                </a:lnTo>
                <a:lnTo>
                  <a:pt x="22662" y="1898"/>
                </a:lnTo>
                <a:lnTo>
                  <a:pt x="22904" y="2160"/>
                </a:lnTo>
                <a:lnTo>
                  <a:pt x="23126" y="2443"/>
                </a:lnTo>
                <a:lnTo>
                  <a:pt x="23328" y="2725"/>
                </a:lnTo>
                <a:lnTo>
                  <a:pt x="23530" y="3028"/>
                </a:lnTo>
                <a:lnTo>
                  <a:pt x="23691" y="3290"/>
                </a:lnTo>
                <a:lnTo>
                  <a:pt x="23833" y="3573"/>
                </a:lnTo>
                <a:lnTo>
                  <a:pt x="24095" y="4138"/>
                </a:lnTo>
                <a:lnTo>
                  <a:pt x="24317" y="4723"/>
                </a:lnTo>
                <a:lnTo>
                  <a:pt x="24499" y="5369"/>
                </a:lnTo>
                <a:lnTo>
                  <a:pt x="24660" y="6035"/>
                </a:lnTo>
                <a:lnTo>
                  <a:pt x="24761" y="6721"/>
                </a:lnTo>
                <a:lnTo>
                  <a:pt x="24842" y="7467"/>
                </a:lnTo>
                <a:lnTo>
                  <a:pt x="24882" y="8214"/>
                </a:lnTo>
                <a:lnTo>
                  <a:pt x="24882" y="8880"/>
                </a:lnTo>
                <a:lnTo>
                  <a:pt x="24862" y="9546"/>
                </a:lnTo>
                <a:lnTo>
                  <a:pt x="24822" y="10232"/>
                </a:lnTo>
                <a:lnTo>
                  <a:pt x="24761" y="10938"/>
                </a:lnTo>
                <a:lnTo>
                  <a:pt x="24660" y="11665"/>
                </a:lnTo>
                <a:lnTo>
                  <a:pt x="24539" y="12411"/>
                </a:lnTo>
                <a:lnTo>
                  <a:pt x="24398" y="13178"/>
                </a:lnTo>
                <a:lnTo>
                  <a:pt x="24216" y="13986"/>
                </a:lnTo>
                <a:lnTo>
                  <a:pt x="23994" y="14853"/>
                </a:lnTo>
                <a:lnTo>
                  <a:pt x="23873" y="15297"/>
                </a:lnTo>
                <a:lnTo>
                  <a:pt x="23732" y="15721"/>
                </a:lnTo>
                <a:lnTo>
                  <a:pt x="23570" y="16145"/>
                </a:lnTo>
                <a:lnTo>
                  <a:pt x="23369" y="16569"/>
                </a:lnTo>
                <a:lnTo>
                  <a:pt x="23167" y="16972"/>
                </a:lnTo>
                <a:lnTo>
                  <a:pt x="22925" y="17356"/>
                </a:lnTo>
                <a:lnTo>
                  <a:pt x="22682" y="17658"/>
                </a:lnTo>
                <a:lnTo>
                  <a:pt x="22440" y="17961"/>
                </a:lnTo>
                <a:lnTo>
                  <a:pt x="22158" y="18244"/>
                </a:lnTo>
                <a:lnTo>
                  <a:pt x="21875" y="18506"/>
                </a:lnTo>
                <a:lnTo>
                  <a:pt x="21573" y="18748"/>
                </a:lnTo>
                <a:lnTo>
                  <a:pt x="21270" y="18990"/>
                </a:lnTo>
                <a:lnTo>
                  <a:pt x="20947" y="19212"/>
                </a:lnTo>
                <a:lnTo>
                  <a:pt x="20604" y="19414"/>
                </a:lnTo>
                <a:lnTo>
                  <a:pt x="20261" y="19616"/>
                </a:lnTo>
                <a:lnTo>
                  <a:pt x="19918" y="19818"/>
                </a:lnTo>
                <a:lnTo>
                  <a:pt x="19211" y="20181"/>
                </a:lnTo>
                <a:lnTo>
                  <a:pt x="18465" y="20524"/>
                </a:lnTo>
                <a:lnTo>
                  <a:pt x="17738" y="20847"/>
                </a:lnTo>
                <a:lnTo>
                  <a:pt x="17133" y="21109"/>
                </a:lnTo>
                <a:lnTo>
                  <a:pt x="16245" y="21513"/>
                </a:lnTo>
                <a:lnTo>
                  <a:pt x="15418" y="21916"/>
                </a:lnTo>
                <a:lnTo>
                  <a:pt x="14651" y="22340"/>
                </a:lnTo>
                <a:lnTo>
                  <a:pt x="13924" y="22744"/>
                </a:lnTo>
                <a:lnTo>
                  <a:pt x="13258" y="23167"/>
                </a:lnTo>
                <a:lnTo>
                  <a:pt x="12633" y="23611"/>
                </a:lnTo>
                <a:lnTo>
                  <a:pt x="12048" y="24055"/>
                </a:lnTo>
                <a:lnTo>
                  <a:pt x="11503" y="24520"/>
                </a:lnTo>
                <a:lnTo>
                  <a:pt x="11099" y="24883"/>
                </a:lnTo>
                <a:lnTo>
                  <a:pt x="10695" y="25246"/>
                </a:lnTo>
                <a:lnTo>
                  <a:pt x="9949" y="26013"/>
                </a:lnTo>
                <a:lnTo>
                  <a:pt x="9323" y="26638"/>
                </a:lnTo>
                <a:lnTo>
                  <a:pt x="8698" y="27244"/>
                </a:lnTo>
                <a:lnTo>
                  <a:pt x="8355" y="27526"/>
                </a:lnTo>
                <a:lnTo>
                  <a:pt x="8032" y="27809"/>
                </a:lnTo>
                <a:lnTo>
                  <a:pt x="7668" y="28091"/>
                </a:lnTo>
                <a:lnTo>
                  <a:pt x="7325" y="28334"/>
                </a:lnTo>
                <a:lnTo>
                  <a:pt x="6902" y="28596"/>
                </a:lnTo>
                <a:lnTo>
                  <a:pt x="6498" y="28818"/>
                </a:lnTo>
                <a:lnTo>
                  <a:pt x="6094" y="29000"/>
                </a:lnTo>
                <a:lnTo>
                  <a:pt x="5711" y="29141"/>
                </a:lnTo>
                <a:lnTo>
                  <a:pt x="5328" y="29262"/>
                </a:lnTo>
                <a:lnTo>
                  <a:pt x="4964" y="29343"/>
                </a:lnTo>
                <a:lnTo>
                  <a:pt x="4601" y="29403"/>
                </a:lnTo>
                <a:lnTo>
                  <a:pt x="4238" y="29423"/>
                </a:lnTo>
                <a:lnTo>
                  <a:pt x="3915" y="29423"/>
                </a:lnTo>
                <a:lnTo>
                  <a:pt x="3592" y="29403"/>
                </a:lnTo>
                <a:lnTo>
                  <a:pt x="3289" y="29363"/>
                </a:lnTo>
                <a:lnTo>
                  <a:pt x="2987" y="29302"/>
                </a:lnTo>
                <a:lnTo>
                  <a:pt x="2724" y="29221"/>
                </a:lnTo>
                <a:lnTo>
                  <a:pt x="2462" y="29121"/>
                </a:lnTo>
                <a:lnTo>
                  <a:pt x="2240" y="29020"/>
                </a:lnTo>
                <a:lnTo>
                  <a:pt x="2018" y="28899"/>
                </a:lnTo>
                <a:lnTo>
                  <a:pt x="1715" y="28677"/>
                </a:lnTo>
                <a:lnTo>
                  <a:pt x="1433" y="28414"/>
                </a:lnTo>
                <a:lnTo>
                  <a:pt x="1170" y="28132"/>
                </a:lnTo>
                <a:lnTo>
                  <a:pt x="928" y="27809"/>
                </a:lnTo>
                <a:lnTo>
                  <a:pt x="706" y="27446"/>
                </a:lnTo>
                <a:lnTo>
                  <a:pt x="525" y="27062"/>
                </a:lnTo>
                <a:lnTo>
                  <a:pt x="363" y="26659"/>
                </a:lnTo>
                <a:lnTo>
                  <a:pt x="242" y="26235"/>
                </a:lnTo>
                <a:lnTo>
                  <a:pt x="182" y="25952"/>
                </a:lnTo>
                <a:lnTo>
                  <a:pt x="121" y="25670"/>
                </a:lnTo>
                <a:lnTo>
                  <a:pt x="101" y="25387"/>
                </a:lnTo>
                <a:lnTo>
                  <a:pt x="81" y="25105"/>
                </a:lnTo>
                <a:lnTo>
                  <a:pt x="81" y="24802"/>
                </a:lnTo>
                <a:lnTo>
                  <a:pt x="81" y="24520"/>
                </a:lnTo>
                <a:lnTo>
                  <a:pt x="101" y="24237"/>
                </a:lnTo>
                <a:lnTo>
                  <a:pt x="141" y="23954"/>
                </a:lnTo>
                <a:lnTo>
                  <a:pt x="202" y="23672"/>
                </a:lnTo>
                <a:lnTo>
                  <a:pt x="262" y="23389"/>
                </a:lnTo>
                <a:lnTo>
                  <a:pt x="343" y="23107"/>
                </a:lnTo>
                <a:lnTo>
                  <a:pt x="424" y="22824"/>
                </a:lnTo>
                <a:lnTo>
                  <a:pt x="545" y="22562"/>
                </a:lnTo>
                <a:lnTo>
                  <a:pt x="666" y="22300"/>
                </a:lnTo>
                <a:lnTo>
                  <a:pt x="787" y="22037"/>
                </a:lnTo>
                <a:lnTo>
                  <a:pt x="928" y="21795"/>
                </a:lnTo>
                <a:lnTo>
                  <a:pt x="1211" y="21392"/>
                </a:lnTo>
                <a:lnTo>
                  <a:pt x="1514" y="21008"/>
                </a:lnTo>
                <a:lnTo>
                  <a:pt x="1836" y="20645"/>
                </a:lnTo>
                <a:lnTo>
                  <a:pt x="2200" y="20302"/>
                </a:lnTo>
                <a:lnTo>
                  <a:pt x="2563" y="19959"/>
                </a:lnTo>
                <a:lnTo>
                  <a:pt x="2926" y="19656"/>
                </a:lnTo>
                <a:lnTo>
                  <a:pt x="3693" y="19071"/>
                </a:lnTo>
                <a:lnTo>
                  <a:pt x="4238" y="18687"/>
                </a:lnTo>
                <a:lnTo>
                  <a:pt x="4803" y="18304"/>
                </a:lnTo>
                <a:lnTo>
                  <a:pt x="5368" y="17921"/>
                </a:lnTo>
                <a:lnTo>
                  <a:pt x="5953" y="17557"/>
                </a:lnTo>
                <a:lnTo>
                  <a:pt x="6518" y="17194"/>
                </a:lnTo>
                <a:lnTo>
                  <a:pt x="7124" y="16851"/>
                </a:lnTo>
                <a:lnTo>
                  <a:pt x="7709" y="16528"/>
                </a:lnTo>
                <a:lnTo>
                  <a:pt x="8314" y="16205"/>
                </a:lnTo>
                <a:lnTo>
                  <a:pt x="8556" y="16084"/>
                </a:lnTo>
                <a:lnTo>
                  <a:pt x="9162" y="15761"/>
                </a:lnTo>
                <a:lnTo>
                  <a:pt x="9464" y="15580"/>
                </a:lnTo>
                <a:lnTo>
                  <a:pt x="9767" y="15398"/>
                </a:lnTo>
                <a:lnTo>
                  <a:pt x="10050" y="15196"/>
                </a:lnTo>
                <a:lnTo>
                  <a:pt x="10312" y="14995"/>
                </a:lnTo>
                <a:lnTo>
                  <a:pt x="10574" y="14752"/>
                </a:lnTo>
                <a:lnTo>
                  <a:pt x="10796" y="14490"/>
                </a:lnTo>
                <a:lnTo>
                  <a:pt x="10938" y="14308"/>
                </a:lnTo>
                <a:lnTo>
                  <a:pt x="11059" y="14107"/>
                </a:lnTo>
                <a:lnTo>
                  <a:pt x="11180" y="13905"/>
                </a:lnTo>
                <a:lnTo>
                  <a:pt x="11281" y="13683"/>
                </a:lnTo>
                <a:lnTo>
                  <a:pt x="11482" y="13219"/>
                </a:lnTo>
                <a:lnTo>
                  <a:pt x="11624" y="12755"/>
                </a:lnTo>
                <a:lnTo>
                  <a:pt x="11745" y="12270"/>
                </a:lnTo>
                <a:lnTo>
                  <a:pt x="11846" y="11766"/>
                </a:lnTo>
                <a:lnTo>
                  <a:pt x="11926" y="11261"/>
                </a:lnTo>
                <a:lnTo>
                  <a:pt x="11987" y="10777"/>
                </a:lnTo>
                <a:lnTo>
                  <a:pt x="12088" y="9889"/>
                </a:lnTo>
                <a:lnTo>
                  <a:pt x="12169" y="9001"/>
                </a:lnTo>
                <a:lnTo>
                  <a:pt x="12229" y="8153"/>
                </a:lnTo>
                <a:lnTo>
                  <a:pt x="12330" y="7286"/>
                </a:lnTo>
                <a:lnTo>
                  <a:pt x="12451" y="6438"/>
                </a:lnTo>
                <a:lnTo>
                  <a:pt x="12532" y="6014"/>
                </a:lnTo>
                <a:lnTo>
                  <a:pt x="12633" y="5591"/>
                </a:lnTo>
                <a:lnTo>
                  <a:pt x="12814" y="5005"/>
                </a:lnTo>
                <a:lnTo>
                  <a:pt x="13016" y="4420"/>
                </a:lnTo>
                <a:lnTo>
                  <a:pt x="13258" y="3875"/>
                </a:lnTo>
                <a:lnTo>
                  <a:pt x="13541" y="3351"/>
                </a:lnTo>
                <a:lnTo>
                  <a:pt x="13844" y="2866"/>
                </a:lnTo>
                <a:lnTo>
                  <a:pt x="14187" y="2422"/>
                </a:lnTo>
                <a:lnTo>
                  <a:pt x="14550" y="1999"/>
                </a:lnTo>
                <a:lnTo>
                  <a:pt x="14933" y="1615"/>
                </a:lnTo>
                <a:lnTo>
                  <a:pt x="15135" y="1434"/>
                </a:lnTo>
                <a:lnTo>
                  <a:pt x="15357" y="1272"/>
                </a:lnTo>
                <a:lnTo>
                  <a:pt x="15801" y="949"/>
                </a:lnTo>
                <a:lnTo>
                  <a:pt x="16265" y="707"/>
                </a:lnTo>
                <a:lnTo>
                  <a:pt x="16729" y="485"/>
                </a:lnTo>
                <a:lnTo>
                  <a:pt x="17234" y="303"/>
                </a:lnTo>
                <a:lnTo>
                  <a:pt x="17738" y="182"/>
                </a:lnTo>
                <a:lnTo>
                  <a:pt x="17980" y="142"/>
                </a:lnTo>
                <a:lnTo>
                  <a:pt x="18223" y="102"/>
                </a:lnTo>
                <a:lnTo>
                  <a:pt x="18485" y="81"/>
                </a:lnTo>
                <a:close/>
                <a:moveTo>
                  <a:pt x="18646" y="1"/>
                </a:moveTo>
                <a:lnTo>
                  <a:pt x="18364" y="21"/>
                </a:lnTo>
                <a:lnTo>
                  <a:pt x="18081" y="41"/>
                </a:lnTo>
                <a:lnTo>
                  <a:pt x="17799" y="81"/>
                </a:lnTo>
                <a:lnTo>
                  <a:pt x="17516" y="142"/>
                </a:lnTo>
                <a:lnTo>
                  <a:pt x="17234" y="223"/>
                </a:lnTo>
                <a:lnTo>
                  <a:pt x="16951" y="324"/>
                </a:lnTo>
                <a:lnTo>
                  <a:pt x="16669" y="425"/>
                </a:lnTo>
                <a:lnTo>
                  <a:pt x="16406" y="546"/>
                </a:lnTo>
                <a:lnTo>
                  <a:pt x="16124" y="667"/>
                </a:lnTo>
                <a:lnTo>
                  <a:pt x="15862" y="828"/>
                </a:lnTo>
                <a:lnTo>
                  <a:pt x="15599" y="990"/>
                </a:lnTo>
                <a:lnTo>
                  <a:pt x="15357" y="1151"/>
                </a:lnTo>
                <a:lnTo>
                  <a:pt x="15115" y="1353"/>
                </a:lnTo>
                <a:lnTo>
                  <a:pt x="14873" y="1555"/>
                </a:lnTo>
                <a:lnTo>
                  <a:pt x="14489" y="1938"/>
                </a:lnTo>
                <a:lnTo>
                  <a:pt x="14126" y="2362"/>
                </a:lnTo>
                <a:lnTo>
                  <a:pt x="13783" y="2826"/>
                </a:lnTo>
                <a:lnTo>
                  <a:pt x="13460" y="3310"/>
                </a:lnTo>
                <a:lnTo>
                  <a:pt x="13198" y="3835"/>
                </a:lnTo>
                <a:lnTo>
                  <a:pt x="12956" y="4400"/>
                </a:lnTo>
                <a:lnTo>
                  <a:pt x="12734" y="4965"/>
                </a:lnTo>
                <a:lnTo>
                  <a:pt x="12552" y="5570"/>
                </a:lnTo>
                <a:lnTo>
                  <a:pt x="12471" y="5994"/>
                </a:lnTo>
                <a:lnTo>
                  <a:pt x="12370" y="6418"/>
                </a:lnTo>
                <a:lnTo>
                  <a:pt x="12310" y="6842"/>
                </a:lnTo>
                <a:lnTo>
                  <a:pt x="12249" y="7286"/>
                </a:lnTo>
                <a:lnTo>
                  <a:pt x="12148" y="8133"/>
                </a:lnTo>
                <a:lnTo>
                  <a:pt x="12088" y="9001"/>
                </a:lnTo>
                <a:lnTo>
                  <a:pt x="12007" y="9889"/>
                </a:lnTo>
                <a:lnTo>
                  <a:pt x="11906" y="10777"/>
                </a:lnTo>
                <a:lnTo>
                  <a:pt x="11846" y="11261"/>
                </a:lnTo>
                <a:lnTo>
                  <a:pt x="11765" y="11746"/>
                </a:lnTo>
                <a:lnTo>
                  <a:pt x="11664" y="12230"/>
                </a:lnTo>
                <a:lnTo>
                  <a:pt x="11543" y="12714"/>
                </a:lnTo>
                <a:lnTo>
                  <a:pt x="11402" y="13198"/>
                </a:lnTo>
                <a:lnTo>
                  <a:pt x="11220" y="13642"/>
                </a:lnTo>
                <a:lnTo>
                  <a:pt x="11119" y="13844"/>
                </a:lnTo>
                <a:lnTo>
                  <a:pt x="10998" y="14066"/>
                </a:lnTo>
                <a:lnTo>
                  <a:pt x="10877" y="14248"/>
                </a:lnTo>
                <a:lnTo>
                  <a:pt x="10736" y="14450"/>
                </a:lnTo>
                <a:lnTo>
                  <a:pt x="10514" y="14692"/>
                </a:lnTo>
                <a:lnTo>
                  <a:pt x="10272" y="14934"/>
                </a:lnTo>
                <a:lnTo>
                  <a:pt x="9989" y="15136"/>
                </a:lnTo>
                <a:lnTo>
                  <a:pt x="9707" y="15338"/>
                </a:lnTo>
                <a:lnTo>
                  <a:pt x="9424" y="15519"/>
                </a:lnTo>
                <a:lnTo>
                  <a:pt x="9121" y="15681"/>
                </a:lnTo>
                <a:lnTo>
                  <a:pt x="8516" y="16004"/>
                </a:lnTo>
                <a:lnTo>
                  <a:pt x="8274" y="16145"/>
                </a:lnTo>
                <a:lnTo>
                  <a:pt x="7668" y="16447"/>
                </a:lnTo>
                <a:lnTo>
                  <a:pt x="7083" y="16791"/>
                </a:lnTo>
                <a:lnTo>
                  <a:pt x="6478" y="17134"/>
                </a:lnTo>
                <a:lnTo>
                  <a:pt x="5913" y="17497"/>
                </a:lnTo>
                <a:lnTo>
                  <a:pt x="5328" y="17860"/>
                </a:lnTo>
                <a:lnTo>
                  <a:pt x="4763" y="18223"/>
                </a:lnTo>
                <a:lnTo>
                  <a:pt x="4198" y="18607"/>
                </a:lnTo>
                <a:lnTo>
                  <a:pt x="3653" y="19010"/>
                </a:lnTo>
                <a:lnTo>
                  <a:pt x="2866" y="19596"/>
                </a:lnTo>
                <a:lnTo>
                  <a:pt x="2502" y="19918"/>
                </a:lnTo>
                <a:lnTo>
                  <a:pt x="2139" y="20241"/>
                </a:lnTo>
                <a:lnTo>
                  <a:pt x="1776" y="20584"/>
                </a:lnTo>
                <a:lnTo>
                  <a:pt x="1453" y="20948"/>
                </a:lnTo>
                <a:lnTo>
                  <a:pt x="1150" y="21331"/>
                </a:lnTo>
                <a:lnTo>
                  <a:pt x="868" y="21755"/>
                </a:lnTo>
                <a:lnTo>
                  <a:pt x="727" y="21997"/>
                </a:lnTo>
                <a:lnTo>
                  <a:pt x="585" y="22259"/>
                </a:lnTo>
                <a:lnTo>
                  <a:pt x="464" y="22542"/>
                </a:lnTo>
                <a:lnTo>
                  <a:pt x="363" y="22804"/>
                </a:lnTo>
                <a:lnTo>
                  <a:pt x="262" y="23087"/>
                </a:lnTo>
                <a:lnTo>
                  <a:pt x="182" y="23369"/>
                </a:lnTo>
                <a:lnTo>
                  <a:pt x="121" y="23652"/>
                </a:lnTo>
                <a:lnTo>
                  <a:pt x="61" y="23934"/>
                </a:lnTo>
                <a:lnTo>
                  <a:pt x="20" y="24217"/>
                </a:lnTo>
                <a:lnTo>
                  <a:pt x="0" y="24520"/>
                </a:lnTo>
                <a:lnTo>
                  <a:pt x="0" y="24802"/>
                </a:lnTo>
                <a:lnTo>
                  <a:pt x="0" y="25105"/>
                </a:lnTo>
                <a:lnTo>
                  <a:pt x="20" y="25387"/>
                </a:lnTo>
                <a:lnTo>
                  <a:pt x="61" y="25690"/>
                </a:lnTo>
                <a:lnTo>
                  <a:pt x="101" y="25972"/>
                </a:lnTo>
                <a:lnTo>
                  <a:pt x="161" y="26255"/>
                </a:lnTo>
                <a:lnTo>
                  <a:pt x="283" y="26699"/>
                </a:lnTo>
                <a:lnTo>
                  <a:pt x="444" y="27103"/>
                </a:lnTo>
                <a:lnTo>
                  <a:pt x="646" y="27486"/>
                </a:lnTo>
                <a:lnTo>
                  <a:pt x="848" y="27849"/>
                </a:lnTo>
                <a:lnTo>
                  <a:pt x="1110" y="28172"/>
                </a:lnTo>
                <a:lnTo>
                  <a:pt x="1372" y="28475"/>
                </a:lnTo>
                <a:lnTo>
                  <a:pt x="1675" y="28737"/>
                </a:lnTo>
                <a:lnTo>
                  <a:pt x="1978" y="28959"/>
                </a:lnTo>
                <a:lnTo>
                  <a:pt x="2220" y="29100"/>
                </a:lnTo>
                <a:lnTo>
                  <a:pt x="2462" y="29221"/>
                </a:lnTo>
                <a:lnTo>
                  <a:pt x="2704" y="29302"/>
                </a:lnTo>
                <a:lnTo>
                  <a:pt x="2967" y="29383"/>
                </a:lnTo>
                <a:lnTo>
                  <a:pt x="3209" y="29443"/>
                </a:lnTo>
                <a:lnTo>
                  <a:pt x="3471" y="29484"/>
                </a:lnTo>
                <a:lnTo>
                  <a:pt x="3733" y="29504"/>
                </a:lnTo>
                <a:lnTo>
                  <a:pt x="3996" y="29524"/>
                </a:lnTo>
                <a:lnTo>
                  <a:pt x="4460" y="29484"/>
                </a:lnTo>
                <a:lnTo>
                  <a:pt x="4904" y="29423"/>
                </a:lnTo>
                <a:lnTo>
                  <a:pt x="5368" y="29322"/>
                </a:lnTo>
                <a:lnTo>
                  <a:pt x="5812" y="29181"/>
                </a:lnTo>
                <a:lnTo>
                  <a:pt x="6236" y="29020"/>
                </a:lnTo>
                <a:lnTo>
                  <a:pt x="6639" y="28838"/>
                </a:lnTo>
                <a:lnTo>
                  <a:pt x="7003" y="28636"/>
                </a:lnTo>
                <a:lnTo>
                  <a:pt x="7366" y="28414"/>
                </a:lnTo>
                <a:lnTo>
                  <a:pt x="7729" y="28152"/>
                </a:lnTo>
                <a:lnTo>
                  <a:pt x="8072" y="27890"/>
                </a:lnTo>
                <a:lnTo>
                  <a:pt x="8415" y="27587"/>
                </a:lnTo>
                <a:lnTo>
                  <a:pt x="8738" y="27304"/>
                </a:lnTo>
                <a:lnTo>
                  <a:pt x="9384" y="26699"/>
                </a:lnTo>
                <a:lnTo>
                  <a:pt x="9989" y="26073"/>
                </a:lnTo>
                <a:lnTo>
                  <a:pt x="10756" y="25307"/>
                </a:lnTo>
                <a:lnTo>
                  <a:pt x="11139" y="24943"/>
                </a:lnTo>
                <a:lnTo>
                  <a:pt x="11543" y="24580"/>
                </a:lnTo>
                <a:lnTo>
                  <a:pt x="12108" y="24116"/>
                </a:lnTo>
                <a:lnTo>
                  <a:pt x="12693" y="23672"/>
                </a:lnTo>
                <a:lnTo>
                  <a:pt x="13299" y="23248"/>
                </a:lnTo>
                <a:lnTo>
                  <a:pt x="13985" y="22824"/>
                </a:lnTo>
                <a:lnTo>
                  <a:pt x="14691" y="22401"/>
                </a:lnTo>
                <a:lnTo>
                  <a:pt x="15458" y="21997"/>
                </a:lnTo>
                <a:lnTo>
                  <a:pt x="16285" y="21593"/>
                </a:lnTo>
                <a:lnTo>
                  <a:pt x="17173" y="21170"/>
                </a:lnTo>
                <a:lnTo>
                  <a:pt x="17758" y="20907"/>
                </a:lnTo>
                <a:lnTo>
                  <a:pt x="18505" y="20584"/>
                </a:lnTo>
                <a:lnTo>
                  <a:pt x="19252" y="20241"/>
                </a:lnTo>
                <a:lnTo>
                  <a:pt x="19958" y="19878"/>
                </a:lnTo>
                <a:lnTo>
                  <a:pt x="20321" y="19696"/>
                </a:lnTo>
                <a:lnTo>
                  <a:pt x="20664" y="19495"/>
                </a:lnTo>
                <a:lnTo>
                  <a:pt x="20987" y="19273"/>
                </a:lnTo>
                <a:lnTo>
                  <a:pt x="21330" y="19051"/>
                </a:lnTo>
                <a:lnTo>
                  <a:pt x="21633" y="18809"/>
                </a:lnTo>
                <a:lnTo>
                  <a:pt x="21936" y="18566"/>
                </a:lnTo>
                <a:lnTo>
                  <a:pt x="22218" y="18304"/>
                </a:lnTo>
                <a:lnTo>
                  <a:pt x="22501" y="18022"/>
                </a:lnTo>
                <a:lnTo>
                  <a:pt x="22743" y="17719"/>
                </a:lnTo>
                <a:lnTo>
                  <a:pt x="22985" y="17396"/>
                </a:lnTo>
                <a:lnTo>
                  <a:pt x="23227" y="17013"/>
                </a:lnTo>
                <a:lnTo>
                  <a:pt x="23449" y="16589"/>
                </a:lnTo>
                <a:lnTo>
                  <a:pt x="23631" y="16185"/>
                </a:lnTo>
                <a:lnTo>
                  <a:pt x="23792" y="15761"/>
                </a:lnTo>
                <a:lnTo>
                  <a:pt x="23954" y="15317"/>
                </a:lnTo>
                <a:lnTo>
                  <a:pt x="24075" y="14873"/>
                </a:lnTo>
                <a:lnTo>
                  <a:pt x="24297" y="14006"/>
                </a:lnTo>
                <a:lnTo>
                  <a:pt x="24478" y="13198"/>
                </a:lnTo>
                <a:lnTo>
                  <a:pt x="24620" y="12432"/>
                </a:lnTo>
                <a:lnTo>
                  <a:pt x="24741" y="11685"/>
                </a:lnTo>
                <a:lnTo>
                  <a:pt x="24842" y="10938"/>
                </a:lnTo>
                <a:lnTo>
                  <a:pt x="24902" y="10232"/>
                </a:lnTo>
                <a:lnTo>
                  <a:pt x="24943" y="9546"/>
                </a:lnTo>
                <a:lnTo>
                  <a:pt x="24963" y="8880"/>
                </a:lnTo>
                <a:lnTo>
                  <a:pt x="24963" y="8214"/>
                </a:lnTo>
                <a:lnTo>
                  <a:pt x="24922" y="7447"/>
                </a:lnTo>
                <a:lnTo>
                  <a:pt x="24842" y="6721"/>
                </a:lnTo>
                <a:lnTo>
                  <a:pt x="24741" y="6014"/>
                </a:lnTo>
                <a:lnTo>
                  <a:pt x="24579" y="5348"/>
                </a:lnTo>
                <a:lnTo>
                  <a:pt x="24398" y="4703"/>
                </a:lnTo>
                <a:lnTo>
                  <a:pt x="24156" y="4097"/>
                </a:lnTo>
                <a:lnTo>
                  <a:pt x="23893" y="3532"/>
                </a:lnTo>
                <a:lnTo>
                  <a:pt x="23752" y="3250"/>
                </a:lnTo>
                <a:lnTo>
                  <a:pt x="23591" y="2987"/>
                </a:lnTo>
                <a:lnTo>
                  <a:pt x="23389" y="2685"/>
                </a:lnTo>
                <a:lnTo>
                  <a:pt x="23187" y="2382"/>
                </a:lnTo>
                <a:lnTo>
                  <a:pt x="22965" y="2099"/>
                </a:lnTo>
                <a:lnTo>
                  <a:pt x="22723" y="1837"/>
                </a:lnTo>
                <a:lnTo>
                  <a:pt x="22460" y="1595"/>
                </a:lnTo>
                <a:lnTo>
                  <a:pt x="22218" y="1353"/>
                </a:lnTo>
                <a:lnTo>
                  <a:pt x="21936" y="1151"/>
                </a:lnTo>
                <a:lnTo>
                  <a:pt x="21653" y="949"/>
                </a:lnTo>
                <a:lnTo>
                  <a:pt x="21371" y="768"/>
                </a:lnTo>
                <a:lnTo>
                  <a:pt x="21088" y="606"/>
                </a:lnTo>
                <a:lnTo>
                  <a:pt x="20785" y="445"/>
                </a:lnTo>
                <a:lnTo>
                  <a:pt x="20483" y="324"/>
                </a:lnTo>
                <a:lnTo>
                  <a:pt x="20160" y="223"/>
                </a:lnTo>
                <a:lnTo>
                  <a:pt x="19857" y="142"/>
                </a:lnTo>
                <a:lnTo>
                  <a:pt x="19534" y="61"/>
                </a:lnTo>
                <a:lnTo>
                  <a:pt x="19211" y="21"/>
                </a:lnTo>
                <a:lnTo>
                  <a:pt x="18929" y="1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05" name="Google Shape;2505;p31"/>
          <p:cNvSpPr/>
          <p:nvPr/>
        </p:nvSpPr>
        <p:spPr>
          <a:xfrm flipH="1">
            <a:off x="8608512" y="3030095"/>
            <a:ext cx="653335" cy="572101"/>
          </a:xfrm>
          <a:custGeom>
            <a:rect b="b" l="l" r="r" t="t"/>
            <a:pathLst>
              <a:path extrusionOk="0" h="10233" w="11686">
                <a:moveTo>
                  <a:pt x="10817" y="82"/>
                </a:moveTo>
                <a:lnTo>
                  <a:pt x="10918" y="102"/>
                </a:lnTo>
                <a:lnTo>
                  <a:pt x="10979" y="142"/>
                </a:lnTo>
                <a:lnTo>
                  <a:pt x="11039" y="182"/>
                </a:lnTo>
                <a:lnTo>
                  <a:pt x="11120" y="303"/>
                </a:lnTo>
                <a:lnTo>
                  <a:pt x="11201" y="445"/>
                </a:lnTo>
                <a:lnTo>
                  <a:pt x="11241" y="586"/>
                </a:lnTo>
                <a:lnTo>
                  <a:pt x="11382" y="1191"/>
                </a:lnTo>
                <a:lnTo>
                  <a:pt x="11504" y="1797"/>
                </a:lnTo>
                <a:lnTo>
                  <a:pt x="11564" y="2422"/>
                </a:lnTo>
                <a:lnTo>
                  <a:pt x="11604" y="3028"/>
                </a:lnTo>
                <a:lnTo>
                  <a:pt x="11584" y="3653"/>
                </a:lnTo>
                <a:lnTo>
                  <a:pt x="11544" y="4259"/>
                </a:lnTo>
                <a:lnTo>
                  <a:pt x="11463" y="4884"/>
                </a:lnTo>
                <a:lnTo>
                  <a:pt x="11342" y="5490"/>
                </a:lnTo>
                <a:lnTo>
                  <a:pt x="11241" y="5853"/>
                </a:lnTo>
                <a:lnTo>
                  <a:pt x="11140" y="6176"/>
                </a:lnTo>
                <a:lnTo>
                  <a:pt x="11019" y="6499"/>
                </a:lnTo>
                <a:lnTo>
                  <a:pt x="10878" y="6781"/>
                </a:lnTo>
                <a:lnTo>
                  <a:pt x="10737" y="7044"/>
                </a:lnTo>
                <a:lnTo>
                  <a:pt x="10575" y="7286"/>
                </a:lnTo>
                <a:lnTo>
                  <a:pt x="10414" y="7488"/>
                </a:lnTo>
                <a:lnTo>
                  <a:pt x="10212" y="7669"/>
                </a:lnTo>
                <a:lnTo>
                  <a:pt x="10030" y="7831"/>
                </a:lnTo>
                <a:lnTo>
                  <a:pt x="9849" y="7972"/>
                </a:lnTo>
                <a:lnTo>
                  <a:pt x="9647" y="8093"/>
                </a:lnTo>
                <a:lnTo>
                  <a:pt x="9425" y="8194"/>
                </a:lnTo>
                <a:lnTo>
                  <a:pt x="9001" y="8396"/>
                </a:lnTo>
                <a:lnTo>
                  <a:pt x="8557" y="8557"/>
                </a:lnTo>
                <a:lnTo>
                  <a:pt x="7730" y="8840"/>
                </a:lnTo>
                <a:lnTo>
                  <a:pt x="6862" y="9142"/>
                </a:lnTo>
                <a:lnTo>
                  <a:pt x="5974" y="9405"/>
                </a:lnTo>
                <a:lnTo>
                  <a:pt x="5066" y="9647"/>
                </a:lnTo>
                <a:lnTo>
                  <a:pt x="4158" y="9849"/>
                </a:lnTo>
                <a:lnTo>
                  <a:pt x="3714" y="9950"/>
                </a:lnTo>
                <a:lnTo>
                  <a:pt x="3270" y="10010"/>
                </a:lnTo>
                <a:lnTo>
                  <a:pt x="2806" y="10071"/>
                </a:lnTo>
                <a:lnTo>
                  <a:pt x="2362" y="10111"/>
                </a:lnTo>
                <a:lnTo>
                  <a:pt x="1918" y="10151"/>
                </a:lnTo>
                <a:lnTo>
                  <a:pt x="1252" y="10151"/>
                </a:lnTo>
                <a:lnTo>
                  <a:pt x="1070" y="10131"/>
                </a:lnTo>
                <a:lnTo>
                  <a:pt x="889" y="10071"/>
                </a:lnTo>
                <a:lnTo>
                  <a:pt x="707" y="10010"/>
                </a:lnTo>
                <a:lnTo>
                  <a:pt x="566" y="9950"/>
                </a:lnTo>
                <a:lnTo>
                  <a:pt x="425" y="9849"/>
                </a:lnTo>
                <a:lnTo>
                  <a:pt x="324" y="9748"/>
                </a:lnTo>
                <a:lnTo>
                  <a:pt x="223" y="9627"/>
                </a:lnTo>
                <a:lnTo>
                  <a:pt x="162" y="9526"/>
                </a:lnTo>
                <a:lnTo>
                  <a:pt x="122" y="9405"/>
                </a:lnTo>
                <a:lnTo>
                  <a:pt x="102" y="9284"/>
                </a:lnTo>
                <a:lnTo>
                  <a:pt x="82" y="9163"/>
                </a:lnTo>
                <a:lnTo>
                  <a:pt x="102" y="9021"/>
                </a:lnTo>
                <a:lnTo>
                  <a:pt x="122" y="8880"/>
                </a:lnTo>
                <a:lnTo>
                  <a:pt x="162" y="8739"/>
                </a:lnTo>
                <a:lnTo>
                  <a:pt x="223" y="8577"/>
                </a:lnTo>
                <a:lnTo>
                  <a:pt x="324" y="8416"/>
                </a:lnTo>
                <a:lnTo>
                  <a:pt x="425" y="8234"/>
                </a:lnTo>
                <a:lnTo>
                  <a:pt x="546" y="8073"/>
                </a:lnTo>
                <a:lnTo>
                  <a:pt x="667" y="7911"/>
                </a:lnTo>
                <a:lnTo>
                  <a:pt x="970" y="7589"/>
                </a:lnTo>
                <a:lnTo>
                  <a:pt x="1292" y="7306"/>
                </a:lnTo>
                <a:lnTo>
                  <a:pt x="1615" y="7064"/>
                </a:lnTo>
                <a:lnTo>
                  <a:pt x="1979" y="6822"/>
                </a:lnTo>
                <a:lnTo>
                  <a:pt x="2322" y="6620"/>
                </a:lnTo>
                <a:lnTo>
                  <a:pt x="2645" y="6438"/>
                </a:lnTo>
                <a:lnTo>
                  <a:pt x="3008" y="6257"/>
                </a:lnTo>
                <a:lnTo>
                  <a:pt x="3391" y="6075"/>
                </a:lnTo>
                <a:lnTo>
                  <a:pt x="4138" y="5752"/>
                </a:lnTo>
                <a:lnTo>
                  <a:pt x="5107" y="5328"/>
                </a:lnTo>
                <a:lnTo>
                  <a:pt x="5591" y="5086"/>
                </a:lnTo>
                <a:lnTo>
                  <a:pt x="6055" y="4824"/>
                </a:lnTo>
                <a:lnTo>
                  <a:pt x="6459" y="4582"/>
                </a:lnTo>
                <a:lnTo>
                  <a:pt x="6822" y="4319"/>
                </a:lnTo>
                <a:lnTo>
                  <a:pt x="7185" y="4017"/>
                </a:lnTo>
                <a:lnTo>
                  <a:pt x="7528" y="3714"/>
                </a:lnTo>
                <a:lnTo>
                  <a:pt x="7851" y="3391"/>
                </a:lnTo>
                <a:lnTo>
                  <a:pt x="8174" y="3048"/>
                </a:lnTo>
                <a:lnTo>
                  <a:pt x="8456" y="2685"/>
                </a:lnTo>
                <a:lnTo>
                  <a:pt x="8719" y="2301"/>
                </a:lnTo>
                <a:lnTo>
                  <a:pt x="9021" y="1817"/>
                </a:lnTo>
                <a:lnTo>
                  <a:pt x="9324" y="1353"/>
                </a:lnTo>
                <a:lnTo>
                  <a:pt x="9465" y="1131"/>
                </a:lnTo>
                <a:lnTo>
                  <a:pt x="9647" y="909"/>
                </a:lnTo>
                <a:lnTo>
                  <a:pt x="9808" y="707"/>
                </a:lnTo>
                <a:lnTo>
                  <a:pt x="10010" y="525"/>
                </a:lnTo>
                <a:lnTo>
                  <a:pt x="10212" y="344"/>
                </a:lnTo>
                <a:lnTo>
                  <a:pt x="10434" y="203"/>
                </a:lnTo>
                <a:lnTo>
                  <a:pt x="10575" y="122"/>
                </a:lnTo>
                <a:lnTo>
                  <a:pt x="10696" y="102"/>
                </a:lnTo>
                <a:lnTo>
                  <a:pt x="10817" y="82"/>
                </a:lnTo>
                <a:close/>
                <a:moveTo>
                  <a:pt x="10838" y="1"/>
                </a:moveTo>
                <a:lnTo>
                  <a:pt x="10696" y="21"/>
                </a:lnTo>
                <a:lnTo>
                  <a:pt x="10555" y="61"/>
                </a:lnTo>
                <a:lnTo>
                  <a:pt x="10394" y="122"/>
                </a:lnTo>
                <a:lnTo>
                  <a:pt x="10152" y="283"/>
                </a:lnTo>
                <a:lnTo>
                  <a:pt x="9950" y="445"/>
                </a:lnTo>
                <a:lnTo>
                  <a:pt x="9748" y="647"/>
                </a:lnTo>
                <a:lnTo>
                  <a:pt x="9586" y="848"/>
                </a:lnTo>
                <a:lnTo>
                  <a:pt x="9405" y="1070"/>
                </a:lnTo>
                <a:lnTo>
                  <a:pt x="9264" y="1312"/>
                </a:lnTo>
                <a:lnTo>
                  <a:pt x="8961" y="1777"/>
                </a:lnTo>
                <a:lnTo>
                  <a:pt x="8658" y="2261"/>
                </a:lnTo>
                <a:lnTo>
                  <a:pt x="8396" y="2624"/>
                </a:lnTo>
                <a:lnTo>
                  <a:pt x="8113" y="2987"/>
                </a:lnTo>
                <a:lnTo>
                  <a:pt x="7790" y="3331"/>
                </a:lnTo>
                <a:lnTo>
                  <a:pt x="7468" y="3653"/>
                </a:lnTo>
                <a:lnTo>
                  <a:pt x="7145" y="3956"/>
                </a:lnTo>
                <a:lnTo>
                  <a:pt x="6781" y="4239"/>
                </a:lnTo>
                <a:lnTo>
                  <a:pt x="6398" y="4521"/>
                </a:lnTo>
                <a:lnTo>
                  <a:pt x="6015" y="4763"/>
                </a:lnTo>
                <a:lnTo>
                  <a:pt x="5550" y="5026"/>
                </a:lnTo>
                <a:lnTo>
                  <a:pt x="5066" y="5248"/>
                </a:lnTo>
                <a:lnTo>
                  <a:pt x="4097" y="5692"/>
                </a:lnTo>
                <a:lnTo>
                  <a:pt x="3351" y="6014"/>
                </a:lnTo>
                <a:lnTo>
                  <a:pt x="2988" y="6176"/>
                </a:lnTo>
                <a:lnTo>
                  <a:pt x="2604" y="6358"/>
                </a:lnTo>
                <a:lnTo>
                  <a:pt x="2281" y="6539"/>
                </a:lnTo>
                <a:lnTo>
                  <a:pt x="1918" y="6761"/>
                </a:lnTo>
                <a:lnTo>
                  <a:pt x="1575" y="7003"/>
                </a:lnTo>
                <a:lnTo>
                  <a:pt x="1232" y="7266"/>
                </a:lnTo>
                <a:lnTo>
                  <a:pt x="909" y="7548"/>
                </a:lnTo>
                <a:lnTo>
                  <a:pt x="606" y="7851"/>
                </a:lnTo>
                <a:lnTo>
                  <a:pt x="485" y="8012"/>
                </a:lnTo>
                <a:lnTo>
                  <a:pt x="364" y="8194"/>
                </a:lnTo>
                <a:lnTo>
                  <a:pt x="243" y="8376"/>
                </a:lnTo>
                <a:lnTo>
                  <a:pt x="162" y="8557"/>
                </a:lnTo>
                <a:lnTo>
                  <a:pt x="102" y="8719"/>
                </a:lnTo>
                <a:lnTo>
                  <a:pt x="41" y="8860"/>
                </a:lnTo>
                <a:lnTo>
                  <a:pt x="21" y="9021"/>
                </a:lnTo>
                <a:lnTo>
                  <a:pt x="1" y="9163"/>
                </a:lnTo>
                <a:lnTo>
                  <a:pt x="21" y="9304"/>
                </a:lnTo>
                <a:lnTo>
                  <a:pt x="41" y="9425"/>
                </a:lnTo>
                <a:lnTo>
                  <a:pt x="102" y="9546"/>
                </a:lnTo>
                <a:lnTo>
                  <a:pt x="162" y="9667"/>
                </a:lnTo>
                <a:lnTo>
                  <a:pt x="263" y="9808"/>
                </a:lnTo>
                <a:lnTo>
                  <a:pt x="384" y="9909"/>
                </a:lnTo>
                <a:lnTo>
                  <a:pt x="526" y="10010"/>
                </a:lnTo>
                <a:lnTo>
                  <a:pt x="687" y="10091"/>
                </a:lnTo>
                <a:lnTo>
                  <a:pt x="849" y="10151"/>
                </a:lnTo>
                <a:lnTo>
                  <a:pt x="1050" y="10192"/>
                </a:lnTo>
                <a:lnTo>
                  <a:pt x="1252" y="10232"/>
                </a:lnTo>
                <a:lnTo>
                  <a:pt x="1918" y="10232"/>
                </a:lnTo>
                <a:lnTo>
                  <a:pt x="2362" y="10192"/>
                </a:lnTo>
                <a:lnTo>
                  <a:pt x="2826" y="10151"/>
                </a:lnTo>
                <a:lnTo>
                  <a:pt x="3270" y="10091"/>
                </a:lnTo>
                <a:lnTo>
                  <a:pt x="3734" y="10030"/>
                </a:lnTo>
                <a:lnTo>
                  <a:pt x="4178" y="9929"/>
                </a:lnTo>
                <a:lnTo>
                  <a:pt x="5086" y="9728"/>
                </a:lnTo>
                <a:lnTo>
                  <a:pt x="5994" y="9485"/>
                </a:lnTo>
                <a:lnTo>
                  <a:pt x="6882" y="9223"/>
                </a:lnTo>
                <a:lnTo>
                  <a:pt x="7750" y="8920"/>
                </a:lnTo>
                <a:lnTo>
                  <a:pt x="8577" y="8638"/>
                </a:lnTo>
                <a:lnTo>
                  <a:pt x="9021" y="8456"/>
                </a:lnTo>
                <a:lnTo>
                  <a:pt x="9465" y="8275"/>
                </a:lnTo>
                <a:lnTo>
                  <a:pt x="9687" y="8154"/>
                </a:lnTo>
                <a:lnTo>
                  <a:pt x="9889" y="8032"/>
                </a:lnTo>
                <a:lnTo>
                  <a:pt x="10091" y="7891"/>
                </a:lnTo>
                <a:lnTo>
                  <a:pt x="10273" y="7730"/>
                </a:lnTo>
                <a:lnTo>
                  <a:pt x="10474" y="7548"/>
                </a:lnTo>
                <a:lnTo>
                  <a:pt x="10636" y="7326"/>
                </a:lnTo>
                <a:lnTo>
                  <a:pt x="10817" y="7084"/>
                </a:lnTo>
                <a:lnTo>
                  <a:pt x="10959" y="6822"/>
                </a:lnTo>
                <a:lnTo>
                  <a:pt x="11100" y="6539"/>
                </a:lnTo>
                <a:lnTo>
                  <a:pt x="11221" y="6216"/>
                </a:lnTo>
                <a:lnTo>
                  <a:pt x="11322" y="5873"/>
                </a:lnTo>
                <a:lnTo>
                  <a:pt x="11423" y="5510"/>
                </a:lnTo>
                <a:lnTo>
                  <a:pt x="11544" y="4884"/>
                </a:lnTo>
                <a:lnTo>
                  <a:pt x="11625" y="4279"/>
                </a:lnTo>
                <a:lnTo>
                  <a:pt x="11665" y="3653"/>
                </a:lnTo>
                <a:lnTo>
                  <a:pt x="11685" y="3028"/>
                </a:lnTo>
                <a:lnTo>
                  <a:pt x="11645" y="2402"/>
                </a:lnTo>
                <a:lnTo>
                  <a:pt x="11584" y="1797"/>
                </a:lnTo>
                <a:lnTo>
                  <a:pt x="11463" y="1171"/>
                </a:lnTo>
                <a:lnTo>
                  <a:pt x="11322" y="566"/>
                </a:lnTo>
                <a:lnTo>
                  <a:pt x="11261" y="404"/>
                </a:lnTo>
                <a:lnTo>
                  <a:pt x="11201" y="263"/>
                </a:lnTo>
                <a:lnTo>
                  <a:pt x="11140" y="182"/>
                </a:lnTo>
                <a:lnTo>
                  <a:pt x="11100" y="122"/>
                </a:lnTo>
                <a:lnTo>
                  <a:pt x="11019" y="82"/>
                </a:lnTo>
                <a:lnTo>
                  <a:pt x="10959" y="41"/>
                </a:lnTo>
                <a:lnTo>
                  <a:pt x="10838" y="1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06" name="Google Shape;2506;p31"/>
          <p:cNvSpPr/>
          <p:nvPr/>
        </p:nvSpPr>
        <p:spPr>
          <a:xfrm flipH="1">
            <a:off x="9068834" y="1944784"/>
            <a:ext cx="1193681" cy="1427263"/>
          </a:xfrm>
          <a:custGeom>
            <a:rect b="b" l="l" r="r" t="t"/>
            <a:pathLst>
              <a:path extrusionOk="0" h="25529" w="21351">
                <a:moveTo>
                  <a:pt x="16709" y="81"/>
                </a:moveTo>
                <a:lnTo>
                  <a:pt x="17052" y="122"/>
                </a:lnTo>
                <a:lnTo>
                  <a:pt x="17416" y="202"/>
                </a:lnTo>
                <a:lnTo>
                  <a:pt x="17759" y="303"/>
                </a:lnTo>
                <a:lnTo>
                  <a:pt x="18102" y="424"/>
                </a:lnTo>
                <a:lnTo>
                  <a:pt x="18445" y="586"/>
                </a:lnTo>
                <a:lnTo>
                  <a:pt x="18788" y="788"/>
                </a:lnTo>
                <a:lnTo>
                  <a:pt x="19111" y="1010"/>
                </a:lnTo>
                <a:lnTo>
                  <a:pt x="19434" y="1272"/>
                </a:lnTo>
                <a:lnTo>
                  <a:pt x="19736" y="1575"/>
                </a:lnTo>
                <a:lnTo>
                  <a:pt x="19999" y="1897"/>
                </a:lnTo>
                <a:lnTo>
                  <a:pt x="20261" y="2261"/>
                </a:lnTo>
                <a:lnTo>
                  <a:pt x="20483" y="2644"/>
                </a:lnTo>
                <a:lnTo>
                  <a:pt x="20644" y="2947"/>
                </a:lnTo>
                <a:lnTo>
                  <a:pt x="20766" y="3250"/>
                </a:lnTo>
                <a:lnTo>
                  <a:pt x="20887" y="3572"/>
                </a:lnTo>
                <a:lnTo>
                  <a:pt x="20987" y="3895"/>
                </a:lnTo>
                <a:lnTo>
                  <a:pt x="21068" y="4238"/>
                </a:lnTo>
                <a:lnTo>
                  <a:pt x="21149" y="4581"/>
                </a:lnTo>
                <a:lnTo>
                  <a:pt x="21209" y="4945"/>
                </a:lnTo>
                <a:lnTo>
                  <a:pt x="21250" y="5308"/>
                </a:lnTo>
                <a:lnTo>
                  <a:pt x="21270" y="5691"/>
                </a:lnTo>
                <a:lnTo>
                  <a:pt x="21270" y="6075"/>
                </a:lnTo>
                <a:lnTo>
                  <a:pt x="21270" y="6478"/>
                </a:lnTo>
                <a:lnTo>
                  <a:pt x="21250" y="6882"/>
                </a:lnTo>
                <a:lnTo>
                  <a:pt x="21230" y="7306"/>
                </a:lnTo>
                <a:lnTo>
                  <a:pt x="21169" y="7750"/>
                </a:lnTo>
                <a:lnTo>
                  <a:pt x="21109" y="8194"/>
                </a:lnTo>
                <a:lnTo>
                  <a:pt x="21028" y="8658"/>
                </a:lnTo>
                <a:lnTo>
                  <a:pt x="20947" y="9122"/>
                </a:lnTo>
                <a:lnTo>
                  <a:pt x="20846" y="9586"/>
                </a:lnTo>
                <a:lnTo>
                  <a:pt x="20725" y="10010"/>
                </a:lnTo>
                <a:lnTo>
                  <a:pt x="20604" y="10434"/>
                </a:lnTo>
                <a:lnTo>
                  <a:pt x="20483" y="10857"/>
                </a:lnTo>
                <a:lnTo>
                  <a:pt x="20342" y="11261"/>
                </a:lnTo>
                <a:lnTo>
                  <a:pt x="20180" y="11644"/>
                </a:lnTo>
                <a:lnTo>
                  <a:pt x="20019" y="12008"/>
                </a:lnTo>
                <a:lnTo>
                  <a:pt x="19857" y="12371"/>
                </a:lnTo>
                <a:lnTo>
                  <a:pt x="19676" y="12714"/>
                </a:lnTo>
                <a:lnTo>
                  <a:pt x="19474" y="13037"/>
                </a:lnTo>
                <a:lnTo>
                  <a:pt x="19272" y="13340"/>
                </a:lnTo>
                <a:lnTo>
                  <a:pt x="19070" y="13642"/>
                </a:lnTo>
                <a:lnTo>
                  <a:pt x="18848" y="13945"/>
                </a:lnTo>
                <a:lnTo>
                  <a:pt x="18606" y="14207"/>
                </a:lnTo>
                <a:lnTo>
                  <a:pt x="18364" y="14470"/>
                </a:lnTo>
                <a:lnTo>
                  <a:pt x="18142" y="14692"/>
                </a:lnTo>
                <a:lnTo>
                  <a:pt x="17920" y="14893"/>
                </a:lnTo>
                <a:lnTo>
                  <a:pt x="17436" y="15297"/>
                </a:lnTo>
                <a:lnTo>
                  <a:pt x="16931" y="15640"/>
                </a:lnTo>
                <a:lnTo>
                  <a:pt x="16386" y="15983"/>
                </a:lnTo>
                <a:lnTo>
                  <a:pt x="15842" y="16306"/>
                </a:lnTo>
                <a:lnTo>
                  <a:pt x="15297" y="16589"/>
                </a:lnTo>
                <a:lnTo>
                  <a:pt x="14187" y="17154"/>
                </a:lnTo>
                <a:lnTo>
                  <a:pt x="13481" y="17497"/>
                </a:lnTo>
                <a:lnTo>
                  <a:pt x="12774" y="17860"/>
                </a:lnTo>
                <a:lnTo>
                  <a:pt x="12088" y="18264"/>
                </a:lnTo>
                <a:lnTo>
                  <a:pt x="11422" y="18667"/>
                </a:lnTo>
                <a:lnTo>
                  <a:pt x="10958" y="18990"/>
                </a:lnTo>
                <a:lnTo>
                  <a:pt x="10494" y="19333"/>
                </a:lnTo>
                <a:lnTo>
                  <a:pt x="10070" y="19696"/>
                </a:lnTo>
                <a:lnTo>
                  <a:pt x="9646" y="20060"/>
                </a:lnTo>
                <a:lnTo>
                  <a:pt x="8799" y="20847"/>
                </a:lnTo>
                <a:lnTo>
                  <a:pt x="7992" y="21613"/>
                </a:lnTo>
                <a:lnTo>
                  <a:pt x="7205" y="22400"/>
                </a:lnTo>
                <a:lnTo>
                  <a:pt x="6377" y="23167"/>
                </a:lnTo>
                <a:lnTo>
                  <a:pt x="5953" y="23531"/>
                </a:lnTo>
                <a:lnTo>
                  <a:pt x="5509" y="23894"/>
                </a:lnTo>
                <a:lnTo>
                  <a:pt x="5065" y="24237"/>
                </a:lnTo>
                <a:lnTo>
                  <a:pt x="4601" y="24560"/>
                </a:lnTo>
                <a:lnTo>
                  <a:pt x="4178" y="24822"/>
                </a:lnTo>
                <a:lnTo>
                  <a:pt x="3935" y="24963"/>
                </a:lnTo>
                <a:lnTo>
                  <a:pt x="3673" y="25084"/>
                </a:lnTo>
                <a:lnTo>
                  <a:pt x="3411" y="25205"/>
                </a:lnTo>
                <a:lnTo>
                  <a:pt x="3148" y="25306"/>
                </a:lnTo>
                <a:lnTo>
                  <a:pt x="2866" y="25367"/>
                </a:lnTo>
                <a:lnTo>
                  <a:pt x="2563" y="25427"/>
                </a:lnTo>
                <a:lnTo>
                  <a:pt x="2260" y="25448"/>
                </a:lnTo>
                <a:lnTo>
                  <a:pt x="1978" y="25427"/>
                </a:lnTo>
                <a:lnTo>
                  <a:pt x="1695" y="25367"/>
                </a:lnTo>
                <a:lnTo>
                  <a:pt x="1433" y="25286"/>
                </a:lnTo>
                <a:lnTo>
                  <a:pt x="1171" y="25185"/>
                </a:lnTo>
                <a:lnTo>
                  <a:pt x="949" y="25044"/>
                </a:lnTo>
                <a:lnTo>
                  <a:pt x="747" y="24883"/>
                </a:lnTo>
                <a:lnTo>
                  <a:pt x="585" y="24701"/>
                </a:lnTo>
                <a:lnTo>
                  <a:pt x="424" y="24459"/>
                </a:lnTo>
                <a:lnTo>
                  <a:pt x="303" y="24196"/>
                </a:lnTo>
                <a:lnTo>
                  <a:pt x="222" y="23894"/>
                </a:lnTo>
                <a:lnTo>
                  <a:pt x="142" y="23551"/>
                </a:lnTo>
                <a:lnTo>
                  <a:pt x="101" y="23167"/>
                </a:lnTo>
                <a:lnTo>
                  <a:pt x="81" y="22784"/>
                </a:lnTo>
                <a:lnTo>
                  <a:pt x="101" y="22421"/>
                </a:lnTo>
                <a:lnTo>
                  <a:pt x="142" y="22037"/>
                </a:lnTo>
                <a:lnTo>
                  <a:pt x="202" y="21654"/>
                </a:lnTo>
                <a:lnTo>
                  <a:pt x="303" y="21291"/>
                </a:lnTo>
                <a:lnTo>
                  <a:pt x="424" y="20947"/>
                </a:lnTo>
                <a:lnTo>
                  <a:pt x="585" y="20584"/>
                </a:lnTo>
                <a:lnTo>
                  <a:pt x="727" y="20342"/>
                </a:lnTo>
                <a:lnTo>
                  <a:pt x="868" y="20080"/>
                </a:lnTo>
                <a:lnTo>
                  <a:pt x="1029" y="19838"/>
                </a:lnTo>
                <a:lnTo>
                  <a:pt x="1211" y="19616"/>
                </a:lnTo>
                <a:lnTo>
                  <a:pt x="1393" y="19373"/>
                </a:lnTo>
                <a:lnTo>
                  <a:pt x="1574" y="19172"/>
                </a:lnTo>
                <a:lnTo>
                  <a:pt x="1978" y="18768"/>
                </a:lnTo>
                <a:lnTo>
                  <a:pt x="2402" y="18385"/>
                </a:lnTo>
                <a:lnTo>
                  <a:pt x="2825" y="18042"/>
                </a:lnTo>
                <a:lnTo>
                  <a:pt x="3249" y="17739"/>
                </a:lnTo>
                <a:lnTo>
                  <a:pt x="3673" y="17456"/>
                </a:lnTo>
                <a:lnTo>
                  <a:pt x="4561" y="16871"/>
                </a:lnTo>
                <a:lnTo>
                  <a:pt x="5489" y="16306"/>
                </a:lnTo>
                <a:lnTo>
                  <a:pt x="6438" y="15761"/>
                </a:lnTo>
                <a:lnTo>
                  <a:pt x="7366" y="15257"/>
                </a:lnTo>
                <a:lnTo>
                  <a:pt x="7568" y="15136"/>
                </a:lnTo>
                <a:lnTo>
                  <a:pt x="8153" y="14793"/>
                </a:lnTo>
                <a:lnTo>
                  <a:pt x="8758" y="14429"/>
                </a:lnTo>
                <a:lnTo>
                  <a:pt x="9041" y="14228"/>
                </a:lnTo>
                <a:lnTo>
                  <a:pt x="9323" y="14026"/>
                </a:lnTo>
                <a:lnTo>
                  <a:pt x="9606" y="13804"/>
                </a:lnTo>
                <a:lnTo>
                  <a:pt x="9868" y="13541"/>
                </a:lnTo>
                <a:lnTo>
                  <a:pt x="10070" y="13340"/>
                </a:lnTo>
                <a:lnTo>
                  <a:pt x="10232" y="13138"/>
                </a:lnTo>
                <a:lnTo>
                  <a:pt x="10393" y="12916"/>
                </a:lnTo>
                <a:lnTo>
                  <a:pt x="10534" y="12694"/>
                </a:lnTo>
                <a:lnTo>
                  <a:pt x="10675" y="12452"/>
                </a:lnTo>
                <a:lnTo>
                  <a:pt x="10797" y="12210"/>
                </a:lnTo>
                <a:lnTo>
                  <a:pt x="10897" y="11967"/>
                </a:lnTo>
                <a:lnTo>
                  <a:pt x="10978" y="11725"/>
                </a:lnTo>
                <a:lnTo>
                  <a:pt x="11140" y="11221"/>
                </a:lnTo>
                <a:lnTo>
                  <a:pt x="11261" y="10716"/>
                </a:lnTo>
                <a:lnTo>
                  <a:pt x="11362" y="10191"/>
                </a:lnTo>
                <a:lnTo>
                  <a:pt x="11463" y="9647"/>
                </a:lnTo>
                <a:lnTo>
                  <a:pt x="11563" y="8839"/>
                </a:lnTo>
                <a:lnTo>
                  <a:pt x="11664" y="8012"/>
                </a:lnTo>
                <a:lnTo>
                  <a:pt x="11846" y="6599"/>
                </a:lnTo>
                <a:lnTo>
                  <a:pt x="11947" y="5893"/>
                </a:lnTo>
                <a:lnTo>
                  <a:pt x="12088" y="5187"/>
                </a:lnTo>
                <a:lnTo>
                  <a:pt x="12209" y="4682"/>
                </a:lnTo>
                <a:lnTo>
                  <a:pt x="12330" y="4218"/>
                </a:lnTo>
                <a:lnTo>
                  <a:pt x="12472" y="3754"/>
                </a:lnTo>
                <a:lnTo>
                  <a:pt x="12633" y="3330"/>
                </a:lnTo>
                <a:lnTo>
                  <a:pt x="12794" y="2947"/>
                </a:lnTo>
                <a:lnTo>
                  <a:pt x="12976" y="2563"/>
                </a:lnTo>
                <a:lnTo>
                  <a:pt x="13158" y="2220"/>
                </a:lnTo>
                <a:lnTo>
                  <a:pt x="13359" y="1897"/>
                </a:lnTo>
                <a:lnTo>
                  <a:pt x="13561" y="1615"/>
                </a:lnTo>
                <a:lnTo>
                  <a:pt x="13803" y="1332"/>
                </a:lnTo>
                <a:lnTo>
                  <a:pt x="14025" y="1090"/>
                </a:lnTo>
                <a:lnTo>
                  <a:pt x="14288" y="868"/>
                </a:lnTo>
                <a:lnTo>
                  <a:pt x="14550" y="687"/>
                </a:lnTo>
                <a:lnTo>
                  <a:pt x="14812" y="525"/>
                </a:lnTo>
                <a:lnTo>
                  <a:pt x="15115" y="364"/>
                </a:lnTo>
                <a:lnTo>
                  <a:pt x="15418" y="263"/>
                </a:lnTo>
                <a:lnTo>
                  <a:pt x="15721" y="162"/>
                </a:lnTo>
                <a:lnTo>
                  <a:pt x="16043" y="101"/>
                </a:lnTo>
                <a:lnTo>
                  <a:pt x="16366" y="81"/>
                </a:lnTo>
                <a:close/>
                <a:moveTo>
                  <a:pt x="16467" y="1"/>
                </a:moveTo>
                <a:lnTo>
                  <a:pt x="16104" y="21"/>
                </a:lnTo>
                <a:lnTo>
                  <a:pt x="15741" y="81"/>
                </a:lnTo>
                <a:lnTo>
                  <a:pt x="15377" y="182"/>
                </a:lnTo>
                <a:lnTo>
                  <a:pt x="15075" y="303"/>
                </a:lnTo>
                <a:lnTo>
                  <a:pt x="14792" y="445"/>
                </a:lnTo>
                <a:lnTo>
                  <a:pt x="14510" y="606"/>
                </a:lnTo>
                <a:lnTo>
                  <a:pt x="14227" y="808"/>
                </a:lnTo>
                <a:lnTo>
                  <a:pt x="13985" y="1030"/>
                </a:lnTo>
                <a:lnTo>
                  <a:pt x="13743" y="1272"/>
                </a:lnTo>
                <a:lnTo>
                  <a:pt x="13501" y="1554"/>
                </a:lnTo>
                <a:lnTo>
                  <a:pt x="13299" y="1857"/>
                </a:lnTo>
                <a:lnTo>
                  <a:pt x="13097" y="2180"/>
                </a:lnTo>
                <a:lnTo>
                  <a:pt x="12895" y="2523"/>
                </a:lnTo>
                <a:lnTo>
                  <a:pt x="12714" y="2906"/>
                </a:lnTo>
                <a:lnTo>
                  <a:pt x="12552" y="3310"/>
                </a:lnTo>
                <a:lnTo>
                  <a:pt x="12391" y="3734"/>
                </a:lnTo>
                <a:lnTo>
                  <a:pt x="12250" y="4178"/>
                </a:lnTo>
                <a:lnTo>
                  <a:pt x="12128" y="4662"/>
                </a:lnTo>
                <a:lnTo>
                  <a:pt x="12007" y="5187"/>
                </a:lnTo>
                <a:lnTo>
                  <a:pt x="11886" y="5873"/>
                </a:lnTo>
                <a:lnTo>
                  <a:pt x="11765" y="6599"/>
                </a:lnTo>
                <a:lnTo>
                  <a:pt x="11584" y="7992"/>
                </a:lnTo>
                <a:lnTo>
                  <a:pt x="11483" y="8819"/>
                </a:lnTo>
                <a:lnTo>
                  <a:pt x="11382" y="9647"/>
                </a:lnTo>
                <a:lnTo>
                  <a:pt x="11281" y="10171"/>
                </a:lnTo>
                <a:lnTo>
                  <a:pt x="11180" y="10696"/>
                </a:lnTo>
                <a:lnTo>
                  <a:pt x="11059" y="11200"/>
                </a:lnTo>
                <a:lnTo>
                  <a:pt x="10918" y="11705"/>
                </a:lnTo>
                <a:lnTo>
                  <a:pt x="10817" y="11947"/>
                </a:lnTo>
                <a:lnTo>
                  <a:pt x="10716" y="12169"/>
                </a:lnTo>
                <a:lnTo>
                  <a:pt x="10595" y="12411"/>
                </a:lnTo>
                <a:lnTo>
                  <a:pt x="10474" y="12633"/>
                </a:lnTo>
                <a:lnTo>
                  <a:pt x="10332" y="12855"/>
                </a:lnTo>
                <a:lnTo>
                  <a:pt x="10171" y="13077"/>
                </a:lnTo>
                <a:lnTo>
                  <a:pt x="10010" y="13279"/>
                </a:lnTo>
                <a:lnTo>
                  <a:pt x="9808" y="13501"/>
                </a:lnTo>
                <a:lnTo>
                  <a:pt x="9545" y="13743"/>
                </a:lnTo>
                <a:lnTo>
                  <a:pt x="9283" y="13965"/>
                </a:lnTo>
                <a:lnTo>
                  <a:pt x="9001" y="14167"/>
                </a:lnTo>
                <a:lnTo>
                  <a:pt x="8718" y="14369"/>
                </a:lnTo>
                <a:lnTo>
                  <a:pt x="8113" y="14732"/>
                </a:lnTo>
                <a:lnTo>
                  <a:pt x="7527" y="15055"/>
                </a:lnTo>
                <a:lnTo>
                  <a:pt x="7326" y="15176"/>
                </a:lnTo>
                <a:lnTo>
                  <a:pt x="6397" y="15701"/>
                </a:lnTo>
                <a:lnTo>
                  <a:pt x="5449" y="16246"/>
                </a:lnTo>
                <a:lnTo>
                  <a:pt x="4521" y="16790"/>
                </a:lnTo>
                <a:lnTo>
                  <a:pt x="3612" y="17376"/>
                </a:lnTo>
                <a:lnTo>
                  <a:pt x="3209" y="17658"/>
                </a:lnTo>
                <a:lnTo>
                  <a:pt x="2765" y="17981"/>
                </a:lnTo>
                <a:lnTo>
                  <a:pt x="2341" y="18324"/>
                </a:lnTo>
                <a:lnTo>
                  <a:pt x="1917" y="18707"/>
                </a:lnTo>
                <a:lnTo>
                  <a:pt x="1514" y="19111"/>
                </a:lnTo>
                <a:lnTo>
                  <a:pt x="1312" y="19333"/>
                </a:lnTo>
                <a:lnTo>
                  <a:pt x="1130" y="19555"/>
                </a:lnTo>
                <a:lnTo>
                  <a:pt x="969" y="19797"/>
                </a:lnTo>
                <a:lnTo>
                  <a:pt x="807" y="20039"/>
                </a:lnTo>
                <a:lnTo>
                  <a:pt x="646" y="20302"/>
                </a:lnTo>
                <a:lnTo>
                  <a:pt x="505" y="20564"/>
                </a:lnTo>
                <a:lnTo>
                  <a:pt x="364" y="20907"/>
                </a:lnTo>
                <a:lnTo>
                  <a:pt x="222" y="21270"/>
                </a:lnTo>
                <a:lnTo>
                  <a:pt x="142" y="21654"/>
                </a:lnTo>
                <a:lnTo>
                  <a:pt x="61" y="22017"/>
                </a:lnTo>
                <a:lnTo>
                  <a:pt x="20" y="22400"/>
                </a:lnTo>
                <a:lnTo>
                  <a:pt x="0" y="22784"/>
                </a:lnTo>
                <a:lnTo>
                  <a:pt x="20" y="23167"/>
                </a:lnTo>
                <a:lnTo>
                  <a:pt x="61" y="23551"/>
                </a:lnTo>
                <a:lnTo>
                  <a:pt x="142" y="23914"/>
                </a:lnTo>
                <a:lnTo>
                  <a:pt x="242" y="24237"/>
                </a:lnTo>
                <a:lnTo>
                  <a:pt x="364" y="24499"/>
                </a:lnTo>
                <a:lnTo>
                  <a:pt x="505" y="24741"/>
                </a:lnTo>
                <a:lnTo>
                  <a:pt x="666" y="24923"/>
                </a:lnTo>
                <a:lnTo>
                  <a:pt x="848" y="25064"/>
                </a:lnTo>
                <a:lnTo>
                  <a:pt x="1050" y="25205"/>
                </a:lnTo>
                <a:lnTo>
                  <a:pt x="1251" y="25327"/>
                </a:lnTo>
                <a:lnTo>
                  <a:pt x="1494" y="25407"/>
                </a:lnTo>
                <a:lnTo>
                  <a:pt x="1736" y="25468"/>
                </a:lnTo>
                <a:lnTo>
                  <a:pt x="1978" y="25508"/>
                </a:lnTo>
                <a:lnTo>
                  <a:pt x="2260" y="25528"/>
                </a:lnTo>
                <a:lnTo>
                  <a:pt x="2563" y="25508"/>
                </a:lnTo>
                <a:lnTo>
                  <a:pt x="2866" y="25448"/>
                </a:lnTo>
                <a:lnTo>
                  <a:pt x="3169" y="25367"/>
                </a:lnTo>
                <a:lnTo>
                  <a:pt x="3451" y="25286"/>
                </a:lnTo>
                <a:lnTo>
                  <a:pt x="3713" y="25165"/>
                </a:lnTo>
                <a:lnTo>
                  <a:pt x="3976" y="25044"/>
                </a:lnTo>
                <a:lnTo>
                  <a:pt x="4218" y="24903"/>
                </a:lnTo>
                <a:lnTo>
                  <a:pt x="4642" y="24620"/>
                </a:lnTo>
                <a:lnTo>
                  <a:pt x="5106" y="24297"/>
                </a:lnTo>
                <a:lnTo>
                  <a:pt x="5550" y="23954"/>
                </a:lnTo>
                <a:lnTo>
                  <a:pt x="5994" y="23611"/>
                </a:lnTo>
                <a:lnTo>
                  <a:pt x="6418" y="23228"/>
                </a:lnTo>
                <a:lnTo>
                  <a:pt x="7245" y="22461"/>
                </a:lnTo>
                <a:lnTo>
                  <a:pt x="8052" y="21674"/>
                </a:lnTo>
                <a:lnTo>
                  <a:pt x="8859" y="20907"/>
                </a:lnTo>
                <a:lnTo>
                  <a:pt x="9687" y="20140"/>
                </a:lnTo>
                <a:lnTo>
                  <a:pt x="10110" y="19757"/>
                </a:lnTo>
                <a:lnTo>
                  <a:pt x="10554" y="19394"/>
                </a:lnTo>
                <a:lnTo>
                  <a:pt x="10998" y="19051"/>
                </a:lnTo>
                <a:lnTo>
                  <a:pt x="11463" y="18728"/>
                </a:lnTo>
                <a:lnTo>
                  <a:pt x="12128" y="18324"/>
                </a:lnTo>
                <a:lnTo>
                  <a:pt x="12815" y="17941"/>
                </a:lnTo>
                <a:lnTo>
                  <a:pt x="13521" y="17577"/>
                </a:lnTo>
                <a:lnTo>
                  <a:pt x="14207" y="17234"/>
                </a:lnTo>
                <a:lnTo>
                  <a:pt x="15337" y="16669"/>
                </a:lnTo>
                <a:lnTo>
                  <a:pt x="15902" y="16367"/>
                </a:lnTo>
                <a:lnTo>
                  <a:pt x="16447" y="16044"/>
                </a:lnTo>
                <a:lnTo>
                  <a:pt x="16972" y="15721"/>
                </a:lnTo>
                <a:lnTo>
                  <a:pt x="17476" y="15358"/>
                </a:lnTo>
                <a:lnTo>
                  <a:pt x="17981" y="14954"/>
                </a:lnTo>
                <a:lnTo>
                  <a:pt x="18203" y="14752"/>
                </a:lnTo>
                <a:lnTo>
                  <a:pt x="18425" y="14530"/>
                </a:lnTo>
                <a:lnTo>
                  <a:pt x="18667" y="14268"/>
                </a:lnTo>
                <a:lnTo>
                  <a:pt x="18909" y="13985"/>
                </a:lnTo>
                <a:lnTo>
                  <a:pt x="19131" y="13703"/>
                </a:lnTo>
                <a:lnTo>
                  <a:pt x="19333" y="13400"/>
                </a:lnTo>
                <a:lnTo>
                  <a:pt x="19535" y="13077"/>
                </a:lnTo>
                <a:lnTo>
                  <a:pt x="19736" y="12754"/>
                </a:lnTo>
                <a:lnTo>
                  <a:pt x="19918" y="12411"/>
                </a:lnTo>
                <a:lnTo>
                  <a:pt x="20100" y="12048"/>
                </a:lnTo>
                <a:lnTo>
                  <a:pt x="20261" y="11665"/>
                </a:lnTo>
                <a:lnTo>
                  <a:pt x="20402" y="11281"/>
                </a:lnTo>
                <a:lnTo>
                  <a:pt x="20544" y="10878"/>
                </a:lnTo>
                <a:lnTo>
                  <a:pt x="20685" y="10474"/>
                </a:lnTo>
                <a:lnTo>
                  <a:pt x="20806" y="10050"/>
                </a:lnTo>
                <a:lnTo>
                  <a:pt x="20927" y="9606"/>
                </a:lnTo>
                <a:lnTo>
                  <a:pt x="21028" y="9142"/>
                </a:lnTo>
                <a:lnTo>
                  <a:pt x="21109" y="8678"/>
                </a:lnTo>
                <a:lnTo>
                  <a:pt x="21189" y="8214"/>
                </a:lnTo>
                <a:lnTo>
                  <a:pt x="21250" y="7750"/>
                </a:lnTo>
                <a:lnTo>
                  <a:pt x="21310" y="7326"/>
                </a:lnTo>
                <a:lnTo>
                  <a:pt x="21331" y="6882"/>
                </a:lnTo>
                <a:lnTo>
                  <a:pt x="21351" y="6478"/>
                </a:lnTo>
                <a:lnTo>
                  <a:pt x="21351" y="6075"/>
                </a:lnTo>
                <a:lnTo>
                  <a:pt x="21351" y="5671"/>
                </a:lnTo>
                <a:lnTo>
                  <a:pt x="21331" y="5288"/>
                </a:lnTo>
                <a:lnTo>
                  <a:pt x="21270" y="4924"/>
                </a:lnTo>
                <a:lnTo>
                  <a:pt x="21230" y="4561"/>
                </a:lnTo>
                <a:lnTo>
                  <a:pt x="21149" y="4218"/>
                </a:lnTo>
                <a:lnTo>
                  <a:pt x="21068" y="3875"/>
                </a:lnTo>
                <a:lnTo>
                  <a:pt x="20967" y="3532"/>
                </a:lnTo>
                <a:lnTo>
                  <a:pt x="20846" y="3229"/>
                </a:lnTo>
                <a:lnTo>
                  <a:pt x="20705" y="2906"/>
                </a:lnTo>
                <a:lnTo>
                  <a:pt x="20564" y="2624"/>
                </a:lnTo>
                <a:lnTo>
                  <a:pt x="20362" y="2281"/>
                </a:lnTo>
                <a:lnTo>
                  <a:pt x="20140" y="1958"/>
                </a:lnTo>
                <a:lnTo>
                  <a:pt x="19898" y="1655"/>
                </a:lnTo>
                <a:lnTo>
                  <a:pt x="19615" y="1373"/>
                </a:lnTo>
                <a:lnTo>
                  <a:pt x="19333" y="1110"/>
                </a:lnTo>
                <a:lnTo>
                  <a:pt x="19010" y="868"/>
                </a:lnTo>
                <a:lnTo>
                  <a:pt x="18687" y="646"/>
                </a:lnTo>
                <a:lnTo>
                  <a:pt x="18344" y="465"/>
                </a:lnTo>
                <a:lnTo>
                  <a:pt x="17981" y="283"/>
                </a:lnTo>
                <a:lnTo>
                  <a:pt x="17597" y="162"/>
                </a:lnTo>
                <a:lnTo>
                  <a:pt x="17214" y="61"/>
                </a:lnTo>
                <a:lnTo>
                  <a:pt x="16851" y="21"/>
                </a:lnTo>
                <a:lnTo>
                  <a:pt x="16467" y="1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07" name="Google Shape;2507;p31"/>
          <p:cNvSpPr/>
          <p:nvPr/>
        </p:nvSpPr>
        <p:spPr>
          <a:xfrm flipH="1">
            <a:off x="9227894" y="2086954"/>
            <a:ext cx="901508" cy="1104564"/>
          </a:xfrm>
          <a:custGeom>
            <a:rect b="b" l="l" r="r" t="t"/>
            <a:pathLst>
              <a:path extrusionOk="0" h="19757" w="16125">
                <a:moveTo>
                  <a:pt x="13945" y="81"/>
                </a:moveTo>
                <a:lnTo>
                  <a:pt x="14187" y="142"/>
                </a:lnTo>
                <a:lnTo>
                  <a:pt x="14449" y="222"/>
                </a:lnTo>
                <a:lnTo>
                  <a:pt x="14671" y="323"/>
                </a:lnTo>
                <a:lnTo>
                  <a:pt x="14893" y="464"/>
                </a:lnTo>
                <a:lnTo>
                  <a:pt x="15095" y="626"/>
                </a:lnTo>
                <a:lnTo>
                  <a:pt x="15277" y="807"/>
                </a:lnTo>
                <a:lnTo>
                  <a:pt x="15438" y="1009"/>
                </a:lnTo>
                <a:lnTo>
                  <a:pt x="15620" y="1332"/>
                </a:lnTo>
                <a:lnTo>
                  <a:pt x="15761" y="1655"/>
                </a:lnTo>
                <a:lnTo>
                  <a:pt x="15862" y="1998"/>
                </a:lnTo>
                <a:lnTo>
                  <a:pt x="15943" y="2341"/>
                </a:lnTo>
                <a:lnTo>
                  <a:pt x="16003" y="2704"/>
                </a:lnTo>
                <a:lnTo>
                  <a:pt x="16023" y="3068"/>
                </a:lnTo>
                <a:lnTo>
                  <a:pt x="16044" y="3431"/>
                </a:lnTo>
                <a:lnTo>
                  <a:pt x="16044" y="3814"/>
                </a:lnTo>
                <a:lnTo>
                  <a:pt x="16023" y="4319"/>
                </a:lnTo>
                <a:lnTo>
                  <a:pt x="16003" y="4803"/>
                </a:lnTo>
                <a:lnTo>
                  <a:pt x="15963" y="5287"/>
                </a:lnTo>
                <a:lnTo>
                  <a:pt x="15923" y="5731"/>
                </a:lnTo>
                <a:lnTo>
                  <a:pt x="15862" y="6175"/>
                </a:lnTo>
                <a:lnTo>
                  <a:pt x="15781" y="6599"/>
                </a:lnTo>
                <a:lnTo>
                  <a:pt x="15701" y="7003"/>
                </a:lnTo>
                <a:lnTo>
                  <a:pt x="15600" y="7386"/>
                </a:lnTo>
                <a:lnTo>
                  <a:pt x="15479" y="7749"/>
                </a:lnTo>
                <a:lnTo>
                  <a:pt x="15337" y="8113"/>
                </a:lnTo>
                <a:lnTo>
                  <a:pt x="15196" y="8436"/>
                </a:lnTo>
                <a:lnTo>
                  <a:pt x="15055" y="8758"/>
                </a:lnTo>
                <a:lnTo>
                  <a:pt x="14873" y="9081"/>
                </a:lnTo>
                <a:lnTo>
                  <a:pt x="14692" y="9364"/>
                </a:lnTo>
                <a:lnTo>
                  <a:pt x="14490" y="9646"/>
                </a:lnTo>
                <a:lnTo>
                  <a:pt x="14268" y="9909"/>
                </a:lnTo>
                <a:lnTo>
                  <a:pt x="14086" y="10131"/>
                </a:lnTo>
                <a:lnTo>
                  <a:pt x="13884" y="10332"/>
                </a:lnTo>
                <a:lnTo>
                  <a:pt x="13683" y="10514"/>
                </a:lnTo>
                <a:lnTo>
                  <a:pt x="13461" y="10716"/>
                </a:lnTo>
                <a:lnTo>
                  <a:pt x="13017" y="11059"/>
                </a:lnTo>
                <a:lnTo>
                  <a:pt x="12532" y="11362"/>
                </a:lnTo>
                <a:lnTo>
                  <a:pt x="12048" y="11664"/>
                </a:lnTo>
                <a:lnTo>
                  <a:pt x="11543" y="11947"/>
                </a:lnTo>
                <a:lnTo>
                  <a:pt x="10514" y="12451"/>
                </a:lnTo>
                <a:lnTo>
                  <a:pt x="9586" y="12915"/>
                </a:lnTo>
                <a:lnTo>
                  <a:pt x="9122" y="13178"/>
                </a:lnTo>
                <a:lnTo>
                  <a:pt x="8678" y="13420"/>
                </a:lnTo>
                <a:lnTo>
                  <a:pt x="8032" y="13844"/>
                </a:lnTo>
                <a:lnTo>
                  <a:pt x="7427" y="14288"/>
                </a:lnTo>
                <a:lnTo>
                  <a:pt x="6821" y="14752"/>
                </a:lnTo>
                <a:lnTo>
                  <a:pt x="6236" y="15236"/>
                </a:lnTo>
                <a:lnTo>
                  <a:pt x="5671" y="15761"/>
                </a:lnTo>
                <a:lnTo>
                  <a:pt x="5106" y="16265"/>
                </a:lnTo>
                <a:lnTo>
                  <a:pt x="4037" y="17335"/>
                </a:lnTo>
                <a:lnTo>
                  <a:pt x="3350" y="18001"/>
                </a:lnTo>
                <a:lnTo>
                  <a:pt x="2644" y="18667"/>
                </a:lnTo>
                <a:lnTo>
                  <a:pt x="2281" y="18990"/>
                </a:lnTo>
                <a:lnTo>
                  <a:pt x="2099" y="19151"/>
                </a:lnTo>
                <a:lnTo>
                  <a:pt x="1897" y="19292"/>
                </a:lnTo>
                <a:lnTo>
                  <a:pt x="1696" y="19413"/>
                </a:lnTo>
                <a:lnTo>
                  <a:pt x="1474" y="19514"/>
                </a:lnTo>
                <a:lnTo>
                  <a:pt x="1272" y="19595"/>
                </a:lnTo>
                <a:lnTo>
                  <a:pt x="1030" y="19656"/>
                </a:lnTo>
                <a:lnTo>
                  <a:pt x="808" y="19676"/>
                </a:lnTo>
                <a:lnTo>
                  <a:pt x="687" y="19656"/>
                </a:lnTo>
                <a:lnTo>
                  <a:pt x="566" y="19635"/>
                </a:lnTo>
                <a:lnTo>
                  <a:pt x="444" y="19595"/>
                </a:lnTo>
                <a:lnTo>
                  <a:pt x="344" y="19555"/>
                </a:lnTo>
                <a:lnTo>
                  <a:pt x="243" y="19474"/>
                </a:lnTo>
                <a:lnTo>
                  <a:pt x="162" y="19373"/>
                </a:lnTo>
                <a:lnTo>
                  <a:pt x="101" y="19232"/>
                </a:lnTo>
                <a:lnTo>
                  <a:pt x="81" y="19091"/>
                </a:lnTo>
                <a:lnTo>
                  <a:pt x="81" y="18929"/>
                </a:lnTo>
                <a:lnTo>
                  <a:pt x="122" y="18788"/>
                </a:lnTo>
                <a:lnTo>
                  <a:pt x="162" y="18667"/>
                </a:lnTo>
                <a:lnTo>
                  <a:pt x="222" y="18546"/>
                </a:lnTo>
                <a:lnTo>
                  <a:pt x="323" y="18364"/>
                </a:lnTo>
                <a:lnTo>
                  <a:pt x="444" y="18203"/>
                </a:lnTo>
                <a:lnTo>
                  <a:pt x="566" y="18021"/>
                </a:lnTo>
                <a:lnTo>
                  <a:pt x="868" y="17718"/>
                </a:lnTo>
                <a:lnTo>
                  <a:pt x="1171" y="17436"/>
                </a:lnTo>
                <a:lnTo>
                  <a:pt x="1494" y="17173"/>
                </a:lnTo>
                <a:lnTo>
                  <a:pt x="2220" y="16588"/>
                </a:lnTo>
                <a:lnTo>
                  <a:pt x="2987" y="16043"/>
                </a:lnTo>
                <a:lnTo>
                  <a:pt x="3754" y="15499"/>
                </a:lnTo>
                <a:lnTo>
                  <a:pt x="4521" y="14974"/>
                </a:lnTo>
                <a:lnTo>
                  <a:pt x="5308" y="14429"/>
                </a:lnTo>
                <a:lnTo>
                  <a:pt x="6075" y="13884"/>
                </a:lnTo>
                <a:lnTo>
                  <a:pt x="6862" y="13319"/>
                </a:lnTo>
                <a:lnTo>
                  <a:pt x="7608" y="12734"/>
                </a:lnTo>
                <a:lnTo>
                  <a:pt x="8153" y="12270"/>
                </a:lnTo>
                <a:lnTo>
                  <a:pt x="8436" y="12007"/>
                </a:lnTo>
                <a:lnTo>
                  <a:pt x="8718" y="11725"/>
                </a:lnTo>
                <a:lnTo>
                  <a:pt x="9001" y="11422"/>
                </a:lnTo>
                <a:lnTo>
                  <a:pt x="9283" y="11119"/>
                </a:lnTo>
                <a:lnTo>
                  <a:pt x="9546" y="10776"/>
                </a:lnTo>
                <a:lnTo>
                  <a:pt x="9788" y="10413"/>
                </a:lnTo>
                <a:lnTo>
                  <a:pt x="9949" y="10131"/>
                </a:lnTo>
                <a:lnTo>
                  <a:pt x="10111" y="9828"/>
                </a:lnTo>
                <a:lnTo>
                  <a:pt x="10252" y="9525"/>
                </a:lnTo>
                <a:lnTo>
                  <a:pt x="10393" y="9202"/>
                </a:lnTo>
                <a:lnTo>
                  <a:pt x="10494" y="8879"/>
                </a:lnTo>
                <a:lnTo>
                  <a:pt x="10615" y="8557"/>
                </a:lnTo>
                <a:lnTo>
                  <a:pt x="10777" y="7911"/>
                </a:lnTo>
                <a:lnTo>
                  <a:pt x="10938" y="7245"/>
                </a:lnTo>
                <a:lnTo>
                  <a:pt x="11039" y="6559"/>
                </a:lnTo>
                <a:lnTo>
                  <a:pt x="11241" y="5207"/>
                </a:lnTo>
                <a:lnTo>
                  <a:pt x="11342" y="4399"/>
                </a:lnTo>
                <a:lnTo>
                  <a:pt x="11463" y="3612"/>
                </a:lnTo>
                <a:lnTo>
                  <a:pt x="11604" y="2825"/>
                </a:lnTo>
                <a:lnTo>
                  <a:pt x="11685" y="2422"/>
                </a:lnTo>
                <a:lnTo>
                  <a:pt x="11786" y="2038"/>
                </a:lnTo>
                <a:lnTo>
                  <a:pt x="11866" y="1756"/>
                </a:lnTo>
                <a:lnTo>
                  <a:pt x="11987" y="1473"/>
                </a:lnTo>
                <a:lnTo>
                  <a:pt x="12109" y="1171"/>
                </a:lnTo>
                <a:lnTo>
                  <a:pt x="12250" y="888"/>
                </a:lnTo>
                <a:lnTo>
                  <a:pt x="12452" y="626"/>
                </a:lnTo>
                <a:lnTo>
                  <a:pt x="12552" y="525"/>
                </a:lnTo>
                <a:lnTo>
                  <a:pt x="12674" y="404"/>
                </a:lnTo>
                <a:lnTo>
                  <a:pt x="12795" y="323"/>
                </a:lnTo>
                <a:lnTo>
                  <a:pt x="12916" y="242"/>
                </a:lnTo>
                <a:lnTo>
                  <a:pt x="13077" y="182"/>
                </a:lnTo>
                <a:lnTo>
                  <a:pt x="13218" y="121"/>
                </a:lnTo>
                <a:lnTo>
                  <a:pt x="13461" y="81"/>
                </a:lnTo>
                <a:close/>
                <a:moveTo>
                  <a:pt x="13541" y="0"/>
                </a:moveTo>
                <a:lnTo>
                  <a:pt x="13380" y="20"/>
                </a:lnTo>
                <a:lnTo>
                  <a:pt x="13218" y="41"/>
                </a:lnTo>
                <a:lnTo>
                  <a:pt x="13037" y="101"/>
                </a:lnTo>
                <a:lnTo>
                  <a:pt x="12896" y="162"/>
                </a:lnTo>
                <a:lnTo>
                  <a:pt x="12754" y="242"/>
                </a:lnTo>
                <a:lnTo>
                  <a:pt x="12613" y="343"/>
                </a:lnTo>
                <a:lnTo>
                  <a:pt x="12492" y="464"/>
                </a:lnTo>
                <a:lnTo>
                  <a:pt x="12391" y="565"/>
                </a:lnTo>
                <a:lnTo>
                  <a:pt x="12189" y="848"/>
                </a:lnTo>
                <a:lnTo>
                  <a:pt x="12028" y="1130"/>
                </a:lnTo>
                <a:lnTo>
                  <a:pt x="11907" y="1433"/>
                </a:lnTo>
                <a:lnTo>
                  <a:pt x="11806" y="1736"/>
                </a:lnTo>
                <a:lnTo>
                  <a:pt x="11705" y="2018"/>
                </a:lnTo>
                <a:lnTo>
                  <a:pt x="11604" y="2402"/>
                </a:lnTo>
                <a:lnTo>
                  <a:pt x="11523" y="2805"/>
                </a:lnTo>
                <a:lnTo>
                  <a:pt x="11382" y="3592"/>
                </a:lnTo>
                <a:lnTo>
                  <a:pt x="11261" y="4399"/>
                </a:lnTo>
                <a:lnTo>
                  <a:pt x="11160" y="5187"/>
                </a:lnTo>
                <a:lnTo>
                  <a:pt x="10958" y="6539"/>
                </a:lnTo>
                <a:lnTo>
                  <a:pt x="10857" y="7225"/>
                </a:lnTo>
                <a:lnTo>
                  <a:pt x="10716" y="7870"/>
                </a:lnTo>
                <a:lnTo>
                  <a:pt x="10534" y="8536"/>
                </a:lnTo>
                <a:lnTo>
                  <a:pt x="10434" y="8859"/>
                </a:lnTo>
                <a:lnTo>
                  <a:pt x="10313" y="9162"/>
                </a:lnTo>
                <a:lnTo>
                  <a:pt x="10191" y="9485"/>
                </a:lnTo>
                <a:lnTo>
                  <a:pt x="10050" y="9788"/>
                </a:lnTo>
                <a:lnTo>
                  <a:pt x="9889" y="10090"/>
                </a:lnTo>
                <a:lnTo>
                  <a:pt x="9707" y="10373"/>
                </a:lnTo>
                <a:lnTo>
                  <a:pt x="9465" y="10736"/>
                </a:lnTo>
                <a:lnTo>
                  <a:pt x="9223" y="11059"/>
                </a:lnTo>
                <a:lnTo>
                  <a:pt x="8940" y="11382"/>
                </a:lnTo>
                <a:lnTo>
                  <a:pt x="8658" y="11664"/>
                </a:lnTo>
                <a:lnTo>
                  <a:pt x="8375" y="11947"/>
                </a:lnTo>
                <a:lnTo>
                  <a:pt x="8093" y="12209"/>
                </a:lnTo>
                <a:lnTo>
                  <a:pt x="7568" y="12653"/>
                </a:lnTo>
                <a:lnTo>
                  <a:pt x="6801" y="13259"/>
                </a:lnTo>
                <a:lnTo>
                  <a:pt x="6034" y="13824"/>
                </a:lnTo>
                <a:lnTo>
                  <a:pt x="5247" y="14368"/>
                </a:lnTo>
                <a:lnTo>
                  <a:pt x="4480" y="14913"/>
                </a:lnTo>
                <a:lnTo>
                  <a:pt x="3714" y="15438"/>
                </a:lnTo>
                <a:lnTo>
                  <a:pt x="2927" y="15983"/>
                </a:lnTo>
                <a:lnTo>
                  <a:pt x="2180" y="16528"/>
                </a:lnTo>
                <a:lnTo>
                  <a:pt x="1433" y="17113"/>
                </a:lnTo>
                <a:lnTo>
                  <a:pt x="1131" y="17375"/>
                </a:lnTo>
                <a:lnTo>
                  <a:pt x="808" y="17658"/>
                </a:lnTo>
                <a:lnTo>
                  <a:pt x="505" y="17981"/>
                </a:lnTo>
                <a:lnTo>
                  <a:pt x="384" y="18142"/>
                </a:lnTo>
                <a:lnTo>
                  <a:pt x="243" y="18324"/>
                </a:lnTo>
                <a:lnTo>
                  <a:pt x="142" y="18526"/>
                </a:lnTo>
                <a:lnTo>
                  <a:pt x="81" y="18667"/>
                </a:lnTo>
                <a:lnTo>
                  <a:pt x="21" y="18808"/>
                </a:lnTo>
                <a:lnTo>
                  <a:pt x="1" y="18949"/>
                </a:lnTo>
                <a:lnTo>
                  <a:pt x="1" y="19111"/>
                </a:lnTo>
                <a:lnTo>
                  <a:pt x="21" y="19272"/>
                </a:lnTo>
                <a:lnTo>
                  <a:pt x="101" y="19434"/>
                </a:lnTo>
                <a:lnTo>
                  <a:pt x="162" y="19514"/>
                </a:lnTo>
                <a:lnTo>
                  <a:pt x="243" y="19575"/>
                </a:lnTo>
                <a:lnTo>
                  <a:pt x="323" y="19635"/>
                </a:lnTo>
                <a:lnTo>
                  <a:pt x="424" y="19676"/>
                </a:lnTo>
                <a:lnTo>
                  <a:pt x="626" y="19736"/>
                </a:lnTo>
                <a:lnTo>
                  <a:pt x="828" y="19757"/>
                </a:lnTo>
                <a:lnTo>
                  <a:pt x="1050" y="19736"/>
                </a:lnTo>
                <a:lnTo>
                  <a:pt x="1292" y="19676"/>
                </a:lnTo>
                <a:lnTo>
                  <a:pt x="1514" y="19595"/>
                </a:lnTo>
                <a:lnTo>
                  <a:pt x="1736" y="19494"/>
                </a:lnTo>
                <a:lnTo>
                  <a:pt x="1938" y="19353"/>
                </a:lnTo>
                <a:lnTo>
                  <a:pt x="2140" y="19212"/>
                </a:lnTo>
                <a:lnTo>
                  <a:pt x="2341" y="19050"/>
                </a:lnTo>
                <a:lnTo>
                  <a:pt x="2705" y="18727"/>
                </a:lnTo>
                <a:lnTo>
                  <a:pt x="3411" y="18061"/>
                </a:lnTo>
                <a:lnTo>
                  <a:pt x="4077" y="17395"/>
                </a:lnTo>
                <a:lnTo>
                  <a:pt x="5167" y="16326"/>
                </a:lnTo>
                <a:lnTo>
                  <a:pt x="5732" y="15821"/>
                </a:lnTo>
                <a:lnTo>
                  <a:pt x="6297" y="15297"/>
                </a:lnTo>
                <a:lnTo>
                  <a:pt x="6862" y="14812"/>
                </a:lnTo>
                <a:lnTo>
                  <a:pt x="7467" y="14348"/>
                </a:lnTo>
                <a:lnTo>
                  <a:pt x="8093" y="13904"/>
                </a:lnTo>
                <a:lnTo>
                  <a:pt x="8718" y="13501"/>
                </a:lnTo>
                <a:lnTo>
                  <a:pt x="9162" y="13238"/>
                </a:lnTo>
                <a:lnTo>
                  <a:pt x="9626" y="12996"/>
                </a:lnTo>
                <a:lnTo>
                  <a:pt x="10555" y="12532"/>
                </a:lnTo>
                <a:lnTo>
                  <a:pt x="11584" y="12007"/>
                </a:lnTo>
                <a:lnTo>
                  <a:pt x="12088" y="11725"/>
                </a:lnTo>
                <a:lnTo>
                  <a:pt x="12573" y="11442"/>
                </a:lnTo>
                <a:lnTo>
                  <a:pt x="13057" y="11119"/>
                </a:lnTo>
                <a:lnTo>
                  <a:pt x="13521" y="10776"/>
                </a:lnTo>
                <a:lnTo>
                  <a:pt x="13743" y="10575"/>
                </a:lnTo>
                <a:lnTo>
                  <a:pt x="13945" y="10393"/>
                </a:lnTo>
                <a:lnTo>
                  <a:pt x="14147" y="10171"/>
                </a:lnTo>
                <a:lnTo>
                  <a:pt x="14328" y="9969"/>
                </a:lnTo>
                <a:lnTo>
                  <a:pt x="14550" y="9687"/>
                </a:lnTo>
                <a:lnTo>
                  <a:pt x="14752" y="9404"/>
                </a:lnTo>
                <a:lnTo>
                  <a:pt x="14934" y="9122"/>
                </a:lnTo>
                <a:lnTo>
                  <a:pt x="15115" y="8799"/>
                </a:lnTo>
                <a:lnTo>
                  <a:pt x="15277" y="8476"/>
                </a:lnTo>
                <a:lnTo>
                  <a:pt x="15418" y="8133"/>
                </a:lnTo>
                <a:lnTo>
                  <a:pt x="15559" y="7790"/>
                </a:lnTo>
                <a:lnTo>
                  <a:pt x="15660" y="7406"/>
                </a:lnTo>
                <a:lnTo>
                  <a:pt x="15761" y="7023"/>
                </a:lnTo>
                <a:lnTo>
                  <a:pt x="15862" y="6619"/>
                </a:lnTo>
                <a:lnTo>
                  <a:pt x="15943" y="6196"/>
                </a:lnTo>
                <a:lnTo>
                  <a:pt x="16003" y="5752"/>
                </a:lnTo>
                <a:lnTo>
                  <a:pt x="16044" y="5287"/>
                </a:lnTo>
                <a:lnTo>
                  <a:pt x="16084" y="4823"/>
                </a:lnTo>
                <a:lnTo>
                  <a:pt x="16104" y="4319"/>
                </a:lnTo>
                <a:lnTo>
                  <a:pt x="16124" y="3814"/>
                </a:lnTo>
                <a:lnTo>
                  <a:pt x="16124" y="3431"/>
                </a:lnTo>
                <a:lnTo>
                  <a:pt x="16104" y="3068"/>
                </a:lnTo>
                <a:lnTo>
                  <a:pt x="16084" y="2684"/>
                </a:lnTo>
                <a:lnTo>
                  <a:pt x="16023" y="2321"/>
                </a:lnTo>
                <a:lnTo>
                  <a:pt x="15943" y="1958"/>
                </a:lnTo>
                <a:lnTo>
                  <a:pt x="15842" y="1615"/>
                </a:lnTo>
                <a:lnTo>
                  <a:pt x="15701" y="1292"/>
                </a:lnTo>
                <a:lnTo>
                  <a:pt x="15519" y="969"/>
                </a:lnTo>
                <a:lnTo>
                  <a:pt x="15418" y="828"/>
                </a:lnTo>
                <a:lnTo>
                  <a:pt x="15297" y="707"/>
                </a:lnTo>
                <a:lnTo>
                  <a:pt x="15196" y="585"/>
                </a:lnTo>
                <a:lnTo>
                  <a:pt x="15055" y="485"/>
                </a:lnTo>
                <a:lnTo>
                  <a:pt x="14934" y="384"/>
                </a:lnTo>
                <a:lnTo>
                  <a:pt x="14792" y="303"/>
                </a:lnTo>
                <a:lnTo>
                  <a:pt x="14490" y="142"/>
                </a:lnTo>
                <a:lnTo>
                  <a:pt x="14187" y="61"/>
                </a:lnTo>
                <a:lnTo>
                  <a:pt x="14026" y="20"/>
                </a:lnTo>
                <a:lnTo>
                  <a:pt x="13864" y="0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08" name="Google Shape;2508;p31"/>
          <p:cNvSpPr/>
          <p:nvPr/>
        </p:nvSpPr>
        <p:spPr>
          <a:xfrm flipH="1">
            <a:off x="9309141" y="2197481"/>
            <a:ext cx="130935" cy="390458"/>
          </a:xfrm>
          <a:custGeom>
            <a:rect b="b" l="l" r="r" t="t"/>
            <a:pathLst>
              <a:path extrusionOk="0" h="6984" w="2342">
                <a:moveTo>
                  <a:pt x="1494" y="82"/>
                </a:moveTo>
                <a:lnTo>
                  <a:pt x="1615" y="122"/>
                </a:lnTo>
                <a:lnTo>
                  <a:pt x="1716" y="162"/>
                </a:lnTo>
                <a:lnTo>
                  <a:pt x="1817" y="223"/>
                </a:lnTo>
                <a:lnTo>
                  <a:pt x="1897" y="304"/>
                </a:lnTo>
                <a:lnTo>
                  <a:pt x="1978" y="404"/>
                </a:lnTo>
                <a:lnTo>
                  <a:pt x="2039" y="485"/>
                </a:lnTo>
                <a:lnTo>
                  <a:pt x="2099" y="586"/>
                </a:lnTo>
                <a:lnTo>
                  <a:pt x="2160" y="707"/>
                </a:lnTo>
                <a:lnTo>
                  <a:pt x="2200" y="828"/>
                </a:lnTo>
                <a:lnTo>
                  <a:pt x="2240" y="1070"/>
                </a:lnTo>
                <a:lnTo>
                  <a:pt x="2261" y="1333"/>
                </a:lnTo>
                <a:lnTo>
                  <a:pt x="2261" y="1595"/>
                </a:lnTo>
                <a:lnTo>
                  <a:pt x="2240" y="2281"/>
                </a:lnTo>
                <a:lnTo>
                  <a:pt x="2180" y="2967"/>
                </a:lnTo>
                <a:lnTo>
                  <a:pt x="2059" y="3694"/>
                </a:lnTo>
                <a:lnTo>
                  <a:pt x="1897" y="4521"/>
                </a:lnTo>
                <a:lnTo>
                  <a:pt x="1837" y="4763"/>
                </a:lnTo>
                <a:lnTo>
                  <a:pt x="1776" y="5026"/>
                </a:lnTo>
                <a:lnTo>
                  <a:pt x="1675" y="5308"/>
                </a:lnTo>
                <a:lnTo>
                  <a:pt x="1554" y="5591"/>
                </a:lnTo>
                <a:lnTo>
                  <a:pt x="1413" y="5893"/>
                </a:lnTo>
                <a:lnTo>
                  <a:pt x="1231" y="6176"/>
                </a:lnTo>
                <a:lnTo>
                  <a:pt x="1030" y="6459"/>
                </a:lnTo>
                <a:lnTo>
                  <a:pt x="808" y="6741"/>
                </a:lnTo>
                <a:lnTo>
                  <a:pt x="707" y="6822"/>
                </a:lnTo>
                <a:lnTo>
                  <a:pt x="626" y="6862"/>
                </a:lnTo>
                <a:lnTo>
                  <a:pt x="566" y="6902"/>
                </a:lnTo>
                <a:lnTo>
                  <a:pt x="485" y="6882"/>
                </a:lnTo>
                <a:lnTo>
                  <a:pt x="444" y="6862"/>
                </a:lnTo>
                <a:lnTo>
                  <a:pt x="384" y="6822"/>
                </a:lnTo>
                <a:lnTo>
                  <a:pt x="303" y="6701"/>
                </a:lnTo>
                <a:lnTo>
                  <a:pt x="243" y="6539"/>
                </a:lnTo>
                <a:lnTo>
                  <a:pt x="182" y="6317"/>
                </a:lnTo>
                <a:lnTo>
                  <a:pt x="142" y="6055"/>
                </a:lnTo>
                <a:lnTo>
                  <a:pt x="101" y="5752"/>
                </a:lnTo>
                <a:lnTo>
                  <a:pt x="81" y="5086"/>
                </a:lnTo>
                <a:lnTo>
                  <a:pt x="81" y="4602"/>
                </a:lnTo>
                <a:lnTo>
                  <a:pt x="81" y="4097"/>
                </a:lnTo>
                <a:lnTo>
                  <a:pt x="101" y="3976"/>
                </a:lnTo>
                <a:lnTo>
                  <a:pt x="122" y="3310"/>
                </a:lnTo>
                <a:lnTo>
                  <a:pt x="162" y="2685"/>
                </a:lnTo>
                <a:lnTo>
                  <a:pt x="222" y="2100"/>
                </a:lnTo>
                <a:lnTo>
                  <a:pt x="283" y="1535"/>
                </a:lnTo>
                <a:lnTo>
                  <a:pt x="323" y="1353"/>
                </a:lnTo>
                <a:lnTo>
                  <a:pt x="384" y="1131"/>
                </a:lnTo>
                <a:lnTo>
                  <a:pt x="444" y="909"/>
                </a:lnTo>
                <a:lnTo>
                  <a:pt x="545" y="667"/>
                </a:lnTo>
                <a:lnTo>
                  <a:pt x="687" y="465"/>
                </a:lnTo>
                <a:lnTo>
                  <a:pt x="767" y="364"/>
                </a:lnTo>
                <a:lnTo>
                  <a:pt x="848" y="263"/>
                </a:lnTo>
                <a:lnTo>
                  <a:pt x="949" y="203"/>
                </a:lnTo>
                <a:lnTo>
                  <a:pt x="1070" y="142"/>
                </a:lnTo>
                <a:lnTo>
                  <a:pt x="1191" y="102"/>
                </a:lnTo>
                <a:lnTo>
                  <a:pt x="1312" y="82"/>
                </a:lnTo>
                <a:close/>
                <a:moveTo>
                  <a:pt x="1312" y="1"/>
                </a:moveTo>
                <a:lnTo>
                  <a:pt x="1171" y="21"/>
                </a:lnTo>
                <a:lnTo>
                  <a:pt x="1030" y="61"/>
                </a:lnTo>
                <a:lnTo>
                  <a:pt x="868" y="162"/>
                </a:lnTo>
                <a:lnTo>
                  <a:pt x="707" y="304"/>
                </a:lnTo>
                <a:lnTo>
                  <a:pt x="566" y="485"/>
                </a:lnTo>
                <a:lnTo>
                  <a:pt x="485" y="606"/>
                </a:lnTo>
                <a:lnTo>
                  <a:pt x="424" y="748"/>
                </a:lnTo>
                <a:lnTo>
                  <a:pt x="364" y="909"/>
                </a:lnTo>
                <a:lnTo>
                  <a:pt x="303" y="1091"/>
                </a:lnTo>
                <a:lnTo>
                  <a:pt x="263" y="1292"/>
                </a:lnTo>
                <a:lnTo>
                  <a:pt x="222" y="1514"/>
                </a:lnTo>
                <a:lnTo>
                  <a:pt x="142" y="2079"/>
                </a:lnTo>
                <a:lnTo>
                  <a:pt x="81" y="2685"/>
                </a:lnTo>
                <a:lnTo>
                  <a:pt x="41" y="3310"/>
                </a:lnTo>
                <a:lnTo>
                  <a:pt x="21" y="3976"/>
                </a:lnTo>
                <a:lnTo>
                  <a:pt x="1" y="4097"/>
                </a:lnTo>
                <a:lnTo>
                  <a:pt x="1" y="4602"/>
                </a:lnTo>
                <a:lnTo>
                  <a:pt x="1" y="5106"/>
                </a:lnTo>
                <a:lnTo>
                  <a:pt x="21" y="5752"/>
                </a:lnTo>
                <a:lnTo>
                  <a:pt x="61" y="6055"/>
                </a:lnTo>
                <a:lnTo>
                  <a:pt x="101" y="6337"/>
                </a:lnTo>
                <a:lnTo>
                  <a:pt x="142" y="6499"/>
                </a:lnTo>
                <a:lnTo>
                  <a:pt x="202" y="6680"/>
                </a:lnTo>
                <a:lnTo>
                  <a:pt x="263" y="6781"/>
                </a:lnTo>
                <a:lnTo>
                  <a:pt x="303" y="6862"/>
                </a:lnTo>
                <a:lnTo>
                  <a:pt x="384" y="6923"/>
                </a:lnTo>
                <a:lnTo>
                  <a:pt x="465" y="6963"/>
                </a:lnTo>
                <a:lnTo>
                  <a:pt x="525" y="6983"/>
                </a:lnTo>
                <a:lnTo>
                  <a:pt x="606" y="6963"/>
                </a:lnTo>
                <a:lnTo>
                  <a:pt x="687" y="6923"/>
                </a:lnTo>
                <a:lnTo>
                  <a:pt x="767" y="6882"/>
                </a:lnTo>
                <a:lnTo>
                  <a:pt x="868" y="6802"/>
                </a:lnTo>
                <a:lnTo>
                  <a:pt x="1090" y="6519"/>
                </a:lnTo>
                <a:lnTo>
                  <a:pt x="1292" y="6237"/>
                </a:lnTo>
                <a:lnTo>
                  <a:pt x="1474" y="5934"/>
                </a:lnTo>
                <a:lnTo>
                  <a:pt x="1615" y="5631"/>
                </a:lnTo>
                <a:lnTo>
                  <a:pt x="1736" y="5349"/>
                </a:lnTo>
                <a:lnTo>
                  <a:pt x="1837" y="5046"/>
                </a:lnTo>
                <a:lnTo>
                  <a:pt x="1918" y="4784"/>
                </a:lnTo>
                <a:lnTo>
                  <a:pt x="1978" y="4521"/>
                </a:lnTo>
                <a:lnTo>
                  <a:pt x="2140" y="3714"/>
                </a:lnTo>
                <a:lnTo>
                  <a:pt x="2261" y="2967"/>
                </a:lnTo>
                <a:lnTo>
                  <a:pt x="2321" y="2281"/>
                </a:lnTo>
                <a:lnTo>
                  <a:pt x="2341" y="1595"/>
                </a:lnTo>
                <a:lnTo>
                  <a:pt x="2341" y="1333"/>
                </a:lnTo>
                <a:lnTo>
                  <a:pt x="2321" y="1050"/>
                </a:lnTo>
                <a:lnTo>
                  <a:pt x="2261" y="788"/>
                </a:lnTo>
                <a:lnTo>
                  <a:pt x="2220" y="667"/>
                </a:lnTo>
                <a:lnTo>
                  <a:pt x="2180" y="546"/>
                </a:lnTo>
                <a:lnTo>
                  <a:pt x="2119" y="445"/>
                </a:lnTo>
                <a:lnTo>
                  <a:pt x="2039" y="324"/>
                </a:lnTo>
                <a:lnTo>
                  <a:pt x="1938" y="243"/>
                </a:lnTo>
                <a:lnTo>
                  <a:pt x="1837" y="142"/>
                </a:lnTo>
                <a:lnTo>
                  <a:pt x="1716" y="82"/>
                </a:lnTo>
                <a:lnTo>
                  <a:pt x="1595" y="21"/>
                </a:lnTo>
                <a:lnTo>
                  <a:pt x="1453" y="1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09" name="Google Shape;2509;p31"/>
          <p:cNvSpPr/>
          <p:nvPr/>
        </p:nvSpPr>
        <p:spPr>
          <a:xfrm flipH="1">
            <a:off x="9377964" y="2338533"/>
            <a:ext cx="4584" cy="55348"/>
          </a:xfrm>
          <a:custGeom>
            <a:rect b="b" l="l" r="r" t="t"/>
            <a:pathLst>
              <a:path extrusionOk="0" h="990" w="82">
                <a:moveTo>
                  <a:pt x="1" y="0"/>
                </a:moveTo>
                <a:lnTo>
                  <a:pt x="1" y="989"/>
                </a:lnTo>
                <a:lnTo>
                  <a:pt x="81" y="989"/>
                </a:lnTo>
                <a:lnTo>
                  <a:pt x="81" y="0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10" name="Google Shape;2510;p31"/>
          <p:cNvSpPr/>
          <p:nvPr/>
        </p:nvSpPr>
        <p:spPr>
          <a:xfrm flipH="1">
            <a:off x="9352022" y="2363355"/>
            <a:ext cx="55348" cy="4584"/>
          </a:xfrm>
          <a:custGeom>
            <a:rect b="b" l="l" r="r" t="t"/>
            <a:pathLst>
              <a:path extrusionOk="0" h="82" w="990">
                <a:moveTo>
                  <a:pt x="1" y="0"/>
                </a:moveTo>
                <a:lnTo>
                  <a:pt x="1" y="81"/>
                </a:lnTo>
                <a:lnTo>
                  <a:pt x="990" y="81"/>
                </a:lnTo>
                <a:lnTo>
                  <a:pt x="990" y="0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11" name="Google Shape;2511;p31"/>
          <p:cNvSpPr/>
          <p:nvPr/>
        </p:nvSpPr>
        <p:spPr>
          <a:xfrm flipH="1">
            <a:off x="382360" y="1598907"/>
            <a:ext cx="100466" cy="101640"/>
          </a:xfrm>
          <a:custGeom>
            <a:rect b="b" l="l" r="r" t="t"/>
            <a:pathLst>
              <a:path extrusionOk="0" h="1818" w="1797">
                <a:moveTo>
                  <a:pt x="908" y="1"/>
                </a:moveTo>
                <a:lnTo>
                  <a:pt x="727" y="21"/>
                </a:lnTo>
                <a:lnTo>
                  <a:pt x="545" y="82"/>
                </a:lnTo>
                <a:lnTo>
                  <a:pt x="404" y="162"/>
                </a:lnTo>
                <a:lnTo>
                  <a:pt x="262" y="263"/>
                </a:lnTo>
                <a:lnTo>
                  <a:pt x="162" y="405"/>
                </a:lnTo>
                <a:lnTo>
                  <a:pt x="61" y="566"/>
                </a:lnTo>
                <a:lnTo>
                  <a:pt x="20" y="727"/>
                </a:lnTo>
                <a:lnTo>
                  <a:pt x="0" y="909"/>
                </a:lnTo>
                <a:lnTo>
                  <a:pt x="20" y="1091"/>
                </a:lnTo>
                <a:lnTo>
                  <a:pt x="61" y="1252"/>
                </a:lnTo>
                <a:lnTo>
                  <a:pt x="162" y="1414"/>
                </a:lnTo>
                <a:lnTo>
                  <a:pt x="262" y="1535"/>
                </a:lnTo>
                <a:lnTo>
                  <a:pt x="404" y="1656"/>
                </a:lnTo>
                <a:lnTo>
                  <a:pt x="545" y="1736"/>
                </a:lnTo>
                <a:lnTo>
                  <a:pt x="727" y="1797"/>
                </a:lnTo>
                <a:lnTo>
                  <a:pt x="908" y="1817"/>
                </a:lnTo>
                <a:lnTo>
                  <a:pt x="1090" y="1797"/>
                </a:lnTo>
                <a:lnTo>
                  <a:pt x="1251" y="1736"/>
                </a:lnTo>
                <a:lnTo>
                  <a:pt x="1413" y="1656"/>
                </a:lnTo>
                <a:lnTo>
                  <a:pt x="1534" y="1535"/>
                </a:lnTo>
                <a:lnTo>
                  <a:pt x="1655" y="1414"/>
                </a:lnTo>
                <a:lnTo>
                  <a:pt x="1736" y="1252"/>
                </a:lnTo>
                <a:lnTo>
                  <a:pt x="1776" y="1091"/>
                </a:lnTo>
                <a:lnTo>
                  <a:pt x="1796" y="909"/>
                </a:lnTo>
                <a:lnTo>
                  <a:pt x="1776" y="727"/>
                </a:lnTo>
                <a:lnTo>
                  <a:pt x="1736" y="566"/>
                </a:lnTo>
                <a:lnTo>
                  <a:pt x="1655" y="405"/>
                </a:lnTo>
                <a:lnTo>
                  <a:pt x="1534" y="263"/>
                </a:lnTo>
                <a:lnTo>
                  <a:pt x="1413" y="162"/>
                </a:lnTo>
                <a:lnTo>
                  <a:pt x="1251" y="82"/>
                </a:lnTo>
                <a:lnTo>
                  <a:pt x="1090" y="21"/>
                </a:lnTo>
                <a:lnTo>
                  <a:pt x="908" y="1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12" name="Google Shape;2512;p31"/>
          <p:cNvSpPr/>
          <p:nvPr/>
        </p:nvSpPr>
        <p:spPr>
          <a:xfrm flipH="1">
            <a:off x="445365" y="2818107"/>
            <a:ext cx="100466" cy="101640"/>
          </a:xfrm>
          <a:custGeom>
            <a:rect b="b" l="l" r="r" t="t"/>
            <a:pathLst>
              <a:path extrusionOk="0" h="1818" w="1797">
                <a:moveTo>
                  <a:pt x="908" y="1"/>
                </a:moveTo>
                <a:lnTo>
                  <a:pt x="727" y="21"/>
                </a:lnTo>
                <a:lnTo>
                  <a:pt x="545" y="82"/>
                </a:lnTo>
                <a:lnTo>
                  <a:pt x="404" y="162"/>
                </a:lnTo>
                <a:lnTo>
                  <a:pt x="262" y="263"/>
                </a:lnTo>
                <a:lnTo>
                  <a:pt x="162" y="405"/>
                </a:lnTo>
                <a:lnTo>
                  <a:pt x="61" y="566"/>
                </a:lnTo>
                <a:lnTo>
                  <a:pt x="20" y="727"/>
                </a:lnTo>
                <a:lnTo>
                  <a:pt x="0" y="909"/>
                </a:lnTo>
                <a:lnTo>
                  <a:pt x="20" y="1091"/>
                </a:lnTo>
                <a:lnTo>
                  <a:pt x="61" y="1252"/>
                </a:lnTo>
                <a:lnTo>
                  <a:pt x="162" y="1414"/>
                </a:lnTo>
                <a:lnTo>
                  <a:pt x="262" y="1535"/>
                </a:lnTo>
                <a:lnTo>
                  <a:pt x="404" y="1656"/>
                </a:lnTo>
                <a:lnTo>
                  <a:pt x="545" y="1736"/>
                </a:lnTo>
                <a:lnTo>
                  <a:pt x="727" y="1797"/>
                </a:lnTo>
                <a:lnTo>
                  <a:pt x="908" y="1817"/>
                </a:lnTo>
                <a:lnTo>
                  <a:pt x="1090" y="1797"/>
                </a:lnTo>
                <a:lnTo>
                  <a:pt x="1251" y="1736"/>
                </a:lnTo>
                <a:lnTo>
                  <a:pt x="1413" y="1656"/>
                </a:lnTo>
                <a:lnTo>
                  <a:pt x="1534" y="1535"/>
                </a:lnTo>
                <a:lnTo>
                  <a:pt x="1655" y="1414"/>
                </a:lnTo>
                <a:lnTo>
                  <a:pt x="1736" y="1252"/>
                </a:lnTo>
                <a:lnTo>
                  <a:pt x="1776" y="1091"/>
                </a:lnTo>
                <a:lnTo>
                  <a:pt x="1796" y="909"/>
                </a:lnTo>
                <a:lnTo>
                  <a:pt x="1776" y="727"/>
                </a:lnTo>
                <a:lnTo>
                  <a:pt x="1736" y="566"/>
                </a:lnTo>
                <a:lnTo>
                  <a:pt x="1655" y="405"/>
                </a:lnTo>
                <a:lnTo>
                  <a:pt x="1534" y="263"/>
                </a:lnTo>
                <a:lnTo>
                  <a:pt x="1413" y="162"/>
                </a:lnTo>
                <a:lnTo>
                  <a:pt x="1251" y="82"/>
                </a:lnTo>
                <a:lnTo>
                  <a:pt x="1090" y="21"/>
                </a:lnTo>
                <a:lnTo>
                  <a:pt x="908" y="1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13" name="Google Shape;2513;p31"/>
          <p:cNvSpPr/>
          <p:nvPr/>
        </p:nvSpPr>
        <p:spPr>
          <a:xfrm flipH="1">
            <a:off x="445365" y="3884907"/>
            <a:ext cx="100466" cy="101640"/>
          </a:xfrm>
          <a:custGeom>
            <a:rect b="b" l="l" r="r" t="t"/>
            <a:pathLst>
              <a:path extrusionOk="0" h="1818" w="1797">
                <a:moveTo>
                  <a:pt x="908" y="1"/>
                </a:moveTo>
                <a:lnTo>
                  <a:pt x="727" y="21"/>
                </a:lnTo>
                <a:lnTo>
                  <a:pt x="545" y="82"/>
                </a:lnTo>
                <a:lnTo>
                  <a:pt x="404" y="162"/>
                </a:lnTo>
                <a:lnTo>
                  <a:pt x="262" y="263"/>
                </a:lnTo>
                <a:lnTo>
                  <a:pt x="162" y="405"/>
                </a:lnTo>
                <a:lnTo>
                  <a:pt x="61" y="566"/>
                </a:lnTo>
                <a:lnTo>
                  <a:pt x="20" y="727"/>
                </a:lnTo>
                <a:lnTo>
                  <a:pt x="0" y="909"/>
                </a:lnTo>
                <a:lnTo>
                  <a:pt x="20" y="1091"/>
                </a:lnTo>
                <a:lnTo>
                  <a:pt x="61" y="1252"/>
                </a:lnTo>
                <a:lnTo>
                  <a:pt x="162" y="1414"/>
                </a:lnTo>
                <a:lnTo>
                  <a:pt x="262" y="1535"/>
                </a:lnTo>
                <a:lnTo>
                  <a:pt x="404" y="1656"/>
                </a:lnTo>
                <a:lnTo>
                  <a:pt x="545" y="1736"/>
                </a:lnTo>
                <a:lnTo>
                  <a:pt x="727" y="1797"/>
                </a:lnTo>
                <a:lnTo>
                  <a:pt x="908" y="1817"/>
                </a:lnTo>
                <a:lnTo>
                  <a:pt x="1090" y="1797"/>
                </a:lnTo>
                <a:lnTo>
                  <a:pt x="1251" y="1736"/>
                </a:lnTo>
                <a:lnTo>
                  <a:pt x="1413" y="1656"/>
                </a:lnTo>
                <a:lnTo>
                  <a:pt x="1534" y="1535"/>
                </a:lnTo>
                <a:lnTo>
                  <a:pt x="1655" y="1414"/>
                </a:lnTo>
                <a:lnTo>
                  <a:pt x="1736" y="1252"/>
                </a:lnTo>
                <a:lnTo>
                  <a:pt x="1776" y="1091"/>
                </a:lnTo>
                <a:lnTo>
                  <a:pt x="1796" y="909"/>
                </a:lnTo>
                <a:lnTo>
                  <a:pt x="1776" y="727"/>
                </a:lnTo>
                <a:lnTo>
                  <a:pt x="1736" y="566"/>
                </a:lnTo>
                <a:lnTo>
                  <a:pt x="1655" y="405"/>
                </a:lnTo>
                <a:lnTo>
                  <a:pt x="1534" y="263"/>
                </a:lnTo>
                <a:lnTo>
                  <a:pt x="1413" y="162"/>
                </a:lnTo>
                <a:lnTo>
                  <a:pt x="1251" y="82"/>
                </a:lnTo>
                <a:lnTo>
                  <a:pt x="1090" y="21"/>
                </a:lnTo>
                <a:lnTo>
                  <a:pt x="908" y="1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14" name="Google Shape;2514;p31"/>
          <p:cNvSpPr/>
          <p:nvPr/>
        </p:nvSpPr>
        <p:spPr>
          <a:xfrm flipH="1">
            <a:off x="292965" y="4723107"/>
            <a:ext cx="100466" cy="101640"/>
          </a:xfrm>
          <a:custGeom>
            <a:rect b="b" l="l" r="r" t="t"/>
            <a:pathLst>
              <a:path extrusionOk="0" h="1818" w="1797">
                <a:moveTo>
                  <a:pt x="908" y="1"/>
                </a:moveTo>
                <a:lnTo>
                  <a:pt x="727" y="21"/>
                </a:lnTo>
                <a:lnTo>
                  <a:pt x="545" y="82"/>
                </a:lnTo>
                <a:lnTo>
                  <a:pt x="404" y="162"/>
                </a:lnTo>
                <a:lnTo>
                  <a:pt x="262" y="263"/>
                </a:lnTo>
                <a:lnTo>
                  <a:pt x="162" y="405"/>
                </a:lnTo>
                <a:lnTo>
                  <a:pt x="61" y="566"/>
                </a:lnTo>
                <a:lnTo>
                  <a:pt x="20" y="727"/>
                </a:lnTo>
                <a:lnTo>
                  <a:pt x="0" y="909"/>
                </a:lnTo>
                <a:lnTo>
                  <a:pt x="20" y="1091"/>
                </a:lnTo>
                <a:lnTo>
                  <a:pt x="61" y="1252"/>
                </a:lnTo>
                <a:lnTo>
                  <a:pt x="162" y="1414"/>
                </a:lnTo>
                <a:lnTo>
                  <a:pt x="262" y="1535"/>
                </a:lnTo>
                <a:lnTo>
                  <a:pt x="404" y="1656"/>
                </a:lnTo>
                <a:lnTo>
                  <a:pt x="545" y="1736"/>
                </a:lnTo>
                <a:lnTo>
                  <a:pt x="727" y="1797"/>
                </a:lnTo>
                <a:lnTo>
                  <a:pt x="908" y="1817"/>
                </a:lnTo>
                <a:lnTo>
                  <a:pt x="1090" y="1797"/>
                </a:lnTo>
                <a:lnTo>
                  <a:pt x="1251" y="1736"/>
                </a:lnTo>
                <a:lnTo>
                  <a:pt x="1413" y="1656"/>
                </a:lnTo>
                <a:lnTo>
                  <a:pt x="1534" y="1535"/>
                </a:lnTo>
                <a:lnTo>
                  <a:pt x="1655" y="1414"/>
                </a:lnTo>
                <a:lnTo>
                  <a:pt x="1736" y="1252"/>
                </a:lnTo>
                <a:lnTo>
                  <a:pt x="1776" y="1091"/>
                </a:lnTo>
                <a:lnTo>
                  <a:pt x="1796" y="909"/>
                </a:lnTo>
                <a:lnTo>
                  <a:pt x="1776" y="727"/>
                </a:lnTo>
                <a:lnTo>
                  <a:pt x="1736" y="566"/>
                </a:lnTo>
                <a:lnTo>
                  <a:pt x="1655" y="405"/>
                </a:lnTo>
                <a:lnTo>
                  <a:pt x="1534" y="263"/>
                </a:lnTo>
                <a:lnTo>
                  <a:pt x="1413" y="162"/>
                </a:lnTo>
                <a:lnTo>
                  <a:pt x="1251" y="82"/>
                </a:lnTo>
                <a:lnTo>
                  <a:pt x="1090" y="21"/>
                </a:lnTo>
                <a:lnTo>
                  <a:pt x="908" y="1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15" name="Google Shape;2515;p31"/>
          <p:cNvSpPr/>
          <p:nvPr/>
        </p:nvSpPr>
        <p:spPr>
          <a:xfrm flipH="1">
            <a:off x="8751165" y="3553718"/>
            <a:ext cx="100466" cy="101640"/>
          </a:xfrm>
          <a:custGeom>
            <a:rect b="b" l="l" r="r" t="t"/>
            <a:pathLst>
              <a:path extrusionOk="0" h="1818" w="1797">
                <a:moveTo>
                  <a:pt x="908" y="1"/>
                </a:moveTo>
                <a:lnTo>
                  <a:pt x="727" y="21"/>
                </a:lnTo>
                <a:lnTo>
                  <a:pt x="545" y="82"/>
                </a:lnTo>
                <a:lnTo>
                  <a:pt x="404" y="162"/>
                </a:lnTo>
                <a:lnTo>
                  <a:pt x="262" y="263"/>
                </a:lnTo>
                <a:lnTo>
                  <a:pt x="162" y="405"/>
                </a:lnTo>
                <a:lnTo>
                  <a:pt x="61" y="566"/>
                </a:lnTo>
                <a:lnTo>
                  <a:pt x="20" y="727"/>
                </a:lnTo>
                <a:lnTo>
                  <a:pt x="0" y="909"/>
                </a:lnTo>
                <a:lnTo>
                  <a:pt x="20" y="1091"/>
                </a:lnTo>
                <a:lnTo>
                  <a:pt x="61" y="1252"/>
                </a:lnTo>
                <a:lnTo>
                  <a:pt x="162" y="1414"/>
                </a:lnTo>
                <a:lnTo>
                  <a:pt x="262" y="1535"/>
                </a:lnTo>
                <a:lnTo>
                  <a:pt x="404" y="1656"/>
                </a:lnTo>
                <a:lnTo>
                  <a:pt x="545" y="1736"/>
                </a:lnTo>
                <a:lnTo>
                  <a:pt x="727" y="1797"/>
                </a:lnTo>
                <a:lnTo>
                  <a:pt x="908" y="1817"/>
                </a:lnTo>
                <a:lnTo>
                  <a:pt x="1090" y="1797"/>
                </a:lnTo>
                <a:lnTo>
                  <a:pt x="1251" y="1736"/>
                </a:lnTo>
                <a:lnTo>
                  <a:pt x="1413" y="1656"/>
                </a:lnTo>
                <a:lnTo>
                  <a:pt x="1534" y="1535"/>
                </a:lnTo>
                <a:lnTo>
                  <a:pt x="1655" y="1414"/>
                </a:lnTo>
                <a:lnTo>
                  <a:pt x="1736" y="1252"/>
                </a:lnTo>
                <a:lnTo>
                  <a:pt x="1776" y="1091"/>
                </a:lnTo>
                <a:lnTo>
                  <a:pt x="1796" y="909"/>
                </a:lnTo>
                <a:lnTo>
                  <a:pt x="1776" y="727"/>
                </a:lnTo>
                <a:lnTo>
                  <a:pt x="1736" y="566"/>
                </a:lnTo>
                <a:lnTo>
                  <a:pt x="1655" y="405"/>
                </a:lnTo>
                <a:lnTo>
                  <a:pt x="1534" y="263"/>
                </a:lnTo>
                <a:lnTo>
                  <a:pt x="1413" y="162"/>
                </a:lnTo>
                <a:lnTo>
                  <a:pt x="1251" y="82"/>
                </a:lnTo>
                <a:lnTo>
                  <a:pt x="1090" y="21"/>
                </a:lnTo>
                <a:lnTo>
                  <a:pt x="908" y="1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16" name="Google Shape;2516;p31"/>
          <p:cNvSpPr/>
          <p:nvPr/>
        </p:nvSpPr>
        <p:spPr>
          <a:xfrm flipH="1">
            <a:off x="8926986" y="2182118"/>
            <a:ext cx="100466" cy="101640"/>
          </a:xfrm>
          <a:custGeom>
            <a:rect b="b" l="l" r="r" t="t"/>
            <a:pathLst>
              <a:path extrusionOk="0" h="1818" w="1797">
                <a:moveTo>
                  <a:pt x="908" y="1"/>
                </a:moveTo>
                <a:lnTo>
                  <a:pt x="727" y="21"/>
                </a:lnTo>
                <a:lnTo>
                  <a:pt x="545" y="82"/>
                </a:lnTo>
                <a:lnTo>
                  <a:pt x="404" y="162"/>
                </a:lnTo>
                <a:lnTo>
                  <a:pt x="262" y="263"/>
                </a:lnTo>
                <a:lnTo>
                  <a:pt x="162" y="405"/>
                </a:lnTo>
                <a:lnTo>
                  <a:pt x="61" y="566"/>
                </a:lnTo>
                <a:lnTo>
                  <a:pt x="20" y="727"/>
                </a:lnTo>
                <a:lnTo>
                  <a:pt x="0" y="909"/>
                </a:lnTo>
                <a:lnTo>
                  <a:pt x="20" y="1091"/>
                </a:lnTo>
                <a:lnTo>
                  <a:pt x="61" y="1252"/>
                </a:lnTo>
                <a:lnTo>
                  <a:pt x="162" y="1414"/>
                </a:lnTo>
                <a:lnTo>
                  <a:pt x="262" y="1535"/>
                </a:lnTo>
                <a:lnTo>
                  <a:pt x="404" y="1656"/>
                </a:lnTo>
                <a:lnTo>
                  <a:pt x="545" y="1736"/>
                </a:lnTo>
                <a:lnTo>
                  <a:pt x="727" y="1797"/>
                </a:lnTo>
                <a:lnTo>
                  <a:pt x="908" y="1817"/>
                </a:lnTo>
                <a:lnTo>
                  <a:pt x="1090" y="1797"/>
                </a:lnTo>
                <a:lnTo>
                  <a:pt x="1251" y="1736"/>
                </a:lnTo>
                <a:lnTo>
                  <a:pt x="1413" y="1656"/>
                </a:lnTo>
                <a:lnTo>
                  <a:pt x="1534" y="1535"/>
                </a:lnTo>
                <a:lnTo>
                  <a:pt x="1655" y="1414"/>
                </a:lnTo>
                <a:lnTo>
                  <a:pt x="1736" y="1252"/>
                </a:lnTo>
                <a:lnTo>
                  <a:pt x="1776" y="1091"/>
                </a:lnTo>
                <a:lnTo>
                  <a:pt x="1796" y="909"/>
                </a:lnTo>
                <a:lnTo>
                  <a:pt x="1776" y="727"/>
                </a:lnTo>
                <a:lnTo>
                  <a:pt x="1736" y="566"/>
                </a:lnTo>
                <a:lnTo>
                  <a:pt x="1655" y="405"/>
                </a:lnTo>
                <a:lnTo>
                  <a:pt x="1534" y="263"/>
                </a:lnTo>
                <a:lnTo>
                  <a:pt x="1413" y="162"/>
                </a:lnTo>
                <a:lnTo>
                  <a:pt x="1251" y="82"/>
                </a:lnTo>
                <a:lnTo>
                  <a:pt x="1090" y="21"/>
                </a:lnTo>
                <a:lnTo>
                  <a:pt x="908" y="1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1">
  <p:cSld name="CUSTOM_9">
    <p:spTree>
      <p:nvGrpSpPr>
        <p:cNvPr id="2517" name="Shape 25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8" name="Google Shape;2518;p32"/>
          <p:cNvSpPr txBox="1"/>
          <p:nvPr>
            <p:ph type="title"/>
          </p:nvPr>
        </p:nvSpPr>
        <p:spPr>
          <a:xfrm>
            <a:off x="713225" y="530352"/>
            <a:ext cx="7717500" cy="292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Comfortaa Regular"/>
                <a:ea typeface="Comfortaa Regular"/>
                <a:cs typeface="Comfortaa Regular"/>
                <a:sym typeface="Comfortaa Regular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Comfortaa Regular"/>
                <a:ea typeface="Comfortaa Regular"/>
                <a:cs typeface="Comfortaa Regular"/>
                <a:sym typeface="Comfortaa Regular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Comfortaa Regular"/>
                <a:ea typeface="Comfortaa Regular"/>
                <a:cs typeface="Comfortaa Regular"/>
                <a:sym typeface="Comfortaa Regular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Comfortaa Regular"/>
                <a:ea typeface="Comfortaa Regular"/>
                <a:cs typeface="Comfortaa Regular"/>
                <a:sym typeface="Comfortaa Regular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Comfortaa Regular"/>
                <a:ea typeface="Comfortaa Regular"/>
                <a:cs typeface="Comfortaa Regular"/>
                <a:sym typeface="Comfortaa Regular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Comfortaa Regular"/>
                <a:ea typeface="Comfortaa Regular"/>
                <a:cs typeface="Comfortaa Regular"/>
                <a:sym typeface="Comfortaa Regular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Comfortaa Regular"/>
                <a:ea typeface="Comfortaa Regular"/>
                <a:cs typeface="Comfortaa Regular"/>
                <a:sym typeface="Comfortaa Regular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Comfortaa Regular"/>
                <a:ea typeface="Comfortaa Regular"/>
                <a:cs typeface="Comfortaa Regular"/>
                <a:sym typeface="Comfortaa Regular"/>
              </a:defRPr>
            </a:lvl9pPr>
          </a:lstStyle>
          <a:p/>
        </p:txBody>
      </p:sp>
      <p:sp>
        <p:nvSpPr>
          <p:cNvPr id="2519" name="Google Shape;2519;p32"/>
          <p:cNvSpPr/>
          <p:nvPr/>
        </p:nvSpPr>
        <p:spPr>
          <a:xfrm flipH="1" rot="5400000">
            <a:off x="506025" y="-506325"/>
            <a:ext cx="540300" cy="1552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20" name="Google Shape;2520;p32"/>
          <p:cNvSpPr/>
          <p:nvPr/>
        </p:nvSpPr>
        <p:spPr>
          <a:xfrm flipH="1">
            <a:off x="8430900" y="0"/>
            <a:ext cx="7131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21" name="Google Shape;2521;p32"/>
          <p:cNvSpPr/>
          <p:nvPr/>
        </p:nvSpPr>
        <p:spPr>
          <a:xfrm flipH="1">
            <a:off x="8553209" y="3761279"/>
            <a:ext cx="1596439" cy="1802961"/>
          </a:xfrm>
          <a:custGeom>
            <a:rect b="b" l="l" r="r" t="t"/>
            <a:pathLst>
              <a:path extrusionOk="0" h="32249" w="28555">
                <a:moveTo>
                  <a:pt x="20483" y="82"/>
                </a:moveTo>
                <a:lnTo>
                  <a:pt x="20947" y="102"/>
                </a:lnTo>
                <a:lnTo>
                  <a:pt x="21411" y="122"/>
                </a:lnTo>
                <a:lnTo>
                  <a:pt x="21875" y="203"/>
                </a:lnTo>
                <a:lnTo>
                  <a:pt x="22319" y="283"/>
                </a:lnTo>
                <a:lnTo>
                  <a:pt x="22763" y="404"/>
                </a:lnTo>
                <a:lnTo>
                  <a:pt x="23187" y="566"/>
                </a:lnTo>
                <a:lnTo>
                  <a:pt x="23611" y="748"/>
                </a:lnTo>
                <a:lnTo>
                  <a:pt x="23994" y="949"/>
                </a:lnTo>
                <a:lnTo>
                  <a:pt x="24378" y="1191"/>
                </a:lnTo>
                <a:lnTo>
                  <a:pt x="24741" y="1454"/>
                </a:lnTo>
                <a:lnTo>
                  <a:pt x="25124" y="1777"/>
                </a:lnTo>
                <a:lnTo>
                  <a:pt x="25487" y="2140"/>
                </a:lnTo>
                <a:lnTo>
                  <a:pt x="25851" y="2564"/>
                </a:lnTo>
                <a:lnTo>
                  <a:pt x="26174" y="3008"/>
                </a:lnTo>
                <a:lnTo>
                  <a:pt x="26496" y="3492"/>
                </a:lnTo>
                <a:lnTo>
                  <a:pt x="26779" y="4017"/>
                </a:lnTo>
                <a:lnTo>
                  <a:pt x="27062" y="4582"/>
                </a:lnTo>
                <a:lnTo>
                  <a:pt x="27324" y="5187"/>
                </a:lnTo>
                <a:lnTo>
                  <a:pt x="27546" y="5772"/>
                </a:lnTo>
                <a:lnTo>
                  <a:pt x="27748" y="6358"/>
                </a:lnTo>
                <a:lnTo>
                  <a:pt x="27909" y="6943"/>
                </a:lnTo>
                <a:lnTo>
                  <a:pt x="28071" y="7548"/>
                </a:lnTo>
                <a:lnTo>
                  <a:pt x="28192" y="8154"/>
                </a:lnTo>
                <a:lnTo>
                  <a:pt x="28293" y="8739"/>
                </a:lnTo>
                <a:lnTo>
                  <a:pt x="28373" y="9344"/>
                </a:lnTo>
                <a:lnTo>
                  <a:pt x="28434" y="9950"/>
                </a:lnTo>
                <a:lnTo>
                  <a:pt x="28474" y="10555"/>
                </a:lnTo>
                <a:lnTo>
                  <a:pt x="28474" y="11160"/>
                </a:lnTo>
                <a:lnTo>
                  <a:pt x="28474" y="11766"/>
                </a:lnTo>
                <a:lnTo>
                  <a:pt x="28434" y="12371"/>
                </a:lnTo>
                <a:lnTo>
                  <a:pt x="28373" y="12977"/>
                </a:lnTo>
                <a:lnTo>
                  <a:pt x="28272" y="13562"/>
                </a:lnTo>
                <a:lnTo>
                  <a:pt x="28171" y="14167"/>
                </a:lnTo>
                <a:lnTo>
                  <a:pt x="28030" y="14732"/>
                </a:lnTo>
                <a:lnTo>
                  <a:pt x="27869" y="15338"/>
                </a:lnTo>
                <a:lnTo>
                  <a:pt x="27667" y="15923"/>
                </a:lnTo>
                <a:lnTo>
                  <a:pt x="27465" y="16488"/>
                </a:lnTo>
                <a:lnTo>
                  <a:pt x="27223" y="17053"/>
                </a:lnTo>
                <a:lnTo>
                  <a:pt x="26961" y="17618"/>
                </a:lnTo>
                <a:lnTo>
                  <a:pt x="26678" y="18143"/>
                </a:lnTo>
                <a:lnTo>
                  <a:pt x="26355" y="18667"/>
                </a:lnTo>
                <a:lnTo>
                  <a:pt x="26032" y="19192"/>
                </a:lnTo>
                <a:lnTo>
                  <a:pt x="25669" y="19676"/>
                </a:lnTo>
                <a:lnTo>
                  <a:pt x="25306" y="20161"/>
                </a:lnTo>
                <a:lnTo>
                  <a:pt x="24922" y="20625"/>
                </a:lnTo>
                <a:lnTo>
                  <a:pt x="24499" y="21069"/>
                </a:lnTo>
                <a:lnTo>
                  <a:pt x="24075" y="21493"/>
                </a:lnTo>
                <a:lnTo>
                  <a:pt x="23631" y="21896"/>
                </a:lnTo>
                <a:lnTo>
                  <a:pt x="23167" y="22280"/>
                </a:lnTo>
                <a:lnTo>
                  <a:pt x="22703" y="22643"/>
                </a:lnTo>
                <a:lnTo>
                  <a:pt x="22238" y="22946"/>
                </a:lnTo>
                <a:lnTo>
                  <a:pt x="21795" y="23228"/>
                </a:lnTo>
                <a:lnTo>
                  <a:pt x="21310" y="23511"/>
                </a:lnTo>
                <a:lnTo>
                  <a:pt x="20846" y="23773"/>
                </a:lnTo>
                <a:lnTo>
                  <a:pt x="19877" y="24277"/>
                </a:lnTo>
                <a:lnTo>
                  <a:pt x="18909" y="24742"/>
                </a:lnTo>
                <a:lnTo>
                  <a:pt x="17940" y="25226"/>
                </a:lnTo>
                <a:lnTo>
                  <a:pt x="16951" y="25751"/>
                </a:lnTo>
                <a:lnTo>
                  <a:pt x="16467" y="26013"/>
                </a:lnTo>
                <a:lnTo>
                  <a:pt x="15983" y="26296"/>
                </a:lnTo>
                <a:lnTo>
                  <a:pt x="15519" y="26598"/>
                </a:lnTo>
                <a:lnTo>
                  <a:pt x="15075" y="26901"/>
                </a:lnTo>
                <a:lnTo>
                  <a:pt x="14510" y="27325"/>
                </a:lnTo>
                <a:lnTo>
                  <a:pt x="13965" y="27789"/>
                </a:lnTo>
                <a:lnTo>
                  <a:pt x="13420" y="28253"/>
                </a:lnTo>
                <a:lnTo>
                  <a:pt x="12895" y="28717"/>
                </a:lnTo>
                <a:lnTo>
                  <a:pt x="12148" y="29383"/>
                </a:lnTo>
                <a:lnTo>
                  <a:pt x="11402" y="30029"/>
                </a:lnTo>
                <a:lnTo>
                  <a:pt x="10998" y="30332"/>
                </a:lnTo>
                <a:lnTo>
                  <a:pt x="10595" y="30614"/>
                </a:lnTo>
                <a:lnTo>
                  <a:pt x="10171" y="30897"/>
                </a:lnTo>
                <a:lnTo>
                  <a:pt x="9747" y="31159"/>
                </a:lnTo>
                <a:lnTo>
                  <a:pt x="9303" y="31381"/>
                </a:lnTo>
                <a:lnTo>
                  <a:pt x="8839" y="31583"/>
                </a:lnTo>
                <a:lnTo>
                  <a:pt x="8375" y="31764"/>
                </a:lnTo>
                <a:lnTo>
                  <a:pt x="7890" y="31906"/>
                </a:lnTo>
                <a:lnTo>
                  <a:pt x="7406" y="32027"/>
                </a:lnTo>
                <a:lnTo>
                  <a:pt x="6922" y="32107"/>
                </a:lnTo>
                <a:lnTo>
                  <a:pt x="6417" y="32148"/>
                </a:lnTo>
                <a:lnTo>
                  <a:pt x="5933" y="32168"/>
                </a:lnTo>
                <a:lnTo>
                  <a:pt x="5893" y="32168"/>
                </a:lnTo>
                <a:lnTo>
                  <a:pt x="5368" y="32148"/>
                </a:lnTo>
                <a:lnTo>
                  <a:pt x="4843" y="32087"/>
                </a:lnTo>
                <a:lnTo>
                  <a:pt x="4359" y="31986"/>
                </a:lnTo>
                <a:lnTo>
                  <a:pt x="3875" y="31845"/>
                </a:lnTo>
                <a:lnTo>
                  <a:pt x="3431" y="31684"/>
                </a:lnTo>
                <a:lnTo>
                  <a:pt x="2987" y="31462"/>
                </a:lnTo>
                <a:lnTo>
                  <a:pt x="2583" y="31219"/>
                </a:lnTo>
                <a:lnTo>
                  <a:pt x="2200" y="30957"/>
                </a:lnTo>
                <a:lnTo>
                  <a:pt x="1998" y="30775"/>
                </a:lnTo>
                <a:lnTo>
                  <a:pt x="1816" y="30614"/>
                </a:lnTo>
                <a:lnTo>
                  <a:pt x="1635" y="30412"/>
                </a:lnTo>
                <a:lnTo>
                  <a:pt x="1453" y="30231"/>
                </a:lnTo>
                <a:lnTo>
                  <a:pt x="1292" y="30029"/>
                </a:lnTo>
                <a:lnTo>
                  <a:pt x="1150" y="29807"/>
                </a:lnTo>
                <a:lnTo>
                  <a:pt x="1009" y="29585"/>
                </a:lnTo>
                <a:lnTo>
                  <a:pt x="868" y="29363"/>
                </a:lnTo>
                <a:lnTo>
                  <a:pt x="747" y="29121"/>
                </a:lnTo>
                <a:lnTo>
                  <a:pt x="626" y="28879"/>
                </a:lnTo>
                <a:lnTo>
                  <a:pt x="525" y="28616"/>
                </a:lnTo>
                <a:lnTo>
                  <a:pt x="424" y="28354"/>
                </a:lnTo>
                <a:lnTo>
                  <a:pt x="343" y="28092"/>
                </a:lnTo>
                <a:lnTo>
                  <a:pt x="283" y="27829"/>
                </a:lnTo>
                <a:lnTo>
                  <a:pt x="222" y="27547"/>
                </a:lnTo>
                <a:lnTo>
                  <a:pt x="162" y="27264"/>
                </a:lnTo>
                <a:lnTo>
                  <a:pt x="101" y="26719"/>
                </a:lnTo>
                <a:lnTo>
                  <a:pt x="81" y="26154"/>
                </a:lnTo>
                <a:lnTo>
                  <a:pt x="121" y="25609"/>
                </a:lnTo>
                <a:lnTo>
                  <a:pt x="182" y="25065"/>
                </a:lnTo>
                <a:lnTo>
                  <a:pt x="283" y="24520"/>
                </a:lnTo>
                <a:lnTo>
                  <a:pt x="444" y="23995"/>
                </a:lnTo>
                <a:lnTo>
                  <a:pt x="626" y="23490"/>
                </a:lnTo>
                <a:lnTo>
                  <a:pt x="868" y="23006"/>
                </a:lnTo>
                <a:lnTo>
                  <a:pt x="1029" y="22724"/>
                </a:lnTo>
                <a:lnTo>
                  <a:pt x="1191" y="22441"/>
                </a:lnTo>
                <a:lnTo>
                  <a:pt x="1372" y="22179"/>
                </a:lnTo>
                <a:lnTo>
                  <a:pt x="1574" y="21916"/>
                </a:lnTo>
                <a:lnTo>
                  <a:pt x="1776" y="21654"/>
                </a:lnTo>
                <a:lnTo>
                  <a:pt x="1998" y="21392"/>
                </a:lnTo>
                <a:lnTo>
                  <a:pt x="2240" y="21129"/>
                </a:lnTo>
                <a:lnTo>
                  <a:pt x="2482" y="20867"/>
                </a:lnTo>
                <a:lnTo>
                  <a:pt x="3027" y="20383"/>
                </a:lnTo>
                <a:lnTo>
                  <a:pt x="3612" y="19898"/>
                </a:lnTo>
                <a:lnTo>
                  <a:pt x="4258" y="19414"/>
                </a:lnTo>
                <a:lnTo>
                  <a:pt x="4964" y="18970"/>
                </a:lnTo>
                <a:lnTo>
                  <a:pt x="5691" y="18526"/>
                </a:lnTo>
                <a:lnTo>
                  <a:pt x="6438" y="18102"/>
                </a:lnTo>
                <a:lnTo>
                  <a:pt x="7951" y="17336"/>
                </a:lnTo>
                <a:lnTo>
                  <a:pt x="9021" y="16771"/>
                </a:lnTo>
                <a:lnTo>
                  <a:pt x="10110" y="16185"/>
                </a:lnTo>
                <a:lnTo>
                  <a:pt x="10433" y="15983"/>
                </a:lnTo>
                <a:lnTo>
                  <a:pt x="10716" y="15802"/>
                </a:lnTo>
                <a:lnTo>
                  <a:pt x="10978" y="15600"/>
                </a:lnTo>
                <a:lnTo>
                  <a:pt x="11220" y="15398"/>
                </a:lnTo>
                <a:lnTo>
                  <a:pt x="11442" y="15196"/>
                </a:lnTo>
                <a:lnTo>
                  <a:pt x="11644" y="14974"/>
                </a:lnTo>
                <a:lnTo>
                  <a:pt x="11805" y="14752"/>
                </a:lnTo>
                <a:lnTo>
                  <a:pt x="11967" y="14510"/>
                </a:lnTo>
                <a:lnTo>
                  <a:pt x="12088" y="14268"/>
                </a:lnTo>
                <a:lnTo>
                  <a:pt x="12189" y="13986"/>
                </a:lnTo>
                <a:lnTo>
                  <a:pt x="12290" y="13723"/>
                </a:lnTo>
                <a:lnTo>
                  <a:pt x="12350" y="13421"/>
                </a:lnTo>
                <a:lnTo>
                  <a:pt x="12411" y="13098"/>
                </a:lnTo>
                <a:lnTo>
                  <a:pt x="12451" y="12755"/>
                </a:lnTo>
                <a:lnTo>
                  <a:pt x="12471" y="12391"/>
                </a:lnTo>
                <a:lnTo>
                  <a:pt x="12471" y="12008"/>
                </a:lnTo>
                <a:lnTo>
                  <a:pt x="12492" y="11302"/>
                </a:lnTo>
                <a:lnTo>
                  <a:pt x="12512" y="10616"/>
                </a:lnTo>
                <a:lnTo>
                  <a:pt x="12532" y="9950"/>
                </a:lnTo>
                <a:lnTo>
                  <a:pt x="12592" y="9324"/>
                </a:lnTo>
                <a:lnTo>
                  <a:pt x="12653" y="8698"/>
                </a:lnTo>
                <a:lnTo>
                  <a:pt x="12714" y="8113"/>
                </a:lnTo>
                <a:lnTo>
                  <a:pt x="12814" y="7548"/>
                </a:lnTo>
                <a:lnTo>
                  <a:pt x="12915" y="7003"/>
                </a:lnTo>
                <a:lnTo>
                  <a:pt x="13036" y="6479"/>
                </a:lnTo>
                <a:lnTo>
                  <a:pt x="13157" y="5974"/>
                </a:lnTo>
                <a:lnTo>
                  <a:pt x="13299" y="5510"/>
                </a:lnTo>
                <a:lnTo>
                  <a:pt x="13460" y="5046"/>
                </a:lnTo>
                <a:lnTo>
                  <a:pt x="13642" y="4622"/>
                </a:lnTo>
                <a:lnTo>
                  <a:pt x="13823" y="4218"/>
                </a:lnTo>
                <a:lnTo>
                  <a:pt x="14025" y="3835"/>
                </a:lnTo>
                <a:lnTo>
                  <a:pt x="14247" y="3472"/>
                </a:lnTo>
                <a:lnTo>
                  <a:pt x="14429" y="3169"/>
                </a:lnTo>
                <a:lnTo>
                  <a:pt x="14631" y="2887"/>
                </a:lnTo>
                <a:lnTo>
                  <a:pt x="14853" y="2644"/>
                </a:lnTo>
                <a:lnTo>
                  <a:pt x="15054" y="2402"/>
                </a:lnTo>
                <a:lnTo>
                  <a:pt x="15276" y="2180"/>
                </a:lnTo>
                <a:lnTo>
                  <a:pt x="15498" y="1979"/>
                </a:lnTo>
                <a:lnTo>
                  <a:pt x="15700" y="1797"/>
                </a:lnTo>
                <a:lnTo>
                  <a:pt x="15942" y="1635"/>
                </a:lnTo>
                <a:lnTo>
                  <a:pt x="16386" y="1333"/>
                </a:lnTo>
                <a:lnTo>
                  <a:pt x="16830" y="1091"/>
                </a:lnTo>
                <a:lnTo>
                  <a:pt x="17274" y="869"/>
                </a:lnTo>
                <a:lnTo>
                  <a:pt x="17698" y="667"/>
                </a:lnTo>
                <a:lnTo>
                  <a:pt x="18142" y="505"/>
                </a:lnTo>
                <a:lnTo>
                  <a:pt x="18606" y="364"/>
                </a:lnTo>
                <a:lnTo>
                  <a:pt x="19070" y="243"/>
                </a:lnTo>
                <a:lnTo>
                  <a:pt x="19534" y="162"/>
                </a:lnTo>
                <a:lnTo>
                  <a:pt x="19999" y="102"/>
                </a:lnTo>
                <a:lnTo>
                  <a:pt x="20483" y="82"/>
                </a:lnTo>
                <a:close/>
                <a:moveTo>
                  <a:pt x="20483" y="1"/>
                </a:moveTo>
                <a:lnTo>
                  <a:pt x="19999" y="21"/>
                </a:lnTo>
                <a:lnTo>
                  <a:pt x="19534" y="82"/>
                </a:lnTo>
                <a:lnTo>
                  <a:pt x="19050" y="162"/>
                </a:lnTo>
                <a:lnTo>
                  <a:pt x="18586" y="283"/>
                </a:lnTo>
                <a:lnTo>
                  <a:pt x="18122" y="425"/>
                </a:lnTo>
                <a:lnTo>
                  <a:pt x="17678" y="606"/>
                </a:lnTo>
                <a:lnTo>
                  <a:pt x="17214" y="808"/>
                </a:lnTo>
                <a:lnTo>
                  <a:pt x="16750" y="1050"/>
                </a:lnTo>
                <a:lnTo>
                  <a:pt x="16285" y="1313"/>
                </a:lnTo>
                <a:lnTo>
                  <a:pt x="15841" y="1615"/>
                </a:lnTo>
                <a:lnTo>
                  <a:pt x="15619" y="1777"/>
                </a:lnTo>
                <a:lnTo>
                  <a:pt x="15397" y="1979"/>
                </a:lnTo>
                <a:lnTo>
                  <a:pt x="15175" y="2180"/>
                </a:lnTo>
                <a:lnTo>
                  <a:pt x="14974" y="2382"/>
                </a:lnTo>
                <a:lnTo>
                  <a:pt x="14752" y="2624"/>
                </a:lnTo>
                <a:lnTo>
                  <a:pt x="14550" y="2866"/>
                </a:lnTo>
                <a:lnTo>
                  <a:pt x="14368" y="3129"/>
                </a:lnTo>
                <a:lnTo>
                  <a:pt x="14166" y="3411"/>
                </a:lnTo>
                <a:lnTo>
                  <a:pt x="13944" y="3795"/>
                </a:lnTo>
                <a:lnTo>
                  <a:pt x="13743" y="4178"/>
                </a:lnTo>
                <a:lnTo>
                  <a:pt x="13561" y="4582"/>
                </a:lnTo>
                <a:lnTo>
                  <a:pt x="13400" y="5026"/>
                </a:lnTo>
                <a:lnTo>
                  <a:pt x="13238" y="5470"/>
                </a:lnTo>
                <a:lnTo>
                  <a:pt x="13077" y="5954"/>
                </a:lnTo>
                <a:lnTo>
                  <a:pt x="12956" y="6458"/>
                </a:lnTo>
                <a:lnTo>
                  <a:pt x="12835" y="6983"/>
                </a:lnTo>
                <a:lnTo>
                  <a:pt x="12734" y="7528"/>
                </a:lnTo>
                <a:lnTo>
                  <a:pt x="12653" y="8093"/>
                </a:lnTo>
                <a:lnTo>
                  <a:pt x="12572" y="8678"/>
                </a:lnTo>
                <a:lnTo>
                  <a:pt x="12512" y="9304"/>
                </a:lnTo>
                <a:lnTo>
                  <a:pt x="12451" y="9950"/>
                </a:lnTo>
                <a:lnTo>
                  <a:pt x="12431" y="10616"/>
                </a:lnTo>
                <a:lnTo>
                  <a:pt x="12411" y="11302"/>
                </a:lnTo>
                <a:lnTo>
                  <a:pt x="12391" y="12008"/>
                </a:lnTo>
                <a:lnTo>
                  <a:pt x="12391" y="12391"/>
                </a:lnTo>
                <a:lnTo>
                  <a:pt x="12370" y="12755"/>
                </a:lnTo>
                <a:lnTo>
                  <a:pt x="12330" y="13078"/>
                </a:lnTo>
                <a:lnTo>
                  <a:pt x="12270" y="13400"/>
                </a:lnTo>
                <a:lnTo>
                  <a:pt x="12209" y="13683"/>
                </a:lnTo>
                <a:lnTo>
                  <a:pt x="12128" y="13965"/>
                </a:lnTo>
                <a:lnTo>
                  <a:pt x="12007" y="14228"/>
                </a:lnTo>
                <a:lnTo>
                  <a:pt x="11886" y="14470"/>
                </a:lnTo>
                <a:lnTo>
                  <a:pt x="11745" y="14712"/>
                </a:lnTo>
                <a:lnTo>
                  <a:pt x="11563" y="14934"/>
                </a:lnTo>
                <a:lnTo>
                  <a:pt x="11382" y="15136"/>
                </a:lnTo>
                <a:lnTo>
                  <a:pt x="11160" y="15338"/>
                </a:lnTo>
                <a:lnTo>
                  <a:pt x="10938" y="15540"/>
                </a:lnTo>
                <a:lnTo>
                  <a:pt x="10675" y="15741"/>
                </a:lnTo>
                <a:lnTo>
                  <a:pt x="10373" y="15923"/>
                </a:lnTo>
                <a:lnTo>
                  <a:pt x="10070" y="16105"/>
                </a:lnTo>
                <a:lnTo>
                  <a:pt x="8980" y="16690"/>
                </a:lnTo>
                <a:lnTo>
                  <a:pt x="7911" y="17255"/>
                </a:lnTo>
                <a:lnTo>
                  <a:pt x="6397" y="18042"/>
                </a:lnTo>
                <a:lnTo>
                  <a:pt x="5651" y="18466"/>
                </a:lnTo>
                <a:lnTo>
                  <a:pt x="4924" y="18889"/>
                </a:lnTo>
                <a:lnTo>
                  <a:pt x="4218" y="19354"/>
                </a:lnTo>
                <a:lnTo>
                  <a:pt x="3552" y="19838"/>
                </a:lnTo>
                <a:lnTo>
                  <a:pt x="2967" y="20322"/>
                </a:lnTo>
                <a:lnTo>
                  <a:pt x="2422" y="20827"/>
                </a:lnTo>
                <a:lnTo>
                  <a:pt x="2180" y="21069"/>
                </a:lnTo>
                <a:lnTo>
                  <a:pt x="1937" y="21331"/>
                </a:lnTo>
                <a:lnTo>
                  <a:pt x="1715" y="21594"/>
                </a:lnTo>
                <a:lnTo>
                  <a:pt x="1514" y="21856"/>
                </a:lnTo>
                <a:lnTo>
                  <a:pt x="1312" y="22138"/>
                </a:lnTo>
                <a:lnTo>
                  <a:pt x="1130" y="22401"/>
                </a:lnTo>
                <a:lnTo>
                  <a:pt x="949" y="22683"/>
                </a:lnTo>
                <a:lnTo>
                  <a:pt x="807" y="22966"/>
                </a:lnTo>
                <a:lnTo>
                  <a:pt x="565" y="23450"/>
                </a:lnTo>
                <a:lnTo>
                  <a:pt x="363" y="23975"/>
                </a:lnTo>
                <a:lnTo>
                  <a:pt x="222" y="24499"/>
                </a:lnTo>
                <a:lnTo>
                  <a:pt x="101" y="25044"/>
                </a:lnTo>
                <a:lnTo>
                  <a:pt x="40" y="25589"/>
                </a:lnTo>
                <a:lnTo>
                  <a:pt x="0" y="26154"/>
                </a:lnTo>
                <a:lnTo>
                  <a:pt x="20" y="26719"/>
                </a:lnTo>
                <a:lnTo>
                  <a:pt x="81" y="27284"/>
                </a:lnTo>
                <a:lnTo>
                  <a:pt x="141" y="27567"/>
                </a:lnTo>
                <a:lnTo>
                  <a:pt x="202" y="27849"/>
                </a:lnTo>
                <a:lnTo>
                  <a:pt x="262" y="28112"/>
                </a:lnTo>
                <a:lnTo>
                  <a:pt x="363" y="28394"/>
                </a:lnTo>
                <a:lnTo>
                  <a:pt x="444" y="28657"/>
                </a:lnTo>
                <a:lnTo>
                  <a:pt x="545" y="28899"/>
                </a:lnTo>
                <a:lnTo>
                  <a:pt x="666" y="29161"/>
                </a:lnTo>
                <a:lnTo>
                  <a:pt x="787" y="29403"/>
                </a:lnTo>
                <a:lnTo>
                  <a:pt x="928" y="29625"/>
                </a:lnTo>
                <a:lnTo>
                  <a:pt x="1070" y="29847"/>
                </a:lnTo>
                <a:lnTo>
                  <a:pt x="1231" y="30069"/>
                </a:lnTo>
                <a:lnTo>
                  <a:pt x="1393" y="30271"/>
                </a:lnTo>
                <a:lnTo>
                  <a:pt x="1574" y="30473"/>
                </a:lnTo>
                <a:lnTo>
                  <a:pt x="1756" y="30654"/>
                </a:lnTo>
                <a:lnTo>
                  <a:pt x="1958" y="30836"/>
                </a:lnTo>
                <a:lnTo>
                  <a:pt x="2159" y="31018"/>
                </a:lnTo>
                <a:lnTo>
                  <a:pt x="2543" y="31300"/>
                </a:lnTo>
                <a:lnTo>
                  <a:pt x="2967" y="31542"/>
                </a:lnTo>
                <a:lnTo>
                  <a:pt x="3390" y="31744"/>
                </a:lnTo>
                <a:lnTo>
                  <a:pt x="3854" y="31926"/>
                </a:lnTo>
                <a:lnTo>
                  <a:pt x="4339" y="32067"/>
                </a:lnTo>
                <a:lnTo>
                  <a:pt x="4843" y="32168"/>
                </a:lnTo>
                <a:lnTo>
                  <a:pt x="5348" y="32228"/>
                </a:lnTo>
                <a:lnTo>
                  <a:pt x="5893" y="32249"/>
                </a:lnTo>
                <a:lnTo>
                  <a:pt x="5933" y="32249"/>
                </a:lnTo>
                <a:lnTo>
                  <a:pt x="6438" y="32228"/>
                </a:lnTo>
                <a:lnTo>
                  <a:pt x="6922" y="32188"/>
                </a:lnTo>
                <a:lnTo>
                  <a:pt x="7426" y="32107"/>
                </a:lnTo>
                <a:lnTo>
                  <a:pt x="7911" y="31986"/>
                </a:lnTo>
                <a:lnTo>
                  <a:pt x="8395" y="31845"/>
                </a:lnTo>
                <a:lnTo>
                  <a:pt x="8879" y="31663"/>
                </a:lnTo>
                <a:lnTo>
                  <a:pt x="9343" y="31462"/>
                </a:lnTo>
                <a:lnTo>
                  <a:pt x="9787" y="31219"/>
                </a:lnTo>
                <a:lnTo>
                  <a:pt x="10211" y="30977"/>
                </a:lnTo>
                <a:lnTo>
                  <a:pt x="10635" y="30695"/>
                </a:lnTo>
                <a:lnTo>
                  <a:pt x="11039" y="30392"/>
                </a:lnTo>
                <a:lnTo>
                  <a:pt x="11442" y="30089"/>
                </a:lnTo>
                <a:lnTo>
                  <a:pt x="12209" y="29444"/>
                </a:lnTo>
                <a:lnTo>
                  <a:pt x="12956" y="28778"/>
                </a:lnTo>
                <a:lnTo>
                  <a:pt x="13480" y="28314"/>
                </a:lnTo>
                <a:lnTo>
                  <a:pt x="14005" y="27849"/>
                </a:lnTo>
                <a:lnTo>
                  <a:pt x="14550" y="27405"/>
                </a:lnTo>
                <a:lnTo>
                  <a:pt x="15115" y="26961"/>
                </a:lnTo>
                <a:lnTo>
                  <a:pt x="15559" y="26659"/>
                </a:lnTo>
                <a:lnTo>
                  <a:pt x="16023" y="26356"/>
                </a:lnTo>
                <a:lnTo>
                  <a:pt x="16507" y="26074"/>
                </a:lnTo>
                <a:lnTo>
                  <a:pt x="16992" y="25811"/>
                </a:lnTo>
                <a:lnTo>
                  <a:pt x="17960" y="25307"/>
                </a:lnTo>
                <a:lnTo>
                  <a:pt x="18949" y="24822"/>
                </a:lnTo>
                <a:lnTo>
                  <a:pt x="19918" y="24338"/>
                </a:lnTo>
                <a:lnTo>
                  <a:pt x="20886" y="23834"/>
                </a:lnTo>
                <a:lnTo>
                  <a:pt x="21351" y="23571"/>
                </a:lnTo>
                <a:lnTo>
                  <a:pt x="21835" y="23309"/>
                </a:lnTo>
                <a:lnTo>
                  <a:pt x="22299" y="23006"/>
                </a:lnTo>
                <a:lnTo>
                  <a:pt x="22743" y="22703"/>
                </a:lnTo>
                <a:lnTo>
                  <a:pt x="23227" y="22340"/>
                </a:lnTo>
                <a:lnTo>
                  <a:pt x="23691" y="21957"/>
                </a:lnTo>
                <a:lnTo>
                  <a:pt x="24135" y="21553"/>
                </a:lnTo>
                <a:lnTo>
                  <a:pt x="24559" y="21129"/>
                </a:lnTo>
                <a:lnTo>
                  <a:pt x="24983" y="20685"/>
                </a:lnTo>
                <a:lnTo>
                  <a:pt x="25366" y="20221"/>
                </a:lnTo>
                <a:lnTo>
                  <a:pt x="25750" y="19737"/>
                </a:lnTo>
                <a:lnTo>
                  <a:pt x="26093" y="19232"/>
                </a:lnTo>
                <a:lnTo>
                  <a:pt x="26436" y="18728"/>
                </a:lnTo>
                <a:lnTo>
                  <a:pt x="26739" y="18183"/>
                </a:lnTo>
                <a:lnTo>
                  <a:pt x="27021" y="17638"/>
                </a:lnTo>
                <a:lnTo>
                  <a:pt x="27304" y="17093"/>
                </a:lnTo>
                <a:lnTo>
                  <a:pt x="27546" y="16528"/>
                </a:lnTo>
                <a:lnTo>
                  <a:pt x="27748" y="15943"/>
                </a:lnTo>
                <a:lnTo>
                  <a:pt x="27949" y="15358"/>
                </a:lnTo>
                <a:lnTo>
                  <a:pt x="28111" y="14752"/>
                </a:lnTo>
                <a:lnTo>
                  <a:pt x="28252" y="14167"/>
                </a:lnTo>
                <a:lnTo>
                  <a:pt x="28353" y="13582"/>
                </a:lnTo>
                <a:lnTo>
                  <a:pt x="28454" y="12977"/>
                </a:lnTo>
                <a:lnTo>
                  <a:pt x="28514" y="12391"/>
                </a:lnTo>
                <a:lnTo>
                  <a:pt x="28555" y="11786"/>
                </a:lnTo>
                <a:lnTo>
                  <a:pt x="28555" y="11181"/>
                </a:lnTo>
                <a:lnTo>
                  <a:pt x="28555" y="10555"/>
                </a:lnTo>
                <a:lnTo>
                  <a:pt x="28514" y="9950"/>
                </a:lnTo>
                <a:lnTo>
                  <a:pt x="28454" y="9344"/>
                </a:lnTo>
                <a:lnTo>
                  <a:pt x="28373" y="8739"/>
                </a:lnTo>
                <a:lnTo>
                  <a:pt x="28272" y="8133"/>
                </a:lnTo>
                <a:lnTo>
                  <a:pt x="28151" y="7528"/>
                </a:lnTo>
                <a:lnTo>
                  <a:pt x="27990" y="6923"/>
                </a:lnTo>
                <a:lnTo>
                  <a:pt x="27828" y="6337"/>
                </a:lnTo>
                <a:lnTo>
                  <a:pt x="27627" y="5752"/>
                </a:lnTo>
                <a:lnTo>
                  <a:pt x="27405" y="5167"/>
                </a:lnTo>
                <a:lnTo>
                  <a:pt x="27142" y="4541"/>
                </a:lnTo>
                <a:lnTo>
                  <a:pt x="26860" y="3976"/>
                </a:lnTo>
                <a:lnTo>
                  <a:pt x="26557" y="3452"/>
                </a:lnTo>
                <a:lnTo>
                  <a:pt x="26234" y="2947"/>
                </a:lnTo>
                <a:lnTo>
                  <a:pt x="25911" y="2503"/>
                </a:lnTo>
                <a:lnTo>
                  <a:pt x="25548" y="2100"/>
                </a:lnTo>
                <a:lnTo>
                  <a:pt x="25185" y="1716"/>
                </a:lnTo>
                <a:lnTo>
                  <a:pt x="24801" y="1393"/>
                </a:lnTo>
                <a:lnTo>
                  <a:pt x="24438" y="1111"/>
                </a:lnTo>
                <a:lnTo>
                  <a:pt x="24055" y="889"/>
                </a:lnTo>
                <a:lnTo>
                  <a:pt x="23651" y="667"/>
                </a:lnTo>
                <a:lnTo>
                  <a:pt x="23227" y="485"/>
                </a:lnTo>
                <a:lnTo>
                  <a:pt x="22783" y="344"/>
                </a:lnTo>
                <a:lnTo>
                  <a:pt x="22339" y="223"/>
                </a:lnTo>
                <a:lnTo>
                  <a:pt x="21895" y="122"/>
                </a:lnTo>
                <a:lnTo>
                  <a:pt x="21411" y="61"/>
                </a:lnTo>
                <a:lnTo>
                  <a:pt x="20947" y="21"/>
                </a:lnTo>
                <a:lnTo>
                  <a:pt x="20483" y="1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22" name="Google Shape;2522;p32"/>
          <p:cNvSpPr/>
          <p:nvPr/>
        </p:nvSpPr>
        <p:spPr>
          <a:xfrm flipH="1">
            <a:off x="8672797" y="3848158"/>
            <a:ext cx="1395619" cy="1650669"/>
          </a:xfrm>
          <a:custGeom>
            <a:rect b="b" l="l" r="r" t="t"/>
            <a:pathLst>
              <a:path extrusionOk="0" h="29525" w="24963">
                <a:moveTo>
                  <a:pt x="18727" y="81"/>
                </a:moveTo>
                <a:lnTo>
                  <a:pt x="19211" y="102"/>
                </a:lnTo>
                <a:lnTo>
                  <a:pt x="19514" y="142"/>
                </a:lnTo>
                <a:lnTo>
                  <a:pt x="19837" y="223"/>
                </a:lnTo>
                <a:lnTo>
                  <a:pt x="20140" y="303"/>
                </a:lnTo>
                <a:lnTo>
                  <a:pt x="20442" y="404"/>
                </a:lnTo>
                <a:lnTo>
                  <a:pt x="20745" y="525"/>
                </a:lnTo>
                <a:lnTo>
                  <a:pt x="21048" y="667"/>
                </a:lnTo>
                <a:lnTo>
                  <a:pt x="21330" y="828"/>
                </a:lnTo>
                <a:lnTo>
                  <a:pt x="21613" y="1010"/>
                </a:lnTo>
                <a:lnTo>
                  <a:pt x="21895" y="1212"/>
                </a:lnTo>
                <a:lnTo>
                  <a:pt x="22158" y="1413"/>
                </a:lnTo>
                <a:lnTo>
                  <a:pt x="22420" y="1655"/>
                </a:lnTo>
                <a:lnTo>
                  <a:pt x="22662" y="1898"/>
                </a:lnTo>
                <a:lnTo>
                  <a:pt x="22904" y="2160"/>
                </a:lnTo>
                <a:lnTo>
                  <a:pt x="23126" y="2443"/>
                </a:lnTo>
                <a:lnTo>
                  <a:pt x="23328" y="2725"/>
                </a:lnTo>
                <a:lnTo>
                  <a:pt x="23530" y="3028"/>
                </a:lnTo>
                <a:lnTo>
                  <a:pt x="23691" y="3290"/>
                </a:lnTo>
                <a:lnTo>
                  <a:pt x="23833" y="3573"/>
                </a:lnTo>
                <a:lnTo>
                  <a:pt x="24095" y="4138"/>
                </a:lnTo>
                <a:lnTo>
                  <a:pt x="24317" y="4723"/>
                </a:lnTo>
                <a:lnTo>
                  <a:pt x="24499" y="5369"/>
                </a:lnTo>
                <a:lnTo>
                  <a:pt x="24660" y="6035"/>
                </a:lnTo>
                <a:lnTo>
                  <a:pt x="24761" y="6721"/>
                </a:lnTo>
                <a:lnTo>
                  <a:pt x="24842" y="7467"/>
                </a:lnTo>
                <a:lnTo>
                  <a:pt x="24882" y="8214"/>
                </a:lnTo>
                <a:lnTo>
                  <a:pt x="24882" y="8880"/>
                </a:lnTo>
                <a:lnTo>
                  <a:pt x="24862" y="9546"/>
                </a:lnTo>
                <a:lnTo>
                  <a:pt x="24822" y="10232"/>
                </a:lnTo>
                <a:lnTo>
                  <a:pt x="24761" y="10938"/>
                </a:lnTo>
                <a:lnTo>
                  <a:pt x="24660" y="11665"/>
                </a:lnTo>
                <a:lnTo>
                  <a:pt x="24539" y="12411"/>
                </a:lnTo>
                <a:lnTo>
                  <a:pt x="24398" y="13178"/>
                </a:lnTo>
                <a:lnTo>
                  <a:pt x="24216" y="13986"/>
                </a:lnTo>
                <a:lnTo>
                  <a:pt x="23994" y="14853"/>
                </a:lnTo>
                <a:lnTo>
                  <a:pt x="23873" y="15297"/>
                </a:lnTo>
                <a:lnTo>
                  <a:pt x="23732" y="15721"/>
                </a:lnTo>
                <a:lnTo>
                  <a:pt x="23570" y="16145"/>
                </a:lnTo>
                <a:lnTo>
                  <a:pt x="23369" y="16569"/>
                </a:lnTo>
                <a:lnTo>
                  <a:pt x="23167" y="16972"/>
                </a:lnTo>
                <a:lnTo>
                  <a:pt x="22925" y="17356"/>
                </a:lnTo>
                <a:lnTo>
                  <a:pt x="22682" y="17658"/>
                </a:lnTo>
                <a:lnTo>
                  <a:pt x="22440" y="17961"/>
                </a:lnTo>
                <a:lnTo>
                  <a:pt x="22158" y="18244"/>
                </a:lnTo>
                <a:lnTo>
                  <a:pt x="21875" y="18506"/>
                </a:lnTo>
                <a:lnTo>
                  <a:pt x="21573" y="18748"/>
                </a:lnTo>
                <a:lnTo>
                  <a:pt x="21270" y="18990"/>
                </a:lnTo>
                <a:lnTo>
                  <a:pt x="20947" y="19212"/>
                </a:lnTo>
                <a:lnTo>
                  <a:pt x="20604" y="19414"/>
                </a:lnTo>
                <a:lnTo>
                  <a:pt x="20261" y="19616"/>
                </a:lnTo>
                <a:lnTo>
                  <a:pt x="19918" y="19818"/>
                </a:lnTo>
                <a:lnTo>
                  <a:pt x="19211" y="20181"/>
                </a:lnTo>
                <a:lnTo>
                  <a:pt x="18465" y="20524"/>
                </a:lnTo>
                <a:lnTo>
                  <a:pt x="17738" y="20847"/>
                </a:lnTo>
                <a:lnTo>
                  <a:pt x="17133" y="21109"/>
                </a:lnTo>
                <a:lnTo>
                  <a:pt x="16245" y="21513"/>
                </a:lnTo>
                <a:lnTo>
                  <a:pt x="15418" y="21916"/>
                </a:lnTo>
                <a:lnTo>
                  <a:pt x="14651" y="22340"/>
                </a:lnTo>
                <a:lnTo>
                  <a:pt x="13924" y="22744"/>
                </a:lnTo>
                <a:lnTo>
                  <a:pt x="13258" y="23167"/>
                </a:lnTo>
                <a:lnTo>
                  <a:pt x="12633" y="23611"/>
                </a:lnTo>
                <a:lnTo>
                  <a:pt x="12048" y="24055"/>
                </a:lnTo>
                <a:lnTo>
                  <a:pt x="11503" y="24520"/>
                </a:lnTo>
                <a:lnTo>
                  <a:pt x="11099" y="24883"/>
                </a:lnTo>
                <a:lnTo>
                  <a:pt x="10695" y="25246"/>
                </a:lnTo>
                <a:lnTo>
                  <a:pt x="9949" y="26013"/>
                </a:lnTo>
                <a:lnTo>
                  <a:pt x="9323" y="26638"/>
                </a:lnTo>
                <a:lnTo>
                  <a:pt x="8698" y="27244"/>
                </a:lnTo>
                <a:lnTo>
                  <a:pt x="8355" y="27526"/>
                </a:lnTo>
                <a:lnTo>
                  <a:pt x="8032" y="27809"/>
                </a:lnTo>
                <a:lnTo>
                  <a:pt x="7668" y="28091"/>
                </a:lnTo>
                <a:lnTo>
                  <a:pt x="7325" y="28334"/>
                </a:lnTo>
                <a:lnTo>
                  <a:pt x="6902" y="28596"/>
                </a:lnTo>
                <a:lnTo>
                  <a:pt x="6498" y="28818"/>
                </a:lnTo>
                <a:lnTo>
                  <a:pt x="6094" y="29000"/>
                </a:lnTo>
                <a:lnTo>
                  <a:pt x="5711" y="29141"/>
                </a:lnTo>
                <a:lnTo>
                  <a:pt x="5328" y="29262"/>
                </a:lnTo>
                <a:lnTo>
                  <a:pt x="4964" y="29343"/>
                </a:lnTo>
                <a:lnTo>
                  <a:pt x="4601" y="29403"/>
                </a:lnTo>
                <a:lnTo>
                  <a:pt x="4238" y="29423"/>
                </a:lnTo>
                <a:lnTo>
                  <a:pt x="3915" y="29423"/>
                </a:lnTo>
                <a:lnTo>
                  <a:pt x="3592" y="29403"/>
                </a:lnTo>
                <a:lnTo>
                  <a:pt x="3289" y="29363"/>
                </a:lnTo>
                <a:lnTo>
                  <a:pt x="2987" y="29302"/>
                </a:lnTo>
                <a:lnTo>
                  <a:pt x="2724" y="29221"/>
                </a:lnTo>
                <a:lnTo>
                  <a:pt x="2462" y="29121"/>
                </a:lnTo>
                <a:lnTo>
                  <a:pt x="2240" y="29020"/>
                </a:lnTo>
                <a:lnTo>
                  <a:pt x="2018" y="28899"/>
                </a:lnTo>
                <a:lnTo>
                  <a:pt x="1715" y="28677"/>
                </a:lnTo>
                <a:lnTo>
                  <a:pt x="1433" y="28414"/>
                </a:lnTo>
                <a:lnTo>
                  <a:pt x="1170" y="28132"/>
                </a:lnTo>
                <a:lnTo>
                  <a:pt x="928" y="27809"/>
                </a:lnTo>
                <a:lnTo>
                  <a:pt x="706" y="27446"/>
                </a:lnTo>
                <a:lnTo>
                  <a:pt x="525" y="27062"/>
                </a:lnTo>
                <a:lnTo>
                  <a:pt x="363" y="26659"/>
                </a:lnTo>
                <a:lnTo>
                  <a:pt x="242" y="26235"/>
                </a:lnTo>
                <a:lnTo>
                  <a:pt x="182" y="25952"/>
                </a:lnTo>
                <a:lnTo>
                  <a:pt x="121" y="25670"/>
                </a:lnTo>
                <a:lnTo>
                  <a:pt x="101" y="25387"/>
                </a:lnTo>
                <a:lnTo>
                  <a:pt x="81" y="25105"/>
                </a:lnTo>
                <a:lnTo>
                  <a:pt x="81" y="24802"/>
                </a:lnTo>
                <a:lnTo>
                  <a:pt x="81" y="24520"/>
                </a:lnTo>
                <a:lnTo>
                  <a:pt x="101" y="24237"/>
                </a:lnTo>
                <a:lnTo>
                  <a:pt x="141" y="23954"/>
                </a:lnTo>
                <a:lnTo>
                  <a:pt x="202" y="23672"/>
                </a:lnTo>
                <a:lnTo>
                  <a:pt x="262" y="23389"/>
                </a:lnTo>
                <a:lnTo>
                  <a:pt x="343" y="23107"/>
                </a:lnTo>
                <a:lnTo>
                  <a:pt x="424" y="22824"/>
                </a:lnTo>
                <a:lnTo>
                  <a:pt x="545" y="22562"/>
                </a:lnTo>
                <a:lnTo>
                  <a:pt x="666" y="22300"/>
                </a:lnTo>
                <a:lnTo>
                  <a:pt x="787" y="22037"/>
                </a:lnTo>
                <a:lnTo>
                  <a:pt x="928" y="21795"/>
                </a:lnTo>
                <a:lnTo>
                  <a:pt x="1211" y="21392"/>
                </a:lnTo>
                <a:lnTo>
                  <a:pt x="1514" y="21008"/>
                </a:lnTo>
                <a:lnTo>
                  <a:pt x="1836" y="20645"/>
                </a:lnTo>
                <a:lnTo>
                  <a:pt x="2200" y="20302"/>
                </a:lnTo>
                <a:lnTo>
                  <a:pt x="2563" y="19959"/>
                </a:lnTo>
                <a:lnTo>
                  <a:pt x="2926" y="19656"/>
                </a:lnTo>
                <a:lnTo>
                  <a:pt x="3693" y="19071"/>
                </a:lnTo>
                <a:lnTo>
                  <a:pt x="4238" y="18687"/>
                </a:lnTo>
                <a:lnTo>
                  <a:pt x="4803" y="18304"/>
                </a:lnTo>
                <a:lnTo>
                  <a:pt x="5368" y="17921"/>
                </a:lnTo>
                <a:lnTo>
                  <a:pt x="5953" y="17557"/>
                </a:lnTo>
                <a:lnTo>
                  <a:pt x="6518" y="17194"/>
                </a:lnTo>
                <a:lnTo>
                  <a:pt x="7124" y="16851"/>
                </a:lnTo>
                <a:lnTo>
                  <a:pt x="7709" y="16528"/>
                </a:lnTo>
                <a:lnTo>
                  <a:pt x="8314" y="16205"/>
                </a:lnTo>
                <a:lnTo>
                  <a:pt x="8556" y="16084"/>
                </a:lnTo>
                <a:lnTo>
                  <a:pt x="9162" y="15761"/>
                </a:lnTo>
                <a:lnTo>
                  <a:pt x="9464" y="15580"/>
                </a:lnTo>
                <a:lnTo>
                  <a:pt x="9767" y="15398"/>
                </a:lnTo>
                <a:lnTo>
                  <a:pt x="10050" y="15196"/>
                </a:lnTo>
                <a:lnTo>
                  <a:pt x="10312" y="14995"/>
                </a:lnTo>
                <a:lnTo>
                  <a:pt x="10574" y="14752"/>
                </a:lnTo>
                <a:lnTo>
                  <a:pt x="10796" y="14490"/>
                </a:lnTo>
                <a:lnTo>
                  <a:pt x="10938" y="14308"/>
                </a:lnTo>
                <a:lnTo>
                  <a:pt x="11059" y="14107"/>
                </a:lnTo>
                <a:lnTo>
                  <a:pt x="11180" y="13905"/>
                </a:lnTo>
                <a:lnTo>
                  <a:pt x="11281" y="13683"/>
                </a:lnTo>
                <a:lnTo>
                  <a:pt x="11482" y="13219"/>
                </a:lnTo>
                <a:lnTo>
                  <a:pt x="11624" y="12755"/>
                </a:lnTo>
                <a:lnTo>
                  <a:pt x="11745" y="12270"/>
                </a:lnTo>
                <a:lnTo>
                  <a:pt x="11846" y="11766"/>
                </a:lnTo>
                <a:lnTo>
                  <a:pt x="11926" y="11261"/>
                </a:lnTo>
                <a:lnTo>
                  <a:pt x="11987" y="10777"/>
                </a:lnTo>
                <a:lnTo>
                  <a:pt x="12088" y="9889"/>
                </a:lnTo>
                <a:lnTo>
                  <a:pt x="12169" y="9001"/>
                </a:lnTo>
                <a:lnTo>
                  <a:pt x="12229" y="8153"/>
                </a:lnTo>
                <a:lnTo>
                  <a:pt x="12330" y="7286"/>
                </a:lnTo>
                <a:lnTo>
                  <a:pt x="12451" y="6438"/>
                </a:lnTo>
                <a:lnTo>
                  <a:pt x="12532" y="6014"/>
                </a:lnTo>
                <a:lnTo>
                  <a:pt x="12633" y="5591"/>
                </a:lnTo>
                <a:lnTo>
                  <a:pt x="12814" y="5005"/>
                </a:lnTo>
                <a:lnTo>
                  <a:pt x="13016" y="4420"/>
                </a:lnTo>
                <a:lnTo>
                  <a:pt x="13258" y="3875"/>
                </a:lnTo>
                <a:lnTo>
                  <a:pt x="13541" y="3351"/>
                </a:lnTo>
                <a:lnTo>
                  <a:pt x="13844" y="2866"/>
                </a:lnTo>
                <a:lnTo>
                  <a:pt x="14187" y="2422"/>
                </a:lnTo>
                <a:lnTo>
                  <a:pt x="14550" y="1999"/>
                </a:lnTo>
                <a:lnTo>
                  <a:pt x="14933" y="1615"/>
                </a:lnTo>
                <a:lnTo>
                  <a:pt x="15135" y="1434"/>
                </a:lnTo>
                <a:lnTo>
                  <a:pt x="15357" y="1272"/>
                </a:lnTo>
                <a:lnTo>
                  <a:pt x="15801" y="949"/>
                </a:lnTo>
                <a:lnTo>
                  <a:pt x="16265" y="707"/>
                </a:lnTo>
                <a:lnTo>
                  <a:pt x="16729" y="485"/>
                </a:lnTo>
                <a:lnTo>
                  <a:pt x="17234" y="303"/>
                </a:lnTo>
                <a:lnTo>
                  <a:pt x="17738" y="182"/>
                </a:lnTo>
                <a:lnTo>
                  <a:pt x="17980" y="142"/>
                </a:lnTo>
                <a:lnTo>
                  <a:pt x="18223" y="102"/>
                </a:lnTo>
                <a:lnTo>
                  <a:pt x="18485" y="81"/>
                </a:lnTo>
                <a:close/>
                <a:moveTo>
                  <a:pt x="18646" y="1"/>
                </a:moveTo>
                <a:lnTo>
                  <a:pt x="18364" y="21"/>
                </a:lnTo>
                <a:lnTo>
                  <a:pt x="18081" y="41"/>
                </a:lnTo>
                <a:lnTo>
                  <a:pt x="17799" y="81"/>
                </a:lnTo>
                <a:lnTo>
                  <a:pt x="17516" y="142"/>
                </a:lnTo>
                <a:lnTo>
                  <a:pt x="17234" y="223"/>
                </a:lnTo>
                <a:lnTo>
                  <a:pt x="16951" y="324"/>
                </a:lnTo>
                <a:lnTo>
                  <a:pt x="16669" y="425"/>
                </a:lnTo>
                <a:lnTo>
                  <a:pt x="16406" y="546"/>
                </a:lnTo>
                <a:lnTo>
                  <a:pt x="16124" y="667"/>
                </a:lnTo>
                <a:lnTo>
                  <a:pt x="15862" y="828"/>
                </a:lnTo>
                <a:lnTo>
                  <a:pt x="15599" y="990"/>
                </a:lnTo>
                <a:lnTo>
                  <a:pt x="15357" y="1151"/>
                </a:lnTo>
                <a:lnTo>
                  <a:pt x="15115" y="1353"/>
                </a:lnTo>
                <a:lnTo>
                  <a:pt x="14873" y="1555"/>
                </a:lnTo>
                <a:lnTo>
                  <a:pt x="14489" y="1938"/>
                </a:lnTo>
                <a:lnTo>
                  <a:pt x="14126" y="2362"/>
                </a:lnTo>
                <a:lnTo>
                  <a:pt x="13783" y="2826"/>
                </a:lnTo>
                <a:lnTo>
                  <a:pt x="13460" y="3310"/>
                </a:lnTo>
                <a:lnTo>
                  <a:pt x="13198" y="3835"/>
                </a:lnTo>
                <a:lnTo>
                  <a:pt x="12956" y="4400"/>
                </a:lnTo>
                <a:lnTo>
                  <a:pt x="12734" y="4965"/>
                </a:lnTo>
                <a:lnTo>
                  <a:pt x="12552" y="5570"/>
                </a:lnTo>
                <a:lnTo>
                  <a:pt x="12471" y="5994"/>
                </a:lnTo>
                <a:lnTo>
                  <a:pt x="12370" y="6418"/>
                </a:lnTo>
                <a:lnTo>
                  <a:pt x="12310" y="6842"/>
                </a:lnTo>
                <a:lnTo>
                  <a:pt x="12249" y="7286"/>
                </a:lnTo>
                <a:lnTo>
                  <a:pt x="12148" y="8133"/>
                </a:lnTo>
                <a:lnTo>
                  <a:pt x="12088" y="9001"/>
                </a:lnTo>
                <a:lnTo>
                  <a:pt x="12007" y="9889"/>
                </a:lnTo>
                <a:lnTo>
                  <a:pt x="11906" y="10777"/>
                </a:lnTo>
                <a:lnTo>
                  <a:pt x="11846" y="11261"/>
                </a:lnTo>
                <a:lnTo>
                  <a:pt x="11765" y="11746"/>
                </a:lnTo>
                <a:lnTo>
                  <a:pt x="11664" y="12230"/>
                </a:lnTo>
                <a:lnTo>
                  <a:pt x="11543" y="12714"/>
                </a:lnTo>
                <a:lnTo>
                  <a:pt x="11402" y="13198"/>
                </a:lnTo>
                <a:lnTo>
                  <a:pt x="11220" y="13642"/>
                </a:lnTo>
                <a:lnTo>
                  <a:pt x="11119" y="13844"/>
                </a:lnTo>
                <a:lnTo>
                  <a:pt x="10998" y="14066"/>
                </a:lnTo>
                <a:lnTo>
                  <a:pt x="10877" y="14248"/>
                </a:lnTo>
                <a:lnTo>
                  <a:pt x="10736" y="14450"/>
                </a:lnTo>
                <a:lnTo>
                  <a:pt x="10514" y="14692"/>
                </a:lnTo>
                <a:lnTo>
                  <a:pt x="10272" y="14934"/>
                </a:lnTo>
                <a:lnTo>
                  <a:pt x="9989" y="15136"/>
                </a:lnTo>
                <a:lnTo>
                  <a:pt x="9707" y="15338"/>
                </a:lnTo>
                <a:lnTo>
                  <a:pt x="9424" y="15519"/>
                </a:lnTo>
                <a:lnTo>
                  <a:pt x="9121" y="15681"/>
                </a:lnTo>
                <a:lnTo>
                  <a:pt x="8516" y="16004"/>
                </a:lnTo>
                <a:lnTo>
                  <a:pt x="8274" y="16145"/>
                </a:lnTo>
                <a:lnTo>
                  <a:pt x="7668" y="16447"/>
                </a:lnTo>
                <a:lnTo>
                  <a:pt x="7083" y="16791"/>
                </a:lnTo>
                <a:lnTo>
                  <a:pt x="6478" y="17134"/>
                </a:lnTo>
                <a:lnTo>
                  <a:pt x="5913" y="17497"/>
                </a:lnTo>
                <a:lnTo>
                  <a:pt x="5328" y="17860"/>
                </a:lnTo>
                <a:lnTo>
                  <a:pt x="4763" y="18223"/>
                </a:lnTo>
                <a:lnTo>
                  <a:pt x="4198" y="18607"/>
                </a:lnTo>
                <a:lnTo>
                  <a:pt x="3653" y="19010"/>
                </a:lnTo>
                <a:lnTo>
                  <a:pt x="2866" y="19596"/>
                </a:lnTo>
                <a:lnTo>
                  <a:pt x="2502" y="19918"/>
                </a:lnTo>
                <a:lnTo>
                  <a:pt x="2139" y="20241"/>
                </a:lnTo>
                <a:lnTo>
                  <a:pt x="1776" y="20584"/>
                </a:lnTo>
                <a:lnTo>
                  <a:pt x="1453" y="20948"/>
                </a:lnTo>
                <a:lnTo>
                  <a:pt x="1150" y="21331"/>
                </a:lnTo>
                <a:lnTo>
                  <a:pt x="868" y="21755"/>
                </a:lnTo>
                <a:lnTo>
                  <a:pt x="727" y="21997"/>
                </a:lnTo>
                <a:lnTo>
                  <a:pt x="585" y="22259"/>
                </a:lnTo>
                <a:lnTo>
                  <a:pt x="464" y="22542"/>
                </a:lnTo>
                <a:lnTo>
                  <a:pt x="363" y="22804"/>
                </a:lnTo>
                <a:lnTo>
                  <a:pt x="262" y="23087"/>
                </a:lnTo>
                <a:lnTo>
                  <a:pt x="182" y="23369"/>
                </a:lnTo>
                <a:lnTo>
                  <a:pt x="121" y="23652"/>
                </a:lnTo>
                <a:lnTo>
                  <a:pt x="61" y="23934"/>
                </a:lnTo>
                <a:lnTo>
                  <a:pt x="20" y="24217"/>
                </a:lnTo>
                <a:lnTo>
                  <a:pt x="0" y="24520"/>
                </a:lnTo>
                <a:lnTo>
                  <a:pt x="0" y="24802"/>
                </a:lnTo>
                <a:lnTo>
                  <a:pt x="0" y="25105"/>
                </a:lnTo>
                <a:lnTo>
                  <a:pt x="20" y="25387"/>
                </a:lnTo>
                <a:lnTo>
                  <a:pt x="61" y="25690"/>
                </a:lnTo>
                <a:lnTo>
                  <a:pt x="101" y="25972"/>
                </a:lnTo>
                <a:lnTo>
                  <a:pt x="161" y="26255"/>
                </a:lnTo>
                <a:lnTo>
                  <a:pt x="283" y="26699"/>
                </a:lnTo>
                <a:lnTo>
                  <a:pt x="444" y="27103"/>
                </a:lnTo>
                <a:lnTo>
                  <a:pt x="646" y="27486"/>
                </a:lnTo>
                <a:lnTo>
                  <a:pt x="848" y="27849"/>
                </a:lnTo>
                <a:lnTo>
                  <a:pt x="1110" y="28172"/>
                </a:lnTo>
                <a:lnTo>
                  <a:pt x="1372" y="28475"/>
                </a:lnTo>
                <a:lnTo>
                  <a:pt x="1675" y="28737"/>
                </a:lnTo>
                <a:lnTo>
                  <a:pt x="1978" y="28959"/>
                </a:lnTo>
                <a:lnTo>
                  <a:pt x="2220" y="29100"/>
                </a:lnTo>
                <a:lnTo>
                  <a:pt x="2462" y="29221"/>
                </a:lnTo>
                <a:lnTo>
                  <a:pt x="2704" y="29302"/>
                </a:lnTo>
                <a:lnTo>
                  <a:pt x="2967" y="29383"/>
                </a:lnTo>
                <a:lnTo>
                  <a:pt x="3209" y="29443"/>
                </a:lnTo>
                <a:lnTo>
                  <a:pt x="3471" y="29484"/>
                </a:lnTo>
                <a:lnTo>
                  <a:pt x="3733" y="29504"/>
                </a:lnTo>
                <a:lnTo>
                  <a:pt x="3996" y="29524"/>
                </a:lnTo>
                <a:lnTo>
                  <a:pt x="4460" y="29484"/>
                </a:lnTo>
                <a:lnTo>
                  <a:pt x="4904" y="29423"/>
                </a:lnTo>
                <a:lnTo>
                  <a:pt x="5368" y="29322"/>
                </a:lnTo>
                <a:lnTo>
                  <a:pt x="5812" y="29181"/>
                </a:lnTo>
                <a:lnTo>
                  <a:pt x="6236" y="29020"/>
                </a:lnTo>
                <a:lnTo>
                  <a:pt x="6639" y="28838"/>
                </a:lnTo>
                <a:lnTo>
                  <a:pt x="7003" y="28636"/>
                </a:lnTo>
                <a:lnTo>
                  <a:pt x="7366" y="28414"/>
                </a:lnTo>
                <a:lnTo>
                  <a:pt x="7729" y="28152"/>
                </a:lnTo>
                <a:lnTo>
                  <a:pt x="8072" y="27890"/>
                </a:lnTo>
                <a:lnTo>
                  <a:pt x="8415" y="27587"/>
                </a:lnTo>
                <a:lnTo>
                  <a:pt x="8738" y="27304"/>
                </a:lnTo>
                <a:lnTo>
                  <a:pt x="9384" y="26699"/>
                </a:lnTo>
                <a:lnTo>
                  <a:pt x="9989" y="26073"/>
                </a:lnTo>
                <a:lnTo>
                  <a:pt x="10756" y="25307"/>
                </a:lnTo>
                <a:lnTo>
                  <a:pt x="11139" y="24943"/>
                </a:lnTo>
                <a:lnTo>
                  <a:pt x="11543" y="24580"/>
                </a:lnTo>
                <a:lnTo>
                  <a:pt x="12108" y="24116"/>
                </a:lnTo>
                <a:lnTo>
                  <a:pt x="12693" y="23672"/>
                </a:lnTo>
                <a:lnTo>
                  <a:pt x="13299" y="23248"/>
                </a:lnTo>
                <a:lnTo>
                  <a:pt x="13985" y="22824"/>
                </a:lnTo>
                <a:lnTo>
                  <a:pt x="14691" y="22401"/>
                </a:lnTo>
                <a:lnTo>
                  <a:pt x="15458" y="21997"/>
                </a:lnTo>
                <a:lnTo>
                  <a:pt x="16285" y="21593"/>
                </a:lnTo>
                <a:lnTo>
                  <a:pt x="17173" y="21170"/>
                </a:lnTo>
                <a:lnTo>
                  <a:pt x="17758" y="20907"/>
                </a:lnTo>
                <a:lnTo>
                  <a:pt x="18505" y="20584"/>
                </a:lnTo>
                <a:lnTo>
                  <a:pt x="19252" y="20241"/>
                </a:lnTo>
                <a:lnTo>
                  <a:pt x="19958" y="19878"/>
                </a:lnTo>
                <a:lnTo>
                  <a:pt x="20321" y="19696"/>
                </a:lnTo>
                <a:lnTo>
                  <a:pt x="20664" y="19495"/>
                </a:lnTo>
                <a:lnTo>
                  <a:pt x="20987" y="19273"/>
                </a:lnTo>
                <a:lnTo>
                  <a:pt x="21330" y="19051"/>
                </a:lnTo>
                <a:lnTo>
                  <a:pt x="21633" y="18809"/>
                </a:lnTo>
                <a:lnTo>
                  <a:pt x="21936" y="18566"/>
                </a:lnTo>
                <a:lnTo>
                  <a:pt x="22218" y="18304"/>
                </a:lnTo>
                <a:lnTo>
                  <a:pt x="22501" y="18022"/>
                </a:lnTo>
                <a:lnTo>
                  <a:pt x="22743" y="17719"/>
                </a:lnTo>
                <a:lnTo>
                  <a:pt x="22985" y="17396"/>
                </a:lnTo>
                <a:lnTo>
                  <a:pt x="23227" y="17013"/>
                </a:lnTo>
                <a:lnTo>
                  <a:pt x="23449" y="16589"/>
                </a:lnTo>
                <a:lnTo>
                  <a:pt x="23631" y="16185"/>
                </a:lnTo>
                <a:lnTo>
                  <a:pt x="23792" y="15761"/>
                </a:lnTo>
                <a:lnTo>
                  <a:pt x="23954" y="15317"/>
                </a:lnTo>
                <a:lnTo>
                  <a:pt x="24075" y="14873"/>
                </a:lnTo>
                <a:lnTo>
                  <a:pt x="24297" y="14006"/>
                </a:lnTo>
                <a:lnTo>
                  <a:pt x="24478" y="13198"/>
                </a:lnTo>
                <a:lnTo>
                  <a:pt x="24620" y="12432"/>
                </a:lnTo>
                <a:lnTo>
                  <a:pt x="24741" y="11685"/>
                </a:lnTo>
                <a:lnTo>
                  <a:pt x="24842" y="10938"/>
                </a:lnTo>
                <a:lnTo>
                  <a:pt x="24902" y="10232"/>
                </a:lnTo>
                <a:lnTo>
                  <a:pt x="24943" y="9546"/>
                </a:lnTo>
                <a:lnTo>
                  <a:pt x="24963" y="8880"/>
                </a:lnTo>
                <a:lnTo>
                  <a:pt x="24963" y="8214"/>
                </a:lnTo>
                <a:lnTo>
                  <a:pt x="24922" y="7447"/>
                </a:lnTo>
                <a:lnTo>
                  <a:pt x="24842" y="6721"/>
                </a:lnTo>
                <a:lnTo>
                  <a:pt x="24741" y="6014"/>
                </a:lnTo>
                <a:lnTo>
                  <a:pt x="24579" y="5348"/>
                </a:lnTo>
                <a:lnTo>
                  <a:pt x="24398" y="4703"/>
                </a:lnTo>
                <a:lnTo>
                  <a:pt x="24156" y="4097"/>
                </a:lnTo>
                <a:lnTo>
                  <a:pt x="23893" y="3532"/>
                </a:lnTo>
                <a:lnTo>
                  <a:pt x="23752" y="3250"/>
                </a:lnTo>
                <a:lnTo>
                  <a:pt x="23591" y="2987"/>
                </a:lnTo>
                <a:lnTo>
                  <a:pt x="23389" y="2685"/>
                </a:lnTo>
                <a:lnTo>
                  <a:pt x="23187" y="2382"/>
                </a:lnTo>
                <a:lnTo>
                  <a:pt x="22965" y="2099"/>
                </a:lnTo>
                <a:lnTo>
                  <a:pt x="22723" y="1837"/>
                </a:lnTo>
                <a:lnTo>
                  <a:pt x="22460" y="1595"/>
                </a:lnTo>
                <a:lnTo>
                  <a:pt x="22218" y="1353"/>
                </a:lnTo>
                <a:lnTo>
                  <a:pt x="21936" y="1151"/>
                </a:lnTo>
                <a:lnTo>
                  <a:pt x="21653" y="949"/>
                </a:lnTo>
                <a:lnTo>
                  <a:pt x="21371" y="768"/>
                </a:lnTo>
                <a:lnTo>
                  <a:pt x="21088" y="606"/>
                </a:lnTo>
                <a:lnTo>
                  <a:pt x="20785" y="445"/>
                </a:lnTo>
                <a:lnTo>
                  <a:pt x="20483" y="324"/>
                </a:lnTo>
                <a:lnTo>
                  <a:pt x="20160" y="223"/>
                </a:lnTo>
                <a:lnTo>
                  <a:pt x="19857" y="142"/>
                </a:lnTo>
                <a:lnTo>
                  <a:pt x="19534" y="61"/>
                </a:lnTo>
                <a:lnTo>
                  <a:pt x="19211" y="21"/>
                </a:lnTo>
                <a:lnTo>
                  <a:pt x="18929" y="1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23" name="Google Shape;2523;p32"/>
          <p:cNvSpPr/>
          <p:nvPr/>
        </p:nvSpPr>
        <p:spPr>
          <a:xfrm flipH="1">
            <a:off x="8773209" y="3959859"/>
            <a:ext cx="1193681" cy="1427263"/>
          </a:xfrm>
          <a:custGeom>
            <a:rect b="b" l="l" r="r" t="t"/>
            <a:pathLst>
              <a:path extrusionOk="0" h="25529" w="21351">
                <a:moveTo>
                  <a:pt x="16709" y="81"/>
                </a:moveTo>
                <a:lnTo>
                  <a:pt x="17052" y="122"/>
                </a:lnTo>
                <a:lnTo>
                  <a:pt x="17416" y="202"/>
                </a:lnTo>
                <a:lnTo>
                  <a:pt x="17759" y="303"/>
                </a:lnTo>
                <a:lnTo>
                  <a:pt x="18102" y="424"/>
                </a:lnTo>
                <a:lnTo>
                  <a:pt x="18445" y="586"/>
                </a:lnTo>
                <a:lnTo>
                  <a:pt x="18788" y="788"/>
                </a:lnTo>
                <a:lnTo>
                  <a:pt x="19111" y="1010"/>
                </a:lnTo>
                <a:lnTo>
                  <a:pt x="19434" y="1272"/>
                </a:lnTo>
                <a:lnTo>
                  <a:pt x="19736" y="1575"/>
                </a:lnTo>
                <a:lnTo>
                  <a:pt x="19999" y="1897"/>
                </a:lnTo>
                <a:lnTo>
                  <a:pt x="20261" y="2261"/>
                </a:lnTo>
                <a:lnTo>
                  <a:pt x="20483" y="2644"/>
                </a:lnTo>
                <a:lnTo>
                  <a:pt x="20644" y="2947"/>
                </a:lnTo>
                <a:lnTo>
                  <a:pt x="20766" y="3250"/>
                </a:lnTo>
                <a:lnTo>
                  <a:pt x="20887" y="3572"/>
                </a:lnTo>
                <a:lnTo>
                  <a:pt x="20987" y="3895"/>
                </a:lnTo>
                <a:lnTo>
                  <a:pt x="21068" y="4238"/>
                </a:lnTo>
                <a:lnTo>
                  <a:pt x="21149" y="4581"/>
                </a:lnTo>
                <a:lnTo>
                  <a:pt x="21209" y="4945"/>
                </a:lnTo>
                <a:lnTo>
                  <a:pt x="21250" y="5308"/>
                </a:lnTo>
                <a:lnTo>
                  <a:pt x="21270" y="5691"/>
                </a:lnTo>
                <a:lnTo>
                  <a:pt x="21270" y="6075"/>
                </a:lnTo>
                <a:lnTo>
                  <a:pt x="21270" y="6478"/>
                </a:lnTo>
                <a:lnTo>
                  <a:pt x="21250" y="6882"/>
                </a:lnTo>
                <a:lnTo>
                  <a:pt x="21230" y="7306"/>
                </a:lnTo>
                <a:lnTo>
                  <a:pt x="21169" y="7750"/>
                </a:lnTo>
                <a:lnTo>
                  <a:pt x="21109" y="8194"/>
                </a:lnTo>
                <a:lnTo>
                  <a:pt x="21028" y="8658"/>
                </a:lnTo>
                <a:lnTo>
                  <a:pt x="20947" y="9122"/>
                </a:lnTo>
                <a:lnTo>
                  <a:pt x="20846" y="9586"/>
                </a:lnTo>
                <a:lnTo>
                  <a:pt x="20725" y="10010"/>
                </a:lnTo>
                <a:lnTo>
                  <a:pt x="20604" y="10434"/>
                </a:lnTo>
                <a:lnTo>
                  <a:pt x="20483" y="10857"/>
                </a:lnTo>
                <a:lnTo>
                  <a:pt x="20342" y="11261"/>
                </a:lnTo>
                <a:lnTo>
                  <a:pt x="20180" y="11644"/>
                </a:lnTo>
                <a:lnTo>
                  <a:pt x="20019" y="12008"/>
                </a:lnTo>
                <a:lnTo>
                  <a:pt x="19857" y="12371"/>
                </a:lnTo>
                <a:lnTo>
                  <a:pt x="19676" y="12714"/>
                </a:lnTo>
                <a:lnTo>
                  <a:pt x="19474" y="13037"/>
                </a:lnTo>
                <a:lnTo>
                  <a:pt x="19272" y="13340"/>
                </a:lnTo>
                <a:lnTo>
                  <a:pt x="19070" y="13642"/>
                </a:lnTo>
                <a:lnTo>
                  <a:pt x="18848" y="13945"/>
                </a:lnTo>
                <a:lnTo>
                  <a:pt x="18606" y="14207"/>
                </a:lnTo>
                <a:lnTo>
                  <a:pt x="18364" y="14470"/>
                </a:lnTo>
                <a:lnTo>
                  <a:pt x="18142" y="14692"/>
                </a:lnTo>
                <a:lnTo>
                  <a:pt x="17920" y="14893"/>
                </a:lnTo>
                <a:lnTo>
                  <a:pt x="17436" y="15297"/>
                </a:lnTo>
                <a:lnTo>
                  <a:pt x="16931" y="15640"/>
                </a:lnTo>
                <a:lnTo>
                  <a:pt x="16386" y="15983"/>
                </a:lnTo>
                <a:lnTo>
                  <a:pt x="15842" y="16306"/>
                </a:lnTo>
                <a:lnTo>
                  <a:pt x="15297" y="16589"/>
                </a:lnTo>
                <a:lnTo>
                  <a:pt x="14187" y="17154"/>
                </a:lnTo>
                <a:lnTo>
                  <a:pt x="13481" y="17497"/>
                </a:lnTo>
                <a:lnTo>
                  <a:pt x="12774" y="17860"/>
                </a:lnTo>
                <a:lnTo>
                  <a:pt x="12088" y="18264"/>
                </a:lnTo>
                <a:lnTo>
                  <a:pt x="11422" y="18667"/>
                </a:lnTo>
                <a:lnTo>
                  <a:pt x="10958" y="18990"/>
                </a:lnTo>
                <a:lnTo>
                  <a:pt x="10494" y="19333"/>
                </a:lnTo>
                <a:lnTo>
                  <a:pt x="10070" y="19696"/>
                </a:lnTo>
                <a:lnTo>
                  <a:pt x="9646" y="20060"/>
                </a:lnTo>
                <a:lnTo>
                  <a:pt x="8799" y="20847"/>
                </a:lnTo>
                <a:lnTo>
                  <a:pt x="7992" y="21613"/>
                </a:lnTo>
                <a:lnTo>
                  <a:pt x="7205" y="22400"/>
                </a:lnTo>
                <a:lnTo>
                  <a:pt x="6377" y="23167"/>
                </a:lnTo>
                <a:lnTo>
                  <a:pt x="5953" y="23531"/>
                </a:lnTo>
                <a:lnTo>
                  <a:pt x="5509" y="23894"/>
                </a:lnTo>
                <a:lnTo>
                  <a:pt x="5065" y="24237"/>
                </a:lnTo>
                <a:lnTo>
                  <a:pt x="4601" y="24560"/>
                </a:lnTo>
                <a:lnTo>
                  <a:pt x="4178" y="24822"/>
                </a:lnTo>
                <a:lnTo>
                  <a:pt x="3935" y="24963"/>
                </a:lnTo>
                <a:lnTo>
                  <a:pt x="3673" y="25084"/>
                </a:lnTo>
                <a:lnTo>
                  <a:pt x="3411" y="25205"/>
                </a:lnTo>
                <a:lnTo>
                  <a:pt x="3148" y="25306"/>
                </a:lnTo>
                <a:lnTo>
                  <a:pt x="2866" y="25367"/>
                </a:lnTo>
                <a:lnTo>
                  <a:pt x="2563" y="25427"/>
                </a:lnTo>
                <a:lnTo>
                  <a:pt x="2260" y="25448"/>
                </a:lnTo>
                <a:lnTo>
                  <a:pt x="1978" y="25427"/>
                </a:lnTo>
                <a:lnTo>
                  <a:pt x="1695" y="25367"/>
                </a:lnTo>
                <a:lnTo>
                  <a:pt x="1433" y="25286"/>
                </a:lnTo>
                <a:lnTo>
                  <a:pt x="1171" y="25185"/>
                </a:lnTo>
                <a:lnTo>
                  <a:pt x="949" y="25044"/>
                </a:lnTo>
                <a:lnTo>
                  <a:pt x="747" y="24883"/>
                </a:lnTo>
                <a:lnTo>
                  <a:pt x="585" y="24701"/>
                </a:lnTo>
                <a:lnTo>
                  <a:pt x="424" y="24459"/>
                </a:lnTo>
                <a:lnTo>
                  <a:pt x="303" y="24196"/>
                </a:lnTo>
                <a:lnTo>
                  <a:pt x="222" y="23894"/>
                </a:lnTo>
                <a:lnTo>
                  <a:pt x="142" y="23551"/>
                </a:lnTo>
                <a:lnTo>
                  <a:pt x="101" y="23167"/>
                </a:lnTo>
                <a:lnTo>
                  <a:pt x="81" y="22784"/>
                </a:lnTo>
                <a:lnTo>
                  <a:pt x="101" y="22421"/>
                </a:lnTo>
                <a:lnTo>
                  <a:pt x="142" y="22037"/>
                </a:lnTo>
                <a:lnTo>
                  <a:pt x="202" y="21654"/>
                </a:lnTo>
                <a:lnTo>
                  <a:pt x="303" y="21291"/>
                </a:lnTo>
                <a:lnTo>
                  <a:pt x="424" y="20947"/>
                </a:lnTo>
                <a:lnTo>
                  <a:pt x="585" y="20584"/>
                </a:lnTo>
                <a:lnTo>
                  <a:pt x="727" y="20342"/>
                </a:lnTo>
                <a:lnTo>
                  <a:pt x="868" y="20080"/>
                </a:lnTo>
                <a:lnTo>
                  <a:pt x="1029" y="19838"/>
                </a:lnTo>
                <a:lnTo>
                  <a:pt x="1211" y="19616"/>
                </a:lnTo>
                <a:lnTo>
                  <a:pt x="1393" y="19373"/>
                </a:lnTo>
                <a:lnTo>
                  <a:pt x="1574" y="19172"/>
                </a:lnTo>
                <a:lnTo>
                  <a:pt x="1978" y="18768"/>
                </a:lnTo>
                <a:lnTo>
                  <a:pt x="2402" y="18385"/>
                </a:lnTo>
                <a:lnTo>
                  <a:pt x="2825" y="18042"/>
                </a:lnTo>
                <a:lnTo>
                  <a:pt x="3249" y="17739"/>
                </a:lnTo>
                <a:lnTo>
                  <a:pt x="3673" y="17456"/>
                </a:lnTo>
                <a:lnTo>
                  <a:pt x="4561" y="16871"/>
                </a:lnTo>
                <a:lnTo>
                  <a:pt x="5489" y="16306"/>
                </a:lnTo>
                <a:lnTo>
                  <a:pt x="6438" y="15761"/>
                </a:lnTo>
                <a:lnTo>
                  <a:pt x="7366" y="15257"/>
                </a:lnTo>
                <a:lnTo>
                  <a:pt x="7568" y="15136"/>
                </a:lnTo>
                <a:lnTo>
                  <a:pt x="8153" y="14793"/>
                </a:lnTo>
                <a:lnTo>
                  <a:pt x="8758" y="14429"/>
                </a:lnTo>
                <a:lnTo>
                  <a:pt x="9041" y="14228"/>
                </a:lnTo>
                <a:lnTo>
                  <a:pt x="9323" y="14026"/>
                </a:lnTo>
                <a:lnTo>
                  <a:pt x="9606" y="13804"/>
                </a:lnTo>
                <a:lnTo>
                  <a:pt x="9868" y="13541"/>
                </a:lnTo>
                <a:lnTo>
                  <a:pt x="10070" y="13340"/>
                </a:lnTo>
                <a:lnTo>
                  <a:pt x="10232" y="13138"/>
                </a:lnTo>
                <a:lnTo>
                  <a:pt x="10393" y="12916"/>
                </a:lnTo>
                <a:lnTo>
                  <a:pt x="10534" y="12694"/>
                </a:lnTo>
                <a:lnTo>
                  <a:pt x="10675" y="12452"/>
                </a:lnTo>
                <a:lnTo>
                  <a:pt x="10797" y="12210"/>
                </a:lnTo>
                <a:lnTo>
                  <a:pt x="10897" y="11967"/>
                </a:lnTo>
                <a:lnTo>
                  <a:pt x="10978" y="11725"/>
                </a:lnTo>
                <a:lnTo>
                  <a:pt x="11140" y="11221"/>
                </a:lnTo>
                <a:lnTo>
                  <a:pt x="11261" y="10716"/>
                </a:lnTo>
                <a:lnTo>
                  <a:pt x="11362" y="10191"/>
                </a:lnTo>
                <a:lnTo>
                  <a:pt x="11463" y="9647"/>
                </a:lnTo>
                <a:lnTo>
                  <a:pt x="11563" y="8839"/>
                </a:lnTo>
                <a:lnTo>
                  <a:pt x="11664" y="8012"/>
                </a:lnTo>
                <a:lnTo>
                  <a:pt x="11846" y="6599"/>
                </a:lnTo>
                <a:lnTo>
                  <a:pt x="11947" y="5893"/>
                </a:lnTo>
                <a:lnTo>
                  <a:pt x="12088" y="5187"/>
                </a:lnTo>
                <a:lnTo>
                  <a:pt x="12209" y="4682"/>
                </a:lnTo>
                <a:lnTo>
                  <a:pt x="12330" y="4218"/>
                </a:lnTo>
                <a:lnTo>
                  <a:pt x="12472" y="3754"/>
                </a:lnTo>
                <a:lnTo>
                  <a:pt x="12633" y="3330"/>
                </a:lnTo>
                <a:lnTo>
                  <a:pt x="12794" y="2947"/>
                </a:lnTo>
                <a:lnTo>
                  <a:pt x="12976" y="2563"/>
                </a:lnTo>
                <a:lnTo>
                  <a:pt x="13158" y="2220"/>
                </a:lnTo>
                <a:lnTo>
                  <a:pt x="13359" y="1897"/>
                </a:lnTo>
                <a:lnTo>
                  <a:pt x="13561" y="1615"/>
                </a:lnTo>
                <a:lnTo>
                  <a:pt x="13803" y="1332"/>
                </a:lnTo>
                <a:lnTo>
                  <a:pt x="14025" y="1090"/>
                </a:lnTo>
                <a:lnTo>
                  <a:pt x="14288" y="868"/>
                </a:lnTo>
                <a:lnTo>
                  <a:pt x="14550" y="687"/>
                </a:lnTo>
                <a:lnTo>
                  <a:pt x="14812" y="525"/>
                </a:lnTo>
                <a:lnTo>
                  <a:pt x="15115" y="364"/>
                </a:lnTo>
                <a:lnTo>
                  <a:pt x="15418" y="263"/>
                </a:lnTo>
                <a:lnTo>
                  <a:pt x="15721" y="162"/>
                </a:lnTo>
                <a:lnTo>
                  <a:pt x="16043" y="101"/>
                </a:lnTo>
                <a:lnTo>
                  <a:pt x="16366" y="81"/>
                </a:lnTo>
                <a:close/>
                <a:moveTo>
                  <a:pt x="16467" y="1"/>
                </a:moveTo>
                <a:lnTo>
                  <a:pt x="16104" y="21"/>
                </a:lnTo>
                <a:lnTo>
                  <a:pt x="15741" y="81"/>
                </a:lnTo>
                <a:lnTo>
                  <a:pt x="15377" y="182"/>
                </a:lnTo>
                <a:lnTo>
                  <a:pt x="15075" y="303"/>
                </a:lnTo>
                <a:lnTo>
                  <a:pt x="14792" y="445"/>
                </a:lnTo>
                <a:lnTo>
                  <a:pt x="14510" y="606"/>
                </a:lnTo>
                <a:lnTo>
                  <a:pt x="14227" y="808"/>
                </a:lnTo>
                <a:lnTo>
                  <a:pt x="13985" y="1030"/>
                </a:lnTo>
                <a:lnTo>
                  <a:pt x="13743" y="1272"/>
                </a:lnTo>
                <a:lnTo>
                  <a:pt x="13501" y="1554"/>
                </a:lnTo>
                <a:lnTo>
                  <a:pt x="13299" y="1857"/>
                </a:lnTo>
                <a:lnTo>
                  <a:pt x="13097" y="2180"/>
                </a:lnTo>
                <a:lnTo>
                  <a:pt x="12895" y="2523"/>
                </a:lnTo>
                <a:lnTo>
                  <a:pt x="12714" y="2906"/>
                </a:lnTo>
                <a:lnTo>
                  <a:pt x="12552" y="3310"/>
                </a:lnTo>
                <a:lnTo>
                  <a:pt x="12391" y="3734"/>
                </a:lnTo>
                <a:lnTo>
                  <a:pt x="12250" y="4178"/>
                </a:lnTo>
                <a:lnTo>
                  <a:pt x="12128" y="4662"/>
                </a:lnTo>
                <a:lnTo>
                  <a:pt x="12007" y="5187"/>
                </a:lnTo>
                <a:lnTo>
                  <a:pt x="11886" y="5873"/>
                </a:lnTo>
                <a:lnTo>
                  <a:pt x="11765" y="6599"/>
                </a:lnTo>
                <a:lnTo>
                  <a:pt x="11584" y="7992"/>
                </a:lnTo>
                <a:lnTo>
                  <a:pt x="11483" y="8819"/>
                </a:lnTo>
                <a:lnTo>
                  <a:pt x="11382" y="9647"/>
                </a:lnTo>
                <a:lnTo>
                  <a:pt x="11281" y="10171"/>
                </a:lnTo>
                <a:lnTo>
                  <a:pt x="11180" y="10696"/>
                </a:lnTo>
                <a:lnTo>
                  <a:pt x="11059" y="11200"/>
                </a:lnTo>
                <a:lnTo>
                  <a:pt x="10918" y="11705"/>
                </a:lnTo>
                <a:lnTo>
                  <a:pt x="10817" y="11947"/>
                </a:lnTo>
                <a:lnTo>
                  <a:pt x="10716" y="12169"/>
                </a:lnTo>
                <a:lnTo>
                  <a:pt x="10595" y="12411"/>
                </a:lnTo>
                <a:lnTo>
                  <a:pt x="10474" y="12633"/>
                </a:lnTo>
                <a:lnTo>
                  <a:pt x="10332" y="12855"/>
                </a:lnTo>
                <a:lnTo>
                  <a:pt x="10171" y="13077"/>
                </a:lnTo>
                <a:lnTo>
                  <a:pt x="10010" y="13279"/>
                </a:lnTo>
                <a:lnTo>
                  <a:pt x="9808" y="13501"/>
                </a:lnTo>
                <a:lnTo>
                  <a:pt x="9545" y="13743"/>
                </a:lnTo>
                <a:lnTo>
                  <a:pt x="9283" y="13965"/>
                </a:lnTo>
                <a:lnTo>
                  <a:pt x="9001" y="14167"/>
                </a:lnTo>
                <a:lnTo>
                  <a:pt x="8718" y="14369"/>
                </a:lnTo>
                <a:lnTo>
                  <a:pt x="8113" y="14732"/>
                </a:lnTo>
                <a:lnTo>
                  <a:pt x="7527" y="15055"/>
                </a:lnTo>
                <a:lnTo>
                  <a:pt x="7326" y="15176"/>
                </a:lnTo>
                <a:lnTo>
                  <a:pt x="6397" y="15701"/>
                </a:lnTo>
                <a:lnTo>
                  <a:pt x="5449" y="16246"/>
                </a:lnTo>
                <a:lnTo>
                  <a:pt x="4521" y="16790"/>
                </a:lnTo>
                <a:lnTo>
                  <a:pt x="3612" y="17376"/>
                </a:lnTo>
                <a:lnTo>
                  <a:pt x="3209" y="17658"/>
                </a:lnTo>
                <a:lnTo>
                  <a:pt x="2765" y="17981"/>
                </a:lnTo>
                <a:lnTo>
                  <a:pt x="2341" y="18324"/>
                </a:lnTo>
                <a:lnTo>
                  <a:pt x="1917" y="18707"/>
                </a:lnTo>
                <a:lnTo>
                  <a:pt x="1514" y="19111"/>
                </a:lnTo>
                <a:lnTo>
                  <a:pt x="1312" y="19333"/>
                </a:lnTo>
                <a:lnTo>
                  <a:pt x="1130" y="19555"/>
                </a:lnTo>
                <a:lnTo>
                  <a:pt x="969" y="19797"/>
                </a:lnTo>
                <a:lnTo>
                  <a:pt x="807" y="20039"/>
                </a:lnTo>
                <a:lnTo>
                  <a:pt x="646" y="20302"/>
                </a:lnTo>
                <a:lnTo>
                  <a:pt x="505" y="20564"/>
                </a:lnTo>
                <a:lnTo>
                  <a:pt x="364" y="20907"/>
                </a:lnTo>
                <a:lnTo>
                  <a:pt x="222" y="21270"/>
                </a:lnTo>
                <a:lnTo>
                  <a:pt x="142" y="21654"/>
                </a:lnTo>
                <a:lnTo>
                  <a:pt x="61" y="22017"/>
                </a:lnTo>
                <a:lnTo>
                  <a:pt x="20" y="22400"/>
                </a:lnTo>
                <a:lnTo>
                  <a:pt x="0" y="22784"/>
                </a:lnTo>
                <a:lnTo>
                  <a:pt x="20" y="23167"/>
                </a:lnTo>
                <a:lnTo>
                  <a:pt x="61" y="23551"/>
                </a:lnTo>
                <a:lnTo>
                  <a:pt x="142" y="23914"/>
                </a:lnTo>
                <a:lnTo>
                  <a:pt x="242" y="24237"/>
                </a:lnTo>
                <a:lnTo>
                  <a:pt x="364" y="24499"/>
                </a:lnTo>
                <a:lnTo>
                  <a:pt x="505" y="24741"/>
                </a:lnTo>
                <a:lnTo>
                  <a:pt x="666" y="24923"/>
                </a:lnTo>
                <a:lnTo>
                  <a:pt x="848" y="25064"/>
                </a:lnTo>
                <a:lnTo>
                  <a:pt x="1050" y="25205"/>
                </a:lnTo>
                <a:lnTo>
                  <a:pt x="1251" y="25327"/>
                </a:lnTo>
                <a:lnTo>
                  <a:pt x="1494" y="25407"/>
                </a:lnTo>
                <a:lnTo>
                  <a:pt x="1736" y="25468"/>
                </a:lnTo>
                <a:lnTo>
                  <a:pt x="1978" y="25508"/>
                </a:lnTo>
                <a:lnTo>
                  <a:pt x="2260" y="25528"/>
                </a:lnTo>
                <a:lnTo>
                  <a:pt x="2563" y="25508"/>
                </a:lnTo>
                <a:lnTo>
                  <a:pt x="2866" y="25448"/>
                </a:lnTo>
                <a:lnTo>
                  <a:pt x="3169" y="25367"/>
                </a:lnTo>
                <a:lnTo>
                  <a:pt x="3451" y="25286"/>
                </a:lnTo>
                <a:lnTo>
                  <a:pt x="3713" y="25165"/>
                </a:lnTo>
                <a:lnTo>
                  <a:pt x="3976" y="25044"/>
                </a:lnTo>
                <a:lnTo>
                  <a:pt x="4218" y="24903"/>
                </a:lnTo>
                <a:lnTo>
                  <a:pt x="4642" y="24620"/>
                </a:lnTo>
                <a:lnTo>
                  <a:pt x="5106" y="24297"/>
                </a:lnTo>
                <a:lnTo>
                  <a:pt x="5550" y="23954"/>
                </a:lnTo>
                <a:lnTo>
                  <a:pt x="5994" y="23611"/>
                </a:lnTo>
                <a:lnTo>
                  <a:pt x="6418" y="23228"/>
                </a:lnTo>
                <a:lnTo>
                  <a:pt x="7245" y="22461"/>
                </a:lnTo>
                <a:lnTo>
                  <a:pt x="8052" y="21674"/>
                </a:lnTo>
                <a:lnTo>
                  <a:pt x="8859" y="20907"/>
                </a:lnTo>
                <a:lnTo>
                  <a:pt x="9687" y="20140"/>
                </a:lnTo>
                <a:lnTo>
                  <a:pt x="10110" y="19757"/>
                </a:lnTo>
                <a:lnTo>
                  <a:pt x="10554" y="19394"/>
                </a:lnTo>
                <a:lnTo>
                  <a:pt x="10998" y="19051"/>
                </a:lnTo>
                <a:lnTo>
                  <a:pt x="11463" y="18728"/>
                </a:lnTo>
                <a:lnTo>
                  <a:pt x="12128" y="18324"/>
                </a:lnTo>
                <a:lnTo>
                  <a:pt x="12815" y="17941"/>
                </a:lnTo>
                <a:lnTo>
                  <a:pt x="13521" y="17577"/>
                </a:lnTo>
                <a:lnTo>
                  <a:pt x="14207" y="17234"/>
                </a:lnTo>
                <a:lnTo>
                  <a:pt x="15337" y="16669"/>
                </a:lnTo>
                <a:lnTo>
                  <a:pt x="15902" y="16367"/>
                </a:lnTo>
                <a:lnTo>
                  <a:pt x="16447" y="16044"/>
                </a:lnTo>
                <a:lnTo>
                  <a:pt x="16972" y="15721"/>
                </a:lnTo>
                <a:lnTo>
                  <a:pt x="17476" y="15358"/>
                </a:lnTo>
                <a:lnTo>
                  <a:pt x="17981" y="14954"/>
                </a:lnTo>
                <a:lnTo>
                  <a:pt x="18203" y="14752"/>
                </a:lnTo>
                <a:lnTo>
                  <a:pt x="18425" y="14530"/>
                </a:lnTo>
                <a:lnTo>
                  <a:pt x="18667" y="14268"/>
                </a:lnTo>
                <a:lnTo>
                  <a:pt x="18909" y="13985"/>
                </a:lnTo>
                <a:lnTo>
                  <a:pt x="19131" y="13703"/>
                </a:lnTo>
                <a:lnTo>
                  <a:pt x="19333" y="13400"/>
                </a:lnTo>
                <a:lnTo>
                  <a:pt x="19535" y="13077"/>
                </a:lnTo>
                <a:lnTo>
                  <a:pt x="19736" y="12754"/>
                </a:lnTo>
                <a:lnTo>
                  <a:pt x="19918" y="12411"/>
                </a:lnTo>
                <a:lnTo>
                  <a:pt x="20100" y="12048"/>
                </a:lnTo>
                <a:lnTo>
                  <a:pt x="20261" y="11665"/>
                </a:lnTo>
                <a:lnTo>
                  <a:pt x="20402" y="11281"/>
                </a:lnTo>
                <a:lnTo>
                  <a:pt x="20544" y="10878"/>
                </a:lnTo>
                <a:lnTo>
                  <a:pt x="20685" y="10474"/>
                </a:lnTo>
                <a:lnTo>
                  <a:pt x="20806" y="10050"/>
                </a:lnTo>
                <a:lnTo>
                  <a:pt x="20927" y="9606"/>
                </a:lnTo>
                <a:lnTo>
                  <a:pt x="21028" y="9142"/>
                </a:lnTo>
                <a:lnTo>
                  <a:pt x="21109" y="8678"/>
                </a:lnTo>
                <a:lnTo>
                  <a:pt x="21189" y="8214"/>
                </a:lnTo>
                <a:lnTo>
                  <a:pt x="21250" y="7750"/>
                </a:lnTo>
                <a:lnTo>
                  <a:pt x="21310" y="7326"/>
                </a:lnTo>
                <a:lnTo>
                  <a:pt x="21331" y="6882"/>
                </a:lnTo>
                <a:lnTo>
                  <a:pt x="21351" y="6478"/>
                </a:lnTo>
                <a:lnTo>
                  <a:pt x="21351" y="6075"/>
                </a:lnTo>
                <a:lnTo>
                  <a:pt x="21351" y="5671"/>
                </a:lnTo>
                <a:lnTo>
                  <a:pt x="21331" y="5288"/>
                </a:lnTo>
                <a:lnTo>
                  <a:pt x="21270" y="4924"/>
                </a:lnTo>
                <a:lnTo>
                  <a:pt x="21230" y="4561"/>
                </a:lnTo>
                <a:lnTo>
                  <a:pt x="21149" y="4218"/>
                </a:lnTo>
                <a:lnTo>
                  <a:pt x="21068" y="3875"/>
                </a:lnTo>
                <a:lnTo>
                  <a:pt x="20967" y="3532"/>
                </a:lnTo>
                <a:lnTo>
                  <a:pt x="20846" y="3229"/>
                </a:lnTo>
                <a:lnTo>
                  <a:pt x="20705" y="2906"/>
                </a:lnTo>
                <a:lnTo>
                  <a:pt x="20564" y="2624"/>
                </a:lnTo>
                <a:lnTo>
                  <a:pt x="20362" y="2281"/>
                </a:lnTo>
                <a:lnTo>
                  <a:pt x="20140" y="1958"/>
                </a:lnTo>
                <a:lnTo>
                  <a:pt x="19898" y="1655"/>
                </a:lnTo>
                <a:lnTo>
                  <a:pt x="19615" y="1373"/>
                </a:lnTo>
                <a:lnTo>
                  <a:pt x="19333" y="1110"/>
                </a:lnTo>
                <a:lnTo>
                  <a:pt x="19010" y="868"/>
                </a:lnTo>
                <a:lnTo>
                  <a:pt x="18687" y="646"/>
                </a:lnTo>
                <a:lnTo>
                  <a:pt x="18344" y="465"/>
                </a:lnTo>
                <a:lnTo>
                  <a:pt x="17981" y="283"/>
                </a:lnTo>
                <a:lnTo>
                  <a:pt x="17597" y="162"/>
                </a:lnTo>
                <a:lnTo>
                  <a:pt x="17214" y="61"/>
                </a:lnTo>
                <a:lnTo>
                  <a:pt x="16851" y="21"/>
                </a:lnTo>
                <a:lnTo>
                  <a:pt x="16467" y="1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24" name="Google Shape;2524;p32"/>
          <p:cNvSpPr/>
          <p:nvPr/>
        </p:nvSpPr>
        <p:spPr>
          <a:xfrm flipH="1">
            <a:off x="8932269" y="4102029"/>
            <a:ext cx="901508" cy="1104564"/>
          </a:xfrm>
          <a:custGeom>
            <a:rect b="b" l="l" r="r" t="t"/>
            <a:pathLst>
              <a:path extrusionOk="0" h="19757" w="16125">
                <a:moveTo>
                  <a:pt x="13945" y="81"/>
                </a:moveTo>
                <a:lnTo>
                  <a:pt x="14187" y="142"/>
                </a:lnTo>
                <a:lnTo>
                  <a:pt x="14449" y="222"/>
                </a:lnTo>
                <a:lnTo>
                  <a:pt x="14671" y="323"/>
                </a:lnTo>
                <a:lnTo>
                  <a:pt x="14893" y="464"/>
                </a:lnTo>
                <a:lnTo>
                  <a:pt x="15095" y="626"/>
                </a:lnTo>
                <a:lnTo>
                  <a:pt x="15277" y="807"/>
                </a:lnTo>
                <a:lnTo>
                  <a:pt x="15438" y="1009"/>
                </a:lnTo>
                <a:lnTo>
                  <a:pt x="15620" y="1332"/>
                </a:lnTo>
                <a:lnTo>
                  <a:pt x="15761" y="1655"/>
                </a:lnTo>
                <a:lnTo>
                  <a:pt x="15862" y="1998"/>
                </a:lnTo>
                <a:lnTo>
                  <a:pt x="15943" y="2341"/>
                </a:lnTo>
                <a:lnTo>
                  <a:pt x="16003" y="2704"/>
                </a:lnTo>
                <a:lnTo>
                  <a:pt x="16023" y="3068"/>
                </a:lnTo>
                <a:lnTo>
                  <a:pt x="16044" y="3431"/>
                </a:lnTo>
                <a:lnTo>
                  <a:pt x="16044" y="3814"/>
                </a:lnTo>
                <a:lnTo>
                  <a:pt x="16023" y="4319"/>
                </a:lnTo>
                <a:lnTo>
                  <a:pt x="16003" y="4803"/>
                </a:lnTo>
                <a:lnTo>
                  <a:pt x="15963" y="5287"/>
                </a:lnTo>
                <a:lnTo>
                  <a:pt x="15923" y="5731"/>
                </a:lnTo>
                <a:lnTo>
                  <a:pt x="15862" y="6175"/>
                </a:lnTo>
                <a:lnTo>
                  <a:pt x="15781" y="6599"/>
                </a:lnTo>
                <a:lnTo>
                  <a:pt x="15701" y="7003"/>
                </a:lnTo>
                <a:lnTo>
                  <a:pt x="15600" y="7386"/>
                </a:lnTo>
                <a:lnTo>
                  <a:pt x="15479" y="7749"/>
                </a:lnTo>
                <a:lnTo>
                  <a:pt x="15337" y="8113"/>
                </a:lnTo>
                <a:lnTo>
                  <a:pt x="15196" y="8436"/>
                </a:lnTo>
                <a:lnTo>
                  <a:pt x="15055" y="8758"/>
                </a:lnTo>
                <a:lnTo>
                  <a:pt x="14873" y="9081"/>
                </a:lnTo>
                <a:lnTo>
                  <a:pt x="14692" y="9364"/>
                </a:lnTo>
                <a:lnTo>
                  <a:pt x="14490" y="9646"/>
                </a:lnTo>
                <a:lnTo>
                  <a:pt x="14268" y="9909"/>
                </a:lnTo>
                <a:lnTo>
                  <a:pt x="14086" y="10131"/>
                </a:lnTo>
                <a:lnTo>
                  <a:pt x="13884" y="10332"/>
                </a:lnTo>
                <a:lnTo>
                  <a:pt x="13683" y="10514"/>
                </a:lnTo>
                <a:lnTo>
                  <a:pt x="13461" y="10716"/>
                </a:lnTo>
                <a:lnTo>
                  <a:pt x="13017" y="11059"/>
                </a:lnTo>
                <a:lnTo>
                  <a:pt x="12532" y="11362"/>
                </a:lnTo>
                <a:lnTo>
                  <a:pt x="12048" y="11664"/>
                </a:lnTo>
                <a:lnTo>
                  <a:pt x="11543" y="11947"/>
                </a:lnTo>
                <a:lnTo>
                  <a:pt x="10514" y="12451"/>
                </a:lnTo>
                <a:lnTo>
                  <a:pt x="9586" y="12915"/>
                </a:lnTo>
                <a:lnTo>
                  <a:pt x="9122" y="13178"/>
                </a:lnTo>
                <a:lnTo>
                  <a:pt x="8678" y="13420"/>
                </a:lnTo>
                <a:lnTo>
                  <a:pt x="8032" y="13844"/>
                </a:lnTo>
                <a:lnTo>
                  <a:pt x="7427" y="14288"/>
                </a:lnTo>
                <a:lnTo>
                  <a:pt x="6821" y="14752"/>
                </a:lnTo>
                <a:lnTo>
                  <a:pt x="6236" y="15236"/>
                </a:lnTo>
                <a:lnTo>
                  <a:pt x="5671" y="15761"/>
                </a:lnTo>
                <a:lnTo>
                  <a:pt x="5106" y="16265"/>
                </a:lnTo>
                <a:lnTo>
                  <a:pt x="4037" y="17335"/>
                </a:lnTo>
                <a:lnTo>
                  <a:pt x="3350" y="18001"/>
                </a:lnTo>
                <a:lnTo>
                  <a:pt x="2644" y="18667"/>
                </a:lnTo>
                <a:lnTo>
                  <a:pt x="2281" y="18990"/>
                </a:lnTo>
                <a:lnTo>
                  <a:pt x="2099" y="19151"/>
                </a:lnTo>
                <a:lnTo>
                  <a:pt x="1897" y="19292"/>
                </a:lnTo>
                <a:lnTo>
                  <a:pt x="1696" y="19413"/>
                </a:lnTo>
                <a:lnTo>
                  <a:pt x="1474" y="19514"/>
                </a:lnTo>
                <a:lnTo>
                  <a:pt x="1272" y="19595"/>
                </a:lnTo>
                <a:lnTo>
                  <a:pt x="1030" y="19656"/>
                </a:lnTo>
                <a:lnTo>
                  <a:pt x="808" y="19676"/>
                </a:lnTo>
                <a:lnTo>
                  <a:pt x="687" y="19656"/>
                </a:lnTo>
                <a:lnTo>
                  <a:pt x="566" y="19635"/>
                </a:lnTo>
                <a:lnTo>
                  <a:pt x="444" y="19595"/>
                </a:lnTo>
                <a:lnTo>
                  <a:pt x="344" y="19555"/>
                </a:lnTo>
                <a:lnTo>
                  <a:pt x="243" y="19474"/>
                </a:lnTo>
                <a:lnTo>
                  <a:pt x="162" y="19373"/>
                </a:lnTo>
                <a:lnTo>
                  <a:pt x="101" y="19232"/>
                </a:lnTo>
                <a:lnTo>
                  <a:pt x="81" y="19091"/>
                </a:lnTo>
                <a:lnTo>
                  <a:pt x="81" y="18929"/>
                </a:lnTo>
                <a:lnTo>
                  <a:pt x="122" y="18788"/>
                </a:lnTo>
                <a:lnTo>
                  <a:pt x="162" y="18667"/>
                </a:lnTo>
                <a:lnTo>
                  <a:pt x="222" y="18546"/>
                </a:lnTo>
                <a:lnTo>
                  <a:pt x="323" y="18364"/>
                </a:lnTo>
                <a:lnTo>
                  <a:pt x="444" y="18203"/>
                </a:lnTo>
                <a:lnTo>
                  <a:pt x="566" y="18021"/>
                </a:lnTo>
                <a:lnTo>
                  <a:pt x="868" y="17718"/>
                </a:lnTo>
                <a:lnTo>
                  <a:pt x="1171" y="17436"/>
                </a:lnTo>
                <a:lnTo>
                  <a:pt x="1494" y="17173"/>
                </a:lnTo>
                <a:lnTo>
                  <a:pt x="2220" y="16588"/>
                </a:lnTo>
                <a:lnTo>
                  <a:pt x="2987" y="16043"/>
                </a:lnTo>
                <a:lnTo>
                  <a:pt x="3754" y="15499"/>
                </a:lnTo>
                <a:lnTo>
                  <a:pt x="4521" y="14974"/>
                </a:lnTo>
                <a:lnTo>
                  <a:pt x="5308" y="14429"/>
                </a:lnTo>
                <a:lnTo>
                  <a:pt x="6075" y="13884"/>
                </a:lnTo>
                <a:lnTo>
                  <a:pt x="6862" y="13319"/>
                </a:lnTo>
                <a:lnTo>
                  <a:pt x="7608" y="12734"/>
                </a:lnTo>
                <a:lnTo>
                  <a:pt x="8153" y="12270"/>
                </a:lnTo>
                <a:lnTo>
                  <a:pt x="8436" y="12007"/>
                </a:lnTo>
                <a:lnTo>
                  <a:pt x="8718" y="11725"/>
                </a:lnTo>
                <a:lnTo>
                  <a:pt x="9001" y="11422"/>
                </a:lnTo>
                <a:lnTo>
                  <a:pt x="9283" y="11119"/>
                </a:lnTo>
                <a:lnTo>
                  <a:pt x="9546" y="10776"/>
                </a:lnTo>
                <a:lnTo>
                  <a:pt x="9788" y="10413"/>
                </a:lnTo>
                <a:lnTo>
                  <a:pt x="9949" y="10131"/>
                </a:lnTo>
                <a:lnTo>
                  <a:pt x="10111" y="9828"/>
                </a:lnTo>
                <a:lnTo>
                  <a:pt x="10252" y="9525"/>
                </a:lnTo>
                <a:lnTo>
                  <a:pt x="10393" y="9202"/>
                </a:lnTo>
                <a:lnTo>
                  <a:pt x="10494" y="8879"/>
                </a:lnTo>
                <a:lnTo>
                  <a:pt x="10615" y="8557"/>
                </a:lnTo>
                <a:lnTo>
                  <a:pt x="10777" y="7911"/>
                </a:lnTo>
                <a:lnTo>
                  <a:pt x="10938" y="7245"/>
                </a:lnTo>
                <a:lnTo>
                  <a:pt x="11039" y="6559"/>
                </a:lnTo>
                <a:lnTo>
                  <a:pt x="11241" y="5207"/>
                </a:lnTo>
                <a:lnTo>
                  <a:pt x="11342" y="4399"/>
                </a:lnTo>
                <a:lnTo>
                  <a:pt x="11463" y="3612"/>
                </a:lnTo>
                <a:lnTo>
                  <a:pt x="11604" y="2825"/>
                </a:lnTo>
                <a:lnTo>
                  <a:pt x="11685" y="2422"/>
                </a:lnTo>
                <a:lnTo>
                  <a:pt x="11786" y="2038"/>
                </a:lnTo>
                <a:lnTo>
                  <a:pt x="11866" y="1756"/>
                </a:lnTo>
                <a:lnTo>
                  <a:pt x="11987" y="1473"/>
                </a:lnTo>
                <a:lnTo>
                  <a:pt x="12109" y="1171"/>
                </a:lnTo>
                <a:lnTo>
                  <a:pt x="12250" y="888"/>
                </a:lnTo>
                <a:lnTo>
                  <a:pt x="12452" y="626"/>
                </a:lnTo>
                <a:lnTo>
                  <a:pt x="12552" y="525"/>
                </a:lnTo>
                <a:lnTo>
                  <a:pt x="12674" y="404"/>
                </a:lnTo>
                <a:lnTo>
                  <a:pt x="12795" y="323"/>
                </a:lnTo>
                <a:lnTo>
                  <a:pt x="12916" y="242"/>
                </a:lnTo>
                <a:lnTo>
                  <a:pt x="13077" y="182"/>
                </a:lnTo>
                <a:lnTo>
                  <a:pt x="13218" y="121"/>
                </a:lnTo>
                <a:lnTo>
                  <a:pt x="13461" y="81"/>
                </a:lnTo>
                <a:close/>
                <a:moveTo>
                  <a:pt x="13541" y="0"/>
                </a:moveTo>
                <a:lnTo>
                  <a:pt x="13380" y="20"/>
                </a:lnTo>
                <a:lnTo>
                  <a:pt x="13218" y="41"/>
                </a:lnTo>
                <a:lnTo>
                  <a:pt x="13037" y="101"/>
                </a:lnTo>
                <a:lnTo>
                  <a:pt x="12896" y="162"/>
                </a:lnTo>
                <a:lnTo>
                  <a:pt x="12754" y="242"/>
                </a:lnTo>
                <a:lnTo>
                  <a:pt x="12613" y="343"/>
                </a:lnTo>
                <a:lnTo>
                  <a:pt x="12492" y="464"/>
                </a:lnTo>
                <a:lnTo>
                  <a:pt x="12391" y="565"/>
                </a:lnTo>
                <a:lnTo>
                  <a:pt x="12189" y="848"/>
                </a:lnTo>
                <a:lnTo>
                  <a:pt x="12028" y="1130"/>
                </a:lnTo>
                <a:lnTo>
                  <a:pt x="11907" y="1433"/>
                </a:lnTo>
                <a:lnTo>
                  <a:pt x="11806" y="1736"/>
                </a:lnTo>
                <a:lnTo>
                  <a:pt x="11705" y="2018"/>
                </a:lnTo>
                <a:lnTo>
                  <a:pt x="11604" y="2402"/>
                </a:lnTo>
                <a:lnTo>
                  <a:pt x="11523" y="2805"/>
                </a:lnTo>
                <a:lnTo>
                  <a:pt x="11382" y="3592"/>
                </a:lnTo>
                <a:lnTo>
                  <a:pt x="11261" y="4399"/>
                </a:lnTo>
                <a:lnTo>
                  <a:pt x="11160" y="5187"/>
                </a:lnTo>
                <a:lnTo>
                  <a:pt x="10958" y="6539"/>
                </a:lnTo>
                <a:lnTo>
                  <a:pt x="10857" y="7225"/>
                </a:lnTo>
                <a:lnTo>
                  <a:pt x="10716" y="7870"/>
                </a:lnTo>
                <a:lnTo>
                  <a:pt x="10534" y="8536"/>
                </a:lnTo>
                <a:lnTo>
                  <a:pt x="10434" y="8859"/>
                </a:lnTo>
                <a:lnTo>
                  <a:pt x="10313" y="9162"/>
                </a:lnTo>
                <a:lnTo>
                  <a:pt x="10191" y="9485"/>
                </a:lnTo>
                <a:lnTo>
                  <a:pt x="10050" y="9788"/>
                </a:lnTo>
                <a:lnTo>
                  <a:pt x="9889" y="10090"/>
                </a:lnTo>
                <a:lnTo>
                  <a:pt x="9707" y="10373"/>
                </a:lnTo>
                <a:lnTo>
                  <a:pt x="9465" y="10736"/>
                </a:lnTo>
                <a:lnTo>
                  <a:pt x="9223" y="11059"/>
                </a:lnTo>
                <a:lnTo>
                  <a:pt x="8940" y="11382"/>
                </a:lnTo>
                <a:lnTo>
                  <a:pt x="8658" y="11664"/>
                </a:lnTo>
                <a:lnTo>
                  <a:pt x="8375" y="11947"/>
                </a:lnTo>
                <a:lnTo>
                  <a:pt x="8093" y="12209"/>
                </a:lnTo>
                <a:lnTo>
                  <a:pt x="7568" y="12653"/>
                </a:lnTo>
                <a:lnTo>
                  <a:pt x="6801" y="13259"/>
                </a:lnTo>
                <a:lnTo>
                  <a:pt x="6034" y="13824"/>
                </a:lnTo>
                <a:lnTo>
                  <a:pt x="5247" y="14368"/>
                </a:lnTo>
                <a:lnTo>
                  <a:pt x="4480" y="14913"/>
                </a:lnTo>
                <a:lnTo>
                  <a:pt x="3714" y="15438"/>
                </a:lnTo>
                <a:lnTo>
                  <a:pt x="2927" y="15983"/>
                </a:lnTo>
                <a:lnTo>
                  <a:pt x="2180" y="16528"/>
                </a:lnTo>
                <a:lnTo>
                  <a:pt x="1433" y="17113"/>
                </a:lnTo>
                <a:lnTo>
                  <a:pt x="1131" y="17375"/>
                </a:lnTo>
                <a:lnTo>
                  <a:pt x="808" y="17658"/>
                </a:lnTo>
                <a:lnTo>
                  <a:pt x="505" y="17981"/>
                </a:lnTo>
                <a:lnTo>
                  <a:pt x="384" y="18142"/>
                </a:lnTo>
                <a:lnTo>
                  <a:pt x="243" y="18324"/>
                </a:lnTo>
                <a:lnTo>
                  <a:pt x="142" y="18526"/>
                </a:lnTo>
                <a:lnTo>
                  <a:pt x="81" y="18667"/>
                </a:lnTo>
                <a:lnTo>
                  <a:pt x="21" y="18808"/>
                </a:lnTo>
                <a:lnTo>
                  <a:pt x="1" y="18949"/>
                </a:lnTo>
                <a:lnTo>
                  <a:pt x="1" y="19111"/>
                </a:lnTo>
                <a:lnTo>
                  <a:pt x="21" y="19272"/>
                </a:lnTo>
                <a:lnTo>
                  <a:pt x="101" y="19434"/>
                </a:lnTo>
                <a:lnTo>
                  <a:pt x="162" y="19514"/>
                </a:lnTo>
                <a:lnTo>
                  <a:pt x="243" y="19575"/>
                </a:lnTo>
                <a:lnTo>
                  <a:pt x="323" y="19635"/>
                </a:lnTo>
                <a:lnTo>
                  <a:pt x="424" y="19676"/>
                </a:lnTo>
                <a:lnTo>
                  <a:pt x="626" y="19736"/>
                </a:lnTo>
                <a:lnTo>
                  <a:pt x="828" y="19757"/>
                </a:lnTo>
                <a:lnTo>
                  <a:pt x="1050" y="19736"/>
                </a:lnTo>
                <a:lnTo>
                  <a:pt x="1292" y="19676"/>
                </a:lnTo>
                <a:lnTo>
                  <a:pt x="1514" y="19595"/>
                </a:lnTo>
                <a:lnTo>
                  <a:pt x="1736" y="19494"/>
                </a:lnTo>
                <a:lnTo>
                  <a:pt x="1938" y="19353"/>
                </a:lnTo>
                <a:lnTo>
                  <a:pt x="2140" y="19212"/>
                </a:lnTo>
                <a:lnTo>
                  <a:pt x="2341" y="19050"/>
                </a:lnTo>
                <a:lnTo>
                  <a:pt x="2705" y="18727"/>
                </a:lnTo>
                <a:lnTo>
                  <a:pt x="3411" y="18061"/>
                </a:lnTo>
                <a:lnTo>
                  <a:pt x="4077" y="17395"/>
                </a:lnTo>
                <a:lnTo>
                  <a:pt x="5167" y="16326"/>
                </a:lnTo>
                <a:lnTo>
                  <a:pt x="5732" y="15821"/>
                </a:lnTo>
                <a:lnTo>
                  <a:pt x="6297" y="15297"/>
                </a:lnTo>
                <a:lnTo>
                  <a:pt x="6862" y="14812"/>
                </a:lnTo>
                <a:lnTo>
                  <a:pt x="7467" y="14348"/>
                </a:lnTo>
                <a:lnTo>
                  <a:pt x="8093" y="13904"/>
                </a:lnTo>
                <a:lnTo>
                  <a:pt x="8718" y="13501"/>
                </a:lnTo>
                <a:lnTo>
                  <a:pt x="9162" y="13238"/>
                </a:lnTo>
                <a:lnTo>
                  <a:pt x="9626" y="12996"/>
                </a:lnTo>
                <a:lnTo>
                  <a:pt x="10555" y="12532"/>
                </a:lnTo>
                <a:lnTo>
                  <a:pt x="11584" y="12007"/>
                </a:lnTo>
                <a:lnTo>
                  <a:pt x="12088" y="11725"/>
                </a:lnTo>
                <a:lnTo>
                  <a:pt x="12573" y="11442"/>
                </a:lnTo>
                <a:lnTo>
                  <a:pt x="13057" y="11119"/>
                </a:lnTo>
                <a:lnTo>
                  <a:pt x="13521" y="10776"/>
                </a:lnTo>
                <a:lnTo>
                  <a:pt x="13743" y="10575"/>
                </a:lnTo>
                <a:lnTo>
                  <a:pt x="13945" y="10393"/>
                </a:lnTo>
                <a:lnTo>
                  <a:pt x="14147" y="10171"/>
                </a:lnTo>
                <a:lnTo>
                  <a:pt x="14328" y="9969"/>
                </a:lnTo>
                <a:lnTo>
                  <a:pt x="14550" y="9687"/>
                </a:lnTo>
                <a:lnTo>
                  <a:pt x="14752" y="9404"/>
                </a:lnTo>
                <a:lnTo>
                  <a:pt x="14934" y="9122"/>
                </a:lnTo>
                <a:lnTo>
                  <a:pt x="15115" y="8799"/>
                </a:lnTo>
                <a:lnTo>
                  <a:pt x="15277" y="8476"/>
                </a:lnTo>
                <a:lnTo>
                  <a:pt x="15418" y="8133"/>
                </a:lnTo>
                <a:lnTo>
                  <a:pt x="15559" y="7790"/>
                </a:lnTo>
                <a:lnTo>
                  <a:pt x="15660" y="7406"/>
                </a:lnTo>
                <a:lnTo>
                  <a:pt x="15761" y="7023"/>
                </a:lnTo>
                <a:lnTo>
                  <a:pt x="15862" y="6619"/>
                </a:lnTo>
                <a:lnTo>
                  <a:pt x="15943" y="6196"/>
                </a:lnTo>
                <a:lnTo>
                  <a:pt x="16003" y="5752"/>
                </a:lnTo>
                <a:lnTo>
                  <a:pt x="16044" y="5287"/>
                </a:lnTo>
                <a:lnTo>
                  <a:pt x="16084" y="4823"/>
                </a:lnTo>
                <a:lnTo>
                  <a:pt x="16104" y="4319"/>
                </a:lnTo>
                <a:lnTo>
                  <a:pt x="16124" y="3814"/>
                </a:lnTo>
                <a:lnTo>
                  <a:pt x="16124" y="3431"/>
                </a:lnTo>
                <a:lnTo>
                  <a:pt x="16104" y="3068"/>
                </a:lnTo>
                <a:lnTo>
                  <a:pt x="16084" y="2684"/>
                </a:lnTo>
                <a:lnTo>
                  <a:pt x="16023" y="2321"/>
                </a:lnTo>
                <a:lnTo>
                  <a:pt x="15943" y="1958"/>
                </a:lnTo>
                <a:lnTo>
                  <a:pt x="15842" y="1615"/>
                </a:lnTo>
                <a:lnTo>
                  <a:pt x="15701" y="1292"/>
                </a:lnTo>
                <a:lnTo>
                  <a:pt x="15519" y="969"/>
                </a:lnTo>
                <a:lnTo>
                  <a:pt x="15418" y="828"/>
                </a:lnTo>
                <a:lnTo>
                  <a:pt x="15297" y="707"/>
                </a:lnTo>
                <a:lnTo>
                  <a:pt x="15196" y="585"/>
                </a:lnTo>
                <a:lnTo>
                  <a:pt x="15055" y="485"/>
                </a:lnTo>
                <a:lnTo>
                  <a:pt x="14934" y="384"/>
                </a:lnTo>
                <a:lnTo>
                  <a:pt x="14792" y="303"/>
                </a:lnTo>
                <a:lnTo>
                  <a:pt x="14490" y="142"/>
                </a:lnTo>
                <a:lnTo>
                  <a:pt x="14187" y="61"/>
                </a:lnTo>
                <a:lnTo>
                  <a:pt x="14026" y="20"/>
                </a:lnTo>
                <a:lnTo>
                  <a:pt x="13864" y="0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25" name="Google Shape;2525;p32"/>
          <p:cNvSpPr/>
          <p:nvPr/>
        </p:nvSpPr>
        <p:spPr>
          <a:xfrm flipH="1">
            <a:off x="9013516" y="4212556"/>
            <a:ext cx="130935" cy="390458"/>
          </a:xfrm>
          <a:custGeom>
            <a:rect b="b" l="l" r="r" t="t"/>
            <a:pathLst>
              <a:path extrusionOk="0" h="6984" w="2342">
                <a:moveTo>
                  <a:pt x="1494" y="82"/>
                </a:moveTo>
                <a:lnTo>
                  <a:pt x="1615" y="122"/>
                </a:lnTo>
                <a:lnTo>
                  <a:pt x="1716" y="162"/>
                </a:lnTo>
                <a:lnTo>
                  <a:pt x="1817" y="223"/>
                </a:lnTo>
                <a:lnTo>
                  <a:pt x="1897" y="304"/>
                </a:lnTo>
                <a:lnTo>
                  <a:pt x="1978" y="404"/>
                </a:lnTo>
                <a:lnTo>
                  <a:pt x="2039" y="485"/>
                </a:lnTo>
                <a:lnTo>
                  <a:pt x="2099" y="586"/>
                </a:lnTo>
                <a:lnTo>
                  <a:pt x="2160" y="707"/>
                </a:lnTo>
                <a:lnTo>
                  <a:pt x="2200" y="828"/>
                </a:lnTo>
                <a:lnTo>
                  <a:pt x="2240" y="1070"/>
                </a:lnTo>
                <a:lnTo>
                  <a:pt x="2261" y="1333"/>
                </a:lnTo>
                <a:lnTo>
                  <a:pt x="2261" y="1595"/>
                </a:lnTo>
                <a:lnTo>
                  <a:pt x="2240" y="2281"/>
                </a:lnTo>
                <a:lnTo>
                  <a:pt x="2180" y="2967"/>
                </a:lnTo>
                <a:lnTo>
                  <a:pt x="2059" y="3694"/>
                </a:lnTo>
                <a:lnTo>
                  <a:pt x="1897" y="4521"/>
                </a:lnTo>
                <a:lnTo>
                  <a:pt x="1837" y="4763"/>
                </a:lnTo>
                <a:lnTo>
                  <a:pt x="1776" y="5026"/>
                </a:lnTo>
                <a:lnTo>
                  <a:pt x="1675" y="5308"/>
                </a:lnTo>
                <a:lnTo>
                  <a:pt x="1554" y="5591"/>
                </a:lnTo>
                <a:lnTo>
                  <a:pt x="1413" y="5893"/>
                </a:lnTo>
                <a:lnTo>
                  <a:pt x="1231" y="6176"/>
                </a:lnTo>
                <a:lnTo>
                  <a:pt x="1030" y="6459"/>
                </a:lnTo>
                <a:lnTo>
                  <a:pt x="808" y="6741"/>
                </a:lnTo>
                <a:lnTo>
                  <a:pt x="707" y="6822"/>
                </a:lnTo>
                <a:lnTo>
                  <a:pt x="626" y="6862"/>
                </a:lnTo>
                <a:lnTo>
                  <a:pt x="566" y="6902"/>
                </a:lnTo>
                <a:lnTo>
                  <a:pt x="485" y="6882"/>
                </a:lnTo>
                <a:lnTo>
                  <a:pt x="444" y="6862"/>
                </a:lnTo>
                <a:lnTo>
                  <a:pt x="384" y="6822"/>
                </a:lnTo>
                <a:lnTo>
                  <a:pt x="303" y="6701"/>
                </a:lnTo>
                <a:lnTo>
                  <a:pt x="243" y="6539"/>
                </a:lnTo>
                <a:lnTo>
                  <a:pt x="182" y="6317"/>
                </a:lnTo>
                <a:lnTo>
                  <a:pt x="142" y="6055"/>
                </a:lnTo>
                <a:lnTo>
                  <a:pt x="101" y="5752"/>
                </a:lnTo>
                <a:lnTo>
                  <a:pt x="81" y="5086"/>
                </a:lnTo>
                <a:lnTo>
                  <a:pt x="81" y="4602"/>
                </a:lnTo>
                <a:lnTo>
                  <a:pt x="81" y="4097"/>
                </a:lnTo>
                <a:lnTo>
                  <a:pt x="101" y="3976"/>
                </a:lnTo>
                <a:lnTo>
                  <a:pt x="122" y="3310"/>
                </a:lnTo>
                <a:lnTo>
                  <a:pt x="162" y="2685"/>
                </a:lnTo>
                <a:lnTo>
                  <a:pt x="222" y="2100"/>
                </a:lnTo>
                <a:lnTo>
                  <a:pt x="283" y="1535"/>
                </a:lnTo>
                <a:lnTo>
                  <a:pt x="323" y="1353"/>
                </a:lnTo>
                <a:lnTo>
                  <a:pt x="384" y="1131"/>
                </a:lnTo>
                <a:lnTo>
                  <a:pt x="444" y="909"/>
                </a:lnTo>
                <a:lnTo>
                  <a:pt x="545" y="667"/>
                </a:lnTo>
                <a:lnTo>
                  <a:pt x="687" y="465"/>
                </a:lnTo>
                <a:lnTo>
                  <a:pt x="767" y="364"/>
                </a:lnTo>
                <a:lnTo>
                  <a:pt x="848" y="263"/>
                </a:lnTo>
                <a:lnTo>
                  <a:pt x="949" y="203"/>
                </a:lnTo>
                <a:lnTo>
                  <a:pt x="1070" y="142"/>
                </a:lnTo>
                <a:lnTo>
                  <a:pt x="1191" y="102"/>
                </a:lnTo>
                <a:lnTo>
                  <a:pt x="1312" y="82"/>
                </a:lnTo>
                <a:close/>
                <a:moveTo>
                  <a:pt x="1312" y="1"/>
                </a:moveTo>
                <a:lnTo>
                  <a:pt x="1171" y="21"/>
                </a:lnTo>
                <a:lnTo>
                  <a:pt x="1030" y="61"/>
                </a:lnTo>
                <a:lnTo>
                  <a:pt x="868" y="162"/>
                </a:lnTo>
                <a:lnTo>
                  <a:pt x="707" y="304"/>
                </a:lnTo>
                <a:lnTo>
                  <a:pt x="566" y="485"/>
                </a:lnTo>
                <a:lnTo>
                  <a:pt x="485" y="606"/>
                </a:lnTo>
                <a:lnTo>
                  <a:pt x="424" y="748"/>
                </a:lnTo>
                <a:lnTo>
                  <a:pt x="364" y="909"/>
                </a:lnTo>
                <a:lnTo>
                  <a:pt x="303" y="1091"/>
                </a:lnTo>
                <a:lnTo>
                  <a:pt x="263" y="1292"/>
                </a:lnTo>
                <a:lnTo>
                  <a:pt x="222" y="1514"/>
                </a:lnTo>
                <a:lnTo>
                  <a:pt x="142" y="2079"/>
                </a:lnTo>
                <a:lnTo>
                  <a:pt x="81" y="2685"/>
                </a:lnTo>
                <a:lnTo>
                  <a:pt x="41" y="3310"/>
                </a:lnTo>
                <a:lnTo>
                  <a:pt x="21" y="3976"/>
                </a:lnTo>
                <a:lnTo>
                  <a:pt x="1" y="4097"/>
                </a:lnTo>
                <a:lnTo>
                  <a:pt x="1" y="4602"/>
                </a:lnTo>
                <a:lnTo>
                  <a:pt x="1" y="5106"/>
                </a:lnTo>
                <a:lnTo>
                  <a:pt x="21" y="5752"/>
                </a:lnTo>
                <a:lnTo>
                  <a:pt x="61" y="6055"/>
                </a:lnTo>
                <a:lnTo>
                  <a:pt x="101" y="6337"/>
                </a:lnTo>
                <a:lnTo>
                  <a:pt x="142" y="6499"/>
                </a:lnTo>
                <a:lnTo>
                  <a:pt x="202" y="6680"/>
                </a:lnTo>
                <a:lnTo>
                  <a:pt x="263" y="6781"/>
                </a:lnTo>
                <a:lnTo>
                  <a:pt x="303" y="6862"/>
                </a:lnTo>
                <a:lnTo>
                  <a:pt x="384" y="6923"/>
                </a:lnTo>
                <a:lnTo>
                  <a:pt x="465" y="6963"/>
                </a:lnTo>
                <a:lnTo>
                  <a:pt x="525" y="6983"/>
                </a:lnTo>
                <a:lnTo>
                  <a:pt x="606" y="6963"/>
                </a:lnTo>
                <a:lnTo>
                  <a:pt x="687" y="6923"/>
                </a:lnTo>
                <a:lnTo>
                  <a:pt x="767" y="6882"/>
                </a:lnTo>
                <a:lnTo>
                  <a:pt x="868" y="6802"/>
                </a:lnTo>
                <a:lnTo>
                  <a:pt x="1090" y="6519"/>
                </a:lnTo>
                <a:lnTo>
                  <a:pt x="1292" y="6237"/>
                </a:lnTo>
                <a:lnTo>
                  <a:pt x="1474" y="5934"/>
                </a:lnTo>
                <a:lnTo>
                  <a:pt x="1615" y="5631"/>
                </a:lnTo>
                <a:lnTo>
                  <a:pt x="1736" y="5349"/>
                </a:lnTo>
                <a:lnTo>
                  <a:pt x="1837" y="5046"/>
                </a:lnTo>
                <a:lnTo>
                  <a:pt x="1918" y="4784"/>
                </a:lnTo>
                <a:lnTo>
                  <a:pt x="1978" y="4521"/>
                </a:lnTo>
                <a:lnTo>
                  <a:pt x="2140" y="3714"/>
                </a:lnTo>
                <a:lnTo>
                  <a:pt x="2261" y="2967"/>
                </a:lnTo>
                <a:lnTo>
                  <a:pt x="2321" y="2281"/>
                </a:lnTo>
                <a:lnTo>
                  <a:pt x="2341" y="1595"/>
                </a:lnTo>
                <a:lnTo>
                  <a:pt x="2341" y="1333"/>
                </a:lnTo>
                <a:lnTo>
                  <a:pt x="2321" y="1050"/>
                </a:lnTo>
                <a:lnTo>
                  <a:pt x="2261" y="788"/>
                </a:lnTo>
                <a:lnTo>
                  <a:pt x="2220" y="667"/>
                </a:lnTo>
                <a:lnTo>
                  <a:pt x="2180" y="546"/>
                </a:lnTo>
                <a:lnTo>
                  <a:pt x="2119" y="445"/>
                </a:lnTo>
                <a:lnTo>
                  <a:pt x="2039" y="324"/>
                </a:lnTo>
                <a:lnTo>
                  <a:pt x="1938" y="243"/>
                </a:lnTo>
                <a:lnTo>
                  <a:pt x="1837" y="142"/>
                </a:lnTo>
                <a:lnTo>
                  <a:pt x="1716" y="82"/>
                </a:lnTo>
                <a:lnTo>
                  <a:pt x="1595" y="21"/>
                </a:lnTo>
                <a:lnTo>
                  <a:pt x="1453" y="1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26" name="Google Shape;2526;p32"/>
          <p:cNvSpPr/>
          <p:nvPr/>
        </p:nvSpPr>
        <p:spPr>
          <a:xfrm>
            <a:off x="8202150" y="324797"/>
            <a:ext cx="457237" cy="429412"/>
          </a:xfrm>
          <a:custGeom>
            <a:rect b="b" l="l" r="r" t="t"/>
            <a:pathLst>
              <a:path extrusionOk="0" h="92099" w="98067">
                <a:moveTo>
                  <a:pt x="49019" y="0"/>
                </a:moveTo>
                <a:lnTo>
                  <a:pt x="48824" y="1171"/>
                </a:lnTo>
                <a:lnTo>
                  <a:pt x="48629" y="2064"/>
                </a:lnTo>
                <a:lnTo>
                  <a:pt x="48378" y="3151"/>
                </a:lnTo>
                <a:lnTo>
                  <a:pt x="48071" y="4434"/>
                </a:lnTo>
                <a:lnTo>
                  <a:pt x="47709" y="5884"/>
                </a:lnTo>
                <a:lnTo>
                  <a:pt x="47263" y="7501"/>
                </a:lnTo>
                <a:lnTo>
                  <a:pt x="46733" y="9230"/>
                </a:lnTo>
                <a:lnTo>
                  <a:pt x="46119" y="11070"/>
                </a:lnTo>
                <a:lnTo>
                  <a:pt x="45422" y="13050"/>
                </a:lnTo>
                <a:lnTo>
                  <a:pt x="44641" y="15085"/>
                </a:lnTo>
                <a:lnTo>
                  <a:pt x="43777" y="17177"/>
                </a:lnTo>
                <a:lnTo>
                  <a:pt x="43303" y="18264"/>
                </a:lnTo>
                <a:lnTo>
                  <a:pt x="42801" y="19351"/>
                </a:lnTo>
                <a:lnTo>
                  <a:pt x="42271" y="20439"/>
                </a:lnTo>
                <a:lnTo>
                  <a:pt x="41742" y="21554"/>
                </a:lnTo>
                <a:lnTo>
                  <a:pt x="41156" y="22670"/>
                </a:lnTo>
                <a:lnTo>
                  <a:pt x="40543" y="23785"/>
                </a:lnTo>
                <a:lnTo>
                  <a:pt x="39929" y="24900"/>
                </a:lnTo>
                <a:lnTo>
                  <a:pt x="39260" y="25988"/>
                </a:lnTo>
                <a:lnTo>
                  <a:pt x="38563" y="27103"/>
                </a:lnTo>
                <a:lnTo>
                  <a:pt x="37838" y="28218"/>
                </a:lnTo>
                <a:lnTo>
                  <a:pt x="37113" y="29306"/>
                </a:lnTo>
                <a:lnTo>
                  <a:pt x="36332" y="30421"/>
                </a:lnTo>
                <a:lnTo>
                  <a:pt x="35524" y="31481"/>
                </a:lnTo>
                <a:lnTo>
                  <a:pt x="34687" y="32568"/>
                </a:lnTo>
                <a:lnTo>
                  <a:pt x="33795" y="33600"/>
                </a:lnTo>
                <a:lnTo>
                  <a:pt x="32903" y="34659"/>
                </a:lnTo>
                <a:lnTo>
                  <a:pt x="31954" y="35663"/>
                </a:lnTo>
                <a:lnTo>
                  <a:pt x="30979" y="36667"/>
                </a:lnTo>
                <a:lnTo>
                  <a:pt x="29975" y="37643"/>
                </a:lnTo>
                <a:lnTo>
                  <a:pt x="28943" y="38591"/>
                </a:lnTo>
                <a:lnTo>
                  <a:pt x="27856" y="39511"/>
                </a:lnTo>
                <a:lnTo>
                  <a:pt x="26740" y="40403"/>
                </a:lnTo>
                <a:lnTo>
                  <a:pt x="25597" y="41268"/>
                </a:lnTo>
                <a:lnTo>
                  <a:pt x="24426" y="42104"/>
                </a:lnTo>
                <a:lnTo>
                  <a:pt x="23199" y="42885"/>
                </a:lnTo>
                <a:lnTo>
                  <a:pt x="21944" y="43638"/>
                </a:lnTo>
                <a:lnTo>
                  <a:pt x="20634" y="44363"/>
                </a:lnTo>
                <a:lnTo>
                  <a:pt x="19295" y="45060"/>
                </a:lnTo>
                <a:lnTo>
                  <a:pt x="17929" y="45673"/>
                </a:lnTo>
                <a:lnTo>
                  <a:pt x="16507" y="46287"/>
                </a:lnTo>
                <a:lnTo>
                  <a:pt x="15057" y="46816"/>
                </a:lnTo>
                <a:lnTo>
                  <a:pt x="13551" y="47318"/>
                </a:lnTo>
                <a:lnTo>
                  <a:pt x="12018" y="47765"/>
                </a:lnTo>
                <a:lnTo>
                  <a:pt x="10428" y="48155"/>
                </a:lnTo>
                <a:lnTo>
                  <a:pt x="8811" y="48489"/>
                </a:lnTo>
                <a:lnTo>
                  <a:pt x="7138" y="48768"/>
                </a:lnTo>
                <a:lnTo>
                  <a:pt x="5409" y="48991"/>
                </a:lnTo>
                <a:lnTo>
                  <a:pt x="3653" y="49159"/>
                </a:lnTo>
                <a:lnTo>
                  <a:pt x="1868" y="49242"/>
                </a:lnTo>
                <a:lnTo>
                  <a:pt x="948" y="49270"/>
                </a:lnTo>
                <a:lnTo>
                  <a:pt x="0" y="49298"/>
                </a:lnTo>
                <a:lnTo>
                  <a:pt x="474" y="49438"/>
                </a:lnTo>
                <a:lnTo>
                  <a:pt x="1840" y="49856"/>
                </a:lnTo>
                <a:lnTo>
                  <a:pt x="3959" y="50581"/>
                </a:lnTo>
                <a:lnTo>
                  <a:pt x="5270" y="51055"/>
                </a:lnTo>
                <a:lnTo>
                  <a:pt x="6720" y="51585"/>
                </a:lnTo>
                <a:lnTo>
                  <a:pt x="8309" y="52226"/>
                </a:lnTo>
                <a:lnTo>
                  <a:pt x="10010" y="52951"/>
                </a:lnTo>
                <a:lnTo>
                  <a:pt x="11823" y="53732"/>
                </a:lnTo>
                <a:lnTo>
                  <a:pt x="13719" y="54624"/>
                </a:lnTo>
                <a:lnTo>
                  <a:pt x="15698" y="55600"/>
                </a:lnTo>
                <a:lnTo>
                  <a:pt x="17762" y="56631"/>
                </a:lnTo>
                <a:lnTo>
                  <a:pt x="19853" y="57775"/>
                </a:lnTo>
                <a:lnTo>
                  <a:pt x="21972" y="59001"/>
                </a:lnTo>
                <a:lnTo>
                  <a:pt x="23032" y="59671"/>
                </a:lnTo>
                <a:lnTo>
                  <a:pt x="24119" y="60340"/>
                </a:lnTo>
                <a:lnTo>
                  <a:pt x="25179" y="61037"/>
                </a:lnTo>
                <a:lnTo>
                  <a:pt x="26266" y="61762"/>
                </a:lnTo>
                <a:lnTo>
                  <a:pt x="27354" y="62487"/>
                </a:lnTo>
                <a:lnTo>
                  <a:pt x="28413" y="63268"/>
                </a:lnTo>
                <a:lnTo>
                  <a:pt x="29473" y="64048"/>
                </a:lnTo>
                <a:lnTo>
                  <a:pt x="30532" y="64857"/>
                </a:lnTo>
                <a:lnTo>
                  <a:pt x="31592" y="65693"/>
                </a:lnTo>
                <a:lnTo>
                  <a:pt x="32624" y="66558"/>
                </a:lnTo>
                <a:lnTo>
                  <a:pt x="33627" y="67450"/>
                </a:lnTo>
                <a:lnTo>
                  <a:pt x="34659" y="68370"/>
                </a:lnTo>
                <a:lnTo>
                  <a:pt x="35635" y="69290"/>
                </a:lnTo>
                <a:lnTo>
                  <a:pt x="36611" y="70266"/>
                </a:lnTo>
                <a:lnTo>
                  <a:pt x="37559" y="71242"/>
                </a:lnTo>
                <a:lnTo>
                  <a:pt x="38507" y="72274"/>
                </a:lnTo>
                <a:lnTo>
                  <a:pt x="39399" y="73306"/>
                </a:lnTo>
                <a:lnTo>
                  <a:pt x="40292" y="74365"/>
                </a:lnTo>
                <a:lnTo>
                  <a:pt x="41156" y="75453"/>
                </a:lnTo>
                <a:lnTo>
                  <a:pt x="41993" y="76568"/>
                </a:lnTo>
                <a:lnTo>
                  <a:pt x="42773" y="77711"/>
                </a:lnTo>
                <a:lnTo>
                  <a:pt x="43554" y="78882"/>
                </a:lnTo>
                <a:lnTo>
                  <a:pt x="44279" y="80081"/>
                </a:lnTo>
                <a:lnTo>
                  <a:pt x="44976" y="81308"/>
                </a:lnTo>
                <a:lnTo>
                  <a:pt x="45617" y="82563"/>
                </a:lnTo>
                <a:lnTo>
                  <a:pt x="46259" y="83846"/>
                </a:lnTo>
                <a:lnTo>
                  <a:pt x="46816" y="85156"/>
                </a:lnTo>
                <a:lnTo>
                  <a:pt x="47374" y="86494"/>
                </a:lnTo>
                <a:lnTo>
                  <a:pt x="47848" y="87833"/>
                </a:lnTo>
                <a:lnTo>
                  <a:pt x="48294" y="89227"/>
                </a:lnTo>
                <a:lnTo>
                  <a:pt x="48685" y="90649"/>
                </a:lnTo>
                <a:lnTo>
                  <a:pt x="49019" y="92099"/>
                </a:lnTo>
                <a:lnTo>
                  <a:pt x="49382" y="90649"/>
                </a:lnTo>
                <a:lnTo>
                  <a:pt x="49772" y="89227"/>
                </a:lnTo>
                <a:lnTo>
                  <a:pt x="50218" y="87833"/>
                </a:lnTo>
                <a:lnTo>
                  <a:pt x="50692" y="86494"/>
                </a:lnTo>
                <a:lnTo>
                  <a:pt x="51250" y="85156"/>
                </a:lnTo>
                <a:lnTo>
                  <a:pt x="51808" y="83846"/>
                </a:lnTo>
                <a:lnTo>
                  <a:pt x="52421" y="82563"/>
                </a:lnTo>
                <a:lnTo>
                  <a:pt x="53090" y="81308"/>
                </a:lnTo>
                <a:lnTo>
                  <a:pt x="53787" y="80081"/>
                </a:lnTo>
                <a:lnTo>
                  <a:pt x="54512" y="78882"/>
                </a:lnTo>
                <a:lnTo>
                  <a:pt x="55293" y="77711"/>
                </a:lnTo>
                <a:lnTo>
                  <a:pt x="56074" y="76568"/>
                </a:lnTo>
                <a:lnTo>
                  <a:pt x="56910" y="75453"/>
                </a:lnTo>
                <a:lnTo>
                  <a:pt x="57775" y="74365"/>
                </a:lnTo>
                <a:lnTo>
                  <a:pt x="58639" y="73306"/>
                </a:lnTo>
                <a:lnTo>
                  <a:pt x="59559" y="72274"/>
                </a:lnTo>
                <a:lnTo>
                  <a:pt x="60479" y="71242"/>
                </a:lnTo>
                <a:lnTo>
                  <a:pt x="61455" y="70266"/>
                </a:lnTo>
                <a:lnTo>
                  <a:pt x="62431" y="69290"/>
                </a:lnTo>
                <a:lnTo>
                  <a:pt x="63407" y="68370"/>
                </a:lnTo>
                <a:lnTo>
                  <a:pt x="64411" y="67450"/>
                </a:lnTo>
                <a:lnTo>
                  <a:pt x="65443" y="66558"/>
                </a:lnTo>
                <a:lnTo>
                  <a:pt x="66474" y="65693"/>
                </a:lnTo>
                <a:lnTo>
                  <a:pt x="67534" y="64857"/>
                </a:lnTo>
                <a:lnTo>
                  <a:pt x="68593" y="64048"/>
                </a:lnTo>
                <a:lnTo>
                  <a:pt x="69653" y="63268"/>
                </a:lnTo>
                <a:lnTo>
                  <a:pt x="70713" y="62487"/>
                </a:lnTo>
                <a:lnTo>
                  <a:pt x="71800" y="61762"/>
                </a:lnTo>
                <a:lnTo>
                  <a:pt x="72860" y="61037"/>
                </a:lnTo>
                <a:lnTo>
                  <a:pt x="73947" y="60340"/>
                </a:lnTo>
                <a:lnTo>
                  <a:pt x="75034" y="59671"/>
                </a:lnTo>
                <a:lnTo>
                  <a:pt x="76094" y="59001"/>
                </a:lnTo>
                <a:lnTo>
                  <a:pt x="78213" y="57775"/>
                </a:lnTo>
                <a:lnTo>
                  <a:pt x="80304" y="56631"/>
                </a:lnTo>
                <a:lnTo>
                  <a:pt x="82368" y="55600"/>
                </a:lnTo>
                <a:lnTo>
                  <a:pt x="84348" y="54624"/>
                </a:lnTo>
                <a:lnTo>
                  <a:pt x="86244" y="53732"/>
                </a:lnTo>
                <a:lnTo>
                  <a:pt x="88056" y="52951"/>
                </a:lnTo>
                <a:lnTo>
                  <a:pt x="89757" y="52226"/>
                </a:lnTo>
                <a:lnTo>
                  <a:pt x="91346" y="51585"/>
                </a:lnTo>
                <a:lnTo>
                  <a:pt x="92796" y="51055"/>
                </a:lnTo>
                <a:lnTo>
                  <a:pt x="94107" y="50581"/>
                </a:lnTo>
                <a:lnTo>
                  <a:pt x="96226" y="49856"/>
                </a:lnTo>
                <a:lnTo>
                  <a:pt x="97592" y="49438"/>
                </a:lnTo>
                <a:lnTo>
                  <a:pt x="98066" y="49298"/>
                </a:lnTo>
                <a:lnTo>
                  <a:pt x="97118" y="49270"/>
                </a:lnTo>
                <a:lnTo>
                  <a:pt x="96198" y="49242"/>
                </a:lnTo>
                <a:lnTo>
                  <a:pt x="94413" y="49159"/>
                </a:lnTo>
                <a:lnTo>
                  <a:pt x="92657" y="48991"/>
                </a:lnTo>
                <a:lnTo>
                  <a:pt x="90928" y="48768"/>
                </a:lnTo>
                <a:lnTo>
                  <a:pt x="89255" y="48489"/>
                </a:lnTo>
                <a:lnTo>
                  <a:pt x="87638" y="48155"/>
                </a:lnTo>
                <a:lnTo>
                  <a:pt x="86048" y="47765"/>
                </a:lnTo>
                <a:lnTo>
                  <a:pt x="84515" y="47318"/>
                </a:lnTo>
                <a:lnTo>
                  <a:pt x="83009" y="46816"/>
                </a:lnTo>
                <a:lnTo>
                  <a:pt x="81559" y="46287"/>
                </a:lnTo>
                <a:lnTo>
                  <a:pt x="80137" y="45673"/>
                </a:lnTo>
                <a:lnTo>
                  <a:pt x="78771" y="45060"/>
                </a:lnTo>
                <a:lnTo>
                  <a:pt x="77432" y="44363"/>
                </a:lnTo>
                <a:lnTo>
                  <a:pt x="76122" y="43638"/>
                </a:lnTo>
                <a:lnTo>
                  <a:pt x="74867" y="42885"/>
                </a:lnTo>
                <a:lnTo>
                  <a:pt x="73640" y="42104"/>
                </a:lnTo>
                <a:lnTo>
                  <a:pt x="72469" y="41268"/>
                </a:lnTo>
                <a:lnTo>
                  <a:pt x="71298" y="40403"/>
                </a:lnTo>
                <a:lnTo>
                  <a:pt x="70211" y="39511"/>
                </a:lnTo>
                <a:lnTo>
                  <a:pt x="69123" y="38591"/>
                </a:lnTo>
                <a:lnTo>
                  <a:pt x="68091" y="37643"/>
                </a:lnTo>
                <a:lnTo>
                  <a:pt x="67088" y="36667"/>
                </a:lnTo>
                <a:lnTo>
                  <a:pt x="66112" y="35663"/>
                </a:lnTo>
                <a:lnTo>
                  <a:pt x="65164" y="34659"/>
                </a:lnTo>
                <a:lnTo>
                  <a:pt x="64271" y="33600"/>
                </a:lnTo>
                <a:lnTo>
                  <a:pt x="63379" y="32568"/>
                </a:lnTo>
                <a:lnTo>
                  <a:pt x="62543" y="31481"/>
                </a:lnTo>
                <a:lnTo>
                  <a:pt x="61734" y="30421"/>
                </a:lnTo>
                <a:lnTo>
                  <a:pt x="60953" y="29306"/>
                </a:lnTo>
                <a:lnTo>
                  <a:pt x="60200" y="28218"/>
                </a:lnTo>
                <a:lnTo>
                  <a:pt x="59503" y="27103"/>
                </a:lnTo>
                <a:lnTo>
                  <a:pt x="58806" y="25988"/>
                </a:lnTo>
                <a:lnTo>
                  <a:pt x="58137" y="24900"/>
                </a:lnTo>
                <a:lnTo>
                  <a:pt x="57524" y="23785"/>
                </a:lnTo>
                <a:lnTo>
                  <a:pt x="56910" y="22670"/>
                </a:lnTo>
                <a:lnTo>
                  <a:pt x="56325" y="21554"/>
                </a:lnTo>
                <a:lnTo>
                  <a:pt x="55795" y="20439"/>
                </a:lnTo>
                <a:lnTo>
                  <a:pt x="55265" y="19351"/>
                </a:lnTo>
                <a:lnTo>
                  <a:pt x="54763" y="18264"/>
                </a:lnTo>
                <a:lnTo>
                  <a:pt x="54289" y="17177"/>
                </a:lnTo>
                <a:lnTo>
                  <a:pt x="53425" y="15085"/>
                </a:lnTo>
                <a:lnTo>
                  <a:pt x="52644" y="13050"/>
                </a:lnTo>
                <a:lnTo>
                  <a:pt x="51947" y="11070"/>
                </a:lnTo>
                <a:lnTo>
                  <a:pt x="51334" y="9230"/>
                </a:lnTo>
                <a:lnTo>
                  <a:pt x="50804" y="7501"/>
                </a:lnTo>
                <a:lnTo>
                  <a:pt x="50358" y="5884"/>
                </a:lnTo>
                <a:lnTo>
                  <a:pt x="49995" y="4434"/>
                </a:lnTo>
                <a:lnTo>
                  <a:pt x="49688" y="3151"/>
                </a:lnTo>
                <a:lnTo>
                  <a:pt x="49437" y="2064"/>
                </a:lnTo>
                <a:lnTo>
                  <a:pt x="49242" y="1171"/>
                </a:lnTo>
                <a:lnTo>
                  <a:pt x="49019" y="0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27" name="Google Shape;2527;p32"/>
          <p:cNvSpPr/>
          <p:nvPr/>
        </p:nvSpPr>
        <p:spPr>
          <a:xfrm>
            <a:off x="484613" y="324797"/>
            <a:ext cx="457237" cy="429412"/>
          </a:xfrm>
          <a:custGeom>
            <a:rect b="b" l="l" r="r" t="t"/>
            <a:pathLst>
              <a:path extrusionOk="0" h="92099" w="98067">
                <a:moveTo>
                  <a:pt x="49019" y="0"/>
                </a:moveTo>
                <a:lnTo>
                  <a:pt x="48824" y="1171"/>
                </a:lnTo>
                <a:lnTo>
                  <a:pt x="48629" y="2064"/>
                </a:lnTo>
                <a:lnTo>
                  <a:pt x="48378" y="3151"/>
                </a:lnTo>
                <a:lnTo>
                  <a:pt x="48071" y="4434"/>
                </a:lnTo>
                <a:lnTo>
                  <a:pt x="47709" y="5884"/>
                </a:lnTo>
                <a:lnTo>
                  <a:pt x="47263" y="7501"/>
                </a:lnTo>
                <a:lnTo>
                  <a:pt x="46733" y="9230"/>
                </a:lnTo>
                <a:lnTo>
                  <a:pt x="46119" y="11070"/>
                </a:lnTo>
                <a:lnTo>
                  <a:pt x="45422" y="13050"/>
                </a:lnTo>
                <a:lnTo>
                  <a:pt x="44641" y="15085"/>
                </a:lnTo>
                <a:lnTo>
                  <a:pt x="43777" y="17177"/>
                </a:lnTo>
                <a:lnTo>
                  <a:pt x="43303" y="18264"/>
                </a:lnTo>
                <a:lnTo>
                  <a:pt x="42801" y="19351"/>
                </a:lnTo>
                <a:lnTo>
                  <a:pt x="42271" y="20439"/>
                </a:lnTo>
                <a:lnTo>
                  <a:pt x="41742" y="21554"/>
                </a:lnTo>
                <a:lnTo>
                  <a:pt x="41156" y="22670"/>
                </a:lnTo>
                <a:lnTo>
                  <a:pt x="40543" y="23785"/>
                </a:lnTo>
                <a:lnTo>
                  <a:pt x="39929" y="24900"/>
                </a:lnTo>
                <a:lnTo>
                  <a:pt x="39260" y="25988"/>
                </a:lnTo>
                <a:lnTo>
                  <a:pt x="38563" y="27103"/>
                </a:lnTo>
                <a:lnTo>
                  <a:pt x="37838" y="28218"/>
                </a:lnTo>
                <a:lnTo>
                  <a:pt x="37113" y="29306"/>
                </a:lnTo>
                <a:lnTo>
                  <a:pt x="36332" y="30421"/>
                </a:lnTo>
                <a:lnTo>
                  <a:pt x="35524" y="31481"/>
                </a:lnTo>
                <a:lnTo>
                  <a:pt x="34687" y="32568"/>
                </a:lnTo>
                <a:lnTo>
                  <a:pt x="33795" y="33600"/>
                </a:lnTo>
                <a:lnTo>
                  <a:pt x="32903" y="34659"/>
                </a:lnTo>
                <a:lnTo>
                  <a:pt x="31954" y="35663"/>
                </a:lnTo>
                <a:lnTo>
                  <a:pt x="30979" y="36667"/>
                </a:lnTo>
                <a:lnTo>
                  <a:pt x="29975" y="37643"/>
                </a:lnTo>
                <a:lnTo>
                  <a:pt x="28943" y="38591"/>
                </a:lnTo>
                <a:lnTo>
                  <a:pt x="27856" y="39511"/>
                </a:lnTo>
                <a:lnTo>
                  <a:pt x="26740" y="40403"/>
                </a:lnTo>
                <a:lnTo>
                  <a:pt x="25597" y="41268"/>
                </a:lnTo>
                <a:lnTo>
                  <a:pt x="24426" y="42104"/>
                </a:lnTo>
                <a:lnTo>
                  <a:pt x="23199" y="42885"/>
                </a:lnTo>
                <a:lnTo>
                  <a:pt x="21944" y="43638"/>
                </a:lnTo>
                <a:lnTo>
                  <a:pt x="20634" y="44363"/>
                </a:lnTo>
                <a:lnTo>
                  <a:pt x="19295" y="45060"/>
                </a:lnTo>
                <a:lnTo>
                  <a:pt x="17929" y="45673"/>
                </a:lnTo>
                <a:lnTo>
                  <a:pt x="16507" y="46287"/>
                </a:lnTo>
                <a:lnTo>
                  <a:pt x="15057" y="46816"/>
                </a:lnTo>
                <a:lnTo>
                  <a:pt x="13551" y="47318"/>
                </a:lnTo>
                <a:lnTo>
                  <a:pt x="12018" y="47765"/>
                </a:lnTo>
                <a:lnTo>
                  <a:pt x="10428" y="48155"/>
                </a:lnTo>
                <a:lnTo>
                  <a:pt x="8811" y="48489"/>
                </a:lnTo>
                <a:lnTo>
                  <a:pt x="7138" y="48768"/>
                </a:lnTo>
                <a:lnTo>
                  <a:pt x="5409" y="48991"/>
                </a:lnTo>
                <a:lnTo>
                  <a:pt x="3653" y="49159"/>
                </a:lnTo>
                <a:lnTo>
                  <a:pt x="1868" y="49242"/>
                </a:lnTo>
                <a:lnTo>
                  <a:pt x="948" y="49270"/>
                </a:lnTo>
                <a:lnTo>
                  <a:pt x="0" y="49298"/>
                </a:lnTo>
                <a:lnTo>
                  <a:pt x="474" y="49438"/>
                </a:lnTo>
                <a:lnTo>
                  <a:pt x="1840" y="49856"/>
                </a:lnTo>
                <a:lnTo>
                  <a:pt x="3959" y="50581"/>
                </a:lnTo>
                <a:lnTo>
                  <a:pt x="5270" y="51055"/>
                </a:lnTo>
                <a:lnTo>
                  <a:pt x="6720" y="51585"/>
                </a:lnTo>
                <a:lnTo>
                  <a:pt x="8309" y="52226"/>
                </a:lnTo>
                <a:lnTo>
                  <a:pt x="10010" y="52951"/>
                </a:lnTo>
                <a:lnTo>
                  <a:pt x="11823" y="53732"/>
                </a:lnTo>
                <a:lnTo>
                  <a:pt x="13719" y="54624"/>
                </a:lnTo>
                <a:lnTo>
                  <a:pt x="15698" y="55600"/>
                </a:lnTo>
                <a:lnTo>
                  <a:pt x="17762" y="56631"/>
                </a:lnTo>
                <a:lnTo>
                  <a:pt x="19853" y="57775"/>
                </a:lnTo>
                <a:lnTo>
                  <a:pt x="21972" y="59001"/>
                </a:lnTo>
                <a:lnTo>
                  <a:pt x="23032" y="59671"/>
                </a:lnTo>
                <a:lnTo>
                  <a:pt x="24119" y="60340"/>
                </a:lnTo>
                <a:lnTo>
                  <a:pt x="25179" y="61037"/>
                </a:lnTo>
                <a:lnTo>
                  <a:pt x="26266" y="61762"/>
                </a:lnTo>
                <a:lnTo>
                  <a:pt x="27354" y="62487"/>
                </a:lnTo>
                <a:lnTo>
                  <a:pt x="28413" y="63268"/>
                </a:lnTo>
                <a:lnTo>
                  <a:pt x="29473" y="64048"/>
                </a:lnTo>
                <a:lnTo>
                  <a:pt x="30532" y="64857"/>
                </a:lnTo>
                <a:lnTo>
                  <a:pt x="31592" y="65693"/>
                </a:lnTo>
                <a:lnTo>
                  <a:pt x="32624" y="66558"/>
                </a:lnTo>
                <a:lnTo>
                  <a:pt x="33627" y="67450"/>
                </a:lnTo>
                <a:lnTo>
                  <a:pt x="34659" y="68370"/>
                </a:lnTo>
                <a:lnTo>
                  <a:pt x="35635" y="69290"/>
                </a:lnTo>
                <a:lnTo>
                  <a:pt x="36611" y="70266"/>
                </a:lnTo>
                <a:lnTo>
                  <a:pt x="37559" y="71242"/>
                </a:lnTo>
                <a:lnTo>
                  <a:pt x="38507" y="72274"/>
                </a:lnTo>
                <a:lnTo>
                  <a:pt x="39399" y="73306"/>
                </a:lnTo>
                <a:lnTo>
                  <a:pt x="40292" y="74365"/>
                </a:lnTo>
                <a:lnTo>
                  <a:pt x="41156" y="75453"/>
                </a:lnTo>
                <a:lnTo>
                  <a:pt x="41993" y="76568"/>
                </a:lnTo>
                <a:lnTo>
                  <a:pt x="42773" y="77711"/>
                </a:lnTo>
                <a:lnTo>
                  <a:pt x="43554" y="78882"/>
                </a:lnTo>
                <a:lnTo>
                  <a:pt x="44279" y="80081"/>
                </a:lnTo>
                <a:lnTo>
                  <a:pt x="44976" y="81308"/>
                </a:lnTo>
                <a:lnTo>
                  <a:pt x="45617" y="82563"/>
                </a:lnTo>
                <a:lnTo>
                  <a:pt x="46259" y="83846"/>
                </a:lnTo>
                <a:lnTo>
                  <a:pt x="46816" y="85156"/>
                </a:lnTo>
                <a:lnTo>
                  <a:pt x="47374" y="86494"/>
                </a:lnTo>
                <a:lnTo>
                  <a:pt x="47848" y="87833"/>
                </a:lnTo>
                <a:lnTo>
                  <a:pt x="48294" y="89227"/>
                </a:lnTo>
                <a:lnTo>
                  <a:pt x="48685" y="90649"/>
                </a:lnTo>
                <a:lnTo>
                  <a:pt x="49019" y="92099"/>
                </a:lnTo>
                <a:lnTo>
                  <a:pt x="49382" y="90649"/>
                </a:lnTo>
                <a:lnTo>
                  <a:pt x="49772" y="89227"/>
                </a:lnTo>
                <a:lnTo>
                  <a:pt x="50218" y="87833"/>
                </a:lnTo>
                <a:lnTo>
                  <a:pt x="50692" y="86494"/>
                </a:lnTo>
                <a:lnTo>
                  <a:pt x="51250" y="85156"/>
                </a:lnTo>
                <a:lnTo>
                  <a:pt x="51808" y="83846"/>
                </a:lnTo>
                <a:lnTo>
                  <a:pt x="52421" y="82563"/>
                </a:lnTo>
                <a:lnTo>
                  <a:pt x="53090" y="81308"/>
                </a:lnTo>
                <a:lnTo>
                  <a:pt x="53787" y="80081"/>
                </a:lnTo>
                <a:lnTo>
                  <a:pt x="54512" y="78882"/>
                </a:lnTo>
                <a:lnTo>
                  <a:pt x="55293" y="77711"/>
                </a:lnTo>
                <a:lnTo>
                  <a:pt x="56074" y="76568"/>
                </a:lnTo>
                <a:lnTo>
                  <a:pt x="56910" y="75453"/>
                </a:lnTo>
                <a:lnTo>
                  <a:pt x="57775" y="74365"/>
                </a:lnTo>
                <a:lnTo>
                  <a:pt x="58639" y="73306"/>
                </a:lnTo>
                <a:lnTo>
                  <a:pt x="59559" y="72274"/>
                </a:lnTo>
                <a:lnTo>
                  <a:pt x="60479" y="71242"/>
                </a:lnTo>
                <a:lnTo>
                  <a:pt x="61455" y="70266"/>
                </a:lnTo>
                <a:lnTo>
                  <a:pt x="62431" y="69290"/>
                </a:lnTo>
                <a:lnTo>
                  <a:pt x="63407" y="68370"/>
                </a:lnTo>
                <a:lnTo>
                  <a:pt x="64411" y="67450"/>
                </a:lnTo>
                <a:lnTo>
                  <a:pt x="65443" y="66558"/>
                </a:lnTo>
                <a:lnTo>
                  <a:pt x="66474" y="65693"/>
                </a:lnTo>
                <a:lnTo>
                  <a:pt x="67534" y="64857"/>
                </a:lnTo>
                <a:lnTo>
                  <a:pt x="68593" y="64048"/>
                </a:lnTo>
                <a:lnTo>
                  <a:pt x="69653" y="63268"/>
                </a:lnTo>
                <a:lnTo>
                  <a:pt x="70713" y="62487"/>
                </a:lnTo>
                <a:lnTo>
                  <a:pt x="71800" y="61762"/>
                </a:lnTo>
                <a:lnTo>
                  <a:pt x="72860" y="61037"/>
                </a:lnTo>
                <a:lnTo>
                  <a:pt x="73947" y="60340"/>
                </a:lnTo>
                <a:lnTo>
                  <a:pt x="75034" y="59671"/>
                </a:lnTo>
                <a:lnTo>
                  <a:pt x="76094" y="59001"/>
                </a:lnTo>
                <a:lnTo>
                  <a:pt x="78213" y="57775"/>
                </a:lnTo>
                <a:lnTo>
                  <a:pt x="80304" y="56631"/>
                </a:lnTo>
                <a:lnTo>
                  <a:pt x="82368" y="55600"/>
                </a:lnTo>
                <a:lnTo>
                  <a:pt x="84348" y="54624"/>
                </a:lnTo>
                <a:lnTo>
                  <a:pt x="86244" y="53732"/>
                </a:lnTo>
                <a:lnTo>
                  <a:pt x="88056" y="52951"/>
                </a:lnTo>
                <a:lnTo>
                  <a:pt x="89757" y="52226"/>
                </a:lnTo>
                <a:lnTo>
                  <a:pt x="91346" y="51585"/>
                </a:lnTo>
                <a:lnTo>
                  <a:pt x="92796" y="51055"/>
                </a:lnTo>
                <a:lnTo>
                  <a:pt x="94107" y="50581"/>
                </a:lnTo>
                <a:lnTo>
                  <a:pt x="96226" y="49856"/>
                </a:lnTo>
                <a:lnTo>
                  <a:pt x="97592" y="49438"/>
                </a:lnTo>
                <a:lnTo>
                  <a:pt x="98066" y="49298"/>
                </a:lnTo>
                <a:lnTo>
                  <a:pt x="97118" y="49270"/>
                </a:lnTo>
                <a:lnTo>
                  <a:pt x="96198" y="49242"/>
                </a:lnTo>
                <a:lnTo>
                  <a:pt x="94413" y="49159"/>
                </a:lnTo>
                <a:lnTo>
                  <a:pt x="92657" y="48991"/>
                </a:lnTo>
                <a:lnTo>
                  <a:pt x="90928" y="48768"/>
                </a:lnTo>
                <a:lnTo>
                  <a:pt x="89255" y="48489"/>
                </a:lnTo>
                <a:lnTo>
                  <a:pt x="87638" y="48155"/>
                </a:lnTo>
                <a:lnTo>
                  <a:pt x="86048" y="47765"/>
                </a:lnTo>
                <a:lnTo>
                  <a:pt x="84515" y="47318"/>
                </a:lnTo>
                <a:lnTo>
                  <a:pt x="83009" y="46816"/>
                </a:lnTo>
                <a:lnTo>
                  <a:pt x="81559" y="46287"/>
                </a:lnTo>
                <a:lnTo>
                  <a:pt x="80137" y="45673"/>
                </a:lnTo>
                <a:lnTo>
                  <a:pt x="78771" y="45060"/>
                </a:lnTo>
                <a:lnTo>
                  <a:pt x="77432" y="44363"/>
                </a:lnTo>
                <a:lnTo>
                  <a:pt x="76122" y="43638"/>
                </a:lnTo>
                <a:lnTo>
                  <a:pt x="74867" y="42885"/>
                </a:lnTo>
                <a:lnTo>
                  <a:pt x="73640" y="42104"/>
                </a:lnTo>
                <a:lnTo>
                  <a:pt x="72469" y="41268"/>
                </a:lnTo>
                <a:lnTo>
                  <a:pt x="71298" y="40403"/>
                </a:lnTo>
                <a:lnTo>
                  <a:pt x="70211" y="39511"/>
                </a:lnTo>
                <a:lnTo>
                  <a:pt x="69123" y="38591"/>
                </a:lnTo>
                <a:lnTo>
                  <a:pt x="68091" y="37643"/>
                </a:lnTo>
                <a:lnTo>
                  <a:pt x="67088" y="36667"/>
                </a:lnTo>
                <a:lnTo>
                  <a:pt x="66112" y="35663"/>
                </a:lnTo>
                <a:lnTo>
                  <a:pt x="65164" y="34659"/>
                </a:lnTo>
                <a:lnTo>
                  <a:pt x="64271" y="33600"/>
                </a:lnTo>
                <a:lnTo>
                  <a:pt x="63379" y="32568"/>
                </a:lnTo>
                <a:lnTo>
                  <a:pt x="62543" y="31481"/>
                </a:lnTo>
                <a:lnTo>
                  <a:pt x="61734" y="30421"/>
                </a:lnTo>
                <a:lnTo>
                  <a:pt x="60953" y="29306"/>
                </a:lnTo>
                <a:lnTo>
                  <a:pt x="60200" y="28218"/>
                </a:lnTo>
                <a:lnTo>
                  <a:pt x="59503" y="27103"/>
                </a:lnTo>
                <a:lnTo>
                  <a:pt x="58806" y="25988"/>
                </a:lnTo>
                <a:lnTo>
                  <a:pt x="58137" y="24900"/>
                </a:lnTo>
                <a:lnTo>
                  <a:pt x="57524" y="23785"/>
                </a:lnTo>
                <a:lnTo>
                  <a:pt x="56910" y="22670"/>
                </a:lnTo>
                <a:lnTo>
                  <a:pt x="56325" y="21554"/>
                </a:lnTo>
                <a:lnTo>
                  <a:pt x="55795" y="20439"/>
                </a:lnTo>
                <a:lnTo>
                  <a:pt x="55265" y="19351"/>
                </a:lnTo>
                <a:lnTo>
                  <a:pt x="54763" y="18264"/>
                </a:lnTo>
                <a:lnTo>
                  <a:pt x="54289" y="17177"/>
                </a:lnTo>
                <a:lnTo>
                  <a:pt x="53425" y="15085"/>
                </a:lnTo>
                <a:lnTo>
                  <a:pt x="52644" y="13050"/>
                </a:lnTo>
                <a:lnTo>
                  <a:pt x="51947" y="11070"/>
                </a:lnTo>
                <a:lnTo>
                  <a:pt x="51334" y="9230"/>
                </a:lnTo>
                <a:lnTo>
                  <a:pt x="50804" y="7501"/>
                </a:lnTo>
                <a:lnTo>
                  <a:pt x="50358" y="5884"/>
                </a:lnTo>
                <a:lnTo>
                  <a:pt x="49995" y="4434"/>
                </a:lnTo>
                <a:lnTo>
                  <a:pt x="49688" y="3151"/>
                </a:lnTo>
                <a:lnTo>
                  <a:pt x="49437" y="2064"/>
                </a:lnTo>
                <a:lnTo>
                  <a:pt x="49242" y="1171"/>
                </a:lnTo>
                <a:lnTo>
                  <a:pt x="49019" y="0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28" name="Google Shape;2528;p32"/>
          <p:cNvSpPr/>
          <p:nvPr/>
        </p:nvSpPr>
        <p:spPr>
          <a:xfrm>
            <a:off x="118850" y="3822816"/>
            <a:ext cx="597600" cy="5976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29" name="Google Shape;2529;p32"/>
          <p:cNvSpPr/>
          <p:nvPr/>
        </p:nvSpPr>
        <p:spPr>
          <a:xfrm rot="5400000">
            <a:off x="118850" y="4427918"/>
            <a:ext cx="597600" cy="597600"/>
          </a:xfrm>
          <a:prstGeom prst="rtTriangle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2530" name="Google Shape;2530;p32"/>
          <p:cNvGrpSpPr/>
          <p:nvPr/>
        </p:nvGrpSpPr>
        <p:grpSpPr>
          <a:xfrm>
            <a:off x="3970979" y="4599416"/>
            <a:ext cx="1205112" cy="520243"/>
            <a:chOff x="3970979" y="4599416"/>
            <a:chExt cx="1205112" cy="520243"/>
          </a:xfrm>
        </p:grpSpPr>
        <p:sp>
          <p:nvSpPr>
            <p:cNvPr id="2531" name="Google Shape;2531;p32"/>
            <p:cNvSpPr/>
            <p:nvPr/>
          </p:nvSpPr>
          <p:spPr>
            <a:xfrm>
              <a:off x="4793924" y="5066973"/>
              <a:ext cx="53445" cy="50368"/>
            </a:xfrm>
            <a:custGeom>
              <a:rect b="b" l="l" r="r" t="t"/>
              <a:pathLst>
                <a:path extrusionOk="0" h="1326" w="1407">
                  <a:moveTo>
                    <a:pt x="724" y="1"/>
                  </a:moveTo>
                  <a:lnTo>
                    <a:pt x="1" y="683"/>
                  </a:lnTo>
                  <a:lnTo>
                    <a:pt x="21" y="724"/>
                  </a:lnTo>
                  <a:lnTo>
                    <a:pt x="61" y="744"/>
                  </a:lnTo>
                  <a:lnTo>
                    <a:pt x="181" y="784"/>
                  </a:lnTo>
                  <a:lnTo>
                    <a:pt x="322" y="824"/>
                  </a:lnTo>
                  <a:lnTo>
                    <a:pt x="382" y="864"/>
                  </a:lnTo>
                  <a:lnTo>
                    <a:pt x="422" y="884"/>
                  </a:lnTo>
                  <a:lnTo>
                    <a:pt x="503" y="1005"/>
                  </a:lnTo>
                  <a:lnTo>
                    <a:pt x="583" y="1105"/>
                  </a:lnTo>
                  <a:lnTo>
                    <a:pt x="704" y="1326"/>
                  </a:lnTo>
                  <a:lnTo>
                    <a:pt x="1406" y="623"/>
                  </a:lnTo>
                  <a:lnTo>
                    <a:pt x="724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32" name="Google Shape;2532;p32"/>
            <p:cNvSpPr/>
            <p:nvPr/>
          </p:nvSpPr>
          <p:spPr>
            <a:xfrm>
              <a:off x="4465201" y="4599416"/>
              <a:ext cx="54205" cy="50406"/>
            </a:xfrm>
            <a:custGeom>
              <a:rect b="b" l="l" r="r" t="t"/>
              <a:pathLst>
                <a:path extrusionOk="0" h="1327" w="1427">
                  <a:moveTo>
                    <a:pt x="723" y="1"/>
                  </a:moveTo>
                  <a:lnTo>
                    <a:pt x="1" y="684"/>
                  </a:lnTo>
                  <a:lnTo>
                    <a:pt x="221" y="784"/>
                  </a:lnTo>
                  <a:lnTo>
                    <a:pt x="322" y="824"/>
                  </a:lnTo>
                  <a:lnTo>
                    <a:pt x="422" y="884"/>
                  </a:lnTo>
                  <a:lnTo>
                    <a:pt x="502" y="1005"/>
                  </a:lnTo>
                  <a:lnTo>
                    <a:pt x="583" y="1105"/>
                  </a:lnTo>
                  <a:lnTo>
                    <a:pt x="723" y="1326"/>
                  </a:lnTo>
                  <a:lnTo>
                    <a:pt x="1426" y="643"/>
                  </a:lnTo>
                  <a:lnTo>
                    <a:pt x="723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33" name="Google Shape;2533;p32"/>
            <p:cNvSpPr/>
            <p:nvPr/>
          </p:nvSpPr>
          <p:spPr>
            <a:xfrm>
              <a:off x="4632221" y="4599416"/>
              <a:ext cx="50406" cy="48887"/>
            </a:xfrm>
            <a:custGeom>
              <a:rect b="b" l="l" r="r" t="t"/>
              <a:pathLst>
                <a:path extrusionOk="0" h="1287" w="1327">
                  <a:moveTo>
                    <a:pt x="664" y="1"/>
                  </a:moveTo>
                  <a:lnTo>
                    <a:pt x="1" y="664"/>
                  </a:lnTo>
                  <a:lnTo>
                    <a:pt x="664" y="1286"/>
                  </a:lnTo>
                  <a:lnTo>
                    <a:pt x="1326" y="623"/>
                  </a:lnTo>
                  <a:lnTo>
                    <a:pt x="664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34" name="Google Shape;2534;p32"/>
            <p:cNvSpPr/>
            <p:nvPr/>
          </p:nvSpPr>
          <p:spPr>
            <a:xfrm>
              <a:off x="4466721" y="4755040"/>
              <a:ext cx="54205" cy="51888"/>
            </a:xfrm>
            <a:custGeom>
              <a:rect b="b" l="l" r="r" t="t"/>
              <a:pathLst>
                <a:path extrusionOk="0" h="1366" w="1427">
                  <a:moveTo>
                    <a:pt x="703" y="0"/>
                  </a:moveTo>
                  <a:lnTo>
                    <a:pt x="1" y="643"/>
                  </a:lnTo>
                  <a:lnTo>
                    <a:pt x="744" y="1366"/>
                  </a:lnTo>
                  <a:lnTo>
                    <a:pt x="784" y="1225"/>
                  </a:lnTo>
                  <a:lnTo>
                    <a:pt x="844" y="1125"/>
                  </a:lnTo>
                  <a:lnTo>
                    <a:pt x="924" y="1024"/>
                  </a:lnTo>
                  <a:lnTo>
                    <a:pt x="1005" y="944"/>
                  </a:lnTo>
                  <a:lnTo>
                    <a:pt x="1105" y="864"/>
                  </a:lnTo>
                  <a:lnTo>
                    <a:pt x="1205" y="803"/>
                  </a:lnTo>
                  <a:lnTo>
                    <a:pt x="1426" y="683"/>
                  </a:lnTo>
                  <a:lnTo>
                    <a:pt x="1346" y="582"/>
                  </a:lnTo>
                  <a:lnTo>
                    <a:pt x="1266" y="522"/>
                  </a:lnTo>
                  <a:lnTo>
                    <a:pt x="1045" y="402"/>
                  </a:lnTo>
                  <a:lnTo>
                    <a:pt x="964" y="342"/>
                  </a:lnTo>
                  <a:lnTo>
                    <a:pt x="884" y="281"/>
                  </a:lnTo>
                  <a:lnTo>
                    <a:pt x="824" y="181"/>
                  </a:lnTo>
                  <a:lnTo>
                    <a:pt x="804" y="40"/>
                  </a:lnTo>
                  <a:lnTo>
                    <a:pt x="784" y="20"/>
                  </a:lnTo>
                  <a:lnTo>
                    <a:pt x="744" y="20"/>
                  </a:lnTo>
                  <a:lnTo>
                    <a:pt x="70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35" name="Google Shape;2535;p32"/>
            <p:cNvSpPr/>
            <p:nvPr/>
          </p:nvSpPr>
          <p:spPr>
            <a:xfrm>
              <a:off x="4629942" y="4754280"/>
              <a:ext cx="54205" cy="54167"/>
            </a:xfrm>
            <a:custGeom>
              <a:rect b="b" l="l" r="r" t="t"/>
              <a:pathLst>
                <a:path extrusionOk="0" h="1426" w="1427">
                  <a:moveTo>
                    <a:pt x="724" y="0"/>
                  </a:moveTo>
                  <a:lnTo>
                    <a:pt x="1" y="703"/>
                  </a:lnTo>
                  <a:lnTo>
                    <a:pt x="121" y="743"/>
                  </a:lnTo>
                  <a:lnTo>
                    <a:pt x="242" y="823"/>
                  </a:lnTo>
                  <a:lnTo>
                    <a:pt x="342" y="884"/>
                  </a:lnTo>
                  <a:lnTo>
                    <a:pt x="422" y="984"/>
                  </a:lnTo>
                  <a:lnTo>
                    <a:pt x="603" y="1185"/>
                  </a:lnTo>
                  <a:lnTo>
                    <a:pt x="744" y="1426"/>
                  </a:lnTo>
                  <a:lnTo>
                    <a:pt x="844" y="1165"/>
                  </a:lnTo>
                  <a:lnTo>
                    <a:pt x="904" y="1064"/>
                  </a:lnTo>
                  <a:lnTo>
                    <a:pt x="964" y="984"/>
                  </a:lnTo>
                  <a:lnTo>
                    <a:pt x="1065" y="904"/>
                  </a:lnTo>
                  <a:lnTo>
                    <a:pt x="1185" y="823"/>
                  </a:lnTo>
                  <a:lnTo>
                    <a:pt x="1426" y="683"/>
                  </a:lnTo>
                  <a:lnTo>
                    <a:pt x="724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36" name="Google Shape;2536;p32"/>
            <p:cNvSpPr/>
            <p:nvPr/>
          </p:nvSpPr>
          <p:spPr>
            <a:xfrm>
              <a:off x="4796203" y="4755040"/>
              <a:ext cx="51166" cy="47329"/>
            </a:xfrm>
            <a:custGeom>
              <a:rect b="b" l="l" r="r" t="t"/>
              <a:pathLst>
                <a:path extrusionOk="0" h="1246" w="1347">
                  <a:moveTo>
                    <a:pt x="664" y="0"/>
                  </a:moveTo>
                  <a:lnTo>
                    <a:pt x="1" y="663"/>
                  </a:lnTo>
                  <a:lnTo>
                    <a:pt x="664" y="1245"/>
                  </a:lnTo>
                  <a:lnTo>
                    <a:pt x="1346" y="663"/>
                  </a:lnTo>
                  <a:lnTo>
                    <a:pt x="664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37" name="Google Shape;2537;p32"/>
            <p:cNvSpPr/>
            <p:nvPr/>
          </p:nvSpPr>
          <p:spPr>
            <a:xfrm>
              <a:off x="4459086" y="4906031"/>
              <a:ext cx="64119" cy="55724"/>
            </a:xfrm>
            <a:custGeom>
              <a:rect b="b" l="l" r="r" t="t"/>
              <a:pathLst>
                <a:path extrusionOk="0" h="1467" w="1688">
                  <a:moveTo>
                    <a:pt x="864" y="1"/>
                  </a:moveTo>
                  <a:lnTo>
                    <a:pt x="764" y="262"/>
                  </a:lnTo>
                  <a:lnTo>
                    <a:pt x="704" y="362"/>
                  </a:lnTo>
                  <a:lnTo>
                    <a:pt x="643" y="463"/>
                  </a:lnTo>
                  <a:lnTo>
                    <a:pt x="523" y="543"/>
                  </a:lnTo>
                  <a:lnTo>
                    <a:pt x="382" y="623"/>
                  </a:lnTo>
                  <a:lnTo>
                    <a:pt x="1" y="844"/>
                  </a:lnTo>
                  <a:lnTo>
                    <a:pt x="162" y="864"/>
                  </a:lnTo>
                  <a:lnTo>
                    <a:pt x="302" y="904"/>
                  </a:lnTo>
                  <a:lnTo>
                    <a:pt x="423" y="965"/>
                  </a:lnTo>
                  <a:lnTo>
                    <a:pt x="543" y="1025"/>
                  </a:lnTo>
                  <a:lnTo>
                    <a:pt x="623" y="1085"/>
                  </a:lnTo>
                  <a:lnTo>
                    <a:pt x="704" y="1186"/>
                  </a:lnTo>
                  <a:lnTo>
                    <a:pt x="744" y="1286"/>
                  </a:lnTo>
                  <a:lnTo>
                    <a:pt x="784" y="1406"/>
                  </a:lnTo>
                  <a:lnTo>
                    <a:pt x="804" y="1427"/>
                  </a:lnTo>
                  <a:lnTo>
                    <a:pt x="864" y="1447"/>
                  </a:lnTo>
                  <a:lnTo>
                    <a:pt x="985" y="1467"/>
                  </a:lnTo>
                  <a:lnTo>
                    <a:pt x="1045" y="1286"/>
                  </a:lnTo>
                  <a:lnTo>
                    <a:pt x="1065" y="1206"/>
                  </a:lnTo>
                  <a:lnTo>
                    <a:pt x="1105" y="1145"/>
                  </a:lnTo>
                  <a:lnTo>
                    <a:pt x="1246" y="1045"/>
                  </a:lnTo>
                  <a:lnTo>
                    <a:pt x="1386" y="945"/>
                  </a:lnTo>
                  <a:lnTo>
                    <a:pt x="1688" y="744"/>
                  </a:lnTo>
                  <a:lnTo>
                    <a:pt x="1547" y="684"/>
                  </a:lnTo>
                  <a:lnTo>
                    <a:pt x="1427" y="623"/>
                  </a:lnTo>
                  <a:lnTo>
                    <a:pt x="1306" y="543"/>
                  </a:lnTo>
                  <a:lnTo>
                    <a:pt x="1206" y="463"/>
                  </a:lnTo>
                  <a:lnTo>
                    <a:pt x="1105" y="362"/>
                  </a:lnTo>
                  <a:lnTo>
                    <a:pt x="1025" y="262"/>
                  </a:lnTo>
                  <a:lnTo>
                    <a:pt x="864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38" name="Google Shape;2538;p32"/>
            <p:cNvSpPr/>
            <p:nvPr/>
          </p:nvSpPr>
          <p:spPr>
            <a:xfrm>
              <a:off x="4631462" y="4910627"/>
              <a:ext cx="53445" cy="50368"/>
            </a:xfrm>
            <a:custGeom>
              <a:rect b="b" l="l" r="r" t="t"/>
              <a:pathLst>
                <a:path extrusionOk="0" h="1326" w="1407">
                  <a:moveTo>
                    <a:pt x="684" y="0"/>
                  </a:moveTo>
                  <a:lnTo>
                    <a:pt x="1" y="663"/>
                  </a:lnTo>
                  <a:lnTo>
                    <a:pt x="724" y="1326"/>
                  </a:lnTo>
                  <a:lnTo>
                    <a:pt x="764" y="1225"/>
                  </a:lnTo>
                  <a:lnTo>
                    <a:pt x="824" y="1105"/>
                  </a:lnTo>
                  <a:lnTo>
                    <a:pt x="904" y="1024"/>
                  </a:lnTo>
                  <a:lnTo>
                    <a:pt x="985" y="944"/>
                  </a:lnTo>
                  <a:lnTo>
                    <a:pt x="1186" y="804"/>
                  </a:lnTo>
                  <a:lnTo>
                    <a:pt x="1406" y="683"/>
                  </a:lnTo>
                  <a:lnTo>
                    <a:pt x="1326" y="583"/>
                  </a:lnTo>
                  <a:lnTo>
                    <a:pt x="1246" y="522"/>
                  </a:lnTo>
                  <a:lnTo>
                    <a:pt x="1045" y="402"/>
                  </a:lnTo>
                  <a:lnTo>
                    <a:pt x="945" y="342"/>
                  </a:lnTo>
                  <a:lnTo>
                    <a:pt x="864" y="261"/>
                  </a:lnTo>
                  <a:lnTo>
                    <a:pt x="804" y="161"/>
                  </a:lnTo>
                  <a:lnTo>
                    <a:pt x="784" y="41"/>
                  </a:lnTo>
                  <a:lnTo>
                    <a:pt x="764" y="20"/>
                  </a:lnTo>
                  <a:lnTo>
                    <a:pt x="724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39" name="Google Shape;2539;p32"/>
            <p:cNvSpPr/>
            <p:nvPr/>
          </p:nvSpPr>
          <p:spPr>
            <a:xfrm>
              <a:off x="4796203" y="4911386"/>
              <a:ext cx="51166" cy="48089"/>
            </a:xfrm>
            <a:custGeom>
              <a:rect b="b" l="l" r="r" t="t"/>
              <a:pathLst>
                <a:path extrusionOk="0" h="1266" w="1347">
                  <a:moveTo>
                    <a:pt x="664" y="0"/>
                  </a:moveTo>
                  <a:lnTo>
                    <a:pt x="1" y="623"/>
                  </a:lnTo>
                  <a:lnTo>
                    <a:pt x="684" y="1265"/>
                  </a:lnTo>
                  <a:lnTo>
                    <a:pt x="1346" y="603"/>
                  </a:lnTo>
                  <a:lnTo>
                    <a:pt x="664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40" name="Google Shape;2540;p32"/>
            <p:cNvSpPr/>
            <p:nvPr/>
          </p:nvSpPr>
          <p:spPr>
            <a:xfrm>
              <a:off x="4462163" y="5065454"/>
              <a:ext cx="58003" cy="53445"/>
            </a:xfrm>
            <a:custGeom>
              <a:rect b="b" l="l" r="r" t="t"/>
              <a:pathLst>
                <a:path extrusionOk="0" h="1407" w="1527">
                  <a:moveTo>
                    <a:pt x="783" y="1"/>
                  </a:moveTo>
                  <a:lnTo>
                    <a:pt x="683" y="161"/>
                  </a:lnTo>
                  <a:lnTo>
                    <a:pt x="623" y="282"/>
                  </a:lnTo>
                  <a:lnTo>
                    <a:pt x="542" y="362"/>
                  </a:lnTo>
                  <a:lnTo>
                    <a:pt x="422" y="442"/>
                  </a:lnTo>
                  <a:lnTo>
                    <a:pt x="301" y="523"/>
                  </a:lnTo>
                  <a:lnTo>
                    <a:pt x="0" y="663"/>
                  </a:lnTo>
                  <a:lnTo>
                    <a:pt x="301" y="844"/>
                  </a:lnTo>
                  <a:lnTo>
                    <a:pt x="422" y="904"/>
                  </a:lnTo>
                  <a:lnTo>
                    <a:pt x="542" y="984"/>
                  </a:lnTo>
                  <a:lnTo>
                    <a:pt x="582" y="1045"/>
                  </a:lnTo>
                  <a:lnTo>
                    <a:pt x="603" y="1105"/>
                  </a:lnTo>
                  <a:lnTo>
                    <a:pt x="643" y="1225"/>
                  </a:lnTo>
                  <a:lnTo>
                    <a:pt x="683" y="1346"/>
                  </a:lnTo>
                  <a:lnTo>
                    <a:pt x="703" y="1386"/>
                  </a:lnTo>
                  <a:lnTo>
                    <a:pt x="763" y="1406"/>
                  </a:lnTo>
                  <a:lnTo>
                    <a:pt x="1526" y="683"/>
                  </a:lnTo>
                  <a:lnTo>
                    <a:pt x="783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41" name="Google Shape;2541;p32"/>
            <p:cNvSpPr/>
            <p:nvPr/>
          </p:nvSpPr>
          <p:spPr>
            <a:xfrm>
              <a:off x="4630702" y="5066213"/>
              <a:ext cx="53445" cy="50368"/>
            </a:xfrm>
            <a:custGeom>
              <a:rect b="b" l="l" r="r" t="t"/>
              <a:pathLst>
                <a:path extrusionOk="0" h="1326" w="1407">
                  <a:moveTo>
                    <a:pt x="704" y="1"/>
                  </a:moveTo>
                  <a:lnTo>
                    <a:pt x="1" y="663"/>
                  </a:lnTo>
                  <a:lnTo>
                    <a:pt x="704" y="1326"/>
                  </a:lnTo>
                  <a:lnTo>
                    <a:pt x="1406" y="663"/>
                  </a:lnTo>
                  <a:lnTo>
                    <a:pt x="704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42" name="Google Shape;2542;p32"/>
            <p:cNvSpPr/>
            <p:nvPr/>
          </p:nvSpPr>
          <p:spPr>
            <a:xfrm>
              <a:off x="4797000" y="4600213"/>
              <a:ext cx="50368" cy="46532"/>
            </a:xfrm>
            <a:custGeom>
              <a:rect b="b" l="l" r="r" t="t"/>
              <a:pathLst>
                <a:path extrusionOk="0" h="1225" w="1326">
                  <a:moveTo>
                    <a:pt x="643" y="0"/>
                  </a:moveTo>
                  <a:lnTo>
                    <a:pt x="0" y="622"/>
                  </a:lnTo>
                  <a:lnTo>
                    <a:pt x="643" y="1225"/>
                  </a:lnTo>
                  <a:lnTo>
                    <a:pt x="1325" y="643"/>
                  </a:lnTo>
                  <a:lnTo>
                    <a:pt x="64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43" name="Google Shape;2543;p32"/>
            <p:cNvSpPr/>
            <p:nvPr/>
          </p:nvSpPr>
          <p:spPr>
            <a:xfrm>
              <a:off x="4960982" y="4602492"/>
              <a:ext cx="49608" cy="44253"/>
            </a:xfrm>
            <a:custGeom>
              <a:rect b="b" l="l" r="r" t="t"/>
              <a:pathLst>
                <a:path extrusionOk="0" h="1165" w="1306">
                  <a:moveTo>
                    <a:pt x="663" y="0"/>
                  </a:moveTo>
                  <a:lnTo>
                    <a:pt x="0" y="562"/>
                  </a:lnTo>
                  <a:lnTo>
                    <a:pt x="643" y="1165"/>
                  </a:lnTo>
                  <a:lnTo>
                    <a:pt x="1305" y="583"/>
                  </a:lnTo>
                  <a:lnTo>
                    <a:pt x="66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44" name="Google Shape;2544;p32"/>
            <p:cNvSpPr/>
            <p:nvPr/>
          </p:nvSpPr>
          <p:spPr>
            <a:xfrm>
              <a:off x="4303499" y="4600213"/>
              <a:ext cx="53445" cy="54167"/>
            </a:xfrm>
            <a:custGeom>
              <a:rect b="b" l="l" r="r" t="t"/>
              <a:pathLst>
                <a:path extrusionOk="0" h="1426" w="1407">
                  <a:moveTo>
                    <a:pt x="683" y="0"/>
                  </a:moveTo>
                  <a:lnTo>
                    <a:pt x="1" y="622"/>
                  </a:lnTo>
                  <a:lnTo>
                    <a:pt x="804" y="1426"/>
                  </a:lnTo>
                  <a:lnTo>
                    <a:pt x="804" y="1265"/>
                  </a:lnTo>
                  <a:lnTo>
                    <a:pt x="824" y="1145"/>
                  </a:lnTo>
                  <a:lnTo>
                    <a:pt x="864" y="1024"/>
                  </a:lnTo>
                  <a:lnTo>
                    <a:pt x="904" y="944"/>
                  </a:lnTo>
                  <a:lnTo>
                    <a:pt x="985" y="884"/>
                  </a:lnTo>
                  <a:lnTo>
                    <a:pt x="1065" y="823"/>
                  </a:lnTo>
                  <a:lnTo>
                    <a:pt x="1165" y="783"/>
                  </a:lnTo>
                  <a:lnTo>
                    <a:pt x="1286" y="763"/>
                  </a:lnTo>
                  <a:lnTo>
                    <a:pt x="1326" y="743"/>
                  </a:lnTo>
                  <a:lnTo>
                    <a:pt x="1366" y="703"/>
                  </a:lnTo>
                  <a:lnTo>
                    <a:pt x="1386" y="683"/>
                  </a:lnTo>
                  <a:lnTo>
                    <a:pt x="1406" y="643"/>
                  </a:lnTo>
                  <a:lnTo>
                    <a:pt x="1386" y="602"/>
                  </a:lnTo>
                  <a:lnTo>
                    <a:pt x="1366" y="562"/>
                  </a:lnTo>
                  <a:lnTo>
                    <a:pt x="1306" y="502"/>
                  </a:lnTo>
                  <a:lnTo>
                    <a:pt x="1145" y="442"/>
                  </a:lnTo>
                  <a:lnTo>
                    <a:pt x="985" y="361"/>
                  </a:lnTo>
                  <a:lnTo>
                    <a:pt x="924" y="321"/>
                  </a:lnTo>
                  <a:lnTo>
                    <a:pt x="864" y="261"/>
                  </a:lnTo>
                  <a:lnTo>
                    <a:pt x="824" y="181"/>
                  </a:lnTo>
                  <a:lnTo>
                    <a:pt x="804" y="80"/>
                  </a:lnTo>
                  <a:lnTo>
                    <a:pt x="784" y="40"/>
                  </a:lnTo>
                  <a:lnTo>
                    <a:pt x="744" y="20"/>
                  </a:lnTo>
                  <a:lnTo>
                    <a:pt x="68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45" name="Google Shape;2545;p32"/>
            <p:cNvSpPr/>
            <p:nvPr/>
          </p:nvSpPr>
          <p:spPr>
            <a:xfrm>
              <a:off x="4303499" y="4755040"/>
              <a:ext cx="52685" cy="49608"/>
            </a:xfrm>
            <a:custGeom>
              <a:rect b="b" l="l" r="r" t="t"/>
              <a:pathLst>
                <a:path extrusionOk="0" h="1306" w="1387">
                  <a:moveTo>
                    <a:pt x="663" y="0"/>
                  </a:moveTo>
                  <a:lnTo>
                    <a:pt x="583" y="60"/>
                  </a:lnTo>
                  <a:lnTo>
                    <a:pt x="523" y="141"/>
                  </a:lnTo>
                  <a:lnTo>
                    <a:pt x="422" y="301"/>
                  </a:lnTo>
                  <a:lnTo>
                    <a:pt x="342" y="382"/>
                  </a:lnTo>
                  <a:lnTo>
                    <a:pt x="262" y="462"/>
                  </a:lnTo>
                  <a:lnTo>
                    <a:pt x="161" y="522"/>
                  </a:lnTo>
                  <a:lnTo>
                    <a:pt x="41" y="542"/>
                  </a:lnTo>
                  <a:lnTo>
                    <a:pt x="21" y="562"/>
                  </a:lnTo>
                  <a:lnTo>
                    <a:pt x="21" y="603"/>
                  </a:lnTo>
                  <a:lnTo>
                    <a:pt x="1" y="643"/>
                  </a:lnTo>
                  <a:lnTo>
                    <a:pt x="663" y="1305"/>
                  </a:lnTo>
                  <a:lnTo>
                    <a:pt x="1386" y="663"/>
                  </a:lnTo>
                  <a:lnTo>
                    <a:pt x="66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46" name="Google Shape;2546;p32"/>
            <p:cNvSpPr/>
            <p:nvPr/>
          </p:nvSpPr>
          <p:spPr>
            <a:xfrm>
              <a:off x="4959424" y="5066973"/>
              <a:ext cx="51925" cy="48089"/>
            </a:xfrm>
            <a:custGeom>
              <a:rect b="b" l="l" r="r" t="t"/>
              <a:pathLst>
                <a:path extrusionOk="0" h="1266" w="1367">
                  <a:moveTo>
                    <a:pt x="704" y="1"/>
                  </a:moveTo>
                  <a:lnTo>
                    <a:pt x="1" y="623"/>
                  </a:lnTo>
                  <a:lnTo>
                    <a:pt x="704" y="1266"/>
                  </a:lnTo>
                  <a:lnTo>
                    <a:pt x="1366" y="643"/>
                  </a:lnTo>
                  <a:lnTo>
                    <a:pt x="704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47" name="Google Shape;2547;p32"/>
            <p:cNvSpPr/>
            <p:nvPr/>
          </p:nvSpPr>
          <p:spPr>
            <a:xfrm>
              <a:off x="4301980" y="5066213"/>
              <a:ext cx="55724" cy="53445"/>
            </a:xfrm>
            <a:custGeom>
              <a:rect b="b" l="l" r="r" t="t"/>
              <a:pathLst>
                <a:path extrusionOk="0" h="1407" w="1467">
                  <a:moveTo>
                    <a:pt x="703" y="1"/>
                  </a:moveTo>
                  <a:lnTo>
                    <a:pt x="0" y="663"/>
                  </a:lnTo>
                  <a:lnTo>
                    <a:pt x="804" y="1406"/>
                  </a:lnTo>
                  <a:lnTo>
                    <a:pt x="824" y="1246"/>
                  </a:lnTo>
                  <a:lnTo>
                    <a:pt x="864" y="1125"/>
                  </a:lnTo>
                  <a:lnTo>
                    <a:pt x="944" y="1025"/>
                  </a:lnTo>
                  <a:lnTo>
                    <a:pt x="1045" y="944"/>
                  </a:lnTo>
                  <a:lnTo>
                    <a:pt x="1145" y="884"/>
                  </a:lnTo>
                  <a:lnTo>
                    <a:pt x="1245" y="824"/>
                  </a:lnTo>
                  <a:lnTo>
                    <a:pt x="1466" y="683"/>
                  </a:lnTo>
                  <a:lnTo>
                    <a:pt x="703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48" name="Google Shape;2548;p32"/>
            <p:cNvSpPr/>
            <p:nvPr/>
          </p:nvSpPr>
          <p:spPr>
            <a:xfrm>
              <a:off x="4960222" y="4757319"/>
              <a:ext cx="51128" cy="45050"/>
            </a:xfrm>
            <a:custGeom>
              <a:rect b="b" l="l" r="r" t="t"/>
              <a:pathLst>
                <a:path extrusionOk="0" h="1186" w="1346">
                  <a:moveTo>
                    <a:pt x="663" y="0"/>
                  </a:moveTo>
                  <a:lnTo>
                    <a:pt x="0" y="583"/>
                  </a:lnTo>
                  <a:lnTo>
                    <a:pt x="663" y="1185"/>
                  </a:lnTo>
                  <a:lnTo>
                    <a:pt x="1345" y="603"/>
                  </a:lnTo>
                  <a:lnTo>
                    <a:pt x="66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49" name="Google Shape;2549;p32"/>
            <p:cNvSpPr/>
            <p:nvPr/>
          </p:nvSpPr>
          <p:spPr>
            <a:xfrm>
              <a:off x="4137239" y="5064694"/>
              <a:ext cx="58763" cy="54964"/>
            </a:xfrm>
            <a:custGeom>
              <a:rect b="b" l="l" r="r" t="t"/>
              <a:pathLst>
                <a:path extrusionOk="0" h="1447" w="1547">
                  <a:moveTo>
                    <a:pt x="763" y="0"/>
                  </a:moveTo>
                  <a:lnTo>
                    <a:pt x="0" y="703"/>
                  </a:lnTo>
                  <a:lnTo>
                    <a:pt x="804" y="1446"/>
                  </a:lnTo>
                  <a:lnTo>
                    <a:pt x="824" y="1306"/>
                  </a:lnTo>
                  <a:lnTo>
                    <a:pt x="884" y="1165"/>
                  </a:lnTo>
                  <a:lnTo>
                    <a:pt x="964" y="1065"/>
                  </a:lnTo>
                  <a:lnTo>
                    <a:pt x="1065" y="984"/>
                  </a:lnTo>
                  <a:lnTo>
                    <a:pt x="1165" y="904"/>
                  </a:lnTo>
                  <a:lnTo>
                    <a:pt x="1285" y="844"/>
                  </a:lnTo>
                  <a:lnTo>
                    <a:pt x="1546" y="683"/>
                  </a:lnTo>
                  <a:lnTo>
                    <a:pt x="1245" y="543"/>
                  </a:lnTo>
                  <a:lnTo>
                    <a:pt x="1125" y="482"/>
                  </a:lnTo>
                  <a:lnTo>
                    <a:pt x="1024" y="402"/>
                  </a:lnTo>
                  <a:lnTo>
                    <a:pt x="944" y="322"/>
                  </a:lnTo>
                  <a:lnTo>
                    <a:pt x="864" y="201"/>
                  </a:lnTo>
                  <a:lnTo>
                    <a:pt x="76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50" name="Google Shape;2550;p32"/>
            <p:cNvSpPr/>
            <p:nvPr/>
          </p:nvSpPr>
          <p:spPr>
            <a:xfrm>
              <a:off x="4959424" y="4912906"/>
              <a:ext cx="51925" cy="46570"/>
            </a:xfrm>
            <a:custGeom>
              <a:rect b="b" l="l" r="r" t="t"/>
              <a:pathLst>
                <a:path extrusionOk="0" h="1226" w="1367">
                  <a:moveTo>
                    <a:pt x="704" y="1"/>
                  </a:moveTo>
                  <a:lnTo>
                    <a:pt x="1" y="583"/>
                  </a:lnTo>
                  <a:lnTo>
                    <a:pt x="704" y="1225"/>
                  </a:lnTo>
                  <a:lnTo>
                    <a:pt x="1366" y="583"/>
                  </a:lnTo>
                  <a:lnTo>
                    <a:pt x="704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51" name="Google Shape;2551;p32"/>
            <p:cNvSpPr/>
            <p:nvPr/>
          </p:nvSpPr>
          <p:spPr>
            <a:xfrm>
              <a:off x="4302740" y="4909867"/>
              <a:ext cx="53445" cy="54964"/>
            </a:xfrm>
            <a:custGeom>
              <a:rect b="b" l="l" r="r" t="t"/>
              <a:pathLst>
                <a:path extrusionOk="0" h="1447" w="1407">
                  <a:moveTo>
                    <a:pt x="683" y="0"/>
                  </a:moveTo>
                  <a:lnTo>
                    <a:pt x="603" y="81"/>
                  </a:lnTo>
                  <a:lnTo>
                    <a:pt x="543" y="161"/>
                  </a:lnTo>
                  <a:lnTo>
                    <a:pt x="422" y="342"/>
                  </a:lnTo>
                  <a:lnTo>
                    <a:pt x="362" y="422"/>
                  </a:lnTo>
                  <a:lnTo>
                    <a:pt x="262" y="482"/>
                  </a:lnTo>
                  <a:lnTo>
                    <a:pt x="161" y="542"/>
                  </a:lnTo>
                  <a:lnTo>
                    <a:pt x="41" y="563"/>
                  </a:lnTo>
                  <a:lnTo>
                    <a:pt x="21" y="583"/>
                  </a:lnTo>
                  <a:lnTo>
                    <a:pt x="21" y="643"/>
                  </a:lnTo>
                  <a:lnTo>
                    <a:pt x="1" y="763"/>
                  </a:lnTo>
                  <a:lnTo>
                    <a:pt x="221" y="864"/>
                  </a:lnTo>
                  <a:lnTo>
                    <a:pt x="322" y="904"/>
                  </a:lnTo>
                  <a:lnTo>
                    <a:pt x="422" y="964"/>
                  </a:lnTo>
                  <a:lnTo>
                    <a:pt x="503" y="1085"/>
                  </a:lnTo>
                  <a:lnTo>
                    <a:pt x="563" y="1185"/>
                  </a:lnTo>
                  <a:lnTo>
                    <a:pt x="703" y="1446"/>
                  </a:lnTo>
                  <a:lnTo>
                    <a:pt x="1406" y="683"/>
                  </a:lnTo>
                  <a:lnTo>
                    <a:pt x="68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52" name="Google Shape;2552;p32"/>
            <p:cNvSpPr/>
            <p:nvPr/>
          </p:nvSpPr>
          <p:spPr>
            <a:xfrm>
              <a:off x="4138758" y="4901472"/>
              <a:ext cx="57243" cy="60282"/>
            </a:xfrm>
            <a:custGeom>
              <a:rect b="b" l="l" r="r" t="t"/>
              <a:pathLst>
                <a:path extrusionOk="0" h="1587" w="1507">
                  <a:moveTo>
                    <a:pt x="683" y="0"/>
                  </a:moveTo>
                  <a:lnTo>
                    <a:pt x="563" y="302"/>
                  </a:lnTo>
                  <a:lnTo>
                    <a:pt x="502" y="422"/>
                  </a:lnTo>
                  <a:lnTo>
                    <a:pt x="422" y="522"/>
                  </a:lnTo>
                  <a:lnTo>
                    <a:pt x="342" y="623"/>
                  </a:lnTo>
                  <a:lnTo>
                    <a:pt x="262" y="683"/>
                  </a:lnTo>
                  <a:lnTo>
                    <a:pt x="161" y="743"/>
                  </a:lnTo>
                  <a:lnTo>
                    <a:pt x="41" y="784"/>
                  </a:lnTo>
                  <a:lnTo>
                    <a:pt x="21" y="804"/>
                  </a:lnTo>
                  <a:lnTo>
                    <a:pt x="0" y="844"/>
                  </a:lnTo>
                  <a:lnTo>
                    <a:pt x="0" y="904"/>
                  </a:lnTo>
                  <a:lnTo>
                    <a:pt x="764" y="1587"/>
                  </a:lnTo>
                  <a:lnTo>
                    <a:pt x="824" y="1406"/>
                  </a:lnTo>
                  <a:lnTo>
                    <a:pt x="864" y="1306"/>
                  </a:lnTo>
                  <a:lnTo>
                    <a:pt x="904" y="1245"/>
                  </a:lnTo>
                  <a:lnTo>
                    <a:pt x="1045" y="1165"/>
                  </a:lnTo>
                  <a:lnTo>
                    <a:pt x="1185" y="1065"/>
                  </a:lnTo>
                  <a:lnTo>
                    <a:pt x="1506" y="884"/>
                  </a:lnTo>
                  <a:lnTo>
                    <a:pt x="1225" y="743"/>
                  </a:lnTo>
                  <a:lnTo>
                    <a:pt x="1105" y="663"/>
                  </a:lnTo>
                  <a:lnTo>
                    <a:pt x="1004" y="583"/>
                  </a:lnTo>
                  <a:lnTo>
                    <a:pt x="904" y="482"/>
                  </a:lnTo>
                  <a:lnTo>
                    <a:pt x="824" y="342"/>
                  </a:lnTo>
                  <a:lnTo>
                    <a:pt x="743" y="201"/>
                  </a:lnTo>
                  <a:lnTo>
                    <a:pt x="68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53" name="Google Shape;2553;p32"/>
            <p:cNvSpPr/>
            <p:nvPr/>
          </p:nvSpPr>
          <p:spPr>
            <a:xfrm>
              <a:off x="3970979" y="5065454"/>
              <a:ext cx="58003" cy="51128"/>
            </a:xfrm>
            <a:custGeom>
              <a:rect b="b" l="l" r="r" t="t"/>
              <a:pathLst>
                <a:path extrusionOk="0" h="1346" w="1527">
                  <a:moveTo>
                    <a:pt x="783" y="1"/>
                  </a:moveTo>
                  <a:lnTo>
                    <a:pt x="0" y="723"/>
                  </a:lnTo>
                  <a:lnTo>
                    <a:pt x="221" y="824"/>
                  </a:lnTo>
                  <a:lnTo>
                    <a:pt x="422" y="944"/>
                  </a:lnTo>
                  <a:lnTo>
                    <a:pt x="522" y="1025"/>
                  </a:lnTo>
                  <a:lnTo>
                    <a:pt x="582" y="1105"/>
                  </a:lnTo>
                  <a:lnTo>
                    <a:pt x="643" y="1205"/>
                  </a:lnTo>
                  <a:lnTo>
                    <a:pt x="703" y="1326"/>
                  </a:lnTo>
                  <a:lnTo>
                    <a:pt x="723" y="1346"/>
                  </a:lnTo>
                  <a:lnTo>
                    <a:pt x="783" y="1346"/>
                  </a:lnTo>
                  <a:lnTo>
                    <a:pt x="1526" y="663"/>
                  </a:lnTo>
                  <a:lnTo>
                    <a:pt x="783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54" name="Google Shape;2554;p32"/>
            <p:cNvSpPr/>
            <p:nvPr/>
          </p:nvSpPr>
          <p:spPr>
            <a:xfrm>
              <a:off x="3973258" y="4910627"/>
              <a:ext cx="54926" cy="50368"/>
            </a:xfrm>
            <a:custGeom>
              <a:rect b="b" l="l" r="r" t="t"/>
              <a:pathLst>
                <a:path extrusionOk="0" h="1326" w="1446">
                  <a:moveTo>
                    <a:pt x="703" y="0"/>
                  </a:moveTo>
                  <a:lnTo>
                    <a:pt x="0" y="663"/>
                  </a:lnTo>
                  <a:lnTo>
                    <a:pt x="723" y="1326"/>
                  </a:lnTo>
                  <a:lnTo>
                    <a:pt x="1446" y="663"/>
                  </a:lnTo>
                  <a:lnTo>
                    <a:pt x="70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55" name="Google Shape;2555;p32"/>
            <p:cNvSpPr/>
            <p:nvPr/>
          </p:nvSpPr>
          <p:spPr>
            <a:xfrm>
              <a:off x="5123443" y="5069252"/>
              <a:ext cx="52647" cy="44291"/>
            </a:xfrm>
            <a:custGeom>
              <a:rect b="b" l="l" r="r" t="t"/>
              <a:pathLst>
                <a:path extrusionOk="0" h="1166" w="1386">
                  <a:moveTo>
                    <a:pt x="683" y="1"/>
                  </a:moveTo>
                  <a:lnTo>
                    <a:pt x="0" y="563"/>
                  </a:lnTo>
                  <a:lnTo>
                    <a:pt x="723" y="1166"/>
                  </a:lnTo>
                  <a:lnTo>
                    <a:pt x="1386" y="543"/>
                  </a:lnTo>
                  <a:lnTo>
                    <a:pt x="683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56" name="Google Shape;2556;p32"/>
            <p:cNvSpPr/>
            <p:nvPr/>
          </p:nvSpPr>
          <p:spPr>
            <a:xfrm>
              <a:off x="4137239" y="4756560"/>
              <a:ext cx="56484" cy="48849"/>
            </a:xfrm>
            <a:custGeom>
              <a:rect b="b" l="l" r="r" t="t"/>
              <a:pathLst>
                <a:path extrusionOk="0" h="1286" w="1487">
                  <a:moveTo>
                    <a:pt x="743" y="0"/>
                  </a:moveTo>
                  <a:lnTo>
                    <a:pt x="0" y="623"/>
                  </a:lnTo>
                  <a:lnTo>
                    <a:pt x="783" y="1285"/>
                  </a:lnTo>
                  <a:lnTo>
                    <a:pt x="884" y="1085"/>
                  </a:lnTo>
                  <a:lnTo>
                    <a:pt x="944" y="984"/>
                  </a:lnTo>
                  <a:lnTo>
                    <a:pt x="1004" y="884"/>
                  </a:lnTo>
                  <a:lnTo>
                    <a:pt x="1125" y="824"/>
                  </a:lnTo>
                  <a:lnTo>
                    <a:pt x="1245" y="763"/>
                  </a:lnTo>
                  <a:lnTo>
                    <a:pt x="1486" y="643"/>
                  </a:lnTo>
                  <a:lnTo>
                    <a:pt x="74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57" name="Google Shape;2557;p32"/>
            <p:cNvSpPr/>
            <p:nvPr/>
          </p:nvSpPr>
          <p:spPr>
            <a:xfrm>
              <a:off x="4134960" y="4600973"/>
              <a:ext cx="55686" cy="46532"/>
            </a:xfrm>
            <a:custGeom>
              <a:rect b="b" l="l" r="r" t="t"/>
              <a:pathLst>
                <a:path extrusionOk="0" h="1225" w="1466">
                  <a:moveTo>
                    <a:pt x="783" y="0"/>
                  </a:moveTo>
                  <a:lnTo>
                    <a:pt x="0" y="663"/>
                  </a:lnTo>
                  <a:lnTo>
                    <a:pt x="221" y="743"/>
                  </a:lnTo>
                  <a:lnTo>
                    <a:pt x="341" y="783"/>
                  </a:lnTo>
                  <a:lnTo>
                    <a:pt x="422" y="843"/>
                  </a:lnTo>
                  <a:lnTo>
                    <a:pt x="522" y="924"/>
                  </a:lnTo>
                  <a:lnTo>
                    <a:pt x="582" y="1004"/>
                  </a:lnTo>
                  <a:lnTo>
                    <a:pt x="643" y="1084"/>
                  </a:lnTo>
                  <a:lnTo>
                    <a:pt x="703" y="1205"/>
                  </a:lnTo>
                  <a:lnTo>
                    <a:pt x="723" y="1225"/>
                  </a:lnTo>
                  <a:lnTo>
                    <a:pt x="783" y="1225"/>
                  </a:lnTo>
                  <a:lnTo>
                    <a:pt x="1466" y="602"/>
                  </a:lnTo>
                  <a:lnTo>
                    <a:pt x="78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58" name="Google Shape;2558;p32"/>
            <p:cNvSpPr/>
            <p:nvPr/>
          </p:nvSpPr>
          <p:spPr>
            <a:xfrm>
              <a:off x="5121886" y="4914425"/>
              <a:ext cx="54205" cy="44291"/>
            </a:xfrm>
            <a:custGeom>
              <a:rect b="b" l="l" r="r" t="t"/>
              <a:pathLst>
                <a:path extrusionOk="0" h="1166" w="1427">
                  <a:moveTo>
                    <a:pt x="724" y="1"/>
                  </a:moveTo>
                  <a:lnTo>
                    <a:pt x="1" y="603"/>
                  </a:lnTo>
                  <a:lnTo>
                    <a:pt x="242" y="683"/>
                  </a:lnTo>
                  <a:lnTo>
                    <a:pt x="342" y="724"/>
                  </a:lnTo>
                  <a:lnTo>
                    <a:pt x="423" y="784"/>
                  </a:lnTo>
                  <a:lnTo>
                    <a:pt x="503" y="864"/>
                  </a:lnTo>
                  <a:lnTo>
                    <a:pt x="563" y="965"/>
                  </a:lnTo>
                  <a:lnTo>
                    <a:pt x="684" y="1165"/>
                  </a:lnTo>
                  <a:lnTo>
                    <a:pt x="1427" y="543"/>
                  </a:lnTo>
                  <a:lnTo>
                    <a:pt x="724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59" name="Google Shape;2559;p32"/>
            <p:cNvSpPr/>
            <p:nvPr/>
          </p:nvSpPr>
          <p:spPr>
            <a:xfrm>
              <a:off x="5124203" y="4758839"/>
              <a:ext cx="45772" cy="42733"/>
            </a:xfrm>
            <a:custGeom>
              <a:rect b="b" l="l" r="r" t="t"/>
              <a:pathLst>
                <a:path extrusionOk="0" h="1125" w="1205">
                  <a:moveTo>
                    <a:pt x="663" y="1"/>
                  </a:moveTo>
                  <a:lnTo>
                    <a:pt x="0" y="543"/>
                  </a:lnTo>
                  <a:lnTo>
                    <a:pt x="703" y="1125"/>
                  </a:lnTo>
                  <a:lnTo>
                    <a:pt x="1205" y="663"/>
                  </a:lnTo>
                  <a:lnTo>
                    <a:pt x="663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60" name="Google Shape;2560;p32"/>
            <p:cNvSpPr/>
            <p:nvPr/>
          </p:nvSpPr>
          <p:spPr>
            <a:xfrm>
              <a:off x="3974777" y="4754280"/>
              <a:ext cx="53407" cy="49608"/>
            </a:xfrm>
            <a:custGeom>
              <a:rect b="b" l="l" r="r" t="t"/>
              <a:pathLst>
                <a:path extrusionOk="0" h="1306" w="1406">
                  <a:moveTo>
                    <a:pt x="663" y="0"/>
                  </a:moveTo>
                  <a:lnTo>
                    <a:pt x="563" y="161"/>
                  </a:lnTo>
                  <a:lnTo>
                    <a:pt x="502" y="261"/>
                  </a:lnTo>
                  <a:lnTo>
                    <a:pt x="422" y="341"/>
                  </a:lnTo>
                  <a:lnTo>
                    <a:pt x="322" y="422"/>
                  </a:lnTo>
                  <a:lnTo>
                    <a:pt x="221" y="502"/>
                  </a:lnTo>
                  <a:lnTo>
                    <a:pt x="0" y="663"/>
                  </a:lnTo>
                  <a:lnTo>
                    <a:pt x="683" y="1305"/>
                  </a:lnTo>
                  <a:lnTo>
                    <a:pt x="1406" y="663"/>
                  </a:lnTo>
                  <a:lnTo>
                    <a:pt x="66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61" name="Google Shape;2561;p32"/>
            <p:cNvSpPr/>
            <p:nvPr/>
          </p:nvSpPr>
          <p:spPr>
            <a:xfrm>
              <a:off x="3975537" y="4599416"/>
              <a:ext cx="54964" cy="48089"/>
            </a:xfrm>
            <a:custGeom>
              <a:rect b="b" l="l" r="r" t="t"/>
              <a:pathLst>
                <a:path extrusionOk="0" h="1266" w="1447">
                  <a:moveTo>
                    <a:pt x="683" y="1"/>
                  </a:moveTo>
                  <a:lnTo>
                    <a:pt x="0" y="664"/>
                  </a:lnTo>
                  <a:lnTo>
                    <a:pt x="663" y="1266"/>
                  </a:lnTo>
                  <a:lnTo>
                    <a:pt x="1446" y="603"/>
                  </a:lnTo>
                  <a:lnTo>
                    <a:pt x="1165" y="503"/>
                  </a:lnTo>
                  <a:lnTo>
                    <a:pt x="1065" y="443"/>
                  </a:lnTo>
                  <a:lnTo>
                    <a:pt x="964" y="382"/>
                  </a:lnTo>
                  <a:lnTo>
                    <a:pt x="884" y="282"/>
                  </a:lnTo>
                  <a:lnTo>
                    <a:pt x="804" y="182"/>
                  </a:lnTo>
                  <a:lnTo>
                    <a:pt x="683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62" name="Google Shape;2562;p32"/>
            <p:cNvSpPr/>
            <p:nvPr/>
          </p:nvSpPr>
          <p:spPr>
            <a:xfrm>
              <a:off x="5124963" y="4603252"/>
              <a:ext cx="44253" cy="41214"/>
            </a:xfrm>
            <a:custGeom>
              <a:rect b="b" l="l" r="r" t="t"/>
              <a:pathLst>
                <a:path extrusionOk="0" h="1085" w="1165">
                  <a:moveTo>
                    <a:pt x="643" y="0"/>
                  </a:moveTo>
                  <a:lnTo>
                    <a:pt x="0" y="563"/>
                  </a:lnTo>
                  <a:lnTo>
                    <a:pt x="443" y="911"/>
                  </a:lnTo>
                  <a:lnTo>
                    <a:pt x="443" y="911"/>
                  </a:lnTo>
                  <a:lnTo>
                    <a:pt x="1165" y="462"/>
                  </a:lnTo>
                  <a:lnTo>
                    <a:pt x="643" y="0"/>
                  </a:lnTo>
                  <a:close/>
                  <a:moveTo>
                    <a:pt x="443" y="911"/>
                  </a:moveTo>
                  <a:lnTo>
                    <a:pt x="422" y="924"/>
                  </a:lnTo>
                  <a:lnTo>
                    <a:pt x="663" y="1085"/>
                  </a:lnTo>
                  <a:lnTo>
                    <a:pt x="443" y="91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563" name="Google Shape;2563;p32"/>
          <p:cNvSpPr/>
          <p:nvPr/>
        </p:nvSpPr>
        <p:spPr>
          <a:xfrm>
            <a:off x="8769565" y="1741965"/>
            <a:ext cx="2433600" cy="24336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64" name="Google Shape;2564;p32"/>
          <p:cNvSpPr/>
          <p:nvPr/>
        </p:nvSpPr>
        <p:spPr>
          <a:xfrm flipH="1">
            <a:off x="8551271" y="512969"/>
            <a:ext cx="1001862" cy="1525380"/>
          </a:xfrm>
          <a:custGeom>
            <a:rect b="b" l="l" r="r" t="t"/>
            <a:pathLst>
              <a:path extrusionOk="0" h="27284" w="17920">
                <a:moveTo>
                  <a:pt x="9041" y="81"/>
                </a:moveTo>
                <a:lnTo>
                  <a:pt x="9464" y="101"/>
                </a:lnTo>
                <a:lnTo>
                  <a:pt x="9888" y="141"/>
                </a:lnTo>
                <a:lnTo>
                  <a:pt x="10312" y="222"/>
                </a:lnTo>
                <a:lnTo>
                  <a:pt x="10716" y="323"/>
                </a:lnTo>
                <a:lnTo>
                  <a:pt x="11139" y="444"/>
                </a:lnTo>
                <a:lnTo>
                  <a:pt x="11543" y="605"/>
                </a:lnTo>
                <a:lnTo>
                  <a:pt x="11947" y="767"/>
                </a:lnTo>
                <a:lnTo>
                  <a:pt x="12350" y="969"/>
                </a:lnTo>
                <a:lnTo>
                  <a:pt x="12734" y="1191"/>
                </a:lnTo>
                <a:lnTo>
                  <a:pt x="13117" y="1433"/>
                </a:lnTo>
                <a:lnTo>
                  <a:pt x="13480" y="1715"/>
                </a:lnTo>
                <a:lnTo>
                  <a:pt x="13844" y="1998"/>
                </a:lnTo>
                <a:lnTo>
                  <a:pt x="14187" y="2301"/>
                </a:lnTo>
                <a:lnTo>
                  <a:pt x="14530" y="2644"/>
                </a:lnTo>
                <a:lnTo>
                  <a:pt x="14832" y="2987"/>
                </a:lnTo>
                <a:lnTo>
                  <a:pt x="15155" y="3350"/>
                </a:lnTo>
                <a:lnTo>
                  <a:pt x="15397" y="3673"/>
                </a:lnTo>
                <a:lnTo>
                  <a:pt x="15619" y="4016"/>
                </a:lnTo>
                <a:lnTo>
                  <a:pt x="15841" y="4359"/>
                </a:lnTo>
                <a:lnTo>
                  <a:pt x="16063" y="4722"/>
                </a:lnTo>
                <a:lnTo>
                  <a:pt x="16265" y="5106"/>
                </a:lnTo>
                <a:lnTo>
                  <a:pt x="16447" y="5489"/>
                </a:lnTo>
                <a:lnTo>
                  <a:pt x="16628" y="5893"/>
                </a:lnTo>
                <a:lnTo>
                  <a:pt x="16790" y="6296"/>
                </a:lnTo>
                <a:lnTo>
                  <a:pt x="16931" y="6720"/>
                </a:lnTo>
                <a:lnTo>
                  <a:pt x="17072" y="7144"/>
                </a:lnTo>
                <a:lnTo>
                  <a:pt x="17214" y="7588"/>
                </a:lnTo>
                <a:lnTo>
                  <a:pt x="17315" y="8052"/>
                </a:lnTo>
                <a:lnTo>
                  <a:pt x="17436" y="8516"/>
                </a:lnTo>
                <a:lnTo>
                  <a:pt x="17516" y="8980"/>
                </a:lnTo>
                <a:lnTo>
                  <a:pt x="17597" y="9485"/>
                </a:lnTo>
                <a:lnTo>
                  <a:pt x="17678" y="9969"/>
                </a:lnTo>
                <a:lnTo>
                  <a:pt x="17738" y="10514"/>
                </a:lnTo>
                <a:lnTo>
                  <a:pt x="17779" y="11079"/>
                </a:lnTo>
                <a:lnTo>
                  <a:pt x="17819" y="11624"/>
                </a:lnTo>
                <a:lnTo>
                  <a:pt x="17839" y="12189"/>
                </a:lnTo>
                <a:lnTo>
                  <a:pt x="17839" y="12774"/>
                </a:lnTo>
                <a:lnTo>
                  <a:pt x="17819" y="13339"/>
                </a:lnTo>
                <a:lnTo>
                  <a:pt x="17799" y="13924"/>
                </a:lnTo>
                <a:lnTo>
                  <a:pt x="17758" y="14510"/>
                </a:lnTo>
                <a:lnTo>
                  <a:pt x="17718" y="15115"/>
                </a:lnTo>
                <a:lnTo>
                  <a:pt x="17637" y="15720"/>
                </a:lnTo>
                <a:lnTo>
                  <a:pt x="17557" y="16326"/>
                </a:lnTo>
                <a:lnTo>
                  <a:pt x="17456" y="16951"/>
                </a:lnTo>
                <a:lnTo>
                  <a:pt x="17355" y="17577"/>
                </a:lnTo>
                <a:lnTo>
                  <a:pt x="17234" y="18202"/>
                </a:lnTo>
                <a:lnTo>
                  <a:pt x="17093" y="18848"/>
                </a:lnTo>
                <a:lnTo>
                  <a:pt x="16931" y="19514"/>
                </a:lnTo>
                <a:lnTo>
                  <a:pt x="16709" y="20362"/>
                </a:lnTo>
                <a:lnTo>
                  <a:pt x="16447" y="21230"/>
                </a:lnTo>
                <a:lnTo>
                  <a:pt x="16285" y="21673"/>
                </a:lnTo>
                <a:lnTo>
                  <a:pt x="16124" y="22117"/>
                </a:lnTo>
                <a:lnTo>
                  <a:pt x="15942" y="22561"/>
                </a:lnTo>
                <a:lnTo>
                  <a:pt x="15740" y="23005"/>
                </a:lnTo>
                <a:lnTo>
                  <a:pt x="15518" y="23429"/>
                </a:lnTo>
                <a:lnTo>
                  <a:pt x="15276" y="23873"/>
                </a:lnTo>
                <a:lnTo>
                  <a:pt x="15014" y="24277"/>
                </a:lnTo>
                <a:lnTo>
                  <a:pt x="14731" y="24680"/>
                </a:lnTo>
                <a:lnTo>
                  <a:pt x="14429" y="25064"/>
                </a:lnTo>
                <a:lnTo>
                  <a:pt x="14106" y="25427"/>
                </a:lnTo>
                <a:lnTo>
                  <a:pt x="13743" y="25770"/>
                </a:lnTo>
                <a:lnTo>
                  <a:pt x="13359" y="26093"/>
                </a:lnTo>
                <a:lnTo>
                  <a:pt x="13077" y="26295"/>
                </a:lnTo>
                <a:lnTo>
                  <a:pt x="12774" y="26476"/>
                </a:lnTo>
                <a:lnTo>
                  <a:pt x="12491" y="26658"/>
                </a:lnTo>
                <a:lnTo>
                  <a:pt x="12209" y="26799"/>
                </a:lnTo>
                <a:lnTo>
                  <a:pt x="11906" y="26920"/>
                </a:lnTo>
                <a:lnTo>
                  <a:pt x="11624" y="27021"/>
                </a:lnTo>
                <a:lnTo>
                  <a:pt x="11321" y="27102"/>
                </a:lnTo>
                <a:lnTo>
                  <a:pt x="11018" y="27162"/>
                </a:lnTo>
                <a:lnTo>
                  <a:pt x="10716" y="27203"/>
                </a:lnTo>
                <a:lnTo>
                  <a:pt x="10110" y="27203"/>
                </a:lnTo>
                <a:lnTo>
                  <a:pt x="9808" y="27183"/>
                </a:lnTo>
                <a:lnTo>
                  <a:pt x="9485" y="27142"/>
                </a:lnTo>
                <a:lnTo>
                  <a:pt x="9182" y="27062"/>
                </a:lnTo>
                <a:lnTo>
                  <a:pt x="8859" y="26981"/>
                </a:lnTo>
                <a:lnTo>
                  <a:pt x="8556" y="26860"/>
                </a:lnTo>
                <a:lnTo>
                  <a:pt x="8234" y="26739"/>
                </a:lnTo>
                <a:lnTo>
                  <a:pt x="7931" y="26577"/>
                </a:lnTo>
                <a:lnTo>
                  <a:pt x="7628" y="26416"/>
                </a:lnTo>
                <a:lnTo>
                  <a:pt x="7346" y="26234"/>
                </a:lnTo>
                <a:lnTo>
                  <a:pt x="7063" y="26053"/>
                </a:lnTo>
                <a:lnTo>
                  <a:pt x="6781" y="25851"/>
                </a:lnTo>
                <a:lnTo>
                  <a:pt x="6256" y="25427"/>
                </a:lnTo>
                <a:lnTo>
                  <a:pt x="5772" y="24983"/>
                </a:lnTo>
                <a:lnTo>
                  <a:pt x="5328" y="24539"/>
                </a:lnTo>
                <a:lnTo>
                  <a:pt x="4944" y="24095"/>
                </a:lnTo>
                <a:lnTo>
                  <a:pt x="4581" y="23671"/>
                </a:lnTo>
                <a:lnTo>
                  <a:pt x="4238" y="23227"/>
                </a:lnTo>
                <a:lnTo>
                  <a:pt x="3895" y="22763"/>
                </a:lnTo>
                <a:lnTo>
                  <a:pt x="3572" y="22279"/>
                </a:lnTo>
                <a:lnTo>
                  <a:pt x="3249" y="21815"/>
                </a:lnTo>
                <a:lnTo>
                  <a:pt x="2967" y="21330"/>
                </a:lnTo>
                <a:lnTo>
                  <a:pt x="2664" y="20826"/>
                </a:lnTo>
                <a:lnTo>
                  <a:pt x="2401" y="20342"/>
                </a:lnTo>
                <a:lnTo>
                  <a:pt x="2139" y="19837"/>
                </a:lnTo>
                <a:lnTo>
                  <a:pt x="1897" y="19333"/>
                </a:lnTo>
                <a:lnTo>
                  <a:pt x="1675" y="18808"/>
                </a:lnTo>
                <a:lnTo>
                  <a:pt x="1453" y="18303"/>
                </a:lnTo>
                <a:lnTo>
                  <a:pt x="1251" y="17779"/>
                </a:lnTo>
                <a:lnTo>
                  <a:pt x="1070" y="17254"/>
                </a:lnTo>
                <a:lnTo>
                  <a:pt x="888" y="16729"/>
                </a:lnTo>
                <a:lnTo>
                  <a:pt x="727" y="16205"/>
                </a:lnTo>
                <a:lnTo>
                  <a:pt x="585" y="15680"/>
                </a:lnTo>
                <a:lnTo>
                  <a:pt x="464" y="15095"/>
                </a:lnTo>
                <a:lnTo>
                  <a:pt x="343" y="14530"/>
                </a:lnTo>
                <a:lnTo>
                  <a:pt x="262" y="13965"/>
                </a:lnTo>
                <a:lnTo>
                  <a:pt x="182" y="13400"/>
                </a:lnTo>
                <a:lnTo>
                  <a:pt x="121" y="12835"/>
                </a:lnTo>
                <a:lnTo>
                  <a:pt x="101" y="12270"/>
                </a:lnTo>
                <a:lnTo>
                  <a:pt x="81" y="11725"/>
                </a:lnTo>
                <a:lnTo>
                  <a:pt x="81" y="11160"/>
                </a:lnTo>
                <a:lnTo>
                  <a:pt x="101" y="10615"/>
                </a:lnTo>
                <a:lnTo>
                  <a:pt x="141" y="10070"/>
                </a:lnTo>
                <a:lnTo>
                  <a:pt x="202" y="9525"/>
                </a:lnTo>
                <a:lnTo>
                  <a:pt x="283" y="9000"/>
                </a:lnTo>
                <a:lnTo>
                  <a:pt x="383" y="8476"/>
                </a:lnTo>
                <a:lnTo>
                  <a:pt x="505" y="7951"/>
                </a:lnTo>
                <a:lnTo>
                  <a:pt x="646" y="7447"/>
                </a:lnTo>
                <a:lnTo>
                  <a:pt x="787" y="6942"/>
                </a:lnTo>
                <a:lnTo>
                  <a:pt x="1049" y="6236"/>
                </a:lnTo>
                <a:lnTo>
                  <a:pt x="1352" y="5570"/>
                </a:lnTo>
                <a:lnTo>
                  <a:pt x="1695" y="4924"/>
                </a:lnTo>
                <a:lnTo>
                  <a:pt x="2079" y="4298"/>
                </a:lnTo>
                <a:lnTo>
                  <a:pt x="2482" y="3693"/>
                </a:lnTo>
                <a:lnTo>
                  <a:pt x="2946" y="3128"/>
                </a:lnTo>
                <a:lnTo>
                  <a:pt x="3188" y="2866"/>
                </a:lnTo>
                <a:lnTo>
                  <a:pt x="3431" y="2603"/>
                </a:lnTo>
                <a:lnTo>
                  <a:pt x="3673" y="2361"/>
                </a:lnTo>
                <a:lnTo>
                  <a:pt x="3935" y="2119"/>
                </a:lnTo>
                <a:lnTo>
                  <a:pt x="4218" y="1877"/>
                </a:lnTo>
                <a:lnTo>
                  <a:pt x="4520" y="1655"/>
                </a:lnTo>
                <a:lnTo>
                  <a:pt x="4803" y="1433"/>
                </a:lnTo>
                <a:lnTo>
                  <a:pt x="5106" y="1231"/>
                </a:lnTo>
                <a:lnTo>
                  <a:pt x="5408" y="1049"/>
                </a:lnTo>
                <a:lnTo>
                  <a:pt x="5731" y="888"/>
                </a:lnTo>
                <a:lnTo>
                  <a:pt x="6034" y="727"/>
                </a:lnTo>
                <a:lnTo>
                  <a:pt x="6337" y="605"/>
                </a:lnTo>
                <a:lnTo>
                  <a:pt x="6659" y="484"/>
                </a:lnTo>
                <a:lnTo>
                  <a:pt x="6982" y="363"/>
                </a:lnTo>
                <a:lnTo>
                  <a:pt x="7305" y="283"/>
                </a:lnTo>
                <a:lnTo>
                  <a:pt x="7628" y="202"/>
                </a:lnTo>
                <a:lnTo>
                  <a:pt x="7951" y="162"/>
                </a:lnTo>
                <a:lnTo>
                  <a:pt x="8274" y="121"/>
                </a:lnTo>
                <a:lnTo>
                  <a:pt x="8597" y="81"/>
                </a:lnTo>
                <a:close/>
                <a:moveTo>
                  <a:pt x="8698" y="0"/>
                </a:moveTo>
                <a:lnTo>
                  <a:pt x="8355" y="20"/>
                </a:lnTo>
                <a:lnTo>
                  <a:pt x="8032" y="61"/>
                </a:lnTo>
                <a:lnTo>
                  <a:pt x="7689" y="121"/>
                </a:lnTo>
                <a:lnTo>
                  <a:pt x="7366" y="182"/>
                </a:lnTo>
                <a:lnTo>
                  <a:pt x="7023" y="283"/>
                </a:lnTo>
                <a:lnTo>
                  <a:pt x="6700" y="383"/>
                </a:lnTo>
                <a:lnTo>
                  <a:pt x="6377" y="505"/>
                </a:lnTo>
                <a:lnTo>
                  <a:pt x="6054" y="646"/>
                </a:lnTo>
                <a:lnTo>
                  <a:pt x="5731" y="787"/>
                </a:lnTo>
                <a:lnTo>
                  <a:pt x="5408" y="969"/>
                </a:lnTo>
                <a:lnTo>
                  <a:pt x="5085" y="1150"/>
                </a:lnTo>
                <a:lnTo>
                  <a:pt x="4783" y="1352"/>
                </a:lnTo>
                <a:lnTo>
                  <a:pt x="4480" y="1574"/>
                </a:lnTo>
                <a:lnTo>
                  <a:pt x="4177" y="1816"/>
                </a:lnTo>
                <a:lnTo>
                  <a:pt x="3895" y="2058"/>
                </a:lnTo>
                <a:lnTo>
                  <a:pt x="3632" y="2301"/>
                </a:lnTo>
                <a:lnTo>
                  <a:pt x="3370" y="2543"/>
                </a:lnTo>
                <a:lnTo>
                  <a:pt x="3128" y="2805"/>
                </a:lnTo>
                <a:lnTo>
                  <a:pt x="2886" y="3088"/>
                </a:lnTo>
                <a:lnTo>
                  <a:pt x="2422" y="3653"/>
                </a:lnTo>
                <a:lnTo>
                  <a:pt x="1998" y="4258"/>
                </a:lnTo>
                <a:lnTo>
                  <a:pt x="1614" y="4884"/>
                </a:lnTo>
                <a:lnTo>
                  <a:pt x="1271" y="5529"/>
                </a:lnTo>
                <a:lnTo>
                  <a:pt x="969" y="6216"/>
                </a:lnTo>
                <a:lnTo>
                  <a:pt x="848" y="6559"/>
                </a:lnTo>
                <a:lnTo>
                  <a:pt x="727" y="6902"/>
                </a:lnTo>
                <a:lnTo>
                  <a:pt x="565" y="7406"/>
                </a:lnTo>
                <a:lnTo>
                  <a:pt x="424" y="7931"/>
                </a:lnTo>
                <a:lnTo>
                  <a:pt x="303" y="8456"/>
                </a:lnTo>
                <a:lnTo>
                  <a:pt x="202" y="8980"/>
                </a:lnTo>
                <a:lnTo>
                  <a:pt x="121" y="9525"/>
                </a:lnTo>
                <a:lnTo>
                  <a:pt x="61" y="10070"/>
                </a:lnTo>
                <a:lnTo>
                  <a:pt x="20" y="10615"/>
                </a:lnTo>
                <a:lnTo>
                  <a:pt x="0" y="11160"/>
                </a:lnTo>
                <a:lnTo>
                  <a:pt x="0" y="11725"/>
                </a:lnTo>
                <a:lnTo>
                  <a:pt x="20" y="12270"/>
                </a:lnTo>
                <a:lnTo>
                  <a:pt x="40" y="12835"/>
                </a:lnTo>
                <a:lnTo>
                  <a:pt x="101" y="13400"/>
                </a:lnTo>
                <a:lnTo>
                  <a:pt x="182" y="13965"/>
                </a:lnTo>
                <a:lnTo>
                  <a:pt x="262" y="14550"/>
                </a:lnTo>
                <a:lnTo>
                  <a:pt x="383" y="15115"/>
                </a:lnTo>
                <a:lnTo>
                  <a:pt x="525" y="15700"/>
                </a:lnTo>
                <a:lnTo>
                  <a:pt x="666" y="16225"/>
                </a:lnTo>
                <a:lnTo>
                  <a:pt x="807" y="16750"/>
                </a:lnTo>
                <a:lnTo>
                  <a:pt x="989" y="17274"/>
                </a:lnTo>
                <a:lnTo>
                  <a:pt x="1170" y="17799"/>
                </a:lnTo>
                <a:lnTo>
                  <a:pt x="1372" y="18324"/>
                </a:lnTo>
                <a:lnTo>
                  <a:pt x="1594" y="18848"/>
                </a:lnTo>
                <a:lnTo>
                  <a:pt x="1816" y="19353"/>
                </a:lnTo>
                <a:lnTo>
                  <a:pt x="2058" y="19877"/>
                </a:lnTo>
                <a:lnTo>
                  <a:pt x="2321" y="20382"/>
                </a:lnTo>
                <a:lnTo>
                  <a:pt x="2603" y="20866"/>
                </a:lnTo>
                <a:lnTo>
                  <a:pt x="2886" y="21371"/>
                </a:lnTo>
                <a:lnTo>
                  <a:pt x="3188" y="21855"/>
                </a:lnTo>
                <a:lnTo>
                  <a:pt x="3511" y="22339"/>
                </a:lnTo>
                <a:lnTo>
                  <a:pt x="3834" y="22804"/>
                </a:lnTo>
                <a:lnTo>
                  <a:pt x="4177" y="23268"/>
                </a:lnTo>
                <a:lnTo>
                  <a:pt x="4520" y="23732"/>
                </a:lnTo>
                <a:lnTo>
                  <a:pt x="4964" y="24236"/>
                </a:lnTo>
                <a:lnTo>
                  <a:pt x="5206" y="24519"/>
                </a:lnTo>
                <a:lnTo>
                  <a:pt x="5489" y="24822"/>
                </a:lnTo>
                <a:lnTo>
                  <a:pt x="5792" y="25104"/>
                </a:lnTo>
                <a:lnTo>
                  <a:pt x="6115" y="25407"/>
                </a:lnTo>
                <a:lnTo>
                  <a:pt x="6458" y="25689"/>
                </a:lnTo>
                <a:lnTo>
                  <a:pt x="6821" y="25972"/>
                </a:lnTo>
                <a:lnTo>
                  <a:pt x="7204" y="26254"/>
                </a:lnTo>
                <a:lnTo>
                  <a:pt x="7608" y="26497"/>
                </a:lnTo>
                <a:lnTo>
                  <a:pt x="8032" y="26718"/>
                </a:lnTo>
                <a:lnTo>
                  <a:pt x="8455" y="26900"/>
                </a:lnTo>
                <a:lnTo>
                  <a:pt x="8920" y="27062"/>
                </a:lnTo>
                <a:lnTo>
                  <a:pt x="9364" y="27183"/>
                </a:lnTo>
                <a:lnTo>
                  <a:pt x="9606" y="27223"/>
                </a:lnTo>
                <a:lnTo>
                  <a:pt x="9848" y="27263"/>
                </a:lnTo>
                <a:lnTo>
                  <a:pt x="10090" y="27284"/>
                </a:lnTo>
                <a:lnTo>
                  <a:pt x="10695" y="27284"/>
                </a:lnTo>
                <a:lnTo>
                  <a:pt x="11079" y="27223"/>
                </a:lnTo>
                <a:lnTo>
                  <a:pt x="11462" y="27142"/>
                </a:lnTo>
                <a:lnTo>
                  <a:pt x="11846" y="27021"/>
                </a:lnTo>
                <a:lnTo>
                  <a:pt x="12229" y="26880"/>
                </a:lnTo>
                <a:lnTo>
                  <a:pt x="12613" y="26678"/>
                </a:lnTo>
                <a:lnTo>
                  <a:pt x="12996" y="26436"/>
                </a:lnTo>
                <a:lnTo>
                  <a:pt x="13400" y="26153"/>
                </a:lnTo>
                <a:lnTo>
                  <a:pt x="13783" y="25831"/>
                </a:lnTo>
                <a:lnTo>
                  <a:pt x="14146" y="25488"/>
                </a:lnTo>
                <a:lnTo>
                  <a:pt x="14489" y="25124"/>
                </a:lnTo>
                <a:lnTo>
                  <a:pt x="14792" y="24721"/>
                </a:lnTo>
                <a:lnTo>
                  <a:pt x="15095" y="24317"/>
                </a:lnTo>
                <a:lnTo>
                  <a:pt x="15357" y="23913"/>
                </a:lnTo>
                <a:lnTo>
                  <a:pt x="15599" y="23490"/>
                </a:lnTo>
                <a:lnTo>
                  <a:pt x="15821" y="23046"/>
                </a:lnTo>
                <a:lnTo>
                  <a:pt x="16023" y="22602"/>
                </a:lnTo>
                <a:lnTo>
                  <a:pt x="16205" y="22158"/>
                </a:lnTo>
                <a:lnTo>
                  <a:pt x="16366" y="21714"/>
                </a:lnTo>
                <a:lnTo>
                  <a:pt x="16527" y="21270"/>
                </a:lnTo>
                <a:lnTo>
                  <a:pt x="16790" y="20382"/>
                </a:lnTo>
                <a:lnTo>
                  <a:pt x="17012" y="19534"/>
                </a:lnTo>
                <a:lnTo>
                  <a:pt x="17173" y="18868"/>
                </a:lnTo>
                <a:lnTo>
                  <a:pt x="17315" y="18223"/>
                </a:lnTo>
                <a:lnTo>
                  <a:pt x="17436" y="17597"/>
                </a:lnTo>
                <a:lnTo>
                  <a:pt x="17537" y="16951"/>
                </a:lnTo>
                <a:lnTo>
                  <a:pt x="17637" y="16346"/>
                </a:lnTo>
                <a:lnTo>
                  <a:pt x="17718" y="15720"/>
                </a:lnTo>
                <a:lnTo>
                  <a:pt x="17799" y="15115"/>
                </a:lnTo>
                <a:lnTo>
                  <a:pt x="17839" y="14530"/>
                </a:lnTo>
                <a:lnTo>
                  <a:pt x="17880" y="13924"/>
                </a:lnTo>
                <a:lnTo>
                  <a:pt x="17900" y="13339"/>
                </a:lnTo>
                <a:lnTo>
                  <a:pt x="17920" y="12774"/>
                </a:lnTo>
                <a:lnTo>
                  <a:pt x="17920" y="12189"/>
                </a:lnTo>
                <a:lnTo>
                  <a:pt x="17900" y="11624"/>
                </a:lnTo>
                <a:lnTo>
                  <a:pt x="17859" y="11059"/>
                </a:lnTo>
                <a:lnTo>
                  <a:pt x="17819" y="10514"/>
                </a:lnTo>
                <a:lnTo>
                  <a:pt x="17758" y="9969"/>
                </a:lnTo>
                <a:lnTo>
                  <a:pt x="17678" y="9465"/>
                </a:lnTo>
                <a:lnTo>
                  <a:pt x="17597" y="8980"/>
                </a:lnTo>
                <a:lnTo>
                  <a:pt x="17516" y="8496"/>
                </a:lnTo>
                <a:lnTo>
                  <a:pt x="17395" y="8032"/>
                </a:lnTo>
                <a:lnTo>
                  <a:pt x="17294" y="7568"/>
                </a:lnTo>
                <a:lnTo>
                  <a:pt x="17153" y="7124"/>
                </a:lnTo>
                <a:lnTo>
                  <a:pt x="17012" y="6700"/>
                </a:lnTo>
                <a:lnTo>
                  <a:pt x="16850" y="6276"/>
                </a:lnTo>
                <a:lnTo>
                  <a:pt x="16689" y="5852"/>
                </a:lnTo>
                <a:lnTo>
                  <a:pt x="16507" y="5449"/>
                </a:lnTo>
                <a:lnTo>
                  <a:pt x="16326" y="5065"/>
                </a:lnTo>
                <a:lnTo>
                  <a:pt x="16124" y="4682"/>
                </a:lnTo>
                <a:lnTo>
                  <a:pt x="15922" y="4319"/>
                </a:lnTo>
                <a:lnTo>
                  <a:pt x="15700" y="3976"/>
                </a:lnTo>
                <a:lnTo>
                  <a:pt x="15458" y="3632"/>
                </a:lnTo>
                <a:lnTo>
                  <a:pt x="15216" y="3310"/>
                </a:lnTo>
                <a:lnTo>
                  <a:pt x="14913" y="2926"/>
                </a:lnTo>
                <a:lnTo>
                  <a:pt x="14590" y="2583"/>
                </a:lnTo>
                <a:lnTo>
                  <a:pt x="14247" y="2240"/>
                </a:lnTo>
                <a:lnTo>
                  <a:pt x="13904" y="1937"/>
                </a:lnTo>
                <a:lnTo>
                  <a:pt x="13541" y="1635"/>
                </a:lnTo>
                <a:lnTo>
                  <a:pt x="13157" y="1372"/>
                </a:lnTo>
                <a:lnTo>
                  <a:pt x="12774" y="1130"/>
                </a:lnTo>
                <a:lnTo>
                  <a:pt x="12391" y="908"/>
                </a:lnTo>
                <a:lnTo>
                  <a:pt x="11987" y="706"/>
                </a:lnTo>
                <a:lnTo>
                  <a:pt x="11583" y="525"/>
                </a:lnTo>
                <a:lnTo>
                  <a:pt x="11160" y="363"/>
                </a:lnTo>
                <a:lnTo>
                  <a:pt x="10736" y="242"/>
                </a:lnTo>
                <a:lnTo>
                  <a:pt x="10312" y="141"/>
                </a:lnTo>
                <a:lnTo>
                  <a:pt x="9888" y="61"/>
                </a:lnTo>
                <a:lnTo>
                  <a:pt x="9464" y="20"/>
                </a:lnTo>
                <a:lnTo>
                  <a:pt x="9041" y="0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65" name="Google Shape;2565;p32"/>
          <p:cNvSpPr/>
          <p:nvPr/>
        </p:nvSpPr>
        <p:spPr>
          <a:xfrm flipH="1">
            <a:off x="8700159" y="635907"/>
            <a:ext cx="560808" cy="1296383"/>
          </a:xfrm>
          <a:custGeom>
            <a:rect b="b" l="l" r="r" t="t"/>
            <a:pathLst>
              <a:path extrusionOk="0" h="23188" w="10031">
                <a:moveTo>
                  <a:pt x="4703" y="61"/>
                </a:moveTo>
                <a:lnTo>
                  <a:pt x="4985" y="81"/>
                </a:lnTo>
                <a:lnTo>
                  <a:pt x="5268" y="122"/>
                </a:lnTo>
                <a:lnTo>
                  <a:pt x="5550" y="202"/>
                </a:lnTo>
                <a:lnTo>
                  <a:pt x="5833" y="303"/>
                </a:lnTo>
                <a:lnTo>
                  <a:pt x="6075" y="424"/>
                </a:lnTo>
                <a:lnTo>
                  <a:pt x="6297" y="566"/>
                </a:lnTo>
                <a:lnTo>
                  <a:pt x="6519" y="707"/>
                </a:lnTo>
                <a:lnTo>
                  <a:pt x="6741" y="868"/>
                </a:lnTo>
                <a:lnTo>
                  <a:pt x="6963" y="1070"/>
                </a:lnTo>
                <a:lnTo>
                  <a:pt x="7165" y="1272"/>
                </a:lnTo>
                <a:lnTo>
                  <a:pt x="7366" y="1494"/>
                </a:lnTo>
                <a:lnTo>
                  <a:pt x="7548" y="1736"/>
                </a:lnTo>
                <a:lnTo>
                  <a:pt x="7730" y="1999"/>
                </a:lnTo>
                <a:lnTo>
                  <a:pt x="7911" y="2281"/>
                </a:lnTo>
                <a:lnTo>
                  <a:pt x="8073" y="2584"/>
                </a:lnTo>
                <a:lnTo>
                  <a:pt x="8234" y="2907"/>
                </a:lnTo>
                <a:lnTo>
                  <a:pt x="8396" y="3230"/>
                </a:lnTo>
                <a:lnTo>
                  <a:pt x="8537" y="3593"/>
                </a:lnTo>
                <a:lnTo>
                  <a:pt x="8678" y="3976"/>
                </a:lnTo>
                <a:lnTo>
                  <a:pt x="8819" y="4380"/>
                </a:lnTo>
                <a:lnTo>
                  <a:pt x="9082" y="5207"/>
                </a:lnTo>
                <a:lnTo>
                  <a:pt x="9304" y="6075"/>
                </a:lnTo>
                <a:lnTo>
                  <a:pt x="9505" y="6922"/>
                </a:lnTo>
                <a:lnTo>
                  <a:pt x="9647" y="7790"/>
                </a:lnTo>
                <a:lnTo>
                  <a:pt x="9788" y="8678"/>
                </a:lnTo>
                <a:lnTo>
                  <a:pt x="9869" y="9546"/>
                </a:lnTo>
                <a:lnTo>
                  <a:pt x="9929" y="10434"/>
                </a:lnTo>
                <a:lnTo>
                  <a:pt x="9949" y="11302"/>
                </a:lnTo>
                <a:lnTo>
                  <a:pt x="9949" y="12189"/>
                </a:lnTo>
                <a:lnTo>
                  <a:pt x="9909" y="13077"/>
                </a:lnTo>
                <a:lnTo>
                  <a:pt x="9828" y="13945"/>
                </a:lnTo>
                <a:lnTo>
                  <a:pt x="9727" y="14833"/>
                </a:lnTo>
                <a:lnTo>
                  <a:pt x="9586" y="15701"/>
                </a:lnTo>
                <a:lnTo>
                  <a:pt x="9405" y="16569"/>
                </a:lnTo>
                <a:lnTo>
                  <a:pt x="9203" y="17416"/>
                </a:lnTo>
                <a:lnTo>
                  <a:pt x="8961" y="18264"/>
                </a:lnTo>
                <a:lnTo>
                  <a:pt x="8799" y="18768"/>
                </a:lnTo>
                <a:lnTo>
                  <a:pt x="8618" y="19293"/>
                </a:lnTo>
                <a:lnTo>
                  <a:pt x="8396" y="19838"/>
                </a:lnTo>
                <a:lnTo>
                  <a:pt x="8133" y="20362"/>
                </a:lnTo>
                <a:lnTo>
                  <a:pt x="7992" y="20625"/>
                </a:lnTo>
                <a:lnTo>
                  <a:pt x="7831" y="20867"/>
                </a:lnTo>
                <a:lnTo>
                  <a:pt x="7669" y="21129"/>
                </a:lnTo>
                <a:lnTo>
                  <a:pt x="7487" y="21371"/>
                </a:lnTo>
                <a:lnTo>
                  <a:pt x="7286" y="21593"/>
                </a:lnTo>
                <a:lnTo>
                  <a:pt x="7084" y="21815"/>
                </a:lnTo>
                <a:lnTo>
                  <a:pt x="6862" y="22037"/>
                </a:lnTo>
                <a:lnTo>
                  <a:pt x="6620" y="22239"/>
                </a:lnTo>
                <a:lnTo>
                  <a:pt x="6398" y="22401"/>
                </a:lnTo>
                <a:lnTo>
                  <a:pt x="6196" y="22542"/>
                </a:lnTo>
                <a:lnTo>
                  <a:pt x="5974" y="22663"/>
                </a:lnTo>
                <a:lnTo>
                  <a:pt x="5772" y="22764"/>
                </a:lnTo>
                <a:lnTo>
                  <a:pt x="5550" y="22865"/>
                </a:lnTo>
                <a:lnTo>
                  <a:pt x="5348" y="22945"/>
                </a:lnTo>
                <a:lnTo>
                  <a:pt x="5147" y="23006"/>
                </a:lnTo>
                <a:lnTo>
                  <a:pt x="4945" y="23046"/>
                </a:lnTo>
                <a:lnTo>
                  <a:pt x="4743" y="23087"/>
                </a:lnTo>
                <a:lnTo>
                  <a:pt x="4541" y="23107"/>
                </a:lnTo>
                <a:lnTo>
                  <a:pt x="4339" y="23107"/>
                </a:lnTo>
                <a:lnTo>
                  <a:pt x="4138" y="23087"/>
                </a:lnTo>
                <a:lnTo>
                  <a:pt x="3936" y="23046"/>
                </a:lnTo>
                <a:lnTo>
                  <a:pt x="3754" y="23006"/>
                </a:lnTo>
                <a:lnTo>
                  <a:pt x="3552" y="22925"/>
                </a:lnTo>
                <a:lnTo>
                  <a:pt x="3351" y="22845"/>
                </a:lnTo>
                <a:lnTo>
                  <a:pt x="3169" y="22764"/>
                </a:lnTo>
                <a:lnTo>
                  <a:pt x="2987" y="22643"/>
                </a:lnTo>
                <a:lnTo>
                  <a:pt x="2806" y="22522"/>
                </a:lnTo>
                <a:lnTo>
                  <a:pt x="2644" y="22380"/>
                </a:lnTo>
                <a:lnTo>
                  <a:pt x="2321" y="22078"/>
                </a:lnTo>
                <a:lnTo>
                  <a:pt x="1999" y="21714"/>
                </a:lnTo>
                <a:lnTo>
                  <a:pt x="1716" y="21331"/>
                </a:lnTo>
                <a:lnTo>
                  <a:pt x="1454" y="20927"/>
                </a:lnTo>
                <a:lnTo>
                  <a:pt x="1211" y="20483"/>
                </a:lnTo>
                <a:lnTo>
                  <a:pt x="990" y="20019"/>
                </a:lnTo>
                <a:lnTo>
                  <a:pt x="788" y="19535"/>
                </a:lnTo>
                <a:lnTo>
                  <a:pt x="626" y="19051"/>
                </a:lnTo>
                <a:lnTo>
                  <a:pt x="465" y="18566"/>
                </a:lnTo>
                <a:lnTo>
                  <a:pt x="344" y="18082"/>
                </a:lnTo>
                <a:lnTo>
                  <a:pt x="243" y="17598"/>
                </a:lnTo>
                <a:lnTo>
                  <a:pt x="162" y="17134"/>
                </a:lnTo>
                <a:lnTo>
                  <a:pt x="122" y="16690"/>
                </a:lnTo>
                <a:lnTo>
                  <a:pt x="102" y="16286"/>
                </a:lnTo>
                <a:lnTo>
                  <a:pt x="81" y="15600"/>
                </a:lnTo>
                <a:lnTo>
                  <a:pt x="81" y="14934"/>
                </a:lnTo>
                <a:lnTo>
                  <a:pt x="102" y="14268"/>
                </a:lnTo>
                <a:lnTo>
                  <a:pt x="142" y="13582"/>
                </a:lnTo>
                <a:lnTo>
                  <a:pt x="182" y="12916"/>
                </a:lnTo>
                <a:lnTo>
                  <a:pt x="243" y="12250"/>
                </a:lnTo>
                <a:lnTo>
                  <a:pt x="404" y="10918"/>
                </a:lnTo>
                <a:lnTo>
                  <a:pt x="586" y="9586"/>
                </a:lnTo>
                <a:lnTo>
                  <a:pt x="788" y="8254"/>
                </a:lnTo>
                <a:lnTo>
                  <a:pt x="1252" y="5631"/>
                </a:lnTo>
                <a:lnTo>
                  <a:pt x="1454" y="4622"/>
                </a:lnTo>
                <a:lnTo>
                  <a:pt x="1555" y="4117"/>
                </a:lnTo>
                <a:lnTo>
                  <a:pt x="1676" y="3613"/>
                </a:lnTo>
                <a:lnTo>
                  <a:pt x="1837" y="3108"/>
                </a:lnTo>
                <a:lnTo>
                  <a:pt x="1999" y="2604"/>
                </a:lnTo>
                <a:lnTo>
                  <a:pt x="2200" y="2140"/>
                </a:lnTo>
                <a:lnTo>
                  <a:pt x="2442" y="1655"/>
                </a:lnTo>
                <a:lnTo>
                  <a:pt x="2584" y="1393"/>
                </a:lnTo>
                <a:lnTo>
                  <a:pt x="2745" y="1151"/>
                </a:lnTo>
                <a:lnTo>
                  <a:pt x="2927" y="949"/>
                </a:lnTo>
                <a:lnTo>
                  <a:pt x="3108" y="747"/>
                </a:lnTo>
                <a:lnTo>
                  <a:pt x="3290" y="586"/>
                </a:lnTo>
                <a:lnTo>
                  <a:pt x="3472" y="445"/>
                </a:lnTo>
                <a:lnTo>
                  <a:pt x="3673" y="324"/>
                </a:lnTo>
                <a:lnTo>
                  <a:pt x="3875" y="223"/>
                </a:lnTo>
                <a:lnTo>
                  <a:pt x="4077" y="162"/>
                </a:lnTo>
                <a:lnTo>
                  <a:pt x="4279" y="102"/>
                </a:lnTo>
                <a:lnTo>
                  <a:pt x="4481" y="81"/>
                </a:lnTo>
                <a:lnTo>
                  <a:pt x="4703" y="61"/>
                </a:lnTo>
                <a:close/>
                <a:moveTo>
                  <a:pt x="4561" y="1"/>
                </a:moveTo>
                <a:lnTo>
                  <a:pt x="4319" y="21"/>
                </a:lnTo>
                <a:lnTo>
                  <a:pt x="4077" y="61"/>
                </a:lnTo>
                <a:lnTo>
                  <a:pt x="3855" y="142"/>
                </a:lnTo>
                <a:lnTo>
                  <a:pt x="3633" y="243"/>
                </a:lnTo>
                <a:lnTo>
                  <a:pt x="3431" y="364"/>
                </a:lnTo>
                <a:lnTo>
                  <a:pt x="3229" y="525"/>
                </a:lnTo>
                <a:lnTo>
                  <a:pt x="3048" y="687"/>
                </a:lnTo>
                <a:lnTo>
                  <a:pt x="2866" y="889"/>
                </a:lnTo>
                <a:lnTo>
                  <a:pt x="2685" y="1111"/>
                </a:lnTo>
                <a:lnTo>
                  <a:pt x="2523" y="1353"/>
                </a:lnTo>
                <a:lnTo>
                  <a:pt x="2362" y="1615"/>
                </a:lnTo>
                <a:lnTo>
                  <a:pt x="2120" y="2099"/>
                </a:lnTo>
                <a:lnTo>
                  <a:pt x="1918" y="2584"/>
                </a:lnTo>
                <a:lnTo>
                  <a:pt x="1756" y="3068"/>
                </a:lnTo>
                <a:lnTo>
                  <a:pt x="1615" y="3573"/>
                </a:lnTo>
                <a:lnTo>
                  <a:pt x="1474" y="4097"/>
                </a:lnTo>
                <a:lnTo>
                  <a:pt x="1373" y="4602"/>
                </a:lnTo>
                <a:lnTo>
                  <a:pt x="1171" y="5631"/>
                </a:lnTo>
                <a:lnTo>
                  <a:pt x="707" y="8254"/>
                </a:lnTo>
                <a:lnTo>
                  <a:pt x="505" y="9566"/>
                </a:lnTo>
                <a:lnTo>
                  <a:pt x="324" y="10898"/>
                </a:lnTo>
                <a:lnTo>
                  <a:pt x="162" y="12250"/>
                </a:lnTo>
                <a:lnTo>
                  <a:pt x="102" y="12916"/>
                </a:lnTo>
                <a:lnTo>
                  <a:pt x="61" y="13582"/>
                </a:lnTo>
                <a:lnTo>
                  <a:pt x="21" y="14268"/>
                </a:lnTo>
                <a:lnTo>
                  <a:pt x="1" y="14934"/>
                </a:lnTo>
                <a:lnTo>
                  <a:pt x="1" y="15600"/>
                </a:lnTo>
                <a:lnTo>
                  <a:pt x="21" y="16286"/>
                </a:lnTo>
                <a:lnTo>
                  <a:pt x="41" y="16710"/>
                </a:lnTo>
                <a:lnTo>
                  <a:pt x="81" y="17154"/>
                </a:lnTo>
                <a:lnTo>
                  <a:pt x="162" y="17618"/>
                </a:lnTo>
                <a:lnTo>
                  <a:pt x="263" y="18102"/>
                </a:lnTo>
                <a:lnTo>
                  <a:pt x="404" y="18587"/>
                </a:lnTo>
                <a:lnTo>
                  <a:pt x="546" y="19071"/>
                </a:lnTo>
                <a:lnTo>
                  <a:pt x="727" y="19575"/>
                </a:lnTo>
                <a:lnTo>
                  <a:pt x="929" y="20060"/>
                </a:lnTo>
                <a:lnTo>
                  <a:pt x="1151" y="20524"/>
                </a:lnTo>
                <a:lnTo>
                  <a:pt x="1393" y="20968"/>
                </a:lnTo>
                <a:lnTo>
                  <a:pt x="1655" y="21392"/>
                </a:lnTo>
                <a:lnTo>
                  <a:pt x="1958" y="21775"/>
                </a:lnTo>
                <a:lnTo>
                  <a:pt x="2261" y="22138"/>
                </a:lnTo>
                <a:lnTo>
                  <a:pt x="2604" y="22461"/>
                </a:lnTo>
                <a:lnTo>
                  <a:pt x="2765" y="22582"/>
                </a:lnTo>
                <a:lnTo>
                  <a:pt x="2947" y="22723"/>
                </a:lnTo>
                <a:lnTo>
                  <a:pt x="3129" y="22824"/>
                </a:lnTo>
                <a:lnTo>
                  <a:pt x="3330" y="22925"/>
                </a:lnTo>
                <a:lnTo>
                  <a:pt x="3593" y="23046"/>
                </a:lnTo>
                <a:lnTo>
                  <a:pt x="3875" y="23127"/>
                </a:lnTo>
                <a:lnTo>
                  <a:pt x="4158" y="23167"/>
                </a:lnTo>
                <a:lnTo>
                  <a:pt x="4460" y="23188"/>
                </a:lnTo>
                <a:lnTo>
                  <a:pt x="4723" y="23167"/>
                </a:lnTo>
                <a:lnTo>
                  <a:pt x="4985" y="23127"/>
                </a:lnTo>
                <a:lnTo>
                  <a:pt x="5268" y="23067"/>
                </a:lnTo>
                <a:lnTo>
                  <a:pt x="5550" y="22966"/>
                </a:lnTo>
                <a:lnTo>
                  <a:pt x="5813" y="22845"/>
                </a:lnTo>
                <a:lnTo>
                  <a:pt x="6095" y="22683"/>
                </a:lnTo>
                <a:lnTo>
                  <a:pt x="6378" y="22501"/>
                </a:lnTo>
                <a:lnTo>
                  <a:pt x="6680" y="22300"/>
                </a:lnTo>
                <a:lnTo>
                  <a:pt x="6922" y="22098"/>
                </a:lnTo>
                <a:lnTo>
                  <a:pt x="7144" y="21876"/>
                </a:lnTo>
                <a:lnTo>
                  <a:pt x="7346" y="21654"/>
                </a:lnTo>
                <a:lnTo>
                  <a:pt x="7548" y="21412"/>
                </a:lnTo>
                <a:lnTo>
                  <a:pt x="7730" y="21170"/>
                </a:lnTo>
                <a:lnTo>
                  <a:pt x="7911" y="20927"/>
                </a:lnTo>
                <a:lnTo>
                  <a:pt x="8053" y="20665"/>
                </a:lnTo>
                <a:lnTo>
                  <a:pt x="8214" y="20403"/>
                </a:lnTo>
                <a:lnTo>
                  <a:pt x="8476" y="19878"/>
                </a:lnTo>
                <a:lnTo>
                  <a:pt x="8698" y="19333"/>
                </a:lnTo>
                <a:lnTo>
                  <a:pt x="8880" y="18809"/>
                </a:lnTo>
                <a:lnTo>
                  <a:pt x="9041" y="18284"/>
                </a:lnTo>
                <a:lnTo>
                  <a:pt x="9283" y="17436"/>
                </a:lnTo>
                <a:lnTo>
                  <a:pt x="9485" y="16589"/>
                </a:lnTo>
                <a:lnTo>
                  <a:pt x="9667" y="15721"/>
                </a:lnTo>
                <a:lnTo>
                  <a:pt x="9808" y="14833"/>
                </a:lnTo>
                <a:lnTo>
                  <a:pt x="9909" y="13965"/>
                </a:lnTo>
                <a:lnTo>
                  <a:pt x="9990" y="13077"/>
                </a:lnTo>
                <a:lnTo>
                  <a:pt x="10030" y="12189"/>
                </a:lnTo>
                <a:lnTo>
                  <a:pt x="10030" y="11302"/>
                </a:lnTo>
                <a:lnTo>
                  <a:pt x="10010" y="10434"/>
                </a:lnTo>
                <a:lnTo>
                  <a:pt x="9949" y="9546"/>
                </a:lnTo>
                <a:lnTo>
                  <a:pt x="9869" y="8658"/>
                </a:lnTo>
                <a:lnTo>
                  <a:pt x="9727" y="7790"/>
                </a:lnTo>
                <a:lnTo>
                  <a:pt x="9566" y="6902"/>
                </a:lnTo>
                <a:lnTo>
                  <a:pt x="9384" y="6055"/>
                </a:lnTo>
                <a:lnTo>
                  <a:pt x="9162" y="5187"/>
                </a:lnTo>
                <a:lnTo>
                  <a:pt x="8900" y="4339"/>
                </a:lnTo>
                <a:lnTo>
                  <a:pt x="8759" y="3936"/>
                </a:lnTo>
                <a:lnTo>
                  <a:pt x="8618" y="3552"/>
                </a:lnTo>
                <a:lnTo>
                  <a:pt x="8476" y="3209"/>
                </a:lnTo>
                <a:lnTo>
                  <a:pt x="8315" y="2866"/>
                </a:lnTo>
                <a:lnTo>
                  <a:pt x="8153" y="2523"/>
                </a:lnTo>
                <a:lnTo>
                  <a:pt x="7972" y="2220"/>
                </a:lnTo>
                <a:lnTo>
                  <a:pt x="7790" y="1938"/>
                </a:lnTo>
                <a:lnTo>
                  <a:pt x="7609" y="1676"/>
                </a:lnTo>
                <a:lnTo>
                  <a:pt x="7407" y="1433"/>
                </a:lnTo>
                <a:lnTo>
                  <a:pt x="7225" y="1211"/>
                </a:lnTo>
                <a:lnTo>
                  <a:pt x="7003" y="990"/>
                </a:lnTo>
                <a:lnTo>
                  <a:pt x="6801" y="808"/>
                </a:lnTo>
                <a:lnTo>
                  <a:pt x="6579" y="646"/>
                </a:lnTo>
                <a:lnTo>
                  <a:pt x="6337" y="485"/>
                </a:lnTo>
                <a:lnTo>
                  <a:pt x="6095" y="344"/>
                </a:lnTo>
                <a:lnTo>
                  <a:pt x="5853" y="243"/>
                </a:lnTo>
                <a:lnTo>
                  <a:pt x="5591" y="142"/>
                </a:lnTo>
                <a:lnTo>
                  <a:pt x="5328" y="61"/>
                </a:lnTo>
                <a:lnTo>
                  <a:pt x="5066" y="21"/>
                </a:lnTo>
                <a:lnTo>
                  <a:pt x="4824" y="1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66" name="Google Shape;2566;p32"/>
          <p:cNvSpPr/>
          <p:nvPr/>
        </p:nvSpPr>
        <p:spPr>
          <a:xfrm rot="2827209">
            <a:off x="8663106" y="2695441"/>
            <a:ext cx="1826642" cy="1093257"/>
          </a:xfrm>
          <a:custGeom>
            <a:rect b="b" l="l" r="r" t="t"/>
            <a:pathLst>
              <a:path extrusionOk="0" h="19555" w="32673">
                <a:moveTo>
                  <a:pt x="4340" y="81"/>
                </a:moveTo>
                <a:lnTo>
                  <a:pt x="4622" y="101"/>
                </a:lnTo>
                <a:lnTo>
                  <a:pt x="4885" y="121"/>
                </a:lnTo>
                <a:lnTo>
                  <a:pt x="5167" y="161"/>
                </a:lnTo>
                <a:lnTo>
                  <a:pt x="5450" y="222"/>
                </a:lnTo>
                <a:lnTo>
                  <a:pt x="5712" y="283"/>
                </a:lnTo>
                <a:lnTo>
                  <a:pt x="6216" y="444"/>
                </a:lnTo>
                <a:lnTo>
                  <a:pt x="6640" y="626"/>
                </a:lnTo>
                <a:lnTo>
                  <a:pt x="7003" y="787"/>
                </a:lnTo>
                <a:lnTo>
                  <a:pt x="7266" y="928"/>
                </a:lnTo>
                <a:lnTo>
                  <a:pt x="7629" y="1130"/>
                </a:lnTo>
                <a:lnTo>
                  <a:pt x="7972" y="1352"/>
                </a:lnTo>
                <a:lnTo>
                  <a:pt x="8315" y="1594"/>
                </a:lnTo>
                <a:lnTo>
                  <a:pt x="8658" y="1836"/>
                </a:lnTo>
                <a:lnTo>
                  <a:pt x="9324" y="2341"/>
                </a:lnTo>
                <a:lnTo>
                  <a:pt x="9950" y="2866"/>
                </a:lnTo>
                <a:lnTo>
                  <a:pt x="10918" y="3632"/>
                </a:lnTo>
                <a:lnTo>
                  <a:pt x="11746" y="4258"/>
                </a:lnTo>
                <a:lnTo>
                  <a:pt x="12613" y="4843"/>
                </a:lnTo>
                <a:lnTo>
                  <a:pt x="13481" y="5388"/>
                </a:lnTo>
                <a:lnTo>
                  <a:pt x="14369" y="5913"/>
                </a:lnTo>
                <a:lnTo>
                  <a:pt x="15297" y="6397"/>
                </a:lnTo>
                <a:lnTo>
                  <a:pt x="16226" y="6861"/>
                </a:lnTo>
                <a:lnTo>
                  <a:pt x="17174" y="7285"/>
                </a:lnTo>
                <a:lnTo>
                  <a:pt x="18143" y="7709"/>
                </a:lnTo>
                <a:lnTo>
                  <a:pt x="19132" y="8092"/>
                </a:lnTo>
                <a:lnTo>
                  <a:pt x="20120" y="8476"/>
                </a:lnTo>
                <a:lnTo>
                  <a:pt x="21129" y="8839"/>
                </a:lnTo>
                <a:lnTo>
                  <a:pt x="22138" y="9182"/>
                </a:lnTo>
                <a:lnTo>
                  <a:pt x="23168" y="9505"/>
                </a:lnTo>
                <a:lnTo>
                  <a:pt x="24217" y="9848"/>
                </a:lnTo>
                <a:lnTo>
                  <a:pt x="26316" y="10473"/>
                </a:lnTo>
                <a:lnTo>
                  <a:pt x="26376" y="10494"/>
                </a:lnTo>
                <a:lnTo>
                  <a:pt x="27627" y="10877"/>
                </a:lnTo>
                <a:lnTo>
                  <a:pt x="28253" y="11079"/>
                </a:lnTo>
                <a:lnTo>
                  <a:pt x="28879" y="11301"/>
                </a:lnTo>
                <a:lnTo>
                  <a:pt x="29484" y="11523"/>
                </a:lnTo>
                <a:lnTo>
                  <a:pt x="30089" y="11805"/>
                </a:lnTo>
                <a:lnTo>
                  <a:pt x="30675" y="12088"/>
                </a:lnTo>
                <a:lnTo>
                  <a:pt x="31240" y="12411"/>
                </a:lnTo>
                <a:lnTo>
                  <a:pt x="31583" y="12633"/>
                </a:lnTo>
                <a:lnTo>
                  <a:pt x="31744" y="12754"/>
                </a:lnTo>
                <a:lnTo>
                  <a:pt x="31906" y="12895"/>
                </a:lnTo>
                <a:lnTo>
                  <a:pt x="32067" y="13036"/>
                </a:lnTo>
                <a:lnTo>
                  <a:pt x="32208" y="13198"/>
                </a:lnTo>
                <a:lnTo>
                  <a:pt x="32329" y="13379"/>
                </a:lnTo>
                <a:lnTo>
                  <a:pt x="32450" y="13581"/>
                </a:lnTo>
                <a:lnTo>
                  <a:pt x="32511" y="13763"/>
                </a:lnTo>
                <a:lnTo>
                  <a:pt x="32572" y="13965"/>
                </a:lnTo>
                <a:lnTo>
                  <a:pt x="32592" y="14166"/>
                </a:lnTo>
                <a:lnTo>
                  <a:pt x="32592" y="14368"/>
                </a:lnTo>
                <a:lnTo>
                  <a:pt x="32551" y="14570"/>
                </a:lnTo>
                <a:lnTo>
                  <a:pt x="32471" y="14772"/>
                </a:lnTo>
                <a:lnTo>
                  <a:pt x="32370" y="14953"/>
                </a:lnTo>
                <a:lnTo>
                  <a:pt x="32289" y="15034"/>
                </a:lnTo>
                <a:lnTo>
                  <a:pt x="32208" y="15095"/>
                </a:lnTo>
                <a:lnTo>
                  <a:pt x="32067" y="15196"/>
                </a:lnTo>
                <a:lnTo>
                  <a:pt x="31926" y="15256"/>
                </a:lnTo>
                <a:lnTo>
                  <a:pt x="31764" y="15317"/>
                </a:lnTo>
                <a:lnTo>
                  <a:pt x="31603" y="15337"/>
                </a:lnTo>
                <a:lnTo>
                  <a:pt x="31421" y="15357"/>
                </a:lnTo>
                <a:lnTo>
                  <a:pt x="31240" y="15377"/>
                </a:lnTo>
                <a:lnTo>
                  <a:pt x="30876" y="15357"/>
                </a:lnTo>
                <a:lnTo>
                  <a:pt x="29625" y="15276"/>
                </a:lnTo>
                <a:lnTo>
                  <a:pt x="28354" y="15196"/>
                </a:lnTo>
                <a:lnTo>
                  <a:pt x="25872" y="14974"/>
                </a:lnTo>
                <a:lnTo>
                  <a:pt x="24116" y="14832"/>
                </a:lnTo>
                <a:lnTo>
                  <a:pt x="22360" y="14691"/>
                </a:lnTo>
                <a:lnTo>
                  <a:pt x="20585" y="14590"/>
                </a:lnTo>
                <a:lnTo>
                  <a:pt x="19697" y="14550"/>
                </a:lnTo>
                <a:lnTo>
                  <a:pt x="18809" y="14530"/>
                </a:lnTo>
                <a:lnTo>
                  <a:pt x="17073" y="14530"/>
                </a:lnTo>
                <a:lnTo>
                  <a:pt x="16226" y="14570"/>
                </a:lnTo>
                <a:lnTo>
                  <a:pt x="15398" y="14631"/>
                </a:lnTo>
                <a:lnTo>
                  <a:pt x="14591" y="14691"/>
                </a:lnTo>
                <a:lnTo>
                  <a:pt x="13824" y="14792"/>
                </a:lnTo>
                <a:lnTo>
                  <a:pt x="13057" y="14893"/>
                </a:lnTo>
                <a:lnTo>
                  <a:pt x="12311" y="15034"/>
                </a:lnTo>
                <a:lnTo>
                  <a:pt x="11584" y="15175"/>
                </a:lnTo>
                <a:lnTo>
                  <a:pt x="10878" y="15337"/>
                </a:lnTo>
                <a:lnTo>
                  <a:pt x="10192" y="15539"/>
                </a:lnTo>
                <a:lnTo>
                  <a:pt x="9526" y="15740"/>
                </a:lnTo>
                <a:lnTo>
                  <a:pt x="8880" y="15962"/>
                </a:lnTo>
                <a:lnTo>
                  <a:pt x="8255" y="16205"/>
                </a:lnTo>
                <a:lnTo>
                  <a:pt x="7629" y="16487"/>
                </a:lnTo>
                <a:lnTo>
                  <a:pt x="7024" y="16770"/>
                </a:lnTo>
                <a:lnTo>
                  <a:pt x="6539" y="17012"/>
                </a:lnTo>
                <a:lnTo>
                  <a:pt x="6055" y="17294"/>
                </a:lnTo>
                <a:lnTo>
                  <a:pt x="5086" y="17839"/>
                </a:lnTo>
                <a:lnTo>
                  <a:pt x="4441" y="18202"/>
                </a:lnTo>
                <a:lnTo>
                  <a:pt x="3775" y="18586"/>
                </a:lnTo>
                <a:lnTo>
                  <a:pt x="3089" y="18929"/>
                </a:lnTo>
                <a:lnTo>
                  <a:pt x="2382" y="19252"/>
                </a:lnTo>
                <a:lnTo>
                  <a:pt x="2160" y="19353"/>
                </a:lnTo>
                <a:lnTo>
                  <a:pt x="1918" y="19413"/>
                </a:lnTo>
                <a:lnTo>
                  <a:pt x="1676" y="19454"/>
                </a:lnTo>
                <a:lnTo>
                  <a:pt x="1434" y="19454"/>
                </a:lnTo>
                <a:lnTo>
                  <a:pt x="1333" y="19413"/>
                </a:lnTo>
                <a:lnTo>
                  <a:pt x="1212" y="19373"/>
                </a:lnTo>
                <a:lnTo>
                  <a:pt x="1030" y="19272"/>
                </a:lnTo>
                <a:lnTo>
                  <a:pt x="869" y="19111"/>
                </a:lnTo>
                <a:lnTo>
                  <a:pt x="748" y="18949"/>
                </a:lnTo>
                <a:lnTo>
                  <a:pt x="627" y="18788"/>
                </a:lnTo>
                <a:lnTo>
                  <a:pt x="546" y="18606"/>
                </a:lnTo>
                <a:lnTo>
                  <a:pt x="425" y="18324"/>
                </a:lnTo>
                <a:lnTo>
                  <a:pt x="324" y="18001"/>
                </a:lnTo>
                <a:lnTo>
                  <a:pt x="263" y="17678"/>
                </a:lnTo>
                <a:lnTo>
                  <a:pt x="203" y="17335"/>
                </a:lnTo>
                <a:lnTo>
                  <a:pt x="162" y="16992"/>
                </a:lnTo>
                <a:lnTo>
                  <a:pt x="122" y="16326"/>
                </a:lnTo>
                <a:lnTo>
                  <a:pt x="102" y="15660"/>
                </a:lnTo>
                <a:lnTo>
                  <a:pt x="102" y="14368"/>
                </a:lnTo>
                <a:lnTo>
                  <a:pt x="82" y="13137"/>
                </a:lnTo>
                <a:lnTo>
                  <a:pt x="102" y="11947"/>
                </a:lnTo>
                <a:lnTo>
                  <a:pt x="122" y="10756"/>
                </a:lnTo>
                <a:lnTo>
                  <a:pt x="203" y="9485"/>
                </a:lnTo>
                <a:lnTo>
                  <a:pt x="324" y="8274"/>
                </a:lnTo>
                <a:lnTo>
                  <a:pt x="405" y="7689"/>
                </a:lnTo>
                <a:lnTo>
                  <a:pt x="485" y="7124"/>
                </a:lnTo>
                <a:lnTo>
                  <a:pt x="586" y="6579"/>
                </a:lnTo>
                <a:lnTo>
                  <a:pt x="687" y="6054"/>
                </a:lnTo>
                <a:lnTo>
                  <a:pt x="808" y="5529"/>
                </a:lnTo>
                <a:lnTo>
                  <a:pt x="929" y="5025"/>
                </a:lnTo>
                <a:lnTo>
                  <a:pt x="1071" y="4541"/>
                </a:lnTo>
                <a:lnTo>
                  <a:pt x="1232" y="4056"/>
                </a:lnTo>
                <a:lnTo>
                  <a:pt x="1393" y="3592"/>
                </a:lnTo>
                <a:lnTo>
                  <a:pt x="1555" y="3128"/>
                </a:lnTo>
                <a:lnTo>
                  <a:pt x="1736" y="2684"/>
                </a:lnTo>
                <a:lnTo>
                  <a:pt x="1938" y="2260"/>
                </a:lnTo>
                <a:lnTo>
                  <a:pt x="2039" y="2038"/>
                </a:lnTo>
                <a:lnTo>
                  <a:pt x="2301" y="1493"/>
                </a:lnTo>
                <a:lnTo>
                  <a:pt x="2463" y="1231"/>
                </a:lnTo>
                <a:lnTo>
                  <a:pt x="2624" y="969"/>
                </a:lnTo>
                <a:lnTo>
                  <a:pt x="2806" y="727"/>
                </a:lnTo>
                <a:lnTo>
                  <a:pt x="3008" y="525"/>
                </a:lnTo>
                <a:lnTo>
                  <a:pt x="3129" y="444"/>
                </a:lnTo>
                <a:lnTo>
                  <a:pt x="3250" y="363"/>
                </a:lnTo>
                <a:lnTo>
                  <a:pt x="3391" y="283"/>
                </a:lnTo>
                <a:lnTo>
                  <a:pt x="3532" y="222"/>
                </a:lnTo>
                <a:lnTo>
                  <a:pt x="3795" y="161"/>
                </a:lnTo>
                <a:lnTo>
                  <a:pt x="4057" y="101"/>
                </a:lnTo>
                <a:lnTo>
                  <a:pt x="4340" y="81"/>
                </a:lnTo>
                <a:close/>
                <a:moveTo>
                  <a:pt x="4360" y="0"/>
                </a:moveTo>
                <a:lnTo>
                  <a:pt x="3997" y="40"/>
                </a:lnTo>
                <a:lnTo>
                  <a:pt x="3714" y="81"/>
                </a:lnTo>
                <a:lnTo>
                  <a:pt x="3492" y="161"/>
                </a:lnTo>
                <a:lnTo>
                  <a:pt x="3351" y="222"/>
                </a:lnTo>
                <a:lnTo>
                  <a:pt x="3210" y="283"/>
                </a:lnTo>
                <a:lnTo>
                  <a:pt x="3089" y="363"/>
                </a:lnTo>
                <a:lnTo>
                  <a:pt x="2967" y="464"/>
                </a:lnTo>
                <a:lnTo>
                  <a:pt x="2745" y="666"/>
                </a:lnTo>
                <a:lnTo>
                  <a:pt x="2564" y="908"/>
                </a:lnTo>
                <a:lnTo>
                  <a:pt x="2382" y="1170"/>
                </a:lnTo>
                <a:lnTo>
                  <a:pt x="2241" y="1453"/>
                </a:lnTo>
                <a:lnTo>
                  <a:pt x="1958" y="2018"/>
                </a:lnTo>
                <a:lnTo>
                  <a:pt x="1878" y="2220"/>
                </a:lnTo>
                <a:lnTo>
                  <a:pt x="1676" y="2664"/>
                </a:lnTo>
                <a:lnTo>
                  <a:pt x="1494" y="3108"/>
                </a:lnTo>
                <a:lnTo>
                  <a:pt x="1313" y="3552"/>
                </a:lnTo>
                <a:lnTo>
                  <a:pt x="1151" y="4036"/>
                </a:lnTo>
                <a:lnTo>
                  <a:pt x="990" y="4500"/>
                </a:lnTo>
                <a:lnTo>
                  <a:pt x="849" y="5005"/>
                </a:lnTo>
                <a:lnTo>
                  <a:pt x="727" y="5509"/>
                </a:lnTo>
                <a:lnTo>
                  <a:pt x="606" y="6034"/>
                </a:lnTo>
                <a:lnTo>
                  <a:pt x="505" y="6559"/>
                </a:lnTo>
                <a:lnTo>
                  <a:pt x="405" y="7103"/>
                </a:lnTo>
                <a:lnTo>
                  <a:pt x="324" y="7668"/>
                </a:lnTo>
                <a:lnTo>
                  <a:pt x="243" y="8254"/>
                </a:lnTo>
                <a:lnTo>
                  <a:pt x="122" y="9464"/>
                </a:lnTo>
                <a:lnTo>
                  <a:pt x="41" y="10756"/>
                </a:lnTo>
                <a:lnTo>
                  <a:pt x="21" y="11947"/>
                </a:lnTo>
                <a:lnTo>
                  <a:pt x="1" y="13137"/>
                </a:lnTo>
                <a:lnTo>
                  <a:pt x="21" y="14368"/>
                </a:lnTo>
                <a:lnTo>
                  <a:pt x="21" y="15660"/>
                </a:lnTo>
                <a:lnTo>
                  <a:pt x="41" y="16326"/>
                </a:lnTo>
                <a:lnTo>
                  <a:pt x="82" y="17012"/>
                </a:lnTo>
                <a:lnTo>
                  <a:pt x="122" y="17355"/>
                </a:lnTo>
                <a:lnTo>
                  <a:pt x="183" y="17678"/>
                </a:lnTo>
                <a:lnTo>
                  <a:pt x="263" y="18021"/>
                </a:lnTo>
                <a:lnTo>
                  <a:pt x="344" y="18344"/>
                </a:lnTo>
                <a:lnTo>
                  <a:pt x="405" y="18505"/>
                </a:lnTo>
                <a:lnTo>
                  <a:pt x="485" y="18687"/>
                </a:lnTo>
                <a:lnTo>
                  <a:pt x="586" y="18868"/>
                </a:lnTo>
                <a:lnTo>
                  <a:pt x="707" y="19030"/>
                </a:lnTo>
                <a:lnTo>
                  <a:pt x="849" y="19211"/>
                </a:lnTo>
                <a:lnTo>
                  <a:pt x="1010" y="19353"/>
                </a:lnTo>
                <a:lnTo>
                  <a:pt x="1192" y="19454"/>
                </a:lnTo>
                <a:lnTo>
                  <a:pt x="1313" y="19494"/>
                </a:lnTo>
                <a:lnTo>
                  <a:pt x="1414" y="19534"/>
                </a:lnTo>
                <a:lnTo>
                  <a:pt x="1615" y="19555"/>
                </a:lnTo>
                <a:lnTo>
                  <a:pt x="1817" y="19534"/>
                </a:lnTo>
                <a:lnTo>
                  <a:pt x="2039" y="19474"/>
                </a:lnTo>
                <a:lnTo>
                  <a:pt x="2241" y="19413"/>
                </a:lnTo>
                <a:lnTo>
                  <a:pt x="2423" y="19333"/>
                </a:lnTo>
                <a:lnTo>
                  <a:pt x="3129" y="19010"/>
                </a:lnTo>
                <a:lnTo>
                  <a:pt x="3795" y="18646"/>
                </a:lnTo>
                <a:lnTo>
                  <a:pt x="4481" y="18283"/>
                </a:lnTo>
                <a:lnTo>
                  <a:pt x="5127" y="17900"/>
                </a:lnTo>
                <a:lnTo>
                  <a:pt x="6095" y="17355"/>
                </a:lnTo>
                <a:lnTo>
                  <a:pt x="6580" y="17093"/>
                </a:lnTo>
                <a:lnTo>
                  <a:pt x="7064" y="16830"/>
                </a:lnTo>
                <a:lnTo>
                  <a:pt x="7669" y="16548"/>
                </a:lnTo>
                <a:lnTo>
                  <a:pt x="8275" y="16285"/>
                </a:lnTo>
                <a:lnTo>
                  <a:pt x="8900" y="16043"/>
                </a:lnTo>
                <a:lnTo>
                  <a:pt x="9566" y="15821"/>
                </a:lnTo>
                <a:lnTo>
                  <a:pt x="10232" y="15619"/>
                </a:lnTo>
                <a:lnTo>
                  <a:pt x="10898" y="15418"/>
                </a:lnTo>
                <a:lnTo>
                  <a:pt x="11604" y="15256"/>
                </a:lnTo>
                <a:lnTo>
                  <a:pt x="12331" y="15115"/>
                </a:lnTo>
                <a:lnTo>
                  <a:pt x="13078" y="14974"/>
                </a:lnTo>
                <a:lnTo>
                  <a:pt x="13824" y="14873"/>
                </a:lnTo>
                <a:lnTo>
                  <a:pt x="14611" y="14772"/>
                </a:lnTo>
                <a:lnTo>
                  <a:pt x="15419" y="14711"/>
                </a:lnTo>
                <a:lnTo>
                  <a:pt x="16226" y="14651"/>
                </a:lnTo>
                <a:lnTo>
                  <a:pt x="17073" y="14610"/>
                </a:lnTo>
                <a:lnTo>
                  <a:pt x="18809" y="14610"/>
                </a:lnTo>
                <a:lnTo>
                  <a:pt x="19697" y="14631"/>
                </a:lnTo>
                <a:lnTo>
                  <a:pt x="20585" y="14671"/>
                </a:lnTo>
                <a:lnTo>
                  <a:pt x="22360" y="14772"/>
                </a:lnTo>
                <a:lnTo>
                  <a:pt x="24116" y="14913"/>
                </a:lnTo>
                <a:lnTo>
                  <a:pt x="25852" y="15054"/>
                </a:lnTo>
                <a:lnTo>
                  <a:pt x="28354" y="15276"/>
                </a:lnTo>
                <a:lnTo>
                  <a:pt x="29605" y="15357"/>
                </a:lnTo>
                <a:lnTo>
                  <a:pt x="30876" y="15438"/>
                </a:lnTo>
                <a:lnTo>
                  <a:pt x="31240" y="15458"/>
                </a:lnTo>
                <a:lnTo>
                  <a:pt x="31441" y="15438"/>
                </a:lnTo>
                <a:lnTo>
                  <a:pt x="31623" y="15418"/>
                </a:lnTo>
                <a:lnTo>
                  <a:pt x="31785" y="15397"/>
                </a:lnTo>
                <a:lnTo>
                  <a:pt x="31966" y="15337"/>
                </a:lnTo>
                <a:lnTo>
                  <a:pt x="32128" y="15256"/>
                </a:lnTo>
                <a:lnTo>
                  <a:pt x="32269" y="15155"/>
                </a:lnTo>
                <a:lnTo>
                  <a:pt x="32350" y="15075"/>
                </a:lnTo>
                <a:lnTo>
                  <a:pt x="32430" y="14994"/>
                </a:lnTo>
                <a:lnTo>
                  <a:pt x="32551" y="14812"/>
                </a:lnTo>
                <a:lnTo>
                  <a:pt x="32612" y="14610"/>
                </a:lnTo>
                <a:lnTo>
                  <a:pt x="32672" y="14388"/>
                </a:lnTo>
                <a:lnTo>
                  <a:pt x="32672" y="14166"/>
                </a:lnTo>
                <a:lnTo>
                  <a:pt x="32652" y="13944"/>
                </a:lnTo>
                <a:lnTo>
                  <a:pt x="32592" y="13743"/>
                </a:lnTo>
                <a:lnTo>
                  <a:pt x="32511" y="13541"/>
                </a:lnTo>
                <a:lnTo>
                  <a:pt x="32410" y="13339"/>
                </a:lnTo>
                <a:lnTo>
                  <a:pt x="32269" y="13157"/>
                </a:lnTo>
                <a:lnTo>
                  <a:pt x="32128" y="12996"/>
                </a:lnTo>
                <a:lnTo>
                  <a:pt x="31966" y="12835"/>
                </a:lnTo>
                <a:lnTo>
                  <a:pt x="31805" y="12693"/>
                </a:lnTo>
                <a:lnTo>
                  <a:pt x="31623" y="12572"/>
                </a:lnTo>
                <a:lnTo>
                  <a:pt x="31280" y="12350"/>
                </a:lnTo>
                <a:lnTo>
                  <a:pt x="30715" y="12027"/>
                </a:lnTo>
                <a:lnTo>
                  <a:pt x="30130" y="11725"/>
                </a:lnTo>
                <a:lnTo>
                  <a:pt x="29524" y="11462"/>
                </a:lnTo>
                <a:lnTo>
                  <a:pt x="28919" y="11220"/>
                </a:lnTo>
                <a:lnTo>
                  <a:pt x="28293" y="10998"/>
                </a:lnTo>
                <a:lnTo>
                  <a:pt x="27648" y="10796"/>
                </a:lnTo>
                <a:lnTo>
                  <a:pt x="26396" y="10413"/>
                </a:lnTo>
                <a:lnTo>
                  <a:pt x="26336" y="10393"/>
                </a:lnTo>
                <a:lnTo>
                  <a:pt x="24237" y="9767"/>
                </a:lnTo>
                <a:lnTo>
                  <a:pt x="23208" y="9444"/>
                </a:lnTo>
                <a:lnTo>
                  <a:pt x="22179" y="9101"/>
                </a:lnTo>
                <a:lnTo>
                  <a:pt x="21170" y="8758"/>
                </a:lnTo>
                <a:lnTo>
                  <a:pt x="20161" y="8395"/>
                </a:lnTo>
                <a:lnTo>
                  <a:pt x="19152" y="8032"/>
                </a:lnTo>
                <a:lnTo>
                  <a:pt x="18183" y="7628"/>
                </a:lnTo>
                <a:lnTo>
                  <a:pt x="17215" y="7224"/>
                </a:lnTo>
                <a:lnTo>
                  <a:pt x="16266" y="6781"/>
                </a:lnTo>
                <a:lnTo>
                  <a:pt x="15338" y="6316"/>
                </a:lnTo>
                <a:lnTo>
                  <a:pt x="14410" y="5832"/>
                </a:lnTo>
                <a:lnTo>
                  <a:pt x="13522" y="5328"/>
                </a:lnTo>
                <a:lnTo>
                  <a:pt x="12654" y="4783"/>
                </a:lnTo>
                <a:lnTo>
                  <a:pt x="11806" y="4197"/>
                </a:lnTo>
                <a:lnTo>
                  <a:pt x="10979" y="3572"/>
                </a:lnTo>
                <a:lnTo>
                  <a:pt x="10010" y="2805"/>
                </a:lnTo>
                <a:lnTo>
                  <a:pt x="9365" y="2280"/>
                </a:lnTo>
                <a:lnTo>
                  <a:pt x="8699" y="1776"/>
                </a:lnTo>
                <a:lnTo>
                  <a:pt x="8356" y="1514"/>
                </a:lnTo>
                <a:lnTo>
                  <a:pt x="8012" y="1292"/>
                </a:lnTo>
                <a:lnTo>
                  <a:pt x="7669" y="1070"/>
                </a:lnTo>
                <a:lnTo>
                  <a:pt x="7306" y="848"/>
                </a:lnTo>
                <a:lnTo>
                  <a:pt x="6923" y="666"/>
                </a:lnTo>
                <a:lnTo>
                  <a:pt x="6559" y="505"/>
                </a:lnTo>
                <a:lnTo>
                  <a:pt x="6216" y="363"/>
                </a:lnTo>
                <a:lnTo>
                  <a:pt x="5894" y="242"/>
                </a:lnTo>
                <a:lnTo>
                  <a:pt x="5591" y="161"/>
                </a:lnTo>
                <a:lnTo>
                  <a:pt x="5308" y="101"/>
                </a:lnTo>
                <a:lnTo>
                  <a:pt x="5046" y="61"/>
                </a:lnTo>
                <a:lnTo>
                  <a:pt x="4804" y="20"/>
                </a:lnTo>
                <a:lnTo>
                  <a:pt x="4562" y="0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67" name="Google Shape;2567;p32"/>
          <p:cNvSpPr/>
          <p:nvPr/>
        </p:nvSpPr>
        <p:spPr>
          <a:xfrm rot="2827209">
            <a:off x="8944670" y="2687946"/>
            <a:ext cx="794324" cy="541625"/>
          </a:xfrm>
          <a:custGeom>
            <a:rect b="b" l="l" r="r" t="t"/>
            <a:pathLst>
              <a:path extrusionOk="0" h="9688" w="14208">
                <a:moveTo>
                  <a:pt x="2765" y="81"/>
                </a:moveTo>
                <a:lnTo>
                  <a:pt x="2967" y="142"/>
                </a:lnTo>
                <a:lnTo>
                  <a:pt x="3189" y="223"/>
                </a:lnTo>
                <a:lnTo>
                  <a:pt x="3431" y="324"/>
                </a:lnTo>
                <a:lnTo>
                  <a:pt x="3694" y="465"/>
                </a:lnTo>
                <a:lnTo>
                  <a:pt x="3956" y="626"/>
                </a:lnTo>
                <a:lnTo>
                  <a:pt x="4218" y="828"/>
                </a:lnTo>
                <a:lnTo>
                  <a:pt x="4501" y="1070"/>
                </a:lnTo>
                <a:lnTo>
                  <a:pt x="5005" y="1474"/>
                </a:lnTo>
                <a:lnTo>
                  <a:pt x="5510" y="1837"/>
                </a:lnTo>
                <a:lnTo>
                  <a:pt x="6055" y="2200"/>
                </a:lnTo>
                <a:lnTo>
                  <a:pt x="6600" y="2523"/>
                </a:lnTo>
                <a:lnTo>
                  <a:pt x="7165" y="2826"/>
                </a:lnTo>
                <a:lnTo>
                  <a:pt x="7750" y="3088"/>
                </a:lnTo>
                <a:lnTo>
                  <a:pt x="8335" y="3330"/>
                </a:lnTo>
                <a:lnTo>
                  <a:pt x="8940" y="3532"/>
                </a:lnTo>
                <a:lnTo>
                  <a:pt x="9566" y="3714"/>
                </a:lnTo>
                <a:lnTo>
                  <a:pt x="10171" y="3895"/>
                </a:lnTo>
                <a:lnTo>
                  <a:pt x="11140" y="4158"/>
                </a:lnTo>
                <a:lnTo>
                  <a:pt x="11624" y="4319"/>
                </a:lnTo>
                <a:lnTo>
                  <a:pt x="12089" y="4481"/>
                </a:lnTo>
                <a:lnTo>
                  <a:pt x="12533" y="4683"/>
                </a:lnTo>
                <a:lnTo>
                  <a:pt x="12956" y="4904"/>
                </a:lnTo>
                <a:lnTo>
                  <a:pt x="13178" y="5046"/>
                </a:lnTo>
                <a:lnTo>
                  <a:pt x="13380" y="5167"/>
                </a:lnTo>
                <a:lnTo>
                  <a:pt x="13562" y="5328"/>
                </a:lnTo>
                <a:lnTo>
                  <a:pt x="13764" y="5490"/>
                </a:lnTo>
                <a:lnTo>
                  <a:pt x="13945" y="5671"/>
                </a:lnTo>
                <a:lnTo>
                  <a:pt x="14066" y="5853"/>
                </a:lnTo>
                <a:lnTo>
                  <a:pt x="14086" y="5934"/>
                </a:lnTo>
                <a:lnTo>
                  <a:pt x="14127" y="6014"/>
                </a:lnTo>
                <a:lnTo>
                  <a:pt x="14127" y="6095"/>
                </a:lnTo>
                <a:lnTo>
                  <a:pt x="14127" y="6176"/>
                </a:lnTo>
                <a:lnTo>
                  <a:pt x="14086" y="6317"/>
                </a:lnTo>
                <a:lnTo>
                  <a:pt x="14006" y="6458"/>
                </a:lnTo>
                <a:lnTo>
                  <a:pt x="13864" y="6579"/>
                </a:lnTo>
                <a:lnTo>
                  <a:pt x="13683" y="6721"/>
                </a:lnTo>
                <a:lnTo>
                  <a:pt x="13461" y="6842"/>
                </a:lnTo>
                <a:lnTo>
                  <a:pt x="13239" y="6963"/>
                </a:lnTo>
                <a:lnTo>
                  <a:pt x="12997" y="7064"/>
                </a:lnTo>
                <a:lnTo>
                  <a:pt x="12755" y="7165"/>
                </a:lnTo>
                <a:lnTo>
                  <a:pt x="12512" y="7225"/>
                </a:lnTo>
                <a:lnTo>
                  <a:pt x="12270" y="7286"/>
                </a:lnTo>
                <a:lnTo>
                  <a:pt x="11766" y="7387"/>
                </a:lnTo>
                <a:lnTo>
                  <a:pt x="11261" y="7447"/>
                </a:lnTo>
                <a:lnTo>
                  <a:pt x="10716" y="7467"/>
                </a:lnTo>
                <a:lnTo>
                  <a:pt x="9647" y="7488"/>
                </a:lnTo>
                <a:lnTo>
                  <a:pt x="8940" y="7508"/>
                </a:lnTo>
                <a:lnTo>
                  <a:pt x="8234" y="7528"/>
                </a:lnTo>
                <a:lnTo>
                  <a:pt x="7891" y="7548"/>
                </a:lnTo>
                <a:lnTo>
                  <a:pt x="7548" y="7588"/>
                </a:lnTo>
                <a:lnTo>
                  <a:pt x="7205" y="7649"/>
                </a:lnTo>
                <a:lnTo>
                  <a:pt x="6862" y="7710"/>
                </a:lnTo>
                <a:lnTo>
                  <a:pt x="6559" y="7790"/>
                </a:lnTo>
                <a:lnTo>
                  <a:pt x="6236" y="7891"/>
                </a:lnTo>
                <a:lnTo>
                  <a:pt x="5651" y="8113"/>
                </a:lnTo>
                <a:lnTo>
                  <a:pt x="5066" y="8375"/>
                </a:lnTo>
                <a:lnTo>
                  <a:pt x="4501" y="8658"/>
                </a:lnTo>
                <a:lnTo>
                  <a:pt x="3653" y="9041"/>
                </a:lnTo>
                <a:lnTo>
                  <a:pt x="3209" y="9223"/>
                </a:lnTo>
                <a:lnTo>
                  <a:pt x="2786" y="9384"/>
                </a:lnTo>
                <a:lnTo>
                  <a:pt x="2483" y="9485"/>
                </a:lnTo>
                <a:lnTo>
                  <a:pt x="2221" y="9546"/>
                </a:lnTo>
                <a:lnTo>
                  <a:pt x="1978" y="9586"/>
                </a:lnTo>
                <a:lnTo>
                  <a:pt x="1756" y="9606"/>
                </a:lnTo>
                <a:lnTo>
                  <a:pt x="1555" y="9606"/>
                </a:lnTo>
                <a:lnTo>
                  <a:pt x="1373" y="9586"/>
                </a:lnTo>
                <a:lnTo>
                  <a:pt x="1212" y="9566"/>
                </a:lnTo>
                <a:lnTo>
                  <a:pt x="1070" y="9526"/>
                </a:lnTo>
                <a:lnTo>
                  <a:pt x="929" y="9465"/>
                </a:lnTo>
                <a:lnTo>
                  <a:pt x="808" y="9405"/>
                </a:lnTo>
                <a:lnTo>
                  <a:pt x="626" y="9284"/>
                </a:lnTo>
                <a:lnTo>
                  <a:pt x="485" y="9162"/>
                </a:lnTo>
                <a:lnTo>
                  <a:pt x="404" y="9082"/>
                </a:lnTo>
                <a:lnTo>
                  <a:pt x="303" y="8920"/>
                </a:lnTo>
                <a:lnTo>
                  <a:pt x="243" y="8759"/>
                </a:lnTo>
                <a:lnTo>
                  <a:pt x="182" y="8597"/>
                </a:lnTo>
                <a:lnTo>
                  <a:pt x="142" y="8436"/>
                </a:lnTo>
                <a:lnTo>
                  <a:pt x="102" y="8073"/>
                </a:lnTo>
                <a:lnTo>
                  <a:pt x="81" y="7730"/>
                </a:lnTo>
                <a:lnTo>
                  <a:pt x="102" y="6983"/>
                </a:lnTo>
                <a:lnTo>
                  <a:pt x="142" y="6236"/>
                </a:lnTo>
                <a:lnTo>
                  <a:pt x="243" y="5470"/>
                </a:lnTo>
                <a:lnTo>
                  <a:pt x="364" y="4703"/>
                </a:lnTo>
                <a:lnTo>
                  <a:pt x="525" y="3895"/>
                </a:lnTo>
                <a:lnTo>
                  <a:pt x="727" y="3068"/>
                </a:lnTo>
                <a:lnTo>
                  <a:pt x="990" y="2200"/>
                </a:lnTo>
                <a:lnTo>
                  <a:pt x="1272" y="1292"/>
                </a:lnTo>
                <a:lnTo>
                  <a:pt x="1373" y="1050"/>
                </a:lnTo>
                <a:lnTo>
                  <a:pt x="1454" y="848"/>
                </a:lnTo>
                <a:lnTo>
                  <a:pt x="1575" y="667"/>
                </a:lnTo>
                <a:lnTo>
                  <a:pt x="1696" y="505"/>
                </a:lnTo>
                <a:lnTo>
                  <a:pt x="1817" y="364"/>
                </a:lnTo>
                <a:lnTo>
                  <a:pt x="1958" y="263"/>
                </a:lnTo>
                <a:lnTo>
                  <a:pt x="2099" y="162"/>
                </a:lnTo>
                <a:lnTo>
                  <a:pt x="2261" y="122"/>
                </a:lnTo>
                <a:lnTo>
                  <a:pt x="2402" y="81"/>
                </a:lnTo>
                <a:close/>
                <a:moveTo>
                  <a:pt x="2463" y="1"/>
                </a:moveTo>
                <a:lnTo>
                  <a:pt x="2241" y="41"/>
                </a:lnTo>
                <a:lnTo>
                  <a:pt x="2079" y="102"/>
                </a:lnTo>
                <a:lnTo>
                  <a:pt x="1918" y="182"/>
                </a:lnTo>
                <a:lnTo>
                  <a:pt x="1777" y="303"/>
                </a:lnTo>
                <a:lnTo>
                  <a:pt x="1635" y="445"/>
                </a:lnTo>
                <a:lnTo>
                  <a:pt x="1514" y="606"/>
                </a:lnTo>
                <a:lnTo>
                  <a:pt x="1393" y="808"/>
                </a:lnTo>
                <a:lnTo>
                  <a:pt x="1292" y="1030"/>
                </a:lnTo>
                <a:lnTo>
                  <a:pt x="1191" y="1272"/>
                </a:lnTo>
                <a:lnTo>
                  <a:pt x="909" y="2180"/>
                </a:lnTo>
                <a:lnTo>
                  <a:pt x="646" y="3048"/>
                </a:lnTo>
                <a:lnTo>
                  <a:pt x="445" y="3875"/>
                </a:lnTo>
                <a:lnTo>
                  <a:pt x="283" y="4683"/>
                </a:lnTo>
                <a:lnTo>
                  <a:pt x="162" y="5470"/>
                </a:lnTo>
                <a:lnTo>
                  <a:pt x="61" y="6236"/>
                </a:lnTo>
                <a:lnTo>
                  <a:pt x="21" y="6983"/>
                </a:lnTo>
                <a:lnTo>
                  <a:pt x="1" y="7730"/>
                </a:lnTo>
                <a:lnTo>
                  <a:pt x="21" y="8093"/>
                </a:lnTo>
                <a:lnTo>
                  <a:pt x="41" y="8275"/>
                </a:lnTo>
                <a:lnTo>
                  <a:pt x="61" y="8456"/>
                </a:lnTo>
                <a:lnTo>
                  <a:pt x="102" y="8638"/>
                </a:lnTo>
                <a:lnTo>
                  <a:pt x="162" y="8799"/>
                </a:lnTo>
                <a:lnTo>
                  <a:pt x="243" y="8961"/>
                </a:lnTo>
                <a:lnTo>
                  <a:pt x="344" y="9122"/>
                </a:lnTo>
                <a:lnTo>
                  <a:pt x="465" y="9263"/>
                </a:lnTo>
                <a:lnTo>
                  <a:pt x="606" y="9384"/>
                </a:lnTo>
                <a:lnTo>
                  <a:pt x="768" y="9485"/>
                </a:lnTo>
                <a:lnTo>
                  <a:pt x="929" y="9566"/>
                </a:lnTo>
                <a:lnTo>
                  <a:pt x="1111" y="9627"/>
                </a:lnTo>
                <a:lnTo>
                  <a:pt x="1272" y="9647"/>
                </a:lnTo>
                <a:lnTo>
                  <a:pt x="1454" y="9667"/>
                </a:lnTo>
                <a:lnTo>
                  <a:pt x="1635" y="9687"/>
                </a:lnTo>
                <a:lnTo>
                  <a:pt x="1999" y="9667"/>
                </a:lnTo>
                <a:lnTo>
                  <a:pt x="2321" y="9606"/>
                </a:lnTo>
                <a:lnTo>
                  <a:pt x="2604" y="9526"/>
                </a:lnTo>
                <a:lnTo>
                  <a:pt x="2806" y="9465"/>
                </a:lnTo>
                <a:lnTo>
                  <a:pt x="3250" y="9304"/>
                </a:lnTo>
                <a:lnTo>
                  <a:pt x="3673" y="9122"/>
                </a:lnTo>
                <a:lnTo>
                  <a:pt x="4521" y="8719"/>
                </a:lnTo>
                <a:lnTo>
                  <a:pt x="5106" y="8456"/>
                </a:lnTo>
                <a:lnTo>
                  <a:pt x="5671" y="8194"/>
                </a:lnTo>
                <a:lnTo>
                  <a:pt x="6277" y="7972"/>
                </a:lnTo>
                <a:lnTo>
                  <a:pt x="6579" y="7871"/>
                </a:lnTo>
                <a:lnTo>
                  <a:pt x="6882" y="7790"/>
                </a:lnTo>
                <a:lnTo>
                  <a:pt x="7205" y="7730"/>
                </a:lnTo>
                <a:lnTo>
                  <a:pt x="7548" y="7669"/>
                </a:lnTo>
                <a:lnTo>
                  <a:pt x="7891" y="7629"/>
                </a:lnTo>
                <a:lnTo>
                  <a:pt x="8254" y="7609"/>
                </a:lnTo>
                <a:lnTo>
                  <a:pt x="8940" y="7588"/>
                </a:lnTo>
                <a:lnTo>
                  <a:pt x="9647" y="7568"/>
                </a:lnTo>
                <a:lnTo>
                  <a:pt x="10716" y="7548"/>
                </a:lnTo>
                <a:lnTo>
                  <a:pt x="11241" y="7528"/>
                </a:lnTo>
                <a:lnTo>
                  <a:pt x="11766" y="7467"/>
                </a:lnTo>
                <a:lnTo>
                  <a:pt x="12290" y="7366"/>
                </a:lnTo>
                <a:lnTo>
                  <a:pt x="12533" y="7306"/>
                </a:lnTo>
                <a:lnTo>
                  <a:pt x="12775" y="7225"/>
                </a:lnTo>
                <a:lnTo>
                  <a:pt x="13037" y="7144"/>
                </a:lnTo>
                <a:lnTo>
                  <a:pt x="13259" y="7044"/>
                </a:lnTo>
                <a:lnTo>
                  <a:pt x="13501" y="6922"/>
                </a:lnTo>
                <a:lnTo>
                  <a:pt x="13723" y="6781"/>
                </a:lnTo>
                <a:lnTo>
                  <a:pt x="13885" y="6680"/>
                </a:lnTo>
                <a:lnTo>
                  <a:pt x="14026" y="6559"/>
                </a:lnTo>
                <a:lnTo>
                  <a:pt x="14086" y="6479"/>
                </a:lnTo>
                <a:lnTo>
                  <a:pt x="14147" y="6398"/>
                </a:lnTo>
                <a:lnTo>
                  <a:pt x="14187" y="6297"/>
                </a:lnTo>
                <a:lnTo>
                  <a:pt x="14207" y="6196"/>
                </a:lnTo>
                <a:lnTo>
                  <a:pt x="14207" y="6095"/>
                </a:lnTo>
                <a:lnTo>
                  <a:pt x="14207" y="6014"/>
                </a:lnTo>
                <a:lnTo>
                  <a:pt x="14167" y="5913"/>
                </a:lnTo>
                <a:lnTo>
                  <a:pt x="14127" y="5813"/>
                </a:lnTo>
                <a:lnTo>
                  <a:pt x="14086" y="5712"/>
                </a:lnTo>
                <a:lnTo>
                  <a:pt x="14006" y="5631"/>
                </a:lnTo>
                <a:lnTo>
                  <a:pt x="13804" y="5429"/>
                </a:lnTo>
                <a:lnTo>
                  <a:pt x="13622" y="5268"/>
                </a:lnTo>
                <a:lnTo>
                  <a:pt x="13420" y="5106"/>
                </a:lnTo>
                <a:lnTo>
                  <a:pt x="13219" y="4965"/>
                </a:lnTo>
                <a:lnTo>
                  <a:pt x="13017" y="4844"/>
                </a:lnTo>
                <a:lnTo>
                  <a:pt x="12573" y="4602"/>
                </a:lnTo>
                <a:lnTo>
                  <a:pt x="12109" y="4420"/>
                </a:lnTo>
                <a:lnTo>
                  <a:pt x="11645" y="4239"/>
                </a:lnTo>
                <a:lnTo>
                  <a:pt x="11160" y="4077"/>
                </a:lnTo>
                <a:lnTo>
                  <a:pt x="10192" y="3815"/>
                </a:lnTo>
                <a:lnTo>
                  <a:pt x="9586" y="3653"/>
                </a:lnTo>
                <a:lnTo>
                  <a:pt x="8961" y="3452"/>
                </a:lnTo>
                <a:lnTo>
                  <a:pt x="8375" y="3250"/>
                </a:lnTo>
                <a:lnTo>
                  <a:pt x="7770" y="3008"/>
                </a:lnTo>
                <a:lnTo>
                  <a:pt x="7205" y="2745"/>
                </a:lnTo>
                <a:lnTo>
                  <a:pt x="6640" y="2443"/>
                </a:lnTo>
                <a:lnTo>
                  <a:pt x="6095" y="2120"/>
                </a:lnTo>
                <a:lnTo>
                  <a:pt x="5570" y="1777"/>
                </a:lnTo>
                <a:lnTo>
                  <a:pt x="5046" y="1413"/>
                </a:lnTo>
                <a:lnTo>
                  <a:pt x="4561" y="1010"/>
                </a:lnTo>
                <a:lnTo>
                  <a:pt x="4218" y="727"/>
                </a:lnTo>
                <a:lnTo>
                  <a:pt x="3875" y="485"/>
                </a:lnTo>
                <a:lnTo>
                  <a:pt x="3573" y="303"/>
                </a:lnTo>
                <a:lnTo>
                  <a:pt x="3270" y="162"/>
                </a:lnTo>
                <a:lnTo>
                  <a:pt x="2987" y="61"/>
                </a:lnTo>
                <a:lnTo>
                  <a:pt x="2725" y="1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68" name="Google Shape;2568;p32"/>
          <p:cNvSpPr/>
          <p:nvPr/>
        </p:nvSpPr>
        <p:spPr>
          <a:xfrm flipH="1">
            <a:off x="8516710" y="1215722"/>
            <a:ext cx="100466" cy="101640"/>
          </a:xfrm>
          <a:custGeom>
            <a:rect b="b" l="l" r="r" t="t"/>
            <a:pathLst>
              <a:path extrusionOk="0" h="1818" w="1797">
                <a:moveTo>
                  <a:pt x="908" y="1"/>
                </a:moveTo>
                <a:lnTo>
                  <a:pt x="727" y="21"/>
                </a:lnTo>
                <a:lnTo>
                  <a:pt x="545" y="82"/>
                </a:lnTo>
                <a:lnTo>
                  <a:pt x="404" y="162"/>
                </a:lnTo>
                <a:lnTo>
                  <a:pt x="262" y="263"/>
                </a:lnTo>
                <a:lnTo>
                  <a:pt x="162" y="405"/>
                </a:lnTo>
                <a:lnTo>
                  <a:pt x="61" y="566"/>
                </a:lnTo>
                <a:lnTo>
                  <a:pt x="20" y="727"/>
                </a:lnTo>
                <a:lnTo>
                  <a:pt x="0" y="909"/>
                </a:lnTo>
                <a:lnTo>
                  <a:pt x="20" y="1091"/>
                </a:lnTo>
                <a:lnTo>
                  <a:pt x="61" y="1252"/>
                </a:lnTo>
                <a:lnTo>
                  <a:pt x="162" y="1414"/>
                </a:lnTo>
                <a:lnTo>
                  <a:pt x="262" y="1535"/>
                </a:lnTo>
                <a:lnTo>
                  <a:pt x="404" y="1656"/>
                </a:lnTo>
                <a:lnTo>
                  <a:pt x="545" y="1736"/>
                </a:lnTo>
                <a:lnTo>
                  <a:pt x="727" y="1797"/>
                </a:lnTo>
                <a:lnTo>
                  <a:pt x="908" y="1817"/>
                </a:lnTo>
                <a:lnTo>
                  <a:pt x="1090" y="1797"/>
                </a:lnTo>
                <a:lnTo>
                  <a:pt x="1251" y="1736"/>
                </a:lnTo>
                <a:lnTo>
                  <a:pt x="1413" y="1656"/>
                </a:lnTo>
                <a:lnTo>
                  <a:pt x="1534" y="1535"/>
                </a:lnTo>
                <a:lnTo>
                  <a:pt x="1655" y="1414"/>
                </a:lnTo>
                <a:lnTo>
                  <a:pt x="1736" y="1252"/>
                </a:lnTo>
                <a:lnTo>
                  <a:pt x="1776" y="1091"/>
                </a:lnTo>
                <a:lnTo>
                  <a:pt x="1796" y="909"/>
                </a:lnTo>
                <a:lnTo>
                  <a:pt x="1776" y="727"/>
                </a:lnTo>
                <a:lnTo>
                  <a:pt x="1736" y="566"/>
                </a:lnTo>
                <a:lnTo>
                  <a:pt x="1655" y="405"/>
                </a:lnTo>
                <a:lnTo>
                  <a:pt x="1534" y="263"/>
                </a:lnTo>
                <a:lnTo>
                  <a:pt x="1413" y="162"/>
                </a:lnTo>
                <a:lnTo>
                  <a:pt x="1251" y="82"/>
                </a:lnTo>
                <a:lnTo>
                  <a:pt x="1090" y="21"/>
                </a:lnTo>
                <a:lnTo>
                  <a:pt x="908" y="1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69" name="Google Shape;2569;p32"/>
          <p:cNvSpPr/>
          <p:nvPr/>
        </p:nvSpPr>
        <p:spPr>
          <a:xfrm flipH="1">
            <a:off x="8897710" y="606122"/>
            <a:ext cx="100466" cy="101640"/>
          </a:xfrm>
          <a:custGeom>
            <a:rect b="b" l="l" r="r" t="t"/>
            <a:pathLst>
              <a:path extrusionOk="0" h="1818" w="1797">
                <a:moveTo>
                  <a:pt x="908" y="1"/>
                </a:moveTo>
                <a:lnTo>
                  <a:pt x="727" y="21"/>
                </a:lnTo>
                <a:lnTo>
                  <a:pt x="545" y="82"/>
                </a:lnTo>
                <a:lnTo>
                  <a:pt x="404" y="162"/>
                </a:lnTo>
                <a:lnTo>
                  <a:pt x="262" y="263"/>
                </a:lnTo>
                <a:lnTo>
                  <a:pt x="162" y="405"/>
                </a:lnTo>
                <a:lnTo>
                  <a:pt x="61" y="566"/>
                </a:lnTo>
                <a:lnTo>
                  <a:pt x="20" y="727"/>
                </a:lnTo>
                <a:lnTo>
                  <a:pt x="0" y="909"/>
                </a:lnTo>
                <a:lnTo>
                  <a:pt x="20" y="1091"/>
                </a:lnTo>
                <a:lnTo>
                  <a:pt x="61" y="1252"/>
                </a:lnTo>
                <a:lnTo>
                  <a:pt x="162" y="1414"/>
                </a:lnTo>
                <a:lnTo>
                  <a:pt x="262" y="1535"/>
                </a:lnTo>
                <a:lnTo>
                  <a:pt x="404" y="1656"/>
                </a:lnTo>
                <a:lnTo>
                  <a:pt x="545" y="1736"/>
                </a:lnTo>
                <a:lnTo>
                  <a:pt x="727" y="1797"/>
                </a:lnTo>
                <a:lnTo>
                  <a:pt x="908" y="1817"/>
                </a:lnTo>
                <a:lnTo>
                  <a:pt x="1090" y="1797"/>
                </a:lnTo>
                <a:lnTo>
                  <a:pt x="1251" y="1736"/>
                </a:lnTo>
                <a:lnTo>
                  <a:pt x="1413" y="1656"/>
                </a:lnTo>
                <a:lnTo>
                  <a:pt x="1534" y="1535"/>
                </a:lnTo>
                <a:lnTo>
                  <a:pt x="1655" y="1414"/>
                </a:lnTo>
                <a:lnTo>
                  <a:pt x="1736" y="1252"/>
                </a:lnTo>
                <a:lnTo>
                  <a:pt x="1776" y="1091"/>
                </a:lnTo>
                <a:lnTo>
                  <a:pt x="1796" y="909"/>
                </a:lnTo>
                <a:lnTo>
                  <a:pt x="1776" y="727"/>
                </a:lnTo>
                <a:lnTo>
                  <a:pt x="1736" y="566"/>
                </a:lnTo>
                <a:lnTo>
                  <a:pt x="1655" y="405"/>
                </a:lnTo>
                <a:lnTo>
                  <a:pt x="1534" y="263"/>
                </a:lnTo>
                <a:lnTo>
                  <a:pt x="1413" y="162"/>
                </a:lnTo>
                <a:lnTo>
                  <a:pt x="1251" y="82"/>
                </a:lnTo>
                <a:lnTo>
                  <a:pt x="1090" y="21"/>
                </a:lnTo>
                <a:lnTo>
                  <a:pt x="908" y="1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70" name="Google Shape;2570;p32"/>
          <p:cNvSpPr/>
          <p:nvPr/>
        </p:nvSpPr>
        <p:spPr>
          <a:xfrm flipH="1">
            <a:off x="8973910" y="2663522"/>
            <a:ext cx="100466" cy="101640"/>
          </a:xfrm>
          <a:custGeom>
            <a:rect b="b" l="l" r="r" t="t"/>
            <a:pathLst>
              <a:path extrusionOk="0" h="1818" w="1797">
                <a:moveTo>
                  <a:pt x="908" y="1"/>
                </a:moveTo>
                <a:lnTo>
                  <a:pt x="727" y="21"/>
                </a:lnTo>
                <a:lnTo>
                  <a:pt x="545" y="82"/>
                </a:lnTo>
                <a:lnTo>
                  <a:pt x="404" y="162"/>
                </a:lnTo>
                <a:lnTo>
                  <a:pt x="262" y="263"/>
                </a:lnTo>
                <a:lnTo>
                  <a:pt x="162" y="405"/>
                </a:lnTo>
                <a:lnTo>
                  <a:pt x="61" y="566"/>
                </a:lnTo>
                <a:lnTo>
                  <a:pt x="20" y="727"/>
                </a:lnTo>
                <a:lnTo>
                  <a:pt x="0" y="909"/>
                </a:lnTo>
                <a:lnTo>
                  <a:pt x="20" y="1091"/>
                </a:lnTo>
                <a:lnTo>
                  <a:pt x="61" y="1252"/>
                </a:lnTo>
                <a:lnTo>
                  <a:pt x="162" y="1414"/>
                </a:lnTo>
                <a:lnTo>
                  <a:pt x="262" y="1535"/>
                </a:lnTo>
                <a:lnTo>
                  <a:pt x="404" y="1656"/>
                </a:lnTo>
                <a:lnTo>
                  <a:pt x="545" y="1736"/>
                </a:lnTo>
                <a:lnTo>
                  <a:pt x="727" y="1797"/>
                </a:lnTo>
                <a:lnTo>
                  <a:pt x="908" y="1817"/>
                </a:lnTo>
                <a:lnTo>
                  <a:pt x="1090" y="1797"/>
                </a:lnTo>
                <a:lnTo>
                  <a:pt x="1251" y="1736"/>
                </a:lnTo>
                <a:lnTo>
                  <a:pt x="1413" y="1656"/>
                </a:lnTo>
                <a:lnTo>
                  <a:pt x="1534" y="1535"/>
                </a:lnTo>
                <a:lnTo>
                  <a:pt x="1655" y="1414"/>
                </a:lnTo>
                <a:lnTo>
                  <a:pt x="1736" y="1252"/>
                </a:lnTo>
                <a:lnTo>
                  <a:pt x="1776" y="1091"/>
                </a:lnTo>
                <a:lnTo>
                  <a:pt x="1796" y="909"/>
                </a:lnTo>
                <a:lnTo>
                  <a:pt x="1776" y="727"/>
                </a:lnTo>
                <a:lnTo>
                  <a:pt x="1736" y="566"/>
                </a:lnTo>
                <a:lnTo>
                  <a:pt x="1655" y="405"/>
                </a:lnTo>
                <a:lnTo>
                  <a:pt x="1534" y="263"/>
                </a:lnTo>
                <a:lnTo>
                  <a:pt x="1413" y="162"/>
                </a:lnTo>
                <a:lnTo>
                  <a:pt x="1251" y="82"/>
                </a:lnTo>
                <a:lnTo>
                  <a:pt x="1090" y="21"/>
                </a:lnTo>
                <a:lnTo>
                  <a:pt x="908" y="1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71" name="Google Shape;2571;p32"/>
          <p:cNvSpPr/>
          <p:nvPr/>
        </p:nvSpPr>
        <p:spPr>
          <a:xfrm flipH="1">
            <a:off x="8669110" y="2996897"/>
            <a:ext cx="100466" cy="101640"/>
          </a:xfrm>
          <a:custGeom>
            <a:rect b="b" l="l" r="r" t="t"/>
            <a:pathLst>
              <a:path extrusionOk="0" h="1818" w="1797">
                <a:moveTo>
                  <a:pt x="908" y="1"/>
                </a:moveTo>
                <a:lnTo>
                  <a:pt x="727" y="21"/>
                </a:lnTo>
                <a:lnTo>
                  <a:pt x="545" y="82"/>
                </a:lnTo>
                <a:lnTo>
                  <a:pt x="404" y="162"/>
                </a:lnTo>
                <a:lnTo>
                  <a:pt x="262" y="263"/>
                </a:lnTo>
                <a:lnTo>
                  <a:pt x="162" y="405"/>
                </a:lnTo>
                <a:lnTo>
                  <a:pt x="61" y="566"/>
                </a:lnTo>
                <a:lnTo>
                  <a:pt x="20" y="727"/>
                </a:lnTo>
                <a:lnTo>
                  <a:pt x="0" y="909"/>
                </a:lnTo>
                <a:lnTo>
                  <a:pt x="20" y="1091"/>
                </a:lnTo>
                <a:lnTo>
                  <a:pt x="61" y="1252"/>
                </a:lnTo>
                <a:lnTo>
                  <a:pt x="162" y="1414"/>
                </a:lnTo>
                <a:lnTo>
                  <a:pt x="262" y="1535"/>
                </a:lnTo>
                <a:lnTo>
                  <a:pt x="404" y="1656"/>
                </a:lnTo>
                <a:lnTo>
                  <a:pt x="545" y="1736"/>
                </a:lnTo>
                <a:lnTo>
                  <a:pt x="727" y="1797"/>
                </a:lnTo>
                <a:lnTo>
                  <a:pt x="908" y="1817"/>
                </a:lnTo>
                <a:lnTo>
                  <a:pt x="1090" y="1797"/>
                </a:lnTo>
                <a:lnTo>
                  <a:pt x="1251" y="1736"/>
                </a:lnTo>
                <a:lnTo>
                  <a:pt x="1413" y="1656"/>
                </a:lnTo>
                <a:lnTo>
                  <a:pt x="1534" y="1535"/>
                </a:lnTo>
                <a:lnTo>
                  <a:pt x="1655" y="1414"/>
                </a:lnTo>
                <a:lnTo>
                  <a:pt x="1736" y="1252"/>
                </a:lnTo>
                <a:lnTo>
                  <a:pt x="1776" y="1091"/>
                </a:lnTo>
                <a:lnTo>
                  <a:pt x="1796" y="909"/>
                </a:lnTo>
                <a:lnTo>
                  <a:pt x="1776" y="727"/>
                </a:lnTo>
                <a:lnTo>
                  <a:pt x="1736" y="566"/>
                </a:lnTo>
                <a:lnTo>
                  <a:pt x="1655" y="405"/>
                </a:lnTo>
                <a:lnTo>
                  <a:pt x="1534" y="263"/>
                </a:lnTo>
                <a:lnTo>
                  <a:pt x="1413" y="162"/>
                </a:lnTo>
                <a:lnTo>
                  <a:pt x="1251" y="82"/>
                </a:lnTo>
                <a:lnTo>
                  <a:pt x="1090" y="21"/>
                </a:lnTo>
                <a:lnTo>
                  <a:pt x="908" y="1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72" name="Google Shape;2572;p32"/>
          <p:cNvSpPr/>
          <p:nvPr/>
        </p:nvSpPr>
        <p:spPr>
          <a:xfrm flipH="1">
            <a:off x="8821510" y="3987497"/>
            <a:ext cx="100466" cy="101640"/>
          </a:xfrm>
          <a:custGeom>
            <a:rect b="b" l="l" r="r" t="t"/>
            <a:pathLst>
              <a:path extrusionOk="0" h="1818" w="1797">
                <a:moveTo>
                  <a:pt x="908" y="1"/>
                </a:moveTo>
                <a:lnTo>
                  <a:pt x="727" y="21"/>
                </a:lnTo>
                <a:lnTo>
                  <a:pt x="545" y="82"/>
                </a:lnTo>
                <a:lnTo>
                  <a:pt x="404" y="162"/>
                </a:lnTo>
                <a:lnTo>
                  <a:pt x="262" y="263"/>
                </a:lnTo>
                <a:lnTo>
                  <a:pt x="162" y="405"/>
                </a:lnTo>
                <a:lnTo>
                  <a:pt x="61" y="566"/>
                </a:lnTo>
                <a:lnTo>
                  <a:pt x="20" y="727"/>
                </a:lnTo>
                <a:lnTo>
                  <a:pt x="0" y="909"/>
                </a:lnTo>
                <a:lnTo>
                  <a:pt x="20" y="1091"/>
                </a:lnTo>
                <a:lnTo>
                  <a:pt x="61" y="1252"/>
                </a:lnTo>
                <a:lnTo>
                  <a:pt x="162" y="1414"/>
                </a:lnTo>
                <a:lnTo>
                  <a:pt x="262" y="1535"/>
                </a:lnTo>
                <a:lnTo>
                  <a:pt x="404" y="1656"/>
                </a:lnTo>
                <a:lnTo>
                  <a:pt x="545" y="1736"/>
                </a:lnTo>
                <a:lnTo>
                  <a:pt x="727" y="1797"/>
                </a:lnTo>
                <a:lnTo>
                  <a:pt x="908" y="1817"/>
                </a:lnTo>
                <a:lnTo>
                  <a:pt x="1090" y="1797"/>
                </a:lnTo>
                <a:lnTo>
                  <a:pt x="1251" y="1736"/>
                </a:lnTo>
                <a:lnTo>
                  <a:pt x="1413" y="1656"/>
                </a:lnTo>
                <a:lnTo>
                  <a:pt x="1534" y="1535"/>
                </a:lnTo>
                <a:lnTo>
                  <a:pt x="1655" y="1414"/>
                </a:lnTo>
                <a:lnTo>
                  <a:pt x="1736" y="1252"/>
                </a:lnTo>
                <a:lnTo>
                  <a:pt x="1776" y="1091"/>
                </a:lnTo>
                <a:lnTo>
                  <a:pt x="1796" y="909"/>
                </a:lnTo>
                <a:lnTo>
                  <a:pt x="1776" y="727"/>
                </a:lnTo>
                <a:lnTo>
                  <a:pt x="1736" y="566"/>
                </a:lnTo>
                <a:lnTo>
                  <a:pt x="1655" y="405"/>
                </a:lnTo>
                <a:lnTo>
                  <a:pt x="1534" y="263"/>
                </a:lnTo>
                <a:lnTo>
                  <a:pt x="1413" y="162"/>
                </a:lnTo>
                <a:lnTo>
                  <a:pt x="1251" y="82"/>
                </a:lnTo>
                <a:lnTo>
                  <a:pt x="1090" y="21"/>
                </a:lnTo>
                <a:lnTo>
                  <a:pt x="908" y="1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73" name="Google Shape;2573;p32"/>
          <p:cNvSpPr/>
          <p:nvPr/>
        </p:nvSpPr>
        <p:spPr>
          <a:xfrm flipH="1">
            <a:off x="8992960" y="4368497"/>
            <a:ext cx="100466" cy="101640"/>
          </a:xfrm>
          <a:custGeom>
            <a:rect b="b" l="l" r="r" t="t"/>
            <a:pathLst>
              <a:path extrusionOk="0" h="1818" w="1797">
                <a:moveTo>
                  <a:pt x="908" y="1"/>
                </a:moveTo>
                <a:lnTo>
                  <a:pt x="727" y="21"/>
                </a:lnTo>
                <a:lnTo>
                  <a:pt x="545" y="82"/>
                </a:lnTo>
                <a:lnTo>
                  <a:pt x="404" y="162"/>
                </a:lnTo>
                <a:lnTo>
                  <a:pt x="262" y="263"/>
                </a:lnTo>
                <a:lnTo>
                  <a:pt x="162" y="405"/>
                </a:lnTo>
                <a:lnTo>
                  <a:pt x="61" y="566"/>
                </a:lnTo>
                <a:lnTo>
                  <a:pt x="20" y="727"/>
                </a:lnTo>
                <a:lnTo>
                  <a:pt x="0" y="909"/>
                </a:lnTo>
                <a:lnTo>
                  <a:pt x="20" y="1091"/>
                </a:lnTo>
                <a:lnTo>
                  <a:pt x="61" y="1252"/>
                </a:lnTo>
                <a:lnTo>
                  <a:pt x="162" y="1414"/>
                </a:lnTo>
                <a:lnTo>
                  <a:pt x="262" y="1535"/>
                </a:lnTo>
                <a:lnTo>
                  <a:pt x="404" y="1656"/>
                </a:lnTo>
                <a:lnTo>
                  <a:pt x="545" y="1736"/>
                </a:lnTo>
                <a:lnTo>
                  <a:pt x="727" y="1797"/>
                </a:lnTo>
                <a:lnTo>
                  <a:pt x="908" y="1817"/>
                </a:lnTo>
                <a:lnTo>
                  <a:pt x="1090" y="1797"/>
                </a:lnTo>
                <a:lnTo>
                  <a:pt x="1251" y="1736"/>
                </a:lnTo>
                <a:lnTo>
                  <a:pt x="1413" y="1656"/>
                </a:lnTo>
                <a:lnTo>
                  <a:pt x="1534" y="1535"/>
                </a:lnTo>
                <a:lnTo>
                  <a:pt x="1655" y="1414"/>
                </a:lnTo>
                <a:lnTo>
                  <a:pt x="1736" y="1252"/>
                </a:lnTo>
                <a:lnTo>
                  <a:pt x="1776" y="1091"/>
                </a:lnTo>
                <a:lnTo>
                  <a:pt x="1796" y="909"/>
                </a:lnTo>
                <a:lnTo>
                  <a:pt x="1776" y="727"/>
                </a:lnTo>
                <a:lnTo>
                  <a:pt x="1736" y="566"/>
                </a:lnTo>
                <a:lnTo>
                  <a:pt x="1655" y="405"/>
                </a:lnTo>
                <a:lnTo>
                  <a:pt x="1534" y="263"/>
                </a:lnTo>
                <a:lnTo>
                  <a:pt x="1413" y="162"/>
                </a:lnTo>
                <a:lnTo>
                  <a:pt x="1251" y="82"/>
                </a:lnTo>
                <a:lnTo>
                  <a:pt x="1090" y="21"/>
                </a:lnTo>
                <a:lnTo>
                  <a:pt x="908" y="1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74" name="Google Shape;2574;p32"/>
          <p:cNvSpPr/>
          <p:nvPr/>
        </p:nvSpPr>
        <p:spPr>
          <a:xfrm flipH="1">
            <a:off x="8583385" y="4673297"/>
            <a:ext cx="100466" cy="101640"/>
          </a:xfrm>
          <a:custGeom>
            <a:rect b="b" l="l" r="r" t="t"/>
            <a:pathLst>
              <a:path extrusionOk="0" h="1818" w="1797">
                <a:moveTo>
                  <a:pt x="908" y="1"/>
                </a:moveTo>
                <a:lnTo>
                  <a:pt x="727" y="21"/>
                </a:lnTo>
                <a:lnTo>
                  <a:pt x="545" y="82"/>
                </a:lnTo>
                <a:lnTo>
                  <a:pt x="404" y="162"/>
                </a:lnTo>
                <a:lnTo>
                  <a:pt x="262" y="263"/>
                </a:lnTo>
                <a:lnTo>
                  <a:pt x="162" y="405"/>
                </a:lnTo>
                <a:lnTo>
                  <a:pt x="61" y="566"/>
                </a:lnTo>
                <a:lnTo>
                  <a:pt x="20" y="727"/>
                </a:lnTo>
                <a:lnTo>
                  <a:pt x="0" y="909"/>
                </a:lnTo>
                <a:lnTo>
                  <a:pt x="20" y="1091"/>
                </a:lnTo>
                <a:lnTo>
                  <a:pt x="61" y="1252"/>
                </a:lnTo>
                <a:lnTo>
                  <a:pt x="162" y="1414"/>
                </a:lnTo>
                <a:lnTo>
                  <a:pt x="262" y="1535"/>
                </a:lnTo>
                <a:lnTo>
                  <a:pt x="404" y="1656"/>
                </a:lnTo>
                <a:lnTo>
                  <a:pt x="545" y="1736"/>
                </a:lnTo>
                <a:lnTo>
                  <a:pt x="727" y="1797"/>
                </a:lnTo>
                <a:lnTo>
                  <a:pt x="908" y="1817"/>
                </a:lnTo>
                <a:lnTo>
                  <a:pt x="1090" y="1797"/>
                </a:lnTo>
                <a:lnTo>
                  <a:pt x="1251" y="1736"/>
                </a:lnTo>
                <a:lnTo>
                  <a:pt x="1413" y="1656"/>
                </a:lnTo>
                <a:lnTo>
                  <a:pt x="1534" y="1535"/>
                </a:lnTo>
                <a:lnTo>
                  <a:pt x="1655" y="1414"/>
                </a:lnTo>
                <a:lnTo>
                  <a:pt x="1736" y="1252"/>
                </a:lnTo>
                <a:lnTo>
                  <a:pt x="1776" y="1091"/>
                </a:lnTo>
                <a:lnTo>
                  <a:pt x="1796" y="909"/>
                </a:lnTo>
                <a:lnTo>
                  <a:pt x="1776" y="727"/>
                </a:lnTo>
                <a:lnTo>
                  <a:pt x="1736" y="566"/>
                </a:lnTo>
                <a:lnTo>
                  <a:pt x="1655" y="405"/>
                </a:lnTo>
                <a:lnTo>
                  <a:pt x="1534" y="263"/>
                </a:lnTo>
                <a:lnTo>
                  <a:pt x="1413" y="162"/>
                </a:lnTo>
                <a:lnTo>
                  <a:pt x="1251" y="82"/>
                </a:lnTo>
                <a:lnTo>
                  <a:pt x="1090" y="21"/>
                </a:lnTo>
                <a:lnTo>
                  <a:pt x="908" y="1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75" name="Google Shape;2575;p32"/>
          <p:cNvSpPr/>
          <p:nvPr/>
        </p:nvSpPr>
        <p:spPr>
          <a:xfrm flipH="1">
            <a:off x="900587" y="49562"/>
            <a:ext cx="530339" cy="361051"/>
          </a:xfrm>
          <a:custGeom>
            <a:rect b="b" l="l" r="r" t="t"/>
            <a:pathLst>
              <a:path extrusionOk="0" h="6458" w="9486">
                <a:moveTo>
                  <a:pt x="8880" y="81"/>
                </a:moveTo>
                <a:lnTo>
                  <a:pt x="9021" y="101"/>
                </a:lnTo>
                <a:lnTo>
                  <a:pt x="9142" y="142"/>
                </a:lnTo>
                <a:lnTo>
                  <a:pt x="9203" y="182"/>
                </a:lnTo>
                <a:lnTo>
                  <a:pt x="9263" y="243"/>
                </a:lnTo>
                <a:lnTo>
                  <a:pt x="9324" y="364"/>
                </a:lnTo>
                <a:lnTo>
                  <a:pt x="9364" y="505"/>
                </a:lnTo>
                <a:lnTo>
                  <a:pt x="9384" y="646"/>
                </a:lnTo>
                <a:lnTo>
                  <a:pt x="9405" y="868"/>
                </a:lnTo>
                <a:lnTo>
                  <a:pt x="9384" y="1070"/>
                </a:lnTo>
                <a:lnTo>
                  <a:pt x="9364" y="1272"/>
                </a:lnTo>
                <a:lnTo>
                  <a:pt x="9324" y="1474"/>
                </a:lnTo>
                <a:lnTo>
                  <a:pt x="9263" y="1675"/>
                </a:lnTo>
                <a:lnTo>
                  <a:pt x="9183" y="1877"/>
                </a:lnTo>
                <a:lnTo>
                  <a:pt x="9001" y="2261"/>
                </a:lnTo>
                <a:lnTo>
                  <a:pt x="8779" y="2624"/>
                </a:lnTo>
                <a:lnTo>
                  <a:pt x="8537" y="2967"/>
                </a:lnTo>
                <a:lnTo>
                  <a:pt x="8274" y="3290"/>
                </a:lnTo>
                <a:lnTo>
                  <a:pt x="8012" y="3592"/>
                </a:lnTo>
                <a:lnTo>
                  <a:pt x="7689" y="3936"/>
                </a:lnTo>
                <a:lnTo>
                  <a:pt x="7346" y="4299"/>
                </a:lnTo>
                <a:lnTo>
                  <a:pt x="6983" y="4662"/>
                </a:lnTo>
                <a:lnTo>
                  <a:pt x="6579" y="5005"/>
                </a:lnTo>
                <a:lnTo>
                  <a:pt x="6135" y="5348"/>
                </a:lnTo>
                <a:lnTo>
                  <a:pt x="5691" y="5651"/>
                </a:lnTo>
                <a:lnTo>
                  <a:pt x="5449" y="5772"/>
                </a:lnTo>
                <a:lnTo>
                  <a:pt x="5207" y="5913"/>
                </a:lnTo>
                <a:lnTo>
                  <a:pt x="4945" y="6014"/>
                </a:lnTo>
                <a:lnTo>
                  <a:pt x="4682" y="6115"/>
                </a:lnTo>
                <a:lnTo>
                  <a:pt x="4460" y="6196"/>
                </a:lnTo>
                <a:lnTo>
                  <a:pt x="4218" y="6256"/>
                </a:lnTo>
                <a:lnTo>
                  <a:pt x="3956" y="6317"/>
                </a:lnTo>
                <a:lnTo>
                  <a:pt x="3714" y="6357"/>
                </a:lnTo>
                <a:lnTo>
                  <a:pt x="3451" y="6377"/>
                </a:lnTo>
                <a:lnTo>
                  <a:pt x="2927" y="6377"/>
                </a:lnTo>
                <a:lnTo>
                  <a:pt x="2664" y="6337"/>
                </a:lnTo>
                <a:lnTo>
                  <a:pt x="2402" y="6297"/>
                </a:lnTo>
                <a:lnTo>
                  <a:pt x="2140" y="6236"/>
                </a:lnTo>
                <a:lnTo>
                  <a:pt x="1898" y="6155"/>
                </a:lnTo>
                <a:lnTo>
                  <a:pt x="1655" y="6054"/>
                </a:lnTo>
                <a:lnTo>
                  <a:pt x="1413" y="5933"/>
                </a:lnTo>
                <a:lnTo>
                  <a:pt x="1191" y="5792"/>
                </a:lnTo>
                <a:lnTo>
                  <a:pt x="969" y="5631"/>
                </a:lnTo>
                <a:lnTo>
                  <a:pt x="767" y="5429"/>
                </a:lnTo>
                <a:lnTo>
                  <a:pt x="586" y="5227"/>
                </a:lnTo>
                <a:lnTo>
                  <a:pt x="424" y="4985"/>
                </a:lnTo>
                <a:lnTo>
                  <a:pt x="303" y="4743"/>
                </a:lnTo>
                <a:lnTo>
                  <a:pt x="202" y="4501"/>
                </a:lnTo>
                <a:lnTo>
                  <a:pt x="122" y="4258"/>
                </a:lnTo>
                <a:lnTo>
                  <a:pt x="81" y="4016"/>
                </a:lnTo>
                <a:lnTo>
                  <a:pt x="81" y="3774"/>
                </a:lnTo>
                <a:lnTo>
                  <a:pt x="122" y="3532"/>
                </a:lnTo>
                <a:lnTo>
                  <a:pt x="182" y="3370"/>
                </a:lnTo>
                <a:lnTo>
                  <a:pt x="243" y="3189"/>
                </a:lnTo>
                <a:lnTo>
                  <a:pt x="344" y="3048"/>
                </a:lnTo>
                <a:lnTo>
                  <a:pt x="445" y="2906"/>
                </a:lnTo>
                <a:lnTo>
                  <a:pt x="586" y="2785"/>
                </a:lnTo>
                <a:lnTo>
                  <a:pt x="747" y="2664"/>
                </a:lnTo>
                <a:lnTo>
                  <a:pt x="909" y="2563"/>
                </a:lnTo>
                <a:lnTo>
                  <a:pt x="1111" y="2483"/>
                </a:lnTo>
                <a:lnTo>
                  <a:pt x="3310" y="1655"/>
                </a:lnTo>
                <a:lnTo>
                  <a:pt x="5530" y="868"/>
                </a:lnTo>
                <a:lnTo>
                  <a:pt x="6357" y="606"/>
                </a:lnTo>
                <a:lnTo>
                  <a:pt x="7165" y="364"/>
                </a:lnTo>
                <a:lnTo>
                  <a:pt x="7568" y="263"/>
                </a:lnTo>
                <a:lnTo>
                  <a:pt x="7972" y="182"/>
                </a:lnTo>
                <a:lnTo>
                  <a:pt x="8375" y="121"/>
                </a:lnTo>
                <a:lnTo>
                  <a:pt x="8779" y="81"/>
                </a:lnTo>
                <a:close/>
                <a:moveTo>
                  <a:pt x="8759" y="0"/>
                </a:moveTo>
                <a:lnTo>
                  <a:pt x="8355" y="41"/>
                </a:lnTo>
                <a:lnTo>
                  <a:pt x="7952" y="101"/>
                </a:lnTo>
                <a:lnTo>
                  <a:pt x="7548" y="182"/>
                </a:lnTo>
                <a:lnTo>
                  <a:pt x="7144" y="283"/>
                </a:lnTo>
                <a:lnTo>
                  <a:pt x="6337" y="525"/>
                </a:lnTo>
                <a:lnTo>
                  <a:pt x="5510" y="787"/>
                </a:lnTo>
                <a:lnTo>
                  <a:pt x="3290" y="1574"/>
                </a:lnTo>
                <a:lnTo>
                  <a:pt x="1070" y="2402"/>
                </a:lnTo>
                <a:lnTo>
                  <a:pt x="868" y="2503"/>
                </a:lnTo>
                <a:lnTo>
                  <a:pt x="687" y="2604"/>
                </a:lnTo>
                <a:lnTo>
                  <a:pt x="525" y="2725"/>
                </a:lnTo>
                <a:lnTo>
                  <a:pt x="384" y="2846"/>
                </a:lnTo>
                <a:lnTo>
                  <a:pt x="263" y="3007"/>
                </a:lnTo>
                <a:lnTo>
                  <a:pt x="182" y="3169"/>
                </a:lnTo>
                <a:lnTo>
                  <a:pt x="102" y="3330"/>
                </a:lnTo>
                <a:lnTo>
                  <a:pt x="41" y="3512"/>
                </a:lnTo>
                <a:lnTo>
                  <a:pt x="1" y="3754"/>
                </a:lnTo>
                <a:lnTo>
                  <a:pt x="1" y="4016"/>
                </a:lnTo>
                <a:lnTo>
                  <a:pt x="41" y="4279"/>
                </a:lnTo>
                <a:lnTo>
                  <a:pt x="122" y="4521"/>
                </a:lnTo>
                <a:lnTo>
                  <a:pt x="223" y="4783"/>
                </a:lnTo>
                <a:lnTo>
                  <a:pt x="364" y="5025"/>
                </a:lnTo>
                <a:lnTo>
                  <a:pt x="525" y="5267"/>
                </a:lnTo>
                <a:lnTo>
                  <a:pt x="707" y="5489"/>
                </a:lnTo>
                <a:lnTo>
                  <a:pt x="969" y="5732"/>
                </a:lnTo>
                <a:lnTo>
                  <a:pt x="1252" y="5933"/>
                </a:lnTo>
                <a:lnTo>
                  <a:pt x="1554" y="6095"/>
                </a:lnTo>
                <a:lnTo>
                  <a:pt x="1877" y="6236"/>
                </a:lnTo>
                <a:lnTo>
                  <a:pt x="2200" y="6337"/>
                </a:lnTo>
                <a:lnTo>
                  <a:pt x="2523" y="6397"/>
                </a:lnTo>
                <a:lnTo>
                  <a:pt x="2866" y="6438"/>
                </a:lnTo>
                <a:lnTo>
                  <a:pt x="3189" y="6458"/>
                </a:lnTo>
                <a:lnTo>
                  <a:pt x="3593" y="6438"/>
                </a:lnTo>
                <a:lnTo>
                  <a:pt x="3976" y="6397"/>
                </a:lnTo>
                <a:lnTo>
                  <a:pt x="4360" y="6317"/>
                </a:lnTo>
                <a:lnTo>
                  <a:pt x="4723" y="6196"/>
                </a:lnTo>
                <a:lnTo>
                  <a:pt x="4985" y="6095"/>
                </a:lnTo>
                <a:lnTo>
                  <a:pt x="5227" y="5974"/>
                </a:lnTo>
                <a:lnTo>
                  <a:pt x="5490" y="5853"/>
                </a:lnTo>
                <a:lnTo>
                  <a:pt x="5712" y="5711"/>
                </a:lnTo>
                <a:lnTo>
                  <a:pt x="6176" y="5409"/>
                </a:lnTo>
                <a:lnTo>
                  <a:pt x="6620" y="5066"/>
                </a:lnTo>
                <a:lnTo>
                  <a:pt x="7023" y="4723"/>
                </a:lnTo>
                <a:lnTo>
                  <a:pt x="7407" y="4359"/>
                </a:lnTo>
                <a:lnTo>
                  <a:pt x="7750" y="3996"/>
                </a:lnTo>
                <a:lnTo>
                  <a:pt x="8073" y="3653"/>
                </a:lnTo>
                <a:lnTo>
                  <a:pt x="8335" y="3330"/>
                </a:lnTo>
                <a:lnTo>
                  <a:pt x="8597" y="3007"/>
                </a:lnTo>
                <a:lnTo>
                  <a:pt x="8860" y="2664"/>
                </a:lnTo>
                <a:lnTo>
                  <a:pt x="9082" y="2281"/>
                </a:lnTo>
                <a:lnTo>
                  <a:pt x="9263" y="1897"/>
                </a:lnTo>
                <a:lnTo>
                  <a:pt x="9324" y="1696"/>
                </a:lnTo>
                <a:lnTo>
                  <a:pt x="9405" y="1494"/>
                </a:lnTo>
                <a:lnTo>
                  <a:pt x="9445" y="1292"/>
                </a:lnTo>
                <a:lnTo>
                  <a:pt x="9465" y="1070"/>
                </a:lnTo>
                <a:lnTo>
                  <a:pt x="9485" y="868"/>
                </a:lnTo>
                <a:lnTo>
                  <a:pt x="9465" y="646"/>
                </a:lnTo>
                <a:lnTo>
                  <a:pt x="9445" y="444"/>
                </a:lnTo>
                <a:lnTo>
                  <a:pt x="9384" y="283"/>
                </a:lnTo>
                <a:lnTo>
                  <a:pt x="9304" y="162"/>
                </a:lnTo>
                <a:lnTo>
                  <a:pt x="9183" y="61"/>
                </a:lnTo>
                <a:lnTo>
                  <a:pt x="9082" y="21"/>
                </a:lnTo>
                <a:lnTo>
                  <a:pt x="8981" y="0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76" name="Google Shape;2576;p32"/>
          <p:cNvSpPr/>
          <p:nvPr/>
        </p:nvSpPr>
        <p:spPr>
          <a:xfrm flipH="1">
            <a:off x="1122879" y="216554"/>
            <a:ext cx="152348" cy="92527"/>
          </a:xfrm>
          <a:custGeom>
            <a:rect b="b" l="l" r="r" t="t"/>
            <a:pathLst>
              <a:path extrusionOk="0" h="1655" w="2725">
                <a:moveTo>
                  <a:pt x="2099" y="81"/>
                </a:moveTo>
                <a:lnTo>
                  <a:pt x="2240" y="101"/>
                </a:lnTo>
                <a:lnTo>
                  <a:pt x="2382" y="121"/>
                </a:lnTo>
                <a:lnTo>
                  <a:pt x="2483" y="182"/>
                </a:lnTo>
                <a:lnTo>
                  <a:pt x="2563" y="262"/>
                </a:lnTo>
                <a:lnTo>
                  <a:pt x="2624" y="363"/>
                </a:lnTo>
                <a:lnTo>
                  <a:pt x="2644" y="424"/>
                </a:lnTo>
                <a:lnTo>
                  <a:pt x="2644" y="484"/>
                </a:lnTo>
                <a:lnTo>
                  <a:pt x="2644" y="565"/>
                </a:lnTo>
                <a:lnTo>
                  <a:pt x="2604" y="626"/>
                </a:lnTo>
                <a:lnTo>
                  <a:pt x="2503" y="767"/>
                </a:lnTo>
                <a:lnTo>
                  <a:pt x="2321" y="969"/>
                </a:lnTo>
                <a:lnTo>
                  <a:pt x="2099" y="1150"/>
                </a:lnTo>
                <a:lnTo>
                  <a:pt x="1857" y="1312"/>
                </a:lnTo>
                <a:lnTo>
                  <a:pt x="1595" y="1433"/>
                </a:lnTo>
                <a:lnTo>
                  <a:pt x="1332" y="1534"/>
                </a:lnTo>
                <a:lnTo>
                  <a:pt x="1191" y="1554"/>
                </a:lnTo>
                <a:lnTo>
                  <a:pt x="1050" y="1574"/>
                </a:lnTo>
                <a:lnTo>
                  <a:pt x="909" y="1574"/>
                </a:lnTo>
                <a:lnTo>
                  <a:pt x="767" y="1554"/>
                </a:lnTo>
                <a:lnTo>
                  <a:pt x="646" y="1514"/>
                </a:lnTo>
                <a:lnTo>
                  <a:pt x="505" y="1473"/>
                </a:lnTo>
                <a:lnTo>
                  <a:pt x="364" y="1392"/>
                </a:lnTo>
                <a:lnTo>
                  <a:pt x="263" y="1312"/>
                </a:lnTo>
                <a:lnTo>
                  <a:pt x="182" y="1231"/>
                </a:lnTo>
                <a:lnTo>
                  <a:pt x="122" y="1110"/>
                </a:lnTo>
                <a:lnTo>
                  <a:pt x="81" y="1009"/>
                </a:lnTo>
                <a:lnTo>
                  <a:pt x="101" y="868"/>
                </a:lnTo>
                <a:lnTo>
                  <a:pt x="142" y="747"/>
                </a:lnTo>
                <a:lnTo>
                  <a:pt x="222" y="646"/>
                </a:lnTo>
                <a:lnTo>
                  <a:pt x="364" y="505"/>
                </a:lnTo>
                <a:lnTo>
                  <a:pt x="566" y="404"/>
                </a:lnTo>
                <a:lnTo>
                  <a:pt x="787" y="303"/>
                </a:lnTo>
                <a:lnTo>
                  <a:pt x="1030" y="242"/>
                </a:lnTo>
                <a:lnTo>
                  <a:pt x="1252" y="182"/>
                </a:lnTo>
                <a:lnTo>
                  <a:pt x="1474" y="161"/>
                </a:lnTo>
                <a:lnTo>
                  <a:pt x="1655" y="121"/>
                </a:lnTo>
                <a:lnTo>
                  <a:pt x="1877" y="101"/>
                </a:lnTo>
                <a:lnTo>
                  <a:pt x="2099" y="81"/>
                </a:lnTo>
                <a:close/>
                <a:moveTo>
                  <a:pt x="2018" y="0"/>
                </a:moveTo>
                <a:lnTo>
                  <a:pt x="1837" y="20"/>
                </a:lnTo>
                <a:lnTo>
                  <a:pt x="1635" y="40"/>
                </a:lnTo>
                <a:lnTo>
                  <a:pt x="1474" y="81"/>
                </a:lnTo>
                <a:lnTo>
                  <a:pt x="1231" y="101"/>
                </a:lnTo>
                <a:lnTo>
                  <a:pt x="989" y="161"/>
                </a:lnTo>
                <a:lnTo>
                  <a:pt x="767" y="222"/>
                </a:lnTo>
                <a:lnTo>
                  <a:pt x="525" y="323"/>
                </a:lnTo>
                <a:lnTo>
                  <a:pt x="323" y="444"/>
                </a:lnTo>
                <a:lnTo>
                  <a:pt x="162" y="585"/>
                </a:lnTo>
                <a:lnTo>
                  <a:pt x="61" y="727"/>
                </a:lnTo>
                <a:lnTo>
                  <a:pt x="21" y="868"/>
                </a:lnTo>
                <a:lnTo>
                  <a:pt x="0" y="1009"/>
                </a:lnTo>
                <a:lnTo>
                  <a:pt x="41" y="1150"/>
                </a:lnTo>
                <a:lnTo>
                  <a:pt x="101" y="1271"/>
                </a:lnTo>
                <a:lnTo>
                  <a:pt x="202" y="1372"/>
                </a:lnTo>
                <a:lnTo>
                  <a:pt x="323" y="1473"/>
                </a:lnTo>
                <a:lnTo>
                  <a:pt x="465" y="1554"/>
                </a:lnTo>
                <a:lnTo>
                  <a:pt x="606" y="1594"/>
                </a:lnTo>
                <a:lnTo>
                  <a:pt x="727" y="1635"/>
                </a:lnTo>
                <a:lnTo>
                  <a:pt x="868" y="1635"/>
                </a:lnTo>
                <a:lnTo>
                  <a:pt x="989" y="1655"/>
                </a:lnTo>
                <a:lnTo>
                  <a:pt x="1211" y="1635"/>
                </a:lnTo>
                <a:lnTo>
                  <a:pt x="1433" y="1574"/>
                </a:lnTo>
                <a:lnTo>
                  <a:pt x="1655" y="1514"/>
                </a:lnTo>
                <a:lnTo>
                  <a:pt x="1857" y="1392"/>
                </a:lnTo>
                <a:lnTo>
                  <a:pt x="2059" y="1271"/>
                </a:lnTo>
                <a:lnTo>
                  <a:pt x="2240" y="1130"/>
                </a:lnTo>
                <a:lnTo>
                  <a:pt x="2422" y="969"/>
                </a:lnTo>
                <a:lnTo>
                  <a:pt x="2563" y="807"/>
                </a:lnTo>
                <a:lnTo>
                  <a:pt x="2684" y="666"/>
                </a:lnTo>
                <a:lnTo>
                  <a:pt x="2705" y="585"/>
                </a:lnTo>
                <a:lnTo>
                  <a:pt x="2725" y="484"/>
                </a:lnTo>
                <a:lnTo>
                  <a:pt x="2725" y="424"/>
                </a:lnTo>
                <a:lnTo>
                  <a:pt x="2705" y="343"/>
                </a:lnTo>
                <a:lnTo>
                  <a:pt x="2684" y="283"/>
                </a:lnTo>
                <a:lnTo>
                  <a:pt x="2644" y="222"/>
                </a:lnTo>
                <a:lnTo>
                  <a:pt x="2523" y="121"/>
                </a:lnTo>
                <a:lnTo>
                  <a:pt x="2402" y="40"/>
                </a:lnTo>
                <a:lnTo>
                  <a:pt x="2220" y="0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77" name="Google Shape;2577;p32"/>
          <p:cNvSpPr/>
          <p:nvPr/>
        </p:nvSpPr>
        <p:spPr>
          <a:xfrm flipH="1">
            <a:off x="1296760" y="301322"/>
            <a:ext cx="100466" cy="101640"/>
          </a:xfrm>
          <a:custGeom>
            <a:rect b="b" l="l" r="r" t="t"/>
            <a:pathLst>
              <a:path extrusionOk="0" h="1818" w="1797">
                <a:moveTo>
                  <a:pt x="908" y="1"/>
                </a:moveTo>
                <a:lnTo>
                  <a:pt x="727" y="21"/>
                </a:lnTo>
                <a:lnTo>
                  <a:pt x="545" y="82"/>
                </a:lnTo>
                <a:lnTo>
                  <a:pt x="404" y="162"/>
                </a:lnTo>
                <a:lnTo>
                  <a:pt x="262" y="263"/>
                </a:lnTo>
                <a:lnTo>
                  <a:pt x="162" y="405"/>
                </a:lnTo>
                <a:lnTo>
                  <a:pt x="61" y="566"/>
                </a:lnTo>
                <a:lnTo>
                  <a:pt x="20" y="727"/>
                </a:lnTo>
                <a:lnTo>
                  <a:pt x="0" y="909"/>
                </a:lnTo>
                <a:lnTo>
                  <a:pt x="20" y="1091"/>
                </a:lnTo>
                <a:lnTo>
                  <a:pt x="61" y="1252"/>
                </a:lnTo>
                <a:lnTo>
                  <a:pt x="162" y="1414"/>
                </a:lnTo>
                <a:lnTo>
                  <a:pt x="262" y="1535"/>
                </a:lnTo>
                <a:lnTo>
                  <a:pt x="404" y="1656"/>
                </a:lnTo>
                <a:lnTo>
                  <a:pt x="545" y="1736"/>
                </a:lnTo>
                <a:lnTo>
                  <a:pt x="727" y="1797"/>
                </a:lnTo>
                <a:lnTo>
                  <a:pt x="908" y="1817"/>
                </a:lnTo>
                <a:lnTo>
                  <a:pt x="1090" y="1797"/>
                </a:lnTo>
                <a:lnTo>
                  <a:pt x="1251" y="1736"/>
                </a:lnTo>
                <a:lnTo>
                  <a:pt x="1413" y="1656"/>
                </a:lnTo>
                <a:lnTo>
                  <a:pt x="1534" y="1535"/>
                </a:lnTo>
                <a:lnTo>
                  <a:pt x="1655" y="1414"/>
                </a:lnTo>
                <a:lnTo>
                  <a:pt x="1736" y="1252"/>
                </a:lnTo>
                <a:lnTo>
                  <a:pt x="1776" y="1091"/>
                </a:lnTo>
                <a:lnTo>
                  <a:pt x="1796" y="909"/>
                </a:lnTo>
                <a:lnTo>
                  <a:pt x="1776" y="727"/>
                </a:lnTo>
                <a:lnTo>
                  <a:pt x="1736" y="566"/>
                </a:lnTo>
                <a:lnTo>
                  <a:pt x="1655" y="405"/>
                </a:lnTo>
                <a:lnTo>
                  <a:pt x="1534" y="263"/>
                </a:lnTo>
                <a:lnTo>
                  <a:pt x="1413" y="162"/>
                </a:lnTo>
                <a:lnTo>
                  <a:pt x="1251" y="82"/>
                </a:lnTo>
                <a:lnTo>
                  <a:pt x="1090" y="21"/>
                </a:lnTo>
                <a:lnTo>
                  <a:pt x="908" y="1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anks!">
  <p:cSld name="CUSTOM_6">
    <p:spTree>
      <p:nvGrpSpPr>
        <p:cNvPr id="2578" name="Shape 25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9" name="Google Shape;2579;p33"/>
          <p:cNvSpPr txBox="1"/>
          <p:nvPr>
            <p:ph idx="1" type="subTitle"/>
          </p:nvPr>
        </p:nvSpPr>
        <p:spPr>
          <a:xfrm>
            <a:off x="2642550" y="1587469"/>
            <a:ext cx="3858900" cy="640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580" name="Google Shape;2580;p33"/>
          <p:cNvSpPr txBox="1"/>
          <p:nvPr>
            <p:ph type="title"/>
          </p:nvPr>
        </p:nvSpPr>
        <p:spPr>
          <a:xfrm>
            <a:off x="2642550" y="558550"/>
            <a:ext cx="3858900" cy="640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6500"/>
              <a:buFont typeface="Dosis"/>
              <a:buNone/>
              <a:defRPr sz="6500"/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500"/>
              <a:buNone/>
              <a:defRPr sz="6500">
                <a:solidFill>
                  <a:schemeClr val="dk1"/>
                </a:solidFill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500"/>
              <a:buNone/>
              <a:defRPr sz="6500">
                <a:solidFill>
                  <a:schemeClr val="dk1"/>
                </a:solidFill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500"/>
              <a:buNone/>
              <a:defRPr sz="6500">
                <a:solidFill>
                  <a:schemeClr val="dk1"/>
                </a:solidFill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500"/>
              <a:buNone/>
              <a:defRPr sz="6500">
                <a:solidFill>
                  <a:schemeClr val="dk1"/>
                </a:solidFill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500"/>
              <a:buNone/>
              <a:defRPr sz="6500">
                <a:solidFill>
                  <a:schemeClr val="dk1"/>
                </a:solidFill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500"/>
              <a:buNone/>
              <a:defRPr sz="6500">
                <a:solidFill>
                  <a:schemeClr val="dk1"/>
                </a:solidFill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500"/>
              <a:buNone/>
              <a:defRPr sz="6500">
                <a:solidFill>
                  <a:schemeClr val="dk1"/>
                </a:solidFill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500"/>
              <a:buNone/>
              <a:defRPr sz="65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581" name="Google Shape;2581;p33"/>
          <p:cNvSpPr/>
          <p:nvPr/>
        </p:nvSpPr>
        <p:spPr>
          <a:xfrm flipH="1">
            <a:off x="7287940" y="0"/>
            <a:ext cx="18822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82" name="Google Shape;2582;p33"/>
          <p:cNvSpPr/>
          <p:nvPr/>
        </p:nvSpPr>
        <p:spPr>
          <a:xfrm flipH="1">
            <a:off x="250" y="0"/>
            <a:ext cx="18822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2583" name="Google Shape;2583;p33"/>
          <p:cNvGrpSpPr/>
          <p:nvPr/>
        </p:nvGrpSpPr>
        <p:grpSpPr>
          <a:xfrm>
            <a:off x="7825917" y="1997778"/>
            <a:ext cx="1209708" cy="1147945"/>
            <a:chOff x="5235125" y="2636100"/>
            <a:chExt cx="796175" cy="755525"/>
          </a:xfrm>
        </p:grpSpPr>
        <p:sp>
          <p:nvSpPr>
            <p:cNvPr id="2584" name="Google Shape;2584;p33"/>
            <p:cNvSpPr/>
            <p:nvPr/>
          </p:nvSpPr>
          <p:spPr>
            <a:xfrm>
              <a:off x="5779275" y="2943825"/>
              <a:ext cx="35175" cy="33150"/>
            </a:xfrm>
            <a:custGeom>
              <a:rect b="b" l="l" r="r" t="t"/>
              <a:pathLst>
                <a:path extrusionOk="0" h="1326" w="1407">
                  <a:moveTo>
                    <a:pt x="724" y="1"/>
                  </a:moveTo>
                  <a:lnTo>
                    <a:pt x="1" y="683"/>
                  </a:lnTo>
                  <a:lnTo>
                    <a:pt x="21" y="724"/>
                  </a:lnTo>
                  <a:lnTo>
                    <a:pt x="61" y="744"/>
                  </a:lnTo>
                  <a:lnTo>
                    <a:pt x="181" y="784"/>
                  </a:lnTo>
                  <a:lnTo>
                    <a:pt x="322" y="824"/>
                  </a:lnTo>
                  <a:lnTo>
                    <a:pt x="382" y="864"/>
                  </a:lnTo>
                  <a:lnTo>
                    <a:pt x="422" y="884"/>
                  </a:lnTo>
                  <a:lnTo>
                    <a:pt x="503" y="1005"/>
                  </a:lnTo>
                  <a:lnTo>
                    <a:pt x="583" y="1105"/>
                  </a:lnTo>
                  <a:lnTo>
                    <a:pt x="704" y="1326"/>
                  </a:lnTo>
                  <a:lnTo>
                    <a:pt x="1406" y="623"/>
                  </a:lnTo>
                  <a:lnTo>
                    <a:pt x="724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85" name="Google Shape;2585;p33"/>
            <p:cNvSpPr/>
            <p:nvPr/>
          </p:nvSpPr>
          <p:spPr>
            <a:xfrm>
              <a:off x="5885700" y="3044725"/>
              <a:ext cx="37175" cy="34675"/>
            </a:xfrm>
            <a:custGeom>
              <a:rect b="b" l="l" r="r" t="t"/>
              <a:pathLst>
                <a:path extrusionOk="0" h="1387" w="1487">
                  <a:moveTo>
                    <a:pt x="764" y="1"/>
                  </a:moveTo>
                  <a:lnTo>
                    <a:pt x="663" y="222"/>
                  </a:lnTo>
                  <a:lnTo>
                    <a:pt x="603" y="322"/>
                  </a:lnTo>
                  <a:lnTo>
                    <a:pt x="543" y="402"/>
                  </a:lnTo>
                  <a:lnTo>
                    <a:pt x="422" y="483"/>
                  </a:lnTo>
                  <a:lnTo>
                    <a:pt x="302" y="543"/>
                  </a:lnTo>
                  <a:lnTo>
                    <a:pt x="1" y="703"/>
                  </a:lnTo>
                  <a:lnTo>
                    <a:pt x="262" y="824"/>
                  </a:lnTo>
                  <a:lnTo>
                    <a:pt x="483" y="985"/>
                  </a:lnTo>
                  <a:lnTo>
                    <a:pt x="583" y="1065"/>
                  </a:lnTo>
                  <a:lnTo>
                    <a:pt x="643" y="1165"/>
                  </a:lnTo>
                  <a:lnTo>
                    <a:pt x="723" y="1266"/>
                  </a:lnTo>
                  <a:lnTo>
                    <a:pt x="764" y="1386"/>
                  </a:lnTo>
                  <a:lnTo>
                    <a:pt x="1486" y="703"/>
                  </a:lnTo>
                  <a:lnTo>
                    <a:pt x="764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86" name="Google Shape;2586;p33"/>
            <p:cNvSpPr/>
            <p:nvPr/>
          </p:nvSpPr>
          <p:spPr>
            <a:xfrm>
              <a:off x="5562925" y="2636100"/>
              <a:ext cx="35675" cy="33175"/>
            </a:xfrm>
            <a:custGeom>
              <a:rect b="b" l="l" r="r" t="t"/>
              <a:pathLst>
                <a:path extrusionOk="0" h="1327" w="1427">
                  <a:moveTo>
                    <a:pt x="723" y="1"/>
                  </a:moveTo>
                  <a:lnTo>
                    <a:pt x="1" y="684"/>
                  </a:lnTo>
                  <a:lnTo>
                    <a:pt x="221" y="784"/>
                  </a:lnTo>
                  <a:lnTo>
                    <a:pt x="322" y="824"/>
                  </a:lnTo>
                  <a:lnTo>
                    <a:pt x="422" y="884"/>
                  </a:lnTo>
                  <a:lnTo>
                    <a:pt x="502" y="1005"/>
                  </a:lnTo>
                  <a:lnTo>
                    <a:pt x="583" y="1105"/>
                  </a:lnTo>
                  <a:lnTo>
                    <a:pt x="723" y="1326"/>
                  </a:lnTo>
                  <a:lnTo>
                    <a:pt x="1426" y="643"/>
                  </a:lnTo>
                  <a:lnTo>
                    <a:pt x="723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87" name="Google Shape;2587;p33"/>
            <p:cNvSpPr/>
            <p:nvPr/>
          </p:nvSpPr>
          <p:spPr>
            <a:xfrm>
              <a:off x="5672850" y="2636100"/>
              <a:ext cx="33175" cy="32175"/>
            </a:xfrm>
            <a:custGeom>
              <a:rect b="b" l="l" r="r" t="t"/>
              <a:pathLst>
                <a:path extrusionOk="0" h="1287" w="1327">
                  <a:moveTo>
                    <a:pt x="664" y="1"/>
                  </a:moveTo>
                  <a:lnTo>
                    <a:pt x="1" y="664"/>
                  </a:lnTo>
                  <a:lnTo>
                    <a:pt x="664" y="1286"/>
                  </a:lnTo>
                  <a:lnTo>
                    <a:pt x="1326" y="623"/>
                  </a:lnTo>
                  <a:lnTo>
                    <a:pt x="664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88" name="Google Shape;2588;p33"/>
            <p:cNvSpPr/>
            <p:nvPr/>
          </p:nvSpPr>
          <p:spPr>
            <a:xfrm>
              <a:off x="5886700" y="3351450"/>
              <a:ext cx="37675" cy="36675"/>
            </a:xfrm>
            <a:custGeom>
              <a:rect b="b" l="l" r="r" t="t"/>
              <a:pathLst>
                <a:path extrusionOk="0" h="1467" w="1507">
                  <a:moveTo>
                    <a:pt x="683" y="0"/>
                  </a:moveTo>
                  <a:lnTo>
                    <a:pt x="663" y="161"/>
                  </a:lnTo>
                  <a:lnTo>
                    <a:pt x="603" y="281"/>
                  </a:lnTo>
                  <a:lnTo>
                    <a:pt x="523" y="362"/>
                  </a:lnTo>
                  <a:lnTo>
                    <a:pt x="422" y="442"/>
                  </a:lnTo>
                  <a:lnTo>
                    <a:pt x="202" y="583"/>
                  </a:lnTo>
                  <a:lnTo>
                    <a:pt x="81" y="663"/>
                  </a:lnTo>
                  <a:lnTo>
                    <a:pt x="1" y="743"/>
                  </a:lnTo>
                  <a:lnTo>
                    <a:pt x="222" y="884"/>
                  </a:lnTo>
                  <a:lnTo>
                    <a:pt x="443" y="1004"/>
                  </a:lnTo>
                  <a:lnTo>
                    <a:pt x="523" y="1105"/>
                  </a:lnTo>
                  <a:lnTo>
                    <a:pt x="603" y="1205"/>
                  </a:lnTo>
                  <a:lnTo>
                    <a:pt x="663" y="1326"/>
                  </a:lnTo>
                  <a:lnTo>
                    <a:pt x="683" y="1466"/>
                  </a:lnTo>
                  <a:lnTo>
                    <a:pt x="764" y="1446"/>
                  </a:lnTo>
                  <a:lnTo>
                    <a:pt x="824" y="1406"/>
                  </a:lnTo>
                  <a:lnTo>
                    <a:pt x="864" y="1346"/>
                  </a:lnTo>
                  <a:lnTo>
                    <a:pt x="904" y="1285"/>
                  </a:lnTo>
                  <a:lnTo>
                    <a:pt x="965" y="1145"/>
                  </a:lnTo>
                  <a:lnTo>
                    <a:pt x="985" y="1085"/>
                  </a:lnTo>
                  <a:lnTo>
                    <a:pt x="1025" y="1044"/>
                  </a:lnTo>
                  <a:lnTo>
                    <a:pt x="1145" y="964"/>
                  </a:lnTo>
                  <a:lnTo>
                    <a:pt x="1266" y="884"/>
                  </a:lnTo>
                  <a:lnTo>
                    <a:pt x="1507" y="743"/>
                  </a:lnTo>
                  <a:lnTo>
                    <a:pt x="68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89" name="Google Shape;2589;p33"/>
            <p:cNvSpPr/>
            <p:nvPr/>
          </p:nvSpPr>
          <p:spPr>
            <a:xfrm>
              <a:off x="5563925" y="2738525"/>
              <a:ext cx="35675" cy="34150"/>
            </a:xfrm>
            <a:custGeom>
              <a:rect b="b" l="l" r="r" t="t"/>
              <a:pathLst>
                <a:path extrusionOk="0" h="1366" w="1427">
                  <a:moveTo>
                    <a:pt x="703" y="0"/>
                  </a:moveTo>
                  <a:lnTo>
                    <a:pt x="1" y="643"/>
                  </a:lnTo>
                  <a:lnTo>
                    <a:pt x="744" y="1366"/>
                  </a:lnTo>
                  <a:lnTo>
                    <a:pt x="784" y="1225"/>
                  </a:lnTo>
                  <a:lnTo>
                    <a:pt x="844" y="1125"/>
                  </a:lnTo>
                  <a:lnTo>
                    <a:pt x="924" y="1024"/>
                  </a:lnTo>
                  <a:lnTo>
                    <a:pt x="1005" y="944"/>
                  </a:lnTo>
                  <a:lnTo>
                    <a:pt x="1105" y="864"/>
                  </a:lnTo>
                  <a:lnTo>
                    <a:pt x="1205" y="803"/>
                  </a:lnTo>
                  <a:lnTo>
                    <a:pt x="1426" y="683"/>
                  </a:lnTo>
                  <a:lnTo>
                    <a:pt x="1346" y="582"/>
                  </a:lnTo>
                  <a:lnTo>
                    <a:pt x="1266" y="522"/>
                  </a:lnTo>
                  <a:lnTo>
                    <a:pt x="1045" y="402"/>
                  </a:lnTo>
                  <a:lnTo>
                    <a:pt x="964" y="342"/>
                  </a:lnTo>
                  <a:lnTo>
                    <a:pt x="884" y="281"/>
                  </a:lnTo>
                  <a:lnTo>
                    <a:pt x="824" y="181"/>
                  </a:lnTo>
                  <a:lnTo>
                    <a:pt x="804" y="40"/>
                  </a:lnTo>
                  <a:lnTo>
                    <a:pt x="784" y="20"/>
                  </a:lnTo>
                  <a:lnTo>
                    <a:pt x="744" y="20"/>
                  </a:lnTo>
                  <a:lnTo>
                    <a:pt x="70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90" name="Google Shape;2590;p33"/>
            <p:cNvSpPr/>
            <p:nvPr/>
          </p:nvSpPr>
          <p:spPr>
            <a:xfrm>
              <a:off x="5671350" y="2738025"/>
              <a:ext cx="35675" cy="35650"/>
            </a:xfrm>
            <a:custGeom>
              <a:rect b="b" l="l" r="r" t="t"/>
              <a:pathLst>
                <a:path extrusionOk="0" h="1426" w="1427">
                  <a:moveTo>
                    <a:pt x="724" y="0"/>
                  </a:moveTo>
                  <a:lnTo>
                    <a:pt x="1" y="703"/>
                  </a:lnTo>
                  <a:lnTo>
                    <a:pt x="121" y="743"/>
                  </a:lnTo>
                  <a:lnTo>
                    <a:pt x="242" y="823"/>
                  </a:lnTo>
                  <a:lnTo>
                    <a:pt x="342" y="884"/>
                  </a:lnTo>
                  <a:lnTo>
                    <a:pt x="422" y="984"/>
                  </a:lnTo>
                  <a:lnTo>
                    <a:pt x="603" y="1185"/>
                  </a:lnTo>
                  <a:lnTo>
                    <a:pt x="744" y="1426"/>
                  </a:lnTo>
                  <a:lnTo>
                    <a:pt x="844" y="1165"/>
                  </a:lnTo>
                  <a:lnTo>
                    <a:pt x="904" y="1064"/>
                  </a:lnTo>
                  <a:lnTo>
                    <a:pt x="964" y="984"/>
                  </a:lnTo>
                  <a:lnTo>
                    <a:pt x="1065" y="904"/>
                  </a:lnTo>
                  <a:lnTo>
                    <a:pt x="1185" y="823"/>
                  </a:lnTo>
                  <a:lnTo>
                    <a:pt x="1426" y="683"/>
                  </a:lnTo>
                  <a:lnTo>
                    <a:pt x="724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91" name="Google Shape;2591;p33"/>
            <p:cNvSpPr/>
            <p:nvPr/>
          </p:nvSpPr>
          <p:spPr>
            <a:xfrm>
              <a:off x="5780775" y="2738525"/>
              <a:ext cx="33675" cy="31150"/>
            </a:xfrm>
            <a:custGeom>
              <a:rect b="b" l="l" r="r" t="t"/>
              <a:pathLst>
                <a:path extrusionOk="0" h="1246" w="1347">
                  <a:moveTo>
                    <a:pt x="664" y="0"/>
                  </a:moveTo>
                  <a:lnTo>
                    <a:pt x="1" y="663"/>
                  </a:lnTo>
                  <a:lnTo>
                    <a:pt x="664" y="1245"/>
                  </a:lnTo>
                  <a:lnTo>
                    <a:pt x="1346" y="663"/>
                  </a:lnTo>
                  <a:lnTo>
                    <a:pt x="664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92" name="Google Shape;2592;p33"/>
            <p:cNvSpPr/>
            <p:nvPr/>
          </p:nvSpPr>
          <p:spPr>
            <a:xfrm>
              <a:off x="5777775" y="3352450"/>
              <a:ext cx="38175" cy="34150"/>
            </a:xfrm>
            <a:custGeom>
              <a:rect b="b" l="l" r="r" t="t"/>
              <a:pathLst>
                <a:path extrusionOk="0" h="1366" w="1527">
                  <a:moveTo>
                    <a:pt x="703" y="0"/>
                  </a:moveTo>
                  <a:lnTo>
                    <a:pt x="663" y="121"/>
                  </a:lnTo>
                  <a:lnTo>
                    <a:pt x="623" y="221"/>
                  </a:lnTo>
                  <a:lnTo>
                    <a:pt x="563" y="322"/>
                  </a:lnTo>
                  <a:lnTo>
                    <a:pt x="462" y="402"/>
                  </a:lnTo>
                  <a:lnTo>
                    <a:pt x="382" y="462"/>
                  </a:lnTo>
                  <a:lnTo>
                    <a:pt x="262" y="522"/>
                  </a:lnTo>
                  <a:lnTo>
                    <a:pt x="1" y="623"/>
                  </a:lnTo>
                  <a:lnTo>
                    <a:pt x="41" y="683"/>
                  </a:lnTo>
                  <a:lnTo>
                    <a:pt x="61" y="723"/>
                  </a:lnTo>
                  <a:lnTo>
                    <a:pt x="161" y="804"/>
                  </a:lnTo>
                  <a:lnTo>
                    <a:pt x="282" y="884"/>
                  </a:lnTo>
                  <a:lnTo>
                    <a:pt x="402" y="924"/>
                  </a:lnTo>
                  <a:lnTo>
                    <a:pt x="523" y="1004"/>
                  </a:lnTo>
                  <a:lnTo>
                    <a:pt x="623" y="1085"/>
                  </a:lnTo>
                  <a:lnTo>
                    <a:pt x="643" y="1125"/>
                  </a:lnTo>
                  <a:lnTo>
                    <a:pt x="683" y="1185"/>
                  </a:lnTo>
                  <a:lnTo>
                    <a:pt x="683" y="1265"/>
                  </a:lnTo>
                  <a:lnTo>
                    <a:pt x="683" y="1346"/>
                  </a:lnTo>
                  <a:lnTo>
                    <a:pt x="743" y="1366"/>
                  </a:lnTo>
                  <a:lnTo>
                    <a:pt x="784" y="1366"/>
                  </a:lnTo>
                  <a:lnTo>
                    <a:pt x="1527" y="663"/>
                  </a:lnTo>
                  <a:lnTo>
                    <a:pt x="1426" y="583"/>
                  </a:lnTo>
                  <a:lnTo>
                    <a:pt x="1326" y="543"/>
                  </a:lnTo>
                  <a:lnTo>
                    <a:pt x="1145" y="422"/>
                  </a:lnTo>
                  <a:lnTo>
                    <a:pt x="1045" y="362"/>
                  </a:lnTo>
                  <a:lnTo>
                    <a:pt x="984" y="261"/>
                  </a:lnTo>
                  <a:lnTo>
                    <a:pt x="924" y="161"/>
                  </a:lnTo>
                  <a:lnTo>
                    <a:pt x="904" y="41"/>
                  </a:lnTo>
                  <a:lnTo>
                    <a:pt x="864" y="21"/>
                  </a:lnTo>
                  <a:lnTo>
                    <a:pt x="824" y="21"/>
                  </a:lnTo>
                  <a:lnTo>
                    <a:pt x="70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93" name="Google Shape;2593;p33"/>
            <p:cNvSpPr/>
            <p:nvPr/>
          </p:nvSpPr>
          <p:spPr>
            <a:xfrm>
              <a:off x="5669350" y="3350450"/>
              <a:ext cx="40175" cy="39175"/>
            </a:xfrm>
            <a:custGeom>
              <a:rect b="b" l="l" r="r" t="t"/>
              <a:pathLst>
                <a:path extrusionOk="0" h="1567" w="1607">
                  <a:moveTo>
                    <a:pt x="864" y="0"/>
                  </a:moveTo>
                  <a:lnTo>
                    <a:pt x="783" y="20"/>
                  </a:lnTo>
                  <a:lnTo>
                    <a:pt x="723" y="60"/>
                  </a:lnTo>
                  <a:lnTo>
                    <a:pt x="683" y="121"/>
                  </a:lnTo>
                  <a:lnTo>
                    <a:pt x="663" y="181"/>
                  </a:lnTo>
                  <a:lnTo>
                    <a:pt x="623" y="321"/>
                  </a:lnTo>
                  <a:lnTo>
                    <a:pt x="583" y="382"/>
                  </a:lnTo>
                  <a:lnTo>
                    <a:pt x="542" y="422"/>
                  </a:lnTo>
                  <a:lnTo>
                    <a:pt x="422" y="522"/>
                  </a:lnTo>
                  <a:lnTo>
                    <a:pt x="281" y="602"/>
                  </a:lnTo>
                  <a:lnTo>
                    <a:pt x="0" y="763"/>
                  </a:lnTo>
                  <a:lnTo>
                    <a:pt x="201" y="763"/>
                  </a:lnTo>
                  <a:lnTo>
                    <a:pt x="281" y="803"/>
                  </a:lnTo>
                  <a:lnTo>
                    <a:pt x="362" y="823"/>
                  </a:lnTo>
                  <a:lnTo>
                    <a:pt x="402" y="884"/>
                  </a:lnTo>
                  <a:lnTo>
                    <a:pt x="462" y="944"/>
                  </a:lnTo>
                  <a:lnTo>
                    <a:pt x="542" y="1064"/>
                  </a:lnTo>
                  <a:lnTo>
                    <a:pt x="603" y="1225"/>
                  </a:lnTo>
                  <a:lnTo>
                    <a:pt x="703" y="1366"/>
                  </a:lnTo>
                  <a:lnTo>
                    <a:pt x="743" y="1426"/>
                  </a:lnTo>
                  <a:lnTo>
                    <a:pt x="804" y="1486"/>
                  </a:lnTo>
                  <a:lnTo>
                    <a:pt x="884" y="1526"/>
                  </a:lnTo>
                  <a:lnTo>
                    <a:pt x="964" y="1566"/>
                  </a:lnTo>
                  <a:lnTo>
                    <a:pt x="924" y="1466"/>
                  </a:lnTo>
                  <a:lnTo>
                    <a:pt x="924" y="1366"/>
                  </a:lnTo>
                  <a:lnTo>
                    <a:pt x="924" y="1285"/>
                  </a:lnTo>
                  <a:lnTo>
                    <a:pt x="944" y="1225"/>
                  </a:lnTo>
                  <a:lnTo>
                    <a:pt x="964" y="1165"/>
                  </a:lnTo>
                  <a:lnTo>
                    <a:pt x="1024" y="1104"/>
                  </a:lnTo>
                  <a:lnTo>
                    <a:pt x="1125" y="1024"/>
                  </a:lnTo>
                  <a:lnTo>
                    <a:pt x="1265" y="964"/>
                  </a:lnTo>
                  <a:lnTo>
                    <a:pt x="1406" y="884"/>
                  </a:lnTo>
                  <a:lnTo>
                    <a:pt x="1526" y="783"/>
                  </a:lnTo>
                  <a:lnTo>
                    <a:pt x="1567" y="723"/>
                  </a:lnTo>
                  <a:lnTo>
                    <a:pt x="1607" y="643"/>
                  </a:lnTo>
                  <a:lnTo>
                    <a:pt x="1446" y="643"/>
                  </a:lnTo>
                  <a:lnTo>
                    <a:pt x="1306" y="623"/>
                  </a:lnTo>
                  <a:lnTo>
                    <a:pt x="1205" y="562"/>
                  </a:lnTo>
                  <a:lnTo>
                    <a:pt x="1105" y="482"/>
                  </a:lnTo>
                  <a:lnTo>
                    <a:pt x="1024" y="382"/>
                  </a:lnTo>
                  <a:lnTo>
                    <a:pt x="964" y="261"/>
                  </a:lnTo>
                  <a:lnTo>
                    <a:pt x="864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94" name="Google Shape;2594;p33"/>
            <p:cNvSpPr/>
            <p:nvPr/>
          </p:nvSpPr>
          <p:spPr>
            <a:xfrm>
              <a:off x="5562425" y="3350950"/>
              <a:ext cx="41700" cy="38175"/>
            </a:xfrm>
            <a:custGeom>
              <a:rect b="b" l="l" r="r" t="t"/>
              <a:pathLst>
                <a:path extrusionOk="0" h="1527" w="1668">
                  <a:moveTo>
                    <a:pt x="683" y="0"/>
                  </a:moveTo>
                  <a:lnTo>
                    <a:pt x="543" y="281"/>
                  </a:lnTo>
                  <a:lnTo>
                    <a:pt x="462" y="402"/>
                  </a:lnTo>
                  <a:lnTo>
                    <a:pt x="382" y="502"/>
                  </a:lnTo>
                  <a:lnTo>
                    <a:pt x="322" y="542"/>
                  </a:lnTo>
                  <a:lnTo>
                    <a:pt x="261" y="562"/>
                  </a:lnTo>
                  <a:lnTo>
                    <a:pt x="141" y="582"/>
                  </a:lnTo>
                  <a:lnTo>
                    <a:pt x="81" y="603"/>
                  </a:lnTo>
                  <a:lnTo>
                    <a:pt x="21" y="623"/>
                  </a:lnTo>
                  <a:lnTo>
                    <a:pt x="0" y="663"/>
                  </a:lnTo>
                  <a:lnTo>
                    <a:pt x="0" y="703"/>
                  </a:lnTo>
                  <a:lnTo>
                    <a:pt x="844" y="1526"/>
                  </a:lnTo>
                  <a:lnTo>
                    <a:pt x="884" y="1366"/>
                  </a:lnTo>
                  <a:lnTo>
                    <a:pt x="924" y="1245"/>
                  </a:lnTo>
                  <a:lnTo>
                    <a:pt x="1004" y="1145"/>
                  </a:lnTo>
                  <a:lnTo>
                    <a:pt x="1105" y="1044"/>
                  </a:lnTo>
                  <a:lnTo>
                    <a:pt x="1225" y="964"/>
                  </a:lnTo>
                  <a:lnTo>
                    <a:pt x="1346" y="884"/>
                  </a:lnTo>
                  <a:lnTo>
                    <a:pt x="1667" y="743"/>
                  </a:lnTo>
                  <a:lnTo>
                    <a:pt x="1265" y="562"/>
                  </a:lnTo>
                  <a:lnTo>
                    <a:pt x="1125" y="482"/>
                  </a:lnTo>
                  <a:lnTo>
                    <a:pt x="1004" y="402"/>
                  </a:lnTo>
                  <a:lnTo>
                    <a:pt x="964" y="362"/>
                  </a:lnTo>
                  <a:lnTo>
                    <a:pt x="944" y="301"/>
                  </a:lnTo>
                  <a:lnTo>
                    <a:pt x="904" y="161"/>
                  </a:lnTo>
                  <a:lnTo>
                    <a:pt x="884" y="101"/>
                  </a:lnTo>
                  <a:lnTo>
                    <a:pt x="844" y="40"/>
                  </a:lnTo>
                  <a:lnTo>
                    <a:pt x="784" y="20"/>
                  </a:lnTo>
                  <a:lnTo>
                    <a:pt x="68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95" name="Google Shape;2595;p33"/>
            <p:cNvSpPr/>
            <p:nvPr/>
          </p:nvSpPr>
          <p:spPr>
            <a:xfrm>
              <a:off x="5455500" y="3351450"/>
              <a:ext cx="41700" cy="38175"/>
            </a:xfrm>
            <a:custGeom>
              <a:rect b="b" l="l" r="r" t="t"/>
              <a:pathLst>
                <a:path extrusionOk="0" h="1527" w="1668">
                  <a:moveTo>
                    <a:pt x="743" y="0"/>
                  </a:moveTo>
                  <a:lnTo>
                    <a:pt x="0" y="723"/>
                  </a:lnTo>
                  <a:lnTo>
                    <a:pt x="784" y="1526"/>
                  </a:lnTo>
                  <a:lnTo>
                    <a:pt x="824" y="1386"/>
                  </a:lnTo>
                  <a:lnTo>
                    <a:pt x="884" y="1245"/>
                  </a:lnTo>
                  <a:lnTo>
                    <a:pt x="964" y="1125"/>
                  </a:lnTo>
                  <a:lnTo>
                    <a:pt x="1065" y="1044"/>
                  </a:lnTo>
                  <a:lnTo>
                    <a:pt x="1185" y="964"/>
                  </a:lnTo>
                  <a:lnTo>
                    <a:pt x="1326" y="884"/>
                  </a:lnTo>
                  <a:lnTo>
                    <a:pt x="1667" y="743"/>
                  </a:lnTo>
                  <a:lnTo>
                    <a:pt x="1266" y="583"/>
                  </a:lnTo>
                  <a:lnTo>
                    <a:pt x="1125" y="502"/>
                  </a:lnTo>
                  <a:lnTo>
                    <a:pt x="1025" y="442"/>
                  </a:lnTo>
                  <a:lnTo>
                    <a:pt x="944" y="342"/>
                  </a:lnTo>
                  <a:lnTo>
                    <a:pt x="864" y="221"/>
                  </a:lnTo>
                  <a:lnTo>
                    <a:pt x="74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96" name="Google Shape;2596;p33"/>
            <p:cNvSpPr/>
            <p:nvPr/>
          </p:nvSpPr>
          <p:spPr>
            <a:xfrm>
              <a:off x="5887700" y="3250550"/>
              <a:ext cx="36675" cy="34150"/>
            </a:xfrm>
            <a:custGeom>
              <a:rect b="b" l="l" r="r" t="t"/>
              <a:pathLst>
                <a:path extrusionOk="0" h="1366" w="1467">
                  <a:moveTo>
                    <a:pt x="724" y="0"/>
                  </a:moveTo>
                  <a:lnTo>
                    <a:pt x="1" y="663"/>
                  </a:lnTo>
                  <a:lnTo>
                    <a:pt x="744" y="1366"/>
                  </a:lnTo>
                  <a:lnTo>
                    <a:pt x="864" y="1145"/>
                  </a:lnTo>
                  <a:lnTo>
                    <a:pt x="1025" y="964"/>
                  </a:lnTo>
                  <a:lnTo>
                    <a:pt x="1125" y="884"/>
                  </a:lnTo>
                  <a:lnTo>
                    <a:pt x="1226" y="803"/>
                  </a:lnTo>
                  <a:lnTo>
                    <a:pt x="1346" y="743"/>
                  </a:lnTo>
                  <a:lnTo>
                    <a:pt x="1467" y="703"/>
                  </a:lnTo>
                  <a:lnTo>
                    <a:pt x="1386" y="603"/>
                  </a:lnTo>
                  <a:lnTo>
                    <a:pt x="1286" y="542"/>
                  </a:lnTo>
                  <a:lnTo>
                    <a:pt x="1085" y="422"/>
                  </a:lnTo>
                  <a:lnTo>
                    <a:pt x="985" y="342"/>
                  </a:lnTo>
                  <a:lnTo>
                    <a:pt x="904" y="261"/>
                  </a:lnTo>
                  <a:lnTo>
                    <a:pt x="864" y="161"/>
                  </a:lnTo>
                  <a:lnTo>
                    <a:pt x="824" y="40"/>
                  </a:lnTo>
                  <a:lnTo>
                    <a:pt x="804" y="20"/>
                  </a:lnTo>
                  <a:lnTo>
                    <a:pt x="764" y="20"/>
                  </a:lnTo>
                  <a:lnTo>
                    <a:pt x="724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97" name="Google Shape;2597;p33"/>
            <p:cNvSpPr/>
            <p:nvPr/>
          </p:nvSpPr>
          <p:spPr>
            <a:xfrm>
              <a:off x="5558900" y="2837900"/>
              <a:ext cx="42200" cy="36675"/>
            </a:xfrm>
            <a:custGeom>
              <a:rect b="b" l="l" r="r" t="t"/>
              <a:pathLst>
                <a:path extrusionOk="0" h="1467" w="1688">
                  <a:moveTo>
                    <a:pt x="864" y="1"/>
                  </a:moveTo>
                  <a:lnTo>
                    <a:pt x="764" y="262"/>
                  </a:lnTo>
                  <a:lnTo>
                    <a:pt x="704" y="362"/>
                  </a:lnTo>
                  <a:lnTo>
                    <a:pt x="643" y="463"/>
                  </a:lnTo>
                  <a:lnTo>
                    <a:pt x="523" y="543"/>
                  </a:lnTo>
                  <a:lnTo>
                    <a:pt x="382" y="623"/>
                  </a:lnTo>
                  <a:lnTo>
                    <a:pt x="1" y="844"/>
                  </a:lnTo>
                  <a:lnTo>
                    <a:pt x="162" y="864"/>
                  </a:lnTo>
                  <a:lnTo>
                    <a:pt x="302" y="904"/>
                  </a:lnTo>
                  <a:lnTo>
                    <a:pt x="423" y="965"/>
                  </a:lnTo>
                  <a:lnTo>
                    <a:pt x="543" y="1025"/>
                  </a:lnTo>
                  <a:lnTo>
                    <a:pt x="623" y="1085"/>
                  </a:lnTo>
                  <a:lnTo>
                    <a:pt x="704" y="1186"/>
                  </a:lnTo>
                  <a:lnTo>
                    <a:pt x="744" y="1286"/>
                  </a:lnTo>
                  <a:lnTo>
                    <a:pt x="784" y="1406"/>
                  </a:lnTo>
                  <a:lnTo>
                    <a:pt x="804" y="1427"/>
                  </a:lnTo>
                  <a:lnTo>
                    <a:pt x="864" y="1447"/>
                  </a:lnTo>
                  <a:lnTo>
                    <a:pt x="985" y="1467"/>
                  </a:lnTo>
                  <a:lnTo>
                    <a:pt x="1045" y="1286"/>
                  </a:lnTo>
                  <a:lnTo>
                    <a:pt x="1065" y="1206"/>
                  </a:lnTo>
                  <a:lnTo>
                    <a:pt x="1105" y="1145"/>
                  </a:lnTo>
                  <a:lnTo>
                    <a:pt x="1246" y="1045"/>
                  </a:lnTo>
                  <a:lnTo>
                    <a:pt x="1386" y="945"/>
                  </a:lnTo>
                  <a:lnTo>
                    <a:pt x="1688" y="744"/>
                  </a:lnTo>
                  <a:lnTo>
                    <a:pt x="1547" y="684"/>
                  </a:lnTo>
                  <a:lnTo>
                    <a:pt x="1427" y="623"/>
                  </a:lnTo>
                  <a:lnTo>
                    <a:pt x="1306" y="543"/>
                  </a:lnTo>
                  <a:lnTo>
                    <a:pt x="1206" y="463"/>
                  </a:lnTo>
                  <a:lnTo>
                    <a:pt x="1105" y="362"/>
                  </a:lnTo>
                  <a:lnTo>
                    <a:pt x="1025" y="262"/>
                  </a:lnTo>
                  <a:lnTo>
                    <a:pt x="864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98" name="Google Shape;2598;p33"/>
            <p:cNvSpPr/>
            <p:nvPr/>
          </p:nvSpPr>
          <p:spPr>
            <a:xfrm>
              <a:off x="5672350" y="2840925"/>
              <a:ext cx="35175" cy="33150"/>
            </a:xfrm>
            <a:custGeom>
              <a:rect b="b" l="l" r="r" t="t"/>
              <a:pathLst>
                <a:path extrusionOk="0" h="1326" w="1407">
                  <a:moveTo>
                    <a:pt x="684" y="0"/>
                  </a:moveTo>
                  <a:lnTo>
                    <a:pt x="1" y="663"/>
                  </a:lnTo>
                  <a:lnTo>
                    <a:pt x="724" y="1326"/>
                  </a:lnTo>
                  <a:lnTo>
                    <a:pt x="764" y="1225"/>
                  </a:lnTo>
                  <a:lnTo>
                    <a:pt x="824" y="1105"/>
                  </a:lnTo>
                  <a:lnTo>
                    <a:pt x="904" y="1024"/>
                  </a:lnTo>
                  <a:lnTo>
                    <a:pt x="985" y="944"/>
                  </a:lnTo>
                  <a:lnTo>
                    <a:pt x="1186" y="804"/>
                  </a:lnTo>
                  <a:lnTo>
                    <a:pt x="1406" y="683"/>
                  </a:lnTo>
                  <a:lnTo>
                    <a:pt x="1326" y="583"/>
                  </a:lnTo>
                  <a:lnTo>
                    <a:pt x="1246" y="522"/>
                  </a:lnTo>
                  <a:lnTo>
                    <a:pt x="1045" y="402"/>
                  </a:lnTo>
                  <a:lnTo>
                    <a:pt x="945" y="342"/>
                  </a:lnTo>
                  <a:lnTo>
                    <a:pt x="864" y="261"/>
                  </a:lnTo>
                  <a:lnTo>
                    <a:pt x="804" y="161"/>
                  </a:lnTo>
                  <a:lnTo>
                    <a:pt x="784" y="41"/>
                  </a:lnTo>
                  <a:lnTo>
                    <a:pt x="764" y="20"/>
                  </a:lnTo>
                  <a:lnTo>
                    <a:pt x="724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99" name="Google Shape;2599;p33"/>
            <p:cNvSpPr/>
            <p:nvPr/>
          </p:nvSpPr>
          <p:spPr>
            <a:xfrm>
              <a:off x="5780775" y="2841425"/>
              <a:ext cx="33675" cy="31650"/>
            </a:xfrm>
            <a:custGeom>
              <a:rect b="b" l="l" r="r" t="t"/>
              <a:pathLst>
                <a:path extrusionOk="0" h="1266" w="1347">
                  <a:moveTo>
                    <a:pt x="664" y="0"/>
                  </a:moveTo>
                  <a:lnTo>
                    <a:pt x="1" y="623"/>
                  </a:lnTo>
                  <a:lnTo>
                    <a:pt x="684" y="1265"/>
                  </a:lnTo>
                  <a:lnTo>
                    <a:pt x="1346" y="603"/>
                  </a:lnTo>
                  <a:lnTo>
                    <a:pt x="664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00" name="Google Shape;2600;p33"/>
            <p:cNvSpPr/>
            <p:nvPr/>
          </p:nvSpPr>
          <p:spPr>
            <a:xfrm>
              <a:off x="5779275" y="3246525"/>
              <a:ext cx="36175" cy="39675"/>
            </a:xfrm>
            <a:custGeom>
              <a:rect b="b" l="l" r="r" t="t"/>
              <a:pathLst>
                <a:path extrusionOk="0" h="1587" w="1447">
                  <a:moveTo>
                    <a:pt x="704" y="1"/>
                  </a:moveTo>
                  <a:lnTo>
                    <a:pt x="663" y="161"/>
                  </a:lnTo>
                  <a:lnTo>
                    <a:pt x="583" y="302"/>
                  </a:lnTo>
                  <a:lnTo>
                    <a:pt x="503" y="422"/>
                  </a:lnTo>
                  <a:lnTo>
                    <a:pt x="422" y="523"/>
                  </a:lnTo>
                  <a:lnTo>
                    <a:pt x="322" y="583"/>
                  </a:lnTo>
                  <a:lnTo>
                    <a:pt x="202" y="663"/>
                  </a:lnTo>
                  <a:lnTo>
                    <a:pt x="1" y="784"/>
                  </a:lnTo>
                  <a:lnTo>
                    <a:pt x="824" y="1587"/>
                  </a:lnTo>
                  <a:lnTo>
                    <a:pt x="844" y="1466"/>
                  </a:lnTo>
                  <a:lnTo>
                    <a:pt x="884" y="1346"/>
                  </a:lnTo>
                  <a:lnTo>
                    <a:pt x="924" y="1246"/>
                  </a:lnTo>
                  <a:lnTo>
                    <a:pt x="1005" y="1165"/>
                  </a:lnTo>
                  <a:lnTo>
                    <a:pt x="1065" y="1085"/>
                  </a:lnTo>
                  <a:lnTo>
                    <a:pt x="1165" y="1025"/>
                  </a:lnTo>
                  <a:lnTo>
                    <a:pt x="1266" y="964"/>
                  </a:lnTo>
                  <a:lnTo>
                    <a:pt x="1386" y="944"/>
                  </a:lnTo>
                  <a:lnTo>
                    <a:pt x="1406" y="904"/>
                  </a:lnTo>
                  <a:lnTo>
                    <a:pt x="1426" y="864"/>
                  </a:lnTo>
                  <a:lnTo>
                    <a:pt x="1446" y="744"/>
                  </a:lnTo>
                  <a:lnTo>
                    <a:pt x="1226" y="643"/>
                  </a:lnTo>
                  <a:lnTo>
                    <a:pt x="1125" y="603"/>
                  </a:lnTo>
                  <a:lnTo>
                    <a:pt x="1025" y="543"/>
                  </a:lnTo>
                  <a:lnTo>
                    <a:pt x="944" y="442"/>
                  </a:lnTo>
                  <a:lnTo>
                    <a:pt x="864" y="322"/>
                  </a:lnTo>
                  <a:lnTo>
                    <a:pt x="704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01" name="Google Shape;2601;p33"/>
            <p:cNvSpPr/>
            <p:nvPr/>
          </p:nvSpPr>
          <p:spPr>
            <a:xfrm>
              <a:off x="5670350" y="3249550"/>
              <a:ext cx="37675" cy="37675"/>
            </a:xfrm>
            <a:custGeom>
              <a:rect b="b" l="l" r="r" t="t"/>
              <a:pathLst>
                <a:path extrusionOk="0" h="1507" w="1507">
                  <a:moveTo>
                    <a:pt x="824" y="0"/>
                  </a:moveTo>
                  <a:lnTo>
                    <a:pt x="1" y="743"/>
                  </a:lnTo>
                  <a:lnTo>
                    <a:pt x="262" y="864"/>
                  </a:lnTo>
                  <a:lnTo>
                    <a:pt x="382" y="944"/>
                  </a:lnTo>
                  <a:lnTo>
                    <a:pt x="482" y="1024"/>
                  </a:lnTo>
                  <a:lnTo>
                    <a:pt x="563" y="1125"/>
                  </a:lnTo>
                  <a:lnTo>
                    <a:pt x="623" y="1245"/>
                  </a:lnTo>
                  <a:lnTo>
                    <a:pt x="764" y="1506"/>
                  </a:lnTo>
                  <a:lnTo>
                    <a:pt x="944" y="1205"/>
                  </a:lnTo>
                  <a:lnTo>
                    <a:pt x="1105" y="964"/>
                  </a:lnTo>
                  <a:lnTo>
                    <a:pt x="1145" y="924"/>
                  </a:lnTo>
                  <a:lnTo>
                    <a:pt x="1205" y="904"/>
                  </a:lnTo>
                  <a:lnTo>
                    <a:pt x="1346" y="864"/>
                  </a:lnTo>
                  <a:lnTo>
                    <a:pt x="1406" y="843"/>
                  </a:lnTo>
                  <a:lnTo>
                    <a:pt x="1466" y="803"/>
                  </a:lnTo>
                  <a:lnTo>
                    <a:pt x="1506" y="743"/>
                  </a:lnTo>
                  <a:lnTo>
                    <a:pt x="1506" y="643"/>
                  </a:lnTo>
                  <a:lnTo>
                    <a:pt x="1386" y="603"/>
                  </a:lnTo>
                  <a:lnTo>
                    <a:pt x="1266" y="542"/>
                  </a:lnTo>
                  <a:lnTo>
                    <a:pt x="1165" y="462"/>
                  </a:lnTo>
                  <a:lnTo>
                    <a:pt x="1085" y="402"/>
                  </a:lnTo>
                  <a:lnTo>
                    <a:pt x="984" y="301"/>
                  </a:lnTo>
                  <a:lnTo>
                    <a:pt x="924" y="221"/>
                  </a:lnTo>
                  <a:lnTo>
                    <a:pt x="864" y="101"/>
                  </a:lnTo>
                  <a:lnTo>
                    <a:pt x="824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02" name="Google Shape;2602;p33"/>
            <p:cNvSpPr/>
            <p:nvPr/>
          </p:nvSpPr>
          <p:spPr>
            <a:xfrm>
              <a:off x="5562425" y="3247025"/>
              <a:ext cx="37675" cy="38175"/>
            </a:xfrm>
            <a:custGeom>
              <a:rect b="b" l="l" r="r" t="t"/>
              <a:pathLst>
                <a:path extrusionOk="0" h="1527" w="1507">
                  <a:moveTo>
                    <a:pt x="743" y="1"/>
                  </a:moveTo>
                  <a:lnTo>
                    <a:pt x="563" y="322"/>
                  </a:lnTo>
                  <a:lnTo>
                    <a:pt x="482" y="442"/>
                  </a:lnTo>
                  <a:lnTo>
                    <a:pt x="402" y="563"/>
                  </a:lnTo>
                  <a:lnTo>
                    <a:pt x="342" y="603"/>
                  </a:lnTo>
                  <a:lnTo>
                    <a:pt x="282" y="623"/>
                  </a:lnTo>
                  <a:lnTo>
                    <a:pt x="141" y="643"/>
                  </a:lnTo>
                  <a:lnTo>
                    <a:pt x="41" y="663"/>
                  </a:lnTo>
                  <a:lnTo>
                    <a:pt x="0" y="683"/>
                  </a:lnTo>
                  <a:lnTo>
                    <a:pt x="0" y="744"/>
                  </a:lnTo>
                  <a:lnTo>
                    <a:pt x="763" y="1527"/>
                  </a:lnTo>
                  <a:lnTo>
                    <a:pt x="1506" y="744"/>
                  </a:lnTo>
                  <a:lnTo>
                    <a:pt x="1265" y="643"/>
                  </a:lnTo>
                  <a:lnTo>
                    <a:pt x="1145" y="563"/>
                  </a:lnTo>
                  <a:lnTo>
                    <a:pt x="1024" y="483"/>
                  </a:lnTo>
                  <a:lnTo>
                    <a:pt x="944" y="382"/>
                  </a:lnTo>
                  <a:lnTo>
                    <a:pt x="884" y="282"/>
                  </a:lnTo>
                  <a:lnTo>
                    <a:pt x="743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03" name="Google Shape;2603;p33"/>
            <p:cNvSpPr/>
            <p:nvPr/>
          </p:nvSpPr>
          <p:spPr>
            <a:xfrm>
              <a:off x="5454500" y="3247025"/>
              <a:ext cx="43200" cy="40700"/>
            </a:xfrm>
            <a:custGeom>
              <a:rect b="b" l="l" r="r" t="t"/>
              <a:pathLst>
                <a:path extrusionOk="0" h="1628" w="1728">
                  <a:moveTo>
                    <a:pt x="763" y="1"/>
                  </a:moveTo>
                  <a:lnTo>
                    <a:pt x="583" y="302"/>
                  </a:lnTo>
                  <a:lnTo>
                    <a:pt x="502" y="422"/>
                  </a:lnTo>
                  <a:lnTo>
                    <a:pt x="422" y="543"/>
                  </a:lnTo>
                  <a:lnTo>
                    <a:pt x="362" y="583"/>
                  </a:lnTo>
                  <a:lnTo>
                    <a:pt x="302" y="603"/>
                  </a:lnTo>
                  <a:lnTo>
                    <a:pt x="161" y="643"/>
                  </a:lnTo>
                  <a:lnTo>
                    <a:pt x="101" y="683"/>
                  </a:lnTo>
                  <a:lnTo>
                    <a:pt x="40" y="724"/>
                  </a:lnTo>
                  <a:lnTo>
                    <a:pt x="20" y="784"/>
                  </a:lnTo>
                  <a:lnTo>
                    <a:pt x="0" y="884"/>
                  </a:lnTo>
                  <a:lnTo>
                    <a:pt x="141" y="924"/>
                  </a:lnTo>
                  <a:lnTo>
                    <a:pt x="261" y="985"/>
                  </a:lnTo>
                  <a:lnTo>
                    <a:pt x="362" y="1065"/>
                  </a:lnTo>
                  <a:lnTo>
                    <a:pt x="462" y="1165"/>
                  </a:lnTo>
                  <a:lnTo>
                    <a:pt x="623" y="1406"/>
                  </a:lnTo>
                  <a:lnTo>
                    <a:pt x="703" y="1527"/>
                  </a:lnTo>
                  <a:lnTo>
                    <a:pt x="824" y="1627"/>
                  </a:lnTo>
                  <a:lnTo>
                    <a:pt x="864" y="1467"/>
                  </a:lnTo>
                  <a:lnTo>
                    <a:pt x="924" y="1326"/>
                  </a:lnTo>
                  <a:lnTo>
                    <a:pt x="984" y="1226"/>
                  </a:lnTo>
                  <a:lnTo>
                    <a:pt x="1085" y="1125"/>
                  </a:lnTo>
                  <a:lnTo>
                    <a:pt x="1205" y="1025"/>
                  </a:lnTo>
                  <a:lnTo>
                    <a:pt x="1366" y="965"/>
                  </a:lnTo>
                  <a:lnTo>
                    <a:pt x="1526" y="904"/>
                  </a:lnTo>
                  <a:lnTo>
                    <a:pt x="1727" y="844"/>
                  </a:lnTo>
                  <a:lnTo>
                    <a:pt x="1306" y="643"/>
                  </a:lnTo>
                  <a:lnTo>
                    <a:pt x="1145" y="583"/>
                  </a:lnTo>
                  <a:lnTo>
                    <a:pt x="1044" y="503"/>
                  </a:lnTo>
                  <a:lnTo>
                    <a:pt x="964" y="402"/>
                  </a:lnTo>
                  <a:lnTo>
                    <a:pt x="904" y="282"/>
                  </a:lnTo>
                  <a:lnTo>
                    <a:pt x="763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04" name="Google Shape;2604;p33"/>
            <p:cNvSpPr/>
            <p:nvPr/>
          </p:nvSpPr>
          <p:spPr>
            <a:xfrm>
              <a:off x="5887200" y="3147125"/>
              <a:ext cx="35675" cy="33675"/>
            </a:xfrm>
            <a:custGeom>
              <a:rect b="b" l="l" r="r" t="t"/>
              <a:pathLst>
                <a:path extrusionOk="0" h="1347" w="1427">
                  <a:moveTo>
                    <a:pt x="684" y="1"/>
                  </a:moveTo>
                  <a:lnTo>
                    <a:pt x="603" y="222"/>
                  </a:lnTo>
                  <a:lnTo>
                    <a:pt x="543" y="322"/>
                  </a:lnTo>
                  <a:lnTo>
                    <a:pt x="483" y="402"/>
                  </a:lnTo>
                  <a:lnTo>
                    <a:pt x="362" y="483"/>
                  </a:lnTo>
                  <a:lnTo>
                    <a:pt x="242" y="543"/>
                  </a:lnTo>
                  <a:lnTo>
                    <a:pt x="1" y="664"/>
                  </a:lnTo>
                  <a:lnTo>
                    <a:pt x="744" y="1346"/>
                  </a:lnTo>
                  <a:lnTo>
                    <a:pt x="1426" y="684"/>
                  </a:lnTo>
                  <a:lnTo>
                    <a:pt x="684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05" name="Google Shape;2605;p33"/>
            <p:cNvSpPr/>
            <p:nvPr/>
          </p:nvSpPr>
          <p:spPr>
            <a:xfrm>
              <a:off x="5560925" y="2942825"/>
              <a:ext cx="38175" cy="35175"/>
            </a:xfrm>
            <a:custGeom>
              <a:rect b="b" l="l" r="r" t="t"/>
              <a:pathLst>
                <a:path extrusionOk="0" h="1407" w="1527">
                  <a:moveTo>
                    <a:pt x="783" y="1"/>
                  </a:moveTo>
                  <a:lnTo>
                    <a:pt x="683" y="161"/>
                  </a:lnTo>
                  <a:lnTo>
                    <a:pt x="623" y="282"/>
                  </a:lnTo>
                  <a:lnTo>
                    <a:pt x="542" y="362"/>
                  </a:lnTo>
                  <a:lnTo>
                    <a:pt x="422" y="442"/>
                  </a:lnTo>
                  <a:lnTo>
                    <a:pt x="301" y="523"/>
                  </a:lnTo>
                  <a:lnTo>
                    <a:pt x="0" y="663"/>
                  </a:lnTo>
                  <a:lnTo>
                    <a:pt x="301" y="844"/>
                  </a:lnTo>
                  <a:lnTo>
                    <a:pt x="422" y="904"/>
                  </a:lnTo>
                  <a:lnTo>
                    <a:pt x="542" y="984"/>
                  </a:lnTo>
                  <a:lnTo>
                    <a:pt x="582" y="1045"/>
                  </a:lnTo>
                  <a:lnTo>
                    <a:pt x="603" y="1105"/>
                  </a:lnTo>
                  <a:lnTo>
                    <a:pt x="643" y="1225"/>
                  </a:lnTo>
                  <a:lnTo>
                    <a:pt x="683" y="1346"/>
                  </a:lnTo>
                  <a:lnTo>
                    <a:pt x="703" y="1386"/>
                  </a:lnTo>
                  <a:lnTo>
                    <a:pt x="763" y="1406"/>
                  </a:lnTo>
                  <a:lnTo>
                    <a:pt x="1526" y="683"/>
                  </a:lnTo>
                  <a:lnTo>
                    <a:pt x="783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06" name="Google Shape;2606;p33"/>
            <p:cNvSpPr/>
            <p:nvPr/>
          </p:nvSpPr>
          <p:spPr>
            <a:xfrm>
              <a:off x="5671850" y="2943325"/>
              <a:ext cx="35175" cy="33150"/>
            </a:xfrm>
            <a:custGeom>
              <a:rect b="b" l="l" r="r" t="t"/>
              <a:pathLst>
                <a:path extrusionOk="0" h="1326" w="1407">
                  <a:moveTo>
                    <a:pt x="704" y="1"/>
                  </a:moveTo>
                  <a:lnTo>
                    <a:pt x="1" y="663"/>
                  </a:lnTo>
                  <a:lnTo>
                    <a:pt x="704" y="1326"/>
                  </a:lnTo>
                  <a:lnTo>
                    <a:pt x="1406" y="663"/>
                  </a:lnTo>
                  <a:lnTo>
                    <a:pt x="704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07" name="Google Shape;2607;p33"/>
            <p:cNvSpPr/>
            <p:nvPr/>
          </p:nvSpPr>
          <p:spPr>
            <a:xfrm>
              <a:off x="5781300" y="2636625"/>
              <a:ext cx="33150" cy="30625"/>
            </a:xfrm>
            <a:custGeom>
              <a:rect b="b" l="l" r="r" t="t"/>
              <a:pathLst>
                <a:path extrusionOk="0" h="1225" w="1326">
                  <a:moveTo>
                    <a:pt x="643" y="0"/>
                  </a:moveTo>
                  <a:lnTo>
                    <a:pt x="0" y="622"/>
                  </a:lnTo>
                  <a:lnTo>
                    <a:pt x="643" y="1225"/>
                  </a:lnTo>
                  <a:lnTo>
                    <a:pt x="1325" y="643"/>
                  </a:lnTo>
                  <a:lnTo>
                    <a:pt x="64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08" name="Google Shape;2608;p33"/>
            <p:cNvSpPr/>
            <p:nvPr/>
          </p:nvSpPr>
          <p:spPr>
            <a:xfrm>
              <a:off x="5779275" y="3148150"/>
              <a:ext cx="35675" cy="33150"/>
            </a:xfrm>
            <a:custGeom>
              <a:rect b="b" l="l" r="r" t="t"/>
              <a:pathLst>
                <a:path extrusionOk="0" h="1326" w="1427">
                  <a:moveTo>
                    <a:pt x="724" y="0"/>
                  </a:moveTo>
                  <a:lnTo>
                    <a:pt x="1" y="683"/>
                  </a:lnTo>
                  <a:lnTo>
                    <a:pt x="81" y="743"/>
                  </a:lnTo>
                  <a:lnTo>
                    <a:pt x="181" y="803"/>
                  </a:lnTo>
                  <a:lnTo>
                    <a:pt x="382" y="904"/>
                  </a:lnTo>
                  <a:lnTo>
                    <a:pt x="463" y="964"/>
                  </a:lnTo>
                  <a:lnTo>
                    <a:pt x="543" y="1044"/>
                  </a:lnTo>
                  <a:lnTo>
                    <a:pt x="583" y="1165"/>
                  </a:lnTo>
                  <a:lnTo>
                    <a:pt x="623" y="1285"/>
                  </a:lnTo>
                  <a:lnTo>
                    <a:pt x="643" y="1305"/>
                  </a:lnTo>
                  <a:lnTo>
                    <a:pt x="683" y="1325"/>
                  </a:lnTo>
                  <a:lnTo>
                    <a:pt x="724" y="1325"/>
                  </a:lnTo>
                  <a:lnTo>
                    <a:pt x="1426" y="643"/>
                  </a:lnTo>
                  <a:lnTo>
                    <a:pt x="724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09" name="Google Shape;2609;p33"/>
            <p:cNvSpPr/>
            <p:nvPr/>
          </p:nvSpPr>
          <p:spPr>
            <a:xfrm>
              <a:off x="5668850" y="3145125"/>
              <a:ext cx="46200" cy="38175"/>
            </a:xfrm>
            <a:custGeom>
              <a:rect b="b" l="l" r="r" t="t"/>
              <a:pathLst>
                <a:path extrusionOk="0" h="1527" w="1848">
                  <a:moveTo>
                    <a:pt x="824" y="1"/>
                  </a:moveTo>
                  <a:lnTo>
                    <a:pt x="663" y="282"/>
                  </a:lnTo>
                  <a:lnTo>
                    <a:pt x="603" y="402"/>
                  </a:lnTo>
                  <a:lnTo>
                    <a:pt x="522" y="503"/>
                  </a:lnTo>
                  <a:lnTo>
                    <a:pt x="402" y="583"/>
                  </a:lnTo>
                  <a:lnTo>
                    <a:pt x="281" y="643"/>
                  </a:lnTo>
                  <a:lnTo>
                    <a:pt x="0" y="784"/>
                  </a:lnTo>
                  <a:lnTo>
                    <a:pt x="322" y="944"/>
                  </a:lnTo>
                  <a:lnTo>
                    <a:pt x="442" y="1025"/>
                  </a:lnTo>
                  <a:lnTo>
                    <a:pt x="562" y="1105"/>
                  </a:lnTo>
                  <a:lnTo>
                    <a:pt x="603" y="1145"/>
                  </a:lnTo>
                  <a:lnTo>
                    <a:pt x="623" y="1205"/>
                  </a:lnTo>
                  <a:lnTo>
                    <a:pt x="663" y="1346"/>
                  </a:lnTo>
                  <a:lnTo>
                    <a:pt x="683" y="1406"/>
                  </a:lnTo>
                  <a:lnTo>
                    <a:pt x="723" y="1466"/>
                  </a:lnTo>
                  <a:lnTo>
                    <a:pt x="803" y="1507"/>
                  </a:lnTo>
                  <a:lnTo>
                    <a:pt x="884" y="1527"/>
                  </a:lnTo>
                  <a:lnTo>
                    <a:pt x="924" y="1386"/>
                  </a:lnTo>
                  <a:lnTo>
                    <a:pt x="984" y="1266"/>
                  </a:lnTo>
                  <a:lnTo>
                    <a:pt x="1064" y="1165"/>
                  </a:lnTo>
                  <a:lnTo>
                    <a:pt x="1165" y="1065"/>
                  </a:lnTo>
                  <a:lnTo>
                    <a:pt x="1305" y="984"/>
                  </a:lnTo>
                  <a:lnTo>
                    <a:pt x="1446" y="904"/>
                  </a:lnTo>
                  <a:lnTo>
                    <a:pt x="1627" y="824"/>
                  </a:lnTo>
                  <a:lnTo>
                    <a:pt x="1848" y="744"/>
                  </a:lnTo>
                  <a:lnTo>
                    <a:pt x="1607" y="703"/>
                  </a:lnTo>
                  <a:lnTo>
                    <a:pt x="1426" y="643"/>
                  </a:lnTo>
                  <a:lnTo>
                    <a:pt x="1285" y="563"/>
                  </a:lnTo>
                  <a:lnTo>
                    <a:pt x="1145" y="462"/>
                  </a:lnTo>
                  <a:lnTo>
                    <a:pt x="1044" y="362"/>
                  </a:lnTo>
                  <a:lnTo>
                    <a:pt x="964" y="242"/>
                  </a:lnTo>
                  <a:lnTo>
                    <a:pt x="824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10" name="Google Shape;2610;p33"/>
            <p:cNvSpPr/>
            <p:nvPr/>
          </p:nvSpPr>
          <p:spPr>
            <a:xfrm>
              <a:off x="5562425" y="3146625"/>
              <a:ext cx="38675" cy="36675"/>
            </a:xfrm>
            <a:custGeom>
              <a:rect b="b" l="l" r="r" t="t"/>
              <a:pathLst>
                <a:path extrusionOk="0" h="1467" w="1547">
                  <a:moveTo>
                    <a:pt x="643" y="1"/>
                  </a:moveTo>
                  <a:lnTo>
                    <a:pt x="603" y="41"/>
                  </a:lnTo>
                  <a:lnTo>
                    <a:pt x="563" y="141"/>
                  </a:lnTo>
                  <a:lnTo>
                    <a:pt x="543" y="282"/>
                  </a:lnTo>
                  <a:lnTo>
                    <a:pt x="522" y="342"/>
                  </a:lnTo>
                  <a:lnTo>
                    <a:pt x="502" y="402"/>
                  </a:lnTo>
                  <a:lnTo>
                    <a:pt x="442" y="463"/>
                  </a:lnTo>
                  <a:lnTo>
                    <a:pt x="362" y="503"/>
                  </a:lnTo>
                  <a:lnTo>
                    <a:pt x="201" y="523"/>
                  </a:lnTo>
                  <a:lnTo>
                    <a:pt x="121" y="543"/>
                  </a:lnTo>
                  <a:lnTo>
                    <a:pt x="61" y="563"/>
                  </a:lnTo>
                  <a:lnTo>
                    <a:pt x="21" y="603"/>
                  </a:lnTo>
                  <a:lnTo>
                    <a:pt x="0" y="663"/>
                  </a:lnTo>
                  <a:lnTo>
                    <a:pt x="784" y="1467"/>
                  </a:lnTo>
                  <a:lnTo>
                    <a:pt x="924" y="1226"/>
                  </a:lnTo>
                  <a:lnTo>
                    <a:pt x="984" y="1105"/>
                  </a:lnTo>
                  <a:lnTo>
                    <a:pt x="1065" y="1005"/>
                  </a:lnTo>
                  <a:lnTo>
                    <a:pt x="1165" y="924"/>
                  </a:lnTo>
                  <a:lnTo>
                    <a:pt x="1286" y="864"/>
                  </a:lnTo>
                  <a:lnTo>
                    <a:pt x="1547" y="764"/>
                  </a:lnTo>
                  <a:lnTo>
                    <a:pt x="683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11" name="Google Shape;2611;p33"/>
            <p:cNvSpPr/>
            <p:nvPr/>
          </p:nvSpPr>
          <p:spPr>
            <a:xfrm>
              <a:off x="5454000" y="3143625"/>
              <a:ext cx="38175" cy="42200"/>
            </a:xfrm>
            <a:custGeom>
              <a:rect b="b" l="l" r="r" t="t"/>
              <a:pathLst>
                <a:path extrusionOk="0" h="1688" w="1527">
                  <a:moveTo>
                    <a:pt x="783" y="0"/>
                  </a:moveTo>
                  <a:lnTo>
                    <a:pt x="623" y="322"/>
                  </a:lnTo>
                  <a:lnTo>
                    <a:pt x="542" y="442"/>
                  </a:lnTo>
                  <a:lnTo>
                    <a:pt x="462" y="542"/>
                  </a:lnTo>
                  <a:lnTo>
                    <a:pt x="362" y="623"/>
                  </a:lnTo>
                  <a:lnTo>
                    <a:pt x="241" y="703"/>
                  </a:lnTo>
                  <a:lnTo>
                    <a:pt x="0" y="804"/>
                  </a:lnTo>
                  <a:lnTo>
                    <a:pt x="141" y="864"/>
                  </a:lnTo>
                  <a:lnTo>
                    <a:pt x="281" y="944"/>
                  </a:lnTo>
                  <a:lnTo>
                    <a:pt x="382" y="1024"/>
                  </a:lnTo>
                  <a:lnTo>
                    <a:pt x="462" y="1125"/>
                  </a:lnTo>
                  <a:lnTo>
                    <a:pt x="542" y="1245"/>
                  </a:lnTo>
                  <a:lnTo>
                    <a:pt x="623" y="1386"/>
                  </a:lnTo>
                  <a:lnTo>
                    <a:pt x="783" y="1687"/>
                  </a:lnTo>
                  <a:lnTo>
                    <a:pt x="964" y="1346"/>
                  </a:lnTo>
                  <a:lnTo>
                    <a:pt x="1044" y="1205"/>
                  </a:lnTo>
                  <a:lnTo>
                    <a:pt x="1125" y="1085"/>
                  </a:lnTo>
                  <a:lnTo>
                    <a:pt x="1185" y="1044"/>
                  </a:lnTo>
                  <a:lnTo>
                    <a:pt x="1245" y="1024"/>
                  </a:lnTo>
                  <a:lnTo>
                    <a:pt x="1366" y="1004"/>
                  </a:lnTo>
                  <a:lnTo>
                    <a:pt x="1446" y="984"/>
                  </a:lnTo>
                  <a:lnTo>
                    <a:pt x="1486" y="924"/>
                  </a:lnTo>
                  <a:lnTo>
                    <a:pt x="1526" y="864"/>
                  </a:lnTo>
                  <a:lnTo>
                    <a:pt x="1526" y="763"/>
                  </a:lnTo>
                  <a:lnTo>
                    <a:pt x="1406" y="723"/>
                  </a:lnTo>
                  <a:lnTo>
                    <a:pt x="1285" y="683"/>
                  </a:lnTo>
                  <a:lnTo>
                    <a:pt x="1165" y="603"/>
                  </a:lnTo>
                  <a:lnTo>
                    <a:pt x="1085" y="522"/>
                  </a:lnTo>
                  <a:lnTo>
                    <a:pt x="984" y="422"/>
                  </a:lnTo>
                  <a:lnTo>
                    <a:pt x="904" y="302"/>
                  </a:lnTo>
                  <a:lnTo>
                    <a:pt x="844" y="161"/>
                  </a:lnTo>
                  <a:lnTo>
                    <a:pt x="78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12" name="Google Shape;2612;p33"/>
            <p:cNvSpPr/>
            <p:nvPr/>
          </p:nvSpPr>
          <p:spPr>
            <a:xfrm>
              <a:off x="5776775" y="3046225"/>
              <a:ext cx="37675" cy="35675"/>
            </a:xfrm>
            <a:custGeom>
              <a:rect b="b" l="l" r="r" t="t"/>
              <a:pathLst>
                <a:path extrusionOk="0" h="1427" w="1507">
                  <a:moveTo>
                    <a:pt x="824" y="1"/>
                  </a:moveTo>
                  <a:lnTo>
                    <a:pt x="0" y="764"/>
                  </a:lnTo>
                  <a:lnTo>
                    <a:pt x="181" y="764"/>
                  </a:lnTo>
                  <a:lnTo>
                    <a:pt x="322" y="784"/>
                  </a:lnTo>
                  <a:lnTo>
                    <a:pt x="442" y="844"/>
                  </a:lnTo>
                  <a:lnTo>
                    <a:pt x="543" y="945"/>
                  </a:lnTo>
                  <a:lnTo>
                    <a:pt x="623" y="1045"/>
                  </a:lnTo>
                  <a:lnTo>
                    <a:pt x="703" y="1166"/>
                  </a:lnTo>
                  <a:lnTo>
                    <a:pt x="884" y="1427"/>
                  </a:lnTo>
                  <a:lnTo>
                    <a:pt x="964" y="1186"/>
                  </a:lnTo>
                  <a:lnTo>
                    <a:pt x="1024" y="1085"/>
                  </a:lnTo>
                  <a:lnTo>
                    <a:pt x="1085" y="985"/>
                  </a:lnTo>
                  <a:lnTo>
                    <a:pt x="1165" y="904"/>
                  </a:lnTo>
                  <a:lnTo>
                    <a:pt x="1245" y="844"/>
                  </a:lnTo>
                  <a:lnTo>
                    <a:pt x="1346" y="784"/>
                  </a:lnTo>
                  <a:lnTo>
                    <a:pt x="1466" y="744"/>
                  </a:lnTo>
                  <a:lnTo>
                    <a:pt x="1486" y="724"/>
                  </a:lnTo>
                  <a:lnTo>
                    <a:pt x="1506" y="684"/>
                  </a:lnTo>
                  <a:lnTo>
                    <a:pt x="1506" y="623"/>
                  </a:lnTo>
                  <a:lnTo>
                    <a:pt x="824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13" name="Google Shape;2613;p33"/>
            <p:cNvSpPr/>
            <p:nvPr/>
          </p:nvSpPr>
          <p:spPr>
            <a:xfrm>
              <a:off x="5562425" y="3045225"/>
              <a:ext cx="37675" cy="35175"/>
            </a:xfrm>
            <a:custGeom>
              <a:rect b="b" l="l" r="r" t="t"/>
              <a:pathLst>
                <a:path extrusionOk="0" h="1407" w="1507">
                  <a:moveTo>
                    <a:pt x="763" y="1"/>
                  </a:moveTo>
                  <a:lnTo>
                    <a:pt x="0" y="724"/>
                  </a:lnTo>
                  <a:lnTo>
                    <a:pt x="261" y="864"/>
                  </a:lnTo>
                  <a:lnTo>
                    <a:pt x="382" y="924"/>
                  </a:lnTo>
                  <a:lnTo>
                    <a:pt x="502" y="1005"/>
                  </a:lnTo>
                  <a:lnTo>
                    <a:pt x="543" y="1065"/>
                  </a:lnTo>
                  <a:lnTo>
                    <a:pt x="563" y="1125"/>
                  </a:lnTo>
                  <a:lnTo>
                    <a:pt x="603" y="1246"/>
                  </a:lnTo>
                  <a:lnTo>
                    <a:pt x="623" y="1306"/>
                  </a:lnTo>
                  <a:lnTo>
                    <a:pt x="683" y="1366"/>
                  </a:lnTo>
                  <a:lnTo>
                    <a:pt x="743" y="1386"/>
                  </a:lnTo>
                  <a:lnTo>
                    <a:pt x="844" y="1406"/>
                  </a:lnTo>
                  <a:lnTo>
                    <a:pt x="864" y="1266"/>
                  </a:lnTo>
                  <a:lnTo>
                    <a:pt x="924" y="1145"/>
                  </a:lnTo>
                  <a:lnTo>
                    <a:pt x="984" y="1045"/>
                  </a:lnTo>
                  <a:lnTo>
                    <a:pt x="1085" y="965"/>
                  </a:lnTo>
                  <a:lnTo>
                    <a:pt x="1306" y="844"/>
                  </a:lnTo>
                  <a:lnTo>
                    <a:pt x="1506" y="704"/>
                  </a:lnTo>
                  <a:lnTo>
                    <a:pt x="763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14" name="Google Shape;2614;p33"/>
            <p:cNvSpPr/>
            <p:nvPr/>
          </p:nvSpPr>
          <p:spPr>
            <a:xfrm>
              <a:off x="5671850" y="3044225"/>
              <a:ext cx="38175" cy="36175"/>
            </a:xfrm>
            <a:custGeom>
              <a:rect b="b" l="l" r="r" t="t"/>
              <a:pathLst>
                <a:path extrusionOk="0" h="1447" w="1527">
                  <a:moveTo>
                    <a:pt x="724" y="1"/>
                  </a:moveTo>
                  <a:lnTo>
                    <a:pt x="1" y="723"/>
                  </a:lnTo>
                  <a:lnTo>
                    <a:pt x="724" y="1446"/>
                  </a:lnTo>
                  <a:lnTo>
                    <a:pt x="864" y="1205"/>
                  </a:lnTo>
                  <a:lnTo>
                    <a:pt x="924" y="1105"/>
                  </a:lnTo>
                  <a:lnTo>
                    <a:pt x="1005" y="1005"/>
                  </a:lnTo>
                  <a:lnTo>
                    <a:pt x="1105" y="924"/>
                  </a:lnTo>
                  <a:lnTo>
                    <a:pt x="1226" y="844"/>
                  </a:lnTo>
                  <a:lnTo>
                    <a:pt x="1527" y="703"/>
                  </a:lnTo>
                  <a:lnTo>
                    <a:pt x="1386" y="643"/>
                  </a:lnTo>
                  <a:lnTo>
                    <a:pt x="1246" y="583"/>
                  </a:lnTo>
                  <a:lnTo>
                    <a:pt x="1125" y="503"/>
                  </a:lnTo>
                  <a:lnTo>
                    <a:pt x="1025" y="422"/>
                  </a:lnTo>
                  <a:lnTo>
                    <a:pt x="924" y="322"/>
                  </a:lnTo>
                  <a:lnTo>
                    <a:pt x="844" y="221"/>
                  </a:lnTo>
                  <a:lnTo>
                    <a:pt x="784" y="121"/>
                  </a:lnTo>
                  <a:lnTo>
                    <a:pt x="724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15" name="Google Shape;2615;p33"/>
            <p:cNvSpPr/>
            <p:nvPr/>
          </p:nvSpPr>
          <p:spPr>
            <a:xfrm>
              <a:off x="5889225" y="2638125"/>
              <a:ext cx="32650" cy="29125"/>
            </a:xfrm>
            <a:custGeom>
              <a:rect b="b" l="l" r="r" t="t"/>
              <a:pathLst>
                <a:path extrusionOk="0" h="1165" w="1306">
                  <a:moveTo>
                    <a:pt x="663" y="0"/>
                  </a:moveTo>
                  <a:lnTo>
                    <a:pt x="0" y="562"/>
                  </a:lnTo>
                  <a:lnTo>
                    <a:pt x="643" y="1165"/>
                  </a:lnTo>
                  <a:lnTo>
                    <a:pt x="1305" y="583"/>
                  </a:lnTo>
                  <a:lnTo>
                    <a:pt x="66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16" name="Google Shape;2616;p33"/>
            <p:cNvSpPr/>
            <p:nvPr/>
          </p:nvSpPr>
          <p:spPr>
            <a:xfrm>
              <a:off x="5455000" y="3043225"/>
              <a:ext cx="39675" cy="36675"/>
            </a:xfrm>
            <a:custGeom>
              <a:rect b="b" l="l" r="r" t="t"/>
              <a:pathLst>
                <a:path extrusionOk="0" h="1467" w="1587">
                  <a:moveTo>
                    <a:pt x="723" y="0"/>
                  </a:moveTo>
                  <a:lnTo>
                    <a:pt x="583" y="261"/>
                  </a:lnTo>
                  <a:lnTo>
                    <a:pt x="502" y="382"/>
                  </a:lnTo>
                  <a:lnTo>
                    <a:pt x="422" y="482"/>
                  </a:lnTo>
                  <a:lnTo>
                    <a:pt x="362" y="522"/>
                  </a:lnTo>
                  <a:lnTo>
                    <a:pt x="302" y="563"/>
                  </a:lnTo>
                  <a:lnTo>
                    <a:pt x="161" y="583"/>
                  </a:lnTo>
                  <a:lnTo>
                    <a:pt x="101" y="603"/>
                  </a:lnTo>
                  <a:lnTo>
                    <a:pt x="41" y="623"/>
                  </a:lnTo>
                  <a:lnTo>
                    <a:pt x="0" y="663"/>
                  </a:lnTo>
                  <a:lnTo>
                    <a:pt x="0" y="723"/>
                  </a:lnTo>
                  <a:lnTo>
                    <a:pt x="743" y="1466"/>
                  </a:lnTo>
                  <a:lnTo>
                    <a:pt x="1587" y="623"/>
                  </a:lnTo>
                  <a:lnTo>
                    <a:pt x="1587" y="623"/>
                  </a:lnTo>
                  <a:lnTo>
                    <a:pt x="1386" y="643"/>
                  </a:lnTo>
                  <a:lnTo>
                    <a:pt x="1245" y="623"/>
                  </a:lnTo>
                  <a:lnTo>
                    <a:pt x="1125" y="563"/>
                  </a:lnTo>
                  <a:lnTo>
                    <a:pt x="1024" y="482"/>
                  </a:lnTo>
                  <a:lnTo>
                    <a:pt x="944" y="362"/>
                  </a:lnTo>
                  <a:lnTo>
                    <a:pt x="884" y="261"/>
                  </a:lnTo>
                  <a:lnTo>
                    <a:pt x="72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17" name="Google Shape;2617;p33"/>
            <p:cNvSpPr/>
            <p:nvPr/>
          </p:nvSpPr>
          <p:spPr>
            <a:xfrm>
              <a:off x="5996150" y="3046725"/>
              <a:ext cx="34150" cy="31650"/>
            </a:xfrm>
            <a:custGeom>
              <a:rect b="b" l="l" r="r" t="t"/>
              <a:pathLst>
                <a:path extrusionOk="0" h="1266" w="1366">
                  <a:moveTo>
                    <a:pt x="703" y="1"/>
                  </a:moveTo>
                  <a:lnTo>
                    <a:pt x="0" y="603"/>
                  </a:lnTo>
                  <a:lnTo>
                    <a:pt x="723" y="1266"/>
                  </a:lnTo>
                  <a:lnTo>
                    <a:pt x="1365" y="603"/>
                  </a:lnTo>
                  <a:lnTo>
                    <a:pt x="703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18" name="Google Shape;2618;p33"/>
            <p:cNvSpPr/>
            <p:nvPr/>
          </p:nvSpPr>
          <p:spPr>
            <a:xfrm>
              <a:off x="5456500" y="2636625"/>
              <a:ext cx="35175" cy="35650"/>
            </a:xfrm>
            <a:custGeom>
              <a:rect b="b" l="l" r="r" t="t"/>
              <a:pathLst>
                <a:path extrusionOk="0" h="1426" w="1407">
                  <a:moveTo>
                    <a:pt x="683" y="0"/>
                  </a:moveTo>
                  <a:lnTo>
                    <a:pt x="1" y="622"/>
                  </a:lnTo>
                  <a:lnTo>
                    <a:pt x="804" y="1426"/>
                  </a:lnTo>
                  <a:lnTo>
                    <a:pt x="804" y="1265"/>
                  </a:lnTo>
                  <a:lnTo>
                    <a:pt x="824" y="1145"/>
                  </a:lnTo>
                  <a:lnTo>
                    <a:pt x="864" y="1024"/>
                  </a:lnTo>
                  <a:lnTo>
                    <a:pt x="904" y="944"/>
                  </a:lnTo>
                  <a:lnTo>
                    <a:pt x="985" y="884"/>
                  </a:lnTo>
                  <a:lnTo>
                    <a:pt x="1065" y="823"/>
                  </a:lnTo>
                  <a:lnTo>
                    <a:pt x="1165" y="783"/>
                  </a:lnTo>
                  <a:lnTo>
                    <a:pt x="1286" y="763"/>
                  </a:lnTo>
                  <a:lnTo>
                    <a:pt x="1326" y="743"/>
                  </a:lnTo>
                  <a:lnTo>
                    <a:pt x="1366" y="703"/>
                  </a:lnTo>
                  <a:lnTo>
                    <a:pt x="1386" y="683"/>
                  </a:lnTo>
                  <a:lnTo>
                    <a:pt x="1406" y="643"/>
                  </a:lnTo>
                  <a:lnTo>
                    <a:pt x="1386" y="602"/>
                  </a:lnTo>
                  <a:lnTo>
                    <a:pt x="1366" y="562"/>
                  </a:lnTo>
                  <a:lnTo>
                    <a:pt x="1306" y="502"/>
                  </a:lnTo>
                  <a:lnTo>
                    <a:pt x="1145" y="442"/>
                  </a:lnTo>
                  <a:lnTo>
                    <a:pt x="985" y="361"/>
                  </a:lnTo>
                  <a:lnTo>
                    <a:pt x="924" y="321"/>
                  </a:lnTo>
                  <a:lnTo>
                    <a:pt x="864" y="261"/>
                  </a:lnTo>
                  <a:lnTo>
                    <a:pt x="824" y="181"/>
                  </a:lnTo>
                  <a:lnTo>
                    <a:pt x="804" y="80"/>
                  </a:lnTo>
                  <a:lnTo>
                    <a:pt x="784" y="40"/>
                  </a:lnTo>
                  <a:lnTo>
                    <a:pt x="744" y="20"/>
                  </a:lnTo>
                  <a:lnTo>
                    <a:pt x="68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19" name="Google Shape;2619;p33"/>
            <p:cNvSpPr/>
            <p:nvPr/>
          </p:nvSpPr>
          <p:spPr>
            <a:xfrm>
              <a:off x="5347075" y="3146125"/>
              <a:ext cx="40675" cy="37675"/>
            </a:xfrm>
            <a:custGeom>
              <a:rect b="b" l="l" r="r" t="t"/>
              <a:pathLst>
                <a:path extrusionOk="0" h="1507" w="1627">
                  <a:moveTo>
                    <a:pt x="743" y="1"/>
                  </a:moveTo>
                  <a:lnTo>
                    <a:pt x="703" y="161"/>
                  </a:lnTo>
                  <a:lnTo>
                    <a:pt x="643" y="282"/>
                  </a:lnTo>
                  <a:lnTo>
                    <a:pt x="542" y="382"/>
                  </a:lnTo>
                  <a:lnTo>
                    <a:pt x="422" y="463"/>
                  </a:lnTo>
                  <a:lnTo>
                    <a:pt x="201" y="563"/>
                  </a:lnTo>
                  <a:lnTo>
                    <a:pt x="81" y="623"/>
                  </a:lnTo>
                  <a:lnTo>
                    <a:pt x="0" y="704"/>
                  </a:lnTo>
                  <a:lnTo>
                    <a:pt x="763" y="1507"/>
                  </a:lnTo>
                  <a:lnTo>
                    <a:pt x="884" y="1266"/>
                  </a:lnTo>
                  <a:lnTo>
                    <a:pt x="964" y="1145"/>
                  </a:lnTo>
                  <a:lnTo>
                    <a:pt x="1044" y="1045"/>
                  </a:lnTo>
                  <a:lnTo>
                    <a:pt x="1145" y="965"/>
                  </a:lnTo>
                  <a:lnTo>
                    <a:pt x="1285" y="904"/>
                  </a:lnTo>
                  <a:lnTo>
                    <a:pt x="1627" y="744"/>
                  </a:lnTo>
                  <a:lnTo>
                    <a:pt x="1265" y="583"/>
                  </a:lnTo>
                  <a:lnTo>
                    <a:pt x="1125" y="523"/>
                  </a:lnTo>
                  <a:lnTo>
                    <a:pt x="1024" y="442"/>
                  </a:lnTo>
                  <a:lnTo>
                    <a:pt x="944" y="342"/>
                  </a:lnTo>
                  <a:lnTo>
                    <a:pt x="864" y="242"/>
                  </a:lnTo>
                  <a:lnTo>
                    <a:pt x="743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20" name="Google Shape;2620;p33"/>
            <p:cNvSpPr/>
            <p:nvPr/>
          </p:nvSpPr>
          <p:spPr>
            <a:xfrm>
              <a:off x="5346575" y="3042225"/>
              <a:ext cx="40675" cy="38675"/>
            </a:xfrm>
            <a:custGeom>
              <a:rect b="b" l="l" r="r" t="t"/>
              <a:pathLst>
                <a:path extrusionOk="0" h="1547" w="1627">
                  <a:moveTo>
                    <a:pt x="723" y="0"/>
                  </a:moveTo>
                  <a:lnTo>
                    <a:pt x="603" y="281"/>
                  </a:lnTo>
                  <a:lnTo>
                    <a:pt x="542" y="382"/>
                  </a:lnTo>
                  <a:lnTo>
                    <a:pt x="482" y="462"/>
                  </a:lnTo>
                  <a:lnTo>
                    <a:pt x="362" y="562"/>
                  </a:lnTo>
                  <a:lnTo>
                    <a:pt x="241" y="623"/>
                  </a:lnTo>
                  <a:lnTo>
                    <a:pt x="0" y="763"/>
                  </a:lnTo>
                  <a:lnTo>
                    <a:pt x="783" y="1546"/>
                  </a:lnTo>
                  <a:lnTo>
                    <a:pt x="904" y="1305"/>
                  </a:lnTo>
                  <a:lnTo>
                    <a:pt x="964" y="1185"/>
                  </a:lnTo>
                  <a:lnTo>
                    <a:pt x="1064" y="1085"/>
                  </a:lnTo>
                  <a:lnTo>
                    <a:pt x="1165" y="1024"/>
                  </a:lnTo>
                  <a:lnTo>
                    <a:pt x="1285" y="944"/>
                  </a:lnTo>
                  <a:lnTo>
                    <a:pt x="1627" y="803"/>
                  </a:lnTo>
                  <a:lnTo>
                    <a:pt x="1285" y="643"/>
                  </a:lnTo>
                  <a:lnTo>
                    <a:pt x="1145" y="583"/>
                  </a:lnTo>
                  <a:lnTo>
                    <a:pt x="1044" y="502"/>
                  </a:lnTo>
                  <a:lnTo>
                    <a:pt x="944" y="402"/>
                  </a:lnTo>
                  <a:lnTo>
                    <a:pt x="884" y="281"/>
                  </a:lnTo>
                  <a:lnTo>
                    <a:pt x="72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21" name="Google Shape;2621;p33"/>
            <p:cNvSpPr/>
            <p:nvPr/>
          </p:nvSpPr>
          <p:spPr>
            <a:xfrm>
              <a:off x="5989100" y="3351950"/>
              <a:ext cx="41700" cy="36175"/>
            </a:xfrm>
            <a:custGeom>
              <a:rect b="b" l="l" r="r" t="t"/>
              <a:pathLst>
                <a:path extrusionOk="0" h="1447" w="1668">
                  <a:moveTo>
                    <a:pt x="945" y="0"/>
                  </a:moveTo>
                  <a:lnTo>
                    <a:pt x="905" y="121"/>
                  </a:lnTo>
                  <a:lnTo>
                    <a:pt x="824" y="221"/>
                  </a:lnTo>
                  <a:lnTo>
                    <a:pt x="744" y="322"/>
                  </a:lnTo>
                  <a:lnTo>
                    <a:pt x="644" y="422"/>
                  </a:lnTo>
                  <a:lnTo>
                    <a:pt x="523" y="502"/>
                  </a:lnTo>
                  <a:lnTo>
                    <a:pt x="382" y="583"/>
                  </a:lnTo>
                  <a:lnTo>
                    <a:pt x="1" y="743"/>
                  </a:lnTo>
                  <a:lnTo>
                    <a:pt x="222" y="783"/>
                  </a:lnTo>
                  <a:lnTo>
                    <a:pt x="382" y="844"/>
                  </a:lnTo>
                  <a:lnTo>
                    <a:pt x="543" y="924"/>
                  </a:lnTo>
                  <a:lnTo>
                    <a:pt x="664" y="1004"/>
                  </a:lnTo>
                  <a:lnTo>
                    <a:pt x="744" y="1105"/>
                  </a:lnTo>
                  <a:lnTo>
                    <a:pt x="824" y="1205"/>
                  </a:lnTo>
                  <a:lnTo>
                    <a:pt x="884" y="1326"/>
                  </a:lnTo>
                  <a:lnTo>
                    <a:pt x="945" y="1446"/>
                  </a:lnTo>
                  <a:lnTo>
                    <a:pt x="1668" y="683"/>
                  </a:lnTo>
                  <a:lnTo>
                    <a:pt x="945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22" name="Google Shape;2622;p33"/>
            <p:cNvSpPr/>
            <p:nvPr/>
          </p:nvSpPr>
          <p:spPr>
            <a:xfrm>
              <a:off x="5456500" y="2738525"/>
              <a:ext cx="34675" cy="32650"/>
            </a:xfrm>
            <a:custGeom>
              <a:rect b="b" l="l" r="r" t="t"/>
              <a:pathLst>
                <a:path extrusionOk="0" h="1306" w="1387">
                  <a:moveTo>
                    <a:pt x="663" y="0"/>
                  </a:moveTo>
                  <a:lnTo>
                    <a:pt x="583" y="60"/>
                  </a:lnTo>
                  <a:lnTo>
                    <a:pt x="523" y="141"/>
                  </a:lnTo>
                  <a:lnTo>
                    <a:pt x="422" y="301"/>
                  </a:lnTo>
                  <a:lnTo>
                    <a:pt x="342" y="382"/>
                  </a:lnTo>
                  <a:lnTo>
                    <a:pt x="262" y="462"/>
                  </a:lnTo>
                  <a:lnTo>
                    <a:pt x="161" y="522"/>
                  </a:lnTo>
                  <a:lnTo>
                    <a:pt x="41" y="542"/>
                  </a:lnTo>
                  <a:lnTo>
                    <a:pt x="21" y="562"/>
                  </a:lnTo>
                  <a:lnTo>
                    <a:pt x="21" y="603"/>
                  </a:lnTo>
                  <a:lnTo>
                    <a:pt x="1" y="643"/>
                  </a:lnTo>
                  <a:lnTo>
                    <a:pt x="663" y="1305"/>
                  </a:lnTo>
                  <a:lnTo>
                    <a:pt x="1386" y="663"/>
                  </a:lnTo>
                  <a:lnTo>
                    <a:pt x="66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23" name="Google Shape;2623;p33"/>
            <p:cNvSpPr/>
            <p:nvPr/>
          </p:nvSpPr>
          <p:spPr>
            <a:xfrm>
              <a:off x="5888200" y="2943825"/>
              <a:ext cx="34175" cy="31650"/>
            </a:xfrm>
            <a:custGeom>
              <a:rect b="b" l="l" r="r" t="t"/>
              <a:pathLst>
                <a:path extrusionOk="0" h="1266" w="1367">
                  <a:moveTo>
                    <a:pt x="704" y="1"/>
                  </a:moveTo>
                  <a:lnTo>
                    <a:pt x="1" y="623"/>
                  </a:lnTo>
                  <a:lnTo>
                    <a:pt x="704" y="1266"/>
                  </a:lnTo>
                  <a:lnTo>
                    <a:pt x="1366" y="643"/>
                  </a:lnTo>
                  <a:lnTo>
                    <a:pt x="704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24" name="Google Shape;2624;p33"/>
            <p:cNvSpPr/>
            <p:nvPr/>
          </p:nvSpPr>
          <p:spPr>
            <a:xfrm>
              <a:off x="5455500" y="2943325"/>
              <a:ext cx="36675" cy="35175"/>
            </a:xfrm>
            <a:custGeom>
              <a:rect b="b" l="l" r="r" t="t"/>
              <a:pathLst>
                <a:path extrusionOk="0" h="1407" w="1467">
                  <a:moveTo>
                    <a:pt x="703" y="1"/>
                  </a:moveTo>
                  <a:lnTo>
                    <a:pt x="0" y="663"/>
                  </a:lnTo>
                  <a:lnTo>
                    <a:pt x="804" y="1406"/>
                  </a:lnTo>
                  <a:lnTo>
                    <a:pt x="824" y="1246"/>
                  </a:lnTo>
                  <a:lnTo>
                    <a:pt x="864" y="1125"/>
                  </a:lnTo>
                  <a:lnTo>
                    <a:pt x="944" y="1025"/>
                  </a:lnTo>
                  <a:lnTo>
                    <a:pt x="1045" y="944"/>
                  </a:lnTo>
                  <a:lnTo>
                    <a:pt x="1145" y="884"/>
                  </a:lnTo>
                  <a:lnTo>
                    <a:pt x="1245" y="824"/>
                  </a:lnTo>
                  <a:lnTo>
                    <a:pt x="1466" y="683"/>
                  </a:lnTo>
                  <a:lnTo>
                    <a:pt x="703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25" name="Google Shape;2625;p33"/>
            <p:cNvSpPr/>
            <p:nvPr/>
          </p:nvSpPr>
          <p:spPr>
            <a:xfrm>
              <a:off x="5995650" y="3148650"/>
              <a:ext cx="35150" cy="33650"/>
            </a:xfrm>
            <a:custGeom>
              <a:rect b="b" l="l" r="r" t="t"/>
              <a:pathLst>
                <a:path extrusionOk="0" h="1346" w="1406">
                  <a:moveTo>
                    <a:pt x="723" y="0"/>
                  </a:moveTo>
                  <a:lnTo>
                    <a:pt x="0" y="663"/>
                  </a:lnTo>
                  <a:lnTo>
                    <a:pt x="20" y="723"/>
                  </a:lnTo>
                  <a:lnTo>
                    <a:pt x="40" y="763"/>
                  </a:lnTo>
                  <a:lnTo>
                    <a:pt x="100" y="783"/>
                  </a:lnTo>
                  <a:lnTo>
                    <a:pt x="161" y="803"/>
                  </a:lnTo>
                  <a:lnTo>
                    <a:pt x="301" y="843"/>
                  </a:lnTo>
                  <a:lnTo>
                    <a:pt x="361" y="864"/>
                  </a:lnTo>
                  <a:lnTo>
                    <a:pt x="422" y="904"/>
                  </a:lnTo>
                  <a:lnTo>
                    <a:pt x="562" y="1125"/>
                  </a:lnTo>
                  <a:lnTo>
                    <a:pt x="703" y="1345"/>
                  </a:lnTo>
                  <a:lnTo>
                    <a:pt x="1406" y="623"/>
                  </a:lnTo>
                  <a:lnTo>
                    <a:pt x="72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26" name="Google Shape;2626;p33"/>
            <p:cNvSpPr/>
            <p:nvPr/>
          </p:nvSpPr>
          <p:spPr>
            <a:xfrm>
              <a:off x="5888725" y="2740025"/>
              <a:ext cx="33650" cy="29650"/>
            </a:xfrm>
            <a:custGeom>
              <a:rect b="b" l="l" r="r" t="t"/>
              <a:pathLst>
                <a:path extrusionOk="0" h="1186" w="1346">
                  <a:moveTo>
                    <a:pt x="663" y="0"/>
                  </a:moveTo>
                  <a:lnTo>
                    <a:pt x="0" y="583"/>
                  </a:lnTo>
                  <a:lnTo>
                    <a:pt x="663" y="1185"/>
                  </a:lnTo>
                  <a:lnTo>
                    <a:pt x="1345" y="603"/>
                  </a:lnTo>
                  <a:lnTo>
                    <a:pt x="66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27" name="Google Shape;2627;p33"/>
            <p:cNvSpPr/>
            <p:nvPr/>
          </p:nvSpPr>
          <p:spPr>
            <a:xfrm>
              <a:off x="5347075" y="3249050"/>
              <a:ext cx="37675" cy="37650"/>
            </a:xfrm>
            <a:custGeom>
              <a:rect b="b" l="l" r="r" t="t"/>
              <a:pathLst>
                <a:path extrusionOk="0" h="1506" w="1507">
                  <a:moveTo>
                    <a:pt x="723" y="0"/>
                  </a:moveTo>
                  <a:lnTo>
                    <a:pt x="0" y="743"/>
                  </a:lnTo>
                  <a:lnTo>
                    <a:pt x="804" y="1506"/>
                  </a:lnTo>
                  <a:lnTo>
                    <a:pt x="844" y="1365"/>
                  </a:lnTo>
                  <a:lnTo>
                    <a:pt x="884" y="1225"/>
                  </a:lnTo>
                  <a:lnTo>
                    <a:pt x="964" y="1124"/>
                  </a:lnTo>
                  <a:lnTo>
                    <a:pt x="1044" y="1044"/>
                  </a:lnTo>
                  <a:lnTo>
                    <a:pt x="1145" y="964"/>
                  </a:lnTo>
                  <a:lnTo>
                    <a:pt x="1245" y="904"/>
                  </a:lnTo>
                  <a:lnTo>
                    <a:pt x="1366" y="843"/>
                  </a:lnTo>
                  <a:lnTo>
                    <a:pt x="1506" y="823"/>
                  </a:lnTo>
                  <a:lnTo>
                    <a:pt x="1486" y="723"/>
                  </a:lnTo>
                  <a:lnTo>
                    <a:pt x="1466" y="663"/>
                  </a:lnTo>
                  <a:lnTo>
                    <a:pt x="1406" y="602"/>
                  </a:lnTo>
                  <a:lnTo>
                    <a:pt x="1346" y="582"/>
                  </a:lnTo>
                  <a:lnTo>
                    <a:pt x="1225" y="542"/>
                  </a:lnTo>
                  <a:lnTo>
                    <a:pt x="1165" y="502"/>
                  </a:lnTo>
                  <a:lnTo>
                    <a:pt x="1105" y="482"/>
                  </a:lnTo>
                  <a:lnTo>
                    <a:pt x="1004" y="361"/>
                  </a:lnTo>
                  <a:lnTo>
                    <a:pt x="904" y="241"/>
                  </a:lnTo>
                  <a:lnTo>
                    <a:pt x="72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28" name="Google Shape;2628;p33"/>
            <p:cNvSpPr/>
            <p:nvPr/>
          </p:nvSpPr>
          <p:spPr>
            <a:xfrm>
              <a:off x="5347075" y="2942325"/>
              <a:ext cx="38675" cy="36175"/>
            </a:xfrm>
            <a:custGeom>
              <a:rect b="b" l="l" r="r" t="t"/>
              <a:pathLst>
                <a:path extrusionOk="0" h="1447" w="1547">
                  <a:moveTo>
                    <a:pt x="763" y="0"/>
                  </a:moveTo>
                  <a:lnTo>
                    <a:pt x="0" y="703"/>
                  </a:lnTo>
                  <a:lnTo>
                    <a:pt x="804" y="1446"/>
                  </a:lnTo>
                  <a:lnTo>
                    <a:pt x="824" y="1306"/>
                  </a:lnTo>
                  <a:lnTo>
                    <a:pt x="884" y="1165"/>
                  </a:lnTo>
                  <a:lnTo>
                    <a:pt x="964" y="1065"/>
                  </a:lnTo>
                  <a:lnTo>
                    <a:pt x="1065" y="984"/>
                  </a:lnTo>
                  <a:lnTo>
                    <a:pt x="1165" y="904"/>
                  </a:lnTo>
                  <a:lnTo>
                    <a:pt x="1285" y="844"/>
                  </a:lnTo>
                  <a:lnTo>
                    <a:pt x="1546" y="683"/>
                  </a:lnTo>
                  <a:lnTo>
                    <a:pt x="1245" y="543"/>
                  </a:lnTo>
                  <a:lnTo>
                    <a:pt x="1125" y="482"/>
                  </a:lnTo>
                  <a:lnTo>
                    <a:pt x="1024" y="402"/>
                  </a:lnTo>
                  <a:lnTo>
                    <a:pt x="944" y="322"/>
                  </a:lnTo>
                  <a:lnTo>
                    <a:pt x="864" y="201"/>
                  </a:lnTo>
                  <a:lnTo>
                    <a:pt x="76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29" name="Google Shape;2629;p33"/>
            <p:cNvSpPr/>
            <p:nvPr/>
          </p:nvSpPr>
          <p:spPr>
            <a:xfrm>
              <a:off x="5346075" y="3350950"/>
              <a:ext cx="41675" cy="39675"/>
            </a:xfrm>
            <a:custGeom>
              <a:rect b="b" l="l" r="r" t="t"/>
              <a:pathLst>
                <a:path extrusionOk="0" h="1587" w="1667">
                  <a:moveTo>
                    <a:pt x="803" y="0"/>
                  </a:moveTo>
                  <a:lnTo>
                    <a:pt x="0" y="783"/>
                  </a:lnTo>
                  <a:lnTo>
                    <a:pt x="20" y="823"/>
                  </a:lnTo>
                  <a:lnTo>
                    <a:pt x="40" y="864"/>
                  </a:lnTo>
                  <a:lnTo>
                    <a:pt x="161" y="904"/>
                  </a:lnTo>
                  <a:lnTo>
                    <a:pt x="281" y="944"/>
                  </a:lnTo>
                  <a:lnTo>
                    <a:pt x="342" y="964"/>
                  </a:lnTo>
                  <a:lnTo>
                    <a:pt x="402" y="1004"/>
                  </a:lnTo>
                  <a:lnTo>
                    <a:pt x="502" y="1145"/>
                  </a:lnTo>
                  <a:lnTo>
                    <a:pt x="603" y="1285"/>
                  </a:lnTo>
                  <a:lnTo>
                    <a:pt x="783" y="1586"/>
                  </a:lnTo>
                  <a:lnTo>
                    <a:pt x="944" y="1285"/>
                  </a:lnTo>
                  <a:lnTo>
                    <a:pt x="1024" y="1145"/>
                  </a:lnTo>
                  <a:lnTo>
                    <a:pt x="1105" y="1044"/>
                  </a:lnTo>
                  <a:lnTo>
                    <a:pt x="1205" y="964"/>
                  </a:lnTo>
                  <a:lnTo>
                    <a:pt x="1325" y="884"/>
                  </a:lnTo>
                  <a:lnTo>
                    <a:pt x="1667" y="743"/>
                  </a:lnTo>
                  <a:lnTo>
                    <a:pt x="1325" y="582"/>
                  </a:lnTo>
                  <a:lnTo>
                    <a:pt x="1185" y="522"/>
                  </a:lnTo>
                  <a:lnTo>
                    <a:pt x="1064" y="442"/>
                  </a:lnTo>
                  <a:lnTo>
                    <a:pt x="984" y="342"/>
                  </a:lnTo>
                  <a:lnTo>
                    <a:pt x="924" y="241"/>
                  </a:lnTo>
                  <a:lnTo>
                    <a:pt x="80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30" name="Google Shape;2630;p33"/>
            <p:cNvSpPr/>
            <p:nvPr/>
          </p:nvSpPr>
          <p:spPr>
            <a:xfrm>
              <a:off x="5235125" y="3348925"/>
              <a:ext cx="40700" cy="42700"/>
            </a:xfrm>
            <a:custGeom>
              <a:rect b="b" l="l" r="r" t="t"/>
              <a:pathLst>
                <a:path extrusionOk="0" h="1708" w="1628">
                  <a:moveTo>
                    <a:pt x="884" y="1"/>
                  </a:moveTo>
                  <a:lnTo>
                    <a:pt x="744" y="282"/>
                  </a:lnTo>
                  <a:lnTo>
                    <a:pt x="663" y="402"/>
                  </a:lnTo>
                  <a:lnTo>
                    <a:pt x="583" y="503"/>
                  </a:lnTo>
                  <a:lnTo>
                    <a:pt x="462" y="603"/>
                  </a:lnTo>
                  <a:lnTo>
                    <a:pt x="342" y="663"/>
                  </a:lnTo>
                  <a:lnTo>
                    <a:pt x="1" y="824"/>
                  </a:lnTo>
                  <a:lnTo>
                    <a:pt x="322" y="985"/>
                  </a:lnTo>
                  <a:lnTo>
                    <a:pt x="462" y="1065"/>
                  </a:lnTo>
                  <a:lnTo>
                    <a:pt x="563" y="1145"/>
                  </a:lnTo>
                  <a:lnTo>
                    <a:pt x="643" y="1246"/>
                  </a:lnTo>
                  <a:lnTo>
                    <a:pt x="723" y="1386"/>
                  </a:lnTo>
                  <a:lnTo>
                    <a:pt x="884" y="1708"/>
                  </a:lnTo>
                  <a:lnTo>
                    <a:pt x="1045" y="1406"/>
                  </a:lnTo>
                  <a:lnTo>
                    <a:pt x="1185" y="1165"/>
                  </a:lnTo>
                  <a:lnTo>
                    <a:pt x="1225" y="1105"/>
                  </a:lnTo>
                  <a:lnTo>
                    <a:pt x="1306" y="1065"/>
                  </a:lnTo>
                  <a:lnTo>
                    <a:pt x="1466" y="1005"/>
                  </a:lnTo>
                  <a:lnTo>
                    <a:pt x="1547" y="965"/>
                  </a:lnTo>
                  <a:lnTo>
                    <a:pt x="1607" y="904"/>
                  </a:lnTo>
                  <a:lnTo>
                    <a:pt x="1627" y="804"/>
                  </a:lnTo>
                  <a:lnTo>
                    <a:pt x="1627" y="663"/>
                  </a:lnTo>
                  <a:lnTo>
                    <a:pt x="1466" y="684"/>
                  </a:lnTo>
                  <a:lnTo>
                    <a:pt x="1346" y="663"/>
                  </a:lnTo>
                  <a:lnTo>
                    <a:pt x="1246" y="603"/>
                  </a:lnTo>
                  <a:lnTo>
                    <a:pt x="1165" y="503"/>
                  </a:lnTo>
                  <a:lnTo>
                    <a:pt x="1085" y="402"/>
                  </a:lnTo>
                  <a:lnTo>
                    <a:pt x="1025" y="262"/>
                  </a:lnTo>
                  <a:lnTo>
                    <a:pt x="884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31" name="Google Shape;2631;p33"/>
            <p:cNvSpPr/>
            <p:nvPr/>
          </p:nvSpPr>
          <p:spPr>
            <a:xfrm>
              <a:off x="5888200" y="2842425"/>
              <a:ext cx="34175" cy="30650"/>
            </a:xfrm>
            <a:custGeom>
              <a:rect b="b" l="l" r="r" t="t"/>
              <a:pathLst>
                <a:path extrusionOk="0" h="1226" w="1367">
                  <a:moveTo>
                    <a:pt x="704" y="1"/>
                  </a:moveTo>
                  <a:lnTo>
                    <a:pt x="1" y="583"/>
                  </a:lnTo>
                  <a:lnTo>
                    <a:pt x="704" y="1225"/>
                  </a:lnTo>
                  <a:lnTo>
                    <a:pt x="1366" y="583"/>
                  </a:lnTo>
                  <a:lnTo>
                    <a:pt x="704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32" name="Google Shape;2632;p33"/>
            <p:cNvSpPr/>
            <p:nvPr/>
          </p:nvSpPr>
          <p:spPr>
            <a:xfrm>
              <a:off x="5456000" y="2840425"/>
              <a:ext cx="35175" cy="36175"/>
            </a:xfrm>
            <a:custGeom>
              <a:rect b="b" l="l" r="r" t="t"/>
              <a:pathLst>
                <a:path extrusionOk="0" h="1447" w="1407">
                  <a:moveTo>
                    <a:pt x="683" y="0"/>
                  </a:moveTo>
                  <a:lnTo>
                    <a:pt x="603" y="81"/>
                  </a:lnTo>
                  <a:lnTo>
                    <a:pt x="543" y="161"/>
                  </a:lnTo>
                  <a:lnTo>
                    <a:pt x="422" y="342"/>
                  </a:lnTo>
                  <a:lnTo>
                    <a:pt x="362" y="422"/>
                  </a:lnTo>
                  <a:lnTo>
                    <a:pt x="262" y="482"/>
                  </a:lnTo>
                  <a:lnTo>
                    <a:pt x="161" y="542"/>
                  </a:lnTo>
                  <a:lnTo>
                    <a:pt x="41" y="563"/>
                  </a:lnTo>
                  <a:lnTo>
                    <a:pt x="21" y="583"/>
                  </a:lnTo>
                  <a:lnTo>
                    <a:pt x="21" y="643"/>
                  </a:lnTo>
                  <a:lnTo>
                    <a:pt x="1" y="763"/>
                  </a:lnTo>
                  <a:lnTo>
                    <a:pt x="221" y="864"/>
                  </a:lnTo>
                  <a:lnTo>
                    <a:pt x="322" y="904"/>
                  </a:lnTo>
                  <a:lnTo>
                    <a:pt x="422" y="964"/>
                  </a:lnTo>
                  <a:lnTo>
                    <a:pt x="503" y="1085"/>
                  </a:lnTo>
                  <a:lnTo>
                    <a:pt x="563" y="1185"/>
                  </a:lnTo>
                  <a:lnTo>
                    <a:pt x="703" y="1446"/>
                  </a:lnTo>
                  <a:lnTo>
                    <a:pt x="1406" y="683"/>
                  </a:lnTo>
                  <a:lnTo>
                    <a:pt x="68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33" name="Google Shape;2633;p33"/>
            <p:cNvSpPr/>
            <p:nvPr/>
          </p:nvSpPr>
          <p:spPr>
            <a:xfrm>
              <a:off x="5995125" y="3250550"/>
              <a:ext cx="36175" cy="33650"/>
            </a:xfrm>
            <a:custGeom>
              <a:rect b="b" l="l" r="r" t="t"/>
              <a:pathLst>
                <a:path extrusionOk="0" h="1346" w="1447">
                  <a:moveTo>
                    <a:pt x="643" y="0"/>
                  </a:moveTo>
                  <a:lnTo>
                    <a:pt x="623" y="141"/>
                  </a:lnTo>
                  <a:lnTo>
                    <a:pt x="583" y="241"/>
                  </a:lnTo>
                  <a:lnTo>
                    <a:pt x="503" y="322"/>
                  </a:lnTo>
                  <a:lnTo>
                    <a:pt x="423" y="402"/>
                  </a:lnTo>
                  <a:lnTo>
                    <a:pt x="222" y="502"/>
                  </a:lnTo>
                  <a:lnTo>
                    <a:pt x="1" y="623"/>
                  </a:lnTo>
                  <a:lnTo>
                    <a:pt x="744" y="1346"/>
                  </a:lnTo>
                  <a:lnTo>
                    <a:pt x="1447" y="663"/>
                  </a:lnTo>
                  <a:lnTo>
                    <a:pt x="1366" y="583"/>
                  </a:lnTo>
                  <a:lnTo>
                    <a:pt x="1286" y="522"/>
                  </a:lnTo>
                  <a:lnTo>
                    <a:pt x="1085" y="402"/>
                  </a:lnTo>
                  <a:lnTo>
                    <a:pt x="1005" y="342"/>
                  </a:lnTo>
                  <a:lnTo>
                    <a:pt x="925" y="261"/>
                  </a:lnTo>
                  <a:lnTo>
                    <a:pt x="864" y="161"/>
                  </a:lnTo>
                  <a:lnTo>
                    <a:pt x="844" y="40"/>
                  </a:lnTo>
                  <a:lnTo>
                    <a:pt x="804" y="20"/>
                  </a:lnTo>
                  <a:lnTo>
                    <a:pt x="764" y="20"/>
                  </a:lnTo>
                  <a:lnTo>
                    <a:pt x="64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34" name="Google Shape;2634;p33"/>
            <p:cNvSpPr/>
            <p:nvPr/>
          </p:nvSpPr>
          <p:spPr>
            <a:xfrm>
              <a:off x="5348075" y="2834900"/>
              <a:ext cx="37675" cy="39675"/>
            </a:xfrm>
            <a:custGeom>
              <a:rect b="b" l="l" r="r" t="t"/>
              <a:pathLst>
                <a:path extrusionOk="0" h="1587" w="1507">
                  <a:moveTo>
                    <a:pt x="683" y="0"/>
                  </a:moveTo>
                  <a:lnTo>
                    <a:pt x="563" y="302"/>
                  </a:lnTo>
                  <a:lnTo>
                    <a:pt x="502" y="422"/>
                  </a:lnTo>
                  <a:lnTo>
                    <a:pt x="422" y="522"/>
                  </a:lnTo>
                  <a:lnTo>
                    <a:pt x="342" y="623"/>
                  </a:lnTo>
                  <a:lnTo>
                    <a:pt x="262" y="683"/>
                  </a:lnTo>
                  <a:lnTo>
                    <a:pt x="161" y="743"/>
                  </a:lnTo>
                  <a:lnTo>
                    <a:pt x="41" y="784"/>
                  </a:lnTo>
                  <a:lnTo>
                    <a:pt x="21" y="804"/>
                  </a:lnTo>
                  <a:lnTo>
                    <a:pt x="0" y="844"/>
                  </a:lnTo>
                  <a:lnTo>
                    <a:pt x="0" y="904"/>
                  </a:lnTo>
                  <a:lnTo>
                    <a:pt x="764" y="1587"/>
                  </a:lnTo>
                  <a:lnTo>
                    <a:pt x="824" y="1406"/>
                  </a:lnTo>
                  <a:lnTo>
                    <a:pt x="864" y="1306"/>
                  </a:lnTo>
                  <a:lnTo>
                    <a:pt x="904" y="1245"/>
                  </a:lnTo>
                  <a:lnTo>
                    <a:pt x="1045" y="1165"/>
                  </a:lnTo>
                  <a:lnTo>
                    <a:pt x="1185" y="1065"/>
                  </a:lnTo>
                  <a:lnTo>
                    <a:pt x="1506" y="884"/>
                  </a:lnTo>
                  <a:lnTo>
                    <a:pt x="1225" y="743"/>
                  </a:lnTo>
                  <a:lnTo>
                    <a:pt x="1105" y="663"/>
                  </a:lnTo>
                  <a:lnTo>
                    <a:pt x="1004" y="583"/>
                  </a:lnTo>
                  <a:lnTo>
                    <a:pt x="904" y="482"/>
                  </a:lnTo>
                  <a:lnTo>
                    <a:pt x="824" y="342"/>
                  </a:lnTo>
                  <a:lnTo>
                    <a:pt x="743" y="201"/>
                  </a:lnTo>
                  <a:lnTo>
                    <a:pt x="68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35" name="Google Shape;2635;p33"/>
            <p:cNvSpPr/>
            <p:nvPr/>
          </p:nvSpPr>
          <p:spPr>
            <a:xfrm>
              <a:off x="5237650" y="2942825"/>
              <a:ext cx="38175" cy="33650"/>
            </a:xfrm>
            <a:custGeom>
              <a:rect b="b" l="l" r="r" t="t"/>
              <a:pathLst>
                <a:path extrusionOk="0" h="1346" w="1527">
                  <a:moveTo>
                    <a:pt x="783" y="1"/>
                  </a:moveTo>
                  <a:lnTo>
                    <a:pt x="0" y="723"/>
                  </a:lnTo>
                  <a:lnTo>
                    <a:pt x="221" y="824"/>
                  </a:lnTo>
                  <a:lnTo>
                    <a:pt x="422" y="944"/>
                  </a:lnTo>
                  <a:lnTo>
                    <a:pt x="522" y="1025"/>
                  </a:lnTo>
                  <a:lnTo>
                    <a:pt x="582" y="1105"/>
                  </a:lnTo>
                  <a:lnTo>
                    <a:pt x="643" y="1205"/>
                  </a:lnTo>
                  <a:lnTo>
                    <a:pt x="703" y="1326"/>
                  </a:lnTo>
                  <a:lnTo>
                    <a:pt x="723" y="1346"/>
                  </a:lnTo>
                  <a:lnTo>
                    <a:pt x="783" y="1346"/>
                  </a:lnTo>
                  <a:lnTo>
                    <a:pt x="1526" y="663"/>
                  </a:lnTo>
                  <a:lnTo>
                    <a:pt x="783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36" name="Google Shape;2636;p33"/>
            <p:cNvSpPr/>
            <p:nvPr/>
          </p:nvSpPr>
          <p:spPr>
            <a:xfrm>
              <a:off x="5239150" y="2840925"/>
              <a:ext cx="36150" cy="33150"/>
            </a:xfrm>
            <a:custGeom>
              <a:rect b="b" l="l" r="r" t="t"/>
              <a:pathLst>
                <a:path extrusionOk="0" h="1326" w="1446">
                  <a:moveTo>
                    <a:pt x="703" y="0"/>
                  </a:moveTo>
                  <a:lnTo>
                    <a:pt x="0" y="663"/>
                  </a:lnTo>
                  <a:lnTo>
                    <a:pt x="723" y="1326"/>
                  </a:lnTo>
                  <a:lnTo>
                    <a:pt x="1446" y="663"/>
                  </a:lnTo>
                  <a:lnTo>
                    <a:pt x="70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37" name="Google Shape;2637;p33"/>
            <p:cNvSpPr/>
            <p:nvPr/>
          </p:nvSpPr>
          <p:spPr>
            <a:xfrm>
              <a:off x="5238650" y="3248525"/>
              <a:ext cx="37675" cy="37675"/>
            </a:xfrm>
            <a:custGeom>
              <a:rect b="b" l="l" r="r" t="t"/>
              <a:pathLst>
                <a:path extrusionOk="0" h="1507" w="1507">
                  <a:moveTo>
                    <a:pt x="783" y="1"/>
                  </a:moveTo>
                  <a:lnTo>
                    <a:pt x="0" y="744"/>
                  </a:lnTo>
                  <a:lnTo>
                    <a:pt x="803" y="1507"/>
                  </a:lnTo>
                  <a:lnTo>
                    <a:pt x="944" y="1246"/>
                  </a:lnTo>
                  <a:lnTo>
                    <a:pt x="1024" y="1125"/>
                  </a:lnTo>
                  <a:lnTo>
                    <a:pt x="1105" y="1005"/>
                  </a:lnTo>
                  <a:lnTo>
                    <a:pt x="1145" y="965"/>
                  </a:lnTo>
                  <a:lnTo>
                    <a:pt x="1225" y="945"/>
                  </a:lnTo>
                  <a:lnTo>
                    <a:pt x="1345" y="905"/>
                  </a:lnTo>
                  <a:lnTo>
                    <a:pt x="1406" y="884"/>
                  </a:lnTo>
                  <a:lnTo>
                    <a:pt x="1466" y="844"/>
                  </a:lnTo>
                  <a:lnTo>
                    <a:pt x="1506" y="764"/>
                  </a:lnTo>
                  <a:lnTo>
                    <a:pt x="1506" y="684"/>
                  </a:lnTo>
                  <a:lnTo>
                    <a:pt x="1265" y="563"/>
                  </a:lnTo>
                  <a:lnTo>
                    <a:pt x="1165" y="503"/>
                  </a:lnTo>
                  <a:lnTo>
                    <a:pt x="1064" y="423"/>
                  </a:lnTo>
                  <a:lnTo>
                    <a:pt x="964" y="342"/>
                  </a:lnTo>
                  <a:lnTo>
                    <a:pt x="904" y="242"/>
                  </a:lnTo>
                  <a:lnTo>
                    <a:pt x="823" y="121"/>
                  </a:lnTo>
                  <a:lnTo>
                    <a:pt x="783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38" name="Google Shape;2638;p33"/>
            <p:cNvSpPr/>
            <p:nvPr/>
          </p:nvSpPr>
          <p:spPr>
            <a:xfrm>
              <a:off x="5996150" y="2945325"/>
              <a:ext cx="34650" cy="29150"/>
            </a:xfrm>
            <a:custGeom>
              <a:rect b="b" l="l" r="r" t="t"/>
              <a:pathLst>
                <a:path extrusionOk="0" h="1166" w="1386">
                  <a:moveTo>
                    <a:pt x="683" y="1"/>
                  </a:moveTo>
                  <a:lnTo>
                    <a:pt x="0" y="563"/>
                  </a:lnTo>
                  <a:lnTo>
                    <a:pt x="723" y="1166"/>
                  </a:lnTo>
                  <a:lnTo>
                    <a:pt x="1386" y="543"/>
                  </a:lnTo>
                  <a:lnTo>
                    <a:pt x="683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39" name="Google Shape;2639;p33"/>
            <p:cNvSpPr/>
            <p:nvPr/>
          </p:nvSpPr>
          <p:spPr>
            <a:xfrm>
              <a:off x="5237650" y="3044725"/>
              <a:ext cx="38175" cy="34675"/>
            </a:xfrm>
            <a:custGeom>
              <a:rect b="b" l="l" r="r" t="t"/>
              <a:pathLst>
                <a:path extrusionOk="0" h="1387" w="1527">
                  <a:moveTo>
                    <a:pt x="743" y="1"/>
                  </a:moveTo>
                  <a:lnTo>
                    <a:pt x="622" y="201"/>
                  </a:lnTo>
                  <a:lnTo>
                    <a:pt x="562" y="302"/>
                  </a:lnTo>
                  <a:lnTo>
                    <a:pt x="462" y="422"/>
                  </a:lnTo>
                  <a:lnTo>
                    <a:pt x="361" y="503"/>
                  </a:lnTo>
                  <a:lnTo>
                    <a:pt x="241" y="563"/>
                  </a:lnTo>
                  <a:lnTo>
                    <a:pt x="0" y="683"/>
                  </a:lnTo>
                  <a:lnTo>
                    <a:pt x="763" y="1386"/>
                  </a:lnTo>
                  <a:lnTo>
                    <a:pt x="1526" y="703"/>
                  </a:lnTo>
                  <a:lnTo>
                    <a:pt x="743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40" name="Google Shape;2640;p33"/>
            <p:cNvSpPr/>
            <p:nvPr/>
          </p:nvSpPr>
          <p:spPr>
            <a:xfrm>
              <a:off x="5347075" y="2739525"/>
              <a:ext cx="37175" cy="32150"/>
            </a:xfrm>
            <a:custGeom>
              <a:rect b="b" l="l" r="r" t="t"/>
              <a:pathLst>
                <a:path extrusionOk="0" h="1286" w="1487">
                  <a:moveTo>
                    <a:pt x="743" y="0"/>
                  </a:moveTo>
                  <a:lnTo>
                    <a:pt x="0" y="623"/>
                  </a:lnTo>
                  <a:lnTo>
                    <a:pt x="783" y="1285"/>
                  </a:lnTo>
                  <a:lnTo>
                    <a:pt x="884" y="1085"/>
                  </a:lnTo>
                  <a:lnTo>
                    <a:pt x="944" y="984"/>
                  </a:lnTo>
                  <a:lnTo>
                    <a:pt x="1004" y="884"/>
                  </a:lnTo>
                  <a:lnTo>
                    <a:pt x="1125" y="824"/>
                  </a:lnTo>
                  <a:lnTo>
                    <a:pt x="1245" y="763"/>
                  </a:lnTo>
                  <a:lnTo>
                    <a:pt x="1486" y="643"/>
                  </a:lnTo>
                  <a:lnTo>
                    <a:pt x="74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41" name="Google Shape;2641;p33"/>
            <p:cNvSpPr/>
            <p:nvPr/>
          </p:nvSpPr>
          <p:spPr>
            <a:xfrm>
              <a:off x="5238650" y="3147125"/>
              <a:ext cx="37675" cy="36175"/>
            </a:xfrm>
            <a:custGeom>
              <a:rect b="b" l="l" r="r" t="t"/>
              <a:pathLst>
                <a:path extrusionOk="0" h="1447" w="1507">
                  <a:moveTo>
                    <a:pt x="763" y="1"/>
                  </a:moveTo>
                  <a:lnTo>
                    <a:pt x="0" y="704"/>
                  </a:lnTo>
                  <a:lnTo>
                    <a:pt x="803" y="1447"/>
                  </a:lnTo>
                  <a:lnTo>
                    <a:pt x="944" y="1186"/>
                  </a:lnTo>
                  <a:lnTo>
                    <a:pt x="1024" y="1065"/>
                  </a:lnTo>
                  <a:lnTo>
                    <a:pt x="1125" y="965"/>
                  </a:lnTo>
                  <a:lnTo>
                    <a:pt x="1165" y="925"/>
                  </a:lnTo>
                  <a:lnTo>
                    <a:pt x="1225" y="904"/>
                  </a:lnTo>
                  <a:lnTo>
                    <a:pt x="1366" y="864"/>
                  </a:lnTo>
                  <a:lnTo>
                    <a:pt x="1426" y="824"/>
                  </a:lnTo>
                  <a:lnTo>
                    <a:pt x="1466" y="784"/>
                  </a:lnTo>
                  <a:lnTo>
                    <a:pt x="1506" y="724"/>
                  </a:lnTo>
                  <a:lnTo>
                    <a:pt x="1506" y="623"/>
                  </a:lnTo>
                  <a:lnTo>
                    <a:pt x="1125" y="302"/>
                  </a:lnTo>
                  <a:lnTo>
                    <a:pt x="763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42" name="Google Shape;2642;p33"/>
            <p:cNvSpPr/>
            <p:nvPr/>
          </p:nvSpPr>
          <p:spPr>
            <a:xfrm>
              <a:off x="5345575" y="2637125"/>
              <a:ext cx="36650" cy="30625"/>
            </a:xfrm>
            <a:custGeom>
              <a:rect b="b" l="l" r="r" t="t"/>
              <a:pathLst>
                <a:path extrusionOk="0" h="1225" w="1466">
                  <a:moveTo>
                    <a:pt x="783" y="0"/>
                  </a:moveTo>
                  <a:lnTo>
                    <a:pt x="0" y="663"/>
                  </a:lnTo>
                  <a:lnTo>
                    <a:pt x="221" y="743"/>
                  </a:lnTo>
                  <a:lnTo>
                    <a:pt x="341" y="783"/>
                  </a:lnTo>
                  <a:lnTo>
                    <a:pt x="422" y="843"/>
                  </a:lnTo>
                  <a:lnTo>
                    <a:pt x="522" y="924"/>
                  </a:lnTo>
                  <a:lnTo>
                    <a:pt x="582" y="1004"/>
                  </a:lnTo>
                  <a:lnTo>
                    <a:pt x="643" y="1084"/>
                  </a:lnTo>
                  <a:lnTo>
                    <a:pt x="703" y="1205"/>
                  </a:lnTo>
                  <a:lnTo>
                    <a:pt x="723" y="1225"/>
                  </a:lnTo>
                  <a:lnTo>
                    <a:pt x="783" y="1225"/>
                  </a:lnTo>
                  <a:lnTo>
                    <a:pt x="1466" y="602"/>
                  </a:lnTo>
                  <a:lnTo>
                    <a:pt x="78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43" name="Google Shape;2643;p33"/>
            <p:cNvSpPr/>
            <p:nvPr/>
          </p:nvSpPr>
          <p:spPr>
            <a:xfrm>
              <a:off x="5995125" y="2843425"/>
              <a:ext cx="35675" cy="29150"/>
            </a:xfrm>
            <a:custGeom>
              <a:rect b="b" l="l" r="r" t="t"/>
              <a:pathLst>
                <a:path extrusionOk="0" h="1166" w="1427">
                  <a:moveTo>
                    <a:pt x="724" y="1"/>
                  </a:moveTo>
                  <a:lnTo>
                    <a:pt x="1" y="603"/>
                  </a:lnTo>
                  <a:lnTo>
                    <a:pt x="242" y="683"/>
                  </a:lnTo>
                  <a:lnTo>
                    <a:pt x="342" y="724"/>
                  </a:lnTo>
                  <a:lnTo>
                    <a:pt x="423" y="784"/>
                  </a:lnTo>
                  <a:lnTo>
                    <a:pt x="503" y="864"/>
                  </a:lnTo>
                  <a:lnTo>
                    <a:pt x="563" y="965"/>
                  </a:lnTo>
                  <a:lnTo>
                    <a:pt x="684" y="1165"/>
                  </a:lnTo>
                  <a:lnTo>
                    <a:pt x="1427" y="543"/>
                  </a:lnTo>
                  <a:lnTo>
                    <a:pt x="724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44" name="Google Shape;2644;p33"/>
            <p:cNvSpPr/>
            <p:nvPr/>
          </p:nvSpPr>
          <p:spPr>
            <a:xfrm>
              <a:off x="5996650" y="2741025"/>
              <a:ext cx="30125" cy="28125"/>
            </a:xfrm>
            <a:custGeom>
              <a:rect b="b" l="l" r="r" t="t"/>
              <a:pathLst>
                <a:path extrusionOk="0" h="1125" w="1205">
                  <a:moveTo>
                    <a:pt x="663" y="1"/>
                  </a:moveTo>
                  <a:lnTo>
                    <a:pt x="0" y="543"/>
                  </a:lnTo>
                  <a:lnTo>
                    <a:pt x="703" y="1125"/>
                  </a:lnTo>
                  <a:lnTo>
                    <a:pt x="1205" y="663"/>
                  </a:lnTo>
                  <a:lnTo>
                    <a:pt x="663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45" name="Google Shape;2645;p33"/>
            <p:cNvSpPr/>
            <p:nvPr/>
          </p:nvSpPr>
          <p:spPr>
            <a:xfrm>
              <a:off x="5240150" y="2738025"/>
              <a:ext cx="35150" cy="32650"/>
            </a:xfrm>
            <a:custGeom>
              <a:rect b="b" l="l" r="r" t="t"/>
              <a:pathLst>
                <a:path extrusionOk="0" h="1306" w="1406">
                  <a:moveTo>
                    <a:pt x="663" y="0"/>
                  </a:moveTo>
                  <a:lnTo>
                    <a:pt x="563" y="161"/>
                  </a:lnTo>
                  <a:lnTo>
                    <a:pt x="502" y="261"/>
                  </a:lnTo>
                  <a:lnTo>
                    <a:pt x="422" y="341"/>
                  </a:lnTo>
                  <a:lnTo>
                    <a:pt x="322" y="422"/>
                  </a:lnTo>
                  <a:lnTo>
                    <a:pt x="221" y="502"/>
                  </a:lnTo>
                  <a:lnTo>
                    <a:pt x="0" y="663"/>
                  </a:lnTo>
                  <a:lnTo>
                    <a:pt x="683" y="1305"/>
                  </a:lnTo>
                  <a:lnTo>
                    <a:pt x="1406" y="663"/>
                  </a:lnTo>
                  <a:lnTo>
                    <a:pt x="66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46" name="Google Shape;2646;p33"/>
            <p:cNvSpPr/>
            <p:nvPr/>
          </p:nvSpPr>
          <p:spPr>
            <a:xfrm>
              <a:off x="5240650" y="2636100"/>
              <a:ext cx="36175" cy="31650"/>
            </a:xfrm>
            <a:custGeom>
              <a:rect b="b" l="l" r="r" t="t"/>
              <a:pathLst>
                <a:path extrusionOk="0" h="1266" w="1447">
                  <a:moveTo>
                    <a:pt x="683" y="1"/>
                  </a:moveTo>
                  <a:lnTo>
                    <a:pt x="0" y="664"/>
                  </a:lnTo>
                  <a:lnTo>
                    <a:pt x="663" y="1266"/>
                  </a:lnTo>
                  <a:lnTo>
                    <a:pt x="1446" y="603"/>
                  </a:lnTo>
                  <a:lnTo>
                    <a:pt x="1165" y="503"/>
                  </a:lnTo>
                  <a:lnTo>
                    <a:pt x="1065" y="443"/>
                  </a:lnTo>
                  <a:lnTo>
                    <a:pt x="964" y="382"/>
                  </a:lnTo>
                  <a:lnTo>
                    <a:pt x="884" y="282"/>
                  </a:lnTo>
                  <a:lnTo>
                    <a:pt x="804" y="182"/>
                  </a:lnTo>
                  <a:lnTo>
                    <a:pt x="683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47" name="Google Shape;2647;p33"/>
            <p:cNvSpPr/>
            <p:nvPr/>
          </p:nvSpPr>
          <p:spPr>
            <a:xfrm>
              <a:off x="5997150" y="2638625"/>
              <a:ext cx="29125" cy="27125"/>
            </a:xfrm>
            <a:custGeom>
              <a:rect b="b" l="l" r="r" t="t"/>
              <a:pathLst>
                <a:path extrusionOk="0" h="1085" w="1165">
                  <a:moveTo>
                    <a:pt x="643" y="0"/>
                  </a:moveTo>
                  <a:lnTo>
                    <a:pt x="0" y="563"/>
                  </a:lnTo>
                  <a:lnTo>
                    <a:pt x="443" y="911"/>
                  </a:lnTo>
                  <a:lnTo>
                    <a:pt x="443" y="911"/>
                  </a:lnTo>
                  <a:lnTo>
                    <a:pt x="1165" y="462"/>
                  </a:lnTo>
                  <a:lnTo>
                    <a:pt x="643" y="0"/>
                  </a:lnTo>
                  <a:close/>
                  <a:moveTo>
                    <a:pt x="443" y="911"/>
                  </a:moveTo>
                  <a:lnTo>
                    <a:pt x="422" y="924"/>
                  </a:lnTo>
                  <a:lnTo>
                    <a:pt x="663" y="1085"/>
                  </a:lnTo>
                  <a:lnTo>
                    <a:pt x="443" y="91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648" name="Google Shape;2648;p33"/>
          <p:cNvSpPr/>
          <p:nvPr/>
        </p:nvSpPr>
        <p:spPr>
          <a:xfrm flipH="1">
            <a:off x="7882259" y="-225021"/>
            <a:ext cx="1596439" cy="1802961"/>
          </a:xfrm>
          <a:custGeom>
            <a:rect b="b" l="l" r="r" t="t"/>
            <a:pathLst>
              <a:path extrusionOk="0" h="32249" w="28555">
                <a:moveTo>
                  <a:pt x="20483" y="82"/>
                </a:moveTo>
                <a:lnTo>
                  <a:pt x="20947" y="102"/>
                </a:lnTo>
                <a:lnTo>
                  <a:pt x="21411" y="122"/>
                </a:lnTo>
                <a:lnTo>
                  <a:pt x="21875" y="203"/>
                </a:lnTo>
                <a:lnTo>
                  <a:pt x="22319" y="283"/>
                </a:lnTo>
                <a:lnTo>
                  <a:pt x="22763" y="404"/>
                </a:lnTo>
                <a:lnTo>
                  <a:pt x="23187" y="566"/>
                </a:lnTo>
                <a:lnTo>
                  <a:pt x="23611" y="748"/>
                </a:lnTo>
                <a:lnTo>
                  <a:pt x="23994" y="949"/>
                </a:lnTo>
                <a:lnTo>
                  <a:pt x="24378" y="1191"/>
                </a:lnTo>
                <a:lnTo>
                  <a:pt x="24741" y="1454"/>
                </a:lnTo>
                <a:lnTo>
                  <a:pt x="25124" y="1777"/>
                </a:lnTo>
                <a:lnTo>
                  <a:pt x="25487" y="2140"/>
                </a:lnTo>
                <a:lnTo>
                  <a:pt x="25851" y="2564"/>
                </a:lnTo>
                <a:lnTo>
                  <a:pt x="26174" y="3008"/>
                </a:lnTo>
                <a:lnTo>
                  <a:pt x="26496" y="3492"/>
                </a:lnTo>
                <a:lnTo>
                  <a:pt x="26779" y="4017"/>
                </a:lnTo>
                <a:lnTo>
                  <a:pt x="27062" y="4582"/>
                </a:lnTo>
                <a:lnTo>
                  <a:pt x="27324" y="5187"/>
                </a:lnTo>
                <a:lnTo>
                  <a:pt x="27546" y="5772"/>
                </a:lnTo>
                <a:lnTo>
                  <a:pt x="27748" y="6358"/>
                </a:lnTo>
                <a:lnTo>
                  <a:pt x="27909" y="6943"/>
                </a:lnTo>
                <a:lnTo>
                  <a:pt x="28071" y="7548"/>
                </a:lnTo>
                <a:lnTo>
                  <a:pt x="28192" y="8154"/>
                </a:lnTo>
                <a:lnTo>
                  <a:pt x="28293" y="8739"/>
                </a:lnTo>
                <a:lnTo>
                  <a:pt x="28373" y="9344"/>
                </a:lnTo>
                <a:lnTo>
                  <a:pt x="28434" y="9950"/>
                </a:lnTo>
                <a:lnTo>
                  <a:pt x="28474" y="10555"/>
                </a:lnTo>
                <a:lnTo>
                  <a:pt x="28474" y="11160"/>
                </a:lnTo>
                <a:lnTo>
                  <a:pt x="28474" y="11766"/>
                </a:lnTo>
                <a:lnTo>
                  <a:pt x="28434" y="12371"/>
                </a:lnTo>
                <a:lnTo>
                  <a:pt x="28373" y="12977"/>
                </a:lnTo>
                <a:lnTo>
                  <a:pt x="28272" y="13562"/>
                </a:lnTo>
                <a:lnTo>
                  <a:pt x="28171" y="14167"/>
                </a:lnTo>
                <a:lnTo>
                  <a:pt x="28030" y="14732"/>
                </a:lnTo>
                <a:lnTo>
                  <a:pt x="27869" y="15338"/>
                </a:lnTo>
                <a:lnTo>
                  <a:pt x="27667" y="15923"/>
                </a:lnTo>
                <a:lnTo>
                  <a:pt x="27465" y="16488"/>
                </a:lnTo>
                <a:lnTo>
                  <a:pt x="27223" y="17053"/>
                </a:lnTo>
                <a:lnTo>
                  <a:pt x="26961" y="17618"/>
                </a:lnTo>
                <a:lnTo>
                  <a:pt x="26678" y="18143"/>
                </a:lnTo>
                <a:lnTo>
                  <a:pt x="26355" y="18667"/>
                </a:lnTo>
                <a:lnTo>
                  <a:pt x="26032" y="19192"/>
                </a:lnTo>
                <a:lnTo>
                  <a:pt x="25669" y="19676"/>
                </a:lnTo>
                <a:lnTo>
                  <a:pt x="25306" y="20161"/>
                </a:lnTo>
                <a:lnTo>
                  <a:pt x="24922" y="20625"/>
                </a:lnTo>
                <a:lnTo>
                  <a:pt x="24499" y="21069"/>
                </a:lnTo>
                <a:lnTo>
                  <a:pt x="24075" y="21493"/>
                </a:lnTo>
                <a:lnTo>
                  <a:pt x="23631" y="21896"/>
                </a:lnTo>
                <a:lnTo>
                  <a:pt x="23167" y="22280"/>
                </a:lnTo>
                <a:lnTo>
                  <a:pt x="22703" y="22643"/>
                </a:lnTo>
                <a:lnTo>
                  <a:pt x="22238" y="22946"/>
                </a:lnTo>
                <a:lnTo>
                  <a:pt x="21795" y="23228"/>
                </a:lnTo>
                <a:lnTo>
                  <a:pt x="21310" y="23511"/>
                </a:lnTo>
                <a:lnTo>
                  <a:pt x="20846" y="23773"/>
                </a:lnTo>
                <a:lnTo>
                  <a:pt x="19877" y="24277"/>
                </a:lnTo>
                <a:lnTo>
                  <a:pt x="18909" y="24742"/>
                </a:lnTo>
                <a:lnTo>
                  <a:pt x="17940" y="25226"/>
                </a:lnTo>
                <a:lnTo>
                  <a:pt x="16951" y="25751"/>
                </a:lnTo>
                <a:lnTo>
                  <a:pt x="16467" y="26013"/>
                </a:lnTo>
                <a:lnTo>
                  <a:pt x="15983" y="26296"/>
                </a:lnTo>
                <a:lnTo>
                  <a:pt x="15519" y="26598"/>
                </a:lnTo>
                <a:lnTo>
                  <a:pt x="15075" y="26901"/>
                </a:lnTo>
                <a:lnTo>
                  <a:pt x="14510" y="27325"/>
                </a:lnTo>
                <a:lnTo>
                  <a:pt x="13965" y="27789"/>
                </a:lnTo>
                <a:lnTo>
                  <a:pt x="13420" y="28253"/>
                </a:lnTo>
                <a:lnTo>
                  <a:pt x="12895" y="28717"/>
                </a:lnTo>
                <a:lnTo>
                  <a:pt x="12148" y="29383"/>
                </a:lnTo>
                <a:lnTo>
                  <a:pt x="11402" y="30029"/>
                </a:lnTo>
                <a:lnTo>
                  <a:pt x="10998" y="30332"/>
                </a:lnTo>
                <a:lnTo>
                  <a:pt x="10595" y="30614"/>
                </a:lnTo>
                <a:lnTo>
                  <a:pt x="10171" y="30897"/>
                </a:lnTo>
                <a:lnTo>
                  <a:pt x="9747" y="31159"/>
                </a:lnTo>
                <a:lnTo>
                  <a:pt x="9303" y="31381"/>
                </a:lnTo>
                <a:lnTo>
                  <a:pt x="8839" y="31583"/>
                </a:lnTo>
                <a:lnTo>
                  <a:pt x="8375" y="31764"/>
                </a:lnTo>
                <a:lnTo>
                  <a:pt x="7890" y="31906"/>
                </a:lnTo>
                <a:lnTo>
                  <a:pt x="7406" y="32027"/>
                </a:lnTo>
                <a:lnTo>
                  <a:pt x="6922" y="32107"/>
                </a:lnTo>
                <a:lnTo>
                  <a:pt x="6417" y="32148"/>
                </a:lnTo>
                <a:lnTo>
                  <a:pt x="5933" y="32168"/>
                </a:lnTo>
                <a:lnTo>
                  <a:pt x="5893" y="32168"/>
                </a:lnTo>
                <a:lnTo>
                  <a:pt x="5368" y="32148"/>
                </a:lnTo>
                <a:lnTo>
                  <a:pt x="4843" y="32087"/>
                </a:lnTo>
                <a:lnTo>
                  <a:pt x="4359" y="31986"/>
                </a:lnTo>
                <a:lnTo>
                  <a:pt x="3875" y="31845"/>
                </a:lnTo>
                <a:lnTo>
                  <a:pt x="3431" y="31684"/>
                </a:lnTo>
                <a:lnTo>
                  <a:pt x="2987" y="31462"/>
                </a:lnTo>
                <a:lnTo>
                  <a:pt x="2583" y="31219"/>
                </a:lnTo>
                <a:lnTo>
                  <a:pt x="2200" y="30957"/>
                </a:lnTo>
                <a:lnTo>
                  <a:pt x="1998" y="30775"/>
                </a:lnTo>
                <a:lnTo>
                  <a:pt x="1816" y="30614"/>
                </a:lnTo>
                <a:lnTo>
                  <a:pt x="1635" y="30412"/>
                </a:lnTo>
                <a:lnTo>
                  <a:pt x="1453" y="30231"/>
                </a:lnTo>
                <a:lnTo>
                  <a:pt x="1292" y="30029"/>
                </a:lnTo>
                <a:lnTo>
                  <a:pt x="1150" y="29807"/>
                </a:lnTo>
                <a:lnTo>
                  <a:pt x="1009" y="29585"/>
                </a:lnTo>
                <a:lnTo>
                  <a:pt x="868" y="29363"/>
                </a:lnTo>
                <a:lnTo>
                  <a:pt x="747" y="29121"/>
                </a:lnTo>
                <a:lnTo>
                  <a:pt x="626" y="28879"/>
                </a:lnTo>
                <a:lnTo>
                  <a:pt x="525" y="28616"/>
                </a:lnTo>
                <a:lnTo>
                  <a:pt x="424" y="28354"/>
                </a:lnTo>
                <a:lnTo>
                  <a:pt x="343" y="28092"/>
                </a:lnTo>
                <a:lnTo>
                  <a:pt x="283" y="27829"/>
                </a:lnTo>
                <a:lnTo>
                  <a:pt x="222" y="27547"/>
                </a:lnTo>
                <a:lnTo>
                  <a:pt x="162" y="27264"/>
                </a:lnTo>
                <a:lnTo>
                  <a:pt x="101" y="26719"/>
                </a:lnTo>
                <a:lnTo>
                  <a:pt x="81" y="26154"/>
                </a:lnTo>
                <a:lnTo>
                  <a:pt x="121" y="25609"/>
                </a:lnTo>
                <a:lnTo>
                  <a:pt x="182" y="25065"/>
                </a:lnTo>
                <a:lnTo>
                  <a:pt x="283" y="24520"/>
                </a:lnTo>
                <a:lnTo>
                  <a:pt x="444" y="23995"/>
                </a:lnTo>
                <a:lnTo>
                  <a:pt x="626" y="23490"/>
                </a:lnTo>
                <a:lnTo>
                  <a:pt x="868" y="23006"/>
                </a:lnTo>
                <a:lnTo>
                  <a:pt x="1029" y="22724"/>
                </a:lnTo>
                <a:lnTo>
                  <a:pt x="1191" y="22441"/>
                </a:lnTo>
                <a:lnTo>
                  <a:pt x="1372" y="22179"/>
                </a:lnTo>
                <a:lnTo>
                  <a:pt x="1574" y="21916"/>
                </a:lnTo>
                <a:lnTo>
                  <a:pt x="1776" y="21654"/>
                </a:lnTo>
                <a:lnTo>
                  <a:pt x="1998" y="21392"/>
                </a:lnTo>
                <a:lnTo>
                  <a:pt x="2240" y="21129"/>
                </a:lnTo>
                <a:lnTo>
                  <a:pt x="2482" y="20867"/>
                </a:lnTo>
                <a:lnTo>
                  <a:pt x="3027" y="20383"/>
                </a:lnTo>
                <a:lnTo>
                  <a:pt x="3612" y="19898"/>
                </a:lnTo>
                <a:lnTo>
                  <a:pt x="4258" y="19414"/>
                </a:lnTo>
                <a:lnTo>
                  <a:pt x="4964" y="18970"/>
                </a:lnTo>
                <a:lnTo>
                  <a:pt x="5691" y="18526"/>
                </a:lnTo>
                <a:lnTo>
                  <a:pt x="6438" y="18102"/>
                </a:lnTo>
                <a:lnTo>
                  <a:pt x="7951" y="17336"/>
                </a:lnTo>
                <a:lnTo>
                  <a:pt x="9021" y="16771"/>
                </a:lnTo>
                <a:lnTo>
                  <a:pt x="10110" y="16185"/>
                </a:lnTo>
                <a:lnTo>
                  <a:pt x="10433" y="15983"/>
                </a:lnTo>
                <a:lnTo>
                  <a:pt x="10716" y="15802"/>
                </a:lnTo>
                <a:lnTo>
                  <a:pt x="10978" y="15600"/>
                </a:lnTo>
                <a:lnTo>
                  <a:pt x="11220" y="15398"/>
                </a:lnTo>
                <a:lnTo>
                  <a:pt x="11442" y="15196"/>
                </a:lnTo>
                <a:lnTo>
                  <a:pt x="11644" y="14974"/>
                </a:lnTo>
                <a:lnTo>
                  <a:pt x="11805" y="14752"/>
                </a:lnTo>
                <a:lnTo>
                  <a:pt x="11967" y="14510"/>
                </a:lnTo>
                <a:lnTo>
                  <a:pt x="12088" y="14268"/>
                </a:lnTo>
                <a:lnTo>
                  <a:pt x="12189" y="13986"/>
                </a:lnTo>
                <a:lnTo>
                  <a:pt x="12290" y="13723"/>
                </a:lnTo>
                <a:lnTo>
                  <a:pt x="12350" y="13421"/>
                </a:lnTo>
                <a:lnTo>
                  <a:pt x="12411" y="13098"/>
                </a:lnTo>
                <a:lnTo>
                  <a:pt x="12451" y="12755"/>
                </a:lnTo>
                <a:lnTo>
                  <a:pt x="12471" y="12391"/>
                </a:lnTo>
                <a:lnTo>
                  <a:pt x="12471" y="12008"/>
                </a:lnTo>
                <a:lnTo>
                  <a:pt x="12492" y="11302"/>
                </a:lnTo>
                <a:lnTo>
                  <a:pt x="12512" y="10616"/>
                </a:lnTo>
                <a:lnTo>
                  <a:pt x="12532" y="9950"/>
                </a:lnTo>
                <a:lnTo>
                  <a:pt x="12592" y="9324"/>
                </a:lnTo>
                <a:lnTo>
                  <a:pt x="12653" y="8698"/>
                </a:lnTo>
                <a:lnTo>
                  <a:pt x="12714" y="8113"/>
                </a:lnTo>
                <a:lnTo>
                  <a:pt x="12814" y="7548"/>
                </a:lnTo>
                <a:lnTo>
                  <a:pt x="12915" y="7003"/>
                </a:lnTo>
                <a:lnTo>
                  <a:pt x="13036" y="6479"/>
                </a:lnTo>
                <a:lnTo>
                  <a:pt x="13157" y="5974"/>
                </a:lnTo>
                <a:lnTo>
                  <a:pt x="13299" y="5510"/>
                </a:lnTo>
                <a:lnTo>
                  <a:pt x="13460" y="5046"/>
                </a:lnTo>
                <a:lnTo>
                  <a:pt x="13642" y="4622"/>
                </a:lnTo>
                <a:lnTo>
                  <a:pt x="13823" y="4218"/>
                </a:lnTo>
                <a:lnTo>
                  <a:pt x="14025" y="3835"/>
                </a:lnTo>
                <a:lnTo>
                  <a:pt x="14247" y="3472"/>
                </a:lnTo>
                <a:lnTo>
                  <a:pt x="14429" y="3169"/>
                </a:lnTo>
                <a:lnTo>
                  <a:pt x="14631" y="2887"/>
                </a:lnTo>
                <a:lnTo>
                  <a:pt x="14853" y="2644"/>
                </a:lnTo>
                <a:lnTo>
                  <a:pt x="15054" y="2402"/>
                </a:lnTo>
                <a:lnTo>
                  <a:pt x="15276" y="2180"/>
                </a:lnTo>
                <a:lnTo>
                  <a:pt x="15498" y="1979"/>
                </a:lnTo>
                <a:lnTo>
                  <a:pt x="15700" y="1797"/>
                </a:lnTo>
                <a:lnTo>
                  <a:pt x="15942" y="1635"/>
                </a:lnTo>
                <a:lnTo>
                  <a:pt x="16386" y="1333"/>
                </a:lnTo>
                <a:lnTo>
                  <a:pt x="16830" y="1091"/>
                </a:lnTo>
                <a:lnTo>
                  <a:pt x="17274" y="869"/>
                </a:lnTo>
                <a:lnTo>
                  <a:pt x="17698" y="667"/>
                </a:lnTo>
                <a:lnTo>
                  <a:pt x="18142" y="505"/>
                </a:lnTo>
                <a:lnTo>
                  <a:pt x="18606" y="364"/>
                </a:lnTo>
                <a:lnTo>
                  <a:pt x="19070" y="243"/>
                </a:lnTo>
                <a:lnTo>
                  <a:pt x="19534" y="162"/>
                </a:lnTo>
                <a:lnTo>
                  <a:pt x="19999" y="102"/>
                </a:lnTo>
                <a:lnTo>
                  <a:pt x="20483" y="82"/>
                </a:lnTo>
                <a:close/>
                <a:moveTo>
                  <a:pt x="20483" y="1"/>
                </a:moveTo>
                <a:lnTo>
                  <a:pt x="19999" y="21"/>
                </a:lnTo>
                <a:lnTo>
                  <a:pt x="19534" y="82"/>
                </a:lnTo>
                <a:lnTo>
                  <a:pt x="19050" y="162"/>
                </a:lnTo>
                <a:lnTo>
                  <a:pt x="18586" y="283"/>
                </a:lnTo>
                <a:lnTo>
                  <a:pt x="18122" y="425"/>
                </a:lnTo>
                <a:lnTo>
                  <a:pt x="17678" y="606"/>
                </a:lnTo>
                <a:lnTo>
                  <a:pt x="17214" y="808"/>
                </a:lnTo>
                <a:lnTo>
                  <a:pt x="16750" y="1050"/>
                </a:lnTo>
                <a:lnTo>
                  <a:pt x="16285" y="1313"/>
                </a:lnTo>
                <a:lnTo>
                  <a:pt x="15841" y="1615"/>
                </a:lnTo>
                <a:lnTo>
                  <a:pt x="15619" y="1777"/>
                </a:lnTo>
                <a:lnTo>
                  <a:pt x="15397" y="1979"/>
                </a:lnTo>
                <a:lnTo>
                  <a:pt x="15175" y="2180"/>
                </a:lnTo>
                <a:lnTo>
                  <a:pt x="14974" y="2382"/>
                </a:lnTo>
                <a:lnTo>
                  <a:pt x="14752" y="2624"/>
                </a:lnTo>
                <a:lnTo>
                  <a:pt x="14550" y="2866"/>
                </a:lnTo>
                <a:lnTo>
                  <a:pt x="14368" y="3129"/>
                </a:lnTo>
                <a:lnTo>
                  <a:pt x="14166" y="3411"/>
                </a:lnTo>
                <a:lnTo>
                  <a:pt x="13944" y="3795"/>
                </a:lnTo>
                <a:lnTo>
                  <a:pt x="13743" y="4178"/>
                </a:lnTo>
                <a:lnTo>
                  <a:pt x="13561" y="4582"/>
                </a:lnTo>
                <a:lnTo>
                  <a:pt x="13400" y="5026"/>
                </a:lnTo>
                <a:lnTo>
                  <a:pt x="13238" y="5470"/>
                </a:lnTo>
                <a:lnTo>
                  <a:pt x="13077" y="5954"/>
                </a:lnTo>
                <a:lnTo>
                  <a:pt x="12956" y="6458"/>
                </a:lnTo>
                <a:lnTo>
                  <a:pt x="12835" y="6983"/>
                </a:lnTo>
                <a:lnTo>
                  <a:pt x="12734" y="7528"/>
                </a:lnTo>
                <a:lnTo>
                  <a:pt x="12653" y="8093"/>
                </a:lnTo>
                <a:lnTo>
                  <a:pt x="12572" y="8678"/>
                </a:lnTo>
                <a:lnTo>
                  <a:pt x="12512" y="9304"/>
                </a:lnTo>
                <a:lnTo>
                  <a:pt x="12451" y="9950"/>
                </a:lnTo>
                <a:lnTo>
                  <a:pt x="12431" y="10616"/>
                </a:lnTo>
                <a:lnTo>
                  <a:pt x="12411" y="11302"/>
                </a:lnTo>
                <a:lnTo>
                  <a:pt x="12391" y="12008"/>
                </a:lnTo>
                <a:lnTo>
                  <a:pt x="12391" y="12391"/>
                </a:lnTo>
                <a:lnTo>
                  <a:pt x="12370" y="12755"/>
                </a:lnTo>
                <a:lnTo>
                  <a:pt x="12330" y="13078"/>
                </a:lnTo>
                <a:lnTo>
                  <a:pt x="12270" y="13400"/>
                </a:lnTo>
                <a:lnTo>
                  <a:pt x="12209" y="13683"/>
                </a:lnTo>
                <a:lnTo>
                  <a:pt x="12128" y="13965"/>
                </a:lnTo>
                <a:lnTo>
                  <a:pt x="12007" y="14228"/>
                </a:lnTo>
                <a:lnTo>
                  <a:pt x="11886" y="14470"/>
                </a:lnTo>
                <a:lnTo>
                  <a:pt x="11745" y="14712"/>
                </a:lnTo>
                <a:lnTo>
                  <a:pt x="11563" y="14934"/>
                </a:lnTo>
                <a:lnTo>
                  <a:pt x="11382" y="15136"/>
                </a:lnTo>
                <a:lnTo>
                  <a:pt x="11160" y="15338"/>
                </a:lnTo>
                <a:lnTo>
                  <a:pt x="10938" y="15540"/>
                </a:lnTo>
                <a:lnTo>
                  <a:pt x="10675" y="15741"/>
                </a:lnTo>
                <a:lnTo>
                  <a:pt x="10373" y="15923"/>
                </a:lnTo>
                <a:lnTo>
                  <a:pt x="10070" y="16105"/>
                </a:lnTo>
                <a:lnTo>
                  <a:pt x="8980" y="16690"/>
                </a:lnTo>
                <a:lnTo>
                  <a:pt x="7911" y="17255"/>
                </a:lnTo>
                <a:lnTo>
                  <a:pt x="6397" y="18042"/>
                </a:lnTo>
                <a:lnTo>
                  <a:pt x="5651" y="18466"/>
                </a:lnTo>
                <a:lnTo>
                  <a:pt x="4924" y="18889"/>
                </a:lnTo>
                <a:lnTo>
                  <a:pt x="4218" y="19354"/>
                </a:lnTo>
                <a:lnTo>
                  <a:pt x="3552" y="19838"/>
                </a:lnTo>
                <a:lnTo>
                  <a:pt x="2967" y="20322"/>
                </a:lnTo>
                <a:lnTo>
                  <a:pt x="2422" y="20827"/>
                </a:lnTo>
                <a:lnTo>
                  <a:pt x="2180" y="21069"/>
                </a:lnTo>
                <a:lnTo>
                  <a:pt x="1937" y="21331"/>
                </a:lnTo>
                <a:lnTo>
                  <a:pt x="1715" y="21594"/>
                </a:lnTo>
                <a:lnTo>
                  <a:pt x="1514" y="21856"/>
                </a:lnTo>
                <a:lnTo>
                  <a:pt x="1312" y="22138"/>
                </a:lnTo>
                <a:lnTo>
                  <a:pt x="1130" y="22401"/>
                </a:lnTo>
                <a:lnTo>
                  <a:pt x="949" y="22683"/>
                </a:lnTo>
                <a:lnTo>
                  <a:pt x="807" y="22966"/>
                </a:lnTo>
                <a:lnTo>
                  <a:pt x="565" y="23450"/>
                </a:lnTo>
                <a:lnTo>
                  <a:pt x="363" y="23975"/>
                </a:lnTo>
                <a:lnTo>
                  <a:pt x="222" y="24499"/>
                </a:lnTo>
                <a:lnTo>
                  <a:pt x="101" y="25044"/>
                </a:lnTo>
                <a:lnTo>
                  <a:pt x="40" y="25589"/>
                </a:lnTo>
                <a:lnTo>
                  <a:pt x="0" y="26154"/>
                </a:lnTo>
                <a:lnTo>
                  <a:pt x="20" y="26719"/>
                </a:lnTo>
                <a:lnTo>
                  <a:pt x="81" y="27284"/>
                </a:lnTo>
                <a:lnTo>
                  <a:pt x="141" y="27567"/>
                </a:lnTo>
                <a:lnTo>
                  <a:pt x="202" y="27849"/>
                </a:lnTo>
                <a:lnTo>
                  <a:pt x="262" y="28112"/>
                </a:lnTo>
                <a:lnTo>
                  <a:pt x="363" y="28394"/>
                </a:lnTo>
                <a:lnTo>
                  <a:pt x="444" y="28657"/>
                </a:lnTo>
                <a:lnTo>
                  <a:pt x="545" y="28899"/>
                </a:lnTo>
                <a:lnTo>
                  <a:pt x="666" y="29161"/>
                </a:lnTo>
                <a:lnTo>
                  <a:pt x="787" y="29403"/>
                </a:lnTo>
                <a:lnTo>
                  <a:pt x="928" y="29625"/>
                </a:lnTo>
                <a:lnTo>
                  <a:pt x="1070" y="29847"/>
                </a:lnTo>
                <a:lnTo>
                  <a:pt x="1231" y="30069"/>
                </a:lnTo>
                <a:lnTo>
                  <a:pt x="1393" y="30271"/>
                </a:lnTo>
                <a:lnTo>
                  <a:pt x="1574" y="30473"/>
                </a:lnTo>
                <a:lnTo>
                  <a:pt x="1756" y="30654"/>
                </a:lnTo>
                <a:lnTo>
                  <a:pt x="1958" y="30836"/>
                </a:lnTo>
                <a:lnTo>
                  <a:pt x="2159" y="31018"/>
                </a:lnTo>
                <a:lnTo>
                  <a:pt x="2543" y="31300"/>
                </a:lnTo>
                <a:lnTo>
                  <a:pt x="2967" y="31542"/>
                </a:lnTo>
                <a:lnTo>
                  <a:pt x="3390" y="31744"/>
                </a:lnTo>
                <a:lnTo>
                  <a:pt x="3854" y="31926"/>
                </a:lnTo>
                <a:lnTo>
                  <a:pt x="4339" y="32067"/>
                </a:lnTo>
                <a:lnTo>
                  <a:pt x="4843" y="32168"/>
                </a:lnTo>
                <a:lnTo>
                  <a:pt x="5348" y="32228"/>
                </a:lnTo>
                <a:lnTo>
                  <a:pt x="5893" y="32249"/>
                </a:lnTo>
                <a:lnTo>
                  <a:pt x="5933" y="32249"/>
                </a:lnTo>
                <a:lnTo>
                  <a:pt x="6438" y="32228"/>
                </a:lnTo>
                <a:lnTo>
                  <a:pt x="6922" y="32188"/>
                </a:lnTo>
                <a:lnTo>
                  <a:pt x="7426" y="32107"/>
                </a:lnTo>
                <a:lnTo>
                  <a:pt x="7911" y="31986"/>
                </a:lnTo>
                <a:lnTo>
                  <a:pt x="8395" y="31845"/>
                </a:lnTo>
                <a:lnTo>
                  <a:pt x="8879" y="31663"/>
                </a:lnTo>
                <a:lnTo>
                  <a:pt x="9343" y="31462"/>
                </a:lnTo>
                <a:lnTo>
                  <a:pt x="9787" y="31219"/>
                </a:lnTo>
                <a:lnTo>
                  <a:pt x="10211" y="30977"/>
                </a:lnTo>
                <a:lnTo>
                  <a:pt x="10635" y="30695"/>
                </a:lnTo>
                <a:lnTo>
                  <a:pt x="11039" y="30392"/>
                </a:lnTo>
                <a:lnTo>
                  <a:pt x="11442" y="30089"/>
                </a:lnTo>
                <a:lnTo>
                  <a:pt x="12209" y="29444"/>
                </a:lnTo>
                <a:lnTo>
                  <a:pt x="12956" y="28778"/>
                </a:lnTo>
                <a:lnTo>
                  <a:pt x="13480" y="28314"/>
                </a:lnTo>
                <a:lnTo>
                  <a:pt x="14005" y="27849"/>
                </a:lnTo>
                <a:lnTo>
                  <a:pt x="14550" y="27405"/>
                </a:lnTo>
                <a:lnTo>
                  <a:pt x="15115" y="26961"/>
                </a:lnTo>
                <a:lnTo>
                  <a:pt x="15559" y="26659"/>
                </a:lnTo>
                <a:lnTo>
                  <a:pt x="16023" y="26356"/>
                </a:lnTo>
                <a:lnTo>
                  <a:pt x="16507" y="26074"/>
                </a:lnTo>
                <a:lnTo>
                  <a:pt x="16992" y="25811"/>
                </a:lnTo>
                <a:lnTo>
                  <a:pt x="17960" y="25307"/>
                </a:lnTo>
                <a:lnTo>
                  <a:pt x="18949" y="24822"/>
                </a:lnTo>
                <a:lnTo>
                  <a:pt x="19918" y="24338"/>
                </a:lnTo>
                <a:lnTo>
                  <a:pt x="20886" y="23834"/>
                </a:lnTo>
                <a:lnTo>
                  <a:pt x="21351" y="23571"/>
                </a:lnTo>
                <a:lnTo>
                  <a:pt x="21835" y="23309"/>
                </a:lnTo>
                <a:lnTo>
                  <a:pt x="22299" y="23006"/>
                </a:lnTo>
                <a:lnTo>
                  <a:pt x="22743" y="22703"/>
                </a:lnTo>
                <a:lnTo>
                  <a:pt x="23227" y="22340"/>
                </a:lnTo>
                <a:lnTo>
                  <a:pt x="23691" y="21957"/>
                </a:lnTo>
                <a:lnTo>
                  <a:pt x="24135" y="21553"/>
                </a:lnTo>
                <a:lnTo>
                  <a:pt x="24559" y="21129"/>
                </a:lnTo>
                <a:lnTo>
                  <a:pt x="24983" y="20685"/>
                </a:lnTo>
                <a:lnTo>
                  <a:pt x="25366" y="20221"/>
                </a:lnTo>
                <a:lnTo>
                  <a:pt x="25750" y="19737"/>
                </a:lnTo>
                <a:lnTo>
                  <a:pt x="26093" y="19232"/>
                </a:lnTo>
                <a:lnTo>
                  <a:pt x="26436" y="18728"/>
                </a:lnTo>
                <a:lnTo>
                  <a:pt x="26739" y="18183"/>
                </a:lnTo>
                <a:lnTo>
                  <a:pt x="27021" y="17638"/>
                </a:lnTo>
                <a:lnTo>
                  <a:pt x="27304" y="17093"/>
                </a:lnTo>
                <a:lnTo>
                  <a:pt x="27546" y="16528"/>
                </a:lnTo>
                <a:lnTo>
                  <a:pt x="27748" y="15943"/>
                </a:lnTo>
                <a:lnTo>
                  <a:pt x="27949" y="15358"/>
                </a:lnTo>
                <a:lnTo>
                  <a:pt x="28111" y="14752"/>
                </a:lnTo>
                <a:lnTo>
                  <a:pt x="28252" y="14167"/>
                </a:lnTo>
                <a:lnTo>
                  <a:pt x="28353" y="13582"/>
                </a:lnTo>
                <a:lnTo>
                  <a:pt x="28454" y="12977"/>
                </a:lnTo>
                <a:lnTo>
                  <a:pt x="28514" y="12391"/>
                </a:lnTo>
                <a:lnTo>
                  <a:pt x="28555" y="11786"/>
                </a:lnTo>
                <a:lnTo>
                  <a:pt x="28555" y="11181"/>
                </a:lnTo>
                <a:lnTo>
                  <a:pt x="28555" y="10555"/>
                </a:lnTo>
                <a:lnTo>
                  <a:pt x="28514" y="9950"/>
                </a:lnTo>
                <a:lnTo>
                  <a:pt x="28454" y="9344"/>
                </a:lnTo>
                <a:lnTo>
                  <a:pt x="28373" y="8739"/>
                </a:lnTo>
                <a:lnTo>
                  <a:pt x="28272" y="8133"/>
                </a:lnTo>
                <a:lnTo>
                  <a:pt x="28151" y="7528"/>
                </a:lnTo>
                <a:lnTo>
                  <a:pt x="27990" y="6923"/>
                </a:lnTo>
                <a:lnTo>
                  <a:pt x="27828" y="6337"/>
                </a:lnTo>
                <a:lnTo>
                  <a:pt x="27627" y="5752"/>
                </a:lnTo>
                <a:lnTo>
                  <a:pt x="27405" y="5167"/>
                </a:lnTo>
                <a:lnTo>
                  <a:pt x="27142" y="4541"/>
                </a:lnTo>
                <a:lnTo>
                  <a:pt x="26860" y="3976"/>
                </a:lnTo>
                <a:lnTo>
                  <a:pt x="26557" y="3452"/>
                </a:lnTo>
                <a:lnTo>
                  <a:pt x="26234" y="2947"/>
                </a:lnTo>
                <a:lnTo>
                  <a:pt x="25911" y="2503"/>
                </a:lnTo>
                <a:lnTo>
                  <a:pt x="25548" y="2100"/>
                </a:lnTo>
                <a:lnTo>
                  <a:pt x="25185" y="1716"/>
                </a:lnTo>
                <a:lnTo>
                  <a:pt x="24801" y="1393"/>
                </a:lnTo>
                <a:lnTo>
                  <a:pt x="24438" y="1111"/>
                </a:lnTo>
                <a:lnTo>
                  <a:pt x="24055" y="889"/>
                </a:lnTo>
                <a:lnTo>
                  <a:pt x="23651" y="667"/>
                </a:lnTo>
                <a:lnTo>
                  <a:pt x="23227" y="485"/>
                </a:lnTo>
                <a:lnTo>
                  <a:pt x="22783" y="344"/>
                </a:lnTo>
                <a:lnTo>
                  <a:pt x="22339" y="223"/>
                </a:lnTo>
                <a:lnTo>
                  <a:pt x="21895" y="122"/>
                </a:lnTo>
                <a:lnTo>
                  <a:pt x="21411" y="61"/>
                </a:lnTo>
                <a:lnTo>
                  <a:pt x="20947" y="21"/>
                </a:lnTo>
                <a:lnTo>
                  <a:pt x="20483" y="1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49" name="Google Shape;2649;p33"/>
          <p:cNvSpPr/>
          <p:nvPr/>
        </p:nvSpPr>
        <p:spPr>
          <a:xfrm flipH="1">
            <a:off x="7540405" y="951697"/>
            <a:ext cx="935332" cy="741278"/>
          </a:xfrm>
          <a:custGeom>
            <a:rect b="b" l="l" r="r" t="t"/>
            <a:pathLst>
              <a:path extrusionOk="0" h="13259" w="16730">
                <a:moveTo>
                  <a:pt x="14550" y="81"/>
                </a:moveTo>
                <a:lnTo>
                  <a:pt x="14772" y="122"/>
                </a:lnTo>
                <a:lnTo>
                  <a:pt x="15014" y="202"/>
                </a:lnTo>
                <a:lnTo>
                  <a:pt x="15216" y="324"/>
                </a:lnTo>
                <a:lnTo>
                  <a:pt x="15438" y="465"/>
                </a:lnTo>
                <a:lnTo>
                  <a:pt x="15640" y="667"/>
                </a:lnTo>
                <a:lnTo>
                  <a:pt x="15821" y="889"/>
                </a:lnTo>
                <a:lnTo>
                  <a:pt x="15983" y="1131"/>
                </a:lnTo>
                <a:lnTo>
                  <a:pt x="16144" y="1413"/>
                </a:lnTo>
                <a:lnTo>
                  <a:pt x="16245" y="1655"/>
                </a:lnTo>
                <a:lnTo>
                  <a:pt x="16346" y="1898"/>
                </a:lnTo>
                <a:lnTo>
                  <a:pt x="16427" y="2140"/>
                </a:lnTo>
                <a:lnTo>
                  <a:pt x="16487" y="2422"/>
                </a:lnTo>
                <a:lnTo>
                  <a:pt x="16548" y="2685"/>
                </a:lnTo>
                <a:lnTo>
                  <a:pt x="16588" y="2967"/>
                </a:lnTo>
                <a:lnTo>
                  <a:pt x="16628" y="3250"/>
                </a:lnTo>
                <a:lnTo>
                  <a:pt x="16649" y="3552"/>
                </a:lnTo>
                <a:lnTo>
                  <a:pt x="16649" y="3855"/>
                </a:lnTo>
                <a:lnTo>
                  <a:pt x="16649" y="4178"/>
                </a:lnTo>
                <a:lnTo>
                  <a:pt x="16588" y="4844"/>
                </a:lnTo>
                <a:lnTo>
                  <a:pt x="16487" y="5550"/>
                </a:lnTo>
                <a:lnTo>
                  <a:pt x="16326" y="6317"/>
                </a:lnTo>
                <a:lnTo>
                  <a:pt x="16144" y="7044"/>
                </a:lnTo>
                <a:lnTo>
                  <a:pt x="15942" y="7709"/>
                </a:lnTo>
                <a:lnTo>
                  <a:pt x="15720" y="8315"/>
                </a:lnTo>
                <a:lnTo>
                  <a:pt x="15458" y="8860"/>
                </a:lnTo>
                <a:lnTo>
                  <a:pt x="15317" y="9122"/>
                </a:lnTo>
                <a:lnTo>
                  <a:pt x="15176" y="9364"/>
                </a:lnTo>
                <a:lnTo>
                  <a:pt x="15014" y="9586"/>
                </a:lnTo>
                <a:lnTo>
                  <a:pt x="14873" y="9808"/>
                </a:lnTo>
                <a:lnTo>
                  <a:pt x="14691" y="10010"/>
                </a:lnTo>
                <a:lnTo>
                  <a:pt x="14530" y="10212"/>
                </a:lnTo>
                <a:lnTo>
                  <a:pt x="14348" y="10393"/>
                </a:lnTo>
                <a:lnTo>
                  <a:pt x="14146" y="10555"/>
                </a:lnTo>
                <a:lnTo>
                  <a:pt x="13803" y="10837"/>
                </a:lnTo>
                <a:lnTo>
                  <a:pt x="13440" y="11080"/>
                </a:lnTo>
                <a:lnTo>
                  <a:pt x="13036" y="11302"/>
                </a:lnTo>
                <a:lnTo>
                  <a:pt x="12633" y="11483"/>
                </a:lnTo>
                <a:lnTo>
                  <a:pt x="12229" y="11665"/>
                </a:lnTo>
                <a:lnTo>
                  <a:pt x="11805" y="11806"/>
                </a:lnTo>
                <a:lnTo>
                  <a:pt x="11402" y="11947"/>
                </a:lnTo>
                <a:lnTo>
                  <a:pt x="10978" y="12068"/>
                </a:lnTo>
                <a:lnTo>
                  <a:pt x="10373" y="12230"/>
                </a:lnTo>
                <a:lnTo>
                  <a:pt x="9787" y="12371"/>
                </a:lnTo>
                <a:lnTo>
                  <a:pt x="9202" y="12512"/>
                </a:lnTo>
                <a:lnTo>
                  <a:pt x="8597" y="12633"/>
                </a:lnTo>
                <a:lnTo>
                  <a:pt x="7991" y="12734"/>
                </a:lnTo>
                <a:lnTo>
                  <a:pt x="7386" y="12835"/>
                </a:lnTo>
                <a:lnTo>
                  <a:pt x="6801" y="12936"/>
                </a:lnTo>
                <a:lnTo>
                  <a:pt x="6195" y="12997"/>
                </a:lnTo>
                <a:lnTo>
                  <a:pt x="5590" y="13057"/>
                </a:lnTo>
                <a:lnTo>
                  <a:pt x="4964" y="13118"/>
                </a:lnTo>
                <a:lnTo>
                  <a:pt x="4359" y="13158"/>
                </a:lnTo>
                <a:lnTo>
                  <a:pt x="3754" y="13178"/>
                </a:lnTo>
                <a:lnTo>
                  <a:pt x="1917" y="13178"/>
                </a:lnTo>
                <a:lnTo>
                  <a:pt x="1312" y="13138"/>
                </a:lnTo>
                <a:lnTo>
                  <a:pt x="1070" y="13118"/>
                </a:lnTo>
                <a:lnTo>
                  <a:pt x="848" y="13077"/>
                </a:lnTo>
                <a:lnTo>
                  <a:pt x="646" y="13017"/>
                </a:lnTo>
                <a:lnTo>
                  <a:pt x="484" y="12956"/>
                </a:lnTo>
                <a:lnTo>
                  <a:pt x="343" y="12855"/>
                </a:lnTo>
                <a:lnTo>
                  <a:pt x="242" y="12754"/>
                </a:lnTo>
                <a:lnTo>
                  <a:pt x="162" y="12613"/>
                </a:lnTo>
                <a:lnTo>
                  <a:pt x="101" y="12472"/>
                </a:lnTo>
                <a:lnTo>
                  <a:pt x="81" y="12351"/>
                </a:lnTo>
                <a:lnTo>
                  <a:pt x="81" y="12210"/>
                </a:lnTo>
                <a:lnTo>
                  <a:pt x="101" y="12068"/>
                </a:lnTo>
                <a:lnTo>
                  <a:pt x="121" y="11907"/>
                </a:lnTo>
                <a:lnTo>
                  <a:pt x="182" y="11745"/>
                </a:lnTo>
                <a:lnTo>
                  <a:pt x="242" y="11584"/>
                </a:lnTo>
                <a:lnTo>
                  <a:pt x="384" y="11241"/>
                </a:lnTo>
                <a:lnTo>
                  <a:pt x="606" y="10878"/>
                </a:lnTo>
                <a:lnTo>
                  <a:pt x="848" y="10515"/>
                </a:lnTo>
                <a:lnTo>
                  <a:pt x="1110" y="10131"/>
                </a:lnTo>
                <a:lnTo>
                  <a:pt x="1413" y="9768"/>
                </a:lnTo>
                <a:lnTo>
                  <a:pt x="1715" y="9405"/>
                </a:lnTo>
                <a:lnTo>
                  <a:pt x="2038" y="9062"/>
                </a:lnTo>
                <a:lnTo>
                  <a:pt x="2341" y="8739"/>
                </a:lnTo>
                <a:lnTo>
                  <a:pt x="2644" y="8456"/>
                </a:lnTo>
                <a:lnTo>
                  <a:pt x="2926" y="8194"/>
                </a:lnTo>
                <a:lnTo>
                  <a:pt x="3189" y="7972"/>
                </a:lnTo>
                <a:lnTo>
                  <a:pt x="3411" y="7790"/>
                </a:lnTo>
                <a:lnTo>
                  <a:pt x="3592" y="7669"/>
                </a:lnTo>
                <a:lnTo>
                  <a:pt x="4198" y="7306"/>
                </a:lnTo>
                <a:lnTo>
                  <a:pt x="4823" y="6983"/>
                </a:lnTo>
                <a:lnTo>
                  <a:pt x="6095" y="6357"/>
                </a:lnTo>
                <a:lnTo>
                  <a:pt x="6720" y="6055"/>
                </a:lnTo>
                <a:lnTo>
                  <a:pt x="7346" y="5752"/>
                </a:lnTo>
                <a:lnTo>
                  <a:pt x="7971" y="5409"/>
                </a:lnTo>
                <a:lnTo>
                  <a:pt x="8597" y="5066"/>
                </a:lnTo>
                <a:lnTo>
                  <a:pt x="9101" y="4723"/>
                </a:lnTo>
                <a:lnTo>
                  <a:pt x="9606" y="4360"/>
                </a:lnTo>
                <a:lnTo>
                  <a:pt x="10110" y="3976"/>
                </a:lnTo>
                <a:lnTo>
                  <a:pt x="10574" y="3573"/>
                </a:lnTo>
                <a:lnTo>
                  <a:pt x="11018" y="3149"/>
                </a:lnTo>
                <a:lnTo>
                  <a:pt x="11442" y="2705"/>
                </a:lnTo>
                <a:lnTo>
                  <a:pt x="11866" y="2241"/>
                </a:lnTo>
                <a:lnTo>
                  <a:pt x="12249" y="1756"/>
                </a:lnTo>
                <a:lnTo>
                  <a:pt x="12290" y="1716"/>
                </a:lnTo>
                <a:lnTo>
                  <a:pt x="12754" y="1131"/>
                </a:lnTo>
                <a:lnTo>
                  <a:pt x="12996" y="868"/>
                </a:lnTo>
                <a:lnTo>
                  <a:pt x="13238" y="606"/>
                </a:lnTo>
                <a:lnTo>
                  <a:pt x="13521" y="404"/>
                </a:lnTo>
                <a:lnTo>
                  <a:pt x="13662" y="303"/>
                </a:lnTo>
                <a:lnTo>
                  <a:pt x="13803" y="223"/>
                </a:lnTo>
                <a:lnTo>
                  <a:pt x="13965" y="162"/>
                </a:lnTo>
                <a:lnTo>
                  <a:pt x="14126" y="122"/>
                </a:lnTo>
                <a:lnTo>
                  <a:pt x="14288" y="102"/>
                </a:lnTo>
                <a:lnTo>
                  <a:pt x="14449" y="81"/>
                </a:lnTo>
                <a:close/>
                <a:moveTo>
                  <a:pt x="14368" y="1"/>
                </a:moveTo>
                <a:lnTo>
                  <a:pt x="14187" y="21"/>
                </a:lnTo>
                <a:lnTo>
                  <a:pt x="14025" y="61"/>
                </a:lnTo>
                <a:lnTo>
                  <a:pt x="13864" y="122"/>
                </a:lnTo>
                <a:lnTo>
                  <a:pt x="13702" y="202"/>
                </a:lnTo>
                <a:lnTo>
                  <a:pt x="13541" y="283"/>
                </a:lnTo>
                <a:lnTo>
                  <a:pt x="13400" y="384"/>
                </a:lnTo>
                <a:lnTo>
                  <a:pt x="13238" y="505"/>
                </a:lnTo>
                <a:lnTo>
                  <a:pt x="12976" y="768"/>
                </a:lnTo>
                <a:lnTo>
                  <a:pt x="12714" y="1050"/>
                </a:lnTo>
                <a:lnTo>
                  <a:pt x="12451" y="1353"/>
                </a:lnTo>
                <a:lnTo>
                  <a:pt x="12229" y="1655"/>
                </a:lnTo>
                <a:lnTo>
                  <a:pt x="12189" y="1716"/>
                </a:lnTo>
                <a:lnTo>
                  <a:pt x="11805" y="2200"/>
                </a:lnTo>
                <a:lnTo>
                  <a:pt x="11382" y="2664"/>
                </a:lnTo>
                <a:lnTo>
                  <a:pt x="10958" y="3088"/>
                </a:lnTo>
                <a:lnTo>
                  <a:pt x="10514" y="3512"/>
                </a:lnTo>
                <a:lnTo>
                  <a:pt x="10050" y="3916"/>
                </a:lnTo>
                <a:lnTo>
                  <a:pt x="9565" y="4299"/>
                </a:lnTo>
                <a:lnTo>
                  <a:pt x="9061" y="4662"/>
                </a:lnTo>
                <a:lnTo>
                  <a:pt x="8556" y="4985"/>
                </a:lnTo>
                <a:lnTo>
                  <a:pt x="7931" y="5348"/>
                </a:lnTo>
                <a:lnTo>
                  <a:pt x="7305" y="5671"/>
                </a:lnTo>
                <a:lnTo>
                  <a:pt x="6680" y="5994"/>
                </a:lnTo>
                <a:lnTo>
                  <a:pt x="6054" y="6297"/>
                </a:lnTo>
                <a:lnTo>
                  <a:pt x="4783" y="6902"/>
                </a:lnTo>
                <a:lnTo>
                  <a:pt x="4157" y="7245"/>
                </a:lnTo>
                <a:lnTo>
                  <a:pt x="3552" y="7588"/>
                </a:lnTo>
                <a:lnTo>
                  <a:pt x="3370" y="7709"/>
                </a:lnTo>
                <a:lnTo>
                  <a:pt x="3168" y="7891"/>
                </a:lnTo>
                <a:lnTo>
                  <a:pt x="2624" y="8375"/>
                </a:lnTo>
                <a:lnTo>
                  <a:pt x="2321" y="8658"/>
                </a:lnTo>
                <a:lnTo>
                  <a:pt x="1998" y="8981"/>
                </a:lnTo>
                <a:lnTo>
                  <a:pt x="1675" y="9344"/>
                </a:lnTo>
                <a:lnTo>
                  <a:pt x="1352" y="9707"/>
                </a:lnTo>
                <a:lnTo>
                  <a:pt x="1050" y="10071"/>
                </a:lnTo>
                <a:lnTo>
                  <a:pt x="787" y="10454"/>
                </a:lnTo>
                <a:lnTo>
                  <a:pt x="525" y="10837"/>
                </a:lnTo>
                <a:lnTo>
                  <a:pt x="323" y="11201"/>
                </a:lnTo>
                <a:lnTo>
                  <a:pt x="162" y="11564"/>
                </a:lnTo>
                <a:lnTo>
                  <a:pt x="101" y="11725"/>
                </a:lnTo>
                <a:lnTo>
                  <a:pt x="41" y="11907"/>
                </a:lnTo>
                <a:lnTo>
                  <a:pt x="20" y="12068"/>
                </a:lnTo>
                <a:lnTo>
                  <a:pt x="0" y="12210"/>
                </a:lnTo>
                <a:lnTo>
                  <a:pt x="0" y="12371"/>
                </a:lnTo>
                <a:lnTo>
                  <a:pt x="41" y="12492"/>
                </a:lnTo>
                <a:lnTo>
                  <a:pt x="81" y="12654"/>
                </a:lnTo>
                <a:lnTo>
                  <a:pt x="182" y="12795"/>
                </a:lnTo>
                <a:lnTo>
                  <a:pt x="283" y="12916"/>
                </a:lnTo>
                <a:lnTo>
                  <a:pt x="444" y="13017"/>
                </a:lnTo>
                <a:lnTo>
                  <a:pt x="606" y="13098"/>
                </a:lnTo>
                <a:lnTo>
                  <a:pt x="807" y="13158"/>
                </a:lnTo>
                <a:lnTo>
                  <a:pt x="1050" y="13198"/>
                </a:lnTo>
                <a:lnTo>
                  <a:pt x="1312" y="13219"/>
                </a:lnTo>
                <a:lnTo>
                  <a:pt x="2099" y="13259"/>
                </a:lnTo>
                <a:lnTo>
                  <a:pt x="2886" y="13259"/>
                </a:lnTo>
                <a:lnTo>
                  <a:pt x="3915" y="13239"/>
                </a:lnTo>
                <a:lnTo>
                  <a:pt x="4944" y="13198"/>
                </a:lnTo>
                <a:lnTo>
                  <a:pt x="5973" y="13098"/>
                </a:lnTo>
                <a:lnTo>
                  <a:pt x="6982" y="12976"/>
                </a:lnTo>
                <a:lnTo>
                  <a:pt x="7991" y="12835"/>
                </a:lnTo>
                <a:lnTo>
                  <a:pt x="9000" y="12633"/>
                </a:lnTo>
                <a:lnTo>
                  <a:pt x="10009" y="12411"/>
                </a:lnTo>
                <a:lnTo>
                  <a:pt x="10998" y="12149"/>
                </a:lnTo>
                <a:lnTo>
                  <a:pt x="11422" y="12028"/>
                </a:lnTo>
                <a:lnTo>
                  <a:pt x="11846" y="11887"/>
                </a:lnTo>
                <a:lnTo>
                  <a:pt x="12270" y="11725"/>
                </a:lnTo>
                <a:lnTo>
                  <a:pt x="12673" y="11564"/>
                </a:lnTo>
                <a:lnTo>
                  <a:pt x="13077" y="11362"/>
                </a:lnTo>
                <a:lnTo>
                  <a:pt x="13480" y="11160"/>
                </a:lnTo>
                <a:lnTo>
                  <a:pt x="13844" y="10898"/>
                </a:lnTo>
                <a:lnTo>
                  <a:pt x="14207" y="10615"/>
                </a:lnTo>
                <a:lnTo>
                  <a:pt x="14409" y="10454"/>
                </a:lnTo>
                <a:lnTo>
                  <a:pt x="14590" y="10272"/>
                </a:lnTo>
                <a:lnTo>
                  <a:pt x="14752" y="10071"/>
                </a:lnTo>
                <a:lnTo>
                  <a:pt x="14933" y="9869"/>
                </a:lnTo>
                <a:lnTo>
                  <a:pt x="15095" y="9647"/>
                </a:lnTo>
                <a:lnTo>
                  <a:pt x="15236" y="9405"/>
                </a:lnTo>
                <a:lnTo>
                  <a:pt x="15398" y="9162"/>
                </a:lnTo>
                <a:lnTo>
                  <a:pt x="15519" y="8900"/>
                </a:lnTo>
                <a:lnTo>
                  <a:pt x="15781" y="8355"/>
                </a:lnTo>
                <a:lnTo>
                  <a:pt x="16023" y="7730"/>
                </a:lnTo>
                <a:lnTo>
                  <a:pt x="16225" y="7064"/>
                </a:lnTo>
                <a:lnTo>
                  <a:pt x="16407" y="6337"/>
                </a:lnTo>
                <a:lnTo>
                  <a:pt x="16568" y="5570"/>
                </a:lnTo>
                <a:lnTo>
                  <a:pt x="16669" y="4844"/>
                </a:lnTo>
                <a:lnTo>
                  <a:pt x="16729" y="4178"/>
                </a:lnTo>
                <a:lnTo>
                  <a:pt x="16729" y="3855"/>
                </a:lnTo>
                <a:lnTo>
                  <a:pt x="16729" y="3532"/>
                </a:lnTo>
                <a:lnTo>
                  <a:pt x="16709" y="3250"/>
                </a:lnTo>
                <a:lnTo>
                  <a:pt x="16669" y="2947"/>
                </a:lnTo>
                <a:lnTo>
                  <a:pt x="16628" y="2664"/>
                </a:lnTo>
                <a:lnTo>
                  <a:pt x="16568" y="2382"/>
                </a:lnTo>
                <a:lnTo>
                  <a:pt x="16507" y="2120"/>
                </a:lnTo>
                <a:lnTo>
                  <a:pt x="16427" y="1857"/>
                </a:lnTo>
                <a:lnTo>
                  <a:pt x="16326" y="1615"/>
                </a:lnTo>
                <a:lnTo>
                  <a:pt x="16205" y="1373"/>
                </a:lnTo>
                <a:lnTo>
                  <a:pt x="16063" y="1090"/>
                </a:lnTo>
                <a:lnTo>
                  <a:pt x="15882" y="828"/>
                </a:lnTo>
                <a:lnTo>
                  <a:pt x="15680" y="606"/>
                </a:lnTo>
                <a:lnTo>
                  <a:pt x="15478" y="404"/>
                </a:lnTo>
                <a:lnTo>
                  <a:pt x="15256" y="243"/>
                </a:lnTo>
                <a:lnTo>
                  <a:pt x="15034" y="122"/>
                </a:lnTo>
                <a:lnTo>
                  <a:pt x="14792" y="41"/>
                </a:lnTo>
                <a:lnTo>
                  <a:pt x="14550" y="1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50" name="Google Shape;2650;p33"/>
          <p:cNvSpPr/>
          <p:nvPr/>
        </p:nvSpPr>
        <p:spPr>
          <a:xfrm flipH="1">
            <a:off x="8001847" y="-138142"/>
            <a:ext cx="1395619" cy="1650669"/>
          </a:xfrm>
          <a:custGeom>
            <a:rect b="b" l="l" r="r" t="t"/>
            <a:pathLst>
              <a:path extrusionOk="0" h="29525" w="24963">
                <a:moveTo>
                  <a:pt x="18727" y="81"/>
                </a:moveTo>
                <a:lnTo>
                  <a:pt x="19211" y="102"/>
                </a:lnTo>
                <a:lnTo>
                  <a:pt x="19514" y="142"/>
                </a:lnTo>
                <a:lnTo>
                  <a:pt x="19837" y="223"/>
                </a:lnTo>
                <a:lnTo>
                  <a:pt x="20140" y="303"/>
                </a:lnTo>
                <a:lnTo>
                  <a:pt x="20442" y="404"/>
                </a:lnTo>
                <a:lnTo>
                  <a:pt x="20745" y="525"/>
                </a:lnTo>
                <a:lnTo>
                  <a:pt x="21048" y="667"/>
                </a:lnTo>
                <a:lnTo>
                  <a:pt x="21330" y="828"/>
                </a:lnTo>
                <a:lnTo>
                  <a:pt x="21613" y="1010"/>
                </a:lnTo>
                <a:lnTo>
                  <a:pt x="21895" y="1212"/>
                </a:lnTo>
                <a:lnTo>
                  <a:pt x="22158" y="1413"/>
                </a:lnTo>
                <a:lnTo>
                  <a:pt x="22420" y="1655"/>
                </a:lnTo>
                <a:lnTo>
                  <a:pt x="22662" y="1898"/>
                </a:lnTo>
                <a:lnTo>
                  <a:pt x="22904" y="2160"/>
                </a:lnTo>
                <a:lnTo>
                  <a:pt x="23126" y="2443"/>
                </a:lnTo>
                <a:lnTo>
                  <a:pt x="23328" y="2725"/>
                </a:lnTo>
                <a:lnTo>
                  <a:pt x="23530" y="3028"/>
                </a:lnTo>
                <a:lnTo>
                  <a:pt x="23691" y="3290"/>
                </a:lnTo>
                <a:lnTo>
                  <a:pt x="23833" y="3573"/>
                </a:lnTo>
                <a:lnTo>
                  <a:pt x="24095" y="4138"/>
                </a:lnTo>
                <a:lnTo>
                  <a:pt x="24317" y="4723"/>
                </a:lnTo>
                <a:lnTo>
                  <a:pt x="24499" y="5369"/>
                </a:lnTo>
                <a:lnTo>
                  <a:pt x="24660" y="6035"/>
                </a:lnTo>
                <a:lnTo>
                  <a:pt x="24761" y="6721"/>
                </a:lnTo>
                <a:lnTo>
                  <a:pt x="24842" y="7467"/>
                </a:lnTo>
                <a:lnTo>
                  <a:pt x="24882" y="8214"/>
                </a:lnTo>
                <a:lnTo>
                  <a:pt x="24882" y="8880"/>
                </a:lnTo>
                <a:lnTo>
                  <a:pt x="24862" y="9546"/>
                </a:lnTo>
                <a:lnTo>
                  <a:pt x="24822" y="10232"/>
                </a:lnTo>
                <a:lnTo>
                  <a:pt x="24761" y="10938"/>
                </a:lnTo>
                <a:lnTo>
                  <a:pt x="24660" y="11665"/>
                </a:lnTo>
                <a:lnTo>
                  <a:pt x="24539" y="12411"/>
                </a:lnTo>
                <a:lnTo>
                  <a:pt x="24398" y="13178"/>
                </a:lnTo>
                <a:lnTo>
                  <a:pt x="24216" y="13986"/>
                </a:lnTo>
                <a:lnTo>
                  <a:pt x="23994" y="14853"/>
                </a:lnTo>
                <a:lnTo>
                  <a:pt x="23873" y="15297"/>
                </a:lnTo>
                <a:lnTo>
                  <a:pt x="23732" y="15721"/>
                </a:lnTo>
                <a:lnTo>
                  <a:pt x="23570" y="16145"/>
                </a:lnTo>
                <a:lnTo>
                  <a:pt x="23369" y="16569"/>
                </a:lnTo>
                <a:lnTo>
                  <a:pt x="23167" y="16972"/>
                </a:lnTo>
                <a:lnTo>
                  <a:pt x="22925" y="17356"/>
                </a:lnTo>
                <a:lnTo>
                  <a:pt x="22682" y="17658"/>
                </a:lnTo>
                <a:lnTo>
                  <a:pt x="22440" y="17961"/>
                </a:lnTo>
                <a:lnTo>
                  <a:pt x="22158" y="18244"/>
                </a:lnTo>
                <a:lnTo>
                  <a:pt x="21875" y="18506"/>
                </a:lnTo>
                <a:lnTo>
                  <a:pt x="21573" y="18748"/>
                </a:lnTo>
                <a:lnTo>
                  <a:pt x="21270" y="18990"/>
                </a:lnTo>
                <a:lnTo>
                  <a:pt x="20947" y="19212"/>
                </a:lnTo>
                <a:lnTo>
                  <a:pt x="20604" y="19414"/>
                </a:lnTo>
                <a:lnTo>
                  <a:pt x="20261" y="19616"/>
                </a:lnTo>
                <a:lnTo>
                  <a:pt x="19918" y="19818"/>
                </a:lnTo>
                <a:lnTo>
                  <a:pt x="19211" y="20181"/>
                </a:lnTo>
                <a:lnTo>
                  <a:pt x="18465" y="20524"/>
                </a:lnTo>
                <a:lnTo>
                  <a:pt x="17738" y="20847"/>
                </a:lnTo>
                <a:lnTo>
                  <a:pt x="17133" y="21109"/>
                </a:lnTo>
                <a:lnTo>
                  <a:pt x="16245" y="21513"/>
                </a:lnTo>
                <a:lnTo>
                  <a:pt x="15418" y="21916"/>
                </a:lnTo>
                <a:lnTo>
                  <a:pt x="14651" y="22340"/>
                </a:lnTo>
                <a:lnTo>
                  <a:pt x="13924" y="22744"/>
                </a:lnTo>
                <a:lnTo>
                  <a:pt x="13258" y="23167"/>
                </a:lnTo>
                <a:lnTo>
                  <a:pt x="12633" y="23611"/>
                </a:lnTo>
                <a:lnTo>
                  <a:pt x="12048" y="24055"/>
                </a:lnTo>
                <a:lnTo>
                  <a:pt x="11503" y="24520"/>
                </a:lnTo>
                <a:lnTo>
                  <a:pt x="11099" y="24883"/>
                </a:lnTo>
                <a:lnTo>
                  <a:pt x="10695" y="25246"/>
                </a:lnTo>
                <a:lnTo>
                  <a:pt x="9949" y="26013"/>
                </a:lnTo>
                <a:lnTo>
                  <a:pt x="9323" y="26638"/>
                </a:lnTo>
                <a:lnTo>
                  <a:pt x="8698" y="27244"/>
                </a:lnTo>
                <a:lnTo>
                  <a:pt x="8355" y="27526"/>
                </a:lnTo>
                <a:lnTo>
                  <a:pt x="8032" y="27809"/>
                </a:lnTo>
                <a:lnTo>
                  <a:pt x="7668" y="28091"/>
                </a:lnTo>
                <a:lnTo>
                  <a:pt x="7325" y="28334"/>
                </a:lnTo>
                <a:lnTo>
                  <a:pt x="6902" y="28596"/>
                </a:lnTo>
                <a:lnTo>
                  <a:pt x="6498" y="28818"/>
                </a:lnTo>
                <a:lnTo>
                  <a:pt x="6094" y="29000"/>
                </a:lnTo>
                <a:lnTo>
                  <a:pt x="5711" y="29141"/>
                </a:lnTo>
                <a:lnTo>
                  <a:pt x="5328" y="29262"/>
                </a:lnTo>
                <a:lnTo>
                  <a:pt x="4964" y="29343"/>
                </a:lnTo>
                <a:lnTo>
                  <a:pt x="4601" y="29403"/>
                </a:lnTo>
                <a:lnTo>
                  <a:pt x="4238" y="29423"/>
                </a:lnTo>
                <a:lnTo>
                  <a:pt x="3915" y="29423"/>
                </a:lnTo>
                <a:lnTo>
                  <a:pt x="3592" y="29403"/>
                </a:lnTo>
                <a:lnTo>
                  <a:pt x="3289" y="29363"/>
                </a:lnTo>
                <a:lnTo>
                  <a:pt x="2987" y="29302"/>
                </a:lnTo>
                <a:lnTo>
                  <a:pt x="2724" y="29221"/>
                </a:lnTo>
                <a:lnTo>
                  <a:pt x="2462" y="29121"/>
                </a:lnTo>
                <a:lnTo>
                  <a:pt x="2240" y="29020"/>
                </a:lnTo>
                <a:lnTo>
                  <a:pt x="2018" y="28899"/>
                </a:lnTo>
                <a:lnTo>
                  <a:pt x="1715" y="28677"/>
                </a:lnTo>
                <a:lnTo>
                  <a:pt x="1433" y="28414"/>
                </a:lnTo>
                <a:lnTo>
                  <a:pt x="1170" y="28132"/>
                </a:lnTo>
                <a:lnTo>
                  <a:pt x="928" y="27809"/>
                </a:lnTo>
                <a:lnTo>
                  <a:pt x="706" y="27446"/>
                </a:lnTo>
                <a:lnTo>
                  <a:pt x="525" y="27062"/>
                </a:lnTo>
                <a:lnTo>
                  <a:pt x="363" y="26659"/>
                </a:lnTo>
                <a:lnTo>
                  <a:pt x="242" y="26235"/>
                </a:lnTo>
                <a:lnTo>
                  <a:pt x="182" y="25952"/>
                </a:lnTo>
                <a:lnTo>
                  <a:pt x="121" y="25670"/>
                </a:lnTo>
                <a:lnTo>
                  <a:pt x="101" y="25387"/>
                </a:lnTo>
                <a:lnTo>
                  <a:pt x="81" y="25105"/>
                </a:lnTo>
                <a:lnTo>
                  <a:pt x="81" y="24802"/>
                </a:lnTo>
                <a:lnTo>
                  <a:pt x="81" y="24520"/>
                </a:lnTo>
                <a:lnTo>
                  <a:pt x="101" y="24237"/>
                </a:lnTo>
                <a:lnTo>
                  <a:pt x="141" y="23954"/>
                </a:lnTo>
                <a:lnTo>
                  <a:pt x="202" y="23672"/>
                </a:lnTo>
                <a:lnTo>
                  <a:pt x="262" y="23389"/>
                </a:lnTo>
                <a:lnTo>
                  <a:pt x="343" y="23107"/>
                </a:lnTo>
                <a:lnTo>
                  <a:pt x="424" y="22824"/>
                </a:lnTo>
                <a:lnTo>
                  <a:pt x="545" y="22562"/>
                </a:lnTo>
                <a:lnTo>
                  <a:pt x="666" y="22300"/>
                </a:lnTo>
                <a:lnTo>
                  <a:pt x="787" y="22037"/>
                </a:lnTo>
                <a:lnTo>
                  <a:pt x="928" y="21795"/>
                </a:lnTo>
                <a:lnTo>
                  <a:pt x="1211" y="21392"/>
                </a:lnTo>
                <a:lnTo>
                  <a:pt x="1514" y="21008"/>
                </a:lnTo>
                <a:lnTo>
                  <a:pt x="1836" y="20645"/>
                </a:lnTo>
                <a:lnTo>
                  <a:pt x="2200" y="20302"/>
                </a:lnTo>
                <a:lnTo>
                  <a:pt x="2563" y="19959"/>
                </a:lnTo>
                <a:lnTo>
                  <a:pt x="2926" y="19656"/>
                </a:lnTo>
                <a:lnTo>
                  <a:pt x="3693" y="19071"/>
                </a:lnTo>
                <a:lnTo>
                  <a:pt x="4238" y="18687"/>
                </a:lnTo>
                <a:lnTo>
                  <a:pt x="4803" y="18304"/>
                </a:lnTo>
                <a:lnTo>
                  <a:pt x="5368" y="17921"/>
                </a:lnTo>
                <a:lnTo>
                  <a:pt x="5953" y="17557"/>
                </a:lnTo>
                <a:lnTo>
                  <a:pt x="6518" y="17194"/>
                </a:lnTo>
                <a:lnTo>
                  <a:pt x="7124" y="16851"/>
                </a:lnTo>
                <a:lnTo>
                  <a:pt x="7709" y="16528"/>
                </a:lnTo>
                <a:lnTo>
                  <a:pt x="8314" y="16205"/>
                </a:lnTo>
                <a:lnTo>
                  <a:pt x="8556" y="16084"/>
                </a:lnTo>
                <a:lnTo>
                  <a:pt x="9162" y="15761"/>
                </a:lnTo>
                <a:lnTo>
                  <a:pt x="9464" y="15580"/>
                </a:lnTo>
                <a:lnTo>
                  <a:pt x="9767" y="15398"/>
                </a:lnTo>
                <a:lnTo>
                  <a:pt x="10050" y="15196"/>
                </a:lnTo>
                <a:lnTo>
                  <a:pt x="10312" y="14995"/>
                </a:lnTo>
                <a:lnTo>
                  <a:pt x="10574" y="14752"/>
                </a:lnTo>
                <a:lnTo>
                  <a:pt x="10796" y="14490"/>
                </a:lnTo>
                <a:lnTo>
                  <a:pt x="10938" y="14308"/>
                </a:lnTo>
                <a:lnTo>
                  <a:pt x="11059" y="14107"/>
                </a:lnTo>
                <a:lnTo>
                  <a:pt x="11180" y="13905"/>
                </a:lnTo>
                <a:lnTo>
                  <a:pt x="11281" y="13683"/>
                </a:lnTo>
                <a:lnTo>
                  <a:pt x="11482" y="13219"/>
                </a:lnTo>
                <a:lnTo>
                  <a:pt x="11624" y="12755"/>
                </a:lnTo>
                <a:lnTo>
                  <a:pt x="11745" y="12270"/>
                </a:lnTo>
                <a:lnTo>
                  <a:pt x="11846" y="11766"/>
                </a:lnTo>
                <a:lnTo>
                  <a:pt x="11926" y="11261"/>
                </a:lnTo>
                <a:lnTo>
                  <a:pt x="11987" y="10777"/>
                </a:lnTo>
                <a:lnTo>
                  <a:pt x="12088" y="9889"/>
                </a:lnTo>
                <a:lnTo>
                  <a:pt x="12169" y="9001"/>
                </a:lnTo>
                <a:lnTo>
                  <a:pt x="12229" y="8153"/>
                </a:lnTo>
                <a:lnTo>
                  <a:pt x="12330" y="7286"/>
                </a:lnTo>
                <a:lnTo>
                  <a:pt x="12451" y="6438"/>
                </a:lnTo>
                <a:lnTo>
                  <a:pt x="12532" y="6014"/>
                </a:lnTo>
                <a:lnTo>
                  <a:pt x="12633" y="5591"/>
                </a:lnTo>
                <a:lnTo>
                  <a:pt x="12814" y="5005"/>
                </a:lnTo>
                <a:lnTo>
                  <a:pt x="13016" y="4420"/>
                </a:lnTo>
                <a:lnTo>
                  <a:pt x="13258" y="3875"/>
                </a:lnTo>
                <a:lnTo>
                  <a:pt x="13541" y="3351"/>
                </a:lnTo>
                <a:lnTo>
                  <a:pt x="13844" y="2866"/>
                </a:lnTo>
                <a:lnTo>
                  <a:pt x="14187" y="2422"/>
                </a:lnTo>
                <a:lnTo>
                  <a:pt x="14550" y="1999"/>
                </a:lnTo>
                <a:lnTo>
                  <a:pt x="14933" y="1615"/>
                </a:lnTo>
                <a:lnTo>
                  <a:pt x="15135" y="1434"/>
                </a:lnTo>
                <a:lnTo>
                  <a:pt x="15357" y="1272"/>
                </a:lnTo>
                <a:lnTo>
                  <a:pt x="15801" y="949"/>
                </a:lnTo>
                <a:lnTo>
                  <a:pt x="16265" y="707"/>
                </a:lnTo>
                <a:lnTo>
                  <a:pt x="16729" y="485"/>
                </a:lnTo>
                <a:lnTo>
                  <a:pt x="17234" y="303"/>
                </a:lnTo>
                <a:lnTo>
                  <a:pt x="17738" y="182"/>
                </a:lnTo>
                <a:lnTo>
                  <a:pt x="17980" y="142"/>
                </a:lnTo>
                <a:lnTo>
                  <a:pt x="18223" y="102"/>
                </a:lnTo>
                <a:lnTo>
                  <a:pt x="18485" y="81"/>
                </a:lnTo>
                <a:close/>
                <a:moveTo>
                  <a:pt x="18646" y="1"/>
                </a:moveTo>
                <a:lnTo>
                  <a:pt x="18364" y="21"/>
                </a:lnTo>
                <a:lnTo>
                  <a:pt x="18081" y="41"/>
                </a:lnTo>
                <a:lnTo>
                  <a:pt x="17799" y="81"/>
                </a:lnTo>
                <a:lnTo>
                  <a:pt x="17516" y="142"/>
                </a:lnTo>
                <a:lnTo>
                  <a:pt x="17234" y="223"/>
                </a:lnTo>
                <a:lnTo>
                  <a:pt x="16951" y="324"/>
                </a:lnTo>
                <a:lnTo>
                  <a:pt x="16669" y="425"/>
                </a:lnTo>
                <a:lnTo>
                  <a:pt x="16406" y="546"/>
                </a:lnTo>
                <a:lnTo>
                  <a:pt x="16124" y="667"/>
                </a:lnTo>
                <a:lnTo>
                  <a:pt x="15862" y="828"/>
                </a:lnTo>
                <a:lnTo>
                  <a:pt x="15599" y="990"/>
                </a:lnTo>
                <a:lnTo>
                  <a:pt x="15357" y="1151"/>
                </a:lnTo>
                <a:lnTo>
                  <a:pt x="15115" y="1353"/>
                </a:lnTo>
                <a:lnTo>
                  <a:pt x="14873" y="1555"/>
                </a:lnTo>
                <a:lnTo>
                  <a:pt x="14489" y="1938"/>
                </a:lnTo>
                <a:lnTo>
                  <a:pt x="14126" y="2362"/>
                </a:lnTo>
                <a:lnTo>
                  <a:pt x="13783" y="2826"/>
                </a:lnTo>
                <a:lnTo>
                  <a:pt x="13460" y="3310"/>
                </a:lnTo>
                <a:lnTo>
                  <a:pt x="13198" y="3835"/>
                </a:lnTo>
                <a:lnTo>
                  <a:pt x="12956" y="4400"/>
                </a:lnTo>
                <a:lnTo>
                  <a:pt x="12734" y="4965"/>
                </a:lnTo>
                <a:lnTo>
                  <a:pt x="12552" y="5570"/>
                </a:lnTo>
                <a:lnTo>
                  <a:pt x="12471" y="5994"/>
                </a:lnTo>
                <a:lnTo>
                  <a:pt x="12370" y="6418"/>
                </a:lnTo>
                <a:lnTo>
                  <a:pt x="12310" y="6842"/>
                </a:lnTo>
                <a:lnTo>
                  <a:pt x="12249" y="7286"/>
                </a:lnTo>
                <a:lnTo>
                  <a:pt x="12148" y="8133"/>
                </a:lnTo>
                <a:lnTo>
                  <a:pt x="12088" y="9001"/>
                </a:lnTo>
                <a:lnTo>
                  <a:pt x="12007" y="9889"/>
                </a:lnTo>
                <a:lnTo>
                  <a:pt x="11906" y="10777"/>
                </a:lnTo>
                <a:lnTo>
                  <a:pt x="11846" y="11261"/>
                </a:lnTo>
                <a:lnTo>
                  <a:pt x="11765" y="11746"/>
                </a:lnTo>
                <a:lnTo>
                  <a:pt x="11664" y="12230"/>
                </a:lnTo>
                <a:lnTo>
                  <a:pt x="11543" y="12714"/>
                </a:lnTo>
                <a:lnTo>
                  <a:pt x="11402" y="13198"/>
                </a:lnTo>
                <a:lnTo>
                  <a:pt x="11220" y="13642"/>
                </a:lnTo>
                <a:lnTo>
                  <a:pt x="11119" y="13844"/>
                </a:lnTo>
                <a:lnTo>
                  <a:pt x="10998" y="14066"/>
                </a:lnTo>
                <a:lnTo>
                  <a:pt x="10877" y="14248"/>
                </a:lnTo>
                <a:lnTo>
                  <a:pt x="10736" y="14450"/>
                </a:lnTo>
                <a:lnTo>
                  <a:pt x="10514" y="14692"/>
                </a:lnTo>
                <a:lnTo>
                  <a:pt x="10272" y="14934"/>
                </a:lnTo>
                <a:lnTo>
                  <a:pt x="9989" y="15136"/>
                </a:lnTo>
                <a:lnTo>
                  <a:pt x="9707" y="15338"/>
                </a:lnTo>
                <a:lnTo>
                  <a:pt x="9424" y="15519"/>
                </a:lnTo>
                <a:lnTo>
                  <a:pt x="9121" y="15681"/>
                </a:lnTo>
                <a:lnTo>
                  <a:pt x="8516" y="16004"/>
                </a:lnTo>
                <a:lnTo>
                  <a:pt x="8274" y="16145"/>
                </a:lnTo>
                <a:lnTo>
                  <a:pt x="7668" y="16447"/>
                </a:lnTo>
                <a:lnTo>
                  <a:pt x="7083" y="16791"/>
                </a:lnTo>
                <a:lnTo>
                  <a:pt x="6478" y="17134"/>
                </a:lnTo>
                <a:lnTo>
                  <a:pt x="5913" y="17497"/>
                </a:lnTo>
                <a:lnTo>
                  <a:pt x="5328" y="17860"/>
                </a:lnTo>
                <a:lnTo>
                  <a:pt x="4763" y="18223"/>
                </a:lnTo>
                <a:lnTo>
                  <a:pt x="4198" y="18607"/>
                </a:lnTo>
                <a:lnTo>
                  <a:pt x="3653" y="19010"/>
                </a:lnTo>
                <a:lnTo>
                  <a:pt x="2866" y="19596"/>
                </a:lnTo>
                <a:lnTo>
                  <a:pt x="2502" y="19918"/>
                </a:lnTo>
                <a:lnTo>
                  <a:pt x="2139" y="20241"/>
                </a:lnTo>
                <a:lnTo>
                  <a:pt x="1776" y="20584"/>
                </a:lnTo>
                <a:lnTo>
                  <a:pt x="1453" y="20948"/>
                </a:lnTo>
                <a:lnTo>
                  <a:pt x="1150" y="21331"/>
                </a:lnTo>
                <a:lnTo>
                  <a:pt x="868" y="21755"/>
                </a:lnTo>
                <a:lnTo>
                  <a:pt x="727" y="21997"/>
                </a:lnTo>
                <a:lnTo>
                  <a:pt x="585" y="22259"/>
                </a:lnTo>
                <a:lnTo>
                  <a:pt x="464" y="22542"/>
                </a:lnTo>
                <a:lnTo>
                  <a:pt x="363" y="22804"/>
                </a:lnTo>
                <a:lnTo>
                  <a:pt x="262" y="23087"/>
                </a:lnTo>
                <a:lnTo>
                  <a:pt x="182" y="23369"/>
                </a:lnTo>
                <a:lnTo>
                  <a:pt x="121" y="23652"/>
                </a:lnTo>
                <a:lnTo>
                  <a:pt x="61" y="23934"/>
                </a:lnTo>
                <a:lnTo>
                  <a:pt x="20" y="24217"/>
                </a:lnTo>
                <a:lnTo>
                  <a:pt x="0" y="24520"/>
                </a:lnTo>
                <a:lnTo>
                  <a:pt x="0" y="24802"/>
                </a:lnTo>
                <a:lnTo>
                  <a:pt x="0" y="25105"/>
                </a:lnTo>
                <a:lnTo>
                  <a:pt x="20" y="25387"/>
                </a:lnTo>
                <a:lnTo>
                  <a:pt x="61" y="25690"/>
                </a:lnTo>
                <a:lnTo>
                  <a:pt x="101" y="25972"/>
                </a:lnTo>
                <a:lnTo>
                  <a:pt x="161" y="26255"/>
                </a:lnTo>
                <a:lnTo>
                  <a:pt x="283" y="26699"/>
                </a:lnTo>
                <a:lnTo>
                  <a:pt x="444" y="27103"/>
                </a:lnTo>
                <a:lnTo>
                  <a:pt x="646" y="27486"/>
                </a:lnTo>
                <a:lnTo>
                  <a:pt x="848" y="27849"/>
                </a:lnTo>
                <a:lnTo>
                  <a:pt x="1110" y="28172"/>
                </a:lnTo>
                <a:lnTo>
                  <a:pt x="1372" y="28475"/>
                </a:lnTo>
                <a:lnTo>
                  <a:pt x="1675" y="28737"/>
                </a:lnTo>
                <a:lnTo>
                  <a:pt x="1978" y="28959"/>
                </a:lnTo>
                <a:lnTo>
                  <a:pt x="2220" y="29100"/>
                </a:lnTo>
                <a:lnTo>
                  <a:pt x="2462" y="29221"/>
                </a:lnTo>
                <a:lnTo>
                  <a:pt x="2704" y="29302"/>
                </a:lnTo>
                <a:lnTo>
                  <a:pt x="2967" y="29383"/>
                </a:lnTo>
                <a:lnTo>
                  <a:pt x="3209" y="29443"/>
                </a:lnTo>
                <a:lnTo>
                  <a:pt x="3471" y="29484"/>
                </a:lnTo>
                <a:lnTo>
                  <a:pt x="3733" y="29504"/>
                </a:lnTo>
                <a:lnTo>
                  <a:pt x="3996" y="29524"/>
                </a:lnTo>
                <a:lnTo>
                  <a:pt x="4460" y="29484"/>
                </a:lnTo>
                <a:lnTo>
                  <a:pt x="4904" y="29423"/>
                </a:lnTo>
                <a:lnTo>
                  <a:pt x="5368" y="29322"/>
                </a:lnTo>
                <a:lnTo>
                  <a:pt x="5812" y="29181"/>
                </a:lnTo>
                <a:lnTo>
                  <a:pt x="6236" y="29020"/>
                </a:lnTo>
                <a:lnTo>
                  <a:pt x="6639" y="28838"/>
                </a:lnTo>
                <a:lnTo>
                  <a:pt x="7003" y="28636"/>
                </a:lnTo>
                <a:lnTo>
                  <a:pt x="7366" y="28414"/>
                </a:lnTo>
                <a:lnTo>
                  <a:pt x="7729" y="28152"/>
                </a:lnTo>
                <a:lnTo>
                  <a:pt x="8072" y="27890"/>
                </a:lnTo>
                <a:lnTo>
                  <a:pt x="8415" y="27587"/>
                </a:lnTo>
                <a:lnTo>
                  <a:pt x="8738" y="27304"/>
                </a:lnTo>
                <a:lnTo>
                  <a:pt x="9384" y="26699"/>
                </a:lnTo>
                <a:lnTo>
                  <a:pt x="9989" y="26073"/>
                </a:lnTo>
                <a:lnTo>
                  <a:pt x="10756" y="25307"/>
                </a:lnTo>
                <a:lnTo>
                  <a:pt x="11139" y="24943"/>
                </a:lnTo>
                <a:lnTo>
                  <a:pt x="11543" y="24580"/>
                </a:lnTo>
                <a:lnTo>
                  <a:pt x="12108" y="24116"/>
                </a:lnTo>
                <a:lnTo>
                  <a:pt x="12693" y="23672"/>
                </a:lnTo>
                <a:lnTo>
                  <a:pt x="13299" y="23248"/>
                </a:lnTo>
                <a:lnTo>
                  <a:pt x="13985" y="22824"/>
                </a:lnTo>
                <a:lnTo>
                  <a:pt x="14691" y="22401"/>
                </a:lnTo>
                <a:lnTo>
                  <a:pt x="15458" y="21997"/>
                </a:lnTo>
                <a:lnTo>
                  <a:pt x="16285" y="21593"/>
                </a:lnTo>
                <a:lnTo>
                  <a:pt x="17173" y="21170"/>
                </a:lnTo>
                <a:lnTo>
                  <a:pt x="17758" y="20907"/>
                </a:lnTo>
                <a:lnTo>
                  <a:pt x="18505" y="20584"/>
                </a:lnTo>
                <a:lnTo>
                  <a:pt x="19252" y="20241"/>
                </a:lnTo>
                <a:lnTo>
                  <a:pt x="19958" y="19878"/>
                </a:lnTo>
                <a:lnTo>
                  <a:pt x="20321" y="19696"/>
                </a:lnTo>
                <a:lnTo>
                  <a:pt x="20664" y="19495"/>
                </a:lnTo>
                <a:lnTo>
                  <a:pt x="20987" y="19273"/>
                </a:lnTo>
                <a:lnTo>
                  <a:pt x="21330" y="19051"/>
                </a:lnTo>
                <a:lnTo>
                  <a:pt x="21633" y="18809"/>
                </a:lnTo>
                <a:lnTo>
                  <a:pt x="21936" y="18566"/>
                </a:lnTo>
                <a:lnTo>
                  <a:pt x="22218" y="18304"/>
                </a:lnTo>
                <a:lnTo>
                  <a:pt x="22501" y="18022"/>
                </a:lnTo>
                <a:lnTo>
                  <a:pt x="22743" y="17719"/>
                </a:lnTo>
                <a:lnTo>
                  <a:pt x="22985" y="17396"/>
                </a:lnTo>
                <a:lnTo>
                  <a:pt x="23227" y="17013"/>
                </a:lnTo>
                <a:lnTo>
                  <a:pt x="23449" y="16589"/>
                </a:lnTo>
                <a:lnTo>
                  <a:pt x="23631" y="16185"/>
                </a:lnTo>
                <a:lnTo>
                  <a:pt x="23792" y="15761"/>
                </a:lnTo>
                <a:lnTo>
                  <a:pt x="23954" y="15317"/>
                </a:lnTo>
                <a:lnTo>
                  <a:pt x="24075" y="14873"/>
                </a:lnTo>
                <a:lnTo>
                  <a:pt x="24297" y="14006"/>
                </a:lnTo>
                <a:lnTo>
                  <a:pt x="24478" y="13198"/>
                </a:lnTo>
                <a:lnTo>
                  <a:pt x="24620" y="12432"/>
                </a:lnTo>
                <a:lnTo>
                  <a:pt x="24741" y="11685"/>
                </a:lnTo>
                <a:lnTo>
                  <a:pt x="24842" y="10938"/>
                </a:lnTo>
                <a:lnTo>
                  <a:pt x="24902" y="10232"/>
                </a:lnTo>
                <a:lnTo>
                  <a:pt x="24943" y="9546"/>
                </a:lnTo>
                <a:lnTo>
                  <a:pt x="24963" y="8880"/>
                </a:lnTo>
                <a:lnTo>
                  <a:pt x="24963" y="8214"/>
                </a:lnTo>
                <a:lnTo>
                  <a:pt x="24922" y="7447"/>
                </a:lnTo>
                <a:lnTo>
                  <a:pt x="24842" y="6721"/>
                </a:lnTo>
                <a:lnTo>
                  <a:pt x="24741" y="6014"/>
                </a:lnTo>
                <a:lnTo>
                  <a:pt x="24579" y="5348"/>
                </a:lnTo>
                <a:lnTo>
                  <a:pt x="24398" y="4703"/>
                </a:lnTo>
                <a:lnTo>
                  <a:pt x="24156" y="4097"/>
                </a:lnTo>
                <a:lnTo>
                  <a:pt x="23893" y="3532"/>
                </a:lnTo>
                <a:lnTo>
                  <a:pt x="23752" y="3250"/>
                </a:lnTo>
                <a:lnTo>
                  <a:pt x="23591" y="2987"/>
                </a:lnTo>
                <a:lnTo>
                  <a:pt x="23389" y="2685"/>
                </a:lnTo>
                <a:lnTo>
                  <a:pt x="23187" y="2382"/>
                </a:lnTo>
                <a:lnTo>
                  <a:pt x="22965" y="2099"/>
                </a:lnTo>
                <a:lnTo>
                  <a:pt x="22723" y="1837"/>
                </a:lnTo>
                <a:lnTo>
                  <a:pt x="22460" y="1595"/>
                </a:lnTo>
                <a:lnTo>
                  <a:pt x="22218" y="1353"/>
                </a:lnTo>
                <a:lnTo>
                  <a:pt x="21936" y="1151"/>
                </a:lnTo>
                <a:lnTo>
                  <a:pt x="21653" y="949"/>
                </a:lnTo>
                <a:lnTo>
                  <a:pt x="21371" y="768"/>
                </a:lnTo>
                <a:lnTo>
                  <a:pt x="21088" y="606"/>
                </a:lnTo>
                <a:lnTo>
                  <a:pt x="20785" y="445"/>
                </a:lnTo>
                <a:lnTo>
                  <a:pt x="20483" y="324"/>
                </a:lnTo>
                <a:lnTo>
                  <a:pt x="20160" y="223"/>
                </a:lnTo>
                <a:lnTo>
                  <a:pt x="19857" y="142"/>
                </a:lnTo>
                <a:lnTo>
                  <a:pt x="19534" y="61"/>
                </a:lnTo>
                <a:lnTo>
                  <a:pt x="19211" y="21"/>
                </a:lnTo>
                <a:lnTo>
                  <a:pt x="18929" y="1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51" name="Google Shape;2651;p33"/>
          <p:cNvSpPr/>
          <p:nvPr/>
        </p:nvSpPr>
        <p:spPr>
          <a:xfrm flipH="1">
            <a:off x="7641937" y="1058870"/>
            <a:ext cx="653335" cy="572101"/>
          </a:xfrm>
          <a:custGeom>
            <a:rect b="b" l="l" r="r" t="t"/>
            <a:pathLst>
              <a:path extrusionOk="0" h="10233" w="11686">
                <a:moveTo>
                  <a:pt x="10817" y="82"/>
                </a:moveTo>
                <a:lnTo>
                  <a:pt x="10918" y="102"/>
                </a:lnTo>
                <a:lnTo>
                  <a:pt x="10979" y="142"/>
                </a:lnTo>
                <a:lnTo>
                  <a:pt x="11039" y="182"/>
                </a:lnTo>
                <a:lnTo>
                  <a:pt x="11120" y="303"/>
                </a:lnTo>
                <a:lnTo>
                  <a:pt x="11201" y="445"/>
                </a:lnTo>
                <a:lnTo>
                  <a:pt x="11241" y="586"/>
                </a:lnTo>
                <a:lnTo>
                  <a:pt x="11382" y="1191"/>
                </a:lnTo>
                <a:lnTo>
                  <a:pt x="11504" y="1797"/>
                </a:lnTo>
                <a:lnTo>
                  <a:pt x="11564" y="2422"/>
                </a:lnTo>
                <a:lnTo>
                  <a:pt x="11604" y="3028"/>
                </a:lnTo>
                <a:lnTo>
                  <a:pt x="11584" y="3653"/>
                </a:lnTo>
                <a:lnTo>
                  <a:pt x="11544" y="4259"/>
                </a:lnTo>
                <a:lnTo>
                  <a:pt x="11463" y="4884"/>
                </a:lnTo>
                <a:lnTo>
                  <a:pt x="11342" y="5490"/>
                </a:lnTo>
                <a:lnTo>
                  <a:pt x="11241" y="5853"/>
                </a:lnTo>
                <a:lnTo>
                  <a:pt x="11140" y="6176"/>
                </a:lnTo>
                <a:lnTo>
                  <a:pt x="11019" y="6499"/>
                </a:lnTo>
                <a:lnTo>
                  <a:pt x="10878" y="6781"/>
                </a:lnTo>
                <a:lnTo>
                  <a:pt x="10737" y="7044"/>
                </a:lnTo>
                <a:lnTo>
                  <a:pt x="10575" y="7286"/>
                </a:lnTo>
                <a:lnTo>
                  <a:pt x="10414" y="7488"/>
                </a:lnTo>
                <a:lnTo>
                  <a:pt x="10212" y="7669"/>
                </a:lnTo>
                <a:lnTo>
                  <a:pt x="10030" y="7831"/>
                </a:lnTo>
                <a:lnTo>
                  <a:pt x="9849" y="7972"/>
                </a:lnTo>
                <a:lnTo>
                  <a:pt x="9647" y="8093"/>
                </a:lnTo>
                <a:lnTo>
                  <a:pt x="9425" y="8194"/>
                </a:lnTo>
                <a:lnTo>
                  <a:pt x="9001" y="8396"/>
                </a:lnTo>
                <a:lnTo>
                  <a:pt x="8557" y="8557"/>
                </a:lnTo>
                <a:lnTo>
                  <a:pt x="7730" y="8840"/>
                </a:lnTo>
                <a:lnTo>
                  <a:pt x="6862" y="9142"/>
                </a:lnTo>
                <a:lnTo>
                  <a:pt x="5974" y="9405"/>
                </a:lnTo>
                <a:lnTo>
                  <a:pt x="5066" y="9647"/>
                </a:lnTo>
                <a:lnTo>
                  <a:pt x="4158" y="9849"/>
                </a:lnTo>
                <a:lnTo>
                  <a:pt x="3714" y="9950"/>
                </a:lnTo>
                <a:lnTo>
                  <a:pt x="3270" y="10010"/>
                </a:lnTo>
                <a:lnTo>
                  <a:pt x="2806" y="10071"/>
                </a:lnTo>
                <a:lnTo>
                  <a:pt x="2362" y="10111"/>
                </a:lnTo>
                <a:lnTo>
                  <a:pt x="1918" y="10151"/>
                </a:lnTo>
                <a:lnTo>
                  <a:pt x="1252" y="10151"/>
                </a:lnTo>
                <a:lnTo>
                  <a:pt x="1070" y="10131"/>
                </a:lnTo>
                <a:lnTo>
                  <a:pt x="889" y="10071"/>
                </a:lnTo>
                <a:lnTo>
                  <a:pt x="707" y="10010"/>
                </a:lnTo>
                <a:lnTo>
                  <a:pt x="566" y="9950"/>
                </a:lnTo>
                <a:lnTo>
                  <a:pt x="425" y="9849"/>
                </a:lnTo>
                <a:lnTo>
                  <a:pt x="324" y="9748"/>
                </a:lnTo>
                <a:lnTo>
                  <a:pt x="223" y="9627"/>
                </a:lnTo>
                <a:lnTo>
                  <a:pt x="162" y="9526"/>
                </a:lnTo>
                <a:lnTo>
                  <a:pt x="122" y="9405"/>
                </a:lnTo>
                <a:lnTo>
                  <a:pt x="102" y="9284"/>
                </a:lnTo>
                <a:lnTo>
                  <a:pt x="82" y="9163"/>
                </a:lnTo>
                <a:lnTo>
                  <a:pt x="102" y="9021"/>
                </a:lnTo>
                <a:lnTo>
                  <a:pt x="122" y="8880"/>
                </a:lnTo>
                <a:lnTo>
                  <a:pt x="162" y="8739"/>
                </a:lnTo>
                <a:lnTo>
                  <a:pt x="223" y="8577"/>
                </a:lnTo>
                <a:lnTo>
                  <a:pt x="324" y="8416"/>
                </a:lnTo>
                <a:lnTo>
                  <a:pt x="425" y="8234"/>
                </a:lnTo>
                <a:lnTo>
                  <a:pt x="546" y="8073"/>
                </a:lnTo>
                <a:lnTo>
                  <a:pt x="667" y="7911"/>
                </a:lnTo>
                <a:lnTo>
                  <a:pt x="970" y="7589"/>
                </a:lnTo>
                <a:lnTo>
                  <a:pt x="1292" y="7306"/>
                </a:lnTo>
                <a:lnTo>
                  <a:pt x="1615" y="7064"/>
                </a:lnTo>
                <a:lnTo>
                  <a:pt x="1979" y="6822"/>
                </a:lnTo>
                <a:lnTo>
                  <a:pt x="2322" y="6620"/>
                </a:lnTo>
                <a:lnTo>
                  <a:pt x="2645" y="6438"/>
                </a:lnTo>
                <a:lnTo>
                  <a:pt x="3008" y="6257"/>
                </a:lnTo>
                <a:lnTo>
                  <a:pt x="3391" y="6075"/>
                </a:lnTo>
                <a:lnTo>
                  <a:pt x="4138" y="5752"/>
                </a:lnTo>
                <a:lnTo>
                  <a:pt x="5107" y="5328"/>
                </a:lnTo>
                <a:lnTo>
                  <a:pt x="5591" y="5086"/>
                </a:lnTo>
                <a:lnTo>
                  <a:pt x="6055" y="4824"/>
                </a:lnTo>
                <a:lnTo>
                  <a:pt x="6459" y="4582"/>
                </a:lnTo>
                <a:lnTo>
                  <a:pt x="6822" y="4319"/>
                </a:lnTo>
                <a:lnTo>
                  <a:pt x="7185" y="4017"/>
                </a:lnTo>
                <a:lnTo>
                  <a:pt x="7528" y="3714"/>
                </a:lnTo>
                <a:lnTo>
                  <a:pt x="7851" y="3391"/>
                </a:lnTo>
                <a:lnTo>
                  <a:pt x="8174" y="3048"/>
                </a:lnTo>
                <a:lnTo>
                  <a:pt x="8456" y="2685"/>
                </a:lnTo>
                <a:lnTo>
                  <a:pt x="8719" y="2301"/>
                </a:lnTo>
                <a:lnTo>
                  <a:pt x="9021" y="1817"/>
                </a:lnTo>
                <a:lnTo>
                  <a:pt x="9324" y="1353"/>
                </a:lnTo>
                <a:lnTo>
                  <a:pt x="9465" y="1131"/>
                </a:lnTo>
                <a:lnTo>
                  <a:pt x="9647" y="909"/>
                </a:lnTo>
                <a:lnTo>
                  <a:pt x="9808" y="707"/>
                </a:lnTo>
                <a:lnTo>
                  <a:pt x="10010" y="525"/>
                </a:lnTo>
                <a:lnTo>
                  <a:pt x="10212" y="344"/>
                </a:lnTo>
                <a:lnTo>
                  <a:pt x="10434" y="203"/>
                </a:lnTo>
                <a:lnTo>
                  <a:pt x="10575" y="122"/>
                </a:lnTo>
                <a:lnTo>
                  <a:pt x="10696" y="102"/>
                </a:lnTo>
                <a:lnTo>
                  <a:pt x="10817" y="82"/>
                </a:lnTo>
                <a:close/>
                <a:moveTo>
                  <a:pt x="10838" y="1"/>
                </a:moveTo>
                <a:lnTo>
                  <a:pt x="10696" y="21"/>
                </a:lnTo>
                <a:lnTo>
                  <a:pt x="10555" y="61"/>
                </a:lnTo>
                <a:lnTo>
                  <a:pt x="10394" y="122"/>
                </a:lnTo>
                <a:lnTo>
                  <a:pt x="10152" y="283"/>
                </a:lnTo>
                <a:lnTo>
                  <a:pt x="9950" y="445"/>
                </a:lnTo>
                <a:lnTo>
                  <a:pt x="9748" y="647"/>
                </a:lnTo>
                <a:lnTo>
                  <a:pt x="9586" y="848"/>
                </a:lnTo>
                <a:lnTo>
                  <a:pt x="9405" y="1070"/>
                </a:lnTo>
                <a:lnTo>
                  <a:pt x="9264" y="1312"/>
                </a:lnTo>
                <a:lnTo>
                  <a:pt x="8961" y="1777"/>
                </a:lnTo>
                <a:lnTo>
                  <a:pt x="8658" y="2261"/>
                </a:lnTo>
                <a:lnTo>
                  <a:pt x="8396" y="2624"/>
                </a:lnTo>
                <a:lnTo>
                  <a:pt x="8113" y="2987"/>
                </a:lnTo>
                <a:lnTo>
                  <a:pt x="7790" y="3331"/>
                </a:lnTo>
                <a:lnTo>
                  <a:pt x="7468" y="3653"/>
                </a:lnTo>
                <a:lnTo>
                  <a:pt x="7145" y="3956"/>
                </a:lnTo>
                <a:lnTo>
                  <a:pt x="6781" y="4239"/>
                </a:lnTo>
                <a:lnTo>
                  <a:pt x="6398" y="4521"/>
                </a:lnTo>
                <a:lnTo>
                  <a:pt x="6015" y="4763"/>
                </a:lnTo>
                <a:lnTo>
                  <a:pt x="5550" y="5026"/>
                </a:lnTo>
                <a:lnTo>
                  <a:pt x="5066" y="5248"/>
                </a:lnTo>
                <a:lnTo>
                  <a:pt x="4097" y="5692"/>
                </a:lnTo>
                <a:lnTo>
                  <a:pt x="3351" y="6014"/>
                </a:lnTo>
                <a:lnTo>
                  <a:pt x="2988" y="6176"/>
                </a:lnTo>
                <a:lnTo>
                  <a:pt x="2604" y="6358"/>
                </a:lnTo>
                <a:lnTo>
                  <a:pt x="2281" y="6539"/>
                </a:lnTo>
                <a:lnTo>
                  <a:pt x="1918" y="6761"/>
                </a:lnTo>
                <a:lnTo>
                  <a:pt x="1575" y="7003"/>
                </a:lnTo>
                <a:lnTo>
                  <a:pt x="1232" y="7266"/>
                </a:lnTo>
                <a:lnTo>
                  <a:pt x="909" y="7548"/>
                </a:lnTo>
                <a:lnTo>
                  <a:pt x="606" y="7851"/>
                </a:lnTo>
                <a:lnTo>
                  <a:pt x="485" y="8012"/>
                </a:lnTo>
                <a:lnTo>
                  <a:pt x="364" y="8194"/>
                </a:lnTo>
                <a:lnTo>
                  <a:pt x="243" y="8376"/>
                </a:lnTo>
                <a:lnTo>
                  <a:pt x="162" y="8557"/>
                </a:lnTo>
                <a:lnTo>
                  <a:pt x="102" y="8719"/>
                </a:lnTo>
                <a:lnTo>
                  <a:pt x="41" y="8860"/>
                </a:lnTo>
                <a:lnTo>
                  <a:pt x="21" y="9021"/>
                </a:lnTo>
                <a:lnTo>
                  <a:pt x="1" y="9163"/>
                </a:lnTo>
                <a:lnTo>
                  <a:pt x="21" y="9304"/>
                </a:lnTo>
                <a:lnTo>
                  <a:pt x="41" y="9425"/>
                </a:lnTo>
                <a:lnTo>
                  <a:pt x="102" y="9546"/>
                </a:lnTo>
                <a:lnTo>
                  <a:pt x="162" y="9667"/>
                </a:lnTo>
                <a:lnTo>
                  <a:pt x="263" y="9808"/>
                </a:lnTo>
                <a:lnTo>
                  <a:pt x="384" y="9909"/>
                </a:lnTo>
                <a:lnTo>
                  <a:pt x="526" y="10010"/>
                </a:lnTo>
                <a:lnTo>
                  <a:pt x="687" y="10091"/>
                </a:lnTo>
                <a:lnTo>
                  <a:pt x="849" y="10151"/>
                </a:lnTo>
                <a:lnTo>
                  <a:pt x="1050" y="10192"/>
                </a:lnTo>
                <a:lnTo>
                  <a:pt x="1252" y="10232"/>
                </a:lnTo>
                <a:lnTo>
                  <a:pt x="1918" y="10232"/>
                </a:lnTo>
                <a:lnTo>
                  <a:pt x="2362" y="10192"/>
                </a:lnTo>
                <a:lnTo>
                  <a:pt x="2826" y="10151"/>
                </a:lnTo>
                <a:lnTo>
                  <a:pt x="3270" y="10091"/>
                </a:lnTo>
                <a:lnTo>
                  <a:pt x="3734" y="10030"/>
                </a:lnTo>
                <a:lnTo>
                  <a:pt x="4178" y="9929"/>
                </a:lnTo>
                <a:lnTo>
                  <a:pt x="5086" y="9728"/>
                </a:lnTo>
                <a:lnTo>
                  <a:pt x="5994" y="9485"/>
                </a:lnTo>
                <a:lnTo>
                  <a:pt x="6882" y="9223"/>
                </a:lnTo>
                <a:lnTo>
                  <a:pt x="7750" y="8920"/>
                </a:lnTo>
                <a:lnTo>
                  <a:pt x="8577" y="8638"/>
                </a:lnTo>
                <a:lnTo>
                  <a:pt x="9021" y="8456"/>
                </a:lnTo>
                <a:lnTo>
                  <a:pt x="9465" y="8275"/>
                </a:lnTo>
                <a:lnTo>
                  <a:pt x="9687" y="8154"/>
                </a:lnTo>
                <a:lnTo>
                  <a:pt x="9889" y="8032"/>
                </a:lnTo>
                <a:lnTo>
                  <a:pt x="10091" y="7891"/>
                </a:lnTo>
                <a:lnTo>
                  <a:pt x="10273" y="7730"/>
                </a:lnTo>
                <a:lnTo>
                  <a:pt x="10474" y="7548"/>
                </a:lnTo>
                <a:lnTo>
                  <a:pt x="10636" y="7326"/>
                </a:lnTo>
                <a:lnTo>
                  <a:pt x="10817" y="7084"/>
                </a:lnTo>
                <a:lnTo>
                  <a:pt x="10959" y="6822"/>
                </a:lnTo>
                <a:lnTo>
                  <a:pt x="11100" y="6539"/>
                </a:lnTo>
                <a:lnTo>
                  <a:pt x="11221" y="6216"/>
                </a:lnTo>
                <a:lnTo>
                  <a:pt x="11322" y="5873"/>
                </a:lnTo>
                <a:lnTo>
                  <a:pt x="11423" y="5510"/>
                </a:lnTo>
                <a:lnTo>
                  <a:pt x="11544" y="4884"/>
                </a:lnTo>
                <a:lnTo>
                  <a:pt x="11625" y="4279"/>
                </a:lnTo>
                <a:lnTo>
                  <a:pt x="11665" y="3653"/>
                </a:lnTo>
                <a:lnTo>
                  <a:pt x="11685" y="3028"/>
                </a:lnTo>
                <a:lnTo>
                  <a:pt x="11645" y="2402"/>
                </a:lnTo>
                <a:lnTo>
                  <a:pt x="11584" y="1797"/>
                </a:lnTo>
                <a:lnTo>
                  <a:pt x="11463" y="1171"/>
                </a:lnTo>
                <a:lnTo>
                  <a:pt x="11322" y="566"/>
                </a:lnTo>
                <a:lnTo>
                  <a:pt x="11261" y="404"/>
                </a:lnTo>
                <a:lnTo>
                  <a:pt x="11201" y="263"/>
                </a:lnTo>
                <a:lnTo>
                  <a:pt x="11140" y="182"/>
                </a:lnTo>
                <a:lnTo>
                  <a:pt x="11100" y="122"/>
                </a:lnTo>
                <a:lnTo>
                  <a:pt x="11019" y="82"/>
                </a:lnTo>
                <a:lnTo>
                  <a:pt x="10959" y="41"/>
                </a:lnTo>
                <a:lnTo>
                  <a:pt x="10838" y="1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52" name="Google Shape;2652;p33"/>
          <p:cNvSpPr/>
          <p:nvPr/>
        </p:nvSpPr>
        <p:spPr>
          <a:xfrm flipH="1">
            <a:off x="8102259" y="-26441"/>
            <a:ext cx="1193681" cy="1427263"/>
          </a:xfrm>
          <a:custGeom>
            <a:rect b="b" l="l" r="r" t="t"/>
            <a:pathLst>
              <a:path extrusionOk="0" h="25529" w="21351">
                <a:moveTo>
                  <a:pt x="16709" y="81"/>
                </a:moveTo>
                <a:lnTo>
                  <a:pt x="17052" y="122"/>
                </a:lnTo>
                <a:lnTo>
                  <a:pt x="17416" y="202"/>
                </a:lnTo>
                <a:lnTo>
                  <a:pt x="17759" y="303"/>
                </a:lnTo>
                <a:lnTo>
                  <a:pt x="18102" y="424"/>
                </a:lnTo>
                <a:lnTo>
                  <a:pt x="18445" y="586"/>
                </a:lnTo>
                <a:lnTo>
                  <a:pt x="18788" y="788"/>
                </a:lnTo>
                <a:lnTo>
                  <a:pt x="19111" y="1010"/>
                </a:lnTo>
                <a:lnTo>
                  <a:pt x="19434" y="1272"/>
                </a:lnTo>
                <a:lnTo>
                  <a:pt x="19736" y="1575"/>
                </a:lnTo>
                <a:lnTo>
                  <a:pt x="19999" y="1897"/>
                </a:lnTo>
                <a:lnTo>
                  <a:pt x="20261" y="2261"/>
                </a:lnTo>
                <a:lnTo>
                  <a:pt x="20483" y="2644"/>
                </a:lnTo>
                <a:lnTo>
                  <a:pt x="20644" y="2947"/>
                </a:lnTo>
                <a:lnTo>
                  <a:pt x="20766" y="3250"/>
                </a:lnTo>
                <a:lnTo>
                  <a:pt x="20887" y="3572"/>
                </a:lnTo>
                <a:lnTo>
                  <a:pt x="20987" y="3895"/>
                </a:lnTo>
                <a:lnTo>
                  <a:pt x="21068" y="4238"/>
                </a:lnTo>
                <a:lnTo>
                  <a:pt x="21149" y="4581"/>
                </a:lnTo>
                <a:lnTo>
                  <a:pt x="21209" y="4945"/>
                </a:lnTo>
                <a:lnTo>
                  <a:pt x="21250" y="5308"/>
                </a:lnTo>
                <a:lnTo>
                  <a:pt x="21270" y="5691"/>
                </a:lnTo>
                <a:lnTo>
                  <a:pt x="21270" y="6075"/>
                </a:lnTo>
                <a:lnTo>
                  <a:pt x="21270" y="6478"/>
                </a:lnTo>
                <a:lnTo>
                  <a:pt x="21250" y="6882"/>
                </a:lnTo>
                <a:lnTo>
                  <a:pt x="21230" y="7306"/>
                </a:lnTo>
                <a:lnTo>
                  <a:pt x="21169" y="7750"/>
                </a:lnTo>
                <a:lnTo>
                  <a:pt x="21109" y="8194"/>
                </a:lnTo>
                <a:lnTo>
                  <a:pt x="21028" y="8658"/>
                </a:lnTo>
                <a:lnTo>
                  <a:pt x="20947" y="9122"/>
                </a:lnTo>
                <a:lnTo>
                  <a:pt x="20846" y="9586"/>
                </a:lnTo>
                <a:lnTo>
                  <a:pt x="20725" y="10010"/>
                </a:lnTo>
                <a:lnTo>
                  <a:pt x="20604" y="10434"/>
                </a:lnTo>
                <a:lnTo>
                  <a:pt x="20483" y="10857"/>
                </a:lnTo>
                <a:lnTo>
                  <a:pt x="20342" y="11261"/>
                </a:lnTo>
                <a:lnTo>
                  <a:pt x="20180" y="11644"/>
                </a:lnTo>
                <a:lnTo>
                  <a:pt x="20019" y="12008"/>
                </a:lnTo>
                <a:lnTo>
                  <a:pt x="19857" y="12371"/>
                </a:lnTo>
                <a:lnTo>
                  <a:pt x="19676" y="12714"/>
                </a:lnTo>
                <a:lnTo>
                  <a:pt x="19474" y="13037"/>
                </a:lnTo>
                <a:lnTo>
                  <a:pt x="19272" y="13340"/>
                </a:lnTo>
                <a:lnTo>
                  <a:pt x="19070" y="13642"/>
                </a:lnTo>
                <a:lnTo>
                  <a:pt x="18848" y="13945"/>
                </a:lnTo>
                <a:lnTo>
                  <a:pt x="18606" y="14207"/>
                </a:lnTo>
                <a:lnTo>
                  <a:pt x="18364" y="14470"/>
                </a:lnTo>
                <a:lnTo>
                  <a:pt x="18142" y="14692"/>
                </a:lnTo>
                <a:lnTo>
                  <a:pt x="17920" y="14893"/>
                </a:lnTo>
                <a:lnTo>
                  <a:pt x="17436" y="15297"/>
                </a:lnTo>
                <a:lnTo>
                  <a:pt x="16931" y="15640"/>
                </a:lnTo>
                <a:lnTo>
                  <a:pt x="16386" y="15983"/>
                </a:lnTo>
                <a:lnTo>
                  <a:pt x="15842" y="16306"/>
                </a:lnTo>
                <a:lnTo>
                  <a:pt x="15297" y="16589"/>
                </a:lnTo>
                <a:lnTo>
                  <a:pt x="14187" y="17154"/>
                </a:lnTo>
                <a:lnTo>
                  <a:pt x="13481" y="17497"/>
                </a:lnTo>
                <a:lnTo>
                  <a:pt x="12774" y="17860"/>
                </a:lnTo>
                <a:lnTo>
                  <a:pt x="12088" y="18264"/>
                </a:lnTo>
                <a:lnTo>
                  <a:pt x="11422" y="18667"/>
                </a:lnTo>
                <a:lnTo>
                  <a:pt x="10958" y="18990"/>
                </a:lnTo>
                <a:lnTo>
                  <a:pt x="10494" y="19333"/>
                </a:lnTo>
                <a:lnTo>
                  <a:pt x="10070" y="19696"/>
                </a:lnTo>
                <a:lnTo>
                  <a:pt x="9646" y="20060"/>
                </a:lnTo>
                <a:lnTo>
                  <a:pt x="8799" y="20847"/>
                </a:lnTo>
                <a:lnTo>
                  <a:pt x="7992" y="21613"/>
                </a:lnTo>
                <a:lnTo>
                  <a:pt x="7205" y="22400"/>
                </a:lnTo>
                <a:lnTo>
                  <a:pt x="6377" y="23167"/>
                </a:lnTo>
                <a:lnTo>
                  <a:pt x="5953" y="23531"/>
                </a:lnTo>
                <a:lnTo>
                  <a:pt x="5509" y="23894"/>
                </a:lnTo>
                <a:lnTo>
                  <a:pt x="5065" y="24237"/>
                </a:lnTo>
                <a:lnTo>
                  <a:pt x="4601" y="24560"/>
                </a:lnTo>
                <a:lnTo>
                  <a:pt x="4178" y="24822"/>
                </a:lnTo>
                <a:lnTo>
                  <a:pt x="3935" y="24963"/>
                </a:lnTo>
                <a:lnTo>
                  <a:pt x="3673" y="25084"/>
                </a:lnTo>
                <a:lnTo>
                  <a:pt x="3411" y="25205"/>
                </a:lnTo>
                <a:lnTo>
                  <a:pt x="3148" y="25306"/>
                </a:lnTo>
                <a:lnTo>
                  <a:pt x="2866" y="25367"/>
                </a:lnTo>
                <a:lnTo>
                  <a:pt x="2563" y="25427"/>
                </a:lnTo>
                <a:lnTo>
                  <a:pt x="2260" y="25448"/>
                </a:lnTo>
                <a:lnTo>
                  <a:pt x="1978" y="25427"/>
                </a:lnTo>
                <a:lnTo>
                  <a:pt x="1695" y="25367"/>
                </a:lnTo>
                <a:lnTo>
                  <a:pt x="1433" y="25286"/>
                </a:lnTo>
                <a:lnTo>
                  <a:pt x="1171" y="25185"/>
                </a:lnTo>
                <a:lnTo>
                  <a:pt x="949" y="25044"/>
                </a:lnTo>
                <a:lnTo>
                  <a:pt x="747" y="24883"/>
                </a:lnTo>
                <a:lnTo>
                  <a:pt x="585" y="24701"/>
                </a:lnTo>
                <a:lnTo>
                  <a:pt x="424" y="24459"/>
                </a:lnTo>
                <a:lnTo>
                  <a:pt x="303" y="24196"/>
                </a:lnTo>
                <a:lnTo>
                  <a:pt x="222" y="23894"/>
                </a:lnTo>
                <a:lnTo>
                  <a:pt x="142" y="23551"/>
                </a:lnTo>
                <a:lnTo>
                  <a:pt x="101" y="23167"/>
                </a:lnTo>
                <a:lnTo>
                  <a:pt x="81" y="22784"/>
                </a:lnTo>
                <a:lnTo>
                  <a:pt x="101" y="22421"/>
                </a:lnTo>
                <a:lnTo>
                  <a:pt x="142" y="22037"/>
                </a:lnTo>
                <a:lnTo>
                  <a:pt x="202" y="21654"/>
                </a:lnTo>
                <a:lnTo>
                  <a:pt x="303" y="21291"/>
                </a:lnTo>
                <a:lnTo>
                  <a:pt x="424" y="20947"/>
                </a:lnTo>
                <a:lnTo>
                  <a:pt x="585" y="20584"/>
                </a:lnTo>
                <a:lnTo>
                  <a:pt x="727" y="20342"/>
                </a:lnTo>
                <a:lnTo>
                  <a:pt x="868" y="20080"/>
                </a:lnTo>
                <a:lnTo>
                  <a:pt x="1029" y="19838"/>
                </a:lnTo>
                <a:lnTo>
                  <a:pt x="1211" y="19616"/>
                </a:lnTo>
                <a:lnTo>
                  <a:pt x="1393" y="19373"/>
                </a:lnTo>
                <a:lnTo>
                  <a:pt x="1574" y="19172"/>
                </a:lnTo>
                <a:lnTo>
                  <a:pt x="1978" y="18768"/>
                </a:lnTo>
                <a:lnTo>
                  <a:pt x="2402" y="18385"/>
                </a:lnTo>
                <a:lnTo>
                  <a:pt x="2825" y="18042"/>
                </a:lnTo>
                <a:lnTo>
                  <a:pt x="3249" y="17739"/>
                </a:lnTo>
                <a:lnTo>
                  <a:pt x="3673" y="17456"/>
                </a:lnTo>
                <a:lnTo>
                  <a:pt x="4561" y="16871"/>
                </a:lnTo>
                <a:lnTo>
                  <a:pt x="5489" y="16306"/>
                </a:lnTo>
                <a:lnTo>
                  <a:pt x="6438" y="15761"/>
                </a:lnTo>
                <a:lnTo>
                  <a:pt x="7366" y="15257"/>
                </a:lnTo>
                <a:lnTo>
                  <a:pt x="7568" y="15136"/>
                </a:lnTo>
                <a:lnTo>
                  <a:pt x="8153" y="14793"/>
                </a:lnTo>
                <a:lnTo>
                  <a:pt x="8758" y="14429"/>
                </a:lnTo>
                <a:lnTo>
                  <a:pt x="9041" y="14228"/>
                </a:lnTo>
                <a:lnTo>
                  <a:pt x="9323" y="14026"/>
                </a:lnTo>
                <a:lnTo>
                  <a:pt x="9606" y="13804"/>
                </a:lnTo>
                <a:lnTo>
                  <a:pt x="9868" y="13541"/>
                </a:lnTo>
                <a:lnTo>
                  <a:pt x="10070" y="13340"/>
                </a:lnTo>
                <a:lnTo>
                  <a:pt x="10232" y="13138"/>
                </a:lnTo>
                <a:lnTo>
                  <a:pt x="10393" y="12916"/>
                </a:lnTo>
                <a:lnTo>
                  <a:pt x="10534" y="12694"/>
                </a:lnTo>
                <a:lnTo>
                  <a:pt x="10675" y="12452"/>
                </a:lnTo>
                <a:lnTo>
                  <a:pt x="10797" y="12210"/>
                </a:lnTo>
                <a:lnTo>
                  <a:pt x="10897" y="11967"/>
                </a:lnTo>
                <a:lnTo>
                  <a:pt x="10978" y="11725"/>
                </a:lnTo>
                <a:lnTo>
                  <a:pt x="11140" y="11221"/>
                </a:lnTo>
                <a:lnTo>
                  <a:pt x="11261" y="10716"/>
                </a:lnTo>
                <a:lnTo>
                  <a:pt x="11362" y="10191"/>
                </a:lnTo>
                <a:lnTo>
                  <a:pt x="11463" y="9647"/>
                </a:lnTo>
                <a:lnTo>
                  <a:pt x="11563" y="8839"/>
                </a:lnTo>
                <a:lnTo>
                  <a:pt x="11664" y="8012"/>
                </a:lnTo>
                <a:lnTo>
                  <a:pt x="11846" y="6599"/>
                </a:lnTo>
                <a:lnTo>
                  <a:pt x="11947" y="5893"/>
                </a:lnTo>
                <a:lnTo>
                  <a:pt x="12088" y="5187"/>
                </a:lnTo>
                <a:lnTo>
                  <a:pt x="12209" y="4682"/>
                </a:lnTo>
                <a:lnTo>
                  <a:pt x="12330" y="4218"/>
                </a:lnTo>
                <a:lnTo>
                  <a:pt x="12472" y="3754"/>
                </a:lnTo>
                <a:lnTo>
                  <a:pt x="12633" y="3330"/>
                </a:lnTo>
                <a:lnTo>
                  <a:pt x="12794" y="2947"/>
                </a:lnTo>
                <a:lnTo>
                  <a:pt x="12976" y="2563"/>
                </a:lnTo>
                <a:lnTo>
                  <a:pt x="13158" y="2220"/>
                </a:lnTo>
                <a:lnTo>
                  <a:pt x="13359" y="1897"/>
                </a:lnTo>
                <a:lnTo>
                  <a:pt x="13561" y="1615"/>
                </a:lnTo>
                <a:lnTo>
                  <a:pt x="13803" y="1332"/>
                </a:lnTo>
                <a:lnTo>
                  <a:pt x="14025" y="1090"/>
                </a:lnTo>
                <a:lnTo>
                  <a:pt x="14288" y="868"/>
                </a:lnTo>
                <a:lnTo>
                  <a:pt x="14550" y="687"/>
                </a:lnTo>
                <a:lnTo>
                  <a:pt x="14812" y="525"/>
                </a:lnTo>
                <a:lnTo>
                  <a:pt x="15115" y="364"/>
                </a:lnTo>
                <a:lnTo>
                  <a:pt x="15418" y="263"/>
                </a:lnTo>
                <a:lnTo>
                  <a:pt x="15721" y="162"/>
                </a:lnTo>
                <a:lnTo>
                  <a:pt x="16043" y="101"/>
                </a:lnTo>
                <a:lnTo>
                  <a:pt x="16366" y="81"/>
                </a:lnTo>
                <a:close/>
                <a:moveTo>
                  <a:pt x="16467" y="1"/>
                </a:moveTo>
                <a:lnTo>
                  <a:pt x="16104" y="21"/>
                </a:lnTo>
                <a:lnTo>
                  <a:pt x="15741" y="81"/>
                </a:lnTo>
                <a:lnTo>
                  <a:pt x="15377" y="182"/>
                </a:lnTo>
                <a:lnTo>
                  <a:pt x="15075" y="303"/>
                </a:lnTo>
                <a:lnTo>
                  <a:pt x="14792" y="445"/>
                </a:lnTo>
                <a:lnTo>
                  <a:pt x="14510" y="606"/>
                </a:lnTo>
                <a:lnTo>
                  <a:pt x="14227" y="808"/>
                </a:lnTo>
                <a:lnTo>
                  <a:pt x="13985" y="1030"/>
                </a:lnTo>
                <a:lnTo>
                  <a:pt x="13743" y="1272"/>
                </a:lnTo>
                <a:lnTo>
                  <a:pt x="13501" y="1554"/>
                </a:lnTo>
                <a:lnTo>
                  <a:pt x="13299" y="1857"/>
                </a:lnTo>
                <a:lnTo>
                  <a:pt x="13097" y="2180"/>
                </a:lnTo>
                <a:lnTo>
                  <a:pt x="12895" y="2523"/>
                </a:lnTo>
                <a:lnTo>
                  <a:pt x="12714" y="2906"/>
                </a:lnTo>
                <a:lnTo>
                  <a:pt x="12552" y="3310"/>
                </a:lnTo>
                <a:lnTo>
                  <a:pt x="12391" y="3734"/>
                </a:lnTo>
                <a:lnTo>
                  <a:pt x="12250" y="4178"/>
                </a:lnTo>
                <a:lnTo>
                  <a:pt x="12128" y="4662"/>
                </a:lnTo>
                <a:lnTo>
                  <a:pt x="12007" y="5187"/>
                </a:lnTo>
                <a:lnTo>
                  <a:pt x="11886" y="5873"/>
                </a:lnTo>
                <a:lnTo>
                  <a:pt x="11765" y="6599"/>
                </a:lnTo>
                <a:lnTo>
                  <a:pt x="11584" y="7992"/>
                </a:lnTo>
                <a:lnTo>
                  <a:pt x="11483" y="8819"/>
                </a:lnTo>
                <a:lnTo>
                  <a:pt x="11382" y="9647"/>
                </a:lnTo>
                <a:lnTo>
                  <a:pt x="11281" y="10171"/>
                </a:lnTo>
                <a:lnTo>
                  <a:pt x="11180" y="10696"/>
                </a:lnTo>
                <a:lnTo>
                  <a:pt x="11059" y="11200"/>
                </a:lnTo>
                <a:lnTo>
                  <a:pt x="10918" y="11705"/>
                </a:lnTo>
                <a:lnTo>
                  <a:pt x="10817" y="11947"/>
                </a:lnTo>
                <a:lnTo>
                  <a:pt x="10716" y="12169"/>
                </a:lnTo>
                <a:lnTo>
                  <a:pt x="10595" y="12411"/>
                </a:lnTo>
                <a:lnTo>
                  <a:pt x="10474" y="12633"/>
                </a:lnTo>
                <a:lnTo>
                  <a:pt x="10332" y="12855"/>
                </a:lnTo>
                <a:lnTo>
                  <a:pt x="10171" y="13077"/>
                </a:lnTo>
                <a:lnTo>
                  <a:pt x="10010" y="13279"/>
                </a:lnTo>
                <a:lnTo>
                  <a:pt x="9808" y="13501"/>
                </a:lnTo>
                <a:lnTo>
                  <a:pt x="9545" y="13743"/>
                </a:lnTo>
                <a:lnTo>
                  <a:pt x="9283" y="13965"/>
                </a:lnTo>
                <a:lnTo>
                  <a:pt x="9001" y="14167"/>
                </a:lnTo>
                <a:lnTo>
                  <a:pt x="8718" y="14369"/>
                </a:lnTo>
                <a:lnTo>
                  <a:pt x="8113" y="14732"/>
                </a:lnTo>
                <a:lnTo>
                  <a:pt x="7527" y="15055"/>
                </a:lnTo>
                <a:lnTo>
                  <a:pt x="7326" y="15176"/>
                </a:lnTo>
                <a:lnTo>
                  <a:pt x="6397" y="15701"/>
                </a:lnTo>
                <a:lnTo>
                  <a:pt x="5449" y="16246"/>
                </a:lnTo>
                <a:lnTo>
                  <a:pt x="4521" y="16790"/>
                </a:lnTo>
                <a:lnTo>
                  <a:pt x="3612" y="17376"/>
                </a:lnTo>
                <a:lnTo>
                  <a:pt x="3209" y="17658"/>
                </a:lnTo>
                <a:lnTo>
                  <a:pt x="2765" y="17981"/>
                </a:lnTo>
                <a:lnTo>
                  <a:pt x="2341" y="18324"/>
                </a:lnTo>
                <a:lnTo>
                  <a:pt x="1917" y="18707"/>
                </a:lnTo>
                <a:lnTo>
                  <a:pt x="1514" y="19111"/>
                </a:lnTo>
                <a:lnTo>
                  <a:pt x="1312" y="19333"/>
                </a:lnTo>
                <a:lnTo>
                  <a:pt x="1130" y="19555"/>
                </a:lnTo>
                <a:lnTo>
                  <a:pt x="969" y="19797"/>
                </a:lnTo>
                <a:lnTo>
                  <a:pt x="807" y="20039"/>
                </a:lnTo>
                <a:lnTo>
                  <a:pt x="646" y="20302"/>
                </a:lnTo>
                <a:lnTo>
                  <a:pt x="505" y="20564"/>
                </a:lnTo>
                <a:lnTo>
                  <a:pt x="364" y="20907"/>
                </a:lnTo>
                <a:lnTo>
                  <a:pt x="222" y="21270"/>
                </a:lnTo>
                <a:lnTo>
                  <a:pt x="142" y="21654"/>
                </a:lnTo>
                <a:lnTo>
                  <a:pt x="61" y="22017"/>
                </a:lnTo>
                <a:lnTo>
                  <a:pt x="20" y="22400"/>
                </a:lnTo>
                <a:lnTo>
                  <a:pt x="0" y="22784"/>
                </a:lnTo>
                <a:lnTo>
                  <a:pt x="20" y="23167"/>
                </a:lnTo>
                <a:lnTo>
                  <a:pt x="61" y="23551"/>
                </a:lnTo>
                <a:lnTo>
                  <a:pt x="142" y="23914"/>
                </a:lnTo>
                <a:lnTo>
                  <a:pt x="242" y="24237"/>
                </a:lnTo>
                <a:lnTo>
                  <a:pt x="364" y="24499"/>
                </a:lnTo>
                <a:lnTo>
                  <a:pt x="505" y="24741"/>
                </a:lnTo>
                <a:lnTo>
                  <a:pt x="666" y="24923"/>
                </a:lnTo>
                <a:lnTo>
                  <a:pt x="848" y="25064"/>
                </a:lnTo>
                <a:lnTo>
                  <a:pt x="1050" y="25205"/>
                </a:lnTo>
                <a:lnTo>
                  <a:pt x="1251" y="25327"/>
                </a:lnTo>
                <a:lnTo>
                  <a:pt x="1494" y="25407"/>
                </a:lnTo>
                <a:lnTo>
                  <a:pt x="1736" y="25468"/>
                </a:lnTo>
                <a:lnTo>
                  <a:pt x="1978" y="25508"/>
                </a:lnTo>
                <a:lnTo>
                  <a:pt x="2260" y="25528"/>
                </a:lnTo>
                <a:lnTo>
                  <a:pt x="2563" y="25508"/>
                </a:lnTo>
                <a:lnTo>
                  <a:pt x="2866" y="25448"/>
                </a:lnTo>
                <a:lnTo>
                  <a:pt x="3169" y="25367"/>
                </a:lnTo>
                <a:lnTo>
                  <a:pt x="3451" y="25286"/>
                </a:lnTo>
                <a:lnTo>
                  <a:pt x="3713" y="25165"/>
                </a:lnTo>
                <a:lnTo>
                  <a:pt x="3976" y="25044"/>
                </a:lnTo>
                <a:lnTo>
                  <a:pt x="4218" y="24903"/>
                </a:lnTo>
                <a:lnTo>
                  <a:pt x="4642" y="24620"/>
                </a:lnTo>
                <a:lnTo>
                  <a:pt x="5106" y="24297"/>
                </a:lnTo>
                <a:lnTo>
                  <a:pt x="5550" y="23954"/>
                </a:lnTo>
                <a:lnTo>
                  <a:pt x="5994" y="23611"/>
                </a:lnTo>
                <a:lnTo>
                  <a:pt x="6418" y="23228"/>
                </a:lnTo>
                <a:lnTo>
                  <a:pt x="7245" y="22461"/>
                </a:lnTo>
                <a:lnTo>
                  <a:pt x="8052" y="21674"/>
                </a:lnTo>
                <a:lnTo>
                  <a:pt x="8859" y="20907"/>
                </a:lnTo>
                <a:lnTo>
                  <a:pt x="9687" y="20140"/>
                </a:lnTo>
                <a:lnTo>
                  <a:pt x="10110" y="19757"/>
                </a:lnTo>
                <a:lnTo>
                  <a:pt x="10554" y="19394"/>
                </a:lnTo>
                <a:lnTo>
                  <a:pt x="10998" y="19051"/>
                </a:lnTo>
                <a:lnTo>
                  <a:pt x="11463" y="18728"/>
                </a:lnTo>
                <a:lnTo>
                  <a:pt x="12128" y="18324"/>
                </a:lnTo>
                <a:lnTo>
                  <a:pt x="12815" y="17941"/>
                </a:lnTo>
                <a:lnTo>
                  <a:pt x="13521" y="17577"/>
                </a:lnTo>
                <a:lnTo>
                  <a:pt x="14207" y="17234"/>
                </a:lnTo>
                <a:lnTo>
                  <a:pt x="15337" y="16669"/>
                </a:lnTo>
                <a:lnTo>
                  <a:pt x="15902" y="16367"/>
                </a:lnTo>
                <a:lnTo>
                  <a:pt x="16447" y="16044"/>
                </a:lnTo>
                <a:lnTo>
                  <a:pt x="16972" y="15721"/>
                </a:lnTo>
                <a:lnTo>
                  <a:pt x="17476" y="15358"/>
                </a:lnTo>
                <a:lnTo>
                  <a:pt x="17981" y="14954"/>
                </a:lnTo>
                <a:lnTo>
                  <a:pt x="18203" y="14752"/>
                </a:lnTo>
                <a:lnTo>
                  <a:pt x="18425" y="14530"/>
                </a:lnTo>
                <a:lnTo>
                  <a:pt x="18667" y="14268"/>
                </a:lnTo>
                <a:lnTo>
                  <a:pt x="18909" y="13985"/>
                </a:lnTo>
                <a:lnTo>
                  <a:pt x="19131" y="13703"/>
                </a:lnTo>
                <a:lnTo>
                  <a:pt x="19333" y="13400"/>
                </a:lnTo>
                <a:lnTo>
                  <a:pt x="19535" y="13077"/>
                </a:lnTo>
                <a:lnTo>
                  <a:pt x="19736" y="12754"/>
                </a:lnTo>
                <a:lnTo>
                  <a:pt x="19918" y="12411"/>
                </a:lnTo>
                <a:lnTo>
                  <a:pt x="20100" y="12048"/>
                </a:lnTo>
                <a:lnTo>
                  <a:pt x="20261" y="11665"/>
                </a:lnTo>
                <a:lnTo>
                  <a:pt x="20402" y="11281"/>
                </a:lnTo>
                <a:lnTo>
                  <a:pt x="20544" y="10878"/>
                </a:lnTo>
                <a:lnTo>
                  <a:pt x="20685" y="10474"/>
                </a:lnTo>
                <a:lnTo>
                  <a:pt x="20806" y="10050"/>
                </a:lnTo>
                <a:lnTo>
                  <a:pt x="20927" y="9606"/>
                </a:lnTo>
                <a:lnTo>
                  <a:pt x="21028" y="9142"/>
                </a:lnTo>
                <a:lnTo>
                  <a:pt x="21109" y="8678"/>
                </a:lnTo>
                <a:lnTo>
                  <a:pt x="21189" y="8214"/>
                </a:lnTo>
                <a:lnTo>
                  <a:pt x="21250" y="7750"/>
                </a:lnTo>
                <a:lnTo>
                  <a:pt x="21310" y="7326"/>
                </a:lnTo>
                <a:lnTo>
                  <a:pt x="21331" y="6882"/>
                </a:lnTo>
                <a:lnTo>
                  <a:pt x="21351" y="6478"/>
                </a:lnTo>
                <a:lnTo>
                  <a:pt x="21351" y="6075"/>
                </a:lnTo>
                <a:lnTo>
                  <a:pt x="21351" y="5671"/>
                </a:lnTo>
                <a:lnTo>
                  <a:pt x="21331" y="5288"/>
                </a:lnTo>
                <a:lnTo>
                  <a:pt x="21270" y="4924"/>
                </a:lnTo>
                <a:lnTo>
                  <a:pt x="21230" y="4561"/>
                </a:lnTo>
                <a:lnTo>
                  <a:pt x="21149" y="4218"/>
                </a:lnTo>
                <a:lnTo>
                  <a:pt x="21068" y="3875"/>
                </a:lnTo>
                <a:lnTo>
                  <a:pt x="20967" y="3532"/>
                </a:lnTo>
                <a:lnTo>
                  <a:pt x="20846" y="3229"/>
                </a:lnTo>
                <a:lnTo>
                  <a:pt x="20705" y="2906"/>
                </a:lnTo>
                <a:lnTo>
                  <a:pt x="20564" y="2624"/>
                </a:lnTo>
                <a:lnTo>
                  <a:pt x="20362" y="2281"/>
                </a:lnTo>
                <a:lnTo>
                  <a:pt x="20140" y="1958"/>
                </a:lnTo>
                <a:lnTo>
                  <a:pt x="19898" y="1655"/>
                </a:lnTo>
                <a:lnTo>
                  <a:pt x="19615" y="1373"/>
                </a:lnTo>
                <a:lnTo>
                  <a:pt x="19333" y="1110"/>
                </a:lnTo>
                <a:lnTo>
                  <a:pt x="19010" y="868"/>
                </a:lnTo>
                <a:lnTo>
                  <a:pt x="18687" y="646"/>
                </a:lnTo>
                <a:lnTo>
                  <a:pt x="18344" y="465"/>
                </a:lnTo>
                <a:lnTo>
                  <a:pt x="17981" y="283"/>
                </a:lnTo>
                <a:lnTo>
                  <a:pt x="17597" y="162"/>
                </a:lnTo>
                <a:lnTo>
                  <a:pt x="17214" y="61"/>
                </a:lnTo>
                <a:lnTo>
                  <a:pt x="16851" y="21"/>
                </a:lnTo>
                <a:lnTo>
                  <a:pt x="16467" y="1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53" name="Google Shape;2653;p33"/>
          <p:cNvSpPr/>
          <p:nvPr/>
        </p:nvSpPr>
        <p:spPr>
          <a:xfrm flipH="1">
            <a:off x="8261319" y="115729"/>
            <a:ext cx="901508" cy="1104564"/>
          </a:xfrm>
          <a:custGeom>
            <a:rect b="b" l="l" r="r" t="t"/>
            <a:pathLst>
              <a:path extrusionOk="0" h="19757" w="16125">
                <a:moveTo>
                  <a:pt x="13945" y="81"/>
                </a:moveTo>
                <a:lnTo>
                  <a:pt x="14187" y="142"/>
                </a:lnTo>
                <a:lnTo>
                  <a:pt x="14449" y="222"/>
                </a:lnTo>
                <a:lnTo>
                  <a:pt x="14671" y="323"/>
                </a:lnTo>
                <a:lnTo>
                  <a:pt x="14893" y="464"/>
                </a:lnTo>
                <a:lnTo>
                  <a:pt x="15095" y="626"/>
                </a:lnTo>
                <a:lnTo>
                  <a:pt x="15277" y="807"/>
                </a:lnTo>
                <a:lnTo>
                  <a:pt x="15438" y="1009"/>
                </a:lnTo>
                <a:lnTo>
                  <a:pt x="15620" y="1332"/>
                </a:lnTo>
                <a:lnTo>
                  <a:pt x="15761" y="1655"/>
                </a:lnTo>
                <a:lnTo>
                  <a:pt x="15862" y="1998"/>
                </a:lnTo>
                <a:lnTo>
                  <a:pt x="15943" y="2341"/>
                </a:lnTo>
                <a:lnTo>
                  <a:pt x="16003" y="2704"/>
                </a:lnTo>
                <a:lnTo>
                  <a:pt x="16023" y="3068"/>
                </a:lnTo>
                <a:lnTo>
                  <a:pt x="16044" y="3431"/>
                </a:lnTo>
                <a:lnTo>
                  <a:pt x="16044" y="3814"/>
                </a:lnTo>
                <a:lnTo>
                  <a:pt x="16023" y="4319"/>
                </a:lnTo>
                <a:lnTo>
                  <a:pt x="16003" y="4803"/>
                </a:lnTo>
                <a:lnTo>
                  <a:pt x="15963" y="5287"/>
                </a:lnTo>
                <a:lnTo>
                  <a:pt x="15923" y="5731"/>
                </a:lnTo>
                <a:lnTo>
                  <a:pt x="15862" y="6175"/>
                </a:lnTo>
                <a:lnTo>
                  <a:pt x="15781" y="6599"/>
                </a:lnTo>
                <a:lnTo>
                  <a:pt x="15701" y="7003"/>
                </a:lnTo>
                <a:lnTo>
                  <a:pt x="15600" y="7386"/>
                </a:lnTo>
                <a:lnTo>
                  <a:pt x="15479" y="7749"/>
                </a:lnTo>
                <a:lnTo>
                  <a:pt x="15337" y="8113"/>
                </a:lnTo>
                <a:lnTo>
                  <a:pt x="15196" y="8436"/>
                </a:lnTo>
                <a:lnTo>
                  <a:pt x="15055" y="8758"/>
                </a:lnTo>
                <a:lnTo>
                  <a:pt x="14873" y="9081"/>
                </a:lnTo>
                <a:lnTo>
                  <a:pt x="14692" y="9364"/>
                </a:lnTo>
                <a:lnTo>
                  <a:pt x="14490" y="9646"/>
                </a:lnTo>
                <a:lnTo>
                  <a:pt x="14268" y="9909"/>
                </a:lnTo>
                <a:lnTo>
                  <a:pt x="14086" y="10131"/>
                </a:lnTo>
                <a:lnTo>
                  <a:pt x="13884" y="10332"/>
                </a:lnTo>
                <a:lnTo>
                  <a:pt x="13683" y="10514"/>
                </a:lnTo>
                <a:lnTo>
                  <a:pt x="13461" y="10716"/>
                </a:lnTo>
                <a:lnTo>
                  <a:pt x="13017" y="11059"/>
                </a:lnTo>
                <a:lnTo>
                  <a:pt x="12532" y="11362"/>
                </a:lnTo>
                <a:lnTo>
                  <a:pt x="12048" y="11664"/>
                </a:lnTo>
                <a:lnTo>
                  <a:pt x="11543" y="11947"/>
                </a:lnTo>
                <a:lnTo>
                  <a:pt x="10514" y="12451"/>
                </a:lnTo>
                <a:lnTo>
                  <a:pt x="9586" y="12915"/>
                </a:lnTo>
                <a:lnTo>
                  <a:pt x="9122" y="13178"/>
                </a:lnTo>
                <a:lnTo>
                  <a:pt x="8678" y="13420"/>
                </a:lnTo>
                <a:lnTo>
                  <a:pt x="8032" y="13844"/>
                </a:lnTo>
                <a:lnTo>
                  <a:pt x="7427" y="14288"/>
                </a:lnTo>
                <a:lnTo>
                  <a:pt x="6821" y="14752"/>
                </a:lnTo>
                <a:lnTo>
                  <a:pt x="6236" y="15236"/>
                </a:lnTo>
                <a:lnTo>
                  <a:pt x="5671" y="15761"/>
                </a:lnTo>
                <a:lnTo>
                  <a:pt x="5106" y="16265"/>
                </a:lnTo>
                <a:lnTo>
                  <a:pt x="4037" y="17335"/>
                </a:lnTo>
                <a:lnTo>
                  <a:pt x="3350" y="18001"/>
                </a:lnTo>
                <a:lnTo>
                  <a:pt x="2644" y="18667"/>
                </a:lnTo>
                <a:lnTo>
                  <a:pt x="2281" y="18990"/>
                </a:lnTo>
                <a:lnTo>
                  <a:pt x="2099" y="19151"/>
                </a:lnTo>
                <a:lnTo>
                  <a:pt x="1897" y="19292"/>
                </a:lnTo>
                <a:lnTo>
                  <a:pt x="1696" y="19413"/>
                </a:lnTo>
                <a:lnTo>
                  <a:pt x="1474" y="19514"/>
                </a:lnTo>
                <a:lnTo>
                  <a:pt x="1272" y="19595"/>
                </a:lnTo>
                <a:lnTo>
                  <a:pt x="1030" y="19656"/>
                </a:lnTo>
                <a:lnTo>
                  <a:pt x="808" y="19676"/>
                </a:lnTo>
                <a:lnTo>
                  <a:pt x="687" y="19656"/>
                </a:lnTo>
                <a:lnTo>
                  <a:pt x="566" y="19635"/>
                </a:lnTo>
                <a:lnTo>
                  <a:pt x="444" y="19595"/>
                </a:lnTo>
                <a:lnTo>
                  <a:pt x="344" y="19555"/>
                </a:lnTo>
                <a:lnTo>
                  <a:pt x="243" y="19474"/>
                </a:lnTo>
                <a:lnTo>
                  <a:pt x="162" y="19373"/>
                </a:lnTo>
                <a:lnTo>
                  <a:pt x="101" y="19232"/>
                </a:lnTo>
                <a:lnTo>
                  <a:pt x="81" y="19091"/>
                </a:lnTo>
                <a:lnTo>
                  <a:pt x="81" y="18929"/>
                </a:lnTo>
                <a:lnTo>
                  <a:pt x="122" y="18788"/>
                </a:lnTo>
                <a:lnTo>
                  <a:pt x="162" y="18667"/>
                </a:lnTo>
                <a:lnTo>
                  <a:pt x="222" y="18546"/>
                </a:lnTo>
                <a:lnTo>
                  <a:pt x="323" y="18364"/>
                </a:lnTo>
                <a:lnTo>
                  <a:pt x="444" y="18203"/>
                </a:lnTo>
                <a:lnTo>
                  <a:pt x="566" y="18021"/>
                </a:lnTo>
                <a:lnTo>
                  <a:pt x="868" y="17718"/>
                </a:lnTo>
                <a:lnTo>
                  <a:pt x="1171" y="17436"/>
                </a:lnTo>
                <a:lnTo>
                  <a:pt x="1494" y="17173"/>
                </a:lnTo>
                <a:lnTo>
                  <a:pt x="2220" y="16588"/>
                </a:lnTo>
                <a:lnTo>
                  <a:pt x="2987" y="16043"/>
                </a:lnTo>
                <a:lnTo>
                  <a:pt x="3754" y="15499"/>
                </a:lnTo>
                <a:lnTo>
                  <a:pt x="4521" y="14974"/>
                </a:lnTo>
                <a:lnTo>
                  <a:pt x="5308" y="14429"/>
                </a:lnTo>
                <a:lnTo>
                  <a:pt x="6075" y="13884"/>
                </a:lnTo>
                <a:lnTo>
                  <a:pt x="6862" y="13319"/>
                </a:lnTo>
                <a:lnTo>
                  <a:pt x="7608" y="12734"/>
                </a:lnTo>
                <a:lnTo>
                  <a:pt x="8153" y="12270"/>
                </a:lnTo>
                <a:lnTo>
                  <a:pt x="8436" y="12007"/>
                </a:lnTo>
                <a:lnTo>
                  <a:pt x="8718" y="11725"/>
                </a:lnTo>
                <a:lnTo>
                  <a:pt x="9001" y="11422"/>
                </a:lnTo>
                <a:lnTo>
                  <a:pt x="9283" y="11119"/>
                </a:lnTo>
                <a:lnTo>
                  <a:pt x="9546" y="10776"/>
                </a:lnTo>
                <a:lnTo>
                  <a:pt x="9788" y="10413"/>
                </a:lnTo>
                <a:lnTo>
                  <a:pt x="9949" y="10131"/>
                </a:lnTo>
                <a:lnTo>
                  <a:pt x="10111" y="9828"/>
                </a:lnTo>
                <a:lnTo>
                  <a:pt x="10252" y="9525"/>
                </a:lnTo>
                <a:lnTo>
                  <a:pt x="10393" y="9202"/>
                </a:lnTo>
                <a:lnTo>
                  <a:pt x="10494" y="8879"/>
                </a:lnTo>
                <a:lnTo>
                  <a:pt x="10615" y="8557"/>
                </a:lnTo>
                <a:lnTo>
                  <a:pt x="10777" y="7911"/>
                </a:lnTo>
                <a:lnTo>
                  <a:pt x="10938" y="7245"/>
                </a:lnTo>
                <a:lnTo>
                  <a:pt x="11039" y="6559"/>
                </a:lnTo>
                <a:lnTo>
                  <a:pt x="11241" y="5207"/>
                </a:lnTo>
                <a:lnTo>
                  <a:pt x="11342" y="4399"/>
                </a:lnTo>
                <a:lnTo>
                  <a:pt x="11463" y="3612"/>
                </a:lnTo>
                <a:lnTo>
                  <a:pt x="11604" y="2825"/>
                </a:lnTo>
                <a:lnTo>
                  <a:pt x="11685" y="2422"/>
                </a:lnTo>
                <a:lnTo>
                  <a:pt x="11786" y="2038"/>
                </a:lnTo>
                <a:lnTo>
                  <a:pt x="11866" y="1756"/>
                </a:lnTo>
                <a:lnTo>
                  <a:pt x="11987" y="1473"/>
                </a:lnTo>
                <a:lnTo>
                  <a:pt x="12109" y="1171"/>
                </a:lnTo>
                <a:lnTo>
                  <a:pt x="12250" y="888"/>
                </a:lnTo>
                <a:lnTo>
                  <a:pt x="12452" y="626"/>
                </a:lnTo>
                <a:lnTo>
                  <a:pt x="12552" y="525"/>
                </a:lnTo>
                <a:lnTo>
                  <a:pt x="12674" y="404"/>
                </a:lnTo>
                <a:lnTo>
                  <a:pt x="12795" y="323"/>
                </a:lnTo>
                <a:lnTo>
                  <a:pt x="12916" y="242"/>
                </a:lnTo>
                <a:lnTo>
                  <a:pt x="13077" y="182"/>
                </a:lnTo>
                <a:lnTo>
                  <a:pt x="13218" y="121"/>
                </a:lnTo>
                <a:lnTo>
                  <a:pt x="13461" y="81"/>
                </a:lnTo>
                <a:close/>
                <a:moveTo>
                  <a:pt x="13541" y="0"/>
                </a:moveTo>
                <a:lnTo>
                  <a:pt x="13380" y="20"/>
                </a:lnTo>
                <a:lnTo>
                  <a:pt x="13218" y="41"/>
                </a:lnTo>
                <a:lnTo>
                  <a:pt x="13037" y="101"/>
                </a:lnTo>
                <a:lnTo>
                  <a:pt x="12896" y="162"/>
                </a:lnTo>
                <a:lnTo>
                  <a:pt x="12754" y="242"/>
                </a:lnTo>
                <a:lnTo>
                  <a:pt x="12613" y="343"/>
                </a:lnTo>
                <a:lnTo>
                  <a:pt x="12492" y="464"/>
                </a:lnTo>
                <a:lnTo>
                  <a:pt x="12391" y="565"/>
                </a:lnTo>
                <a:lnTo>
                  <a:pt x="12189" y="848"/>
                </a:lnTo>
                <a:lnTo>
                  <a:pt x="12028" y="1130"/>
                </a:lnTo>
                <a:lnTo>
                  <a:pt x="11907" y="1433"/>
                </a:lnTo>
                <a:lnTo>
                  <a:pt x="11806" y="1736"/>
                </a:lnTo>
                <a:lnTo>
                  <a:pt x="11705" y="2018"/>
                </a:lnTo>
                <a:lnTo>
                  <a:pt x="11604" y="2402"/>
                </a:lnTo>
                <a:lnTo>
                  <a:pt x="11523" y="2805"/>
                </a:lnTo>
                <a:lnTo>
                  <a:pt x="11382" y="3592"/>
                </a:lnTo>
                <a:lnTo>
                  <a:pt x="11261" y="4399"/>
                </a:lnTo>
                <a:lnTo>
                  <a:pt x="11160" y="5187"/>
                </a:lnTo>
                <a:lnTo>
                  <a:pt x="10958" y="6539"/>
                </a:lnTo>
                <a:lnTo>
                  <a:pt x="10857" y="7225"/>
                </a:lnTo>
                <a:lnTo>
                  <a:pt x="10716" y="7870"/>
                </a:lnTo>
                <a:lnTo>
                  <a:pt x="10534" y="8536"/>
                </a:lnTo>
                <a:lnTo>
                  <a:pt x="10434" y="8859"/>
                </a:lnTo>
                <a:lnTo>
                  <a:pt x="10313" y="9162"/>
                </a:lnTo>
                <a:lnTo>
                  <a:pt x="10191" y="9485"/>
                </a:lnTo>
                <a:lnTo>
                  <a:pt x="10050" y="9788"/>
                </a:lnTo>
                <a:lnTo>
                  <a:pt x="9889" y="10090"/>
                </a:lnTo>
                <a:lnTo>
                  <a:pt x="9707" y="10373"/>
                </a:lnTo>
                <a:lnTo>
                  <a:pt x="9465" y="10736"/>
                </a:lnTo>
                <a:lnTo>
                  <a:pt x="9223" y="11059"/>
                </a:lnTo>
                <a:lnTo>
                  <a:pt x="8940" y="11382"/>
                </a:lnTo>
                <a:lnTo>
                  <a:pt x="8658" y="11664"/>
                </a:lnTo>
                <a:lnTo>
                  <a:pt x="8375" y="11947"/>
                </a:lnTo>
                <a:lnTo>
                  <a:pt x="8093" y="12209"/>
                </a:lnTo>
                <a:lnTo>
                  <a:pt x="7568" y="12653"/>
                </a:lnTo>
                <a:lnTo>
                  <a:pt x="6801" y="13259"/>
                </a:lnTo>
                <a:lnTo>
                  <a:pt x="6034" y="13824"/>
                </a:lnTo>
                <a:lnTo>
                  <a:pt x="5247" y="14368"/>
                </a:lnTo>
                <a:lnTo>
                  <a:pt x="4480" y="14913"/>
                </a:lnTo>
                <a:lnTo>
                  <a:pt x="3714" y="15438"/>
                </a:lnTo>
                <a:lnTo>
                  <a:pt x="2927" y="15983"/>
                </a:lnTo>
                <a:lnTo>
                  <a:pt x="2180" y="16528"/>
                </a:lnTo>
                <a:lnTo>
                  <a:pt x="1433" y="17113"/>
                </a:lnTo>
                <a:lnTo>
                  <a:pt x="1131" y="17375"/>
                </a:lnTo>
                <a:lnTo>
                  <a:pt x="808" y="17658"/>
                </a:lnTo>
                <a:lnTo>
                  <a:pt x="505" y="17981"/>
                </a:lnTo>
                <a:lnTo>
                  <a:pt x="384" y="18142"/>
                </a:lnTo>
                <a:lnTo>
                  <a:pt x="243" y="18324"/>
                </a:lnTo>
                <a:lnTo>
                  <a:pt x="142" y="18526"/>
                </a:lnTo>
                <a:lnTo>
                  <a:pt x="81" y="18667"/>
                </a:lnTo>
                <a:lnTo>
                  <a:pt x="21" y="18808"/>
                </a:lnTo>
                <a:lnTo>
                  <a:pt x="1" y="18949"/>
                </a:lnTo>
                <a:lnTo>
                  <a:pt x="1" y="19111"/>
                </a:lnTo>
                <a:lnTo>
                  <a:pt x="21" y="19272"/>
                </a:lnTo>
                <a:lnTo>
                  <a:pt x="101" y="19434"/>
                </a:lnTo>
                <a:lnTo>
                  <a:pt x="162" y="19514"/>
                </a:lnTo>
                <a:lnTo>
                  <a:pt x="243" y="19575"/>
                </a:lnTo>
                <a:lnTo>
                  <a:pt x="323" y="19635"/>
                </a:lnTo>
                <a:lnTo>
                  <a:pt x="424" y="19676"/>
                </a:lnTo>
                <a:lnTo>
                  <a:pt x="626" y="19736"/>
                </a:lnTo>
                <a:lnTo>
                  <a:pt x="828" y="19757"/>
                </a:lnTo>
                <a:lnTo>
                  <a:pt x="1050" y="19736"/>
                </a:lnTo>
                <a:lnTo>
                  <a:pt x="1292" y="19676"/>
                </a:lnTo>
                <a:lnTo>
                  <a:pt x="1514" y="19595"/>
                </a:lnTo>
                <a:lnTo>
                  <a:pt x="1736" y="19494"/>
                </a:lnTo>
                <a:lnTo>
                  <a:pt x="1938" y="19353"/>
                </a:lnTo>
                <a:lnTo>
                  <a:pt x="2140" y="19212"/>
                </a:lnTo>
                <a:lnTo>
                  <a:pt x="2341" y="19050"/>
                </a:lnTo>
                <a:lnTo>
                  <a:pt x="2705" y="18727"/>
                </a:lnTo>
                <a:lnTo>
                  <a:pt x="3411" y="18061"/>
                </a:lnTo>
                <a:lnTo>
                  <a:pt x="4077" y="17395"/>
                </a:lnTo>
                <a:lnTo>
                  <a:pt x="5167" y="16326"/>
                </a:lnTo>
                <a:lnTo>
                  <a:pt x="5732" y="15821"/>
                </a:lnTo>
                <a:lnTo>
                  <a:pt x="6297" y="15297"/>
                </a:lnTo>
                <a:lnTo>
                  <a:pt x="6862" y="14812"/>
                </a:lnTo>
                <a:lnTo>
                  <a:pt x="7467" y="14348"/>
                </a:lnTo>
                <a:lnTo>
                  <a:pt x="8093" y="13904"/>
                </a:lnTo>
                <a:lnTo>
                  <a:pt x="8718" y="13501"/>
                </a:lnTo>
                <a:lnTo>
                  <a:pt x="9162" y="13238"/>
                </a:lnTo>
                <a:lnTo>
                  <a:pt x="9626" y="12996"/>
                </a:lnTo>
                <a:lnTo>
                  <a:pt x="10555" y="12532"/>
                </a:lnTo>
                <a:lnTo>
                  <a:pt x="11584" y="12007"/>
                </a:lnTo>
                <a:lnTo>
                  <a:pt x="12088" y="11725"/>
                </a:lnTo>
                <a:lnTo>
                  <a:pt x="12573" y="11442"/>
                </a:lnTo>
                <a:lnTo>
                  <a:pt x="13057" y="11119"/>
                </a:lnTo>
                <a:lnTo>
                  <a:pt x="13521" y="10776"/>
                </a:lnTo>
                <a:lnTo>
                  <a:pt x="13743" y="10575"/>
                </a:lnTo>
                <a:lnTo>
                  <a:pt x="13945" y="10393"/>
                </a:lnTo>
                <a:lnTo>
                  <a:pt x="14147" y="10171"/>
                </a:lnTo>
                <a:lnTo>
                  <a:pt x="14328" y="9969"/>
                </a:lnTo>
                <a:lnTo>
                  <a:pt x="14550" y="9687"/>
                </a:lnTo>
                <a:lnTo>
                  <a:pt x="14752" y="9404"/>
                </a:lnTo>
                <a:lnTo>
                  <a:pt x="14934" y="9122"/>
                </a:lnTo>
                <a:lnTo>
                  <a:pt x="15115" y="8799"/>
                </a:lnTo>
                <a:lnTo>
                  <a:pt x="15277" y="8476"/>
                </a:lnTo>
                <a:lnTo>
                  <a:pt x="15418" y="8133"/>
                </a:lnTo>
                <a:lnTo>
                  <a:pt x="15559" y="7790"/>
                </a:lnTo>
                <a:lnTo>
                  <a:pt x="15660" y="7406"/>
                </a:lnTo>
                <a:lnTo>
                  <a:pt x="15761" y="7023"/>
                </a:lnTo>
                <a:lnTo>
                  <a:pt x="15862" y="6619"/>
                </a:lnTo>
                <a:lnTo>
                  <a:pt x="15943" y="6196"/>
                </a:lnTo>
                <a:lnTo>
                  <a:pt x="16003" y="5752"/>
                </a:lnTo>
                <a:lnTo>
                  <a:pt x="16044" y="5287"/>
                </a:lnTo>
                <a:lnTo>
                  <a:pt x="16084" y="4823"/>
                </a:lnTo>
                <a:lnTo>
                  <a:pt x="16104" y="4319"/>
                </a:lnTo>
                <a:lnTo>
                  <a:pt x="16124" y="3814"/>
                </a:lnTo>
                <a:lnTo>
                  <a:pt x="16124" y="3431"/>
                </a:lnTo>
                <a:lnTo>
                  <a:pt x="16104" y="3068"/>
                </a:lnTo>
                <a:lnTo>
                  <a:pt x="16084" y="2684"/>
                </a:lnTo>
                <a:lnTo>
                  <a:pt x="16023" y="2321"/>
                </a:lnTo>
                <a:lnTo>
                  <a:pt x="15943" y="1958"/>
                </a:lnTo>
                <a:lnTo>
                  <a:pt x="15842" y="1615"/>
                </a:lnTo>
                <a:lnTo>
                  <a:pt x="15701" y="1292"/>
                </a:lnTo>
                <a:lnTo>
                  <a:pt x="15519" y="969"/>
                </a:lnTo>
                <a:lnTo>
                  <a:pt x="15418" y="828"/>
                </a:lnTo>
                <a:lnTo>
                  <a:pt x="15297" y="707"/>
                </a:lnTo>
                <a:lnTo>
                  <a:pt x="15196" y="585"/>
                </a:lnTo>
                <a:lnTo>
                  <a:pt x="15055" y="485"/>
                </a:lnTo>
                <a:lnTo>
                  <a:pt x="14934" y="384"/>
                </a:lnTo>
                <a:lnTo>
                  <a:pt x="14792" y="303"/>
                </a:lnTo>
                <a:lnTo>
                  <a:pt x="14490" y="142"/>
                </a:lnTo>
                <a:lnTo>
                  <a:pt x="14187" y="61"/>
                </a:lnTo>
                <a:lnTo>
                  <a:pt x="14026" y="20"/>
                </a:lnTo>
                <a:lnTo>
                  <a:pt x="13864" y="0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54" name="Google Shape;2654;p33"/>
          <p:cNvSpPr/>
          <p:nvPr/>
        </p:nvSpPr>
        <p:spPr>
          <a:xfrm flipH="1">
            <a:off x="8342566" y="226256"/>
            <a:ext cx="130935" cy="390458"/>
          </a:xfrm>
          <a:custGeom>
            <a:rect b="b" l="l" r="r" t="t"/>
            <a:pathLst>
              <a:path extrusionOk="0" h="6984" w="2342">
                <a:moveTo>
                  <a:pt x="1494" y="82"/>
                </a:moveTo>
                <a:lnTo>
                  <a:pt x="1615" y="122"/>
                </a:lnTo>
                <a:lnTo>
                  <a:pt x="1716" y="162"/>
                </a:lnTo>
                <a:lnTo>
                  <a:pt x="1817" y="223"/>
                </a:lnTo>
                <a:lnTo>
                  <a:pt x="1897" y="304"/>
                </a:lnTo>
                <a:lnTo>
                  <a:pt x="1978" y="404"/>
                </a:lnTo>
                <a:lnTo>
                  <a:pt x="2039" y="485"/>
                </a:lnTo>
                <a:lnTo>
                  <a:pt x="2099" y="586"/>
                </a:lnTo>
                <a:lnTo>
                  <a:pt x="2160" y="707"/>
                </a:lnTo>
                <a:lnTo>
                  <a:pt x="2200" y="828"/>
                </a:lnTo>
                <a:lnTo>
                  <a:pt x="2240" y="1070"/>
                </a:lnTo>
                <a:lnTo>
                  <a:pt x="2261" y="1333"/>
                </a:lnTo>
                <a:lnTo>
                  <a:pt x="2261" y="1595"/>
                </a:lnTo>
                <a:lnTo>
                  <a:pt x="2240" y="2281"/>
                </a:lnTo>
                <a:lnTo>
                  <a:pt x="2180" y="2967"/>
                </a:lnTo>
                <a:lnTo>
                  <a:pt x="2059" y="3694"/>
                </a:lnTo>
                <a:lnTo>
                  <a:pt x="1897" y="4521"/>
                </a:lnTo>
                <a:lnTo>
                  <a:pt x="1837" y="4763"/>
                </a:lnTo>
                <a:lnTo>
                  <a:pt x="1776" y="5026"/>
                </a:lnTo>
                <a:lnTo>
                  <a:pt x="1675" y="5308"/>
                </a:lnTo>
                <a:lnTo>
                  <a:pt x="1554" y="5591"/>
                </a:lnTo>
                <a:lnTo>
                  <a:pt x="1413" y="5893"/>
                </a:lnTo>
                <a:lnTo>
                  <a:pt x="1231" y="6176"/>
                </a:lnTo>
                <a:lnTo>
                  <a:pt x="1030" y="6459"/>
                </a:lnTo>
                <a:lnTo>
                  <a:pt x="808" y="6741"/>
                </a:lnTo>
                <a:lnTo>
                  <a:pt x="707" y="6822"/>
                </a:lnTo>
                <a:lnTo>
                  <a:pt x="626" y="6862"/>
                </a:lnTo>
                <a:lnTo>
                  <a:pt x="566" y="6902"/>
                </a:lnTo>
                <a:lnTo>
                  <a:pt x="485" y="6882"/>
                </a:lnTo>
                <a:lnTo>
                  <a:pt x="444" y="6862"/>
                </a:lnTo>
                <a:lnTo>
                  <a:pt x="384" y="6822"/>
                </a:lnTo>
                <a:lnTo>
                  <a:pt x="303" y="6701"/>
                </a:lnTo>
                <a:lnTo>
                  <a:pt x="243" y="6539"/>
                </a:lnTo>
                <a:lnTo>
                  <a:pt x="182" y="6317"/>
                </a:lnTo>
                <a:lnTo>
                  <a:pt x="142" y="6055"/>
                </a:lnTo>
                <a:lnTo>
                  <a:pt x="101" y="5752"/>
                </a:lnTo>
                <a:lnTo>
                  <a:pt x="81" y="5086"/>
                </a:lnTo>
                <a:lnTo>
                  <a:pt x="81" y="4602"/>
                </a:lnTo>
                <a:lnTo>
                  <a:pt x="81" y="4097"/>
                </a:lnTo>
                <a:lnTo>
                  <a:pt x="101" y="3976"/>
                </a:lnTo>
                <a:lnTo>
                  <a:pt x="122" y="3310"/>
                </a:lnTo>
                <a:lnTo>
                  <a:pt x="162" y="2685"/>
                </a:lnTo>
                <a:lnTo>
                  <a:pt x="222" y="2100"/>
                </a:lnTo>
                <a:lnTo>
                  <a:pt x="283" y="1535"/>
                </a:lnTo>
                <a:lnTo>
                  <a:pt x="323" y="1353"/>
                </a:lnTo>
                <a:lnTo>
                  <a:pt x="384" y="1131"/>
                </a:lnTo>
                <a:lnTo>
                  <a:pt x="444" y="909"/>
                </a:lnTo>
                <a:lnTo>
                  <a:pt x="545" y="667"/>
                </a:lnTo>
                <a:lnTo>
                  <a:pt x="687" y="465"/>
                </a:lnTo>
                <a:lnTo>
                  <a:pt x="767" y="364"/>
                </a:lnTo>
                <a:lnTo>
                  <a:pt x="848" y="263"/>
                </a:lnTo>
                <a:lnTo>
                  <a:pt x="949" y="203"/>
                </a:lnTo>
                <a:lnTo>
                  <a:pt x="1070" y="142"/>
                </a:lnTo>
                <a:lnTo>
                  <a:pt x="1191" y="102"/>
                </a:lnTo>
                <a:lnTo>
                  <a:pt x="1312" y="82"/>
                </a:lnTo>
                <a:close/>
                <a:moveTo>
                  <a:pt x="1312" y="1"/>
                </a:moveTo>
                <a:lnTo>
                  <a:pt x="1171" y="21"/>
                </a:lnTo>
                <a:lnTo>
                  <a:pt x="1030" y="61"/>
                </a:lnTo>
                <a:lnTo>
                  <a:pt x="868" y="162"/>
                </a:lnTo>
                <a:lnTo>
                  <a:pt x="707" y="304"/>
                </a:lnTo>
                <a:lnTo>
                  <a:pt x="566" y="485"/>
                </a:lnTo>
                <a:lnTo>
                  <a:pt x="485" y="606"/>
                </a:lnTo>
                <a:lnTo>
                  <a:pt x="424" y="748"/>
                </a:lnTo>
                <a:lnTo>
                  <a:pt x="364" y="909"/>
                </a:lnTo>
                <a:lnTo>
                  <a:pt x="303" y="1091"/>
                </a:lnTo>
                <a:lnTo>
                  <a:pt x="263" y="1292"/>
                </a:lnTo>
                <a:lnTo>
                  <a:pt x="222" y="1514"/>
                </a:lnTo>
                <a:lnTo>
                  <a:pt x="142" y="2079"/>
                </a:lnTo>
                <a:lnTo>
                  <a:pt x="81" y="2685"/>
                </a:lnTo>
                <a:lnTo>
                  <a:pt x="41" y="3310"/>
                </a:lnTo>
                <a:lnTo>
                  <a:pt x="21" y="3976"/>
                </a:lnTo>
                <a:lnTo>
                  <a:pt x="1" y="4097"/>
                </a:lnTo>
                <a:lnTo>
                  <a:pt x="1" y="4602"/>
                </a:lnTo>
                <a:lnTo>
                  <a:pt x="1" y="5106"/>
                </a:lnTo>
                <a:lnTo>
                  <a:pt x="21" y="5752"/>
                </a:lnTo>
                <a:lnTo>
                  <a:pt x="61" y="6055"/>
                </a:lnTo>
                <a:lnTo>
                  <a:pt x="101" y="6337"/>
                </a:lnTo>
                <a:lnTo>
                  <a:pt x="142" y="6499"/>
                </a:lnTo>
                <a:lnTo>
                  <a:pt x="202" y="6680"/>
                </a:lnTo>
                <a:lnTo>
                  <a:pt x="263" y="6781"/>
                </a:lnTo>
                <a:lnTo>
                  <a:pt x="303" y="6862"/>
                </a:lnTo>
                <a:lnTo>
                  <a:pt x="384" y="6923"/>
                </a:lnTo>
                <a:lnTo>
                  <a:pt x="465" y="6963"/>
                </a:lnTo>
                <a:lnTo>
                  <a:pt x="525" y="6983"/>
                </a:lnTo>
                <a:lnTo>
                  <a:pt x="606" y="6963"/>
                </a:lnTo>
                <a:lnTo>
                  <a:pt x="687" y="6923"/>
                </a:lnTo>
                <a:lnTo>
                  <a:pt x="767" y="6882"/>
                </a:lnTo>
                <a:lnTo>
                  <a:pt x="868" y="6802"/>
                </a:lnTo>
                <a:lnTo>
                  <a:pt x="1090" y="6519"/>
                </a:lnTo>
                <a:lnTo>
                  <a:pt x="1292" y="6237"/>
                </a:lnTo>
                <a:lnTo>
                  <a:pt x="1474" y="5934"/>
                </a:lnTo>
                <a:lnTo>
                  <a:pt x="1615" y="5631"/>
                </a:lnTo>
                <a:lnTo>
                  <a:pt x="1736" y="5349"/>
                </a:lnTo>
                <a:lnTo>
                  <a:pt x="1837" y="5046"/>
                </a:lnTo>
                <a:lnTo>
                  <a:pt x="1918" y="4784"/>
                </a:lnTo>
                <a:lnTo>
                  <a:pt x="1978" y="4521"/>
                </a:lnTo>
                <a:lnTo>
                  <a:pt x="2140" y="3714"/>
                </a:lnTo>
                <a:lnTo>
                  <a:pt x="2261" y="2967"/>
                </a:lnTo>
                <a:lnTo>
                  <a:pt x="2321" y="2281"/>
                </a:lnTo>
                <a:lnTo>
                  <a:pt x="2341" y="1595"/>
                </a:lnTo>
                <a:lnTo>
                  <a:pt x="2341" y="1333"/>
                </a:lnTo>
                <a:lnTo>
                  <a:pt x="2321" y="1050"/>
                </a:lnTo>
                <a:lnTo>
                  <a:pt x="2261" y="788"/>
                </a:lnTo>
                <a:lnTo>
                  <a:pt x="2220" y="667"/>
                </a:lnTo>
                <a:lnTo>
                  <a:pt x="2180" y="546"/>
                </a:lnTo>
                <a:lnTo>
                  <a:pt x="2119" y="445"/>
                </a:lnTo>
                <a:lnTo>
                  <a:pt x="2039" y="324"/>
                </a:lnTo>
                <a:lnTo>
                  <a:pt x="1938" y="243"/>
                </a:lnTo>
                <a:lnTo>
                  <a:pt x="1837" y="142"/>
                </a:lnTo>
                <a:lnTo>
                  <a:pt x="1716" y="82"/>
                </a:lnTo>
                <a:lnTo>
                  <a:pt x="1595" y="21"/>
                </a:lnTo>
                <a:lnTo>
                  <a:pt x="1453" y="1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55" name="Google Shape;2655;p33"/>
          <p:cNvSpPr/>
          <p:nvPr/>
        </p:nvSpPr>
        <p:spPr>
          <a:xfrm flipH="1">
            <a:off x="8411389" y="367308"/>
            <a:ext cx="4584" cy="55348"/>
          </a:xfrm>
          <a:custGeom>
            <a:rect b="b" l="l" r="r" t="t"/>
            <a:pathLst>
              <a:path extrusionOk="0" h="990" w="82">
                <a:moveTo>
                  <a:pt x="1" y="0"/>
                </a:moveTo>
                <a:lnTo>
                  <a:pt x="1" y="989"/>
                </a:lnTo>
                <a:lnTo>
                  <a:pt x="81" y="989"/>
                </a:lnTo>
                <a:lnTo>
                  <a:pt x="81" y="0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56" name="Google Shape;2656;p33"/>
          <p:cNvSpPr/>
          <p:nvPr/>
        </p:nvSpPr>
        <p:spPr>
          <a:xfrm flipH="1">
            <a:off x="8385447" y="392130"/>
            <a:ext cx="55348" cy="4584"/>
          </a:xfrm>
          <a:custGeom>
            <a:rect b="b" l="l" r="r" t="t"/>
            <a:pathLst>
              <a:path extrusionOk="0" h="82" w="990">
                <a:moveTo>
                  <a:pt x="1" y="0"/>
                </a:moveTo>
                <a:lnTo>
                  <a:pt x="1" y="81"/>
                </a:lnTo>
                <a:lnTo>
                  <a:pt x="990" y="81"/>
                </a:lnTo>
                <a:lnTo>
                  <a:pt x="990" y="0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57" name="Google Shape;2657;p33"/>
          <p:cNvSpPr/>
          <p:nvPr/>
        </p:nvSpPr>
        <p:spPr>
          <a:xfrm rot="5400000">
            <a:off x="1001086" y="4442775"/>
            <a:ext cx="429300" cy="4293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58" name="Google Shape;2658;p33"/>
          <p:cNvSpPr/>
          <p:nvPr/>
        </p:nvSpPr>
        <p:spPr>
          <a:xfrm flipH="1" rot="5400000">
            <a:off x="-249058" y="2942356"/>
            <a:ext cx="2383952" cy="1642730"/>
          </a:xfrm>
          <a:custGeom>
            <a:rect b="b" l="l" r="r" t="t"/>
            <a:pathLst>
              <a:path extrusionOk="0" h="29383" w="42641">
                <a:moveTo>
                  <a:pt x="9364" y="81"/>
                </a:moveTo>
                <a:lnTo>
                  <a:pt x="10796" y="141"/>
                </a:lnTo>
                <a:lnTo>
                  <a:pt x="12209" y="222"/>
                </a:lnTo>
                <a:lnTo>
                  <a:pt x="13642" y="363"/>
                </a:lnTo>
                <a:lnTo>
                  <a:pt x="15054" y="505"/>
                </a:lnTo>
                <a:lnTo>
                  <a:pt x="16467" y="706"/>
                </a:lnTo>
                <a:lnTo>
                  <a:pt x="17880" y="928"/>
                </a:lnTo>
                <a:lnTo>
                  <a:pt x="19292" y="1191"/>
                </a:lnTo>
                <a:lnTo>
                  <a:pt x="20685" y="1494"/>
                </a:lnTo>
                <a:lnTo>
                  <a:pt x="22077" y="1816"/>
                </a:lnTo>
                <a:lnTo>
                  <a:pt x="23469" y="2180"/>
                </a:lnTo>
                <a:lnTo>
                  <a:pt x="24842" y="2563"/>
                </a:lnTo>
                <a:lnTo>
                  <a:pt x="26194" y="2987"/>
                </a:lnTo>
                <a:lnTo>
                  <a:pt x="27546" y="3451"/>
                </a:lnTo>
                <a:lnTo>
                  <a:pt x="28878" y="3935"/>
                </a:lnTo>
                <a:lnTo>
                  <a:pt x="30210" y="4460"/>
                </a:lnTo>
                <a:lnTo>
                  <a:pt x="31340" y="4944"/>
                </a:lnTo>
                <a:lnTo>
                  <a:pt x="32409" y="5429"/>
                </a:lnTo>
                <a:lnTo>
                  <a:pt x="33418" y="5933"/>
                </a:lnTo>
                <a:lnTo>
                  <a:pt x="34346" y="6438"/>
                </a:lnTo>
                <a:lnTo>
                  <a:pt x="35234" y="6962"/>
                </a:lnTo>
                <a:lnTo>
                  <a:pt x="36062" y="7487"/>
                </a:lnTo>
                <a:lnTo>
                  <a:pt x="36829" y="8032"/>
                </a:lnTo>
                <a:lnTo>
                  <a:pt x="37555" y="8597"/>
                </a:lnTo>
                <a:lnTo>
                  <a:pt x="37979" y="8960"/>
                </a:lnTo>
                <a:lnTo>
                  <a:pt x="38403" y="9344"/>
                </a:lnTo>
                <a:lnTo>
                  <a:pt x="38806" y="9727"/>
                </a:lnTo>
                <a:lnTo>
                  <a:pt x="39190" y="10131"/>
                </a:lnTo>
                <a:lnTo>
                  <a:pt x="39573" y="10534"/>
                </a:lnTo>
                <a:lnTo>
                  <a:pt x="39916" y="10938"/>
                </a:lnTo>
                <a:lnTo>
                  <a:pt x="40239" y="11362"/>
                </a:lnTo>
                <a:lnTo>
                  <a:pt x="40562" y="11785"/>
                </a:lnTo>
                <a:lnTo>
                  <a:pt x="40844" y="12209"/>
                </a:lnTo>
                <a:lnTo>
                  <a:pt x="41127" y="12653"/>
                </a:lnTo>
                <a:lnTo>
                  <a:pt x="41369" y="13097"/>
                </a:lnTo>
                <a:lnTo>
                  <a:pt x="41611" y="13541"/>
                </a:lnTo>
                <a:lnTo>
                  <a:pt x="41813" y="14005"/>
                </a:lnTo>
                <a:lnTo>
                  <a:pt x="42015" y="14469"/>
                </a:lnTo>
                <a:lnTo>
                  <a:pt x="42176" y="14913"/>
                </a:lnTo>
                <a:lnTo>
                  <a:pt x="42338" y="15398"/>
                </a:lnTo>
                <a:lnTo>
                  <a:pt x="42459" y="15862"/>
                </a:lnTo>
                <a:lnTo>
                  <a:pt x="42499" y="16104"/>
                </a:lnTo>
                <a:lnTo>
                  <a:pt x="42540" y="16366"/>
                </a:lnTo>
                <a:lnTo>
                  <a:pt x="42560" y="16608"/>
                </a:lnTo>
                <a:lnTo>
                  <a:pt x="42560" y="16851"/>
                </a:lnTo>
                <a:lnTo>
                  <a:pt x="42540" y="17113"/>
                </a:lnTo>
                <a:lnTo>
                  <a:pt x="42519" y="17355"/>
                </a:lnTo>
                <a:lnTo>
                  <a:pt x="42479" y="17577"/>
                </a:lnTo>
                <a:lnTo>
                  <a:pt x="42418" y="17799"/>
                </a:lnTo>
                <a:lnTo>
                  <a:pt x="42338" y="18021"/>
                </a:lnTo>
                <a:lnTo>
                  <a:pt x="42217" y="18223"/>
                </a:lnTo>
                <a:lnTo>
                  <a:pt x="42096" y="18404"/>
                </a:lnTo>
                <a:lnTo>
                  <a:pt x="41954" y="18566"/>
                </a:lnTo>
                <a:lnTo>
                  <a:pt x="41773" y="18707"/>
                </a:lnTo>
                <a:lnTo>
                  <a:pt x="41571" y="18848"/>
                </a:lnTo>
                <a:lnTo>
                  <a:pt x="41409" y="18909"/>
                </a:lnTo>
                <a:lnTo>
                  <a:pt x="41228" y="18969"/>
                </a:lnTo>
                <a:lnTo>
                  <a:pt x="41046" y="19010"/>
                </a:lnTo>
                <a:lnTo>
                  <a:pt x="40865" y="19050"/>
                </a:lnTo>
                <a:lnTo>
                  <a:pt x="40461" y="19070"/>
                </a:lnTo>
                <a:lnTo>
                  <a:pt x="40057" y="19070"/>
                </a:lnTo>
                <a:lnTo>
                  <a:pt x="38948" y="19050"/>
                </a:lnTo>
                <a:lnTo>
                  <a:pt x="37838" y="19010"/>
                </a:lnTo>
                <a:lnTo>
                  <a:pt x="35618" y="18909"/>
                </a:lnTo>
                <a:lnTo>
                  <a:pt x="33398" y="18788"/>
                </a:lnTo>
                <a:lnTo>
                  <a:pt x="31198" y="18626"/>
                </a:lnTo>
                <a:lnTo>
                  <a:pt x="28918" y="18485"/>
                </a:lnTo>
                <a:lnTo>
                  <a:pt x="26597" y="18344"/>
                </a:lnTo>
                <a:lnTo>
                  <a:pt x="24277" y="18243"/>
                </a:lnTo>
                <a:lnTo>
                  <a:pt x="23126" y="18223"/>
                </a:lnTo>
                <a:lnTo>
                  <a:pt x="21956" y="18203"/>
                </a:lnTo>
                <a:lnTo>
                  <a:pt x="20806" y="18182"/>
                </a:lnTo>
                <a:lnTo>
                  <a:pt x="19635" y="18203"/>
                </a:lnTo>
                <a:lnTo>
                  <a:pt x="18465" y="18243"/>
                </a:lnTo>
                <a:lnTo>
                  <a:pt x="17315" y="18304"/>
                </a:lnTo>
                <a:lnTo>
                  <a:pt x="16164" y="18384"/>
                </a:lnTo>
                <a:lnTo>
                  <a:pt x="14994" y="18485"/>
                </a:lnTo>
                <a:lnTo>
                  <a:pt x="13844" y="18626"/>
                </a:lnTo>
                <a:lnTo>
                  <a:pt x="12693" y="18788"/>
                </a:lnTo>
                <a:lnTo>
                  <a:pt x="12007" y="18909"/>
                </a:lnTo>
                <a:lnTo>
                  <a:pt x="11321" y="19050"/>
                </a:lnTo>
                <a:lnTo>
                  <a:pt x="10615" y="19232"/>
                </a:lnTo>
                <a:lnTo>
                  <a:pt x="10272" y="19333"/>
                </a:lnTo>
                <a:lnTo>
                  <a:pt x="9929" y="19454"/>
                </a:lnTo>
                <a:lnTo>
                  <a:pt x="9586" y="19595"/>
                </a:lnTo>
                <a:lnTo>
                  <a:pt x="9263" y="19736"/>
                </a:lnTo>
                <a:lnTo>
                  <a:pt x="8940" y="19898"/>
                </a:lnTo>
                <a:lnTo>
                  <a:pt x="8617" y="20059"/>
                </a:lnTo>
                <a:lnTo>
                  <a:pt x="8314" y="20261"/>
                </a:lnTo>
                <a:lnTo>
                  <a:pt x="8032" y="20463"/>
                </a:lnTo>
                <a:lnTo>
                  <a:pt x="7749" y="20705"/>
                </a:lnTo>
                <a:lnTo>
                  <a:pt x="7487" y="20947"/>
                </a:lnTo>
                <a:lnTo>
                  <a:pt x="7245" y="21230"/>
                </a:lnTo>
                <a:lnTo>
                  <a:pt x="7003" y="21512"/>
                </a:lnTo>
                <a:lnTo>
                  <a:pt x="6801" y="21815"/>
                </a:lnTo>
                <a:lnTo>
                  <a:pt x="6619" y="22118"/>
                </a:lnTo>
                <a:lnTo>
                  <a:pt x="6458" y="22440"/>
                </a:lnTo>
                <a:lnTo>
                  <a:pt x="6316" y="22763"/>
                </a:lnTo>
                <a:lnTo>
                  <a:pt x="6195" y="23086"/>
                </a:lnTo>
                <a:lnTo>
                  <a:pt x="6094" y="23429"/>
                </a:lnTo>
                <a:lnTo>
                  <a:pt x="5994" y="23752"/>
                </a:lnTo>
                <a:lnTo>
                  <a:pt x="5913" y="24075"/>
                </a:lnTo>
                <a:lnTo>
                  <a:pt x="5792" y="24701"/>
                </a:lnTo>
                <a:lnTo>
                  <a:pt x="5711" y="25306"/>
                </a:lnTo>
                <a:lnTo>
                  <a:pt x="5650" y="25871"/>
                </a:lnTo>
                <a:lnTo>
                  <a:pt x="5650" y="26154"/>
                </a:lnTo>
                <a:lnTo>
                  <a:pt x="5650" y="26497"/>
                </a:lnTo>
                <a:lnTo>
                  <a:pt x="5650" y="27243"/>
                </a:lnTo>
                <a:lnTo>
                  <a:pt x="5630" y="27627"/>
                </a:lnTo>
                <a:lnTo>
                  <a:pt x="5610" y="28010"/>
                </a:lnTo>
                <a:lnTo>
                  <a:pt x="5529" y="28373"/>
                </a:lnTo>
                <a:lnTo>
                  <a:pt x="5489" y="28555"/>
                </a:lnTo>
                <a:lnTo>
                  <a:pt x="5428" y="28696"/>
                </a:lnTo>
                <a:lnTo>
                  <a:pt x="5368" y="28838"/>
                </a:lnTo>
                <a:lnTo>
                  <a:pt x="5287" y="28979"/>
                </a:lnTo>
                <a:lnTo>
                  <a:pt x="5206" y="29080"/>
                </a:lnTo>
                <a:lnTo>
                  <a:pt x="5106" y="29181"/>
                </a:lnTo>
                <a:lnTo>
                  <a:pt x="5005" y="29221"/>
                </a:lnTo>
                <a:lnTo>
                  <a:pt x="4904" y="29261"/>
                </a:lnTo>
                <a:lnTo>
                  <a:pt x="4803" y="29281"/>
                </a:lnTo>
                <a:lnTo>
                  <a:pt x="4702" y="29302"/>
                </a:lnTo>
                <a:lnTo>
                  <a:pt x="4581" y="29302"/>
                </a:lnTo>
                <a:lnTo>
                  <a:pt x="4440" y="29281"/>
                </a:lnTo>
                <a:lnTo>
                  <a:pt x="4177" y="29201"/>
                </a:lnTo>
                <a:lnTo>
                  <a:pt x="3955" y="29100"/>
                </a:lnTo>
                <a:lnTo>
                  <a:pt x="3774" y="28959"/>
                </a:lnTo>
                <a:lnTo>
                  <a:pt x="3592" y="28797"/>
                </a:lnTo>
                <a:lnTo>
                  <a:pt x="3451" y="28616"/>
                </a:lnTo>
                <a:lnTo>
                  <a:pt x="3310" y="28414"/>
                </a:lnTo>
                <a:lnTo>
                  <a:pt x="3188" y="28192"/>
                </a:lnTo>
                <a:lnTo>
                  <a:pt x="2946" y="27728"/>
                </a:lnTo>
                <a:lnTo>
                  <a:pt x="2523" y="26678"/>
                </a:lnTo>
                <a:lnTo>
                  <a:pt x="2119" y="25629"/>
                </a:lnTo>
                <a:lnTo>
                  <a:pt x="1756" y="24539"/>
                </a:lnTo>
                <a:lnTo>
                  <a:pt x="1433" y="23429"/>
                </a:lnTo>
                <a:lnTo>
                  <a:pt x="1130" y="22279"/>
                </a:lnTo>
                <a:lnTo>
                  <a:pt x="868" y="21129"/>
                </a:lnTo>
                <a:lnTo>
                  <a:pt x="646" y="19938"/>
                </a:lnTo>
                <a:lnTo>
                  <a:pt x="464" y="18707"/>
                </a:lnTo>
                <a:lnTo>
                  <a:pt x="323" y="17476"/>
                </a:lnTo>
                <a:lnTo>
                  <a:pt x="202" y="16205"/>
                </a:lnTo>
                <a:lnTo>
                  <a:pt x="141" y="14913"/>
                </a:lnTo>
                <a:lnTo>
                  <a:pt x="101" y="13602"/>
                </a:lnTo>
                <a:lnTo>
                  <a:pt x="81" y="12250"/>
                </a:lnTo>
                <a:lnTo>
                  <a:pt x="121" y="10897"/>
                </a:lnTo>
                <a:lnTo>
                  <a:pt x="202" y="9505"/>
                </a:lnTo>
                <a:lnTo>
                  <a:pt x="303" y="8092"/>
                </a:lnTo>
                <a:lnTo>
                  <a:pt x="404" y="7144"/>
                </a:lnTo>
                <a:lnTo>
                  <a:pt x="464" y="6639"/>
                </a:lnTo>
                <a:lnTo>
                  <a:pt x="545" y="6135"/>
                </a:lnTo>
                <a:lnTo>
                  <a:pt x="646" y="5630"/>
                </a:lnTo>
                <a:lnTo>
                  <a:pt x="767" y="5106"/>
                </a:lnTo>
                <a:lnTo>
                  <a:pt x="928" y="4601"/>
                </a:lnTo>
                <a:lnTo>
                  <a:pt x="1090" y="4097"/>
                </a:lnTo>
                <a:lnTo>
                  <a:pt x="1292" y="3612"/>
                </a:lnTo>
                <a:lnTo>
                  <a:pt x="1514" y="3128"/>
                </a:lnTo>
                <a:lnTo>
                  <a:pt x="1776" y="2684"/>
                </a:lnTo>
                <a:lnTo>
                  <a:pt x="2058" y="2240"/>
                </a:lnTo>
                <a:lnTo>
                  <a:pt x="2220" y="2038"/>
                </a:lnTo>
                <a:lnTo>
                  <a:pt x="2381" y="1837"/>
                </a:lnTo>
                <a:lnTo>
                  <a:pt x="2563" y="1655"/>
                </a:lnTo>
                <a:lnTo>
                  <a:pt x="2765" y="1473"/>
                </a:lnTo>
                <a:lnTo>
                  <a:pt x="2967" y="1312"/>
                </a:lnTo>
                <a:lnTo>
                  <a:pt x="3168" y="1150"/>
                </a:lnTo>
                <a:lnTo>
                  <a:pt x="3390" y="989"/>
                </a:lnTo>
                <a:lnTo>
                  <a:pt x="3612" y="848"/>
                </a:lnTo>
                <a:lnTo>
                  <a:pt x="3854" y="727"/>
                </a:lnTo>
                <a:lnTo>
                  <a:pt x="4117" y="626"/>
                </a:lnTo>
                <a:lnTo>
                  <a:pt x="4359" y="525"/>
                </a:lnTo>
                <a:lnTo>
                  <a:pt x="4621" y="424"/>
                </a:lnTo>
                <a:lnTo>
                  <a:pt x="5146" y="303"/>
                </a:lnTo>
                <a:lnTo>
                  <a:pt x="5691" y="202"/>
                </a:lnTo>
                <a:lnTo>
                  <a:pt x="6236" y="141"/>
                </a:lnTo>
                <a:lnTo>
                  <a:pt x="6760" y="101"/>
                </a:lnTo>
                <a:lnTo>
                  <a:pt x="7305" y="81"/>
                </a:lnTo>
                <a:close/>
                <a:moveTo>
                  <a:pt x="7305" y="0"/>
                </a:moveTo>
                <a:lnTo>
                  <a:pt x="6760" y="20"/>
                </a:lnTo>
                <a:lnTo>
                  <a:pt x="6215" y="61"/>
                </a:lnTo>
                <a:lnTo>
                  <a:pt x="5671" y="121"/>
                </a:lnTo>
                <a:lnTo>
                  <a:pt x="5126" y="222"/>
                </a:lnTo>
                <a:lnTo>
                  <a:pt x="4601" y="363"/>
                </a:lnTo>
                <a:lnTo>
                  <a:pt x="4339" y="444"/>
                </a:lnTo>
                <a:lnTo>
                  <a:pt x="4076" y="545"/>
                </a:lnTo>
                <a:lnTo>
                  <a:pt x="3834" y="666"/>
                </a:lnTo>
                <a:lnTo>
                  <a:pt x="3572" y="787"/>
                </a:lnTo>
                <a:lnTo>
                  <a:pt x="3350" y="928"/>
                </a:lnTo>
                <a:lnTo>
                  <a:pt x="3128" y="1070"/>
                </a:lnTo>
                <a:lnTo>
                  <a:pt x="2906" y="1231"/>
                </a:lnTo>
                <a:lnTo>
                  <a:pt x="2704" y="1413"/>
                </a:lnTo>
                <a:lnTo>
                  <a:pt x="2523" y="1594"/>
                </a:lnTo>
                <a:lnTo>
                  <a:pt x="2341" y="1776"/>
                </a:lnTo>
                <a:lnTo>
                  <a:pt x="2159" y="1978"/>
                </a:lnTo>
                <a:lnTo>
                  <a:pt x="1998" y="2200"/>
                </a:lnTo>
                <a:lnTo>
                  <a:pt x="1695" y="2624"/>
                </a:lnTo>
                <a:lnTo>
                  <a:pt x="1453" y="3088"/>
                </a:lnTo>
                <a:lnTo>
                  <a:pt x="1211" y="3572"/>
                </a:lnTo>
                <a:lnTo>
                  <a:pt x="1009" y="4056"/>
                </a:lnTo>
                <a:lnTo>
                  <a:pt x="848" y="4561"/>
                </a:lnTo>
                <a:lnTo>
                  <a:pt x="706" y="5086"/>
                </a:lnTo>
                <a:lnTo>
                  <a:pt x="585" y="5590"/>
                </a:lnTo>
                <a:lnTo>
                  <a:pt x="464" y="6115"/>
                </a:lnTo>
                <a:lnTo>
                  <a:pt x="383" y="6619"/>
                </a:lnTo>
                <a:lnTo>
                  <a:pt x="323" y="7124"/>
                </a:lnTo>
                <a:lnTo>
                  <a:pt x="222" y="8092"/>
                </a:lnTo>
                <a:lnTo>
                  <a:pt x="121" y="9505"/>
                </a:lnTo>
                <a:lnTo>
                  <a:pt x="40" y="10897"/>
                </a:lnTo>
                <a:lnTo>
                  <a:pt x="0" y="12250"/>
                </a:lnTo>
                <a:lnTo>
                  <a:pt x="20" y="13602"/>
                </a:lnTo>
                <a:lnTo>
                  <a:pt x="61" y="14913"/>
                </a:lnTo>
                <a:lnTo>
                  <a:pt x="121" y="16205"/>
                </a:lnTo>
                <a:lnTo>
                  <a:pt x="242" y="17476"/>
                </a:lnTo>
                <a:lnTo>
                  <a:pt x="383" y="18727"/>
                </a:lnTo>
                <a:lnTo>
                  <a:pt x="565" y="19938"/>
                </a:lnTo>
                <a:lnTo>
                  <a:pt x="787" y="21149"/>
                </a:lnTo>
                <a:lnTo>
                  <a:pt x="1049" y="22319"/>
                </a:lnTo>
                <a:lnTo>
                  <a:pt x="1352" y="23449"/>
                </a:lnTo>
                <a:lnTo>
                  <a:pt x="1675" y="24559"/>
                </a:lnTo>
                <a:lnTo>
                  <a:pt x="2038" y="25649"/>
                </a:lnTo>
                <a:lnTo>
                  <a:pt x="2442" y="26719"/>
                </a:lnTo>
                <a:lnTo>
                  <a:pt x="2886" y="27748"/>
                </a:lnTo>
                <a:lnTo>
                  <a:pt x="3108" y="28232"/>
                </a:lnTo>
                <a:lnTo>
                  <a:pt x="3249" y="28454"/>
                </a:lnTo>
                <a:lnTo>
                  <a:pt x="3390" y="28676"/>
                </a:lnTo>
                <a:lnTo>
                  <a:pt x="3552" y="28858"/>
                </a:lnTo>
                <a:lnTo>
                  <a:pt x="3733" y="29019"/>
                </a:lnTo>
                <a:lnTo>
                  <a:pt x="3915" y="29160"/>
                </a:lnTo>
                <a:lnTo>
                  <a:pt x="4137" y="29261"/>
                </a:lnTo>
                <a:lnTo>
                  <a:pt x="4419" y="29362"/>
                </a:lnTo>
                <a:lnTo>
                  <a:pt x="4541" y="29382"/>
                </a:lnTo>
                <a:lnTo>
                  <a:pt x="4662" y="29382"/>
                </a:lnTo>
                <a:lnTo>
                  <a:pt x="4803" y="29362"/>
                </a:lnTo>
                <a:lnTo>
                  <a:pt x="4924" y="29342"/>
                </a:lnTo>
                <a:lnTo>
                  <a:pt x="5045" y="29302"/>
                </a:lnTo>
                <a:lnTo>
                  <a:pt x="5146" y="29241"/>
                </a:lnTo>
                <a:lnTo>
                  <a:pt x="5247" y="29140"/>
                </a:lnTo>
                <a:lnTo>
                  <a:pt x="5348" y="29039"/>
                </a:lnTo>
                <a:lnTo>
                  <a:pt x="5428" y="28898"/>
                </a:lnTo>
                <a:lnTo>
                  <a:pt x="5509" y="28757"/>
                </a:lnTo>
                <a:lnTo>
                  <a:pt x="5570" y="28595"/>
                </a:lnTo>
                <a:lnTo>
                  <a:pt x="5610" y="28414"/>
                </a:lnTo>
                <a:lnTo>
                  <a:pt x="5671" y="28051"/>
                </a:lnTo>
                <a:lnTo>
                  <a:pt x="5711" y="27647"/>
                </a:lnTo>
                <a:lnTo>
                  <a:pt x="5731" y="27243"/>
                </a:lnTo>
                <a:lnTo>
                  <a:pt x="5731" y="26497"/>
                </a:lnTo>
                <a:lnTo>
                  <a:pt x="5731" y="26154"/>
                </a:lnTo>
                <a:lnTo>
                  <a:pt x="5731" y="25891"/>
                </a:lnTo>
                <a:lnTo>
                  <a:pt x="5792" y="25326"/>
                </a:lnTo>
                <a:lnTo>
                  <a:pt x="5872" y="24721"/>
                </a:lnTo>
                <a:lnTo>
                  <a:pt x="5994" y="24095"/>
                </a:lnTo>
                <a:lnTo>
                  <a:pt x="6074" y="23772"/>
                </a:lnTo>
                <a:lnTo>
                  <a:pt x="6155" y="23449"/>
                </a:lnTo>
                <a:lnTo>
                  <a:pt x="6276" y="23127"/>
                </a:lnTo>
                <a:lnTo>
                  <a:pt x="6397" y="22804"/>
                </a:lnTo>
                <a:lnTo>
                  <a:pt x="6538" y="22481"/>
                </a:lnTo>
                <a:lnTo>
                  <a:pt x="6700" y="22178"/>
                </a:lnTo>
                <a:lnTo>
                  <a:pt x="6881" y="21855"/>
                </a:lnTo>
                <a:lnTo>
                  <a:pt x="7083" y="21573"/>
                </a:lnTo>
                <a:lnTo>
                  <a:pt x="7305" y="21270"/>
                </a:lnTo>
                <a:lnTo>
                  <a:pt x="7547" y="21008"/>
                </a:lnTo>
                <a:lnTo>
                  <a:pt x="7810" y="20765"/>
                </a:lnTo>
                <a:lnTo>
                  <a:pt x="8092" y="20523"/>
                </a:lnTo>
                <a:lnTo>
                  <a:pt x="8375" y="20322"/>
                </a:lnTo>
                <a:lnTo>
                  <a:pt x="8677" y="20140"/>
                </a:lnTo>
                <a:lnTo>
                  <a:pt x="8980" y="19958"/>
                </a:lnTo>
                <a:lnTo>
                  <a:pt x="9303" y="19797"/>
                </a:lnTo>
                <a:lnTo>
                  <a:pt x="9626" y="19656"/>
                </a:lnTo>
                <a:lnTo>
                  <a:pt x="9969" y="19535"/>
                </a:lnTo>
                <a:lnTo>
                  <a:pt x="10292" y="19413"/>
                </a:lnTo>
                <a:lnTo>
                  <a:pt x="10635" y="19313"/>
                </a:lnTo>
                <a:lnTo>
                  <a:pt x="11341" y="19131"/>
                </a:lnTo>
                <a:lnTo>
                  <a:pt x="12027" y="18990"/>
                </a:lnTo>
                <a:lnTo>
                  <a:pt x="12713" y="18869"/>
                </a:lnTo>
                <a:lnTo>
                  <a:pt x="13864" y="18707"/>
                </a:lnTo>
                <a:lnTo>
                  <a:pt x="15014" y="18566"/>
                </a:lnTo>
                <a:lnTo>
                  <a:pt x="16164" y="18465"/>
                </a:lnTo>
                <a:lnTo>
                  <a:pt x="17315" y="18384"/>
                </a:lnTo>
                <a:lnTo>
                  <a:pt x="18485" y="18324"/>
                </a:lnTo>
                <a:lnTo>
                  <a:pt x="19635" y="18283"/>
                </a:lnTo>
                <a:lnTo>
                  <a:pt x="20806" y="18263"/>
                </a:lnTo>
                <a:lnTo>
                  <a:pt x="21956" y="18283"/>
                </a:lnTo>
                <a:lnTo>
                  <a:pt x="23126" y="18304"/>
                </a:lnTo>
                <a:lnTo>
                  <a:pt x="24277" y="18324"/>
                </a:lnTo>
                <a:lnTo>
                  <a:pt x="26597" y="18425"/>
                </a:lnTo>
                <a:lnTo>
                  <a:pt x="28918" y="18566"/>
                </a:lnTo>
                <a:lnTo>
                  <a:pt x="31198" y="18707"/>
                </a:lnTo>
                <a:lnTo>
                  <a:pt x="33398" y="18869"/>
                </a:lnTo>
                <a:lnTo>
                  <a:pt x="35618" y="18990"/>
                </a:lnTo>
                <a:lnTo>
                  <a:pt x="37838" y="19091"/>
                </a:lnTo>
                <a:lnTo>
                  <a:pt x="38948" y="19131"/>
                </a:lnTo>
                <a:lnTo>
                  <a:pt x="40057" y="19151"/>
                </a:lnTo>
                <a:lnTo>
                  <a:pt x="40481" y="19151"/>
                </a:lnTo>
                <a:lnTo>
                  <a:pt x="40885" y="19131"/>
                </a:lnTo>
                <a:lnTo>
                  <a:pt x="41066" y="19091"/>
                </a:lnTo>
                <a:lnTo>
                  <a:pt x="41248" y="19050"/>
                </a:lnTo>
                <a:lnTo>
                  <a:pt x="41430" y="18990"/>
                </a:lnTo>
                <a:lnTo>
                  <a:pt x="41611" y="18909"/>
                </a:lnTo>
                <a:lnTo>
                  <a:pt x="41813" y="18788"/>
                </a:lnTo>
                <a:lnTo>
                  <a:pt x="41995" y="18626"/>
                </a:lnTo>
                <a:lnTo>
                  <a:pt x="42156" y="18465"/>
                </a:lnTo>
                <a:lnTo>
                  <a:pt x="42297" y="18263"/>
                </a:lnTo>
                <a:lnTo>
                  <a:pt x="42398" y="18061"/>
                </a:lnTo>
                <a:lnTo>
                  <a:pt x="42479" y="17839"/>
                </a:lnTo>
                <a:lnTo>
                  <a:pt x="42560" y="17617"/>
                </a:lnTo>
                <a:lnTo>
                  <a:pt x="42600" y="17375"/>
                </a:lnTo>
                <a:lnTo>
                  <a:pt x="42620" y="17133"/>
                </a:lnTo>
                <a:lnTo>
                  <a:pt x="42640" y="16871"/>
                </a:lnTo>
                <a:lnTo>
                  <a:pt x="42640" y="16608"/>
                </a:lnTo>
                <a:lnTo>
                  <a:pt x="42620" y="16366"/>
                </a:lnTo>
                <a:lnTo>
                  <a:pt x="42580" y="16104"/>
                </a:lnTo>
                <a:lnTo>
                  <a:pt x="42540" y="15862"/>
                </a:lnTo>
                <a:lnTo>
                  <a:pt x="42418" y="15357"/>
                </a:lnTo>
                <a:lnTo>
                  <a:pt x="42257" y="14893"/>
                </a:lnTo>
                <a:lnTo>
                  <a:pt x="42096" y="14429"/>
                </a:lnTo>
                <a:lnTo>
                  <a:pt x="41894" y="13965"/>
                </a:lnTo>
                <a:lnTo>
                  <a:pt x="41672" y="13521"/>
                </a:lnTo>
                <a:lnTo>
                  <a:pt x="41450" y="13057"/>
                </a:lnTo>
                <a:lnTo>
                  <a:pt x="41187" y="12613"/>
                </a:lnTo>
                <a:lnTo>
                  <a:pt x="40925" y="12169"/>
                </a:lnTo>
                <a:lnTo>
                  <a:pt x="40622" y="11745"/>
                </a:lnTo>
                <a:lnTo>
                  <a:pt x="40320" y="11301"/>
                </a:lnTo>
                <a:lnTo>
                  <a:pt x="39977" y="10897"/>
                </a:lnTo>
                <a:lnTo>
                  <a:pt x="39634" y="10474"/>
                </a:lnTo>
                <a:lnTo>
                  <a:pt x="39250" y="10070"/>
                </a:lnTo>
                <a:lnTo>
                  <a:pt x="38867" y="9666"/>
                </a:lnTo>
                <a:lnTo>
                  <a:pt x="38463" y="9283"/>
                </a:lnTo>
                <a:lnTo>
                  <a:pt x="38039" y="8900"/>
                </a:lnTo>
                <a:lnTo>
                  <a:pt x="37595" y="8536"/>
                </a:lnTo>
                <a:lnTo>
                  <a:pt x="36869" y="7971"/>
                </a:lnTo>
                <a:lnTo>
                  <a:pt x="36102" y="7426"/>
                </a:lnTo>
                <a:lnTo>
                  <a:pt x="35275" y="6882"/>
                </a:lnTo>
                <a:lnTo>
                  <a:pt x="34387" y="6377"/>
                </a:lnTo>
                <a:lnTo>
                  <a:pt x="33459" y="5873"/>
                </a:lnTo>
                <a:lnTo>
                  <a:pt x="32450" y="5368"/>
                </a:lnTo>
                <a:lnTo>
                  <a:pt x="31380" y="4884"/>
                </a:lnTo>
                <a:lnTo>
                  <a:pt x="30230" y="4379"/>
                </a:lnTo>
                <a:lnTo>
                  <a:pt x="28918" y="3875"/>
                </a:lnTo>
                <a:lnTo>
                  <a:pt x="27586" y="3370"/>
                </a:lnTo>
                <a:lnTo>
                  <a:pt x="26234" y="2906"/>
                </a:lnTo>
                <a:lnTo>
                  <a:pt x="24862" y="2482"/>
                </a:lnTo>
                <a:lnTo>
                  <a:pt x="23490" y="2099"/>
                </a:lnTo>
                <a:lnTo>
                  <a:pt x="22097" y="1736"/>
                </a:lnTo>
                <a:lnTo>
                  <a:pt x="20705" y="1413"/>
                </a:lnTo>
                <a:lnTo>
                  <a:pt x="19312" y="1110"/>
                </a:lnTo>
                <a:lnTo>
                  <a:pt x="17900" y="848"/>
                </a:lnTo>
                <a:lnTo>
                  <a:pt x="16487" y="626"/>
                </a:lnTo>
                <a:lnTo>
                  <a:pt x="15075" y="424"/>
                </a:lnTo>
                <a:lnTo>
                  <a:pt x="13642" y="283"/>
                </a:lnTo>
                <a:lnTo>
                  <a:pt x="12229" y="141"/>
                </a:lnTo>
                <a:lnTo>
                  <a:pt x="10796" y="61"/>
                </a:lnTo>
                <a:lnTo>
                  <a:pt x="9364" y="0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59" name="Google Shape;2659;p33"/>
          <p:cNvSpPr/>
          <p:nvPr/>
        </p:nvSpPr>
        <p:spPr>
          <a:xfrm flipH="1" rot="5400000">
            <a:off x="-38647" y="3164059"/>
            <a:ext cx="2123367" cy="1193681"/>
          </a:xfrm>
          <a:custGeom>
            <a:rect b="b" l="l" r="r" t="t"/>
            <a:pathLst>
              <a:path extrusionOk="0" h="21351" w="37980">
                <a:moveTo>
                  <a:pt x="10776" y="81"/>
                </a:moveTo>
                <a:lnTo>
                  <a:pt x="11341" y="101"/>
                </a:lnTo>
                <a:lnTo>
                  <a:pt x="11927" y="121"/>
                </a:lnTo>
                <a:lnTo>
                  <a:pt x="12532" y="182"/>
                </a:lnTo>
                <a:lnTo>
                  <a:pt x="13178" y="222"/>
                </a:lnTo>
                <a:lnTo>
                  <a:pt x="13824" y="303"/>
                </a:lnTo>
                <a:lnTo>
                  <a:pt x="14510" y="404"/>
                </a:lnTo>
                <a:lnTo>
                  <a:pt x="15216" y="505"/>
                </a:lnTo>
                <a:lnTo>
                  <a:pt x="15943" y="626"/>
                </a:lnTo>
                <a:lnTo>
                  <a:pt x="16709" y="767"/>
                </a:lnTo>
                <a:lnTo>
                  <a:pt x="17496" y="949"/>
                </a:lnTo>
                <a:lnTo>
                  <a:pt x="18324" y="1130"/>
                </a:lnTo>
                <a:lnTo>
                  <a:pt x="19171" y="1332"/>
                </a:lnTo>
                <a:lnTo>
                  <a:pt x="20039" y="1554"/>
                </a:lnTo>
                <a:lnTo>
                  <a:pt x="20947" y="1796"/>
                </a:lnTo>
                <a:lnTo>
                  <a:pt x="21875" y="2059"/>
                </a:lnTo>
                <a:lnTo>
                  <a:pt x="23571" y="2583"/>
                </a:lnTo>
                <a:lnTo>
                  <a:pt x="24418" y="2866"/>
                </a:lnTo>
                <a:lnTo>
                  <a:pt x="25286" y="3148"/>
                </a:lnTo>
                <a:lnTo>
                  <a:pt x="26154" y="3471"/>
                </a:lnTo>
                <a:lnTo>
                  <a:pt x="27021" y="3794"/>
                </a:lnTo>
                <a:lnTo>
                  <a:pt x="27889" y="4157"/>
                </a:lnTo>
                <a:lnTo>
                  <a:pt x="28757" y="4541"/>
                </a:lnTo>
                <a:lnTo>
                  <a:pt x="29625" y="4944"/>
                </a:lnTo>
                <a:lnTo>
                  <a:pt x="30472" y="5368"/>
                </a:lnTo>
                <a:lnTo>
                  <a:pt x="31300" y="5832"/>
                </a:lnTo>
                <a:lnTo>
                  <a:pt x="32127" y="6317"/>
                </a:lnTo>
                <a:lnTo>
                  <a:pt x="32954" y="6841"/>
                </a:lnTo>
                <a:lnTo>
                  <a:pt x="33741" y="7406"/>
                </a:lnTo>
                <a:lnTo>
                  <a:pt x="34508" y="7992"/>
                </a:lnTo>
                <a:lnTo>
                  <a:pt x="35255" y="8637"/>
                </a:lnTo>
                <a:lnTo>
                  <a:pt x="35638" y="8980"/>
                </a:lnTo>
                <a:lnTo>
                  <a:pt x="36001" y="9344"/>
                </a:lnTo>
                <a:lnTo>
                  <a:pt x="36345" y="9687"/>
                </a:lnTo>
                <a:lnTo>
                  <a:pt x="36627" y="10030"/>
                </a:lnTo>
                <a:lnTo>
                  <a:pt x="36910" y="10373"/>
                </a:lnTo>
                <a:lnTo>
                  <a:pt x="37132" y="10696"/>
                </a:lnTo>
                <a:lnTo>
                  <a:pt x="37354" y="11039"/>
                </a:lnTo>
                <a:lnTo>
                  <a:pt x="37535" y="11382"/>
                </a:lnTo>
                <a:lnTo>
                  <a:pt x="37656" y="11624"/>
                </a:lnTo>
                <a:lnTo>
                  <a:pt x="37737" y="11846"/>
                </a:lnTo>
                <a:lnTo>
                  <a:pt x="37818" y="12068"/>
                </a:lnTo>
                <a:lnTo>
                  <a:pt x="37858" y="12290"/>
                </a:lnTo>
                <a:lnTo>
                  <a:pt x="37898" y="12492"/>
                </a:lnTo>
                <a:lnTo>
                  <a:pt x="37898" y="12694"/>
                </a:lnTo>
                <a:lnTo>
                  <a:pt x="37878" y="12875"/>
                </a:lnTo>
                <a:lnTo>
                  <a:pt x="37838" y="13057"/>
                </a:lnTo>
                <a:lnTo>
                  <a:pt x="37757" y="13259"/>
                </a:lnTo>
                <a:lnTo>
                  <a:pt x="37636" y="13460"/>
                </a:lnTo>
                <a:lnTo>
                  <a:pt x="37495" y="13662"/>
                </a:lnTo>
                <a:lnTo>
                  <a:pt x="37313" y="13824"/>
                </a:lnTo>
                <a:lnTo>
                  <a:pt x="37111" y="13985"/>
                </a:lnTo>
                <a:lnTo>
                  <a:pt x="36869" y="14106"/>
                </a:lnTo>
                <a:lnTo>
                  <a:pt x="36627" y="14207"/>
                </a:lnTo>
                <a:lnTo>
                  <a:pt x="36365" y="14288"/>
                </a:lnTo>
                <a:lnTo>
                  <a:pt x="36102" y="14328"/>
                </a:lnTo>
                <a:lnTo>
                  <a:pt x="35860" y="14368"/>
                </a:lnTo>
                <a:lnTo>
                  <a:pt x="35336" y="14368"/>
                </a:lnTo>
                <a:lnTo>
                  <a:pt x="34831" y="14328"/>
                </a:lnTo>
                <a:lnTo>
                  <a:pt x="34327" y="14268"/>
                </a:lnTo>
                <a:lnTo>
                  <a:pt x="34306" y="14268"/>
                </a:lnTo>
                <a:lnTo>
                  <a:pt x="32934" y="14106"/>
                </a:lnTo>
                <a:lnTo>
                  <a:pt x="31501" y="13945"/>
                </a:lnTo>
                <a:lnTo>
                  <a:pt x="30028" y="13803"/>
                </a:lnTo>
                <a:lnTo>
                  <a:pt x="28535" y="13682"/>
                </a:lnTo>
                <a:lnTo>
                  <a:pt x="26981" y="13561"/>
                </a:lnTo>
                <a:lnTo>
                  <a:pt x="25387" y="13481"/>
                </a:lnTo>
                <a:lnTo>
                  <a:pt x="23772" y="13420"/>
                </a:lnTo>
                <a:lnTo>
                  <a:pt x="22138" y="13400"/>
                </a:lnTo>
                <a:lnTo>
                  <a:pt x="20483" y="13420"/>
                </a:lnTo>
                <a:lnTo>
                  <a:pt x="18788" y="13460"/>
                </a:lnTo>
                <a:lnTo>
                  <a:pt x="17093" y="13561"/>
                </a:lnTo>
                <a:lnTo>
                  <a:pt x="16245" y="13622"/>
                </a:lnTo>
                <a:lnTo>
                  <a:pt x="15398" y="13703"/>
                </a:lnTo>
                <a:lnTo>
                  <a:pt x="14530" y="13803"/>
                </a:lnTo>
                <a:lnTo>
                  <a:pt x="13682" y="13904"/>
                </a:lnTo>
                <a:lnTo>
                  <a:pt x="12815" y="14025"/>
                </a:lnTo>
                <a:lnTo>
                  <a:pt x="11967" y="14146"/>
                </a:lnTo>
                <a:lnTo>
                  <a:pt x="11099" y="14308"/>
                </a:lnTo>
                <a:lnTo>
                  <a:pt x="10252" y="14469"/>
                </a:lnTo>
                <a:lnTo>
                  <a:pt x="9384" y="14651"/>
                </a:lnTo>
                <a:lnTo>
                  <a:pt x="8536" y="14833"/>
                </a:lnTo>
                <a:lnTo>
                  <a:pt x="7992" y="14974"/>
                </a:lnTo>
                <a:lnTo>
                  <a:pt x="7467" y="15115"/>
                </a:lnTo>
                <a:lnTo>
                  <a:pt x="6922" y="15277"/>
                </a:lnTo>
                <a:lnTo>
                  <a:pt x="6397" y="15458"/>
                </a:lnTo>
                <a:lnTo>
                  <a:pt x="5873" y="15660"/>
                </a:lnTo>
                <a:lnTo>
                  <a:pt x="5368" y="15902"/>
                </a:lnTo>
                <a:lnTo>
                  <a:pt x="4864" y="16164"/>
                </a:lnTo>
                <a:lnTo>
                  <a:pt x="4379" y="16467"/>
                </a:lnTo>
                <a:lnTo>
                  <a:pt x="4137" y="16649"/>
                </a:lnTo>
                <a:lnTo>
                  <a:pt x="3875" y="16851"/>
                </a:lnTo>
                <a:lnTo>
                  <a:pt x="3613" y="17073"/>
                </a:lnTo>
                <a:lnTo>
                  <a:pt x="3350" y="17335"/>
                </a:lnTo>
                <a:lnTo>
                  <a:pt x="3108" y="17617"/>
                </a:lnTo>
                <a:lnTo>
                  <a:pt x="2866" y="17940"/>
                </a:lnTo>
                <a:lnTo>
                  <a:pt x="2644" y="18283"/>
                </a:lnTo>
                <a:lnTo>
                  <a:pt x="2462" y="18667"/>
                </a:lnTo>
                <a:lnTo>
                  <a:pt x="2382" y="18889"/>
                </a:lnTo>
                <a:lnTo>
                  <a:pt x="2341" y="19131"/>
                </a:lnTo>
                <a:lnTo>
                  <a:pt x="2260" y="19635"/>
                </a:lnTo>
                <a:lnTo>
                  <a:pt x="2220" y="19918"/>
                </a:lnTo>
                <a:lnTo>
                  <a:pt x="2180" y="20201"/>
                </a:lnTo>
                <a:lnTo>
                  <a:pt x="2099" y="20463"/>
                </a:lnTo>
                <a:lnTo>
                  <a:pt x="2059" y="20584"/>
                </a:lnTo>
                <a:lnTo>
                  <a:pt x="1998" y="20705"/>
                </a:lnTo>
                <a:lnTo>
                  <a:pt x="1897" y="20846"/>
                </a:lnTo>
                <a:lnTo>
                  <a:pt x="1816" y="20988"/>
                </a:lnTo>
                <a:lnTo>
                  <a:pt x="1716" y="21088"/>
                </a:lnTo>
                <a:lnTo>
                  <a:pt x="1615" y="21169"/>
                </a:lnTo>
                <a:lnTo>
                  <a:pt x="1514" y="21210"/>
                </a:lnTo>
                <a:lnTo>
                  <a:pt x="1413" y="21250"/>
                </a:lnTo>
                <a:lnTo>
                  <a:pt x="1312" y="21270"/>
                </a:lnTo>
                <a:lnTo>
                  <a:pt x="1211" y="21250"/>
                </a:lnTo>
                <a:lnTo>
                  <a:pt x="1110" y="21210"/>
                </a:lnTo>
                <a:lnTo>
                  <a:pt x="1009" y="21149"/>
                </a:lnTo>
                <a:lnTo>
                  <a:pt x="908" y="21068"/>
                </a:lnTo>
                <a:lnTo>
                  <a:pt x="807" y="20967"/>
                </a:lnTo>
                <a:lnTo>
                  <a:pt x="707" y="20846"/>
                </a:lnTo>
                <a:lnTo>
                  <a:pt x="626" y="20725"/>
                </a:lnTo>
                <a:lnTo>
                  <a:pt x="464" y="20422"/>
                </a:lnTo>
                <a:lnTo>
                  <a:pt x="323" y="20100"/>
                </a:lnTo>
                <a:lnTo>
                  <a:pt x="222" y="19777"/>
                </a:lnTo>
                <a:lnTo>
                  <a:pt x="162" y="19454"/>
                </a:lnTo>
                <a:lnTo>
                  <a:pt x="121" y="19151"/>
                </a:lnTo>
                <a:lnTo>
                  <a:pt x="101" y="18223"/>
                </a:lnTo>
                <a:lnTo>
                  <a:pt x="81" y="17274"/>
                </a:lnTo>
                <a:lnTo>
                  <a:pt x="81" y="16326"/>
                </a:lnTo>
                <a:lnTo>
                  <a:pt x="101" y="15377"/>
                </a:lnTo>
                <a:lnTo>
                  <a:pt x="142" y="14449"/>
                </a:lnTo>
                <a:lnTo>
                  <a:pt x="182" y="13501"/>
                </a:lnTo>
                <a:lnTo>
                  <a:pt x="263" y="12572"/>
                </a:lnTo>
                <a:lnTo>
                  <a:pt x="343" y="11624"/>
                </a:lnTo>
                <a:lnTo>
                  <a:pt x="444" y="10696"/>
                </a:lnTo>
                <a:lnTo>
                  <a:pt x="545" y="9747"/>
                </a:lnTo>
                <a:lnTo>
                  <a:pt x="686" y="8819"/>
                </a:lnTo>
                <a:lnTo>
                  <a:pt x="828" y="7891"/>
                </a:lnTo>
                <a:lnTo>
                  <a:pt x="989" y="6962"/>
                </a:lnTo>
                <a:lnTo>
                  <a:pt x="1171" y="6034"/>
                </a:lnTo>
                <a:lnTo>
                  <a:pt x="1373" y="5126"/>
                </a:lnTo>
                <a:lnTo>
                  <a:pt x="1574" y="4198"/>
                </a:lnTo>
                <a:lnTo>
                  <a:pt x="1736" y="3572"/>
                </a:lnTo>
                <a:lnTo>
                  <a:pt x="1837" y="3269"/>
                </a:lnTo>
                <a:lnTo>
                  <a:pt x="1958" y="2967"/>
                </a:lnTo>
                <a:lnTo>
                  <a:pt x="2079" y="2664"/>
                </a:lnTo>
                <a:lnTo>
                  <a:pt x="2220" y="2402"/>
                </a:lnTo>
                <a:lnTo>
                  <a:pt x="2402" y="2139"/>
                </a:lnTo>
                <a:lnTo>
                  <a:pt x="2604" y="1897"/>
                </a:lnTo>
                <a:lnTo>
                  <a:pt x="2825" y="1695"/>
                </a:lnTo>
                <a:lnTo>
                  <a:pt x="3068" y="1514"/>
                </a:lnTo>
                <a:lnTo>
                  <a:pt x="3330" y="1352"/>
                </a:lnTo>
                <a:lnTo>
                  <a:pt x="3592" y="1211"/>
                </a:lnTo>
                <a:lnTo>
                  <a:pt x="3875" y="1090"/>
                </a:lnTo>
                <a:lnTo>
                  <a:pt x="4157" y="989"/>
                </a:lnTo>
                <a:lnTo>
                  <a:pt x="4702" y="807"/>
                </a:lnTo>
                <a:lnTo>
                  <a:pt x="5247" y="666"/>
                </a:lnTo>
                <a:lnTo>
                  <a:pt x="5832" y="525"/>
                </a:lnTo>
                <a:lnTo>
                  <a:pt x="6458" y="404"/>
                </a:lnTo>
                <a:lnTo>
                  <a:pt x="7104" y="303"/>
                </a:lnTo>
                <a:lnTo>
                  <a:pt x="7810" y="202"/>
                </a:lnTo>
                <a:lnTo>
                  <a:pt x="8577" y="142"/>
                </a:lnTo>
                <a:lnTo>
                  <a:pt x="9384" y="81"/>
                </a:lnTo>
                <a:close/>
                <a:moveTo>
                  <a:pt x="9848" y="0"/>
                </a:moveTo>
                <a:lnTo>
                  <a:pt x="9303" y="20"/>
                </a:lnTo>
                <a:lnTo>
                  <a:pt x="8758" y="41"/>
                </a:lnTo>
                <a:lnTo>
                  <a:pt x="8234" y="81"/>
                </a:lnTo>
                <a:lnTo>
                  <a:pt x="7709" y="142"/>
                </a:lnTo>
                <a:lnTo>
                  <a:pt x="7184" y="202"/>
                </a:lnTo>
                <a:lnTo>
                  <a:pt x="6680" y="283"/>
                </a:lnTo>
                <a:lnTo>
                  <a:pt x="6175" y="384"/>
                </a:lnTo>
                <a:lnTo>
                  <a:pt x="5671" y="485"/>
                </a:lnTo>
                <a:lnTo>
                  <a:pt x="5166" y="606"/>
                </a:lnTo>
                <a:lnTo>
                  <a:pt x="4682" y="727"/>
                </a:lnTo>
                <a:lnTo>
                  <a:pt x="4117" y="908"/>
                </a:lnTo>
                <a:lnTo>
                  <a:pt x="3834" y="1009"/>
                </a:lnTo>
                <a:lnTo>
                  <a:pt x="3552" y="1130"/>
                </a:lnTo>
                <a:lnTo>
                  <a:pt x="3269" y="1272"/>
                </a:lnTo>
                <a:lnTo>
                  <a:pt x="3007" y="1433"/>
                </a:lnTo>
                <a:lnTo>
                  <a:pt x="2765" y="1635"/>
                </a:lnTo>
                <a:lnTo>
                  <a:pt x="2543" y="1837"/>
                </a:lnTo>
                <a:lnTo>
                  <a:pt x="2341" y="2079"/>
                </a:lnTo>
                <a:lnTo>
                  <a:pt x="2160" y="2341"/>
                </a:lnTo>
                <a:lnTo>
                  <a:pt x="1998" y="2624"/>
                </a:lnTo>
                <a:lnTo>
                  <a:pt x="1877" y="2926"/>
                </a:lnTo>
                <a:lnTo>
                  <a:pt x="1776" y="3229"/>
                </a:lnTo>
                <a:lnTo>
                  <a:pt x="1675" y="3552"/>
                </a:lnTo>
                <a:lnTo>
                  <a:pt x="1514" y="4178"/>
                </a:lnTo>
                <a:lnTo>
                  <a:pt x="1292" y="5106"/>
                </a:lnTo>
                <a:lnTo>
                  <a:pt x="1090" y="6014"/>
                </a:lnTo>
                <a:lnTo>
                  <a:pt x="908" y="6942"/>
                </a:lnTo>
                <a:lnTo>
                  <a:pt x="747" y="7870"/>
                </a:lnTo>
                <a:lnTo>
                  <a:pt x="606" y="8819"/>
                </a:lnTo>
                <a:lnTo>
                  <a:pt x="485" y="9747"/>
                </a:lnTo>
                <a:lnTo>
                  <a:pt x="364" y="10676"/>
                </a:lnTo>
                <a:lnTo>
                  <a:pt x="263" y="11624"/>
                </a:lnTo>
                <a:lnTo>
                  <a:pt x="182" y="12552"/>
                </a:lnTo>
                <a:lnTo>
                  <a:pt x="101" y="13501"/>
                </a:lnTo>
                <a:lnTo>
                  <a:pt x="61" y="14449"/>
                </a:lnTo>
                <a:lnTo>
                  <a:pt x="20" y="15377"/>
                </a:lnTo>
                <a:lnTo>
                  <a:pt x="0" y="16326"/>
                </a:lnTo>
                <a:lnTo>
                  <a:pt x="0" y="17274"/>
                </a:lnTo>
                <a:lnTo>
                  <a:pt x="20" y="18223"/>
                </a:lnTo>
                <a:lnTo>
                  <a:pt x="41" y="19171"/>
                </a:lnTo>
                <a:lnTo>
                  <a:pt x="81" y="19474"/>
                </a:lnTo>
                <a:lnTo>
                  <a:pt x="162" y="19797"/>
                </a:lnTo>
                <a:lnTo>
                  <a:pt x="263" y="20140"/>
                </a:lnTo>
                <a:lnTo>
                  <a:pt x="404" y="20483"/>
                </a:lnTo>
                <a:lnTo>
                  <a:pt x="565" y="20766"/>
                </a:lnTo>
                <a:lnTo>
                  <a:pt x="666" y="20907"/>
                </a:lnTo>
                <a:lnTo>
                  <a:pt x="767" y="21028"/>
                </a:lnTo>
                <a:lnTo>
                  <a:pt x="868" y="21129"/>
                </a:lnTo>
                <a:lnTo>
                  <a:pt x="969" y="21210"/>
                </a:lnTo>
                <a:lnTo>
                  <a:pt x="1070" y="21290"/>
                </a:lnTo>
                <a:lnTo>
                  <a:pt x="1191" y="21331"/>
                </a:lnTo>
                <a:lnTo>
                  <a:pt x="1332" y="21351"/>
                </a:lnTo>
                <a:lnTo>
                  <a:pt x="1433" y="21331"/>
                </a:lnTo>
                <a:lnTo>
                  <a:pt x="1514" y="21310"/>
                </a:lnTo>
                <a:lnTo>
                  <a:pt x="1615" y="21250"/>
                </a:lnTo>
                <a:lnTo>
                  <a:pt x="1716" y="21189"/>
                </a:lnTo>
                <a:lnTo>
                  <a:pt x="1796" y="21109"/>
                </a:lnTo>
                <a:lnTo>
                  <a:pt x="1897" y="21008"/>
                </a:lnTo>
                <a:lnTo>
                  <a:pt x="2059" y="20745"/>
                </a:lnTo>
                <a:lnTo>
                  <a:pt x="2119" y="20624"/>
                </a:lnTo>
                <a:lnTo>
                  <a:pt x="2180" y="20503"/>
                </a:lnTo>
                <a:lnTo>
                  <a:pt x="2260" y="20221"/>
                </a:lnTo>
                <a:lnTo>
                  <a:pt x="2301" y="19938"/>
                </a:lnTo>
                <a:lnTo>
                  <a:pt x="2341" y="19635"/>
                </a:lnTo>
                <a:lnTo>
                  <a:pt x="2422" y="19151"/>
                </a:lnTo>
                <a:lnTo>
                  <a:pt x="2462" y="18909"/>
                </a:lnTo>
                <a:lnTo>
                  <a:pt x="2543" y="18687"/>
                </a:lnTo>
                <a:lnTo>
                  <a:pt x="2725" y="18324"/>
                </a:lnTo>
                <a:lnTo>
                  <a:pt x="2926" y="17981"/>
                </a:lnTo>
                <a:lnTo>
                  <a:pt x="3169" y="17678"/>
                </a:lnTo>
                <a:lnTo>
                  <a:pt x="3411" y="17395"/>
                </a:lnTo>
                <a:lnTo>
                  <a:pt x="3673" y="17133"/>
                </a:lnTo>
                <a:lnTo>
                  <a:pt x="3935" y="16911"/>
                </a:lnTo>
                <a:lnTo>
                  <a:pt x="4198" y="16709"/>
                </a:lnTo>
                <a:lnTo>
                  <a:pt x="4440" y="16528"/>
                </a:lnTo>
                <a:lnTo>
                  <a:pt x="4904" y="16245"/>
                </a:lnTo>
                <a:lnTo>
                  <a:pt x="5388" y="15983"/>
                </a:lnTo>
                <a:lnTo>
                  <a:pt x="5913" y="15741"/>
                </a:lnTo>
                <a:lnTo>
                  <a:pt x="6418" y="15539"/>
                </a:lnTo>
                <a:lnTo>
                  <a:pt x="6962" y="15357"/>
                </a:lnTo>
                <a:lnTo>
                  <a:pt x="7487" y="15196"/>
                </a:lnTo>
                <a:lnTo>
                  <a:pt x="8032" y="15055"/>
                </a:lnTo>
                <a:lnTo>
                  <a:pt x="8557" y="14913"/>
                </a:lnTo>
                <a:lnTo>
                  <a:pt x="9404" y="14732"/>
                </a:lnTo>
                <a:lnTo>
                  <a:pt x="10272" y="14550"/>
                </a:lnTo>
                <a:lnTo>
                  <a:pt x="11119" y="14389"/>
                </a:lnTo>
                <a:lnTo>
                  <a:pt x="11987" y="14227"/>
                </a:lnTo>
                <a:lnTo>
                  <a:pt x="12835" y="14106"/>
                </a:lnTo>
                <a:lnTo>
                  <a:pt x="13703" y="13985"/>
                </a:lnTo>
                <a:lnTo>
                  <a:pt x="14550" y="13884"/>
                </a:lnTo>
                <a:lnTo>
                  <a:pt x="15398" y="13783"/>
                </a:lnTo>
                <a:lnTo>
                  <a:pt x="16265" y="13703"/>
                </a:lnTo>
                <a:lnTo>
                  <a:pt x="17113" y="13642"/>
                </a:lnTo>
                <a:lnTo>
                  <a:pt x="18808" y="13541"/>
                </a:lnTo>
                <a:lnTo>
                  <a:pt x="20483" y="13501"/>
                </a:lnTo>
                <a:lnTo>
                  <a:pt x="22138" y="13481"/>
                </a:lnTo>
                <a:lnTo>
                  <a:pt x="23772" y="13501"/>
                </a:lnTo>
                <a:lnTo>
                  <a:pt x="25387" y="13561"/>
                </a:lnTo>
                <a:lnTo>
                  <a:pt x="26981" y="13642"/>
                </a:lnTo>
                <a:lnTo>
                  <a:pt x="28515" y="13763"/>
                </a:lnTo>
                <a:lnTo>
                  <a:pt x="30028" y="13884"/>
                </a:lnTo>
                <a:lnTo>
                  <a:pt x="31501" y="14025"/>
                </a:lnTo>
                <a:lnTo>
                  <a:pt x="32934" y="14187"/>
                </a:lnTo>
                <a:lnTo>
                  <a:pt x="34306" y="14348"/>
                </a:lnTo>
                <a:lnTo>
                  <a:pt x="34831" y="14409"/>
                </a:lnTo>
                <a:lnTo>
                  <a:pt x="35356" y="14449"/>
                </a:lnTo>
                <a:lnTo>
                  <a:pt x="35860" y="14449"/>
                </a:lnTo>
                <a:lnTo>
                  <a:pt x="36123" y="14409"/>
                </a:lnTo>
                <a:lnTo>
                  <a:pt x="36385" y="14368"/>
                </a:lnTo>
                <a:lnTo>
                  <a:pt x="36647" y="14288"/>
                </a:lnTo>
                <a:lnTo>
                  <a:pt x="36910" y="14187"/>
                </a:lnTo>
                <a:lnTo>
                  <a:pt x="37152" y="14046"/>
                </a:lnTo>
                <a:lnTo>
                  <a:pt x="37374" y="13884"/>
                </a:lnTo>
                <a:lnTo>
                  <a:pt x="37555" y="13703"/>
                </a:lnTo>
                <a:lnTo>
                  <a:pt x="37717" y="13501"/>
                </a:lnTo>
                <a:lnTo>
                  <a:pt x="37838" y="13299"/>
                </a:lnTo>
                <a:lnTo>
                  <a:pt x="37919" y="13077"/>
                </a:lnTo>
                <a:lnTo>
                  <a:pt x="37959" y="12895"/>
                </a:lnTo>
                <a:lnTo>
                  <a:pt x="37979" y="12694"/>
                </a:lnTo>
                <a:lnTo>
                  <a:pt x="37979" y="12492"/>
                </a:lnTo>
                <a:lnTo>
                  <a:pt x="37939" y="12290"/>
                </a:lnTo>
                <a:lnTo>
                  <a:pt x="37898" y="12068"/>
                </a:lnTo>
                <a:lnTo>
                  <a:pt x="37818" y="11826"/>
                </a:lnTo>
                <a:lnTo>
                  <a:pt x="37737" y="11604"/>
                </a:lnTo>
                <a:lnTo>
                  <a:pt x="37616" y="11341"/>
                </a:lnTo>
                <a:lnTo>
                  <a:pt x="37414" y="10998"/>
                </a:lnTo>
                <a:lnTo>
                  <a:pt x="37212" y="10655"/>
                </a:lnTo>
                <a:lnTo>
                  <a:pt x="36970" y="10312"/>
                </a:lnTo>
                <a:lnTo>
                  <a:pt x="36708" y="9969"/>
                </a:lnTo>
                <a:lnTo>
                  <a:pt x="36405" y="9626"/>
                </a:lnTo>
                <a:lnTo>
                  <a:pt x="36062" y="9283"/>
                </a:lnTo>
                <a:lnTo>
                  <a:pt x="35699" y="8920"/>
                </a:lnTo>
                <a:lnTo>
                  <a:pt x="35315" y="8577"/>
                </a:lnTo>
                <a:lnTo>
                  <a:pt x="34569" y="7931"/>
                </a:lnTo>
                <a:lnTo>
                  <a:pt x="33782" y="7346"/>
                </a:lnTo>
                <a:lnTo>
                  <a:pt x="32995" y="6781"/>
                </a:lnTo>
                <a:lnTo>
                  <a:pt x="32187" y="6256"/>
                </a:lnTo>
                <a:lnTo>
                  <a:pt x="31360" y="5772"/>
                </a:lnTo>
                <a:lnTo>
                  <a:pt x="30512" y="5308"/>
                </a:lnTo>
                <a:lnTo>
                  <a:pt x="29665" y="4864"/>
                </a:lnTo>
                <a:lnTo>
                  <a:pt x="28797" y="4460"/>
                </a:lnTo>
                <a:lnTo>
                  <a:pt x="27929" y="4077"/>
                </a:lnTo>
                <a:lnTo>
                  <a:pt x="27062" y="3734"/>
                </a:lnTo>
                <a:lnTo>
                  <a:pt x="26194" y="3390"/>
                </a:lnTo>
                <a:lnTo>
                  <a:pt x="25306" y="3088"/>
                </a:lnTo>
                <a:lnTo>
                  <a:pt x="24458" y="2785"/>
                </a:lnTo>
                <a:lnTo>
                  <a:pt x="23591" y="2503"/>
                </a:lnTo>
                <a:lnTo>
                  <a:pt x="21896" y="1998"/>
                </a:lnTo>
                <a:lnTo>
                  <a:pt x="20685" y="1635"/>
                </a:lnTo>
                <a:lnTo>
                  <a:pt x="19494" y="1332"/>
                </a:lnTo>
                <a:lnTo>
                  <a:pt x="18364" y="1050"/>
                </a:lnTo>
                <a:lnTo>
                  <a:pt x="17295" y="807"/>
                </a:lnTo>
                <a:lnTo>
                  <a:pt x="16245" y="585"/>
                </a:lnTo>
                <a:lnTo>
                  <a:pt x="15236" y="404"/>
                </a:lnTo>
                <a:lnTo>
                  <a:pt x="14268" y="263"/>
                </a:lnTo>
                <a:lnTo>
                  <a:pt x="13299" y="162"/>
                </a:lnTo>
                <a:lnTo>
                  <a:pt x="12128" y="61"/>
                </a:lnTo>
                <a:lnTo>
                  <a:pt x="10978" y="0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60" name="Google Shape;2660;p33"/>
          <p:cNvSpPr/>
          <p:nvPr/>
        </p:nvSpPr>
        <p:spPr>
          <a:xfrm flipH="1" rot="5400000">
            <a:off x="250172" y="3399824"/>
            <a:ext cx="1884195" cy="733450"/>
          </a:xfrm>
          <a:custGeom>
            <a:rect b="b" l="l" r="r" t="t"/>
            <a:pathLst>
              <a:path extrusionOk="0" h="13119" w="33702">
                <a:moveTo>
                  <a:pt x="8436" y="82"/>
                </a:moveTo>
                <a:lnTo>
                  <a:pt x="9041" y="102"/>
                </a:lnTo>
                <a:lnTo>
                  <a:pt x="9667" y="142"/>
                </a:lnTo>
                <a:lnTo>
                  <a:pt x="10312" y="183"/>
                </a:lnTo>
                <a:lnTo>
                  <a:pt x="10978" y="263"/>
                </a:lnTo>
                <a:lnTo>
                  <a:pt x="12532" y="465"/>
                </a:lnTo>
                <a:lnTo>
                  <a:pt x="14005" y="707"/>
                </a:lnTo>
                <a:lnTo>
                  <a:pt x="15398" y="949"/>
                </a:lnTo>
                <a:lnTo>
                  <a:pt x="16689" y="1192"/>
                </a:lnTo>
                <a:lnTo>
                  <a:pt x="17900" y="1454"/>
                </a:lnTo>
                <a:lnTo>
                  <a:pt x="19030" y="1716"/>
                </a:lnTo>
                <a:lnTo>
                  <a:pt x="20080" y="1979"/>
                </a:lnTo>
                <a:lnTo>
                  <a:pt x="21048" y="2241"/>
                </a:lnTo>
                <a:lnTo>
                  <a:pt x="21956" y="2523"/>
                </a:lnTo>
                <a:lnTo>
                  <a:pt x="22804" y="2786"/>
                </a:lnTo>
                <a:lnTo>
                  <a:pt x="23571" y="3068"/>
                </a:lnTo>
                <a:lnTo>
                  <a:pt x="24277" y="3331"/>
                </a:lnTo>
                <a:lnTo>
                  <a:pt x="24943" y="3593"/>
                </a:lnTo>
                <a:lnTo>
                  <a:pt x="25548" y="3835"/>
                </a:lnTo>
                <a:lnTo>
                  <a:pt x="26598" y="4320"/>
                </a:lnTo>
                <a:lnTo>
                  <a:pt x="27607" y="4824"/>
                </a:lnTo>
                <a:lnTo>
                  <a:pt x="28071" y="5066"/>
                </a:lnTo>
                <a:lnTo>
                  <a:pt x="28535" y="5329"/>
                </a:lnTo>
                <a:lnTo>
                  <a:pt x="28999" y="5611"/>
                </a:lnTo>
                <a:lnTo>
                  <a:pt x="29423" y="5894"/>
                </a:lnTo>
                <a:lnTo>
                  <a:pt x="29847" y="6176"/>
                </a:lnTo>
                <a:lnTo>
                  <a:pt x="30271" y="6459"/>
                </a:lnTo>
                <a:lnTo>
                  <a:pt x="30654" y="6761"/>
                </a:lnTo>
                <a:lnTo>
                  <a:pt x="31058" y="7064"/>
                </a:lnTo>
                <a:lnTo>
                  <a:pt x="31421" y="7367"/>
                </a:lnTo>
                <a:lnTo>
                  <a:pt x="31784" y="7690"/>
                </a:lnTo>
                <a:lnTo>
                  <a:pt x="32127" y="8012"/>
                </a:lnTo>
                <a:lnTo>
                  <a:pt x="32450" y="8335"/>
                </a:lnTo>
                <a:lnTo>
                  <a:pt x="32773" y="8678"/>
                </a:lnTo>
                <a:lnTo>
                  <a:pt x="33076" y="9021"/>
                </a:lnTo>
                <a:lnTo>
                  <a:pt x="33237" y="9223"/>
                </a:lnTo>
                <a:lnTo>
                  <a:pt x="33378" y="9425"/>
                </a:lnTo>
                <a:lnTo>
                  <a:pt x="33520" y="9667"/>
                </a:lnTo>
                <a:lnTo>
                  <a:pt x="33560" y="9788"/>
                </a:lnTo>
                <a:lnTo>
                  <a:pt x="33600" y="9909"/>
                </a:lnTo>
                <a:lnTo>
                  <a:pt x="33620" y="10030"/>
                </a:lnTo>
                <a:lnTo>
                  <a:pt x="33620" y="10172"/>
                </a:lnTo>
                <a:lnTo>
                  <a:pt x="33600" y="10293"/>
                </a:lnTo>
                <a:lnTo>
                  <a:pt x="33580" y="10414"/>
                </a:lnTo>
                <a:lnTo>
                  <a:pt x="33520" y="10535"/>
                </a:lnTo>
                <a:lnTo>
                  <a:pt x="33459" y="10636"/>
                </a:lnTo>
                <a:lnTo>
                  <a:pt x="33378" y="10737"/>
                </a:lnTo>
                <a:lnTo>
                  <a:pt x="33257" y="10797"/>
                </a:lnTo>
                <a:lnTo>
                  <a:pt x="33176" y="10838"/>
                </a:lnTo>
                <a:lnTo>
                  <a:pt x="33096" y="10858"/>
                </a:lnTo>
                <a:lnTo>
                  <a:pt x="32894" y="10878"/>
                </a:lnTo>
                <a:lnTo>
                  <a:pt x="32692" y="10858"/>
                </a:lnTo>
                <a:lnTo>
                  <a:pt x="32470" y="10817"/>
                </a:lnTo>
                <a:lnTo>
                  <a:pt x="29019" y="10152"/>
                </a:lnTo>
                <a:lnTo>
                  <a:pt x="26840" y="9748"/>
                </a:lnTo>
                <a:lnTo>
                  <a:pt x="25750" y="9566"/>
                </a:lnTo>
                <a:lnTo>
                  <a:pt x="24640" y="9385"/>
                </a:lnTo>
                <a:lnTo>
                  <a:pt x="23551" y="9223"/>
                </a:lnTo>
                <a:lnTo>
                  <a:pt x="22420" y="9102"/>
                </a:lnTo>
                <a:lnTo>
                  <a:pt x="21311" y="9021"/>
                </a:lnTo>
                <a:lnTo>
                  <a:pt x="20201" y="8981"/>
                </a:lnTo>
                <a:lnTo>
                  <a:pt x="19071" y="8961"/>
                </a:lnTo>
                <a:lnTo>
                  <a:pt x="17941" y="9021"/>
                </a:lnTo>
                <a:lnTo>
                  <a:pt x="16831" y="9102"/>
                </a:lnTo>
                <a:lnTo>
                  <a:pt x="15721" y="9223"/>
                </a:lnTo>
                <a:lnTo>
                  <a:pt x="14591" y="9385"/>
                </a:lnTo>
                <a:lnTo>
                  <a:pt x="13501" y="9566"/>
                </a:lnTo>
                <a:lnTo>
                  <a:pt x="12391" y="9788"/>
                </a:lnTo>
                <a:lnTo>
                  <a:pt x="11281" y="10051"/>
                </a:lnTo>
                <a:lnTo>
                  <a:pt x="10191" y="10313"/>
                </a:lnTo>
                <a:lnTo>
                  <a:pt x="9081" y="10596"/>
                </a:lnTo>
                <a:lnTo>
                  <a:pt x="7992" y="10918"/>
                </a:lnTo>
                <a:lnTo>
                  <a:pt x="6922" y="11241"/>
                </a:lnTo>
                <a:lnTo>
                  <a:pt x="4763" y="11907"/>
                </a:lnTo>
                <a:lnTo>
                  <a:pt x="2604" y="12593"/>
                </a:lnTo>
                <a:lnTo>
                  <a:pt x="1595" y="12936"/>
                </a:lnTo>
                <a:lnTo>
                  <a:pt x="1433" y="12977"/>
                </a:lnTo>
                <a:lnTo>
                  <a:pt x="1231" y="13017"/>
                </a:lnTo>
                <a:lnTo>
                  <a:pt x="1050" y="13037"/>
                </a:lnTo>
                <a:lnTo>
                  <a:pt x="949" y="13037"/>
                </a:lnTo>
                <a:lnTo>
                  <a:pt x="868" y="13017"/>
                </a:lnTo>
                <a:lnTo>
                  <a:pt x="767" y="12997"/>
                </a:lnTo>
                <a:lnTo>
                  <a:pt x="687" y="12957"/>
                </a:lnTo>
                <a:lnTo>
                  <a:pt x="606" y="12896"/>
                </a:lnTo>
                <a:lnTo>
                  <a:pt x="525" y="12835"/>
                </a:lnTo>
                <a:lnTo>
                  <a:pt x="404" y="12674"/>
                </a:lnTo>
                <a:lnTo>
                  <a:pt x="323" y="12492"/>
                </a:lnTo>
                <a:lnTo>
                  <a:pt x="243" y="12291"/>
                </a:lnTo>
                <a:lnTo>
                  <a:pt x="202" y="12089"/>
                </a:lnTo>
                <a:lnTo>
                  <a:pt x="162" y="11867"/>
                </a:lnTo>
                <a:lnTo>
                  <a:pt x="142" y="11665"/>
                </a:lnTo>
                <a:lnTo>
                  <a:pt x="101" y="10838"/>
                </a:lnTo>
                <a:lnTo>
                  <a:pt x="81" y="9990"/>
                </a:lnTo>
                <a:lnTo>
                  <a:pt x="101" y="9163"/>
                </a:lnTo>
                <a:lnTo>
                  <a:pt x="142" y="8315"/>
                </a:lnTo>
                <a:lnTo>
                  <a:pt x="202" y="7488"/>
                </a:lnTo>
                <a:lnTo>
                  <a:pt x="283" y="6660"/>
                </a:lnTo>
                <a:lnTo>
                  <a:pt x="404" y="5833"/>
                </a:lnTo>
                <a:lnTo>
                  <a:pt x="545" y="5006"/>
                </a:lnTo>
                <a:lnTo>
                  <a:pt x="666" y="4441"/>
                </a:lnTo>
                <a:lnTo>
                  <a:pt x="808" y="3896"/>
                </a:lnTo>
                <a:lnTo>
                  <a:pt x="909" y="3654"/>
                </a:lnTo>
                <a:lnTo>
                  <a:pt x="989" y="3411"/>
                </a:lnTo>
                <a:lnTo>
                  <a:pt x="1110" y="3189"/>
                </a:lnTo>
                <a:lnTo>
                  <a:pt x="1231" y="2967"/>
                </a:lnTo>
                <a:lnTo>
                  <a:pt x="1413" y="2685"/>
                </a:lnTo>
                <a:lnTo>
                  <a:pt x="1635" y="2402"/>
                </a:lnTo>
                <a:lnTo>
                  <a:pt x="1877" y="2140"/>
                </a:lnTo>
                <a:lnTo>
                  <a:pt x="2160" y="1898"/>
                </a:lnTo>
                <a:lnTo>
                  <a:pt x="2462" y="1656"/>
                </a:lnTo>
                <a:lnTo>
                  <a:pt x="2805" y="1434"/>
                </a:lnTo>
                <a:lnTo>
                  <a:pt x="3189" y="1232"/>
                </a:lnTo>
                <a:lnTo>
                  <a:pt x="3572" y="1030"/>
                </a:lnTo>
                <a:lnTo>
                  <a:pt x="4117" y="808"/>
                </a:lnTo>
                <a:lnTo>
                  <a:pt x="4662" y="627"/>
                </a:lnTo>
                <a:lnTo>
                  <a:pt x="5227" y="465"/>
                </a:lnTo>
                <a:lnTo>
                  <a:pt x="5832" y="324"/>
                </a:lnTo>
                <a:lnTo>
                  <a:pt x="6438" y="223"/>
                </a:lnTo>
                <a:lnTo>
                  <a:pt x="7084" y="142"/>
                </a:lnTo>
                <a:lnTo>
                  <a:pt x="7750" y="102"/>
                </a:lnTo>
                <a:lnTo>
                  <a:pt x="8436" y="82"/>
                </a:lnTo>
                <a:close/>
                <a:moveTo>
                  <a:pt x="8335" y="1"/>
                </a:moveTo>
                <a:lnTo>
                  <a:pt x="7830" y="21"/>
                </a:lnTo>
                <a:lnTo>
                  <a:pt x="7346" y="41"/>
                </a:lnTo>
                <a:lnTo>
                  <a:pt x="6882" y="82"/>
                </a:lnTo>
                <a:lnTo>
                  <a:pt x="6438" y="142"/>
                </a:lnTo>
                <a:lnTo>
                  <a:pt x="5974" y="223"/>
                </a:lnTo>
                <a:lnTo>
                  <a:pt x="5550" y="304"/>
                </a:lnTo>
                <a:lnTo>
                  <a:pt x="5126" y="405"/>
                </a:lnTo>
                <a:lnTo>
                  <a:pt x="4723" y="526"/>
                </a:lnTo>
                <a:lnTo>
                  <a:pt x="4319" y="647"/>
                </a:lnTo>
                <a:lnTo>
                  <a:pt x="3915" y="808"/>
                </a:lnTo>
                <a:lnTo>
                  <a:pt x="3552" y="970"/>
                </a:lnTo>
                <a:lnTo>
                  <a:pt x="3149" y="1151"/>
                </a:lnTo>
                <a:lnTo>
                  <a:pt x="2765" y="1373"/>
                </a:lnTo>
                <a:lnTo>
                  <a:pt x="2422" y="1595"/>
                </a:lnTo>
                <a:lnTo>
                  <a:pt x="2099" y="1837"/>
                </a:lnTo>
                <a:lnTo>
                  <a:pt x="1817" y="2080"/>
                </a:lnTo>
                <a:lnTo>
                  <a:pt x="1575" y="2362"/>
                </a:lnTo>
                <a:lnTo>
                  <a:pt x="1353" y="2624"/>
                </a:lnTo>
                <a:lnTo>
                  <a:pt x="1151" y="2927"/>
                </a:lnTo>
                <a:lnTo>
                  <a:pt x="1030" y="3169"/>
                </a:lnTo>
                <a:lnTo>
                  <a:pt x="909" y="3432"/>
                </a:lnTo>
                <a:lnTo>
                  <a:pt x="808" y="3694"/>
                </a:lnTo>
                <a:lnTo>
                  <a:pt x="707" y="3956"/>
                </a:lnTo>
                <a:lnTo>
                  <a:pt x="586" y="4481"/>
                </a:lnTo>
                <a:lnTo>
                  <a:pt x="465" y="4985"/>
                </a:lnTo>
                <a:lnTo>
                  <a:pt x="323" y="5813"/>
                </a:lnTo>
                <a:lnTo>
                  <a:pt x="222" y="6660"/>
                </a:lnTo>
                <a:lnTo>
                  <a:pt x="122" y="7488"/>
                </a:lnTo>
                <a:lnTo>
                  <a:pt x="61" y="8315"/>
                </a:lnTo>
                <a:lnTo>
                  <a:pt x="21" y="9163"/>
                </a:lnTo>
                <a:lnTo>
                  <a:pt x="0" y="9990"/>
                </a:lnTo>
                <a:lnTo>
                  <a:pt x="21" y="10838"/>
                </a:lnTo>
                <a:lnTo>
                  <a:pt x="61" y="11665"/>
                </a:lnTo>
                <a:lnTo>
                  <a:pt x="101" y="11968"/>
                </a:lnTo>
                <a:lnTo>
                  <a:pt x="142" y="12230"/>
                </a:lnTo>
                <a:lnTo>
                  <a:pt x="222" y="12452"/>
                </a:lnTo>
                <a:lnTo>
                  <a:pt x="303" y="12654"/>
                </a:lnTo>
                <a:lnTo>
                  <a:pt x="404" y="12815"/>
                </a:lnTo>
                <a:lnTo>
                  <a:pt x="545" y="12936"/>
                </a:lnTo>
                <a:lnTo>
                  <a:pt x="687" y="13037"/>
                </a:lnTo>
                <a:lnTo>
                  <a:pt x="848" y="13098"/>
                </a:lnTo>
                <a:lnTo>
                  <a:pt x="949" y="13118"/>
                </a:lnTo>
                <a:lnTo>
                  <a:pt x="1191" y="13118"/>
                </a:lnTo>
                <a:lnTo>
                  <a:pt x="1353" y="13078"/>
                </a:lnTo>
                <a:lnTo>
                  <a:pt x="1615" y="12997"/>
                </a:lnTo>
                <a:lnTo>
                  <a:pt x="2644" y="12674"/>
                </a:lnTo>
                <a:lnTo>
                  <a:pt x="4783" y="11988"/>
                </a:lnTo>
                <a:lnTo>
                  <a:pt x="6942" y="11302"/>
                </a:lnTo>
                <a:lnTo>
                  <a:pt x="8012" y="10999"/>
                </a:lnTo>
                <a:lnTo>
                  <a:pt x="9102" y="10676"/>
                </a:lnTo>
                <a:lnTo>
                  <a:pt x="10191" y="10394"/>
                </a:lnTo>
                <a:lnTo>
                  <a:pt x="11301" y="10131"/>
                </a:lnTo>
                <a:lnTo>
                  <a:pt x="12391" y="9869"/>
                </a:lnTo>
                <a:lnTo>
                  <a:pt x="13501" y="9647"/>
                </a:lnTo>
                <a:lnTo>
                  <a:pt x="14611" y="9465"/>
                </a:lnTo>
                <a:lnTo>
                  <a:pt x="15721" y="9304"/>
                </a:lnTo>
                <a:lnTo>
                  <a:pt x="16831" y="9183"/>
                </a:lnTo>
                <a:lnTo>
                  <a:pt x="17961" y="9102"/>
                </a:lnTo>
                <a:lnTo>
                  <a:pt x="19071" y="9042"/>
                </a:lnTo>
                <a:lnTo>
                  <a:pt x="20201" y="9062"/>
                </a:lnTo>
                <a:lnTo>
                  <a:pt x="21311" y="9102"/>
                </a:lnTo>
                <a:lnTo>
                  <a:pt x="22420" y="9183"/>
                </a:lnTo>
                <a:lnTo>
                  <a:pt x="23530" y="9304"/>
                </a:lnTo>
                <a:lnTo>
                  <a:pt x="24640" y="9465"/>
                </a:lnTo>
                <a:lnTo>
                  <a:pt x="25750" y="9647"/>
                </a:lnTo>
                <a:lnTo>
                  <a:pt x="26840" y="9829"/>
                </a:lnTo>
                <a:lnTo>
                  <a:pt x="28999" y="10232"/>
                </a:lnTo>
                <a:lnTo>
                  <a:pt x="32470" y="10898"/>
                </a:lnTo>
                <a:lnTo>
                  <a:pt x="32692" y="10939"/>
                </a:lnTo>
                <a:lnTo>
                  <a:pt x="32894" y="10959"/>
                </a:lnTo>
                <a:lnTo>
                  <a:pt x="33116" y="10939"/>
                </a:lnTo>
                <a:lnTo>
                  <a:pt x="33197" y="10918"/>
                </a:lnTo>
                <a:lnTo>
                  <a:pt x="33298" y="10878"/>
                </a:lnTo>
                <a:lnTo>
                  <a:pt x="33419" y="10797"/>
                </a:lnTo>
                <a:lnTo>
                  <a:pt x="33520" y="10696"/>
                </a:lnTo>
                <a:lnTo>
                  <a:pt x="33600" y="10575"/>
                </a:lnTo>
                <a:lnTo>
                  <a:pt x="33661" y="10454"/>
                </a:lnTo>
                <a:lnTo>
                  <a:pt x="33681" y="10313"/>
                </a:lnTo>
                <a:lnTo>
                  <a:pt x="33701" y="10172"/>
                </a:lnTo>
                <a:lnTo>
                  <a:pt x="33701" y="10030"/>
                </a:lnTo>
                <a:lnTo>
                  <a:pt x="33681" y="9889"/>
                </a:lnTo>
                <a:lnTo>
                  <a:pt x="33641" y="9768"/>
                </a:lnTo>
                <a:lnTo>
                  <a:pt x="33600" y="9627"/>
                </a:lnTo>
                <a:lnTo>
                  <a:pt x="33459" y="9385"/>
                </a:lnTo>
                <a:lnTo>
                  <a:pt x="33298" y="9163"/>
                </a:lnTo>
                <a:lnTo>
                  <a:pt x="33136" y="8961"/>
                </a:lnTo>
                <a:lnTo>
                  <a:pt x="32833" y="8618"/>
                </a:lnTo>
                <a:lnTo>
                  <a:pt x="32511" y="8275"/>
                </a:lnTo>
                <a:lnTo>
                  <a:pt x="32188" y="7952"/>
                </a:lnTo>
                <a:lnTo>
                  <a:pt x="31824" y="7629"/>
                </a:lnTo>
                <a:lnTo>
                  <a:pt x="31481" y="7306"/>
                </a:lnTo>
                <a:lnTo>
                  <a:pt x="31098" y="7003"/>
                </a:lnTo>
                <a:lnTo>
                  <a:pt x="30714" y="6701"/>
                </a:lnTo>
                <a:lnTo>
                  <a:pt x="30311" y="6398"/>
                </a:lnTo>
                <a:lnTo>
                  <a:pt x="29907" y="6095"/>
                </a:lnTo>
                <a:lnTo>
                  <a:pt x="29483" y="5813"/>
                </a:lnTo>
                <a:lnTo>
                  <a:pt x="29040" y="5530"/>
                </a:lnTo>
                <a:lnTo>
                  <a:pt x="28575" y="5268"/>
                </a:lnTo>
                <a:lnTo>
                  <a:pt x="28111" y="5006"/>
                </a:lnTo>
                <a:lnTo>
                  <a:pt x="27627" y="4743"/>
                </a:lnTo>
                <a:lnTo>
                  <a:pt x="26638" y="4259"/>
                </a:lnTo>
                <a:lnTo>
                  <a:pt x="25569" y="3775"/>
                </a:lnTo>
                <a:lnTo>
                  <a:pt x="24963" y="3512"/>
                </a:lnTo>
                <a:lnTo>
                  <a:pt x="24317" y="3250"/>
                </a:lnTo>
                <a:lnTo>
                  <a:pt x="23591" y="2988"/>
                </a:lnTo>
                <a:lnTo>
                  <a:pt x="22824" y="2725"/>
                </a:lnTo>
                <a:lnTo>
                  <a:pt x="21977" y="2443"/>
                </a:lnTo>
                <a:lnTo>
                  <a:pt x="21068" y="2180"/>
                </a:lnTo>
                <a:lnTo>
                  <a:pt x="20100" y="1898"/>
                </a:lnTo>
                <a:lnTo>
                  <a:pt x="19050" y="1636"/>
                </a:lnTo>
                <a:lnTo>
                  <a:pt x="17920" y="1373"/>
                </a:lnTo>
                <a:lnTo>
                  <a:pt x="16710" y="1111"/>
                </a:lnTo>
                <a:lnTo>
                  <a:pt x="15398" y="869"/>
                </a:lnTo>
                <a:lnTo>
                  <a:pt x="14026" y="627"/>
                </a:lnTo>
                <a:lnTo>
                  <a:pt x="12552" y="405"/>
                </a:lnTo>
                <a:lnTo>
                  <a:pt x="10978" y="183"/>
                </a:lnTo>
                <a:lnTo>
                  <a:pt x="10413" y="122"/>
                </a:lnTo>
                <a:lnTo>
                  <a:pt x="9889" y="62"/>
                </a:lnTo>
                <a:lnTo>
                  <a:pt x="9344" y="41"/>
                </a:lnTo>
                <a:lnTo>
                  <a:pt x="8839" y="21"/>
                </a:lnTo>
                <a:lnTo>
                  <a:pt x="8335" y="1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61" name="Google Shape;2661;p33"/>
          <p:cNvSpPr/>
          <p:nvPr/>
        </p:nvSpPr>
        <p:spPr>
          <a:xfrm flipH="1">
            <a:off x="8085888" y="4081828"/>
            <a:ext cx="1058100" cy="1058100"/>
          </a:xfrm>
          <a:prstGeom prst="rtTriangle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62" name="Google Shape;2662;p33"/>
          <p:cNvSpPr/>
          <p:nvPr/>
        </p:nvSpPr>
        <p:spPr>
          <a:xfrm>
            <a:off x="8019945" y="4215465"/>
            <a:ext cx="790800" cy="790800"/>
          </a:xfrm>
          <a:prstGeom prst="ellipse">
            <a:avLst/>
          </a:prstGeom>
          <a:solidFill>
            <a:schemeClr val="dk2"/>
          </a:solidFill>
          <a:ln cap="flat" cmpd="sng" w="11430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63" name="Google Shape;2663;p33"/>
          <p:cNvSpPr/>
          <p:nvPr/>
        </p:nvSpPr>
        <p:spPr>
          <a:xfrm>
            <a:off x="-1384585" y="-1156347"/>
            <a:ext cx="2433600" cy="24336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64" name="Google Shape;2664;p33"/>
          <p:cNvSpPr/>
          <p:nvPr/>
        </p:nvSpPr>
        <p:spPr>
          <a:xfrm flipH="1">
            <a:off x="186860" y="-12"/>
            <a:ext cx="2289244" cy="1739785"/>
          </a:xfrm>
          <a:custGeom>
            <a:rect b="b" l="l" r="r" t="t"/>
            <a:pathLst>
              <a:path extrusionOk="0" h="31119" w="40947">
                <a:moveTo>
                  <a:pt x="32571" y="82"/>
                </a:moveTo>
                <a:lnTo>
                  <a:pt x="33116" y="102"/>
                </a:lnTo>
                <a:lnTo>
                  <a:pt x="33601" y="162"/>
                </a:lnTo>
                <a:lnTo>
                  <a:pt x="33823" y="203"/>
                </a:lnTo>
                <a:lnTo>
                  <a:pt x="34024" y="243"/>
                </a:lnTo>
                <a:lnTo>
                  <a:pt x="34206" y="304"/>
                </a:lnTo>
                <a:lnTo>
                  <a:pt x="34388" y="384"/>
                </a:lnTo>
                <a:lnTo>
                  <a:pt x="34549" y="465"/>
                </a:lnTo>
                <a:lnTo>
                  <a:pt x="34690" y="546"/>
                </a:lnTo>
                <a:lnTo>
                  <a:pt x="34832" y="647"/>
                </a:lnTo>
                <a:lnTo>
                  <a:pt x="34933" y="748"/>
                </a:lnTo>
                <a:lnTo>
                  <a:pt x="35033" y="869"/>
                </a:lnTo>
                <a:lnTo>
                  <a:pt x="35134" y="990"/>
                </a:lnTo>
                <a:lnTo>
                  <a:pt x="35195" y="1131"/>
                </a:lnTo>
                <a:lnTo>
                  <a:pt x="35255" y="1272"/>
                </a:lnTo>
                <a:lnTo>
                  <a:pt x="35296" y="1454"/>
                </a:lnTo>
                <a:lnTo>
                  <a:pt x="35316" y="1656"/>
                </a:lnTo>
                <a:lnTo>
                  <a:pt x="35336" y="1858"/>
                </a:lnTo>
                <a:lnTo>
                  <a:pt x="35316" y="2059"/>
                </a:lnTo>
                <a:lnTo>
                  <a:pt x="35235" y="2443"/>
                </a:lnTo>
                <a:lnTo>
                  <a:pt x="35155" y="2826"/>
                </a:lnTo>
                <a:lnTo>
                  <a:pt x="35074" y="3169"/>
                </a:lnTo>
                <a:lnTo>
                  <a:pt x="34993" y="3492"/>
                </a:lnTo>
                <a:lnTo>
                  <a:pt x="34973" y="3835"/>
                </a:lnTo>
                <a:lnTo>
                  <a:pt x="34973" y="3997"/>
                </a:lnTo>
                <a:lnTo>
                  <a:pt x="34973" y="4158"/>
                </a:lnTo>
                <a:lnTo>
                  <a:pt x="35033" y="4400"/>
                </a:lnTo>
                <a:lnTo>
                  <a:pt x="35094" y="4642"/>
                </a:lnTo>
                <a:lnTo>
                  <a:pt x="35175" y="4864"/>
                </a:lnTo>
                <a:lnTo>
                  <a:pt x="35276" y="5086"/>
                </a:lnTo>
                <a:lnTo>
                  <a:pt x="35498" y="5510"/>
                </a:lnTo>
                <a:lnTo>
                  <a:pt x="35760" y="5914"/>
                </a:lnTo>
                <a:lnTo>
                  <a:pt x="36083" y="6438"/>
                </a:lnTo>
                <a:lnTo>
                  <a:pt x="36486" y="7165"/>
                </a:lnTo>
                <a:lnTo>
                  <a:pt x="36890" y="7912"/>
                </a:lnTo>
                <a:lnTo>
                  <a:pt x="37273" y="8658"/>
                </a:lnTo>
                <a:lnTo>
                  <a:pt x="37637" y="9425"/>
                </a:lnTo>
                <a:lnTo>
                  <a:pt x="37980" y="10212"/>
                </a:lnTo>
                <a:lnTo>
                  <a:pt x="38303" y="10999"/>
                </a:lnTo>
                <a:lnTo>
                  <a:pt x="38625" y="11786"/>
                </a:lnTo>
                <a:lnTo>
                  <a:pt x="38908" y="12573"/>
                </a:lnTo>
                <a:lnTo>
                  <a:pt x="39170" y="13380"/>
                </a:lnTo>
                <a:lnTo>
                  <a:pt x="39412" y="14188"/>
                </a:lnTo>
                <a:lnTo>
                  <a:pt x="39655" y="14995"/>
                </a:lnTo>
                <a:lnTo>
                  <a:pt x="39856" y="15802"/>
                </a:lnTo>
                <a:lnTo>
                  <a:pt x="40038" y="16629"/>
                </a:lnTo>
                <a:lnTo>
                  <a:pt x="40220" y="17457"/>
                </a:lnTo>
                <a:lnTo>
                  <a:pt x="40361" y="18284"/>
                </a:lnTo>
                <a:lnTo>
                  <a:pt x="40502" y="19112"/>
                </a:lnTo>
                <a:lnTo>
                  <a:pt x="40603" y="19939"/>
                </a:lnTo>
                <a:lnTo>
                  <a:pt x="40704" y="20766"/>
                </a:lnTo>
                <a:lnTo>
                  <a:pt x="40765" y="21614"/>
                </a:lnTo>
                <a:lnTo>
                  <a:pt x="40825" y="22441"/>
                </a:lnTo>
                <a:lnTo>
                  <a:pt x="40845" y="23269"/>
                </a:lnTo>
                <a:lnTo>
                  <a:pt x="40865" y="24116"/>
                </a:lnTo>
                <a:lnTo>
                  <a:pt x="40865" y="24944"/>
                </a:lnTo>
                <a:lnTo>
                  <a:pt x="40825" y="25771"/>
                </a:lnTo>
                <a:lnTo>
                  <a:pt x="40785" y="26437"/>
                </a:lnTo>
                <a:lnTo>
                  <a:pt x="40744" y="26800"/>
                </a:lnTo>
                <a:lnTo>
                  <a:pt x="40684" y="27163"/>
                </a:lnTo>
                <a:lnTo>
                  <a:pt x="40603" y="27547"/>
                </a:lnTo>
                <a:lnTo>
                  <a:pt x="40502" y="27950"/>
                </a:lnTo>
                <a:lnTo>
                  <a:pt x="40401" y="28334"/>
                </a:lnTo>
                <a:lnTo>
                  <a:pt x="40260" y="28717"/>
                </a:lnTo>
                <a:lnTo>
                  <a:pt x="40099" y="29081"/>
                </a:lnTo>
                <a:lnTo>
                  <a:pt x="39917" y="29424"/>
                </a:lnTo>
                <a:lnTo>
                  <a:pt x="39695" y="29767"/>
                </a:lnTo>
                <a:lnTo>
                  <a:pt x="39453" y="30069"/>
                </a:lnTo>
                <a:lnTo>
                  <a:pt x="39191" y="30332"/>
                </a:lnTo>
                <a:lnTo>
                  <a:pt x="39029" y="30453"/>
                </a:lnTo>
                <a:lnTo>
                  <a:pt x="38868" y="30574"/>
                </a:lnTo>
                <a:lnTo>
                  <a:pt x="38706" y="30675"/>
                </a:lnTo>
                <a:lnTo>
                  <a:pt x="38525" y="30776"/>
                </a:lnTo>
                <a:lnTo>
                  <a:pt x="38343" y="30856"/>
                </a:lnTo>
                <a:lnTo>
                  <a:pt x="38141" y="30917"/>
                </a:lnTo>
                <a:lnTo>
                  <a:pt x="37960" y="30977"/>
                </a:lnTo>
                <a:lnTo>
                  <a:pt x="37758" y="30998"/>
                </a:lnTo>
                <a:lnTo>
                  <a:pt x="37394" y="31038"/>
                </a:lnTo>
                <a:lnTo>
                  <a:pt x="37011" y="31038"/>
                </a:lnTo>
                <a:lnTo>
                  <a:pt x="36628" y="30998"/>
                </a:lnTo>
                <a:lnTo>
                  <a:pt x="36244" y="30937"/>
                </a:lnTo>
                <a:lnTo>
                  <a:pt x="35881" y="30836"/>
                </a:lnTo>
                <a:lnTo>
                  <a:pt x="35538" y="30735"/>
                </a:lnTo>
                <a:lnTo>
                  <a:pt x="35215" y="30634"/>
                </a:lnTo>
                <a:lnTo>
                  <a:pt x="34690" y="30433"/>
                </a:lnTo>
                <a:lnTo>
                  <a:pt x="34186" y="30231"/>
                </a:lnTo>
                <a:lnTo>
                  <a:pt x="33681" y="30009"/>
                </a:lnTo>
                <a:lnTo>
                  <a:pt x="33177" y="29767"/>
                </a:lnTo>
                <a:lnTo>
                  <a:pt x="32693" y="29524"/>
                </a:lnTo>
                <a:lnTo>
                  <a:pt x="32208" y="29262"/>
                </a:lnTo>
                <a:lnTo>
                  <a:pt x="31724" y="28980"/>
                </a:lnTo>
                <a:lnTo>
                  <a:pt x="31260" y="28697"/>
                </a:lnTo>
                <a:lnTo>
                  <a:pt x="30796" y="28394"/>
                </a:lnTo>
                <a:lnTo>
                  <a:pt x="30331" y="28071"/>
                </a:lnTo>
                <a:lnTo>
                  <a:pt x="29888" y="27749"/>
                </a:lnTo>
                <a:lnTo>
                  <a:pt x="29444" y="27406"/>
                </a:lnTo>
                <a:lnTo>
                  <a:pt x="28576" y="26719"/>
                </a:lnTo>
                <a:lnTo>
                  <a:pt x="27728" y="25993"/>
                </a:lnTo>
                <a:lnTo>
                  <a:pt x="26901" y="25226"/>
                </a:lnTo>
                <a:lnTo>
                  <a:pt x="26094" y="24419"/>
                </a:lnTo>
                <a:lnTo>
                  <a:pt x="25307" y="23612"/>
                </a:lnTo>
                <a:lnTo>
                  <a:pt x="24540" y="22784"/>
                </a:lnTo>
                <a:lnTo>
                  <a:pt x="23773" y="21937"/>
                </a:lnTo>
                <a:lnTo>
                  <a:pt x="23026" y="21069"/>
                </a:lnTo>
                <a:lnTo>
                  <a:pt x="21573" y="19334"/>
                </a:lnTo>
                <a:lnTo>
                  <a:pt x="21150" y="18809"/>
                </a:lnTo>
                <a:lnTo>
                  <a:pt x="19757" y="17134"/>
                </a:lnTo>
                <a:lnTo>
                  <a:pt x="18345" y="15479"/>
                </a:lnTo>
                <a:lnTo>
                  <a:pt x="17638" y="14652"/>
                </a:lnTo>
                <a:lnTo>
                  <a:pt x="16892" y="13845"/>
                </a:lnTo>
                <a:lnTo>
                  <a:pt x="16145" y="13058"/>
                </a:lnTo>
                <a:lnTo>
                  <a:pt x="15378" y="12291"/>
                </a:lnTo>
                <a:lnTo>
                  <a:pt x="14591" y="11544"/>
                </a:lnTo>
                <a:lnTo>
                  <a:pt x="13804" y="10838"/>
                </a:lnTo>
                <a:lnTo>
                  <a:pt x="12977" y="10131"/>
                </a:lnTo>
                <a:lnTo>
                  <a:pt x="12129" y="9486"/>
                </a:lnTo>
                <a:lnTo>
                  <a:pt x="11261" y="8880"/>
                </a:lnTo>
                <a:lnTo>
                  <a:pt x="10797" y="8578"/>
                </a:lnTo>
                <a:lnTo>
                  <a:pt x="10353" y="8295"/>
                </a:lnTo>
                <a:lnTo>
                  <a:pt x="9889" y="8012"/>
                </a:lnTo>
                <a:lnTo>
                  <a:pt x="9425" y="7770"/>
                </a:lnTo>
                <a:lnTo>
                  <a:pt x="8941" y="7508"/>
                </a:lnTo>
                <a:lnTo>
                  <a:pt x="8456" y="7266"/>
                </a:lnTo>
                <a:lnTo>
                  <a:pt x="7911" y="7024"/>
                </a:lnTo>
                <a:lnTo>
                  <a:pt x="7346" y="6782"/>
                </a:lnTo>
                <a:lnTo>
                  <a:pt x="6781" y="6560"/>
                </a:lnTo>
                <a:lnTo>
                  <a:pt x="6196" y="6358"/>
                </a:lnTo>
                <a:lnTo>
                  <a:pt x="5066" y="5954"/>
                </a:lnTo>
                <a:lnTo>
                  <a:pt x="3916" y="5591"/>
                </a:lnTo>
                <a:lnTo>
                  <a:pt x="2342" y="5066"/>
                </a:lnTo>
                <a:lnTo>
                  <a:pt x="2079" y="4965"/>
                </a:lnTo>
                <a:lnTo>
                  <a:pt x="1716" y="4804"/>
                </a:lnTo>
                <a:lnTo>
                  <a:pt x="1313" y="4602"/>
                </a:lnTo>
                <a:lnTo>
                  <a:pt x="1111" y="4461"/>
                </a:lnTo>
                <a:lnTo>
                  <a:pt x="909" y="4340"/>
                </a:lnTo>
                <a:lnTo>
                  <a:pt x="727" y="4178"/>
                </a:lnTo>
                <a:lnTo>
                  <a:pt x="546" y="4017"/>
                </a:lnTo>
                <a:lnTo>
                  <a:pt x="384" y="3835"/>
                </a:lnTo>
                <a:lnTo>
                  <a:pt x="263" y="3633"/>
                </a:lnTo>
                <a:lnTo>
                  <a:pt x="162" y="3432"/>
                </a:lnTo>
                <a:lnTo>
                  <a:pt x="102" y="3210"/>
                </a:lnTo>
                <a:lnTo>
                  <a:pt x="82" y="2967"/>
                </a:lnTo>
                <a:lnTo>
                  <a:pt x="102" y="2725"/>
                </a:lnTo>
                <a:lnTo>
                  <a:pt x="162" y="2544"/>
                </a:lnTo>
                <a:lnTo>
                  <a:pt x="223" y="2382"/>
                </a:lnTo>
                <a:lnTo>
                  <a:pt x="324" y="2221"/>
                </a:lnTo>
                <a:lnTo>
                  <a:pt x="425" y="2080"/>
                </a:lnTo>
                <a:lnTo>
                  <a:pt x="526" y="1938"/>
                </a:lnTo>
                <a:lnTo>
                  <a:pt x="647" y="1837"/>
                </a:lnTo>
                <a:lnTo>
                  <a:pt x="889" y="1636"/>
                </a:lnTo>
                <a:lnTo>
                  <a:pt x="1070" y="1494"/>
                </a:lnTo>
                <a:lnTo>
                  <a:pt x="1272" y="1393"/>
                </a:lnTo>
                <a:lnTo>
                  <a:pt x="1474" y="1293"/>
                </a:lnTo>
                <a:lnTo>
                  <a:pt x="1676" y="1192"/>
                </a:lnTo>
                <a:lnTo>
                  <a:pt x="2100" y="1030"/>
                </a:lnTo>
                <a:lnTo>
                  <a:pt x="2523" y="909"/>
                </a:lnTo>
                <a:lnTo>
                  <a:pt x="2967" y="808"/>
                </a:lnTo>
                <a:lnTo>
                  <a:pt x="3411" y="727"/>
                </a:lnTo>
                <a:lnTo>
                  <a:pt x="3855" y="667"/>
                </a:lnTo>
                <a:lnTo>
                  <a:pt x="4279" y="627"/>
                </a:lnTo>
                <a:lnTo>
                  <a:pt x="5349" y="526"/>
                </a:lnTo>
                <a:lnTo>
                  <a:pt x="6438" y="465"/>
                </a:lnTo>
                <a:lnTo>
                  <a:pt x="7528" y="405"/>
                </a:lnTo>
                <a:lnTo>
                  <a:pt x="8598" y="364"/>
                </a:lnTo>
                <a:lnTo>
                  <a:pt x="10757" y="304"/>
                </a:lnTo>
                <a:lnTo>
                  <a:pt x="12896" y="284"/>
                </a:lnTo>
                <a:lnTo>
                  <a:pt x="32471" y="82"/>
                </a:lnTo>
                <a:close/>
                <a:moveTo>
                  <a:pt x="32471" y="1"/>
                </a:moveTo>
                <a:lnTo>
                  <a:pt x="12896" y="203"/>
                </a:lnTo>
                <a:lnTo>
                  <a:pt x="10757" y="223"/>
                </a:lnTo>
                <a:lnTo>
                  <a:pt x="8598" y="284"/>
                </a:lnTo>
                <a:lnTo>
                  <a:pt x="7508" y="324"/>
                </a:lnTo>
                <a:lnTo>
                  <a:pt x="6438" y="384"/>
                </a:lnTo>
                <a:lnTo>
                  <a:pt x="5349" y="445"/>
                </a:lnTo>
                <a:lnTo>
                  <a:pt x="4279" y="546"/>
                </a:lnTo>
                <a:lnTo>
                  <a:pt x="3835" y="586"/>
                </a:lnTo>
                <a:lnTo>
                  <a:pt x="3391" y="647"/>
                </a:lnTo>
                <a:lnTo>
                  <a:pt x="2947" y="727"/>
                </a:lnTo>
                <a:lnTo>
                  <a:pt x="2503" y="828"/>
                </a:lnTo>
                <a:lnTo>
                  <a:pt x="2059" y="949"/>
                </a:lnTo>
                <a:lnTo>
                  <a:pt x="1635" y="1111"/>
                </a:lnTo>
                <a:lnTo>
                  <a:pt x="1434" y="1212"/>
                </a:lnTo>
                <a:lnTo>
                  <a:pt x="1232" y="1313"/>
                </a:lnTo>
                <a:lnTo>
                  <a:pt x="1030" y="1434"/>
                </a:lnTo>
                <a:lnTo>
                  <a:pt x="848" y="1575"/>
                </a:lnTo>
                <a:lnTo>
                  <a:pt x="586" y="1777"/>
                </a:lnTo>
                <a:lnTo>
                  <a:pt x="465" y="1898"/>
                </a:lnTo>
                <a:lnTo>
                  <a:pt x="344" y="2039"/>
                </a:lnTo>
                <a:lnTo>
                  <a:pt x="243" y="2180"/>
                </a:lnTo>
                <a:lnTo>
                  <a:pt x="142" y="2342"/>
                </a:lnTo>
                <a:lnTo>
                  <a:pt x="82" y="2524"/>
                </a:lnTo>
                <a:lnTo>
                  <a:pt x="21" y="2705"/>
                </a:lnTo>
                <a:lnTo>
                  <a:pt x="1" y="2846"/>
                </a:lnTo>
                <a:lnTo>
                  <a:pt x="1" y="2967"/>
                </a:lnTo>
                <a:lnTo>
                  <a:pt x="21" y="3210"/>
                </a:lnTo>
                <a:lnTo>
                  <a:pt x="82" y="3452"/>
                </a:lnTo>
                <a:lnTo>
                  <a:pt x="183" y="3674"/>
                </a:lnTo>
                <a:lnTo>
                  <a:pt x="324" y="3876"/>
                </a:lnTo>
                <a:lnTo>
                  <a:pt x="465" y="4057"/>
                </a:lnTo>
                <a:lnTo>
                  <a:pt x="647" y="4219"/>
                </a:lnTo>
                <a:lnTo>
                  <a:pt x="848" y="4380"/>
                </a:lnTo>
                <a:lnTo>
                  <a:pt x="1050" y="4521"/>
                </a:lnTo>
                <a:lnTo>
                  <a:pt x="1252" y="4663"/>
                </a:lnTo>
                <a:lnTo>
                  <a:pt x="1676" y="4864"/>
                </a:lnTo>
                <a:lnTo>
                  <a:pt x="2039" y="5026"/>
                </a:lnTo>
                <a:lnTo>
                  <a:pt x="2322" y="5147"/>
                </a:lnTo>
                <a:lnTo>
                  <a:pt x="3896" y="5651"/>
                </a:lnTo>
                <a:lnTo>
                  <a:pt x="5026" y="6035"/>
                </a:lnTo>
                <a:lnTo>
                  <a:pt x="6176" y="6438"/>
                </a:lnTo>
                <a:lnTo>
                  <a:pt x="6741" y="6640"/>
                </a:lnTo>
                <a:lnTo>
                  <a:pt x="7306" y="6862"/>
                </a:lnTo>
                <a:lnTo>
                  <a:pt x="7871" y="7104"/>
                </a:lnTo>
                <a:lnTo>
                  <a:pt x="8416" y="7347"/>
                </a:lnTo>
                <a:lnTo>
                  <a:pt x="8900" y="7589"/>
                </a:lnTo>
                <a:lnTo>
                  <a:pt x="9385" y="7831"/>
                </a:lnTo>
                <a:lnTo>
                  <a:pt x="9849" y="8093"/>
                </a:lnTo>
                <a:lnTo>
                  <a:pt x="10313" y="8356"/>
                </a:lnTo>
                <a:lnTo>
                  <a:pt x="10757" y="8638"/>
                </a:lnTo>
                <a:lnTo>
                  <a:pt x="11201" y="8941"/>
                </a:lnTo>
                <a:lnTo>
                  <a:pt x="12089" y="9546"/>
                </a:lnTo>
                <a:lnTo>
                  <a:pt x="12936" y="10212"/>
                </a:lnTo>
                <a:lnTo>
                  <a:pt x="13743" y="10898"/>
                </a:lnTo>
                <a:lnTo>
                  <a:pt x="14551" y="11605"/>
                </a:lnTo>
                <a:lnTo>
                  <a:pt x="15338" y="12351"/>
                </a:lnTo>
                <a:lnTo>
                  <a:pt x="16084" y="13118"/>
                </a:lnTo>
                <a:lnTo>
                  <a:pt x="16831" y="13905"/>
                </a:lnTo>
                <a:lnTo>
                  <a:pt x="17578" y="14712"/>
                </a:lnTo>
                <a:lnTo>
                  <a:pt x="18284" y="15519"/>
                </a:lnTo>
                <a:lnTo>
                  <a:pt x="19697" y="17194"/>
                </a:lnTo>
                <a:lnTo>
                  <a:pt x="21089" y="18869"/>
                </a:lnTo>
                <a:lnTo>
                  <a:pt x="21513" y="19394"/>
                </a:lnTo>
                <a:lnTo>
                  <a:pt x="22986" y="21130"/>
                </a:lnTo>
                <a:lnTo>
                  <a:pt x="23712" y="21977"/>
                </a:lnTo>
                <a:lnTo>
                  <a:pt x="24479" y="22845"/>
                </a:lnTo>
                <a:lnTo>
                  <a:pt x="25246" y="23672"/>
                </a:lnTo>
                <a:lnTo>
                  <a:pt x="26053" y="24500"/>
                </a:lnTo>
                <a:lnTo>
                  <a:pt x="26861" y="25287"/>
                </a:lnTo>
                <a:lnTo>
                  <a:pt x="27688" y="26053"/>
                </a:lnTo>
                <a:lnTo>
                  <a:pt x="28535" y="26780"/>
                </a:lnTo>
                <a:lnTo>
                  <a:pt x="29403" y="27486"/>
                </a:lnTo>
                <a:lnTo>
                  <a:pt x="29847" y="27809"/>
                </a:lnTo>
                <a:lnTo>
                  <a:pt x="30291" y="28152"/>
                </a:lnTo>
                <a:lnTo>
                  <a:pt x="30755" y="28455"/>
                </a:lnTo>
                <a:lnTo>
                  <a:pt x="31219" y="28758"/>
                </a:lnTo>
                <a:lnTo>
                  <a:pt x="31684" y="29040"/>
                </a:lnTo>
                <a:lnTo>
                  <a:pt x="32168" y="29323"/>
                </a:lnTo>
                <a:lnTo>
                  <a:pt x="32652" y="29585"/>
                </a:lnTo>
                <a:lnTo>
                  <a:pt x="33137" y="29847"/>
                </a:lnTo>
                <a:lnTo>
                  <a:pt x="33641" y="30090"/>
                </a:lnTo>
                <a:lnTo>
                  <a:pt x="34146" y="30311"/>
                </a:lnTo>
                <a:lnTo>
                  <a:pt x="34670" y="30513"/>
                </a:lnTo>
                <a:lnTo>
                  <a:pt x="35195" y="30715"/>
                </a:lnTo>
                <a:lnTo>
                  <a:pt x="35659" y="30856"/>
                </a:lnTo>
                <a:lnTo>
                  <a:pt x="36164" y="30998"/>
                </a:lnTo>
                <a:lnTo>
                  <a:pt x="36426" y="31058"/>
                </a:lnTo>
                <a:lnTo>
                  <a:pt x="36688" y="31099"/>
                </a:lnTo>
                <a:lnTo>
                  <a:pt x="36971" y="31119"/>
                </a:lnTo>
                <a:lnTo>
                  <a:pt x="37475" y="31119"/>
                </a:lnTo>
                <a:lnTo>
                  <a:pt x="37697" y="31099"/>
                </a:lnTo>
                <a:lnTo>
                  <a:pt x="37939" y="31058"/>
                </a:lnTo>
                <a:lnTo>
                  <a:pt x="38161" y="30998"/>
                </a:lnTo>
                <a:lnTo>
                  <a:pt x="38363" y="30917"/>
                </a:lnTo>
                <a:lnTo>
                  <a:pt x="38565" y="30836"/>
                </a:lnTo>
                <a:lnTo>
                  <a:pt x="38747" y="30755"/>
                </a:lnTo>
                <a:lnTo>
                  <a:pt x="38908" y="30655"/>
                </a:lnTo>
                <a:lnTo>
                  <a:pt x="39069" y="30533"/>
                </a:lnTo>
                <a:lnTo>
                  <a:pt x="39231" y="30412"/>
                </a:lnTo>
                <a:lnTo>
                  <a:pt x="39372" y="30271"/>
                </a:lnTo>
                <a:lnTo>
                  <a:pt x="39513" y="30130"/>
                </a:lnTo>
                <a:lnTo>
                  <a:pt x="39756" y="29827"/>
                </a:lnTo>
                <a:lnTo>
                  <a:pt x="39978" y="29484"/>
                </a:lnTo>
                <a:lnTo>
                  <a:pt x="40179" y="29121"/>
                </a:lnTo>
                <a:lnTo>
                  <a:pt x="40341" y="28758"/>
                </a:lnTo>
                <a:lnTo>
                  <a:pt x="40462" y="28374"/>
                </a:lnTo>
                <a:lnTo>
                  <a:pt x="40583" y="27971"/>
                </a:lnTo>
                <a:lnTo>
                  <a:pt x="40684" y="27587"/>
                </a:lnTo>
                <a:lnTo>
                  <a:pt x="40765" y="27184"/>
                </a:lnTo>
                <a:lnTo>
                  <a:pt x="40805" y="26820"/>
                </a:lnTo>
                <a:lnTo>
                  <a:pt x="40865" y="26437"/>
                </a:lnTo>
                <a:lnTo>
                  <a:pt x="40906" y="25771"/>
                </a:lnTo>
                <a:lnTo>
                  <a:pt x="40946" y="24944"/>
                </a:lnTo>
                <a:lnTo>
                  <a:pt x="40946" y="24116"/>
                </a:lnTo>
                <a:lnTo>
                  <a:pt x="40926" y="23269"/>
                </a:lnTo>
                <a:lnTo>
                  <a:pt x="40906" y="22441"/>
                </a:lnTo>
                <a:lnTo>
                  <a:pt x="40845" y="21594"/>
                </a:lnTo>
                <a:lnTo>
                  <a:pt x="40785" y="20766"/>
                </a:lnTo>
                <a:lnTo>
                  <a:pt x="40684" y="19939"/>
                </a:lnTo>
                <a:lnTo>
                  <a:pt x="40583" y="19091"/>
                </a:lnTo>
                <a:lnTo>
                  <a:pt x="40442" y="18264"/>
                </a:lnTo>
                <a:lnTo>
                  <a:pt x="40300" y="17437"/>
                </a:lnTo>
                <a:lnTo>
                  <a:pt x="40119" y="16609"/>
                </a:lnTo>
                <a:lnTo>
                  <a:pt x="39937" y="15782"/>
                </a:lnTo>
                <a:lnTo>
                  <a:pt x="39715" y="14975"/>
                </a:lnTo>
                <a:lnTo>
                  <a:pt x="39493" y="14147"/>
                </a:lnTo>
                <a:lnTo>
                  <a:pt x="39251" y="13360"/>
                </a:lnTo>
                <a:lnTo>
                  <a:pt x="38989" y="12553"/>
                </a:lnTo>
                <a:lnTo>
                  <a:pt x="38686" y="11746"/>
                </a:lnTo>
                <a:lnTo>
                  <a:pt x="38383" y="10959"/>
                </a:lnTo>
                <a:lnTo>
                  <a:pt x="38060" y="10172"/>
                </a:lnTo>
                <a:lnTo>
                  <a:pt x="37717" y="9405"/>
                </a:lnTo>
                <a:lnTo>
                  <a:pt x="37354" y="8638"/>
                </a:lnTo>
                <a:lnTo>
                  <a:pt x="36971" y="7871"/>
                </a:lnTo>
                <a:lnTo>
                  <a:pt x="36567" y="7125"/>
                </a:lnTo>
                <a:lnTo>
                  <a:pt x="36143" y="6398"/>
                </a:lnTo>
                <a:lnTo>
                  <a:pt x="35841" y="5873"/>
                </a:lnTo>
                <a:lnTo>
                  <a:pt x="35578" y="5470"/>
                </a:lnTo>
                <a:lnTo>
                  <a:pt x="35336" y="5046"/>
                </a:lnTo>
                <a:lnTo>
                  <a:pt x="35255" y="4844"/>
                </a:lnTo>
                <a:lnTo>
                  <a:pt x="35175" y="4622"/>
                </a:lnTo>
                <a:lnTo>
                  <a:pt x="35094" y="4380"/>
                </a:lnTo>
                <a:lnTo>
                  <a:pt x="35054" y="4158"/>
                </a:lnTo>
                <a:lnTo>
                  <a:pt x="35054" y="3997"/>
                </a:lnTo>
                <a:lnTo>
                  <a:pt x="35054" y="3835"/>
                </a:lnTo>
                <a:lnTo>
                  <a:pt x="35074" y="3492"/>
                </a:lnTo>
                <a:lnTo>
                  <a:pt x="35155" y="3169"/>
                </a:lnTo>
                <a:lnTo>
                  <a:pt x="35235" y="2846"/>
                </a:lnTo>
                <a:lnTo>
                  <a:pt x="35316" y="2463"/>
                </a:lnTo>
                <a:lnTo>
                  <a:pt x="35397" y="2059"/>
                </a:lnTo>
                <a:lnTo>
                  <a:pt x="35417" y="1858"/>
                </a:lnTo>
                <a:lnTo>
                  <a:pt x="35397" y="1656"/>
                </a:lnTo>
                <a:lnTo>
                  <a:pt x="35376" y="1454"/>
                </a:lnTo>
                <a:lnTo>
                  <a:pt x="35336" y="1252"/>
                </a:lnTo>
                <a:lnTo>
                  <a:pt x="35276" y="1091"/>
                </a:lnTo>
                <a:lnTo>
                  <a:pt x="35195" y="949"/>
                </a:lnTo>
                <a:lnTo>
                  <a:pt x="35094" y="808"/>
                </a:lnTo>
                <a:lnTo>
                  <a:pt x="34993" y="687"/>
                </a:lnTo>
                <a:lnTo>
                  <a:pt x="34872" y="586"/>
                </a:lnTo>
                <a:lnTo>
                  <a:pt x="34731" y="485"/>
                </a:lnTo>
                <a:lnTo>
                  <a:pt x="34569" y="384"/>
                </a:lnTo>
                <a:lnTo>
                  <a:pt x="34408" y="304"/>
                </a:lnTo>
                <a:lnTo>
                  <a:pt x="34226" y="223"/>
                </a:lnTo>
                <a:lnTo>
                  <a:pt x="34024" y="162"/>
                </a:lnTo>
                <a:lnTo>
                  <a:pt x="33802" y="122"/>
                </a:lnTo>
                <a:lnTo>
                  <a:pt x="33560" y="82"/>
                </a:lnTo>
                <a:lnTo>
                  <a:pt x="33056" y="21"/>
                </a:lnTo>
                <a:lnTo>
                  <a:pt x="32471" y="1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65" name="Google Shape;2665;p33"/>
          <p:cNvSpPr/>
          <p:nvPr/>
        </p:nvSpPr>
        <p:spPr>
          <a:xfrm flipH="1">
            <a:off x="262457" y="139921"/>
            <a:ext cx="1730784" cy="1441910"/>
          </a:xfrm>
          <a:custGeom>
            <a:rect b="b" l="l" r="r" t="t"/>
            <a:pathLst>
              <a:path extrusionOk="0" h="25791" w="30958">
                <a:moveTo>
                  <a:pt x="13179" y="81"/>
                </a:moveTo>
                <a:lnTo>
                  <a:pt x="14551" y="101"/>
                </a:lnTo>
                <a:lnTo>
                  <a:pt x="15257" y="121"/>
                </a:lnTo>
                <a:lnTo>
                  <a:pt x="15963" y="162"/>
                </a:lnTo>
                <a:lnTo>
                  <a:pt x="16690" y="242"/>
                </a:lnTo>
                <a:lnTo>
                  <a:pt x="17416" y="323"/>
                </a:lnTo>
                <a:lnTo>
                  <a:pt x="18143" y="444"/>
                </a:lnTo>
                <a:lnTo>
                  <a:pt x="18869" y="586"/>
                </a:lnTo>
                <a:lnTo>
                  <a:pt x="19576" y="767"/>
                </a:lnTo>
                <a:lnTo>
                  <a:pt x="20282" y="969"/>
                </a:lnTo>
                <a:lnTo>
                  <a:pt x="20988" y="1211"/>
                </a:lnTo>
                <a:lnTo>
                  <a:pt x="21654" y="1494"/>
                </a:lnTo>
                <a:lnTo>
                  <a:pt x="21997" y="1655"/>
                </a:lnTo>
                <a:lnTo>
                  <a:pt x="22320" y="1837"/>
                </a:lnTo>
                <a:lnTo>
                  <a:pt x="22643" y="2018"/>
                </a:lnTo>
                <a:lnTo>
                  <a:pt x="22946" y="2200"/>
                </a:lnTo>
                <a:lnTo>
                  <a:pt x="23269" y="2402"/>
                </a:lnTo>
                <a:lnTo>
                  <a:pt x="23551" y="2624"/>
                </a:lnTo>
                <a:lnTo>
                  <a:pt x="23854" y="2866"/>
                </a:lnTo>
                <a:lnTo>
                  <a:pt x="24136" y="3108"/>
                </a:lnTo>
                <a:lnTo>
                  <a:pt x="24540" y="3491"/>
                </a:lnTo>
                <a:lnTo>
                  <a:pt x="24923" y="3895"/>
                </a:lnTo>
                <a:lnTo>
                  <a:pt x="25287" y="4339"/>
                </a:lnTo>
                <a:lnTo>
                  <a:pt x="25670" y="4823"/>
                </a:lnTo>
                <a:lnTo>
                  <a:pt x="26013" y="5348"/>
                </a:lnTo>
                <a:lnTo>
                  <a:pt x="26356" y="5913"/>
                </a:lnTo>
                <a:lnTo>
                  <a:pt x="26719" y="6518"/>
                </a:lnTo>
                <a:lnTo>
                  <a:pt x="27042" y="7164"/>
                </a:lnTo>
                <a:lnTo>
                  <a:pt x="27345" y="7749"/>
                </a:lnTo>
                <a:lnTo>
                  <a:pt x="27607" y="8335"/>
                </a:lnTo>
                <a:lnTo>
                  <a:pt x="27870" y="8940"/>
                </a:lnTo>
                <a:lnTo>
                  <a:pt x="28112" y="9546"/>
                </a:lnTo>
                <a:lnTo>
                  <a:pt x="28556" y="10756"/>
                </a:lnTo>
                <a:lnTo>
                  <a:pt x="28959" y="11947"/>
                </a:lnTo>
                <a:lnTo>
                  <a:pt x="29343" y="13138"/>
                </a:lnTo>
                <a:lnTo>
                  <a:pt x="29666" y="14328"/>
                </a:lnTo>
                <a:lnTo>
                  <a:pt x="29948" y="15478"/>
                </a:lnTo>
                <a:lnTo>
                  <a:pt x="30231" y="16588"/>
                </a:lnTo>
                <a:lnTo>
                  <a:pt x="30453" y="17577"/>
                </a:lnTo>
                <a:lnTo>
                  <a:pt x="30654" y="18606"/>
                </a:lnTo>
                <a:lnTo>
                  <a:pt x="30735" y="19111"/>
                </a:lnTo>
                <a:lnTo>
                  <a:pt x="30816" y="19636"/>
                </a:lnTo>
                <a:lnTo>
                  <a:pt x="30856" y="20160"/>
                </a:lnTo>
                <a:lnTo>
                  <a:pt x="30876" y="20685"/>
                </a:lnTo>
                <a:lnTo>
                  <a:pt x="30876" y="21169"/>
                </a:lnTo>
                <a:lnTo>
                  <a:pt x="30856" y="21674"/>
                </a:lnTo>
                <a:lnTo>
                  <a:pt x="30796" y="22219"/>
                </a:lnTo>
                <a:lnTo>
                  <a:pt x="30695" y="22784"/>
                </a:lnTo>
                <a:lnTo>
                  <a:pt x="30614" y="23046"/>
                </a:lnTo>
                <a:lnTo>
                  <a:pt x="30533" y="23329"/>
                </a:lnTo>
                <a:lnTo>
                  <a:pt x="30412" y="23611"/>
                </a:lnTo>
                <a:lnTo>
                  <a:pt x="30311" y="23873"/>
                </a:lnTo>
                <a:lnTo>
                  <a:pt x="30170" y="24136"/>
                </a:lnTo>
                <a:lnTo>
                  <a:pt x="30009" y="24398"/>
                </a:lnTo>
                <a:lnTo>
                  <a:pt x="29847" y="24640"/>
                </a:lnTo>
                <a:lnTo>
                  <a:pt x="29645" y="24882"/>
                </a:lnTo>
                <a:lnTo>
                  <a:pt x="29383" y="25145"/>
                </a:lnTo>
                <a:lnTo>
                  <a:pt x="29242" y="25266"/>
                </a:lnTo>
                <a:lnTo>
                  <a:pt x="29101" y="25387"/>
                </a:lnTo>
                <a:lnTo>
                  <a:pt x="28939" y="25468"/>
                </a:lnTo>
                <a:lnTo>
                  <a:pt x="28798" y="25548"/>
                </a:lnTo>
                <a:lnTo>
                  <a:pt x="28657" y="25609"/>
                </a:lnTo>
                <a:lnTo>
                  <a:pt x="28515" y="25649"/>
                </a:lnTo>
                <a:lnTo>
                  <a:pt x="28334" y="25690"/>
                </a:lnTo>
                <a:lnTo>
                  <a:pt x="28152" y="25710"/>
                </a:lnTo>
                <a:lnTo>
                  <a:pt x="27991" y="25710"/>
                </a:lnTo>
                <a:lnTo>
                  <a:pt x="27809" y="25690"/>
                </a:lnTo>
                <a:lnTo>
                  <a:pt x="27648" y="25669"/>
                </a:lnTo>
                <a:lnTo>
                  <a:pt x="27466" y="25629"/>
                </a:lnTo>
                <a:lnTo>
                  <a:pt x="27143" y="25508"/>
                </a:lnTo>
                <a:lnTo>
                  <a:pt x="26800" y="25347"/>
                </a:lnTo>
                <a:lnTo>
                  <a:pt x="26477" y="25165"/>
                </a:lnTo>
                <a:lnTo>
                  <a:pt x="26154" y="24963"/>
                </a:lnTo>
                <a:lnTo>
                  <a:pt x="25852" y="24741"/>
                </a:lnTo>
                <a:lnTo>
                  <a:pt x="25145" y="24196"/>
                </a:lnTo>
                <a:lnTo>
                  <a:pt x="24419" y="23631"/>
                </a:lnTo>
                <a:lnTo>
                  <a:pt x="23692" y="23046"/>
                </a:lnTo>
                <a:lnTo>
                  <a:pt x="22946" y="22420"/>
                </a:lnTo>
                <a:lnTo>
                  <a:pt x="22199" y="21775"/>
                </a:lnTo>
                <a:lnTo>
                  <a:pt x="21412" y="21109"/>
                </a:lnTo>
                <a:lnTo>
                  <a:pt x="20625" y="20382"/>
                </a:lnTo>
                <a:lnTo>
                  <a:pt x="19798" y="19636"/>
                </a:lnTo>
                <a:lnTo>
                  <a:pt x="18506" y="18405"/>
                </a:lnTo>
                <a:lnTo>
                  <a:pt x="17215" y="17153"/>
                </a:lnTo>
                <a:lnTo>
                  <a:pt x="14692" y="14671"/>
                </a:lnTo>
                <a:lnTo>
                  <a:pt x="12270" y="12290"/>
                </a:lnTo>
                <a:lnTo>
                  <a:pt x="11039" y="11079"/>
                </a:lnTo>
                <a:lnTo>
                  <a:pt x="9808" y="9909"/>
                </a:lnTo>
                <a:lnTo>
                  <a:pt x="8376" y="8597"/>
                </a:lnTo>
                <a:lnTo>
                  <a:pt x="7024" y="7406"/>
                </a:lnTo>
                <a:lnTo>
                  <a:pt x="5732" y="6317"/>
                </a:lnTo>
                <a:lnTo>
                  <a:pt x="4461" y="5308"/>
                </a:lnTo>
                <a:lnTo>
                  <a:pt x="4118" y="5086"/>
                </a:lnTo>
                <a:lnTo>
                  <a:pt x="3593" y="4743"/>
                </a:lnTo>
                <a:lnTo>
                  <a:pt x="2523" y="4057"/>
                </a:lnTo>
                <a:lnTo>
                  <a:pt x="1958" y="3673"/>
                </a:lnTo>
                <a:lnTo>
                  <a:pt x="1414" y="3290"/>
                </a:lnTo>
                <a:lnTo>
                  <a:pt x="929" y="2886"/>
                </a:lnTo>
                <a:lnTo>
                  <a:pt x="707" y="2704"/>
                </a:lnTo>
                <a:lnTo>
                  <a:pt x="526" y="2503"/>
                </a:lnTo>
                <a:lnTo>
                  <a:pt x="364" y="2341"/>
                </a:lnTo>
                <a:lnTo>
                  <a:pt x="223" y="2160"/>
                </a:lnTo>
                <a:lnTo>
                  <a:pt x="142" y="1998"/>
                </a:lnTo>
                <a:lnTo>
                  <a:pt x="82" y="1857"/>
                </a:lnTo>
                <a:lnTo>
                  <a:pt x="82" y="1776"/>
                </a:lnTo>
                <a:lnTo>
                  <a:pt x="82" y="1716"/>
                </a:lnTo>
                <a:lnTo>
                  <a:pt x="102" y="1655"/>
                </a:lnTo>
                <a:lnTo>
                  <a:pt x="142" y="1595"/>
                </a:lnTo>
                <a:lnTo>
                  <a:pt x="243" y="1473"/>
                </a:lnTo>
                <a:lnTo>
                  <a:pt x="364" y="1373"/>
                </a:lnTo>
                <a:lnTo>
                  <a:pt x="485" y="1292"/>
                </a:lnTo>
                <a:lnTo>
                  <a:pt x="647" y="1231"/>
                </a:lnTo>
                <a:lnTo>
                  <a:pt x="788" y="1171"/>
                </a:lnTo>
                <a:lnTo>
                  <a:pt x="949" y="1130"/>
                </a:lnTo>
                <a:lnTo>
                  <a:pt x="1292" y="1070"/>
                </a:lnTo>
                <a:lnTo>
                  <a:pt x="2745" y="848"/>
                </a:lnTo>
                <a:lnTo>
                  <a:pt x="4219" y="646"/>
                </a:lnTo>
                <a:lnTo>
                  <a:pt x="5712" y="464"/>
                </a:lnTo>
                <a:lnTo>
                  <a:pt x="7185" y="323"/>
                </a:lnTo>
                <a:lnTo>
                  <a:pt x="8658" y="222"/>
                </a:lnTo>
                <a:lnTo>
                  <a:pt x="10152" y="142"/>
                </a:lnTo>
                <a:lnTo>
                  <a:pt x="11645" y="81"/>
                </a:lnTo>
                <a:close/>
                <a:moveTo>
                  <a:pt x="11645" y="0"/>
                </a:moveTo>
                <a:lnTo>
                  <a:pt x="10152" y="61"/>
                </a:lnTo>
                <a:lnTo>
                  <a:pt x="8658" y="142"/>
                </a:lnTo>
                <a:lnTo>
                  <a:pt x="7185" y="242"/>
                </a:lnTo>
                <a:lnTo>
                  <a:pt x="5692" y="384"/>
                </a:lnTo>
                <a:lnTo>
                  <a:pt x="4219" y="565"/>
                </a:lnTo>
                <a:lnTo>
                  <a:pt x="2745" y="767"/>
                </a:lnTo>
                <a:lnTo>
                  <a:pt x="1272" y="989"/>
                </a:lnTo>
                <a:lnTo>
                  <a:pt x="929" y="1070"/>
                </a:lnTo>
                <a:lnTo>
                  <a:pt x="768" y="1110"/>
                </a:lnTo>
                <a:lnTo>
                  <a:pt x="606" y="1151"/>
                </a:lnTo>
                <a:lnTo>
                  <a:pt x="445" y="1231"/>
                </a:lnTo>
                <a:lnTo>
                  <a:pt x="304" y="1312"/>
                </a:lnTo>
                <a:lnTo>
                  <a:pt x="183" y="1413"/>
                </a:lnTo>
                <a:lnTo>
                  <a:pt x="82" y="1554"/>
                </a:lnTo>
                <a:lnTo>
                  <a:pt x="41" y="1615"/>
                </a:lnTo>
                <a:lnTo>
                  <a:pt x="1" y="1695"/>
                </a:lnTo>
                <a:lnTo>
                  <a:pt x="1" y="1776"/>
                </a:lnTo>
                <a:lnTo>
                  <a:pt x="1" y="1857"/>
                </a:lnTo>
                <a:lnTo>
                  <a:pt x="61" y="2018"/>
                </a:lnTo>
                <a:lnTo>
                  <a:pt x="142" y="2180"/>
                </a:lnTo>
                <a:lnTo>
                  <a:pt x="283" y="2361"/>
                </a:lnTo>
                <a:lnTo>
                  <a:pt x="445" y="2543"/>
                </a:lnTo>
                <a:lnTo>
                  <a:pt x="627" y="2725"/>
                </a:lnTo>
                <a:lnTo>
                  <a:pt x="849" y="2926"/>
                </a:lnTo>
                <a:lnTo>
                  <a:pt x="1333" y="3310"/>
                </a:lnTo>
                <a:lnTo>
                  <a:pt x="1878" y="3713"/>
                </a:lnTo>
                <a:lnTo>
                  <a:pt x="2443" y="4097"/>
                </a:lnTo>
                <a:lnTo>
                  <a:pt x="3532" y="4803"/>
                </a:lnTo>
                <a:lnTo>
                  <a:pt x="4077" y="5146"/>
                </a:lnTo>
                <a:lnTo>
                  <a:pt x="4420" y="5388"/>
                </a:lnTo>
                <a:lnTo>
                  <a:pt x="5672" y="6377"/>
                </a:lnTo>
                <a:lnTo>
                  <a:pt x="6963" y="7467"/>
                </a:lnTo>
                <a:lnTo>
                  <a:pt x="8315" y="8658"/>
                </a:lnTo>
                <a:lnTo>
                  <a:pt x="9748" y="9969"/>
                </a:lnTo>
                <a:lnTo>
                  <a:pt x="10999" y="11140"/>
                </a:lnTo>
                <a:lnTo>
                  <a:pt x="12230" y="12351"/>
                </a:lnTo>
                <a:lnTo>
                  <a:pt x="14631" y="14732"/>
                </a:lnTo>
                <a:lnTo>
                  <a:pt x="17154" y="17214"/>
                </a:lnTo>
                <a:lnTo>
                  <a:pt x="18445" y="18465"/>
                </a:lnTo>
                <a:lnTo>
                  <a:pt x="19737" y="19696"/>
                </a:lnTo>
                <a:lnTo>
                  <a:pt x="20564" y="20443"/>
                </a:lnTo>
                <a:lnTo>
                  <a:pt x="21372" y="21169"/>
                </a:lnTo>
                <a:lnTo>
                  <a:pt x="22138" y="21835"/>
                </a:lnTo>
                <a:lnTo>
                  <a:pt x="22885" y="22501"/>
                </a:lnTo>
                <a:lnTo>
                  <a:pt x="23632" y="23107"/>
                </a:lnTo>
                <a:lnTo>
                  <a:pt x="24358" y="23692"/>
                </a:lnTo>
                <a:lnTo>
                  <a:pt x="25085" y="24257"/>
                </a:lnTo>
                <a:lnTo>
                  <a:pt x="25811" y="24802"/>
                </a:lnTo>
                <a:lnTo>
                  <a:pt x="26336" y="25165"/>
                </a:lnTo>
                <a:lnTo>
                  <a:pt x="26598" y="25326"/>
                </a:lnTo>
                <a:lnTo>
                  <a:pt x="26881" y="25488"/>
                </a:lnTo>
                <a:lnTo>
                  <a:pt x="27183" y="25609"/>
                </a:lnTo>
                <a:lnTo>
                  <a:pt x="27466" y="25710"/>
                </a:lnTo>
                <a:lnTo>
                  <a:pt x="27769" y="25770"/>
                </a:lnTo>
                <a:lnTo>
                  <a:pt x="28051" y="25790"/>
                </a:lnTo>
                <a:lnTo>
                  <a:pt x="28293" y="25770"/>
                </a:lnTo>
                <a:lnTo>
                  <a:pt x="28536" y="25730"/>
                </a:lnTo>
                <a:lnTo>
                  <a:pt x="28677" y="25690"/>
                </a:lnTo>
                <a:lnTo>
                  <a:pt x="28838" y="25609"/>
                </a:lnTo>
                <a:lnTo>
                  <a:pt x="28979" y="25548"/>
                </a:lnTo>
                <a:lnTo>
                  <a:pt x="29141" y="25447"/>
                </a:lnTo>
                <a:lnTo>
                  <a:pt x="29282" y="25347"/>
                </a:lnTo>
                <a:lnTo>
                  <a:pt x="29423" y="25225"/>
                </a:lnTo>
                <a:lnTo>
                  <a:pt x="29706" y="24923"/>
                </a:lnTo>
                <a:lnTo>
                  <a:pt x="29908" y="24681"/>
                </a:lnTo>
                <a:lnTo>
                  <a:pt x="30089" y="24438"/>
                </a:lnTo>
                <a:lnTo>
                  <a:pt x="30231" y="24176"/>
                </a:lnTo>
                <a:lnTo>
                  <a:pt x="30372" y="23914"/>
                </a:lnTo>
                <a:lnTo>
                  <a:pt x="30493" y="23631"/>
                </a:lnTo>
                <a:lnTo>
                  <a:pt x="30594" y="23369"/>
                </a:lnTo>
                <a:lnTo>
                  <a:pt x="30695" y="23086"/>
                </a:lnTo>
                <a:lnTo>
                  <a:pt x="30755" y="22804"/>
                </a:lnTo>
                <a:lnTo>
                  <a:pt x="30816" y="22521"/>
                </a:lnTo>
                <a:lnTo>
                  <a:pt x="30876" y="22239"/>
                </a:lnTo>
                <a:lnTo>
                  <a:pt x="30937" y="21694"/>
                </a:lnTo>
                <a:lnTo>
                  <a:pt x="30957" y="21169"/>
                </a:lnTo>
                <a:lnTo>
                  <a:pt x="30957" y="20685"/>
                </a:lnTo>
                <a:lnTo>
                  <a:pt x="30937" y="20160"/>
                </a:lnTo>
                <a:lnTo>
                  <a:pt x="30897" y="19636"/>
                </a:lnTo>
                <a:lnTo>
                  <a:pt x="30816" y="19111"/>
                </a:lnTo>
                <a:lnTo>
                  <a:pt x="30735" y="18586"/>
                </a:lnTo>
                <a:lnTo>
                  <a:pt x="30533" y="17557"/>
                </a:lnTo>
                <a:lnTo>
                  <a:pt x="30311" y="16568"/>
                </a:lnTo>
                <a:lnTo>
                  <a:pt x="30029" y="15458"/>
                </a:lnTo>
                <a:lnTo>
                  <a:pt x="29746" y="14308"/>
                </a:lnTo>
                <a:lnTo>
                  <a:pt x="29403" y="13117"/>
                </a:lnTo>
                <a:lnTo>
                  <a:pt x="29040" y="11927"/>
                </a:lnTo>
                <a:lnTo>
                  <a:pt x="28636" y="10716"/>
                </a:lnTo>
                <a:lnTo>
                  <a:pt x="28192" y="9505"/>
                </a:lnTo>
                <a:lnTo>
                  <a:pt x="27950" y="8900"/>
                </a:lnTo>
                <a:lnTo>
                  <a:pt x="27688" y="8315"/>
                </a:lnTo>
                <a:lnTo>
                  <a:pt x="27405" y="7709"/>
                </a:lnTo>
                <a:lnTo>
                  <a:pt x="27123" y="7124"/>
                </a:lnTo>
                <a:lnTo>
                  <a:pt x="26780" y="6478"/>
                </a:lnTo>
                <a:lnTo>
                  <a:pt x="26437" y="5853"/>
                </a:lnTo>
                <a:lnTo>
                  <a:pt x="26074" y="5288"/>
                </a:lnTo>
                <a:lnTo>
                  <a:pt x="25730" y="4783"/>
                </a:lnTo>
                <a:lnTo>
                  <a:pt x="25367" y="4279"/>
                </a:lnTo>
                <a:lnTo>
                  <a:pt x="24984" y="3835"/>
                </a:lnTo>
                <a:lnTo>
                  <a:pt x="24600" y="3431"/>
                </a:lnTo>
                <a:lnTo>
                  <a:pt x="24197" y="3048"/>
                </a:lnTo>
                <a:lnTo>
                  <a:pt x="23672" y="2604"/>
                </a:lnTo>
                <a:lnTo>
                  <a:pt x="23127" y="2220"/>
                </a:lnTo>
                <a:lnTo>
                  <a:pt x="22522" y="1857"/>
                </a:lnTo>
                <a:lnTo>
                  <a:pt x="21896" y="1514"/>
                </a:lnTo>
                <a:lnTo>
                  <a:pt x="21251" y="1231"/>
                </a:lnTo>
                <a:lnTo>
                  <a:pt x="20544" y="969"/>
                </a:lnTo>
                <a:lnTo>
                  <a:pt x="19798" y="727"/>
                </a:lnTo>
                <a:lnTo>
                  <a:pt x="19031" y="525"/>
                </a:lnTo>
                <a:lnTo>
                  <a:pt x="18405" y="404"/>
                </a:lnTo>
                <a:lnTo>
                  <a:pt x="17759" y="303"/>
                </a:lnTo>
                <a:lnTo>
                  <a:pt x="17093" y="202"/>
                </a:lnTo>
                <a:lnTo>
                  <a:pt x="16387" y="121"/>
                </a:lnTo>
                <a:lnTo>
                  <a:pt x="15640" y="61"/>
                </a:lnTo>
                <a:lnTo>
                  <a:pt x="14853" y="21"/>
                </a:lnTo>
                <a:lnTo>
                  <a:pt x="14046" y="0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66" name="Google Shape;2666;p33"/>
          <p:cNvSpPr/>
          <p:nvPr/>
        </p:nvSpPr>
        <p:spPr>
          <a:xfrm flipH="1">
            <a:off x="485872" y="210978"/>
            <a:ext cx="1058329" cy="998564"/>
          </a:xfrm>
          <a:custGeom>
            <a:rect b="b" l="l" r="r" t="t"/>
            <a:pathLst>
              <a:path extrusionOk="0" h="17861" w="18930">
                <a:moveTo>
                  <a:pt x="3431" y="81"/>
                </a:moveTo>
                <a:lnTo>
                  <a:pt x="4117" y="102"/>
                </a:lnTo>
                <a:lnTo>
                  <a:pt x="4824" y="162"/>
                </a:lnTo>
                <a:lnTo>
                  <a:pt x="5510" y="263"/>
                </a:lnTo>
                <a:lnTo>
                  <a:pt x="6216" y="404"/>
                </a:lnTo>
                <a:lnTo>
                  <a:pt x="6882" y="566"/>
                </a:lnTo>
                <a:lnTo>
                  <a:pt x="7568" y="768"/>
                </a:lnTo>
                <a:lnTo>
                  <a:pt x="8234" y="1010"/>
                </a:lnTo>
                <a:lnTo>
                  <a:pt x="8880" y="1272"/>
                </a:lnTo>
                <a:lnTo>
                  <a:pt x="9505" y="1575"/>
                </a:lnTo>
                <a:lnTo>
                  <a:pt x="10131" y="1918"/>
                </a:lnTo>
                <a:lnTo>
                  <a:pt x="10736" y="2281"/>
                </a:lnTo>
                <a:lnTo>
                  <a:pt x="11301" y="2664"/>
                </a:lnTo>
                <a:lnTo>
                  <a:pt x="11866" y="3088"/>
                </a:lnTo>
                <a:lnTo>
                  <a:pt x="12391" y="3552"/>
                </a:lnTo>
                <a:lnTo>
                  <a:pt x="12896" y="4017"/>
                </a:lnTo>
                <a:lnTo>
                  <a:pt x="13380" y="4521"/>
                </a:lnTo>
                <a:lnTo>
                  <a:pt x="13824" y="5026"/>
                </a:lnTo>
                <a:lnTo>
                  <a:pt x="14248" y="5570"/>
                </a:lnTo>
                <a:lnTo>
                  <a:pt x="14651" y="6115"/>
                </a:lnTo>
                <a:lnTo>
                  <a:pt x="15035" y="6680"/>
                </a:lnTo>
                <a:lnTo>
                  <a:pt x="15418" y="7245"/>
                </a:lnTo>
                <a:lnTo>
                  <a:pt x="15761" y="7831"/>
                </a:lnTo>
                <a:lnTo>
                  <a:pt x="16084" y="8416"/>
                </a:lnTo>
                <a:lnTo>
                  <a:pt x="16387" y="9021"/>
                </a:lnTo>
                <a:lnTo>
                  <a:pt x="16689" y="9627"/>
                </a:lnTo>
                <a:lnTo>
                  <a:pt x="16972" y="10232"/>
                </a:lnTo>
                <a:lnTo>
                  <a:pt x="17497" y="11423"/>
                </a:lnTo>
                <a:lnTo>
                  <a:pt x="17981" y="12593"/>
                </a:lnTo>
                <a:lnTo>
                  <a:pt x="18183" y="13158"/>
                </a:lnTo>
                <a:lnTo>
                  <a:pt x="18385" y="13723"/>
                </a:lnTo>
                <a:lnTo>
                  <a:pt x="18566" y="14288"/>
                </a:lnTo>
                <a:lnTo>
                  <a:pt x="18707" y="14853"/>
                </a:lnTo>
                <a:lnTo>
                  <a:pt x="18768" y="15136"/>
                </a:lnTo>
                <a:lnTo>
                  <a:pt x="18808" y="15438"/>
                </a:lnTo>
                <a:lnTo>
                  <a:pt x="18829" y="15721"/>
                </a:lnTo>
                <a:lnTo>
                  <a:pt x="18849" y="16003"/>
                </a:lnTo>
                <a:lnTo>
                  <a:pt x="18849" y="16286"/>
                </a:lnTo>
                <a:lnTo>
                  <a:pt x="18829" y="16589"/>
                </a:lnTo>
                <a:lnTo>
                  <a:pt x="18788" y="16871"/>
                </a:lnTo>
                <a:lnTo>
                  <a:pt x="18728" y="17154"/>
                </a:lnTo>
                <a:lnTo>
                  <a:pt x="18687" y="17295"/>
                </a:lnTo>
                <a:lnTo>
                  <a:pt x="18647" y="17416"/>
                </a:lnTo>
                <a:lnTo>
                  <a:pt x="18586" y="17537"/>
                </a:lnTo>
                <a:lnTo>
                  <a:pt x="18486" y="17658"/>
                </a:lnTo>
                <a:lnTo>
                  <a:pt x="18405" y="17699"/>
                </a:lnTo>
                <a:lnTo>
                  <a:pt x="18324" y="17739"/>
                </a:lnTo>
                <a:lnTo>
                  <a:pt x="18243" y="17759"/>
                </a:lnTo>
                <a:lnTo>
                  <a:pt x="18163" y="17779"/>
                </a:lnTo>
                <a:lnTo>
                  <a:pt x="17981" y="17759"/>
                </a:lnTo>
                <a:lnTo>
                  <a:pt x="17799" y="17699"/>
                </a:lnTo>
                <a:lnTo>
                  <a:pt x="17638" y="17618"/>
                </a:lnTo>
                <a:lnTo>
                  <a:pt x="17477" y="17517"/>
                </a:lnTo>
                <a:lnTo>
                  <a:pt x="17234" y="17315"/>
                </a:lnTo>
                <a:lnTo>
                  <a:pt x="16346" y="16548"/>
                </a:lnTo>
                <a:lnTo>
                  <a:pt x="15418" y="15701"/>
                </a:lnTo>
                <a:lnTo>
                  <a:pt x="14429" y="14793"/>
                </a:lnTo>
                <a:lnTo>
                  <a:pt x="13319" y="13743"/>
                </a:lnTo>
                <a:lnTo>
                  <a:pt x="11140" y="11645"/>
                </a:lnTo>
                <a:lnTo>
                  <a:pt x="8860" y="9465"/>
                </a:lnTo>
                <a:lnTo>
                  <a:pt x="7709" y="8375"/>
                </a:lnTo>
                <a:lnTo>
                  <a:pt x="6539" y="7306"/>
                </a:lnTo>
                <a:lnTo>
                  <a:pt x="5611" y="6478"/>
                </a:lnTo>
                <a:lnTo>
                  <a:pt x="4703" y="5691"/>
                </a:lnTo>
                <a:lnTo>
                  <a:pt x="3835" y="4965"/>
                </a:lnTo>
                <a:lnTo>
                  <a:pt x="3007" y="4279"/>
                </a:lnTo>
                <a:lnTo>
                  <a:pt x="2644" y="4017"/>
                </a:lnTo>
                <a:lnTo>
                  <a:pt x="2220" y="3734"/>
                </a:lnTo>
                <a:lnTo>
                  <a:pt x="1575" y="3290"/>
                </a:lnTo>
                <a:lnTo>
                  <a:pt x="1252" y="3048"/>
                </a:lnTo>
                <a:lnTo>
                  <a:pt x="929" y="2806"/>
                </a:lnTo>
                <a:lnTo>
                  <a:pt x="667" y="2564"/>
                </a:lnTo>
                <a:lnTo>
                  <a:pt x="424" y="2301"/>
                </a:lnTo>
                <a:lnTo>
                  <a:pt x="323" y="2160"/>
                </a:lnTo>
                <a:lnTo>
                  <a:pt x="243" y="2019"/>
                </a:lnTo>
                <a:lnTo>
                  <a:pt x="182" y="1898"/>
                </a:lnTo>
                <a:lnTo>
                  <a:pt x="122" y="1756"/>
                </a:lnTo>
                <a:lnTo>
                  <a:pt x="81" y="1575"/>
                </a:lnTo>
                <a:lnTo>
                  <a:pt x="102" y="1413"/>
                </a:lnTo>
                <a:lnTo>
                  <a:pt x="122" y="1232"/>
                </a:lnTo>
                <a:lnTo>
                  <a:pt x="202" y="1070"/>
                </a:lnTo>
                <a:lnTo>
                  <a:pt x="283" y="909"/>
                </a:lnTo>
                <a:lnTo>
                  <a:pt x="384" y="768"/>
                </a:lnTo>
                <a:lnTo>
                  <a:pt x="505" y="646"/>
                </a:lnTo>
                <a:lnTo>
                  <a:pt x="646" y="546"/>
                </a:lnTo>
                <a:lnTo>
                  <a:pt x="808" y="445"/>
                </a:lnTo>
                <a:lnTo>
                  <a:pt x="969" y="384"/>
                </a:lnTo>
                <a:lnTo>
                  <a:pt x="1131" y="324"/>
                </a:lnTo>
                <a:lnTo>
                  <a:pt x="1312" y="263"/>
                </a:lnTo>
                <a:lnTo>
                  <a:pt x="1655" y="202"/>
                </a:lnTo>
                <a:lnTo>
                  <a:pt x="2019" y="142"/>
                </a:lnTo>
                <a:lnTo>
                  <a:pt x="2725" y="102"/>
                </a:lnTo>
                <a:lnTo>
                  <a:pt x="3431" y="81"/>
                </a:lnTo>
                <a:close/>
                <a:moveTo>
                  <a:pt x="3431" y="1"/>
                </a:moveTo>
                <a:lnTo>
                  <a:pt x="2725" y="21"/>
                </a:lnTo>
                <a:lnTo>
                  <a:pt x="2019" y="61"/>
                </a:lnTo>
                <a:lnTo>
                  <a:pt x="1655" y="122"/>
                </a:lnTo>
                <a:lnTo>
                  <a:pt x="1272" y="182"/>
                </a:lnTo>
                <a:lnTo>
                  <a:pt x="1111" y="243"/>
                </a:lnTo>
                <a:lnTo>
                  <a:pt x="929" y="303"/>
                </a:lnTo>
                <a:lnTo>
                  <a:pt x="767" y="384"/>
                </a:lnTo>
                <a:lnTo>
                  <a:pt x="606" y="485"/>
                </a:lnTo>
                <a:lnTo>
                  <a:pt x="465" y="586"/>
                </a:lnTo>
                <a:lnTo>
                  <a:pt x="323" y="727"/>
                </a:lnTo>
                <a:lnTo>
                  <a:pt x="223" y="868"/>
                </a:lnTo>
                <a:lnTo>
                  <a:pt x="122" y="1050"/>
                </a:lnTo>
                <a:lnTo>
                  <a:pt x="41" y="1211"/>
                </a:lnTo>
                <a:lnTo>
                  <a:pt x="21" y="1393"/>
                </a:lnTo>
                <a:lnTo>
                  <a:pt x="1" y="1595"/>
                </a:lnTo>
                <a:lnTo>
                  <a:pt x="41" y="1777"/>
                </a:lnTo>
                <a:lnTo>
                  <a:pt x="102" y="1918"/>
                </a:lnTo>
                <a:lnTo>
                  <a:pt x="162" y="2059"/>
                </a:lnTo>
                <a:lnTo>
                  <a:pt x="263" y="2200"/>
                </a:lnTo>
                <a:lnTo>
                  <a:pt x="364" y="2342"/>
                </a:lnTo>
                <a:lnTo>
                  <a:pt x="586" y="2604"/>
                </a:lnTo>
                <a:lnTo>
                  <a:pt x="868" y="2866"/>
                </a:lnTo>
                <a:lnTo>
                  <a:pt x="1191" y="3108"/>
                </a:lnTo>
                <a:lnTo>
                  <a:pt x="1514" y="3351"/>
                </a:lnTo>
                <a:lnTo>
                  <a:pt x="2180" y="3795"/>
                </a:lnTo>
                <a:lnTo>
                  <a:pt x="2604" y="4077"/>
                </a:lnTo>
                <a:lnTo>
                  <a:pt x="2947" y="4339"/>
                </a:lnTo>
                <a:lnTo>
                  <a:pt x="3794" y="5026"/>
                </a:lnTo>
                <a:lnTo>
                  <a:pt x="4662" y="5752"/>
                </a:lnTo>
                <a:lnTo>
                  <a:pt x="5550" y="6539"/>
                </a:lnTo>
                <a:lnTo>
                  <a:pt x="6499" y="7366"/>
                </a:lnTo>
                <a:lnTo>
                  <a:pt x="7649" y="8436"/>
                </a:lnTo>
                <a:lnTo>
                  <a:pt x="8799" y="9526"/>
                </a:lnTo>
                <a:lnTo>
                  <a:pt x="11079" y="11705"/>
                </a:lnTo>
                <a:lnTo>
                  <a:pt x="13279" y="13804"/>
                </a:lnTo>
                <a:lnTo>
                  <a:pt x="14369" y="14853"/>
                </a:lnTo>
                <a:lnTo>
                  <a:pt x="15358" y="15761"/>
                </a:lnTo>
                <a:lnTo>
                  <a:pt x="16286" y="16609"/>
                </a:lnTo>
                <a:lnTo>
                  <a:pt x="17174" y="17376"/>
                </a:lnTo>
                <a:lnTo>
                  <a:pt x="17355" y="17537"/>
                </a:lnTo>
                <a:lnTo>
                  <a:pt x="17598" y="17678"/>
                </a:lnTo>
                <a:lnTo>
                  <a:pt x="17719" y="17739"/>
                </a:lnTo>
                <a:lnTo>
                  <a:pt x="17860" y="17800"/>
                </a:lnTo>
                <a:lnTo>
                  <a:pt x="18001" y="17840"/>
                </a:lnTo>
                <a:lnTo>
                  <a:pt x="18142" y="17860"/>
                </a:lnTo>
                <a:lnTo>
                  <a:pt x="18243" y="17840"/>
                </a:lnTo>
                <a:lnTo>
                  <a:pt x="18344" y="17820"/>
                </a:lnTo>
                <a:lnTo>
                  <a:pt x="18445" y="17779"/>
                </a:lnTo>
                <a:lnTo>
                  <a:pt x="18526" y="17719"/>
                </a:lnTo>
                <a:lnTo>
                  <a:pt x="18647" y="17598"/>
                </a:lnTo>
                <a:lnTo>
                  <a:pt x="18707" y="17456"/>
                </a:lnTo>
                <a:lnTo>
                  <a:pt x="18768" y="17315"/>
                </a:lnTo>
                <a:lnTo>
                  <a:pt x="18808" y="17174"/>
                </a:lnTo>
                <a:lnTo>
                  <a:pt x="18869" y="16891"/>
                </a:lnTo>
                <a:lnTo>
                  <a:pt x="18909" y="16589"/>
                </a:lnTo>
                <a:lnTo>
                  <a:pt x="18929" y="16306"/>
                </a:lnTo>
                <a:lnTo>
                  <a:pt x="18929" y="16003"/>
                </a:lnTo>
                <a:lnTo>
                  <a:pt x="18909" y="15721"/>
                </a:lnTo>
                <a:lnTo>
                  <a:pt x="18889" y="15418"/>
                </a:lnTo>
                <a:lnTo>
                  <a:pt x="18849" y="15136"/>
                </a:lnTo>
                <a:lnTo>
                  <a:pt x="18788" y="14853"/>
                </a:lnTo>
                <a:lnTo>
                  <a:pt x="18647" y="14268"/>
                </a:lnTo>
                <a:lnTo>
                  <a:pt x="18465" y="13703"/>
                </a:lnTo>
                <a:lnTo>
                  <a:pt x="18264" y="13138"/>
                </a:lnTo>
                <a:lnTo>
                  <a:pt x="18042" y="12573"/>
                </a:lnTo>
                <a:lnTo>
                  <a:pt x="17577" y="11382"/>
                </a:lnTo>
                <a:lnTo>
                  <a:pt x="17053" y="10192"/>
                </a:lnTo>
                <a:lnTo>
                  <a:pt x="16770" y="9586"/>
                </a:lnTo>
                <a:lnTo>
                  <a:pt x="16468" y="8981"/>
                </a:lnTo>
                <a:lnTo>
                  <a:pt x="16145" y="8375"/>
                </a:lnTo>
                <a:lnTo>
                  <a:pt x="15822" y="7790"/>
                </a:lnTo>
                <a:lnTo>
                  <a:pt x="15479" y="7205"/>
                </a:lnTo>
                <a:lnTo>
                  <a:pt x="15115" y="6620"/>
                </a:lnTo>
                <a:lnTo>
                  <a:pt x="14732" y="6055"/>
                </a:lnTo>
                <a:lnTo>
                  <a:pt x="14308" y="5510"/>
                </a:lnTo>
                <a:lnTo>
                  <a:pt x="13884" y="4965"/>
                </a:lnTo>
                <a:lnTo>
                  <a:pt x="13441" y="4460"/>
                </a:lnTo>
                <a:lnTo>
                  <a:pt x="12956" y="3956"/>
                </a:lnTo>
                <a:lnTo>
                  <a:pt x="12452" y="3492"/>
                </a:lnTo>
                <a:lnTo>
                  <a:pt x="11927" y="3028"/>
                </a:lnTo>
                <a:lnTo>
                  <a:pt x="11362" y="2604"/>
                </a:lnTo>
                <a:lnTo>
                  <a:pt x="10777" y="2200"/>
                </a:lnTo>
                <a:lnTo>
                  <a:pt x="10171" y="1837"/>
                </a:lnTo>
                <a:lnTo>
                  <a:pt x="9546" y="1494"/>
                </a:lnTo>
                <a:lnTo>
                  <a:pt x="8900" y="1191"/>
                </a:lnTo>
                <a:lnTo>
                  <a:pt x="8254" y="929"/>
                </a:lnTo>
                <a:lnTo>
                  <a:pt x="7588" y="687"/>
                </a:lnTo>
                <a:lnTo>
                  <a:pt x="6902" y="485"/>
                </a:lnTo>
                <a:lnTo>
                  <a:pt x="6216" y="324"/>
                </a:lnTo>
                <a:lnTo>
                  <a:pt x="5530" y="182"/>
                </a:lnTo>
                <a:lnTo>
                  <a:pt x="4824" y="81"/>
                </a:lnTo>
                <a:lnTo>
                  <a:pt x="4138" y="21"/>
                </a:lnTo>
                <a:lnTo>
                  <a:pt x="3431" y="1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67" name="Google Shape;2667;p33"/>
          <p:cNvSpPr/>
          <p:nvPr/>
        </p:nvSpPr>
        <p:spPr>
          <a:xfrm flipH="1">
            <a:off x="782579" y="321561"/>
            <a:ext cx="453633" cy="455870"/>
          </a:xfrm>
          <a:custGeom>
            <a:rect b="b" l="l" r="r" t="t"/>
            <a:pathLst>
              <a:path extrusionOk="0" h="8154" w="8114">
                <a:moveTo>
                  <a:pt x="1010" y="81"/>
                </a:moveTo>
                <a:lnTo>
                  <a:pt x="1151" y="101"/>
                </a:lnTo>
                <a:lnTo>
                  <a:pt x="1413" y="162"/>
                </a:lnTo>
                <a:lnTo>
                  <a:pt x="1696" y="263"/>
                </a:lnTo>
                <a:lnTo>
                  <a:pt x="1938" y="384"/>
                </a:lnTo>
                <a:lnTo>
                  <a:pt x="2200" y="545"/>
                </a:lnTo>
                <a:lnTo>
                  <a:pt x="2422" y="707"/>
                </a:lnTo>
                <a:lnTo>
                  <a:pt x="2644" y="888"/>
                </a:lnTo>
                <a:lnTo>
                  <a:pt x="3108" y="1251"/>
                </a:lnTo>
                <a:lnTo>
                  <a:pt x="3552" y="1635"/>
                </a:lnTo>
                <a:lnTo>
                  <a:pt x="3976" y="2039"/>
                </a:lnTo>
                <a:lnTo>
                  <a:pt x="4400" y="2422"/>
                </a:lnTo>
                <a:lnTo>
                  <a:pt x="4783" y="2826"/>
                </a:lnTo>
                <a:lnTo>
                  <a:pt x="5167" y="3229"/>
                </a:lnTo>
                <a:lnTo>
                  <a:pt x="5530" y="3653"/>
                </a:lnTo>
                <a:lnTo>
                  <a:pt x="5873" y="4077"/>
                </a:lnTo>
                <a:lnTo>
                  <a:pt x="6196" y="4500"/>
                </a:lnTo>
                <a:lnTo>
                  <a:pt x="6499" y="4924"/>
                </a:lnTo>
                <a:lnTo>
                  <a:pt x="6781" y="5348"/>
                </a:lnTo>
                <a:lnTo>
                  <a:pt x="7064" y="5792"/>
                </a:lnTo>
                <a:lnTo>
                  <a:pt x="7306" y="6236"/>
                </a:lnTo>
                <a:lnTo>
                  <a:pt x="7548" y="6680"/>
                </a:lnTo>
                <a:lnTo>
                  <a:pt x="7770" y="7144"/>
                </a:lnTo>
                <a:lnTo>
                  <a:pt x="7972" y="7588"/>
                </a:lnTo>
                <a:lnTo>
                  <a:pt x="8012" y="7729"/>
                </a:lnTo>
                <a:lnTo>
                  <a:pt x="8032" y="7871"/>
                </a:lnTo>
                <a:lnTo>
                  <a:pt x="8032" y="7931"/>
                </a:lnTo>
                <a:lnTo>
                  <a:pt x="8012" y="7992"/>
                </a:lnTo>
                <a:lnTo>
                  <a:pt x="7972" y="8032"/>
                </a:lnTo>
                <a:lnTo>
                  <a:pt x="7932" y="8052"/>
                </a:lnTo>
                <a:lnTo>
                  <a:pt x="7851" y="8072"/>
                </a:lnTo>
                <a:lnTo>
                  <a:pt x="7790" y="8072"/>
                </a:lnTo>
                <a:lnTo>
                  <a:pt x="7649" y="8012"/>
                </a:lnTo>
                <a:lnTo>
                  <a:pt x="7346" y="7830"/>
                </a:lnTo>
                <a:lnTo>
                  <a:pt x="7084" y="7628"/>
                </a:lnTo>
                <a:lnTo>
                  <a:pt x="6822" y="7386"/>
                </a:lnTo>
                <a:lnTo>
                  <a:pt x="6559" y="7164"/>
                </a:lnTo>
                <a:lnTo>
                  <a:pt x="2523" y="3310"/>
                </a:lnTo>
                <a:lnTo>
                  <a:pt x="2180" y="3007"/>
                </a:lnTo>
                <a:lnTo>
                  <a:pt x="1514" y="2462"/>
                </a:lnTo>
                <a:lnTo>
                  <a:pt x="1151" y="2119"/>
                </a:lnTo>
                <a:lnTo>
                  <a:pt x="808" y="1776"/>
                </a:lnTo>
                <a:lnTo>
                  <a:pt x="485" y="1413"/>
                </a:lnTo>
                <a:lnTo>
                  <a:pt x="364" y="1251"/>
                </a:lnTo>
                <a:lnTo>
                  <a:pt x="243" y="1070"/>
                </a:lnTo>
                <a:lnTo>
                  <a:pt x="162" y="908"/>
                </a:lnTo>
                <a:lnTo>
                  <a:pt x="102" y="767"/>
                </a:lnTo>
                <a:lnTo>
                  <a:pt x="81" y="626"/>
                </a:lnTo>
                <a:lnTo>
                  <a:pt x="81" y="485"/>
                </a:lnTo>
                <a:lnTo>
                  <a:pt x="122" y="424"/>
                </a:lnTo>
                <a:lnTo>
                  <a:pt x="142" y="364"/>
                </a:lnTo>
                <a:lnTo>
                  <a:pt x="243" y="263"/>
                </a:lnTo>
                <a:lnTo>
                  <a:pt x="404" y="182"/>
                </a:lnTo>
                <a:lnTo>
                  <a:pt x="606" y="101"/>
                </a:lnTo>
                <a:lnTo>
                  <a:pt x="747" y="81"/>
                </a:lnTo>
                <a:close/>
                <a:moveTo>
                  <a:pt x="727" y="0"/>
                </a:moveTo>
                <a:lnTo>
                  <a:pt x="586" y="41"/>
                </a:lnTo>
                <a:lnTo>
                  <a:pt x="364" y="101"/>
                </a:lnTo>
                <a:lnTo>
                  <a:pt x="203" y="202"/>
                </a:lnTo>
                <a:lnTo>
                  <a:pt x="122" y="263"/>
                </a:lnTo>
                <a:lnTo>
                  <a:pt x="81" y="323"/>
                </a:lnTo>
                <a:lnTo>
                  <a:pt x="41" y="384"/>
                </a:lnTo>
                <a:lnTo>
                  <a:pt x="21" y="464"/>
                </a:lnTo>
                <a:lnTo>
                  <a:pt x="1" y="606"/>
                </a:lnTo>
                <a:lnTo>
                  <a:pt x="21" y="767"/>
                </a:lnTo>
                <a:lnTo>
                  <a:pt x="81" y="908"/>
                </a:lnTo>
                <a:lnTo>
                  <a:pt x="162" y="1090"/>
                </a:lnTo>
                <a:lnTo>
                  <a:pt x="263" y="1251"/>
                </a:lnTo>
                <a:lnTo>
                  <a:pt x="404" y="1433"/>
                </a:lnTo>
                <a:lnTo>
                  <a:pt x="707" y="1796"/>
                </a:lnTo>
                <a:lnTo>
                  <a:pt x="1070" y="2139"/>
                </a:lnTo>
                <a:lnTo>
                  <a:pt x="1434" y="2482"/>
                </a:lnTo>
                <a:lnTo>
                  <a:pt x="2120" y="3088"/>
                </a:lnTo>
                <a:lnTo>
                  <a:pt x="2463" y="3370"/>
                </a:lnTo>
                <a:lnTo>
                  <a:pt x="6499" y="7225"/>
                </a:lnTo>
                <a:lnTo>
                  <a:pt x="6761" y="7467"/>
                </a:lnTo>
                <a:lnTo>
                  <a:pt x="7023" y="7689"/>
                </a:lnTo>
                <a:lnTo>
                  <a:pt x="7306" y="7911"/>
                </a:lnTo>
                <a:lnTo>
                  <a:pt x="7609" y="8093"/>
                </a:lnTo>
                <a:lnTo>
                  <a:pt x="7730" y="8133"/>
                </a:lnTo>
                <a:lnTo>
                  <a:pt x="7851" y="8153"/>
                </a:lnTo>
                <a:lnTo>
                  <a:pt x="7911" y="8153"/>
                </a:lnTo>
                <a:lnTo>
                  <a:pt x="7972" y="8133"/>
                </a:lnTo>
                <a:lnTo>
                  <a:pt x="8032" y="8093"/>
                </a:lnTo>
                <a:lnTo>
                  <a:pt x="8073" y="8032"/>
                </a:lnTo>
                <a:lnTo>
                  <a:pt x="8093" y="7971"/>
                </a:lnTo>
                <a:lnTo>
                  <a:pt x="8113" y="7891"/>
                </a:lnTo>
                <a:lnTo>
                  <a:pt x="8093" y="7729"/>
                </a:lnTo>
                <a:lnTo>
                  <a:pt x="8032" y="7568"/>
                </a:lnTo>
                <a:lnTo>
                  <a:pt x="7831" y="7104"/>
                </a:lnTo>
                <a:lnTo>
                  <a:pt x="7629" y="6640"/>
                </a:lnTo>
                <a:lnTo>
                  <a:pt x="7387" y="6196"/>
                </a:lnTo>
                <a:lnTo>
                  <a:pt x="7124" y="5752"/>
                </a:lnTo>
                <a:lnTo>
                  <a:pt x="6862" y="5308"/>
                </a:lnTo>
                <a:lnTo>
                  <a:pt x="6559" y="4884"/>
                </a:lnTo>
                <a:lnTo>
                  <a:pt x="6257" y="4440"/>
                </a:lnTo>
                <a:lnTo>
                  <a:pt x="5934" y="4016"/>
                </a:lnTo>
                <a:lnTo>
                  <a:pt x="5591" y="3592"/>
                </a:lnTo>
                <a:lnTo>
                  <a:pt x="5227" y="3189"/>
                </a:lnTo>
                <a:lnTo>
                  <a:pt x="4844" y="2785"/>
                </a:lnTo>
                <a:lnTo>
                  <a:pt x="4461" y="2382"/>
                </a:lnTo>
                <a:lnTo>
                  <a:pt x="4037" y="1978"/>
                </a:lnTo>
                <a:lnTo>
                  <a:pt x="3613" y="1574"/>
                </a:lnTo>
                <a:lnTo>
                  <a:pt x="3169" y="1191"/>
                </a:lnTo>
                <a:lnTo>
                  <a:pt x="2705" y="808"/>
                </a:lnTo>
                <a:lnTo>
                  <a:pt x="2463" y="646"/>
                </a:lnTo>
                <a:lnTo>
                  <a:pt x="2221" y="464"/>
                </a:lnTo>
                <a:lnTo>
                  <a:pt x="1978" y="323"/>
                </a:lnTo>
                <a:lnTo>
                  <a:pt x="1716" y="182"/>
                </a:lnTo>
                <a:lnTo>
                  <a:pt x="1434" y="81"/>
                </a:lnTo>
                <a:lnTo>
                  <a:pt x="1151" y="21"/>
                </a:lnTo>
                <a:lnTo>
                  <a:pt x="1010" y="0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68" name="Google Shape;2668;p33"/>
          <p:cNvSpPr/>
          <p:nvPr/>
        </p:nvSpPr>
        <p:spPr>
          <a:xfrm>
            <a:off x="4343388" y="4508212"/>
            <a:ext cx="457237" cy="429412"/>
          </a:xfrm>
          <a:custGeom>
            <a:rect b="b" l="l" r="r" t="t"/>
            <a:pathLst>
              <a:path extrusionOk="0" h="92099" w="98067">
                <a:moveTo>
                  <a:pt x="49019" y="0"/>
                </a:moveTo>
                <a:lnTo>
                  <a:pt x="48824" y="1171"/>
                </a:lnTo>
                <a:lnTo>
                  <a:pt x="48629" y="2064"/>
                </a:lnTo>
                <a:lnTo>
                  <a:pt x="48378" y="3151"/>
                </a:lnTo>
                <a:lnTo>
                  <a:pt x="48071" y="4434"/>
                </a:lnTo>
                <a:lnTo>
                  <a:pt x="47709" y="5884"/>
                </a:lnTo>
                <a:lnTo>
                  <a:pt x="47263" y="7501"/>
                </a:lnTo>
                <a:lnTo>
                  <a:pt x="46733" y="9230"/>
                </a:lnTo>
                <a:lnTo>
                  <a:pt x="46119" y="11070"/>
                </a:lnTo>
                <a:lnTo>
                  <a:pt x="45422" y="13050"/>
                </a:lnTo>
                <a:lnTo>
                  <a:pt x="44641" y="15085"/>
                </a:lnTo>
                <a:lnTo>
                  <a:pt x="43777" y="17177"/>
                </a:lnTo>
                <a:lnTo>
                  <a:pt x="43303" y="18264"/>
                </a:lnTo>
                <a:lnTo>
                  <a:pt x="42801" y="19351"/>
                </a:lnTo>
                <a:lnTo>
                  <a:pt x="42271" y="20439"/>
                </a:lnTo>
                <a:lnTo>
                  <a:pt x="41742" y="21554"/>
                </a:lnTo>
                <a:lnTo>
                  <a:pt x="41156" y="22670"/>
                </a:lnTo>
                <a:lnTo>
                  <a:pt x="40543" y="23785"/>
                </a:lnTo>
                <a:lnTo>
                  <a:pt x="39929" y="24900"/>
                </a:lnTo>
                <a:lnTo>
                  <a:pt x="39260" y="25988"/>
                </a:lnTo>
                <a:lnTo>
                  <a:pt x="38563" y="27103"/>
                </a:lnTo>
                <a:lnTo>
                  <a:pt x="37838" y="28218"/>
                </a:lnTo>
                <a:lnTo>
                  <a:pt x="37113" y="29306"/>
                </a:lnTo>
                <a:lnTo>
                  <a:pt x="36332" y="30421"/>
                </a:lnTo>
                <a:lnTo>
                  <a:pt x="35524" y="31481"/>
                </a:lnTo>
                <a:lnTo>
                  <a:pt x="34687" y="32568"/>
                </a:lnTo>
                <a:lnTo>
                  <a:pt x="33795" y="33600"/>
                </a:lnTo>
                <a:lnTo>
                  <a:pt x="32903" y="34659"/>
                </a:lnTo>
                <a:lnTo>
                  <a:pt x="31954" y="35663"/>
                </a:lnTo>
                <a:lnTo>
                  <a:pt x="30979" y="36667"/>
                </a:lnTo>
                <a:lnTo>
                  <a:pt x="29975" y="37643"/>
                </a:lnTo>
                <a:lnTo>
                  <a:pt x="28943" y="38591"/>
                </a:lnTo>
                <a:lnTo>
                  <a:pt x="27856" y="39511"/>
                </a:lnTo>
                <a:lnTo>
                  <a:pt x="26740" y="40403"/>
                </a:lnTo>
                <a:lnTo>
                  <a:pt x="25597" y="41268"/>
                </a:lnTo>
                <a:lnTo>
                  <a:pt x="24426" y="42104"/>
                </a:lnTo>
                <a:lnTo>
                  <a:pt x="23199" y="42885"/>
                </a:lnTo>
                <a:lnTo>
                  <a:pt x="21944" y="43638"/>
                </a:lnTo>
                <a:lnTo>
                  <a:pt x="20634" y="44363"/>
                </a:lnTo>
                <a:lnTo>
                  <a:pt x="19295" y="45060"/>
                </a:lnTo>
                <a:lnTo>
                  <a:pt x="17929" y="45673"/>
                </a:lnTo>
                <a:lnTo>
                  <a:pt x="16507" y="46287"/>
                </a:lnTo>
                <a:lnTo>
                  <a:pt x="15057" y="46816"/>
                </a:lnTo>
                <a:lnTo>
                  <a:pt x="13551" y="47318"/>
                </a:lnTo>
                <a:lnTo>
                  <a:pt x="12018" y="47765"/>
                </a:lnTo>
                <a:lnTo>
                  <a:pt x="10428" y="48155"/>
                </a:lnTo>
                <a:lnTo>
                  <a:pt x="8811" y="48489"/>
                </a:lnTo>
                <a:lnTo>
                  <a:pt x="7138" y="48768"/>
                </a:lnTo>
                <a:lnTo>
                  <a:pt x="5409" y="48991"/>
                </a:lnTo>
                <a:lnTo>
                  <a:pt x="3653" y="49159"/>
                </a:lnTo>
                <a:lnTo>
                  <a:pt x="1868" y="49242"/>
                </a:lnTo>
                <a:lnTo>
                  <a:pt x="948" y="49270"/>
                </a:lnTo>
                <a:lnTo>
                  <a:pt x="0" y="49298"/>
                </a:lnTo>
                <a:lnTo>
                  <a:pt x="474" y="49438"/>
                </a:lnTo>
                <a:lnTo>
                  <a:pt x="1840" y="49856"/>
                </a:lnTo>
                <a:lnTo>
                  <a:pt x="3959" y="50581"/>
                </a:lnTo>
                <a:lnTo>
                  <a:pt x="5270" y="51055"/>
                </a:lnTo>
                <a:lnTo>
                  <a:pt x="6720" y="51585"/>
                </a:lnTo>
                <a:lnTo>
                  <a:pt x="8309" y="52226"/>
                </a:lnTo>
                <a:lnTo>
                  <a:pt x="10010" y="52951"/>
                </a:lnTo>
                <a:lnTo>
                  <a:pt x="11823" y="53732"/>
                </a:lnTo>
                <a:lnTo>
                  <a:pt x="13719" y="54624"/>
                </a:lnTo>
                <a:lnTo>
                  <a:pt x="15698" y="55600"/>
                </a:lnTo>
                <a:lnTo>
                  <a:pt x="17762" y="56631"/>
                </a:lnTo>
                <a:lnTo>
                  <a:pt x="19853" y="57775"/>
                </a:lnTo>
                <a:lnTo>
                  <a:pt x="21972" y="59001"/>
                </a:lnTo>
                <a:lnTo>
                  <a:pt x="23032" y="59671"/>
                </a:lnTo>
                <a:lnTo>
                  <a:pt x="24119" y="60340"/>
                </a:lnTo>
                <a:lnTo>
                  <a:pt x="25179" y="61037"/>
                </a:lnTo>
                <a:lnTo>
                  <a:pt x="26266" y="61762"/>
                </a:lnTo>
                <a:lnTo>
                  <a:pt x="27354" y="62487"/>
                </a:lnTo>
                <a:lnTo>
                  <a:pt x="28413" y="63268"/>
                </a:lnTo>
                <a:lnTo>
                  <a:pt x="29473" y="64048"/>
                </a:lnTo>
                <a:lnTo>
                  <a:pt x="30532" y="64857"/>
                </a:lnTo>
                <a:lnTo>
                  <a:pt x="31592" y="65693"/>
                </a:lnTo>
                <a:lnTo>
                  <a:pt x="32624" y="66558"/>
                </a:lnTo>
                <a:lnTo>
                  <a:pt x="33627" y="67450"/>
                </a:lnTo>
                <a:lnTo>
                  <a:pt x="34659" y="68370"/>
                </a:lnTo>
                <a:lnTo>
                  <a:pt x="35635" y="69290"/>
                </a:lnTo>
                <a:lnTo>
                  <a:pt x="36611" y="70266"/>
                </a:lnTo>
                <a:lnTo>
                  <a:pt x="37559" y="71242"/>
                </a:lnTo>
                <a:lnTo>
                  <a:pt x="38507" y="72274"/>
                </a:lnTo>
                <a:lnTo>
                  <a:pt x="39399" y="73306"/>
                </a:lnTo>
                <a:lnTo>
                  <a:pt x="40292" y="74365"/>
                </a:lnTo>
                <a:lnTo>
                  <a:pt x="41156" y="75453"/>
                </a:lnTo>
                <a:lnTo>
                  <a:pt x="41993" y="76568"/>
                </a:lnTo>
                <a:lnTo>
                  <a:pt x="42773" y="77711"/>
                </a:lnTo>
                <a:lnTo>
                  <a:pt x="43554" y="78882"/>
                </a:lnTo>
                <a:lnTo>
                  <a:pt x="44279" y="80081"/>
                </a:lnTo>
                <a:lnTo>
                  <a:pt x="44976" y="81308"/>
                </a:lnTo>
                <a:lnTo>
                  <a:pt x="45617" y="82563"/>
                </a:lnTo>
                <a:lnTo>
                  <a:pt x="46259" y="83846"/>
                </a:lnTo>
                <a:lnTo>
                  <a:pt x="46816" y="85156"/>
                </a:lnTo>
                <a:lnTo>
                  <a:pt x="47374" y="86494"/>
                </a:lnTo>
                <a:lnTo>
                  <a:pt x="47848" y="87833"/>
                </a:lnTo>
                <a:lnTo>
                  <a:pt x="48294" y="89227"/>
                </a:lnTo>
                <a:lnTo>
                  <a:pt x="48685" y="90649"/>
                </a:lnTo>
                <a:lnTo>
                  <a:pt x="49019" y="92099"/>
                </a:lnTo>
                <a:lnTo>
                  <a:pt x="49382" y="90649"/>
                </a:lnTo>
                <a:lnTo>
                  <a:pt x="49772" y="89227"/>
                </a:lnTo>
                <a:lnTo>
                  <a:pt x="50218" y="87833"/>
                </a:lnTo>
                <a:lnTo>
                  <a:pt x="50692" y="86494"/>
                </a:lnTo>
                <a:lnTo>
                  <a:pt x="51250" y="85156"/>
                </a:lnTo>
                <a:lnTo>
                  <a:pt x="51808" y="83846"/>
                </a:lnTo>
                <a:lnTo>
                  <a:pt x="52421" y="82563"/>
                </a:lnTo>
                <a:lnTo>
                  <a:pt x="53090" y="81308"/>
                </a:lnTo>
                <a:lnTo>
                  <a:pt x="53787" y="80081"/>
                </a:lnTo>
                <a:lnTo>
                  <a:pt x="54512" y="78882"/>
                </a:lnTo>
                <a:lnTo>
                  <a:pt x="55293" y="77711"/>
                </a:lnTo>
                <a:lnTo>
                  <a:pt x="56074" y="76568"/>
                </a:lnTo>
                <a:lnTo>
                  <a:pt x="56910" y="75453"/>
                </a:lnTo>
                <a:lnTo>
                  <a:pt x="57775" y="74365"/>
                </a:lnTo>
                <a:lnTo>
                  <a:pt x="58639" y="73306"/>
                </a:lnTo>
                <a:lnTo>
                  <a:pt x="59559" y="72274"/>
                </a:lnTo>
                <a:lnTo>
                  <a:pt x="60479" y="71242"/>
                </a:lnTo>
                <a:lnTo>
                  <a:pt x="61455" y="70266"/>
                </a:lnTo>
                <a:lnTo>
                  <a:pt x="62431" y="69290"/>
                </a:lnTo>
                <a:lnTo>
                  <a:pt x="63407" y="68370"/>
                </a:lnTo>
                <a:lnTo>
                  <a:pt x="64411" y="67450"/>
                </a:lnTo>
                <a:lnTo>
                  <a:pt x="65443" y="66558"/>
                </a:lnTo>
                <a:lnTo>
                  <a:pt x="66474" y="65693"/>
                </a:lnTo>
                <a:lnTo>
                  <a:pt x="67534" y="64857"/>
                </a:lnTo>
                <a:lnTo>
                  <a:pt x="68593" y="64048"/>
                </a:lnTo>
                <a:lnTo>
                  <a:pt x="69653" y="63268"/>
                </a:lnTo>
                <a:lnTo>
                  <a:pt x="70713" y="62487"/>
                </a:lnTo>
                <a:lnTo>
                  <a:pt x="71800" y="61762"/>
                </a:lnTo>
                <a:lnTo>
                  <a:pt x="72860" y="61037"/>
                </a:lnTo>
                <a:lnTo>
                  <a:pt x="73947" y="60340"/>
                </a:lnTo>
                <a:lnTo>
                  <a:pt x="75034" y="59671"/>
                </a:lnTo>
                <a:lnTo>
                  <a:pt x="76094" y="59001"/>
                </a:lnTo>
                <a:lnTo>
                  <a:pt x="78213" y="57775"/>
                </a:lnTo>
                <a:lnTo>
                  <a:pt x="80304" y="56631"/>
                </a:lnTo>
                <a:lnTo>
                  <a:pt x="82368" y="55600"/>
                </a:lnTo>
                <a:lnTo>
                  <a:pt x="84348" y="54624"/>
                </a:lnTo>
                <a:lnTo>
                  <a:pt x="86244" y="53732"/>
                </a:lnTo>
                <a:lnTo>
                  <a:pt x="88056" y="52951"/>
                </a:lnTo>
                <a:lnTo>
                  <a:pt x="89757" y="52226"/>
                </a:lnTo>
                <a:lnTo>
                  <a:pt x="91346" y="51585"/>
                </a:lnTo>
                <a:lnTo>
                  <a:pt x="92796" y="51055"/>
                </a:lnTo>
                <a:lnTo>
                  <a:pt x="94107" y="50581"/>
                </a:lnTo>
                <a:lnTo>
                  <a:pt x="96226" y="49856"/>
                </a:lnTo>
                <a:lnTo>
                  <a:pt x="97592" y="49438"/>
                </a:lnTo>
                <a:lnTo>
                  <a:pt x="98066" y="49298"/>
                </a:lnTo>
                <a:lnTo>
                  <a:pt x="97118" y="49270"/>
                </a:lnTo>
                <a:lnTo>
                  <a:pt x="96198" y="49242"/>
                </a:lnTo>
                <a:lnTo>
                  <a:pt x="94413" y="49159"/>
                </a:lnTo>
                <a:lnTo>
                  <a:pt x="92657" y="48991"/>
                </a:lnTo>
                <a:lnTo>
                  <a:pt x="90928" y="48768"/>
                </a:lnTo>
                <a:lnTo>
                  <a:pt x="89255" y="48489"/>
                </a:lnTo>
                <a:lnTo>
                  <a:pt x="87638" y="48155"/>
                </a:lnTo>
                <a:lnTo>
                  <a:pt x="86048" y="47765"/>
                </a:lnTo>
                <a:lnTo>
                  <a:pt x="84515" y="47318"/>
                </a:lnTo>
                <a:lnTo>
                  <a:pt x="83009" y="46816"/>
                </a:lnTo>
                <a:lnTo>
                  <a:pt x="81559" y="46287"/>
                </a:lnTo>
                <a:lnTo>
                  <a:pt x="80137" y="45673"/>
                </a:lnTo>
                <a:lnTo>
                  <a:pt x="78771" y="45060"/>
                </a:lnTo>
                <a:lnTo>
                  <a:pt x="77432" y="44363"/>
                </a:lnTo>
                <a:lnTo>
                  <a:pt x="76122" y="43638"/>
                </a:lnTo>
                <a:lnTo>
                  <a:pt x="74867" y="42885"/>
                </a:lnTo>
                <a:lnTo>
                  <a:pt x="73640" y="42104"/>
                </a:lnTo>
                <a:lnTo>
                  <a:pt x="72469" y="41268"/>
                </a:lnTo>
                <a:lnTo>
                  <a:pt x="71298" y="40403"/>
                </a:lnTo>
                <a:lnTo>
                  <a:pt x="70211" y="39511"/>
                </a:lnTo>
                <a:lnTo>
                  <a:pt x="69123" y="38591"/>
                </a:lnTo>
                <a:lnTo>
                  <a:pt x="68091" y="37643"/>
                </a:lnTo>
                <a:lnTo>
                  <a:pt x="67088" y="36667"/>
                </a:lnTo>
                <a:lnTo>
                  <a:pt x="66112" y="35663"/>
                </a:lnTo>
                <a:lnTo>
                  <a:pt x="65164" y="34659"/>
                </a:lnTo>
                <a:lnTo>
                  <a:pt x="64271" y="33600"/>
                </a:lnTo>
                <a:lnTo>
                  <a:pt x="63379" y="32568"/>
                </a:lnTo>
                <a:lnTo>
                  <a:pt x="62543" y="31481"/>
                </a:lnTo>
                <a:lnTo>
                  <a:pt x="61734" y="30421"/>
                </a:lnTo>
                <a:lnTo>
                  <a:pt x="60953" y="29306"/>
                </a:lnTo>
                <a:lnTo>
                  <a:pt x="60200" y="28218"/>
                </a:lnTo>
                <a:lnTo>
                  <a:pt x="59503" y="27103"/>
                </a:lnTo>
                <a:lnTo>
                  <a:pt x="58806" y="25988"/>
                </a:lnTo>
                <a:lnTo>
                  <a:pt x="58137" y="24900"/>
                </a:lnTo>
                <a:lnTo>
                  <a:pt x="57524" y="23785"/>
                </a:lnTo>
                <a:lnTo>
                  <a:pt x="56910" y="22670"/>
                </a:lnTo>
                <a:lnTo>
                  <a:pt x="56325" y="21554"/>
                </a:lnTo>
                <a:lnTo>
                  <a:pt x="55795" y="20439"/>
                </a:lnTo>
                <a:lnTo>
                  <a:pt x="55265" y="19351"/>
                </a:lnTo>
                <a:lnTo>
                  <a:pt x="54763" y="18264"/>
                </a:lnTo>
                <a:lnTo>
                  <a:pt x="54289" y="17177"/>
                </a:lnTo>
                <a:lnTo>
                  <a:pt x="53425" y="15085"/>
                </a:lnTo>
                <a:lnTo>
                  <a:pt x="52644" y="13050"/>
                </a:lnTo>
                <a:lnTo>
                  <a:pt x="51947" y="11070"/>
                </a:lnTo>
                <a:lnTo>
                  <a:pt x="51334" y="9230"/>
                </a:lnTo>
                <a:lnTo>
                  <a:pt x="50804" y="7501"/>
                </a:lnTo>
                <a:lnTo>
                  <a:pt x="50358" y="5884"/>
                </a:lnTo>
                <a:lnTo>
                  <a:pt x="49995" y="4434"/>
                </a:lnTo>
                <a:lnTo>
                  <a:pt x="49688" y="3151"/>
                </a:lnTo>
                <a:lnTo>
                  <a:pt x="49437" y="2064"/>
                </a:lnTo>
                <a:lnTo>
                  <a:pt x="49242" y="1171"/>
                </a:lnTo>
                <a:lnTo>
                  <a:pt x="49019" y="0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ackground 1">
  <p:cSld name="CUSTOM_7">
    <p:spTree>
      <p:nvGrpSpPr>
        <p:cNvPr id="2669" name="Shape 26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70" name="Google Shape;2670;p34"/>
          <p:cNvSpPr/>
          <p:nvPr/>
        </p:nvSpPr>
        <p:spPr>
          <a:xfrm flipH="1">
            <a:off x="-584168" y="3901880"/>
            <a:ext cx="939900" cy="9399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71" name="Google Shape;2671;p34"/>
          <p:cNvSpPr/>
          <p:nvPr/>
        </p:nvSpPr>
        <p:spPr>
          <a:xfrm>
            <a:off x="-1384585" y="-1156347"/>
            <a:ext cx="2433600" cy="24336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72" name="Google Shape;2672;p34"/>
          <p:cNvSpPr/>
          <p:nvPr/>
        </p:nvSpPr>
        <p:spPr>
          <a:xfrm flipH="1">
            <a:off x="186860" y="-12"/>
            <a:ext cx="2289244" cy="1739785"/>
          </a:xfrm>
          <a:custGeom>
            <a:rect b="b" l="l" r="r" t="t"/>
            <a:pathLst>
              <a:path extrusionOk="0" h="31119" w="40947">
                <a:moveTo>
                  <a:pt x="32571" y="82"/>
                </a:moveTo>
                <a:lnTo>
                  <a:pt x="33116" y="102"/>
                </a:lnTo>
                <a:lnTo>
                  <a:pt x="33601" y="162"/>
                </a:lnTo>
                <a:lnTo>
                  <a:pt x="33823" y="203"/>
                </a:lnTo>
                <a:lnTo>
                  <a:pt x="34024" y="243"/>
                </a:lnTo>
                <a:lnTo>
                  <a:pt x="34206" y="304"/>
                </a:lnTo>
                <a:lnTo>
                  <a:pt x="34388" y="384"/>
                </a:lnTo>
                <a:lnTo>
                  <a:pt x="34549" y="465"/>
                </a:lnTo>
                <a:lnTo>
                  <a:pt x="34690" y="546"/>
                </a:lnTo>
                <a:lnTo>
                  <a:pt x="34832" y="647"/>
                </a:lnTo>
                <a:lnTo>
                  <a:pt x="34933" y="748"/>
                </a:lnTo>
                <a:lnTo>
                  <a:pt x="35033" y="869"/>
                </a:lnTo>
                <a:lnTo>
                  <a:pt x="35134" y="990"/>
                </a:lnTo>
                <a:lnTo>
                  <a:pt x="35195" y="1131"/>
                </a:lnTo>
                <a:lnTo>
                  <a:pt x="35255" y="1272"/>
                </a:lnTo>
                <a:lnTo>
                  <a:pt x="35296" y="1454"/>
                </a:lnTo>
                <a:lnTo>
                  <a:pt x="35316" y="1656"/>
                </a:lnTo>
                <a:lnTo>
                  <a:pt x="35336" y="1858"/>
                </a:lnTo>
                <a:lnTo>
                  <a:pt x="35316" y="2059"/>
                </a:lnTo>
                <a:lnTo>
                  <a:pt x="35235" y="2443"/>
                </a:lnTo>
                <a:lnTo>
                  <a:pt x="35155" y="2826"/>
                </a:lnTo>
                <a:lnTo>
                  <a:pt x="35074" y="3169"/>
                </a:lnTo>
                <a:lnTo>
                  <a:pt x="34993" y="3492"/>
                </a:lnTo>
                <a:lnTo>
                  <a:pt x="34973" y="3835"/>
                </a:lnTo>
                <a:lnTo>
                  <a:pt x="34973" y="3997"/>
                </a:lnTo>
                <a:lnTo>
                  <a:pt x="34973" y="4158"/>
                </a:lnTo>
                <a:lnTo>
                  <a:pt x="35033" y="4400"/>
                </a:lnTo>
                <a:lnTo>
                  <a:pt x="35094" y="4642"/>
                </a:lnTo>
                <a:lnTo>
                  <a:pt x="35175" y="4864"/>
                </a:lnTo>
                <a:lnTo>
                  <a:pt x="35276" y="5086"/>
                </a:lnTo>
                <a:lnTo>
                  <a:pt x="35498" y="5510"/>
                </a:lnTo>
                <a:lnTo>
                  <a:pt x="35760" y="5914"/>
                </a:lnTo>
                <a:lnTo>
                  <a:pt x="36083" y="6438"/>
                </a:lnTo>
                <a:lnTo>
                  <a:pt x="36486" y="7165"/>
                </a:lnTo>
                <a:lnTo>
                  <a:pt x="36890" y="7912"/>
                </a:lnTo>
                <a:lnTo>
                  <a:pt x="37273" y="8658"/>
                </a:lnTo>
                <a:lnTo>
                  <a:pt x="37637" y="9425"/>
                </a:lnTo>
                <a:lnTo>
                  <a:pt x="37980" y="10212"/>
                </a:lnTo>
                <a:lnTo>
                  <a:pt x="38303" y="10999"/>
                </a:lnTo>
                <a:lnTo>
                  <a:pt x="38625" y="11786"/>
                </a:lnTo>
                <a:lnTo>
                  <a:pt x="38908" y="12573"/>
                </a:lnTo>
                <a:lnTo>
                  <a:pt x="39170" y="13380"/>
                </a:lnTo>
                <a:lnTo>
                  <a:pt x="39412" y="14188"/>
                </a:lnTo>
                <a:lnTo>
                  <a:pt x="39655" y="14995"/>
                </a:lnTo>
                <a:lnTo>
                  <a:pt x="39856" y="15802"/>
                </a:lnTo>
                <a:lnTo>
                  <a:pt x="40038" y="16629"/>
                </a:lnTo>
                <a:lnTo>
                  <a:pt x="40220" y="17457"/>
                </a:lnTo>
                <a:lnTo>
                  <a:pt x="40361" y="18284"/>
                </a:lnTo>
                <a:lnTo>
                  <a:pt x="40502" y="19112"/>
                </a:lnTo>
                <a:lnTo>
                  <a:pt x="40603" y="19939"/>
                </a:lnTo>
                <a:lnTo>
                  <a:pt x="40704" y="20766"/>
                </a:lnTo>
                <a:lnTo>
                  <a:pt x="40765" y="21614"/>
                </a:lnTo>
                <a:lnTo>
                  <a:pt x="40825" y="22441"/>
                </a:lnTo>
                <a:lnTo>
                  <a:pt x="40845" y="23269"/>
                </a:lnTo>
                <a:lnTo>
                  <a:pt x="40865" y="24116"/>
                </a:lnTo>
                <a:lnTo>
                  <a:pt x="40865" y="24944"/>
                </a:lnTo>
                <a:lnTo>
                  <a:pt x="40825" y="25771"/>
                </a:lnTo>
                <a:lnTo>
                  <a:pt x="40785" y="26437"/>
                </a:lnTo>
                <a:lnTo>
                  <a:pt x="40744" y="26800"/>
                </a:lnTo>
                <a:lnTo>
                  <a:pt x="40684" y="27163"/>
                </a:lnTo>
                <a:lnTo>
                  <a:pt x="40603" y="27547"/>
                </a:lnTo>
                <a:lnTo>
                  <a:pt x="40502" y="27950"/>
                </a:lnTo>
                <a:lnTo>
                  <a:pt x="40401" y="28334"/>
                </a:lnTo>
                <a:lnTo>
                  <a:pt x="40260" y="28717"/>
                </a:lnTo>
                <a:lnTo>
                  <a:pt x="40099" y="29081"/>
                </a:lnTo>
                <a:lnTo>
                  <a:pt x="39917" y="29424"/>
                </a:lnTo>
                <a:lnTo>
                  <a:pt x="39695" y="29767"/>
                </a:lnTo>
                <a:lnTo>
                  <a:pt x="39453" y="30069"/>
                </a:lnTo>
                <a:lnTo>
                  <a:pt x="39191" y="30332"/>
                </a:lnTo>
                <a:lnTo>
                  <a:pt x="39029" y="30453"/>
                </a:lnTo>
                <a:lnTo>
                  <a:pt x="38868" y="30574"/>
                </a:lnTo>
                <a:lnTo>
                  <a:pt x="38706" y="30675"/>
                </a:lnTo>
                <a:lnTo>
                  <a:pt x="38525" y="30776"/>
                </a:lnTo>
                <a:lnTo>
                  <a:pt x="38343" y="30856"/>
                </a:lnTo>
                <a:lnTo>
                  <a:pt x="38141" y="30917"/>
                </a:lnTo>
                <a:lnTo>
                  <a:pt x="37960" y="30977"/>
                </a:lnTo>
                <a:lnTo>
                  <a:pt x="37758" y="30998"/>
                </a:lnTo>
                <a:lnTo>
                  <a:pt x="37394" y="31038"/>
                </a:lnTo>
                <a:lnTo>
                  <a:pt x="37011" y="31038"/>
                </a:lnTo>
                <a:lnTo>
                  <a:pt x="36628" y="30998"/>
                </a:lnTo>
                <a:lnTo>
                  <a:pt x="36244" y="30937"/>
                </a:lnTo>
                <a:lnTo>
                  <a:pt x="35881" y="30836"/>
                </a:lnTo>
                <a:lnTo>
                  <a:pt x="35538" y="30735"/>
                </a:lnTo>
                <a:lnTo>
                  <a:pt x="35215" y="30634"/>
                </a:lnTo>
                <a:lnTo>
                  <a:pt x="34690" y="30433"/>
                </a:lnTo>
                <a:lnTo>
                  <a:pt x="34186" y="30231"/>
                </a:lnTo>
                <a:lnTo>
                  <a:pt x="33681" y="30009"/>
                </a:lnTo>
                <a:lnTo>
                  <a:pt x="33177" y="29767"/>
                </a:lnTo>
                <a:lnTo>
                  <a:pt x="32693" y="29524"/>
                </a:lnTo>
                <a:lnTo>
                  <a:pt x="32208" y="29262"/>
                </a:lnTo>
                <a:lnTo>
                  <a:pt x="31724" y="28980"/>
                </a:lnTo>
                <a:lnTo>
                  <a:pt x="31260" y="28697"/>
                </a:lnTo>
                <a:lnTo>
                  <a:pt x="30796" y="28394"/>
                </a:lnTo>
                <a:lnTo>
                  <a:pt x="30331" y="28071"/>
                </a:lnTo>
                <a:lnTo>
                  <a:pt x="29888" y="27749"/>
                </a:lnTo>
                <a:lnTo>
                  <a:pt x="29444" y="27406"/>
                </a:lnTo>
                <a:lnTo>
                  <a:pt x="28576" y="26719"/>
                </a:lnTo>
                <a:lnTo>
                  <a:pt x="27728" y="25993"/>
                </a:lnTo>
                <a:lnTo>
                  <a:pt x="26901" y="25226"/>
                </a:lnTo>
                <a:lnTo>
                  <a:pt x="26094" y="24419"/>
                </a:lnTo>
                <a:lnTo>
                  <a:pt x="25307" y="23612"/>
                </a:lnTo>
                <a:lnTo>
                  <a:pt x="24540" y="22784"/>
                </a:lnTo>
                <a:lnTo>
                  <a:pt x="23773" y="21937"/>
                </a:lnTo>
                <a:lnTo>
                  <a:pt x="23026" y="21069"/>
                </a:lnTo>
                <a:lnTo>
                  <a:pt x="21573" y="19334"/>
                </a:lnTo>
                <a:lnTo>
                  <a:pt x="21150" y="18809"/>
                </a:lnTo>
                <a:lnTo>
                  <a:pt x="19757" y="17134"/>
                </a:lnTo>
                <a:lnTo>
                  <a:pt x="18345" y="15479"/>
                </a:lnTo>
                <a:lnTo>
                  <a:pt x="17638" y="14652"/>
                </a:lnTo>
                <a:lnTo>
                  <a:pt x="16892" y="13845"/>
                </a:lnTo>
                <a:lnTo>
                  <a:pt x="16145" y="13058"/>
                </a:lnTo>
                <a:lnTo>
                  <a:pt x="15378" y="12291"/>
                </a:lnTo>
                <a:lnTo>
                  <a:pt x="14591" y="11544"/>
                </a:lnTo>
                <a:lnTo>
                  <a:pt x="13804" y="10838"/>
                </a:lnTo>
                <a:lnTo>
                  <a:pt x="12977" y="10131"/>
                </a:lnTo>
                <a:lnTo>
                  <a:pt x="12129" y="9486"/>
                </a:lnTo>
                <a:lnTo>
                  <a:pt x="11261" y="8880"/>
                </a:lnTo>
                <a:lnTo>
                  <a:pt x="10797" y="8578"/>
                </a:lnTo>
                <a:lnTo>
                  <a:pt x="10353" y="8295"/>
                </a:lnTo>
                <a:lnTo>
                  <a:pt x="9889" y="8012"/>
                </a:lnTo>
                <a:lnTo>
                  <a:pt x="9425" y="7770"/>
                </a:lnTo>
                <a:lnTo>
                  <a:pt x="8941" y="7508"/>
                </a:lnTo>
                <a:lnTo>
                  <a:pt x="8456" y="7266"/>
                </a:lnTo>
                <a:lnTo>
                  <a:pt x="7911" y="7024"/>
                </a:lnTo>
                <a:lnTo>
                  <a:pt x="7346" y="6782"/>
                </a:lnTo>
                <a:lnTo>
                  <a:pt x="6781" y="6560"/>
                </a:lnTo>
                <a:lnTo>
                  <a:pt x="6196" y="6358"/>
                </a:lnTo>
                <a:lnTo>
                  <a:pt x="5066" y="5954"/>
                </a:lnTo>
                <a:lnTo>
                  <a:pt x="3916" y="5591"/>
                </a:lnTo>
                <a:lnTo>
                  <a:pt x="2342" y="5066"/>
                </a:lnTo>
                <a:lnTo>
                  <a:pt x="2079" y="4965"/>
                </a:lnTo>
                <a:lnTo>
                  <a:pt x="1716" y="4804"/>
                </a:lnTo>
                <a:lnTo>
                  <a:pt x="1313" y="4602"/>
                </a:lnTo>
                <a:lnTo>
                  <a:pt x="1111" y="4461"/>
                </a:lnTo>
                <a:lnTo>
                  <a:pt x="909" y="4340"/>
                </a:lnTo>
                <a:lnTo>
                  <a:pt x="727" y="4178"/>
                </a:lnTo>
                <a:lnTo>
                  <a:pt x="546" y="4017"/>
                </a:lnTo>
                <a:lnTo>
                  <a:pt x="384" y="3835"/>
                </a:lnTo>
                <a:lnTo>
                  <a:pt x="263" y="3633"/>
                </a:lnTo>
                <a:lnTo>
                  <a:pt x="162" y="3432"/>
                </a:lnTo>
                <a:lnTo>
                  <a:pt x="102" y="3210"/>
                </a:lnTo>
                <a:lnTo>
                  <a:pt x="82" y="2967"/>
                </a:lnTo>
                <a:lnTo>
                  <a:pt x="102" y="2725"/>
                </a:lnTo>
                <a:lnTo>
                  <a:pt x="162" y="2544"/>
                </a:lnTo>
                <a:lnTo>
                  <a:pt x="223" y="2382"/>
                </a:lnTo>
                <a:lnTo>
                  <a:pt x="324" y="2221"/>
                </a:lnTo>
                <a:lnTo>
                  <a:pt x="425" y="2080"/>
                </a:lnTo>
                <a:lnTo>
                  <a:pt x="526" y="1938"/>
                </a:lnTo>
                <a:lnTo>
                  <a:pt x="647" y="1837"/>
                </a:lnTo>
                <a:lnTo>
                  <a:pt x="889" y="1636"/>
                </a:lnTo>
                <a:lnTo>
                  <a:pt x="1070" y="1494"/>
                </a:lnTo>
                <a:lnTo>
                  <a:pt x="1272" y="1393"/>
                </a:lnTo>
                <a:lnTo>
                  <a:pt x="1474" y="1293"/>
                </a:lnTo>
                <a:lnTo>
                  <a:pt x="1676" y="1192"/>
                </a:lnTo>
                <a:lnTo>
                  <a:pt x="2100" y="1030"/>
                </a:lnTo>
                <a:lnTo>
                  <a:pt x="2523" y="909"/>
                </a:lnTo>
                <a:lnTo>
                  <a:pt x="2967" y="808"/>
                </a:lnTo>
                <a:lnTo>
                  <a:pt x="3411" y="727"/>
                </a:lnTo>
                <a:lnTo>
                  <a:pt x="3855" y="667"/>
                </a:lnTo>
                <a:lnTo>
                  <a:pt x="4279" y="627"/>
                </a:lnTo>
                <a:lnTo>
                  <a:pt x="5349" y="526"/>
                </a:lnTo>
                <a:lnTo>
                  <a:pt x="6438" y="465"/>
                </a:lnTo>
                <a:lnTo>
                  <a:pt x="7528" y="405"/>
                </a:lnTo>
                <a:lnTo>
                  <a:pt x="8598" y="364"/>
                </a:lnTo>
                <a:lnTo>
                  <a:pt x="10757" y="304"/>
                </a:lnTo>
                <a:lnTo>
                  <a:pt x="12896" y="284"/>
                </a:lnTo>
                <a:lnTo>
                  <a:pt x="32471" y="82"/>
                </a:lnTo>
                <a:close/>
                <a:moveTo>
                  <a:pt x="32471" y="1"/>
                </a:moveTo>
                <a:lnTo>
                  <a:pt x="12896" y="203"/>
                </a:lnTo>
                <a:lnTo>
                  <a:pt x="10757" y="223"/>
                </a:lnTo>
                <a:lnTo>
                  <a:pt x="8598" y="284"/>
                </a:lnTo>
                <a:lnTo>
                  <a:pt x="7508" y="324"/>
                </a:lnTo>
                <a:lnTo>
                  <a:pt x="6438" y="384"/>
                </a:lnTo>
                <a:lnTo>
                  <a:pt x="5349" y="445"/>
                </a:lnTo>
                <a:lnTo>
                  <a:pt x="4279" y="546"/>
                </a:lnTo>
                <a:lnTo>
                  <a:pt x="3835" y="586"/>
                </a:lnTo>
                <a:lnTo>
                  <a:pt x="3391" y="647"/>
                </a:lnTo>
                <a:lnTo>
                  <a:pt x="2947" y="727"/>
                </a:lnTo>
                <a:lnTo>
                  <a:pt x="2503" y="828"/>
                </a:lnTo>
                <a:lnTo>
                  <a:pt x="2059" y="949"/>
                </a:lnTo>
                <a:lnTo>
                  <a:pt x="1635" y="1111"/>
                </a:lnTo>
                <a:lnTo>
                  <a:pt x="1434" y="1212"/>
                </a:lnTo>
                <a:lnTo>
                  <a:pt x="1232" y="1313"/>
                </a:lnTo>
                <a:lnTo>
                  <a:pt x="1030" y="1434"/>
                </a:lnTo>
                <a:lnTo>
                  <a:pt x="848" y="1575"/>
                </a:lnTo>
                <a:lnTo>
                  <a:pt x="586" y="1777"/>
                </a:lnTo>
                <a:lnTo>
                  <a:pt x="465" y="1898"/>
                </a:lnTo>
                <a:lnTo>
                  <a:pt x="344" y="2039"/>
                </a:lnTo>
                <a:lnTo>
                  <a:pt x="243" y="2180"/>
                </a:lnTo>
                <a:lnTo>
                  <a:pt x="142" y="2342"/>
                </a:lnTo>
                <a:lnTo>
                  <a:pt x="82" y="2524"/>
                </a:lnTo>
                <a:lnTo>
                  <a:pt x="21" y="2705"/>
                </a:lnTo>
                <a:lnTo>
                  <a:pt x="1" y="2846"/>
                </a:lnTo>
                <a:lnTo>
                  <a:pt x="1" y="2967"/>
                </a:lnTo>
                <a:lnTo>
                  <a:pt x="21" y="3210"/>
                </a:lnTo>
                <a:lnTo>
                  <a:pt x="82" y="3452"/>
                </a:lnTo>
                <a:lnTo>
                  <a:pt x="183" y="3674"/>
                </a:lnTo>
                <a:lnTo>
                  <a:pt x="324" y="3876"/>
                </a:lnTo>
                <a:lnTo>
                  <a:pt x="465" y="4057"/>
                </a:lnTo>
                <a:lnTo>
                  <a:pt x="647" y="4219"/>
                </a:lnTo>
                <a:lnTo>
                  <a:pt x="848" y="4380"/>
                </a:lnTo>
                <a:lnTo>
                  <a:pt x="1050" y="4521"/>
                </a:lnTo>
                <a:lnTo>
                  <a:pt x="1252" y="4663"/>
                </a:lnTo>
                <a:lnTo>
                  <a:pt x="1676" y="4864"/>
                </a:lnTo>
                <a:lnTo>
                  <a:pt x="2039" y="5026"/>
                </a:lnTo>
                <a:lnTo>
                  <a:pt x="2322" y="5147"/>
                </a:lnTo>
                <a:lnTo>
                  <a:pt x="3896" y="5651"/>
                </a:lnTo>
                <a:lnTo>
                  <a:pt x="5026" y="6035"/>
                </a:lnTo>
                <a:lnTo>
                  <a:pt x="6176" y="6438"/>
                </a:lnTo>
                <a:lnTo>
                  <a:pt x="6741" y="6640"/>
                </a:lnTo>
                <a:lnTo>
                  <a:pt x="7306" y="6862"/>
                </a:lnTo>
                <a:lnTo>
                  <a:pt x="7871" y="7104"/>
                </a:lnTo>
                <a:lnTo>
                  <a:pt x="8416" y="7347"/>
                </a:lnTo>
                <a:lnTo>
                  <a:pt x="8900" y="7589"/>
                </a:lnTo>
                <a:lnTo>
                  <a:pt x="9385" y="7831"/>
                </a:lnTo>
                <a:lnTo>
                  <a:pt x="9849" y="8093"/>
                </a:lnTo>
                <a:lnTo>
                  <a:pt x="10313" y="8356"/>
                </a:lnTo>
                <a:lnTo>
                  <a:pt x="10757" y="8638"/>
                </a:lnTo>
                <a:lnTo>
                  <a:pt x="11201" y="8941"/>
                </a:lnTo>
                <a:lnTo>
                  <a:pt x="12089" y="9546"/>
                </a:lnTo>
                <a:lnTo>
                  <a:pt x="12936" y="10212"/>
                </a:lnTo>
                <a:lnTo>
                  <a:pt x="13743" y="10898"/>
                </a:lnTo>
                <a:lnTo>
                  <a:pt x="14551" y="11605"/>
                </a:lnTo>
                <a:lnTo>
                  <a:pt x="15338" y="12351"/>
                </a:lnTo>
                <a:lnTo>
                  <a:pt x="16084" y="13118"/>
                </a:lnTo>
                <a:lnTo>
                  <a:pt x="16831" y="13905"/>
                </a:lnTo>
                <a:lnTo>
                  <a:pt x="17578" y="14712"/>
                </a:lnTo>
                <a:lnTo>
                  <a:pt x="18284" y="15519"/>
                </a:lnTo>
                <a:lnTo>
                  <a:pt x="19697" y="17194"/>
                </a:lnTo>
                <a:lnTo>
                  <a:pt x="21089" y="18869"/>
                </a:lnTo>
                <a:lnTo>
                  <a:pt x="21513" y="19394"/>
                </a:lnTo>
                <a:lnTo>
                  <a:pt x="22986" y="21130"/>
                </a:lnTo>
                <a:lnTo>
                  <a:pt x="23712" y="21977"/>
                </a:lnTo>
                <a:lnTo>
                  <a:pt x="24479" y="22845"/>
                </a:lnTo>
                <a:lnTo>
                  <a:pt x="25246" y="23672"/>
                </a:lnTo>
                <a:lnTo>
                  <a:pt x="26053" y="24500"/>
                </a:lnTo>
                <a:lnTo>
                  <a:pt x="26861" y="25287"/>
                </a:lnTo>
                <a:lnTo>
                  <a:pt x="27688" y="26053"/>
                </a:lnTo>
                <a:lnTo>
                  <a:pt x="28535" y="26780"/>
                </a:lnTo>
                <a:lnTo>
                  <a:pt x="29403" y="27486"/>
                </a:lnTo>
                <a:lnTo>
                  <a:pt x="29847" y="27809"/>
                </a:lnTo>
                <a:lnTo>
                  <a:pt x="30291" y="28152"/>
                </a:lnTo>
                <a:lnTo>
                  <a:pt x="30755" y="28455"/>
                </a:lnTo>
                <a:lnTo>
                  <a:pt x="31219" y="28758"/>
                </a:lnTo>
                <a:lnTo>
                  <a:pt x="31684" y="29040"/>
                </a:lnTo>
                <a:lnTo>
                  <a:pt x="32168" y="29323"/>
                </a:lnTo>
                <a:lnTo>
                  <a:pt x="32652" y="29585"/>
                </a:lnTo>
                <a:lnTo>
                  <a:pt x="33137" y="29847"/>
                </a:lnTo>
                <a:lnTo>
                  <a:pt x="33641" y="30090"/>
                </a:lnTo>
                <a:lnTo>
                  <a:pt x="34146" y="30311"/>
                </a:lnTo>
                <a:lnTo>
                  <a:pt x="34670" y="30513"/>
                </a:lnTo>
                <a:lnTo>
                  <a:pt x="35195" y="30715"/>
                </a:lnTo>
                <a:lnTo>
                  <a:pt x="35659" y="30856"/>
                </a:lnTo>
                <a:lnTo>
                  <a:pt x="36164" y="30998"/>
                </a:lnTo>
                <a:lnTo>
                  <a:pt x="36426" y="31058"/>
                </a:lnTo>
                <a:lnTo>
                  <a:pt x="36688" y="31099"/>
                </a:lnTo>
                <a:lnTo>
                  <a:pt x="36971" y="31119"/>
                </a:lnTo>
                <a:lnTo>
                  <a:pt x="37475" y="31119"/>
                </a:lnTo>
                <a:lnTo>
                  <a:pt x="37697" y="31099"/>
                </a:lnTo>
                <a:lnTo>
                  <a:pt x="37939" y="31058"/>
                </a:lnTo>
                <a:lnTo>
                  <a:pt x="38161" y="30998"/>
                </a:lnTo>
                <a:lnTo>
                  <a:pt x="38363" y="30917"/>
                </a:lnTo>
                <a:lnTo>
                  <a:pt x="38565" y="30836"/>
                </a:lnTo>
                <a:lnTo>
                  <a:pt x="38747" y="30755"/>
                </a:lnTo>
                <a:lnTo>
                  <a:pt x="38908" y="30655"/>
                </a:lnTo>
                <a:lnTo>
                  <a:pt x="39069" y="30533"/>
                </a:lnTo>
                <a:lnTo>
                  <a:pt x="39231" y="30412"/>
                </a:lnTo>
                <a:lnTo>
                  <a:pt x="39372" y="30271"/>
                </a:lnTo>
                <a:lnTo>
                  <a:pt x="39513" y="30130"/>
                </a:lnTo>
                <a:lnTo>
                  <a:pt x="39756" y="29827"/>
                </a:lnTo>
                <a:lnTo>
                  <a:pt x="39978" y="29484"/>
                </a:lnTo>
                <a:lnTo>
                  <a:pt x="40179" y="29121"/>
                </a:lnTo>
                <a:lnTo>
                  <a:pt x="40341" y="28758"/>
                </a:lnTo>
                <a:lnTo>
                  <a:pt x="40462" y="28374"/>
                </a:lnTo>
                <a:lnTo>
                  <a:pt x="40583" y="27971"/>
                </a:lnTo>
                <a:lnTo>
                  <a:pt x="40684" y="27587"/>
                </a:lnTo>
                <a:lnTo>
                  <a:pt x="40765" y="27184"/>
                </a:lnTo>
                <a:lnTo>
                  <a:pt x="40805" y="26820"/>
                </a:lnTo>
                <a:lnTo>
                  <a:pt x="40865" y="26437"/>
                </a:lnTo>
                <a:lnTo>
                  <a:pt x="40906" y="25771"/>
                </a:lnTo>
                <a:lnTo>
                  <a:pt x="40946" y="24944"/>
                </a:lnTo>
                <a:lnTo>
                  <a:pt x="40946" y="24116"/>
                </a:lnTo>
                <a:lnTo>
                  <a:pt x="40926" y="23269"/>
                </a:lnTo>
                <a:lnTo>
                  <a:pt x="40906" y="22441"/>
                </a:lnTo>
                <a:lnTo>
                  <a:pt x="40845" y="21594"/>
                </a:lnTo>
                <a:lnTo>
                  <a:pt x="40785" y="20766"/>
                </a:lnTo>
                <a:lnTo>
                  <a:pt x="40684" y="19939"/>
                </a:lnTo>
                <a:lnTo>
                  <a:pt x="40583" y="19091"/>
                </a:lnTo>
                <a:lnTo>
                  <a:pt x="40442" y="18264"/>
                </a:lnTo>
                <a:lnTo>
                  <a:pt x="40300" y="17437"/>
                </a:lnTo>
                <a:lnTo>
                  <a:pt x="40119" y="16609"/>
                </a:lnTo>
                <a:lnTo>
                  <a:pt x="39937" y="15782"/>
                </a:lnTo>
                <a:lnTo>
                  <a:pt x="39715" y="14975"/>
                </a:lnTo>
                <a:lnTo>
                  <a:pt x="39493" y="14147"/>
                </a:lnTo>
                <a:lnTo>
                  <a:pt x="39251" y="13360"/>
                </a:lnTo>
                <a:lnTo>
                  <a:pt x="38989" y="12553"/>
                </a:lnTo>
                <a:lnTo>
                  <a:pt x="38686" y="11746"/>
                </a:lnTo>
                <a:lnTo>
                  <a:pt x="38383" y="10959"/>
                </a:lnTo>
                <a:lnTo>
                  <a:pt x="38060" y="10172"/>
                </a:lnTo>
                <a:lnTo>
                  <a:pt x="37717" y="9405"/>
                </a:lnTo>
                <a:lnTo>
                  <a:pt x="37354" y="8638"/>
                </a:lnTo>
                <a:lnTo>
                  <a:pt x="36971" y="7871"/>
                </a:lnTo>
                <a:lnTo>
                  <a:pt x="36567" y="7125"/>
                </a:lnTo>
                <a:lnTo>
                  <a:pt x="36143" y="6398"/>
                </a:lnTo>
                <a:lnTo>
                  <a:pt x="35841" y="5873"/>
                </a:lnTo>
                <a:lnTo>
                  <a:pt x="35578" y="5470"/>
                </a:lnTo>
                <a:lnTo>
                  <a:pt x="35336" y="5046"/>
                </a:lnTo>
                <a:lnTo>
                  <a:pt x="35255" y="4844"/>
                </a:lnTo>
                <a:lnTo>
                  <a:pt x="35175" y="4622"/>
                </a:lnTo>
                <a:lnTo>
                  <a:pt x="35094" y="4380"/>
                </a:lnTo>
                <a:lnTo>
                  <a:pt x="35054" y="4158"/>
                </a:lnTo>
                <a:lnTo>
                  <a:pt x="35054" y="3997"/>
                </a:lnTo>
                <a:lnTo>
                  <a:pt x="35054" y="3835"/>
                </a:lnTo>
                <a:lnTo>
                  <a:pt x="35074" y="3492"/>
                </a:lnTo>
                <a:lnTo>
                  <a:pt x="35155" y="3169"/>
                </a:lnTo>
                <a:lnTo>
                  <a:pt x="35235" y="2846"/>
                </a:lnTo>
                <a:lnTo>
                  <a:pt x="35316" y="2463"/>
                </a:lnTo>
                <a:lnTo>
                  <a:pt x="35397" y="2059"/>
                </a:lnTo>
                <a:lnTo>
                  <a:pt x="35417" y="1858"/>
                </a:lnTo>
                <a:lnTo>
                  <a:pt x="35397" y="1656"/>
                </a:lnTo>
                <a:lnTo>
                  <a:pt x="35376" y="1454"/>
                </a:lnTo>
                <a:lnTo>
                  <a:pt x="35336" y="1252"/>
                </a:lnTo>
                <a:lnTo>
                  <a:pt x="35276" y="1091"/>
                </a:lnTo>
                <a:lnTo>
                  <a:pt x="35195" y="949"/>
                </a:lnTo>
                <a:lnTo>
                  <a:pt x="35094" y="808"/>
                </a:lnTo>
                <a:lnTo>
                  <a:pt x="34993" y="687"/>
                </a:lnTo>
                <a:lnTo>
                  <a:pt x="34872" y="586"/>
                </a:lnTo>
                <a:lnTo>
                  <a:pt x="34731" y="485"/>
                </a:lnTo>
                <a:lnTo>
                  <a:pt x="34569" y="384"/>
                </a:lnTo>
                <a:lnTo>
                  <a:pt x="34408" y="304"/>
                </a:lnTo>
                <a:lnTo>
                  <a:pt x="34226" y="223"/>
                </a:lnTo>
                <a:lnTo>
                  <a:pt x="34024" y="162"/>
                </a:lnTo>
                <a:lnTo>
                  <a:pt x="33802" y="122"/>
                </a:lnTo>
                <a:lnTo>
                  <a:pt x="33560" y="82"/>
                </a:lnTo>
                <a:lnTo>
                  <a:pt x="33056" y="21"/>
                </a:lnTo>
                <a:lnTo>
                  <a:pt x="32471" y="1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73" name="Google Shape;2673;p34"/>
          <p:cNvSpPr/>
          <p:nvPr/>
        </p:nvSpPr>
        <p:spPr>
          <a:xfrm>
            <a:off x="-1982557" y="3613599"/>
            <a:ext cx="2946940" cy="1512969"/>
          </a:xfrm>
          <a:custGeom>
            <a:rect b="b" l="l" r="r" t="t"/>
            <a:pathLst>
              <a:path extrusionOk="0" h="27062" w="52711">
                <a:moveTo>
                  <a:pt x="48008" y="81"/>
                </a:moveTo>
                <a:lnTo>
                  <a:pt x="48654" y="122"/>
                </a:lnTo>
                <a:lnTo>
                  <a:pt x="49300" y="202"/>
                </a:lnTo>
                <a:lnTo>
                  <a:pt x="49623" y="243"/>
                </a:lnTo>
                <a:lnTo>
                  <a:pt x="49946" y="323"/>
                </a:lnTo>
                <a:lnTo>
                  <a:pt x="50248" y="404"/>
                </a:lnTo>
                <a:lnTo>
                  <a:pt x="50551" y="485"/>
                </a:lnTo>
                <a:lnTo>
                  <a:pt x="50854" y="606"/>
                </a:lnTo>
                <a:lnTo>
                  <a:pt x="51156" y="727"/>
                </a:lnTo>
                <a:lnTo>
                  <a:pt x="51399" y="848"/>
                </a:lnTo>
                <a:lnTo>
                  <a:pt x="51621" y="989"/>
                </a:lnTo>
                <a:lnTo>
                  <a:pt x="51822" y="1131"/>
                </a:lnTo>
                <a:lnTo>
                  <a:pt x="52004" y="1272"/>
                </a:lnTo>
                <a:lnTo>
                  <a:pt x="52165" y="1413"/>
                </a:lnTo>
                <a:lnTo>
                  <a:pt x="52287" y="1575"/>
                </a:lnTo>
                <a:lnTo>
                  <a:pt x="52408" y="1756"/>
                </a:lnTo>
                <a:lnTo>
                  <a:pt x="52488" y="1938"/>
                </a:lnTo>
                <a:lnTo>
                  <a:pt x="52569" y="2180"/>
                </a:lnTo>
                <a:lnTo>
                  <a:pt x="52609" y="2301"/>
                </a:lnTo>
                <a:lnTo>
                  <a:pt x="52630" y="2442"/>
                </a:lnTo>
                <a:lnTo>
                  <a:pt x="52630" y="2604"/>
                </a:lnTo>
                <a:lnTo>
                  <a:pt x="52609" y="2765"/>
                </a:lnTo>
                <a:lnTo>
                  <a:pt x="52589" y="2947"/>
                </a:lnTo>
                <a:lnTo>
                  <a:pt x="52549" y="3128"/>
                </a:lnTo>
                <a:lnTo>
                  <a:pt x="52488" y="3330"/>
                </a:lnTo>
                <a:lnTo>
                  <a:pt x="52408" y="3532"/>
                </a:lnTo>
                <a:lnTo>
                  <a:pt x="52307" y="3754"/>
                </a:lnTo>
                <a:lnTo>
                  <a:pt x="52186" y="3976"/>
                </a:lnTo>
                <a:lnTo>
                  <a:pt x="52024" y="4218"/>
                </a:lnTo>
                <a:lnTo>
                  <a:pt x="51843" y="4460"/>
                </a:lnTo>
                <a:lnTo>
                  <a:pt x="51641" y="4702"/>
                </a:lnTo>
                <a:lnTo>
                  <a:pt x="51399" y="4965"/>
                </a:lnTo>
                <a:lnTo>
                  <a:pt x="50854" y="5530"/>
                </a:lnTo>
                <a:lnTo>
                  <a:pt x="50269" y="6075"/>
                </a:lnTo>
                <a:lnTo>
                  <a:pt x="49118" y="7124"/>
                </a:lnTo>
                <a:lnTo>
                  <a:pt x="48311" y="7851"/>
                </a:lnTo>
                <a:lnTo>
                  <a:pt x="47524" y="8597"/>
                </a:lnTo>
                <a:lnTo>
                  <a:pt x="47141" y="8981"/>
                </a:lnTo>
                <a:lnTo>
                  <a:pt x="46777" y="9364"/>
                </a:lnTo>
                <a:lnTo>
                  <a:pt x="46414" y="9747"/>
                </a:lnTo>
                <a:lnTo>
                  <a:pt x="46071" y="10151"/>
                </a:lnTo>
                <a:lnTo>
                  <a:pt x="45748" y="10555"/>
                </a:lnTo>
                <a:lnTo>
                  <a:pt x="45446" y="10978"/>
                </a:lnTo>
                <a:lnTo>
                  <a:pt x="45163" y="11422"/>
                </a:lnTo>
                <a:lnTo>
                  <a:pt x="44901" y="11866"/>
                </a:lnTo>
                <a:lnTo>
                  <a:pt x="44658" y="12331"/>
                </a:lnTo>
                <a:lnTo>
                  <a:pt x="44457" y="12795"/>
                </a:lnTo>
                <a:lnTo>
                  <a:pt x="44295" y="13299"/>
                </a:lnTo>
                <a:lnTo>
                  <a:pt x="44154" y="13804"/>
                </a:lnTo>
                <a:lnTo>
                  <a:pt x="44093" y="14127"/>
                </a:lnTo>
                <a:lnTo>
                  <a:pt x="44033" y="14449"/>
                </a:lnTo>
                <a:lnTo>
                  <a:pt x="43972" y="15095"/>
                </a:lnTo>
                <a:lnTo>
                  <a:pt x="43932" y="15761"/>
                </a:lnTo>
                <a:lnTo>
                  <a:pt x="43912" y="16407"/>
                </a:lnTo>
                <a:lnTo>
                  <a:pt x="43871" y="17194"/>
                </a:lnTo>
                <a:lnTo>
                  <a:pt x="43811" y="17981"/>
                </a:lnTo>
                <a:lnTo>
                  <a:pt x="43771" y="18385"/>
                </a:lnTo>
                <a:lnTo>
                  <a:pt x="43710" y="18768"/>
                </a:lnTo>
                <a:lnTo>
                  <a:pt x="43609" y="19151"/>
                </a:lnTo>
                <a:lnTo>
                  <a:pt x="43508" y="19535"/>
                </a:lnTo>
                <a:lnTo>
                  <a:pt x="43306" y="20039"/>
                </a:lnTo>
                <a:lnTo>
                  <a:pt x="43064" y="20544"/>
                </a:lnTo>
                <a:lnTo>
                  <a:pt x="42782" y="21028"/>
                </a:lnTo>
                <a:lnTo>
                  <a:pt x="42459" y="21492"/>
                </a:lnTo>
                <a:lnTo>
                  <a:pt x="42096" y="21936"/>
                </a:lnTo>
                <a:lnTo>
                  <a:pt x="41692" y="22360"/>
                </a:lnTo>
                <a:lnTo>
                  <a:pt x="41248" y="22764"/>
                </a:lnTo>
                <a:lnTo>
                  <a:pt x="40784" y="23127"/>
                </a:lnTo>
                <a:lnTo>
                  <a:pt x="40300" y="23470"/>
                </a:lnTo>
                <a:lnTo>
                  <a:pt x="39795" y="23773"/>
                </a:lnTo>
                <a:lnTo>
                  <a:pt x="39270" y="24035"/>
                </a:lnTo>
                <a:lnTo>
                  <a:pt x="38746" y="24277"/>
                </a:lnTo>
                <a:lnTo>
                  <a:pt x="38181" y="24479"/>
                </a:lnTo>
                <a:lnTo>
                  <a:pt x="37636" y="24640"/>
                </a:lnTo>
                <a:lnTo>
                  <a:pt x="37071" y="24782"/>
                </a:lnTo>
                <a:lnTo>
                  <a:pt x="36506" y="24862"/>
                </a:lnTo>
                <a:lnTo>
                  <a:pt x="34790" y="25125"/>
                </a:lnTo>
                <a:lnTo>
                  <a:pt x="32894" y="25387"/>
                </a:lnTo>
                <a:lnTo>
                  <a:pt x="30250" y="25791"/>
                </a:lnTo>
                <a:lnTo>
                  <a:pt x="27485" y="26174"/>
                </a:lnTo>
                <a:lnTo>
                  <a:pt x="26093" y="26356"/>
                </a:lnTo>
                <a:lnTo>
                  <a:pt x="24680" y="26517"/>
                </a:lnTo>
                <a:lnTo>
                  <a:pt x="23247" y="26679"/>
                </a:lnTo>
                <a:lnTo>
                  <a:pt x="21855" y="26800"/>
                </a:lnTo>
                <a:lnTo>
                  <a:pt x="20564" y="26901"/>
                </a:lnTo>
                <a:lnTo>
                  <a:pt x="19252" y="26961"/>
                </a:lnTo>
                <a:lnTo>
                  <a:pt x="17900" y="26981"/>
                </a:lnTo>
                <a:lnTo>
                  <a:pt x="16548" y="26961"/>
                </a:lnTo>
                <a:lnTo>
                  <a:pt x="15175" y="26901"/>
                </a:lnTo>
                <a:lnTo>
                  <a:pt x="13783" y="26820"/>
                </a:lnTo>
                <a:lnTo>
                  <a:pt x="12370" y="26699"/>
                </a:lnTo>
                <a:lnTo>
                  <a:pt x="10958" y="26558"/>
                </a:lnTo>
                <a:lnTo>
                  <a:pt x="10837" y="26537"/>
                </a:lnTo>
                <a:lnTo>
                  <a:pt x="9626" y="26396"/>
                </a:lnTo>
                <a:lnTo>
                  <a:pt x="8334" y="26214"/>
                </a:lnTo>
                <a:lnTo>
                  <a:pt x="7648" y="26093"/>
                </a:lnTo>
                <a:lnTo>
                  <a:pt x="6962" y="25972"/>
                </a:lnTo>
                <a:lnTo>
                  <a:pt x="6276" y="25851"/>
                </a:lnTo>
                <a:lnTo>
                  <a:pt x="5590" y="25690"/>
                </a:lnTo>
                <a:lnTo>
                  <a:pt x="4924" y="25508"/>
                </a:lnTo>
                <a:lnTo>
                  <a:pt x="4258" y="25327"/>
                </a:lnTo>
                <a:lnTo>
                  <a:pt x="3612" y="25105"/>
                </a:lnTo>
                <a:lnTo>
                  <a:pt x="3007" y="24862"/>
                </a:lnTo>
                <a:lnTo>
                  <a:pt x="2422" y="24580"/>
                </a:lnTo>
                <a:lnTo>
                  <a:pt x="1877" y="24277"/>
                </a:lnTo>
                <a:lnTo>
                  <a:pt x="1614" y="24136"/>
                </a:lnTo>
                <a:lnTo>
                  <a:pt x="1372" y="23954"/>
                </a:lnTo>
                <a:lnTo>
                  <a:pt x="1130" y="23773"/>
                </a:lnTo>
                <a:lnTo>
                  <a:pt x="908" y="23591"/>
                </a:lnTo>
                <a:lnTo>
                  <a:pt x="727" y="23409"/>
                </a:lnTo>
                <a:lnTo>
                  <a:pt x="545" y="23208"/>
                </a:lnTo>
                <a:lnTo>
                  <a:pt x="404" y="23026"/>
                </a:lnTo>
                <a:lnTo>
                  <a:pt x="283" y="22824"/>
                </a:lnTo>
                <a:lnTo>
                  <a:pt x="202" y="22643"/>
                </a:lnTo>
                <a:lnTo>
                  <a:pt x="121" y="22441"/>
                </a:lnTo>
                <a:lnTo>
                  <a:pt x="101" y="22239"/>
                </a:lnTo>
                <a:lnTo>
                  <a:pt x="81" y="22037"/>
                </a:lnTo>
                <a:lnTo>
                  <a:pt x="101" y="21815"/>
                </a:lnTo>
                <a:lnTo>
                  <a:pt x="141" y="21593"/>
                </a:lnTo>
                <a:lnTo>
                  <a:pt x="202" y="21371"/>
                </a:lnTo>
                <a:lnTo>
                  <a:pt x="303" y="21149"/>
                </a:lnTo>
                <a:lnTo>
                  <a:pt x="424" y="20947"/>
                </a:lnTo>
                <a:lnTo>
                  <a:pt x="565" y="20725"/>
                </a:lnTo>
                <a:lnTo>
                  <a:pt x="706" y="20524"/>
                </a:lnTo>
                <a:lnTo>
                  <a:pt x="888" y="20302"/>
                </a:lnTo>
                <a:lnTo>
                  <a:pt x="1251" y="19898"/>
                </a:lnTo>
                <a:lnTo>
                  <a:pt x="1675" y="19494"/>
                </a:lnTo>
                <a:lnTo>
                  <a:pt x="2099" y="19111"/>
                </a:lnTo>
                <a:lnTo>
                  <a:pt x="2543" y="18748"/>
                </a:lnTo>
                <a:lnTo>
                  <a:pt x="3168" y="18183"/>
                </a:lnTo>
                <a:lnTo>
                  <a:pt x="3451" y="17920"/>
                </a:lnTo>
                <a:lnTo>
                  <a:pt x="3713" y="17658"/>
                </a:lnTo>
                <a:lnTo>
                  <a:pt x="4641" y="16669"/>
                </a:lnTo>
                <a:lnTo>
                  <a:pt x="5570" y="15701"/>
                </a:lnTo>
                <a:lnTo>
                  <a:pt x="6498" y="14793"/>
                </a:lnTo>
                <a:lnTo>
                  <a:pt x="7426" y="13925"/>
                </a:lnTo>
                <a:lnTo>
                  <a:pt x="8375" y="13097"/>
                </a:lnTo>
                <a:lnTo>
                  <a:pt x="9323" y="12310"/>
                </a:lnTo>
                <a:lnTo>
                  <a:pt x="10272" y="11564"/>
                </a:lnTo>
                <a:lnTo>
                  <a:pt x="11240" y="10857"/>
                </a:lnTo>
                <a:lnTo>
                  <a:pt x="12370" y="10091"/>
                </a:lnTo>
                <a:lnTo>
                  <a:pt x="13521" y="9324"/>
                </a:lnTo>
                <a:lnTo>
                  <a:pt x="14711" y="8597"/>
                </a:lnTo>
                <a:lnTo>
                  <a:pt x="15922" y="7911"/>
                </a:lnTo>
                <a:lnTo>
                  <a:pt x="17153" y="7245"/>
                </a:lnTo>
                <a:lnTo>
                  <a:pt x="18424" y="6599"/>
                </a:lnTo>
                <a:lnTo>
                  <a:pt x="19716" y="5994"/>
                </a:lnTo>
                <a:lnTo>
                  <a:pt x="21028" y="5429"/>
                </a:lnTo>
                <a:lnTo>
                  <a:pt x="22380" y="4864"/>
                </a:lnTo>
                <a:lnTo>
                  <a:pt x="23752" y="4339"/>
                </a:lnTo>
                <a:lnTo>
                  <a:pt x="25165" y="3855"/>
                </a:lnTo>
                <a:lnTo>
                  <a:pt x="26597" y="3391"/>
                </a:lnTo>
                <a:lnTo>
                  <a:pt x="28050" y="2967"/>
                </a:lnTo>
                <a:lnTo>
                  <a:pt x="29544" y="2563"/>
                </a:lnTo>
                <a:lnTo>
                  <a:pt x="31037" y="2180"/>
                </a:lnTo>
                <a:lnTo>
                  <a:pt x="32591" y="1837"/>
                </a:lnTo>
                <a:lnTo>
                  <a:pt x="34145" y="1514"/>
                </a:lnTo>
                <a:lnTo>
                  <a:pt x="35739" y="1231"/>
                </a:lnTo>
                <a:lnTo>
                  <a:pt x="37374" y="989"/>
                </a:lnTo>
                <a:lnTo>
                  <a:pt x="39028" y="747"/>
                </a:lnTo>
                <a:lnTo>
                  <a:pt x="40723" y="566"/>
                </a:lnTo>
                <a:lnTo>
                  <a:pt x="42439" y="384"/>
                </a:lnTo>
                <a:lnTo>
                  <a:pt x="44194" y="243"/>
                </a:lnTo>
                <a:lnTo>
                  <a:pt x="45970" y="142"/>
                </a:lnTo>
                <a:lnTo>
                  <a:pt x="46656" y="101"/>
                </a:lnTo>
                <a:lnTo>
                  <a:pt x="47342" y="81"/>
                </a:lnTo>
                <a:close/>
                <a:moveTo>
                  <a:pt x="47302" y="1"/>
                </a:moveTo>
                <a:lnTo>
                  <a:pt x="46636" y="21"/>
                </a:lnTo>
                <a:lnTo>
                  <a:pt x="45970" y="61"/>
                </a:lnTo>
                <a:lnTo>
                  <a:pt x="44194" y="162"/>
                </a:lnTo>
                <a:lnTo>
                  <a:pt x="42439" y="303"/>
                </a:lnTo>
                <a:lnTo>
                  <a:pt x="40703" y="485"/>
                </a:lnTo>
                <a:lnTo>
                  <a:pt x="39028" y="666"/>
                </a:lnTo>
                <a:lnTo>
                  <a:pt x="37353" y="909"/>
                </a:lnTo>
                <a:lnTo>
                  <a:pt x="35739" y="1151"/>
                </a:lnTo>
                <a:lnTo>
                  <a:pt x="34145" y="1453"/>
                </a:lnTo>
                <a:lnTo>
                  <a:pt x="32571" y="1756"/>
                </a:lnTo>
                <a:lnTo>
                  <a:pt x="31017" y="2099"/>
                </a:lnTo>
                <a:lnTo>
                  <a:pt x="29523" y="2483"/>
                </a:lnTo>
                <a:lnTo>
                  <a:pt x="28030" y="2886"/>
                </a:lnTo>
                <a:lnTo>
                  <a:pt x="26577" y="3310"/>
                </a:lnTo>
                <a:lnTo>
                  <a:pt x="25144" y="3774"/>
                </a:lnTo>
                <a:lnTo>
                  <a:pt x="23732" y="4279"/>
                </a:lnTo>
                <a:lnTo>
                  <a:pt x="22339" y="4803"/>
                </a:lnTo>
                <a:lnTo>
                  <a:pt x="20987" y="5348"/>
                </a:lnTo>
                <a:lnTo>
                  <a:pt x="19676" y="5933"/>
                </a:lnTo>
                <a:lnTo>
                  <a:pt x="18384" y="6539"/>
                </a:lnTo>
                <a:lnTo>
                  <a:pt x="17113" y="7164"/>
                </a:lnTo>
                <a:lnTo>
                  <a:pt x="15882" y="7830"/>
                </a:lnTo>
                <a:lnTo>
                  <a:pt x="14671" y="8537"/>
                </a:lnTo>
                <a:lnTo>
                  <a:pt x="13480" y="9263"/>
                </a:lnTo>
                <a:lnTo>
                  <a:pt x="12330" y="10010"/>
                </a:lnTo>
                <a:lnTo>
                  <a:pt x="11200" y="10797"/>
                </a:lnTo>
                <a:lnTo>
                  <a:pt x="10231" y="11503"/>
                </a:lnTo>
                <a:lnTo>
                  <a:pt x="9263" y="12250"/>
                </a:lnTo>
                <a:lnTo>
                  <a:pt x="8314" y="13037"/>
                </a:lnTo>
                <a:lnTo>
                  <a:pt x="7386" y="13864"/>
                </a:lnTo>
                <a:lnTo>
                  <a:pt x="6438" y="14732"/>
                </a:lnTo>
                <a:lnTo>
                  <a:pt x="5509" y="15640"/>
                </a:lnTo>
                <a:lnTo>
                  <a:pt x="4581" y="16609"/>
                </a:lnTo>
                <a:lnTo>
                  <a:pt x="3653" y="17598"/>
                </a:lnTo>
                <a:lnTo>
                  <a:pt x="3390" y="17860"/>
                </a:lnTo>
                <a:lnTo>
                  <a:pt x="3108" y="18122"/>
                </a:lnTo>
                <a:lnTo>
                  <a:pt x="2482" y="18687"/>
                </a:lnTo>
                <a:lnTo>
                  <a:pt x="2038" y="19051"/>
                </a:lnTo>
                <a:lnTo>
                  <a:pt x="1614" y="19454"/>
                </a:lnTo>
                <a:lnTo>
                  <a:pt x="1191" y="19858"/>
                </a:lnTo>
                <a:lnTo>
                  <a:pt x="807" y="20261"/>
                </a:lnTo>
                <a:lnTo>
                  <a:pt x="646" y="20483"/>
                </a:lnTo>
                <a:lnTo>
                  <a:pt x="484" y="20685"/>
                </a:lnTo>
                <a:lnTo>
                  <a:pt x="343" y="20907"/>
                </a:lnTo>
                <a:lnTo>
                  <a:pt x="222" y="21129"/>
                </a:lnTo>
                <a:lnTo>
                  <a:pt x="141" y="21351"/>
                </a:lnTo>
                <a:lnTo>
                  <a:pt x="61" y="21573"/>
                </a:lnTo>
                <a:lnTo>
                  <a:pt x="20" y="21795"/>
                </a:lnTo>
                <a:lnTo>
                  <a:pt x="0" y="22037"/>
                </a:lnTo>
                <a:lnTo>
                  <a:pt x="20" y="22239"/>
                </a:lnTo>
                <a:lnTo>
                  <a:pt x="61" y="22441"/>
                </a:lnTo>
                <a:lnTo>
                  <a:pt x="121" y="22663"/>
                </a:lnTo>
                <a:lnTo>
                  <a:pt x="222" y="22865"/>
                </a:lnTo>
                <a:lnTo>
                  <a:pt x="343" y="23066"/>
                </a:lnTo>
                <a:lnTo>
                  <a:pt x="484" y="23268"/>
                </a:lnTo>
                <a:lnTo>
                  <a:pt x="666" y="23470"/>
                </a:lnTo>
                <a:lnTo>
                  <a:pt x="868" y="23652"/>
                </a:lnTo>
                <a:lnTo>
                  <a:pt x="1090" y="23833"/>
                </a:lnTo>
                <a:lnTo>
                  <a:pt x="1312" y="24015"/>
                </a:lnTo>
                <a:lnTo>
                  <a:pt x="1574" y="24196"/>
                </a:lnTo>
                <a:lnTo>
                  <a:pt x="1836" y="24358"/>
                </a:lnTo>
                <a:lnTo>
                  <a:pt x="2381" y="24661"/>
                </a:lnTo>
                <a:lnTo>
                  <a:pt x="2967" y="24923"/>
                </a:lnTo>
                <a:lnTo>
                  <a:pt x="3592" y="25165"/>
                </a:lnTo>
                <a:lnTo>
                  <a:pt x="4218" y="25387"/>
                </a:lnTo>
                <a:lnTo>
                  <a:pt x="4884" y="25589"/>
                </a:lnTo>
                <a:lnTo>
                  <a:pt x="5570" y="25770"/>
                </a:lnTo>
                <a:lnTo>
                  <a:pt x="6256" y="25912"/>
                </a:lnTo>
                <a:lnTo>
                  <a:pt x="6942" y="26053"/>
                </a:lnTo>
                <a:lnTo>
                  <a:pt x="7628" y="26174"/>
                </a:lnTo>
                <a:lnTo>
                  <a:pt x="8314" y="26295"/>
                </a:lnTo>
                <a:lnTo>
                  <a:pt x="9606" y="26477"/>
                </a:lnTo>
                <a:lnTo>
                  <a:pt x="10817" y="26618"/>
                </a:lnTo>
                <a:lnTo>
                  <a:pt x="10938" y="26638"/>
                </a:lnTo>
                <a:lnTo>
                  <a:pt x="11826" y="26739"/>
                </a:lnTo>
                <a:lnTo>
                  <a:pt x="12693" y="26820"/>
                </a:lnTo>
                <a:lnTo>
                  <a:pt x="13561" y="26880"/>
                </a:lnTo>
                <a:lnTo>
                  <a:pt x="14429" y="26941"/>
                </a:lnTo>
                <a:lnTo>
                  <a:pt x="15276" y="27001"/>
                </a:lnTo>
                <a:lnTo>
                  <a:pt x="16124" y="27022"/>
                </a:lnTo>
                <a:lnTo>
                  <a:pt x="16971" y="27042"/>
                </a:lnTo>
                <a:lnTo>
                  <a:pt x="17799" y="27062"/>
                </a:lnTo>
                <a:lnTo>
                  <a:pt x="18828" y="27042"/>
                </a:lnTo>
                <a:lnTo>
                  <a:pt x="19857" y="27022"/>
                </a:lnTo>
                <a:lnTo>
                  <a:pt x="20866" y="26961"/>
                </a:lnTo>
                <a:lnTo>
                  <a:pt x="21855" y="26880"/>
                </a:lnTo>
                <a:lnTo>
                  <a:pt x="23268" y="26759"/>
                </a:lnTo>
                <a:lnTo>
                  <a:pt x="24680" y="26598"/>
                </a:lnTo>
                <a:lnTo>
                  <a:pt x="26093" y="26436"/>
                </a:lnTo>
                <a:lnTo>
                  <a:pt x="27505" y="26255"/>
                </a:lnTo>
                <a:lnTo>
                  <a:pt x="30270" y="25871"/>
                </a:lnTo>
                <a:lnTo>
                  <a:pt x="32914" y="25468"/>
                </a:lnTo>
                <a:lnTo>
                  <a:pt x="34790" y="25205"/>
                </a:lnTo>
                <a:lnTo>
                  <a:pt x="36506" y="24943"/>
                </a:lnTo>
                <a:lnTo>
                  <a:pt x="37091" y="24862"/>
                </a:lnTo>
                <a:lnTo>
                  <a:pt x="37656" y="24721"/>
                </a:lnTo>
                <a:lnTo>
                  <a:pt x="38221" y="24539"/>
                </a:lnTo>
                <a:lnTo>
                  <a:pt x="38766" y="24338"/>
                </a:lnTo>
                <a:lnTo>
                  <a:pt x="39311" y="24096"/>
                </a:lnTo>
                <a:lnTo>
                  <a:pt x="39835" y="23833"/>
                </a:lnTo>
                <a:lnTo>
                  <a:pt x="40340" y="23530"/>
                </a:lnTo>
                <a:lnTo>
                  <a:pt x="40824" y="23208"/>
                </a:lnTo>
                <a:lnTo>
                  <a:pt x="41309" y="22824"/>
                </a:lnTo>
                <a:lnTo>
                  <a:pt x="41753" y="22421"/>
                </a:lnTo>
                <a:lnTo>
                  <a:pt x="42156" y="21977"/>
                </a:lnTo>
                <a:lnTo>
                  <a:pt x="42540" y="21533"/>
                </a:lnTo>
                <a:lnTo>
                  <a:pt x="42862" y="21069"/>
                </a:lnTo>
                <a:lnTo>
                  <a:pt x="43145" y="20584"/>
                </a:lnTo>
                <a:lnTo>
                  <a:pt x="43387" y="20080"/>
                </a:lnTo>
                <a:lnTo>
                  <a:pt x="43589" y="19555"/>
                </a:lnTo>
                <a:lnTo>
                  <a:pt x="43690" y="19172"/>
                </a:lnTo>
                <a:lnTo>
                  <a:pt x="43771" y="18788"/>
                </a:lnTo>
                <a:lnTo>
                  <a:pt x="43851" y="18385"/>
                </a:lnTo>
                <a:lnTo>
                  <a:pt x="43892" y="18001"/>
                </a:lnTo>
                <a:lnTo>
                  <a:pt x="43952" y="17194"/>
                </a:lnTo>
                <a:lnTo>
                  <a:pt x="43993" y="16407"/>
                </a:lnTo>
                <a:lnTo>
                  <a:pt x="44013" y="15761"/>
                </a:lnTo>
                <a:lnTo>
                  <a:pt x="44053" y="15115"/>
                </a:lnTo>
                <a:lnTo>
                  <a:pt x="44114" y="14449"/>
                </a:lnTo>
                <a:lnTo>
                  <a:pt x="44174" y="14147"/>
                </a:lnTo>
                <a:lnTo>
                  <a:pt x="44235" y="13824"/>
                </a:lnTo>
                <a:lnTo>
                  <a:pt x="44376" y="13319"/>
                </a:lnTo>
                <a:lnTo>
                  <a:pt x="44537" y="12815"/>
                </a:lnTo>
                <a:lnTo>
                  <a:pt x="44739" y="12351"/>
                </a:lnTo>
                <a:lnTo>
                  <a:pt x="44981" y="11887"/>
                </a:lnTo>
                <a:lnTo>
                  <a:pt x="45224" y="11443"/>
                </a:lnTo>
                <a:lnTo>
                  <a:pt x="45506" y="11019"/>
                </a:lnTo>
                <a:lnTo>
                  <a:pt x="45809" y="10595"/>
                </a:lnTo>
                <a:lnTo>
                  <a:pt x="46152" y="10191"/>
                </a:lnTo>
                <a:lnTo>
                  <a:pt x="46475" y="9788"/>
                </a:lnTo>
                <a:lnTo>
                  <a:pt x="46838" y="9404"/>
                </a:lnTo>
                <a:lnTo>
                  <a:pt x="47201" y="9021"/>
                </a:lnTo>
                <a:lnTo>
                  <a:pt x="47585" y="8658"/>
                </a:lnTo>
                <a:lnTo>
                  <a:pt x="48372" y="7911"/>
                </a:lnTo>
                <a:lnTo>
                  <a:pt x="49159" y="7185"/>
                </a:lnTo>
                <a:lnTo>
                  <a:pt x="50329" y="6135"/>
                </a:lnTo>
                <a:lnTo>
                  <a:pt x="50894" y="5590"/>
                </a:lnTo>
                <a:lnTo>
                  <a:pt x="51459" y="5025"/>
                </a:lnTo>
                <a:lnTo>
                  <a:pt x="51742" y="4702"/>
                </a:lnTo>
                <a:lnTo>
                  <a:pt x="52024" y="4359"/>
                </a:lnTo>
                <a:lnTo>
                  <a:pt x="52266" y="3976"/>
                </a:lnTo>
                <a:lnTo>
                  <a:pt x="52387" y="3774"/>
                </a:lnTo>
                <a:lnTo>
                  <a:pt x="52468" y="3572"/>
                </a:lnTo>
                <a:lnTo>
                  <a:pt x="52569" y="3371"/>
                </a:lnTo>
                <a:lnTo>
                  <a:pt x="52630" y="3169"/>
                </a:lnTo>
                <a:lnTo>
                  <a:pt x="52670" y="2947"/>
                </a:lnTo>
                <a:lnTo>
                  <a:pt x="52710" y="2745"/>
                </a:lnTo>
                <a:lnTo>
                  <a:pt x="52710" y="2523"/>
                </a:lnTo>
                <a:lnTo>
                  <a:pt x="52690" y="2321"/>
                </a:lnTo>
                <a:lnTo>
                  <a:pt x="52650" y="2099"/>
                </a:lnTo>
                <a:lnTo>
                  <a:pt x="52569" y="1897"/>
                </a:lnTo>
                <a:lnTo>
                  <a:pt x="52468" y="1716"/>
                </a:lnTo>
                <a:lnTo>
                  <a:pt x="52367" y="1534"/>
                </a:lnTo>
                <a:lnTo>
                  <a:pt x="52226" y="1373"/>
                </a:lnTo>
                <a:lnTo>
                  <a:pt x="52065" y="1211"/>
                </a:lnTo>
                <a:lnTo>
                  <a:pt x="51883" y="1070"/>
                </a:lnTo>
                <a:lnTo>
                  <a:pt x="51661" y="909"/>
                </a:lnTo>
                <a:lnTo>
                  <a:pt x="51439" y="788"/>
                </a:lnTo>
                <a:lnTo>
                  <a:pt x="51197" y="666"/>
                </a:lnTo>
                <a:lnTo>
                  <a:pt x="50894" y="525"/>
                </a:lnTo>
                <a:lnTo>
                  <a:pt x="50571" y="424"/>
                </a:lnTo>
                <a:lnTo>
                  <a:pt x="50269" y="323"/>
                </a:lnTo>
                <a:lnTo>
                  <a:pt x="49946" y="243"/>
                </a:lnTo>
                <a:lnTo>
                  <a:pt x="49623" y="182"/>
                </a:lnTo>
                <a:lnTo>
                  <a:pt x="49300" y="122"/>
                </a:lnTo>
                <a:lnTo>
                  <a:pt x="48654" y="41"/>
                </a:lnTo>
                <a:lnTo>
                  <a:pt x="47988" y="1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74" name="Google Shape;2674;p34"/>
          <p:cNvSpPr/>
          <p:nvPr/>
        </p:nvSpPr>
        <p:spPr>
          <a:xfrm flipH="1">
            <a:off x="1814668" y="602606"/>
            <a:ext cx="262933" cy="275344"/>
          </a:xfrm>
          <a:custGeom>
            <a:rect b="b" l="l" r="r" t="t"/>
            <a:pathLst>
              <a:path extrusionOk="0" h="4925" w="4703">
                <a:moveTo>
                  <a:pt x="1938" y="81"/>
                </a:moveTo>
                <a:lnTo>
                  <a:pt x="2160" y="122"/>
                </a:lnTo>
                <a:lnTo>
                  <a:pt x="2382" y="182"/>
                </a:lnTo>
                <a:lnTo>
                  <a:pt x="2604" y="283"/>
                </a:lnTo>
                <a:lnTo>
                  <a:pt x="2785" y="384"/>
                </a:lnTo>
                <a:lnTo>
                  <a:pt x="2967" y="505"/>
                </a:lnTo>
                <a:lnTo>
                  <a:pt x="3129" y="626"/>
                </a:lnTo>
                <a:lnTo>
                  <a:pt x="3411" y="889"/>
                </a:lnTo>
                <a:lnTo>
                  <a:pt x="3613" y="1111"/>
                </a:lnTo>
                <a:lnTo>
                  <a:pt x="3794" y="1353"/>
                </a:lnTo>
                <a:lnTo>
                  <a:pt x="3976" y="1595"/>
                </a:lnTo>
                <a:lnTo>
                  <a:pt x="4117" y="1857"/>
                </a:lnTo>
                <a:lnTo>
                  <a:pt x="4259" y="2120"/>
                </a:lnTo>
                <a:lnTo>
                  <a:pt x="4380" y="2402"/>
                </a:lnTo>
                <a:lnTo>
                  <a:pt x="4460" y="2685"/>
                </a:lnTo>
                <a:lnTo>
                  <a:pt x="4541" y="2967"/>
                </a:lnTo>
                <a:lnTo>
                  <a:pt x="4602" y="3330"/>
                </a:lnTo>
                <a:lnTo>
                  <a:pt x="4622" y="3472"/>
                </a:lnTo>
                <a:lnTo>
                  <a:pt x="4622" y="3633"/>
                </a:lnTo>
                <a:lnTo>
                  <a:pt x="4602" y="3774"/>
                </a:lnTo>
                <a:lnTo>
                  <a:pt x="4561" y="3895"/>
                </a:lnTo>
                <a:lnTo>
                  <a:pt x="4521" y="4016"/>
                </a:lnTo>
                <a:lnTo>
                  <a:pt x="4481" y="4138"/>
                </a:lnTo>
                <a:lnTo>
                  <a:pt x="4380" y="4279"/>
                </a:lnTo>
                <a:lnTo>
                  <a:pt x="4238" y="4400"/>
                </a:lnTo>
                <a:lnTo>
                  <a:pt x="4097" y="4521"/>
                </a:lnTo>
                <a:lnTo>
                  <a:pt x="3916" y="4622"/>
                </a:lnTo>
                <a:lnTo>
                  <a:pt x="3673" y="4723"/>
                </a:lnTo>
                <a:lnTo>
                  <a:pt x="3431" y="4783"/>
                </a:lnTo>
                <a:lnTo>
                  <a:pt x="3189" y="4844"/>
                </a:lnTo>
                <a:lnTo>
                  <a:pt x="2685" y="4844"/>
                </a:lnTo>
                <a:lnTo>
                  <a:pt x="2442" y="4804"/>
                </a:lnTo>
                <a:lnTo>
                  <a:pt x="2200" y="4723"/>
                </a:lnTo>
                <a:lnTo>
                  <a:pt x="1958" y="4622"/>
                </a:lnTo>
                <a:lnTo>
                  <a:pt x="1676" y="4460"/>
                </a:lnTo>
                <a:lnTo>
                  <a:pt x="1393" y="4238"/>
                </a:lnTo>
                <a:lnTo>
                  <a:pt x="1111" y="3976"/>
                </a:lnTo>
                <a:lnTo>
                  <a:pt x="868" y="3694"/>
                </a:lnTo>
                <a:lnTo>
                  <a:pt x="646" y="3391"/>
                </a:lnTo>
                <a:lnTo>
                  <a:pt x="445" y="3068"/>
                </a:lnTo>
                <a:lnTo>
                  <a:pt x="283" y="2725"/>
                </a:lnTo>
                <a:lnTo>
                  <a:pt x="162" y="2382"/>
                </a:lnTo>
                <a:lnTo>
                  <a:pt x="122" y="2160"/>
                </a:lnTo>
                <a:lnTo>
                  <a:pt x="81" y="1958"/>
                </a:lnTo>
                <a:lnTo>
                  <a:pt x="81" y="1756"/>
                </a:lnTo>
                <a:lnTo>
                  <a:pt x="81" y="1555"/>
                </a:lnTo>
                <a:lnTo>
                  <a:pt x="122" y="1373"/>
                </a:lnTo>
                <a:lnTo>
                  <a:pt x="162" y="1191"/>
                </a:lnTo>
                <a:lnTo>
                  <a:pt x="243" y="1010"/>
                </a:lnTo>
                <a:lnTo>
                  <a:pt x="323" y="848"/>
                </a:lnTo>
                <a:lnTo>
                  <a:pt x="445" y="687"/>
                </a:lnTo>
                <a:lnTo>
                  <a:pt x="606" y="525"/>
                </a:lnTo>
                <a:lnTo>
                  <a:pt x="767" y="404"/>
                </a:lnTo>
                <a:lnTo>
                  <a:pt x="949" y="283"/>
                </a:lnTo>
                <a:lnTo>
                  <a:pt x="1151" y="202"/>
                </a:lnTo>
                <a:lnTo>
                  <a:pt x="1353" y="122"/>
                </a:lnTo>
                <a:lnTo>
                  <a:pt x="1554" y="81"/>
                </a:lnTo>
                <a:close/>
                <a:moveTo>
                  <a:pt x="1696" y="1"/>
                </a:moveTo>
                <a:lnTo>
                  <a:pt x="1454" y="21"/>
                </a:lnTo>
                <a:lnTo>
                  <a:pt x="1211" y="81"/>
                </a:lnTo>
                <a:lnTo>
                  <a:pt x="989" y="182"/>
                </a:lnTo>
                <a:lnTo>
                  <a:pt x="767" y="303"/>
                </a:lnTo>
                <a:lnTo>
                  <a:pt x="586" y="445"/>
                </a:lnTo>
                <a:lnTo>
                  <a:pt x="404" y="626"/>
                </a:lnTo>
                <a:lnTo>
                  <a:pt x="263" y="808"/>
                </a:lnTo>
                <a:lnTo>
                  <a:pt x="162" y="989"/>
                </a:lnTo>
                <a:lnTo>
                  <a:pt x="81" y="1171"/>
                </a:lnTo>
                <a:lnTo>
                  <a:pt x="41" y="1353"/>
                </a:lnTo>
                <a:lnTo>
                  <a:pt x="1" y="1555"/>
                </a:lnTo>
                <a:lnTo>
                  <a:pt x="1" y="1756"/>
                </a:lnTo>
                <a:lnTo>
                  <a:pt x="1" y="1958"/>
                </a:lnTo>
                <a:lnTo>
                  <a:pt x="41" y="2180"/>
                </a:lnTo>
                <a:lnTo>
                  <a:pt x="81" y="2402"/>
                </a:lnTo>
                <a:lnTo>
                  <a:pt x="202" y="2745"/>
                </a:lnTo>
                <a:lnTo>
                  <a:pt x="364" y="3088"/>
                </a:lnTo>
                <a:lnTo>
                  <a:pt x="566" y="3431"/>
                </a:lnTo>
                <a:lnTo>
                  <a:pt x="808" y="3754"/>
                </a:lnTo>
                <a:lnTo>
                  <a:pt x="1050" y="4037"/>
                </a:lnTo>
                <a:lnTo>
                  <a:pt x="1332" y="4299"/>
                </a:lnTo>
                <a:lnTo>
                  <a:pt x="1635" y="4521"/>
                </a:lnTo>
                <a:lnTo>
                  <a:pt x="1938" y="4703"/>
                </a:lnTo>
                <a:lnTo>
                  <a:pt x="2160" y="4804"/>
                </a:lnTo>
                <a:lnTo>
                  <a:pt x="2422" y="4864"/>
                </a:lnTo>
                <a:lnTo>
                  <a:pt x="2664" y="4925"/>
                </a:lnTo>
                <a:lnTo>
                  <a:pt x="3189" y="4925"/>
                </a:lnTo>
                <a:lnTo>
                  <a:pt x="3451" y="4864"/>
                </a:lnTo>
                <a:lnTo>
                  <a:pt x="3714" y="4804"/>
                </a:lnTo>
                <a:lnTo>
                  <a:pt x="3956" y="4682"/>
                </a:lnTo>
                <a:lnTo>
                  <a:pt x="4138" y="4582"/>
                </a:lnTo>
                <a:lnTo>
                  <a:pt x="4299" y="4460"/>
                </a:lnTo>
                <a:lnTo>
                  <a:pt x="4440" y="4319"/>
                </a:lnTo>
                <a:lnTo>
                  <a:pt x="4541" y="4178"/>
                </a:lnTo>
                <a:lnTo>
                  <a:pt x="4602" y="4057"/>
                </a:lnTo>
                <a:lnTo>
                  <a:pt x="4642" y="3916"/>
                </a:lnTo>
                <a:lnTo>
                  <a:pt x="4682" y="3795"/>
                </a:lnTo>
                <a:lnTo>
                  <a:pt x="4703" y="3633"/>
                </a:lnTo>
                <a:lnTo>
                  <a:pt x="4703" y="3492"/>
                </a:lnTo>
                <a:lnTo>
                  <a:pt x="4682" y="3310"/>
                </a:lnTo>
                <a:lnTo>
                  <a:pt x="4622" y="2947"/>
                </a:lnTo>
                <a:lnTo>
                  <a:pt x="4541" y="2664"/>
                </a:lnTo>
                <a:lnTo>
                  <a:pt x="4440" y="2362"/>
                </a:lnTo>
                <a:lnTo>
                  <a:pt x="4339" y="2099"/>
                </a:lnTo>
                <a:lnTo>
                  <a:pt x="4198" y="1817"/>
                </a:lnTo>
                <a:lnTo>
                  <a:pt x="4037" y="1555"/>
                </a:lnTo>
                <a:lnTo>
                  <a:pt x="3855" y="1312"/>
                </a:lnTo>
                <a:lnTo>
                  <a:pt x="3673" y="1070"/>
                </a:lnTo>
                <a:lnTo>
                  <a:pt x="3472" y="828"/>
                </a:lnTo>
                <a:lnTo>
                  <a:pt x="3189" y="566"/>
                </a:lnTo>
                <a:lnTo>
                  <a:pt x="3007" y="445"/>
                </a:lnTo>
                <a:lnTo>
                  <a:pt x="2826" y="324"/>
                </a:lnTo>
                <a:lnTo>
                  <a:pt x="2624" y="202"/>
                </a:lnTo>
                <a:lnTo>
                  <a:pt x="2422" y="102"/>
                </a:lnTo>
                <a:lnTo>
                  <a:pt x="2180" y="41"/>
                </a:lnTo>
                <a:lnTo>
                  <a:pt x="1938" y="1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75" name="Google Shape;2675;p34"/>
          <p:cNvSpPr/>
          <p:nvPr/>
        </p:nvSpPr>
        <p:spPr>
          <a:xfrm>
            <a:off x="-1497457" y="3670008"/>
            <a:ext cx="2259893" cy="1045918"/>
          </a:xfrm>
          <a:custGeom>
            <a:rect b="b" l="l" r="r" t="t"/>
            <a:pathLst>
              <a:path extrusionOk="0" h="18708" w="40422">
                <a:moveTo>
                  <a:pt x="37434" y="81"/>
                </a:moveTo>
                <a:lnTo>
                  <a:pt x="37919" y="101"/>
                </a:lnTo>
                <a:lnTo>
                  <a:pt x="38403" y="162"/>
                </a:lnTo>
                <a:lnTo>
                  <a:pt x="38887" y="263"/>
                </a:lnTo>
                <a:lnTo>
                  <a:pt x="39372" y="384"/>
                </a:lnTo>
                <a:lnTo>
                  <a:pt x="39634" y="485"/>
                </a:lnTo>
                <a:lnTo>
                  <a:pt x="39796" y="566"/>
                </a:lnTo>
                <a:lnTo>
                  <a:pt x="39957" y="666"/>
                </a:lnTo>
                <a:lnTo>
                  <a:pt x="40098" y="808"/>
                </a:lnTo>
                <a:lnTo>
                  <a:pt x="40219" y="949"/>
                </a:lnTo>
                <a:lnTo>
                  <a:pt x="40260" y="1030"/>
                </a:lnTo>
                <a:lnTo>
                  <a:pt x="40300" y="1110"/>
                </a:lnTo>
                <a:lnTo>
                  <a:pt x="40320" y="1211"/>
                </a:lnTo>
                <a:lnTo>
                  <a:pt x="40340" y="1292"/>
                </a:lnTo>
                <a:lnTo>
                  <a:pt x="40320" y="1413"/>
                </a:lnTo>
                <a:lnTo>
                  <a:pt x="40300" y="1534"/>
                </a:lnTo>
                <a:lnTo>
                  <a:pt x="40260" y="1655"/>
                </a:lnTo>
                <a:lnTo>
                  <a:pt x="40199" y="1756"/>
                </a:lnTo>
                <a:lnTo>
                  <a:pt x="40058" y="1958"/>
                </a:lnTo>
                <a:lnTo>
                  <a:pt x="39876" y="2160"/>
                </a:lnTo>
                <a:lnTo>
                  <a:pt x="39513" y="2523"/>
                </a:lnTo>
                <a:lnTo>
                  <a:pt x="39130" y="2886"/>
                </a:lnTo>
                <a:lnTo>
                  <a:pt x="38322" y="3572"/>
                </a:lnTo>
                <a:lnTo>
                  <a:pt x="37677" y="4117"/>
                </a:lnTo>
                <a:lnTo>
                  <a:pt x="37051" y="4682"/>
                </a:lnTo>
                <a:lnTo>
                  <a:pt x="36748" y="4985"/>
                </a:lnTo>
                <a:lnTo>
                  <a:pt x="36466" y="5308"/>
                </a:lnTo>
                <a:lnTo>
                  <a:pt x="36203" y="5631"/>
                </a:lnTo>
                <a:lnTo>
                  <a:pt x="35961" y="5974"/>
                </a:lnTo>
                <a:lnTo>
                  <a:pt x="35719" y="6337"/>
                </a:lnTo>
                <a:lnTo>
                  <a:pt x="35517" y="6700"/>
                </a:lnTo>
                <a:lnTo>
                  <a:pt x="35336" y="7084"/>
                </a:lnTo>
                <a:lnTo>
                  <a:pt x="35174" y="7467"/>
                </a:lnTo>
                <a:lnTo>
                  <a:pt x="34872" y="8254"/>
                </a:lnTo>
                <a:lnTo>
                  <a:pt x="34589" y="9041"/>
                </a:lnTo>
                <a:lnTo>
                  <a:pt x="34307" y="9869"/>
                </a:lnTo>
                <a:lnTo>
                  <a:pt x="34145" y="10292"/>
                </a:lnTo>
                <a:lnTo>
                  <a:pt x="33984" y="10696"/>
                </a:lnTo>
                <a:lnTo>
                  <a:pt x="33802" y="11100"/>
                </a:lnTo>
                <a:lnTo>
                  <a:pt x="33600" y="11503"/>
                </a:lnTo>
                <a:lnTo>
                  <a:pt x="33378" y="11887"/>
                </a:lnTo>
                <a:lnTo>
                  <a:pt x="33136" y="12250"/>
                </a:lnTo>
                <a:lnTo>
                  <a:pt x="32914" y="12512"/>
                </a:lnTo>
                <a:lnTo>
                  <a:pt x="32712" y="12754"/>
                </a:lnTo>
                <a:lnTo>
                  <a:pt x="32470" y="12996"/>
                </a:lnTo>
                <a:lnTo>
                  <a:pt x="32228" y="13239"/>
                </a:lnTo>
                <a:lnTo>
                  <a:pt x="31986" y="13440"/>
                </a:lnTo>
                <a:lnTo>
                  <a:pt x="31724" y="13642"/>
                </a:lnTo>
                <a:lnTo>
                  <a:pt x="31199" y="14026"/>
                </a:lnTo>
                <a:lnTo>
                  <a:pt x="30634" y="14369"/>
                </a:lnTo>
                <a:lnTo>
                  <a:pt x="30069" y="14692"/>
                </a:lnTo>
                <a:lnTo>
                  <a:pt x="29504" y="14954"/>
                </a:lnTo>
                <a:lnTo>
                  <a:pt x="28939" y="15216"/>
                </a:lnTo>
                <a:lnTo>
                  <a:pt x="27970" y="15640"/>
                </a:lnTo>
                <a:lnTo>
                  <a:pt x="26961" y="16024"/>
                </a:lnTo>
                <a:lnTo>
                  <a:pt x="25952" y="16387"/>
                </a:lnTo>
                <a:lnTo>
                  <a:pt x="24923" y="16730"/>
                </a:lnTo>
                <a:lnTo>
                  <a:pt x="23873" y="17033"/>
                </a:lnTo>
                <a:lnTo>
                  <a:pt x="22804" y="17315"/>
                </a:lnTo>
                <a:lnTo>
                  <a:pt x="21714" y="17557"/>
                </a:lnTo>
                <a:lnTo>
                  <a:pt x="20604" y="17799"/>
                </a:lnTo>
                <a:lnTo>
                  <a:pt x="19494" y="18001"/>
                </a:lnTo>
                <a:lnTo>
                  <a:pt x="18344" y="18163"/>
                </a:lnTo>
                <a:lnTo>
                  <a:pt x="17194" y="18304"/>
                </a:lnTo>
                <a:lnTo>
                  <a:pt x="16023" y="18425"/>
                </a:lnTo>
                <a:lnTo>
                  <a:pt x="14833" y="18526"/>
                </a:lnTo>
                <a:lnTo>
                  <a:pt x="13622" y="18586"/>
                </a:lnTo>
                <a:lnTo>
                  <a:pt x="12391" y="18607"/>
                </a:lnTo>
                <a:lnTo>
                  <a:pt x="11160" y="18627"/>
                </a:lnTo>
                <a:lnTo>
                  <a:pt x="10091" y="18607"/>
                </a:lnTo>
                <a:lnTo>
                  <a:pt x="8981" y="18566"/>
                </a:lnTo>
                <a:lnTo>
                  <a:pt x="7810" y="18465"/>
                </a:lnTo>
                <a:lnTo>
                  <a:pt x="7205" y="18405"/>
                </a:lnTo>
                <a:lnTo>
                  <a:pt x="6599" y="18324"/>
                </a:lnTo>
                <a:lnTo>
                  <a:pt x="5994" y="18243"/>
                </a:lnTo>
                <a:lnTo>
                  <a:pt x="5368" y="18122"/>
                </a:lnTo>
                <a:lnTo>
                  <a:pt x="4763" y="17981"/>
                </a:lnTo>
                <a:lnTo>
                  <a:pt x="4137" y="17840"/>
                </a:lnTo>
                <a:lnTo>
                  <a:pt x="3532" y="17658"/>
                </a:lnTo>
                <a:lnTo>
                  <a:pt x="2927" y="17456"/>
                </a:lnTo>
                <a:lnTo>
                  <a:pt x="2321" y="17234"/>
                </a:lnTo>
                <a:lnTo>
                  <a:pt x="1716" y="16972"/>
                </a:lnTo>
                <a:lnTo>
                  <a:pt x="1312" y="16790"/>
                </a:lnTo>
                <a:lnTo>
                  <a:pt x="1131" y="16669"/>
                </a:lnTo>
                <a:lnTo>
                  <a:pt x="949" y="16548"/>
                </a:lnTo>
                <a:lnTo>
                  <a:pt x="767" y="16427"/>
                </a:lnTo>
                <a:lnTo>
                  <a:pt x="606" y="16286"/>
                </a:lnTo>
                <a:lnTo>
                  <a:pt x="465" y="16124"/>
                </a:lnTo>
                <a:lnTo>
                  <a:pt x="323" y="15963"/>
                </a:lnTo>
                <a:lnTo>
                  <a:pt x="243" y="15802"/>
                </a:lnTo>
                <a:lnTo>
                  <a:pt x="162" y="15640"/>
                </a:lnTo>
                <a:lnTo>
                  <a:pt x="122" y="15499"/>
                </a:lnTo>
                <a:lnTo>
                  <a:pt x="101" y="15337"/>
                </a:lnTo>
                <a:lnTo>
                  <a:pt x="81" y="15196"/>
                </a:lnTo>
                <a:lnTo>
                  <a:pt x="101" y="15055"/>
                </a:lnTo>
                <a:lnTo>
                  <a:pt x="122" y="14914"/>
                </a:lnTo>
                <a:lnTo>
                  <a:pt x="162" y="14772"/>
                </a:lnTo>
                <a:lnTo>
                  <a:pt x="222" y="14631"/>
                </a:lnTo>
                <a:lnTo>
                  <a:pt x="283" y="14490"/>
                </a:lnTo>
                <a:lnTo>
                  <a:pt x="444" y="14207"/>
                </a:lnTo>
                <a:lnTo>
                  <a:pt x="646" y="13945"/>
                </a:lnTo>
                <a:lnTo>
                  <a:pt x="868" y="13703"/>
                </a:lnTo>
                <a:lnTo>
                  <a:pt x="1453" y="13077"/>
                </a:lnTo>
                <a:lnTo>
                  <a:pt x="2059" y="12472"/>
                </a:lnTo>
                <a:lnTo>
                  <a:pt x="2684" y="11887"/>
                </a:lnTo>
                <a:lnTo>
                  <a:pt x="3310" y="11322"/>
                </a:lnTo>
                <a:lnTo>
                  <a:pt x="3936" y="10797"/>
                </a:lnTo>
                <a:lnTo>
                  <a:pt x="4602" y="10272"/>
                </a:lnTo>
                <a:lnTo>
                  <a:pt x="5267" y="9768"/>
                </a:lnTo>
                <a:lnTo>
                  <a:pt x="5974" y="9283"/>
                </a:lnTo>
                <a:lnTo>
                  <a:pt x="6680" y="8819"/>
                </a:lnTo>
                <a:lnTo>
                  <a:pt x="7427" y="8355"/>
                </a:lnTo>
                <a:lnTo>
                  <a:pt x="8173" y="7891"/>
                </a:lnTo>
                <a:lnTo>
                  <a:pt x="8960" y="7467"/>
                </a:lnTo>
                <a:lnTo>
                  <a:pt x="9808" y="7003"/>
                </a:lnTo>
                <a:lnTo>
                  <a:pt x="10676" y="6579"/>
                </a:lnTo>
                <a:lnTo>
                  <a:pt x="11564" y="6155"/>
                </a:lnTo>
                <a:lnTo>
                  <a:pt x="12492" y="5752"/>
                </a:lnTo>
                <a:lnTo>
                  <a:pt x="13380" y="5389"/>
                </a:lnTo>
                <a:lnTo>
                  <a:pt x="14268" y="5046"/>
                </a:lnTo>
                <a:lnTo>
                  <a:pt x="15176" y="4702"/>
                </a:lnTo>
                <a:lnTo>
                  <a:pt x="16084" y="4380"/>
                </a:lnTo>
                <a:lnTo>
                  <a:pt x="17012" y="4077"/>
                </a:lnTo>
                <a:lnTo>
                  <a:pt x="17920" y="3794"/>
                </a:lnTo>
                <a:lnTo>
                  <a:pt x="18849" y="3512"/>
                </a:lnTo>
                <a:lnTo>
                  <a:pt x="19777" y="3270"/>
                </a:lnTo>
                <a:lnTo>
                  <a:pt x="21613" y="2765"/>
                </a:lnTo>
                <a:lnTo>
                  <a:pt x="23470" y="2321"/>
                </a:lnTo>
                <a:lnTo>
                  <a:pt x="25286" y="1918"/>
                </a:lnTo>
                <a:lnTo>
                  <a:pt x="27102" y="1534"/>
                </a:lnTo>
                <a:lnTo>
                  <a:pt x="29362" y="1070"/>
                </a:lnTo>
                <a:lnTo>
                  <a:pt x="30452" y="868"/>
                </a:lnTo>
                <a:lnTo>
                  <a:pt x="31502" y="687"/>
                </a:lnTo>
                <a:lnTo>
                  <a:pt x="32531" y="525"/>
                </a:lnTo>
                <a:lnTo>
                  <a:pt x="33560" y="384"/>
                </a:lnTo>
                <a:lnTo>
                  <a:pt x="34569" y="263"/>
                </a:lnTo>
                <a:lnTo>
                  <a:pt x="35578" y="162"/>
                </a:lnTo>
                <a:lnTo>
                  <a:pt x="36486" y="81"/>
                </a:lnTo>
                <a:close/>
                <a:moveTo>
                  <a:pt x="36486" y="1"/>
                </a:moveTo>
                <a:lnTo>
                  <a:pt x="35558" y="81"/>
                </a:lnTo>
                <a:lnTo>
                  <a:pt x="34549" y="182"/>
                </a:lnTo>
                <a:lnTo>
                  <a:pt x="33540" y="303"/>
                </a:lnTo>
                <a:lnTo>
                  <a:pt x="32511" y="444"/>
                </a:lnTo>
                <a:lnTo>
                  <a:pt x="31481" y="606"/>
                </a:lnTo>
                <a:lnTo>
                  <a:pt x="30432" y="788"/>
                </a:lnTo>
                <a:lnTo>
                  <a:pt x="29362" y="989"/>
                </a:lnTo>
                <a:lnTo>
                  <a:pt x="27082" y="1453"/>
                </a:lnTo>
                <a:lnTo>
                  <a:pt x="25286" y="1837"/>
                </a:lnTo>
                <a:lnTo>
                  <a:pt x="23450" y="2241"/>
                </a:lnTo>
                <a:lnTo>
                  <a:pt x="21593" y="2705"/>
                </a:lnTo>
                <a:lnTo>
                  <a:pt x="19757" y="3189"/>
                </a:lnTo>
                <a:lnTo>
                  <a:pt x="18828" y="3451"/>
                </a:lnTo>
                <a:lnTo>
                  <a:pt x="17900" y="3714"/>
                </a:lnTo>
                <a:lnTo>
                  <a:pt x="16992" y="3996"/>
                </a:lnTo>
                <a:lnTo>
                  <a:pt x="16064" y="4299"/>
                </a:lnTo>
                <a:lnTo>
                  <a:pt x="15156" y="4622"/>
                </a:lnTo>
                <a:lnTo>
                  <a:pt x="14248" y="4965"/>
                </a:lnTo>
                <a:lnTo>
                  <a:pt x="13339" y="5308"/>
                </a:lnTo>
                <a:lnTo>
                  <a:pt x="12452" y="5691"/>
                </a:lnTo>
                <a:lnTo>
                  <a:pt x="11543" y="6095"/>
                </a:lnTo>
                <a:lnTo>
                  <a:pt x="10635" y="6499"/>
                </a:lnTo>
                <a:lnTo>
                  <a:pt x="9768" y="6942"/>
                </a:lnTo>
                <a:lnTo>
                  <a:pt x="8920" y="7386"/>
                </a:lnTo>
                <a:lnTo>
                  <a:pt x="8133" y="7830"/>
                </a:lnTo>
                <a:lnTo>
                  <a:pt x="7386" y="8274"/>
                </a:lnTo>
                <a:lnTo>
                  <a:pt x="6640" y="8738"/>
                </a:lnTo>
                <a:lnTo>
                  <a:pt x="5933" y="9223"/>
                </a:lnTo>
                <a:lnTo>
                  <a:pt x="5227" y="9707"/>
                </a:lnTo>
                <a:lnTo>
                  <a:pt x="4541" y="10212"/>
                </a:lnTo>
                <a:lnTo>
                  <a:pt x="3895" y="10736"/>
                </a:lnTo>
                <a:lnTo>
                  <a:pt x="3270" y="11261"/>
                </a:lnTo>
                <a:lnTo>
                  <a:pt x="2624" y="11826"/>
                </a:lnTo>
                <a:lnTo>
                  <a:pt x="1998" y="12411"/>
                </a:lnTo>
                <a:lnTo>
                  <a:pt x="1393" y="13017"/>
                </a:lnTo>
                <a:lnTo>
                  <a:pt x="808" y="13642"/>
                </a:lnTo>
                <a:lnTo>
                  <a:pt x="586" y="13905"/>
                </a:lnTo>
                <a:lnTo>
                  <a:pt x="364" y="14187"/>
                </a:lnTo>
                <a:lnTo>
                  <a:pt x="202" y="14470"/>
                </a:lnTo>
                <a:lnTo>
                  <a:pt x="122" y="14611"/>
                </a:lnTo>
                <a:lnTo>
                  <a:pt x="81" y="14752"/>
                </a:lnTo>
                <a:lnTo>
                  <a:pt x="41" y="14893"/>
                </a:lnTo>
                <a:lnTo>
                  <a:pt x="0" y="15055"/>
                </a:lnTo>
                <a:lnTo>
                  <a:pt x="0" y="15196"/>
                </a:lnTo>
                <a:lnTo>
                  <a:pt x="0" y="15358"/>
                </a:lnTo>
                <a:lnTo>
                  <a:pt x="41" y="15519"/>
                </a:lnTo>
                <a:lnTo>
                  <a:pt x="101" y="15680"/>
                </a:lnTo>
                <a:lnTo>
                  <a:pt x="162" y="15842"/>
                </a:lnTo>
                <a:lnTo>
                  <a:pt x="263" y="16003"/>
                </a:lnTo>
                <a:lnTo>
                  <a:pt x="404" y="16185"/>
                </a:lnTo>
                <a:lnTo>
                  <a:pt x="545" y="16346"/>
                </a:lnTo>
                <a:lnTo>
                  <a:pt x="727" y="16488"/>
                </a:lnTo>
                <a:lnTo>
                  <a:pt x="888" y="16629"/>
                </a:lnTo>
                <a:lnTo>
                  <a:pt x="1090" y="16750"/>
                </a:lnTo>
                <a:lnTo>
                  <a:pt x="1272" y="16851"/>
                </a:lnTo>
                <a:lnTo>
                  <a:pt x="1675" y="17053"/>
                </a:lnTo>
                <a:lnTo>
                  <a:pt x="2281" y="17295"/>
                </a:lnTo>
                <a:lnTo>
                  <a:pt x="2886" y="17537"/>
                </a:lnTo>
                <a:lnTo>
                  <a:pt x="3512" y="17739"/>
                </a:lnTo>
                <a:lnTo>
                  <a:pt x="4117" y="17920"/>
                </a:lnTo>
                <a:lnTo>
                  <a:pt x="4743" y="18062"/>
                </a:lnTo>
                <a:lnTo>
                  <a:pt x="5348" y="18203"/>
                </a:lnTo>
                <a:lnTo>
                  <a:pt x="5974" y="18324"/>
                </a:lnTo>
                <a:lnTo>
                  <a:pt x="6579" y="18405"/>
                </a:lnTo>
                <a:lnTo>
                  <a:pt x="7185" y="18485"/>
                </a:lnTo>
                <a:lnTo>
                  <a:pt x="7790" y="18546"/>
                </a:lnTo>
                <a:lnTo>
                  <a:pt x="8960" y="18647"/>
                </a:lnTo>
                <a:lnTo>
                  <a:pt x="10091" y="18687"/>
                </a:lnTo>
                <a:lnTo>
                  <a:pt x="11160" y="18707"/>
                </a:lnTo>
                <a:lnTo>
                  <a:pt x="11443" y="18707"/>
                </a:lnTo>
                <a:lnTo>
                  <a:pt x="12653" y="18687"/>
                </a:lnTo>
                <a:lnTo>
                  <a:pt x="13864" y="18647"/>
                </a:lnTo>
                <a:lnTo>
                  <a:pt x="15055" y="18586"/>
                </a:lnTo>
                <a:lnTo>
                  <a:pt x="16225" y="18485"/>
                </a:lnTo>
                <a:lnTo>
                  <a:pt x="17376" y="18364"/>
                </a:lnTo>
                <a:lnTo>
                  <a:pt x="18526" y="18223"/>
                </a:lnTo>
                <a:lnTo>
                  <a:pt x="19636" y="18042"/>
                </a:lnTo>
                <a:lnTo>
                  <a:pt x="20746" y="17840"/>
                </a:lnTo>
                <a:lnTo>
                  <a:pt x="21835" y="17618"/>
                </a:lnTo>
                <a:lnTo>
                  <a:pt x="22905" y="17376"/>
                </a:lnTo>
                <a:lnTo>
                  <a:pt x="23974" y="17093"/>
                </a:lnTo>
                <a:lnTo>
                  <a:pt x="25004" y="16790"/>
                </a:lnTo>
                <a:lnTo>
                  <a:pt x="26033" y="16447"/>
                </a:lnTo>
                <a:lnTo>
                  <a:pt x="27022" y="16084"/>
                </a:lnTo>
                <a:lnTo>
                  <a:pt x="28010" y="15701"/>
                </a:lnTo>
                <a:lnTo>
                  <a:pt x="28979" y="15297"/>
                </a:lnTo>
                <a:lnTo>
                  <a:pt x="29544" y="15035"/>
                </a:lnTo>
                <a:lnTo>
                  <a:pt x="30109" y="14752"/>
                </a:lnTo>
                <a:lnTo>
                  <a:pt x="30674" y="14449"/>
                </a:lnTo>
                <a:lnTo>
                  <a:pt x="31239" y="14086"/>
                </a:lnTo>
                <a:lnTo>
                  <a:pt x="31784" y="13703"/>
                </a:lnTo>
                <a:lnTo>
                  <a:pt x="32046" y="13501"/>
                </a:lnTo>
                <a:lnTo>
                  <a:pt x="32289" y="13279"/>
                </a:lnTo>
                <a:lnTo>
                  <a:pt x="32531" y="13057"/>
                </a:lnTo>
                <a:lnTo>
                  <a:pt x="32773" y="12815"/>
                </a:lnTo>
                <a:lnTo>
                  <a:pt x="32995" y="12553"/>
                </a:lnTo>
                <a:lnTo>
                  <a:pt x="33197" y="12290"/>
                </a:lnTo>
                <a:lnTo>
                  <a:pt x="33439" y="11927"/>
                </a:lnTo>
                <a:lnTo>
                  <a:pt x="33661" y="11544"/>
                </a:lnTo>
                <a:lnTo>
                  <a:pt x="33863" y="11140"/>
                </a:lnTo>
                <a:lnTo>
                  <a:pt x="34044" y="10736"/>
                </a:lnTo>
                <a:lnTo>
                  <a:pt x="34226" y="10333"/>
                </a:lnTo>
                <a:lnTo>
                  <a:pt x="34367" y="9909"/>
                </a:lnTo>
                <a:lnTo>
                  <a:pt x="34670" y="9061"/>
                </a:lnTo>
                <a:lnTo>
                  <a:pt x="34952" y="8274"/>
                </a:lnTo>
                <a:lnTo>
                  <a:pt x="35235" y="7487"/>
                </a:lnTo>
                <a:lnTo>
                  <a:pt x="35416" y="7104"/>
                </a:lnTo>
                <a:lnTo>
                  <a:pt x="35598" y="6741"/>
                </a:lnTo>
                <a:lnTo>
                  <a:pt x="35800" y="6377"/>
                </a:lnTo>
                <a:lnTo>
                  <a:pt x="36022" y="6014"/>
                </a:lnTo>
                <a:lnTo>
                  <a:pt x="36264" y="5671"/>
                </a:lnTo>
                <a:lnTo>
                  <a:pt x="36526" y="5348"/>
                </a:lnTo>
                <a:lnTo>
                  <a:pt x="36809" y="5046"/>
                </a:lnTo>
                <a:lnTo>
                  <a:pt x="37112" y="4743"/>
                </a:lnTo>
                <a:lnTo>
                  <a:pt x="37737" y="4178"/>
                </a:lnTo>
                <a:lnTo>
                  <a:pt x="38383" y="3633"/>
                </a:lnTo>
                <a:lnTo>
                  <a:pt x="39170" y="2947"/>
                </a:lnTo>
                <a:lnTo>
                  <a:pt x="39574" y="2584"/>
                </a:lnTo>
                <a:lnTo>
                  <a:pt x="39937" y="2200"/>
                </a:lnTo>
                <a:lnTo>
                  <a:pt x="40118" y="2019"/>
                </a:lnTo>
                <a:lnTo>
                  <a:pt x="40280" y="1797"/>
                </a:lnTo>
                <a:lnTo>
                  <a:pt x="40340" y="1675"/>
                </a:lnTo>
                <a:lnTo>
                  <a:pt x="40381" y="1554"/>
                </a:lnTo>
                <a:lnTo>
                  <a:pt x="40401" y="1433"/>
                </a:lnTo>
                <a:lnTo>
                  <a:pt x="40421" y="1292"/>
                </a:lnTo>
                <a:lnTo>
                  <a:pt x="40401" y="1191"/>
                </a:lnTo>
                <a:lnTo>
                  <a:pt x="40381" y="1090"/>
                </a:lnTo>
                <a:lnTo>
                  <a:pt x="40340" y="989"/>
                </a:lnTo>
                <a:lnTo>
                  <a:pt x="40280" y="909"/>
                </a:lnTo>
                <a:lnTo>
                  <a:pt x="40159" y="747"/>
                </a:lnTo>
                <a:lnTo>
                  <a:pt x="40018" y="626"/>
                </a:lnTo>
                <a:lnTo>
                  <a:pt x="39836" y="505"/>
                </a:lnTo>
                <a:lnTo>
                  <a:pt x="39674" y="424"/>
                </a:lnTo>
                <a:lnTo>
                  <a:pt x="39392" y="303"/>
                </a:lnTo>
                <a:lnTo>
                  <a:pt x="38908" y="182"/>
                </a:lnTo>
                <a:lnTo>
                  <a:pt x="38423" y="81"/>
                </a:lnTo>
                <a:lnTo>
                  <a:pt x="37939" y="21"/>
                </a:lnTo>
                <a:lnTo>
                  <a:pt x="37455" y="1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76" name="Google Shape;2676;p34"/>
          <p:cNvSpPr/>
          <p:nvPr/>
        </p:nvSpPr>
        <p:spPr>
          <a:xfrm flipH="1">
            <a:off x="262457" y="139921"/>
            <a:ext cx="1730784" cy="1441910"/>
          </a:xfrm>
          <a:custGeom>
            <a:rect b="b" l="l" r="r" t="t"/>
            <a:pathLst>
              <a:path extrusionOk="0" h="25791" w="30958">
                <a:moveTo>
                  <a:pt x="13179" y="81"/>
                </a:moveTo>
                <a:lnTo>
                  <a:pt x="14551" y="101"/>
                </a:lnTo>
                <a:lnTo>
                  <a:pt x="15257" y="121"/>
                </a:lnTo>
                <a:lnTo>
                  <a:pt x="15963" y="162"/>
                </a:lnTo>
                <a:lnTo>
                  <a:pt x="16690" y="242"/>
                </a:lnTo>
                <a:lnTo>
                  <a:pt x="17416" y="323"/>
                </a:lnTo>
                <a:lnTo>
                  <a:pt x="18143" y="444"/>
                </a:lnTo>
                <a:lnTo>
                  <a:pt x="18869" y="586"/>
                </a:lnTo>
                <a:lnTo>
                  <a:pt x="19576" y="767"/>
                </a:lnTo>
                <a:lnTo>
                  <a:pt x="20282" y="969"/>
                </a:lnTo>
                <a:lnTo>
                  <a:pt x="20988" y="1211"/>
                </a:lnTo>
                <a:lnTo>
                  <a:pt x="21654" y="1494"/>
                </a:lnTo>
                <a:lnTo>
                  <a:pt x="21997" y="1655"/>
                </a:lnTo>
                <a:lnTo>
                  <a:pt x="22320" y="1837"/>
                </a:lnTo>
                <a:lnTo>
                  <a:pt x="22643" y="2018"/>
                </a:lnTo>
                <a:lnTo>
                  <a:pt x="22946" y="2200"/>
                </a:lnTo>
                <a:lnTo>
                  <a:pt x="23269" y="2402"/>
                </a:lnTo>
                <a:lnTo>
                  <a:pt x="23551" y="2624"/>
                </a:lnTo>
                <a:lnTo>
                  <a:pt x="23854" y="2866"/>
                </a:lnTo>
                <a:lnTo>
                  <a:pt x="24136" y="3108"/>
                </a:lnTo>
                <a:lnTo>
                  <a:pt x="24540" y="3491"/>
                </a:lnTo>
                <a:lnTo>
                  <a:pt x="24923" y="3895"/>
                </a:lnTo>
                <a:lnTo>
                  <a:pt x="25287" y="4339"/>
                </a:lnTo>
                <a:lnTo>
                  <a:pt x="25670" y="4823"/>
                </a:lnTo>
                <a:lnTo>
                  <a:pt x="26013" y="5348"/>
                </a:lnTo>
                <a:lnTo>
                  <a:pt x="26356" y="5913"/>
                </a:lnTo>
                <a:lnTo>
                  <a:pt x="26719" y="6518"/>
                </a:lnTo>
                <a:lnTo>
                  <a:pt x="27042" y="7164"/>
                </a:lnTo>
                <a:lnTo>
                  <a:pt x="27345" y="7749"/>
                </a:lnTo>
                <a:lnTo>
                  <a:pt x="27607" y="8335"/>
                </a:lnTo>
                <a:lnTo>
                  <a:pt x="27870" y="8940"/>
                </a:lnTo>
                <a:lnTo>
                  <a:pt x="28112" y="9546"/>
                </a:lnTo>
                <a:lnTo>
                  <a:pt x="28556" y="10756"/>
                </a:lnTo>
                <a:lnTo>
                  <a:pt x="28959" y="11947"/>
                </a:lnTo>
                <a:lnTo>
                  <a:pt x="29343" y="13138"/>
                </a:lnTo>
                <a:lnTo>
                  <a:pt x="29666" y="14328"/>
                </a:lnTo>
                <a:lnTo>
                  <a:pt x="29948" y="15478"/>
                </a:lnTo>
                <a:lnTo>
                  <a:pt x="30231" y="16588"/>
                </a:lnTo>
                <a:lnTo>
                  <a:pt x="30453" y="17577"/>
                </a:lnTo>
                <a:lnTo>
                  <a:pt x="30654" y="18606"/>
                </a:lnTo>
                <a:lnTo>
                  <a:pt x="30735" y="19111"/>
                </a:lnTo>
                <a:lnTo>
                  <a:pt x="30816" y="19636"/>
                </a:lnTo>
                <a:lnTo>
                  <a:pt x="30856" y="20160"/>
                </a:lnTo>
                <a:lnTo>
                  <a:pt x="30876" y="20685"/>
                </a:lnTo>
                <a:lnTo>
                  <a:pt x="30876" y="21169"/>
                </a:lnTo>
                <a:lnTo>
                  <a:pt x="30856" y="21674"/>
                </a:lnTo>
                <a:lnTo>
                  <a:pt x="30796" y="22219"/>
                </a:lnTo>
                <a:lnTo>
                  <a:pt x="30695" y="22784"/>
                </a:lnTo>
                <a:lnTo>
                  <a:pt x="30614" y="23046"/>
                </a:lnTo>
                <a:lnTo>
                  <a:pt x="30533" y="23329"/>
                </a:lnTo>
                <a:lnTo>
                  <a:pt x="30412" y="23611"/>
                </a:lnTo>
                <a:lnTo>
                  <a:pt x="30311" y="23873"/>
                </a:lnTo>
                <a:lnTo>
                  <a:pt x="30170" y="24136"/>
                </a:lnTo>
                <a:lnTo>
                  <a:pt x="30009" y="24398"/>
                </a:lnTo>
                <a:lnTo>
                  <a:pt x="29847" y="24640"/>
                </a:lnTo>
                <a:lnTo>
                  <a:pt x="29645" y="24882"/>
                </a:lnTo>
                <a:lnTo>
                  <a:pt x="29383" y="25145"/>
                </a:lnTo>
                <a:lnTo>
                  <a:pt x="29242" y="25266"/>
                </a:lnTo>
                <a:lnTo>
                  <a:pt x="29101" y="25387"/>
                </a:lnTo>
                <a:lnTo>
                  <a:pt x="28939" y="25468"/>
                </a:lnTo>
                <a:lnTo>
                  <a:pt x="28798" y="25548"/>
                </a:lnTo>
                <a:lnTo>
                  <a:pt x="28657" y="25609"/>
                </a:lnTo>
                <a:lnTo>
                  <a:pt x="28515" y="25649"/>
                </a:lnTo>
                <a:lnTo>
                  <a:pt x="28334" y="25690"/>
                </a:lnTo>
                <a:lnTo>
                  <a:pt x="28152" y="25710"/>
                </a:lnTo>
                <a:lnTo>
                  <a:pt x="27991" y="25710"/>
                </a:lnTo>
                <a:lnTo>
                  <a:pt x="27809" y="25690"/>
                </a:lnTo>
                <a:lnTo>
                  <a:pt x="27648" y="25669"/>
                </a:lnTo>
                <a:lnTo>
                  <a:pt x="27466" y="25629"/>
                </a:lnTo>
                <a:lnTo>
                  <a:pt x="27143" y="25508"/>
                </a:lnTo>
                <a:lnTo>
                  <a:pt x="26800" y="25347"/>
                </a:lnTo>
                <a:lnTo>
                  <a:pt x="26477" y="25165"/>
                </a:lnTo>
                <a:lnTo>
                  <a:pt x="26154" y="24963"/>
                </a:lnTo>
                <a:lnTo>
                  <a:pt x="25852" y="24741"/>
                </a:lnTo>
                <a:lnTo>
                  <a:pt x="25145" y="24196"/>
                </a:lnTo>
                <a:lnTo>
                  <a:pt x="24419" y="23631"/>
                </a:lnTo>
                <a:lnTo>
                  <a:pt x="23692" y="23046"/>
                </a:lnTo>
                <a:lnTo>
                  <a:pt x="22946" y="22420"/>
                </a:lnTo>
                <a:lnTo>
                  <a:pt x="22199" y="21775"/>
                </a:lnTo>
                <a:lnTo>
                  <a:pt x="21412" y="21109"/>
                </a:lnTo>
                <a:lnTo>
                  <a:pt x="20625" y="20382"/>
                </a:lnTo>
                <a:lnTo>
                  <a:pt x="19798" y="19636"/>
                </a:lnTo>
                <a:lnTo>
                  <a:pt x="18506" y="18405"/>
                </a:lnTo>
                <a:lnTo>
                  <a:pt x="17215" y="17153"/>
                </a:lnTo>
                <a:lnTo>
                  <a:pt x="14692" y="14671"/>
                </a:lnTo>
                <a:lnTo>
                  <a:pt x="12270" y="12290"/>
                </a:lnTo>
                <a:lnTo>
                  <a:pt x="11039" y="11079"/>
                </a:lnTo>
                <a:lnTo>
                  <a:pt x="9808" y="9909"/>
                </a:lnTo>
                <a:lnTo>
                  <a:pt x="8376" y="8597"/>
                </a:lnTo>
                <a:lnTo>
                  <a:pt x="7024" y="7406"/>
                </a:lnTo>
                <a:lnTo>
                  <a:pt x="5732" y="6317"/>
                </a:lnTo>
                <a:lnTo>
                  <a:pt x="4461" y="5308"/>
                </a:lnTo>
                <a:lnTo>
                  <a:pt x="4118" y="5086"/>
                </a:lnTo>
                <a:lnTo>
                  <a:pt x="3593" y="4743"/>
                </a:lnTo>
                <a:lnTo>
                  <a:pt x="2523" y="4057"/>
                </a:lnTo>
                <a:lnTo>
                  <a:pt x="1958" y="3673"/>
                </a:lnTo>
                <a:lnTo>
                  <a:pt x="1414" y="3290"/>
                </a:lnTo>
                <a:lnTo>
                  <a:pt x="929" y="2886"/>
                </a:lnTo>
                <a:lnTo>
                  <a:pt x="707" y="2704"/>
                </a:lnTo>
                <a:lnTo>
                  <a:pt x="526" y="2503"/>
                </a:lnTo>
                <a:lnTo>
                  <a:pt x="364" y="2341"/>
                </a:lnTo>
                <a:lnTo>
                  <a:pt x="223" y="2160"/>
                </a:lnTo>
                <a:lnTo>
                  <a:pt x="142" y="1998"/>
                </a:lnTo>
                <a:lnTo>
                  <a:pt x="82" y="1857"/>
                </a:lnTo>
                <a:lnTo>
                  <a:pt x="82" y="1776"/>
                </a:lnTo>
                <a:lnTo>
                  <a:pt x="82" y="1716"/>
                </a:lnTo>
                <a:lnTo>
                  <a:pt x="102" y="1655"/>
                </a:lnTo>
                <a:lnTo>
                  <a:pt x="142" y="1595"/>
                </a:lnTo>
                <a:lnTo>
                  <a:pt x="243" y="1473"/>
                </a:lnTo>
                <a:lnTo>
                  <a:pt x="364" y="1373"/>
                </a:lnTo>
                <a:lnTo>
                  <a:pt x="485" y="1292"/>
                </a:lnTo>
                <a:lnTo>
                  <a:pt x="647" y="1231"/>
                </a:lnTo>
                <a:lnTo>
                  <a:pt x="788" y="1171"/>
                </a:lnTo>
                <a:lnTo>
                  <a:pt x="949" y="1130"/>
                </a:lnTo>
                <a:lnTo>
                  <a:pt x="1292" y="1070"/>
                </a:lnTo>
                <a:lnTo>
                  <a:pt x="2745" y="848"/>
                </a:lnTo>
                <a:lnTo>
                  <a:pt x="4219" y="646"/>
                </a:lnTo>
                <a:lnTo>
                  <a:pt x="5712" y="464"/>
                </a:lnTo>
                <a:lnTo>
                  <a:pt x="7185" y="323"/>
                </a:lnTo>
                <a:lnTo>
                  <a:pt x="8658" y="222"/>
                </a:lnTo>
                <a:lnTo>
                  <a:pt x="10152" y="142"/>
                </a:lnTo>
                <a:lnTo>
                  <a:pt x="11645" y="81"/>
                </a:lnTo>
                <a:close/>
                <a:moveTo>
                  <a:pt x="11645" y="0"/>
                </a:moveTo>
                <a:lnTo>
                  <a:pt x="10152" y="61"/>
                </a:lnTo>
                <a:lnTo>
                  <a:pt x="8658" y="142"/>
                </a:lnTo>
                <a:lnTo>
                  <a:pt x="7185" y="242"/>
                </a:lnTo>
                <a:lnTo>
                  <a:pt x="5692" y="384"/>
                </a:lnTo>
                <a:lnTo>
                  <a:pt x="4219" y="565"/>
                </a:lnTo>
                <a:lnTo>
                  <a:pt x="2745" y="767"/>
                </a:lnTo>
                <a:lnTo>
                  <a:pt x="1272" y="989"/>
                </a:lnTo>
                <a:lnTo>
                  <a:pt x="929" y="1070"/>
                </a:lnTo>
                <a:lnTo>
                  <a:pt x="768" y="1110"/>
                </a:lnTo>
                <a:lnTo>
                  <a:pt x="606" y="1151"/>
                </a:lnTo>
                <a:lnTo>
                  <a:pt x="445" y="1231"/>
                </a:lnTo>
                <a:lnTo>
                  <a:pt x="304" y="1312"/>
                </a:lnTo>
                <a:lnTo>
                  <a:pt x="183" y="1413"/>
                </a:lnTo>
                <a:lnTo>
                  <a:pt x="82" y="1554"/>
                </a:lnTo>
                <a:lnTo>
                  <a:pt x="41" y="1615"/>
                </a:lnTo>
                <a:lnTo>
                  <a:pt x="1" y="1695"/>
                </a:lnTo>
                <a:lnTo>
                  <a:pt x="1" y="1776"/>
                </a:lnTo>
                <a:lnTo>
                  <a:pt x="1" y="1857"/>
                </a:lnTo>
                <a:lnTo>
                  <a:pt x="61" y="2018"/>
                </a:lnTo>
                <a:lnTo>
                  <a:pt x="142" y="2180"/>
                </a:lnTo>
                <a:lnTo>
                  <a:pt x="283" y="2361"/>
                </a:lnTo>
                <a:lnTo>
                  <a:pt x="445" y="2543"/>
                </a:lnTo>
                <a:lnTo>
                  <a:pt x="627" y="2725"/>
                </a:lnTo>
                <a:lnTo>
                  <a:pt x="849" y="2926"/>
                </a:lnTo>
                <a:lnTo>
                  <a:pt x="1333" y="3310"/>
                </a:lnTo>
                <a:lnTo>
                  <a:pt x="1878" y="3713"/>
                </a:lnTo>
                <a:lnTo>
                  <a:pt x="2443" y="4097"/>
                </a:lnTo>
                <a:lnTo>
                  <a:pt x="3532" y="4803"/>
                </a:lnTo>
                <a:lnTo>
                  <a:pt x="4077" y="5146"/>
                </a:lnTo>
                <a:lnTo>
                  <a:pt x="4420" y="5388"/>
                </a:lnTo>
                <a:lnTo>
                  <a:pt x="5672" y="6377"/>
                </a:lnTo>
                <a:lnTo>
                  <a:pt x="6963" y="7467"/>
                </a:lnTo>
                <a:lnTo>
                  <a:pt x="8315" y="8658"/>
                </a:lnTo>
                <a:lnTo>
                  <a:pt x="9748" y="9969"/>
                </a:lnTo>
                <a:lnTo>
                  <a:pt x="10999" y="11140"/>
                </a:lnTo>
                <a:lnTo>
                  <a:pt x="12230" y="12351"/>
                </a:lnTo>
                <a:lnTo>
                  <a:pt x="14631" y="14732"/>
                </a:lnTo>
                <a:lnTo>
                  <a:pt x="17154" y="17214"/>
                </a:lnTo>
                <a:lnTo>
                  <a:pt x="18445" y="18465"/>
                </a:lnTo>
                <a:lnTo>
                  <a:pt x="19737" y="19696"/>
                </a:lnTo>
                <a:lnTo>
                  <a:pt x="20564" y="20443"/>
                </a:lnTo>
                <a:lnTo>
                  <a:pt x="21372" y="21169"/>
                </a:lnTo>
                <a:lnTo>
                  <a:pt x="22138" y="21835"/>
                </a:lnTo>
                <a:lnTo>
                  <a:pt x="22885" y="22501"/>
                </a:lnTo>
                <a:lnTo>
                  <a:pt x="23632" y="23107"/>
                </a:lnTo>
                <a:lnTo>
                  <a:pt x="24358" y="23692"/>
                </a:lnTo>
                <a:lnTo>
                  <a:pt x="25085" y="24257"/>
                </a:lnTo>
                <a:lnTo>
                  <a:pt x="25811" y="24802"/>
                </a:lnTo>
                <a:lnTo>
                  <a:pt x="26336" y="25165"/>
                </a:lnTo>
                <a:lnTo>
                  <a:pt x="26598" y="25326"/>
                </a:lnTo>
                <a:lnTo>
                  <a:pt x="26881" y="25488"/>
                </a:lnTo>
                <a:lnTo>
                  <a:pt x="27183" y="25609"/>
                </a:lnTo>
                <a:lnTo>
                  <a:pt x="27466" y="25710"/>
                </a:lnTo>
                <a:lnTo>
                  <a:pt x="27769" y="25770"/>
                </a:lnTo>
                <a:lnTo>
                  <a:pt x="28051" y="25790"/>
                </a:lnTo>
                <a:lnTo>
                  <a:pt x="28293" y="25770"/>
                </a:lnTo>
                <a:lnTo>
                  <a:pt x="28536" y="25730"/>
                </a:lnTo>
                <a:lnTo>
                  <a:pt x="28677" y="25690"/>
                </a:lnTo>
                <a:lnTo>
                  <a:pt x="28838" y="25609"/>
                </a:lnTo>
                <a:lnTo>
                  <a:pt x="28979" y="25548"/>
                </a:lnTo>
                <a:lnTo>
                  <a:pt x="29141" y="25447"/>
                </a:lnTo>
                <a:lnTo>
                  <a:pt x="29282" y="25347"/>
                </a:lnTo>
                <a:lnTo>
                  <a:pt x="29423" y="25225"/>
                </a:lnTo>
                <a:lnTo>
                  <a:pt x="29706" y="24923"/>
                </a:lnTo>
                <a:lnTo>
                  <a:pt x="29908" y="24681"/>
                </a:lnTo>
                <a:lnTo>
                  <a:pt x="30089" y="24438"/>
                </a:lnTo>
                <a:lnTo>
                  <a:pt x="30231" y="24176"/>
                </a:lnTo>
                <a:lnTo>
                  <a:pt x="30372" y="23914"/>
                </a:lnTo>
                <a:lnTo>
                  <a:pt x="30493" y="23631"/>
                </a:lnTo>
                <a:lnTo>
                  <a:pt x="30594" y="23369"/>
                </a:lnTo>
                <a:lnTo>
                  <a:pt x="30695" y="23086"/>
                </a:lnTo>
                <a:lnTo>
                  <a:pt x="30755" y="22804"/>
                </a:lnTo>
                <a:lnTo>
                  <a:pt x="30816" y="22521"/>
                </a:lnTo>
                <a:lnTo>
                  <a:pt x="30876" y="22239"/>
                </a:lnTo>
                <a:lnTo>
                  <a:pt x="30937" y="21694"/>
                </a:lnTo>
                <a:lnTo>
                  <a:pt x="30957" y="21169"/>
                </a:lnTo>
                <a:lnTo>
                  <a:pt x="30957" y="20685"/>
                </a:lnTo>
                <a:lnTo>
                  <a:pt x="30937" y="20160"/>
                </a:lnTo>
                <a:lnTo>
                  <a:pt x="30897" y="19636"/>
                </a:lnTo>
                <a:lnTo>
                  <a:pt x="30816" y="19111"/>
                </a:lnTo>
                <a:lnTo>
                  <a:pt x="30735" y="18586"/>
                </a:lnTo>
                <a:lnTo>
                  <a:pt x="30533" y="17557"/>
                </a:lnTo>
                <a:lnTo>
                  <a:pt x="30311" y="16568"/>
                </a:lnTo>
                <a:lnTo>
                  <a:pt x="30029" y="15458"/>
                </a:lnTo>
                <a:lnTo>
                  <a:pt x="29746" y="14308"/>
                </a:lnTo>
                <a:lnTo>
                  <a:pt x="29403" y="13117"/>
                </a:lnTo>
                <a:lnTo>
                  <a:pt x="29040" y="11927"/>
                </a:lnTo>
                <a:lnTo>
                  <a:pt x="28636" y="10716"/>
                </a:lnTo>
                <a:lnTo>
                  <a:pt x="28192" y="9505"/>
                </a:lnTo>
                <a:lnTo>
                  <a:pt x="27950" y="8900"/>
                </a:lnTo>
                <a:lnTo>
                  <a:pt x="27688" y="8315"/>
                </a:lnTo>
                <a:lnTo>
                  <a:pt x="27405" y="7709"/>
                </a:lnTo>
                <a:lnTo>
                  <a:pt x="27123" y="7124"/>
                </a:lnTo>
                <a:lnTo>
                  <a:pt x="26780" y="6478"/>
                </a:lnTo>
                <a:lnTo>
                  <a:pt x="26437" y="5853"/>
                </a:lnTo>
                <a:lnTo>
                  <a:pt x="26074" y="5288"/>
                </a:lnTo>
                <a:lnTo>
                  <a:pt x="25730" y="4783"/>
                </a:lnTo>
                <a:lnTo>
                  <a:pt x="25367" y="4279"/>
                </a:lnTo>
                <a:lnTo>
                  <a:pt x="24984" y="3835"/>
                </a:lnTo>
                <a:lnTo>
                  <a:pt x="24600" y="3431"/>
                </a:lnTo>
                <a:lnTo>
                  <a:pt x="24197" y="3048"/>
                </a:lnTo>
                <a:lnTo>
                  <a:pt x="23672" y="2604"/>
                </a:lnTo>
                <a:lnTo>
                  <a:pt x="23127" y="2220"/>
                </a:lnTo>
                <a:lnTo>
                  <a:pt x="22522" y="1857"/>
                </a:lnTo>
                <a:lnTo>
                  <a:pt x="21896" y="1514"/>
                </a:lnTo>
                <a:lnTo>
                  <a:pt x="21251" y="1231"/>
                </a:lnTo>
                <a:lnTo>
                  <a:pt x="20544" y="969"/>
                </a:lnTo>
                <a:lnTo>
                  <a:pt x="19798" y="727"/>
                </a:lnTo>
                <a:lnTo>
                  <a:pt x="19031" y="525"/>
                </a:lnTo>
                <a:lnTo>
                  <a:pt x="18405" y="404"/>
                </a:lnTo>
                <a:lnTo>
                  <a:pt x="17759" y="303"/>
                </a:lnTo>
                <a:lnTo>
                  <a:pt x="17093" y="202"/>
                </a:lnTo>
                <a:lnTo>
                  <a:pt x="16387" y="121"/>
                </a:lnTo>
                <a:lnTo>
                  <a:pt x="15640" y="61"/>
                </a:lnTo>
                <a:lnTo>
                  <a:pt x="14853" y="21"/>
                </a:lnTo>
                <a:lnTo>
                  <a:pt x="14046" y="0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77" name="Google Shape;2677;p34"/>
          <p:cNvSpPr/>
          <p:nvPr/>
        </p:nvSpPr>
        <p:spPr>
          <a:xfrm flipH="1">
            <a:off x="1880081" y="673719"/>
            <a:ext cx="135464" cy="154584"/>
          </a:xfrm>
          <a:custGeom>
            <a:rect b="b" l="l" r="r" t="t"/>
            <a:pathLst>
              <a:path extrusionOk="0" h="2765" w="2423">
                <a:moveTo>
                  <a:pt x="747" y="81"/>
                </a:moveTo>
                <a:lnTo>
                  <a:pt x="888" y="101"/>
                </a:lnTo>
                <a:lnTo>
                  <a:pt x="1050" y="121"/>
                </a:lnTo>
                <a:lnTo>
                  <a:pt x="1191" y="161"/>
                </a:lnTo>
                <a:lnTo>
                  <a:pt x="1332" y="202"/>
                </a:lnTo>
                <a:lnTo>
                  <a:pt x="1474" y="262"/>
                </a:lnTo>
                <a:lnTo>
                  <a:pt x="1615" y="343"/>
                </a:lnTo>
                <a:lnTo>
                  <a:pt x="1736" y="424"/>
                </a:lnTo>
                <a:lnTo>
                  <a:pt x="1837" y="505"/>
                </a:lnTo>
                <a:lnTo>
                  <a:pt x="1998" y="686"/>
                </a:lnTo>
                <a:lnTo>
                  <a:pt x="2140" y="888"/>
                </a:lnTo>
                <a:lnTo>
                  <a:pt x="2240" y="1130"/>
                </a:lnTo>
                <a:lnTo>
                  <a:pt x="2321" y="1372"/>
                </a:lnTo>
                <a:lnTo>
                  <a:pt x="2341" y="1635"/>
                </a:lnTo>
                <a:lnTo>
                  <a:pt x="2341" y="1897"/>
                </a:lnTo>
                <a:lnTo>
                  <a:pt x="2321" y="2018"/>
                </a:lnTo>
                <a:lnTo>
                  <a:pt x="2281" y="2139"/>
                </a:lnTo>
                <a:lnTo>
                  <a:pt x="2220" y="2260"/>
                </a:lnTo>
                <a:lnTo>
                  <a:pt x="2160" y="2381"/>
                </a:lnTo>
                <a:lnTo>
                  <a:pt x="2099" y="2442"/>
                </a:lnTo>
                <a:lnTo>
                  <a:pt x="2039" y="2543"/>
                </a:lnTo>
                <a:lnTo>
                  <a:pt x="1938" y="2603"/>
                </a:lnTo>
                <a:lnTo>
                  <a:pt x="1837" y="2664"/>
                </a:lnTo>
                <a:lnTo>
                  <a:pt x="1716" y="2684"/>
                </a:lnTo>
                <a:lnTo>
                  <a:pt x="1575" y="2684"/>
                </a:lnTo>
                <a:lnTo>
                  <a:pt x="1433" y="2623"/>
                </a:lnTo>
                <a:lnTo>
                  <a:pt x="1292" y="2563"/>
                </a:lnTo>
                <a:lnTo>
                  <a:pt x="1110" y="2422"/>
                </a:lnTo>
                <a:lnTo>
                  <a:pt x="929" y="2220"/>
                </a:lnTo>
                <a:lnTo>
                  <a:pt x="727" y="1978"/>
                </a:lnTo>
                <a:lnTo>
                  <a:pt x="525" y="1715"/>
                </a:lnTo>
                <a:lnTo>
                  <a:pt x="344" y="1433"/>
                </a:lnTo>
                <a:lnTo>
                  <a:pt x="202" y="1150"/>
                </a:lnTo>
                <a:lnTo>
                  <a:pt x="101" y="888"/>
                </a:lnTo>
                <a:lnTo>
                  <a:pt x="81" y="787"/>
                </a:lnTo>
                <a:lnTo>
                  <a:pt x="81" y="686"/>
                </a:lnTo>
                <a:lnTo>
                  <a:pt x="101" y="484"/>
                </a:lnTo>
                <a:lnTo>
                  <a:pt x="122" y="404"/>
                </a:lnTo>
                <a:lnTo>
                  <a:pt x="162" y="343"/>
                </a:lnTo>
                <a:lnTo>
                  <a:pt x="222" y="283"/>
                </a:lnTo>
                <a:lnTo>
                  <a:pt x="283" y="222"/>
                </a:lnTo>
                <a:lnTo>
                  <a:pt x="344" y="182"/>
                </a:lnTo>
                <a:lnTo>
                  <a:pt x="424" y="141"/>
                </a:lnTo>
                <a:lnTo>
                  <a:pt x="566" y="101"/>
                </a:lnTo>
                <a:lnTo>
                  <a:pt x="747" y="81"/>
                </a:lnTo>
                <a:close/>
                <a:moveTo>
                  <a:pt x="767" y="0"/>
                </a:moveTo>
                <a:lnTo>
                  <a:pt x="566" y="20"/>
                </a:lnTo>
                <a:lnTo>
                  <a:pt x="384" y="61"/>
                </a:lnTo>
                <a:lnTo>
                  <a:pt x="303" y="101"/>
                </a:lnTo>
                <a:lnTo>
                  <a:pt x="222" y="161"/>
                </a:lnTo>
                <a:lnTo>
                  <a:pt x="162" y="222"/>
                </a:lnTo>
                <a:lnTo>
                  <a:pt x="101" y="303"/>
                </a:lnTo>
                <a:lnTo>
                  <a:pt x="61" y="383"/>
                </a:lnTo>
                <a:lnTo>
                  <a:pt x="21" y="464"/>
                </a:lnTo>
                <a:lnTo>
                  <a:pt x="1" y="565"/>
                </a:lnTo>
                <a:lnTo>
                  <a:pt x="1" y="666"/>
                </a:lnTo>
                <a:lnTo>
                  <a:pt x="1" y="787"/>
                </a:lnTo>
                <a:lnTo>
                  <a:pt x="21" y="908"/>
                </a:lnTo>
                <a:lnTo>
                  <a:pt x="61" y="1029"/>
                </a:lnTo>
                <a:lnTo>
                  <a:pt x="122" y="1170"/>
                </a:lnTo>
                <a:lnTo>
                  <a:pt x="263" y="1453"/>
                </a:lnTo>
                <a:lnTo>
                  <a:pt x="444" y="1756"/>
                </a:lnTo>
                <a:lnTo>
                  <a:pt x="646" y="2018"/>
                </a:lnTo>
                <a:lnTo>
                  <a:pt x="868" y="2280"/>
                </a:lnTo>
                <a:lnTo>
                  <a:pt x="1070" y="2482"/>
                </a:lnTo>
                <a:lnTo>
                  <a:pt x="1231" y="2623"/>
                </a:lnTo>
                <a:lnTo>
                  <a:pt x="1353" y="2684"/>
                </a:lnTo>
                <a:lnTo>
                  <a:pt x="1453" y="2724"/>
                </a:lnTo>
                <a:lnTo>
                  <a:pt x="1575" y="2765"/>
                </a:lnTo>
                <a:lnTo>
                  <a:pt x="1776" y="2765"/>
                </a:lnTo>
                <a:lnTo>
                  <a:pt x="1857" y="2744"/>
                </a:lnTo>
                <a:lnTo>
                  <a:pt x="1958" y="2684"/>
                </a:lnTo>
                <a:lnTo>
                  <a:pt x="2059" y="2623"/>
                </a:lnTo>
                <a:lnTo>
                  <a:pt x="2160" y="2523"/>
                </a:lnTo>
                <a:lnTo>
                  <a:pt x="2240" y="2422"/>
                </a:lnTo>
                <a:lnTo>
                  <a:pt x="2301" y="2301"/>
                </a:lnTo>
                <a:lnTo>
                  <a:pt x="2362" y="2159"/>
                </a:lnTo>
                <a:lnTo>
                  <a:pt x="2402" y="2038"/>
                </a:lnTo>
                <a:lnTo>
                  <a:pt x="2422" y="1897"/>
                </a:lnTo>
                <a:lnTo>
                  <a:pt x="2422" y="1776"/>
                </a:lnTo>
                <a:lnTo>
                  <a:pt x="2422" y="1635"/>
                </a:lnTo>
                <a:lnTo>
                  <a:pt x="2402" y="1372"/>
                </a:lnTo>
                <a:lnTo>
                  <a:pt x="2321" y="1110"/>
                </a:lnTo>
                <a:lnTo>
                  <a:pt x="2200" y="868"/>
                </a:lnTo>
                <a:lnTo>
                  <a:pt x="2059" y="626"/>
                </a:lnTo>
                <a:lnTo>
                  <a:pt x="1877" y="444"/>
                </a:lnTo>
                <a:lnTo>
                  <a:pt x="1736" y="323"/>
                </a:lnTo>
                <a:lnTo>
                  <a:pt x="1575" y="222"/>
                </a:lnTo>
                <a:lnTo>
                  <a:pt x="1393" y="141"/>
                </a:lnTo>
                <a:lnTo>
                  <a:pt x="1171" y="61"/>
                </a:lnTo>
                <a:lnTo>
                  <a:pt x="969" y="20"/>
                </a:lnTo>
                <a:lnTo>
                  <a:pt x="767" y="0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78" name="Google Shape;2678;p34"/>
          <p:cNvSpPr/>
          <p:nvPr/>
        </p:nvSpPr>
        <p:spPr>
          <a:xfrm>
            <a:off x="-1166882" y="3777181"/>
            <a:ext cx="1642730" cy="740159"/>
          </a:xfrm>
          <a:custGeom>
            <a:rect b="b" l="l" r="r" t="t"/>
            <a:pathLst>
              <a:path extrusionOk="0" h="13239" w="29383">
                <a:moveTo>
                  <a:pt x="28272" y="81"/>
                </a:moveTo>
                <a:lnTo>
                  <a:pt x="28474" y="102"/>
                </a:lnTo>
                <a:lnTo>
                  <a:pt x="28696" y="142"/>
                </a:lnTo>
                <a:lnTo>
                  <a:pt x="28898" y="202"/>
                </a:lnTo>
                <a:lnTo>
                  <a:pt x="29019" y="243"/>
                </a:lnTo>
                <a:lnTo>
                  <a:pt x="29140" y="303"/>
                </a:lnTo>
                <a:lnTo>
                  <a:pt x="29201" y="364"/>
                </a:lnTo>
                <a:lnTo>
                  <a:pt x="29261" y="404"/>
                </a:lnTo>
                <a:lnTo>
                  <a:pt x="29281" y="465"/>
                </a:lnTo>
                <a:lnTo>
                  <a:pt x="29302" y="545"/>
                </a:lnTo>
                <a:lnTo>
                  <a:pt x="29302" y="626"/>
                </a:lnTo>
                <a:lnTo>
                  <a:pt x="29281" y="707"/>
                </a:lnTo>
                <a:lnTo>
                  <a:pt x="29201" y="848"/>
                </a:lnTo>
                <a:lnTo>
                  <a:pt x="29059" y="1070"/>
                </a:lnTo>
                <a:lnTo>
                  <a:pt x="28918" y="1272"/>
                </a:lnTo>
                <a:lnTo>
                  <a:pt x="28595" y="1676"/>
                </a:lnTo>
                <a:lnTo>
                  <a:pt x="28232" y="2079"/>
                </a:lnTo>
                <a:lnTo>
                  <a:pt x="27889" y="2442"/>
                </a:lnTo>
                <a:lnTo>
                  <a:pt x="27566" y="2785"/>
                </a:lnTo>
                <a:lnTo>
                  <a:pt x="27263" y="3129"/>
                </a:lnTo>
                <a:lnTo>
                  <a:pt x="26961" y="3492"/>
                </a:lnTo>
                <a:lnTo>
                  <a:pt x="26698" y="3855"/>
                </a:lnTo>
                <a:lnTo>
                  <a:pt x="26476" y="4198"/>
                </a:lnTo>
                <a:lnTo>
                  <a:pt x="26295" y="4521"/>
                </a:lnTo>
                <a:lnTo>
                  <a:pt x="26133" y="4884"/>
                </a:lnTo>
                <a:lnTo>
                  <a:pt x="25972" y="5247"/>
                </a:lnTo>
                <a:lnTo>
                  <a:pt x="25689" y="5974"/>
                </a:lnTo>
                <a:lnTo>
                  <a:pt x="25447" y="6721"/>
                </a:lnTo>
                <a:lnTo>
                  <a:pt x="25124" y="7649"/>
                </a:lnTo>
                <a:lnTo>
                  <a:pt x="24943" y="8113"/>
                </a:lnTo>
                <a:lnTo>
                  <a:pt x="24741" y="8557"/>
                </a:lnTo>
                <a:lnTo>
                  <a:pt x="24539" y="8981"/>
                </a:lnTo>
                <a:lnTo>
                  <a:pt x="24297" y="9405"/>
                </a:lnTo>
                <a:lnTo>
                  <a:pt x="24014" y="9788"/>
                </a:lnTo>
                <a:lnTo>
                  <a:pt x="23853" y="9990"/>
                </a:lnTo>
                <a:lnTo>
                  <a:pt x="23692" y="10171"/>
                </a:lnTo>
                <a:lnTo>
                  <a:pt x="23409" y="10414"/>
                </a:lnTo>
                <a:lnTo>
                  <a:pt x="23106" y="10676"/>
                </a:lnTo>
                <a:lnTo>
                  <a:pt x="22784" y="10898"/>
                </a:lnTo>
                <a:lnTo>
                  <a:pt x="22420" y="11100"/>
                </a:lnTo>
                <a:lnTo>
                  <a:pt x="22017" y="11301"/>
                </a:lnTo>
                <a:lnTo>
                  <a:pt x="21593" y="11483"/>
                </a:lnTo>
                <a:lnTo>
                  <a:pt x="21129" y="11645"/>
                </a:lnTo>
                <a:lnTo>
                  <a:pt x="20644" y="11786"/>
                </a:lnTo>
                <a:lnTo>
                  <a:pt x="19958" y="11947"/>
                </a:lnTo>
                <a:lnTo>
                  <a:pt x="19272" y="12088"/>
                </a:lnTo>
                <a:lnTo>
                  <a:pt x="18566" y="12210"/>
                </a:lnTo>
                <a:lnTo>
                  <a:pt x="17880" y="12290"/>
                </a:lnTo>
                <a:lnTo>
                  <a:pt x="17173" y="12371"/>
                </a:lnTo>
                <a:lnTo>
                  <a:pt x="16467" y="12432"/>
                </a:lnTo>
                <a:lnTo>
                  <a:pt x="15075" y="12532"/>
                </a:lnTo>
                <a:lnTo>
                  <a:pt x="14106" y="12593"/>
                </a:lnTo>
                <a:lnTo>
                  <a:pt x="12774" y="12694"/>
                </a:lnTo>
                <a:lnTo>
                  <a:pt x="11442" y="12815"/>
                </a:lnTo>
                <a:lnTo>
                  <a:pt x="9142" y="12997"/>
                </a:lnTo>
                <a:lnTo>
                  <a:pt x="7971" y="13077"/>
                </a:lnTo>
                <a:lnTo>
                  <a:pt x="6801" y="13138"/>
                </a:lnTo>
                <a:lnTo>
                  <a:pt x="5630" y="13158"/>
                </a:lnTo>
                <a:lnTo>
                  <a:pt x="4480" y="13158"/>
                </a:lnTo>
                <a:lnTo>
                  <a:pt x="3895" y="13138"/>
                </a:lnTo>
                <a:lnTo>
                  <a:pt x="3310" y="13098"/>
                </a:lnTo>
                <a:lnTo>
                  <a:pt x="2725" y="13057"/>
                </a:lnTo>
                <a:lnTo>
                  <a:pt x="2139" y="12976"/>
                </a:lnTo>
                <a:lnTo>
                  <a:pt x="1857" y="12936"/>
                </a:lnTo>
                <a:lnTo>
                  <a:pt x="1554" y="12855"/>
                </a:lnTo>
                <a:lnTo>
                  <a:pt x="1251" y="12754"/>
                </a:lnTo>
                <a:lnTo>
                  <a:pt x="969" y="12613"/>
                </a:lnTo>
                <a:lnTo>
                  <a:pt x="707" y="12452"/>
                </a:lnTo>
                <a:lnTo>
                  <a:pt x="485" y="12270"/>
                </a:lnTo>
                <a:lnTo>
                  <a:pt x="384" y="12169"/>
                </a:lnTo>
                <a:lnTo>
                  <a:pt x="303" y="12048"/>
                </a:lnTo>
                <a:lnTo>
                  <a:pt x="222" y="11947"/>
                </a:lnTo>
                <a:lnTo>
                  <a:pt x="162" y="11826"/>
                </a:lnTo>
                <a:lnTo>
                  <a:pt x="121" y="11685"/>
                </a:lnTo>
                <a:lnTo>
                  <a:pt x="81" y="11544"/>
                </a:lnTo>
                <a:lnTo>
                  <a:pt x="81" y="11382"/>
                </a:lnTo>
                <a:lnTo>
                  <a:pt x="101" y="11241"/>
                </a:lnTo>
                <a:lnTo>
                  <a:pt x="142" y="11079"/>
                </a:lnTo>
                <a:lnTo>
                  <a:pt x="202" y="10938"/>
                </a:lnTo>
                <a:lnTo>
                  <a:pt x="283" y="10777"/>
                </a:lnTo>
                <a:lnTo>
                  <a:pt x="384" y="10615"/>
                </a:lnTo>
                <a:lnTo>
                  <a:pt x="646" y="10313"/>
                </a:lnTo>
                <a:lnTo>
                  <a:pt x="929" y="10010"/>
                </a:lnTo>
                <a:lnTo>
                  <a:pt x="1272" y="9727"/>
                </a:lnTo>
                <a:lnTo>
                  <a:pt x="1635" y="9465"/>
                </a:lnTo>
                <a:lnTo>
                  <a:pt x="2038" y="9203"/>
                </a:lnTo>
                <a:lnTo>
                  <a:pt x="2422" y="8940"/>
                </a:lnTo>
                <a:lnTo>
                  <a:pt x="3229" y="8476"/>
                </a:lnTo>
                <a:lnTo>
                  <a:pt x="4016" y="7992"/>
                </a:lnTo>
                <a:lnTo>
                  <a:pt x="5005" y="7407"/>
                </a:lnTo>
                <a:lnTo>
                  <a:pt x="6014" y="6821"/>
                </a:lnTo>
                <a:lnTo>
                  <a:pt x="7063" y="6277"/>
                </a:lnTo>
                <a:lnTo>
                  <a:pt x="8153" y="5732"/>
                </a:lnTo>
                <a:lnTo>
                  <a:pt x="9283" y="5207"/>
                </a:lnTo>
                <a:lnTo>
                  <a:pt x="10433" y="4682"/>
                </a:lnTo>
                <a:lnTo>
                  <a:pt x="11644" y="4198"/>
                </a:lnTo>
                <a:lnTo>
                  <a:pt x="12895" y="3714"/>
                </a:lnTo>
                <a:lnTo>
                  <a:pt x="14146" y="3250"/>
                </a:lnTo>
                <a:lnTo>
                  <a:pt x="15438" y="2826"/>
                </a:lnTo>
                <a:lnTo>
                  <a:pt x="16790" y="2382"/>
                </a:lnTo>
                <a:lnTo>
                  <a:pt x="18182" y="1958"/>
                </a:lnTo>
                <a:lnTo>
                  <a:pt x="19151" y="1676"/>
                </a:lnTo>
                <a:lnTo>
                  <a:pt x="20180" y="1393"/>
                </a:lnTo>
                <a:lnTo>
                  <a:pt x="21250" y="1111"/>
                </a:lnTo>
                <a:lnTo>
                  <a:pt x="22380" y="848"/>
                </a:lnTo>
                <a:lnTo>
                  <a:pt x="23550" y="606"/>
                </a:lnTo>
                <a:lnTo>
                  <a:pt x="24761" y="404"/>
                </a:lnTo>
                <a:lnTo>
                  <a:pt x="25972" y="223"/>
                </a:lnTo>
                <a:lnTo>
                  <a:pt x="26598" y="162"/>
                </a:lnTo>
                <a:lnTo>
                  <a:pt x="27223" y="102"/>
                </a:lnTo>
                <a:lnTo>
                  <a:pt x="27647" y="81"/>
                </a:lnTo>
                <a:close/>
                <a:moveTo>
                  <a:pt x="27647" y="1"/>
                </a:moveTo>
                <a:lnTo>
                  <a:pt x="27223" y="21"/>
                </a:lnTo>
                <a:lnTo>
                  <a:pt x="26598" y="81"/>
                </a:lnTo>
                <a:lnTo>
                  <a:pt x="25972" y="142"/>
                </a:lnTo>
                <a:lnTo>
                  <a:pt x="24741" y="324"/>
                </a:lnTo>
                <a:lnTo>
                  <a:pt x="23550" y="525"/>
                </a:lnTo>
                <a:lnTo>
                  <a:pt x="22360" y="767"/>
                </a:lnTo>
                <a:lnTo>
                  <a:pt x="21230" y="1030"/>
                </a:lnTo>
                <a:lnTo>
                  <a:pt x="20160" y="1312"/>
                </a:lnTo>
                <a:lnTo>
                  <a:pt x="19131" y="1595"/>
                </a:lnTo>
                <a:lnTo>
                  <a:pt x="18162" y="1877"/>
                </a:lnTo>
                <a:lnTo>
                  <a:pt x="16750" y="2301"/>
                </a:lnTo>
                <a:lnTo>
                  <a:pt x="15418" y="2745"/>
                </a:lnTo>
                <a:lnTo>
                  <a:pt x="14106" y="3189"/>
                </a:lnTo>
                <a:lnTo>
                  <a:pt x="12855" y="3633"/>
                </a:lnTo>
                <a:lnTo>
                  <a:pt x="11604" y="4117"/>
                </a:lnTo>
                <a:lnTo>
                  <a:pt x="10413" y="4622"/>
                </a:lnTo>
                <a:lnTo>
                  <a:pt x="9243" y="5126"/>
                </a:lnTo>
                <a:lnTo>
                  <a:pt x="8113" y="5651"/>
                </a:lnTo>
                <a:lnTo>
                  <a:pt x="7023" y="6196"/>
                </a:lnTo>
                <a:lnTo>
                  <a:pt x="5974" y="6761"/>
                </a:lnTo>
                <a:lnTo>
                  <a:pt x="4965" y="7326"/>
                </a:lnTo>
                <a:lnTo>
                  <a:pt x="3976" y="7931"/>
                </a:lnTo>
                <a:lnTo>
                  <a:pt x="3189" y="8396"/>
                </a:lnTo>
                <a:lnTo>
                  <a:pt x="2381" y="8880"/>
                </a:lnTo>
                <a:lnTo>
                  <a:pt x="1978" y="9142"/>
                </a:lnTo>
                <a:lnTo>
                  <a:pt x="1594" y="9405"/>
                </a:lnTo>
                <a:lnTo>
                  <a:pt x="1211" y="9667"/>
                </a:lnTo>
                <a:lnTo>
                  <a:pt x="888" y="9949"/>
                </a:lnTo>
                <a:lnTo>
                  <a:pt x="585" y="10252"/>
                </a:lnTo>
                <a:lnTo>
                  <a:pt x="444" y="10414"/>
                </a:lnTo>
                <a:lnTo>
                  <a:pt x="323" y="10575"/>
                </a:lnTo>
                <a:lnTo>
                  <a:pt x="202" y="10736"/>
                </a:lnTo>
                <a:lnTo>
                  <a:pt x="121" y="10898"/>
                </a:lnTo>
                <a:lnTo>
                  <a:pt x="61" y="11059"/>
                </a:lnTo>
                <a:lnTo>
                  <a:pt x="20" y="11241"/>
                </a:lnTo>
                <a:lnTo>
                  <a:pt x="0" y="11382"/>
                </a:lnTo>
                <a:lnTo>
                  <a:pt x="0" y="11544"/>
                </a:lnTo>
                <a:lnTo>
                  <a:pt x="41" y="11705"/>
                </a:lnTo>
                <a:lnTo>
                  <a:pt x="101" y="11867"/>
                </a:lnTo>
                <a:lnTo>
                  <a:pt x="202" y="12048"/>
                </a:lnTo>
                <a:lnTo>
                  <a:pt x="343" y="12230"/>
                </a:lnTo>
                <a:lnTo>
                  <a:pt x="545" y="12411"/>
                </a:lnTo>
                <a:lnTo>
                  <a:pt x="787" y="12593"/>
                </a:lnTo>
                <a:lnTo>
                  <a:pt x="1070" y="12754"/>
                </a:lnTo>
                <a:lnTo>
                  <a:pt x="1393" y="12896"/>
                </a:lnTo>
                <a:lnTo>
                  <a:pt x="1736" y="12997"/>
                </a:lnTo>
                <a:lnTo>
                  <a:pt x="2139" y="13057"/>
                </a:lnTo>
                <a:lnTo>
                  <a:pt x="2947" y="13158"/>
                </a:lnTo>
                <a:lnTo>
                  <a:pt x="3754" y="13198"/>
                </a:lnTo>
                <a:lnTo>
                  <a:pt x="4561" y="13239"/>
                </a:lnTo>
                <a:lnTo>
                  <a:pt x="6135" y="13239"/>
                </a:lnTo>
                <a:lnTo>
                  <a:pt x="6902" y="13219"/>
                </a:lnTo>
                <a:lnTo>
                  <a:pt x="8435" y="13138"/>
                </a:lnTo>
                <a:lnTo>
                  <a:pt x="9949" y="13017"/>
                </a:lnTo>
                <a:lnTo>
                  <a:pt x="11442" y="12896"/>
                </a:lnTo>
                <a:lnTo>
                  <a:pt x="12774" y="12775"/>
                </a:lnTo>
                <a:lnTo>
                  <a:pt x="14106" y="12674"/>
                </a:lnTo>
                <a:lnTo>
                  <a:pt x="15075" y="12613"/>
                </a:lnTo>
                <a:lnTo>
                  <a:pt x="16467" y="12512"/>
                </a:lnTo>
                <a:lnTo>
                  <a:pt x="17173" y="12452"/>
                </a:lnTo>
                <a:lnTo>
                  <a:pt x="17880" y="12371"/>
                </a:lnTo>
                <a:lnTo>
                  <a:pt x="18586" y="12290"/>
                </a:lnTo>
                <a:lnTo>
                  <a:pt x="19272" y="12169"/>
                </a:lnTo>
                <a:lnTo>
                  <a:pt x="19978" y="12028"/>
                </a:lnTo>
                <a:lnTo>
                  <a:pt x="20665" y="11867"/>
                </a:lnTo>
                <a:lnTo>
                  <a:pt x="21149" y="11705"/>
                </a:lnTo>
                <a:lnTo>
                  <a:pt x="21613" y="11544"/>
                </a:lnTo>
                <a:lnTo>
                  <a:pt x="22057" y="11362"/>
                </a:lnTo>
                <a:lnTo>
                  <a:pt x="22461" y="11180"/>
                </a:lnTo>
                <a:lnTo>
                  <a:pt x="22824" y="10958"/>
                </a:lnTo>
                <a:lnTo>
                  <a:pt x="23167" y="10736"/>
                </a:lnTo>
                <a:lnTo>
                  <a:pt x="23470" y="10474"/>
                </a:lnTo>
                <a:lnTo>
                  <a:pt x="23752" y="10212"/>
                </a:lnTo>
                <a:lnTo>
                  <a:pt x="23914" y="10030"/>
                </a:lnTo>
                <a:lnTo>
                  <a:pt x="24075" y="9849"/>
                </a:lnTo>
                <a:lnTo>
                  <a:pt x="24358" y="9445"/>
                </a:lnTo>
                <a:lnTo>
                  <a:pt x="24600" y="9021"/>
                </a:lnTo>
                <a:lnTo>
                  <a:pt x="24822" y="8597"/>
                </a:lnTo>
                <a:lnTo>
                  <a:pt x="25023" y="8133"/>
                </a:lnTo>
                <a:lnTo>
                  <a:pt x="25185" y="7669"/>
                </a:lnTo>
                <a:lnTo>
                  <a:pt x="25508" y="6741"/>
                </a:lnTo>
                <a:lnTo>
                  <a:pt x="25770" y="6014"/>
                </a:lnTo>
                <a:lnTo>
                  <a:pt x="26053" y="5268"/>
                </a:lnTo>
                <a:lnTo>
                  <a:pt x="26194" y="4925"/>
                </a:lnTo>
                <a:lnTo>
                  <a:pt x="26376" y="4561"/>
                </a:lnTo>
                <a:lnTo>
                  <a:pt x="26557" y="4238"/>
                </a:lnTo>
                <a:lnTo>
                  <a:pt x="26759" y="3895"/>
                </a:lnTo>
                <a:lnTo>
                  <a:pt x="27021" y="3532"/>
                </a:lnTo>
                <a:lnTo>
                  <a:pt x="27324" y="3169"/>
                </a:lnTo>
                <a:lnTo>
                  <a:pt x="27627" y="2826"/>
                </a:lnTo>
                <a:lnTo>
                  <a:pt x="27950" y="2503"/>
                </a:lnTo>
                <a:lnTo>
                  <a:pt x="28293" y="2120"/>
                </a:lnTo>
                <a:lnTo>
                  <a:pt x="28656" y="1736"/>
                </a:lnTo>
                <a:lnTo>
                  <a:pt x="28979" y="1333"/>
                </a:lnTo>
                <a:lnTo>
                  <a:pt x="29120" y="1111"/>
                </a:lnTo>
                <a:lnTo>
                  <a:pt x="29261" y="889"/>
                </a:lnTo>
                <a:lnTo>
                  <a:pt x="29362" y="727"/>
                </a:lnTo>
                <a:lnTo>
                  <a:pt x="29382" y="626"/>
                </a:lnTo>
                <a:lnTo>
                  <a:pt x="29382" y="545"/>
                </a:lnTo>
                <a:lnTo>
                  <a:pt x="29362" y="445"/>
                </a:lnTo>
                <a:lnTo>
                  <a:pt x="29322" y="364"/>
                </a:lnTo>
                <a:lnTo>
                  <a:pt x="29261" y="303"/>
                </a:lnTo>
                <a:lnTo>
                  <a:pt x="29201" y="243"/>
                </a:lnTo>
                <a:lnTo>
                  <a:pt x="29059" y="162"/>
                </a:lnTo>
                <a:lnTo>
                  <a:pt x="28918" y="122"/>
                </a:lnTo>
                <a:lnTo>
                  <a:pt x="28716" y="61"/>
                </a:lnTo>
                <a:lnTo>
                  <a:pt x="28494" y="21"/>
                </a:lnTo>
                <a:lnTo>
                  <a:pt x="28293" y="1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79" name="Google Shape;2679;p34"/>
          <p:cNvSpPr/>
          <p:nvPr/>
        </p:nvSpPr>
        <p:spPr>
          <a:xfrm flipH="1">
            <a:off x="-2137218" y="248212"/>
            <a:ext cx="1990251" cy="2226013"/>
          </a:xfrm>
          <a:custGeom>
            <a:rect b="b" l="l" r="r" t="t"/>
            <a:pathLst>
              <a:path extrusionOk="0" h="39816" w="35599">
                <a:moveTo>
                  <a:pt x="16346" y="81"/>
                </a:moveTo>
                <a:lnTo>
                  <a:pt x="18606" y="102"/>
                </a:lnTo>
                <a:lnTo>
                  <a:pt x="19737" y="122"/>
                </a:lnTo>
                <a:lnTo>
                  <a:pt x="20867" y="162"/>
                </a:lnTo>
                <a:lnTo>
                  <a:pt x="22017" y="223"/>
                </a:lnTo>
                <a:lnTo>
                  <a:pt x="23147" y="283"/>
                </a:lnTo>
                <a:lnTo>
                  <a:pt x="24277" y="364"/>
                </a:lnTo>
                <a:lnTo>
                  <a:pt x="25407" y="465"/>
                </a:lnTo>
                <a:lnTo>
                  <a:pt x="26537" y="586"/>
                </a:lnTo>
                <a:lnTo>
                  <a:pt x="27667" y="747"/>
                </a:lnTo>
                <a:lnTo>
                  <a:pt x="28555" y="868"/>
                </a:lnTo>
                <a:lnTo>
                  <a:pt x="29443" y="1050"/>
                </a:lnTo>
                <a:lnTo>
                  <a:pt x="29887" y="1151"/>
                </a:lnTo>
                <a:lnTo>
                  <a:pt x="30311" y="1272"/>
                </a:lnTo>
                <a:lnTo>
                  <a:pt x="30755" y="1413"/>
                </a:lnTo>
                <a:lnTo>
                  <a:pt x="31179" y="1554"/>
                </a:lnTo>
                <a:lnTo>
                  <a:pt x="31582" y="1736"/>
                </a:lnTo>
                <a:lnTo>
                  <a:pt x="31986" y="1918"/>
                </a:lnTo>
                <a:lnTo>
                  <a:pt x="32369" y="2140"/>
                </a:lnTo>
                <a:lnTo>
                  <a:pt x="32732" y="2382"/>
                </a:lnTo>
                <a:lnTo>
                  <a:pt x="33076" y="2644"/>
                </a:lnTo>
                <a:lnTo>
                  <a:pt x="33419" y="2927"/>
                </a:lnTo>
                <a:lnTo>
                  <a:pt x="33721" y="3250"/>
                </a:lnTo>
                <a:lnTo>
                  <a:pt x="34004" y="3593"/>
                </a:lnTo>
                <a:lnTo>
                  <a:pt x="34165" y="3815"/>
                </a:lnTo>
                <a:lnTo>
                  <a:pt x="34307" y="4057"/>
                </a:lnTo>
                <a:lnTo>
                  <a:pt x="34448" y="4299"/>
                </a:lnTo>
                <a:lnTo>
                  <a:pt x="34569" y="4561"/>
                </a:lnTo>
                <a:lnTo>
                  <a:pt x="34771" y="5066"/>
                </a:lnTo>
                <a:lnTo>
                  <a:pt x="34932" y="5611"/>
                </a:lnTo>
                <a:lnTo>
                  <a:pt x="35073" y="6135"/>
                </a:lnTo>
                <a:lnTo>
                  <a:pt x="35174" y="6680"/>
                </a:lnTo>
                <a:lnTo>
                  <a:pt x="35255" y="7205"/>
                </a:lnTo>
                <a:lnTo>
                  <a:pt x="35316" y="7730"/>
                </a:lnTo>
                <a:lnTo>
                  <a:pt x="35416" y="8577"/>
                </a:lnTo>
                <a:lnTo>
                  <a:pt x="35477" y="9445"/>
                </a:lnTo>
                <a:lnTo>
                  <a:pt x="35517" y="10333"/>
                </a:lnTo>
                <a:lnTo>
                  <a:pt x="35517" y="11261"/>
                </a:lnTo>
                <a:lnTo>
                  <a:pt x="35517" y="12230"/>
                </a:lnTo>
                <a:lnTo>
                  <a:pt x="35497" y="13219"/>
                </a:lnTo>
                <a:lnTo>
                  <a:pt x="35457" y="14248"/>
                </a:lnTo>
                <a:lnTo>
                  <a:pt x="35376" y="15337"/>
                </a:lnTo>
                <a:lnTo>
                  <a:pt x="35316" y="16165"/>
                </a:lnTo>
                <a:lnTo>
                  <a:pt x="35235" y="17033"/>
                </a:lnTo>
                <a:lnTo>
                  <a:pt x="35134" y="17921"/>
                </a:lnTo>
                <a:lnTo>
                  <a:pt x="34993" y="18808"/>
                </a:lnTo>
                <a:lnTo>
                  <a:pt x="34831" y="19717"/>
                </a:lnTo>
                <a:lnTo>
                  <a:pt x="34629" y="20625"/>
                </a:lnTo>
                <a:lnTo>
                  <a:pt x="34508" y="21089"/>
                </a:lnTo>
                <a:lnTo>
                  <a:pt x="34367" y="21533"/>
                </a:lnTo>
                <a:lnTo>
                  <a:pt x="34226" y="21997"/>
                </a:lnTo>
                <a:lnTo>
                  <a:pt x="34064" y="22441"/>
                </a:lnTo>
                <a:lnTo>
                  <a:pt x="33943" y="22784"/>
                </a:lnTo>
                <a:lnTo>
                  <a:pt x="33782" y="23127"/>
                </a:lnTo>
                <a:lnTo>
                  <a:pt x="33620" y="23490"/>
                </a:lnTo>
                <a:lnTo>
                  <a:pt x="33419" y="23833"/>
                </a:lnTo>
                <a:lnTo>
                  <a:pt x="33197" y="24176"/>
                </a:lnTo>
                <a:lnTo>
                  <a:pt x="32934" y="24479"/>
                </a:lnTo>
                <a:lnTo>
                  <a:pt x="32793" y="24641"/>
                </a:lnTo>
                <a:lnTo>
                  <a:pt x="32632" y="24782"/>
                </a:lnTo>
                <a:lnTo>
                  <a:pt x="32470" y="24903"/>
                </a:lnTo>
                <a:lnTo>
                  <a:pt x="32309" y="25024"/>
                </a:lnTo>
                <a:lnTo>
                  <a:pt x="32107" y="25145"/>
                </a:lnTo>
                <a:lnTo>
                  <a:pt x="31925" y="25226"/>
                </a:lnTo>
                <a:lnTo>
                  <a:pt x="31723" y="25327"/>
                </a:lnTo>
                <a:lnTo>
                  <a:pt x="31522" y="25387"/>
                </a:lnTo>
                <a:lnTo>
                  <a:pt x="31118" y="25508"/>
                </a:lnTo>
                <a:lnTo>
                  <a:pt x="30694" y="25569"/>
                </a:lnTo>
                <a:lnTo>
                  <a:pt x="30250" y="25609"/>
                </a:lnTo>
                <a:lnTo>
                  <a:pt x="29403" y="25609"/>
                </a:lnTo>
                <a:lnTo>
                  <a:pt x="28979" y="25589"/>
                </a:lnTo>
                <a:lnTo>
                  <a:pt x="27809" y="25488"/>
                </a:lnTo>
                <a:lnTo>
                  <a:pt x="26658" y="25347"/>
                </a:lnTo>
                <a:lnTo>
                  <a:pt x="25508" y="25185"/>
                </a:lnTo>
                <a:lnTo>
                  <a:pt x="24358" y="25004"/>
                </a:lnTo>
                <a:lnTo>
                  <a:pt x="23248" y="24842"/>
                </a:lnTo>
                <a:lnTo>
                  <a:pt x="22118" y="24681"/>
                </a:lnTo>
                <a:lnTo>
                  <a:pt x="20988" y="24540"/>
                </a:lnTo>
                <a:lnTo>
                  <a:pt x="19837" y="24439"/>
                </a:lnTo>
                <a:lnTo>
                  <a:pt x="19272" y="24398"/>
                </a:lnTo>
                <a:lnTo>
                  <a:pt x="18707" y="24378"/>
                </a:lnTo>
                <a:lnTo>
                  <a:pt x="17577" y="24378"/>
                </a:lnTo>
                <a:lnTo>
                  <a:pt x="17012" y="24419"/>
                </a:lnTo>
                <a:lnTo>
                  <a:pt x="16447" y="24459"/>
                </a:lnTo>
                <a:lnTo>
                  <a:pt x="15882" y="24540"/>
                </a:lnTo>
                <a:lnTo>
                  <a:pt x="15317" y="24620"/>
                </a:lnTo>
                <a:lnTo>
                  <a:pt x="14631" y="24762"/>
                </a:lnTo>
                <a:lnTo>
                  <a:pt x="13965" y="24943"/>
                </a:lnTo>
                <a:lnTo>
                  <a:pt x="13319" y="25165"/>
                </a:lnTo>
                <a:lnTo>
                  <a:pt x="12674" y="25407"/>
                </a:lnTo>
                <a:lnTo>
                  <a:pt x="12048" y="25690"/>
                </a:lnTo>
                <a:lnTo>
                  <a:pt x="11422" y="25993"/>
                </a:lnTo>
                <a:lnTo>
                  <a:pt x="10817" y="26336"/>
                </a:lnTo>
                <a:lnTo>
                  <a:pt x="10232" y="26699"/>
                </a:lnTo>
                <a:lnTo>
                  <a:pt x="9667" y="27102"/>
                </a:lnTo>
                <a:lnTo>
                  <a:pt x="9122" y="27526"/>
                </a:lnTo>
                <a:lnTo>
                  <a:pt x="8597" y="27990"/>
                </a:lnTo>
                <a:lnTo>
                  <a:pt x="8093" y="28455"/>
                </a:lnTo>
                <a:lnTo>
                  <a:pt x="7608" y="28959"/>
                </a:lnTo>
                <a:lnTo>
                  <a:pt x="7164" y="29484"/>
                </a:lnTo>
                <a:lnTo>
                  <a:pt x="6741" y="30029"/>
                </a:lnTo>
                <a:lnTo>
                  <a:pt x="6357" y="30594"/>
                </a:lnTo>
                <a:lnTo>
                  <a:pt x="6014" y="31159"/>
                </a:lnTo>
                <a:lnTo>
                  <a:pt x="5691" y="31744"/>
                </a:lnTo>
                <a:lnTo>
                  <a:pt x="5389" y="32329"/>
                </a:lnTo>
                <a:lnTo>
                  <a:pt x="5106" y="32914"/>
                </a:lnTo>
                <a:lnTo>
                  <a:pt x="4844" y="33520"/>
                </a:lnTo>
                <a:lnTo>
                  <a:pt x="4581" y="34125"/>
                </a:lnTo>
                <a:lnTo>
                  <a:pt x="4097" y="35336"/>
                </a:lnTo>
                <a:lnTo>
                  <a:pt x="3714" y="36264"/>
                </a:lnTo>
                <a:lnTo>
                  <a:pt x="3330" y="37172"/>
                </a:lnTo>
                <a:lnTo>
                  <a:pt x="2927" y="38080"/>
                </a:lnTo>
                <a:lnTo>
                  <a:pt x="2705" y="38524"/>
                </a:lnTo>
                <a:lnTo>
                  <a:pt x="2483" y="38948"/>
                </a:lnTo>
                <a:lnTo>
                  <a:pt x="2402" y="39089"/>
                </a:lnTo>
                <a:lnTo>
                  <a:pt x="2321" y="39211"/>
                </a:lnTo>
                <a:lnTo>
                  <a:pt x="2220" y="39332"/>
                </a:lnTo>
                <a:lnTo>
                  <a:pt x="2099" y="39453"/>
                </a:lnTo>
                <a:lnTo>
                  <a:pt x="1978" y="39554"/>
                </a:lnTo>
                <a:lnTo>
                  <a:pt x="1857" y="39634"/>
                </a:lnTo>
                <a:lnTo>
                  <a:pt x="1736" y="39695"/>
                </a:lnTo>
                <a:lnTo>
                  <a:pt x="1615" y="39715"/>
                </a:lnTo>
                <a:lnTo>
                  <a:pt x="1413" y="39715"/>
                </a:lnTo>
                <a:lnTo>
                  <a:pt x="1312" y="39654"/>
                </a:lnTo>
                <a:lnTo>
                  <a:pt x="1231" y="39594"/>
                </a:lnTo>
                <a:lnTo>
                  <a:pt x="1191" y="39513"/>
                </a:lnTo>
                <a:lnTo>
                  <a:pt x="1131" y="39433"/>
                </a:lnTo>
                <a:lnTo>
                  <a:pt x="1110" y="39352"/>
                </a:lnTo>
                <a:lnTo>
                  <a:pt x="1090" y="39251"/>
                </a:lnTo>
                <a:lnTo>
                  <a:pt x="1090" y="39049"/>
                </a:lnTo>
                <a:lnTo>
                  <a:pt x="1110" y="38847"/>
                </a:lnTo>
                <a:lnTo>
                  <a:pt x="1252" y="38040"/>
                </a:lnTo>
                <a:lnTo>
                  <a:pt x="1393" y="37253"/>
                </a:lnTo>
                <a:lnTo>
                  <a:pt x="1575" y="36466"/>
                </a:lnTo>
                <a:lnTo>
                  <a:pt x="1776" y="35699"/>
                </a:lnTo>
                <a:lnTo>
                  <a:pt x="2018" y="34630"/>
                </a:lnTo>
                <a:lnTo>
                  <a:pt x="2261" y="33560"/>
                </a:lnTo>
                <a:lnTo>
                  <a:pt x="2422" y="32551"/>
                </a:lnTo>
                <a:lnTo>
                  <a:pt x="2563" y="31562"/>
                </a:lnTo>
                <a:lnTo>
                  <a:pt x="2664" y="30533"/>
                </a:lnTo>
                <a:lnTo>
                  <a:pt x="2705" y="29524"/>
                </a:lnTo>
                <a:lnTo>
                  <a:pt x="2745" y="28515"/>
                </a:lnTo>
                <a:lnTo>
                  <a:pt x="2745" y="27506"/>
                </a:lnTo>
                <a:lnTo>
                  <a:pt x="2705" y="26477"/>
                </a:lnTo>
                <a:lnTo>
                  <a:pt x="2644" y="25468"/>
                </a:lnTo>
                <a:lnTo>
                  <a:pt x="2563" y="24439"/>
                </a:lnTo>
                <a:lnTo>
                  <a:pt x="2462" y="23430"/>
                </a:lnTo>
                <a:lnTo>
                  <a:pt x="2362" y="22401"/>
                </a:lnTo>
                <a:lnTo>
                  <a:pt x="2240" y="21392"/>
                </a:lnTo>
                <a:lnTo>
                  <a:pt x="1958" y="19374"/>
                </a:lnTo>
                <a:lnTo>
                  <a:pt x="1655" y="17355"/>
                </a:lnTo>
                <a:lnTo>
                  <a:pt x="1595" y="16972"/>
                </a:lnTo>
                <a:lnTo>
                  <a:pt x="1030" y="13219"/>
                </a:lnTo>
                <a:lnTo>
                  <a:pt x="485" y="9465"/>
                </a:lnTo>
                <a:lnTo>
                  <a:pt x="323" y="8234"/>
                </a:lnTo>
                <a:lnTo>
                  <a:pt x="182" y="7043"/>
                </a:lnTo>
                <a:lnTo>
                  <a:pt x="142" y="6458"/>
                </a:lnTo>
                <a:lnTo>
                  <a:pt x="101" y="5873"/>
                </a:lnTo>
                <a:lnTo>
                  <a:pt x="81" y="5308"/>
                </a:lnTo>
                <a:lnTo>
                  <a:pt x="81" y="4723"/>
                </a:lnTo>
                <a:lnTo>
                  <a:pt x="81" y="4521"/>
                </a:lnTo>
                <a:lnTo>
                  <a:pt x="101" y="3633"/>
                </a:lnTo>
                <a:lnTo>
                  <a:pt x="142" y="3129"/>
                </a:lnTo>
                <a:lnTo>
                  <a:pt x="202" y="2604"/>
                </a:lnTo>
                <a:lnTo>
                  <a:pt x="283" y="2099"/>
                </a:lnTo>
                <a:lnTo>
                  <a:pt x="323" y="1857"/>
                </a:lnTo>
                <a:lnTo>
                  <a:pt x="404" y="1635"/>
                </a:lnTo>
                <a:lnTo>
                  <a:pt x="465" y="1413"/>
                </a:lnTo>
                <a:lnTo>
                  <a:pt x="566" y="1211"/>
                </a:lnTo>
                <a:lnTo>
                  <a:pt x="666" y="1010"/>
                </a:lnTo>
                <a:lnTo>
                  <a:pt x="767" y="848"/>
                </a:lnTo>
                <a:lnTo>
                  <a:pt x="848" y="747"/>
                </a:lnTo>
                <a:lnTo>
                  <a:pt x="929" y="687"/>
                </a:lnTo>
                <a:lnTo>
                  <a:pt x="1110" y="545"/>
                </a:lnTo>
                <a:lnTo>
                  <a:pt x="1332" y="445"/>
                </a:lnTo>
                <a:lnTo>
                  <a:pt x="1575" y="364"/>
                </a:lnTo>
                <a:lnTo>
                  <a:pt x="1837" y="303"/>
                </a:lnTo>
                <a:lnTo>
                  <a:pt x="2099" y="283"/>
                </a:lnTo>
                <a:lnTo>
                  <a:pt x="2382" y="263"/>
                </a:lnTo>
                <a:lnTo>
                  <a:pt x="2684" y="243"/>
                </a:lnTo>
                <a:lnTo>
                  <a:pt x="3169" y="263"/>
                </a:lnTo>
                <a:lnTo>
                  <a:pt x="3633" y="283"/>
                </a:lnTo>
                <a:lnTo>
                  <a:pt x="4057" y="303"/>
                </a:lnTo>
                <a:lnTo>
                  <a:pt x="4440" y="303"/>
                </a:lnTo>
                <a:lnTo>
                  <a:pt x="9586" y="202"/>
                </a:lnTo>
                <a:lnTo>
                  <a:pt x="11826" y="142"/>
                </a:lnTo>
                <a:lnTo>
                  <a:pt x="14066" y="102"/>
                </a:lnTo>
                <a:lnTo>
                  <a:pt x="16346" y="81"/>
                </a:lnTo>
                <a:close/>
                <a:moveTo>
                  <a:pt x="16346" y="1"/>
                </a:moveTo>
                <a:lnTo>
                  <a:pt x="14066" y="21"/>
                </a:lnTo>
                <a:lnTo>
                  <a:pt x="11826" y="61"/>
                </a:lnTo>
                <a:lnTo>
                  <a:pt x="9586" y="122"/>
                </a:lnTo>
                <a:lnTo>
                  <a:pt x="4420" y="223"/>
                </a:lnTo>
                <a:lnTo>
                  <a:pt x="4057" y="223"/>
                </a:lnTo>
                <a:lnTo>
                  <a:pt x="3633" y="202"/>
                </a:lnTo>
                <a:lnTo>
                  <a:pt x="2805" y="162"/>
                </a:lnTo>
                <a:lnTo>
                  <a:pt x="2382" y="182"/>
                </a:lnTo>
                <a:lnTo>
                  <a:pt x="1978" y="202"/>
                </a:lnTo>
                <a:lnTo>
                  <a:pt x="1595" y="283"/>
                </a:lnTo>
                <a:lnTo>
                  <a:pt x="1413" y="324"/>
                </a:lnTo>
                <a:lnTo>
                  <a:pt x="1252" y="384"/>
                </a:lnTo>
                <a:lnTo>
                  <a:pt x="1090" y="465"/>
                </a:lnTo>
                <a:lnTo>
                  <a:pt x="949" y="566"/>
                </a:lnTo>
                <a:lnTo>
                  <a:pt x="828" y="667"/>
                </a:lnTo>
                <a:lnTo>
                  <a:pt x="707" y="788"/>
                </a:lnTo>
                <a:lnTo>
                  <a:pt x="586" y="969"/>
                </a:lnTo>
                <a:lnTo>
                  <a:pt x="485" y="1151"/>
                </a:lnTo>
                <a:lnTo>
                  <a:pt x="404" y="1373"/>
                </a:lnTo>
                <a:lnTo>
                  <a:pt x="323" y="1575"/>
                </a:lnTo>
                <a:lnTo>
                  <a:pt x="263" y="1817"/>
                </a:lnTo>
                <a:lnTo>
                  <a:pt x="202" y="2059"/>
                </a:lnTo>
                <a:lnTo>
                  <a:pt x="122" y="2563"/>
                </a:lnTo>
                <a:lnTo>
                  <a:pt x="61" y="3068"/>
                </a:lnTo>
                <a:lnTo>
                  <a:pt x="21" y="3593"/>
                </a:lnTo>
                <a:lnTo>
                  <a:pt x="0" y="4521"/>
                </a:lnTo>
                <a:lnTo>
                  <a:pt x="0" y="4723"/>
                </a:lnTo>
                <a:lnTo>
                  <a:pt x="0" y="5308"/>
                </a:lnTo>
                <a:lnTo>
                  <a:pt x="21" y="5873"/>
                </a:lnTo>
                <a:lnTo>
                  <a:pt x="61" y="6458"/>
                </a:lnTo>
                <a:lnTo>
                  <a:pt x="101" y="7043"/>
                </a:lnTo>
                <a:lnTo>
                  <a:pt x="243" y="8234"/>
                </a:lnTo>
                <a:lnTo>
                  <a:pt x="404" y="9465"/>
                </a:lnTo>
                <a:lnTo>
                  <a:pt x="949" y="13219"/>
                </a:lnTo>
                <a:lnTo>
                  <a:pt x="1514" y="16992"/>
                </a:lnTo>
                <a:lnTo>
                  <a:pt x="1575" y="17376"/>
                </a:lnTo>
                <a:lnTo>
                  <a:pt x="1877" y="19374"/>
                </a:lnTo>
                <a:lnTo>
                  <a:pt x="2160" y="21392"/>
                </a:lnTo>
                <a:lnTo>
                  <a:pt x="2281" y="22421"/>
                </a:lnTo>
                <a:lnTo>
                  <a:pt x="2382" y="23430"/>
                </a:lnTo>
                <a:lnTo>
                  <a:pt x="2483" y="24439"/>
                </a:lnTo>
                <a:lnTo>
                  <a:pt x="2563" y="25468"/>
                </a:lnTo>
                <a:lnTo>
                  <a:pt x="2624" y="26477"/>
                </a:lnTo>
                <a:lnTo>
                  <a:pt x="2664" y="27486"/>
                </a:lnTo>
                <a:lnTo>
                  <a:pt x="2664" y="28515"/>
                </a:lnTo>
                <a:lnTo>
                  <a:pt x="2644" y="29524"/>
                </a:lnTo>
                <a:lnTo>
                  <a:pt x="2584" y="30533"/>
                </a:lnTo>
                <a:lnTo>
                  <a:pt x="2483" y="31542"/>
                </a:lnTo>
                <a:lnTo>
                  <a:pt x="2341" y="32551"/>
                </a:lnTo>
                <a:lnTo>
                  <a:pt x="2180" y="33540"/>
                </a:lnTo>
                <a:lnTo>
                  <a:pt x="1938" y="34630"/>
                </a:lnTo>
                <a:lnTo>
                  <a:pt x="1696" y="35679"/>
                </a:lnTo>
                <a:lnTo>
                  <a:pt x="1494" y="36466"/>
                </a:lnTo>
                <a:lnTo>
                  <a:pt x="1332" y="37233"/>
                </a:lnTo>
                <a:lnTo>
                  <a:pt x="1171" y="38040"/>
                </a:lnTo>
                <a:lnTo>
                  <a:pt x="1030" y="38827"/>
                </a:lnTo>
                <a:lnTo>
                  <a:pt x="1009" y="39049"/>
                </a:lnTo>
                <a:lnTo>
                  <a:pt x="1009" y="39271"/>
                </a:lnTo>
                <a:lnTo>
                  <a:pt x="1030" y="39372"/>
                </a:lnTo>
                <a:lnTo>
                  <a:pt x="1070" y="39473"/>
                </a:lnTo>
                <a:lnTo>
                  <a:pt x="1110" y="39574"/>
                </a:lnTo>
                <a:lnTo>
                  <a:pt x="1191" y="39654"/>
                </a:lnTo>
                <a:lnTo>
                  <a:pt x="1252" y="39715"/>
                </a:lnTo>
                <a:lnTo>
                  <a:pt x="1353" y="39776"/>
                </a:lnTo>
                <a:lnTo>
                  <a:pt x="1433" y="39796"/>
                </a:lnTo>
                <a:lnTo>
                  <a:pt x="1534" y="39816"/>
                </a:lnTo>
                <a:lnTo>
                  <a:pt x="1615" y="39796"/>
                </a:lnTo>
                <a:lnTo>
                  <a:pt x="1756" y="39776"/>
                </a:lnTo>
                <a:lnTo>
                  <a:pt x="1897" y="39695"/>
                </a:lnTo>
                <a:lnTo>
                  <a:pt x="2018" y="39614"/>
                </a:lnTo>
                <a:lnTo>
                  <a:pt x="2160" y="39513"/>
                </a:lnTo>
                <a:lnTo>
                  <a:pt x="2281" y="39392"/>
                </a:lnTo>
                <a:lnTo>
                  <a:pt x="2382" y="39271"/>
                </a:lnTo>
                <a:lnTo>
                  <a:pt x="2483" y="39130"/>
                </a:lnTo>
                <a:lnTo>
                  <a:pt x="2563" y="38989"/>
                </a:lnTo>
                <a:lnTo>
                  <a:pt x="2785" y="38565"/>
                </a:lnTo>
                <a:lnTo>
                  <a:pt x="3007" y="38101"/>
                </a:lnTo>
                <a:lnTo>
                  <a:pt x="3411" y="37193"/>
                </a:lnTo>
                <a:lnTo>
                  <a:pt x="3794" y="36284"/>
                </a:lnTo>
                <a:lnTo>
                  <a:pt x="4158" y="35376"/>
                </a:lnTo>
                <a:lnTo>
                  <a:pt x="4662" y="34166"/>
                </a:lnTo>
                <a:lnTo>
                  <a:pt x="4904" y="33560"/>
                </a:lnTo>
                <a:lnTo>
                  <a:pt x="5187" y="32955"/>
                </a:lnTo>
                <a:lnTo>
                  <a:pt x="5469" y="32369"/>
                </a:lnTo>
                <a:lnTo>
                  <a:pt x="5752" y="31784"/>
                </a:lnTo>
                <a:lnTo>
                  <a:pt x="6075" y="31199"/>
                </a:lnTo>
                <a:lnTo>
                  <a:pt x="6418" y="30654"/>
                </a:lnTo>
                <a:lnTo>
                  <a:pt x="6821" y="30089"/>
                </a:lnTo>
                <a:lnTo>
                  <a:pt x="7225" y="29544"/>
                </a:lnTo>
                <a:lnTo>
                  <a:pt x="7669" y="29020"/>
                </a:lnTo>
                <a:lnTo>
                  <a:pt x="8153" y="28515"/>
                </a:lnTo>
                <a:lnTo>
                  <a:pt x="8638" y="28051"/>
                </a:lnTo>
                <a:lnTo>
                  <a:pt x="9162" y="27587"/>
                </a:lnTo>
                <a:lnTo>
                  <a:pt x="9707" y="27163"/>
                </a:lnTo>
                <a:lnTo>
                  <a:pt x="10272" y="26780"/>
                </a:lnTo>
                <a:lnTo>
                  <a:pt x="10857" y="26396"/>
                </a:lnTo>
                <a:lnTo>
                  <a:pt x="11463" y="26073"/>
                </a:lnTo>
                <a:lnTo>
                  <a:pt x="12068" y="25750"/>
                </a:lnTo>
                <a:lnTo>
                  <a:pt x="12694" y="25468"/>
                </a:lnTo>
                <a:lnTo>
                  <a:pt x="13339" y="25226"/>
                </a:lnTo>
                <a:lnTo>
                  <a:pt x="14005" y="25024"/>
                </a:lnTo>
                <a:lnTo>
                  <a:pt x="14651" y="24842"/>
                </a:lnTo>
                <a:lnTo>
                  <a:pt x="15337" y="24701"/>
                </a:lnTo>
                <a:lnTo>
                  <a:pt x="15882" y="24600"/>
                </a:lnTo>
                <a:lnTo>
                  <a:pt x="16447" y="24540"/>
                </a:lnTo>
                <a:lnTo>
                  <a:pt x="17012" y="24499"/>
                </a:lnTo>
                <a:lnTo>
                  <a:pt x="17577" y="24459"/>
                </a:lnTo>
                <a:lnTo>
                  <a:pt x="18707" y="24459"/>
                </a:lnTo>
                <a:lnTo>
                  <a:pt x="19272" y="24479"/>
                </a:lnTo>
                <a:lnTo>
                  <a:pt x="19837" y="24519"/>
                </a:lnTo>
                <a:lnTo>
                  <a:pt x="20968" y="24620"/>
                </a:lnTo>
                <a:lnTo>
                  <a:pt x="22098" y="24762"/>
                </a:lnTo>
                <a:lnTo>
                  <a:pt x="23228" y="24923"/>
                </a:lnTo>
                <a:lnTo>
                  <a:pt x="24338" y="25084"/>
                </a:lnTo>
                <a:lnTo>
                  <a:pt x="25488" y="25266"/>
                </a:lnTo>
                <a:lnTo>
                  <a:pt x="26638" y="25428"/>
                </a:lnTo>
                <a:lnTo>
                  <a:pt x="27809" y="25569"/>
                </a:lnTo>
                <a:lnTo>
                  <a:pt x="28979" y="25670"/>
                </a:lnTo>
                <a:lnTo>
                  <a:pt x="29403" y="25690"/>
                </a:lnTo>
                <a:lnTo>
                  <a:pt x="30271" y="25690"/>
                </a:lnTo>
                <a:lnTo>
                  <a:pt x="30714" y="25650"/>
                </a:lnTo>
                <a:lnTo>
                  <a:pt x="31138" y="25569"/>
                </a:lnTo>
                <a:lnTo>
                  <a:pt x="31562" y="25468"/>
                </a:lnTo>
                <a:lnTo>
                  <a:pt x="31764" y="25387"/>
                </a:lnTo>
                <a:lnTo>
                  <a:pt x="31966" y="25306"/>
                </a:lnTo>
                <a:lnTo>
                  <a:pt x="32147" y="25206"/>
                </a:lnTo>
                <a:lnTo>
                  <a:pt x="32349" y="25084"/>
                </a:lnTo>
                <a:lnTo>
                  <a:pt x="32511" y="24963"/>
                </a:lnTo>
                <a:lnTo>
                  <a:pt x="32692" y="24842"/>
                </a:lnTo>
                <a:lnTo>
                  <a:pt x="32833" y="24701"/>
                </a:lnTo>
                <a:lnTo>
                  <a:pt x="32995" y="24540"/>
                </a:lnTo>
                <a:lnTo>
                  <a:pt x="33257" y="24217"/>
                </a:lnTo>
                <a:lnTo>
                  <a:pt x="33479" y="23874"/>
                </a:lnTo>
                <a:lnTo>
                  <a:pt x="33681" y="23531"/>
                </a:lnTo>
                <a:lnTo>
                  <a:pt x="33863" y="23167"/>
                </a:lnTo>
                <a:lnTo>
                  <a:pt x="34004" y="22804"/>
                </a:lnTo>
                <a:lnTo>
                  <a:pt x="34145" y="22461"/>
                </a:lnTo>
                <a:lnTo>
                  <a:pt x="34307" y="22017"/>
                </a:lnTo>
                <a:lnTo>
                  <a:pt x="34448" y="21573"/>
                </a:lnTo>
                <a:lnTo>
                  <a:pt x="34569" y="21109"/>
                </a:lnTo>
                <a:lnTo>
                  <a:pt x="34690" y="20645"/>
                </a:lnTo>
                <a:lnTo>
                  <a:pt x="34912" y="19737"/>
                </a:lnTo>
                <a:lnTo>
                  <a:pt x="35073" y="18829"/>
                </a:lnTo>
                <a:lnTo>
                  <a:pt x="35215" y="17921"/>
                </a:lnTo>
                <a:lnTo>
                  <a:pt x="35316" y="17033"/>
                </a:lnTo>
                <a:lnTo>
                  <a:pt x="35396" y="16185"/>
                </a:lnTo>
                <a:lnTo>
                  <a:pt x="35457" y="15337"/>
                </a:lnTo>
                <a:lnTo>
                  <a:pt x="35538" y="14248"/>
                </a:lnTo>
                <a:lnTo>
                  <a:pt x="35578" y="13219"/>
                </a:lnTo>
                <a:lnTo>
                  <a:pt x="35598" y="12230"/>
                </a:lnTo>
                <a:lnTo>
                  <a:pt x="35598" y="11261"/>
                </a:lnTo>
                <a:lnTo>
                  <a:pt x="35598" y="10333"/>
                </a:lnTo>
                <a:lnTo>
                  <a:pt x="35558" y="9445"/>
                </a:lnTo>
                <a:lnTo>
                  <a:pt x="35497" y="8557"/>
                </a:lnTo>
                <a:lnTo>
                  <a:pt x="35396" y="7709"/>
                </a:lnTo>
                <a:lnTo>
                  <a:pt x="35336" y="7185"/>
                </a:lnTo>
                <a:lnTo>
                  <a:pt x="35255" y="6660"/>
                </a:lnTo>
                <a:lnTo>
                  <a:pt x="35154" y="6115"/>
                </a:lnTo>
                <a:lnTo>
                  <a:pt x="35013" y="5570"/>
                </a:lnTo>
                <a:lnTo>
                  <a:pt x="34851" y="5046"/>
                </a:lnTo>
                <a:lnTo>
                  <a:pt x="34629" y="4521"/>
                </a:lnTo>
                <a:lnTo>
                  <a:pt x="34508" y="4259"/>
                </a:lnTo>
                <a:lnTo>
                  <a:pt x="34387" y="4016"/>
                </a:lnTo>
                <a:lnTo>
                  <a:pt x="34226" y="3774"/>
                </a:lnTo>
                <a:lnTo>
                  <a:pt x="34064" y="3552"/>
                </a:lnTo>
                <a:lnTo>
                  <a:pt x="33782" y="3189"/>
                </a:lnTo>
                <a:lnTo>
                  <a:pt x="33479" y="2866"/>
                </a:lnTo>
                <a:lnTo>
                  <a:pt x="33136" y="2584"/>
                </a:lnTo>
                <a:lnTo>
                  <a:pt x="32793" y="2301"/>
                </a:lnTo>
                <a:lnTo>
                  <a:pt x="32410" y="2079"/>
                </a:lnTo>
                <a:lnTo>
                  <a:pt x="32026" y="1857"/>
                </a:lnTo>
                <a:lnTo>
                  <a:pt x="31623" y="1655"/>
                </a:lnTo>
                <a:lnTo>
                  <a:pt x="31199" y="1494"/>
                </a:lnTo>
                <a:lnTo>
                  <a:pt x="30775" y="1333"/>
                </a:lnTo>
                <a:lnTo>
                  <a:pt x="30351" y="1191"/>
                </a:lnTo>
                <a:lnTo>
                  <a:pt x="29907" y="1070"/>
                </a:lnTo>
                <a:lnTo>
                  <a:pt x="29463" y="969"/>
                </a:lnTo>
                <a:lnTo>
                  <a:pt x="28555" y="788"/>
                </a:lnTo>
                <a:lnTo>
                  <a:pt x="27667" y="667"/>
                </a:lnTo>
                <a:lnTo>
                  <a:pt x="26557" y="525"/>
                </a:lnTo>
                <a:lnTo>
                  <a:pt x="25427" y="384"/>
                </a:lnTo>
                <a:lnTo>
                  <a:pt x="24277" y="283"/>
                </a:lnTo>
                <a:lnTo>
                  <a:pt x="23147" y="202"/>
                </a:lnTo>
                <a:lnTo>
                  <a:pt x="22017" y="142"/>
                </a:lnTo>
                <a:lnTo>
                  <a:pt x="20887" y="81"/>
                </a:lnTo>
                <a:lnTo>
                  <a:pt x="19737" y="41"/>
                </a:lnTo>
                <a:lnTo>
                  <a:pt x="18606" y="21"/>
                </a:lnTo>
                <a:lnTo>
                  <a:pt x="16346" y="1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80" name="Google Shape;2680;p34"/>
          <p:cNvSpPr/>
          <p:nvPr/>
        </p:nvSpPr>
        <p:spPr>
          <a:xfrm flipH="1" rot="-6644194">
            <a:off x="7345178" y="2375062"/>
            <a:ext cx="2960485" cy="1551300"/>
          </a:xfrm>
          <a:custGeom>
            <a:rect b="b" l="l" r="r" t="t"/>
            <a:pathLst>
              <a:path extrusionOk="0" h="27748" w="52954">
                <a:moveTo>
                  <a:pt x="8698" y="81"/>
                </a:moveTo>
                <a:lnTo>
                  <a:pt x="9162" y="121"/>
                </a:lnTo>
                <a:lnTo>
                  <a:pt x="9647" y="162"/>
                </a:lnTo>
                <a:lnTo>
                  <a:pt x="10111" y="243"/>
                </a:lnTo>
                <a:lnTo>
                  <a:pt x="10555" y="343"/>
                </a:lnTo>
                <a:lnTo>
                  <a:pt x="10999" y="444"/>
                </a:lnTo>
                <a:lnTo>
                  <a:pt x="11443" y="565"/>
                </a:lnTo>
                <a:lnTo>
                  <a:pt x="11887" y="707"/>
                </a:lnTo>
                <a:lnTo>
                  <a:pt x="12311" y="848"/>
                </a:lnTo>
                <a:lnTo>
                  <a:pt x="12734" y="1009"/>
                </a:lnTo>
                <a:lnTo>
                  <a:pt x="13582" y="1373"/>
                </a:lnTo>
                <a:lnTo>
                  <a:pt x="14389" y="1756"/>
                </a:lnTo>
                <a:lnTo>
                  <a:pt x="15176" y="2160"/>
                </a:lnTo>
                <a:lnTo>
                  <a:pt x="15943" y="2563"/>
                </a:lnTo>
                <a:lnTo>
                  <a:pt x="16669" y="2987"/>
                </a:lnTo>
                <a:lnTo>
                  <a:pt x="18021" y="3754"/>
                </a:lnTo>
                <a:lnTo>
                  <a:pt x="19353" y="4561"/>
                </a:lnTo>
                <a:lnTo>
                  <a:pt x="22017" y="6176"/>
                </a:lnTo>
                <a:lnTo>
                  <a:pt x="24439" y="7649"/>
                </a:lnTo>
                <a:lnTo>
                  <a:pt x="25670" y="8395"/>
                </a:lnTo>
                <a:lnTo>
                  <a:pt x="26901" y="9102"/>
                </a:lnTo>
                <a:lnTo>
                  <a:pt x="28152" y="9808"/>
                </a:lnTo>
                <a:lnTo>
                  <a:pt x="29403" y="10494"/>
                </a:lnTo>
                <a:lnTo>
                  <a:pt x="30654" y="11160"/>
                </a:lnTo>
                <a:lnTo>
                  <a:pt x="31925" y="11806"/>
                </a:lnTo>
                <a:lnTo>
                  <a:pt x="33217" y="12391"/>
                </a:lnTo>
                <a:lnTo>
                  <a:pt x="34509" y="12956"/>
                </a:lnTo>
                <a:lnTo>
                  <a:pt x="35820" y="13481"/>
                </a:lnTo>
                <a:lnTo>
                  <a:pt x="36486" y="13743"/>
                </a:lnTo>
                <a:lnTo>
                  <a:pt x="37152" y="13965"/>
                </a:lnTo>
                <a:lnTo>
                  <a:pt x="37818" y="14187"/>
                </a:lnTo>
                <a:lnTo>
                  <a:pt x="38484" y="14389"/>
                </a:lnTo>
                <a:lnTo>
                  <a:pt x="39170" y="14591"/>
                </a:lnTo>
                <a:lnTo>
                  <a:pt x="39856" y="14772"/>
                </a:lnTo>
                <a:lnTo>
                  <a:pt x="40542" y="14934"/>
                </a:lnTo>
                <a:lnTo>
                  <a:pt x="41228" y="15075"/>
                </a:lnTo>
                <a:lnTo>
                  <a:pt x="41935" y="15216"/>
                </a:lnTo>
                <a:lnTo>
                  <a:pt x="42621" y="15317"/>
                </a:lnTo>
                <a:lnTo>
                  <a:pt x="43246" y="15418"/>
                </a:lnTo>
                <a:lnTo>
                  <a:pt x="43852" y="15479"/>
                </a:lnTo>
                <a:lnTo>
                  <a:pt x="44437" y="15519"/>
                </a:lnTo>
                <a:lnTo>
                  <a:pt x="45002" y="15539"/>
                </a:lnTo>
                <a:lnTo>
                  <a:pt x="45567" y="15539"/>
                </a:lnTo>
                <a:lnTo>
                  <a:pt x="46092" y="15519"/>
                </a:lnTo>
                <a:lnTo>
                  <a:pt x="46596" y="15479"/>
                </a:lnTo>
                <a:lnTo>
                  <a:pt x="47081" y="15398"/>
                </a:lnTo>
                <a:lnTo>
                  <a:pt x="47565" y="15317"/>
                </a:lnTo>
                <a:lnTo>
                  <a:pt x="48009" y="15216"/>
                </a:lnTo>
                <a:lnTo>
                  <a:pt x="48453" y="15075"/>
                </a:lnTo>
                <a:lnTo>
                  <a:pt x="48877" y="14934"/>
                </a:lnTo>
                <a:lnTo>
                  <a:pt x="49280" y="14752"/>
                </a:lnTo>
                <a:lnTo>
                  <a:pt x="49664" y="14550"/>
                </a:lnTo>
                <a:lnTo>
                  <a:pt x="50027" y="14348"/>
                </a:lnTo>
                <a:lnTo>
                  <a:pt x="50390" y="14106"/>
                </a:lnTo>
                <a:lnTo>
                  <a:pt x="50612" y="13925"/>
                </a:lnTo>
                <a:lnTo>
                  <a:pt x="50814" y="13763"/>
                </a:lnTo>
                <a:lnTo>
                  <a:pt x="51036" y="13622"/>
                </a:lnTo>
                <a:lnTo>
                  <a:pt x="51258" y="13481"/>
                </a:lnTo>
                <a:lnTo>
                  <a:pt x="51500" y="13380"/>
                </a:lnTo>
                <a:lnTo>
                  <a:pt x="51662" y="13339"/>
                </a:lnTo>
                <a:lnTo>
                  <a:pt x="51823" y="13299"/>
                </a:lnTo>
                <a:lnTo>
                  <a:pt x="51984" y="13299"/>
                </a:lnTo>
                <a:lnTo>
                  <a:pt x="52146" y="13319"/>
                </a:lnTo>
                <a:lnTo>
                  <a:pt x="52307" y="13360"/>
                </a:lnTo>
                <a:lnTo>
                  <a:pt x="52449" y="13420"/>
                </a:lnTo>
                <a:lnTo>
                  <a:pt x="52570" y="13521"/>
                </a:lnTo>
                <a:lnTo>
                  <a:pt x="52691" y="13642"/>
                </a:lnTo>
                <a:lnTo>
                  <a:pt x="52771" y="13804"/>
                </a:lnTo>
                <a:lnTo>
                  <a:pt x="52832" y="13985"/>
                </a:lnTo>
                <a:lnTo>
                  <a:pt x="52852" y="14167"/>
                </a:lnTo>
                <a:lnTo>
                  <a:pt x="52872" y="14348"/>
                </a:lnTo>
                <a:lnTo>
                  <a:pt x="52872" y="14893"/>
                </a:lnTo>
                <a:lnTo>
                  <a:pt x="52832" y="15398"/>
                </a:lnTo>
                <a:lnTo>
                  <a:pt x="52751" y="15902"/>
                </a:lnTo>
                <a:lnTo>
                  <a:pt x="52630" y="16366"/>
                </a:lnTo>
                <a:lnTo>
                  <a:pt x="52489" y="16831"/>
                </a:lnTo>
                <a:lnTo>
                  <a:pt x="52307" y="17254"/>
                </a:lnTo>
                <a:lnTo>
                  <a:pt x="52085" y="17658"/>
                </a:lnTo>
                <a:lnTo>
                  <a:pt x="51823" y="18041"/>
                </a:lnTo>
                <a:lnTo>
                  <a:pt x="51540" y="18405"/>
                </a:lnTo>
                <a:lnTo>
                  <a:pt x="51238" y="18728"/>
                </a:lnTo>
                <a:lnTo>
                  <a:pt x="50895" y="19030"/>
                </a:lnTo>
                <a:lnTo>
                  <a:pt x="50511" y="19293"/>
                </a:lnTo>
                <a:lnTo>
                  <a:pt x="50128" y="19535"/>
                </a:lnTo>
                <a:lnTo>
                  <a:pt x="49684" y="19737"/>
                </a:lnTo>
                <a:lnTo>
                  <a:pt x="49240" y="19898"/>
                </a:lnTo>
                <a:lnTo>
                  <a:pt x="48756" y="20039"/>
                </a:lnTo>
                <a:lnTo>
                  <a:pt x="48211" y="20140"/>
                </a:lnTo>
                <a:lnTo>
                  <a:pt x="47666" y="20221"/>
                </a:lnTo>
                <a:lnTo>
                  <a:pt x="47121" y="20261"/>
                </a:lnTo>
                <a:lnTo>
                  <a:pt x="46031" y="20261"/>
                </a:lnTo>
                <a:lnTo>
                  <a:pt x="45507" y="20241"/>
                </a:lnTo>
                <a:lnTo>
                  <a:pt x="44437" y="20160"/>
                </a:lnTo>
                <a:lnTo>
                  <a:pt x="42924" y="20019"/>
                </a:lnTo>
                <a:lnTo>
                  <a:pt x="41410" y="19858"/>
                </a:lnTo>
                <a:lnTo>
                  <a:pt x="38403" y="19494"/>
                </a:lnTo>
                <a:lnTo>
                  <a:pt x="36183" y="19212"/>
                </a:lnTo>
                <a:lnTo>
                  <a:pt x="33964" y="18970"/>
                </a:lnTo>
                <a:lnTo>
                  <a:pt x="32834" y="18849"/>
                </a:lnTo>
                <a:lnTo>
                  <a:pt x="31724" y="18768"/>
                </a:lnTo>
                <a:lnTo>
                  <a:pt x="30614" y="18687"/>
                </a:lnTo>
                <a:lnTo>
                  <a:pt x="29484" y="18627"/>
                </a:lnTo>
                <a:lnTo>
                  <a:pt x="28374" y="18606"/>
                </a:lnTo>
                <a:lnTo>
                  <a:pt x="27264" y="18606"/>
                </a:lnTo>
                <a:lnTo>
                  <a:pt x="26134" y="18627"/>
                </a:lnTo>
                <a:lnTo>
                  <a:pt x="25024" y="18687"/>
                </a:lnTo>
                <a:lnTo>
                  <a:pt x="23914" y="18788"/>
                </a:lnTo>
                <a:lnTo>
                  <a:pt x="22824" y="18909"/>
                </a:lnTo>
                <a:lnTo>
                  <a:pt x="21714" y="19091"/>
                </a:lnTo>
                <a:lnTo>
                  <a:pt x="20625" y="19313"/>
                </a:lnTo>
                <a:lnTo>
                  <a:pt x="19555" y="19595"/>
                </a:lnTo>
                <a:lnTo>
                  <a:pt x="18486" y="19898"/>
                </a:lnTo>
                <a:lnTo>
                  <a:pt x="17456" y="20241"/>
                </a:lnTo>
                <a:lnTo>
                  <a:pt x="16407" y="20645"/>
                </a:lnTo>
                <a:lnTo>
                  <a:pt x="15398" y="21048"/>
                </a:lnTo>
                <a:lnTo>
                  <a:pt x="14389" y="21512"/>
                </a:lnTo>
                <a:lnTo>
                  <a:pt x="13400" y="21977"/>
                </a:lnTo>
                <a:lnTo>
                  <a:pt x="12411" y="22481"/>
                </a:lnTo>
                <a:lnTo>
                  <a:pt x="11423" y="23006"/>
                </a:lnTo>
                <a:lnTo>
                  <a:pt x="10454" y="23551"/>
                </a:lnTo>
                <a:lnTo>
                  <a:pt x="9505" y="24116"/>
                </a:lnTo>
                <a:lnTo>
                  <a:pt x="8537" y="24681"/>
                </a:lnTo>
                <a:lnTo>
                  <a:pt x="6660" y="25851"/>
                </a:lnTo>
                <a:lnTo>
                  <a:pt x="4783" y="27022"/>
                </a:lnTo>
                <a:lnTo>
                  <a:pt x="4703" y="27082"/>
                </a:lnTo>
                <a:lnTo>
                  <a:pt x="4339" y="27304"/>
                </a:lnTo>
                <a:lnTo>
                  <a:pt x="4017" y="27465"/>
                </a:lnTo>
                <a:lnTo>
                  <a:pt x="3694" y="27587"/>
                </a:lnTo>
                <a:lnTo>
                  <a:pt x="3411" y="27647"/>
                </a:lnTo>
                <a:lnTo>
                  <a:pt x="3149" y="27667"/>
                </a:lnTo>
                <a:lnTo>
                  <a:pt x="3028" y="27667"/>
                </a:lnTo>
                <a:lnTo>
                  <a:pt x="2907" y="27647"/>
                </a:lnTo>
                <a:lnTo>
                  <a:pt x="2806" y="27607"/>
                </a:lnTo>
                <a:lnTo>
                  <a:pt x="2685" y="27566"/>
                </a:lnTo>
                <a:lnTo>
                  <a:pt x="2584" y="27506"/>
                </a:lnTo>
                <a:lnTo>
                  <a:pt x="2503" y="27445"/>
                </a:lnTo>
                <a:lnTo>
                  <a:pt x="2382" y="27344"/>
                </a:lnTo>
                <a:lnTo>
                  <a:pt x="2301" y="27223"/>
                </a:lnTo>
                <a:lnTo>
                  <a:pt x="2220" y="27082"/>
                </a:lnTo>
                <a:lnTo>
                  <a:pt x="2140" y="26941"/>
                </a:lnTo>
                <a:lnTo>
                  <a:pt x="2039" y="26638"/>
                </a:lnTo>
                <a:lnTo>
                  <a:pt x="1958" y="26295"/>
                </a:lnTo>
                <a:lnTo>
                  <a:pt x="1716" y="25064"/>
                </a:lnTo>
                <a:lnTo>
                  <a:pt x="1474" y="23813"/>
                </a:lnTo>
                <a:lnTo>
                  <a:pt x="1232" y="22562"/>
                </a:lnTo>
                <a:lnTo>
                  <a:pt x="1030" y="21311"/>
                </a:lnTo>
                <a:lnTo>
                  <a:pt x="828" y="20059"/>
                </a:lnTo>
                <a:lnTo>
                  <a:pt x="667" y="18808"/>
                </a:lnTo>
                <a:lnTo>
                  <a:pt x="505" y="17537"/>
                </a:lnTo>
                <a:lnTo>
                  <a:pt x="364" y="16286"/>
                </a:lnTo>
                <a:lnTo>
                  <a:pt x="283" y="15378"/>
                </a:lnTo>
                <a:lnTo>
                  <a:pt x="202" y="14550"/>
                </a:lnTo>
                <a:lnTo>
                  <a:pt x="162" y="13743"/>
                </a:lnTo>
                <a:lnTo>
                  <a:pt x="122" y="13017"/>
                </a:lnTo>
                <a:lnTo>
                  <a:pt x="102" y="12310"/>
                </a:lnTo>
                <a:lnTo>
                  <a:pt x="81" y="11664"/>
                </a:lnTo>
                <a:lnTo>
                  <a:pt x="102" y="11059"/>
                </a:lnTo>
                <a:lnTo>
                  <a:pt x="102" y="10494"/>
                </a:lnTo>
                <a:lnTo>
                  <a:pt x="162" y="9485"/>
                </a:lnTo>
                <a:lnTo>
                  <a:pt x="263" y="8597"/>
                </a:lnTo>
                <a:lnTo>
                  <a:pt x="364" y="7810"/>
                </a:lnTo>
                <a:lnTo>
                  <a:pt x="505" y="7124"/>
                </a:lnTo>
                <a:lnTo>
                  <a:pt x="606" y="6680"/>
                </a:lnTo>
                <a:lnTo>
                  <a:pt x="707" y="6236"/>
                </a:lnTo>
                <a:lnTo>
                  <a:pt x="828" y="5812"/>
                </a:lnTo>
                <a:lnTo>
                  <a:pt x="969" y="5409"/>
                </a:lnTo>
                <a:lnTo>
                  <a:pt x="1111" y="5005"/>
                </a:lnTo>
                <a:lnTo>
                  <a:pt x="1252" y="4642"/>
                </a:lnTo>
                <a:lnTo>
                  <a:pt x="1413" y="4279"/>
                </a:lnTo>
                <a:lnTo>
                  <a:pt x="1595" y="3915"/>
                </a:lnTo>
                <a:lnTo>
                  <a:pt x="1777" y="3592"/>
                </a:lnTo>
                <a:lnTo>
                  <a:pt x="1978" y="3270"/>
                </a:lnTo>
                <a:lnTo>
                  <a:pt x="2180" y="2967"/>
                </a:lnTo>
                <a:lnTo>
                  <a:pt x="2402" y="2684"/>
                </a:lnTo>
                <a:lnTo>
                  <a:pt x="2624" y="2402"/>
                </a:lnTo>
                <a:lnTo>
                  <a:pt x="2866" y="2160"/>
                </a:lnTo>
                <a:lnTo>
                  <a:pt x="3108" y="1918"/>
                </a:lnTo>
                <a:lnTo>
                  <a:pt x="3371" y="1675"/>
                </a:lnTo>
                <a:lnTo>
                  <a:pt x="3613" y="1494"/>
                </a:lnTo>
                <a:lnTo>
                  <a:pt x="3855" y="1312"/>
                </a:lnTo>
                <a:lnTo>
                  <a:pt x="4117" y="1151"/>
                </a:lnTo>
                <a:lnTo>
                  <a:pt x="4400" y="989"/>
                </a:lnTo>
                <a:lnTo>
                  <a:pt x="4682" y="848"/>
                </a:lnTo>
                <a:lnTo>
                  <a:pt x="4965" y="707"/>
                </a:lnTo>
                <a:lnTo>
                  <a:pt x="5268" y="586"/>
                </a:lnTo>
                <a:lnTo>
                  <a:pt x="5570" y="485"/>
                </a:lnTo>
                <a:lnTo>
                  <a:pt x="5893" y="384"/>
                </a:lnTo>
                <a:lnTo>
                  <a:pt x="6196" y="303"/>
                </a:lnTo>
                <a:lnTo>
                  <a:pt x="6539" y="243"/>
                </a:lnTo>
                <a:lnTo>
                  <a:pt x="6862" y="182"/>
                </a:lnTo>
                <a:lnTo>
                  <a:pt x="7205" y="121"/>
                </a:lnTo>
                <a:lnTo>
                  <a:pt x="7548" y="101"/>
                </a:lnTo>
                <a:lnTo>
                  <a:pt x="7891" y="81"/>
                </a:lnTo>
                <a:close/>
                <a:moveTo>
                  <a:pt x="7730" y="0"/>
                </a:moveTo>
                <a:lnTo>
                  <a:pt x="7265" y="41"/>
                </a:lnTo>
                <a:lnTo>
                  <a:pt x="6801" y="101"/>
                </a:lnTo>
                <a:lnTo>
                  <a:pt x="6378" y="182"/>
                </a:lnTo>
                <a:lnTo>
                  <a:pt x="5934" y="283"/>
                </a:lnTo>
                <a:lnTo>
                  <a:pt x="5530" y="424"/>
                </a:lnTo>
                <a:lnTo>
                  <a:pt x="5106" y="565"/>
                </a:lnTo>
                <a:lnTo>
                  <a:pt x="4723" y="727"/>
                </a:lnTo>
                <a:lnTo>
                  <a:pt x="4339" y="929"/>
                </a:lnTo>
                <a:lnTo>
                  <a:pt x="3976" y="1130"/>
                </a:lnTo>
                <a:lnTo>
                  <a:pt x="3633" y="1373"/>
                </a:lnTo>
                <a:lnTo>
                  <a:pt x="3310" y="1615"/>
                </a:lnTo>
                <a:lnTo>
                  <a:pt x="3048" y="1857"/>
                </a:lnTo>
                <a:lnTo>
                  <a:pt x="2806" y="2099"/>
                </a:lnTo>
                <a:lnTo>
                  <a:pt x="2564" y="2361"/>
                </a:lnTo>
                <a:lnTo>
                  <a:pt x="2342" y="2624"/>
                </a:lnTo>
                <a:lnTo>
                  <a:pt x="2120" y="2927"/>
                </a:lnTo>
                <a:lnTo>
                  <a:pt x="1918" y="3229"/>
                </a:lnTo>
                <a:lnTo>
                  <a:pt x="1716" y="3552"/>
                </a:lnTo>
                <a:lnTo>
                  <a:pt x="1534" y="3875"/>
                </a:lnTo>
                <a:lnTo>
                  <a:pt x="1353" y="4238"/>
                </a:lnTo>
                <a:lnTo>
                  <a:pt x="1191" y="4601"/>
                </a:lnTo>
                <a:lnTo>
                  <a:pt x="1030" y="4985"/>
                </a:lnTo>
                <a:lnTo>
                  <a:pt x="889" y="5388"/>
                </a:lnTo>
                <a:lnTo>
                  <a:pt x="747" y="5792"/>
                </a:lnTo>
                <a:lnTo>
                  <a:pt x="626" y="6216"/>
                </a:lnTo>
                <a:lnTo>
                  <a:pt x="525" y="6660"/>
                </a:lnTo>
                <a:lnTo>
                  <a:pt x="424" y="7104"/>
                </a:lnTo>
                <a:lnTo>
                  <a:pt x="283" y="7810"/>
                </a:lnTo>
                <a:lnTo>
                  <a:pt x="182" y="8577"/>
                </a:lnTo>
                <a:lnTo>
                  <a:pt x="81" y="9485"/>
                </a:lnTo>
                <a:lnTo>
                  <a:pt x="21" y="10494"/>
                </a:lnTo>
                <a:lnTo>
                  <a:pt x="21" y="11059"/>
                </a:lnTo>
                <a:lnTo>
                  <a:pt x="1" y="11664"/>
                </a:lnTo>
                <a:lnTo>
                  <a:pt x="21" y="12310"/>
                </a:lnTo>
                <a:lnTo>
                  <a:pt x="41" y="13017"/>
                </a:lnTo>
                <a:lnTo>
                  <a:pt x="81" y="13743"/>
                </a:lnTo>
                <a:lnTo>
                  <a:pt x="122" y="14550"/>
                </a:lnTo>
                <a:lnTo>
                  <a:pt x="202" y="15398"/>
                </a:lnTo>
                <a:lnTo>
                  <a:pt x="283" y="16306"/>
                </a:lnTo>
                <a:lnTo>
                  <a:pt x="424" y="17557"/>
                </a:lnTo>
                <a:lnTo>
                  <a:pt x="586" y="18808"/>
                </a:lnTo>
                <a:lnTo>
                  <a:pt x="768" y="20080"/>
                </a:lnTo>
                <a:lnTo>
                  <a:pt x="949" y="21331"/>
                </a:lnTo>
                <a:lnTo>
                  <a:pt x="1151" y="22582"/>
                </a:lnTo>
                <a:lnTo>
                  <a:pt x="1393" y="23833"/>
                </a:lnTo>
                <a:lnTo>
                  <a:pt x="1635" y="25084"/>
                </a:lnTo>
                <a:lnTo>
                  <a:pt x="1877" y="26315"/>
                </a:lnTo>
                <a:lnTo>
                  <a:pt x="1978" y="26658"/>
                </a:lnTo>
                <a:lnTo>
                  <a:pt x="2079" y="26981"/>
                </a:lnTo>
                <a:lnTo>
                  <a:pt x="2140" y="27143"/>
                </a:lnTo>
                <a:lnTo>
                  <a:pt x="2241" y="27264"/>
                </a:lnTo>
                <a:lnTo>
                  <a:pt x="2342" y="27405"/>
                </a:lnTo>
                <a:lnTo>
                  <a:pt x="2442" y="27506"/>
                </a:lnTo>
                <a:lnTo>
                  <a:pt x="2604" y="27607"/>
                </a:lnTo>
                <a:lnTo>
                  <a:pt x="2786" y="27687"/>
                </a:lnTo>
                <a:lnTo>
                  <a:pt x="2967" y="27728"/>
                </a:lnTo>
                <a:lnTo>
                  <a:pt x="3169" y="27748"/>
                </a:lnTo>
                <a:lnTo>
                  <a:pt x="3330" y="27748"/>
                </a:lnTo>
                <a:lnTo>
                  <a:pt x="3512" y="27708"/>
                </a:lnTo>
                <a:lnTo>
                  <a:pt x="3694" y="27667"/>
                </a:lnTo>
                <a:lnTo>
                  <a:pt x="3875" y="27607"/>
                </a:lnTo>
                <a:lnTo>
                  <a:pt x="4077" y="27526"/>
                </a:lnTo>
                <a:lnTo>
                  <a:pt x="4299" y="27425"/>
                </a:lnTo>
                <a:lnTo>
                  <a:pt x="4743" y="27163"/>
                </a:lnTo>
                <a:lnTo>
                  <a:pt x="4844" y="27102"/>
                </a:lnTo>
                <a:lnTo>
                  <a:pt x="6700" y="25912"/>
                </a:lnTo>
                <a:lnTo>
                  <a:pt x="8577" y="24761"/>
                </a:lnTo>
                <a:lnTo>
                  <a:pt x="9546" y="24176"/>
                </a:lnTo>
                <a:lnTo>
                  <a:pt x="10494" y="23631"/>
                </a:lnTo>
                <a:lnTo>
                  <a:pt x="11463" y="23086"/>
                </a:lnTo>
                <a:lnTo>
                  <a:pt x="12432" y="22562"/>
                </a:lnTo>
                <a:lnTo>
                  <a:pt x="13420" y="22057"/>
                </a:lnTo>
                <a:lnTo>
                  <a:pt x="14429" y="21573"/>
                </a:lnTo>
                <a:lnTo>
                  <a:pt x="15418" y="21129"/>
                </a:lnTo>
                <a:lnTo>
                  <a:pt x="16447" y="20705"/>
                </a:lnTo>
                <a:lnTo>
                  <a:pt x="17477" y="20322"/>
                </a:lnTo>
                <a:lnTo>
                  <a:pt x="18506" y="19979"/>
                </a:lnTo>
                <a:lnTo>
                  <a:pt x="19575" y="19676"/>
                </a:lnTo>
                <a:lnTo>
                  <a:pt x="20645" y="19393"/>
                </a:lnTo>
                <a:lnTo>
                  <a:pt x="21735" y="19171"/>
                </a:lnTo>
                <a:lnTo>
                  <a:pt x="22824" y="18990"/>
                </a:lnTo>
                <a:lnTo>
                  <a:pt x="23934" y="18869"/>
                </a:lnTo>
                <a:lnTo>
                  <a:pt x="25044" y="18768"/>
                </a:lnTo>
                <a:lnTo>
                  <a:pt x="26154" y="18707"/>
                </a:lnTo>
                <a:lnTo>
                  <a:pt x="27264" y="18687"/>
                </a:lnTo>
                <a:lnTo>
                  <a:pt x="28374" y="18687"/>
                </a:lnTo>
                <a:lnTo>
                  <a:pt x="29484" y="18707"/>
                </a:lnTo>
                <a:lnTo>
                  <a:pt x="30614" y="18768"/>
                </a:lnTo>
                <a:lnTo>
                  <a:pt x="31724" y="18849"/>
                </a:lnTo>
                <a:lnTo>
                  <a:pt x="32834" y="18929"/>
                </a:lnTo>
                <a:lnTo>
                  <a:pt x="33944" y="19050"/>
                </a:lnTo>
                <a:lnTo>
                  <a:pt x="36183" y="19293"/>
                </a:lnTo>
                <a:lnTo>
                  <a:pt x="38383" y="19575"/>
                </a:lnTo>
                <a:lnTo>
                  <a:pt x="41390" y="19938"/>
                </a:lnTo>
                <a:lnTo>
                  <a:pt x="42924" y="20100"/>
                </a:lnTo>
                <a:lnTo>
                  <a:pt x="44437" y="20241"/>
                </a:lnTo>
                <a:lnTo>
                  <a:pt x="45507" y="20322"/>
                </a:lnTo>
                <a:lnTo>
                  <a:pt x="46031" y="20342"/>
                </a:lnTo>
                <a:lnTo>
                  <a:pt x="47141" y="20342"/>
                </a:lnTo>
                <a:lnTo>
                  <a:pt x="47686" y="20302"/>
                </a:lnTo>
                <a:lnTo>
                  <a:pt x="48231" y="20221"/>
                </a:lnTo>
                <a:lnTo>
                  <a:pt x="48776" y="20120"/>
                </a:lnTo>
                <a:lnTo>
                  <a:pt x="49260" y="19979"/>
                </a:lnTo>
                <a:lnTo>
                  <a:pt x="49724" y="19797"/>
                </a:lnTo>
                <a:lnTo>
                  <a:pt x="50168" y="19595"/>
                </a:lnTo>
                <a:lnTo>
                  <a:pt x="50572" y="19353"/>
                </a:lnTo>
                <a:lnTo>
                  <a:pt x="50955" y="19071"/>
                </a:lnTo>
                <a:lnTo>
                  <a:pt x="51319" y="18748"/>
                </a:lnTo>
                <a:lnTo>
                  <a:pt x="51641" y="18405"/>
                </a:lnTo>
                <a:lnTo>
                  <a:pt x="51924" y="18041"/>
                </a:lnTo>
                <a:lnTo>
                  <a:pt x="52186" y="17638"/>
                </a:lnTo>
                <a:lnTo>
                  <a:pt x="52388" y="17234"/>
                </a:lnTo>
                <a:lnTo>
                  <a:pt x="52570" y="16790"/>
                </a:lnTo>
                <a:lnTo>
                  <a:pt x="52731" y="16346"/>
                </a:lnTo>
                <a:lnTo>
                  <a:pt x="52832" y="15862"/>
                </a:lnTo>
                <a:lnTo>
                  <a:pt x="52913" y="15378"/>
                </a:lnTo>
                <a:lnTo>
                  <a:pt x="52953" y="14873"/>
                </a:lnTo>
                <a:lnTo>
                  <a:pt x="52953" y="14348"/>
                </a:lnTo>
                <a:lnTo>
                  <a:pt x="52933" y="14147"/>
                </a:lnTo>
                <a:lnTo>
                  <a:pt x="52913" y="13965"/>
                </a:lnTo>
                <a:lnTo>
                  <a:pt x="52852" y="13763"/>
                </a:lnTo>
                <a:lnTo>
                  <a:pt x="52812" y="13662"/>
                </a:lnTo>
                <a:lnTo>
                  <a:pt x="52751" y="13582"/>
                </a:lnTo>
                <a:lnTo>
                  <a:pt x="52630" y="13461"/>
                </a:lnTo>
                <a:lnTo>
                  <a:pt x="52489" y="13360"/>
                </a:lnTo>
                <a:lnTo>
                  <a:pt x="52348" y="13279"/>
                </a:lnTo>
                <a:lnTo>
                  <a:pt x="52166" y="13239"/>
                </a:lnTo>
                <a:lnTo>
                  <a:pt x="51984" y="13218"/>
                </a:lnTo>
                <a:lnTo>
                  <a:pt x="51823" y="13218"/>
                </a:lnTo>
                <a:lnTo>
                  <a:pt x="51641" y="13259"/>
                </a:lnTo>
                <a:lnTo>
                  <a:pt x="51480" y="13299"/>
                </a:lnTo>
                <a:lnTo>
                  <a:pt x="51238" y="13400"/>
                </a:lnTo>
                <a:lnTo>
                  <a:pt x="50996" y="13541"/>
                </a:lnTo>
                <a:lnTo>
                  <a:pt x="50774" y="13703"/>
                </a:lnTo>
                <a:lnTo>
                  <a:pt x="50572" y="13864"/>
                </a:lnTo>
                <a:lnTo>
                  <a:pt x="50330" y="14026"/>
                </a:lnTo>
                <a:lnTo>
                  <a:pt x="49987" y="14268"/>
                </a:lnTo>
                <a:lnTo>
                  <a:pt x="49623" y="14490"/>
                </a:lnTo>
                <a:lnTo>
                  <a:pt x="49240" y="14691"/>
                </a:lnTo>
                <a:lnTo>
                  <a:pt x="48836" y="14853"/>
                </a:lnTo>
                <a:lnTo>
                  <a:pt x="48433" y="15014"/>
                </a:lnTo>
                <a:lnTo>
                  <a:pt x="47989" y="15135"/>
                </a:lnTo>
                <a:lnTo>
                  <a:pt x="47545" y="15236"/>
                </a:lnTo>
                <a:lnTo>
                  <a:pt x="47061" y="15337"/>
                </a:lnTo>
                <a:lnTo>
                  <a:pt x="46576" y="15398"/>
                </a:lnTo>
                <a:lnTo>
                  <a:pt x="46072" y="15438"/>
                </a:lnTo>
                <a:lnTo>
                  <a:pt x="45547" y="15458"/>
                </a:lnTo>
                <a:lnTo>
                  <a:pt x="45002" y="15458"/>
                </a:lnTo>
                <a:lnTo>
                  <a:pt x="44437" y="15438"/>
                </a:lnTo>
                <a:lnTo>
                  <a:pt x="43872" y="15398"/>
                </a:lnTo>
                <a:lnTo>
                  <a:pt x="43267" y="15337"/>
                </a:lnTo>
                <a:lnTo>
                  <a:pt x="42641" y="15236"/>
                </a:lnTo>
                <a:lnTo>
                  <a:pt x="41935" y="15135"/>
                </a:lnTo>
                <a:lnTo>
                  <a:pt x="41249" y="14994"/>
                </a:lnTo>
                <a:lnTo>
                  <a:pt x="40563" y="14853"/>
                </a:lnTo>
                <a:lnTo>
                  <a:pt x="39876" y="14691"/>
                </a:lnTo>
                <a:lnTo>
                  <a:pt x="39190" y="14510"/>
                </a:lnTo>
                <a:lnTo>
                  <a:pt x="38504" y="14308"/>
                </a:lnTo>
                <a:lnTo>
                  <a:pt x="37838" y="14106"/>
                </a:lnTo>
                <a:lnTo>
                  <a:pt x="37172" y="13884"/>
                </a:lnTo>
                <a:lnTo>
                  <a:pt x="36506" y="13662"/>
                </a:lnTo>
                <a:lnTo>
                  <a:pt x="35840" y="13420"/>
                </a:lnTo>
                <a:lnTo>
                  <a:pt x="34529" y="12895"/>
                </a:lnTo>
                <a:lnTo>
                  <a:pt x="33237" y="12330"/>
                </a:lnTo>
                <a:lnTo>
                  <a:pt x="31966" y="11725"/>
                </a:lnTo>
                <a:lnTo>
                  <a:pt x="30695" y="11079"/>
                </a:lnTo>
                <a:lnTo>
                  <a:pt x="29423" y="10434"/>
                </a:lnTo>
                <a:lnTo>
                  <a:pt x="28172" y="9747"/>
                </a:lnTo>
                <a:lnTo>
                  <a:pt x="26941" y="9041"/>
                </a:lnTo>
                <a:lnTo>
                  <a:pt x="25710" y="8315"/>
                </a:lnTo>
                <a:lnTo>
                  <a:pt x="24479" y="7588"/>
                </a:lnTo>
                <a:lnTo>
                  <a:pt x="22057" y="6115"/>
                </a:lnTo>
                <a:lnTo>
                  <a:pt x="19394" y="4501"/>
                </a:lnTo>
                <a:lnTo>
                  <a:pt x="18062" y="3693"/>
                </a:lnTo>
                <a:lnTo>
                  <a:pt x="16710" y="2906"/>
                </a:lnTo>
                <a:lnTo>
                  <a:pt x="15983" y="2503"/>
                </a:lnTo>
                <a:lnTo>
                  <a:pt x="15216" y="2079"/>
                </a:lnTo>
                <a:lnTo>
                  <a:pt x="14429" y="1675"/>
                </a:lnTo>
                <a:lnTo>
                  <a:pt x="13602" y="1292"/>
                </a:lnTo>
                <a:lnTo>
                  <a:pt x="12775" y="949"/>
                </a:lnTo>
                <a:lnTo>
                  <a:pt x="12331" y="787"/>
                </a:lnTo>
                <a:lnTo>
                  <a:pt x="11907" y="626"/>
                </a:lnTo>
                <a:lnTo>
                  <a:pt x="11463" y="485"/>
                </a:lnTo>
                <a:lnTo>
                  <a:pt x="11019" y="364"/>
                </a:lnTo>
                <a:lnTo>
                  <a:pt x="10575" y="263"/>
                </a:lnTo>
                <a:lnTo>
                  <a:pt x="10131" y="162"/>
                </a:lnTo>
                <a:lnTo>
                  <a:pt x="9627" y="81"/>
                </a:lnTo>
                <a:lnTo>
                  <a:pt x="9142" y="41"/>
                </a:lnTo>
                <a:lnTo>
                  <a:pt x="8658" y="0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81" name="Google Shape;2681;p34"/>
          <p:cNvSpPr/>
          <p:nvPr/>
        </p:nvSpPr>
        <p:spPr>
          <a:xfrm flipH="1">
            <a:off x="8040412" y="3594074"/>
            <a:ext cx="530339" cy="361051"/>
          </a:xfrm>
          <a:custGeom>
            <a:rect b="b" l="l" r="r" t="t"/>
            <a:pathLst>
              <a:path extrusionOk="0" h="6458" w="9486">
                <a:moveTo>
                  <a:pt x="8880" y="81"/>
                </a:moveTo>
                <a:lnTo>
                  <a:pt x="9021" y="101"/>
                </a:lnTo>
                <a:lnTo>
                  <a:pt x="9142" y="142"/>
                </a:lnTo>
                <a:lnTo>
                  <a:pt x="9203" y="182"/>
                </a:lnTo>
                <a:lnTo>
                  <a:pt x="9263" y="243"/>
                </a:lnTo>
                <a:lnTo>
                  <a:pt x="9324" y="364"/>
                </a:lnTo>
                <a:lnTo>
                  <a:pt x="9364" y="505"/>
                </a:lnTo>
                <a:lnTo>
                  <a:pt x="9384" y="646"/>
                </a:lnTo>
                <a:lnTo>
                  <a:pt x="9405" y="868"/>
                </a:lnTo>
                <a:lnTo>
                  <a:pt x="9384" y="1070"/>
                </a:lnTo>
                <a:lnTo>
                  <a:pt x="9364" y="1272"/>
                </a:lnTo>
                <a:lnTo>
                  <a:pt x="9324" y="1474"/>
                </a:lnTo>
                <a:lnTo>
                  <a:pt x="9263" y="1675"/>
                </a:lnTo>
                <a:lnTo>
                  <a:pt x="9183" y="1877"/>
                </a:lnTo>
                <a:lnTo>
                  <a:pt x="9001" y="2261"/>
                </a:lnTo>
                <a:lnTo>
                  <a:pt x="8779" y="2624"/>
                </a:lnTo>
                <a:lnTo>
                  <a:pt x="8537" y="2967"/>
                </a:lnTo>
                <a:lnTo>
                  <a:pt x="8274" y="3290"/>
                </a:lnTo>
                <a:lnTo>
                  <a:pt x="8012" y="3592"/>
                </a:lnTo>
                <a:lnTo>
                  <a:pt x="7689" y="3936"/>
                </a:lnTo>
                <a:lnTo>
                  <a:pt x="7346" y="4299"/>
                </a:lnTo>
                <a:lnTo>
                  <a:pt x="6983" y="4662"/>
                </a:lnTo>
                <a:lnTo>
                  <a:pt x="6579" y="5005"/>
                </a:lnTo>
                <a:lnTo>
                  <a:pt x="6135" y="5348"/>
                </a:lnTo>
                <a:lnTo>
                  <a:pt x="5691" y="5651"/>
                </a:lnTo>
                <a:lnTo>
                  <a:pt x="5449" y="5772"/>
                </a:lnTo>
                <a:lnTo>
                  <a:pt x="5207" y="5913"/>
                </a:lnTo>
                <a:lnTo>
                  <a:pt x="4945" y="6014"/>
                </a:lnTo>
                <a:lnTo>
                  <a:pt x="4682" y="6115"/>
                </a:lnTo>
                <a:lnTo>
                  <a:pt x="4460" y="6196"/>
                </a:lnTo>
                <a:lnTo>
                  <a:pt x="4218" y="6256"/>
                </a:lnTo>
                <a:lnTo>
                  <a:pt x="3956" y="6317"/>
                </a:lnTo>
                <a:lnTo>
                  <a:pt x="3714" y="6357"/>
                </a:lnTo>
                <a:lnTo>
                  <a:pt x="3451" y="6377"/>
                </a:lnTo>
                <a:lnTo>
                  <a:pt x="2927" y="6377"/>
                </a:lnTo>
                <a:lnTo>
                  <a:pt x="2664" y="6337"/>
                </a:lnTo>
                <a:lnTo>
                  <a:pt x="2402" y="6297"/>
                </a:lnTo>
                <a:lnTo>
                  <a:pt x="2140" y="6236"/>
                </a:lnTo>
                <a:lnTo>
                  <a:pt x="1898" y="6155"/>
                </a:lnTo>
                <a:lnTo>
                  <a:pt x="1655" y="6054"/>
                </a:lnTo>
                <a:lnTo>
                  <a:pt x="1413" y="5933"/>
                </a:lnTo>
                <a:lnTo>
                  <a:pt x="1191" y="5792"/>
                </a:lnTo>
                <a:lnTo>
                  <a:pt x="969" y="5631"/>
                </a:lnTo>
                <a:lnTo>
                  <a:pt x="767" y="5429"/>
                </a:lnTo>
                <a:lnTo>
                  <a:pt x="586" y="5227"/>
                </a:lnTo>
                <a:lnTo>
                  <a:pt x="424" y="4985"/>
                </a:lnTo>
                <a:lnTo>
                  <a:pt x="303" y="4743"/>
                </a:lnTo>
                <a:lnTo>
                  <a:pt x="202" y="4501"/>
                </a:lnTo>
                <a:lnTo>
                  <a:pt x="122" y="4258"/>
                </a:lnTo>
                <a:lnTo>
                  <a:pt x="81" y="4016"/>
                </a:lnTo>
                <a:lnTo>
                  <a:pt x="81" y="3774"/>
                </a:lnTo>
                <a:lnTo>
                  <a:pt x="122" y="3532"/>
                </a:lnTo>
                <a:lnTo>
                  <a:pt x="182" y="3370"/>
                </a:lnTo>
                <a:lnTo>
                  <a:pt x="243" y="3189"/>
                </a:lnTo>
                <a:lnTo>
                  <a:pt x="344" y="3048"/>
                </a:lnTo>
                <a:lnTo>
                  <a:pt x="445" y="2906"/>
                </a:lnTo>
                <a:lnTo>
                  <a:pt x="586" y="2785"/>
                </a:lnTo>
                <a:lnTo>
                  <a:pt x="747" y="2664"/>
                </a:lnTo>
                <a:lnTo>
                  <a:pt x="909" y="2563"/>
                </a:lnTo>
                <a:lnTo>
                  <a:pt x="1111" y="2483"/>
                </a:lnTo>
                <a:lnTo>
                  <a:pt x="3310" y="1655"/>
                </a:lnTo>
                <a:lnTo>
                  <a:pt x="5530" y="868"/>
                </a:lnTo>
                <a:lnTo>
                  <a:pt x="6357" y="606"/>
                </a:lnTo>
                <a:lnTo>
                  <a:pt x="7165" y="364"/>
                </a:lnTo>
                <a:lnTo>
                  <a:pt x="7568" y="263"/>
                </a:lnTo>
                <a:lnTo>
                  <a:pt x="7972" y="182"/>
                </a:lnTo>
                <a:lnTo>
                  <a:pt x="8375" y="121"/>
                </a:lnTo>
                <a:lnTo>
                  <a:pt x="8779" y="81"/>
                </a:lnTo>
                <a:close/>
                <a:moveTo>
                  <a:pt x="8759" y="0"/>
                </a:moveTo>
                <a:lnTo>
                  <a:pt x="8355" y="41"/>
                </a:lnTo>
                <a:lnTo>
                  <a:pt x="7952" y="101"/>
                </a:lnTo>
                <a:lnTo>
                  <a:pt x="7548" y="182"/>
                </a:lnTo>
                <a:lnTo>
                  <a:pt x="7144" y="283"/>
                </a:lnTo>
                <a:lnTo>
                  <a:pt x="6337" y="525"/>
                </a:lnTo>
                <a:lnTo>
                  <a:pt x="5510" y="787"/>
                </a:lnTo>
                <a:lnTo>
                  <a:pt x="3290" y="1574"/>
                </a:lnTo>
                <a:lnTo>
                  <a:pt x="1070" y="2402"/>
                </a:lnTo>
                <a:lnTo>
                  <a:pt x="868" y="2503"/>
                </a:lnTo>
                <a:lnTo>
                  <a:pt x="687" y="2604"/>
                </a:lnTo>
                <a:lnTo>
                  <a:pt x="525" y="2725"/>
                </a:lnTo>
                <a:lnTo>
                  <a:pt x="384" y="2846"/>
                </a:lnTo>
                <a:lnTo>
                  <a:pt x="263" y="3007"/>
                </a:lnTo>
                <a:lnTo>
                  <a:pt x="182" y="3169"/>
                </a:lnTo>
                <a:lnTo>
                  <a:pt x="102" y="3330"/>
                </a:lnTo>
                <a:lnTo>
                  <a:pt x="41" y="3512"/>
                </a:lnTo>
                <a:lnTo>
                  <a:pt x="1" y="3754"/>
                </a:lnTo>
                <a:lnTo>
                  <a:pt x="1" y="4016"/>
                </a:lnTo>
                <a:lnTo>
                  <a:pt x="41" y="4279"/>
                </a:lnTo>
                <a:lnTo>
                  <a:pt x="122" y="4521"/>
                </a:lnTo>
                <a:lnTo>
                  <a:pt x="223" y="4783"/>
                </a:lnTo>
                <a:lnTo>
                  <a:pt x="364" y="5025"/>
                </a:lnTo>
                <a:lnTo>
                  <a:pt x="525" y="5267"/>
                </a:lnTo>
                <a:lnTo>
                  <a:pt x="707" y="5489"/>
                </a:lnTo>
                <a:lnTo>
                  <a:pt x="969" y="5732"/>
                </a:lnTo>
                <a:lnTo>
                  <a:pt x="1252" y="5933"/>
                </a:lnTo>
                <a:lnTo>
                  <a:pt x="1554" y="6095"/>
                </a:lnTo>
                <a:lnTo>
                  <a:pt x="1877" y="6236"/>
                </a:lnTo>
                <a:lnTo>
                  <a:pt x="2200" y="6337"/>
                </a:lnTo>
                <a:lnTo>
                  <a:pt x="2523" y="6397"/>
                </a:lnTo>
                <a:lnTo>
                  <a:pt x="2866" y="6438"/>
                </a:lnTo>
                <a:lnTo>
                  <a:pt x="3189" y="6458"/>
                </a:lnTo>
                <a:lnTo>
                  <a:pt x="3593" y="6438"/>
                </a:lnTo>
                <a:lnTo>
                  <a:pt x="3976" y="6397"/>
                </a:lnTo>
                <a:lnTo>
                  <a:pt x="4360" y="6317"/>
                </a:lnTo>
                <a:lnTo>
                  <a:pt x="4723" y="6196"/>
                </a:lnTo>
                <a:lnTo>
                  <a:pt x="4985" y="6095"/>
                </a:lnTo>
                <a:lnTo>
                  <a:pt x="5227" y="5974"/>
                </a:lnTo>
                <a:lnTo>
                  <a:pt x="5490" y="5853"/>
                </a:lnTo>
                <a:lnTo>
                  <a:pt x="5712" y="5711"/>
                </a:lnTo>
                <a:lnTo>
                  <a:pt x="6176" y="5409"/>
                </a:lnTo>
                <a:lnTo>
                  <a:pt x="6620" y="5066"/>
                </a:lnTo>
                <a:lnTo>
                  <a:pt x="7023" y="4723"/>
                </a:lnTo>
                <a:lnTo>
                  <a:pt x="7407" y="4359"/>
                </a:lnTo>
                <a:lnTo>
                  <a:pt x="7750" y="3996"/>
                </a:lnTo>
                <a:lnTo>
                  <a:pt x="8073" y="3653"/>
                </a:lnTo>
                <a:lnTo>
                  <a:pt x="8335" y="3330"/>
                </a:lnTo>
                <a:lnTo>
                  <a:pt x="8597" y="3007"/>
                </a:lnTo>
                <a:lnTo>
                  <a:pt x="8860" y="2664"/>
                </a:lnTo>
                <a:lnTo>
                  <a:pt x="9082" y="2281"/>
                </a:lnTo>
                <a:lnTo>
                  <a:pt x="9263" y="1897"/>
                </a:lnTo>
                <a:lnTo>
                  <a:pt x="9324" y="1696"/>
                </a:lnTo>
                <a:lnTo>
                  <a:pt x="9405" y="1494"/>
                </a:lnTo>
                <a:lnTo>
                  <a:pt x="9445" y="1292"/>
                </a:lnTo>
                <a:lnTo>
                  <a:pt x="9465" y="1070"/>
                </a:lnTo>
                <a:lnTo>
                  <a:pt x="9485" y="868"/>
                </a:lnTo>
                <a:lnTo>
                  <a:pt x="9465" y="646"/>
                </a:lnTo>
                <a:lnTo>
                  <a:pt x="9445" y="444"/>
                </a:lnTo>
                <a:lnTo>
                  <a:pt x="9384" y="283"/>
                </a:lnTo>
                <a:lnTo>
                  <a:pt x="9304" y="162"/>
                </a:lnTo>
                <a:lnTo>
                  <a:pt x="9183" y="61"/>
                </a:lnTo>
                <a:lnTo>
                  <a:pt x="9082" y="21"/>
                </a:lnTo>
                <a:lnTo>
                  <a:pt x="8981" y="0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82" name="Google Shape;2682;p34"/>
          <p:cNvSpPr/>
          <p:nvPr/>
        </p:nvSpPr>
        <p:spPr>
          <a:xfrm flipH="1">
            <a:off x="485872" y="210978"/>
            <a:ext cx="1058329" cy="998564"/>
          </a:xfrm>
          <a:custGeom>
            <a:rect b="b" l="l" r="r" t="t"/>
            <a:pathLst>
              <a:path extrusionOk="0" h="17861" w="18930">
                <a:moveTo>
                  <a:pt x="3431" y="81"/>
                </a:moveTo>
                <a:lnTo>
                  <a:pt x="4117" y="102"/>
                </a:lnTo>
                <a:lnTo>
                  <a:pt x="4824" y="162"/>
                </a:lnTo>
                <a:lnTo>
                  <a:pt x="5510" y="263"/>
                </a:lnTo>
                <a:lnTo>
                  <a:pt x="6216" y="404"/>
                </a:lnTo>
                <a:lnTo>
                  <a:pt x="6882" y="566"/>
                </a:lnTo>
                <a:lnTo>
                  <a:pt x="7568" y="768"/>
                </a:lnTo>
                <a:lnTo>
                  <a:pt x="8234" y="1010"/>
                </a:lnTo>
                <a:lnTo>
                  <a:pt x="8880" y="1272"/>
                </a:lnTo>
                <a:lnTo>
                  <a:pt x="9505" y="1575"/>
                </a:lnTo>
                <a:lnTo>
                  <a:pt x="10131" y="1918"/>
                </a:lnTo>
                <a:lnTo>
                  <a:pt x="10736" y="2281"/>
                </a:lnTo>
                <a:lnTo>
                  <a:pt x="11301" y="2664"/>
                </a:lnTo>
                <a:lnTo>
                  <a:pt x="11866" y="3088"/>
                </a:lnTo>
                <a:lnTo>
                  <a:pt x="12391" y="3552"/>
                </a:lnTo>
                <a:lnTo>
                  <a:pt x="12896" y="4017"/>
                </a:lnTo>
                <a:lnTo>
                  <a:pt x="13380" y="4521"/>
                </a:lnTo>
                <a:lnTo>
                  <a:pt x="13824" y="5026"/>
                </a:lnTo>
                <a:lnTo>
                  <a:pt x="14248" y="5570"/>
                </a:lnTo>
                <a:lnTo>
                  <a:pt x="14651" y="6115"/>
                </a:lnTo>
                <a:lnTo>
                  <a:pt x="15035" y="6680"/>
                </a:lnTo>
                <a:lnTo>
                  <a:pt x="15418" y="7245"/>
                </a:lnTo>
                <a:lnTo>
                  <a:pt x="15761" y="7831"/>
                </a:lnTo>
                <a:lnTo>
                  <a:pt x="16084" y="8416"/>
                </a:lnTo>
                <a:lnTo>
                  <a:pt x="16387" y="9021"/>
                </a:lnTo>
                <a:lnTo>
                  <a:pt x="16689" y="9627"/>
                </a:lnTo>
                <a:lnTo>
                  <a:pt x="16972" y="10232"/>
                </a:lnTo>
                <a:lnTo>
                  <a:pt x="17497" y="11423"/>
                </a:lnTo>
                <a:lnTo>
                  <a:pt x="17981" y="12593"/>
                </a:lnTo>
                <a:lnTo>
                  <a:pt x="18183" y="13158"/>
                </a:lnTo>
                <a:lnTo>
                  <a:pt x="18385" y="13723"/>
                </a:lnTo>
                <a:lnTo>
                  <a:pt x="18566" y="14288"/>
                </a:lnTo>
                <a:lnTo>
                  <a:pt x="18707" y="14853"/>
                </a:lnTo>
                <a:lnTo>
                  <a:pt x="18768" y="15136"/>
                </a:lnTo>
                <a:lnTo>
                  <a:pt x="18808" y="15438"/>
                </a:lnTo>
                <a:lnTo>
                  <a:pt x="18829" y="15721"/>
                </a:lnTo>
                <a:lnTo>
                  <a:pt x="18849" y="16003"/>
                </a:lnTo>
                <a:lnTo>
                  <a:pt x="18849" y="16286"/>
                </a:lnTo>
                <a:lnTo>
                  <a:pt x="18829" y="16589"/>
                </a:lnTo>
                <a:lnTo>
                  <a:pt x="18788" y="16871"/>
                </a:lnTo>
                <a:lnTo>
                  <a:pt x="18728" y="17154"/>
                </a:lnTo>
                <a:lnTo>
                  <a:pt x="18687" y="17295"/>
                </a:lnTo>
                <a:lnTo>
                  <a:pt x="18647" y="17416"/>
                </a:lnTo>
                <a:lnTo>
                  <a:pt x="18586" y="17537"/>
                </a:lnTo>
                <a:lnTo>
                  <a:pt x="18486" y="17658"/>
                </a:lnTo>
                <a:lnTo>
                  <a:pt x="18405" y="17699"/>
                </a:lnTo>
                <a:lnTo>
                  <a:pt x="18324" y="17739"/>
                </a:lnTo>
                <a:lnTo>
                  <a:pt x="18243" y="17759"/>
                </a:lnTo>
                <a:lnTo>
                  <a:pt x="18163" y="17779"/>
                </a:lnTo>
                <a:lnTo>
                  <a:pt x="17981" y="17759"/>
                </a:lnTo>
                <a:lnTo>
                  <a:pt x="17799" y="17699"/>
                </a:lnTo>
                <a:lnTo>
                  <a:pt x="17638" y="17618"/>
                </a:lnTo>
                <a:lnTo>
                  <a:pt x="17477" y="17517"/>
                </a:lnTo>
                <a:lnTo>
                  <a:pt x="17234" y="17315"/>
                </a:lnTo>
                <a:lnTo>
                  <a:pt x="16346" y="16548"/>
                </a:lnTo>
                <a:lnTo>
                  <a:pt x="15418" y="15701"/>
                </a:lnTo>
                <a:lnTo>
                  <a:pt x="14429" y="14793"/>
                </a:lnTo>
                <a:lnTo>
                  <a:pt x="13319" y="13743"/>
                </a:lnTo>
                <a:lnTo>
                  <a:pt x="11140" y="11645"/>
                </a:lnTo>
                <a:lnTo>
                  <a:pt x="8860" y="9465"/>
                </a:lnTo>
                <a:lnTo>
                  <a:pt x="7709" y="8375"/>
                </a:lnTo>
                <a:lnTo>
                  <a:pt x="6539" y="7306"/>
                </a:lnTo>
                <a:lnTo>
                  <a:pt x="5611" y="6478"/>
                </a:lnTo>
                <a:lnTo>
                  <a:pt x="4703" y="5691"/>
                </a:lnTo>
                <a:lnTo>
                  <a:pt x="3835" y="4965"/>
                </a:lnTo>
                <a:lnTo>
                  <a:pt x="3007" y="4279"/>
                </a:lnTo>
                <a:lnTo>
                  <a:pt x="2644" y="4017"/>
                </a:lnTo>
                <a:lnTo>
                  <a:pt x="2220" y="3734"/>
                </a:lnTo>
                <a:lnTo>
                  <a:pt x="1575" y="3290"/>
                </a:lnTo>
                <a:lnTo>
                  <a:pt x="1252" y="3048"/>
                </a:lnTo>
                <a:lnTo>
                  <a:pt x="929" y="2806"/>
                </a:lnTo>
                <a:lnTo>
                  <a:pt x="667" y="2564"/>
                </a:lnTo>
                <a:lnTo>
                  <a:pt x="424" y="2301"/>
                </a:lnTo>
                <a:lnTo>
                  <a:pt x="323" y="2160"/>
                </a:lnTo>
                <a:lnTo>
                  <a:pt x="243" y="2019"/>
                </a:lnTo>
                <a:lnTo>
                  <a:pt x="182" y="1898"/>
                </a:lnTo>
                <a:lnTo>
                  <a:pt x="122" y="1756"/>
                </a:lnTo>
                <a:lnTo>
                  <a:pt x="81" y="1575"/>
                </a:lnTo>
                <a:lnTo>
                  <a:pt x="102" y="1413"/>
                </a:lnTo>
                <a:lnTo>
                  <a:pt x="122" y="1232"/>
                </a:lnTo>
                <a:lnTo>
                  <a:pt x="202" y="1070"/>
                </a:lnTo>
                <a:lnTo>
                  <a:pt x="283" y="909"/>
                </a:lnTo>
                <a:lnTo>
                  <a:pt x="384" y="768"/>
                </a:lnTo>
                <a:lnTo>
                  <a:pt x="505" y="646"/>
                </a:lnTo>
                <a:lnTo>
                  <a:pt x="646" y="546"/>
                </a:lnTo>
                <a:lnTo>
                  <a:pt x="808" y="445"/>
                </a:lnTo>
                <a:lnTo>
                  <a:pt x="969" y="384"/>
                </a:lnTo>
                <a:lnTo>
                  <a:pt x="1131" y="324"/>
                </a:lnTo>
                <a:lnTo>
                  <a:pt x="1312" y="263"/>
                </a:lnTo>
                <a:lnTo>
                  <a:pt x="1655" y="202"/>
                </a:lnTo>
                <a:lnTo>
                  <a:pt x="2019" y="142"/>
                </a:lnTo>
                <a:lnTo>
                  <a:pt x="2725" y="102"/>
                </a:lnTo>
                <a:lnTo>
                  <a:pt x="3431" y="81"/>
                </a:lnTo>
                <a:close/>
                <a:moveTo>
                  <a:pt x="3431" y="1"/>
                </a:moveTo>
                <a:lnTo>
                  <a:pt x="2725" y="21"/>
                </a:lnTo>
                <a:lnTo>
                  <a:pt x="2019" y="61"/>
                </a:lnTo>
                <a:lnTo>
                  <a:pt x="1655" y="122"/>
                </a:lnTo>
                <a:lnTo>
                  <a:pt x="1272" y="182"/>
                </a:lnTo>
                <a:lnTo>
                  <a:pt x="1111" y="243"/>
                </a:lnTo>
                <a:lnTo>
                  <a:pt x="929" y="303"/>
                </a:lnTo>
                <a:lnTo>
                  <a:pt x="767" y="384"/>
                </a:lnTo>
                <a:lnTo>
                  <a:pt x="606" y="485"/>
                </a:lnTo>
                <a:lnTo>
                  <a:pt x="465" y="586"/>
                </a:lnTo>
                <a:lnTo>
                  <a:pt x="323" y="727"/>
                </a:lnTo>
                <a:lnTo>
                  <a:pt x="223" y="868"/>
                </a:lnTo>
                <a:lnTo>
                  <a:pt x="122" y="1050"/>
                </a:lnTo>
                <a:lnTo>
                  <a:pt x="41" y="1211"/>
                </a:lnTo>
                <a:lnTo>
                  <a:pt x="21" y="1393"/>
                </a:lnTo>
                <a:lnTo>
                  <a:pt x="1" y="1595"/>
                </a:lnTo>
                <a:lnTo>
                  <a:pt x="41" y="1777"/>
                </a:lnTo>
                <a:lnTo>
                  <a:pt x="102" y="1918"/>
                </a:lnTo>
                <a:lnTo>
                  <a:pt x="162" y="2059"/>
                </a:lnTo>
                <a:lnTo>
                  <a:pt x="263" y="2200"/>
                </a:lnTo>
                <a:lnTo>
                  <a:pt x="364" y="2342"/>
                </a:lnTo>
                <a:lnTo>
                  <a:pt x="586" y="2604"/>
                </a:lnTo>
                <a:lnTo>
                  <a:pt x="868" y="2866"/>
                </a:lnTo>
                <a:lnTo>
                  <a:pt x="1191" y="3108"/>
                </a:lnTo>
                <a:lnTo>
                  <a:pt x="1514" y="3351"/>
                </a:lnTo>
                <a:lnTo>
                  <a:pt x="2180" y="3795"/>
                </a:lnTo>
                <a:lnTo>
                  <a:pt x="2604" y="4077"/>
                </a:lnTo>
                <a:lnTo>
                  <a:pt x="2947" y="4339"/>
                </a:lnTo>
                <a:lnTo>
                  <a:pt x="3794" y="5026"/>
                </a:lnTo>
                <a:lnTo>
                  <a:pt x="4662" y="5752"/>
                </a:lnTo>
                <a:lnTo>
                  <a:pt x="5550" y="6539"/>
                </a:lnTo>
                <a:lnTo>
                  <a:pt x="6499" y="7366"/>
                </a:lnTo>
                <a:lnTo>
                  <a:pt x="7649" y="8436"/>
                </a:lnTo>
                <a:lnTo>
                  <a:pt x="8799" y="9526"/>
                </a:lnTo>
                <a:lnTo>
                  <a:pt x="11079" y="11705"/>
                </a:lnTo>
                <a:lnTo>
                  <a:pt x="13279" y="13804"/>
                </a:lnTo>
                <a:lnTo>
                  <a:pt x="14369" y="14853"/>
                </a:lnTo>
                <a:lnTo>
                  <a:pt x="15358" y="15761"/>
                </a:lnTo>
                <a:lnTo>
                  <a:pt x="16286" y="16609"/>
                </a:lnTo>
                <a:lnTo>
                  <a:pt x="17174" y="17376"/>
                </a:lnTo>
                <a:lnTo>
                  <a:pt x="17355" y="17537"/>
                </a:lnTo>
                <a:lnTo>
                  <a:pt x="17598" y="17678"/>
                </a:lnTo>
                <a:lnTo>
                  <a:pt x="17719" y="17739"/>
                </a:lnTo>
                <a:lnTo>
                  <a:pt x="17860" y="17800"/>
                </a:lnTo>
                <a:lnTo>
                  <a:pt x="18001" y="17840"/>
                </a:lnTo>
                <a:lnTo>
                  <a:pt x="18142" y="17860"/>
                </a:lnTo>
                <a:lnTo>
                  <a:pt x="18243" y="17840"/>
                </a:lnTo>
                <a:lnTo>
                  <a:pt x="18344" y="17820"/>
                </a:lnTo>
                <a:lnTo>
                  <a:pt x="18445" y="17779"/>
                </a:lnTo>
                <a:lnTo>
                  <a:pt x="18526" y="17719"/>
                </a:lnTo>
                <a:lnTo>
                  <a:pt x="18647" y="17598"/>
                </a:lnTo>
                <a:lnTo>
                  <a:pt x="18707" y="17456"/>
                </a:lnTo>
                <a:lnTo>
                  <a:pt x="18768" y="17315"/>
                </a:lnTo>
                <a:lnTo>
                  <a:pt x="18808" y="17174"/>
                </a:lnTo>
                <a:lnTo>
                  <a:pt x="18869" y="16891"/>
                </a:lnTo>
                <a:lnTo>
                  <a:pt x="18909" y="16589"/>
                </a:lnTo>
                <a:lnTo>
                  <a:pt x="18929" y="16306"/>
                </a:lnTo>
                <a:lnTo>
                  <a:pt x="18929" y="16003"/>
                </a:lnTo>
                <a:lnTo>
                  <a:pt x="18909" y="15721"/>
                </a:lnTo>
                <a:lnTo>
                  <a:pt x="18889" y="15418"/>
                </a:lnTo>
                <a:lnTo>
                  <a:pt x="18849" y="15136"/>
                </a:lnTo>
                <a:lnTo>
                  <a:pt x="18788" y="14853"/>
                </a:lnTo>
                <a:lnTo>
                  <a:pt x="18647" y="14268"/>
                </a:lnTo>
                <a:lnTo>
                  <a:pt x="18465" y="13703"/>
                </a:lnTo>
                <a:lnTo>
                  <a:pt x="18264" y="13138"/>
                </a:lnTo>
                <a:lnTo>
                  <a:pt x="18042" y="12573"/>
                </a:lnTo>
                <a:lnTo>
                  <a:pt x="17577" y="11382"/>
                </a:lnTo>
                <a:lnTo>
                  <a:pt x="17053" y="10192"/>
                </a:lnTo>
                <a:lnTo>
                  <a:pt x="16770" y="9586"/>
                </a:lnTo>
                <a:lnTo>
                  <a:pt x="16468" y="8981"/>
                </a:lnTo>
                <a:lnTo>
                  <a:pt x="16145" y="8375"/>
                </a:lnTo>
                <a:lnTo>
                  <a:pt x="15822" y="7790"/>
                </a:lnTo>
                <a:lnTo>
                  <a:pt x="15479" y="7205"/>
                </a:lnTo>
                <a:lnTo>
                  <a:pt x="15115" y="6620"/>
                </a:lnTo>
                <a:lnTo>
                  <a:pt x="14732" y="6055"/>
                </a:lnTo>
                <a:lnTo>
                  <a:pt x="14308" y="5510"/>
                </a:lnTo>
                <a:lnTo>
                  <a:pt x="13884" y="4965"/>
                </a:lnTo>
                <a:lnTo>
                  <a:pt x="13441" y="4460"/>
                </a:lnTo>
                <a:lnTo>
                  <a:pt x="12956" y="3956"/>
                </a:lnTo>
                <a:lnTo>
                  <a:pt x="12452" y="3492"/>
                </a:lnTo>
                <a:lnTo>
                  <a:pt x="11927" y="3028"/>
                </a:lnTo>
                <a:lnTo>
                  <a:pt x="11362" y="2604"/>
                </a:lnTo>
                <a:lnTo>
                  <a:pt x="10777" y="2200"/>
                </a:lnTo>
                <a:lnTo>
                  <a:pt x="10171" y="1837"/>
                </a:lnTo>
                <a:lnTo>
                  <a:pt x="9546" y="1494"/>
                </a:lnTo>
                <a:lnTo>
                  <a:pt x="8900" y="1191"/>
                </a:lnTo>
                <a:lnTo>
                  <a:pt x="8254" y="929"/>
                </a:lnTo>
                <a:lnTo>
                  <a:pt x="7588" y="687"/>
                </a:lnTo>
                <a:lnTo>
                  <a:pt x="6902" y="485"/>
                </a:lnTo>
                <a:lnTo>
                  <a:pt x="6216" y="324"/>
                </a:lnTo>
                <a:lnTo>
                  <a:pt x="5530" y="182"/>
                </a:lnTo>
                <a:lnTo>
                  <a:pt x="4824" y="81"/>
                </a:lnTo>
                <a:lnTo>
                  <a:pt x="4138" y="21"/>
                </a:lnTo>
                <a:lnTo>
                  <a:pt x="3431" y="1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83" name="Google Shape;2683;p34"/>
          <p:cNvSpPr/>
          <p:nvPr/>
        </p:nvSpPr>
        <p:spPr>
          <a:xfrm flipH="1">
            <a:off x="-2103334" y="200859"/>
            <a:ext cx="1707024" cy="174879"/>
          </a:xfrm>
          <a:custGeom>
            <a:rect b="b" l="l" r="r" t="t"/>
            <a:pathLst>
              <a:path extrusionOk="0" h="3128" w="30533">
                <a:moveTo>
                  <a:pt x="17960" y="0"/>
                </a:moveTo>
                <a:lnTo>
                  <a:pt x="16750" y="20"/>
                </a:lnTo>
                <a:lnTo>
                  <a:pt x="16326" y="20"/>
                </a:lnTo>
                <a:lnTo>
                  <a:pt x="13057" y="61"/>
                </a:lnTo>
                <a:lnTo>
                  <a:pt x="11422" y="101"/>
                </a:lnTo>
                <a:lnTo>
                  <a:pt x="9767" y="182"/>
                </a:lnTo>
                <a:lnTo>
                  <a:pt x="8133" y="262"/>
                </a:lnTo>
                <a:lnTo>
                  <a:pt x="6478" y="404"/>
                </a:lnTo>
                <a:lnTo>
                  <a:pt x="5671" y="484"/>
                </a:lnTo>
                <a:lnTo>
                  <a:pt x="4843" y="585"/>
                </a:lnTo>
                <a:lnTo>
                  <a:pt x="4036" y="686"/>
                </a:lnTo>
                <a:lnTo>
                  <a:pt x="3209" y="807"/>
                </a:lnTo>
                <a:lnTo>
                  <a:pt x="2785" y="868"/>
                </a:lnTo>
                <a:lnTo>
                  <a:pt x="2361" y="969"/>
                </a:lnTo>
                <a:lnTo>
                  <a:pt x="1917" y="1070"/>
                </a:lnTo>
                <a:lnTo>
                  <a:pt x="1494" y="1211"/>
                </a:lnTo>
                <a:lnTo>
                  <a:pt x="1090" y="1372"/>
                </a:lnTo>
                <a:lnTo>
                  <a:pt x="888" y="1473"/>
                </a:lnTo>
                <a:lnTo>
                  <a:pt x="686" y="1574"/>
                </a:lnTo>
                <a:lnTo>
                  <a:pt x="505" y="1695"/>
                </a:lnTo>
                <a:lnTo>
                  <a:pt x="323" y="1836"/>
                </a:lnTo>
                <a:lnTo>
                  <a:pt x="162" y="1978"/>
                </a:lnTo>
                <a:lnTo>
                  <a:pt x="0" y="2139"/>
                </a:lnTo>
                <a:lnTo>
                  <a:pt x="61" y="2200"/>
                </a:lnTo>
                <a:lnTo>
                  <a:pt x="222" y="2038"/>
                </a:lnTo>
                <a:lnTo>
                  <a:pt x="384" y="1897"/>
                </a:lnTo>
                <a:lnTo>
                  <a:pt x="565" y="1756"/>
                </a:lnTo>
                <a:lnTo>
                  <a:pt x="747" y="1655"/>
                </a:lnTo>
                <a:lnTo>
                  <a:pt x="929" y="1534"/>
                </a:lnTo>
                <a:lnTo>
                  <a:pt x="1130" y="1433"/>
                </a:lnTo>
                <a:lnTo>
                  <a:pt x="1534" y="1271"/>
                </a:lnTo>
                <a:lnTo>
                  <a:pt x="1958" y="1150"/>
                </a:lnTo>
                <a:lnTo>
                  <a:pt x="2382" y="1049"/>
                </a:lnTo>
                <a:lnTo>
                  <a:pt x="2805" y="949"/>
                </a:lnTo>
                <a:lnTo>
                  <a:pt x="3229" y="888"/>
                </a:lnTo>
                <a:lnTo>
                  <a:pt x="4036" y="767"/>
                </a:lnTo>
                <a:lnTo>
                  <a:pt x="4864" y="666"/>
                </a:lnTo>
                <a:lnTo>
                  <a:pt x="5671" y="565"/>
                </a:lnTo>
                <a:lnTo>
                  <a:pt x="6498" y="484"/>
                </a:lnTo>
                <a:lnTo>
                  <a:pt x="8133" y="343"/>
                </a:lnTo>
                <a:lnTo>
                  <a:pt x="9788" y="262"/>
                </a:lnTo>
                <a:lnTo>
                  <a:pt x="11422" y="182"/>
                </a:lnTo>
                <a:lnTo>
                  <a:pt x="13057" y="141"/>
                </a:lnTo>
                <a:lnTo>
                  <a:pt x="16326" y="101"/>
                </a:lnTo>
                <a:lnTo>
                  <a:pt x="16750" y="101"/>
                </a:lnTo>
                <a:lnTo>
                  <a:pt x="17960" y="81"/>
                </a:lnTo>
                <a:lnTo>
                  <a:pt x="19191" y="81"/>
                </a:lnTo>
                <a:lnTo>
                  <a:pt x="20402" y="101"/>
                </a:lnTo>
                <a:lnTo>
                  <a:pt x="21613" y="161"/>
                </a:lnTo>
                <a:lnTo>
                  <a:pt x="22239" y="202"/>
                </a:lnTo>
                <a:lnTo>
                  <a:pt x="22844" y="242"/>
                </a:lnTo>
                <a:lnTo>
                  <a:pt x="23449" y="303"/>
                </a:lnTo>
                <a:lnTo>
                  <a:pt x="24055" y="383"/>
                </a:lnTo>
                <a:lnTo>
                  <a:pt x="24640" y="484"/>
                </a:lnTo>
                <a:lnTo>
                  <a:pt x="25245" y="585"/>
                </a:lnTo>
                <a:lnTo>
                  <a:pt x="25831" y="727"/>
                </a:lnTo>
                <a:lnTo>
                  <a:pt x="26436" y="868"/>
                </a:lnTo>
                <a:lnTo>
                  <a:pt x="27102" y="1070"/>
                </a:lnTo>
                <a:lnTo>
                  <a:pt x="27707" y="1292"/>
                </a:lnTo>
                <a:lnTo>
                  <a:pt x="28293" y="1534"/>
                </a:lnTo>
                <a:lnTo>
                  <a:pt x="28817" y="1816"/>
                </a:lnTo>
                <a:lnTo>
                  <a:pt x="29281" y="2099"/>
                </a:lnTo>
                <a:lnTo>
                  <a:pt x="29725" y="2422"/>
                </a:lnTo>
                <a:lnTo>
                  <a:pt x="30109" y="2745"/>
                </a:lnTo>
                <a:lnTo>
                  <a:pt x="30290" y="2926"/>
                </a:lnTo>
                <a:lnTo>
                  <a:pt x="30472" y="3128"/>
                </a:lnTo>
                <a:lnTo>
                  <a:pt x="30533" y="3067"/>
                </a:lnTo>
                <a:lnTo>
                  <a:pt x="30351" y="2886"/>
                </a:lnTo>
                <a:lnTo>
                  <a:pt x="30169" y="2704"/>
                </a:lnTo>
                <a:lnTo>
                  <a:pt x="29786" y="2361"/>
                </a:lnTo>
                <a:lnTo>
                  <a:pt x="29342" y="2038"/>
                </a:lnTo>
                <a:lnTo>
                  <a:pt x="28858" y="1736"/>
                </a:lnTo>
                <a:lnTo>
                  <a:pt x="28333" y="1473"/>
                </a:lnTo>
                <a:lnTo>
                  <a:pt x="27748" y="1231"/>
                </a:lnTo>
                <a:lnTo>
                  <a:pt x="27122" y="989"/>
                </a:lnTo>
                <a:lnTo>
                  <a:pt x="26456" y="787"/>
                </a:lnTo>
                <a:lnTo>
                  <a:pt x="25851" y="646"/>
                </a:lnTo>
                <a:lnTo>
                  <a:pt x="25266" y="525"/>
                </a:lnTo>
                <a:lnTo>
                  <a:pt x="24660" y="404"/>
                </a:lnTo>
                <a:lnTo>
                  <a:pt x="24055" y="303"/>
                </a:lnTo>
                <a:lnTo>
                  <a:pt x="23449" y="222"/>
                </a:lnTo>
                <a:lnTo>
                  <a:pt x="22844" y="161"/>
                </a:lnTo>
                <a:lnTo>
                  <a:pt x="22239" y="121"/>
                </a:lnTo>
                <a:lnTo>
                  <a:pt x="21633" y="81"/>
                </a:lnTo>
                <a:lnTo>
                  <a:pt x="20402" y="20"/>
                </a:lnTo>
                <a:lnTo>
                  <a:pt x="19191" y="0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84" name="Google Shape;2684;p34"/>
          <p:cNvSpPr/>
          <p:nvPr/>
        </p:nvSpPr>
        <p:spPr>
          <a:xfrm flipH="1">
            <a:off x="-2189064" y="372324"/>
            <a:ext cx="206522" cy="1040271"/>
          </a:xfrm>
          <a:custGeom>
            <a:rect b="b" l="l" r="r" t="t"/>
            <a:pathLst>
              <a:path extrusionOk="0" h="18607" w="3694">
                <a:moveTo>
                  <a:pt x="2160" y="0"/>
                </a:moveTo>
                <a:lnTo>
                  <a:pt x="2099" y="61"/>
                </a:lnTo>
                <a:lnTo>
                  <a:pt x="2281" y="283"/>
                </a:lnTo>
                <a:lnTo>
                  <a:pt x="2462" y="545"/>
                </a:lnTo>
                <a:lnTo>
                  <a:pt x="2624" y="787"/>
                </a:lnTo>
                <a:lnTo>
                  <a:pt x="2765" y="1050"/>
                </a:lnTo>
                <a:lnTo>
                  <a:pt x="2886" y="1292"/>
                </a:lnTo>
                <a:lnTo>
                  <a:pt x="3007" y="1554"/>
                </a:lnTo>
                <a:lnTo>
                  <a:pt x="3209" y="2079"/>
                </a:lnTo>
                <a:lnTo>
                  <a:pt x="3350" y="2604"/>
                </a:lnTo>
                <a:lnTo>
                  <a:pt x="3471" y="3108"/>
                </a:lnTo>
                <a:lnTo>
                  <a:pt x="3532" y="3592"/>
                </a:lnTo>
                <a:lnTo>
                  <a:pt x="3572" y="4036"/>
                </a:lnTo>
                <a:lnTo>
                  <a:pt x="3613" y="4581"/>
                </a:lnTo>
                <a:lnTo>
                  <a:pt x="3613" y="5126"/>
                </a:lnTo>
                <a:lnTo>
                  <a:pt x="3592" y="5671"/>
                </a:lnTo>
                <a:lnTo>
                  <a:pt x="3552" y="6216"/>
                </a:lnTo>
                <a:lnTo>
                  <a:pt x="3431" y="7285"/>
                </a:lnTo>
                <a:lnTo>
                  <a:pt x="3290" y="8355"/>
                </a:lnTo>
                <a:lnTo>
                  <a:pt x="2684" y="12734"/>
                </a:lnTo>
                <a:lnTo>
                  <a:pt x="2604" y="13360"/>
                </a:lnTo>
                <a:lnTo>
                  <a:pt x="2503" y="14026"/>
                </a:lnTo>
                <a:lnTo>
                  <a:pt x="2361" y="14712"/>
                </a:lnTo>
                <a:lnTo>
                  <a:pt x="2281" y="15055"/>
                </a:lnTo>
                <a:lnTo>
                  <a:pt x="2180" y="15398"/>
                </a:lnTo>
                <a:lnTo>
                  <a:pt x="2059" y="15741"/>
                </a:lnTo>
                <a:lnTo>
                  <a:pt x="1938" y="16084"/>
                </a:lnTo>
                <a:lnTo>
                  <a:pt x="1796" y="16407"/>
                </a:lnTo>
                <a:lnTo>
                  <a:pt x="1635" y="16730"/>
                </a:lnTo>
                <a:lnTo>
                  <a:pt x="1453" y="17053"/>
                </a:lnTo>
                <a:lnTo>
                  <a:pt x="1252" y="17355"/>
                </a:lnTo>
                <a:lnTo>
                  <a:pt x="1030" y="17638"/>
                </a:lnTo>
                <a:lnTo>
                  <a:pt x="787" y="17900"/>
                </a:lnTo>
                <a:lnTo>
                  <a:pt x="606" y="18082"/>
                </a:lnTo>
                <a:lnTo>
                  <a:pt x="404" y="18243"/>
                </a:lnTo>
                <a:lnTo>
                  <a:pt x="202" y="18384"/>
                </a:lnTo>
                <a:lnTo>
                  <a:pt x="0" y="18526"/>
                </a:lnTo>
                <a:lnTo>
                  <a:pt x="41" y="18606"/>
                </a:lnTo>
                <a:lnTo>
                  <a:pt x="263" y="18465"/>
                </a:lnTo>
                <a:lnTo>
                  <a:pt x="465" y="18304"/>
                </a:lnTo>
                <a:lnTo>
                  <a:pt x="666" y="18142"/>
                </a:lnTo>
                <a:lnTo>
                  <a:pt x="848" y="17961"/>
                </a:lnTo>
                <a:lnTo>
                  <a:pt x="1090" y="17678"/>
                </a:lnTo>
                <a:lnTo>
                  <a:pt x="1332" y="17396"/>
                </a:lnTo>
                <a:lnTo>
                  <a:pt x="1534" y="17093"/>
                </a:lnTo>
                <a:lnTo>
                  <a:pt x="1716" y="16790"/>
                </a:lnTo>
                <a:lnTo>
                  <a:pt x="1877" y="16447"/>
                </a:lnTo>
                <a:lnTo>
                  <a:pt x="2018" y="16124"/>
                </a:lnTo>
                <a:lnTo>
                  <a:pt x="2139" y="15781"/>
                </a:lnTo>
                <a:lnTo>
                  <a:pt x="2240" y="15438"/>
                </a:lnTo>
                <a:lnTo>
                  <a:pt x="2341" y="15075"/>
                </a:lnTo>
                <a:lnTo>
                  <a:pt x="2442" y="14732"/>
                </a:lnTo>
                <a:lnTo>
                  <a:pt x="2563" y="14046"/>
                </a:lnTo>
                <a:lnTo>
                  <a:pt x="2684" y="13380"/>
                </a:lnTo>
                <a:lnTo>
                  <a:pt x="2765" y="12734"/>
                </a:lnTo>
                <a:lnTo>
                  <a:pt x="3370" y="8375"/>
                </a:lnTo>
                <a:lnTo>
                  <a:pt x="3512" y="7306"/>
                </a:lnTo>
                <a:lnTo>
                  <a:pt x="3633" y="6216"/>
                </a:lnTo>
                <a:lnTo>
                  <a:pt x="3673" y="5671"/>
                </a:lnTo>
                <a:lnTo>
                  <a:pt x="3693" y="5126"/>
                </a:lnTo>
                <a:lnTo>
                  <a:pt x="3693" y="4581"/>
                </a:lnTo>
                <a:lnTo>
                  <a:pt x="3653" y="4036"/>
                </a:lnTo>
                <a:lnTo>
                  <a:pt x="3613" y="3572"/>
                </a:lnTo>
                <a:lnTo>
                  <a:pt x="3532" y="3088"/>
                </a:lnTo>
                <a:lnTo>
                  <a:pt x="3431" y="2583"/>
                </a:lnTo>
                <a:lnTo>
                  <a:pt x="3290" y="2059"/>
                </a:lnTo>
                <a:lnTo>
                  <a:pt x="3088" y="1534"/>
                </a:lnTo>
                <a:lnTo>
                  <a:pt x="2967" y="1272"/>
                </a:lnTo>
                <a:lnTo>
                  <a:pt x="2826" y="1009"/>
                </a:lnTo>
                <a:lnTo>
                  <a:pt x="2684" y="747"/>
                </a:lnTo>
                <a:lnTo>
                  <a:pt x="2523" y="485"/>
                </a:lnTo>
                <a:lnTo>
                  <a:pt x="2341" y="243"/>
                </a:lnTo>
                <a:lnTo>
                  <a:pt x="2160" y="0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85" name="Google Shape;2685;p34"/>
          <p:cNvSpPr/>
          <p:nvPr/>
        </p:nvSpPr>
        <p:spPr>
          <a:xfrm flipH="1">
            <a:off x="-2206037" y="241447"/>
            <a:ext cx="1867255" cy="1352794"/>
          </a:xfrm>
          <a:custGeom>
            <a:rect b="b" l="l" r="r" t="t"/>
            <a:pathLst>
              <a:path extrusionOk="0" h="24197" w="33399">
                <a:moveTo>
                  <a:pt x="13521" y="1"/>
                </a:moveTo>
                <a:lnTo>
                  <a:pt x="12391" y="21"/>
                </a:lnTo>
                <a:lnTo>
                  <a:pt x="11200" y="61"/>
                </a:lnTo>
                <a:lnTo>
                  <a:pt x="10009" y="101"/>
                </a:lnTo>
                <a:lnTo>
                  <a:pt x="8012" y="223"/>
                </a:lnTo>
                <a:lnTo>
                  <a:pt x="5832" y="364"/>
                </a:lnTo>
                <a:lnTo>
                  <a:pt x="5287" y="404"/>
                </a:lnTo>
                <a:lnTo>
                  <a:pt x="4702" y="424"/>
                </a:lnTo>
                <a:lnTo>
                  <a:pt x="3996" y="445"/>
                </a:lnTo>
                <a:lnTo>
                  <a:pt x="3289" y="485"/>
                </a:lnTo>
                <a:lnTo>
                  <a:pt x="2926" y="525"/>
                </a:lnTo>
                <a:lnTo>
                  <a:pt x="2603" y="586"/>
                </a:lnTo>
                <a:lnTo>
                  <a:pt x="2260" y="646"/>
                </a:lnTo>
                <a:lnTo>
                  <a:pt x="1958" y="747"/>
                </a:lnTo>
                <a:lnTo>
                  <a:pt x="1796" y="808"/>
                </a:lnTo>
                <a:lnTo>
                  <a:pt x="1655" y="868"/>
                </a:lnTo>
                <a:lnTo>
                  <a:pt x="1514" y="949"/>
                </a:lnTo>
                <a:lnTo>
                  <a:pt x="1372" y="1050"/>
                </a:lnTo>
                <a:lnTo>
                  <a:pt x="1251" y="1151"/>
                </a:lnTo>
                <a:lnTo>
                  <a:pt x="1130" y="1272"/>
                </a:lnTo>
                <a:lnTo>
                  <a:pt x="1009" y="1413"/>
                </a:lnTo>
                <a:lnTo>
                  <a:pt x="888" y="1554"/>
                </a:lnTo>
                <a:lnTo>
                  <a:pt x="686" y="1877"/>
                </a:lnTo>
                <a:lnTo>
                  <a:pt x="505" y="2241"/>
                </a:lnTo>
                <a:lnTo>
                  <a:pt x="343" y="2664"/>
                </a:lnTo>
                <a:lnTo>
                  <a:pt x="222" y="3128"/>
                </a:lnTo>
                <a:lnTo>
                  <a:pt x="141" y="3532"/>
                </a:lnTo>
                <a:lnTo>
                  <a:pt x="81" y="3956"/>
                </a:lnTo>
                <a:lnTo>
                  <a:pt x="40" y="4380"/>
                </a:lnTo>
                <a:lnTo>
                  <a:pt x="0" y="4783"/>
                </a:lnTo>
                <a:lnTo>
                  <a:pt x="0" y="5187"/>
                </a:lnTo>
                <a:lnTo>
                  <a:pt x="20" y="5550"/>
                </a:lnTo>
                <a:lnTo>
                  <a:pt x="40" y="5893"/>
                </a:lnTo>
                <a:lnTo>
                  <a:pt x="61" y="6216"/>
                </a:lnTo>
                <a:lnTo>
                  <a:pt x="121" y="6680"/>
                </a:lnTo>
                <a:lnTo>
                  <a:pt x="222" y="7144"/>
                </a:lnTo>
                <a:lnTo>
                  <a:pt x="323" y="7608"/>
                </a:lnTo>
                <a:lnTo>
                  <a:pt x="424" y="8052"/>
                </a:lnTo>
                <a:lnTo>
                  <a:pt x="686" y="8960"/>
                </a:lnTo>
                <a:lnTo>
                  <a:pt x="969" y="9848"/>
                </a:lnTo>
                <a:lnTo>
                  <a:pt x="1191" y="10595"/>
                </a:lnTo>
                <a:lnTo>
                  <a:pt x="1413" y="11362"/>
                </a:lnTo>
                <a:lnTo>
                  <a:pt x="1635" y="12230"/>
                </a:lnTo>
                <a:lnTo>
                  <a:pt x="1836" y="13118"/>
                </a:lnTo>
                <a:lnTo>
                  <a:pt x="1998" y="14026"/>
                </a:lnTo>
                <a:lnTo>
                  <a:pt x="2119" y="14914"/>
                </a:lnTo>
                <a:lnTo>
                  <a:pt x="2220" y="15822"/>
                </a:lnTo>
                <a:lnTo>
                  <a:pt x="2280" y="16730"/>
                </a:lnTo>
                <a:lnTo>
                  <a:pt x="2321" y="17638"/>
                </a:lnTo>
                <a:lnTo>
                  <a:pt x="2321" y="18546"/>
                </a:lnTo>
                <a:lnTo>
                  <a:pt x="2280" y="19656"/>
                </a:lnTo>
                <a:lnTo>
                  <a:pt x="2260" y="20403"/>
                </a:lnTo>
                <a:lnTo>
                  <a:pt x="2240" y="21169"/>
                </a:lnTo>
                <a:lnTo>
                  <a:pt x="2260" y="21936"/>
                </a:lnTo>
                <a:lnTo>
                  <a:pt x="2301" y="22320"/>
                </a:lnTo>
                <a:lnTo>
                  <a:pt x="2341" y="22703"/>
                </a:lnTo>
                <a:lnTo>
                  <a:pt x="2381" y="23046"/>
                </a:lnTo>
                <a:lnTo>
                  <a:pt x="2442" y="23248"/>
                </a:lnTo>
                <a:lnTo>
                  <a:pt x="2502" y="23430"/>
                </a:lnTo>
                <a:lnTo>
                  <a:pt x="2583" y="23611"/>
                </a:lnTo>
                <a:lnTo>
                  <a:pt x="2684" y="23773"/>
                </a:lnTo>
                <a:lnTo>
                  <a:pt x="2825" y="23914"/>
                </a:lnTo>
                <a:lnTo>
                  <a:pt x="2987" y="24055"/>
                </a:lnTo>
                <a:lnTo>
                  <a:pt x="3128" y="24116"/>
                </a:lnTo>
                <a:lnTo>
                  <a:pt x="3249" y="24156"/>
                </a:lnTo>
                <a:lnTo>
                  <a:pt x="3390" y="24196"/>
                </a:lnTo>
                <a:lnTo>
                  <a:pt x="3532" y="24196"/>
                </a:lnTo>
                <a:lnTo>
                  <a:pt x="3733" y="24176"/>
                </a:lnTo>
                <a:lnTo>
                  <a:pt x="3955" y="24136"/>
                </a:lnTo>
                <a:lnTo>
                  <a:pt x="4177" y="24055"/>
                </a:lnTo>
                <a:lnTo>
                  <a:pt x="4379" y="23934"/>
                </a:lnTo>
                <a:lnTo>
                  <a:pt x="4601" y="23813"/>
                </a:lnTo>
                <a:lnTo>
                  <a:pt x="4823" y="23652"/>
                </a:lnTo>
                <a:lnTo>
                  <a:pt x="5247" y="23329"/>
                </a:lnTo>
                <a:lnTo>
                  <a:pt x="5630" y="23026"/>
                </a:lnTo>
                <a:lnTo>
                  <a:pt x="6014" y="22743"/>
                </a:lnTo>
                <a:lnTo>
                  <a:pt x="6417" y="22481"/>
                </a:lnTo>
                <a:lnTo>
                  <a:pt x="6821" y="22239"/>
                </a:lnTo>
                <a:lnTo>
                  <a:pt x="7245" y="21997"/>
                </a:lnTo>
                <a:lnTo>
                  <a:pt x="7689" y="21775"/>
                </a:lnTo>
                <a:lnTo>
                  <a:pt x="8133" y="21553"/>
                </a:lnTo>
                <a:lnTo>
                  <a:pt x="8577" y="21371"/>
                </a:lnTo>
                <a:lnTo>
                  <a:pt x="9041" y="21169"/>
                </a:lnTo>
                <a:lnTo>
                  <a:pt x="9525" y="21008"/>
                </a:lnTo>
                <a:lnTo>
                  <a:pt x="10009" y="20867"/>
                </a:lnTo>
                <a:lnTo>
                  <a:pt x="10494" y="20725"/>
                </a:lnTo>
                <a:lnTo>
                  <a:pt x="10998" y="20604"/>
                </a:lnTo>
                <a:lnTo>
                  <a:pt x="11503" y="20483"/>
                </a:lnTo>
                <a:lnTo>
                  <a:pt x="12027" y="20403"/>
                </a:lnTo>
                <a:lnTo>
                  <a:pt x="12552" y="20322"/>
                </a:lnTo>
                <a:lnTo>
                  <a:pt x="13460" y="20221"/>
                </a:lnTo>
                <a:lnTo>
                  <a:pt x="14409" y="20160"/>
                </a:lnTo>
                <a:lnTo>
                  <a:pt x="15377" y="20160"/>
                </a:lnTo>
                <a:lnTo>
                  <a:pt x="16366" y="20201"/>
                </a:lnTo>
                <a:lnTo>
                  <a:pt x="17355" y="20302"/>
                </a:lnTo>
                <a:lnTo>
                  <a:pt x="18384" y="20423"/>
                </a:lnTo>
                <a:lnTo>
                  <a:pt x="19433" y="20604"/>
                </a:lnTo>
                <a:lnTo>
                  <a:pt x="20503" y="20826"/>
                </a:lnTo>
                <a:lnTo>
                  <a:pt x="21714" y="21129"/>
                </a:lnTo>
                <a:lnTo>
                  <a:pt x="22642" y="21351"/>
                </a:lnTo>
                <a:lnTo>
                  <a:pt x="23591" y="21553"/>
                </a:lnTo>
                <a:lnTo>
                  <a:pt x="24055" y="21654"/>
                </a:lnTo>
                <a:lnTo>
                  <a:pt x="24539" y="21714"/>
                </a:lnTo>
                <a:lnTo>
                  <a:pt x="25023" y="21775"/>
                </a:lnTo>
                <a:lnTo>
                  <a:pt x="25508" y="21815"/>
                </a:lnTo>
                <a:lnTo>
                  <a:pt x="26053" y="21835"/>
                </a:lnTo>
                <a:lnTo>
                  <a:pt x="26597" y="21815"/>
                </a:lnTo>
                <a:lnTo>
                  <a:pt x="27122" y="21755"/>
                </a:lnTo>
                <a:lnTo>
                  <a:pt x="27647" y="21654"/>
                </a:lnTo>
                <a:lnTo>
                  <a:pt x="28131" y="21533"/>
                </a:lnTo>
                <a:lnTo>
                  <a:pt x="28595" y="21371"/>
                </a:lnTo>
                <a:lnTo>
                  <a:pt x="29039" y="21169"/>
                </a:lnTo>
                <a:lnTo>
                  <a:pt x="29443" y="20947"/>
                </a:lnTo>
                <a:lnTo>
                  <a:pt x="29402" y="20867"/>
                </a:lnTo>
                <a:lnTo>
                  <a:pt x="28999" y="21089"/>
                </a:lnTo>
                <a:lnTo>
                  <a:pt x="28555" y="21291"/>
                </a:lnTo>
                <a:lnTo>
                  <a:pt x="28111" y="21452"/>
                </a:lnTo>
                <a:lnTo>
                  <a:pt x="27627" y="21573"/>
                </a:lnTo>
                <a:lnTo>
                  <a:pt x="27122" y="21674"/>
                </a:lnTo>
                <a:lnTo>
                  <a:pt x="26597" y="21734"/>
                </a:lnTo>
                <a:lnTo>
                  <a:pt x="26053" y="21755"/>
                </a:lnTo>
                <a:lnTo>
                  <a:pt x="25508" y="21734"/>
                </a:lnTo>
                <a:lnTo>
                  <a:pt x="25023" y="21694"/>
                </a:lnTo>
                <a:lnTo>
                  <a:pt x="24539" y="21634"/>
                </a:lnTo>
                <a:lnTo>
                  <a:pt x="24075" y="21573"/>
                </a:lnTo>
                <a:lnTo>
                  <a:pt x="23591" y="21472"/>
                </a:lnTo>
                <a:lnTo>
                  <a:pt x="22662" y="21270"/>
                </a:lnTo>
                <a:lnTo>
                  <a:pt x="21734" y="21048"/>
                </a:lnTo>
                <a:lnTo>
                  <a:pt x="20503" y="20746"/>
                </a:lnTo>
                <a:lnTo>
                  <a:pt x="19454" y="20524"/>
                </a:lnTo>
                <a:lnTo>
                  <a:pt x="18404" y="20342"/>
                </a:lnTo>
                <a:lnTo>
                  <a:pt x="17375" y="20221"/>
                </a:lnTo>
                <a:lnTo>
                  <a:pt x="16366" y="20120"/>
                </a:lnTo>
                <a:lnTo>
                  <a:pt x="15377" y="20080"/>
                </a:lnTo>
                <a:lnTo>
                  <a:pt x="14409" y="20080"/>
                </a:lnTo>
                <a:lnTo>
                  <a:pt x="13460" y="20140"/>
                </a:lnTo>
                <a:lnTo>
                  <a:pt x="12532" y="20241"/>
                </a:lnTo>
                <a:lnTo>
                  <a:pt x="12007" y="20322"/>
                </a:lnTo>
                <a:lnTo>
                  <a:pt x="11503" y="20403"/>
                </a:lnTo>
                <a:lnTo>
                  <a:pt x="10978" y="20524"/>
                </a:lnTo>
                <a:lnTo>
                  <a:pt x="10474" y="20645"/>
                </a:lnTo>
                <a:lnTo>
                  <a:pt x="9989" y="20786"/>
                </a:lnTo>
                <a:lnTo>
                  <a:pt x="9505" y="20927"/>
                </a:lnTo>
                <a:lnTo>
                  <a:pt x="9021" y="21109"/>
                </a:lnTo>
                <a:lnTo>
                  <a:pt x="8556" y="21291"/>
                </a:lnTo>
                <a:lnTo>
                  <a:pt x="8092" y="21492"/>
                </a:lnTo>
                <a:lnTo>
                  <a:pt x="7648" y="21694"/>
                </a:lnTo>
                <a:lnTo>
                  <a:pt x="7204" y="21916"/>
                </a:lnTo>
                <a:lnTo>
                  <a:pt x="6781" y="22158"/>
                </a:lnTo>
                <a:lnTo>
                  <a:pt x="6377" y="22421"/>
                </a:lnTo>
                <a:lnTo>
                  <a:pt x="5973" y="22683"/>
                </a:lnTo>
                <a:lnTo>
                  <a:pt x="5590" y="22965"/>
                </a:lnTo>
                <a:lnTo>
                  <a:pt x="5207" y="23268"/>
                </a:lnTo>
                <a:lnTo>
                  <a:pt x="4924" y="23490"/>
                </a:lnTo>
                <a:lnTo>
                  <a:pt x="4641" y="23692"/>
                </a:lnTo>
                <a:lnTo>
                  <a:pt x="4359" y="23853"/>
                </a:lnTo>
                <a:lnTo>
                  <a:pt x="4076" y="23995"/>
                </a:lnTo>
                <a:lnTo>
                  <a:pt x="3935" y="24055"/>
                </a:lnTo>
                <a:lnTo>
                  <a:pt x="3814" y="24096"/>
                </a:lnTo>
                <a:lnTo>
                  <a:pt x="3673" y="24116"/>
                </a:lnTo>
                <a:lnTo>
                  <a:pt x="3411" y="24116"/>
                </a:lnTo>
                <a:lnTo>
                  <a:pt x="3269" y="24096"/>
                </a:lnTo>
                <a:lnTo>
                  <a:pt x="3148" y="24035"/>
                </a:lnTo>
                <a:lnTo>
                  <a:pt x="3027" y="23974"/>
                </a:lnTo>
                <a:lnTo>
                  <a:pt x="2886" y="23853"/>
                </a:lnTo>
                <a:lnTo>
                  <a:pt x="2745" y="23712"/>
                </a:lnTo>
                <a:lnTo>
                  <a:pt x="2644" y="23551"/>
                </a:lnTo>
                <a:lnTo>
                  <a:pt x="2583" y="23389"/>
                </a:lnTo>
                <a:lnTo>
                  <a:pt x="2523" y="23208"/>
                </a:lnTo>
                <a:lnTo>
                  <a:pt x="2462" y="23026"/>
                </a:lnTo>
                <a:lnTo>
                  <a:pt x="2422" y="22683"/>
                </a:lnTo>
                <a:lnTo>
                  <a:pt x="2381" y="22300"/>
                </a:lnTo>
                <a:lnTo>
                  <a:pt x="2341" y="21936"/>
                </a:lnTo>
                <a:lnTo>
                  <a:pt x="2321" y="21169"/>
                </a:lnTo>
                <a:lnTo>
                  <a:pt x="2341" y="20403"/>
                </a:lnTo>
                <a:lnTo>
                  <a:pt x="2361" y="19656"/>
                </a:lnTo>
                <a:lnTo>
                  <a:pt x="2402" y="18546"/>
                </a:lnTo>
                <a:lnTo>
                  <a:pt x="2402" y="17638"/>
                </a:lnTo>
                <a:lnTo>
                  <a:pt x="2361" y="16710"/>
                </a:lnTo>
                <a:lnTo>
                  <a:pt x="2301" y="15802"/>
                </a:lnTo>
                <a:lnTo>
                  <a:pt x="2200" y="14914"/>
                </a:lnTo>
                <a:lnTo>
                  <a:pt x="2079" y="14006"/>
                </a:lnTo>
                <a:lnTo>
                  <a:pt x="1917" y="13118"/>
                </a:lnTo>
                <a:lnTo>
                  <a:pt x="1715" y="12230"/>
                </a:lnTo>
                <a:lnTo>
                  <a:pt x="1493" y="11342"/>
                </a:lnTo>
                <a:lnTo>
                  <a:pt x="1271" y="10575"/>
                </a:lnTo>
                <a:lnTo>
                  <a:pt x="1029" y="9828"/>
                </a:lnTo>
                <a:lnTo>
                  <a:pt x="767" y="8940"/>
                </a:lnTo>
                <a:lnTo>
                  <a:pt x="505" y="8032"/>
                </a:lnTo>
                <a:lnTo>
                  <a:pt x="404" y="7588"/>
                </a:lnTo>
                <a:lnTo>
                  <a:pt x="303" y="7124"/>
                </a:lnTo>
                <a:lnTo>
                  <a:pt x="202" y="6660"/>
                </a:lnTo>
                <a:lnTo>
                  <a:pt x="141" y="6196"/>
                </a:lnTo>
                <a:lnTo>
                  <a:pt x="101" y="5853"/>
                </a:lnTo>
                <a:lnTo>
                  <a:pt x="81" y="5469"/>
                </a:lnTo>
                <a:lnTo>
                  <a:pt x="81" y="5086"/>
                </a:lnTo>
                <a:lnTo>
                  <a:pt x="101" y="4682"/>
                </a:lnTo>
                <a:lnTo>
                  <a:pt x="121" y="4279"/>
                </a:lnTo>
                <a:lnTo>
                  <a:pt x="162" y="3855"/>
                </a:lnTo>
                <a:lnTo>
                  <a:pt x="242" y="3451"/>
                </a:lnTo>
                <a:lnTo>
                  <a:pt x="323" y="3048"/>
                </a:lnTo>
                <a:lnTo>
                  <a:pt x="424" y="2664"/>
                </a:lnTo>
                <a:lnTo>
                  <a:pt x="565" y="2301"/>
                </a:lnTo>
                <a:lnTo>
                  <a:pt x="727" y="1958"/>
                </a:lnTo>
                <a:lnTo>
                  <a:pt x="928" y="1655"/>
                </a:lnTo>
                <a:lnTo>
                  <a:pt x="1130" y="1373"/>
                </a:lnTo>
                <a:lnTo>
                  <a:pt x="1251" y="1252"/>
                </a:lnTo>
                <a:lnTo>
                  <a:pt x="1393" y="1151"/>
                </a:lnTo>
                <a:lnTo>
                  <a:pt x="1514" y="1050"/>
                </a:lnTo>
                <a:lnTo>
                  <a:pt x="1655" y="949"/>
                </a:lnTo>
                <a:lnTo>
                  <a:pt x="1816" y="888"/>
                </a:lnTo>
                <a:lnTo>
                  <a:pt x="1978" y="828"/>
                </a:lnTo>
                <a:lnTo>
                  <a:pt x="2280" y="727"/>
                </a:lnTo>
                <a:lnTo>
                  <a:pt x="2603" y="666"/>
                </a:lnTo>
                <a:lnTo>
                  <a:pt x="2946" y="606"/>
                </a:lnTo>
                <a:lnTo>
                  <a:pt x="3289" y="566"/>
                </a:lnTo>
                <a:lnTo>
                  <a:pt x="3996" y="525"/>
                </a:lnTo>
                <a:lnTo>
                  <a:pt x="4702" y="505"/>
                </a:lnTo>
                <a:lnTo>
                  <a:pt x="5287" y="485"/>
                </a:lnTo>
                <a:lnTo>
                  <a:pt x="5852" y="445"/>
                </a:lnTo>
                <a:lnTo>
                  <a:pt x="8012" y="303"/>
                </a:lnTo>
                <a:lnTo>
                  <a:pt x="10009" y="182"/>
                </a:lnTo>
                <a:lnTo>
                  <a:pt x="11200" y="142"/>
                </a:lnTo>
                <a:lnTo>
                  <a:pt x="12391" y="101"/>
                </a:lnTo>
                <a:lnTo>
                  <a:pt x="13521" y="81"/>
                </a:lnTo>
                <a:lnTo>
                  <a:pt x="14651" y="81"/>
                </a:lnTo>
                <a:lnTo>
                  <a:pt x="15741" y="101"/>
                </a:lnTo>
                <a:lnTo>
                  <a:pt x="16790" y="122"/>
                </a:lnTo>
                <a:lnTo>
                  <a:pt x="17839" y="182"/>
                </a:lnTo>
                <a:lnTo>
                  <a:pt x="18868" y="243"/>
                </a:lnTo>
                <a:lnTo>
                  <a:pt x="19857" y="323"/>
                </a:lnTo>
                <a:lnTo>
                  <a:pt x="20826" y="404"/>
                </a:lnTo>
                <a:lnTo>
                  <a:pt x="21795" y="525"/>
                </a:lnTo>
                <a:lnTo>
                  <a:pt x="22723" y="666"/>
                </a:lnTo>
                <a:lnTo>
                  <a:pt x="23651" y="808"/>
                </a:lnTo>
                <a:lnTo>
                  <a:pt x="24559" y="969"/>
                </a:lnTo>
                <a:lnTo>
                  <a:pt x="25447" y="1151"/>
                </a:lnTo>
                <a:lnTo>
                  <a:pt x="26335" y="1353"/>
                </a:lnTo>
                <a:lnTo>
                  <a:pt x="27082" y="1534"/>
                </a:lnTo>
                <a:lnTo>
                  <a:pt x="27828" y="1756"/>
                </a:lnTo>
                <a:lnTo>
                  <a:pt x="28575" y="2019"/>
                </a:lnTo>
                <a:lnTo>
                  <a:pt x="28958" y="2160"/>
                </a:lnTo>
                <a:lnTo>
                  <a:pt x="29322" y="2321"/>
                </a:lnTo>
                <a:lnTo>
                  <a:pt x="29665" y="2503"/>
                </a:lnTo>
                <a:lnTo>
                  <a:pt x="30028" y="2684"/>
                </a:lnTo>
                <a:lnTo>
                  <a:pt x="30371" y="2886"/>
                </a:lnTo>
                <a:lnTo>
                  <a:pt x="30694" y="3108"/>
                </a:lnTo>
                <a:lnTo>
                  <a:pt x="30997" y="3350"/>
                </a:lnTo>
                <a:lnTo>
                  <a:pt x="31299" y="3613"/>
                </a:lnTo>
                <a:lnTo>
                  <a:pt x="31582" y="3895"/>
                </a:lnTo>
                <a:lnTo>
                  <a:pt x="31844" y="4198"/>
                </a:lnTo>
                <a:lnTo>
                  <a:pt x="32086" y="4521"/>
                </a:lnTo>
                <a:lnTo>
                  <a:pt x="32288" y="4844"/>
                </a:lnTo>
                <a:lnTo>
                  <a:pt x="32470" y="5167"/>
                </a:lnTo>
                <a:lnTo>
                  <a:pt x="32631" y="5490"/>
                </a:lnTo>
                <a:lnTo>
                  <a:pt x="32772" y="5833"/>
                </a:lnTo>
                <a:lnTo>
                  <a:pt x="32894" y="6176"/>
                </a:lnTo>
                <a:lnTo>
                  <a:pt x="33015" y="6519"/>
                </a:lnTo>
                <a:lnTo>
                  <a:pt x="33095" y="6862"/>
                </a:lnTo>
                <a:lnTo>
                  <a:pt x="33156" y="7205"/>
                </a:lnTo>
                <a:lnTo>
                  <a:pt x="33216" y="7548"/>
                </a:lnTo>
                <a:lnTo>
                  <a:pt x="33277" y="8214"/>
                </a:lnTo>
                <a:lnTo>
                  <a:pt x="33317" y="8860"/>
                </a:lnTo>
                <a:lnTo>
                  <a:pt x="33297" y="9445"/>
                </a:lnTo>
                <a:lnTo>
                  <a:pt x="33277" y="9949"/>
                </a:lnTo>
                <a:lnTo>
                  <a:pt x="33216" y="10454"/>
                </a:lnTo>
                <a:lnTo>
                  <a:pt x="33156" y="10938"/>
                </a:lnTo>
                <a:lnTo>
                  <a:pt x="33095" y="11443"/>
                </a:lnTo>
                <a:lnTo>
                  <a:pt x="32914" y="12431"/>
                </a:lnTo>
                <a:lnTo>
                  <a:pt x="32732" y="13420"/>
                </a:lnTo>
                <a:lnTo>
                  <a:pt x="32450" y="14954"/>
                </a:lnTo>
                <a:lnTo>
                  <a:pt x="32288" y="15923"/>
                </a:lnTo>
                <a:lnTo>
                  <a:pt x="32167" y="16710"/>
                </a:lnTo>
                <a:lnTo>
                  <a:pt x="32026" y="17497"/>
                </a:lnTo>
                <a:lnTo>
                  <a:pt x="31844" y="18284"/>
                </a:lnTo>
                <a:lnTo>
                  <a:pt x="31743" y="18667"/>
                </a:lnTo>
                <a:lnTo>
                  <a:pt x="31622" y="19051"/>
                </a:lnTo>
                <a:lnTo>
                  <a:pt x="31481" y="19454"/>
                </a:lnTo>
                <a:lnTo>
                  <a:pt x="31319" y="19898"/>
                </a:lnTo>
                <a:lnTo>
                  <a:pt x="31098" y="20342"/>
                </a:lnTo>
                <a:lnTo>
                  <a:pt x="30835" y="20806"/>
                </a:lnTo>
                <a:lnTo>
                  <a:pt x="30553" y="21250"/>
                </a:lnTo>
                <a:lnTo>
                  <a:pt x="30371" y="21472"/>
                </a:lnTo>
                <a:lnTo>
                  <a:pt x="30210" y="21674"/>
                </a:lnTo>
                <a:lnTo>
                  <a:pt x="30008" y="21876"/>
                </a:lnTo>
                <a:lnTo>
                  <a:pt x="29806" y="22078"/>
                </a:lnTo>
                <a:lnTo>
                  <a:pt x="29584" y="22259"/>
                </a:lnTo>
                <a:lnTo>
                  <a:pt x="29362" y="22441"/>
                </a:lnTo>
                <a:lnTo>
                  <a:pt x="29402" y="22501"/>
                </a:lnTo>
                <a:lnTo>
                  <a:pt x="29766" y="22219"/>
                </a:lnTo>
                <a:lnTo>
                  <a:pt x="30129" y="21876"/>
                </a:lnTo>
                <a:lnTo>
                  <a:pt x="30452" y="21513"/>
                </a:lnTo>
                <a:lnTo>
                  <a:pt x="30754" y="21089"/>
                </a:lnTo>
                <a:lnTo>
                  <a:pt x="31037" y="20645"/>
                </a:lnTo>
                <a:lnTo>
                  <a:pt x="31279" y="20160"/>
                </a:lnTo>
                <a:lnTo>
                  <a:pt x="31501" y="19636"/>
                </a:lnTo>
                <a:lnTo>
                  <a:pt x="31703" y="19071"/>
                </a:lnTo>
                <a:lnTo>
                  <a:pt x="31824" y="18687"/>
                </a:lnTo>
                <a:lnTo>
                  <a:pt x="31925" y="18304"/>
                </a:lnTo>
                <a:lnTo>
                  <a:pt x="32086" y="17517"/>
                </a:lnTo>
                <a:lnTo>
                  <a:pt x="32248" y="16730"/>
                </a:lnTo>
                <a:lnTo>
                  <a:pt x="32369" y="15943"/>
                </a:lnTo>
                <a:lnTo>
                  <a:pt x="32530" y="14954"/>
                </a:lnTo>
                <a:lnTo>
                  <a:pt x="32813" y="13440"/>
                </a:lnTo>
                <a:lnTo>
                  <a:pt x="32994" y="12452"/>
                </a:lnTo>
                <a:lnTo>
                  <a:pt x="33176" y="11463"/>
                </a:lnTo>
                <a:lnTo>
                  <a:pt x="33237" y="10958"/>
                </a:lnTo>
                <a:lnTo>
                  <a:pt x="33297" y="10454"/>
                </a:lnTo>
                <a:lnTo>
                  <a:pt x="33358" y="9949"/>
                </a:lnTo>
                <a:lnTo>
                  <a:pt x="33378" y="9445"/>
                </a:lnTo>
                <a:lnTo>
                  <a:pt x="33398" y="8860"/>
                </a:lnTo>
                <a:lnTo>
                  <a:pt x="33358" y="8214"/>
                </a:lnTo>
                <a:lnTo>
                  <a:pt x="33337" y="7871"/>
                </a:lnTo>
                <a:lnTo>
                  <a:pt x="33297" y="7548"/>
                </a:lnTo>
                <a:lnTo>
                  <a:pt x="33237" y="7205"/>
                </a:lnTo>
                <a:lnTo>
                  <a:pt x="33176" y="6842"/>
                </a:lnTo>
                <a:lnTo>
                  <a:pt x="33075" y="6499"/>
                </a:lnTo>
                <a:lnTo>
                  <a:pt x="32974" y="6155"/>
                </a:lnTo>
                <a:lnTo>
                  <a:pt x="32853" y="5812"/>
                </a:lnTo>
                <a:lnTo>
                  <a:pt x="32712" y="5469"/>
                </a:lnTo>
                <a:lnTo>
                  <a:pt x="32550" y="5126"/>
                </a:lnTo>
                <a:lnTo>
                  <a:pt x="32369" y="4783"/>
                </a:lnTo>
                <a:lnTo>
                  <a:pt x="32147" y="4460"/>
                </a:lnTo>
                <a:lnTo>
                  <a:pt x="31925" y="4158"/>
                </a:lnTo>
                <a:lnTo>
                  <a:pt x="31642" y="3855"/>
                </a:lnTo>
                <a:lnTo>
                  <a:pt x="31360" y="3552"/>
                </a:lnTo>
                <a:lnTo>
                  <a:pt x="31057" y="3290"/>
                </a:lnTo>
                <a:lnTo>
                  <a:pt x="30734" y="3048"/>
                </a:lnTo>
                <a:lnTo>
                  <a:pt x="30411" y="2826"/>
                </a:lnTo>
                <a:lnTo>
                  <a:pt x="30068" y="2624"/>
                </a:lnTo>
                <a:lnTo>
                  <a:pt x="29725" y="2422"/>
                </a:lnTo>
                <a:lnTo>
                  <a:pt x="29362" y="2241"/>
                </a:lnTo>
                <a:lnTo>
                  <a:pt x="28979" y="2079"/>
                </a:lnTo>
                <a:lnTo>
                  <a:pt x="28615" y="1938"/>
                </a:lnTo>
                <a:lnTo>
                  <a:pt x="27849" y="1675"/>
                </a:lnTo>
                <a:lnTo>
                  <a:pt x="27102" y="1454"/>
                </a:lnTo>
                <a:lnTo>
                  <a:pt x="26355" y="1272"/>
                </a:lnTo>
                <a:lnTo>
                  <a:pt x="25467" y="1070"/>
                </a:lnTo>
                <a:lnTo>
                  <a:pt x="24579" y="888"/>
                </a:lnTo>
                <a:lnTo>
                  <a:pt x="23671" y="727"/>
                </a:lnTo>
                <a:lnTo>
                  <a:pt x="22743" y="586"/>
                </a:lnTo>
                <a:lnTo>
                  <a:pt x="21795" y="445"/>
                </a:lnTo>
                <a:lnTo>
                  <a:pt x="20846" y="344"/>
                </a:lnTo>
                <a:lnTo>
                  <a:pt x="19857" y="243"/>
                </a:lnTo>
                <a:lnTo>
                  <a:pt x="18868" y="162"/>
                </a:lnTo>
                <a:lnTo>
                  <a:pt x="17839" y="101"/>
                </a:lnTo>
                <a:lnTo>
                  <a:pt x="16810" y="41"/>
                </a:lnTo>
                <a:lnTo>
                  <a:pt x="15741" y="21"/>
                </a:lnTo>
                <a:lnTo>
                  <a:pt x="14651" y="1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86" name="Google Shape;2686;p34"/>
          <p:cNvSpPr/>
          <p:nvPr/>
        </p:nvSpPr>
        <p:spPr>
          <a:xfrm flipH="1">
            <a:off x="-1982633" y="284327"/>
            <a:ext cx="1754433" cy="1582965"/>
          </a:xfrm>
          <a:custGeom>
            <a:rect b="b" l="l" r="r" t="t"/>
            <a:pathLst>
              <a:path extrusionOk="0" h="28314" w="31381">
                <a:moveTo>
                  <a:pt x="3310" y="0"/>
                </a:moveTo>
                <a:lnTo>
                  <a:pt x="1938" y="121"/>
                </a:lnTo>
                <a:lnTo>
                  <a:pt x="1554" y="162"/>
                </a:lnTo>
                <a:lnTo>
                  <a:pt x="1231" y="222"/>
                </a:lnTo>
                <a:lnTo>
                  <a:pt x="989" y="303"/>
                </a:lnTo>
                <a:lnTo>
                  <a:pt x="868" y="343"/>
                </a:lnTo>
                <a:lnTo>
                  <a:pt x="787" y="404"/>
                </a:lnTo>
                <a:lnTo>
                  <a:pt x="687" y="485"/>
                </a:lnTo>
                <a:lnTo>
                  <a:pt x="626" y="565"/>
                </a:lnTo>
                <a:lnTo>
                  <a:pt x="545" y="666"/>
                </a:lnTo>
                <a:lnTo>
                  <a:pt x="485" y="787"/>
                </a:lnTo>
                <a:lnTo>
                  <a:pt x="384" y="1070"/>
                </a:lnTo>
                <a:lnTo>
                  <a:pt x="283" y="1453"/>
                </a:lnTo>
                <a:lnTo>
                  <a:pt x="162" y="2180"/>
                </a:lnTo>
                <a:lnTo>
                  <a:pt x="61" y="2926"/>
                </a:lnTo>
                <a:lnTo>
                  <a:pt x="21" y="3693"/>
                </a:lnTo>
                <a:lnTo>
                  <a:pt x="0" y="4501"/>
                </a:lnTo>
                <a:lnTo>
                  <a:pt x="21" y="5247"/>
                </a:lnTo>
                <a:lnTo>
                  <a:pt x="61" y="5974"/>
                </a:lnTo>
                <a:lnTo>
                  <a:pt x="122" y="6700"/>
                </a:lnTo>
                <a:lnTo>
                  <a:pt x="202" y="7447"/>
                </a:lnTo>
                <a:lnTo>
                  <a:pt x="303" y="8193"/>
                </a:lnTo>
                <a:lnTo>
                  <a:pt x="424" y="8940"/>
                </a:lnTo>
                <a:lnTo>
                  <a:pt x="666" y="10514"/>
                </a:lnTo>
                <a:lnTo>
                  <a:pt x="909" y="11826"/>
                </a:lnTo>
                <a:lnTo>
                  <a:pt x="1534" y="15559"/>
                </a:lnTo>
                <a:lnTo>
                  <a:pt x="1837" y="17436"/>
                </a:lnTo>
                <a:lnTo>
                  <a:pt x="2099" y="19333"/>
                </a:lnTo>
                <a:lnTo>
                  <a:pt x="2341" y="21230"/>
                </a:lnTo>
                <a:lnTo>
                  <a:pt x="2442" y="22198"/>
                </a:lnTo>
                <a:lnTo>
                  <a:pt x="2543" y="23147"/>
                </a:lnTo>
                <a:lnTo>
                  <a:pt x="2604" y="24095"/>
                </a:lnTo>
                <a:lnTo>
                  <a:pt x="2684" y="25044"/>
                </a:lnTo>
                <a:lnTo>
                  <a:pt x="2725" y="26013"/>
                </a:lnTo>
                <a:lnTo>
                  <a:pt x="2745" y="26961"/>
                </a:lnTo>
                <a:lnTo>
                  <a:pt x="2765" y="27143"/>
                </a:lnTo>
                <a:lnTo>
                  <a:pt x="2785" y="27304"/>
                </a:lnTo>
                <a:lnTo>
                  <a:pt x="2826" y="27486"/>
                </a:lnTo>
                <a:lnTo>
                  <a:pt x="2866" y="27667"/>
                </a:lnTo>
                <a:lnTo>
                  <a:pt x="2927" y="27829"/>
                </a:lnTo>
                <a:lnTo>
                  <a:pt x="3007" y="27970"/>
                </a:lnTo>
                <a:lnTo>
                  <a:pt x="3108" y="28091"/>
                </a:lnTo>
                <a:lnTo>
                  <a:pt x="3209" y="28192"/>
                </a:lnTo>
                <a:lnTo>
                  <a:pt x="3290" y="28253"/>
                </a:lnTo>
                <a:lnTo>
                  <a:pt x="3371" y="28273"/>
                </a:lnTo>
                <a:lnTo>
                  <a:pt x="3451" y="28313"/>
                </a:lnTo>
                <a:lnTo>
                  <a:pt x="3532" y="28313"/>
                </a:lnTo>
                <a:lnTo>
                  <a:pt x="3673" y="28293"/>
                </a:lnTo>
                <a:lnTo>
                  <a:pt x="3754" y="28273"/>
                </a:lnTo>
                <a:lnTo>
                  <a:pt x="3835" y="28232"/>
                </a:lnTo>
                <a:lnTo>
                  <a:pt x="3956" y="28131"/>
                </a:lnTo>
                <a:lnTo>
                  <a:pt x="4077" y="28031"/>
                </a:lnTo>
                <a:lnTo>
                  <a:pt x="4178" y="27909"/>
                </a:lnTo>
                <a:lnTo>
                  <a:pt x="4380" y="27667"/>
                </a:lnTo>
                <a:lnTo>
                  <a:pt x="5126" y="26820"/>
                </a:lnTo>
                <a:lnTo>
                  <a:pt x="5510" y="26396"/>
                </a:lnTo>
                <a:lnTo>
                  <a:pt x="5893" y="25992"/>
                </a:lnTo>
                <a:lnTo>
                  <a:pt x="6297" y="25589"/>
                </a:lnTo>
                <a:lnTo>
                  <a:pt x="6700" y="25205"/>
                </a:lnTo>
                <a:lnTo>
                  <a:pt x="7124" y="24842"/>
                </a:lnTo>
                <a:lnTo>
                  <a:pt x="7588" y="24499"/>
                </a:lnTo>
                <a:lnTo>
                  <a:pt x="8012" y="24196"/>
                </a:lnTo>
                <a:lnTo>
                  <a:pt x="8476" y="23914"/>
                </a:lnTo>
                <a:lnTo>
                  <a:pt x="8940" y="23651"/>
                </a:lnTo>
                <a:lnTo>
                  <a:pt x="9445" y="23409"/>
                </a:lnTo>
                <a:lnTo>
                  <a:pt x="9949" y="23187"/>
                </a:lnTo>
                <a:lnTo>
                  <a:pt x="10474" y="22985"/>
                </a:lnTo>
                <a:lnTo>
                  <a:pt x="11039" y="22804"/>
                </a:lnTo>
                <a:lnTo>
                  <a:pt x="11604" y="22642"/>
                </a:lnTo>
                <a:lnTo>
                  <a:pt x="12209" y="22501"/>
                </a:lnTo>
                <a:lnTo>
                  <a:pt x="12815" y="22380"/>
                </a:lnTo>
                <a:lnTo>
                  <a:pt x="13440" y="22279"/>
                </a:lnTo>
                <a:lnTo>
                  <a:pt x="14086" y="22219"/>
                </a:lnTo>
                <a:lnTo>
                  <a:pt x="14752" y="22158"/>
                </a:lnTo>
                <a:lnTo>
                  <a:pt x="15438" y="22118"/>
                </a:lnTo>
                <a:lnTo>
                  <a:pt x="16144" y="22098"/>
                </a:lnTo>
                <a:lnTo>
                  <a:pt x="16871" y="22098"/>
                </a:lnTo>
                <a:lnTo>
                  <a:pt x="18082" y="22138"/>
                </a:lnTo>
                <a:lnTo>
                  <a:pt x="19293" y="22219"/>
                </a:lnTo>
                <a:lnTo>
                  <a:pt x="20503" y="22320"/>
                </a:lnTo>
                <a:lnTo>
                  <a:pt x="21694" y="22441"/>
                </a:lnTo>
                <a:lnTo>
                  <a:pt x="22905" y="22562"/>
                </a:lnTo>
                <a:lnTo>
                  <a:pt x="24156" y="22663"/>
                </a:lnTo>
                <a:lnTo>
                  <a:pt x="25387" y="22743"/>
                </a:lnTo>
                <a:lnTo>
                  <a:pt x="26638" y="22784"/>
                </a:lnTo>
                <a:lnTo>
                  <a:pt x="27788" y="22784"/>
                </a:lnTo>
                <a:lnTo>
                  <a:pt x="28414" y="22723"/>
                </a:lnTo>
                <a:lnTo>
                  <a:pt x="29019" y="22642"/>
                </a:lnTo>
                <a:lnTo>
                  <a:pt x="29342" y="22582"/>
                </a:lnTo>
                <a:lnTo>
                  <a:pt x="29645" y="22501"/>
                </a:lnTo>
                <a:lnTo>
                  <a:pt x="29948" y="22420"/>
                </a:lnTo>
                <a:lnTo>
                  <a:pt x="30250" y="22320"/>
                </a:lnTo>
                <a:lnTo>
                  <a:pt x="30533" y="22198"/>
                </a:lnTo>
                <a:lnTo>
                  <a:pt x="30836" y="22057"/>
                </a:lnTo>
                <a:lnTo>
                  <a:pt x="31118" y="21896"/>
                </a:lnTo>
                <a:lnTo>
                  <a:pt x="31380" y="21734"/>
                </a:lnTo>
                <a:lnTo>
                  <a:pt x="31340" y="21674"/>
                </a:lnTo>
                <a:lnTo>
                  <a:pt x="31037" y="21855"/>
                </a:lnTo>
                <a:lnTo>
                  <a:pt x="30674" y="22057"/>
                </a:lnTo>
                <a:lnTo>
                  <a:pt x="30250" y="22239"/>
                </a:lnTo>
                <a:lnTo>
                  <a:pt x="30008" y="22320"/>
                </a:lnTo>
                <a:lnTo>
                  <a:pt x="29746" y="22400"/>
                </a:lnTo>
                <a:lnTo>
                  <a:pt x="29463" y="22461"/>
                </a:lnTo>
                <a:lnTo>
                  <a:pt x="29140" y="22542"/>
                </a:lnTo>
                <a:lnTo>
                  <a:pt x="28797" y="22582"/>
                </a:lnTo>
                <a:lnTo>
                  <a:pt x="28434" y="22642"/>
                </a:lnTo>
                <a:lnTo>
                  <a:pt x="28031" y="22683"/>
                </a:lnTo>
                <a:lnTo>
                  <a:pt x="27607" y="22703"/>
                </a:lnTo>
                <a:lnTo>
                  <a:pt x="26638" y="22703"/>
                </a:lnTo>
                <a:lnTo>
                  <a:pt x="25387" y="22663"/>
                </a:lnTo>
                <a:lnTo>
                  <a:pt x="24156" y="22582"/>
                </a:lnTo>
                <a:lnTo>
                  <a:pt x="22925" y="22481"/>
                </a:lnTo>
                <a:lnTo>
                  <a:pt x="21694" y="22360"/>
                </a:lnTo>
                <a:lnTo>
                  <a:pt x="20503" y="22259"/>
                </a:lnTo>
                <a:lnTo>
                  <a:pt x="19293" y="22138"/>
                </a:lnTo>
                <a:lnTo>
                  <a:pt x="18082" y="22057"/>
                </a:lnTo>
                <a:lnTo>
                  <a:pt x="16871" y="22017"/>
                </a:lnTo>
                <a:lnTo>
                  <a:pt x="16144" y="22017"/>
                </a:lnTo>
                <a:lnTo>
                  <a:pt x="15438" y="22037"/>
                </a:lnTo>
                <a:lnTo>
                  <a:pt x="14752" y="22077"/>
                </a:lnTo>
                <a:lnTo>
                  <a:pt x="14086" y="22138"/>
                </a:lnTo>
                <a:lnTo>
                  <a:pt x="13420" y="22219"/>
                </a:lnTo>
                <a:lnTo>
                  <a:pt x="12795" y="22299"/>
                </a:lnTo>
                <a:lnTo>
                  <a:pt x="12189" y="22420"/>
                </a:lnTo>
                <a:lnTo>
                  <a:pt x="11584" y="22562"/>
                </a:lnTo>
                <a:lnTo>
                  <a:pt x="11019" y="22723"/>
                </a:lnTo>
                <a:lnTo>
                  <a:pt x="10454" y="22905"/>
                </a:lnTo>
                <a:lnTo>
                  <a:pt x="9909" y="23107"/>
                </a:lnTo>
                <a:lnTo>
                  <a:pt x="9404" y="23329"/>
                </a:lnTo>
                <a:lnTo>
                  <a:pt x="8900" y="23571"/>
                </a:lnTo>
                <a:lnTo>
                  <a:pt x="8416" y="23833"/>
                </a:lnTo>
                <a:lnTo>
                  <a:pt x="7972" y="24116"/>
                </a:lnTo>
                <a:lnTo>
                  <a:pt x="7528" y="24418"/>
                </a:lnTo>
                <a:lnTo>
                  <a:pt x="7084" y="24782"/>
                </a:lnTo>
                <a:lnTo>
                  <a:pt x="6660" y="25145"/>
                </a:lnTo>
                <a:lnTo>
                  <a:pt x="6236" y="25528"/>
                </a:lnTo>
                <a:lnTo>
                  <a:pt x="5832" y="25932"/>
                </a:lnTo>
                <a:lnTo>
                  <a:pt x="5449" y="26356"/>
                </a:lnTo>
                <a:lnTo>
                  <a:pt x="5066" y="26759"/>
                </a:lnTo>
                <a:lnTo>
                  <a:pt x="4319" y="27607"/>
                </a:lnTo>
                <a:lnTo>
                  <a:pt x="4117" y="27869"/>
                </a:lnTo>
                <a:lnTo>
                  <a:pt x="3996" y="27990"/>
                </a:lnTo>
                <a:lnTo>
                  <a:pt x="3895" y="28091"/>
                </a:lnTo>
                <a:lnTo>
                  <a:pt x="3774" y="28172"/>
                </a:lnTo>
                <a:lnTo>
                  <a:pt x="3653" y="28212"/>
                </a:lnTo>
                <a:lnTo>
                  <a:pt x="3552" y="28232"/>
                </a:lnTo>
                <a:lnTo>
                  <a:pt x="3451" y="28212"/>
                </a:lnTo>
                <a:lnTo>
                  <a:pt x="3350" y="28192"/>
                </a:lnTo>
                <a:lnTo>
                  <a:pt x="3270" y="28131"/>
                </a:lnTo>
                <a:lnTo>
                  <a:pt x="3169" y="28031"/>
                </a:lnTo>
                <a:lnTo>
                  <a:pt x="3068" y="27909"/>
                </a:lnTo>
                <a:lnTo>
                  <a:pt x="3007" y="27768"/>
                </a:lnTo>
                <a:lnTo>
                  <a:pt x="2947" y="27627"/>
                </a:lnTo>
                <a:lnTo>
                  <a:pt x="2906" y="27465"/>
                </a:lnTo>
                <a:lnTo>
                  <a:pt x="2866" y="27284"/>
                </a:lnTo>
                <a:lnTo>
                  <a:pt x="2826" y="26961"/>
                </a:lnTo>
                <a:lnTo>
                  <a:pt x="2805" y="26013"/>
                </a:lnTo>
                <a:lnTo>
                  <a:pt x="2765" y="25044"/>
                </a:lnTo>
                <a:lnTo>
                  <a:pt x="2684" y="24095"/>
                </a:lnTo>
                <a:lnTo>
                  <a:pt x="2624" y="23147"/>
                </a:lnTo>
                <a:lnTo>
                  <a:pt x="2523" y="22178"/>
                </a:lnTo>
                <a:lnTo>
                  <a:pt x="2422" y="21230"/>
                </a:lnTo>
                <a:lnTo>
                  <a:pt x="2180" y="19333"/>
                </a:lnTo>
                <a:lnTo>
                  <a:pt x="1918" y="17436"/>
                </a:lnTo>
                <a:lnTo>
                  <a:pt x="1615" y="15539"/>
                </a:lnTo>
                <a:lnTo>
                  <a:pt x="989" y="11806"/>
                </a:lnTo>
                <a:lnTo>
                  <a:pt x="747" y="10494"/>
                </a:lnTo>
                <a:lnTo>
                  <a:pt x="505" y="8940"/>
                </a:lnTo>
                <a:lnTo>
                  <a:pt x="384" y="8173"/>
                </a:lnTo>
                <a:lnTo>
                  <a:pt x="283" y="7447"/>
                </a:lnTo>
                <a:lnTo>
                  <a:pt x="202" y="6700"/>
                </a:lnTo>
                <a:lnTo>
                  <a:pt x="142" y="5974"/>
                </a:lnTo>
                <a:lnTo>
                  <a:pt x="101" y="5247"/>
                </a:lnTo>
                <a:lnTo>
                  <a:pt x="81" y="4501"/>
                </a:lnTo>
                <a:lnTo>
                  <a:pt x="101" y="3693"/>
                </a:lnTo>
                <a:lnTo>
                  <a:pt x="142" y="2926"/>
                </a:lnTo>
                <a:lnTo>
                  <a:pt x="243" y="2180"/>
                </a:lnTo>
                <a:lnTo>
                  <a:pt x="364" y="1474"/>
                </a:lnTo>
                <a:lnTo>
                  <a:pt x="444" y="1110"/>
                </a:lnTo>
                <a:lnTo>
                  <a:pt x="545" y="828"/>
                </a:lnTo>
                <a:lnTo>
                  <a:pt x="606" y="707"/>
                </a:lnTo>
                <a:lnTo>
                  <a:pt x="666" y="626"/>
                </a:lnTo>
                <a:lnTo>
                  <a:pt x="747" y="545"/>
                </a:lnTo>
                <a:lnTo>
                  <a:pt x="828" y="465"/>
                </a:lnTo>
                <a:lnTo>
                  <a:pt x="909" y="404"/>
                </a:lnTo>
                <a:lnTo>
                  <a:pt x="1009" y="364"/>
                </a:lnTo>
                <a:lnTo>
                  <a:pt x="1252" y="303"/>
                </a:lnTo>
                <a:lnTo>
                  <a:pt x="1574" y="243"/>
                </a:lnTo>
                <a:lnTo>
                  <a:pt x="1958" y="202"/>
                </a:lnTo>
                <a:lnTo>
                  <a:pt x="3310" y="81"/>
                </a:lnTo>
                <a:lnTo>
                  <a:pt x="3310" y="0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87" name="Google Shape;2687;p34"/>
          <p:cNvSpPr/>
          <p:nvPr/>
        </p:nvSpPr>
        <p:spPr>
          <a:xfrm flipH="1">
            <a:off x="-2055978" y="227918"/>
            <a:ext cx="1571672" cy="1149682"/>
          </a:xfrm>
          <a:custGeom>
            <a:rect b="b" l="l" r="r" t="t"/>
            <a:pathLst>
              <a:path extrusionOk="0" h="20564" w="28112">
                <a:moveTo>
                  <a:pt x="7083" y="81"/>
                </a:moveTo>
                <a:lnTo>
                  <a:pt x="8436" y="142"/>
                </a:lnTo>
                <a:lnTo>
                  <a:pt x="9767" y="202"/>
                </a:lnTo>
                <a:lnTo>
                  <a:pt x="12956" y="384"/>
                </a:lnTo>
                <a:lnTo>
                  <a:pt x="14550" y="485"/>
                </a:lnTo>
                <a:lnTo>
                  <a:pt x="16165" y="586"/>
                </a:lnTo>
                <a:lnTo>
                  <a:pt x="17779" y="727"/>
                </a:lnTo>
                <a:lnTo>
                  <a:pt x="19393" y="868"/>
                </a:lnTo>
                <a:lnTo>
                  <a:pt x="21008" y="1030"/>
                </a:lnTo>
                <a:lnTo>
                  <a:pt x="22602" y="1211"/>
                </a:lnTo>
                <a:lnTo>
                  <a:pt x="23248" y="1312"/>
                </a:lnTo>
                <a:lnTo>
                  <a:pt x="23873" y="1433"/>
                </a:lnTo>
                <a:lnTo>
                  <a:pt x="24499" y="1574"/>
                </a:lnTo>
                <a:lnTo>
                  <a:pt x="24781" y="1675"/>
                </a:lnTo>
                <a:lnTo>
                  <a:pt x="25084" y="1776"/>
                </a:lnTo>
                <a:lnTo>
                  <a:pt x="25346" y="1877"/>
                </a:lnTo>
                <a:lnTo>
                  <a:pt x="25629" y="2018"/>
                </a:lnTo>
                <a:lnTo>
                  <a:pt x="25871" y="2160"/>
                </a:lnTo>
                <a:lnTo>
                  <a:pt x="26113" y="2301"/>
                </a:lnTo>
                <a:lnTo>
                  <a:pt x="26355" y="2483"/>
                </a:lnTo>
                <a:lnTo>
                  <a:pt x="26557" y="2684"/>
                </a:lnTo>
                <a:lnTo>
                  <a:pt x="26759" y="2886"/>
                </a:lnTo>
                <a:lnTo>
                  <a:pt x="26941" y="3128"/>
                </a:lnTo>
                <a:lnTo>
                  <a:pt x="27082" y="3370"/>
                </a:lnTo>
                <a:lnTo>
                  <a:pt x="27203" y="3613"/>
                </a:lnTo>
                <a:lnTo>
                  <a:pt x="27304" y="3855"/>
                </a:lnTo>
                <a:lnTo>
                  <a:pt x="27405" y="4137"/>
                </a:lnTo>
                <a:lnTo>
                  <a:pt x="27486" y="4400"/>
                </a:lnTo>
                <a:lnTo>
                  <a:pt x="27546" y="4662"/>
                </a:lnTo>
                <a:lnTo>
                  <a:pt x="27667" y="5207"/>
                </a:lnTo>
                <a:lnTo>
                  <a:pt x="27748" y="5772"/>
                </a:lnTo>
                <a:lnTo>
                  <a:pt x="27829" y="6337"/>
                </a:lnTo>
                <a:lnTo>
                  <a:pt x="27909" y="6922"/>
                </a:lnTo>
                <a:lnTo>
                  <a:pt x="27950" y="7487"/>
                </a:lnTo>
                <a:lnTo>
                  <a:pt x="27990" y="8072"/>
                </a:lnTo>
                <a:lnTo>
                  <a:pt x="28030" y="8678"/>
                </a:lnTo>
                <a:lnTo>
                  <a:pt x="28030" y="9283"/>
                </a:lnTo>
                <a:lnTo>
                  <a:pt x="28030" y="9889"/>
                </a:lnTo>
                <a:lnTo>
                  <a:pt x="28010" y="10494"/>
                </a:lnTo>
                <a:lnTo>
                  <a:pt x="27990" y="11120"/>
                </a:lnTo>
                <a:lnTo>
                  <a:pt x="27950" y="11765"/>
                </a:lnTo>
                <a:lnTo>
                  <a:pt x="27889" y="12411"/>
                </a:lnTo>
                <a:lnTo>
                  <a:pt x="27829" y="13057"/>
                </a:lnTo>
                <a:lnTo>
                  <a:pt x="27748" y="13723"/>
                </a:lnTo>
                <a:lnTo>
                  <a:pt x="27526" y="15075"/>
                </a:lnTo>
                <a:lnTo>
                  <a:pt x="27405" y="15700"/>
                </a:lnTo>
                <a:lnTo>
                  <a:pt x="27344" y="16003"/>
                </a:lnTo>
                <a:lnTo>
                  <a:pt x="27264" y="16306"/>
                </a:lnTo>
                <a:lnTo>
                  <a:pt x="27142" y="16609"/>
                </a:lnTo>
                <a:lnTo>
                  <a:pt x="27021" y="16891"/>
                </a:lnTo>
                <a:lnTo>
                  <a:pt x="26880" y="17174"/>
                </a:lnTo>
                <a:lnTo>
                  <a:pt x="26698" y="17436"/>
                </a:lnTo>
                <a:lnTo>
                  <a:pt x="26577" y="17597"/>
                </a:lnTo>
                <a:lnTo>
                  <a:pt x="26436" y="17739"/>
                </a:lnTo>
                <a:lnTo>
                  <a:pt x="26275" y="17900"/>
                </a:lnTo>
                <a:lnTo>
                  <a:pt x="26113" y="18021"/>
                </a:lnTo>
                <a:lnTo>
                  <a:pt x="25932" y="18162"/>
                </a:lnTo>
                <a:lnTo>
                  <a:pt x="25750" y="18284"/>
                </a:lnTo>
                <a:lnTo>
                  <a:pt x="25548" y="18384"/>
                </a:lnTo>
                <a:lnTo>
                  <a:pt x="25326" y="18485"/>
                </a:lnTo>
                <a:lnTo>
                  <a:pt x="25104" y="18586"/>
                </a:lnTo>
                <a:lnTo>
                  <a:pt x="24862" y="18667"/>
                </a:lnTo>
                <a:lnTo>
                  <a:pt x="24337" y="18828"/>
                </a:lnTo>
                <a:lnTo>
                  <a:pt x="23772" y="18949"/>
                </a:lnTo>
                <a:lnTo>
                  <a:pt x="23147" y="19030"/>
                </a:lnTo>
                <a:lnTo>
                  <a:pt x="22299" y="19091"/>
                </a:lnTo>
                <a:lnTo>
                  <a:pt x="21452" y="19111"/>
                </a:lnTo>
                <a:lnTo>
                  <a:pt x="20604" y="19091"/>
                </a:lnTo>
                <a:lnTo>
                  <a:pt x="19757" y="19050"/>
                </a:lnTo>
                <a:lnTo>
                  <a:pt x="18909" y="18990"/>
                </a:lnTo>
                <a:lnTo>
                  <a:pt x="18061" y="18909"/>
                </a:lnTo>
                <a:lnTo>
                  <a:pt x="16386" y="18727"/>
                </a:lnTo>
                <a:lnTo>
                  <a:pt x="15277" y="18606"/>
                </a:lnTo>
                <a:lnTo>
                  <a:pt x="14187" y="18485"/>
                </a:lnTo>
                <a:lnTo>
                  <a:pt x="13077" y="18405"/>
                </a:lnTo>
                <a:lnTo>
                  <a:pt x="11987" y="18344"/>
                </a:lnTo>
                <a:lnTo>
                  <a:pt x="10877" y="18344"/>
                </a:lnTo>
                <a:lnTo>
                  <a:pt x="10332" y="18384"/>
                </a:lnTo>
                <a:lnTo>
                  <a:pt x="9788" y="18425"/>
                </a:lnTo>
                <a:lnTo>
                  <a:pt x="9243" y="18485"/>
                </a:lnTo>
                <a:lnTo>
                  <a:pt x="8698" y="18566"/>
                </a:lnTo>
                <a:lnTo>
                  <a:pt x="8153" y="18667"/>
                </a:lnTo>
                <a:lnTo>
                  <a:pt x="7608" y="18808"/>
                </a:lnTo>
                <a:lnTo>
                  <a:pt x="7184" y="18929"/>
                </a:lnTo>
                <a:lnTo>
                  <a:pt x="6761" y="19071"/>
                </a:lnTo>
                <a:lnTo>
                  <a:pt x="5933" y="19373"/>
                </a:lnTo>
                <a:lnTo>
                  <a:pt x="5126" y="19716"/>
                </a:lnTo>
                <a:lnTo>
                  <a:pt x="4319" y="20059"/>
                </a:lnTo>
                <a:lnTo>
                  <a:pt x="4117" y="20140"/>
                </a:lnTo>
                <a:lnTo>
                  <a:pt x="3693" y="20322"/>
                </a:lnTo>
                <a:lnTo>
                  <a:pt x="3491" y="20382"/>
                </a:lnTo>
                <a:lnTo>
                  <a:pt x="3269" y="20443"/>
                </a:lnTo>
                <a:lnTo>
                  <a:pt x="3068" y="20463"/>
                </a:lnTo>
                <a:lnTo>
                  <a:pt x="2866" y="20483"/>
                </a:lnTo>
                <a:lnTo>
                  <a:pt x="2664" y="20443"/>
                </a:lnTo>
                <a:lnTo>
                  <a:pt x="2462" y="20382"/>
                </a:lnTo>
                <a:lnTo>
                  <a:pt x="2301" y="20302"/>
                </a:lnTo>
                <a:lnTo>
                  <a:pt x="2139" y="20180"/>
                </a:lnTo>
                <a:lnTo>
                  <a:pt x="2018" y="20059"/>
                </a:lnTo>
                <a:lnTo>
                  <a:pt x="1917" y="19898"/>
                </a:lnTo>
                <a:lnTo>
                  <a:pt x="1817" y="19737"/>
                </a:lnTo>
                <a:lnTo>
                  <a:pt x="1756" y="19575"/>
                </a:lnTo>
                <a:lnTo>
                  <a:pt x="1695" y="19414"/>
                </a:lnTo>
                <a:lnTo>
                  <a:pt x="1655" y="19252"/>
                </a:lnTo>
                <a:lnTo>
                  <a:pt x="1635" y="18909"/>
                </a:lnTo>
                <a:lnTo>
                  <a:pt x="1635" y="18586"/>
                </a:lnTo>
                <a:lnTo>
                  <a:pt x="1655" y="18243"/>
                </a:lnTo>
                <a:lnTo>
                  <a:pt x="1695" y="17920"/>
                </a:lnTo>
                <a:lnTo>
                  <a:pt x="1716" y="17759"/>
                </a:lnTo>
                <a:lnTo>
                  <a:pt x="1796" y="16851"/>
                </a:lnTo>
                <a:lnTo>
                  <a:pt x="1857" y="15922"/>
                </a:lnTo>
                <a:lnTo>
                  <a:pt x="1857" y="15014"/>
                </a:lnTo>
                <a:lnTo>
                  <a:pt x="1817" y="14106"/>
                </a:lnTo>
                <a:lnTo>
                  <a:pt x="1736" y="13198"/>
                </a:lnTo>
                <a:lnTo>
                  <a:pt x="1615" y="12290"/>
                </a:lnTo>
                <a:lnTo>
                  <a:pt x="1453" y="11382"/>
                </a:lnTo>
                <a:lnTo>
                  <a:pt x="1251" y="10474"/>
                </a:lnTo>
                <a:lnTo>
                  <a:pt x="1050" y="9747"/>
                </a:lnTo>
                <a:lnTo>
                  <a:pt x="848" y="9021"/>
                </a:lnTo>
                <a:lnTo>
                  <a:pt x="626" y="8234"/>
                </a:lnTo>
                <a:lnTo>
                  <a:pt x="424" y="7447"/>
                </a:lnTo>
                <a:lnTo>
                  <a:pt x="323" y="7043"/>
                </a:lnTo>
                <a:lnTo>
                  <a:pt x="242" y="6640"/>
                </a:lnTo>
                <a:lnTo>
                  <a:pt x="182" y="6236"/>
                </a:lnTo>
                <a:lnTo>
                  <a:pt x="121" y="5812"/>
                </a:lnTo>
                <a:lnTo>
                  <a:pt x="101" y="5510"/>
                </a:lnTo>
                <a:lnTo>
                  <a:pt x="81" y="5227"/>
                </a:lnTo>
                <a:lnTo>
                  <a:pt x="81" y="4924"/>
                </a:lnTo>
                <a:lnTo>
                  <a:pt x="101" y="4642"/>
                </a:lnTo>
                <a:lnTo>
                  <a:pt x="121" y="4339"/>
                </a:lnTo>
                <a:lnTo>
                  <a:pt x="162" y="4077"/>
                </a:lnTo>
                <a:lnTo>
                  <a:pt x="222" y="3794"/>
                </a:lnTo>
                <a:lnTo>
                  <a:pt x="283" y="3532"/>
                </a:lnTo>
                <a:lnTo>
                  <a:pt x="343" y="3270"/>
                </a:lnTo>
                <a:lnTo>
                  <a:pt x="444" y="3027"/>
                </a:lnTo>
                <a:lnTo>
                  <a:pt x="545" y="2765"/>
                </a:lnTo>
                <a:lnTo>
                  <a:pt x="646" y="2543"/>
                </a:lnTo>
                <a:lnTo>
                  <a:pt x="767" y="2301"/>
                </a:lnTo>
                <a:lnTo>
                  <a:pt x="908" y="2099"/>
                </a:lnTo>
                <a:lnTo>
                  <a:pt x="1050" y="1877"/>
                </a:lnTo>
                <a:lnTo>
                  <a:pt x="1211" y="1675"/>
                </a:lnTo>
                <a:lnTo>
                  <a:pt x="1494" y="1352"/>
                </a:lnTo>
                <a:lnTo>
                  <a:pt x="1837" y="1070"/>
                </a:lnTo>
                <a:lnTo>
                  <a:pt x="2200" y="828"/>
                </a:lnTo>
                <a:lnTo>
                  <a:pt x="2583" y="606"/>
                </a:lnTo>
                <a:lnTo>
                  <a:pt x="2987" y="444"/>
                </a:lnTo>
                <a:lnTo>
                  <a:pt x="3431" y="303"/>
                </a:lnTo>
                <a:lnTo>
                  <a:pt x="3895" y="202"/>
                </a:lnTo>
                <a:lnTo>
                  <a:pt x="4379" y="142"/>
                </a:lnTo>
                <a:lnTo>
                  <a:pt x="5045" y="101"/>
                </a:lnTo>
                <a:lnTo>
                  <a:pt x="5731" y="81"/>
                </a:lnTo>
                <a:close/>
                <a:moveTo>
                  <a:pt x="5731" y="0"/>
                </a:moveTo>
                <a:lnTo>
                  <a:pt x="5045" y="21"/>
                </a:lnTo>
                <a:lnTo>
                  <a:pt x="4359" y="61"/>
                </a:lnTo>
                <a:lnTo>
                  <a:pt x="3875" y="121"/>
                </a:lnTo>
                <a:lnTo>
                  <a:pt x="3411" y="222"/>
                </a:lnTo>
                <a:lnTo>
                  <a:pt x="2967" y="364"/>
                </a:lnTo>
                <a:lnTo>
                  <a:pt x="2543" y="545"/>
                </a:lnTo>
                <a:lnTo>
                  <a:pt x="2139" y="767"/>
                </a:lnTo>
                <a:lnTo>
                  <a:pt x="1776" y="1009"/>
                </a:lnTo>
                <a:lnTo>
                  <a:pt x="1453" y="1312"/>
                </a:lnTo>
                <a:lnTo>
                  <a:pt x="1151" y="1635"/>
                </a:lnTo>
                <a:lnTo>
                  <a:pt x="989" y="1837"/>
                </a:lnTo>
                <a:lnTo>
                  <a:pt x="828" y="2039"/>
                </a:lnTo>
                <a:lnTo>
                  <a:pt x="707" y="2261"/>
                </a:lnTo>
                <a:lnTo>
                  <a:pt x="565" y="2503"/>
                </a:lnTo>
                <a:lnTo>
                  <a:pt x="464" y="2745"/>
                </a:lnTo>
                <a:lnTo>
                  <a:pt x="364" y="2987"/>
                </a:lnTo>
                <a:lnTo>
                  <a:pt x="283" y="3249"/>
                </a:lnTo>
                <a:lnTo>
                  <a:pt x="202" y="3512"/>
                </a:lnTo>
                <a:lnTo>
                  <a:pt x="142" y="3774"/>
                </a:lnTo>
                <a:lnTo>
                  <a:pt x="81" y="4057"/>
                </a:lnTo>
                <a:lnTo>
                  <a:pt x="41" y="4339"/>
                </a:lnTo>
                <a:lnTo>
                  <a:pt x="20" y="4622"/>
                </a:lnTo>
                <a:lnTo>
                  <a:pt x="0" y="4924"/>
                </a:lnTo>
                <a:lnTo>
                  <a:pt x="0" y="5227"/>
                </a:lnTo>
                <a:lnTo>
                  <a:pt x="20" y="5530"/>
                </a:lnTo>
                <a:lnTo>
                  <a:pt x="41" y="5832"/>
                </a:lnTo>
                <a:lnTo>
                  <a:pt x="101" y="6236"/>
                </a:lnTo>
                <a:lnTo>
                  <a:pt x="162" y="6660"/>
                </a:lnTo>
                <a:lnTo>
                  <a:pt x="242" y="7063"/>
                </a:lnTo>
                <a:lnTo>
                  <a:pt x="343" y="7467"/>
                </a:lnTo>
                <a:lnTo>
                  <a:pt x="545" y="8254"/>
                </a:lnTo>
                <a:lnTo>
                  <a:pt x="767" y="9041"/>
                </a:lnTo>
                <a:lnTo>
                  <a:pt x="969" y="9768"/>
                </a:lnTo>
                <a:lnTo>
                  <a:pt x="1171" y="10494"/>
                </a:lnTo>
                <a:lnTo>
                  <a:pt x="1373" y="11402"/>
                </a:lnTo>
                <a:lnTo>
                  <a:pt x="1534" y="12290"/>
                </a:lnTo>
                <a:lnTo>
                  <a:pt x="1655" y="13198"/>
                </a:lnTo>
                <a:lnTo>
                  <a:pt x="1736" y="14106"/>
                </a:lnTo>
                <a:lnTo>
                  <a:pt x="1776" y="15014"/>
                </a:lnTo>
                <a:lnTo>
                  <a:pt x="1776" y="15922"/>
                </a:lnTo>
                <a:lnTo>
                  <a:pt x="1716" y="16851"/>
                </a:lnTo>
                <a:lnTo>
                  <a:pt x="1635" y="17759"/>
                </a:lnTo>
                <a:lnTo>
                  <a:pt x="1615" y="17900"/>
                </a:lnTo>
                <a:lnTo>
                  <a:pt x="1574" y="18243"/>
                </a:lnTo>
                <a:lnTo>
                  <a:pt x="1554" y="18586"/>
                </a:lnTo>
                <a:lnTo>
                  <a:pt x="1554" y="18929"/>
                </a:lnTo>
                <a:lnTo>
                  <a:pt x="1595" y="19252"/>
                </a:lnTo>
                <a:lnTo>
                  <a:pt x="1615" y="19434"/>
                </a:lnTo>
                <a:lnTo>
                  <a:pt x="1675" y="19595"/>
                </a:lnTo>
                <a:lnTo>
                  <a:pt x="1756" y="19777"/>
                </a:lnTo>
                <a:lnTo>
                  <a:pt x="1837" y="19938"/>
                </a:lnTo>
                <a:lnTo>
                  <a:pt x="1958" y="20100"/>
                </a:lnTo>
                <a:lnTo>
                  <a:pt x="2099" y="20241"/>
                </a:lnTo>
                <a:lnTo>
                  <a:pt x="2260" y="20362"/>
                </a:lnTo>
                <a:lnTo>
                  <a:pt x="2422" y="20463"/>
                </a:lnTo>
                <a:lnTo>
                  <a:pt x="2563" y="20503"/>
                </a:lnTo>
                <a:lnTo>
                  <a:pt x="2684" y="20544"/>
                </a:lnTo>
                <a:lnTo>
                  <a:pt x="2926" y="20564"/>
                </a:lnTo>
                <a:lnTo>
                  <a:pt x="3088" y="20544"/>
                </a:lnTo>
                <a:lnTo>
                  <a:pt x="3229" y="20524"/>
                </a:lnTo>
                <a:lnTo>
                  <a:pt x="3532" y="20463"/>
                </a:lnTo>
                <a:lnTo>
                  <a:pt x="3855" y="20342"/>
                </a:lnTo>
                <a:lnTo>
                  <a:pt x="4157" y="20221"/>
                </a:lnTo>
                <a:lnTo>
                  <a:pt x="4339" y="20140"/>
                </a:lnTo>
                <a:lnTo>
                  <a:pt x="5146" y="19777"/>
                </a:lnTo>
                <a:lnTo>
                  <a:pt x="5974" y="19454"/>
                </a:lnTo>
                <a:lnTo>
                  <a:pt x="6801" y="19131"/>
                </a:lnTo>
                <a:lnTo>
                  <a:pt x="7205" y="19010"/>
                </a:lnTo>
                <a:lnTo>
                  <a:pt x="7628" y="18889"/>
                </a:lnTo>
                <a:lnTo>
                  <a:pt x="8173" y="18748"/>
                </a:lnTo>
                <a:lnTo>
                  <a:pt x="8718" y="18647"/>
                </a:lnTo>
                <a:lnTo>
                  <a:pt x="9243" y="18566"/>
                </a:lnTo>
                <a:lnTo>
                  <a:pt x="9788" y="18506"/>
                </a:lnTo>
                <a:lnTo>
                  <a:pt x="10332" y="18465"/>
                </a:lnTo>
                <a:lnTo>
                  <a:pt x="10877" y="18425"/>
                </a:lnTo>
                <a:lnTo>
                  <a:pt x="11987" y="18425"/>
                </a:lnTo>
                <a:lnTo>
                  <a:pt x="13077" y="18485"/>
                </a:lnTo>
                <a:lnTo>
                  <a:pt x="14187" y="18566"/>
                </a:lnTo>
                <a:lnTo>
                  <a:pt x="15277" y="18687"/>
                </a:lnTo>
                <a:lnTo>
                  <a:pt x="16366" y="18808"/>
                </a:lnTo>
                <a:lnTo>
                  <a:pt x="18061" y="18990"/>
                </a:lnTo>
                <a:lnTo>
                  <a:pt x="18909" y="19071"/>
                </a:lnTo>
                <a:lnTo>
                  <a:pt x="19757" y="19131"/>
                </a:lnTo>
                <a:lnTo>
                  <a:pt x="20604" y="19171"/>
                </a:lnTo>
                <a:lnTo>
                  <a:pt x="21472" y="19192"/>
                </a:lnTo>
                <a:lnTo>
                  <a:pt x="22319" y="19171"/>
                </a:lnTo>
                <a:lnTo>
                  <a:pt x="23167" y="19111"/>
                </a:lnTo>
                <a:lnTo>
                  <a:pt x="23793" y="19010"/>
                </a:lnTo>
                <a:lnTo>
                  <a:pt x="24358" y="18909"/>
                </a:lnTo>
                <a:lnTo>
                  <a:pt x="24902" y="18748"/>
                </a:lnTo>
                <a:lnTo>
                  <a:pt x="25145" y="18667"/>
                </a:lnTo>
                <a:lnTo>
                  <a:pt x="25367" y="18566"/>
                </a:lnTo>
                <a:lnTo>
                  <a:pt x="25589" y="18465"/>
                </a:lnTo>
                <a:lnTo>
                  <a:pt x="25790" y="18344"/>
                </a:lnTo>
                <a:lnTo>
                  <a:pt x="25992" y="18223"/>
                </a:lnTo>
                <a:lnTo>
                  <a:pt x="26174" y="18082"/>
                </a:lnTo>
                <a:lnTo>
                  <a:pt x="26335" y="17961"/>
                </a:lnTo>
                <a:lnTo>
                  <a:pt x="26497" y="17799"/>
                </a:lnTo>
                <a:lnTo>
                  <a:pt x="26638" y="17638"/>
                </a:lnTo>
                <a:lnTo>
                  <a:pt x="26779" y="17476"/>
                </a:lnTo>
                <a:lnTo>
                  <a:pt x="26941" y="17214"/>
                </a:lnTo>
                <a:lnTo>
                  <a:pt x="27102" y="16931"/>
                </a:lnTo>
                <a:lnTo>
                  <a:pt x="27223" y="16629"/>
                </a:lnTo>
                <a:lnTo>
                  <a:pt x="27324" y="16326"/>
                </a:lnTo>
                <a:lnTo>
                  <a:pt x="27425" y="16023"/>
                </a:lnTo>
                <a:lnTo>
                  <a:pt x="27486" y="15721"/>
                </a:lnTo>
                <a:lnTo>
                  <a:pt x="27607" y="15095"/>
                </a:lnTo>
                <a:lnTo>
                  <a:pt x="27728" y="14409"/>
                </a:lnTo>
                <a:lnTo>
                  <a:pt x="27829" y="13723"/>
                </a:lnTo>
                <a:lnTo>
                  <a:pt x="27909" y="13057"/>
                </a:lnTo>
                <a:lnTo>
                  <a:pt x="27970" y="12411"/>
                </a:lnTo>
                <a:lnTo>
                  <a:pt x="28030" y="11765"/>
                </a:lnTo>
                <a:lnTo>
                  <a:pt x="28071" y="11140"/>
                </a:lnTo>
                <a:lnTo>
                  <a:pt x="28091" y="10494"/>
                </a:lnTo>
                <a:lnTo>
                  <a:pt x="28111" y="9889"/>
                </a:lnTo>
                <a:lnTo>
                  <a:pt x="28111" y="9263"/>
                </a:lnTo>
                <a:lnTo>
                  <a:pt x="28111" y="8678"/>
                </a:lnTo>
                <a:lnTo>
                  <a:pt x="28071" y="8072"/>
                </a:lnTo>
                <a:lnTo>
                  <a:pt x="28030" y="7487"/>
                </a:lnTo>
                <a:lnTo>
                  <a:pt x="27990" y="6902"/>
                </a:lnTo>
                <a:lnTo>
                  <a:pt x="27909" y="6337"/>
                </a:lnTo>
                <a:lnTo>
                  <a:pt x="27829" y="5752"/>
                </a:lnTo>
                <a:lnTo>
                  <a:pt x="27748" y="5207"/>
                </a:lnTo>
                <a:lnTo>
                  <a:pt x="27627" y="4642"/>
                </a:lnTo>
                <a:lnTo>
                  <a:pt x="27566" y="4379"/>
                </a:lnTo>
                <a:lnTo>
                  <a:pt x="27486" y="4097"/>
                </a:lnTo>
                <a:lnTo>
                  <a:pt x="27385" y="3835"/>
                </a:lnTo>
                <a:lnTo>
                  <a:pt x="27284" y="3572"/>
                </a:lnTo>
                <a:lnTo>
                  <a:pt x="27142" y="3330"/>
                </a:lnTo>
                <a:lnTo>
                  <a:pt x="27001" y="3088"/>
                </a:lnTo>
                <a:lnTo>
                  <a:pt x="26820" y="2846"/>
                </a:lnTo>
                <a:lnTo>
                  <a:pt x="26618" y="2624"/>
                </a:lnTo>
                <a:lnTo>
                  <a:pt x="26396" y="2422"/>
                </a:lnTo>
                <a:lnTo>
                  <a:pt x="26174" y="2240"/>
                </a:lnTo>
                <a:lnTo>
                  <a:pt x="25932" y="2079"/>
                </a:lnTo>
                <a:lnTo>
                  <a:pt x="25669" y="1938"/>
                </a:lnTo>
                <a:lnTo>
                  <a:pt x="25407" y="1817"/>
                </a:lnTo>
                <a:lnTo>
                  <a:pt x="25124" y="1696"/>
                </a:lnTo>
                <a:lnTo>
                  <a:pt x="24822" y="1595"/>
                </a:lnTo>
                <a:lnTo>
                  <a:pt x="24519" y="1494"/>
                </a:lnTo>
                <a:lnTo>
                  <a:pt x="23914" y="1352"/>
                </a:lnTo>
                <a:lnTo>
                  <a:pt x="23268" y="1231"/>
                </a:lnTo>
                <a:lnTo>
                  <a:pt x="22622" y="1130"/>
                </a:lnTo>
                <a:lnTo>
                  <a:pt x="21008" y="949"/>
                </a:lnTo>
                <a:lnTo>
                  <a:pt x="19413" y="787"/>
                </a:lnTo>
                <a:lnTo>
                  <a:pt x="17799" y="646"/>
                </a:lnTo>
                <a:lnTo>
                  <a:pt x="16185" y="505"/>
                </a:lnTo>
                <a:lnTo>
                  <a:pt x="14570" y="404"/>
                </a:lnTo>
                <a:lnTo>
                  <a:pt x="12956" y="303"/>
                </a:lnTo>
                <a:lnTo>
                  <a:pt x="9767" y="121"/>
                </a:lnTo>
                <a:lnTo>
                  <a:pt x="8436" y="61"/>
                </a:lnTo>
                <a:lnTo>
                  <a:pt x="7083" y="0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88" name="Google Shape;2688;p34"/>
          <p:cNvSpPr/>
          <p:nvPr/>
        </p:nvSpPr>
        <p:spPr>
          <a:xfrm flipH="1">
            <a:off x="-2033389" y="234683"/>
            <a:ext cx="1393383" cy="700689"/>
          </a:xfrm>
          <a:custGeom>
            <a:rect b="b" l="l" r="r" t="t"/>
            <a:pathLst>
              <a:path extrusionOk="0" h="12533" w="24923">
                <a:moveTo>
                  <a:pt x="9525" y="0"/>
                </a:moveTo>
                <a:lnTo>
                  <a:pt x="8536" y="21"/>
                </a:lnTo>
                <a:lnTo>
                  <a:pt x="7547" y="41"/>
                </a:lnTo>
                <a:lnTo>
                  <a:pt x="6579" y="61"/>
                </a:lnTo>
                <a:lnTo>
                  <a:pt x="5630" y="122"/>
                </a:lnTo>
                <a:lnTo>
                  <a:pt x="4682" y="182"/>
                </a:lnTo>
                <a:lnTo>
                  <a:pt x="3754" y="263"/>
                </a:lnTo>
                <a:lnTo>
                  <a:pt x="3269" y="303"/>
                </a:lnTo>
                <a:lnTo>
                  <a:pt x="2785" y="384"/>
                </a:lnTo>
                <a:lnTo>
                  <a:pt x="2301" y="485"/>
                </a:lnTo>
                <a:lnTo>
                  <a:pt x="2079" y="545"/>
                </a:lnTo>
                <a:lnTo>
                  <a:pt x="1857" y="626"/>
                </a:lnTo>
                <a:lnTo>
                  <a:pt x="1635" y="727"/>
                </a:lnTo>
                <a:lnTo>
                  <a:pt x="1433" y="828"/>
                </a:lnTo>
                <a:lnTo>
                  <a:pt x="1231" y="949"/>
                </a:lnTo>
                <a:lnTo>
                  <a:pt x="1029" y="1090"/>
                </a:lnTo>
                <a:lnTo>
                  <a:pt x="868" y="1252"/>
                </a:lnTo>
                <a:lnTo>
                  <a:pt x="686" y="1413"/>
                </a:lnTo>
                <a:lnTo>
                  <a:pt x="545" y="1615"/>
                </a:lnTo>
                <a:lnTo>
                  <a:pt x="404" y="1817"/>
                </a:lnTo>
                <a:lnTo>
                  <a:pt x="283" y="2059"/>
                </a:lnTo>
                <a:lnTo>
                  <a:pt x="182" y="2301"/>
                </a:lnTo>
                <a:lnTo>
                  <a:pt x="81" y="2543"/>
                </a:lnTo>
                <a:lnTo>
                  <a:pt x="0" y="2805"/>
                </a:lnTo>
                <a:lnTo>
                  <a:pt x="61" y="2826"/>
                </a:lnTo>
                <a:lnTo>
                  <a:pt x="162" y="2584"/>
                </a:lnTo>
                <a:lnTo>
                  <a:pt x="242" y="2321"/>
                </a:lnTo>
                <a:lnTo>
                  <a:pt x="363" y="2079"/>
                </a:lnTo>
                <a:lnTo>
                  <a:pt x="484" y="1857"/>
                </a:lnTo>
                <a:lnTo>
                  <a:pt x="606" y="1655"/>
                </a:lnTo>
                <a:lnTo>
                  <a:pt x="767" y="1474"/>
                </a:lnTo>
                <a:lnTo>
                  <a:pt x="908" y="1292"/>
                </a:lnTo>
                <a:lnTo>
                  <a:pt x="1090" y="1151"/>
                </a:lnTo>
                <a:lnTo>
                  <a:pt x="1271" y="1009"/>
                </a:lnTo>
                <a:lnTo>
                  <a:pt x="1473" y="909"/>
                </a:lnTo>
                <a:lnTo>
                  <a:pt x="1675" y="787"/>
                </a:lnTo>
                <a:lnTo>
                  <a:pt x="1897" y="707"/>
                </a:lnTo>
                <a:lnTo>
                  <a:pt x="2119" y="626"/>
                </a:lnTo>
                <a:lnTo>
                  <a:pt x="2341" y="566"/>
                </a:lnTo>
                <a:lnTo>
                  <a:pt x="2805" y="465"/>
                </a:lnTo>
                <a:lnTo>
                  <a:pt x="3269" y="384"/>
                </a:lnTo>
                <a:lnTo>
                  <a:pt x="3754" y="344"/>
                </a:lnTo>
                <a:lnTo>
                  <a:pt x="4682" y="263"/>
                </a:lnTo>
                <a:lnTo>
                  <a:pt x="5630" y="202"/>
                </a:lnTo>
                <a:lnTo>
                  <a:pt x="6579" y="142"/>
                </a:lnTo>
                <a:lnTo>
                  <a:pt x="7547" y="122"/>
                </a:lnTo>
                <a:lnTo>
                  <a:pt x="8536" y="101"/>
                </a:lnTo>
                <a:lnTo>
                  <a:pt x="9525" y="81"/>
                </a:lnTo>
                <a:lnTo>
                  <a:pt x="10514" y="81"/>
                </a:lnTo>
                <a:lnTo>
                  <a:pt x="11523" y="101"/>
                </a:lnTo>
                <a:lnTo>
                  <a:pt x="12552" y="142"/>
                </a:lnTo>
                <a:lnTo>
                  <a:pt x="13601" y="182"/>
                </a:lnTo>
                <a:lnTo>
                  <a:pt x="14651" y="243"/>
                </a:lnTo>
                <a:lnTo>
                  <a:pt x="15720" y="323"/>
                </a:lnTo>
                <a:lnTo>
                  <a:pt x="17900" y="505"/>
                </a:lnTo>
                <a:lnTo>
                  <a:pt x="20140" y="727"/>
                </a:lnTo>
                <a:lnTo>
                  <a:pt x="20927" y="848"/>
                </a:lnTo>
                <a:lnTo>
                  <a:pt x="21330" y="909"/>
                </a:lnTo>
                <a:lnTo>
                  <a:pt x="21694" y="989"/>
                </a:lnTo>
                <a:lnTo>
                  <a:pt x="22057" y="1110"/>
                </a:lnTo>
                <a:lnTo>
                  <a:pt x="22400" y="1231"/>
                </a:lnTo>
                <a:lnTo>
                  <a:pt x="22723" y="1413"/>
                </a:lnTo>
                <a:lnTo>
                  <a:pt x="23046" y="1615"/>
                </a:lnTo>
                <a:lnTo>
                  <a:pt x="23248" y="1796"/>
                </a:lnTo>
                <a:lnTo>
                  <a:pt x="23449" y="1978"/>
                </a:lnTo>
                <a:lnTo>
                  <a:pt x="23631" y="2200"/>
                </a:lnTo>
                <a:lnTo>
                  <a:pt x="23792" y="2422"/>
                </a:lnTo>
                <a:lnTo>
                  <a:pt x="23954" y="2664"/>
                </a:lnTo>
                <a:lnTo>
                  <a:pt x="24075" y="2906"/>
                </a:lnTo>
                <a:lnTo>
                  <a:pt x="24196" y="3149"/>
                </a:lnTo>
                <a:lnTo>
                  <a:pt x="24297" y="3411"/>
                </a:lnTo>
                <a:lnTo>
                  <a:pt x="24378" y="3673"/>
                </a:lnTo>
                <a:lnTo>
                  <a:pt x="24458" y="3915"/>
                </a:lnTo>
                <a:lnTo>
                  <a:pt x="24579" y="4440"/>
                </a:lnTo>
                <a:lnTo>
                  <a:pt x="24660" y="4945"/>
                </a:lnTo>
                <a:lnTo>
                  <a:pt x="24721" y="5409"/>
                </a:lnTo>
                <a:lnTo>
                  <a:pt x="24781" y="6095"/>
                </a:lnTo>
                <a:lnTo>
                  <a:pt x="24822" y="6781"/>
                </a:lnTo>
                <a:lnTo>
                  <a:pt x="24842" y="7487"/>
                </a:lnTo>
                <a:lnTo>
                  <a:pt x="24822" y="8173"/>
                </a:lnTo>
                <a:lnTo>
                  <a:pt x="24801" y="8860"/>
                </a:lnTo>
                <a:lnTo>
                  <a:pt x="24741" y="9566"/>
                </a:lnTo>
                <a:lnTo>
                  <a:pt x="24660" y="10252"/>
                </a:lnTo>
                <a:lnTo>
                  <a:pt x="24559" y="10938"/>
                </a:lnTo>
                <a:lnTo>
                  <a:pt x="24479" y="11362"/>
                </a:lnTo>
                <a:lnTo>
                  <a:pt x="24398" y="11765"/>
                </a:lnTo>
                <a:lnTo>
                  <a:pt x="24297" y="12149"/>
                </a:lnTo>
                <a:lnTo>
                  <a:pt x="24196" y="12512"/>
                </a:lnTo>
                <a:lnTo>
                  <a:pt x="24257" y="12532"/>
                </a:lnTo>
                <a:lnTo>
                  <a:pt x="24378" y="12169"/>
                </a:lnTo>
                <a:lnTo>
                  <a:pt x="24479" y="11765"/>
                </a:lnTo>
                <a:lnTo>
                  <a:pt x="24559" y="11362"/>
                </a:lnTo>
                <a:lnTo>
                  <a:pt x="24640" y="10938"/>
                </a:lnTo>
                <a:lnTo>
                  <a:pt x="24741" y="10252"/>
                </a:lnTo>
                <a:lnTo>
                  <a:pt x="24822" y="9566"/>
                </a:lnTo>
                <a:lnTo>
                  <a:pt x="24882" y="8880"/>
                </a:lnTo>
                <a:lnTo>
                  <a:pt x="24902" y="8173"/>
                </a:lnTo>
                <a:lnTo>
                  <a:pt x="24922" y="7487"/>
                </a:lnTo>
                <a:lnTo>
                  <a:pt x="24902" y="6781"/>
                </a:lnTo>
                <a:lnTo>
                  <a:pt x="24862" y="6095"/>
                </a:lnTo>
                <a:lnTo>
                  <a:pt x="24801" y="5409"/>
                </a:lnTo>
                <a:lnTo>
                  <a:pt x="24741" y="4924"/>
                </a:lnTo>
                <a:lnTo>
                  <a:pt x="24660" y="4420"/>
                </a:lnTo>
                <a:lnTo>
                  <a:pt x="24539" y="3895"/>
                </a:lnTo>
                <a:lnTo>
                  <a:pt x="24458" y="3633"/>
                </a:lnTo>
                <a:lnTo>
                  <a:pt x="24357" y="3371"/>
                </a:lnTo>
                <a:lnTo>
                  <a:pt x="24257" y="3108"/>
                </a:lnTo>
                <a:lnTo>
                  <a:pt x="24156" y="2866"/>
                </a:lnTo>
                <a:lnTo>
                  <a:pt x="24014" y="2604"/>
                </a:lnTo>
                <a:lnTo>
                  <a:pt x="23873" y="2362"/>
                </a:lnTo>
                <a:lnTo>
                  <a:pt x="23692" y="2140"/>
                </a:lnTo>
                <a:lnTo>
                  <a:pt x="23510" y="1918"/>
                </a:lnTo>
                <a:lnTo>
                  <a:pt x="23308" y="1736"/>
                </a:lnTo>
                <a:lnTo>
                  <a:pt x="23086" y="1534"/>
                </a:lnTo>
                <a:lnTo>
                  <a:pt x="22763" y="1332"/>
                </a:lnTo>
                <a:lnTo>
                  <a:pt x="22440" y="1171"/>
                </a:lnTo>
                <a:lnTo>
                  <a:pt x="22077" y="1030"/>
                </a:lnTo>
                <a:lnTo>
                  <a:pt x="21714" y="929"/>
                </a:lnTo>
                <a:lnTo>
                  <a:pt x="21351" y="828"/>
                </a:lnTo>
                <a:lnTo>
                  <a:pt x="20947" y="767"/>
                </a:lnTo>
                <a:lnTo>
                  <a:pt x="20160" y="646"/>
                </a:lnTo>
                <a:lnTo>
                  <a:pt x="17900" y="424"/>
                </a:lnTo>
                <a:lnTo>
                  <a:pt x="15720" y="243"/>
                </a:lnTo>
                <a:lnTo>
                  <a:pt x="14651" y="162"/>
                </a:lnTo>
                <a:lnTo>
                  <a:pt x="13601" y="101"/>
                </a:lnTo>
                <a:lnTo>
                  <a:pt x="12552" y="61"/>
                </a:lnTo>
                <a:lnTo>
                  <a:pt x="11543" y="21"/>
                </a:lnTo>
                <a:lnTo>
                  <a:pt x="10514" y="0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89" name="Google Shape;2689;p34"/>
          <p:cNvSpPr/>
          <p:nvPr/>
        </p:nvSpPr>
        <p:spPr>
          <a:xfrm flipH="1">
            <a:off x="-1996154" y="391500"/>
            <a:ext cx="1371970" cy="810100"/>
          </a:xfrm>
          <a:custGeom>
            <a:rect b="b" l="l" r="r" t="t"/>
            <a:pathLst>
              <a:path extrusionOk="0" h="14490" w="24540">
                <a:moveTo>
                  <a:pt x="283" y="0"/>
                </a:moveTo>
                <a:lnTo>
                  <a:pt x="182" y="364"/>
                </a:lnTo>
                <a:lnTo>
                  <a:pt x="102" y="747"/>
                </a:lnTo>
                <a:lnTo>
                  <a:pt x="41" y="1131"/>
                </a:lnTo>
                <a:lnTo>
                  <a:pt x="21" y="1534"/>
                </a:lnTo>
                <a:lnTo>
                  <a:pt x="1" y="1938"/>
                </a:lnTo>
                <a:lnTo>
                  <a:pt x="21" y="2341"/>
                </a:lnTo>
                <a:lnTo>
                  <a:pt x="61" y="2765"/>
                </a:lnTo>
                <a:lnTo>
                  <a:pt x="122" y="3189"/>
                </a:lnTo>
                <a:lnTo>
                  <a:pt x="223" y="3633"/>
                </a:lnTo>
                <a:lnTo>
                  <a:pt x="324" y="4097"/>
                </a:lnTo>
                <a:lnTo>
                  <a:pt x="566" y="4985"/>
                </a:lnTo>
                <a:lnTo>
                  <a:pt x="848" y="6055"/>
                </a:lnTo>
                <a:lnTo>
                  <a:pt x="969" y="6599"/>
                </a:lnTo>
                <a:lnTo>
                  <a:pt x="1050" y="7144"/>
                </a:lnTo>
                <a:lnTo>
                  <a:pt x="1111" y="7649"/>
                </a:lnTo>
                <a:lnTo>
                  <a:pt x="1151" y="8173"/>
                </a:lnTo>
                <a:lnTo>
                  <a:pt x="1151" y="8718"/>
                </a:lnTo>
                <a:lnTo>
                  <a:pt x="1151" y="9243"/>
                </a:lnTo>
                <a:lnTo>
                  <a:pt x="1131" y="9768"/>
                </a:lnTo>
                <a:lnTo>
                  <a:pt x="1090" y="10292"/>
                </a:lnTo>
                <a:lnTo>
                  <a:pt x="989" y="11342"/>
                </a:lnTo>
                <a:lnTo>
                  <a:pt x="929" y="12088"/>
                </a:lnTo>
                <a:lnTo>
                  <a:pt x="868" y="12855"/>
                </a:lnTo>
                <a:lnTo>
                  <a:pt x="848" y="13218"/>
                </a:lnTo>
                <a:lnTo>
                  <a:pt x="868" y="13400"/>
                </a:lnTo>
                <a:lnTo>
                  <a:pt x="889" y="13582"/>
                </a:lnTo>
                <a:lnTo>
                  <a:pt x="929" y="13743"/>
                </a:lnTo>
                <a:lnTo>
                  <a:pt x="989" y="13905"/>
                </a:lnTo>
                <a:lnTo>
                  <a:pt x="1070" y="14046"/>
                </a:lnTo>
                <a:lnTo>
                  <a:pt x="1171" y="14187"/>
                </a:lnTo>
                <a:lnTo>
                  <a:pt x="1252" y="14268"/>
                </a:lnTo>
                <a:lnTo>
                  <a:pt x="1353" y="14328"/>
                </a:lnTo>
                <a:lnTo>
                  <a:pt x="1433" y="14369"/>
                </a:lnTo>
                <a:lnTo>
                  <a:pt x="1534" y="14409"/>
                </a:lnTo>
                <a:lnTo>
                  <a:pt x="1756" y="14470"/>
                </a:lnTo>
                <a:lnTo>
                  <a:pt x="1958" y="14490"/>
                </a:lnTo>
                <a:lnTo>
                  <a:pt x="2180" y="14470"/>
                </a:lnTo>
                <a:lnTo>
                  <a:pt x="2402" y="14429"/>
                </a:lnTo>
                <a:lnTo>
                  <a:pt x="2644" y="14349"/>
                </a:lnTo>
                <a:lnTo>
                  <a:pt x="2886" y="14227"/>
                </a:lnTo>
                <a:lnTo>
                  <a:pt x="3330" y="13965"/>
                </a:lnTo>
                <a:lnTo>
                  <a:pt x="3532" y="13844"/>
                </a:lnTo>
                <a:lnTo>
                  <a:pt x="3895" y="13642"/>
                </a:lnTo>
                <a:lnTo>
                  <a:pt x="4259" y="13461"/>
                </a:lnTo>
                <a:lnTo>
                  <a:pt x="4642" y="13299"/>
                </a:lnTo>
                <a:lnTo>
                  <a:pt x="5046" y="13138"/>
                </a:lnTo>
                <a:lnTo>
                  <a:pt x="5449" y="12996"/>
                </a:lnTo>
                <a:lnTo>
                  <a:pt x="5873" y="12875"/>
                </a:lnTo>
                <a:lnTo>
                  <a:pt x="6317" y="12754"/>
                </a:lnTo>
                <a:lnTo>
                  <a:pt x="6761" y="12653"/>
                </a:lnTo>
                <a:lnTo>
                  <a:pt x="7225" y="12573"/>
                </a:lnTo>
                <a:lnTo>
                  <a:pt x="7689" y="12512"/>
                </a:lnTo>
                <a:lnTo>
                  <a:pt x="8174" y="12472"/>
                </a:lnTo>
                <a:lnTo>
                  <a:pt x="8678" y="12431"/>
                </a:lnTo>
                <a:lnTo>
                  <a:pt x="9183" y="12411"/>
                </a:lnTo>
                <a:lnTo>
                  <a:pt x="10232" y="12411"/>
                </a:lnTo>
                <a:lnTo>
                  <a:pt x="10777" y="12431"/>
                </a:lnTo>
                <a:lnTo>
                  <a:pt x="11887" y="12532"/>
                </a:lnTo>
                <a:lnTo>
                  <a:pt x="12976" y="12653"/>
                </a:lnTo>
                <a:lnTo>
                  <a:pt x="14066" y="12815"/>
                </a:lnTo>
                <a:lnTo>
                  <a:pt x="15156" y="12976"/>
                </a:lnTo>
                <a:lnTo>
                  <a:pt x="16690" y="13198"/>
                </a:lnTo>
                <a:lnTo>
                  <a:pt x="17477" y="13299"/>
                </a:lnTo>
                <a:lnTo>
                  <a:pt x="18243" y="13400"/>
                </a:lnTo>
                <a:lnTo>
                  <a:pt x="18768" y="13440"/>
                </a:lnTo>
                <a:lnTo>
                  <a:pt x="19273" y="13481"/>
                </a:lnTo>
                <a:lnTo>
                  <a:pt x="19797" y="13481"/>
                </a:lnTo>
                <a:lnTo>
                  <a:pt x="20302" y="13461"/>
                </a:lnTo>
                <a:lnTo>
                  <a:pt x="20806" y="13400"/>
                </a:lnTo>
                <a:lnTo>
                  <a:pt x="21048" y="13360"/>
                </a:lnTo>
                <a:lnTo>
                  <a:pt x="21291" y="13299"/>
                </a:lnTo>
                <a:lnTo>
                  <a:pt x="21533" y="13218"/>
                </a:lnTo>
                <a:lnTo>
                  <a:pt x="21775" y="13138"/>
                </a:lnTo>
                <a:lnTo>
                  <a:pt x="21997" y="13037"/>
                </a:lnTo>
                <a:lnTo>
                  <a:pt x="22219" y="12936"/>
                </a:lnTo>
                <a:lnTo>
                  <a:pt x="22421" y="12815"/>
                </a:lnTo>
                <a:lnTo>
                  <a:pt x="22602" y="12694"/>
                </a:lnTo>
                <a:lnTo>
                  <a:pt x="22784" y="12553"/>
                </a:lnTo>
                <a:lnTo>
                  <a:pt x="22966" y="12411"/>
                </a:lnTo>
                <a:lnTo>
                  <a:pt x="23127" y="12250"/>
                </a:lnTo>
                <a:lnTo>
                  <a:pt x="23288" y="12068"/>
                </a:lnTo>
                <a:lnTo>
                  <a:pt x="23450" y="11887"/>
                </a:lnTo>
                <a:lnTo>
                  <a:pt x="23591" y="11685"/>
                </a:lnTo>
                <a:lnTo>
                  <a:pt x="23874" y="11261"/>
                </a:lnTo>
                <a:lnTo>
                  <a:pt x="24116" y="10797"/>
                </a:lnTo>
                <a:lnTo>
                  <a:pt x="24358" y="10292"/>
                </a:lnTo>
                <a:lnTo>
                  <a:pt x="24540" y="9727"/>
                </a:lnTo>
                <a:lnTo>
                  <a:pt x="24479" y="9707"/>
                </a:lnTo>
                <a:lnTo>
                  <a:pt x="24277" y="10252"/>
                </a:lnTo>
                <a:lnTo>
                  <a:pt x="24055" y="10756"/>
                </a:lnTo>
                <a:lnTo>
                  <a:pt x="23813" y="11221"/>
                </a:lnTo>
                <a:lnTo>
                  <a:pt x="23531" y="11644"/>
                </a:lnTo>
                <a:lnTo>
                  <a:pt x="23228" y="12008"/>
                </a:lnTo>
                <a:lnTo>
                  <a:pt x="23066" y="12189"/>
                </a:lnTo>
                <a:lnTo>
                  <a:pt x="22905" y="12351"/>
                </a:lnTo>
                <a:lnTo>
                  <a:pt x="22744" y="12492"/>
                </a:lnTo>
                <a:lnTo>
                  <a:pt x="22562" y="12613"/>
                </a:lnTo>
                <a:lnTo>
                  <a:pt x="22380" y="12754"/>
                </a:lnTo>
                <a:lnTo>
                  <a:pt x="22178" y="12855"/>
                </a:lnTo>
                <a:lnTo>
                  <a:pt x="21957" y="12976"/>
                </a:lnTo>
                <a:lnTo>
                  <a:pt x="21735" y="13077"/>
                </a:lnTo>
                <a:lnTo>
                  <a:pt x="21492" y="13158"/>
                </a:lnTo>
                <a:lnTo>
                  <a:pt x="21270" y="13218"/>
                </a:lnTo>
                <a:lnTo>
                  <a:pt x="21028" y="13279"/>
                </a:lnTo>
                <a:lnTo>
                  <a:pt x="20786" y="13319"/>
                </a:lnTo>
                <a:lnTo>
                  <a:pt x="20282" y="13380"/>
                </a:lnTo>
                <a:lnTo>
                  <a:pt x="19777" y="13400"/>
                </a:lnTo>
                <a:lnTo>
                  <a:pt x="19273" y="13400"/>
                </a:lnTo>
                <a:lnTo>
                  <a:pt x="18768" y="13360"/>
                </a:lnTo>
                <a:lnTo>
                  <a:pt x="18264" y="13319"/>
                </a:lnTo>
                <a:lnTo>
                  <a:pt x="17477" y="13218"/>
                </a:lnTo>
                <a:lnTo>
                  <a:pt x="16710" y="13118"/>
                </a:lnTo>
                <a:lnTo>
                  <a:pt x="15156" y="12896"/>
                </a:lnTo>
                <a:lnTo>
                  <a:pt x="14086" y="12734"/>
                </a:lnTo>
                <a:lnTo>
                  <a:pt x="12997" y="12573"/>
                </a:lnTo>
                <a:lnTo>
                  <a:pt x="11887" y="12452"/>
                </a:lnTo>
                <a:lnTo>
                  <a:pt x="10797" y="12351"/>
                </a:lnTo>
                <a:lnTo>
                  <a:pt x="10252" y="12331"/>
                </a:lnTo>
                <a:lnTo>
                  <a:pt x="9183" y="12331"/>
                </a:lnTo>
                <a:lnTo>
                  <a:pt x="8658" y="12351"/>
                </a:lnTo>
                <a:lnTo>
                  <a:pt x="8174" y="12391"/>
                </a:lnTo>
                <a:lnTo>
                  <a:pt x="7669" y="12431"/>
                </a:lnTo>
                <a:lnTo>
                  <a:pt x="7205" y="12492"/>
                </a:lnTo>
                <a:lnTo>
                  <a:pt x="6741" y="12573"/>
                </a:lnTo>
                <a:lnTo>
                  <a:pt x="6277" y="12674"/>
                </a:lnTo>
                <a:lnTo>
                  <a:pt x="5853" y="12795"/>
                </a:lnTo>
                <a:lnTo>
                  <a:pt x="5429" y="12916"/>
                </a:lnTo>
                <a:lnTo>
                  <a:pt x="5005" y="13057"/>
                </a:lnTo>
                <a:lnTo>
                  <a:pt x="4602" y="13218"/>
                </a:lnTo>
                <a:lnTo>
                  <a:pt x="4218" y="13380"/>
                </a:lnTo>
                <a:lnTo>
                  <a:pt x="3855" y="13582"/>
                </a:lnTo>
                <a:lnTo>
                  <a:pt x="3492" y="13783"/>
                </a:lnTo>
                <a:lnTo>
                  <a:pt x="3290" y="13905"/>
                </a:lnTo>
                <a:lnTo>
                  <a:pt x="2846" y="14147"/>
                </a:lnTo>
                <a:lnTo>
                  <a:pt x="2624" y="14268"/>
                </a:lnTo>
                <a:lnTo>
                  <a:pt x="2382" y="14349"/>
                </a:lnTo>
                <a:lnTo>
                  <a:pt x="2241" y="14389"/>
                </a:lnTo>
                <a:lnTo>
                  <a:pt x="2079" y="14409"/>
                </a:lnTo>
                <a:lnTo>
                  <a:pt x="1938" y="14409"/>
                </a:lnTo>
                <a:lnTo>
                  <a:pt x="1776" y="14389"/>
                </a:lnTo>
                <a:lnTo>
                  <a:pt x="1635" y="14369"/>
                </a:lnTo>
                <a:lnTo>
                  <a:pt x="1494" y="14308"/>
                </a:lnTo>
                <a:lnTo>
                  <a:pt x="1353" y="14227"/>
                </a:lnTo>
                <a:lnTo>
                  <a:pt x="1232" y="14127"/>
                </a:lnTo>
                <a:lnTo>
                  <a:pt x="1131" y="14005"/>
                </a:lnTo>
                <a:lnTo>
                  <a:pt x="1050" y="13864"/>
                </a:lnTo>
                <a:lnTo>
                  <a:pt x="1010" y="13723"/>
                </a:lnTo>
                <a:lnTo>
                  <a:pt x="969" y="13562"/>
                </a:lnTo>
                <a:lnTo>
                  <a:pt x="949" y="13380"/>
                </a:lnTo>
                <a:lnTo>
                  <a:pt x="929" y="13218"/>
                </a:lnTo>
                <a:lnTo>
                  <a:pt x="949" y="12855"/>
                </a:lnTo>
                <a:lnTo>
                  <a:pt x="1010" y="12109"/>
                </a:lnTo>
                <a:lnTo>
                  <a:pt x="1070" y="11342"/>
                </a:lnTo>
                <a:lnTo>
                  <a:pt x="1171" y="10292"/>
                </a:lnTo>
                <a:lnTo>
                  <a:pt x="1211" y="9768"/>
                </a:lnTo>
                <a:lnTo>
                  <a:pt x="1232" y="9243"/>
                </a:lnTo>
                <a:lnTo>
                  <a:pt x="1232" y="8698"/>
                </a:lnTo>
                <a:lnTo>
                  <a:pt x="1232" y="8173"/>
                </a:lnTo>
                <a:lnTo>
                  <a:pt x="1191" y="7649"/>
                </a:lnTo>
                <a:lnTo>
                  <a:pt x="1131" y="7124"/>
                </a:lnTo>
                <a:lnTo>
                  <a:pt x="1050" y="6579"/>
                </a:lnTo>
                <a:lnTo>
                  <a:pt x="929" y="6034"/>
                </a:lnTo>
                <a:lnTo>
                  <a:pt x="646" y="4965"/>
                </a:lnTo>
                <a:lnTo>
                  <a:pt x="404" y="4077"/>
                </a:lnTo>
                <a:lnTo>
                  <a:pt x="303" y="3633"/>
                </a:lnTo>
                <a:lnTo>
                  <a:pt x="202" y="3169"/>
                </a:lnTo>
                <a:lnTo>
                  <a:pt x="142" y="2765"/>
                </a:lnTo>
                <a:lnTo>
                  <a:pt x="102" y="2341"/>
                </a:lnTo>
                <a:lnTo>
                  <a:pt x="81" y="1938"/>
                </a:lnTo>
                <a:lnTo>
                  <a:pt x="102" y="1534"/>
                </a:lnTo>
                <a:lnTo>
                  <a:pt x="122" y="1151"/>
                </a:lnTo>
                <a:lnTo>
                  <a:pt x="182" y="767"/>
                </a:lnTo>
                <a:lnTo>
                  <a:pt x="243" y="384"/>
                </a:lnTo>
                <a:lnTo>
                  <a:pt x="344" y="21"/>
                </a:lnTo>
                <a:lnTo>
                  <a:pt x="283" y="0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90" name="Google Shape;2690;p34"/>
          <p:cNvSpPr/>
          <p:nvPr/>
        </p:nvSpPr>
        <p:spPr>
          <a:xfrm flipH="1">
            <a:off x="-2007441" y="162451"/>
            <a:ext cx="1060565" cy="526984"/>
          </a:xfrm>
          <a:custGeom>
            <a:rect b="b" l="l" r="r" t="t"/>
            <a:pathLst>
              <a:path extrusionOk="0" h="9426" w="18970">
                <a:moveTo>
                  <a:pt x="7103" y="1"/>
                </a:moveTo>
                <a:lnTo>
                  <a:pt x="5812" y="41"/>
                </a:lnTo>
                <a:lnTo>
                  <a:pt x="4480" y="142"/>
                </a:lnTo>
                <a:lnTo>
                  <a:pt x="3976" y="183"/>
                </a:lnTo>
                <a:lnTo>
                  <a:pt x="3552" y="223"/>
                </a:lnTo>
                <a:lnTo>
                  <a:pt x="3168" y="263"/>
                </a:lnTo>
                <a:lnTo>
                  <a:pt x="2805" y="324"/>
                </a:lnTo>
                <a:lnTo>
                  <a:pt x="2462" y="425"/>
                </a:lnTo>
                <a:lnTo>
                  <a:pt x="2301" y="505"/>
                </a:lnTo>
                <a:lnTo>
                  <a:pt x="2139" y="586"/>
                </a:lnTo>
                <a:lnTo>
                  <a:pt x="1958" y="667"/>
                </a:lnTo>
                <a:lnTo>
                  <a:pt x="1796" y="788"/>
                </a:lnTo>
                <a:lnTo>
                  <a:pt x="1635" y="909"/>
                </a:lnTo>
                <a:lnTo>
                  <a:pt x="1453" y="1070"/>
                </a:lnTo>
                <a:lnTo>
                  <a:pt x="1090" y="1434"/>
                </a:lnTo>
                <a:lnTo>
                  <a:pt x="827" y="1736"/>
                </a:lnTo>
                <a:lnTo>
                  <a:pt x="585" y="2059"/>
                </a:lnTo>
                <a:lnTo>
                  <a:pt x="404" y="2362"/>
                </a:lnTo>
                <a:lnTo>
                  <a:pt x="242" y="2665"/>
                </a:lnTo>
                <a:lnTo>
                  <a:pt x="121" y="2988"/>
                </a:lnTo>
                <a:lnTo>
                  <a:pt x="40" y="3290"/>
                </a:lnTo>
                <a:lnTo>
                  <a:pt x="0" y="3593"/>
                </a:lnTo>
                <a:lnTo>
                  <a:pt x="0" y="3896"/>
                </a:lnTo>
                <a:lnTo>
                  <a:pt x="81" y="3896"/>
                </a:lnTo>
                <a:lnTo>
                  <a:pt x="81" y="3593"/>
                </a:lnTo>
                <a:lnTo>
                  <a:pt x="121" y="3290"/>
                </a:lnTo>
                <a:lnTo>
                  <a:pt x="202" y="3008"/>
                </a:lnTo>
                <a:lnTo>
                  <a:pt x="323" y="2705"/>
                </a:lnTo>
                <a:lnTo>
                  <a:pt x="464" y="2402"/>
                </a:lnTo>
                <a:lnTo>
                  <a:pt x="666" y="2100"/>
                </a:lnTo>
                <a:lnTo>
                  <a:pt x="888" y="1797"/>
                </a:lnTo>
                <a:lnTo>
                  <a:pt x="1150" y="1474"/>
                </a:lnTo>
                <a:lnTo>
                  <a:pt x="1514" y="1131"/>
                </a:lnTo>
                <a:lnTo>
                  <a:pt x="1675" y="970"/>
                </a:lnTo>
                <a:lnTo>
                  <a:pt x="1837" y="848"/>
                </a:lnTo>
                <a:lnTo>
                  <a:pt x="2018" y="748"/>
                </a:lnTo>
                <a:lnTo>
                  <a:pt x="2180" y="647"/>
                </a:lnTo>
                <a:lnTo>
                  <a:pt x="2341" y="566"/>
                </a:lnTo>
                <a:lnTo>
                  <a:pt x="2502" y="505"/>
                </a:lnTo>
                <a:lnTo>
                  <a:pt x="2825" y="405"/>
                </a:lnTo>
                <a:lnTo>
                  <a:pt x="3189" y="344"/>
                </a:lnTo>
                <a:lnTo>
                  <a:pt x="3572" y="304"/>
                </a:lnTo>
                <a:lnTo>
                  <a:pt x="3996" y="263"/>
                </a:lnTo>
                <a:lnTo>
                  <a:pt x="4500" y="223"/>
                </a:lnTo>
                <a:lnTo>
                  <a:pt x="5812" y="122"/>
                </a:lnTo>
                <a:lnTo>
                  <a:pt x="7103" y="82"/>
                </a:lnTo>
                <a:lnTo>
                  <a:pt x="8355" y="82"/>
                </a:lnTo>
                <a:lnTo>
                  <a:pt x="9586" y="102"/>
                </a:lnTo>
                <a:lnTo>
                  <a:pt x="10574" y="162"/>
                </a:lnTo>
                <a:lnTo>
                  <a:pt x="11099" y="223"/>
                </a:lnTo>
                <a:lnTo>
                  <a:pt x="11664" y="283"/>
                </a:lnTo>
                <a:lnTo>
                  <a:pt x="12209" y="384"/>
                </a:lnTo>
                <a:lnTo>
                  <a:pt x="12794" y="505"/>
                </a:lnTo>
                <a:lnTo>
                  <a:pt x="13359" y="647"/>
                </a:lnTo>
                <a:lnTo>
                  <a:pt x="13945" y="828"/>
                </a:lnTo>
                <a:lnTo>
                  <a:pt x="14348" y="990"/>
                </a:lnTo>
                <a:lnTo>
                  <a:pt x="14812" y="1171"/>
                </a:lnTo>
                <a:lnTo>
                  <a:pt x="15276" y="1414"/>
                </a:lnTo>
                <a:lnTo>
                  <a:pt x="15741" y="1696"/>
                </a:lnTo>
                <a:lnTo>
                  <a:pt x="16205" y="2019"/>
                </a:lnTo>
                <a:lnTo>
                  <a:pt x="16447" y="2201"/>
                </a:lnTo>
                <a:lnTo>
                  <a:pt x="16669" y="2382"/>
                </a:lnTo>
                <a:lnTo>
                  <a:pt x="16891" y="2604"/>
                </a:lnTo>
                <a:lnTo>
                  <a:pt x="17113" y="2826"/>
                </a:lnTo>
                <a:lnTo>
                  <a:pt x="17315" y="3068"/>
                </a:lnTo>
                <a:lnTo>
                  <a:pt x="17516" y="3310"/>
                </a:lnTo>
                <a:lnTo>
                  <a:pt x="17698" y="3593"/>
                </a:lnTo>
                <a:lnTo>
                  <a:pt x="17880" y="3876"/>
                </a:lnTo>
                <a:lnTo>
                  <a:pt x="18041" y="4178"/>
                </a:lnTo>
                <a:lnTo>
                  <a:pt x="18182" y="4501"/>
                </a:lnTo>
                <a:lnTo>
                  <a:pt x="18324" y="4824"/>
                </a:lnTo>
                <a:lnTo>
                  <a:pt x="18445" y="5187"/>
                </a:lnTo>
                <a:lnTo>
                  <a:pt x="18546" y="5530"/>
                </a:lnTo>
                <a:lnTo>
                  <a:pt x="18646" y="5914"/>
                </a:lnTo>
                <a:lnTo>
                  <a:pt x="18727" y="6297"/>
                </a:lnTo>
                <a:lnTo>
                  <a:pt x="18788" y="6701"/>
                </a:lnTo>
                <a:lnTo>
                  <a:pt x="18828" y="7125"/>
                </a:lnTo>
                <a:lnTo>
                  <a:pt x="18868" y="7548"/>
                </a:lnTo>
                <a:lnTo>
                  <a:pt x="18889" y="7992"/>
                </a:lnTo>
                <a:lnTo>
                  <a:pt x="18889" y="8456"/>
                </a:lnTo>
                <a:lnTo>
                  <a:pt x="18889" y="8941"/>
                </a:lnTo>
                <a:lnTo>
                  <a:pt x="18868" y="9425"/>
                </a:lnTo>
                <a:lnTo>
                  <a:pt x="18949" y="9425"/>
                </a:lnTo>
                <a:lnTo>
                  <a:pt x="18969" y="8941"/>
                </a:lnTo>
                <a:lnTo>
                  <a:pt x="18969" y="8456"/>
                </a:lnTo>
                <a:lnTo>
                  <a:pt x="18969" y="7992"/>
                </a:lnTo>
                <a:lnTo>
                  <a:pt x="18949" y="7528"/>
                </a:lnTo>
                <a:lnTo>
                  <a:pt x="18909" y="7104"/>
                </a:lnTo>
                <a:lnTo>
                  <a:pt x="18868" y="6681"/>
                </a:lnTo>
                <a:lnTo>
                  <a:pt x="18788" y="6277"/>
                </a:lnTo>
                <a:lnTo>
                  <a:pt x="18727" y="5894"/>
                </a:lnTo>
                <a:lnTo>
                  <a:pt x="18626" y="5510"/>
                </a:lnTo>
                <a:lnTo>
                  <a:pt x="18525" y="5147"/>
                </a:lnTo>
                <a:lnTo>
                  <a:pt x="18404" y="4804"/>
                </a:lnTo>
                <a:lnTo>
                  <a:pt x="18263" y="4461"/>
                </a:lnTo>
                <a:lnTo>
                  <a:pt x="18102" y="4138"/>
                </a:lnTo>
                <a:lnTo>
                  <a:pt x="17940" y="3835"/>
                </a:lnTo>
                <a:lnTo>
                  <a:pt x="17759" y="3553"/>
                </a:lnTo>
                <a:lnTo>
                  <a:pt x="17577" y="3270"/>
                </a:lnTo>
                <a:lnTo>
                  <a:pt x="17375" y="3008"/>
                </a:lnTo>
                <a:lnTo>
                  <a:pt x="17173" y="2766"/>
                </a:lnTo>
                <a:lnTo>
                  <a:pt x="16951" y="2544"/>
                </a:lnTo>
                <a:lnTo>
                  <a:pt x="16729" y="2322"/>
                </a:lnTo>
                <a:lnTo>
                  <a:pt x="16507" y="2140"/>
                </a:lnTo>
                <a:lnTo>
                  <a:pt x="16265" y="1958"/>
                </a:lnTo>
                <a:lnTo>
                  <a:pt x="15781" y="1615"/>
                </a:lnTo>
                <a:lnTo>
                  <a:pt x="15317" y="1333"/>
                </a:lnTo>
                <a:lnTo>
                  <a:pt x="14832" y="1111"/>
                </a:lnTo>
                <a:lnTo>
                  <a:pt x="14388" y="909"/>
                </a:lnTo>
                <a:lnTo>
                  <a:pt x="13965" y="748"/>
                </a:lnTo>
                <a:lnTo>
                  <a:pt x="13400" y="566"/>
                </a:lnTo>
                <a:lnTo>
                  <a:pt x="12814" y="425"/>
                </a:lnTo>
                <a:lnTo>
                  <a:pt x="12229" y="304"/>
                </a:lnTo>
                <a:lnTo>
                  <a:pt x="11664" y="223"/>
                </a:lnTo>
                <a:lnTo>
                  <a:pt x="11119" y="142"/>
                </a:lnTo>
                <a:lnTo>
                  <a:pt x="10574" y="82"/>
                </a:lnTo>
                <a:lnTo>
                  <a:pt x="9586" y="21"/>
                </a:lnTo>
                <a:lnTo>
                  <a:pt x="8355" y="1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91" name="Google Shape;2691;p34"/>
          <p:cNvSpPr/>
          <p:nvPr/>
        </p:nvSpPr>
        <p:spPr>
          <a:xfrm flipH="1">
            <a:off x="-2122502" y="178273"/>
            <a:ext cx="1339208" cy="816864"/>
          </a:xfrm>
          <a:custGeom>
            <a:rect b="b" l="l" r="r" t="t"/>
            <a:pathLst>
              <a:path extrusionOk="0" h="14611" w="23954">
                <a:moveTo>
                  <a:pt x="8637" y="0"/>
                </a:moveTo>
                <a:lnTo>
                  <a:pt x="7870" y="41"/>
                </a:lnTo>
                <a:lnTo>
                  <a:pt x="7083" y="81"/>
                </a:lnTo>
                <a:lnTo>
                  <a:pt x="6296" y="162"/>
                </a:lnTo>
                <a:lnTo>
                  <a:pt x="5509" y="243"/>
                </a:lnTo>
                <a:lnTo>
                  <a:pt x="5065" y="303"/>
                </a:lnTo>
                <a:lnTo>
                  <a:pt x="4601" y="384"/>
                </a:lnTo>
                <a:lnTo>
                  <a:pt x="4097" y="485"/>
                </a:lnTo>
                <a:lnTo>
                  <a:pt x="3592" y="626"/>
                </a:lnTo>
                <a:lnTo>
                  <a:pt x="3067" y="787"/>
                </a:lnTo>
                <a:lnTo>
                  <a:pt x="2563" y="1009"/>
                </a:lnTo>
                <a:lnTo>
                  <a:pt x="2321" y="1131"/>
                </a:lnTo>
                <a:lnTo>
                  <a:pt x="2079" y="1252"/>
                </a:lnTo>
                <a:lnTo>
                  <a:pt x="1836" y="1393"/>
                </a:lnTo>
                <a:lnTo>
                  <a:pt x="1614" y="1554"/>
                </a:lnTo>
                <a:lnTo>
                  <a:pt x="1392" y="1716"/>
                </a:lnTo>
                <a:lnTo>
                  <a:pt x="1191" y="1897"/>
                </a:lnTo>
                <a:lnTo>
                  <a:pt x="1009" y="2079"/>
                </a:lnTo>
                <a:lnTo>
                  <a:pt x="827" y="2261"/>
                </a:lnTo>
                <a:lnTo>
                  <a:pt x="686" y="2462"/>
                </a:lnTo>
                <a:lnTo>
                  <a:pt x="545" y="2664"/>
                </a:lnTo>
                <a:lnTo>
                  <a:pt x="404" y="2866"/>
                </a:lnTo>
                <a:lnTo>
                  <a:pt x="303" y="3088"/>
                </a:lnTo>
                <a:lnTo>
                  <a:pt x="222" y="3330"/>
                </a:lnTo>
                <a:lnTo>
                  <a:pt x="141" y="3552"/>
                </a:lnTo>
                <a:lnTo>
                  <a:pt x="81" y="3814"/>
                </a:lnTo>
                <a:lnTo>
                  <a:pt x="40" y="4057"/>
                </a:lnTo>
                <a:lnTo>
                  <a:pt x="0" y="4319"/>
                </a:lnTo>
                <a:lnTo>
                  <a:pt x="0" y="4581"/>
                </a:lnTo>
                <a:lnTo>
                  <a:pt x="0" y="4864"/>
                </a:lnTo>
                <a:lnTo>
                  <a:pt x="20" y="5146"/>
                </a:lnTo>
                <a:lnTo>
                  <a:pt x="81" y="5611"/>
                </a:lnTo>
                <a:lnTo>
                  <a:pt x="182" y="6095"/>
                </a:lnTo>
                <a:lnTo>
                  <a:pt x="303" y="6559"/>
                </a:lnTo>
                <a:lnTo>
                  <a:pt x="424" y="7023"/>
                </a:lnTo>
                <a:lnTo>
                  <a:pt x="565" y="7588"/>
                </a:lnTo>
                <a:lnTo>
                  <a:pt x="706" y="8173"/>
                </a:lnTo>
                <a:lnTo>
                  <a:pt x="767" y="8537"/>
                </a:lnTo>
                <a:lnTo>
                  <a:pt x="827" y="8920"/>
                </a:lnTo>
                <a:lnTo>
                  <a:pt x="868" y="9324"/>
                </a:lnTo>
                <a:lnTo>
                  <a:pt x="888" y="9707"/>
                </a:lnTo>
                <a:lnTo>
                  <a:pt x="908" y="10090"/>
                </a:lnTo>
                <a:lnTo>
                  <a:pt x="888" y="10474"/>
                </a:lnTo>
                <a:lnTo>
                  <a:pt x="868" y="10857"/>
                </a:lnTo>
                <a:lnTo>
                  <a:pt x="827" y="11241"/>
                </a:lnTo>
                <a:lnTo>
                  <a:pt x="807" y="11483"/>
                </a:lnTo>
                <a:lnTo>
                  <a:pt x="767" y="11765"/>
                </a:lnTo>
                <a:lnTo>
                  <a:pt x="747" y="12068"/>
                </a:lnTo>
                <a:lnTo>
                  <a:pt x="747" y="12351"/>
                </a:lnTo>
                <a:lnTo>
                  <a:pt x="767" y="12653"/>
                </a:lnTo>
                <a:lnTo>
                  <a:pt x="807" y="12815"/>
                </a:lnTo>
                <a:lnTo>
                  <a:pt x="848" y="12976"/>
                </a:lnTo>
                <a:lnTo>
                  <a:pt x="928" y="13138"/>
                </a:lnTo>
                <a:lnTo>
                  <a:pt x="1029" y="13299"/>
                </a:lnTo>
                <a:lnTo>
                  <a:pt x="1130" y="13440"/>
                </a:lnTo>
                <a:lnTo>
                  <a:pt x="1271" y="13561"/>
                </a:lnTo>
                <a:lnTo>
                  <a:pt x="1433" y="13662"/>
                </a:lnTo>
                <a:lnTo>
                  <a:pt x="1614" y="13723"/>
                </a:lnTo>
                <a:lnTo>
                  <a:pt x="1715" y="13763"/>
                </a:lnTo>
                <a:lnTo>
                  <a:pt x="2058" y="13763"/>
                </a:lnTo>
                <a:lnTo>
                  <a:pt x="2280" y="13723"/>
                </a:lnTo>
                <a:lnTo>
                  <a:pt x="2502" y="13683"/>
                </a:lnTo>
                <a:lnTo>
                  <a:pt x="3794" y="13420"/>
                </a:lnTo>
                <a:lnTo>
                  <a:pt x="4419" y="13299"/>
                </a:lnTo>
                <a:lnTo>
                  <a:pt x="5065" y="13198"/>
                </a:lnTo>
                <a:lnTo>
                  <a:pt x="5691" y="13118"/>
                </a:lnTo>
                <a:lnTo>
                  <a:pt x="6337" y="13057"/>
                </a:lnTo>
                <a:lnTo>
                  <a:pt x="6962" y="13037"/>
                </a:lnTo>
                <a:lnTo>
                  <a:pt x="7588" y="13037"/>
                </a:lnTo>
                <a:lnTo>
                  <a:pt x="8133" y="13077"/>
                </a:lnTo>
                <a:lnTo>
                  <a:pt x="8657" y="13138"/>
                </a:lnTo>
                <a:lnTo>
                  <a:pt x="9202" y="13218"/>
                </a:lnTo>
                <a:lnTo>
                  <a:pt x="9747" y="13319"/>
                </a:lnTo>
                <a:lnTo>
                  <a:pt x="10796" y="13561"/>
                </a:lnTo>
                <a:lnTo>
                  <a:pt x="11846" y="13824"/>
                </a:lnTo>
                <a:lnTo>
                  <a:pt x="13218" y="14167"/>
                </a:lnTo>
                <a:lnTo>
                  <a:pt x="13924" y="14328"/>
                </a:lnTo>
                <a:lnTo>
                  <a:pt x="14610" y="14449"/>
                </a:lnTo>
                <a:lnTo>
                  <a:pt x="15095" y="14530"/>
                </a:lnTo>
                <a:lnTo>
                  <a:pt x="15559" y="14570"/>
                </a:lnTo>
                <a:lnTo>
                  <a:pt x="16023" y="14611"/>
                </a:lnTo>
                <a:lnTo>
                  <a:pt x="16871" y="14611"/>
                </a:lnTo>
                <a:lnTo>
                  <a:pt x="17274" y="14570"/>
                </a:lnTo>
                <a:lnTo>
                  <a:pt x="17658" y="14530"/>
                </a:lnTo>
                <a:lnTo>
                  <a:pt x="18021" y="14449"/>
                </a:lnTo>
                <a:lnTo>
                  <a:pt x="18485" y="14328"/>
                </a:lnTo>
                <a:lnTo>
                  <a:pt x="18909" y="14187"/>
                </a:lnTo>
                <a:lnTo>
                  <a:pt x="19312" y="14005"/>
                </a:lnTo>
                <a:lnTo>
                  <a:pt x="19676" y="13783"/>
                </a:lnTo>
                <a:lnTo>
                  <a:pt x="20039" y="13541"/>
                </a:lnTo>
                <a:lnTo>
                  <a:pt x="20341" y="13279"/>
                </a:lnTo>
                <a:lnTo>
                  <a:pt x="20644" y="12976"/>
                </a:lnTo>
                <a:lnTo>
                  <a:pt x="20886" y="12674"/>
                </a:lnTo>
                <a:lnTo>
                  <a:pt x="21028" y="12472"/>
                </a:lnTo>
                <a:lnTo>
                  <a:pt x="21149" y="12270"/>
                </a:lnTo>
                <a:lnTo>
                  <a:pt x="21250" y="12048"/>
                </a:lnTo>
                <a:lnTo>
                  <a:pt x="21350" y="11846"/>
                </a:lnTo>
                <a:lnTo>
                  <a:pt x="21512" y="11402"/>
                </a:lnTo>
                <a:lnTo>
                  <a:pt x="21633" y="10958"/>
                </a:lnTo>
                <a:lnTo>
                  <a:pt x="21734" y="10494"/>
                </a:lnTo>
                <a:lnTo>
                  <a:pt x="21794" y="10030"/>
                </a:lnTo>
                <a:lnTo>
                  <a:pt x="21835" y="9586"/>
                </a:lnTo>
                <a:lnTo>
                  <a:pt x="21875" y="9142"/>
                </a:lnTo>
                <a:lnTo>
                  <a:pt x="21794" y="9142"/>
                </a:lnTo>
                <a:lnTo>
                  <a:pt x="21754" y="9586"/>
                </a:lnTo>
                <a:lnTo>
                  <a:pt x="21714" y="10030"/>
                </a:lnTo>
                <a:lnTo>
                  <a:pt x="21653" y="10474"/>
                </a:lnTo>
                <a:lnTo>
                  <a:pt x="21552" y="10918"/>
                </a:lnTo>
                <a:lnTo>
                  <a:pt x="21431" y="11362"/>
                </a:lnTo>
                <a:lnTo>
                  <a:pt x="21270" y="11806"/>
                </a:lnTo>
                <a:lnTo>
                  <a:pt x="21189" y="12008"/>
                </a:lnTo>
                <a:lnTo>
                  <a:pt x="21068" y="12230"/>
                </a:lnTo>
                <a:lnTo>
                  <a:pt x="20947" y="12431"/>
                </a:lnTo>
                <a:lnTo>
                  <a:pt x="20826" y="12613"/>
                </a:lnTo>
                <a:lnTo>
                  <a:pt x="20584" y="12936"/>
                </a:lnTo>
                <a:lnTo>
                  <a:pt x="20301" y="13218"/>
                </a:lnTo>
                <a:lnTo>
                  <a:pt x="19978" y="13481"/>
                </a:lnTo>
                <a:lnTo>
                  <a:pt x="19635" y="13723"/>
                </a:lnTo>
                <a:lnTo>
                  <a:pt x="19272" y="13925"/>
                </a:lnTo>
                <a:lnTo>
                  <a:pt x="18868" y="14106"/>
                </a:lnTo>
                <a:lnTo>
                  <a:pt x="18445" y="14248"/>
                </a:lnTo>
                <a:lnTo>
                  <a:pt x="18001" y="14369"/>
                </a:lnTo>
                <a:lnTo>
                  <a:pt x="17637" y="14449"/>
                </a:lnTo>
                <a:lnTo>
                  <a:pt x="17254" y="14490"/>
                </a:lnTo>
                <a:lnTo>
                  <a:pt x="16871" y="14530"/>
                </a:lnTo>
                <a:lnTo>
                  <a:pt x="16023" y="14530"/>
                </a:lnTo>
                <a:lnTo>
                  <a:pt x="15579" y="14490"/>
                </a:lnTo>
                <a:lnTo>
                  <a:pt x="15115" y="14449"/>
                </a:lnTo>
                <a:lnTo>
                  <a:pt x="14631" y="14369"/>
                </a:lnTo>
                <a:lnTo>
                  <a:pt x="13924" y="14248"/>
                </a:lnTo>
                <a:lnTo>
                  <a:pt x="13238" y="14086"/>
                </a:lnTo>
                <a:lnTo>
                  <a:pt x="11866" y="13743"/>
                </a:lnTo>
                <a:lnTo>
                  <a:pt x="10817" y="13481"/>
                </a:lnTo>
                <a:lnTo>
                  <a:pt x="9747" y="13239"/>
                </a:lnTo>
                <a:lnTo>
                  <a:pt x="9222" y="13138"/>
                </a:lnTo>
                <a:lnTo>
                  <a:pt x="8677" y="13057"/>
                </a:lnTo>
                <a:lnTo>
                  <a:pt x="8133" y="12996"/>
                </a:lnTo>
                <a:lnTo>
                  <a:pt x="7588" y="12956"/>
                </a:lnTo>
                <a:lnTo>
                  <a:pt x="6962" y="12956"/>
                </a:lnTo>
                <a:lnTo>
                  <a:pt x="6316" y="12976"/>
                </a:lnTo>
                <a:lnTo>
                  <a:pt x="5691" y="13037"/>
                </a:lnTo>
                <a:lnTo>
                  <a:pt x="5065" y="13118"/>
                </a:lnTo>
                <a:lnTo>
                  <a:pt x="4419" y="13218"/>
                </a:lnTo>
                <a:lnTo>
                  <a:pt x="3774" y="13339"/>
                </a:lnTo>
                <a:lnTo>
                  <a:pt x="2482" y="13602"/>
                </a:lnTo>
                <a:lnTo>
                  <a:pt x="2280" y="13642"/>
                </a:lnTo>
                <a:lnTo>
                  <a:pt x="2058" y="13683"/>
                </a:lnTo>
                <a:lnTo>
                  <a:pt x="1735" y="13683"/>
                </a:lnTo>
                <a:lnTo>
                  <a:pt x="1635" y="13662"/>
                </a:lnTo>
                <a:lnTo>
                  <a:pt x="1453" y="13582"/>
                </a:lnTo>
                <a:lnTo>
                  <a:pt x="1312" y="13501"/>
                </a:lnTo>
                <a:lnTo>
                  <a:pt x="1191" y="13380"/>
                </a:lnTo>
                <a:lnTo>
                  <a:pt x="1090" y="13239"/>
                </a:lnTo>
                <a:lnTo>
                  <a:pt x="989" y="13097"/>
                </a:lnTo>
                <a:lnTo>
                  <a:pt x="928" y="12936"/>
                </a:lnTo>
                <a:lnTo>
                  <a:pt x="888" y="12795"/>
                </a:lnTo>
                <a:lnTo>
                  <a:pt x="848" y="12633"/>
                </a:lnTo>
                <a:lnTo>
                  <a:pt x="827" y="12351"/>
                </a:lnTo>
                <a:lnTo>
                  <a:pt x="827" y="12068"/>
                </a:lnTo>
                <a:lnTo>
                  <a:pt x="848" y="11765"/>
                </a:lnTo>
                <a:lnTo>
                  <a:pt x="888" y="11483"/>
                </a:lnTo>
                <a:lnTo>
                  <a:pt x="908" y="11261"/>
                </a:lnTo>
                <a:lnTo>
                  <a:pt x="948" y="10857"/>
                </a:lnTo>
                <a:lnTo>
                  <a:pt x="969" y="10474"/>
                </a:lnTo>
                <a:lnTo>
                  <a:pt x="989" y="10090"/>
                </a:lnTo>
                <a:lnTo>
                  <a:pt x="969" y="9707"/>
                </a:lnTo>
                <a:lnTo>
                  <a:pt x="948" y="9303"/>
                </a:lnTo>
                <a:lnTo>
                  <a:pt x="908" y="8920"/>
                </a:lnTo>
                <a:lnTo>
                  <a:pt x="848" y="8537"/>
                </a:lnTo>
                <a:lnTo>
                  <a:pt x="787" y="8153"/>
                </a:lnTo>
                <a:lnTo>
                  <a:pt x="646" y="7568"/>
                </a:lnTo>
                <a:lnTo>
                  <a:pt x="505" y="7003"/>
                </a:lnTo>
                <a:lnTo>
                  <a:pt x="383" y="6539"/>
                </a:lnTo>
                <a:lnTo>
                  <a:pt x="262" y="6075"/>
                </a:lnTo>
                <a:lnTo>
                  <a:pt x="161" y="5611"/>
                </a:lnTo>
                <a:lnTo>
                  <a:pt x="101" y="5126"/>
                </a:lnTo>
                <a:lnTo>
                  <a:pt x="81" y="4844"/>
                </a:lnTo>
                <a:lnTo>
                  <a:pt x="81" y="4581"/>
                </a:lnTo>
                <a:lnTo>
                  <a:pt x="81" y="4319"/>
                </a:lnTo>
                <a:lnTo>
                  <a:pt x="121" y="4077"/>
                </a:lnTo>
                <a:lnTo>
                  <a:pt x="161" y="3835"/>
                </a:lnTo>
                <a:lnTo>
                  <a:pt x="222" y="3593"/>
                </a:lnTo>
                <a:lnTo>
                  <a:pt x="283" y="3350"/>
                </a:lnTo>
                <a:lnTo>
                  <a:pt x="383" y="3128"/>
                </a:lnTo>
                <a:lnTo>
                  <a:pt x="484" y="2906"/>
                </a:lnTo>
                <a:lnTo>
                  <a:pt x="605" y="2705"/>
                </a:lnTo>
                <a:lnTo>
                  <a:pt x="747" y="2503"/>
                </a:lnTo>
                <a:lnTo>
                  <a:pt x="888" y="2301"/>
                </a:lnTo>
                <a:lnTo>
                  <a:pt x="1070" y="2119"/>
                </a:lnTo>
                <a:lnTo>
                  <a:pt x="1251" y="1938"/>
                </a:lnTo>
                <a:lnTo>
                  <a:pt x="1453" y="1776"/>
                </a:lnTo>
                <a:lnTo>
                  <a:pt x="1655" y="1615"/>
                </a:lnTo>
                <a:lnTo>
                  <a:pt x="1897" y="1453"/>
                </a:lnTo>
                <a:lnTo>
                  <a:pt x="2119" y="1332"/>
                </a:lnTo>
                <a:lnTo>
                  <a:pt x="2361" y="1191"/>
                </a:lnTo>
                <a:lnTo>
                  <a:pt x="2603" y="1070"/>
                </a:lnTo>
                <a:lnTo>
                  <a:pt x="3108" y="868"/>
                </a:lnTo>
                <a:lnTo>
                  <a:pt x="3612" y="707"/>
                </a:lnTo>
                <a:lnTo>
                  <a:pt x="4117" y="565"/>
                </a:lnTo>
                <a:lnTo>
                  <a:pt x="4621" y="465"/>
                </a:lnTo>
                <a:lnTo>
                  <a:pt x="5085" y="384"/>
                </a:lnTo>
                <a:lnTo>
                  <a:pt x="5529" y="323"/>
                </a:lnTo>
                <a:lnTo>
                  <a:pt x="6316" y="243"/>
                </a:lnTo>
                <a:lnTo>
                  <a:pt x="7083" y="162"/>
                </a:lnTo>
                <a:lnTo>
                  <a:pt x="7870" y="122"/>
                </a:lnTo>
                <a:lnTo>
                  <a:pt x="8637" y="81"/>
                </a:lnTo>
                <a:lnTo>
                  <a:pt x="10171" y="81"/>
                </a:lnTo>
                <a:lnTo>
                  <a:pt x="10938" y="101"/>
                </a:lnTo>
                <a:lnTo>
                  <a:pt x="11704" y="142"/>
                </a:lnTo>
                <a:lnTo>
                  <a:pt x="12451" y="202"/>
                </a:lnTo>
                <a:lnTo>
                  <a:pt x="13218" y="283"/>
                </a:lnTo>
                <a:lnTo>
                  <a:pt x="13965" y="364"/>
                </a:lnTo>
                <a:lnTo>
                  <a:pt x="14711" y="485"/>
                </a:lnTo>
                <a:lnTo>
                  <a:pt x="15458" y="606"/>
                </a:lnTo>
                <a:lnTo>
                  <a:pt x="16225" y="767"/>
                </a:lnTo>
                <a:lnTo>
                  <a:pt x="16971" y="929"/>
                </a:lnTo>
                <a:lnTo>
                  <a:pt x="17718" y="1110"/>
                </a:lnTo>
                <a:lnTo>
                  <a:pt x="18445" y="1312"/>
                </a:lnTo>
                <a:lnTo>
                  <a:pt x="19191" y="1554"/>
                </a:lnTo>
                <a:lnTo>
                  <a:pt x="19554" y="1675"/>
                </a:lnTo>
                <a:lnTo>
                  <a:pt x="19938" y="1817"/>
                </a:lnTo>
                <a:lnTo>
                  <a:pt x="20301" y="1978"/>
                </a:lnTo>
                <a:lnTo>
                  <a:pt x="20644" y="2140"/>
                </a:lnTo>
                <a:lnTo>
                  <a:pt x="20987" y="2321"/>
                </a:lnTo>
                <a:lnTo>
                  <a:pt x="21330" y="2523"/>
                </a:lnTo>
                <a:lnTo>
                  <a:pt x="21653" y="2745"/>
                </a:lnTo>
                <a:lnTo>
                  <a:pt x="21956" y="2967"/>
                </a:lnTo>
                <a:lnTo>
                  <a:pt x="22259" y="3229"/>
                </a:lnTo>
                <a:lnTo>
                  <a:pt x="22541" y="3492"/>
                </a:lnTo>
                <a:lnTo>
                  <a:pt x="22783" y="3794"/>
                </a:lnTo>
                <a:lnTo>
                  <a:pt x="23025" y="4097"/>
                </a:lnTo>
                <a:lnTo>
                  <a:pt x="23207" y="4380"/>
                </a:lnTo>
                <a:lnTo>
                  <a:pt x="23368" y="4682"/>
                </a:lnTo>
                <a:lnTo>
                  <a:pt x="23510" y="4965"/>
                </a:lnTo>
                <a:lnTo>
                  <a:pt x="23611" y="5288"/>
                </a:lnTo>
                <a:lnTo>
                  <a:pt x="23712" y="5611"/>
                </a:lnTo>
                <a:lnTo>
                  <a:pt x="23792" y="5933"/>
                </a:lnTo>
                <a:lnTo>
                  <a:pt x="23833" y="6256"/>
                </a:lnTo>
                <a:lnTo>
                  <a:pt x="23873" y="6579"/>
                </a:lnTo>
                <a:lnTo>
                  <a:pt x="23873" y="6922"/>
                </a:lnTo>
                <a:lnTo>
                  <a:pt x="23873" y="7245"/>
                </a:lnTo>
                <a:lnTo>
                  <a:pt x="23833" y="7588"/>
                </a:lnTo>
                <a:lnTo>
                  <a:pt x="23772" y="7911"/>
                </a:lnTo>
                <a:lnTo>
                  <a:pt x="23712" y="8234"/>
                </a:lnTo>
                <a:lnTo>
                  <a:pt x="23611" y="8537"/>
                </a:lnTo>
                <a:lnTo>
                  <a:pt x="23490" y="8860"/>
                </a:lnTo>
                <a:lnTo>
                  <a:pt x="23328" y="9162"/>
                </a:lnTo>
                <a:lnTo>
                  <a:pt x="23409" y="9182"/>
                </a:lnTo>
                <a:lnTo>
                  <a:pt x="23550" y="8880"/>
                </a:lnTo>
                <a:lnTo>
                  <a:pt x="23671" y="8577"/>
                </a:lnTo>
                <a:lnTo>
                  <a:pt x="23772" y="8254"/>
                </a:lnTo>
                <a:lnTo>
                  <a:pt x="23853" y="7931"/>
                </a:lnTo>
                <a:lnTo>
                  <a:pt x="23913" y="7588"/>
                </a:lnTo>
                <a:lnTo>
                  <a:pt x="23954" y="7265"/>
                </a:lnTo>
                <a:lnTo>
                  <a:pt x="23954" y="6922"/>
                </a:lnTo>
                <a:lnTo>
                  <a:pt x="23954" y="6579"/>
                </a:lnTo>
                <a:lnTo>
                  <a:pt x="23913" y="6236"/>
                </a:lnTo>
                <a:lnTo>
                  <a:pt x="23873" y="5913"/>
                </a:lnTo>
                <a:lnTo>
                  <a:pt x="23792" y="5590"/>
                </a:lnTo>
                <a:lnTo>
                  <a:pt x="23691" y="5267"/>
                </a:lnTo>
                <a:lnTo>
                  <a:pt x="23570" y="4945"/>
                </a:lnTo>
                <a:lnTo>
                  <a:pt x="23429" y="4642"/>
                </a:lnTo>
                <a:lnTo>
                  <a:pt x="23268" y="4339"/>
                </a:lnTo>
                <a:lnTo>
                  <a:pt x="23086" y="4057"/>
                </a:lnTo>
                <a:lnTo>
                  <a:pt x="22844" y="3734"/>
                </a:lnTo>
                <a:lnTo>
                  <a:pt x="22602" y="3451"/>
                </a:lnTo>
                <a:lnTo>
                  <a:pt x="22319" y="3169"/>
                </a:lnTo>
                <a:lnTo>
                  <a:pt x="22016" y="2906"/>
                </a:lnTo>
                <a:lnTo>
                  <a:pt x="21694" y="2684"/>
                </a:lnTo>
                <a:lnTo>
                  <a:pt x="21371" y="2462"/>
                </a:lnTo>
                <a:lnTo>
                  <a:pt x="21048" y="2261"/>
                </a:lnTo>
                <a:lnTo>
                  <a:pt x="20685" y="2079"/>
                </a:lnTo>
                <a:lnTo>
                  <a:pt x="20341" y="1897"/>
                </a:lnTo>
                <a:lnTo>
                  <a:pt x="19978" y="1756"/>
                </a:lnTo>
                <a:lnTo>
                  <a:pt x="19595" y="1595"/>
                </a:lnTo>
                <a:lnTo>
                  <a:pt x="19232" y="1474"/>
                </a:lnTo>
                <a:lnTo>
                  <a:pt x="18465" y="1231"/>
                </a:lnTo>
                <a:lnTo>
                  <a:pt x="17738" y="1030"/>
                </a:lnTo>
                <a:lnTo>
                  <a:pt x="16971" y="848"/>
                </a:lnTo>
                <a:lnTo>
                  <a:pt x="16225" y="687"/>
                </a:lnTo>
                <a:lnTo>
                  <a:pt x="15478" y="545"/>
                </a:lnTo>
                <a:lnTo>
                  <a:pt x="14731" y="404"/>
                </a:lnTo>
                <a:lnTo>
                  <a:pt x="13985" y="283"/>
                </a:lnTo>
                <a:lnTo>
                  <a:pt x="13218" y="202"/>
                </a:lnTo>
                <a:lnTo>
                  <a:pt x="12471" y="122"/>
                </a:lnTo>
                <a:lnTo>
                  <a:pt x="11704" y="61"/>
                </a:lnTo>
                <a:lnTo>
                  <a:pt x="10938" y="21"/>
                </a:lnTo>
                <a:lnTo>
                  <a:pt x="10191" y="0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92" name="Google Shape;2692;p34"/>
          <p:cNvSpPr/>
          <p:nvPr/>
        </p:nvSpPr>
        <p:spPr>
          <a:xfrm flipH="1">
            <a:off x="-2092029" y="380207"/>
            <a:ext cx="1145153" cy="459224"/>
          </a:xfrm>
          <a:custGeom>
            <a:rect b="b" l="l" r="r" t="t"/>
            <a:pathLst>
              <a:path extrusionOk="0" h="8214" w="20483">
                <a:moveTo>
                  <a:pt x="0" y="1"/>
                </a:moveTo>
                <a:lnTo>
                  <a:pt x="20" y="182"/>
                </a:lnTo>
                <a:lnTo>
                  <a:pt x="40" y="384"/>
                </a:lnTo>
                <a:lnTo>
                  <a:pt x="141" y="768"/>
                </a:lnTo>
                <a:lnTo>
                  <a:pt x="283" y="1131"/>
                </a:lnTo>
                <a:lnTo>
                  <a:pt x="424" y="1494"/>
                </a:lnTo>
                <a:lnTo>
                  <a:pt x="585" y="1877"/>
                </a:lnTo>
                <a:lnTo>
                  <a:pt x="727" y="2261"/>
                </a:lnTo>
                <a:lnTo>
                  <a:pt x="787" y="2463"/>
                </a:lnTo>
                <a:lnTo>
                  <a:pt x="827" y="2664"/>
                </a:lnTo>
                <a:lnTo>
                  <a:pt x="848" y="2886"/>
                </a:lnTo>
                <a:lnTo>
                  <a:pt x="868" y="3088"/>
                </a:lnTo>
                <a:lnTo>
                  <a:pt x="848" y="3330"/>
                </a:lnTo>
                <a:lnTo>
                  <a:pt x="807" y="3573"/>
                </a:lnTo>
                <a:lnTo>
                  <a:pt x="686" y="4057"/>
                </a:lnTo>
                <a:lnTo>
                  <a:pt x="585" y="4460"/>
                </a:lnTo>
                <a:lnTo>
                  <a:pt x="545" y="4662"/>
                </a:lnTo>
                <a:lnTo>
                  <a:pt x="525" y="4864"/>
                </a:lnTo>
                <a:lnTo>
                  <a:pt x="525" y="5066"/>
                </a:lnTo>
                <a:lnTo>
                  <a:pt x="525" y="5248"/>
                </a:lnTo>
                <a:lnTo>
                  <a:pt x="565" y="5449"/>
                </a:lnTo>
                <a:lnTo>
                  <a:pt x="646" y="5631"/>
                </a:lnTo>
                <a:lnTo>
                  <a:pt x="706" y="5752"/>
                </a:lnTo>
                <a:lnTo>
                  <a:pt x="767" y="5873"/>
                </a:lnTo>
                <a:lnTo>
                  <a:pt x="848" y="5974"/>
                </a:lnTo>
                <a:lnTo>
                  <a:pt x="949" y="6075"/>
                </a:lnTo>
                <a:lnTo>
                  <a:pt x="1049" y="6156"/>
                </a:lnTo>
                <a:lnTo>
                  <a:pt x="1171" y="6236"/>
                </a:lnTo>
                <a:lnTo>
                  <a:pt x="1453" y="6378"/>
                </a:lnTo>
                <a:lnTo>
                  <a:pt x="1756" y="6478"/>
                </a:lnTo>
                <a:lnTo>
                  <a:pt x="2139" y="6559"/>
                </a:lnTo>
                <a:lnTo>
                  <a:pt x="2543" y="6600"/>
                </a:lnTo>
                <a:lnTo>
                  <a:pt x="3007" y="6620"/>
                </a:lnTo>
                <a:lnTo>
                  <a:pt x="4682" y="6600"/>
                </a:lnTo>
                <a:lnTo>
                  <a:pt x="7426" y="6600"/>
                </a:lnTo>
                <a:lnTo>
                  <a:pt x="8334" y="6640"/>
                </a:lnTo>
                <a:lnTo>
                  <a:pt x="9243" y="6721"/>
                </a:lnTo>
                <a:lnTo>
                  <a:pt x="10151" y="6822"/>
                </a:lnTo>
                <a:lnTo>
                  <a:pt x="10595" y="6902"/>
                </a:lnTo>
                <a:lnTo>
                  <a:pt x="11059" y="6983"/>
                </a:lnTo>
                <a:lnTo>
                  <a:pt x="11503" y="7084"/>
                </a:lnTo>
                <a:lnTo>
                  <a:pt x="11927" y="7205"/>
                </a:lnTo>
                <a:lnTo>
                  <a:pt x="12512" y="7387"/>
                </a:lnTo>
                <a:lnTo>
                  <a:pt x="13077" y="7568"/>
                </a:lnTo>
                <a:lnTo>
                  <a:pt x="13803" y="7790"/>
                </a:lnTo>
                <a:lnTo>
                  <a:pt x="14167" y="7911"/>
                </a:lnTo>
                <a:lnTo>
                  <a:pt x="14550" y="8012"/>
                </a:lnTo>
                <a:lnTo>
                  <a:pt x="14913" y="8093"/>
                </a:lnTo>
                <a:lnTo>
                  <a:pt x="15297" y="8153"/>
                </a:lnTo>
                <a:lnTo>
                  <a:pt x="15680" y="8194"/>
                </a:lnTo>
                <a:lnTo>
                  <a:pt x="16063" y="8214"/>
                </a:lnTo>
                <a:lnTo>
                  <a:pt x="16427" y="8214"/>
                </a:lnTo>
                <a:lnTo>
                  <a:pt x="16770" y="8174"/>
                </a:lnTo>
                <a:lnTo>
                  <a:pt x="17093" y="8113"/>
                </a:lnTo>
                <a:lnTo>
                  <a:pt x="17415" y="8032"/>
                </a:lnTo>
                <a:lnTo>
                  <a:pt x="17738" y="7931"/>
                </a:lnTo>
                <a:lnTo>
                  <a:pt x="18061" y="7810"/>
                </a:lnTo>
                <a:lnTo>
                  <a:pt x="18364" y="7649"/>
                </a:lnTo>
                <a:lnTo>
                  <a:pt x="18646" y="7488"/>
                </a:lnTo>
                <a:lnTo>
                  <a:pt x="18929" y="7306"/>
                </a:lnTo>
                <a:lnTo>
                  <a:pt x="19191" y="7104"/>
                </a:lnTo>
                <a:lnTo>
                  <a:pt x="19454" y="6902"/>
                </a:lnTo>
                <a:lnTo>
                  <a:pt x="19696" y="6660"/>
                </a:lnTo>
                <a:lnTo>
                  <a:pt x="19918" y="6418"/>
                </a:lnTo>
                <a:lnTo>
                  <a:pt x="20120" y="6156"/>
                </a:lnTo>
                <a:lnTo>
                  <a:pt x="20321" y="5873"/>
                </a:lnTo>
                <a:lnTo>
                  <a:pt x="20483" y="5570"/>
                </a:lnTo>
                <a:lnTo>
                  <a:pt x="20402" y="5550"/>
                </a:lnTo>
                <a:lnTo>
                  <a:pt x="20241" y="5833"/>
                </a:lnTo>
                <a:lnTo>
                  <a:pt x="20059" y="6095"/>
                </a:lnTo>
                <a:lnTo>
                  <a:pt x="19857" y="6357"/>
                </a:lnTo>
                <a:lnTo>
                  <a:pt x="19635" y="6600"/>
                </a:lnTo>
                <a:lnTo>
                  <a:pt x="19393" y="6842"/>
                </a:lnTo>
                <a:lnTo>
                  <a:pt x="19151" y="7044"/>
                </a:lnTo>
                <a:lnTo>
                  <a:pt x="18889" y="7245"/>
                </a:lnTo>
                <a:lnTo>
                  <a:pt x="18606" y="7427"/>
                </a:lnTo>
                <a:lnTo>
                  <a:pt x="18324" y="7588"/>
                </a:lnTo>
                <a:lnTo>
                  <a:pt x="18021" y="7730"/>
                </a:lnTo>
                <a:lnTo>
                  <a:pt x="17718" y="7851"/>
                </a:lnTo>
                <a:lnTo>
                  <a:pt x="17395" y="7952"/>
                </a:lnTo>
                <a:lnTo>
                  <a:pt x="17072" y="8032"/>
                </a:lnTo>
                <a:lnTo>
                  <a:pt x="16750" y="8093"/>
                </a:lnTo>
                <a:lnTo>
                  <a:pt x="16427" y="8133"/>
                </a:lnTo>
                <a:lnTo>
                  <a:pt x="16063" y="8133"/>
                </a:lnTo>
                <a:lnTo>
                  <a:pt x="15680" y="8113"/>
                </a:lnTo>
                <a:lnTo>
                  <a:pt x="15317" y="8073"/>
                </a:lnTo>
                <a:lnTo>
                  <a:pt x="14933" y="8012"/>
                </a:lnTo>
                <a:lnTo>
                  <a:pt x="14550" y="7931"/>
                </a:lnTo>
                <a:lnTo>
                  <a:pt x="14187" y="7831"/>
                </a:lnTo>
                <a:lnTo>
                  <a:pt x="13823" y="7730"/>
                </a:lnTo>
                <a:lnTo>
                  <a:pt x="13097" y="7488"/>
                </a:lnTo>
                <a:lnTo>
                  <a:pt x="12532" y="7306"/>
                </a:lnTo>
                <a:lnTo>
                  <a:pt x="11947" y="7124"/>
                </a:lnTo>
                <a:lnTo>
                  <a:pt x="11523" y="7003"/>
                </a:lnTo>
                <a:lnTo>
                  <a:pt x="11059" y="6902"/>
                </a:lnTo>
                <a:lnTo>
                  <a:pt x="10615" y="6822"/>
                </a:lnTo>
                <a:lnTo>
                  <a:pt x="10171" y="6741"/>
                </a:lnTo>
                <a:lnTo>
                  <a:pt x="9263" y="6640"/>
                </a:lnTo>
                <a:lnTo>
                  <a:pt x="8355" y="6559"/>
                </a:lnTo>
                <a:lnTo>
                  <a:pt x="7426" y="6519"/>
                </a:lnTo>
                <a:lnTo>
                  <a:pt x="4682" y="6519"/>
                </a:lnTo>
                <a:lnTo>
                  <a:pt x="3007" y="6539"/>
                </a:lnTo>
                <a:lnTo>
                  <a:pt x="2563" y="6519"/>
                </a:lnTo>
                <a:lnTo>
                  <a:pt x="2159" y="6478"/>
                </a:lnTo>
                <a:lnTo>
                  <a:pt x="1796" y="6398"/>
                </a:lnTo>
                <a:lnTo>
                  <a:pt x="1493" y="6297"/>
                </a:lnTo>
                <a:lnTo>
                  <a:pt x="1231" y="6176"/>
                </a:lnTo>
                <a:lnTo>
                  <a:pt x="1110" y="6095"/>
                </a:lnTo>
                <a:lnTo>
                  <a:pt x="1009" y="6014"/>
                </a:lnTo>
                <a:lnTo>
                  <a:pt x="928" y="5913"/>
                </a:lnTo>
                <a:lnTo>
                  <a:pt x="848" y="5833"/>
                </a:lnTo>
                <a:lnTo>
                  <a:pt x="767" y="5712"/>
                </a:lnTo>
                <a:lnTo>
                  <a:pt x="706" y="5611"/>
                </a:lnTo>
                <a:lnTo>
                  <a:pt x="646" y="5429"/>
                </a:lnTo>
                <a:lnTo>
                  <a:pt x="606" y="5248"/>
                </a:lnTo>
                <a:lnTo>
                  <a:pt x="606" y="5046"/>
                </a:lnTo>
                <a:lnTo>
                  <a:pt x="606" y="4864"/>
                </a:lnTo>
                <a:lnTo>
                  <a:pt x="626" y="4662"/>
                </a:lnTo>
                <a:lnTo>
                  <a:pt x="666" y="4481"/>
                </a:lnTo>
                <a:lnTo>
                  <a:pt x="767" y="4077"/>
                </a:lnTo>
                <a:lnTo>
                  <a:pt x="888" y="3593"/>
                </a:lnTo>
                <a:lnTo>
                  <a:pt x="928" y="3330"/>
                </a:lnTo>
                <a:lnTo>
                  <a:pt x="949" y="3088"/>
                </a:lnTo>
                <a:lnTo>
                  <a:pt x="928" y="2866"/>
                </a:lnTo>
                <a:lnTo>
                  <a:pt x="908" y="2664"/>
                </a:lnTo>
                <a:lnTo>
                  <a:pt x="868" y="2463"/>
                </a:lnTo>
                <a:lnTo>
                  <a:pt x="807" y="2261"/>
                </a:lnTo>
                <a:lnTo>
                  <a:pt x="666" y="1857"/>
                </a:lnTo>
                <a:lnTo>
                  <a:pt x="505" y="1454"/>
                </a:lnTo>
                <a:lnTo>
                  <a:pt x="363" y="1090"/>
                </a:lnTo>
                <a:lnTo>
                  <a:pt x="222" y="727"/>
                </a:lnTo>
                <a:lnTo>
                  <a:pt x="121" y="364"/>
                </a:lnTo>
                <a:lnTo>
                  <a:pt x="101" y="182"/>
                </a:lnTo>
                <a:lnTo>
                  <a:pt x="81" y="1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93" name="Google Shape;2693;p34"/>
          <p:cNvSpPr/>
          <p:nvPr/>
        </p:nvSpPr>
        <p:spPr>
          <a:xfrm flipH="1">
            <a:off x="-2068376" y="155687"/>
            <a:ext cx="886861" cy="530339"/>
          </a:xfrm>
          <a:custGeom>
            <a:rect b="b" l="l" r="r" t="t"/>
            <a:pathLst>
              <a:path extrusionOk="0" h="9486" w="15863">
                <a:moveTo>
                  <a:pt x="4117" y="82"/>
                </a:moveTo>
                <a:lnTo>
                  <a:pt x="4581" y="122"/>
                </a:lnTo>
                <a:lnTo>
                  <a:pt x="5025" y="162"/>
                </a:lnTo>
                <a:lnTo>
                  <a:pt x="5429" y="223"/>
                </a:lnTo>
                <a:lnTo>
                  <a:pt x="6176" y="344"/>
                </a:lnTo>
                <a:lnTo>
                  <a:pt x="6741" y="465"/>
                </a:lnTo>
                <a:lnTo>
                  <a:pt x="7427" y="626"/>
                </a:lnTo>
                <a:lnTo>
                  <a:pt x="8113" y="788"/>
                </a:lnTo>
                <a:lnTo>
                  <a:pt x="8799" y="990"/>
                </a:lnTo>
                <a:lnTo>
                  <a:pt x="9485" y="1171"/>
                </a:lnTo>
                <a:lnTo>
                  <a:pt x="10171" y="1393"/>
                </a:lnTo>
                <a:lnTo>
                  <a:pt x="10837" y="1615"/>
                </a:lnTo>
                <a:lnTo>
                  <a:pt x="11503" y="1857"/>
                </a:lnTo>
                <a:lnTo>
                  <a:pt x="12169" y="2100"/>
                </a:lnTo>
                <a:lnTo>
                  <a:pt x="12815" y="2382"/>
                </a:lnTo>
                <a:lnTo>
                  <a:pt x="13158" y="2523"/>
                </a:lnTo>
                <a:lnTo>
                  <a:pt x="13481" y="2705"/>
                </a:lnTo>
                <a:lnTo>
                  <a:pt x="13824" y="2887"/>
                </a:lnTo>
                <a:lnTo>
                  <a:pt x="14127" y="3109"/>
                </a:lnTo>
                <a:lnTo>
                  <a:pt x="14429" y="3331"/>
                </a:lnTo>
                <a:lnTo>
                  <a:pt x="14712" y="3593"/>
                </a:lnTo>
                <a:lnTo>
                  <a:pt x="14954" y="3875"/>
                </a:lnTo>
                <a:lnTo>
                  <a:pt x="15176" y="4158"/>
                </a:lnTo>
                <a:lnTo>
                  <a:pt x="15358" y="4481"/>
                </a:lnTo>
                <a:lnTo>
                  <a:pt x="15519" y="4804"/>
                </a:lnTo>
                <a:lnTo>
                  <a:pt x="15620" y="5127"/>
                </a:lnTo>
                <a:lnTo>
                  <a:pt x="15721" y="5490"/>
                </a:lnTo>
                <a:lnTo>
                  <a:pt x="15761" y="5833"/>
                </a:lnTo>
                <a:lnTo>
                  <a:pt x="15781" y="6176"/>
                </a:lnTo>
                <a:lnTo>
                  <a:pt x="15741" y="6539"/>
                </a:lnTo>
                <a:lnTo>
                  <a:pt x="15680" y="6902"/>
                </a:lnTo>
                <a:lnTo>
                  <a:pt x="15580" y="7246"/>
                </a:lnTo>
                <a:lnTo>
                  <a:pt x="15438" y="7589"/>
                </a:lnTo>
                <a:lnTo>
                  <a:pt x="15257" y="7891"/>
                </a:lnTo>
                <a:lnTo>
                  <a:pt x="15055" y="8174"/>
                </a:lnTo>
                <a:lnTo>
                  <a:pt x="14813" y="8436"/>
                </a:lnTo>
                <a:lnTo>
                  <a:pt x="14550" y="8678"/>
                </a:lnTo>
                <a:lnTo>
                  <a:pt x="14389" y="8799"/>
                </a:lnTo>
                <a:lnTo>
                  <a:pt x="14207" y="8900"/>
                </a:lnTo>
                <a:lnTo>
                  <a:pt x="14026" y="8981"/>
                </a:lnTo>
                <a:lnTo>
                  <a:pt x="13844" y="9082"/>
                </a:lnTo>
                <a:lnTo>
                  <a:pt x="13481" y="9203"/>
                </a:lnTo>
                <a:lnTo>
                  <a:pt x="13097" y="9304"/>
                </a:lnTo>
                <a:lnTo>
                  <a:pt x="12734" y="9364"/>
                </a:lnTo>
                <a:lnTo>
                  <a:pt x="12371" y="9385"/>
                </a:lnTo>
                <a:lnTo>
                  <a:pt x="12028" y="9405"/>
                </a:lnTo>
                <a:lnTo>
                  <a:pt x="11725" y="9385"/>
                </a:lnTo>
                <a:lnTo>
                  <a:pt x="11362" y="9364"/>
                </a:lnTo>
                <a:lnTo>
                  <a:pt x="10999" y="9324"/>
                </a:lnTo>
                <a:lnTo>
                  <a:pt x="10615" y="9264"/>
                </a:lnTo>
                <a:lnTo>
                  <a:pt x="10272" y="9183"/>
                </a:lnTo>
                <a:lnTo>
                  <a:pt x="9546" y="9021"/>
                </a:lnTo>
                <a:lnTo>
                  <a:pt x="8839" y="8840"/>
                </a:lnTo>
                <a:lnTo>
                  <a:pt x="7810" y="8577"/>
                </a:lnTo>
                <a:lnTo>
                  <a:pt x="7306" y="8476"/>
                </a:lnTo>
                <a:lnTo>
                  <a:pt x="6781" y="8376"/>
                </a:lnTo>
                <a:lnTo>
                  <a:pt x="6055" y="8295"/>
                </a:lnTo>
                <a:lnTo>
                  <a:pt x="5328" y="8234"/>
                </a:lnTo>
                <a:lnTo>
                  <a:pt x="4622" y="8214"/>
                </a:lnTo>
                <a:lnTo>
                  <a:pt x="3895" y="8214"/>
                </a:lnTo>
                <a:lnTo>
                  <a:pt x="2866" y="8194"/>
                </a:lnTo>
                <a:lnTo>
                  <a:pt x="2341" y="8174"/>
                </a:lnTo>
                <a:lnTo>
                  <a:pt x="1837" y="8133"/>
                </a:lnTo>
                <a:lnTo>
                  <a:pt x="1393" y="8073"/>
                </a:lnTo>
                <a:lnTo>
                  <a:pt x="1171" y="8033"/>
                </a:lnTo>
                <a:lnTo>
                  <a:pt x="969" y="7972"/>
                </a:lnTo>
                <a:lnTo>
                  <a:pt x="767" y="7871"/>
                </a:lnTo>
                <a:lnTo>
                  <a:pt x="586" y="7770"/>
                </a:lnTo>
                <a:lnTo>
                  <a:pt x="404" y="7629"/>
                </a:lnTo>
                <a:lnTo>
                  <a:pt x="283" y="7467"/>
                </a:lnTo>
                <a:lnTo>
                  <a:pt x="223" y="7367"/>
                </a:lnTo>
                <a:lnTo>
                  <a:pt x="162" y="7246"/>
                </a:lnTo>
                <a:lnTo>
                  <a:pt x="101" y="7024"/>
                </a:lnTo>
                <a:lnTo>
                  <a:pt x="81" y="6802"/>
                </a:lnTo>
                <a:lnTo>
                  <a:pt x="101" y="6580"/>
                </a:lnTo>
                <a:lnTo>
                  <a:pt x="142" y="6337"/>
                </a:lnTo>
                <a:lnTo>
                  <a:pt x="182" y="6095"/>
                </a:lnTo>
                <a:lnTo>
                  <a:pt x="323" y="5611"/>
                </a:lnTo>
                <a:lnTo>
                  <a:pt x="445" y="5248"/>
                </a:lnTo>
                <a:lnTo>
                  <a:pt x="525" y="4905"/>
                </a:lnTo>
                <a:lnTo>
                  <a:pt x="545" y="4723"/>
                </a:lnTo>
                <a:lnTo>
                  <a:pt x="566" y="4562"/>
                </a:lnTo>
                <a:lnTo>
                  <a:pt x="586" y="4380"/>
                </a:lnTo>
                <a:lnTo>
                  <a:pt x="566" y="4218"/>
                </a:lnTo>
                <a:lnTo>
                  <a:pt x="485" y="3795"/>
                </a:lnTo>
                <a:lnTo>
                  <a:pt x="384" y="3391"/>
                </a:lnTo>
                <a:lnTo>
                  <a:pt x="263" y="2887"/>
                </a:lnTo>
                <a:lnTo>
                  <a:pt x="223" y="2644"/>
                </a:lnTo>
                <a:lnTo>
                  <a:pt x="182" y="2382"/>
                </a:lnTo>
                <a:lnTo>
                  <a:pt x="202" y="2140"/>
                </a:lnTo>
                <a:lnTo>
                  <a:pt x="243" y="1898"/>
                </a:lnTo>
                <a:lnTo>
                  <a:pt x="323" y="1656"/>
                </a:lnTo>
                <a:lnTo>
                  <a:pt x="445" y="1393"/>
                </a:lnTo>
                <a:lnTo>
                  <a:pt x="566" y="1212"/>
                </a:lnTo>
                <a:lnTo>
                  <a:pt x="707" y="1050"/>
                </a:lnTo>
                <a:lnTo>
                  <a:pt x="868" y="889"/>
                </a:lnTo>
                <a:lnTo>
                  <a:pt x="1030" y="748"/>
                </a:lnTo>
                <a:lnTo>
                  <a:pt x="1211" y="626"/>
                </a:lnTo>
                <a:lnTo>
                  <a:pt x="1393" y="526"/>
                </a:lnTo>
                <a:lnTo>
                  <a:pt x="1595" y="425"/>
                </a:lnTo>
                <a:lnTo>
                  <a:pt x="1797" y="344"/>
                </a:lnTo>
                <a:lnTo>
                  <a:pt x="2019" y="283"/>
                </a:lnTo>
                <a:lnTo>
                  <a:pt x="2241" y="223"/>
                </a:lnTo>
                <a:lnTo>
                  <a:pt x="2705" y="142"/>
                </a:lnTo>
                <a:lnTo>
                  <a:pt x="3189" y="82"/>
                </a:lnTo>
                <a:close/>
                <a:moveTo>
                  <a:pt x="3552" y="1"/>
                </a:moveTo>
                <a:lnTo>
                  <a:pt x="3088" y="21"/>
                </a:lnTo>
                <a:lnTo>
                  <a:pt x="2604" y="61"/>
                </a:lnTo>
                <a:lnTo>
                  <a:pt x="2160" y="162"/>
                </a:lnTo>
                <a:lnTo>
                  <a:pt x="1938" y="223"/>
                </a:lnTo>
                <a:lnTo>
                  <a:pt x="1716" y="283"/>
                </a:lnTo>
                <a:lnTo>
                  <a:pt x="1514" y="384"/>
                </a:lnTo>
                <a:lnTo>
                  <a:pt x="1312" y="465"/>
                </a:lnTo>
                <a:lnTo>
                  <a:pt x="1131" y="586"/>
                </a:lnTo>
                <a:lnTo>
                  <a:pt x="949" y="707"/>
                </a:lnTo>
                <a:lnTo>
                  <a:pt x="788" y="848"/>
                </a:lnTo>
                <a:lnTo>
                  <a:pt x="646" y="990"/>
                </a:lnTo>
                <a:lnTo>
                  <a:pt x="505" y="1171"/>
                </a:lnTo>
                <a:lnTo>
                  <a:pt x="384" y="1353"/>
                </a:lnTo>
                <a:lnTo>
                  <a:pt x="243" y="1615"/>
                </a:lnTo>
                <a:lnTo>
                  <a:pt x="162" y="1878"/>
                </a:lnTo>
                <a:lnTo>
                  <a:pt x="122" y="2140"/>
                </a:lnTo>
                <a:lnTo>
                  <a:pt x="101" y="2382"/>
                </a:lnTo>
                <a:lnTo>
                  <a:pt x="142" y="2644"/>
                </a:lnTo>
                <a:lnTo>
                  <a:pt x="182" y="2887"/>
                </a:lnTo>
                <a:lnTo>
                  <a:pt x="303" y="3411"/>
                </a:lnTo>
                <a:lnTo>
                  <a:pt x="404" y="3815"/>
                </a:lnTo>
                <a:lnTo>
                  <a:pt x="485" y="4218"/>
                </a:lnTo>
                <a:lnTo>
                  <a:pt x="505" y="4380"/>
                </a:lnTo>
                <a:lnTo>
                  <a:pt x="485" y="4541"/>
                </a:lnTo>
                <a:lnTo>
                  <a:pt x="445" y="4884"/>
                </a:lnTo>
                <a:lnTo>
                  <a:pt x="364" y="5227"/>
                </a:lnTo>
                <a:lnTo>
                  <a:pt x="263" y="5591"/>
                </a:lnTo>
                <a:lnTo>
                  <a:pt x="101" y="6075"/>
                </a:lnTo>
                <a:lnTo>
                  <a:pt x="61" y="6337"/>
                </a:lnTo>
                <a:lnTo>
                  <a:pt x="21" y="6580"/>
                </a:lnTo>
                <a:lnTo>
                  <a:pt x="1" y="6822"/>
                </a:lnTo>
                <a:lnTo>
                  <a:pt x="41" y="7064"/>
                </a:lnTo>
                <a:lnTo>
                  <a:pt x="101" y="7286"/>
                </a:lnTo>
                <a:lnTo>
                  <a:pt x="142" y="7387"/>
                </a:lnTo>
                <a:lnTo>
                  <a:pt x="202" y="7508"/>
                </a:lnTo>
                <a:lnTo>
                  <a:pt x="344" y="7689"/>
                </a:lnTo>
                <a:lnTo>
                  <a:pt x="525" y="7831"/>
                </a:lnTo>
                <a:lnTo>
                  <a:pt x="727" y="7952"/>
                </a:lnTo>
                <a:lnTo>
                  <a:pt x="929" y="8033"/>
                </a:lnTo>
                <a:lnTo>
                  <a:pt x="1151" y="8113"/>
                </a:lnTo>
                <a:lnTo>
                  <a:pt x="1373" y="8154"/>
                </a:lnTo>
                <a:lnTo>
                  <a:pt x="1817" y="8214"/>
                </a:lnTo>
                <a:lnTo>
                  <a:pt x="2341" y="8255"/>
                </a:lnTo>
                <a:lnTo>
                  <a:pt x="2866" y="8275"/>
                </a:lnTo>
                <a:lnTo>
                  <a:pt x="3895" y="8295"/>
                </a:lnTo>
                <a:lnTo>
                  <a:pt x="4602" y="8295"/>
                </a:lnTo>
                <a:lnTo>
                  <a:pt x="5328" y="8315"/>
                </a:lnTo>
                <a:lnTo>
                  <a:pt x="6055" y="8376"/>
                </a:lnTo>
                <a:lnTo>
                  <a:pt x="6761" y="8456"/>
                </a:lnTo>
                <a:lnTo>
                  <a:pt x="7286" y="8557"/>
                </a:lnTo>
                <a:lnTo>
                  <a:pt x="7790" y="8658"/>
                </a:lnTo>
                <a:lnTo>
                  <a:pt x="8819" y="8920"/>
                </a:lnTo>
                <a:lnTo>
                  <a:pt x="9526" y="9102"/>
                </a:lnTo>
                <a:lnTo>
                  <a:pt x="10252" y="9264"/>
                </a:lnTo>
                <a:lnTo>
                  <a:pt x="10615" y="9344"/>
                </a:lnTo>
                <a:lnTo>
                  <a:pt x="10979" y="9385"/>
                </a:lnTo>
                <a:lnTo>
                  <a:pt x="11342" y="9445"/>
                </a:lnTo>
                <a:lnTo>
                  <a:pt x="11725" y="9465"/>
                </a:lnTo>
                <a:lnTo>
                  <a:pt x="12048" y="9485"/>
                </a:lnTo>
                <a:lnTo>
                  <a:pt x="12351" y="9465"/>
                </a:lnTo>
                <a:lnTo>
                  <a:pt x="12674" y="9445"/>
                </a:lnTo>
                <a:lnTo>
                  <a:pt x="12997" y="9405"/>
                </a:lnTo>
                <a:lnTo>
                  <a:pt x="13319" y="9324"/>
                </a:lnTo>
                <a:lnTo>
                  <a:pt x="13662" y="9223"/>
                </a:lnTo>
                <a:lnTo>
                  <a:pt x="13985" y="9102"/>
                </a:lnTo>
                <a:lnTo>
                  <a:pt x="14288" y="8941"/>
                </a:lnTo>
                <a:lnTo>
                  <a:pt x="14591" y="8739"/>
                </a:lnTo>
                <a:lnTo>
                  <a:pt x="14873" y="8497"/>
                </a:lnTo>
                <a:lnTo>
                  <a:pt x="15115" y="8234"/>
                </a:lnTo>
                <a:lnTo>
                  <a:pt x="15337" y="7932"/>
                </a:lnTo>
                <a:lnTo>
                  <a:pt x="15499" y="7609"/>
                </a:lnTo>
                <a:lnTo>
                  <a:pt x="15660" y="7286"/>
                </a:lnTo>
                <a:lnTo>
                  <a:pt x="15761" y="6923"/>
                </a:lnTo>
                <a:lnTo>
                  <a:pt x="15822" y="6559"/>
                </a:lnTo>
                <a:lnTo>
                  <a:pt x="15862" y="6176"/>
                </a:lnTo>
                <a:lnTo>
                  <a:pt x="15842" y="5833"/>
                </a:lnTo>
                <a:lnTo>
                  <a:pt x="15802" y="5470"/>
                </a:lnTo>
                <a:lnTo>
                  <a:pt x="15701" y="5106"/>
                </a:lnTo>
                <a:lnTo>
                  <a:pt x="15580" y="4763"/>
                </a:lnTo>
                <a:lnTo>
                  <a:pt x="15418" y="4440"/>
                </a:lnTo>
                <a:lnTo>
                  <a:pt x="15236" y="4118"/>
                </a:lnTo>
                <a:lnTo>
                  <a:pt x="15015" y="3815"/>
                </a:lnTo>
                <a:lnTo>
                  <a:pt x="14772" y="3532"/>
                </a:lnTo>
                <a:lnTo>
                  <a:pt x="14490" y="3270"/>
                </a:lnTo>
                <a:lnTo>
                  <a:pt x="14187" y="3028"/>
                </a:lnTo>
                <a:lnTo>
                  <a:pt x="13864" y="2826"/>
                </a:lnTo>
                <a:lnTo>
                  <a:pt x="13541" y="2624"/>
                </a:lnTo>
                <a:lnTo>
                  <a:pt x="13198" y="2463"/>
                </a:lnTo>
                <a:lnTo>
                  <a:pt x="12855" y="2301"/>
                </a:lnTo>
                <a:lnTo>
                  <a:pt x="12189" y="2039"/>
                </a:lnTo>
                <a:lnTo>
                  <a:pt x="11523" y="1777"/>
                </a:lnTo>
                <a:lnTo>
                  <a:pt x="10857" y="1535"/>
                </a:lnTo>
                <a:lnTo>
                  <a:pt x="10191" y="1313"/>
                </a:lnTo>
                <a:lnTo>
                  <a:pt x="9505" y="1111"/>
                </a:lnTo>
                <a:lnTo>
                  <a:pt x="8819" y="909"/>
                </a:lnTo>
                <a:lnTo>
                  <a:pt x="8133" y="707"/>
                </a:lnTo>
                <a:lnTo>
                  <a:pt x="7447" y="546"/>
                </a:lnTo>
                <a:lnTo>
                  <a:pt x="6761" y="384"/>
                </a:lnTo>
                <a:lnTo>
                  <a:pt x="6176" y="263"/>
                </a:lnTo>
                <a:lnTo>
                  <a:pt x="5389" y="142"/>
                </a:lnTo>
                <a:lnTo>
                  <a:pt x="4965" y="82"/>
                </a:lnTo>
                <a:lnTo>
                  <a:pt x="4501" y="21"/>
                </a:lnTo>
                <a:lnTo>
                  <a:pt x="4037" y="1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94" name="Google Shape;2694;p34"/>
          <p:cNvSpPr/>
          <p:nvPr/>
        </p:nvSpPr>
        <p:spPr>
          <a:xfrm flipH="1">
            <a:off x="-2048022" y="183920"/>
            <a:ext cx="669045" cy="364461"/>
          </a:xfrm>
          <a:custGeom>
            <a:rect b="b" l="l" r="r" t="t"/>
            <a:pathLst>
              <a:path extrusionOk="0" h="6519" w="11967">
                <a:moveTo>
                  <a:pt x="6216" y="81"/>
                </a:moveTo>
                <a:lnTo>
                  <a:pt x="6720" y="121"/>
                </a:lnTo>
                <a:lnTo>
                  <a:pt x="7204" y="202"/>
                </a:lnTo>
                <a:lnTo>
                  <a:pt x="7709" y="283"/>
                </a:lnTo>
                <a:lnTo>
                  <a:pt x="8173" y="404"/>
                </a:lnTo>
                <a:lnTo>
                  <a:pt x="8657" y="565"/>
                </a:lnTo>
                <a:lnTo>
                  <a:pt x="9121" y="727"/>
                </a:lnTo>
                <a:lnTo>
                  <a:pt x="9565" y="929"/>
                </a:lnTo>
                <a:lnTo>
                  <a:pt x="9868" y="1090"/>
                </a:lnTo>
                <a:lnTo>
                  <a:pt x="10171" y="1272"/>
                </a:lnTo>
                <a:lnTo>
                  <a:pt x="10433" y="1433"/>
                </a:lnTo>
                <a:lnTo>
                  <a:pt x="10675" y="1615"/>
                </a:lnTo>
                <a:lnTo>
                  <a:pt x="10897" y="1796"/>
                </a:lnTo>
                <a:lnTo>
                  <a:pt x="11099" y="1998"/>
                </a:lnTo>
                <a:lnTo>
                  <a:pt x="11261" y="2200"/>
                </a:lnTo>
                <a:lnTo>
                  <a:pt x="11422" y="2402"/>
                </a:lnTo>
                <a:lnTo>
                  <a:pt x="11583" y="2684"/>
                </a:lnTo>
                <a:lnTo>
                  <a:pt x="11725" y="2967"/>
                </a:lnTo>
                <a:lnTo>
                  <a:pt x="11805" y="3270"/>
                </a:lnTo>
                <a:lnTo>
                  <a:pt x="11866" y="3552"/>
                </a:lnTo>
                <a:lnTo>
                  <a:pt x="11886" y="3855"/>
                </a:lnTo>
                <a:lnTo>
                  <a:pt x="11866" y="4137"/>
                </a:lnTo>
                <a:lnTo>
                  <a:pt x="11805" y="4420"/>
                </a:lnTo>
                <a:lnTo>
                  <a:pt x="11725" y="4662"/>
                </a:lnTo>
                <a:lnTo>
                  <a:pt x="11644" y="4823"/>
                </a:lnTo>
                <a:lnTo>
                  <a:pt x="11543" y="4965"/>
                </a:lnTo>
                <a:lnTo>
                  <a:pt x="11442" y="5106"/>
                </a:lnTo>
                <a:lnTo>
                  <a:pt x="11321" y="5247"/>
                </a:lnTo>
                <a:lnTo>
                  <a:pt x="11180" y="5388"/>
                </a:lnTo>
                <a:lnTo>
                  <a:pt x="11039" y="5510"/>
                </a:lnTo>
                <a:lnTo>
                  <a:pt x="10877" y="5631"/>
                </a:lnTo>
                <a:lnTo>
                  <a:pt x="10695" y="5752"/>
                </a:lnTo>
                <a:lnTo>
                  <a:pt x="10494" y="5853"/>
                </a:lnTo>
                <a:lnTo>
                  <a:pt x="10292" y="5953"/>
                </a:lnTo>
                <a:lnTo>
                  <a:pt x="10070" y="6054"/>
                </a:lnTo>
                <a:lnTo>
                  <a:pt x="9848" y="6135"/>
                </a:lnTo>
                <a:lnTo>
                  <a:pt x="9606" y="6216"/>
                </a:lnTo>
                <a:lnTo>
                  <a:pt x="9364" y="6276"/>
                </a:lnTo>
                <a:lnTo>
                  <a:pt x="8859" y="6377"/>
                </a:lnTo>
                <a:lnTo>
                  <a:pt x="8314" y="6438"/>
                </a:lnTo>
                <a:lnTo>
                  <a:pt x="7729" y="6438"/>
                </a:lnTo>
                <a:lnTo>
                  <a:pt x="7103" y="6418"/>
                </a:lnTo>
                <a:lnTo>
                  <a:pt x="6438" y="6357"/>
                </a:lnTo>
                <a:lnTo>
                  <a:pt x="5731" y="6256"/>
                </a:lnTo>
                <a:lnTo>
                  <a:pt x="5025" y="6115"/>
                </a:lnTo>
                <a:lnTo>
                  <a:pt x="4339" y="5953"/>
                </a:lnTo>
                <a:lnTo>
                  <a:pt x="3653" y="5772"/>
                </a:lnTo>
                <a:lnTo>
                  <a:pt x="2987" y="5550"/>
                </a:lnTo>
                <a:lnTo>
                  <a:pt x="2321" y="5308"/>
                </a:lnTo>
                <a:lnTo>
                  <a:pt x="1655" y="5025"/>
                </a:lnTo>
                <a:lnTo>
                  <a:pt x="1009" y="4722"/>
                </a:lnTo>
                <a:lnTo>
                  <a:pt x="787" y="4581"/>
                </a:lnTo>
                <a:lnTo>
                  <a:pt x="585" y="4460"/>
                </a:lnTo>
                <a:lnTo>
                  <a:pt x="424" y="4299"/>
                </a:lnTo>
                <a:lnTo>
                  <a:pt x="283" y="4137"/>
                </a:lnTo>
                <a:lnTo>
                  <a:pt x="182" y="3956"/>
                </a:lnTo>
                <a:lnTo>
                  <a:pt x="121" y="3754"/>
                </a:lnTo>
                <a:lnTo>
                  <a:pt x="81" y="3552"/>
                </a:lnTo>
                <a:lnTo>
                  <a:pt x="81" y="3350"/>
                </a:lnTo>
                <a:lnTo>
                  <a:pt x="101" y="3148"/>
                </a:lnTo>
                <a:lnTo>
                  <a:pt x="141" y="2947"/>
                </a:lnTo>
                <a:lnTo>
                  <a:pt x="222" y="2745"/>
                </a:lnTo>
                <a:lnTo>
                  <a:pt x="303" y="2543"/>
                </a:lnTo>
                <a:lnTo>
                  <a:pt x="424" y="2341"/>
                </a:lnTo>
                <a:lnTo>
                  <a:pt x="545" y="2139"/>
                </a:lnTo>
                <a:lnTo>
                  <a:pt x="686" y="1958"/>
                </a:lnTo>
                <a:lnTo>
                  <a:pt x="827" y="1776"/>
                </a:lnTo>
                <a:lnTo>
                  <a:pt x="989" y="1595"/>
                </a:lnTo>
                <a:lnTo>
                  <a:pt x="1171" y="1433"/>
                </a:lnTo>
                <a:lnTo>
                  <a:pt x="1352" y="1272"/>
                </a:lnTo>
                <a:lnTo>
                  <a:pt x="1534" y="1130"/>
                </a:lnTo>
                <a:lnTo>
                  <a:pt x="1715" y="1009"/>
                </a:lnTo>
                <a:lnTo>
                  <a:pt x="1917" y="888"/>
                </a:lnTo>
                <a:lnTo>
                  <a:pt x="2099" y="787"/>
                </a:lnTo>
                <a:lnTo>
                  <a:pt x="2301" y="707"/>
                </a:lnTo>
                <a:lnTo>
                  <a:pt x="2724" y="565"/>
                </a:lnTo>
                <a:lnTo>
                  <a:pt x="3148" y="424"/>
                </a:lnTo>
                <a:lnTo>
                  <a:pt x="3572" y="323"/>
                </a:lnTo>
                <a:lnTo>
                  <a:pt x="3996" y="222"/>
                </a:lnTo>
                <a:lnTo>
                  <a:pt x="4419" y="162"/>
                </a:lnTo>
                <a:lnTo>
                  <a:pt x="4863" y="121"/>
                </a:lnTo>
                <a:lnTo>
                  <a:pt x="5287" y="81"/>
                </a:lnTo>
                <a:close/>
                <a:moveTo>
                  <a:pt x="5550" y="0"/>
                </a:moveTo>
                <a:lnTo>
                  <a:pt x="5085" y="21"/>
                </a:lnTo>
                <a:lnTo>
                  <a:pt x="4601" y="61"/>
                </a:lnTo>
                <a:lnTo>
                  <a:pt x="4137" y="121"/>
                </a:lnTo>
                <a:lnTo>
                  <a:pt x="3653" y="222"/>
                </a:lnTo>
                <a:lnTo>
                  <a:pt x="3189" y="323"/>
                </a:lnTo>
                <a:lnTo>
                  <a:pt x="2724" y="464"/>
                </a:lnTo>
                <a:lnTo>
                  <a:pt x="2260" y="626"/>
                </a:lnTo>
                <a:lnTo>
                  <a:pt x="2079" y="707"/>
                </a:lnTo>
                <a:lnTo>
                  <a:pt x="1877" y="808"/>
                </a:lnTo>
                <a:lnTo>
                  <a:pt x="1675" y="929"/>
                </a:lnTo>
                <a:lnTo>
                  <a:pt x="1493" y="1070"/>
                </a:lnTo>
                <a:lnTo>
                  <a:pt x="1292" y="1211"/>
                </a:lnTo>
                <a:lnTo>
                  <a:pt x="1110" y="1373"/>
                </a:lnTo>
                <a:lnTo>
                  <a:pt x="928" y="1554"/>
                </a:lnTo>
                <a:lnTo>
                  <a:pt x="767" y="1716"/>
                </a:lnTo>
                <a:lnTo>
                  <a:pt x="605" y="1917"/>
                </a:lnTo>
                <a:lnTo>
                  <a:pt x="464" y="2119"/>
                </a:lnTo>
                <a:lnTo>
                  <a:pt x="343" y="2301"/>
                </a:lnTo>
                <a:lnTo>
                  <a:pt x="242" y="2523"/>
                </a:lnTo>
                <a:lnTo>
                  <a:pt x="141" y="2725"/>
                </a:lnTo>
                <a:lnTo>
                  <a:pt x="81" y="2926"/>
                </a:lnTo>
                <a:lnTo>
                  <a:pt x="20" y="3128"/>
                </a:lnTo>
                <a:lnTo>
                  <a:pt x="0" y="3330"/>
                </a:lnTo>
                <a:lnTo>
                  <a:pt x="0" y="3572"/>
                </a:lnTo>
                <a:lnTo>
                  <a:pt x="40" y="3774"/>
                </a:lnTo>
                <a:lnTo>
                  <a:pt x="121" y="3976"/>
                </a:lnTo>
                <a:lnTo>
                  <a:pt x="222" y="4178"/>
                </a:lnTo>
                <a:lnTo>
                  <a:pt x="363" y="4339"/>
                </a:lnTo>
                <a:lnTo>
                  <a:pt x="525" y="4501"/>
                </a:lnTo>
                <a:lnTo>
                  <a:pt x="747" y="4662"/>
                </a:lnTo>
                <a:lnTo>
                  <a:pt x="969" y="4783"/>
                </a:lnTo>
                <a:lnTo>
                  <a:pt x="1614" y="5106"/>
                </a:lnTo>
                <a:lnTo>
                  <a:pt x="2280" y="5368"/>
                </a:lnTo>
                <a:lnTo>
                  <a:pt x="2946" y="5631"/>
                </a:lnTo>
                <a:lnTo>
                  <a:pt x="3632" y="5853"/>
                </a:lnTo>
                <a:lnTo>
                  <a:pt x="4319" y="6034"/>
                </a:lnTo>
                <a:lnTo>
                  <a:pt x="5025" y="6196"/>
                </a:lnTo>
                <a:lnTo>
                  <a:pt x="5731" y="6337"/>
                </a:lnTo>
                <a:lnTo>
                  <a:pt x="6438" y="6438"/>
                </a:lnTo>
                <a:lnTo>
                  <a:pt x="7144" y="6498"/>
                </a:lnTo>
                <a:lnTo>
                  <a:pt x="7790" y="6519"/>
                </a:lnTo>
                <a:lnTo>
                  <a:pt x="8234" y="6519"/>
                </a:lnTo>
                <a:lnTo>
                  <a:pt x="8637" y="6478"/>
                </a:lnTo>
                <a:lnTo>
                  <a:pt x="9041" y="6418"/>
                </a:lnTo>
                <a:lnTo>
                  <a:pt x="9424" y="6357"/>
                </a:lnTo>
                <a:lnTo>
                  <a:pt x="9767" y="6256"/>
                </a:lnTo>
                <a:lnTo>
                  <a:pt x="10110" y="6135"/>
                </a:lnTo>
                <a:lnTo>
                  <a:pt x="10433" y="5974"/>
                </a:lnTo>
                <a:lnTo>
                  <a:pt x="10736" y="5812"/>
                </a:lnTo>
                <a:lnTo>
                  <a:pt x="10917" y="5691"/>
                </a:lnTo>
                <a:lnTo>
                  <a:pt x="11079" y="5570"/>
                </a:lnTo>
                <a:lnTo>
                  <a:pt x="11240" y="5429"/>
                </a:lnTo>
                <a:lnTo>
                  <a:pt x="11382" y="5308"/>
                </a:lnTo>
                <a:lnTo>
                  <a:pt x="11503" y="5166"/>
                </a:lnTo>
                <a:lnTo>
                  <a:pt x="11604" y="5005"/>
                </a:lnTo>
                <a:lnTo>
                  <a:pt x="11704" y="4864"/>
                </a:lnTo>
                <a:lnTo>
                  <a:pt x="11785" y="4702"/>
                </a:lnTo>
                <a:lnTo>
                  <a:pt x="11886" y="4440"/>
                </a:lnTo>
                <a:lnTo>
                  <a:pt x="11947" y="4137"/>
                </a:lnTo>
                <a:lnTo>
                  <a:pt x="11967" y="3855"/>
                </a:lnTo>
                <a:lnTo>
                  <a:pt x="11947" y="3552"/>
                </a:lnTo>
                <a:lnTo>
                  <a:pt x="11886" y="3249"/>
                </a:lnTo>
                <a:lnTo>
                  <a:pt x="11805" y="2947"/>
                </a:lnTo>
                <a:lnTo>
                  <a:pt x="11664" y="2644"/>
                </a:lnTo>
                <a:lnTo>
                  <a:pt x="11483" y="2361"/>
                </a:lnTo>
                <a:lnTo>
                  <a:pt x="11341" y="2160"/>
                </a:lnTo>
                <a:lnTo>
                  <a:pt x="11160" y="1938"/>
                </a:lnTo>
                <a:lnTo>
                  <a:pt x="10958" y="1736"/>
                </a:lnTo>
                <a:lnTo>
                  <a:pt x="10716" y="1554"/>
                </a:lnTo>
                <a:lnTo>
                  <a:pt x="10474" y="1373"/>
                </a:lnTo>
                <a:lnTo>
                  <a:pt x="10211" y="1191"/>
                </a:lnTo>
                <a:lnTo>
                  <a:pt x="9908" y="1030"/>
                </a:lnTo>
                <a:lnTo>
                  <a:pt x="9606" y="868"/>
                </a:lnTo>
                <a:lnTo>
                  <a:pt x="9182" y="666"/>
                </a:lnTo>
                <a:lnTo>
                  <a:pt x="8758" y="505"/>
                </a:lnTo>
                <a:lnTo>
                  <a:pt x="8314" y="364"/>
                </a:lnTo>
                <a:lnTo>
                  <a:pt x="7870" y="243"/>
                </a:lnTo>
                <a:lnTo>
                  <a:pt x="7406" y="142"/>
                </a:lnTo>
                <a:lnTo>
                  <a:pt x="6942" y="81"/>
                </a:lnTo>
                <a:lnTo>
                  <a:pt x="6478" y="21"/>
                </a:lnTo>
                <a:lnTo>
                  <a:pt x="6014" y="0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95" name="Google Shape;2695;p34"/>
          <p:cNvSpPr/>
          <p:nvPr/>
        </p:nvSpPr>
        <p:spPr>
          <a:xfrm>
            <a:off x="-332032" y="4187869"/>
            <a:ext cx="235874" cy="188464"/>
          </a:xfrm>
          <a:custGeom>
            <a:rect b="b" l="l" r="r" t="t"/>
            <a:pathLst>
              <a:path extrusionOk="0" h="3371" w="4219">
                <a:moveTo>
                  <a:pt x="3875" y="81"/>
                </a:moveTo>
                <a:lnTo>
                  <a:pt x="3976" y="101"/>
                </a:lnTo>
                <a:lnTo>
                  <a:pt x="4057" y="182"/>
                </a:lnTo>
                <a:lnTo>
                  <a:pt x="4097" y="263"/>
                </a:lnTo>
                <a:lnTo>
                  <a:pt x="4137" y="363"/>
                </a:lnTo>
                <a:lnTo>
                  <a:pt x="4137" y="464"/>
                </a:lnTo>
                <a:lnTo>
                  <a:pt x="4137" y="585"/>
                </a:lnTo>
                <a:lnTo>
                  <a:pt x="4077" y="807"/>
                </a:lnTo>
                <a:lnTo>
                  <a:pt x="3936" y="1130"/>
                </a:lnTo>
                <a:lnTo>
                  <a:pt x="3794" y="1433"/>
                </a:lnTo>
                <a:lnTo>
                  <a:pt x="3613" y="1715"/>
                </a:lnTo>
                <a:lnTo>
                  <a:pt x="3411" y="1998"/>
                </a:lnTo>
                <a:lnTo>
                  <a:pt x="3189" y="2240"/>
                </a:lnTo>
                <a:lnTo>
                  <a:pt x="2947" y="2482"/>
                </a:lnTo>
                <a:lnTo>
                  <a:pt x="2684" y="2684"/>
                </a:lnTo>
                <a:lnTo>
                  <a:pt x="2422" y="2866"/>
                </a:lnTo>
                <a:lnTo>
                  <a:pt x="2180" y="2967"/>
                </a:lnTo>
                <a:lnTo>
                  <a:pt x="1897" y="3088"/>
                </a:lnTo>
                <a:lnTo>
                  <a:pt x="1575" y="3189"/>
                </a:lnTo>
                <a:lnTo>
                  <a:pt x="1252" y="3249"/>
                </a:lnTo>
                <a:lnTo>
                  <a:pt x="929" y="3290"/>
                </a:lnTo>
                <a:lnTo>
                  <a:pt x="626" y="3290"/>
                </a:lnTo>
                <a:lnTo>
                  <a:pt x="505" y="3269"/>
                </a:lnTo>
                <a:lnTo>
                  <a:pt x="384" y="3249"/>
                </a:lnTo>
                <a:lnTo>
                  <a:pt x="283" y="3209"/>
                </a:lnTo>
                <a:lnTo>
                  <a:pt x="202" y="3148"/>
                </a:lnTo>
                <a:lnTo>
                  <a:pt x="142" y="3088"/>
                </a:lnTo>
                <a:lnTo>
                  <a:pt x="122" y="3007"/>
                </a:lnTo>
                <a:lnTo>
                  <a:pt x="101" y="2926"/>
                </a:lnTo>
                <a:lnTo>
                  <a:pt x="81" y="2846"/>
                </a:lnTo>
                <a:lnTo>
                  <a:pt x="101" y="2745"/>
                </a:lnTo>
                <a:lnTo>
                  <a:pt x="122" y="2624"/>
                </a:lnTo>
                <a:lnTo>
                  <a:pt x="222" y="2381"/>
                </a:lnTo>
                <a:lnTo>
                  <a:pt x="344" y="2159"/>
                </a:lnTo>
                <a:lnTo>
                  <a:pt x="485" y="1958"/>
                </a:lnTo>
                <a:lnTo>
                  <a:pt x="666" y="1756"/>
                </a:lnTo>
                <a:lnTo>
                  <a:pt x="848" y="1574"/>
                </a:lnTo>
                <a:lnTo>
                  <a:pt x="1070" y="1393"/>
                </a:lnTo>
                <a:lnTo>
                  <a:pt x="1292" y="1231"/>
                </a:lnTo>
                <a:lnTo>
                  <a:pt x="1534" y="1070"/>
                </a:lnTo>
                <a:lnTo>
                  <a:pt x="1776" y="928"/>
                </a:lnTo>
                <a:lnTo>
                  <a:pt x="2261" y="666"/>
                </a:lnTo>
                <a:lnTo>
                  <a:pt x="2765" y="444"/>
                </a:lnTo>
                <a:lnTo>
                  <a:pt x="3229" y="263"/>
                </a:lnTo>
                <a:lnTo>
                  <a:pt x="3653" y="101"/>
                </a:lnTo>
                <a:lnTo>
                  <a:pt x="3774" y="81"/>
                </a:lnTo>
                <a:close/>
                <a:moveTo>
                  <a:pt x="3754" y="0"/>
                </a:moveTo>
                <a:lnTo>
                  <a:pt x="3633" y="41"/>
                </a:lnTo>
                <a:lnTo>
                  <a:pt x="3209" y="182"/>
                </a:lnTo>
                <a:lnTo>
                  <a:pt x="2725" y="363"/>
                </a:lnTo>
                <a:lnTo>
                  <a:pt x="2220" y="606"/>
                </a:lnTo>
                <a:lnTo>
                  <a:pt x="1716" y="868"/>
                </a:lnTo>
                <a:lnTo>
                  <a:pt x="1474" y="1009"/>
                </a:lnTo>
                <a:lnTo>
                  <a:pt x="1231" y="1171"/>
                </a:lnTo>
                <a:lnTo>
                  <a:pt x="1009" y="1352"/>
                </a:lnTo>
                <a:lnTo>
                  <a:pt x="787" y="1514"/>
                </a:lnTo>
                <a:lnTo>
                  <a:pt x="606" y="1715"/>
                </a:lnTo>
                <a:lnTo>
                  <a:pt x="424" y="1917"/>
                </a:lnTo>
                <a:lnTo>
                  <a:pt x="283" y="2119"/>
                </a:lnTo>
                <a:lnTo>
                  <a:pt x="142" y="2341"/>
                </a:lnTo>
                <a:lnTo>
                  <a:pt x="81" y="2482"/>
                </a:lnTo>
                <a:lnTo>
                  <a:pt x="41" y="2624"/>
                </a:lnTo>
                <a:lnTo>
                  <a:pt x="21" y="2745"/>
                </a:lnTo>
                <a:lnTo>
                  <a:pt x="0" y="2866"/>
                </a:lnTo>
                <a:lnTo>
                  <a:pt x="21" y="2967"/>
                </a:lnTo>
                <a:lnTo>
                  <a:pt x="41" y="3047"/>
                </a:lnTo>
                <a:lnTo>
                  <a:pt x="81" y="3128"/>
                </a:lnTo>
                <a:lnTo>
                  <a:pt x="142" y="3209"/>
                </a:lnTo>
                <a:lnTo>
                  <a:pt x="263" y="3290"/>
                </a:lnTo>
                <a:lnTo>
                  <a:pt x="404" y="3330"/>
                </a:lnTo>
                <a:lnTo>
                  <a:pt x="586" y="3370"/>
                </a:lnTo>
                <a:lnTo>
                  <a:pt x="989" y="3370"/>
                </a:lnTo>
                <a:lnTo>
                  <a:pt x="1211" y="3350"/>
                </a:lnTo>
                <a:lnTo>
                  <a:pt x="1453" y="3290"/>
                </a:lnTo>
                <a:lnTo>
                  <a:pt x="1675" y="3229"/>
                </a:lnTo>
                <a:lnTo>
                  <a:pt x="2119" y="3088"/>
                </a:lnTo>
                <a:lnTo>
                  <a:pt x="2301" y="3007"/>
                </a:lnTo>
                <a:lnTo>
                  <a:pt x="2462" y="2926"/>
                </a:lnTo>
                <a:lnTo>
                  <a:pt x="2745" y="2745"/>
                </a:lnTo>
                <a:lnTo>
                  <a:pt x="3007" y="2543"/>
                </a:lnTo>
                <a:lnTo>
                  <a:pt x="3249" y="2301"/>
                </a:lnTo>
                <a:lnTo>
                  <a:pt x="3471" y="2038"/>
                </a:lnTo>
                <a:lnTo>
                  <a:pt x="3673" y="1776"/>
                </a:lnTo>
                <a:lnTo>
                  <a:pt x="3855" y="1473"/>
                </a:lnTo>
                <a:lnTo>
                  <a:pt x="4016" y="1150"/>
                </a:lnTo>
                <a:lnTo>
                  <a:pt x="4137" y="828"/>
                </a:lnTo>
                <a:lnTo>
                  <a:pt x="4218" y="585"/>
                </a:lnTo>
                <a:lnTo>
                  <a:pt x="4218" y="464"/>
                </a:lnTo>
                <a:lnTo>
                  <a:pt x="4218" y="343"/>
                </a:lnTo>
                <a:lnTo>
                  <a:pt x="4178" y="222"/>
                </a:lnTo>
                <a:lnTo>
                  <a:pt x="4097" y="121"/>
                </a:lnTo>
                <a:lnTo>
                  <a:pt x="3996" y="41"/>
                </a:lnTo>
                <a:lnTo>
                  <a:pt x="3956" y="0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96" name="Google Shape;2696;p34"/>
          <p:cNvSpPr/>
          <p:nvPr/>
        </p:nvSpPr>
        <p:spPr>
          <a:xfrm flipH="1" rot="-6644194">
            <a:off x="7670526" y="2265459"/>
            <a:ext cx="1826641" cy="1093256"/>
          </a:xfrm>
          <a:custGeom>
            <a:rect b="b" l="l" r="r" t="t"/>
            <a:pathLst>
              <a:path extrusionOk="0" h="19555" w="32673">
                <a:moveTo>
                  <a:pt x="4340" y="81"/>
                </a:moveTo>
                <a:lnTo>
                  <a:pt x="4622" y="101"/>
                </a:lnTo>
                <a:lnTo>
                  <a:pt x="4885" y="121"/>
                </a:lnTo>
                <a:lnTo>
                  <a:pt x="5167" y="161"/>
                </a:lnTo>
                <a:lnTo>
                  <a:pt x="5450" y="222"/>
                </a:lnTo>
                <a:lnTo>
                  <a:pt x="5712" y="283"/>
                </a:lnTo>
                <a:lnTo>
                  <a:pt x="6216" y="444"/>
                </a:lnTo>
                <a:lnTo>
                  <a:pt x="6640" y="626"/>
                </a:lnTo>
                <a:lnTo>
                  <a:pt x="7003" y="787"/>
                </a:lnTo>
                <a:lnTo>
                  <a:pt x="7266" y="928"/>
                </a:lnTo>
                <a:lnTo>
                  <a:pt x="7629" y="1130"/>
                </a:lnTo>
                <a:lnTo>
                  <a:pt x="7972" y="1352"/>
                </a:lnTo>
                <a:lnTo>
                  <a:pt x="8315" y="1594"/>
                </a:lnTo>
                <a:lnTo>
                  <a:pt x="8658" y="1836"/>
                </a:lnTo>
                <a:lnTo>
                  <a:pt x="9324" y="2341"/>
                </a:lnTo>
                <a:lnTo>
                  <a:pt x="9950" y="2866"/>
                </a:lnTo>
                <a:lnTo>
                  <a:pt x="10918" y="3632"/>
                </a:lnTo>
                <a:lnTo>
                  <a:pt x="11746" y="4258"/>
                </a:lnTo>
                <a:lnTo>
                  <a:pt x="12613" y="4843"/>
                </a:lnTo>
                <a:lnTo>
                  <a:pt x="13481" y="5388"/>
                </a:lnTo>
                <a:lnTo>
                  <a:pt x="14369" y="5913"/>
                </a:lnTo>
                <a:lnTo>
                  <a:pt x="15297" y="6397"/>
                </a:lnTo>
                <a:lnTo>
                  <a:pt x="16226" y="6861"/>
                </a:lnTo>
                <a:lnTo>
                  <a:pt x="17174" y="7285"/>
                </a:lnTo>
                <a:lnTo>
                  <a:pt x="18143" y="7709"/>
                </a:lnTo>
                <a:lnTo>
                  <a:pt x="19132" y="8092"/>
                </a:lnTo>
                <a:lnTo>
                  <a:pt x="20120" y="8476"/>
                </a:lnTo>
                <a:lnTo>
                  <a:pt x="21129" y="8839"/>
                </a:lnTo>
                <a:lnTo>
                  <a:pt x="22138" y="9182"/>
                </a:lnTo>
                <a:lnTo>
                  <a:pt x="23168" y="9505"/>
                </a:lnTo>
                <a:lnTo>
                  <a:pt x="24217" y="9848"/>
                </a:lnTo>
                <a:lnTo>
                  <a:pt x="26316" y="10473"/>
                </a:lnTo>
                <a:lnTo>
                  <a:pt x="26376" y="10494"/>
                </a:lnTo>
                <a:lnTo>
                  <a:pt x="27627" y="10877"/>
                </a:lnTo>
                <a:lnTo>
                  <a:pt x="28253" y="11079"/>
                </a:lnTo>
                <a:lnTo>
                  <a:pt x="28879" y="11301"/>
                </a:lnTo>
                <a:lnTo>
                  <a:pt x="29484" y="11523"/>
                </a:lnTo>
                <a:lnTo>
                  <a:pt x="30089" y="11805"/>
                </a:lnTo>
                <a:lnTo>
                  <a:pt x="30675" y="12088"/>
                </a:lnTo>
                <a:lnTo>
                  <a:pt x="31240" y="12411"/>
                </a:lnTo>
                <a:lnTo>
                  <a:pt x="31583" y="12633"/>
                </a:lnTo>
                <a:lnTo>
                  <a:pt x="31744" y="12754"/>
                </a:lnTo>
                <a:lnTo>
                  <a:pt x="31906" y="12895"/>
                </a:lnTo>
                <a:lnTo>
                  <a:pt x="32067" y="13036"/>
                </a:lnTo>
                <a:lnTo>
                  <a:pt x="32208" y="13198"/>
                </a:lnTo>
                <a:lnTo>
                  <a:pt x="32329" y="13379"/>
                </a:lnTo>
                <a:lnTo>
                  <a:pt x="32450" y="13581"/>
                </a:lnTo>
                <a:lnTo>
                  <a:pt x="32511" y="13763"/>
                </a:lnTo>
                <a:lnTo>
                  <a:pt x="32572" y="13965"/>
                </a:lnTo>
                <a:lnTo>
                  <a:pt x="32592" y="14166"/>
                </a:lnTo>
                <a:lnTo>
                  <a:pt x="32592" y="14368"/>
                </a:lnTo>
                <a:lnTo>
                  <a:pt x="32551" y="14570"/>
                </a:lnTo>
                <a:lnTo>
                  <a:pt x="32471" y="14772"/>
                </a:lnTo>
                <a:lnTo>
                  <a:pt x="32370" y="14953"/>
                </a:lnTo>
                <a:lnTo>
                  <a:pt x="32289" y="15034"/>
                </a:lnTo>
                <a:lnTo>
                  <a:pt x="32208" y="15095"/>
                </a:lnTo>
                <a:lnTo>
                  <a:pt x="32067" y="15196"/>
                </a:lnTo>
                <a:lnTo>
                  <a:pt x="31926" y="15256"/>
                </a:lnTo>
                <a:lnTo>
                  <a:pt x="31764" y="15317"/>
                </a:lnTo>
                <a:lnTo>
                  <a:pt x="31603" y="15337"/>
                </a:lnTo>
                <a:lnTo>
                  <a:pt x="31421" y="15357"/>
                </a:lnTo>
                <a:lnTo>
                  <a:pt x="31240" y="15377"/>
                </a:lnTo>
                <a:lnTo>
                  <a:pt x="30876" y="15357"/>
                </a:lnTo>
                <a:lnTo>
                  <a:pt x="29625" y="15276"/>
                </a:lnTo>
                <a:lnTo>
                  <a:pt x="28354" y="15196"/>
                </a:lnTo>
                <a:lnTo>
                  <a:pt x="25872" y="14974"/>
                </a:lnTo>
                <a:lnTo>
                  <a:pt x="24116" y="14832"/>
                </a:lnTo>
                <a:lnTo>
                  <a:pt x="22360" y="14691"/>
                </a:lnTo>
                <a:lnTo>
                  <a:pt x="20585" y="14590"/>
                </a:lnTo>
                <a:lnTo>
                  <a:pt x="19697" y="14550"/>
                </a:lnTo>
                <a:lnTo>
                  <a:pt x="18809" y="14530"/>
                </a:lnTo>
                <a:lnTo>
                  <a:pt x="17073" y="14530"/>
                </a:lnTo>
                <a:lnTo>
                  <a:pt x="16226" y="14570"/>
                </a:lnTo>
                <a:lnTo>
                  <a:pt x="15398" y="14631"/>
                </a:lnTo>
                <a:lnTo>
                  <a:pt x="14591" y="14691"/>
                </a:lnTo>
                <a:lnTo>
                  <a:pt x="13824" y="14792"/>
                </a:lnTo>
                <a:lnTo>
                  <a:pt x="13057" y="14893"/>
                </a:lnTo>
                <a:lnTo>
                  <a:pt x="12311" y="15034"/>
                </a:lnTo>
                <a:lnTo>
                  <a:pt x="11584" y="15175"/>
                </a:lnTo>
                <a:lnTo>
                  <a:pt x="10878" y="15337"/>
                </a:lnTo>
                <a:lnTo>
                  <a:pt x="10192" y="15539"/>
                </a:lnTo>
                <a:lnTo>
                  <a:pt x="9526" y="15740"/>
                </a:lnTo>
                <a:lnTo>
                  <a:pt x="8880" y="15962"/>
                </a:lnTo>
                <a:lnTo>
                  <a:pt x="8255" y="16205"/>
                </a:lnTo>
                <a:lnTo>
                  <a:pt x="7629" y="16487"/>
                </a:lnTo>
                <a:lnTo>
                  <a:pt x="7024" y="16770"/>
                </a:lnTo>
                <a:lnTo>
                  <a:pt x="6539" y="17012"/>
                </a:lnTo>
                <a:lnTo>
                  <a:pt x="6055" y="17294"/>
                </a:lnTo>
                <a:lnTo>
                  <a:pt x="5086" y="17839"/>
                </a:lnTo>
                <a:lnTo>
                  <a:pt x="4441" y="18202"/>
                </a:lnTo>
                <a:lnTo>
                  <a:pt x="3775" y="18586"/>
                </a:lnTo>
                <a:lnTo>
                  <a:pt x="3089" y="18929"/>
                </a:lnTo>
                <a:lnTo>
                  <a:pt x="2382" y="19252"/>
                </a:lnTo>
                <a:lnTo>
                  <a:pt x="2160" y="19353"/>
                </a:lnTo>
                <a:lnTo>
                  <a:pt x="1918" y="19413"/>
                </a:lnTo>
                <a:lnTo>
                  <a:pt x="1676" y="19454"/>
                </a:lnTo>
                <a:lnTo>
                  <a:pt x="1434" y="19454"/>
                </a:lnTo>
                <a:lnTo>
                  <a:pt x="1333" y="19413"/>
                </a:lnTo>
                <a:lnTo>
                  <a:pt x="1212" y="19373"/>
                </a:lnTo>
                <a:lnTo>
                  <a:pt x="1030" y="19272"/>
                </a:lnTo>
                <a:lnTo>
                  <a:pt x="869" y="19111"/>
                </a:lnTo>
                <a:lnTo>
                  <a:pt x="748" y="18949"/>
                </a:lnTo>
                <a:lnTo>
                  <a:pt x="627" y="18788"/>
                </a:lnTo>
                <a:lnTo>
                  <a:pt x="546" y="18606"/>
                </a:lnTo>
                <a:lnTo>
                  <a:pt x="425" y="18324"/>
                </a:lnTo>
                <a:lnTo>
                  <a:pt x="324" y="18001"/>
                </a:lnTo>
                <a:lnTo>
                  <a:pt x="263" y="17678"/>
                </a:lnTo>
                <a:lnTo>
                  <a:pt x="203" y="17335"/>
                </a:lnTo>
                <a:lnTo>
                  <a:pt x="162" y="16992"/>
                </a:lnTo>
                <a:lnTo>
                  <a:pt x="122" y="16326"/>
                </a:lnTo>
                <a:lnTo>
                  <a:pt x="102" y="15660"/>
                </a:lnTo>
                <a:lnTo>
                  <a:pt x="102" y="14368"/>
                </a:lnTo>
                <a:lnTo>
                  <a:pt x="82" y="13137"/>
                </a:lnTo>
                <a:lnTo>
                  <a:pt x="102" y="11947"/>
                </a:lnTo>
                <a:lnTo>
                  <a:pt x="122" y="10756"/>
                </a:lnTo>
                <a:lnTo>
                  <a:pt x="203" y="9485"/>
                </a:lnTo>
                <a:lnTo>
                  <a:pt x="324" y="8274"/>
                </a:lnTo>
                <a:lnTo>
                  <a:pt x="405" y="7689"/>
                </a:lnTo>
                <a:lnTo>
                  <a:pt x="485" y="7124"/>
                </a:lnTo>
                <a:lnTo>
                  <a:pt x="586" y="6579"/>
                </a:lnTo>
                <a:lnTo>
                  <a:pt x="687" y="6054"/>
                </a:lnTo>
                <a:lnTo>
                  <a:pt x="808" y="5529"/>
                </a:lnTo>
                <a:lnTo>
                  <a:pt x="929" y="5025"/>
                </a:lnTo>
                <a:lnTo>
                  <a:pt x="1071" y="4541"/>
                </a:lnTo>
                <a:lnTo>
                  <a:pt x="1232" y="4056"/>
                </a:lnTo>
                <a:lnTo>
                  <a:pt x="1393" y="3592"/>
                </a:lnTo>
                <a:lnTo>
                  <a:pt x="1555" y="3128"/>
                </a:lnTo>
                <a:lnTo>
                  <a:pt x="1736" y="2684"/>
                </a:lnTo>
                <a:lnTo>
                  <a:pt x="1938" y="2260"/>
                </a:lnTo>
                <a:lnTo>
                  <a:pt x="2039" y="2038"/>
                </a:lnTo>
                <a:lnTo>
                  <a:pt x="2301" y="1493"/>
                </a:lnTo>
                <a:lnTo>
                  <a:pt x="2463" y="1231"/>
                </a:lnTo>
                <a:lnTo>
                  <a:pt x="2624" y="969"/>
                </a:lnTo>
                <a:lnTo>
                  <a:pt x="2806" y="727"/>
                </a:lnTo>
                <a:lnTo>
                  <a:pt x="3008" y="525"/>
                </a:lnTo>
                <a:lnTo>
                  <a:pt x="3129" y="444"/>
                </a:lnTo>
                <a:lnTo>
                  <a:pt x="3250" y="363"/>
                </a:lnTo>
                <a:lnTo>
                  <a:pt x="3391" y="283"/>
                </a:lnTo>
                <a:lnTo>
                  <a:pt x="3532" y="222"/>
                </a:lnTo>
                <a:lnTo>
                  <a:pt x="3795" y="161"/>
                </a:lnTo>
                <a:lnTo>
                  <a:pt x="4057" y="101"/>
                </a:lnTo>
                <a:lnTo>
                  <a:pt x="4340" y="81"/>
                </a:lnTo>
                <a:close/>
                <a:moveTo>
                  <a:pt x="4360" y="0"/>
                </a:moveTo>
                <a:lnTo>
                  <a:pt x="3997" y="40"/>
                </a:lnTo>
                <a:lnTo>
                  <a:pt x="3714" y="81"/>
                </a:lnTo>
                <a:lnTo>
                  <a:pt x="3492" y="161"/>
                </a:lnTo>
                <a:lnTo>
                  <a:pt x="3351" y="222"/>
                </a:lnTo>
                <a:lnTo>
                  <a:pt x="3210" y="283"/>
                </a:lnTo>
                <a:lnTo>
                  <a:pt x="3089" y="363"/>
                </a:lnTo>
                <a:lnTo>
                  <a:pt x="2967" y="464"/>
                </a:lnTo>
                <a:lnTo>
                  <a:pt x="2745" y="666"/>
                </a:lnTo>
                <a:lnTo>
                  <a:pt x="2564" y="908"/>
                </a:lnTo>
                <a:lnTo>
                  <a:pt x="2382" y="1170"/>
                </a:lnTo>
                <a:lnTo>
                  <a:pt x="2241" y="1453"/>
                </a:lnTo>
                <a:lnTo>
                  <a:pt x="1958" y="2018"/>
                </a:lnTo>
                <a:lnTo>
                  <a:pt x="1878" y="2220"/>
                </a:lnTo>
                <a:lnTo>
                  <a:pt x="1676" y="2664"/>
                </a:lnTo>
                <a:lnTo>
                  <a:pt x="1494" y="3108"/>
                </a:lnTo>
                <a:lnTo>
                  <a:pt x="1313" y="3552"/>
                </a:lnTo>
                <a:lnTo>
                  <a:pt x="1151" y="4036"/>
                </a:lnTo>
                <a:lnTo>
                  <a:pt x="990" y="4500"/>
                </a:lnTo>
                <a:lnTo>
                  <a:pt x="849" y="5005"/>
                </a:lnTo>
                <a:lnTo>
                  <a:pt x="727" y="5509"/>
                </a:lnTo>
                <a:lnTo>
                  <a:pt x="606" y="6034"/>
                </a:lnTo>
                <a:lnTo>
                  <a:pt x="505" y="6559"/>
                </a:lnTo>
                <a:lnTo>
                  <a:pt x="405" y="7103"/>
                </a:lnTo>
                <a:lnTo>
                  <a:pt x="324" y="7668"/>
                </a:lnTo>
                <a:lnTo>
                  <a:pt x="243" y="8254"/>
                </a:lnTo>
                <a:lnTo>
                  <a:pt x="122" y="9464"/>
                </a:lnTo>
                <a:lnTo>
                  <a:pt x="41" y="10756"/>
                </a:lnTo>
                <a:lnTo>
                  <a:pt x="21" y="11947"/>
                </a:lnTo>
                <a:lnTo>
                  <a:pt x="1" y="13137"/>
                </a:lnTo>
                <a:lnTo>
                  <a:pt x="21" y="14368"/>
                </a:lnTo>
                <a:lnTo>
                  <a:pt x="21" y="15660"/>
                </a:lnTo>
                <a:lnTo>
                  <a:pt x="41" y="16326"/>
                </a:lnTo>
                <a:lnTo>
                  <a:pt x="82" y="17012"/>
                </a:lnTo>
                <a:lnTo>
                  <a:pt x="122" y="17355"/>
                </a:lnTo>
                <a:lnTo>
                  <a:pt x="183" y="17678"/>
                </a:lnTo>
                <a:lnTo>
                  <a:pt x="263" y="18021"/>
                </a:lnTo>
                <a:lnTo>
                  <a:pt x="344" y="18344"/>
                </a:lnTo>
                <a:lnTo>
                  <a:pt x="405" y="18505"/>
                </a:lnTo>
                <a:lnTo>
                  <a:pt x="485" y="18687"/>
                </a:lnTo>
                <a:lnTo>
                  <a:pt x="586" y="18868"/>
                </a:lnTo>
                <a:lnTo>
                  <a:pt x="707" y="19030"/>
                </a:lnTo>
                <a:lnTo>
                  <a:pt x="849" y="19211"/>
                </a:lnTo>
                <a:lnTo>
                  <a:pt x="1010" y="19353"/>
                </a:lnTo>
                <a:lnTo>
                  <a:pt x="1192" y="19454"/>
                </a:lnTo>
                <a:lnTo>
                  <a:pt x="1313" y="19494"/>
                </a:lnTo>
                <a:lnTo>
                  <a:pt x="1414" y="19534"/>
                </a:lnTo>
                <a:lnTo>
                  <a:pt x="1615" y="19555"/>
                </a:lnTo>
                <a:lnTo>
                  <a:pt x="1817" y="19534"/>
                </a:lnTo>
                <a:lnTo>
                  <a:pt x="2039" y="19474"/>
                </a:lnTo>
                <a:lnTo>
                  <a:pt x="2241" y="19413"/>
                </a:lnTo>
                <a:lnTo>
                  <a:pt x="2423" y="19333"/>
                </a:lnTo>
                <a:lnTo>
                  <a:pt x="3129" y="19010"/>
                </a:lnTo>
                <a:lnTo>
                  <a:pt x="3795" y="18646"/>
                </a:lnTo>
                <a:lnTo>
                  <a:pt x="4481" y="18283"/>
                </a:lnTo>
                <a:lnTo>
                  <a:pt x="5127" y="17900"/>
                </a:lnTo>
                <a:lnTo>
                  <a:pt x="6095" y="17355"/>
                </a:lnTo>
                <a:lnTo>
                  <a:pt x="6580" y="17093"/>
                </a:lnTo>
                <a:lnTo>
                  <a:pt x="7064" y="16830"/>
                </a:lnTo>
                <a:lnTo>
                  <a:pt x="7669" y="16548"/>
                </a:lnTo>
                <a:lnTo>
                  <a:pt x="8275" y="16285"/>
                </a:lnTo>
                <a:lnTo>
                  <a:pt x="8900" y="16043"/>
                </a:lnTo>
                <a:lnTo>
                  <a:pt x="9566" y="15821"/>
                </a:lnTo>
                <a:lnTo>
                  <a:pt x="10232" y="15619"/>
                </a:lnTo>
                <a:lnTo>
                  <a:pt x="10898" y="15418"/>
                </a:lnTo>
                <a:lnTo>
                  <a:pt x="11604" y="15256"/>
                </a:lnTo>
                <a:lnTo>
                  <a:pt x="12331" y="15115"/>
                </a:lnTo>
                <a:lnTo>
                  <a:pt x="13078" y="14974"/>
                </a:lnTo>
                <a:lnTo>
                  <a:pt x="13824" y="14873"/>
                </a:lnTo>
                <a:lnTo>
                  <a:pt x="14611" y="14772"/>
                </a:lnTo>
                <a:lnTo>
                  <a:pt x="15419" y="14711"/>
                </a:lnTo>
                <a:lnTo>
                  <a:pt x="16226" y="14651"/>
                </a:lnTo>
                <a:lnTo>
                  <a:pt x="17073" y="14610"/>
                </a:lnTo>
                <a:lnTo>
                  <a:pt x="18809" y="14610"/>
                </a:lnTo>
                <a:lnTo>
                  <a:pt x="19697" y="14631"/>
                </a:lnTo>
                <a:lnTo>
                  <a:pt x="20585" y="14671"/>
                </a:lnTo>
                <a:lnTo>
                  <a:pt x="22360" y="14772"/>
                </a:lnTo>
                <a:lnTo>
                  <a:pt x="24116" y="14913"/>
                </a:lnTo>
                <a:lnTo>
                  <a:pt x="25852" y="15054"/>
                </a:lnTo>
                <a:lnTo>
                  <a:pt x="28354" y="15276"/>
                </a:lnTo>
                <a:lnTo>
                  <a:pt x="29605" y="15357"/>
                </a:lnTo>
                <a:lnTo>
                  <a:pt x="30876" y="15438"/>
                </a:lnTo>
                <a:lnTo>
                  <a:pt x="31240" y="15458"/>
                </a:lnTo>
                <a:lnTo>
                  <a:pt x="31441" y="15438"/>
                </a:lnTo>
                <a:lnTo>
                  <a:pt x="31623" y="15418"/>
                </a:lnTo>
                <a:lnTo>
                  <a:pt x="31785" y="15397"/>
                </a:lnTo>
                <a:lnTo>
                  <a:pt x="31966" y="15337"/>
                </a:lnTo>
                <a:lnTo>
                  <a:pt x="32128" y="15256"/>
                </a:lnTo>
                <a:lnTo>
                  <a:pt x="32269" y="15155"/>
                </a:lnTo>
                <a:lnTo>
                  <a:pt x="32350" y="15075"/>
                </a:lnTo>
                <a:lnTo>
                  <a:pt x="32430" y="14994"/>
                </a:lnTo>
                <a:lnTo>
                  <a:pt x="32551" y="14812"/>
                </a:lnTo>
                <a:lnTo>
                  <a:pt x="32612" y="14610"/>
                </a:lnTo>
                <a:lnTo>
                  <a:pt x="32672" y="14388"/>
                </a:lnTo>
                <a:lnTo>
                  <a:pt x="32672" y="14166"/>
                </a:lnTo>
                <a:lnTo>
                  <a:pt x="32652" y="13944"/>
                </a:lnTo>
                <a:lnTo>
                  <a:pt x="32592" y="13743"/>
                </a:lnTo>
                <a:lnTo>
                  <a:pt x="32511" y="13541"/>
                </a:lnTo>
                <a:lnTo>
                  <a:pt x="32410" y="13339"/>
                </a:lnTo>
                <a:lnTo>
                  <a:pt x="32269" y="13157"/>
                </a:lnTo>
                <a:lnTo>
                  <a:pt x="32128" y="12996"/>
                </a:lnTo>
                <a:lnTo>
                  <a:pt x="31966" y="12835"/>
                </a:lnTo>
                <a:lnTo>
                  <a:pt x="31805" y="12693"/>
                </a:lnTo>
                <a:lnTo>
                  <a:pt x="31623" y="12572"/>
                </a:lnTo>
                <a:lnTo>
                  <a:pt x="31280" y="12350"/>
                </a:lnTo>
                <a:lnTo>
                  <a:pt x="30715" y="12027"/>
                </a:lnTo>
                <a:lnTo>
                  <a:pt x="30130" y="11725"/>
                </a:lnTo>
                <a:lnTo>
                  <a:pt x="29524" y="11462"/>
                </a:lnTo>
                <a:lnTo>
                  <a:pt x="28919" y="11220"/>
                </a:lnTo>
                <a:lnTo>
                  <a:pt x="28293" y="10998"/>
                </a:lnTo>
                <a:lnTo>
                  <a:pt x="27648" y="10796"/>
                </a:lnTo>
                <a:lnTo>
                  <a:pt x="26396" y="10413"/>
                </a:lnTo>
                <a:lnTo>
                  <a:pt x="26336" y="10393"/>
                </a:lnTo>
                <a:lnTo>
                  <a:pt x="24237" y="9767"/>
                </a:lnTo>
                <a:lnTo>
                  <a:pt x="23208" y="9444"/>
                </a:lnTo>
                <a:lnTo>
                  <a:pt x="22179" y="9101"/>
                </a:lnTo>
                <a:lnTo>
                  <a:pt x="21170" y="8758"/>
                </a:lnTo>
                <a:lnTo>
                  <a:pt x="20161" y="8395"/>
                </a:lnTo>
                <a:lnTo>
                  <a:pt x="19152" y="8032"/>
                </a:lnTo>
                <a:lnTo>
                  <a:pt x="18183" y="7628"/>
                </a:lnTo>
                <a:lnTo>
                  <a:pt x="17215" y="7224"/>
                </a:lnTo>
                <a:lnTo>
                  <a:pt x="16266" y="6781"/>
                </a:lnTo>
                <a:lnTo>
                  <a:pt x="15338" y="6316"/>
                </a:lnTo>
                <a:lnTo>
                  <a:pt x="14410" y="5832"/>
                </a:lnTo>
                <a:lnTo>
                  <a:pt x="13522" y="5328"/>
                </a:lnTo>
                <a:lnTo>
                  <a:pt x="12654" y="4783"/>
                </a:lnTo>
                <a:lnTo>
                  <a:pt x="11806" y="4197"/>
                </a:lnTo>
                <a:lnTo>
                  <a:pt x="10979" y="3572"/>
                </a:lnTo>
                <a:lnTo>
                  <a:pt x="10010" y="2805"/>
                </a:lnTo>
                <a:lnTo>
                  <a:pt x="9365" y="2280"/>
                </a:lnTo>
                <a:lnTo>
                  <a:pt x="8699" y="1776"/>
                </a:lnTo>
                <a:lnTo>
                  <a:pt x="8356" y="1514"/>
                </a:lnTo>
                <a:lnTo>
                  <a:pt x="8012" y="1292"/>
                </a:lnTo>
                <a:lnTo>
                  <a:pt x="7669" y="1070"/>
                </a:lnTo>
                <a:lnTo>
                  <a:pt x="7306" y="848"/>
                </a:lnTo>
                <a:lnTo>
                  <a:pt x="6923" y="666"/>
                </a:lnTo>
                <a:lnTo>
                  <a:pt x="6559" y="505"/>
                </a:lnTo>
                <a:lnTo>
                  <a:pt x="6216" y="363"/>
                </a:lnTo>
                <a:lnTo>
                  <a:pt x="5894" y="242"/>
                </a:lnTo>
                <a:lnTo>
                  <a:pt x="5591" y="161"/>
                </a:lnTo>
                <a:lnTo>
                  <a:pt x="5308" y="101"/>
                </a:lnTo>
                <a:lnTo>
                  <a:pt x="5046" y="61"/>
                </a:lnTo>
                <a:lnTo>
                  <a:pt x="4804" y="20"/>
                </a:lnTo>
                <a:lnTo>
                  <a:pt x="4562" y="0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97" name="Google Shape;2697;p34"/>
          <p:cNvSpPr/>
          <p:nvPr/>
        </p:nvSpPr>
        <p:spPr>
          <a:xfrm flipH="1" rot="-6644194">
            <a:off x="8037132" y="2205232"/>
            <a:ext cx="794323" cy="541624"/>
          </a:xfrm>
          <a:custGeom>
            <a:rect b="b" l="l" r="r" t="t"/>
            <a:pathLst>
              <a:path extrusionOk="0" h="9688" w="14208">
                <a:moveTo>
                  <a:pt x="2765" y="81"/>
                </a:moveTo>
                <a:lnTo>
                  <a:pt x="2967" y="142"/>
                </a:lnTo>
                <a:lnTo>
                  <a:pt x="3189" y="223"/>
                </a:lnTo>
                <a:lnTo>
                  <a:pt x="3431" y="324"/>
                </a:lnTo>
                <a:lnTo>
                  <a:pt x="3694" y="465"/>
                </a:lnTo>
                <a:lnTo>
                  <a:pt x="3956" y="626"/>
                </a:lnTo>
                <a:lnTo>
                  <a:pt x="4218" y="828"/>
                </a:lnTo>
                <a:lnTo>
                  <a:pt x="4501" y="1070"/>
                </a:lnTo>
                <a:lnTo>
                  <a:pt x="5005" y="1474"/>
                </a:lnTo>
                <a:lnTo>
                  <a:pt x="5510" y="1837"/>
                </a:lnTo>
                <a:lnTo>
                  <a:pt x="6055" y="2200"/>
                </a:lnTo>
                <a:lnTo>
                  <a:pt x="6600" y="2523"/>
                </a:lnTo>
                <a:lnTo>
                  <a:pt x="7165" y="2826"/>
                </a:lnTo>
                <a:lnTo>
                  <a:pt x="7750" y="3088"/>
                </a:lnTo>
                <a:lnTo>
                  <a:pt x="8335" y="3330"/>
                </a:lnTo>
                <a:lnTo>
                  <a:pt x="8940" y="3532"/>
                </a:lnTo>
                <a:lnTo>
                  <a:pt x="9566" y="3714"/>
                </a:lnTo>
                <a:lnTo>
                  <a:pt x="10171" y="3895"/>
                </a:lnTo>
                <a:lnTo>
                  <a:pt x="11140" y="4158"/>
                </a:lnTo>
                <a:lnTo>
                  <a:pt x="11624" y="4319"/>
                </a:lnTo>
                <a:lnTo>
                  <a:pt x="12089" y="4481"/>
                </a:lnTo>
                <a:lnTo>
                  <a:pt x="12533" y="4683"/>
                </a:lnTo>
                <a:lnTo>
                  <a:pt x="12956" y="4904"/>
                </a:lnTo>
                <a:lnTo>
                  <a:pt x="13178" y="5046"/>
                </a:lnTo>
                <a:lnTo>
                  <a:pt x="13380" y="5167"/>
                </a:lnTo>
                <a:lnTo>
                  <a:pt x="13562" y="5328"/>
                </a:lnTo>
                <a:lnTo>
                  <a:pt x="13764" y="5490"/>
                </a:lnTo>
                <a:lnTo>
                  <a:pt x="13945" y="5671"/>
                </a:lnTo>
                <a:lnTo>
                  <a:pt x="14066" y="5853"/>
                </a:lnTo>
                <a:lnTo>
                  <a:pt x="14086" y="5934"/>
                </a:lnTo>
                <a:lnTo>
                  <a:pt x="14127" y="6014"/>
                </a:lnTo>
                <a:lnTo>
                  <a:pt x="14127" y="6095"/>
                </a:lnTo>
                <a:lnTo>
                  <a:pt x="14127" y="6176"/>
                </a:lnTo>
                <a:lnTo>
                  <a:pt x="14086" y="6317"/>
                </a:lnTo>
                <a:lnTo>
                  <a:pt x="14006" y="6458"/>
                </a:lnTo>
                <a:lnTo>
                  <a:pt x="13864" y="6579"/>
                </a:lnTo>
                <a:lnTo>
                  <a:pt x="13683" y="6721"/>
                </a:lnTo>
                <a:lnTo>
                  <a:pt x="13461" y="6842"/>
                </a:lnTo>
                <a:lnTo>
                  <a:pt x="13239" y="6963"/>
                </a:lnTo>
                <a:lnTo>
                  <a:pt x="12997" y="7064"/>
                </a:lnTo>
                <a:lnTo>
                  <a:pt x="12755" y="7165"/>
                </a:lnTo>
                <a:lnTo>
                  <a:pt x="12512" y="7225"/>
                </a:lnTo>
                <a:lnTo>
                  <a:pt x="12270" y="7286"/>
                </a:lnTo>
                <a:lnTo>
                  <a:pt x="11766" y="7387"/>
                </a:lnTo>
                <a:lnTo>
                  <a:pt x="11261" y="7447"/>
                </a:lnTo>
                <a:lnTo>
                  <a:pt x="10716" y="7467"/>
                </a:lnTo>
                <a:lnTo>
                  <a:pt x="9647" y="7488"/>
                </a:lnTo>
                <a:lnTo>
                  <a:pt x="8940" y="7508"/>
                </a:lnTo>
                <a:lnTo>
                  <a:pt x="8234" y="7528"/>
                </a:lnTo>
                <a:lnTo>
                  <a:pt x="7891" y="7548"/>
                </a:lnTo>
                <a:lnTo>
                  <a:pt x="7548" y="7588"/>
                </a:lnTo>
                <a:lnTo>
                  <a:pt x="7205" y="7649"/>
                </a:lnTo>
                <a:lnTo>
                  <a:pt x="6862" y="7710"/>
                </a:lnTo>
                <a:lnTo>
                  <a:pt x="6559" y="7790"/>
                </a:lnTo>
                <a:lnTo>
                  <a:pt x="6236" y="7891"/>
                </a:lnTo>
                <a:lnTo>
                  <a:pt x="5651" y="8113"/>
                </a:lnTo>
                <a:lnTo>
                  <a:pt x="5066" y="8375"/>
                </a:lnTo>
                <a:lnTo>
                  <a:pt x="4501" y="8658"/>
                </a:lnTo>
                <a:lnTo>
                  <a:pt x="3653" y="9041"/>
                </a:lnTo>
                <a:lnTo>
                  <a:pt x="3209" y="9223"/>
                </a:lnTo>
                <a:lnTo>
                  <a:pt x="2786" y="9384"/>
                </a:lnTo>
                <a:lnTo>
                  <a:pt x="2483" y="9485"/>
                </a:lnTo>
                <a:lnTo>
                  <a:pt x="2221" y="9546"/>
                </a:lnTo>
                <a:lnTo>
                  <a:pt x="1978" y="9586"/>
                </a:lnTo>
                <a:lnTo>
                  <a:pt x="1756" y="9606"/>
                </a:lnTo>
                <a:lnTo>
                  <a:pt x="1555" y="9606"/>
                </a:lnTo>
                <a:lnTo>
                  <a:pt x="1373" y="9586"/>
                </a:lnTo>
                <a:lnTo>
                  <a:pt x="1212" y="9566"/>
                </a:lnTo>
                <a:lnTo>
                  <a:pt x="1070" y="9526"/>
                </a:lnTo>
                <a:lnTo>
                  <a:pt x="929" y="9465"/>
                </a:lnTo>
                <a:lnTo>
                  <a:pt x="808" y="9405"/>
                </a:lnTo>
                <a:lnTo>
                  <a:pt x="626" y="9284"/>
                </a:lnTo>
                <a:lnTo>
                  <a:pt x="485" y="9162"/>
                </a:lnTo>
                <a:lnTo>
                  <a:pt x="404" y="9082"/>
                </a:lnTo>
                <a:lnTo>
                  <a:pt x="303" y="8920"/>
                </a:lnTo>
                <a:lnTo>
                  <a:pt x="243" y="8759"/>
                </a:lnTo>
                <a:lnTo>
                  <a:pt x="182" y="8597"/>
                </a:lnTo>
                <a:lnTo>
                  <a:pt x="142" y="8436"/>
                </a:lnTo>
                <a:lnTo>
                  <a:pt x="102" y="8073"/>
                </a:lnTo>
                <a:lnTo>
                  <a:pt x="81" y="7730"/>
                </a:lnTo>
                <a:lnTo>
                  <a:pt x="102" y="6983"/>
                </a:lnTo>
                <a:lnTo>
                  <a:pt x="142" y="6236"/>
                </a:lnTo>
                <a:lnTo>
                  <a:pt x="243" y="5470"/>
                </a:lnTo>
                <a:lnTo>
                  <a:pt x="364" y="4703"/>
                </a:lnTo>
                <a:lnTo>
                  <a:pt x="525" y="3895"/>
                </a:lnTo>
                <a:lnTo>
                  <a:pt x="727" y="3068"/>
                </a:lnTo>
                <a:lnTo>
                  <a:pt x="990" y="2200"/>
                </a:lnTo>
                <a:lnTo>
                  <a:pt x="1272" y="1292"/>
                </a:lnTo>
                <a:lnTo>
                  <a:pt x="1373" y="1050"/>
                </a:lnTo>
                <a:lnTo>
                  <a:pt x="1454" y="848"/>
                </a:lnTo>
                <a:lnTo>
                  <a:pt x="1575" y="667"/>
                </a:lnTo>
                <a:lnTo>
                  <a:pt x="1696" y="505"/>
                </a:lnTo>
                <a:lnTo>
                  <a:pt x="1817" y="364"/>
                </a:lnTo>
                <a:lnTo>
                  <a:pt x="1958" y="263"/>
                </a:lnTo>
                <a:lnTo>
                  <a:pt x="2099" y="162"/>
                </a:lnTo>
                <a:lnTo>
                  <a:pt x="2261" y="122"/>
                </a:lnTo>
                <a:lnTo>
                  <a:pt x="2402" y="81"/>
                </a:lnTo>
                <a:close/>
                <a:moveTo>
                  <a:pt x="2463" y="1"/>
                </a:moveTo>
                <a:lnTo>
                  <a:pt x="2241" y="41"/>
                </a:lnTo>
                <a:lnTo>
                  <a:pt x="2079" y="102"/>
                </a:lnTo>
                <a:lnTo>
                  <a:pt x="1918" y="182"/>
                </a:lnTo>
                <a:lnTo>
                  <a:pt x="1777" y="303"/>
                </a:lnTo>
                <a:lnTo>
                  <a:pt x="1635" y="445"/>
                </a:lnTo>
                <a:lnTo>
                  <a:pt x="1514" y="606"/>
                </a:lnTo>
                <a:lnTo>
                  <a:pt x="1393" y="808"/>
                </a:lnTo>
                <a:lnTo>
                  <a:pt x="1292" y="1030"/>
                </a:lnTo>
                <a:lnTo>
                  <a:pt x="1191" y="1272"/>
                </a:lnTo>
                <a:lnTo>
                  <a:pt x="909" y="2180"/>
                </a:lnTo>
                <a:lnTo>
                  <a:pt x="646" y="3048"/>
                </a:lnTo>
                <a:lnTo>
                  <a:pt x="445" y="3875"/>
                </a:lnTo>
                <a:lnTo>
                  <a:pt x="283" y="4683"/>
                </a:lnTo>
                <a:lnTo>
                  <a:pt x="162" y="5470"/>
                </a:lnTo>
                <a:lnTo>
                  <a:pt x="61" y="6236"/>
                </a:lnTo>
                <a:lnTo>
                  <a:pt x="21" y="6983"/>
                </a:lnTo>
                <a:lnTo>
                  <a:pt x="1" y="7730"/>
                </a:lnTo>
                <a:lnTo>
                  <a:pt x="21" y="8093"/>
                </a:lnTo>
                <a:lnTo>
                  <a:pt x="41" y="8275"/>
                </a:lnTo>
                <a:lnTo>
                  <a:pt x="61" y="8456"/>
                </a:lnTo>
                <a:lnTo>
                  <a:pt x="102" y="8638"/>
                </a:lnTo>
                <a:lnTo>
                  <a:pt x="162" y="8799"/>
                </a:lnTo>
                <a:lnTo>
                  <a:pt x="243" y="8961"/>
                </a:lnTo>
                <a:lnTo>
                  <a:pt x="344" y="9122"/>
                </a:lnTo>
                <a:lnTo>
                  <a:pt x="465" y="9263"/>
                </a:lnTo>
                <a:lnTo>
                  <a:pt x="606" y="9384"/>
                </a:lnTo>
                <a:lnTo>
                  <a:pt x="768" y="9485"/>
                </a:lnTo>
                <a:lnTo>
                  <a:pt x="929" y="9566"/>
                </a:lnTo>
                <a:lnTo>
                  <a:pt x="1111" y="9627"/>
                </a:lnTo>
                <a:lnTo>
                  <a:pt x="1272" y="9647"/>
                </a:lnTo>
                <a:lnTo>
                  <a:pt x="1454" y="9667"/>
                </a:lnTo>
                <a:lnTo>
                  <a:pt x="1635" y="9687"/>
                </a:lnTo>
                <a:lnTo>
                  <a:pt x="1999" y="9667"/>
                </a:lnTo>
                <a:lnTo>
                  <a:pt x="2321" y="9606"/>
                </a:lnTo>
                <a:lnTo>
                  <a:pt x="2604" y="9526"/>
                </a:lnTo>
                <a:lnTo>
                  <a:pt x="2806" y="9465"/>
                </a:lnTo>
                <a:lnTo>
                  <a:pt x="3250" y="9304"/>
                </a:lnTo>
                <a:lnTo>
                  <a:pt x="3673" y="9122"/>
                </a:lnTo>
                <a:lnTo>
                  <a:pt x="4521" y="8719"/>
                </a:lnTo>
                <a:lnTo>
                  <a:pt x="5106" y="8456"/>
                </a:lnTo>
                <a:lnTo>
                  <a:pt x="5671" y="8194"/>
                </a:lnTo>
                <a:lnTo>
                  <a:pt x="6277" y="7972"/>
                </a:lnTo>
                <a:lnTo>
                  <a:pt x="6579" y="7871"/>
                </a:lnTo>
                <a:lnTo>
                  <a:pt x="6882" y="7790"/>
                </a:lnTo>
                <a:lnTo>
                  <a:pt x="7205" y="7730"/>
                </a:lnTo>
                <a:lnTo>
                  <a:pt x="7548" y="7669"/>
                </a:lnTo>
                <a:lnTo>
                  <a:pt x="7891" y="7629"/>
                </a:lnTo>
                <a:lnTo>
                  <a:pt x="8254" y="7609"/>
                </a:lnTo>
                <a:lnTo>
                  <a:pt x="8940" y="7588"/>
                </a:lnTo>
                <a:lnTo>
                  <a:pt x="9647" y="7568"/>
                </a:lnTo>
                <a:lnTo>
                  <a:pt x="10716" y="7548"/>
                </a:lnTo>
                <a:lnTo>
                  <a:pt x="11241" y="7528"/>
                </a:lnTo>
                <a:lnTo>
                  <a:pt x="11766" y="7467"/>
                </a:lnTo>
                <a:lnTo>
                  <a:pt x="12290" y="7366"/>
                </a:lnTo>
                <a:lnTo>
                  <a:pt x="12533" y="7306"/>
                </a:lnTo>
                <a:lnTo>
                  <a:pt x="12775" y="7225"/>
                </a:lnTo>
                <a:lnTo>
                  <a:pt x="13037" y="7144"/>
                </a:lnTo>
                <a:lnTo>
                  <a:pt x="13259" y="7044"/>
                </a:lnTo>
                <a:lnTo>
                  <a:pt x="13501" y="6922"/>
                </a:lnTo>
                <a:lnTo>
                  <a:pt x="13723" y="6781"/>
                </a:lnTo>
                <a:lnTo>
                  <a:pt x="13885" y="6680"/>
                </a:lnTo>
                <a:lnTo>
                  <a:pt x="14026" y="6559"/>
                </a:lnTo>
                <a:lnTo>
                  <a:pt x="14086" y="6479"/>
                </a:lnTo>
                <a:lnTo>
                  <a:pt x="14147" y="6398"/>
                </a:lnTo>
                <a:lnTo>
                  <a:pt x="14187" y="6297"/>
                </a:lnTo>
                <a:lnTo>
                  <a:pt x="14207" y="6196"/>
                </a:lnTo>
                <a:lnTo>
                  <a:pt x="14207" y="6095"/>
                </a:lnTo>
                <a:lnTo>
                  <a:pt x="14207" y="6014"/>
                </a:lnTo>
                <a:lnTo>
                  <a:pt x="14167" y="5913"/>
                </a:lnTo>
                <a:lnTo>
                  <a:pt x="14127" y="5813"/>
                </a:lnTo>
                <a:lnTo>
                  <a:pt x="14086" y="5712"/>
                </a:lnTo>
                <a:lnTo>
                  <a:pt x="14006" y="5631"/>
                </a:lnTo>
                <a:lnTo>
                  <a:pt x="13804" y="5429"/>
                </a:lnTo>
                <a:lnTo>
                  <a:pt x="13622" y="5268"/>
                </a:lnTo>
                <a:lnTo>
                  <a:pt x="13420" y="5106"/>
                </a:lnTo>
                <a:lnTo>
                  <a:pt x="13219" y="4965"/>
                </a:lnTo>
                <a:lnTo>
                  <a:pt x="13017" y="4844"/>
                </a:lnTo>
                <a:lnTo>
                  <a:pt x="12573" y="4602"/>
                </a:lnTo>
                <a:lnTo>
                  <a:pt x="12109" y="4420"/>
                </a:lnTo>
                <a:lnTo>
                  <a:pt x="11645" y="4239"/>
                </a:lnTo>
                <a:lnTo>
                  <a:pt x="11160" y="4077"/>
                </a:lnTo>
                <a:lnTo>
                  <a:pt x="10192" y="3815"/>
                </a:lnTo>
                <a:lnTo>
                  <a:pt x="9586" y="3653"/>
                </a:lnTo>
                <a:lnTo>
                  <a:pt x="8961" y="3452"/>
                </a:lnTo>
                <a:lnTo>
                  <a:pt x="8375" y="3250"/>
                </a:lnTo>
                <a:lnTo>
                  <a:pt x="7770" y="3008"/>
                </a:lnTo>
                <a:lnTo>
                  <a:pt x="7205" y="2745"/>
                </a:lnTo>
                <a:lnTo>
                  <a:pt x="6640" y="2443"/>
                </a:lnTo>
                <a:lnTo>
                  <a:pt x="6095" y="2120"/>
                </a:lnTo>
                <a:lnTo>
                  <a:pt x="5570" y="1777"/>
                </a:lnTo>
                <a:lnTo>
                  <a:pt x="5046" y="1413"/>
                </a:lnTo>
                <a:lnTo>
                  <a:pt x="4561" y="1010"/>
                </a:lnTo>
                <a:lnTo>
                  <a:pt x="4218" y="727"/>
                </a:lnTo>
                <a:lnTo>
                  <a:pt x="3875" y="485"/>
                </a:lnTo>
                <a:lnTo>
                  <a:pt x="3573" y="303"/>
                </a:lnTo>
                <a:lnTo>
                  <a:pt x="3270" y="162"/>
                </a:lnTo>
                <a:lnTo>
                  <a:pt x="2987" y="61"/>
                </a:lnTo>
                <a:lnTo>
                  <a:pt x="2725" y="1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98" name="Google Shape;2698;p34"/>
          <p:cNvSpPr/>
          <p:nvPr/>
        </p:nvSpPr>
        <p:spPr>
          <a:xfrm flipH="1">
            <a:off x="8262704" y="3761067"/>
            <a:ext cx="152348" cy="92527"/>
          </a:xfrm>
          <a:custGeom>
            <a:rect b="b" l="l" r="r" t="t"/>
            <a:pathLst>
              <a:path extrusionOk="0" h="1655" w="2725">
                <a:moveTo>
                  <a:pt x="2099" y="81"/>
                </a:moveTo>
                <a:lnTo>
                  <a:pt x="2240" y="101"/>
                </a:lnTo>
                <a:lnTo>
                  <a:pt x="2382" y="121"/>
                </a:lnTo>
                <a:lnTo>
                  <a:pt x="2483" y="182"/>
                </a:lnTo>
                <a:lnTo>
                  <a:pt x="2563" y="262"/>
                </a:lnTo>
                <a:lnTo>
                  <a:pt x="2624" y="363"/>
                </a:lnTo>
                <a:lnTo>
                  <a:pt x="2644" y="424"/>
                </a:lnTo>
                <a:lnTo>
                  <a:pt x="2644" y="484"/>
                </a:lnTo>
                <a:lnTo>
                  <a:pt x="2644" y="565"/>
                </a:lnTo>
                <a:lnTo>
                  <a:pt x="2604" y="626"/>
                </a:lnTo>
                <a:lnTo>
                  <a:pt x="2503" y="767"/>
                </a:lnTo>
                <a:lnTo>
                  <a:pt x="2321" y="969"/>
                </a:lnTo>
                <a:lnTo>
                  <a:pt x="2099" y="1150"/>
                </a:lnTo>
                <a:lnTo>
                  <a:pt x="1857" y="1312"/>
                </a:lnTo>
                <a:lnTo>
                  <a:pt x="1595" y="1433"/>
                </a:lnTo>
                <a:lnTo>
                  <a:pt x="1332" y="1534"/>
                </a:lnTo>
                <a:lnTo>
                  <a:pt x="1191" y="1554"/>
                </a:lnTo>
                <a:lnTo>
                  <a:pt x="1050" y="1574"/>
                </a:lnTo>
                <a:lnTo>
                  <a:pt x="909" y="1574"/>
                </a:lnTo>
                <a:lnTo>
                  <a:pt x="767" y="1554"/>
                </a:lnTo>
                <a:lnTo>
                  <a:pt x="646" y="1514"/>
                </a:lnTo>
                <a:lnTo>
                  <a:pt x="505" y="1473"/>
                </a:lnTo>
                <a:lnTo>
                  <a:pt x="364" y="1392"/>
                </a:lnTo>
                <a:lnTo>
                  <a:pt x="263" y="1312"/>
                </a:lnTo>
                <a:lnTo>
                  <a:pt x="182" y="1231"/>
                </a:lnTo>
                <a:lnTo>
                  <a:pt x="122" y="1110"/>
                </a:lnTo>
                <a:lnTo>
                  <a:pt x="81" y="1009"/>
                </a:lnTo>
                <a:lnTo>
                  <a:pt x="101" y="868"/>
                </a:lnTo>
                <a:lnTo>
                  <a:pt x="142" y="747"/>
                </a:lnTo>
                <a:lnTo>
                  <a:pt x="222" y="646"/>
                </a:lnTo>
                <a:lnTo>
                  <a:pt x="364" y="505"/>
                </a:lnTo>
                <a:lnTo>
                  <a:pt x="566" y="404"/>
                </a:lnTo>
                <a:lnTo>
                  <a:pt x="787" y="303"/>
                </a:lnTo>
                <a:lnTo>
                  <a:pt x="1030" y="242"/>
                </a:lnTo>
                <a:lnTo>
                  <a:pt x="1252" y="182"/>
                </a:lnTo>
                <a:lnTo>
                  <a:pt x="1474" y="161"/>
                </a:lnTo>
                <a:lnTo>
                  <a:pt x="1655" y="121"/>
                </a:lnTo>
                <a:lnTo>
                  <a:pt x="1877" y="101"/>
                </a:lnTo>
                <a:lnTo>
                  <a:pt x="2099" y="81"/>
                </a:lnTo>
                <a:close/>
                <a:moveTo>
                  <a:pt x="2018" y="0"/>
                </a:moveTo>
                <a:lnTo>
                  <a:pt x="1837" y="20"/>
                </a:lnTo>
                <a:lnTo>
                  <a:pt x="1635" y="40"/>
                </a:lnTo>
                <a:lnTo>
                  <a:pt x="1474" y="81"/>
                </a:lnTo>
                <a:lnTo>
                  <a:pt x="1231" y="101"/>
                </a:lnTo>
                <a:lnTo>
                  <a:pt x="989" y="161"/>
                </a:lnTo>
                <a:lnTo>
                  <a:pt x="767" y="222"/>
                </a:lnTo>
                <a:lnTo>
                  <a:pt x="525" y="323"/>
                </a:lnTo>
                <a:lnTo>
                  <a:pt x="323" y="444"/>
                </a:lnTo>
                <a:lnTo>
                  <a:pt x="162" y="585"/>
                </a:lnTo>
                <a:lnTo>
                  <a:pt x="61" y="727"/>
                </a:lnTo>
                <a:lnTo>
                  <a:pt x="21" y="868"/>
                </a:lnTo>
                <a:lnTo>
                  <a:pt x="0" y="1009"/>
                </a:lnTo>
                <a:lnTo>
                  <a:pt x="41" y="1150"/>
                </a:lnTo>
                <a:lnTo>
                  <a:pt x="101" y="1271"/>
                </a:lnTo>
                <a:lnTo>
                  <a:pt x="202" y="1372"/>
                </a:lnTo>
                <a:lnTo>
                  <a:pt x="323" y="1473"/>
                </a:lnTo>
                <a:lnTo>
                  <a:pt x="465" y="1554"/>
                </a:lnTo>
                <a:lnTo>
                  <a:pt x="606" y="1594"/>
                </a:lnTo>
                <a:lnTo>
                  <a:pt x="727" y="1635"/>
                </a:lnTo>
                <a:lnTo>
                  <a:pt x="868" y="1635"/>
                </a:lnTo>
                <a:lnTo>
                  <a:pt x="989" y="1655"/>
                </a:lnTo>
                <a:lnTo>
                  <a:pt x="1211" y="1635"/>
                </a:lnTo>
                <a:lnTo>
                  <a:pt x="1433" y="1574"/>
                </a:lnTo>
                <a:lnTo>
                  <a:pt x="1655" y="1514"/>
                </a:lnTo>
                <a:lnTo>
                  <a:pt x="1857" y="1392"/>
                </a:lnTo>
                <a:lnTo>
                  <a:pt x="2059" y="1271"/>
                </a:lnTo>
                <a:lnTo>
                  <a:pt x="2240" y="1130"/>
                </a:lnTo>
                <a:lnTo>
                  <a:pt x="2422" y="969"/>
                </a:lnTo>
                <a:lnTo>
                  <a:pt x="2563" y="807"/>
                </a:lnTo>
                <a:lnTo>
                  <a:pt x="2684" y="666"/>
                </a:lnTo>
                <a:lnTo>
                  <a:pt x="2705" y="585"/>
                </a:lnTo>
                <a:lnTo>
                  <a:pt x="2725" y="484"/>
                </a:lnTo>
                <a:lnTo>
                  <a:pt x="2725" y="424"/>
                </a:lnTo>
                <a:lnTo>
                  <a:pt x="2705" y="343"/>
                </a:lnTo>
                <a:lnTo>
                  <a:pt x="2684" y="283"/>
                </a:lnTo>
                <a:lnTo>
                  <a:pt x="2644" y="222"/>
                </a:lnTo>
                <a:lnTo>
                  <a:pt x="2523" y="121"/>
                </a:lnTo>
                <a:lnTo>
                  <a:pt x="2402" y="40"/>
                </a:lnTo>
                <a:lnTo>
                  <a:pt x="2220" y="0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99" name="Google Shape;2699;p34"/>
          <p:cNvSpPr/>
          <p:nvPr/>
        </p:nvSpPr>
        <p:spPr>
          <a:xfrm flipH="1">
            <a:off x="782579" y="321561"/>
            <a:ext cx="453633" cy="455870"/>
          </a:xfrm>
          <a:custGeom>
            <a:rect b="b" l="l" r="r" t="t"/>
            <a:pathLst>
              <a:path extrusionOk="0" h="8154" w="8114">
                <a:moveTo>
                  <a:pt x="1010" y="81"/>
                </a:moveTo>
                <a:lnTo>
                  <a:pt x="1151" y="101"/>
                </a:lnTo>
                <a:lnTo>
                  <a:pt x="1413" y="162"/>
                </a:lnTo>
                <a:lnTo>
                  <a:pt x="1696" y="263"/>
                </a:lnTo>
                <a:lnTo>
                  <a:pt x="1938" y="384"/>
                </a:lnTo>
                <a:lnTo>
                  <a:pt x="2200" y="545"/>
                </a:lnTo>
                <a:lnTo>
                  <a:pt x="2422" y="707"/>
                </a:lnTo>
                <a:lnTo>
                  <a:pt x="2644" y="888"/>
                </a:lnTo>
                <a:lnTo>
                  <a:pt x="3108" y="1251"/>
                </a:lnTo>
                <a:lnTo>
                  <a:pt x="3552" y="1635"/>
                </a:lnTo>
                <a:lnTo>
                  <a:pt x="3976" y="2039"/>
                </a:lnTo>
                <a:lnTo>
                  <a:pt x="4400" y="2422"/>
                </a:lnTo>
                <a:lnTo>
                  <a:pt x="4783" y="2826"/>
                </a:lnTo>
                <a:lnTo>
                  <a:pt x="5167" y="3229"/>
                </a:lnTo>
                <a:lnTo>
                  <a:pt x="5530" y="3653"/>
                </a:lnTo>
                <a:lnTo>
                  <a:pt x="5873" y="4077"/>
                </a:lnTo>
                <a:lnTo>
                  <a:pt x="6196" y="4500"/>
                </a:lnTo>
                <a:lnTo>
                  <a:pt x="6499" y="4924"/>
                </a:lnTo>
                <a:lnTo>
                  <a:pt x="6781" y="5348"/>
                </a:lnTo>
                <a:lnTo>
                  <a:pt x="7064" y="5792"/>
                </a:lnTo>
                <a:lnTo>
                  <a:pt x="7306" y="6236"/>
                </a:lnTo>
                <a:lnTo>
                  <a:pt x="7548" y="6680"/>
                </a:lnTo>
                <a:lnTo>
                  <a:pt x="7770" y="7144"/>
                </a:lnTo>
                <a:lnTo>
                  <a:pt x="7972" y="7588"/>
                </a:lnTo>
                <a:lnTo>
                  <a:pt x="8012" y="7729"/>
                </a:lnTo>
                <a:lnTo>
                  <a:pt x="8032" y="7871"/>
                </a:lnTo>
                <a:lnTo>
                  <a:pt x="8032" y="7931"/>
                </a:lnTo>
                <a:lnTo>
                  <a:pt x="8012" y="7992"/>
                </a:lnTo>
                <a:lnTo>
                  <a:pt x="7972" y="8032"/>
                </a:lnTo>
                <a:lnTo>
                  <a:pt x="7932" y="8052"/>
                </a:lnTo>
                <a:lnTo>
                  <a:pt x="7851" y="8072"/>
                </a:lnTo>
                <a:lnTo>
                  <a:pt x="7790" y="8072"/>
                </a:lnTo>
                <a:lnTo>
                  <a:pt x="7649" y="8012"/>
                </a:lnTo>
                <a:lnTo>
                  <a:pt x="7346" y="7830"/>
                </a:lnTo>
                <a:lnTo>
                  <a:pt x="7084" y="7628"/>
                </a:lnTo>
                <a:lnTo>
                  <a:pt x="6822" y="7386"/>
                </a:lnTo>
                <a:lnTo>
                  <a:pt x="6559" y="7164"/>
                </a:lnTo>
                <a:lnTo>
                  <a:pt x="2523" y="3310"/>
                </a:lnTo>
                <a:lnTo>
                  <a:pt x="2180" y="3007"/>
                </a:lnTo>
                <a:lnTo>
                  <a:pt x="1514" y="2462"/>
                </a:lnTo>
                <a:lnTo>
                  <a:pt x="1151" y="2119"/>
                </a:lnTo>
                <a:lnTo>
                  <a:pt x="808" y="1776"/>
                </a:lnTo>
                <a:lnTo>
                  <a:pt x="485" y="1413"/>
                </a:lnTo>
                <a:lnTo>
                  <a:pt x="364" y="1251"/>
                </a:lnTo>
                <a:lnTo>
                  <a:pt x="243" y="1070"/>
                </a:lnTo>
                <a:lnTo>
                  <a:pt x="162" y="908"/>
                </a:lnTo>
                <a:lnTo>
                  <a:pt x="102" y="767"/>
                </a:lnTo>
                <a:lnTo>
                  <a:pt x="81" y="626"/>
                </a:lnTo>
                <a:lnTo>
                  <a:pt x="81" y="485"/>
                </a:lnTo>
                <a:lnTo>
                  <a:pt x="122" y="424"/>
                </a:lnTo>
                <a:lnTo>
                  <a:pt x="142" y="364"/>
                </a:lnTo>
                <a:lnTo>
                  <a:pt x="243" y="263"/>
                </a:lnTo>
                <a:lnTo>
                  <a:pt x="404" y="182"/>
                </a:lnTo>
                <a:lnTo>
                  <a:pt x="606" y="101"/>
                </a:lnTo>
                <a:lnTo>
                  <a:pt x="747" y="81"/>
                </a:lnTo>
                <a:close/>
                <a:moveTo>
                  <a:pt x="727" y="0"/>
                </a:moveTo>
                <a:lnTo>
                  <a:pt x="586" y="41"/>
                </a:lnTo>
                <a:lnTo>
                  <a:pt x="364" y="101"/>
                </a:lnTo>
                <a:lnTo>
                  <a:pt x="203" y="202"/>
                </a:lnTo>
                <a:lnTo>
                  <a:pt x="122" y="263"/>
                </a:lnTo>
                <a:lnTo>
                  <a:pt x="81" y="323"/>
                </a:lnTo>
                <a:lnTo>
                  <a:pt x="41" y="384"/>
                </a:lnTo>
                <a:lnTo>
                  <a:pt x="21" y="464"/>
                </a:lnTo>
                <a:lnTo>
                  <a:pt x="1" y="606"/>
                </a:lnTo>
                <a:lnTo>
                  <a:pt x="21" y="767"/>
                </a:lnTo>
                <a:lnTo>
                  <a:pt x="81" y="908"/>
                </a:lnTo>
                <a:lnTo>
                  <a:pt x="162" y="1090"/>
                </a:lnTo>
                <a:lnTo>
                  <a:pt x="263" y="1251"/>
                </a:lnTo>
                <a:lnTo>
                  <a:pt x="404" y="1433"/>
                </a:lnTo>
                <a:lnTo>
                  <a:pt x="707" y="1796"/>
                </a:lnTo>
                <a:lnTo>
                  <a:pt x="1070" y="2139"/>
                </a:lnTo>
                <a:lnTo>
                  <a:pt x="1434" y="2482"/>
                </a:lnTo>
                <a:lnTo>
                  <a:pt x="2120" y="3088"/>
                </a:lnTo>
                <a:lnTo>
                  <a:pt x="2463" y="3370"/>
                </a:lnTo>
                <a:lnTo>
                  <a:pt x="6499" y="7225"/>
                </a:lnTo>
                <a:lnTo>
                  <a:pt x="6761" y="7467"/>
                </a:lnTo>
                <a:lnTo>
                  <a:pt x="7023" y="7689"/>
                </a:lnTo>
                <a:lnTo>
                  <a:pt x="7306" y="7911"/>
                </a:lnTo>
                <a:lnTo>
                  <a:pt x="7609" y="8093"/>
                </a:lnTo>
                <a:lnTo>
                  <a:pt x="7730" y="8133"/>
                </a:lnTo>
                <a:lnTo>
                  <a:pt x="7851" y="8153"/>
                </a:lnTo>
                <a:lnTo>
                  <a:pt x="7911" y="8153"/>
                </a:lnTo>
                <a:lnTo>
                  <a:pt x="7972" y="8133"/>
                </a:lnTo>
                <a:lnTo>
                  <a:pt x="8032" y="8093"/>
                </a:lnTo>
                <a:lnTo>
                  <a:pt x="8073" y="8032"/>
                </a:lnTo>
                <a:lnTo>
                  <a:pt x="8093" y="7971"/>
                </a:lnTo>
                <a:lnTo>
                  <a:pt x="8113" y="7891"/>
                </a:lnTo>
                <a:lnTo>
                  <a:pt x="8093" y="7729"/>
                </a:lnTo>
                <a:lnTo>
                  <a:pt x="8032" y="7568"/>
                </a:lnTo>
                <a:lnTo>
                  <a:pt x="7831" y="7104"/>
                </a:lnTo>
                <a:lnTo>
                  <a:pt x="7629" y="6640"/>
                </a:lnTo>
                <a:lnTo>
                  <a:pt x="7387" y="6196"/>
                </a:lnTo>
                <a:lnTo>
                  <a:pt x="7124" y="5752"/>
                </a:lnTo>
                <a:lnTo>
                  <a:pt x="6862" y="5308"/>
                </a:lnTo>
                <a:lnTo>
                  <a:pt x="6559" y="4884"/>
                </a:lnTo>
                <a:lnTo>
                  <a:pt x="6257" y="4440"/>
                </a:lnTo>
                <a:lnTo>
                  <a:pt x="5934" y="4016"/>
                </a:lnTo>
                <a:lnTo>
                  <a:pt x="5591" y="3592"/>
                </a:lnTo>
                <a:lnTo>
                  <a:pt x="5227" y="3189"/>
                </a:lnTo>
                <a:lnTo>
                  <a:pt x="4844" y="2785"/>
                </a:lnTo>
                <a:lnTo>
                  <a:pt x="4461" y="2382"/>
                </a:lnTo>
                <a:lnTo>
                  <a:pt x="4037" y="1978"/>
                </a:lnTo>
                <a:lnTo>
                  <a:pt x="3613" y="1574"/>
                </a:lnTo>
                <a:lnTo>
                  <a:pt x="3169" y="1191"/>
                </a:lnTo>
                <a:lnTo>
                  <a:pt x="2705" y="808"/>
                </a:lnTo>
                <a:lnTo>
                  <a:pt x="2463" y="646"/>
                </a:lnTo>
                <a:lnTo>
                  <a:pt x="2221" y="464"/>
                </a:lnTo>
                <a:lnTo>
                  <a:pt x="1978" y="323"/>
                </a:lnTo>
                <a:lnTo>
                  <a:pt x="1716" y="182"/>
                </a:lnTo>
                <a:lnTo>
                  <a:pt x="1434" y="81"/>
                </a:lnTo>
                <a:lnTo>
                  <a:pt x="1151" y="21"/>
                </a:lnTo>
                <a:lnTo>
                  <a:pt x="1010" y="0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00" name="Google Shape;2700;p34"/>
          <p:cNvSpPr/>
          <p:nvPr/>
        </p:nvSpPr>
        <p:spPr>
          <a:xfrm flipH="1">
            <a:off x="8296528" y="3203736"/>
            <a:ext cx="100466" cy="100466"/>
          </a:xfrm>
          <a:custGeom>
            <a:rect b="b" l="l" r="r" t="t"/>
            <a:pathLst>
              <a:path extrusionOk="0" h="1797" w="1797">
                <a:moveTo>
                  <a:pt x="908" y="0"/>
                </a:moveTo>
                <a:lnTo>
                  <a:pt x="727" y="20"/>
                </a:lnTo>
                <a:lnTo>
                  <a:pt x="545" y="61"/>
                </a:lnTo>
                <a:lnTo>
                  <a:pt x="404" y="162"/>
                </a:lnTo>
                <a:lnTo>
                  <a:pt x="263" y="262"/>
                </a:lnTo>
                <a:lnTo>
                  <a:pt x="162" y="404"/>
                </a:lnTo>
                <a:lnTo>
                  <a:pt x="81" y="545"/>
                </a:lnTo>
                <a:lnTo>
                  <a:pt x="21" y="727"/>
                </a:lnTo>
                <a:lnTo>
                  <a:pt x="0" y="908"/>
                </a:lnTo>
                <a:lnTo>
                  <a:pt x="21" y="1090"/>
                </a:lnTo>
                <a:lnTo>
                  <a:pt x="81" y="1251"/>
                </a:lnTo>
                <a:lnTo>
                  <a:pt x="162" y="1413"/>
                </a:lnTo>
                <a:lnTo>
                  <a:pt x="263" y="1534"/>
                </a:lnTo>
                <a:lnTo>
                  <a:pt x="404" y="1655"/>
                </a:lnTo>
                <a:lnTo>
                  <a:pt x="545" y="1736"/>
                </a:lnTo>
                <a:lnTo>
                  <a:pt x="727" y="1776"/>
                </a:lnTo>
                <a:lnTo>
                  <a:pt x="908" y="1796"/>
                </a:lnTo>
                <a:lnTo>
                  <a:pt x="1090" y="1776"/>
                </a:lnTo>
                <a:lnTo>
                  <a:pt x="1252" y="1736"/>
                </a:lnTo>
                <a:lnTo>
                  <a:pt x="1413" y="1655"/>
                </a:lnTo>
                <a:lnTo>
                  <a:pt x="1534" y="1534"/>
                </a:lnTo>
                <a:lnTo>
                  <a:pt x="1655" y="1413"/>
                </a:lnTo>
                <a:lnTo>
                  <a:pt x="1736" y="1251"/>
                </a:lnTo>
                <a:lnTo>
                  <a:pt x="1776" y="1090"/>
                </a:lnTo>
                <a:lnTo>
                  <a:pt x="1796" y="908"/>
                </a:lnTo>
                <a:lnTo>
                  <a:pt x="1776" y="727"/>
                </a:lnTo>
                <a:lnTo>
                  <a:pt x="1736" y="545"/>
                </a:lnTo>
                <a:lnTo>
                  <a:pt x="1655" y="404"/>
                </a:lnTo>
                <a:lnTo>
                  <a:pt x="1534" y="262"/>
                </a:lnTo>
                <a:lnTo>
                  <a:pt x="1413" y="162"/>
                </a:lnTo>
                <a:lnTo>
                  <a:pt x="1252" y="61"/>
                </a:lnTo>
                <a:lnTo>
                  <a:pt x="1090" y="20"/>
                </a:lnTo>
                <a:lnTo>
                  <a:pt x="908" y="0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01" name="Google Shape;2701;p34"/>
          <p:cNvSpPr/>
          <p:nvPr/>
        </p:nvSpPr>
        <p:spPr>
          <a:xfrm flipH="1">
            <a:off x="2287360" y="710897"/>
            <a:ext cx="100466" cy="101640"/>
          </a:xfrm>
          <a:custGeom>
            <a:rect b="b" l="l" r="r" t="t"/>
            <a:pathLst>
              <a:path extrusionOk="0" h="1818" w="1797">
                <a:moveTo>
                  <a:pt x="908" y="1"/>
                </a:moveTo>
                <a:lnTo>
                  <a:pt x="727" y="21"/>
                </a:lnTo>
                <a:lnTo>
                  <a:pt x="545" y="82"/>
                </a:lnTo>
                <a:lnTo>
                  <a:pt x="404" y="162"/>
                </a:lnTo>
                <a:lnTo>
                  <a:pt x="262" y="263"/>
                </a:lnTo>
                <a:lnTo>
                  <a:pt x="162" y="405"/>
                </a:lnTo>
                <a:lnTo>
                  <a:pt x="61" y="566"/>
                </a:lnTo>
                <a:lnTo>
                  <a:pt x="20" y="727"/>
                </a:lnTo>
                <a:lnTo>
                  <a:pt x="0" y="909"/>
                </a:lnTo>
                <a:lnTo>
                  <a:pt x="20" y="1091"/>
                </a:lnTo>
                <a:lnTo>
                  <a:pt x="61" y="1252"/>
                </a:lnTo>
                <a:lnTo>
                  <a:pt x="162" y="1414"/>
                </a:lnTo>
                <a:lnTo>
                  <a:pt x="262" y="1535"/>
                </a:lnTo>
                <a:lnTo>
                  <a:pt x="404" y="1656"/>
                </a:lnTo>
                <a:lnTo>
                  <a:pt x="545" y="1736"/>
                </a:lnTo>
                <a:lnTo>
                  <a:pt x="727" y="1797"/>
                </a:lnTo>
                <a:lnTo>
                  <a:pt x="908" y="1817"/>
                </a:lnTo>
                <a:lnTo>
                  <a:pt x="1090" y="1797"/>
                </a:lnTo>
                <a:lnTo>
                  <a:pt x="1251" y="1736"/>
                </a:lnTo>
                <a:lnTo>
                  <a:pt x="1413" y="1656"/>
                </a:lnTo>
                <a:lnTo>
                  <a:pt x="1534" y="1535"/>
                </a:lnTo>
                <a:lnTo>
                  <a:pt x="1655" y="1414"/>
                </a:lnTo>
                <a:lnTo>
                  <a:pt x="1736" y="1252"/>
                </a:lnTo>
                <a:lnTo>
                  <a:pt x="1776" y="1091"/>
                </a:lnTo>
                <a:lnTo>
                  <a:pt x="1796" y="909"/>
                </a:lnTo>
                <a:lnTo>
                  <a:pt x="1776" y="727"/>
                </a:lnTo>
                <a:lnTo>
                  <a:pt x="1736" y="566"/>
                </a:lnTo>
                <a:lnTo>
                  <a:pt x="1655" y="405"/>
                </a:lnTo>
                <a:lnTo>
                  <a:pt x="1534" y="263"/>
                </a:lnTo>
                <a:lnTo>
                  <a:pt x="1413" y="162"/>
                </a:lnTo>
                <a:lnTo>
                  <a:pt x="1251" y="82"/>
                </a:lnTo>
                <a:lnTo>
                  <a:pt x="1090" y="21"/>
                </a:lnTo>
                <a:lnTo>
                  <a:pt x="908" y="1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02" name="Google Shape;2702;p34"/>
          <p:cNvSpPr/>
          <p:nvPr/>
        </p:nvSpPr>
        <p:spPr>
          <a:xfrm flipH="1">
            <a:off x="204961" y="1906675"/>
            <a:ext cx="100466" cy="100466"/>
          </a:xfrm>
          <a:custGeom>
            <a:rect b="b" l="l" r="r" t="t"/>
            <a:pathLst>
              <a:path extrusionOk="0" h="1797" w="1797">
                <a:moveTo>
                  <a:pt x="908" y="0"/>
                </a:moveTo>
                <a:lnTo>
                  <a:pt x="727" y="21"/>
                </a:lnTo>
                <a:lnTo>
                  <a:pt x="545" y="61"/>
                </a:lnTo>
                <a:lnTo>
                  <a:pt x="404" y="162"/>
                </a:lnTo>
                <a:lnTo>
                  <a:pt x="263" y="263"/>
                </a:lnTo>
                <a:lnTo>
                  <a:pt x="162" y="404"/>
                </a:lnTo>
                <a:lnTo>
                  <a:pt x="81" y="545"/>
                </a:lnTo>
                <a:lnTo>
                  <a:pt x="20" y="727"/>
                </a:lnTo>
                <a:lnTo>
                  <a:pt x="0" y="908"/>
                </a:lnTo>
                <a:lnTo>
                  <a:pt x="20" y="1090"/>
                </a:lnTo>
                <a:lnTo>
                  <a:pt x="81" y="1252"/>
                </a:lnTo>
                <a:lnTo>
                  <a:pt x="162" y="1393"/>
                </a:lnTo>
                <a:lnTo>
                  <a:pt x="263" y="1534"/>
                </a:lnTo>
                <a:lnTo>
                  <a:pt x="404" y="1655"/>
                </a:lnTo>
                <a:lnTo>
                  <a:pt x="545" y="1736"/>
                </a:lnTo>
                <a:lnTo>
                  <a:pt x="727" y="1776"/>
                </a:lnTo>
                <a:lnTo>
                  <a:pt x="908" y="1796"/>
                </a:lnTo>
                <a:lnTo>
                  <a:pt x="1090" y="1776"/>
                </a:lnTo>
                <a:lnTo>
                  <a:pt x="1251" y="1736"/>
                </a:lnTo>
                <a:lnTo>
                  <a:pt x="1413" y="1655"/>
                </a:lnTo>
                <a:lnTo>
                  <a:pt x="1534" y="1534"/>
                </a:lnTo>
                <a:lnTo>
                  <a:pt x="1655" y="1393"/>
                </a:lnTo>
                <a:lnTo>
                  <a:pt x="1736" y="1252"/>
                </a:lnTo>
                <a:lnTo>
                  <a:pt x="1796" y="1090"/>
                </a:lnTo>
                <a:lnTo>
                  <a:pt x="1796" y="908"/>
                </a:lnTo>
                <a:lnTo>
                  <a:pt x="1796" y="727"/>
                </a:lnTo>
                <a:lnTo>
                  <a:pt x="1736" y="545"/>
                </a:lnTo>
                <a:lnTo>
                  <a:pt x="1655" y="404"/>
                </a:lnTo>
                <a:lnTo>
                  <a:pt x="1534" y="263"/>
                </a:lnTo>
                <a:lnTo>
                  <a:pt x="1413" y="162"/>
                </a:lnTo>
                <a:lnTo>
                  <a:pt x="1251" y="61"/>
                </a:lnTo>
                <a:lnTo>
                  <a:pt x="1090" y="21"/>
                </a:lnTo>
                <a:lnTo>
                  <a:pt x="908" y="0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03" name="Google Shape;2703;p34"/>
          <p:cNvSpPr/>
          <p:nvPr/>
        </p:nvSpPr>
        <p:spPr>
          <a:xfrm flipH="1">
            <a:off x="139551" y="399383"/>
            <a:ext cx="101584" cy="100466"/>
          </a:xfrm>
          <a:custGeom>
            <a:rect b="b" l="l" r="r" t="t"/>
            <a:pathLst>
              <a:path extrusionOk="0" h="1797" w="1817">
                <a:moveTo>
                  <a:pt x="909" y="1"/>
                </a:moveTo>
                <a:lnTo>
                  <a:pt x="727" y="21"/>
                </a:lnTo>
                <a:lnTo>
                  <a:pt x="566" y="61"/>
                </a:lnTo>
                <a:lnTo>
                  <a:pt x="404" y="142"/>
                </a:lnTo>
                <a:lnTo>
                  <a:pt x="283" y="263"/>
                </a:lnTo>
                <a:lnTo>
                  <a:pt x="162" y="384"/>
                </a:lnTo>
                <a:lnTo>
                  <a:pt x="81" y="546"/>
                </a:lnTo>
                <a:lnTo>
                  <a:pt x="21" y="707"/>
                </a:lnTo>
                <a:lnTo>
                  <a:pt x="1" y="889"/>
                </a:lnTo>
                <a:lnTo>
                  <a:pt x="21" y="1070"/>
                </a:lnTo>
                <a:lnTo>
                  <a:pt x="81" y="1252"/>
                </a:lnTo>
                <a:lnTo>
                  <a:pt x="162" y="1393"/>
                </a:lnTo>
                <a:lnTo>
                  <a:pt x="283" y="1534"/>
                </a:lnTo>
                <a:lnTo>
                  <a:pt x="404" y="1635"/>
                </a:lnTo>
                <a:lnTo>
                  <a:pt x="566" y="1716"/>
                </a:lnTo>
                <a:lnTo>
                  <a:pt x="727" y="1777"/>
                </a:lnTo>
                <a:lnTo>
                  <a:pt x="909" y="1797"/>
                </a:lnTo>
                <a:lnTo>
                  <a:pt x="1090" y="1777"/>
                </a:lnTo>
                <a:lnTo>
                  <a:pt x="1272" y="1716"/>
                </a:lnTo>
                <a:lnTo>
                  <a:pt x="1413" y="1635"/>
                </a:lnTo>
                <a:lnTo>
                  <a:pt x="1554" y="1534"/>
                </a:lnTo>
                <a:lnTo>
                  <a:pt x="1655" y="1393"/>
                </a:lnTo>
                <a:lnTo>
                  <a:pt x="1736" y="1252"/>
                </a:lnTo>
                <a:lnTo>
                  <a:pt x="1797" y="1070"/>
                </a:lnTo>
                <a:lnTo>
                  <a:pt x="1817" y="889"/>
                </a:lnTo>
                <a:lnTo>
                  <a:pt x="1797" y="707"/>
                </a:lnTo>
                <a:lnTo>
                  <a:pt x="1736" y="546"/>
                </a:lnTo>
                <a:lnTo>
                  <a:pt x="1655" y="384"/>
                </a:lnTo>
                <a:lnTo>
                  <a:pt x="1554" y="263"/>
                </a:lnTo>
                <a:lnTo>
                  <a:pt x="1413" y="142"/>
                </a:lnTo>
                <a:lnTo>
                  <a:pt x="1272" y="61"/>
                </a:lnTo>
                <a:lnTo>
                  <a:pt x="1090" y="21"/>
                </a:lnTo>
                <a:lnTo>
                  <a:pt x="909" y="1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04" name="Google Shape;2704;p34"/>
          <p:cNvSpPr/>
          <p:nvPr/>
        </p:nvSpPr>
        <p:spPr>
          <a:xfrm flipH="1">
            <a:off x="137259" y="397147"/>
            <a:ext cx="106112" cy="104994"/>
          </a:xfrm>
          <a:custGeom>
            <a:rect b="b" l="l" r="r" t="t"/>
            <a:pathLst>
              <a:path extrusionOk="0" h="1878" w="1898">
                <a:moveTo>
                  <a:pt x="949" y="81"/>
                </a:moveTo>
                <a:lnTo>
                  <a:pt x="1130" y="101"/>
                </a:lnTo>
                <a:lnTo>
                  <a:pt x="1292" y="142"/>
                </a:lnTo>
                <a:lnTo>
                  <a:pt x="1433" y="222"/>
                </a:lnTo>
                <a:lnTo>
                  <a:pt x="1554" y="323"/>
                </a:lnTo>
                <a:lnTo>
                  <a:pt x="1655" y="444"/>
                </a:lnTo>
                <a:lnTo>
                  <a:pt x="1736" y="606"/>
                </a:lnTo>
                <a:lnTo>
                  <a:pt x="1796" y="767"/>
                </a:lnTo>
                <a:lnTo>
                  <a:pt x="1816" y="929"/>
                </a:lnTo>
                <a:lnTo>
                  <a:pt x="1796" y="1110"/>
                </a:lnTo>
                <a:lnTo>
                  <a:pt x="1736" y="1272"/>
                </a:lnTo>
                <a:lnTo>
                  <a:pt x="1655" y="1413"/>
                </a:lnTo>
                <a:lnTo>
                  <a:pt x="1554" y="1534"/>
                </a:lnTo>
                <a:lnTo>
                  <a:pt x="1433" y="1655"/>
                </a:lnTo>
                <a:lnTo>
                  <a:pt x="1292" y="1736"/>
                </a:lnTo>
                <a:lnTo>
                  <a:pt x="1130" y="1776"/>
                </a:lnTo>
                <a:lnTo>
                  <a:pt x="949" y="1796"/>
                </a:lnTo>
                <a:lnTo>
                  <a:pt x="787" y="1776"/>
                </a:lnTo>
                <a:lnTo>
                  <a:pt x="626" y="1736"/>
                </a:lnTo>
                <a:lnTo>
                  <a:pt x="464" y="1655"/>
                </a:lnTo>
                <a:lnTo>
                  <a:pt x="343" y="1534"/>
                </a:lnTo>
                <a:lnTo>
                  <a:pt x="242" y="1413"/>
                </a:lnTo>
                <a:lnTo>
                  <a:pt x="162" y="1272"/>
                </a:lnTo>
                <a:lnTo>
                  <a:pt x="101" y="1110"/>
                </a:lnTo>
                <a:lnTo>
                  <a:pt x="81" y="929"/>
                </a:lnTo>
                <a:lnTo>
                  <a:pt x="101" y="767"/>
                </a:lnTo>
                <a:lnTo>
                  <a:pt x="162" y="606"/>
                </a:lnTo>
                <a:lnTo>
                  <a:pt x="242" y="444"/>
                </a:lnTo>
                <a:lnTo>
                  <a:pt x="343" y="323"/>
                </a:lnTo>
                <a:lnTo>
                  <a:pt x="464" y="222"/>
                </a:lnTo>
                <a:lnTo>
                  <a:pt x="626" y="142"/>
                </a:lnTo>
                <a:lnTo>
                  <a:pt x="787" y="101"/>
                </a:lnTo>
                <a:lnTo>
                  <a:pt x="949" y="81"/>
                </a:lnTo>
                <a:close/>
                <a:moveTo>
                  <a:pt x="949" y="0"/>
                </a:moveTo>
                <a:lnTo>
                  <a:pt x="767" y="21"/>
                </a:lnTo>
                <a:lnTo>
                  <a:pt x="585" y="61"/>
                </a:lnTo>
                <a:lnTo>
                  <a:pt x="424" y="162"/>
                </a:lnTo>
                <a:lnTo>
                  <a:pt x="283" y="263"/>
                </a:lnTo>
                <a:lnTo>
                  <a:pt x="162" y="404"/>
                </a:lnTo>
                <a:lnTo>
                  <a:pt x="81" y="565"/>
                </a:lnTo>
                <a:lnTo>
                  <a:pt x="20" y="747"/>
                </a:lnTo>
                <a:lnTo>
                  <a:pt x="0" y="929"/>
                </a:lnTo>
                <a:lnTo>
                  <a:pt x="20" y="1130"/>
                </a:lnTo>
                <a:lnTo>
                  <a:pt x="81" y="1292"/>
                </a:lnTo>
                <a:lnTo>
                  <a:pt x="162" y="1453"/>
                </a:lnTo>
                <a:lnTo>
                  <a:pt x="283" y="1595"/>
                </a:lnTo>
                <a:lnTo>
                  <a:pt x="424" y="1716"/>
                </a:lnTo>
                <a:lnTo>
                  <a:pt x="585" y="1796"/>
                </a:lnTo>
                <a:lnTo>
                  <a:pt x="767" y="1857"/>
                </a:lnTo>
                <a:lnTo>
                  <a:pt x="949" y="1877"/>
                </a:lnTo>
                <a:lnTo>
                  <a:pt x="1150" y="1857"/>
                </a:lnTo>
                <a:lnTo>
                  <a:pt x="1312" y="1796"/>
                </a:lnTo>
                <a:lnTo>
                  <a:pt x="1473" y="1716"/>
                </a:lnTo>
                <a:lnTo>
                  <a:pt x="1615" y="1595"/>
                </a:lnTo>
                <a:lnTo>
                  <a:pt x="1736" y="1453"/>
                </a:lnTo>
                <a:lnTo>
                  <a:pt x="1816" y="1292"/>
                </a:lnTo>
                <a:lnTo>
                  <a:pt x="1877" y="1130"/>
                </a:lnTo>
                <a:lnTo>
                  <a:pt x="1897" y="929"/>
                </a:lnTo>
                <a:lnTo>
                  <a:pt x="1877" y="747"/>
                </a:lnTo>
                <a:lnTo>
                  <a:pt x="1816" y="565"/>
                </a:lnTo>
                <a:lnTo>
                  <a:pt x="1736" y="404"/>
                </a:lnTo>
                <a:lnTo>
                  <a:pt x="1615" y="263"/>
                </a:lnTo>
                <a:lnTo>
                  <a:pt x="1473" y="162"/>
                </a:lnTo>
                <a:lnTo>
                  <a:pt x="1312" y="61"/>
                </a:lnTo>
                <a:lnTo>
                  <a:pt x="1150" y="21"/>
                </a:lnTo>
                <a:lnTo>
                  <a:pt x="949" y="0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05" name="Google Shape;2705;p34"/>
          <p:cNvSpPr/>
          <p:nvPr/>
        </p:nvSpPr>
        <p:spPr>
          <a:xfrm flipH="1" rot="-6644194">
            <a:off x="8394382" y="2331576"/>
            <a:ext cx="4584" cy="51993"/>
          </a:xfrm>
          <a:custGeom>
            <a:rect b="b" l="l" r="r" t="t"/>
            <a:pathLst>
              <a:path extrusionOk="0" h="930" w="82">
                <a:moveTo>
                  <a:pt x="1" y="1"/>
                </a:moveTo>
                <a:lnTo>
                  <a:pt x="1" y="929"/>
                </a:lnTo>
                <a:lnTo>
                  <a:pt x="82" y="929"/>
                </a:lnTo>
                <a:lnTo>
                  <a:pt x="82" y="1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06" name="Google Shape;2706;p34"/>
          <p:cNvSpPr/>
          <p:nvPr/>
        </p:nvSpPr>
        <p:spPr>
          <a:xfrm flipH="1" rot="-6644194">
            <a:off x="8370715" y="2355306"/>
            <a:ext cx="51937" cy="4584"/>
          </a:xfrm>
          <a:custGeom>
            <a:rect b="b" l="l" r="r" t="t"/>
            <a:pathLst>
              <a:path extrusionOk="0" h="82" w="929">
                <a:moveTo>
                  <a:pt x="0" y="1"/>
                </a:moveTo>
                <a:lnTo>
                  <a:pt x="0" y="81"/>
                </a:lnTo>
                <a:lnTo>
                  <a:pt x="928" y="81"/>
                </a:lnTo>
                <a:lnTo>
                  <a:pt x="928" y="1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07" name="Google Shape;2707;p34"/>
          <p:cNvSpPr/>
          <p:nvPr/>
        </p:nvSpPr>
        <p:spPr>
          <a:xfrm flipH="1">
            <a:off x="1936493" y="725600"/>
            <a:ext cx="4584" cy="55348"/>
          </a:xfrm>
          <a:custGeom>
            <a:rect b="b" l="l" r="r" t="t"/>
            <a:pathLst>
              <a:path extrusionOk="0" h="990" w="82">
                <a:moveTo>
                  <a:pt x="0" y="0"/>
                </a:moveTo>
                <a:lnTo>
                  <a:pt x="0" y="989"/>
                </a:lnTo>
                <a:lnTo>
                  <a:pt x="81" y="989"/>
                </a:lnTo>
                <a:lnTo>
                  <a:pt x="81" y="0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08" name="Google Shape;2708;p34"/>
          <p:cNvSpPr/>
          <p:nvPr/>
        </p:nvSpPr>
        <p:spPr>
          <a:xfrm flipH="1">
            <a:off x="1911670" y="750423"/>
            <a:ext cx="55348" cy="4529"/>
          </a:xfrm>
          <a:custGeom>
            <a:rect b="b" l="l" r="r" t="t"/>
            <a:pathLst>
              <a:path extrusionOk="0" h="81" w="990">
                <a:moveTo>
                  <a:pt x="0" y="0"/>
                </a:moveTo>
                <a:lnTo>
                  <a:pt x="0" y="81"/>
                </a:lnTo>
                <a:lnTo>
                  <a:pt x="989" y="81"/>
                </a:lnTo>
                <a:lnTo>
                  <a:pt x="989" y="0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09" name="Google Shape;2709;p34"/>
          <p:cNvSpPr/>
          <p:nvPr/>
        </p:nvSpPr>
        <p:spPr>
          <a:xfrm flipH="1">
            <a:off x="199052" y="3411672"/>
            <a:ext cx="457237" cy="429412"/>
          </a:xfrm>
          <a:custGeom>
            <a:rect b="b" l="l" r="r" t="t"/>
            <a:pathLst>
              <a:path extrusionOk="0" h="92099" w="98067">
                <a:moveTo>
                  <a:pt x="49019" y="0"/>
                </a:moveTo>
                <a:lnTo>
                  <a:pt x="48824" y="1171"/>
                </a:lnTo>
                <a:lnTo>
                  <a:pt x="48629" y="2064"/>
                </a:lnTo>
                <a:lnTo>
                  <a:pt x="48378" y="3151"/>
                </a:lnTo>
                <a:lnTo>
                  <a:pt x="48071" y="4434"/>
                </a:lnTo>
                <a:lnTo>
                  <a:pt x="47709" y="5884"/>
                </a:lnTo>
                <a:lnTo>
                  <a:pt x="47263" y="7501"/>
                </a:lnTo>
                <a:lnTo>
                  <a:pt x="46733" y="9230"/>
                </a:lnTo>
                <a:lnTo>
                  <a:pt x="46119" y="11070"/>
                </a:lnTo>
                <a:lnTo>
                  <a:pt x="45422" y="13050"/>
                </a:lnTo>
                <a:lnTo>
                  <a:pt x="44641" y="15085"/>
                </a:lnTo>
                <a:lnTo>
                  <a:pt x="43777" y="17177"/>
                </a:lnTo>
                <a:lnTo>
                  <a:pt x="43303" y="18264"/>
                </a:lnTo>
                <a:lnTo>
                  <a:pt x="42801" y="19351"/>
                </a:lnTo>
                <a:lnTo>
                  <a:pt x="42271" y="20439"/>
                </a:lnTo>
                <a:lnTo>
                  <a:pt x="41742" y="21554"/>
                </a:lnTo>
                <a:lnTo>
                  <a:pt x="41156" y="22670"/>
                </a:lnTo>
                <a:lnTo>
                  <a:pt x="40543" y="23785"/>
                </a:lnTo>
                <a:lnTo>
                  <a:pt x="39929" y="24900"/>
                </a:lnTo>
                <a:lnTo>
                  <a:pt x="39260" y="25988"/>
                </a:lnTo>
                <a:lnTo>
                  <a:pt x="38563" y="27103"/>
                </a:lnTo>
                <a:lnTo>
                  <a:pt x="37838" y="28218"/>
                </a:lnTo>
                <a:lnTo>
                  <a:pt x="37113" y="29306"/>
                </a:lnTo>
                <a:lnTo>
                  <a:pt x="36332" y="30421"/>
                </a:lnTo>
                <a:lnTo>
                  <a:pt x="35524" y="31481"/>
                </a:lnTo>
                <a:lnTo>
                  <a:pt x="34687" y="32568"/>
                </a:lnTo>
                <a:lnTo>
                  <a:pt x="33795" y="33600"/>
                </a:lnTo>
                <a:lnTo>
                  <a:pt x="32903" y="34659"/>
                </a:lnTo>
                <a:lnTo>
                  <a:pt x="31954" y="35663"/>
                </a:lnTo>
                <a:lnTo>
                  <a:pt x="30979" y="36667"/>
                </a:lnTo>
                <a:lnTo>
                  <a:pt x="29975" y="37643"/>
                </a:lnTo>
                <a:lnTo>
                  <a:pt x="28943" y="38591"/>
                </a:lnTo>
                <a:lnTo>
                  <a:pt x="27856" y="39511"/>
                </a:lnTo>
                <a:lnTo>
                  <a:pt x="26740" y="40403"/>
                </a:lnTo>
                <a:lnTo>
                  <a:pt x="25597" y="41268"/>
                </a:lnTo>
                <a:lnTo>
                  <a:pt x="24426" y="42104"/>
                </a:lnTo>
                <a:lnTo>
                  <a:pt x="23199" y="42885"/>
                </a:lnTo>
                <a:lnTo>
                  <a:pt x="21944" y="43638"/>
                </a:lnTo>
                <a:lnTo>
                  <a:pt x="20634" y="44363"/>
                </a:lnTo>
                <a:lnTo>
                  <a:pt x="19295" y="45060"/>
                </a:lnTo>
                <a:lnTo>
                  <a:pt x="17929" y="45673"/>
                </a:lnTo>
                <a:lnTo>
                  <a:pt x="16507" y="46287"/>
                </a:lnTo>
                <a:lnTo>
                  <a:pt x="15057" y="46816"/>
                </a:lnTo>
                <a:lnTo>
                  <a:pt x="13551" y="47318"/>
                </a:lnTo>
                <a:lnTo>
                  <a:pt x="12018" y="47765"/>
                </a:lnTo>
                <a:lnTo>
                  <a:pt x="10428" y="48155"/>
                </a:lnTo>
                <a:lnTo>
                  <a:pt x="8811" y="48489"/>
                </a:lnTo>
                <a:lnTo>
                  <a:pt x="7138" y="48768"/>
                </a:lnTo>
                <a:lnTo>
                  <a:pt x="5409" y="48991"/>
                </a:lnTo>
                <a:lnTo>
                  <a:pt x="3653" y="49159"/>
                </a:lnTo>
                <a:lnTo>
                  <a:pt x="1868" y="49242"/>
                </a:lnTo>
                <a:lnTo>
                  <a:pt x="948" y="49270"/>
                </a:lnTo>
                <a:lnTo>
                  <a:pt x="0" y="49298"/>
                </a:lnTo>
                <a:lnTo>
                  <a:pt x="474" y="49438"/>
                </a:lnTo>
                <a:lnTo>
                  <a:pt x="1840" y="49856"/>
                </a:lnTo>
                <a:lnTo>
                  <a:pt x="3959" y="50581"/>
                </a:lnTo>
                <a:lnTo>
                  <a:pt x="5270" y="51055"/>
                </a:lnTo>
                <a:lnTo>
                  <a:pt x="6720" y="51585"/>
                </a:lnTo>
                <a:lnTo>
                  <a:pt x="8309" y="52226"/>
                </a:lnTo>
                <a:lnTo>
                  <a:pt x="10010" y="52951"/>
                </a:lnTo>
                <a:lnTo>
                  <a:pt x="11823" y="53732"/>
                </a:lnTo>
                <a:lnTo>
                  <a:pt x="13719" y="54624"/>
                </a:lnTo>
                <a:lnTo>
                  <a:pt x="15698" y="55600"/>
                </a:lnTo>
                <a:lnTo>
                  <a:pt x="17762" y="56631"/>
                </a:lnTo>
                <a:lnTo>
                  <a:pt x="19853" y="57775"/>
                </a:lnTo>
                <a:lnTo>
                  <a:pt x="21972" y="59001"/>
                </a:lnTo>
                <a:lnTo>
                  <a:pt x="23032" y="59671"/>
                </a:lnTo>
                <a:lnTo>
                  <a:pt x="24119" y="60340"/>
                </a:lnTo>
                <a:lnTo>
                  <a:pt x="25179" y="61037"/>
                </a:lnTo>
                <a:lnTo>
                  <a:pt x="26266" y="61762"/>
                </a:lnTo>
                <a:lnTo>
                  <a:pt x="27354" y="62487"/>
                </a:lnTo>
                <a:lnTo>
                  <a:pt x="28413" y="63268"/>
                </a:lnTo>
                <a:lnTo>
                  <a:pt x="29473" y="64048"/>
                </a:lnTo>
                <a:lnTo>
                  <a:pt x="30532" y="64857"/>
                </a:lnTo>
                <a:lnTo>
                  <a:pt x="31592" y="65693"/>
                </a:lnTo>
                <a:lnTo>
                  <a:pt x="32624" y="66558"/>
                </a:lnTo>
                <a:lnTo>
                  <a:pt x="33627" y="67450"/>
                </a:lnTo>
                <a:lnTo>
                  <a:pt x="34659" y="68370"/>
                </a:lnTo>
                <a:lnTo>
                  <a:pt x="35635" y="69290"/>
                </a:lnTo>
                <a:lnTo>
                  <a:pt x="36611" y="70266"/>
                </a:lnTo>
                <a:lnTo>
                  <a:pt x="37559" y="71242"/>
                </a:lnTo>
                <a:lnTo>
                  <a:pt x="38507" y="72274"/>
                </a:lnTo>
                <a:lnTo>
                  <a:pt x="39399" y="73306"/>
                </a:lnTo>
                <a:lnTo>
                  <a:pt x="40292" y="74365"/>
                </a:lnTo>
                <a:lnTo>
                  <a:pt x="41156" y="75453"/>
                </a:lnTo>
                <a:lnTo>
                  <a:pt x="41993" y="76568"/>
                </a:lnTo>
                <a:lnTo>
                  <a:pt x="42773" y="77711"/>
                </a:lnTo>
                <a:lnTo>
                  <a:pt x="43554" y="78882"/>
                </a:lnTo>
                <a:lnTo>
                  <a:pt x="44279" y="80081"/>
                </a:lnTo>
                <a:lnTo>
                  <a:pt x="44976" y="81308"/>
                </a:lnTo>
                <a:lnTo>
                  <a:pt x="45617" y="82563"/>
                </a:lnTo>
                <a:lnTo>
                  <a:pt x="46259" y="83846"/>
                </a:lnTo>
                <a:lnTo>
                  <a:pt x="46816" y="85156"/>
                </a:lnTo>
                <a:lnTo>
                  <a:pt x="47374" y="86494"/>
                </a:lnTo>
                <a:lnTo>
                  <a:pt x="47848" y="87833"/>
                </a:lnTo>
                <a:lnTo>
                  <a:pt x="48294" y="89227"/>
                </a:lnTo>
                <a:lnTo>
                  <a:pt x="48685" y="90649"/>
                </a:lnTo>
                <a:lnTo>
                  <a:pt x="49019" y="92099"/>
                </a:lnTo>
                <a:lnTo>
                  <a:pt x="49382" y="90649"/>
                </a:lnTo>
                <a:lnTo>
                  <a:pt x="49772" y="89227"/>
                </a:lnTo>
                <a:lnTo>
                  <a:pt x="50218" y="87833"/>
                </a:lnTo>
                <a:lnTo>
                  <a:pt x="50692" y="86494"/>
                </a:lnTo>
                <a:lnTo>
                  <a:pt x="51250" y="85156"/>
                </a:lnTo>
                <a:lnTo>
                  <a:pt x="51808" y="83846"/>
                </a:lnTo>
                <a:lnTo>
                  <a:pt x="52421" y="82563"/>
                </a:lnTo>
                <a:lnTo>
                  <a:pt x="53090" y="81308"/>
                </a:lnTo>
                <a:lnTo>
                  <a:pt x="53787" y="80081"/>
                </a:lnTo>
                <a:lnTo>
                  <a:pt x="54512" y="78882"/>
                </a:lnTo>
                <a:lnTo>
                  <a:pt x="55293" y="77711"/>
                </a:lnTo>
                <a:lnTo>
                  <a:pt x="56074" y="76568"/>
                </a:lnTo>
                <a:lnTo>
                  <a:pt x="56910" y="75453"/>
                </a:lnTo>
                <a:lnTo>
                  <a:pt x="57775" y="74365"/>
                </a:lnTo>
                <a:lnTo>
                  <a:pt x="58639" y="73306"/>
                </a:lnTo>
                <a:lnTo>
                  <a:pt x="59559" y="72274"/>
                </a:lnTo>
                <a:lnTo>
                  <a:pt x="60479" y="71242"/>
                </a:lnTo>
                <a:lnTo>
                  <a:pt x="61455" y="70266"/>
                </a:lnTo>
                <a:lnTo>
                  <a:pt x="62431" y="69290"/>
                </a:lnTo>
                <a:lnTo>
                  <a:pt x="63407" y="68370"/>
                </a:lnTo>
                <a:lnTo>
                  <a:pt x="64411" y="67450"/>
                </a:lnTo>
                <a:lnTo>
                  <a:pt x="65443" y="66558"/>
                </a:lnTo>
                <a:lnTo>
                  <a:pt x="66474" y="65693"/>
                </a:lnTo>
                <a:lnTo>
                  <a:pt x="67534" y="64857"/>
                </a:lnTo>
                <a:lnTo>
                  <a:pt x="68593" y="64048"/>
                </a:lnTo>
                <a:lnTo>
                  <a:pt x="69653" y="63268"/>
                </a:lnTo>
                <a:lnTo>
                  <a:pt x="70713" y="62487"/>
                </a:lnTo>
                <a:lnTo>
                  <a:pt x="71800" y="61762"/>
                </a:lnTo>
                <a:lnTo>
                  <a:pt x="72860" y="61037"/>
                </a:lnTo>
                <a:lnTo>
                  <a:pt x="73947" y="60340"/>
                </a:lnTo>
                <a:lnTo>
                  <a:pt x="75034" y="59671"/>
                </a:lnTo>
                <a:lnTo>
                  <a:pt x="76094" y="59001"/>
                </a:lnTo>
                <a:lnTo>
                  <a:pt x="78213" y="57775"/>
                </a:lnTo>
                <a:lnTo>
                  <a:pt x="80304" y="56631"/>
                </a:lnTo>
                <a:lnTo>
                  <a:pt x="82368" y="55600"/>
                </a:lnTo>
                <a:lnTo>
                  <a:pt x="84348" y="54624"/>
                </a:lnTo>
                <a:lnTo>
                  <a:pt x="86244" y="53732"/>
                </a:lnTo>
                <a:lnTo>
                  <a:pt x="88056" y="52951"/>
                </a:lnTo>
                <a:lnTo>
                  <a:pt x="89757" y="52226"/>
                </a:lnTo>
                <a:lnTo>
                  <a:pt x="91346" y="51585"/>
                </a:lnTo>
                <a:lnTo>
                  <a:pt x="92796" y="51055"/>
                </a:lnTo>
                <a:lnTo>
                  <a:pt x="94107" y="50581"/>
                </a:lnTo>
                <a:lnTo>
                  <a:pt x="96226" y="49856"/>
                </a:lnTo>
                <a:lnTo>
                  <a:pt x="97592" y="49438"/>
                </a:lnTo>
                <a:lnTo>
                  <a:pt x="98066" y="49298"/>
                </a:lnTo>
                <a:lnTo>
                  <a:pt x="97118" y="49270"/>
                </a:lnTo>
                <a:lnTo>
                  <a:pt x="96198" y="49242"/>
                </a:lnTo>
                <a:lnTo>
                  <a:pt x="94413" y="49159"/>
                </a:lnTo>
                <a:lnTo>
                  <a:pt x="92657" y="48991"/>
                </a:lnTo>
                <a:lnTo>
                  <a:pt x="90928" y="48768"/>
                </a:lnTo>
                <a:lnTo>
                  <a:pt x="89255" y="48489"/>
                </a:lnTo>
                <a:lnTo>
                  <a:pt x="87638" y="48155"/>
                </a:lnTo>
                <a:lnTo>
                  <a:pt x="86048" y="47765"/>
                </a:lnTo>
                <a:lnTo>
                  <a:pt x="84515" y="47318"/>
                </a:lnTo>
                <a:lnTo>
                  <a:pt x="83009" y="46816"/>
                </a:lnTo>
                <a:lnTo>
                  <a:pt x="81559" y="46287"/>
                </a:lnTo>
                <a:lnTo>
                  <a:pt x="80137" y="45673"/>
                </a:lnTo>
                <a:lnTo>
                  <a:pt x="78771" y="45060"/>
                </a:lnTo>
                <a:lnTo>
                  <a:pt x="77432" y="44363"/>
                </a:lnTo>
                <a:lnTo>
                  <a:pt x="76122" y="43638"/>
                </a:lnTo>
                <a:lnTo>
                  <a:pt x="74867" y="42885"/>
                </a:lnTo>
                <a:lnTo>
                  <a:pt x="73640" y="42104"/>
                </a:lnTo>
                <a:lnTo>
                  <a:pt x="72469" y="41268"/>
                </a:lnTo>
                <a:lnTo>
                  <a:pt x="71298" y="40403"/>
                </a:lnTo>
                <a:lnTo>
                  <a:pt x="70211" y="39511"/>
                </a:lnTo>
                <a:lnTo>
                  <a:pt x="69123" y="38591"/>
                </a:lnTo>
                <a:lnTo>
                  <a:pt x="68091" y="37643"/>
                </a:lnTo>
                <a:lnTo>
                  <a:pt x="67088" y="36667"/>
                </a:lnTo>
                <a:lnTo>
                  <a:pt x="66112" y="35663"/>
                </a:lnTo>
                <a:lnTo>
                  <a:pt x="65164" y="34659"/>
                </a:lnTo>
                <a:lnTo>
                  <a:pt x="64271" y="33600"/>
                </a:lnTo>
                <a:lnTo>
                  <a:pt x="63379" y="32568"/>
                </a:lnTo>
                <a:lnTo>
                  <a:pt x="62543" y="31481"/>
                </a:lnTo>
                <a:lnTo>
                  <a:pt x="61734" y="30421"/>
                </a:lnTo>
                <a:lnTo>
                  <a:pt x="60953" y="29306"/>
                </a:lnTo>
                <a:lnTo>
                  <a:pt x="60200" y="28218"/>
                </a:lnTo>
                <a:lnTo>
                  <a:pt x="59503" y="27103"/>
                </a:lnTo>
                <a:lnTo>
                  <a:pt x="58806" y="25988"/>
                </a:lnTo>
                <a:lnTo>
                  <a:pt x="58137" y="24900"/>
                </a:lnTo>
                <a:lnTo>
                  <a:pt x="57524" y="23785"/>
                </a:lnTo>
                <a:lnTo>
                  <a:pt x="56910" y="22670"/>
                </a:lnTo>
                <a:lnTo>
                  <a:pt x="56325" y="21554"/>
                </a:lnTo>
                <a:lnTo>
                  <a:pt x="55795" y="20439"/>
                </a:lnTo>
                <a:lnTo>
                  <a:pt x="55265" y="19351"/>
                </a:lnTo>
                <a:lnTo>
                  <a:pt x="54763" y="18264"/>
                </a:lnTo>
                <a:lnTo>
                  <a:pt x="54289" y="17177"/>
                </a:lnTo>
                <a:lnTo>
                  <a:pt x="53425" y="15085"/>
                </a:lnTo>
                <a:lnTo>
                  <a:pt x="52644" y="13050"/>
                </a:lnTo>
                <a:lnTo>
                  <a:pt x="51947" y="11070"/>
                </a:lnTo>
                <a:lnTo>
                  <a:pt x="51334" y="9230"/>
                </a:lnTo>
                <a:lnTo>
                  <a:pt x="50804" y="7501"/>
                </a:lnTo>
                <a:lnTo>
                  <a:pt x="50358" y="5884"/>
                </a:lnTo>
                <a:lnTo>
                  <a:pt x="49995" y="4434"/>
                </a:lnTo>
                <a:lnTo>
                  <a:pt x="49688" y="3151"/>
                </a:lnTo>
                <a:lnTo>
                  <a:pt x="49437" y="2064"/>
                </a:lnTo>
                <a:lnTo>
                  <a:pt x="49242" y="1171"/>
                </a:lnTo>
                <a:lnTo>
                  <a:pt x="49019" y="0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2710" name="Google Shape;2710;p34"/>
          <p:cNvGrpSpPr/>
          <p:nvPr/>
        </p:nvGrpSpPr>
        <p:grpSpPr>
          <a:xfrm>
            <a:off x="4194738" y="4317100"/>
            <a:ext cx="754524" cy="750237"/>
            <a:chOff x="8523754" y="10"/>
            <a:chExt cx="516408" cy="513439"/>
          </a:xfrm>
        </p:grpSpPr>
        <p:sp>
          <p:nvSpPr>
            <p:cNvPr id="2711" name="Google Shape;2711;p34"/>
            <p:cNvSpPr/>
            <p:nvPr/>
          </p:nvSpPr>
          <p:spPr>
            <a:xfrm>
              <a:off x="8523754" y="255242"/>
              <a:ext cx="516408" cy="258207"/>
            </a:xfrm>
            <a:custGeom>
              <a:rect b="b" l="l" r="r" t="t"/>
              <a:pathLst>
                <a:path extrusionOk="0" h="41798" w="83595">
                  <a:moveTo>
                    <a:pt x="41797" y="0"/>
                  </a:moveTo>
                  <a:lnTo>
                    <a:pt x="40710" y="28"/>
                  </a:lnTo>
                  <a:lnTo>
                    <a:pt x="39650" y="56"/>
                  </a:lnTo>
                  <a:lnTo>
                    <a:pt x="38591" y="112"/>
                  </a:lnTo>
                  <a:lnTo>
                    <a:pt x="37531" y="223"/>
                  </a:lnTo>
                  <a:lnTo>
                    <a:pt x="36472" y="335"/>
                  </a:lnTo>
                  <a:lnTo>
                    <a:pt x="35440" y="474"/>
                  </a:lnTo>
                  <a:lnTo>
                    <a:pt x="34408" y="669"/>
                  </a:lnTo>
                  <a:lnTo>
                    <a:pt x="33377" y="864"/>
                  </a:lnTo>
                  <a:lnTo>
                    <a:pt x="32373" y="1060"/>
                  </a:lnTo>
                  <a:lnTo>
                    <a:pt x="31369" y="1311"/>
                  </a:lnTo>
                  <a:lnTo>
                    <a:pt x="30365" y="1589"/>
                  </a:lnTo>
                  <a:lnTo>
                    <a:pt x="29361" y="1868"/>
                  </a:lnTo>
                  <a:lnTo>
                    <a:pt x="28385" y="2203"/>
                  </a:lnTo>
                  <a:lnTo>
                    <a:pt x="27437" y="2537"/>
                  </a:lnTo>
                  <a:lnTo>
                    <a:pt x="26489" y="2900"/>
                  </a:lnTo>
                  <a:lnTo>
                    <a:pt x="25541" y="3290"/>
                  </a:lnTo>
                  <a:lnTo>
                    <a:pt x="24593" y="3708"/>
                  </a:lnTo>
                  <a:lnTo>
                    <a:pt x="23673" y="4127"/>
                  </a:lnTo>
                  <a:lnTo>
                    <a:pt x="22781" y="4573"/>
                  </a:lnTo>
                  <a:lnTo>
                    <a:pt x="21889" y="5047"/>
                  </a:lnTo>
                  <a:lnTo>
                    <a:pt x="20996" y="5549"/>
                  </a:lnTo>
                  <a:lnTo>
                    <a:pt x="20132" y="6051"/>
                  </a:lnTo>
                  <a:lnTo>
                    <a:pt x="19267" y="6580"/>
                  </a:lnTo>
                  <a:lnTo>
                    <a:pt x="18431" y="7138"/>
                  </a:lnTo>
                  <a:lnTo>
                    <a:pt x="17594" y="7724"/>
                  </a:lnTo>
                  <a:lnTo>
                    <a:pt x="16786" y="8309"/>
                  </a:lnTo>
                  <a:lnTo>
                    <a:pt x="16005" y="8923"/>
                  </a:lnTo>
                  <a:lnTo>
                    <a:pt x="15224" y="9536"/>
                  </a:lnTo>
                  <a:lnTo>
                    <a:pt x="14444" y="10205"/>
                  </a:lnTo>
                  <a:lnTo>
                    <a:pt x="13691" y="10847"/>
                  </a:lnTo>
                  <a:lnTo>
                    <a:pt x="12966" y="11544"/>
                  </a:lnTo>
                  <a:lnTo>
                    <a:pt x="12241" y="12241"/>
                  </a:lnTo>
                  <a:lnTo>
                    <a:pt x="11544" y="12966"/>
                  </a:lnTo>
                  <a:lnTo>
                    <a:pt x="10875" y="13691"/>
                  </a:lnTo>
                  <a:lnTo>
                    <a:pt x="10205" y="14444"/>
                  </a:lnTo>
                  <a:lnTo>
                    <a:pt x="9564" y="15224"/>
                  </a:lnTo>
                  <a:lnTo>
                    <a:pt x="8923" y="16005"/>
                  </a:lnTo>
                  <a:lnTo>
                    <a:pt x="8309" y="16786"/>
                  </a:lnTo>
                  <a:lnTo>
                    <a:pt x="7724" y="17594"/>
                  </a:lnTo>
                  <a:lnTo>
                    <a:pt x="7138" y="18431"/>
                  </a:lnTo>
                  <a:lnTo>
                    <a:pt x="6581" y="19267"/>
                  </a:lnTo>
                  <a:lnTo>
                    <a:pt x="6051" y="20132"/>
                  </a:lnTo>
                  <a:lnTo>
                    <a:pt x="5549" y="20996"/>
                  </a:lnTo>
                  <a:lnTo>
                    <a:pt x="5047" y="21888"/>
                  </a:lnTo>
                  <a:lnTo>
                    <a:pt x="4573" y="22781"/>
                  </a:lnTo>
                  <a:lnTo>
                    <a:pt x="4127" y="23673"/>
                  </a:lnTo>
                  <a:lnTo>
                    <a:pt x="3709" y="24593"/>
                  </a:lnTo>
                  <a:lnTo>
                    <a:pt x="3290" y="25541"/>
                  </a:lnTo>
                  <a:lnTo>
                    <a:pt x="2900" y="26461"/>
                  </a:lnTo>
                  <a:lnTo>
                    <a:pt x="2537" y="27437"/>
                  </a:lnTo>
                  <a:lnTo>
                    <a:pt x="2203" y="28385"/>
                  </a:lnTo>
                  <a:lnTo>
                    <a:pt x="1896" y="29361"/>
                  </a:lnTo>
                  <a:lnTo>
                    <a:pt x="1589" y="30365"/>
                  </a:lnTo>
                  <a:lnTo>
                    <a:pt x="1311" y="31341"/>
                  </a:lnTo>
                  <a:lnTo>
                    <a:pt x="1087" y="32345"/>
                  </a:lnTo>
                  <a:lnTo>
                    <a:pt x="864" y="33376"/>
                  </a:lnTo>
                  <a:lnTo>
                    <a:pt x="669" y="34408"/>
                  </a:lnTo>
                  <a:lnTo>
                    <a:pt x="502" y="35440"/>
                  </a:lnTo>
                  <a:lnTo>
                    <a:pt x="335" y="36471"/>
                  </a:lnTo>
                  <a:lnTo>
                    <a:pt x="223" y="37531"/>
                  </a:lnTo>
                  <a:lnTo>
                    <a:pt x="139" y="38591"/>
                  </a:lnTo>
                  <a:lnTo>
                    <a:pt x="56" y="39650"/>
                  </a:lnTo>
                  <a:lnTo>
                    <a:pt x="28" y="40710"/>
                  </a:lnTo>
                  <a:lnTo>
                    <a:pt x="0" y="41797"/>
                  </a:lnTo>
                  <a:lnTo>
                    <a:pt x="83595" y="41797"/>
                  </a:lnTo>
                  <a:lnTo>
                    <a:pt x="83595" y="40710"/>
                  </a:lnTo>
                  <a:lnTo>
                    <a:pt x="83539" y="39650"/>
                  </a:lnTo>
                  <a:lnTo>
                    <a:pt x="83483" y="38591"/>
                  </a:lnTo>
                  <a:lnTo>
                    <a:pt x="83372" y="37531"/>
                  </a:lnTo>
                  <a:lnTo>
                    <a:pt x="83260" y="36471"/>
                  </a:lnTo>
                  <a:lnTo>
                    <a:pt x="83121" y="35440"/>
                  </a:lnTo>
                  <a:lnTo>
                    <a:pt x="82953" y="34408"/>
                  </a:lnTo>
                  <a:lnTo>
                    <a:pt x="82758" y="33376"/>
                  </a:lnTo>
                  <a:lnTo>
                    <a:pt x="82535" y="32345"/>
                  </a:lnTo>
                  <a:lnTo>
                    <a:pt x="82284" y="31341"/>
                  </a:lnTo>
                  <a:lnTo>
                    <a:pt x="82005" y="30365"/>
                  </a:lnTo>
                  <a:lnTo>
                    <a:pt x="81727" y="29361"/>
                  </a:lnTo>
                  <a:lnTo>
                    <a:pt x="81392" y="28385"/>
                  </a:lnTo>
                  <a:lnTo>
                    <a:pt x="81057" y="27437"/>
                  </a:lnTo>
                  <a:lnTo>
                    <a:pt x="80695" y="26461"/>
                  </a:lnTo>
                  <a:lnTo>
                    <a:pt x="80304" y="25541"/>
                  </a:lnTo>
                  <a:lnTo>
                    <a:pt x="79914" y="24593"/>
                  </a:lnTo>
                  <a:lnTo>
                    <a:pt x="79468" y="23673"/>
                  </a:lnTo>
                  <a:lnTo>
                    <a:pt x="79022" y="22781"/>
                  </a:lnTo>
                  <a:lnTo>
                    <a:pt x="78548" y="21888"/>
                  </a:lnTo>
                  <a:lnTo>
                    <a:pt x="78046" y="20996"/>
                  </a:lnTo>
                  <a:lnTo>
                    <a:pt x="77544" y="20132"/>
                  </a:lnTo>
                  <a:lnTo>
                    <a:pt x="77014" y="19267"/>
                  </a:lnTo>
                  <a:lnTo>
                    <a:pt x="76457" y="18431"/>
                  </a:lnTo>
                  <a:lnTo>
                    <a:pt x="75899" y="17594"/>
                  </a:lnTo>
                  <a:lnTo>
                    <a:pt x="75285" y="16786"/>
                  </a:lnTo>
                  <a:lnTo>
                    <a:pt x="74672" y="16005"/>
                  </a:lnTo>
                  <a:lnTo>
                    <a:pt x="74059" y="15224"/>
                  </a:lnTo>
                  <a:lnTo>
                    <a:pt x="73417" y="14444"/>
                  </a:lnTo>
                  <a:lnTo>
                    <a:pt x="72748" y="13691"/>
                  </a:lnTo>
                  <a:lnTo>
                    <a:pt x="72051" y="12966"/>
                  </a:lnTo>
                  <a:lnTo>
                    <a:pt x="71354" y="12241"/>
                  </a:lnTo>
                  <a:lnTo>
                    <a:pt x="70629" y="11544"/>
                  </a:lnTo>
                  <a:lnTo>
                    <a:pt x="69904" y="10847"/>
                  </a:lnTo>
                  <a:lnTo>
                    <a:pt x="69151" y="10205"/>
                  </a:lnTo>
                  <a:lnTo>
                    <a:pt x="68398" y="9536"/>
                  </a:lnTo>
                  <a:lnTo>
                    <a:pt x="67617" y="8923"/>
                  </a:lnTo>
                  <a:lnTo>
                    <a:pt x="66809" y="8309"/>
                  </a:lnTo>
                  <a:lnTo>
                    <a:pt x="66000" y="7724"/>
                  </a:lnTo>
                  <a:lnTo>
                    <a:pt x="65164" y="7138"/>
                  </a:lnTo>
                  <a:lnTo>
                    <a:pt x="64327" y="6580"/>
                  </a:lnTo>
                  <a:lnTo>
                    <a:pt x="63463" y="6051"/>
                  </a:lnTo>
                  <a:lnTo>
                    <a:pt x="62598" y="5549"/>
                  </a:lnTo>
                  <a:lnTo>
                    <a:pt x="61734" y="5047"/>
                  </a:lnTo>
                  <a:lnTo>
                    <a:pt x="60842" y="4573"/>
                  </a:lnTo>
                  <a:lnTo>
                    <a:pt x="59922" y="4127"/>
                  </a:lnTo>
                  <a:lnTo>
                    <a:pt x="59001" y="3708"/>
                  </a:lnTo>
                  <a:lnTo>
                    <a:pt x="58081" y="3290"/>
                  </a:lnTo>
                  <a:lnTo>
                    <a:pt x="57133" y="2900"/>
                  </a:lnTo>
                  <a:lnTo>
                    <a:pt x="56185" y="2537"/>
                  </a:lnTo>
                  <a:lnTo>
                    <a:pt x="55209" y="2203"/>
                  </a:lnTo>
                  <a:lnTo>
                    <a:pt x="54233" y="1868"/>
                  </a:lnTo>
                  <a:lnTo>
                    <a:pt x="53257" y="1589"/>
                  </a:lnTo>
                  <a:lnTo>
                    <a:pt x="52254" y="1311"/>
                  </a:lnTo>
                  <a:lnTo>
                    <a:pt x="51250" y="1060"/>
                  </a:lnTo>
                  <a:lnTo>
                    <a:pt x="50218" y="864"/>
                  </a:lnTo>
                  <a:lnTo>
                    <a:pt x="49214" y="669"/>
                  </a:lnTo>
                  <a:lnTo>
                    <a:pt x="48155" y="474"/>
                  </a:lnTo>
                  <a:lnTo>
                    <a:pt x="47123" y="335"/>
                  </a:lnTo>
                  <a:lnTo>
                    <a:pt x="46064" y="223"/>
                  </a:lnTo>
                  <a:lnTo>
                    <a:pt x="45032" y="112"/>
                  </a:lnTo>
                  <a:lnTo>
                    <a:pt x="43944" y="56"/>
                  </a:lnTo>
                  <a:lnTo>
                    <a:pt x="42885" y="28"/>
                  </a:lnTo>
                  <a:lnTo>
                    <a:pt x="41797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12" name="Google Shape;2712;p34"/>
            <p:cNvSpPr/>
            <p:nvPr/>
          </p:nvSpPr>
          <p:spPr>
            <a:xfrm>
              <a:off x="8523754" y="10"/>
              <a:ext cx="516408" cy="258207"/>
            </a:xfrm>
            <a:custGeom>
              <a:rect b="b" l="l" r="r" t="t"/>
              <a:pathLst>
                <a:path extrusionOk="0" h="41798" w="83595">
                  <a:moveTo>
                    <a:pt x="41797" y="0"/>
                  </a:moveTo>
                  <a:lnTo>
                    <a:pt x="40710" y="28"/>
                  </a:lnTo>
                  <a:lnTo>
                    <a:pt x="39650" y="56"/>
                  </a:lnTo>
                  <a:lnTo>
                    <a:pt x="38591" y="112"/>
                  </a:lnTo>
                  <a:lnTo>
                    <a:pt x="37531" y="223"/>
                  </a:lnTo>
                  <a:lnTo>
                    <a:pt x="36472" y="335"/>
                  </a:lnTo>
                  <a:lnTo>
                    <a:pt x="35440" y="474"/>
                  </a:lnTo>
                  <a:lnTo>
                    <a:pt x="34408" y="669"/>
                  </a:lnTo>
                  <a:lnTo>
                    <a:pt x="33377" y="864"/>
                  </a:lnTo>
                  <a:lnTo>
                    <a:pt x="32373" y="1060"/>
                  </a:lnTo>
                  <a:lnTo>
                    <a:pt x="31369" y="1311"/>
                  </a:lnTo>
                  <a:lnTo>
                    <a:pt x="30365" y="1589"/>
                  </a:lnTo>
                  <a:lnTo>
                    <a:pt x="29361" y="1868"/>
                  </a:lnTo>
                  <a:lnTo>
                    <a:pt x="28385" y="2203"/>
                  </a:lnTo>
                  <a:lnTo>
                    <a:pt x="27437" y="2537"/>
                  </a:lnTo>
                  <a:lnTo>
                    <a:pt x="26489" y="2900"/>
                  </a:lnTo>
                  <a:lnTo>
                    <a:pt x="25541" y="3290"/>
                  </a:lnTo>
                  <a:lnTo>
                    <a:pt x="24593" y="3708"/>
                  </a:lnTo>
                  <a:lnTo>
                    <a:pt x="23673" y="4127"/>
                  </a:lnTo>
                  <a:lnTo>
                    <a:pt x="22781" y="4573"/>
                  </a:lnTo>
                  <a:lnTo>
                    <a:pt x="21889" y="5047"/>
                  </a:lnTo>
                  <a:lnTo>
                    <a:pt x="20996" y="5549"/>
                  </a:lnTo>
                  <a:lnTo>
                    <a:pt x="20132" y="6051"/>
                  </a:lnTo>
                  <a:lnTo>
                    <a:pt x="19267" y="6580"/>
                  </a:lnTo>
                  <a:lnTo>
                    <a:pt x="18431" y="7138"/>
                  </a:lnTo>
                  <a:lnTo>
                    <a:pt x="17594" y="7724"/>
                  </a:lnTo>
                  <a:lnTo>
                    <a:pt x="16786" y="8309"/>
                  </a:lnTo>
                  <a:lnTo>
                    <a:pt x="16005" y="8923"/>
                  </a:lnTo>
                  <a:lnTo>
                    <a:pt x="15224" y="9536"/>
                  </a:lnTo>
                  <a:lnTo>
                    <a:pt x="14444" y="10205"/>
                  </a:lnTo>
                  <a:lnTo>
                    <a:pt x="13691" y="10847"/>
                  </a:lnTo>
                  <a:lnTo>
                    <a:pt x="12966" y="11544"/>
                  </a:lnTo>
                  <a:lnTo>
                    <a:pt x="12241" y="12241"/>
                  </a:lnTo>
                  <a:lnTo>
                    <a:pt x="11544" y="12966"/>
                  </a:lnTo>
                  <a:lnTo>
                    <a:pt x="10875" y="13691"/>
                  </a:lnTo>
                  <a:lnTo>
                    <a:pt x="10205" y="14444"/>
                  </a:lnTo>
                  <a:lnTo>
                    <a:pt x="9564" y="15224"/>
                  </a:lnTo>
                  <a:lnTo>
                    <a:pt x="8923" y="16005"/>
                  </a:lnTo>
                  <a:lnTo>
                    <a:pt x="8309" y="16786"/>
                  </a:lnTo>
                  <a:lnTo>
                    <a:pt x="7724" y="17594"/>
                  </a:lnTo>
                  <a:lnTo>
                    <a:pt x="7138" y="18431"/>
                  </a:lnTo>
                  <a:lnTo>
                    <a:pt x="6581" y="19267"/>
                  </a:lnTo>
                  <a:lnTo>
                    <a:pt x="6051" y="20132"/>
                  </a:lnTo>
                  <a:lnTo>
                    <a:pt x="5549" y="20996"/>
                  </a:lnTo>
                  <a:lnTo>
                    <a:pt x="5047" y="21888"/>
                  </a:lnTo>
                  <a:lnTo>
                    <a:pt x="4573" y="22781"/>
                  </a:lnTo>
                  <a:lnTo>
                    <a:pt x="4127" y="23673"/>
                  </a:lnTo>
                  <a:lnTo>
                    <a:pt x="3709" y="24593"/>
                  </a:lnTo>
                  <a:lnTo>
                    <a:pt x="3290" y="25541"/>
                  </a:lnTo>
                  <a:lnTo>
                    <a:pt x="2900" y="26461"/>
                  </a:lnTo>
                  <a:lnTo>
                    <a:pt x="2537" y="27437"/>
                  </a:lnTo>
                  <a:lnTo>
                    <a:pt x="2203" y="28385"/>
                  </a:lnTo>
                  <a:lnTo>
                    <a:pt x="1896" y="29361"/>
                  </a:lnTo>
                  <a:lnTo>
                    <a:pt x="1589" y="30365"/>
                  </a:lnTo>
                  <a:lnTo>
                    <a:pt x="1311" y="31341"/>
                  </a:lnTo>
                  <a:lnTo>
                    <a:pt x="1087" y="32345"/>
                  </a:lnTo>
                  <a:lnTo>
                    <a:pt x="864" y="33376"/>
                  </a:lnTo>
                  <a:lnTo>
                    <a:pt x="669" y="34408"/>
                  </a:lnTo>
                  <a:lnTo>
                    <a:pt x="502" y="35440"/>
                  </a:lnTo>
                  <a:lnTo>
                    <a:pt x="335" y="36471"/>
                  </a:lnTo>
                  <a:lnTo>
                    <a:pt x="223" y="37531"/>
                  </a:lnTo>
                  <a:lnTo>
                    <a:pt x="139" y="38591"/>
                  </a:lnTo>
                  <a:lnTo>
                    <a:pt x="56" y="39650"/>
                  </a:lnTo>
                  <a:lnTo>
                    <a:pt x="28" y="40710"/>
                  </a:lnTo>
                  <a:lnTo>
                    <a:pt x="0" y="41797"/>
                  </a:lnTo>
                  <a:lnTo>
                    <a:pt x="83595" y="41797"/>
                  </a:lnTo>
                  <a:lnTo>
                    <a:pt x="83595" y="40710"/>
                  </a:lnTo>
                  <a:lnTo>
                    <a:pt x="83539" y="39650"/>
                  </a:lnTo>
                  <a:lnTo>
                    <a:pt x="83483" y="38591"/>
                  </a:lnTo>
                  <a:lnTo>
                    <a:pt x="83372" y="37531"/>
                  </a:lnTo>
                  <a:lnTo>
                    <a:pt x="83260" y="36471"/>
                  </a:lnTo>
                  <a:lnTo>
                    <a:pt x="83121" y="35440"/>
                  </a:lnTo>
                  <a:lnTo>
                    <a:pt x="82953" y="34408"/>
                  </a:lnTo>
                  <a:lnTo>
                    <a:pt x="82758" y="33376"/>
                  </a:lnTo>
                  <a:lnTo>
                    <a:pt x="82535" y="32345"/>
                  </a:lnTo>
                  <a:lnTo>
                    <a:pt x="82284" y="31341"/>
                  </a:lnTo>
                  <a:lnTo>
                    <a:pt x="82005" y="30365"/>
                  </a:lnTo>
                  <a:lnTo>
                    <a:pt x="81727" y="29361"/>
                  </a:lnTo>
                  <a:lnTo>
                    <a:pt x="81392" y="28385"/>
                  </a:lnTo>
                  <a:lnTo>
                    <a:pt x="81057" y="27437"/>
                  </a:lnTo>
                  <a:lnTo>
                    <a:pt x="80695" y="26461"/>
                  </a:lnTo>
                  <a:lnTo>
                    <a:pt x="80304" y="25541"/>
                  </a:lnTo>
                  <a:lnTo>
                    <a:pt x="79914" y="24593"/>
                  </a:lnTo>
                  <a:lnTo>
                    <a:pt x="79468" y="23673"/>
                  </a:lnTo>
                  <a:lnTo>
                    <a:pt x="79022" y="22781"/>
                  </a:lnTo>
                  <a:lnTo>
                    <a:pt x="78548" y="21888"/>
                  </a:lnTo>
                  <a:lnTo>
                    <a:pt x="78046" y="20996"/>
                  </a:lnTo>
                  <a:lnTo>
                    <a:pt x="77544" y="20132"/>
                  </a:lnTo>
                  <a:lnTo>
                    <a:pt x="77014" y="19267"/>
                  </a:lnTo>
                  <a:lnTo>
                    <a:pt x="76457" y="18431"/>
                  </a:lnTo>
                  <a:lnTo>
                    <a:pt x="75899" y="17594"/>
                  </a:lnTo>
                  <a:lnTo>
                    <a:pt x="75285" y="16786"/>
                  </a:lnTo>
                  <a:lnTo>
                    <a:pt x="74672" y="16005"/>
                  </a:lnTo>
                  <a:lnTo>
                    <a:pt x="74059" y="15224"/>
                  </a:lnTo>
                  <a:lnTo>
                    <a:pt x="73417" y="14444"/>
                  </a:lnTo>
                  <a:lnTo>
                    <a:pt x="72748" y="13691"/>
                  </a:lnTo>
                  <a:lnTo>
                    <a:pt x="72051" y="12966"/>
                  </a:lnTo>
                  <a:lnTo>
                    <a:pt x="71354" y="12241"/>
                  </a:lnTo>
                  <a:lnTo>
                    <a:pt x="70629" y="11544"/>
                  </a:lnTo>
                  <a:lnTo>
                    <a:pt x="69904" y="10847"/>
                  </a:lnTo>
                  <a:lnTo>
                    <a:pt x="69151" y="10205"/>
                  </a:lnTo>
                  <a:lnTo>
                    <a:pt x="68398" y="9536"/>
                  </a:lnTo>
                  <a:lnTo>
                    <a:pt x="67617" y="8923"/>
                  </a:lnTo>
                  <a:lnTo>
                    <a:pt x="66809" y="8309"/>
                  </a:lnTo>
                  <a:lnTo>
                    <a:pt x="66000" y="7724"/>
                  </a:lnTo>
                  <a:lnTo>
                    <a:pt x="65164" y="7138"/>
                  </a:lnTo>
                  <a:lnTo>
                    <a:pt x="64327" y="6580"/>
                  </a:lnTo>
                  <a:lnTo>
                    <a:pt x="63463" y="6051"/>
                  </a:lnTo>
                  <a:lnTo>
                    <a:pt x="62598" y="5549"/>
                  </a:lnTo>
                  <a:lnTo>
                    <a:pt x="61734" y="5047"/>
                  </a:lnTo>
                  <a:lnTo>
                    <a:pt x="60842" y="4573"/>
                  </a:lnTo>
                  <a:lnTo>
                    <a:pt x="59922" y="4127"/>
                  </a:lnTo>
                  <a:lnTo>
                    <a:pt x="59001" y="3708"/>
                  </a:lnTo>
                  <a:lnTo>
                    <a:pt x="58081" y="3290"/>
                  </a:lnTo>
                  <a:lnTo>
                    <a:pt x="57133" y="2900"/>
                  </a:lnTo>
                  <a:lnTo>
                    <a:pt x="56185" y="2537"/>
                  </a:lnTo>
                  <a:lnTo>
                    <a:pt x="55209" y="2203"/>
                  </a:lnTo>
                  <a:lnTo>
                    <a:pt x="54233" y="1868"/>
                  </a:lnTo>
                  <a:lnTo>
                    <a:pt x="53257" y="1589"/>
                  </a:lnTo>
                  <a:lnTo>
                    <a:pt x="52254" y="1311"/>
                  </a:lnTo>
                  <a:lnTo>
                    <a:pt x="51250" y="1060"/>
                  </a:lnTo>
                  <a:lnTo>
                    <a:pt x="50218" y="864"/>
                  </a:lnTo>
                  <a:lnTo>
                    <a:pt x="49214" y="669"/>
                  </a:lnTo>
                  <a:lnTo>
                    <a:pt x="48155" y="474"/>
                  </a:lnTo>
                  <a:lnTo>
                    <a:pt x="47123" y="335"/>
                  </a:lnTo>
                  <a:lnTo>
                    <a:pt x="46064" y="223"/>
                  </a:lnTo>
                  <a:lnTo>
                    <a:pt x="45032" y="112"/>
                  </a:lnTo>
                  <a:lnTo>
                    <a:pt x="43944" y="56"/>
                  </a:lnTo>
                  <a:lnTo>
                    <a:pt x="42885" y="28"/>
                  </a:lnTo>
                  <a:lnTo>
                    <a:pt x="41797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713" name="Google Shape;2713;p34"/>
          <p:cNvSpPr/>
          <p:nvPr/>
        </p:nvSpPr>
        <p:spPr>
          <a:xfrm>
            <a:off x="8375975" y="108904"/>
            <a:ext cx="597600" cy="5976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14" name="Google Shape;2714;p34"/>
          <p:cNvSpPr/>
          <p:nvPr/>
        </p:nvSpPr>
        <p:spPr>
          <a:xfrm rot="5400000">
            <a:off x="8375975" y="714006"/>
            <a:ext cx="597600" cy="597600"/>
          </a:xfrm>
          <a:prstGeom prst="rtTriangle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15" name="Google Shape;2715;p34"/>
          <p:cNvSpPr/>
          <p:nvPr/>
        </p:nvSpPr>
        <p:spPr>
          <a:xfrm flipH="1">
            <a:off x="8085888" y="4081828"/>
            <a:ext cx="1058100" cy="1058100"/>
          </a:xfrm>
          <a:prstGeom prst="rtTriangle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16" name="Google Shape;2716;p34"/>
          <p:cNvSpPr/>
          <p:nvPr/>
        </p:nvSpPr>
        <p:spPr>
          <a:xfrm>
            <a:off x="8019945" y="4215465"/>
            <a:ext cx="790800" cy="790800"/>
          </a:xfrm>
          <a:prstGeom prst="ellipse">
            <a:avLst/>
          </a:prstGeom>
          <a:solidFill>
            <a:schemeClr val="dk2"/>
          </a:solidFill>
          <a:ln cap="flat" cmpd="sng" w="11430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ackground 2">
  <p:cSld name="TITLE_1">
    <p:spTree>
      <p:nvGrpSpPr>
        <p:cNvPr id="2717" name="Shape 27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18" name="Google Shape;2718;p35"/>
          <p:cNvSpPr/>
          <p:nvPr/>
        </p:nvSpPr>
        <p:spPr>
          <a:xfrm flipH="1">
            <a:off x="125" y="0"/>
            <a:ext cx="18405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19" name="Google Shape;2719;p35"/>
          <p:cNvSpPr/>
          <p:nvPr/>
        </p:nvSpPr>
        <p:spPr>
          <a:xfrm flipH="1">
            <a:off x="7316647" y="0"/>
            <a:ext cx="18405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2720" name="Google Shape;2720;p35"/>
          <p:cNvGrpSpPr/>
          <p:nvPr/>
        </p:nvGrpSpPr>
        <p:grpSpPr>
          <a:xfrm>
            <a:off x="7747680" y="163941"/>
            <a:ext cx="1209708" cy="1147945"/>
            <a:chOff x="5235125" y="2636100"/>
            <a:chExt cx="796175" cy="755525"/>
          </a:xfrm>
        </p:grpSpPr>
        <p:sp>
          <p:nvSpPr>
            <p:cNvPr id="2721" name="Google Shape;2721;p35"/>
            <p:cNvSpPr/>
            <p:nvPr/>
          </p:nvSpPr>
          <p:spPr>
            <a:xfrm>
              <a:off x="5779275" y="2943825"/>
              <a:ext cx="35175" cy="33150"/>
            </a:xfrm>
            <a:custGeom>
              <a:rect b="b" l="l" r="r" t="t"/>
              <a:pathLst>
                <a:path extrusionOk="0" h="1326" w="1407">
                  <a:moveTo>
                    <a:pt x="724" y="1"/>
                  </a:moveTo>
                  <a:lnTo>
                    <a:pt x="1" y="683"/>
                  </a:lnTo>
                  <a:lnTo>
                    <a:pt x="21" y="724"/>
                  </a:lnTo>
                  <a:lnTo>
                    <a:pt x="61" y="744"/>
                  </a:lnTo>
                  <a:lnTo>
                    <a:pt x="181" y="784"/>
                  </a:lnTo>
                  <a:lnTo>
                    <a:pt x="322" y="824"/>
                  </a:lnTo>
                  <a:lnTo>
                    <a:pt x="382" y="864"/>
                  </a:lnTo>
                  <a:lnTo>
                    <a:pt x="422" y="884"/>
                  </a:lnTo>
                  <a:lnTo>
                    <a:pt x="503" y="1005"/>
                  </a:lnTo>
                  <a:lnTo>
                    <a:pt x="583" y="1105"/>
                  </a:lnTo>
                  <a:lnTo>
                    <a:pt x="704" y="1326"/>
                  </a:lnTo>
                  <a:lnTo>
                    <a:pt x="1406" y="623"/>
                  </a:lnTo>
                  <a:lnTo>
                    <a:pt x="724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22" name="Google Shape;2722;p35"/>
            <p:cNvSpPr/>
            <p:nvPr/>
          </p:nvSpPr>
          <p:spPr>
            <a:xfrm>
              <a:off x="5885700" y="3044725"/>
              <a:ext cx="37175" cy="34675"/>
            </a:xfrm>
            <a:custGeom>
              <a:rect b="b" l="l" r="r" t="t"/>
              <a:pathLst>
                <a:path extrusionOk="0" h="1387" w="1487">
                  <a:moveTo>
                    <a:pt x="764" y="1"/>
                  </a:moveTo>
                  <a:lnTo>
                    <a:pt x="663" y="222"/>
                  </a:lnTo>
                  <a:lnTo>
                    <a:pt x="603" y="322"/>
                  </a:lnTo>
                  <a:lnTo>
                    <a:pt x="543" y="402"/>
                  </a:lnTo>
                  <a:lnTo>
                    <a:pt x="422" y="483"/>
                  </a:lnTo>
                  <a:lnTo>
                    <a:pt x="302" y="543"/>
                  </a:lnTo>
                  <a:lnTo>
                    <a:pt x="1" y="703"/>
                  </a:lnTo>
                  <a:lnTo>
                    <a:pt x="262" y="824"/>
                  </a:lnTo>
                  <a:lnTo>
                    <a:pt x="483" y="985"/>
                  </a:lnTo>
                  <a:lnTo>
                    <a:pt x="583" y="1065"/>
                  </a:lnTo>
                  <a:lnTo>
                    <a:pt x="643" y="1165"/>
                  </a:lnTo>
                  <a:lnTo>
                    <a:pt x="723" y="1266"/>
                  </a:lnTo>
                  <a:lnTo>
                    <a:pt x="764" y="1386"/>
                  </a:lnTo>
                  <a:lnTo>
                    <a:pt x="1486" y="703"/>
                  </a:lnTo>
                  <a:lnTo>
                    <a:pt x="764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23" name="Google Shape;2723;p35"/>
            <p:cNvSpPr/>
            <p:nvPr/>
          </p:nvSpPr>
          <p:spPr>
            <a:xfrm>
              <a:off x="5562925" y="2636100"/>
              <a:ext cx="35675" cy="33175"/>
            </a:xfrm>
            <a:custGeom>
              <a:rect b="b" l="l" r="r" t="t"/>
              <a:pathLst>
                <a:path extrusionOk="0" h="1327" w="1427">
                  <a:moveTo>
                    <a:pt x="723" y="1"/>
                  </a:moveTo>
                  <a:lnTo>
                    <a:pt x="1" y="684"/>
                  </a:lnTo>
                  <a:lnTo>
                    <a:pt x="221" y="784"/>
                  </a:lnTo>
                  <a:lnTo>
                    <a:pt x="322" y="824"/>
                  </a:lnTo>
                  <a:lnTo>
                    <a:pt x="422" y="884"/>
                  </a:lnTo>
                  <a:lnTo>
                    <a:pt x="502" y="1005"/>
                  </a:lnTo>
                  <a:lnTo>
                    <a:pt x="583" y="1105"/>
                  </a:lnTo>
                  <a:lnTo>
                    <a:pt x="723" y="1326"/>
                  </a:lnTo>
                  <a:lnTo>
                    <a:pt x="1426" y="643"/>
                  </a:lnTo>
                  <a:lnTo>
                    <a:pt x="723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24" name="Google Shape;2724;p35"/>
            <p:cNvSpPr/>
            <p:nvPr/>
          </p:nvSpPr>
          <p:spPr>
            <a:xfrm>
              <a:off x="5672850" y="2636100"/>
              <a:ext cx="33175" cy="32175"/>
            </a:xfrm>
            <a:custGeom>
              <a:rect b="b" l="l" r="r" t="t"/>
              <a:pathLst>
                <a:path extrusionOk="0" h="1287" w="1327">
                  <a:moveTo>
                    <a:pt x="664" y="1"/>
                  </a:moveTo>
                  <a:lnTo>
                    <a:pt x="1" y="664"/>
                  </a:lnTo>
                  <a:lnTo>
                    <a:pt x="664" y="1286"/>
                  </a:lnTo>
                  <a:lnTo>
                    <a:pt x="1326" y="623"/>
                  </a:lnTo>
                  <a:lnTo>
                    <a:pt x="664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25" name="Google Shape;2725;p35"/>
            <p:cNvSpPr/>
            <p:nvPr/>
          </p:nvSpPr>
          <p:spPr>
            <a:xfrm>
              <a:off x="5886700" y="3351450"/>
              <a:ext cx="37675" cy="36675"/>
            </a:xfrm>
            <a:custGeom>
              <a:rect b="b" l="l" r="r" t="t"/>
              <a:pathLst>
                <a:path extrusionOk="0" h="1467" w="1507">
                  <a:moveTo>
                    <a:pt x="683" y="0"/>
                  </a:moveTo>
                  <a:lnTo>
                    <a:pt x="663" y="161"/>
                  </a:lnTo>
                  <a:lnTo>
                    <a:pt x="603" y="281"/>
                  </a:lnTo>
                  <a:lnTo>
                    <a:pt x="523" y="362"/>
                  </a:lnTo>
                  <a:lnTo>
                    <a:pt x="422" y="442"/>
                  </a:lnTo>
                  <a:lnTo>
                    <a:pt x="202" y="583"/>
                  </a:lnTo>
                  <a:lnTo>
                    <a:pt x="81" y="663"/>
                  </a:lnTo>
                  <a:lnTo>
                    <a:pt x="1" y="743"/>
                  </a:lnTo>
                  <a:lnTo>
                    <a:pt x="222" y="884"/>
                  </a:lnTo>
                  <a:lnTo>
                    <a:pt x="443" y="1004"/>
                  </a:lnTo>
                  <a:lnTo>
                    <a:pt x="523" y="1105"/>
                  </a:lnTo>
                  <a:lnTo>
                    <a:pt x="603" y="1205"/>
                  </a:lnTo>
                  <a:lnTo>
                    <a:pt x="663" y="1326"/>
                  </a:lnTo>
                  <a:lnTo>
                    <a:pt x="683" y="1466"/>
                  </a:lnTo>
                  <a:lnTo>
                    <a:pt x="764" y="1446"/>
                  </a:lnTo>
                  <a:lnTo>
                    <a:pt x="824" y="1406"/>
                  </a:lnTo>
                  <a:lnTo>
                    <a:pt x="864" y="1346"/>
                  </a:lnTo>
                  <a:lnTo>
                    <a:pt x="904" y="1285"/>
                  </a:lnTo>
                  <a:lnTo>
                    <a:pt x="965" y="1145"/>
                  </a:lnTo>
                  <a:lnTo>
                    <a:pt x="985" y="1085"/>
                  </a:lnTo>
                  <a:lnTo>
                    <a:pt x="1025" y="1044"/>
                  </a:lnTo>
                  <a:lnTo>
                    <a:pt x="1145" y="964"/>
                  </a:lnTo>
                  <a:lnTo>
                    <a:pt x="1266" y="884"/>
                  </a:lnTo>
                  <a:lnTo>
                    <a:pt x="1507" y="743"/>
                  </a:lnTo>
                  <a:lnTo>
                    <a:pt x="68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26" name="Google Shape;2726;p35"/>
            <p:cNvSpPr/>
            <p:nvPr/>
          </p:nvSpPr>
          <p:spPr>
            <a:xfrm>
              <a:off x="5563925" y="2738525"/>
              <a:ext cx="35675" cy="34150"/>
            </a:xfrm>
            <a:custGeom>
              <a:rect b="b" l="l" r="r" t="t"/>
              <a:pathLst>
                <a:path extrusionOk="0" h="1366" w="1427">
                  <a:moveTo>
                    <a:pt x="703" y="0"/>
                  </a:moveTo>
                  <a:lnTo>
                    <a:pt x="1" y="643"/>
                  </a:lnTo>
                  <a:lnTo>
                    <a:pt x="744" y="1366"/>
                  </a:lnTo>
                  <a:lnTo>
                    <a:pt x="784" y="1225"/>
                  </a:lnTo>
                  <a:lnTo>
                    <a:pt x="844" y="1125"/>
                  </a:lnTo>
                  <a:lnTo>
                    <a:pt x="924" y="1024"/>
                  </a:lnTo>
                  <a:lnTo>
                    <a:pt x="1005" y="944"/>
                  </a:lnTo>
                  <a:lnTo>
                    <a:pt x="1105" y="864"/>
                  </a:lnTo>
                  <a:lnTo>
                    <a:pt x="1205" y="803"/>
                  </a:lnTo>
                  <a:lnTo>
                    <a:pt x="1426" y="683"/>
                  </a:lnTo>
                  <a:lnTo>
                    <a:pt x="1346" y="582"/>
                  </a:lnTo>
                  <a:lnTo>
                    <a:pt x="1266" y="522"/>
                  </a:lnTo>
                  <a:lnTo>
                    <a:pt x="1045" y="402"/>
                  </a:lnTo>
                  <a:lnTo>
                    <a:pt x="964" y="342"/>
                  </a:lnTo>
                  <a:lnTo>
                    <a:pt x="884" y="281"/>
                  </a:lnTo>
                  <a:lnTo>
                    <a:pt x="824" y="181"/>
                  </a:lnTo>
                  <a:lnTo>
                    <a:pt x="804" y="40"/>
                  </a:lnTo>
                  <a:lnTo>
                    <a:pt x="784" y="20"/>
                  </a:lnTo>
                  <a:lnTo>
                    <a:pt x="744" y="20"/>
                  </a:lnTo>
                  <a:lnTo>
                    <a:pt x="70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27" name="Google Shape;2727;p35"/>
            <p:cNvSpPr/>
            <p:nvPr/>
          </p:nvSpPr>
          <p:spPr>
            <a:xfrm>
              <a:off x="5671350" y="2738025"/>
              <a:ext cx="35675" cy="35650"/>
            </a:xfrm>
            <a:custGeom>
              <a:rect b="b" l="l" r="r" t="t"/>
              <a:pathLst>
                <a:path extrusionOk="0" h="1426" w="1427">
                  <a:moveTo>
                    <a:pt x="724" y="0"/>
                  </a:moveTo>
                  <a:lnTo>
                    <a:pt x="1" y="703"/>
                  </a:lnTo>
                  <a:lnTo>
                    <a:pt x="121" y="743"/>
                  </a:lnTo>
                  <a:lnTo>
                    <a:pt x="242" y="823"/>
                  </a:lnTo>
                  <a:lnTo>
                    <a:pt x="342" y="884"/>
                  </a:lnTo>
                  <a:lnTo>
                    <a:pt x="422" y="984"/>
                  </a:lnTo>
                  <a:lnTo>
                    <a:pt x="603" y="1185"/>
                  </a:lnTo>
                  <a:lnTo>
                    <a:pt x="744" y="1426"/>
                  </a:lnTo>
                  <a:lnTo>
                    <a:pt x="844" y="1165"/>
                  </a:lnTo>
                  <a:lnTo>
                    <a:pt x="904" y="1064"/>
                  </a:lnTo>
                  <a:lnTo>
                    <a:pt x="964" y="984"/>
                  </a:lnTo>
                  <a:lnTo>
                    <a:pt x="1065" y="904"/>
                  </a:lnTo>
                  <a:lnTo>
                    <a:pt x="1185" y="823"/>
                  </a:lnTo>
                  <a:lnTo>
                    <a:pt x="1426" y="683"/>
                  </a:lnTo>
                  <a:lnTo>
                    <a:pt x="724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28" name="Google Shape;2728;p35"/>
            <p:cNvSpPr/>
            <p:nvPr/>
          </p:nvSpPr>
          <p:spPr>
            <a:xfrm>
              <a:off x="5780775" y="2738525"/>
              <a:ext cx="33675" cy="31150"/>
            </a:xfrm>
            <a:custGeom>
              <a:rect b="b" l="l" r="r" t="t"/>
              <a:pathLst>
                <a:path extrusionOk="0" h="1246" w="1347">
                  <a:moveTo>
                    <a:pt x="664" y="0"/>
                  </a:moveTo>
                  <a:lnTo>
                    <a:pt x="1" y="663"/>
                  </a:lnTo>
                  <a:lnTo>
                    <a:pt x="664" y="1245"/>
                  </a:lnTo>
                  <a:lnTo>
                    <a:pt x="1346" y="663"/>
                  </a:lnTo>
                  <a:lnTo>
                    <a:pt x="664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29" name="Google Shape;2729;p35"/>
            <p:cNvSpPr/>
            <p:nvPr/>
          </p:nvSpPr>
          <p:spPr>
            <a:xfrm>
              <a:off x="5777775" y="3352450"/>
              <a:ext cx="38175" cy="34150"/>
            </a:xfrm>
            <a:custGeom>
              <a:rect b="b" l="l" r="r" t="t"/>
              <a:pathLst>
                <a:path extrusionOk="0" h="1366" w="1527">
                  <a:moveTo>
                    <a:pt x="703" y="0"/>
                  </a:moveTo>
                  <a:lnTo>
                    <a:pt x="663" y="121"/>
                  </a:lnTo>
                  <a:lnTo>
                    <a:pt x="623" y="221"/>
                  </a:lnTo>
                  <a:lnTo>
                    <a:pt x="563" y="322"/>
                  </a:lnTo>
                  <a:lnTo>
                    <a:pt x="462" y="402"/>
                  </a:lnTo>
                  <a:lnTo>
                    <a:pt x="382" y="462"/>
                  </a:lnTo>
                  <a:lnTo>
                    <a:pt x="262" y="522"/>
                  </a:lnTo>
                  <a:lnTo>
                    <a:pt x="1" y="623"/>
                  </a:lnTo>
                  <a:lnTo>
                    <a:pt x="41" y="683"/>
                  </a:lnTo>
                  <a:lnTo>
                    <a:pt x="61" y="723"/>
                  </a:lnTo>
                  <a:lnTo>
                    <a:pt x="161" y="804"/>
                  </a:lnTo>
                  <a:lnTo>
                    <a:pt x="282" y="884"/>
                  </a:lnTo>
                  <a:lnTo>
                    <a:pt x="402" y="924"/>
                  </a:lnTo>
                  <a:lnTo>
                    <a:pt x="523" y="1004"/>
                  </a:lnTo>
                  <a:lnTo>
                    <a:pt x="623" y="1085"/>
                  </a:lnTo>
                  <a:lnTo>
                    <a:pt x="643" y="1125"/>
                  </a:lnTo>
                  <a:lnTo>
                    <a:pt x="683" y="1185"/>
                  </a:lnTo>
                  <a:lnTo>
                    <a:pt x="683" y="1265"/>
                  </a:lnTo>
                  <a:lnTo>
                    <a:pt x="683" y="1346"/>
                  </a:lnTo>
                  <a:lnTo>
                    <a:pt x="743" y="1366"/>
                  </a:lnTo>
                  <a:lnTo>
                    <a:pt x="784" y="1366"/>
                  </a:lnTo>
                  <a:lnTo>
                    <a:pt x="1527" y="663"/>
                  </a:lnTo>
                  <a:lnTo>
                    <a:pt x="1426" y="583"/>
                  </a:lnTo>
                  <a:lnTo>
                    <a:pt x="1326" y="543"/>
                  </a:lnTo>
                  <a:lnTo>
                    <a:pt x="1145" y="422"/>
                  </a:lnTo>
                  <a:lnTo>
                    <a:pt x="1045" y="362"/>
                  </a:lnTo>
                  <a:lnTo>
                    <a:pt x="984" y="261"/>
                  </a:lnTo>
                  <a:lnTo>
                    <a:pt x="924" y="161"/>
                  </a:lnTo>
                  <a:lnTo>
                    <a:pt x="904" y="41"/>
                  </a:lnTo>
                  <a:lnTo>
                    <a:pt x="864" y="21"/>
                  </a:lnTo>
                  <a:lnTo>
                    <a:pt x="824" y="21"/>
                  </a:lnTo>
                  <a:lnTo>
                    <a:pt x="70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30" name="Google Shape;2730;p35"/>
            <p:cNvSpPr/>
            <p:nvPr/>
          </p:nvSpPr>
          <p:spPr>
            <a:xfrm>
              <a:off x="5669350" y="3350450"/>
              <a:ext cx="40175" cy="39175"/>
            </a:xfrm>
            <a:custGeom>
              <a:rect b="b" l="l" r="r" t="t"/>
              <a:pathLst>
                <a:path extrusionOk="0" h="1567" w="1607">
                  <a:moveTo>
                    <a:pt x="864" y="0"/>
                  </a:moveTo>
                  <a:lnTo>
                    <a:pt x="783" y="20"/>
                  </a:lnTo>
                  <a:lnTo>
                    <a:pt x="723" y="60"/>
                  </a:lnTo>
                  <a:lnTo>
                    <a:pt x="683" y="121"/>
                  </a:lnTo>
                  <a:lnTo>
                    <a:pt x="663" y="181"/>
                  </a:lnTo>
                  <a:lnTo>
                    <a:pt x="623" y="321"/>
                  </a:lnTo>
                  <a:lnTo>
                    <a:pt x="583" y="382"/>
                  </a:lnTo>
                  <a:lnTo>
                    <a:pt x="542" y="422"/>
                  </a:lnTo>
                  <a:lnTo>
                    <a:pt x="422" y="522"/>
                  </a:lnTo>
                  <a:lnTo>
                    <a:pt x="281" y="602"/>
                  </a:lnTo>
                  <a:lnTo>
                    <a:pt x="0" y="763"/>
                  </a:lnTo>
                  <a:lnTo>
                    <a:pt x="201" y="763"/>
                  </a:lnTo>
                  <a:lnTo>
                    <a:pt x="281" y="803"/>
                  </a:lnTo>
                  <a:lnTo>
                    <a:pt x="362" y="823"/>
                  </a:lnTo>
                  <a:lnTo>
                    <a:pt x="402" y="884"/>
                  </a:lnTo>
                  <a:lnTo>
                    <a:pt x="462" y="944"/>
                  </a:lnTo>
                  <a:lnTo>
                    <a:pt x="542" y="1064"/>
                  </a:lnTo>
                  <a:lnTo>
                    <a:pt x="603" y="1225"/>
                  </a:lnTo>
                  <a:lnTo>
                    <a:pt x="703" y="1366"/>
                  </a:lnTo>
                  <a:lnTo>
                    <a:pt x="743" y="1426"/>
                  </a:lnTo>
                  <a:lnTo>
                    <a:pt x="804" y="1486"/>
                  </a:lnTo>
                  <a:lnTo>
                    <a:pt x="884" y="1526"/>
                  </a:lnTo>
                  <a:lnTo>
                    <a:pt x="964" y="1566"/>
                  </a:lnTo>
                  <a:lnTo>
                    <a:pt x="924" y="1466"/>
                  </a:lnTo>
                  <a:lnTo>
                    <a:pt x="924" y="1366"/>
                  </a:lnTo>
                  <a:lnTo>
                    <a:pt x="924" y="1285"/>
                  </a:lnTo>
                  <a:lnTo>
                    <a:pt x="944" y="1225"/>
                  </a:lnTo>
                  <a:lnTo>
                    <a:pt x="964" y="1165"/>
                  </a:lnTo>
                  <a:lnTo>
                    <a:pt x="1024" y="1104"/>
                  </a:lnTo>
                  <a:lnTo>
                    <a:pt x="1125" y="1024"/>
                  </a:lnTo>
                  <a:lnTo>
                    <a:pt x="1265" y="964"/>
                  </a:lnTo>
                  <a:lnTo>
                    <a:pt x="1406" y="884"/>
                  </a:lnTo>
                  <a:lnTo>
                    <a:pt x="1526" y="783"/>
                  </a:lnTo>
                  <a:lnTo>
                    <a:pt x="1567" y="723"/>
                  </a:lnTo>
                  <a:lnTo>
                    <a:pt x="1607" y="643"/>
                  </a:lnTo>
                  <a:lnTo>
                    <a:pt x="1446" y="643"/>
                  </a:lnTo>
                  <a:lnTo>
                    <a:pt x="1306" y="623"/>
                  </a:lnTo>
                  <a:lnTo>
                    <a:pt x="1205" y="562"/>
                  </a:lnTo>
                  <a:lnTo>
                    <a:pt x="1105" y="482"/>
                  </a:lnTo>
                  <a:lnTo>
                    <a:pt x="1024" y="382"/>
                  </a:lnTo>
                  <a:lnTo>
                    <a:pt x="964" y="261"/>
                  </a:lnTo>
                  <a:lnTo>
                    <a:pt x="864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31" name="Google Shape;2731;p35"/>
            <p:cNvSpPr/>
            <p:nvPr/>
          </p:nvSpPr>
          <p:spPr>
            <a:xfrm>
              <a:off x="5562425" y="3350950"/>
              <a:ext cx="41700" cy="38175"/>
            </a:xfrm>
            <a:custGeom>
              <a:rect b="b" l="l" r="r" t="t"/>
              <a:pathLst>
                <a:path extrusionOk="0" h="1527" w="1668">
                  <a:moveTo>
                    <a:pt x="683" y="0"/>
                  </a:moveTo>
                  <a:lnTo>
                    <a:pt x="543" y="281"/>
                  </a:lnTo>
                  <a:lnTo>
                    <a:pt x="462" y="402"/>
                  </a:lnTo>
                  <a:lnTo>
                    <a:pt x="382" y="502"/>
                  </a:lnTo>
                  <a:lnTo>
                    <a:pt x="322" y="542"/>
                  </a:lnTo>
                  <a:lnTo>
                    <a:pt x="261" y="562"/>
                  </a:lnTo>
                  <a:lnTo>
                    <a:pt x="141" y="582"/>
                  </a:lnTo>
                  <a:lnTo>
                    <a:pt x="81" y="603"/>
                  </a:lnTo>
                  <a:lnTo>
                    <a:pt x="21" y="623"/>
                  </a:lnTo>
                  <a:lnTo>
                    <a:pt x="0" y="663"/>
                  </a:lnTo>
                  <a:lnTo>
                    <a:pt x="0" y="703"/>
                  </a:lnTo>
                  <a:lnTo>
                    <a:pt x="844" y="1526"/>
                  </a:lnTo>
                  <a:lnTo>
                    <a:pt x="884" y="1366"/>
                  </a:lnTo>
                  <a:lnTo>
                    <a:pt x="924" y="1245"/>
                  </a:lnTo>
                  <a:lnTo>
                    <a:pt x="1004" y="1145"/>
                  </a:lnTo>
                  <a:lnTo>
                    <a:pt x="1105" y="1044"/>
                  </a:lnTo>
                  <a:lnTo>
                    <a:pt x="1225" y="964"/>
                  </a:lnTo>
                  <a:lnTo>
                    <a:pt x="1346" y="884"/>
                  </a:lnTo>
                  <a:lnTo>
                    <a:pt x="1667" y="743"/>
                  </a:lnTo>
                  <a:lnTo>
                    <a:pt x="1265" y="562"/>
                  </a:lnTo>
                  <a:lnTo>
                    <a:pt x="1125" y="482"/>
                  </a:lnTo>
                  <a:lnTo>
                    <a:pt x="1004" y="402"/>
                  </a:lnTo>
                  <a:lnTo>
                    <a:pt x="964" y="362"/>
                  </a:lnTo>
                  <a:lnTo>
                    <a:pt x="944" y="301"/>
                  </a:lnTo>
                  <a:lnTo>
                    <a:pt x="904" y="161"/>
                  </a:lnTo>
                  <a:lnTo>
                    <a:pt x="884" y="101"/>
                  </a:lnTo>
                  <a:lnTo>
                    <a:pt x="844" y="40"/>
                  </a:lnTo>
                  <a:lnTo>
                    <a:pt x="784" y="20"/>
                  </a:lnTo>
                  <a:lnTo>
                    <a:pt x="68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32" name="Google Shape;2732;p35"/>
            <p:cNvSpPr/>
            <p:nvPr/>
          </p:nvSpPr>
          <p:spPr>
            <a:xfrm>
              <a:off x="5455500" y="3351450"/>
              <a:ext cx="41700" cy="38175"/>
            </a:xfrm>
            <a:custGeom>
              <a:rect b="b" l="l" r="r" t="t"/>
              <a:pathLst>
                <a:path extrusionOk="0" h="1527" w="1668">
                  <a:moveTo>
                    <a:pt x="743" y="0"/>
                  </a:moveTo>
                  <a:lnTo>
                    <a:pt x="0" y="723"/>
                  </a:lnTo>
                  <a:lnTo>
                    <a:pt x="784" y="1526"/>
                  </a:lnTo>
                  <a:lnTo>
                    <a:pt x="824" y="1386"/>
                  </a:lnTo>
                  <a:lnTo>
                    <a:pt x="884" y="1245"/>
                  </a:lnTo>
                  <a:lnTo>
                    <a:pt x="964" y="1125"/>
                  </a:lnTo>
                  <a:lnTo>
                    <a:pt x="1065" y="1044"/>
                  </a:lnTo>
                  <a:lnTo>
                    <a:pt x="1185" y="964"/>
                  </a:lnTo>
                  <a:lnTo>
                    <a:pt x="1326" y="884"/>
                  </a:lnTo>
                  <a:lnTo>
                    <a:pt x="1667" y="743"/>
                  </a:lnTo>
                  <a:lnTo>
                    <a:pt x="1266" y="583"/>
                  </a:lnTo>
                  <a:lnTo>
                    <a:pt x="1125" y="502"/>
                  </a:lnTo>
                  <a:lnTo>
                    <a:pt x="1025" y="442"/>
                  </a:lnTo>
                  <a:lnTo>
                    <a:pt x="944" y="342"/>
                  </a:lnTo>
                  <a:lnTo>
                    <a:pt x="864" y="221"/>
                  </a:lnTo>
                  <a:lnTo>
                    <a:pt x="74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33" name="Google Shape;2733;p35"/>
            <p:cNvSpPr/>
            <p:nvPr/>
          </p:nvSpPr>
          <p:spPr>
            <a:xfrm>
              <a:off x="5887700" y="3250550"/>
              <a:ext cx="36675" cy="34150"/>
            </a:xfrm>
            <a:custGeom>
              <a:rect b="b" l="l" r="r" t="t"/>
              <a:pathLst>
                <a:path extrusionOk="0" h="1366" w="1467">
                  <a:moveTo>
                    <a:pt x="724" y="0"/>
                  </a:moveTo>
                  <a:lnTo>
                    <a:pt x="1" y="663"/>
                  </a:lnTo>
                  <a:lnTo>
                    <a:pt x="744" y="1366"/>
                  </a:lnTo>
                  <a:lnTo>
                    <a:pt x="864" y="1145"/>
                  </a:lnTo>
                  <a:lnTo>
                    <a:pt x="1025" y="964"/>
                  </a:lnTo>
                  <a:lnTo>
                    <a:pt x="1125" y="884"/>
                  </a:lnTo>
                  <a:lnTo>
                    <a:pt x="1226" y="803"/>
                  </a:lnTo>
                  <a:lnTo>
                    <a:pt x="1346" y="743"/>
                  </a:lnTo>
                  <a:lnTo>
                    <a:pt x="1467" y="703"/>
                  </a:lnTo>
                  <a:lnTo>
                    <a:pt x="1386" y="603"/>
                  </a:lnTo>
                  <a:lnTo>
                    <a:pt x="1286" y="542"/>
                  </a:lnTo>
                  <a:lnTo>
                    <a:pt x="1085" y="422"/>
                  </a:lnTo>
                  <a:lnTo>
                    <a:pt x="985" y="342"/>
                  </a:lnTo>
                  <a:lnTo>
                    <a:pt x="904" y="261"/>
                  </a:lnTo>
                  <a:lnTo>
                    <a:pt x="864" y="161"/>
                  </a:lnTo>
                  <a:lnTo>
                    <a:pt x="824" y="40"/>
                  </a:lnTo>
                  <a:lnTo>
                    <a:pt x="804" y="20"/>
                  </a:lnTo>
                  <a:lnTo>
                    <a:pt x="764" y="20"/>
                  </a:lnTo>
                  <a:lnTo>
                    <a:pt x="724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34" name="Google Shape;2734;p35"/>
            <p:cNvSpPr/>
            <p:nvPr/>
          </p:nvSpPr>
          <p:spPr>
            <a:xfrm>
              <a:off x="5558900" y="2837900"/>
              <a:ext cx="42200" cy="36675"/>
            </a:xfrm>
            <a:custGeom>
              <a:rect b="b" l="l" r="r" t="t"/>
              <a:pathLst>
                <a:path extrusionOk="0" h="1467" w="1688">
                  <a:moveTo>
                    <a:pt x="864" y="1"/>
                  </a:moveTo>
                  <a:lnTo>
                    <a:pt x="764" y="262"/>
                  </a:lnTo>
                  <a:lnTo>
                    <a:pt x="704" y="362"/>
                  </a:lnTo>
                  <a:lnTo>
                    <a:pt x="643" y="463"/>
                  </a:lnTo>
                  <a:lnTo>
                    <a:pt x="523" y="543"/>
                  </a:lnTo>
                  <a:lnTo>
                    <a:pt x="382" y="623"/>
                  </a:lnTo>
                  <a:lnTo>
                    <a:pt x="1" y="844"/>
                  </a:lnTo>
                  <a:lnTo>
                    <a:pt x="162" y="864"/>
                  </a:lnTo>
                  <a:lnTo>
                    <a:pt x="302" y="904"/>
                  </a:lnTo>
                  <a:lnTo>
                    <a:pt x="423" y="965"/>
                  </a:lnTo>
                  <a:lnTo>
                    <a:pt x="543" y="1025"/>
                  </a:lnTo>
                  <a:lnTo>
                    <a:pt x="623" y="1085"/>
                  </a:lnTo>
                  <a:lnTo>
                    <a:pt x="704" y="1186"/>
                  </a:lnTo>
                  <a:lnTo>
                    <a:pt x="744" y="1286"/>
                  </a:lnTo>
                  <a:lnTo>
                    <a:pt x="784" y="1406"/>
                  </a:lnTo>
                  <a:lnTo>
                    <a:pt x="804" y="1427"/>
                  </a:lnTo>
                  <a:lnTo>
                    <a:pt x="864" y="1447"/>
                  </a:lnTo>
                  <a:lnTo>
                    <a:pt x="985" y="1467"/>
                  </a:lnTo>
                  <a:lnTo>
                    <a:pt x="1045" y="1286"/>
                  </a:lnTo>
                  <a:lnTo>
                    <a:pt x="1065" y="1206"/>
                  </a:lnTo>
                  <a:lnTo>
                    <a:pt x="1105" y="1145"/>
                  </a:lnTo>
                  <a:lnTo>
                    <a:pt x="1246" y="1045"/>
                  </a:lnTo>
                  <a:lnTo>
                    <a:pt x="1386" y="945"/>
                  </a:lnTo>
                  <a:lnTo>
                    <a:pt x="1688" y="744"/>
                  </a:lnTo>
                  <a:lnTo>
                    <a:pt x="1547" y="684"/>
                  </a:lnTo>
                  <a:lnTo>
                    <a:pt x="1427" y="623"/>
                  </a:lnTo>
                  <a:lnTo>
                    <a:pt x="1306" y="543"/>
                  </a:lnTo>
                  <a:lnTo>
                    <a:pt x="1206" y="463"/>
                  </a:lnTo>
                  <a:lnTo>
                    <a:pt x="1105" y="362"/>
                  </a:lnTo>
                  <a:lnTo>
                    <a:pt x="1025" y="262"/>
                  </a:lnTo>
                  <a:lnTo>
                    <a:pt x="864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35" name="Google Shape;2735;p35"/>
            <p:cNvSpPr/>
            <p:nvPr/>
          </p:nvSpPr>
          <p:spPr>
            <a:xfrm>
              <a:off x="5672350" y="2840925"/>
              <a:ext cx="35175" cy="33150"/>
            </a:xfrm>
            <a:custGeom>
              <a:rect b="b" l="l" r="r" t="t"/>
              <a:pathLst>
                <a:path extrusionOk="0" h="1326" w="1407">
                  <a:moveTo>
                    <a:pt x="684" y="0"/>
                  </a:moveTo>
                  <a:lnTo>
                    <a:pt x="1" y="663"/>
                  </a:lnTo>
                  <a:lnTo>
                    <a:pt x="724" y="1326"/>
                  </a:lnTo>
                  <a:lnTo>
                    <a:pt x="764" y="1225"/>
                  </a:lnTo>
                  <a:lnTo>
                    <a:pt x="824" y="1105"/>
                  </a:lnTo>
                  <a:lnTo>
                    <a:pt x="904" y="1024"/>
                  </a:lnTo>
                  <a:lnTo>
                    <a:pt x="985" y="944"/>
                  </a:lnTo>
                  <a:lnTo>
                    <a:pt x="1186" y="804"/>
                  </a:lnTo>
                  <a:lnTo>
                    <a:pt x="1406" y="683"/>
                  </a:lnTo>
                  <a:lnTo>
                    <a:pt x="1326" y="583"/>
                  </a:lnTo>
                  <a:lnTo>
                    <a:pt x="1246" y="522"/>
                  </a:lnTo>
                  <a:lnTo>
                    <a:pt x="1045" y="402"/>
                  </a:lnTo>
                  <a:lnTo>
                    <a:pt x="945" y="342"/>
                  </a:lnTo>
                  <a:lnTo>
                    <a:pt x="864" y="261"/>
                  </a:lnTo>
                  <a:lnTo>
                    <a:pt x="804" y="161"/>
                  </a:lnTo>
                  <a:lnTo>
                    <a:pt x="784" y="41"/>
                  </a:lnTo>
                  <a:lnTo>
                    <a:pt x="764" y="20"/>
                  </a:lnTo>
                  <a:lnTo>
                    <a:pt x="724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36" name="Google Shape;2736;p35"/>
            <p:cNvSpPr/>
            <p:nvPr/>
          </p:nvSpPr>
          <p:spPr>
            <a:xfrm>
              <a:off x="5780775" y="2841425"/>
              <a:ext cx="33675" cy="31650"/>
            </a:xfrm>
            <a:custGeom>
              <a:rect b="b" l="l" r="r" t="t"/>
              <a:pathLst>
                <a:path extrusionOk="0" h="1266" w="1347">
                  <a:moveTo>
                    <a:pt x="664" y="0"/>
                  </a:moveTo>
                  <a:lnTo>
                    <a:pt x="1" y="623"/>
                  </a:lnTo>
                  <a:lnTo>
                    <a:pt x="684" y="1265"/>
                  </a:lnTo>
                  <a:lnTo>
                    <a:pt x="1346" y="603"/>
                  </a:lnTo>
                  <a:lnTo>
                    <a:pt x="664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37" name="Google Shape;2737;p35"/>
            <p:cNvSpPr/>
            <p:nvPr/>
          </p:nvSpPr>
          <p:spPr>
            <a:xfrm>
              <a:off x="5779275" y="3246525"/>
              <a:ext cx="36175" cy="39675"/>
            </a:xfrm>
            <a:custGeom>
              <a:rect b="b" l="l" r="r" t="t"/>
              <a:pathLst>
                <a:path extrusionOk="0" h="1587" w="1447">
                  <a:moveTo>
                    <a:pt x="704" y="1"/>
                  </a:moveTo>
                  <a:lnTo>
                    <a:pt x="663" y="161"/>
                  </a:lnTo>
                  <a:lnTo>
                    <a:pt x="583" y="302"/>
                  </a:lnTo>
                  <a:lnTo>
                    <a:pt x="503" y="422"/>
                  </a:lnTo>
                  <a:lnTo>
                    <a:pt x="422" y="523"/>
                  </a:lnTo>
                  <a:lnTo>
                    <a:pt x="322" y="583"/>
                  </a:lnTo>
                  <a:lnTo>
                    <a:pt x="202" y="663"/>
                  </a:lnTo>
                  <a:lnTo>
                    <a:pt x="1" y="784"/>
                  </a:lnTo>
                  <a:lnTo>
                    <a:pt x="824" y="1587"/>
                  </a:lnTo>
                  <a:lnTo>
                    <a:pt x="844" y="1466"/>
                  </a:lnTo>
                  <a:lnTo>
                    <a:pt x="884" y="1346"/>
                  </a:lnTo>
                  <a:lnTo>
                    <a:pt x="924" y="1246"/>
                  </a:lnTo>
                  <a:lnTo>
                    <a:pt x="1005" y="1165"/>
                  </a:lnTo>
                  <a:lnTo>
                    <a:pt x="1065" y="1085"/>
                  </a:lnTo>
                  <a:lnTo>
                    <a:pt x="1165" y="1025"/>
                  </a:lnTo>
                  <a:lnTo>
                    <a:pt x="1266" y="964"/>
                  </a:lnTo>
                  <a:lnTo>
                    <a:pt x="1386" y="944"/>
                  </a:lnTo>
                  <a:lnTo>
                    <a:pt x="1406" y="904"/>
                  </a:lnTo>
                  <a:lnTo>
                    <a:pt x="1426" y="864"/>
                  </a:lnTo>
                  <a:lnTo>
                    <a:pt x="1446" y="744"/>
                  </a:lnTo>
                  <a:lnTo>
                    <a:pt x="1226" y="643"/>
                  </a:lnTo>
                  <a:lnTo>
                    <a:pt x="1125" y="603"/>
                  </a:lnTo>
                  <a:lnTo>
                    <a:pt x="1025" y="543"/>
                  </a:lnTo>
                  <a:lnTo>
                    <a:pt x="944" y="442"/>
                  </a:lnTo>
                  <a:lnTo>
                    <a:pt x="864" y="322"/>
                  </a:lnTo>
                  <a:lnTo>
                    <a:pt x="704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38" name="Google Shape;2738;p35"/>
            <p:cNvSpPr/>
            <p:nvPr/>
          </p:nvSpPr>
          <p:spPr>
            <a:xfrm>
              <a:off x="5670350" y="3249550"/>
              <a:ext cx="37675" cy="37675"/>
            </a:xfrm>
            <a:custGeom>
              <a:rect b="b" l="l" r="r" t="t"/>
              <a:pathLst>
                <a:path extrusionOk="0" h="1507" w="1507">
                  <a:moveTo>
                    <a:pt x="824" y="0"/>
                  </a:moveTo>
                  <a:lnTo>
                    <a:pt x="1" y="743"/>
                  </a:lnTo>
                  <a:lnTo>
                    <a:pt x="262" y="864"/>
                  </a:lnTo>
                  <a:lnTo>
                    <a:pt x="382" y="944"/>
                  </a:lnTo>
                  <a:lnTo>
                    <a:pt x="482" y="1024"/>
                  </a:lnTo>
                  <a:lnTo>
                    <a:pt x="563" y="1125"/>
                  </a:lnTo>
                  <a:lnTo>
                    <a:pt x="623" y="1245"/>
                  </a:lnTo>
                  <a:lnTo>
                    <a:pt x="764" y="1506"/>
                  </a:lnTo>
                  <a:lnTo>
                    <a:pt x="944" y="1205"/>
                  </a:lnTo>
                  <a:lnTo>
                    <a:pt x="1105" y="964"/>
                  </a:lnTo>
                  <a:lnTo>
                    <a:pt x="1145" y="924"/>
                  </a:lnTo>
                  <a:lnTo>
                    <a:pt x="1205" y="904"/>
                  </a:lnTo>
                  <a:lnTo>
                    <a:pt x="1346" y="864"/>
                  </a:lnTo>
                  <a:lnTo>
                    <a:pt x="1406" y="843"/>
                  </a:lnTo>
                  <a:lnTo>
                    <a:pt x="1466" y="803"/>
                  </a:lnTo>
                  <a:lnTo>
                    <a:pt x="1506" y="743"/>
                  </a:lnTo>
                  <a:lnTo>
                    <a:pt x="1506" y="643"/>
                  </a:lnTo>
                  <a:lnTo>
                    <a:pt x="1386" y="603"/>
                  </a:lnTo>
                  <a:lnTo>
                    <a:pt x="1266" y="542"/>
                  </a:lnTo>
                  <a:lnTo>
                    <a:pt x="1165" y="462"/>
                  </a:lnTo>
                  <a:lnTo>
                    <a:pt x="1085" y="402"/>
                  </a:lnTo>
                  <a:lnTo>
                    <a:pt x="984" y="301"/>
                  </a:lnTo>
                  <a:lnTo>
                    <a:pt x="924" y="221"/>
                  </a:lnTo>
                  <a:lnTo>
                    <a:pt x="864" y="101"/>
                  </a:lnTo>
                  <a:lnTo>
                    <a:pt x="824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39" name="Google Shape;2739;p35"/>
            <p:cNvSpPr/>
            <p:nvPr/>
          </p:nvSpPr>
          <p:spPr>
            <a:xfrm>
              <a:off x="5562425" y="3247025"/>
              <a:ext cx="37675" cy="38175"/>
            </a:xfrm>
            <a:custGeom>
              <a:rect b="b" l="l" r="r" t="t"/>
              <a:pathLst>
                <a:path extrusionOk="0" h="1527" w="1507">
                  <a:moveTo>
                    <a:pt x="743" y="1"/>
                  </a:moveTo>
                  <a:lnTo>
                    <a:pt x="563" y="322"/>
                  </a:lnTo>
                  <a:lnTo>
                    <a:pt x="482" y="442"/>
                  </a:lnTo>
                  <a:lnTo>
                    <a:pt x="402" y="563"/>
                  </a:lnTo>
                  <a:lnTo>
                    <a:pt x="342" y="603"/>
                  </a:lnTo>
                  <a:lnTo>
                    <a:pt x="282" y="623"/>
                  </a:lnTo>
                  <a:lnTo>
                    <a:pt x="141" y="643"/>
                  </a:lnTo>
                  <a:lnTo>
                    <a:pt x="41" y="663"/>
                  </a:lnTo>
                  <a:lnTo>
                    <a:pt x="0" y="683"/>
                  </a:lnTo>
                  <a:lnTo>
                    <a:pt x="0" y="744"/>
                  </a:lnTo>
                  <a:lnTo>
                    <a:pt x="763" y="1527"/>
                  </a:lnTo>
                  <a:lnTo>
                    <a:pt x="1506" y="744"/>
                  </a:lnTo>
                  <a:lnTo>
                    <a:pt x="1265" y="643"/>
                  </a:lnTo>
                  <a:lnTo>
                    <a:pt x="1145" y="563"/>
                  </a:lnTo>
                  <a:lnTo>
                    <a:pt x="1024" y="483"/>
                  </a:lnTo>
                  <a:lnTo>
                    <a:pt x="944" y="382"/>
                  </a:lnTo>
                  <a:lnTo>
                    <a:pt x="884" y="282"/>
                  </a:lnTo>
                  <a:lnTo>
                    <a:pt x="743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40" name="Google Shape;2740;p35"/>
            <p:cNvSpPr/>
            <p:nvPr/>
          </p:nvSpPr>
          <p:spPr>
            <a:xfrm>
              <a:off x="5454500" y="3247025"/>
              <a:ext cx="43200" cy="40700"/>
            </a:xfrm>
            <a:custGeom>
              <a:rect b="b" l="l" r="r" t="t"/>
              <a:pathLst>
                <a:path extrusionOk="0" h="1628" w="1728">
                  <a:moveTo>
                    <a:pt x="763" y="1"/>
                  </a:moveTo>
                  <a:lnTo>
                    <a:pt x="583" y="302"/>
                  </a:lnTo>
                  <a:lnTo>
                    <a:pt x="502" y="422"/>
                  </a:lnTo>
                  <a:lnTo>
                    <a:pt x="422" y="543"/>
                  </a:lnTo>
                  <a:lnTo>
                    <a:pt x="362" y="583"/>
                  </a:lnTo>
                  <a:lnTo>
                    <a:pt x="302" y="603"/>
                  </a:lnTo>
                  <a:lnTo>
                    <a:pt x="161" y="643"/>
                  </a:lnTo>
                  <a:lnTo>
                    <a:pt x="101" y="683"/>
                  </a:lnTo>
                  <a:lnTo>
                    <a:pt x="40" y="724"/>
                  </a:lnTo>
                  <a:lnTo>
                    <a:pt x="20" y="784"/>
                  </a:lnTo>
                  <a:lnTo>
                    <a:pt x="0" y="884"/>
                  </a:lnTo>
                  <a:lnTo>
                    <a:pt x="141" y="924"/>
                  </a:lnTo>
                  <a:lnTo>
                    <a:pt x="261" y="985"/>
                  </a:lnTo>
                  <a:lnTo>
                    <a:pt x="362" y="1065"/>
                  </a:lnTo>
                  <a:lnTo>
                    <a:pt x="462" y="1165"/>
                  </a:lnTo>
                  <a:lnTo>
                    <a:pt x="623" y="1406"/>
                  </a:lnTo>
                  <a:lnTo>
                    <a:pt x="703" y="1527"/>
                  </a:lnTo>
                  <a:lnTo>
                    <a:pt x="824" y="1627"/>
                  </a:lnTo>
                  <a:lnTo>
                    <a:pt x="864" y="1467"/>
                  </a:lnTo>
                  <a:lnTo>
                    <a:pt x="924" y="1326"/>
                  </a:lnTo>
                  <a:lnTo>
                    <a:pt x="984" y="1226"/>
                  </a:lnTo>
                  <a:lnTo>
                    <a:pt x="1085" y="1125"/>
                  </a:lnTo>
                  <a:lnTo>
                    <a:pt x="1205" y="1025"/>
                  </a:lnTo>
                  <a:lnTo>
                    <a:pt x="1366" y="965"/>
                  </a:lnTo>
                  <a:lnTo>
                    <a:pt x="1526" y="904"/>
                  </a:lnTo>
                  <a:lnTo>
                    <a:pt x="1727" y="844"/>
                  </a:lnTo>
                  <a:lnTo>
                    <a:pt x="1306" y="643"/>
                  </a:lnTo>
                  <a:lnTo>
                    <a:pt x="1145" y="583"/>
                  </a:lnTo>
                  <a:lnTo>
                    <a:pt x="1044" y="503"/>
                  </a:lnTo>
                  <a:lnTo>
                    <a:pt x="964" y="402"/>
                  </a:lnTo>
                  <a:lnTo>
                    <a:pt x="904" y="282"/>
                  </a:lnTo>
                  <a:lnTo>
                    <a:pt x="763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41" name="Google Shape;2741;p35"/>
            <p:cNvSpPr/>
            <p:nvPr/>
          </p:nvSpPr>
          <p:spPr>
            <a:xfrm>
              <a:off x="5887200" y="3147125"/>
              <a:ext cx="35675" cy="33675"/>
            </a:xfrm>
            <a:custGeom>
              <a:rect b="b" l="l" r="r" t="t"/>
              <a:pathLst>
                <a:path extrusionOk="0" h="1347" w="1427">
                  <a:moveTo>
                    <a:pt x="684" y="1"/>
                  </a:moveTo>
                  <a:lnTo>
                    <a:pt x="603" y="222"/>
                  </a:lnTo>
                  <a:lnTo>
                    <a:pt x="543" y="322"/>
                  </a:lnTo>
                  <a:lnTo>
                    <a:pt x="483" y="402"/>
                  </a:lnTo>
                  <a:lnTo>
                    <a:pt x="362" y="483"/>
                  </a:lnTo>
                  <a:lnTo>
                    <a:pt x="242" y="543"/>
                  </a:lnTo>
                  <a:lnTo>
                    <a:pt x="1" y="664"/>
                  </a:lnTo>
                  <a:lnTo>
                    <a:pt x="744" y="1346"/>
                  </a:lnTo>
                  <a:lnTo>
                    <a:pt x="1426" y="684"/>
                  </a:lnTo>
                  <a:lnTo>
                    <a:pt x="684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42" name="Google Shape;2742;p35"/>
            <p:cNvSpPr/>
            <p:nvPr/>
          </p:nvSpPr>
          <p:spPr>
            <a:xfrm>
              <a:off x="5560925" y="2942825"/>
              <a:ext cx="38175" cy="35175"/>
            </a:xfrm>
            <a:custGeom>
              <a:rect b="b" l="l" r="r" t="t"/>
              <a:pathLst>
                <a:path extrusionOk="0" h="1407" w="1527">
                  <a:moveTo>
                    <a:pt x="783" y="1"/>
                  </a:moveTo>
                  <a:lnTo>
                    <a:pt x="683" y="161"/>
                  </a:lnTo>
                  <a:lnTo>
                    <a:pt x="623" y="282"/>
                  </a:lnTo>
                  <a:lnTo>
                    <a:pt x="542" y="362"/>
                  </a:lnTo>
                  <a:lnTo>
                    <a:pt x="422" y="442"/>
                  </a:lnTo>
                  <a:lnTo>
                    <a:pt x="301" y="523"/>
                  </a:lnTo>
                  <a:lnTo>
                    <a:pt x="0" y="663"/>
                  </a:lnTo>
                  <a:lnTo>
                    <a:pt x="301" y="844"/>
                  </a:lnTo>
                  <a:lnTo>
                    <a:pt x="422" y="904"/>
                  </a:lnTo>
                  <a:lnTo>
                    <a:pt x="542" y="984"/>
                  </a:lnTo>
                  <a:lnTo>
                    <a:pt x="582" y="1045"/>
                  </a:lnTo>
                  <a:lnTo>
                    <a:pt x="603" y="1105"/>
                  </a:lnTo>
                  <a:lnTo>
                    <a:pt x="643" y="1225"/>
                  </a:lnTo>
                  <a:lnTo>
                    <a:pt x="683" y="1346"/>
                  </a:lnTo>
                  <a:lnTo>
                    <a:pt x="703" y="1386"/>
                  </a:lnTo>
                  <a:lnTo>
                    <a:pt x="763" y="1406"/>
                  </a:lnTo>
                  <a:lnTo>
                    <a:pt x="1526" y="683"/>
                  </a:lnTo>
                  <a:lnTo>
                    <a:pt x="783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43" name="Google Shape;2743;p35"/>
            <p:cNvSpPr/>
            <p:nvPr/>
          </p:nvSpPr>
          <p:spPr>
            <a:xfrm>
              <a:off x="5671850" y="2943325"/>
              <a:ext cx="35175" cy="33150"/>
            </a:xfrm>
            <a:custGeom>
              <a:rect b="b" l="l" r="r" t="t"/>
              <a:pathLst>
                <a:path extrusionOk="0" h="1326" w="1407">
                  <a:moveTo>
                    <a:pt x="704" y="1"/>
                  </a:moveTo>
                  <a:lnTo>
                    <a:pt x="1" y="663"/>
                  </a:lnTo>
                  <a:lnTo>
                    <a:pt x="704" y="1326"/>
                  </a:lnTo>
                  <a:lnTo>
                    <a:pt x="1406" y="663"/>
                  </a:lnTo>
                  <a:lnTo>
                    <a:pt x="704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44" name="Google Shape;2744;p35"/>
            <p:cNvSpPr/>
            <p:nvPr/>
          </p:nvSpPr>
          <p:spPr>
            <a:xfrm>
              <a:off x="5781300" y="2636625"/>
              <a:ext cx="33150" cy="30625"/>
            </a:xfrm>
            <a:custGeom>
              <a:rect b="b" l="l" r="r" t="t"/>
              <a:pathLst>
                <a:path extrusionOk="0" h="1225" w="1326">
                  <a:moveTo>
                    <a:pt x="643" y="0"/>
                  </a:moveTo>
                  <a:lnTo>
                    <a:pt x="0" y="622"/>
                  </a:lnTo>
                  <a:lnTo>
                    <a:pt x="643" y="1225"/>
                  </a:lnTo>
                  <a:lnTo>
                    <a:pt x="1325" y="643"/>
                  </a:lnTo>
                  <a:lnTo>
                    <a:pt x="64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45" name="Google Shape;2745;p35"/>
            <p:cNvSpPr/>
            <p:nvPr/>
          </p:nvSpPr>
          <p:spPr>
            <a:xfrm>
              <a:off x="5779275" y="3148150"/>
              <a:ext cx="35675" cy="33150"/>
            </a:xfrm>
            <a:custGeom>
              <a:rect b="b" l="l" r="r" t="t"/>
              <a:pathLst>
                <a:path extrusionOk="0" h="1326" w="1427">
                  <a:moveTo>
                    <a:pt x="724" y="0"/>
                  </a:moveTo>
                  <a:lnTo>
                    <a:pt x="1" y="683"/>
                  </a:lnTo>
                  <a:lnTo>
                    <a:pt x="81" y="743"/>
                  </a:lnTo>
                  <a:lnTo>
                    <a:pt x="181" y="803"/>
                  </a:lnTo>
                  <a:lnTo>
                    <a:pt x="382" y="904"/>
                  </a:lnTo>
                  <a:lnTo>
                    <a:pt x="463" y="964"/>
                  </a:lnTo>
                  <a:lnTo>
                    <a:pt x="543" y="1044"/>
                  </a:lnTo>
                  <a:lnTo>
                    <a:pt x="583" y="1165"/>
                  </a:lnTo>
                  <a:lnTo>
                    <a:pt x="623" y="1285"/>
                  </a:lnTo>
                  <a:lnTo>
                    <a:pt x="643" y="1305"/>
                  </a:lnTo>
                  <a:lnTo>
                    <a:pt x="683" y="1325"/>
                  </a:lnTo>
                  <a:lnTo>
                    <a:pt x="724" y="1325"/>
                  </a:lnTo>
                  <a:lnTo>
                    <a:pt x="1426" y="643"/>
                  </a:lnTo>
                  <a:lnTo>
                    <a:pt x="724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46" name="Google Shape;2746;p35"/>
            <p:cNvSpPr/>
            <p:nvPr/>
          </p:nvSpPr>
          <p:spPr>
            <a:xfrm>
              <a:off x="5668850" y="3145125"/>
              <a:ext cx="46200" cy="38175"/>
            </a:xfrm>
            <a:custGeom>
              <a:rect b="b" l="l" r="r" t="t"/>
              <a:pathLst>
                <a:path extrusionOk="0" h="1527" w="1848">
                  <a:moveTo>
                    <a:pt x="824" y="1"/>
                  </a:moveTo>
                  <a:lnTo>
                    <a:pt x="663" y="282"/>
                  </a:lnTo>
                  <a:lnTo>
                    <a:pt x="603" y="402"/>
                  </a:lnTo>
                  <a:lnTo>
                    <a:pt x="522" y="503"/>
                  </a:lnTo>
                  <a:lnTo>
                    <a:pt x="402" y="583"/>
                  </a:lnTo>
                  <a:lnTo>
                    <a:pt x="281" y="643"/>
                  </a:lnTo>
                  <a:lnTo>
                    <a:pt x="0" y="784"/>
                  </a:lnTo>
                  <a:lnTo>
                    <a:pt x="322" y="944"/>
                  </a:lnTo>
                  <a:lnTo>
                    <a:pt x="442" y="1025"/>
                  </a:lnTo>
                  <a:lnTo>
                    <a:pt x="562" y="1105"/>
                  </a:lnTo>
                  <a:lnTo>
                    <a:pt x="603" y="1145"/>
                  </a:lnTo>
                  <a:lnTo>
                    <a:pt x="623" y="1205"/>
                  </a:lnTo>
                  <a:lnTo>
                    <a:pt x="663" y="1346"/>
                  </a:lnTo>
                  <a:lnTo>
                    <a:pt x="683" y="1406"/>
                  </a:lnTo>
                  <a:lnTo>
                    <a:pt x="723" y="1466"/>
                  </a:lnTo>
                  <a:lnTo>
                    <a:pt x="803" y="1507"/>
                  </a:lnTo>
                  <a:lnTo>
                    <a:pt x="884" y="1527"/>
                  </a:lnTo>
                  <a:lnTo>
                    <a:pt x="924" y="1386"/>
                  </a:lnTo>
                  <a:lnTo>
                    <a:pt x="984" y="1266"/>
                  </a:lnTo>
                  <a:lnTo>
                    <a:pt x="1064" y="1165"/>
                  </a:lnTo>
                  <a:lnTo>
                    <a:pt x="1165" y="1065"/>
                  </a:lnTo>
                  <a:lnTo>
                    <a:pt x="1305" y="984"/>
                  </a:lnTo>
                  <a:lnTo>
                    <a:pt x="1446" y="904"/>
                  </a:lnTo>
                  <a:lnTo>
                    <a:pt x="1627" y="824"/>
                  </a:lnTo>
                  <a:lnTo>
                    <a:pt x="1848" y="744"/>
                  </a:lnTo>
                  <a:lnTo>
                    <a:pt x="1607" y="703"/>
                  </a:lnTo>
                  <a:lnTo>
                    <a:pt x="1426" y="643"/>
                  </a:lnTo>
                  <a:lnTo>
                    <a:pt x="1285" y="563"/>
                  </a:lnTo>
                  <a:lnTo>
                    <a:pt x="1145" y="462"/>
                  </a:lnTo>
                  <a:lnTo>
                    <a:pt x="1044" y="362"/>
                  </a:lnTo>
                  <a:lnTo>
                    <a:pt x="964" y="242"/>
                  </a:lnTo>
                  <a:lnTo>
                    <a:pt x="824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47" name="Google Shape;2747;p35"/>
            <p:cNvSpPr/>
            <p:nvPr/>
          </p:nvSpPr>
          <p:spPr>
            <a:xfrm>
              <a:off x="5562425" y="3146625"/>
              <a:ext cx="38675" cy="36675"/>
            </a:xfrm>
            <a:custGeom>
              <a:rect b="b" l="l" r="r" t="t"/>
              <a:pathLst>
                <a:path extrusionOk="0" h="1467" w="1547">
                  <a:moveTo>
                    <a:pt x="643" y="1"/>
                  </a:moveTo>
                  <a:lnTo>
                    <a:pt x="603" y="41"/>
                  </a:lnTo>
                  <a:lnTo>
                    <a:pt x="563" y="141"/>
                  </a:lnTo>
                  <a:lnTo>
                    <a:pt x="543" y="282"/>
                  </a:lnTo>
                  <a:lnTo>
                    <a:pt x="522" y="342"/>
                  </a:lnTo>
                  <a:lnTo>
                    <a:pt x="502" y="402"/>
                  </a:lnTo>
                  <a:lnTo>
                    <a:pt x="442" y="463"/>
                  </a:lnTo>
                  <a:lnTo>
                    <a:pt x="362" y="503"/>
                  </a:lnTo>
                  <a:lnTo>
                    <a:pt x="201" y="523"/>
                  </a:lnTo>
                  <a:lnTo>
                    <a:pt x="121" y="543"/>
                  </a:lnTo>
                  <a:lnTo>
                    <a:pt x="61" y="563"/>
                  </a:lnTo>
                  <a:lnTo>
                    <a:pt x="21" y="603"/>
                  </a:lnTo>
                  <a:lnTo>
                    <a:pt x="0" y="663"/>
                  </a:lnTo>
                  <a:lnTo>
                    <a:pt x="784" y="1467"/>
                  </a:lnTo>
                  <a:lnTo>
                    <a:pt x="924" y="1226"/>
                  </a:lnTo>
                  <a:lnTo>
                    <a:pt x="984" y="1105"/>
                  </a:lnTo>
                  <a:lnTo>
                    <a:pt x="1065" y="1005"/>
                  </a:lnTo>
                  <a:lnTo>
                    <a:pt x="1165" y="924"/>
                  </a:lnTo>
                  <a:lnTo>
                    <a:pt x="1286" y="864"/>
                  </a:lnTo>
                  <a:lnTo>
                    <a:pt x="1547" y="764"/>
                  </a:lnTo>
                  <a:lnTo>
                    <a:pt x="683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48" name="Google Shape;2748;p35"/>
            <p:cNvSpPr/>
            <p:nvPr/>
          </p:nvSpPr>
          <p:spPr>
            <a:xfrm>
              <a:off x="5454000" y="3143625"/>
              <a:ext cx="38175" cy="42200"/>
            </a:xfrm>
            <a:custGeom>
              <a:rect b="b" l="l" r="r" t="t"/>
              <a:pathLst>
                <a:path extrusionOk="0" h="1688" w="1527">
                  <a:moveTo>
                    <a:pt x="783" y="0"/>
                  </a:moveTo>
                  <a:lnTo>
                    <a:pt x="623" y="322"/>
                  </a:lnTo>
                  <a:lnTo>
                    <a:pt x="542" y="442"/>
                  </a:lnTo>
                  <a:lnTo>
                    <a:pt x="462" y="542"/>
                  </a:lnTo>
                  <a:lnTo>
                    <a:pt x="362" y="623"/>
                  </a:lnTo>
                  <a:lnTo>
                    <a:pt x="241" y="703"/>
                  </a:lnTo>
                  <a:lnTo>
                    <a:pt x="0" y="804"/>
                  </a:lnTo>
                  <a:lnTo>
                    <a:pt x="141" y="864"/>
                  </a:lnTo>
                  <a:lnTo>
                    <a:pt x="281" y="944"/>
                  </a:lnTo>
                  <a:lnTo>
                    <a:pt x="382" y="1024"/>
                  </a:lnTo>
                  <a:lnTo>
                    <a:pt x="462" y="1125"/>
                  </a:lnTo>
                  <a:lnTo>
                    <a:pt x="542" y="1245"/>
                  </a:lnTo>
                  <a:lnTo>
                    <a:pt x="623" y="1386"/>
                  </a:lnTo>
                  <a:lnTo>
                    <a:pt x="783" y="1687"/>
                  </a:lnTo>
                  <a:lnTo>
                    <a:pt x="964" y="1346"/>
                  </a:lnTo>
                  <a:lnTo>
                    <a:pt x="1044" y="1205"/>
                  </a:lnTo>
                  <a:lnTo>
                    <a:pt x="1125" y="1085"/>
                  </a:lnTo>
                  <a:lnTo>
                    <a:pt x="1185" y="1044"/>
                  </a:lnTo>
                  <a:lnTo>
                    <a:pt x="1245" y="1024"/>
                  </a:lnTo>
                  <a:lnTo>
                    <a:pt x="1366" y="1004"/>
                  </a:lnTo>
                  <a:lnTo>
                    <a:pt x="1446" y="984"/>
                  </a:lnTo>
                  <a:lnTo>
                    <a:pt x="1486" y="924"/>
                  </a:lnTo>
                  <a:lnTo>
                    <a:pt x="1526" y="864"/>
                  </a:lnTo>
                  <a:lnTo>
                    <a:pt x="1526" y="763"/>
                  </a:lnTo>
                  <a:lnTo>
                    <a:pt x="1406" y="723"/>
                  </a:lnTo>
                  <a:lnTo>
                    <a:pt x="1285" y="683"/>
                  </a:lnTo>
                  <a:lnTo>
                    <a:pt x="1165" y="603"/>
                  </a:lnTo>
                  <a:lnTo>
                    <a:pt x="1085" y="522"/>
                  </a:lnTo>
                  <a:lnTo>
                    <a:pt x="984" y="422"/>
                  </a:lnTo>
                  <a:lnTo>
                    <a:pt x="904" y="302"/>
                  </a:lnTo>
                  <a:lnTo>
                    <a:pt x="844" y="161"/>
                  </a:lnTo>
                  <a:lnTo>
                    <a:pt x="78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49" name="Google Shape;2749;p35"/>
            <p:cNvSpPr/>
            <p:nvPr/>
          </p:nvSpPr>
          <p:spPr>
            <a:xfrm>
              <a:off x="5776775" y="3046225"/>
              <a:ext cx="37675" cy="35675"/>
            </a:xfrm>
            <a:custGeom>
              <a:rect b="b" l="l" r="r" t="t"/>
              <a:pathLst>
                <a:path extrusionOk="0" h="1427" w="1507">
                  <a:moveTo>
                    <a:pt x="824" y="1"/>
                  </a:moveTo>
                  <a:lnTo>
                    <a:pt x="0" y="764"/>
                  </a:lnTo>
                  <a:lnTo>
                    <a:pt x="181" y="764"/>
                  </a:lnTo>
                  <a:lnTo>
                    <a:pt x="322" y="784"/>
                  </a:lnTo>
                  <a:lnTo>
                    <a:pt x="442" y="844"/>
                  </a:lnTo>
                  <a:lnTo>
                    <a:pt x="543" y="945"/>
                  </a:lnTo>
                  <a:lnTo>
                    <a:pt x="623" y="1045"/>
                  </a:lnTo>
                  <a:lnTo>
                    <a:pt x="703" y="1166"/>
                  </a:lnTo>
                  <a:lnTo>
                    <a:pt x="884" y="1427"/>
                  </a:lnTo>
                  <a:lnTo>
                    <a:pt x="964" y="1186"/>
                  </a:lnTo>
                  <a:lnTo>
                    <a:pt x="1024" y="1085"/>
                  </a:lnTo>
                  <a:lnTo>
                    <a:pt x="1085" y="985"/>
                  </a:lnTo>
                  <a:lnTo>
                    <a:pt x="1165" y="904"/>
                  </a:lnTo>
                  <a:lnTo>
                    <a:pt x="1245" y="844"/>
                  </a:lnTo>
                  <a:lnTo>
                    <a:pt x="1346" y="784"/>
                  </a:lnTo>
                  <a:lnTo>
                    <a:pt x="1466" y="744"/>
                  </a:lnTo>
                  <a:lnTo>
                    <a:pt x="1486" y="724"/>
                  </a:lnTo>
                  <a:lnTo>
                    <a:pt x="1506" y="684"/>
                  </a:lnTo>
                  <a:lnTo>
                    <a:pt x="1506" y="623"/>
                  </a:lnTo>
                  <a:lnTo>
                    <a:pt x="824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50" name="Google Shape;2750;p35"/>
            <p:cNvSpPr/>
            <p:nvPr/>
          </p:nvSpPr>
          <p:spPr>
            <a:xfrm>
              <a:off x="5562425" y="3045225"/>
              <a:ext cx="37675" cy="35175"/>
            </a:xfrm>
            <a:custGeom>
              <a:rect b="b" l="l" r="r" t="t"/>
              <a:pathLst>
                <a:path extrusionOk="0" h="1407" w="1507">
                  <a:moveTo>
                    <a:pt x="763" y="1"/>
                  </a:moveTo>
                  <a:lnTo>
                    <a:pt x="0" y="724"/>
                  </a:lnTo>
                  <a:lnTo>
                    <a:pt x="261" y="864"/>
                  </a:lnTo>
                  <a:lnTo>
                    <a:pt x="382" y="924"/>
                  </a:lnTo>
                  <a:lnTo>
                    <a:pt x="502" y="1005"/>
                  </a:lnTo>
                  <a:lnTo>
                    <a:pt x="543" y="1065"/>
                  </a:lnTo>
                  <a:lnTo>
                    <a:pt x="563" y="1125"/>
                  </a:lnTo>
                  <a:lnTo>
                    <a:pt x="603" y="1246"/>
                  </a:lnTo>
                  <a:lnTo>
                    <a:pt x="623" y="1306"/>
                  </a:lnTo>
                  <a:lnTo>
                    <a:pt x="683" y="1366"/>
                  </a:lnTo>
                  <a:lnTo>
                    <a:pt x="743" y="1386"/>
                  </a:lnTo>
                  <a:lnTo>
                    <a:pt x="844" y="1406"/>
                  </a:lnTo>
                  <a:lnTo>
                    <a:pt x="864" y="1266"/>
                  </a:lnTo>
                  <a:lnTo>
                    <a:pt x="924" y="1145"/>
                  </a:lnTo>
                  <a:lnTo>
                    <a:pt x="984" y="1045"/>
                  </a:lnTo>
                  <a:lnTo>
                    <a:pt x="1085" y="965"/>
                  </a:lnTo>
                  <a:lnTo>
                    <a:pt x="1306" y="844"/>
                  </a:lnTo>
                  <a:lnTo>
                    <a:pt x="1506" y="704"/>
                  </a:lnTo>
                  <a:lnTo>
                    <a:pt x="763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51" name="Google Shape;2751;p35"/>
            <p:cNvSpPr/>
            <p:nvPr/>
          </p:nvSpPr>
          <p:spPr>
            <a:xfrm>
              <a:off x="5671850" y="3044225"/>
              <a:ext cx="38175" cy="36175"/>
            </a:xfrm>
            <a:custGeom>
              <a:rect b="b" l="l" r="r" t="t"/>
              <a:pathLst>
                <a:path extrusionOk="0" h="1447" w="1527">
                  <a:moveTo>
                    <a:pt x="724" y="1"/>
                  </a:moveTo>
                  <a:lnTo>
                    <a:pt x="1" y="723"/>
                  </a:lnTo>
                  <a:lnTo>
                    <a:pt x="724" y="1446"/>
                  </a:lnTo>
                  <a:lnTo>
                    <a:pt x="864" y="1205"/>
                  </a:lnTo>
                  <a:lnTo>
                    <a:pt x="924" y="1105"/>
                  </a:lnTo>
                  <a:lnTo>
                    <a:pt x="1005" y="1005"/>
                  </a:lnTo>
                  <a:lnTo>
                    <a:pt x="1105" y="924"/>
                  </a:lnTo>
                  <a:lnTo>
                    <a:pt x="1226" y="844"/>
                  </a:lnTo>
                  <a:lnTo>
                    <a:pt x="1527" y="703"/>
                  </a:lnTo>
                  <a:lnTo>
                    <a:pt x="1386" y="643"/>
                  </a:lnTo>
                  <a:lnTo>
                    <a:pt x="1246" y="583"/>
                  </a:lnTo>
                  <a:lnTo>
                    <a:pt x="1125" y="503"/>
                  </a:lnTo>
                  <a:lnTo>
                    <a:pt x="1025" y="422"/>
                  </a:lnTo>
                  <a:lnTo>
                    <a:pt x="924" y="322"/>
                  </a:lnTo>
                  <a:lnTo>
                    <a:pt x="844" y="221"/>
                  </a:lnTo>
                  <a:lnTo>
                    <a:pt x="784" y="121"/>
                  </a:lnTo>
                  <a:lnTo>
                    <a:pt x="724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52" name="Google Shape;2752;p35"/>
            <p:cNvSpPr/>
            <p:nvPr/>
          </p:nvSpPr>
          <p:spPr>
            <a:xfrm>
              <a:off x="5889225" y="2638125"/>
              <a:ext cx="32650" cy="29125"/>
            </a:xfrm>
            <a:custGeom>
              <a:rect b="b" l="l" r="r" t="t"/>
              <a:pathLst>
                <a:path extrusionOk="0" h="1165" w="1306">
                  <a:moveTo>
                    <a:pt x="663" y="0"/>
                  </a:moveTo>
                  <a:lnTo>
                    <a:pt x="0" y="562"/>
                  </a:lnTo>
                  <a:lnTo>
                    <a:pt x="643" y="1165"/>
                  </a:lnTo>
                  <a:lnTo>
                    <a:pt x="1305" y="583"/>
                  </a:lnTo>
                  <a:lnTo>
                    <a:pt x="66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53" name="Google Shape;2753;p35"/>
            <p:cNvSpPr/>
            <p:nvPr/>
          </p:nvSpPr>
          <p:spPr>
            <a:xfrm>
              <a:off x="5455000" y="3043225"/>
              <a:ext cx="39675" cy="36675"/>
            </a:xfrm>
            <a:custGeom>
              <a:rect b="b" l="l" r="r" t="t"/>
              <a:pathLst>
                <a:path extrusionOk="0" h="1467" w="1587">
                  <a:moveTo>
                    <a:pt x="723" y="0"/>
                  </a:moveTo>
                  <a:lnTo>
                    <a:pt x="583" y="261"/>
                  </a:lnTo>
                  <a:lnTo>
                    <a:pt x="502" y="382"/>
                  </a:lnTo>
                  <a:lnTo>
                    <a:pt x="422" y="482"/>
                  </a:lnTo>
                  <a:lnTo>
                    <a:pt x="362" y="522"/>
                  </a:lnTo>
                  <a:lnTo>
                    <a:pt x="302" y="563"/>
                  </a:lnTo>
                  <a:lnTo>
                    <a:pt x="161" y="583"/>
                  </a:lnTo>
                  <a:lnTo>
                    <a:pt x="101" y="603"/>
                  </a:lnTo>
                  <a:lnTo>
                    <a:pt x="41" y="623"/>
                  </a:lnTo>
                  <a:lnTo>
                    <a:pt x="0" y="663"/>
                  </a:lnTo>
                  <a:lnTo>
                    <a:pt x="0" y="723"/>
                  </a:lnTo>
                  <a:lnTo>
                    <a:pt x="743" y="1466"/>
                  </a:lnTo>
                  <a:lnTo>
                    <a:pt x="1587" y="623"/>
                  </a:lnTo>
                  <a:lnTo>
                    <a:pt x="1587" y="623"/>
                  </a:lnTo>
                  <a:lnTo>
                    <a:pt x="1386" y="643"/>
                  </a:lnTo>
                  <a:lnTo>
                    <a:pt x="1245" y="623"/>
                  </a:lnTo>
                  <a:lnTo>
                    <a:pt x="1125" y="563"/>
                  </a:lnTo>
                  <a:lnTo>
                    <a:pt x="1024" y="482"/>
                  </a:lnTo>
                  <a:lnTo>
                    <a:pt x="944" y="362"/>
                  </a:lnTo>
                  <a:lnTo>
                    <a:pt x="884" y="261"/>
                  </a:lnTo>
                  <a:lnTo>
                    <a:pt x="72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54" name="Google Shape;2754;p35"/>
            <p:cNvSpPr/>
            <p:nvPr/>
          </p:nvSpPr>
          <p:spPr>
            <a:xfrm>
              <a:off x="5996150" y="3046725"/>
              <a:ext cx="34150" cy="31650"/>
            </a:xfrm>
            <a:custGeom>
              <a:rect b="b" l="l" r="r" t="t"/>
              <a:pathLst>
                <a:path extrusionOk="0" h="1266" w="1366">
                  <a:moveTo>
                    <a:pt x="703" y="1"/>
                  </a:moveTo>
                  <a:lnTo>
                    <a:pt x="0" y="603"/>
                  </a:lnTo>
                  <a:lnTo>
                    <a:pt x="723" y="1266"/>
                  </a:lnTo>
                  <a:lnTo>
                    <a:pt x="1365" y="603"/>
                  </a:lnTo>
                  <a:lnTo>
                    <a:pt x="703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55" name="Google Shape;2755;p35"/>
            <p:cNvSpPr/>
            <p:nvPr/>
          </p:nvSpPr>
          <p:spPr>
            <a:xfrm>
              <a:off x="5456500" y="2636625"/>
              <a:ext cx="35175" cy="35650"/>
            </a:xfrm>
            <a:custGeom>
              <a:rect b="b" l="l" r="r" t="t"/>
              <a:pathLst>
                <a:path extrusionOk="0" h="1426" w="1407">
                  <a:moveTo>
                    <a:pt x="683" y="0"/>
                  </a:moveTo>
                  <a:lnTo>
                    <a:pt x="1" y="622"/>
                  </a:lnTo>
                  <a:lnTo>
                    <a:pt x="804" y="1426"/>
                  </a:lnTo>
                  <a:lnTo>
                    <a:pt x="804" y="1265"/>
                  </a:lnTo>
                  <a:lnTo>
                    <a:pt x="824" y="1145"/>
                  </a:lnTo>
                  <a:lnTo>
                    <a:pt x="864" y="1024"/>
                  </a:lnTo>
                  <a:lnTo>
                    <a:pt x="904" y="944"/>
                  </a:lnTo>
                  <a:lnTo>
                    <a:pt x="985" y="884"/>
                  </a:lnTo>
                  <a:lnTo>
                    <a:pt x="1065" y="823"/>
                  </a:lnTo>
                  <a:lnTo>
                    <a:pt x="1165" y="783"/>
                  </a:lnTo>
                  <a:lnTo>
                    <a:pt x="1286" y="763"/>
                  </a:lnTo>
                  <a:lnTo>
                    <a:pt x="1326" y="743"/>
                  </a:lnTo>
                  <a:lnTo>
                    <a:pt x="1366" y="703"/>
                  </a:lnTo>
                  <a:lnTo>
                    <a:pt x="1386" y="683"/>
                  </a:lnTo>
                  <a:lnTo>
                    <a:pt x="1406" y="643"/>
                  </a:lnTo>
                  <a:lnTo>
                    <a:pt x="1386" y="602"/>
                  </a:lnTo>
                  <a:lnTo>
                    <a:pt x="1366" y="562"/>
                  </a:lnTo>
                  <a:lnTo>
                    <a:pt x="1306" y="502"/>
                  </a:lnTo>
                  <a:lnTo>
                    <a:pt x="1145" y="442"/>
                  </a:lnTo>
                  <a:lnTo>
                    <a:pt x="985" y="361"/>
                  </a:lnTo>
                  <a:lnTo>
                    <a:pt x="924" y="321"/>
                  </a:lnTo>
                  <a:lnTo>
                    <a:pt x="864" y="261"/>
                  </a:lnTo>
                  <a:lnTo>
                    <a:pt x="824" y="181"/>
                  </a:lnTo>
                  <a:lnTo>
                    <a:pt x="804" y="80"/>
                  </a:lnTo>
                  <a:lnTo>
                    <a:pt x="784" y="40"/>
                  </a:lnTo>
                  <a:lnTo>
                    <a:pt x="744" y="20"/>
                  </a:lnTo>
                  <a:lnTo>
                    <a:pt x="68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56" name="Google Shape;2756;p35"/>
            <p:cNvSpPr/>
            <p:nvPr/>
          </p:nvSpPr>
          <p:spPr>
            <a:xfrm>
              <a:off x="5347075" y="3146125"/>
              <a:ext cx="40675" cy="37675"/>
            </a:xfrm>
            <a:custGeom>
              <a:rect b="b" l="l" r="r" t="t"/>
              <a:pathLst>
                <a:path extrusionOk="0" h="1507" w="1627">
                  <a:moveTo>
                    <a:pt x="743" y="1"/>
                  </a:moveTo>
                  <a:lnTo>
                    <a:pt x="703" y="161"/>
                  </a:lnTo>
                  <a:lnTo>
                    <a:pt x="643" y="282"/>
                  </a:lnTo>
                  <a:lnTo>
                    <a:pt x="542" y="382"/>
                  </a:lnTo>
                  <a:lnTo>
                    <a:pt x="422" y="463"/>
                  </a:lnTo>
                  <a:lnTo>
                    <a:pt x="201" y="563"/>
                  </a:lnTo>
                  <a:lnTo>
                    <a:pt x="81" y="623"/>
                  </a:lnTo>
                  <a:lnTo>
                    <a:pt x="0" y="704"/>
                  </a:lnTo>
                  <a:lnTo>
                    <a:pt x="763" y="1507"/>
                  </a:lnTo>
                  <a:lnTo>
                    <a:pt x="884" y="1266"/>
                  </a:lnTo>
                  <a:lnTo>
                    <a:pt x="964" y="1145"/>
                  </a:lnTo>
                  <a:lnTo>
                    <a:pt x="1044" y="1045"/>
                  </a:lnTo>
                  <a:lnTo>
                    <a:pt x="1145" y="965"/>
                  </a:lnTo>
                  <a:lnTo>
                    <a:pt x="1285" y="904"/>
                  </a:lnTo>
                  <a:lnTo>
                    <a:pt x="1627" y="744"/>
                  </a:lnTo>
                  <a:lnTo>
                    <a:pt x="1265" y="583"/>
                  </a:lnTo>
                  <a:lnTo>
                    <a:pt x="1125" y="523"/>
                  </a:lnTo>
                  <a:lnTo>
                    <a:pt x="1024" y="442"/>
                  </a:lnTo>
                  <a:lnTo>
                    <a:pt x="944" y="342"/>
                  </a:lnTo>
                  <a:lnTo>
                    <a:pt x="864" y="242"/>
                  </a:lnTo>
                  <a:lnTo>
                    <a:pt x="743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57" name="Google Shape;2757;p35"/>
            <p:cNvSpPr/>
            <p:nvPr/>
          </p:nvSpPr>
          <p:spPr>
            <a:xfrm>
              <a:off x="5346575" y="3042225"/>
              <a:ext cx="40675" cy="38675"/>
            </a:xfrm>
            <a:custGeom>
              <a:rect b="b" l="l" r="r" t="t"/>
              <a:pathLst>
                <a:path extrusionOk="0" h="1547" w="1627">
                  <a:moveTo>
                    <a:pt x="723" y="0"/>
                  </a:moveTo>
                  <a:lnTo>
                    <a:pt x="603" y="281"/>
                  </a:lnTo>
                  <a:lnTo>
                    <a:pt x="542" y="382"/>
                  </a:lnTo>
                  <a:lnTo>
                    <a:pt x="482" y="462"/>
                  </a:lnTo>
                  <a:lnTo>
                    <a:pt x="362" y="562"/>
                  </a:lnTo>
                  <a:lnTo>
                    <a:pt x="241" y="623"/>
                  </a:lnTo>
                  <a:lnTo>
                    <a:pt x="0" y="763"/>
                  </a:lnTo>
                  <a:lnTo>
                    <a:pt x="783" y="1546"/>
                  </a:lnTo>
                  <a:lnTo>
                    <a:pt x="904" y="1305"/>
                  </a:lnTo>
                  <a:lnTo>
                    <a:pt x="964" y="1185"/>
                  </a:lnTo>
                  <a:lnTo>
                    <a:pt x="1064" y="1085"/>
                  </a:lnTo>
                  <a:lnTo>
                    <a:pt x="1165" y="1024"/>
                  </a:lnTo>
                  <a:lnTo>
                    <a:pt x="1285" y="944"/>
                  </a:lnTo>
                  <a:lnTo>
                    <a:pt x="1627" y="803"/>
                  </a:lnTo>
                  <a:lnTo>
                    <a:pt x="1285" y="643"/>
                  </a:lnTo>
                  <a:lnTo>
                    <a:pt x="1145" y="583"/>
                  </a:lnTo>
                  <a:lnTo>
                    <a:pt x="1044" y="502"/>
                  </a:lnTo>
                  <a:lnTo>
                    <a:pt x="944" y="402"/>
                  </a:lnTo>
                  <a:lnTo>
                    <a:pt x="884" y="281"/>
                  </a:lnTo>
                  <a:lnTo>
                    <a:pt x="72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58" name="Google Shape;2758;p35"/>
            <p:cNvSpPr/>
            <p:nvPr/>
          </p:nvSpPr>
          <p:spPr>
            <a:xfrm>
              <a:off x="5989100" y="3351950"/>
              <a:ext cx="41700" cy="36175"/>
            </a:xfrm>
            <a:custGeom>
              <a:rect b="b" l="l" r="r" t="t"/>
              <a:pathLst>
                <a:path extrusionOk="0" h="1447" w="1668">
                  <a:moveTo>
                    <a:pt x="945" y="0"/>
                  </a:moveTo>
                  <a:lnTo>
                    <a:pt x="905" y="121"/>
                  </a:lnTo>
                  <a:lnTo>
                    <a:pt x="824" y="221"/>
                  </a:lnTo>
                  <a:lnTo>
                    <a:pt x="744" y="322"/>
                  </a:lnTo>
                  <a:lnTo>
                    <a:pt x="644" y="422"/>
                  </a:lnTo>
                  <a:lnTo>
                    <a:pt x="523" y="502"/>
                  </a:lnTo>
                  <a:lnTo>
                    <a:pt x="382" y="583"/>
                  </a:lnTo>
                  <a:lnTo>
                    <a:pt x="1" y="743"/>
                  </a:lnTo>
                  <a:lnTo>
                    <a:pt x="222" y="783"/>
                  </a:lnTo>
                  <a:lnTo>
                    <a:pt x="382" y="844"/>
                  </a:lnTo>
                  <a:lnTo>
                    <a:pt x="543" y="924"/>
                  </a:lnTo>
                  <a:lnTo>
                    <a:pt x="664" y="1004"/>
                  </a:lnTo>
                  <a:lnTo>
                    <a:pt x="744" y="1105"/>
                  </a:lnTo>
                  <a:lnTo>
                    <a:pt x="824" y="1205"/>
                  </a:lnTo>
                  <a:lnTo>
                    <a:pt x="884" y="1326"/>
                  </a:lnTo>
                  <a:lnTo>
                    <a:pt x="945" y="1446"/>
                  </a:lnTo>
                  <a:lnTo>
                    <a:pt x="1668" y="683"/>
                  </a:lnTo>
                  <a:lnTo>
                    <a:pt x="945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59" name="Google Shape;2759;p35"/>
            <p:cNvSpPr/>
            <p:nvPr/>
          </p:nvSpPr>
          <p:spPr>
            <a:xfrm>
              <a:off x="5456500" y="2738525"/>
              <a:ext cx="34675" cy="32650"/>
            </a:xfrm>
            <a:custGeom>
              <a:rect b="b" l="l" r="r" t="t"/>
              <a:pathLst>
                <a:path extrusionOk="0" h="1306" w="1387">
                  <a:moveTo>
                    <a:pt x="663" y="0"/>
                  </a:moveTo>
                  <a:lnTo>
                    <a:pt x="583" y="60"/>
                  </a:lnTo>
                  <a:lnTo>
                    <a:pt x="523" y="141"/>
                  </a:lnTo>
                  <a:lnTo>
                    <a:pt x="422" y="301"/>
                  </a:lnTo>
                  <a:lnTo>
                    <a:pt x="342" y="382"/>
                  </a:lnTo>
                  <a:lnTo>
                    <a:pt x="262" y="462"/>
                  </a:lnTo>
                  <a:lnTo>
                    <a:pt x="161" y="522"/>
                  </a:lnTo>
                  <a:lnTo>
                    <a:pt x="41" y="542"/>
                  </a:lnTo>
                  <a:lnTo>
                    <a:pt x="21" y="562"/>
                  </a:lnTo>
                  <a:lnTo>
                    <a:pt x="21" y="603"/>
                  </a:lnTo>
                  <a:lnTo>
                    <a:pt x="1" y="643"/>
                  </a:lnTo>
                  <a:lnTo>
                    <a:pt x="663" y="1305"/>
                  </a:lnTo>
                  <a:lnTo>
                    <a:pt x="1386" y="663"/>
                  </a:lnTo>
                  <a:lnTo>
                    <a:pt x="66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60" name="Google Shape;2760;p35"/>
            <p:cNvSpPr/>
            <p:nvPr/>
          </p:nvSpPr>
          <p:spPr>
            <a:xfrm>
              <a:off x="5888200" y="2943825"/>
              <a:ext cx="34175" cy="31650"/>
            </a:xfrm>
            <a:custGeom>
              <a:rect b="b" l="l" r="r" t="t"/>
              <a:pathLst>
                <a:path extrusionOk="0" h="1266" w="1367">
                  <a:moveTo>
                    <a:pt x="704" y="1"/>
                  </a:moveTo>
                  <a:lnTo>
                    <a:pt x="1" y="623"/>
                  </a:lnTo>
                  <a:lnTo>
                    <a:pt x="704" y="1266"/>
                  </a:lnTo>
                  <a:lnTo>
                    <a:pt x="1366" y="643"/>
                  </a:lnTo>
                  <a:lnTo>
                    <a:pt x="704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61" name="Google Shape;2761;p35"/>
            <p:cNvSpPr/>
            <p:nvPr/>
          </p:nvSpPr>
          <p:spPr>
            <a:xfrm>
              <a:off x="5455500" y="2943325"/>
              <a:ext cx="36675" cy="35175"/>
            </a:xfrm>
            <a:custGeom>
              <a:rect b="b" l="l" r="r" t="t"/>
              <a:pathLst>
                <a:path extrusionOk="0" h="1407" w="1467">
                  <a:moveTo>
                    <a:pt x="703" y="1"/>
                  </a:moveTo>
                  <a:lnTo>
                    <a:pt x="0" y="663"/>
                  </a:lnTo>
                  <a:lnTo>
                    <a:pt x="804" y="1406"/>
                  </a:lnTo>
                  <a:lnTo>
                    <a:pt x="824" y="1246"/>
                  </a:lnTo>
                  <a:lnTo>
                    <a:pt x="864" y="1125"/>
                  </a:lnTo>
                  <a:lnTo>
                    <a:pt x="944" y="1025"/>
                  </a:lnTo>
                  <a:lnTo>
                    <a:pt x="1045" y="944"/>
                  </a:lnTo>
                  <a:lnTo>
                    <a:pt x="1145" y="884"/>
                  </a:lnTo>
                  <a:lnTo>
                    <a:pt x="1245" y="824"/>
                  </a:lnTo>
                  <a:lnTo>
                    <a:pt x="1466" y="683"/>
                  </a:lnTo>
                  <a:lnTo>
                    <a:pt x="703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62" name="Google Shape;2762;p35"/>
            <p:cNvSpPr/>
            <p:nvPr/>
          </p:nvSpPr>
          <p:spPr>
            <a:xfrm>
              <a:off x="5995650" y="3148650"/>
              <a:ext cx="35150" cy="33650"/>
            </a:xfrm>
            <a:custGeom>
              <a:rect b="b" l="l" r="r" t="t"/>
              <a:pathLst>
                <a:path extrusionOk="0" h="1346" w="1406">
                  <a:moveTo>
                    <a:pt x="723" y="0"/>
                  </a:moveTo>
                  <a:lnTo>
                    <a:pt x="0" y="663"/>
                  </a:lnTo>
                  <a:lnTo>
                    <a:pt x="20" y="723"/>
                  </a:lnTo>
                  <a:lnTo>
                    <a:pt x="40" y="763"/>
                  </a:lnTo>
                  <a:lnTo>
                    <a:pt x="100" y="783"/>
                  </a:lnTo>
                  <a:lnTo>
                    <a:pt x="161" y="803"/>
                  </a:lnTo>
                  <a:lnTo>
                    <a:pt x="301" y="843"/>
                  </a:lnTo>
                  <a:lnTo>
                    <a:pt x="361" y="864"/>
                  </a:lnTo>
                  <a:lnTo>
                    <a:pt x="422" y="904"/>
                  </a:lnTo>
                  <a:lnTo>
                    <a:pt x="562" y="1125"/>
                  </a:lnTo>
                  <a:lnTo>
                    <a:pt x="703" y="1345"/>
                  </a:lnTo>
                  <a:lnTo>
                    <a:pt x="1406" y="623"/>
                  </a:lnTo>
                  <a:lnTo>
                    <a:pt x="72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63" name="Google Shape;2763;p35"/>
            <p:cNvSpPr/>
            <p:nvPr/>
          </p:nvSpPr>
          <p:spPr>
            <a:xfrm>
              <a:off x="5888725" y="2740025"/>
              <a:ext cx="33650" cy="29650"/>
            </a:xfrm>
            <a:custGeom>
              <a:rect b="b" l="l" r="r" t="t"/>
              <a:pathLst>
                <a:path extrusionOk="0" h="1186" w="1346">
                  <a:moveTo>
                    <a:pt x="663" y="0"/>
                  </a:moveTo>
                  <a:lnTo>
                    <a:pt x="0" y="583"/>
                  </a:lnTo>
                  <a:lnTo>
                    <a:pt x="663" y="1185"/>
                  </a:lnTo>
                  <a:lnTo>
                    <a:pt x="1345" y="603"/>
                  </a:lnTo>
                  <a:lnTo>
                    <a:pt x="66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64" name="Google Shape;2764;p35"/>
            <p:cNvSpPr/>
            <p:nvPr/>
          </p:nvSpPr>
          <p:spPr>
            <a:xfrm>
              <a:off x="5347075" y="3249050"/>
              <a:ext cx="37675" cy="37650"/>
            </a:xfrm>
            <a:custGeom>
              <a:rect b="b" l="l" r="r" t="t"/>
              <a:pathLst>
                <a:path extrusionOk="0" h="1506" w="1507">
                  <a:moveTo>
                    <a:pt x="723" y="0"/>
                  </a:moveTo>
                  <a:lnTo>
                    <a:pt x="0" y="743"/>
                  </a:lnTo>
                  <a:lnTo>
                    <a:pt x="804" y="1506"/>
                  </a:lnTo>
                  <a:lnTo>
                    <a:pt x="844" y="1365"/>
                  </a:lnTo>
                  <a:lnTo>
                    <a:pt x="884" y="1225"/>
                  </a:lnTo>
                  <a:lnTo>
                    <a:pt x="964" y="1124"/>
                  </a:lnTo>
                  <a:lnTo>
                    <a:pt x="1044" y="1044"/>
                  </a:lnTo>
                  <a:lnTo>
                    <a:pt x="1145" y="964"/>
                  </a:lnTo>
                  <a:lnTo>
                    <a:pt x="1245" y="904"/>
                  </a:lnTo>
                  <a:lnTo>
                    <a:pt x="1366" y="843"/>
                  </a:lnTo>
                  <a:lnTo>
                    <a:pt x="1506" y="823"/>
                  </a:lnTo>
                  <a:lnTo>
                    <a:pt x="1486" y="723"/>
                  </a:lnTo>
                  <a:lnTo>
                    <a:pt x="1466" y="663"/>
                  </a:lnTo>
                  <a:lnTo>
                    <a:pt x="1406" y="602"/>
                  </a:lnTo>
                  <a:lnTo>
                    <a:pt x="1346" y="582"/>
                  </a:lnTo>
                  <a:lnTo>
                    <a:pt x="1225" y="542"/>
                  </a:lnTo>
                  <a:lnTo>
                    <a:pt x="1165" y="502"/>
                  </a:lnTo>
                  <a:lnTo>
                    <a:pt x="1105" y="482"/>
                  </a:lnTo>
                  <a:lnTo>
                    <a:pt x="1004" y="361"/>
                  </a:lnTo>
                  <a:lnTo>
                    <a:pt x="904" y="241"/>
                  </a:lnTo>
                  <a:lnTo>
                    <a:pt x="72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65" name="Google Shape;2765;p35"/>
            <p:cNvSpPr/>
            <p:nvPr/>
          </p:nvSpPr>
          <p:spPr>
            <a:xfrm>
              <a:off x="5347075" y="2942325"/>
              <a:ext cx="38675" cy="36175"/>
            </a:xfrm>
            <a:custGeom>
              <a:rect b="b" l="l" r="r" t="t"/>
              <a:pathLst>
                <a:path extrusionOk="0" h="1447" w="1547">
                  <a:moveTo>
                    <a:pt x="763" y="0"/>
                  </a:moveTo>
                  <a:lnTo>
                    <a:pt x="0" y="703"/>
                  </a:lnTo>
                  <a:lnTo>
                    <a:pt x="804" y="1446"/>
                  </a:lnTo>
                  <a:lnTo>
                    <a:pt x="824" y="1306"/>
                  </a:lnTo>
                  <a:lnTo>
                    <a:pt x="884" y="1165"/>
                  </a:lnTo>
                  <a:lnTo>
                    <a:pt x="964" y="1065"/>
                  </a:lnTo>
                  <a:lnTo>
                    <a:pt x="1065" y="984"/>
                  </a:lnTo>
                  <a:lnTo>
                    <a:pt x="1165" y="904"/>
                  </a:lnTo>
                  <a:lnTo>
                    <a:pt x="1285" y="844"/>
                  </a:lnTo>
                  <a:lnTo>
                    <a:pt x="1546" y="683"/>
                  </a:lnTo>
                  <a:lnTo>
                    <a:pt x="1245" y="543"/>
                  </a:lnTo>
                  <a:lnTo>
                    <a:pt x="1125" y="482"/>
                  </a:lnTo>
                  <a:lnTo>
                    <a:pt x="1024" y="402"/>
                  </a:lnTo>
                  <a:lnTo>
                    <a:pt x="944" y="322"/>
                  </a:lnTo>
                  <a:lnTo>
                    <a:pt x="864" y="201"/>
                  </a:lnTo>
                  <a:lnTo>
                    <a:pt x="76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66" name="Google Shape;2766;p35"/>
            <p:cNvSpPr/>
            <p:nvPr/>
          </p:nvSpPr>
          <p:spPr>
            <a:xfrm>
              <a:off x="5346075" y="3350950"/>
              <a:ext cx="41675" cy="39675"/>
            </a:xfrm>
            <a:custGeom>
              <a:rect b="b" l="l" r="r" t="t"/>
              <a:pathLst>
                <a:path extrusionOk="0" h="1587" w="1667">
                  <a:moveTo>
                    <a:pt x="803" y="0"/>
                  </a:moveTo>
                  <a:lnTo>
                    <a:pt x="0" y="783"/>
                  </a:lnTo>
                  <a:lnTo>
                    <a:pt x="20" y="823"/>
                  </a:lnTo>
                  <a:lnTo>
                    <a:pt x="40" y="864"/>
                  </a:lnTo>
                  <a:lnTo>
                    <a:pt x="161" y="904"/>
                  </a:lnTo>
                  <a:lnTo>
                    <a:pt x="281" y="944"/>
                  </a:lnTo>
                  <a:lnTo>
                    <a:pt x="342" y="964"/>
                  </a:lnTo>
                  <a:lnTo>
                    <a:pt x="402" y="1004"/>
                  </a:lnTo>
                  <a:lnTo>
                    <a:pt x="502" y="1145"/>
                  </a:lnTo>
                  <a:lnTo>
                    <a:pt x="603" y="1285"/>
                  </a:lnTo>
                  <a:lnTo>
                    <a:pt x="783" y="1586"/>
                  </a:lnTo>
                  <a:lnTo>
                    <a:pt x="944" y="1285"/>
                  </a:lnTo>
                  <a:lnTo>
                    <a:pt x="1024" y="1145"/>
                  </a:lnTo>
                  <a:lnTo>
                    <a:pt x="1105" y="1044"/>
                  </a:lnTo>
                  <a:lnTo>
                    <a:pt x="1205" y="964"/>
                  </a:lnTo>
                  <a:lnTo>
                    <a:pt x="1325" y="884"/>
                  </a:lnTo>
                  <a:lnTo>
                    <a:pt x="1667" y="743"/>
                  </a:lnTo>
                  <a:lnTo>
                    <a:pt x="1325" y="582"/>
                  </a:lnTo>
                  <a:lnTo>
                    <a:pt x="1185" y="522"/>
                  </a:lnTo>
                  <a:lnTo>
                    <a:pt x="1064" y="442"/>
                  </a:lnTo>
                  <a:lnTo>
                    <a:pt x="984" y="342"/>
                  </a:lnTo>
                  <a:lnTo>
                    <a:pt x="924" y="241"/>
                  </a:lnTo>
                  <a:lnTo>
                    <a:pt x="80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67" name="Google Shape;2767;p35"/>
            <p:cNvSpPr/>
            <p:nvPr/>
          </p:nvSpPr>
          <p:spPr>
            <a:xfrm>
              <a:off x="5235125" y="3348925"/>
              <a:ext cx="40700" cy="42700"/>
            </a:xfrm>
            <a:custGeom>
              <a:rect b="b" l="l" r="r" t="t"/>
              <a:pathLst>
                <a:path extrusionOk="0" h="1708" w="1628">
                  <a:moveTo>
                    <a:pt x="884" y="1"/>
                  </a:moveTo>
                  <a:lnTo>
                    <a:pt x="744" y="282"/>
                  </a:lnTo>
                  <a:lnTo>
                    <a:pt x="663" y="402"/>
                  </a:lnTo>
                  <a:lnTo>
                    <a:pt x="583" y="503"/>
                  </a:lnTo>
                  <a:lnTo>
                    <a:pt x="462" y="603"/>
                  </a:lnTo>
                  <a:lnTo>
                    <a:pt x="342" y="663"/>
                  </a:lnTo>
                  <a:lnTo>
                    <a:pt x="1" y="824"/>
                  </a:lnTo>
                  <a:lnTo>
                    <a:pt x="322" y="985"/>
                  </a:lnTo>
                  <a:lnTo>
                    <a:pt x="462" y="1065"/>
                  </a:lnTo>
                  <a:lnTo>
                    <a:pt x="563" y="1145"/>
                  </a:lnTo>
                  <a:lnTo>
                    <a:pt x="643" y="1246"/>
                  </a:lnTo>
                  <a:lnTo>
                    <a:pt x="723" y="1386"/>
                  </a:lnTo>
                  <a:lnTo>
                    <a:pt x="884" y="1708"/>
                  </a:lnTo>
                  <a:lnTo>
                    <a:pt x="1045" y="1406"/>
                  </a:lnTo>
                  <a:lnTo>
                    <a:pt x="1185" y="1165"/>
                  </a:lnTo>
                  <a:lnTo>
                    <a:pt x="1225" y="1105"/>
                  </a:lnTo>
                  <a:lnTo>
                    <a:pt x="1306" y="1065"/>
                  </a:lnTo>
                  <a:lnTo>
                    <a:pt x="1466" y="1005"/>
                  </a:lnTo>
                  <a:lnTo>
                    <a:pt x="1547" y="965"/>
                  </a:lnTo>
                  <a:lnTo>
                    <a:pt x="1607" y="904"/>
                  </a:lnTo>
                  <a:lnTo>
                    <a:pt x="1627" y="804"/>
                  </a:lnTo>
                  <a:lnTo>
                    <a:pt x="1627" y="663"/>
                  </a:lnTo>
                  <a:lnTo>
                    <a:pt x="1466" y="684"/>
                  </a:lnTo>
                  <a:lnTo>
                    <a:pt x="1346" y="663"/>
                  </a:lnTo>
                  <a:lnTo>
                    <a:pt x="1246" y="603"/>
                  </a:lnTo>
                  <a:lnTo>
                    <a:pt x="1165" y="503"/>
                  </a:lnTo>
                  <a:lnTo>
                    <a:pt x="1085" y="402"/>
                  </a:lnTo>
                  <a:lnTo>
                    <a:pt x="1025" y="262"/>
                  </a:lnTo>
                  <a:lnTo>
                    <a:pt x="884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68" name="Google Shape;2768;p35"/>
            <p:cNvSpPr/>
            <p:nvPr/>
          </p:nvSpPr>
          <p:spPr>
            <a:xfrm>
              <a:off x="5888200" y="2842425"/>
              <a:ext cx="34175" cy="30650"/>
            </a:xfrm>
            <a:custGeom>
              <a:rect b="b" l="l" r="r" t="t"/>
              <a:pathLst>
                <a:path extrusionOk="0" h="1226" w="1367">
                  <a:moveTo>
                    <a:pt x="704" y="1"/>
                  </a:moveTo>
                  <a:lnTo>
                    <a:pt x="1" y="583"/>
                  </a:lnTo>
                  <a:lnTo>
                    <a:pt x="704" y="1225"/>
                  </a:lnTo>
                  <a:lnTo>
                    <a:pt x="1366" y="583"/>
                  </a:lnTo>
                  <a:lnTo>
                    <a:pt x="704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69" name="Google Shape;2769;p35"/>
            <p:cNvSpPr/>
            <p:nvPr/>
          </p:nvSpPr>
          <p:spPr>
            <a:xfrm>
              <a:off x="5456000" y="2840425"/>
              <a:ext cx="35175" cy="36175"/>
            </a:xfrm>
            <a:custGeom>
              <a:rect b="b" l="l" r="r" t="t"/>
              <a:pathLst>
                <a:path extrusionOk="0" h="1447" w="1407">
                  <a:moveTo>
                    <a:pt x="683" y="0"/>
                  </a:moveTo>
                  <a:lnTo>
                    <a:pt x="603" y="81"/>
                  </a:lnTo>
                  <a:lnTo>
                    <a:pt x="543" y="161"/>
                  </a:lnTo>
                  <a:lnTo>
                    <a:pt x="422" y="342"/>
                  </a:lnTo>
                  <a:lnTo>
                    <a:pt x="362" y="422"/>
                  </a:lnTo>
                  <a:lnTo>
                    <a:pt x="262" y="482"/>
                  </a:lnTo>
                  <a:lnTo>
                    <a:pt x="161" y="542"/>
                  </a:lnTo>
                  <a:lnTo>
                    <a:pt x="41" y="563"/>
                  </a:lnTo>
                  <a:lnTo>
                    <a:pt x="21" y="583"/>
                  </a:lnTo>
                  <a:lnTo>
                    <a:pt x="21" y="643"/>
                  </a:lnTo>
                  <a:lnTo>
                    <a:pt x="1" y="763"/>
                  </a:lnTo>
                  <a:lnTo>
                    <a:pt x="221" y="864"/>
                  </a:lnTo>
                  <a:lnTo>
                    <a:pt x="322" y="904"/>
                  </a:lnTo>
                  <a:lnTo>
                    <a:pt x="422" y="964"/>
                  </a:lnTo>
                  <a:lnTo>
                    <a:pt x="503" y="1085"/>
                  </a:lnTo>
                  <a:lnTo>
                    <a:pt x="563" y="1185"/>
                  </a:lnTo>
                  <a:lnTo>
                    <a:pt x="703" y="1446"/>
                  </a:lnTo>
                  <a:lnTo>
                    <a:pt x="1406" y="683"/>
                  </a:lnTo>
                  <a:lnTo>
                    <a:pt x="68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70" name="Google Shape;2770;p35"/>
            <p:cNvSpPr/>
            <p:nvPr/>
          </p:nvSpPr>
          <p:spPr>
            <a:xfrm>
              <a:off x="5995125" y="3250550"/>
              <a:ext cx="36175" cy="33650"/>
            </a:xfrm>
            <a:custGeom>
              <a:rect b="b" l="l" r="r" t="t"/>
              <a:pathLst>
                <a:path extrusionOk="0" h="1346" w="1447">
                  <a:moveTo>
                    <a:pt x="643" y="0"/>
                  </a:moveTo>
                  <a:lnTo>
                    <a:pt x="623" y="141"/>
                  </a:lnTo>
                  <a:lnTo>
                    <a:pt x="583" y="241"/>
                  </a:lnTo>
                  <a:lnTo>
                    <a:pt x="503" y="322"/>
                  </a:lnTo>
                  <a:lnTo>
                    <a:pt x="423" y="402"/>
                  </a:lnTo>
                  <a:lnTo>
                    <a:pt x="222" y="502"/>
                  </a:lnTo>
                  <a:lnTo>
                    <a:pt x="1" y="623"/>
                  </a:lnTo>
                  <a:lnTo>
                    <a:pt x="744" y="1346"/>
                  </a:lnTo>
                  <a:lnTo>
                    <a:pt x="1447" y="663"/>
                  </a:lnTo>
                  <a:lnTo>
                    <a:pt x="1366" y="583"/>
                  </a:lnTo>
                  <a:lnTo>
                    <a:pt x="1286" y="522"/>
                  </a:lnTo>
                  <a:lnTo>
                    <a:pt x="1085" y="402"/>
                  </a:lnTo>
                  <a:lnTo>
                    <a:pt x="1005" y="342"/>
                  </a:lnTo>
                  <a:lnTo>
                    <a:pt x="925" y="261"/>
                  </a:lnTo>
                  <a:lnTo>
                    <a:pt x="864" y="161"/>
                  </a:lnTo>
                  <a:lnTo>
                    <a:pt x="844" y="40"/>
                  </a:lnTo>
                  <a:lnTo>
                    <a:pt x="804" y="20"/>
                  </a:lnTo>
                  <a:lnTo>
                    <a:pt x="764" y="20"/>
                  </a:lnTo>
                  <a:lnTo>
                    <a:pt x="64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71" name="Google Shape;2771;p35"/>
            <p:cNvSpPr/>
            <p:nvPr/>
          </p:nvSpPr>
          <p:spPr>
            <a:xfrm>
              <a:off x="5348075" y="2834900"/>
              <a:ext cx="37675" cy="39675"/>
            </a:xfrm>
            <a:custGeom>
              <a:rect b="b" l="l" r="r" t="t"/>
              <a:pathLst>
                <a:path extrusionOk="0" h="1587" w="1507">
                  <a:moveTo>
                    <a:pt x="683" y="0"/>
                  </a:moveTo>
                  <a:lnTo>
                    <a:pt x="563" y="302"/>
                  </a:lnTo>
                  <a:lnTo>
                    <a:pt x="502" y="422"/>
                  </a:lnTo>
                  <a:lnTo>
                    <a:pt x="422" y="522"/>
                  </a:lnTo>
                  <a:lnTo>
                    <a:pt x="342" y="623"/>
                  </a:lnTo>
                  <a:lnTo>
                    <a:pt x="262" y="683"/>
                  </a:lnTo>
                  <a:lnTo>
                    <a:pt x="161" y="743"/>
                  </a:lnTo>
                  <a:lnTo>
                    <a:pt x="41" y="784"/>
                  </a:lnTo>
                  <a:lnTo>
                    <a:pt x="21" y="804"/>
                  </a:lnTo>
                  <a:lnTo>
                    <a:pt x="0" y="844"/>
                  </a:lnTo>
                  <a:lnTo>
                    <a:pt x="0" y="904"/>
                  </a:lnTo>
                  <a:lnTo>
                    <a:pt x="764" y="1587"/>
                  </a:lnTo>
                  <a:lnTo>
                    <a:pt x="824" y="1406"/>
                  </a:lnTo>
                  <a:lnTo>
                    <a:pt x="864" y="1306"/>
                  </a:lnTo>
                  <a:lnTo>
                    <a:pt x="904" y="1245"/>
                  </a:lnTo>
                  <a:lnTo>
                    <a:pt x="1045" y="1165"/>
                  </a:lnTo>
                  <a:lnTo>
                    <a:pt x="1185" y="1065"/>
                  </a:lnTo>
                  <a:lnTo>
                    <a:pt x="1506" y="884"/>
                  </a:lnTo>
                  <a:lnTo>
                    <a:pt x="1225" y="743"/>
                  </a:lnTo>
                  <a:lnTo>
                    <a:pt x="1105" y="663"/>
                  </a:lnTo>
                  <a:lnTo>
                    <a:pt x="1004" y="583"/>
                  </a:lnTo>
                  <a:lnTo>
                    <a:pt x="904" y="482"/>
                  </a:lnTo>
                  <a:lnTo>
                    <a:pt x="824" y="342"/>
                  </a:lnTo>
                  <a:lnTo>
                    <a:pt x="743" y="201"/>
                  </a:lnTo>
                  <a:lnTo>
                    <a:pt x="68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72" name="Google Shape;2772;p35"/>
            <p:cNvSpPr/>
            <p:nvPr/>
          </p:nvSpPr>
          <p:spPr>
            <a:xfrm>
              <a:off x="5237650" y="2942825"/>
              <a:ext cx="38175" cy="33650"/>
            </a:xfrm>
            <a:custGeom>
              <a:rect b="b" l="l" r="r" t="t"/>
              <a:pathLst>
                <a:path extrusionOk="0" h="1346" w="1527">
                  <a:moveTo>
                    <a:pt x="783" y="1"/>
                  </a:moveTo>
                  <a:lnTo>
                    <a:pt x="0" y="723"/>
                  </a:lnTo>
                  <a:lnTo>
                    <a:pt x="221" y="824"/>
                  </a:lnTo>
                  <a:lnTo>
                    <a:pt x="422" y="944"/>
                  </a:lnTo>
                  <a:lnTo>
                    <a:pt x="522" y="1025"/>
                  </a:lnTo>
                  <a:lnTo>
                    <a:pt x="582" y="1105"/>
                  </a:lnTo>
                  <a:lnTo>
                    <a:pt x="643" y="1205"/>
                  </a:lnTo>
                  <a:lnTo>
                    <a:pt x="703" y="1326"/>
                  </a:lnTo>
                  <a:lnTo>
                    <a:pt x="723" y="1346"/>
                  </a:lnTo>
                  <a:lnTo>
                    <a:pt x="783" y="1346"/>
                  </a:lnTo>
                  <a:lnTo>
                    <a:pt x="1526" y="663"/>
                  </a:lnTo>
                  <a:lnTo>
                    <a:pt x="783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73" name="Google Shape;2773;p35"/>
            <p:cNvSpPr/>
            <p:nvPr/>
          </p:nvSpPr>
          <p:spPr>
            <a:xfrm>
              <a:off x="5239150" y="2840925"/>
              <a:ext cx="36150" cy="33150"/>
            </a:xfrm>
            <a:custGeom>
              <a:rect b="b" l="l" r="r" t="t"/>
              <a:pathLst>
                <a:path extrusionOk="0" h="1326" w="1446">
                  <a:moveTo>
                    <a:pt x="703" y="0"/>
                  </a:moveTo>
                  <a:lnTo>
                    <a:pt x="0" y="663"/>
                  </a:lnTo>
                  <a:lnTo>
                    <a:pt x="723" y="1326"/>
                  </a:lnTo>
                  <a:lnTo>
                    <a:pt x="1446" y="663"/>
                  </a:lnTo>
                  <a:lnTo>
                    <a:pt x="70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74" name="Google Shape;2774;p35"/>
            <p:cNvSpPr/>
            <p:nvPr/>
          </p:nvSpPr>
          <p:spPr>
            <a:xfrm>
              <a:off x="5238650" y="3248525"/>
              <a:ext cx="37675" cy="37675"/>
            </a:xfrm>
            <a:custGeom>
              <a:rect b="b" l="l" r="r" t="t"/>
              <a:pathLst>
                <a:path extrusionOk="0" h="1507" w="1507">
                  <a:moveTo>
                    <a:pt x="783" y="1"/>
                  </a:moveTo>
                  <a:lnTo>
                    <a:pt x="0" y="744"/>
                  </a:lnTo>
                  <a:lnTo>
                    <a:pt x="803" y="1507"/>
                  </a:lnTo>
                  <a:lnTo>
                    <a:pt x="944" y="1246"/>
                  </a:lnTo>
                  <a:lnTo>
                    <a:pt x="1024" y="1125"/>
                  </a:lnTo>
                  <a:lnTo>
                    <a:pt x="1105" y="1005"/>
                  </a:lnTo>
                  <a:lnTo>
                    <a:pt x="1145" y="965"/>
                  </a:lnTo>
                  <a:lnTo>
                    <a:pt x="1225" y="945"/>
                  </a:lnTo>
                  <a:lnTo>
                    <a:pt x="1345" y="905"/>
                  </a:lnTo>
                  <a:lnTo>
                    <a:pt x="1406" y="884"/>
                  </a:lnTo>
                  <a:lnTo>
                    <a:pt x="1466" y="844"/>
                  </a:lnTo>
                  <a:lnTo>
                    <a:pt x="1506" y="764"/>
                  </a:lnTo>
                  <a:lnTo>
                    <a:pt x="1506" y="684"/>
                  </a:lnTo>
                  <a:lnTo>
                    <a:pt x="1265" y="563"/>
                  </a:lnTo>
                  <a:lnTo>
                    <a:pt x="1165" y="503"/>
                  </a:lnTo>
                  <a:lnTo>
                    <a:pt x="1064" y="423"/>
                  </a:lnTo>
                  <a:lnTo>
                    <a:pt x="964" y="342"/>
                  </a:lnTo>
                  <a:lnTo>
                    <a:pt x="904" y="242"/>
                  </a:lnTo>
                  <a:lnTo>
                    <a:pt x="823" y="121"/>
                  </a:lnTo>
                  <a:lnTo>
                    <a:pt x="783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75" name="Google Shape;2775;p35"/>
            <p:cNvSpPr/>
            <p:nvPr/>
          </p:nvSpPr>
          <p:spPr>
            <a:xfrm>
              <a:off x="5996150" y="2945325"/>
              <a:ext cx="34650" cy="29150"/>
            </a:xfrm>
            <a:custGeom>
              <a:rect b="b" l="l" r="r" t="t"/>
              <a:pathLst>
                <a:path extrusionOk="0" h="1166" w="1386">
                  <a:moveTo>
                    <a:pt x="683" y="1"/>
                  </a:moveTo>
                  <a:lnTo>
                    <a:pt x="0" y="563"/>
                  </a:lnTo>
                  <a:lnTo>
                    <a:pt x="723" y="1166"/>
                  </a:lnTo>
                  <a:lnTo>
                    <a:pt x="1386" y="543"/>
                  </a:lnTo>
                  <a:lnTo>
                    <a:pt x="683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76" name="Google Shape;2776;p35"/>
            <p:cNvSpPr/>
            <p:nvPr/>
          </p:nvSpPr>
          <p:spPr>
            <a:xfrm>
              <a:off x="5237650" y="3044725"/>
              <a:ext cx="38175" cy="34675"/>
            </a:xfrm>
            <a:custGeom>
              <a:rect b="b" l="l" r="r" t="t"/>
              <a:pathLst>
                <a:path extrusionOk="0" h="1387" w="1527">
                  <a:moveTo>
                    <a:pt x="743" y="1"/>
                  </a:moveTo>
                  <a:lnTo>
                    <a:pt x="622" y="201"/>
                  </a:lnTo>
                  <a:lnTo>
                    <a:pt x="562" y="302"/>
                  </a:lnTo>
                  <a:lnTo>
                    <a:pt x="462" y="422"/>
                  </a:lnTo>
                  <a:lnTo>
                    <a:pt x="361" y="503"/>
                  </a:lnTo>
                  <a:lnTo>
                    <a:pt x="241" y="563"/>
                  </a:lnTo>
                  <a:lnTo>
                    <a:pt x="0" y="683"/>
                  </a:lnTo>
                  <a:lnTo>
                    <a:pt x="763" y="1386"/>
                  </a:lnTo>
                  <a:lnTo>
                    <a:pt x="1526" y="703"/>
                  </a:lnTo>
                  <a:lnTo>
                    <a:pt x="743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77" name="Google Shape;2777;p35"/>
            <p:cNvSpPr/>
            <p:nvPr/>
          </p:nvSpPr>
          <p:spPr>
            <a:xfrm>
              <a:off x="5347075" y="2739525"/>
              <a:ext cx="37175" cy="32150"/>
            </a:xfrm>
            <a:custGeom>
              <a:rect b="b" l="l" r="r" t="t"/>
              <a:pathLst>
                <a:path extrusionOk="0" h="1286" w="1487">
                  <a:moveTo>
                    <a:pt x="743" y="0"/>
                  </a:moveTo>
                  <a:lnTo>
                    <a:pt x="0" y="623"/>
                  </a:lnTo>
                  <a:lnTo>
                    <a:pt x="783" y="1285"/>
                  </a:lnTo>
                  <a:lnTo>
                    <a:pt x="884" y="1085"/>
                  </a:lnTo>
                  <a:lnTo>
                    <a:pt x="944" y="984"/>
                  </a:lnTo>
                  <a:lnTo>
                    <a:pt x="1004" y="884"/>
                  </a:lnTo>
                  <a:lnTo>
                    <a:pt x="1125" y="824"/>
                  </a:lnTo>
                  <a:lnTo>
                    <a:pt x="1245" y="763"/>
                  </a:lnTo>
                  <a:lnTo>
                    <a:pt x="1486" y="643"/>
                  </a:lnTo>
                  <a:lnTo>
                    <a:pt x="74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78" name="Google Shape;2778;p35"/>
            <p:cNvSpPr/>
            <p:nvPr/>
          </p:nvSpPr>
          <p:spPr>
            <a:xfrm>
              <a:off x="5238650" y="3147125"/>
              <a:ext cx="37675" cy="36175"/>
            </a:xfrm>
            <a:custGeom>
              <a:rect b="b" l="l" r="r" t="t"/>
              <a:pathLst>
                <a:path extrusionOk="0" h="1447" w="1507">
                  <a:moveTo>
                    <a:pt x="763" y="1"/>
                  </a:moveTo>
                  <a:lnTo>
                    <a:pt x="0" y="704"/>
                  </a:lnTo>
                  <a:lnTo>
                    <a:pt x="803" y="1447"/>
                  </a:lnTo>
                  <a:lnTo>
                    <a:pt x="944" y="1186"/>
                  </a:lnTo>
                  <a:lnTo>
                    <a:pt x="1024" y="1065"/>
                  </a:lnTo>
                  <a:lnTo>
                    <a:pt x="1125" y="965"/>
                  </a:lnTo>
                  <a:lnTo>
                    <a:pt x="1165" y="925"/>
                  </a:lnTo>
                  <a:lnTo>
                    <a:pt x="1225" y="904"/>
                  </a:lnTo>
                  <a:lnTo>
                    <a:pt x="1366" y="864"/>
                  </a:lnTo>
                  <a:lnTo>
                    <a:pt x="1426" y="824"/>
                  </a:lnTo>
                  <a:lnTo>
                    <a:pt x="1466" y="784"/>
                  </a:lnTo>
                  <a:lnTo>
                    <a:pt x="1506" y="724"/>
                  </a:lnTo>
                  <a:lnTo>
                    <a:pt x="1506" y="623"/>
                  </a:lnTo>
                  <a:lnTo>
                    <a:pt x="1125" y="302"/>
                  </a:lnTo>
                  <a:lnTo>
                    <a:pt x="763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79" name="Google Shape;2779;p35"/>
            <p:cNvSpPr/>
            <p:nvPr/>
          </p:nvSpPr>
          <p:spPr>
            <a:xfrm>
              <a:off x="5345575" y="2637125"/>
              <a:ext cx="36650" cy="30625"/>
            </a:xfrm>
            <a:custGeom>
              <a:rect b="b" l="l" r="r" t="t"/>
              <a:pathLst>
                <a:path extrusionOk="0" h="1225" w="1466">
                  <a:moveTo>
                    <a:pt x="783" y="0"/>
                  </a:moveTo>
                  <a:lnTo>
                    <a:pt x="0" y="663"/>
                  </a:lnTo>
                  <a:lnTo>
                    <a:pt x="221" y="743"/>
                  </a:lnTo>
                  <a:lnTo>
                    <a:pt x="341" y="783"/>
                  </a:lnTo>
                  <a:lnTo>
                    <a:pt x="422" y="843"/>
                  </a:lnTo>
                  <a:lnTo>
                    <a:pt x="522" y="924"/>
                  </a:lnTo>
                  <a:lnTo>
                    <a:pt x="582" y="1004"/>
                  </a:lnTo>
                  <a:lnTo>
                    <a:pt x="643" y="1084"/>
                  </a:lnTo>
                  <a:lnTo>
                    <a:pt x="703" y="1205"/>
                  </a:lnTo>
                  <a:lnTo>
                    <a:pt x="723" y="1225"/>
                  </a:lnTo>
                  <a:lnTo>
                    <a:pt x="783" y="1225"/>
                  </a:lnTo>
                  <a:lnTo>
                    <a:pt x="1466" y="602"/>
                  </a:lnTo>
                  <a:lnTo>
                    <a:pt x="78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80" name="Google Shape;2780;p35"/>
            <p:cNvSpPr/>
            <p:nvPr/>
          </p:nvSpPr>
          <p:spPr>
            <a:xfrm>
              <a:off x="5995125" y="2843425"/>
              <a:ext cx="35675" cy="29150"/>
            </a:xfrm>
            <a:custGeom>
              <a:rect b="b" l="l" r="r" t="t"/>
              <a:pathLst>
                <a:path extrusionOk="0" h="1166" w="1427">
                  <a:moveTo>
                    <a:pt x="724" y="1"/>
                  </a:moveTo>
                  <a:lnTo>
                    <a:pt x="1" y="603"/>
                  </a:lnTo>
                  <a:lnTo>
                    <a:pt x="242" y="683"/>
                  </a:lnTo>
                  <a:lnTo>
                    <a:pt x="342" y="724"/>
                  </a:lnTo>
                  <a:lnTo>
                    <a:pt x="423" y="784"/>
                  </a:lnTo>
                  <a:lnTo>
                    <a:pt x="503" y="864"/>
                  </a:lnTo>
                  <a:lnTo>
                    <a:pt x="563" y="965"/>
                  </a:lnTo>
                  <a:lnTo>
                    <a:pt x="684" y="1165"/>
                  </a:lnTo>
                  <a:lnTo>
                    <a:pt x="1427" y="543"/>
                  </a:lnTo>
                  <a:lnTo>
                    <a:pt x="724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81" name="Google Shape;2781;p35"/>
            <p:cNvSpPr/>
            <p:nvPr/>
          </p:nvSpPr>
          <p:spPr>
            <a:xfrm>
              <a:off x="5996650" y="2741025"/>
              <a:ext cx="30125" cy="28125"/>
            </a:xfrm>
            <a:custGeom>
              <a:rect b="b" l="l" r="r" t="t"/>
              <a:pathLst>
                <a:path extrusionOk="0" h="1125" w="1205">
                  <a:moveTo>
                    <a:pt x="663" y="1"/>
                  </a:moveTo>
                  <a:lnTo>
                    <a:pt x="0" y="543"/>
                  </a:lnTo>
                  <a:lnTo>
                    <a:pt x="703" y="1125"/>
                  </a:lnTo>
                  <a:lnTo>
                    <a:pt x="1205" y="663"/>
                  </a:lnTo>
                  <a:lnTo>
                    <a:pt x="663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82" name="Google Shape;2782;p35"/>
            <p:cNvSpPr/>
            <p:nvPr/>
          </p:nvSpPr>
          <p:spPr>
            <a:xfrm>
              <a:off x="5240150" y="2738025"/>
              <a:ext cx="35150" cy="32650"/>
            </a:xfrm>
            <a:custGeom>
              <a:rect b="b" l="l" r="r" t="t"/>
              <a:pathLst>
                <a:path extrusionOk="0" h="1306" w="1406">
                  <a:moveTo>
                    <a:pt x="663" y="0"/>
                  </a:moveTo>
                  <a:lnTo>
                    <a:pt x="563" y="161"/>
                  </a:lnTo>
                  <a:lnTo>
                    <a:pt x="502" y="261"/>
                  </a:lnTo>
                  <a:lnTo>
                    <a:pt x="422" y="341"/>
                  </a:lnTo>
                  <a:lnTo>
                    <a:pt x="322" y="422"/>
                  </a:lnTo>
                  <a:lnTo>
                    <a:pt x="221" y="502"/>
                  </a:lnTo>
                  <a:lnTo>
                    <a:pt x="0" y="663"/>
                  </a:lnTo>
                  <a:lnTo>
                    <a:pt x="683" y="1305"/>
                  </a:lnTo>
                  <a:lnTo>
                    <a:pt x="1406" y="663"/>
                  </a:lnTo>
                  <a:lnTo>
                    <a:pt x="66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83" name="Google Shape;2783;p35"/>
            <p:cNvSpPr/>
            <p:nvPr/>
          </p:nvSpPr>
          <p:spPr>
            <a:xfrm>
              <a:off x="5240650" y="2636100"/>
              <a:ext cx="36175" cy="31650"/>
            </a:xfrm>
            <a:custGeom>
              <a:rect b="b" l="l" r="r" t="t"/>
              <a:pathLst>
                <a:path extrusionOk="0" h="1266" w="1447">
                  <a:moveTo>
                    <a:pt x="683" y="1"/>
                  </a:moveTo>
                  <a:lnTo>
                    <a:pt x="0" y="664"/>
                  </a:lnTo>
                  <a:lnTo>
                    <a:pt x="663" y="1266"/>
                  </a:lnTo>
                  <a:lnTo>
                    <a:pt x="1446" y="603"/>
                  </a:lnTo>
                  <a:lnTo>
                    <a:pt x="1165" y="503"/>
                  </a:lnTo>
                  <a:lnTo>
                    <a:pt x="1065" y="443"/>
                  </a:lnTo>
                  <a:lnTo>
                    <a:pt x="964" y="382"/>
                  </a:lnTo>
                  <a:lnTo>
                    <a:pt x="884" y="282"/>
                  </a:lnTo>
                  <a:lnTo>
                    <a:pt x="804" y="182"/>
                  </a:lnTo>
                  <a:lnTo>
                    <a:pt x="683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84" name="Google Shape;2784;p35"/>
            <p:cNvSpPr/>
            <p:nvPr/>
          </p:nvSpPr>
          <p:spPr>
            <a:xfrm>
              <a:off x="5997150" y="2638625"/>
              <a:ext cx="29125" cy="27125"/>
            </a:xfrm>
            <a:custGeom>
              <a:rect b="b" l="l" r="r" t="t"/>
              <a:pathLst>
                <a:path extrusionOk="0" h="1085" w="1165">
                  <a:moveTo>
                    <a:pt x="643" y="0"/>
                  </a:moveTo>
                  <a:lnTo>
                    <a:pt x="0" y="563"/>
                  </a:lnTo>
                  <a:lnTo>
                    <a:pt x="443" y="911"/>
                  </a:lnTo>
                  <a:lnTo>
                    <a:pt x="443" y="911"/>
                  </a:lnTo>
                  <a:lnTo>
                    <a:pt x="1165" y="462"/>
                  </a:lnTo>
                  <a:lnTo>
                    <a:pt x="643" y="0"/>
                  </a:lnTo>
                  <a:close/>
                  <a:moveTo>
                    <a:pt x="443" y="911"/>
                  </a:moveTo>
                  <a:lnTo>
                    <a:pt x="422" y="924"/>
                  </a:lnTo>
                  <a:lnTo>
                    <a:pt x="663" y="1085"/>
                  </a:lnTo>
                  <a:lnTo>
                    <a:pt x="443" y="91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2785" name="Google Shape;2785;p35"/>
          <p:cNvGrpSpPr/>
          <p:nvPr/>
        </p:nvGrpSpPr>
        <p:grpSpPr>
          <a:xfrm>
            <a:off x="315517" y="3792616"/>
            <a:ext cx="1209708" cy="1147945"/>
            <a:chOff x="5235125" y="2636100"/>
            <a:chExt cx="796175" cy="755525"/>
          </a:xfrm>
        </p:grpSpPr>
        <p:sp>
          <p:nvSpPr>
            <p:cNvPr id="2786" name="Google Shape;2786;p35"/>
            <p:cNvSpPr/>
            <p:nvPr/>
          </p:nvSpPr>
          <p:spPr>
            <a:xfrm>
              <a:off x="5779275" y="2943825"/>
              <a:ext cx="35175" cy="33150"/>
            </a:xfrm>
            <a:custGeom>
              <a:rect b="b" l="l" r="r" t="t"/>
              <a:pathLst>
                <a:path extrusionOk="0" h="1326" w="1407">
                  <a:moveTo>
                    <a:pt x="724" y="1"/>
                  </a:moveTo>
                  <a:lnTo>
                    <a:pt x="1" y="683"/>
                  </a:lnTo>
                  <a:lnTo>
                    <a:pt x="21" y="724"/>
                  </a:lnTo>
                  <a:lnTo>
                    <a:pt x="61" y="744"/>
                  </a:lnTo>
                  <a:lnTo>
                    <a:pt x="181" y="784"/>
                  </a:lnTo>
                  <a:lnTo>
                    <a:pt x="322" y="824"/>
                  </a:lnTo>
                  <a:lnTo>
                    <a:pt x="382" y="864"/>
                  </a:lnTo>
                  <a:lnTo>
                    <a:pt x="422" y="884"/>
                  </a:lnTo>
                  <a:lnTo>
                    <a:pt x="503" y="1005"/>
                  </a:lnTo>
                  <a:lnTo>
                    <a:pt x="583" y="1105"/>
                  </a:lnTo>
                  <a:lnTo>
                    <a:pt x="704" y="1326"/>
                  </a:lnTo>
                  <a:lnTo>
                    <a:pt x="1406" y="623"/>
                  </a:lnTo>
                  <a:lnTo>
                    <a:pt x="724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87" name="Google Shape;2787;p35"/>
            <p:cNvSpPr/>
            <p:nvPr/>
          </p:nvSpPr>
          <p:spPr>
            <a:xfrm>
              <a:off x="5885700" y="3044725"/>
              <a:ext cx="37175" cy="34675"/>
            </a:xfrm>
            <a:custGeom>
              <a:rect b="b" l="l" r="r" t="t"/>
              <a:pathLst>
                <a:path extrusionOk="0" h="1387" w="1487">
                  <a:moveTo>
                    <a:pt x="764" y="1"/>
                  </a:moveTo>
                  <a:lnTo>
                    <a:pt x="663" y="222"/>
                  </a:lnTo>
                  <a:lnTo>
                    <a:pt x="603" y="322"/>
                  </a:lnTo>
                  <a:lnTo>
                    <a:pt x="543" y="402"/>
                  </a:lnTo>
                  <a:lnTo>
                    <a:pt x="422" y="483"/>
                  </a:lnTo>
                  <a:lnTo>
                    <a:pt x="302" y="543"/>
                  </a:lnTo>
                  <a:lnTo>
                    <a:pt x="1" y="703"/>
                  </a:lnTo>
                  <a:lnTo>
                    <a:pt x="262" y="824"/>
                  </a:lnTo>
                  <a:lnTo>
                    <a:pt x="483" y="985"/>
                  </a:lnTo>
                  <a:lnTo>
                    <a:pt x="583" y="1065"/>
                  </a:lnTo>
                  <a:lnTo>
                    <a:pt x="643" y="1165"/>
                  </a:lnTo>
                  <a:lnTo>
                    <a:pt x="723" y="1266"/>
                  </a:lnTo>
                  <a:lnTo>
                    <a:pt x="764" y="1386"/>
                  </a:lnTo>
                  <a:lnTo>
                    <a:pt x="1486" y="703"/>
                  </a:lnTo>
                  <a:lnTo>
                    <a:pt x="764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88" name="Google Shape;2788;p35"/>
            <p:cNvSpPr/>
            <p:nvPr/>
          </p:nvSpPr>
          <p:spPr>
            <a:xfrm>
              <a:off x="5562925" y="2636100"/>
              <a:ext cx="35675" cy="33175"/>
            </a:xfrm>
            <a:custGeom>
              <a:rect b="b" l="l" r="r" t="t"/>
              <a:pathLst>
                <a:path extrusionOk="0" h="1327" w="1427">
                  <a:moveTo>
                    <a:pt x="723" y="1"/>
                  </a:moveTo>
                  <a:lnTo>
                    <a:pt x="1" y="684"/>
                  </a:lnTo>
                  <a:lnTo>
                    <a:pt x="221" y="784"/>
                  </a:lnTo>
                  <a:lnTo>
                    <a:pt x="322" y="824"/>
                  </a:lnTo>
                  <a:lnTo>
                    <a:pt x="422" y="884"/>
                  </a:lnTo>
                  <a:lnTo>
                    <a:pt x="502" y="1005"/>
                  </a:lnTo>
                  <a:lnTo>
                    <a:pt x="583" y="1105"/>
                  </a:lnTo>
                  <a:lnTo>
                    <a:pt x="723" y="1326"/>
                  </a:lnTo>
                  <a:lnTo>
                    <a:pt x="1426" y="643"/>
                  </a:lnTo>
                  <a:lnTo>
                    <a:pt x="723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89" name="Google Shape;2789;p35"/>
            <p:cNvSpPr/>
            <p:nvPr/>
          </p:nvSpPr>
          <p:spPr>
            <a:xfrm>
              <a:off x="5672850" y="2636100"/>
              <a:ext cx="33175" cy="32175"/>
            </a:xfrm>
            <a:custGeom>
              <a:rect b="b" l="l" r="r" t="t"/>
              <a:pathLst>
                <a:path extrusionOk="0" h="1287" w="1327">
                  <a:moveTo>
                    <a:pt x="664" y="1"/>
                  </a:moveTo>
                  <a:lnTo>
                    <a:pt x="1" y="664"/>
                  </a:lnTo>
                  <a:lnTo>
                    <a:pt x="664" y="1286"/>
                  </a:lnTo>
                  <a:lnTo>
                    <a:pt x="1326" y="623"/>
                  </a:lnTo>
                  <a:lnTo>
                    <a:pt x="664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90" name="Google Shape;2790;p35"/>
            <p:cNvSpPr/>
            <p:nvPr/>
          </p:nvSpPr>
          <p:spPr>
            <a:xfrm>
              <a:off x="5886700" y="3351450"/>
              <a:ext cx="37675" cy="36675"/>
            </a:xfrm>
            <a:custGeom>
              <a:rect b="b" l="l" r="r" t="t"/>
              <a:pathLst>
                <a:path extrusionOk="0" h="1467" w="1507">
                  <a:moveTo>
                    <a:pt x="683" y="0"/>
                  </a:moveTo>
                  <a:lnTo>
                    <a:pt x="663" y="161"/>
                  </a:lnTo>
                  <a:lnTo>
                    <a:pt x="603" y="281"/>
                  </a:lnTo>
                  <a:lnTo>
                    <a:pt x="523" y="362"/>
                  </a:lnTo>
                  <a:lnTo>
                    <a:pt x="422" y="442"/>
                  </a:lnTo>
                  <a:lnTo>
                    <a:pt x="202" y="583"/>
                  </a:lnTo>
                  <a:lnTo>
                    <a:pt x="81" y="663"/>
                  </a:lnTo>
                  <a:lnTo>
                    <a:pt x="1" y="743"/>
                  </a:lnTo>
                  <a:lnTo>
                    <a:pt x="222" y="884"/>
                  </a:lnTo>
                  <a:lnTo>
                    <a:pt x="443" y="1004"/>
                  </a:lnTo>
                  <a:lnTo>
                    <a:pt x="523" y="1105"/>
                  </a:lnTo>
                  <a:lnTo>
                    <a:pt x="603" y="1205"/>
                  </a:lnTo>
                  <a:lnTo>
                    <a:pt x="663" y="1326"/>
                  </a:lnTo>
                  <a:lnTo>
                    <a:pt x="683" y="1466"/>
                  </a:lnTo>
                  <a:lnTo>
                    <a:pt x="764" y="1446"/>
                  </a:lnTo>
                  <a:lnTo>
                    <a:pt x="824" y="1406"/>
                  </a:lnTo>
                  <a:lnTo>
                    <a:pt x="864" y="1346"/>
                  </a:lnTo>
                  <a:lnTo>
                    <a:pt x="904" y="1285"/>
                  </a:lnTo>
                  <a:lnTo>
                    <a:pt x="965" y="1145"/>
                  </a:lnTo>
                  <a:lnTo>
                    <a:pt x="985" y="1085"/>
                  </a:lnTo>
                  <a:lnTo>
                    <a:pt x="1025" y="1044"/>
                  </a:lnTo>
                  <a:lnTo>
                    <a:pt x="1145" y="964"/>
                  </a:lnTo>
                  <a:lnTo>
                    <a:pt x="1266" y="884"/>
                  </a:lnTo>
                  <a:lnTo>
                    <a:pt x="1507" y="743"/>
                  </a:lnTo>
                  <a:lnTo>
                    <a:pt x="68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91" name="Google Shape;2791;p35"/>
            <p:cNvSpPr/>
            <p:nvPr/>
          </p:nvSpPr>
          <p:spPr>
            <a:xfrm>
              <a:off x="5563925" y="2738525"/>
              <a:ext cx="35675" cy="34150"/>
            </a:xfrm>
            <a:custGeom>
              <a:rect b="b" l="l" r="r" t="t"/>
              <a:pathLst>
                <a:path extrusionOk="0" h="1366" w="1427">
                  <a:moveTo>
                    <a:pt x="703" y="0"/>
                  </a:moveTo>
                  <a:lnTo>
                    <a:pt x="1" y="643"/>
                  </a:lnTo>
                  <a:lnTo>
                    <a:pt x="744" y="1366"/>
                  </a:lnTo>
                  <a:lnTo>
                    <a:pt x="784" y="1225"/>
                  </a:lnTo>
                  <a:lnTo>
                    <a:pt x="844" y="1125"/>
                  </a:lnTo>
                  <a:lnTo>
                    <a:pt x="924" y="1024"/>
                  </a:lnTo>
                  <a:lnTo>
                    <a:pt x="1005" y="944"/>
                  </a:lnTo>
                  <a:lnTo>
                    <a:pt x="1105" y="864"/>
                  </a:lnTo>
                  <a:lnTo>
                    <a:pt x="1205" y="803"/>
                  </a:lnTo>
                  <a:lnTo>
                    <a:pt x="1426" y="683"/>
                  </a:lnTo>
                  <a:lnTo>
                    <a:pt x="1346" y="582"/>
                  </a:lnTo>
                  <a:lnTo>
                    <a:pt x="1266" y="522"/>
                  </a:lnTo>
                  <a:lnTo>
                    <a:pt x="1045" y="402"/>
                  </a:lnTo>
                  <a:lnTo>
                    <a:pt x="964" y="342"/>
                  </a:lnTo>
                  <a:lnTo>
                    <a:pt x="884" y="281"/>
                  </a:lnTo>
                  <a:lnTo>
                    <a:pt x="824" y="181"/>
                  </a:lnTo>
                  <a:lnTo>
                    <a:pt x="804" y="40"/>
                  </a:lnTo>
                  <a:lnTo>
                    <a:pt x="784" y="20"/>
                  </a:lnTo>
                  <a:lnTo>
                    <a:pt x="744" y="20"/>
                  </a:lnTo>
                  <a:lnTo>
                    <a:pt x="70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92" name="Google Shape;2792;p35"/>
            <p:cNvSpPr/>
            <p:nvPr/>
          </p:nvSpPr>
          <p:spPr>
            <a:xfrm>
              <a:off x="5671350" y="2738025"/>
              <a:ext cx="35675" cy="35650"/>
            </a:xfrm>
            <a:custGeom>
              <a:rect b="b" l="l" r="r" t="t"/>
              <a:pathLst>
                <a:path extrusionOk="0" h="1426" w="1427">
                  <a:moveTo>
                    <a:pt x="724" y="0"/>
                  </a:moveTo>
                  <a:lnTo>
                    <a:pt x="1" y="703"/>
                  </a:lnTo>
                  <a:lnTo>
                    <a:pt x="121" y="743"/>
                  </a:lnTo>
                  <a:lnTo>
                    <a:pt x="242" y="823"/>
                  </a:lnTo>
                  <a:lnTo>
                    <a:pt x="342" y="884"/>
                  </a:lnTo>
                  <a:lnTo>
                    <a:pt x="422" y="984"/>
                  </a:lnTo>
                  <a:lnTo>
                    <a:pt x="603" y="1185"/>
                  </a:lnTo>
                  <a:lnTo>
                    <a:pt x="744" y="1426"/>
                  </a:lnTo>
                  <a:lnTo>
                    <a:pt x="844" y="1165"/>
                  </a:lnTo>
                  <a:lnTo>
                    <a:pt x="904" y="1064"/>
                  </a:lnTo>
                  <a:lnTo>
                    <a:pt x="964" y="984"/>
                  </a:lnTo>
                  <a:lnTo>
                    <a:pt x="1065" y="904"/>
                  </a:lnTo>
                  <a:lnTo>
                    <a:pt x="1185" y="823"/>
                  </a:lnTo>
                  <a:lnTo>
                    <a:pt x="1426" y="683"/>
                  </a:lnTo>
                  <a:lnTo>
                    <a:pt x="724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93" name="Google Shape;2793;p35"/>
            <p:cNvSpPr/>
            <p:nvPr/>
          </p:nvSpPr>
          <p:spPr>
            <a:xfrm>
              <a:off x="5780775" y="2738525"/>
              <a:ext cx="33675" cy="31150"/>
            </a:xfrm>
            <a:custGeom>
              <a:rect b="b" l="l" r="r" t="t"/>
              <a:pathLst>
                <a:path extrusionOk="0" h="1246" w="1347">
                  <a:moveTo>
                    <a:pt x="664" y="0"/>
                  </a:moveTo>
                  <a:lnTo>
                    <a:pt x="1" y="663"/>
                  </a:lnTo>
                  <a:lnTo>
                    <a:pt x="664" y="1245"/>
                  </a:lnTo>
                  <a:lnTo>
                    <a:pt x="1346" y="663"/>
                  </a:lnTo>
                  <a:lnTo>
                    <a:pt x="664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94" name="Google Shape;2794;p35"/>
            <p:cNvSpPr/>
            <p:nvPr/>
          </p:nvSpPr>
          <p:spPr>
            <a:xfrm>
              <a:off x="5777775" y="3352450"/>
              <a:ext cx="38175" cy="34150"/>
            </a:xfrm>
            <a:custGeom>
              <a:rect b="b" l="l" r="r" t="t"/>
              <a:pathLst>
                <a:path extrusionOk="0" h="1366" w="1527">
                  <a:moveTo>
                    <a:pt x="703" y="0"/>
                  </a:moveTo>
                  <a:lnTo>
                    <a:pt x="663" y="121"/>
                  </a:lnTo>
                  <a:lnTo>
                    <a:pt x="623" y="221"/>
                  </a:lnTo>
                  <a:lnTo>
                    <a:pt x="563" y="322"/>
                  </a:lnTo>
                  <a:lnTo>
                    <a:pt x="462" y="402"/>
                  </a:lnTo>
                  <a:lnTo>
                    <a:pt x="382" y="462"/>
                  </a:lnTo>
                  <a:lnTo>
                    <a:pt x="262" y="522"/>
                  </a:lnTo>
                  <a:lnTo>
                    <a:pt x="1" y="623"/>
                  </a:lnTo>
                  <a:lnTo>
                    <a:pt x="41" y="683"/>
                  </a:lnTo>
                  <a:lnTo>
                    <a:pt x="61" y="723"/>
                  </a:lnTo>
                  <a:lnTo>
                    <a:pt x="161" y="804"/>
                  </a:lnTo>
                  <a:lnTo>
                    <a:pt x="282" y="884"/>
                  </a:lnTo>
                  <a:lnTo>
                    <a:pt x="402" y="924"/>
                  </a:lnTo>
                  <a:lnTo>
                    <a:pt x="523" y="1004"/>
                  </a:lnTo>
                  <a:lnTo>
                    <a:pt x="623" y="1085"/>
                  </a:lnTo>
                  <a:lnTo>
                    <a:pt x="643" y="1125"/>
                  </a:lnTo>
                  <a:lnTo>
                    <a:pt x="683" y="1185"/>
                  </a:lnTo>
                  <a:lnTo>
                    <a:pt x="683" y="1265"/>
                  </a:lnTo>
                  <a:lnTo>
                    <a:pt x="683" y="1346"/>
                  </a:lnTo>
                  <a:lnTo>
                    <a:pt x="743" y="1366"/>
                  </a:lnTo>
                  <a:lnTo>
                    <a:pt x="784" y="1366"/>
                  </a:lnTo>
                  <a:lnTo>
                    <a:pt x="1527" y="663"/>
                  </a:lnTo>
                  <a:lnTo>
                    <a:pt x="1426" y="583"/>
                  </a:lnTo>
                  <a:lnTo>
                    <a:pt x="1326" y="543"/>
                  </a:lnTo>
                  <a:lnTo>
                    <a:pt x="1145" y="422"/>
                  </a:lnTo>
                  <a:lnTo>
                    <a:pt x="1045" y="362"/>
                  </a:lnTo>
                  <a:lnTo>
                    <a:pt x="984" y="261"/>
                  </a:lnTo>
                  <a:lnTo>
                    <a:pt x="924" y="161"/>
                  </a:lnTo>
                  <a:lnTo>
                    <a:pt x="904" y="41"/>
                  </a:lnTo>
                  <a:lnTo>
                    <a:pt x="864" y="21"/>
                  </a:lnTo>
                  <a:lnTo>
                    <a:pt x="824" y="21"/>
                  </a:lnTo>
                  <a:lnTo>
                    <a:pt x="70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95" name="Google Shape;2795;p35"/>
            <p:cNvSpPr/>
            <p:nvPr/>
          </p:nvSpPr>
          <p:spPr>
            <a:xfrm>
              <a:off x="5669350" y="3350450"/>
              <a:ext cx="40175" cy="39175"/>
            </a:xfrm>
            <a:custGeom>
              <a:rect b="b" l="l" r="r" t="t"/>
              <a:pathLst>
                <a:path extrusionOk="0" h="1567" w="1607">
                  <a:moveTo>
                    <a:pt x="864" y="0"/>
                  </a:moveTo>
                  <a:lnTo>
                    <a:pt x="783" y="20"/>
                  </a:lnTo>
                  <a:lnTo>
                    <a:pt x="723" y="60"/>
                  </a:lnTo>
                  <a:lnTo>
                    <a:pt x="683" y="121"/>
                  </a:lnTo>
                  <a:lnTo>
                    <a:pt x="663" y="181"/>
                  </a:lnTo>
                  <a:lnTo>
                    <a:pt x="623" y="321"/>
                  </a:lnTo>
                  <a:lnTo>
                    <a:pt x="583" y="382"/>
                  </a:lnTo>
                  <a:lnTo>
                    <a:pt x="542" y="422"/>
                  </a:lnTo>
                  <a:lnTo>
                    <a:pt x="422" y="522"/>
                  </a:lnTo>
                  <a:lnTo>
                    <a:pt x="281" y="602"/>
                  </a:lnTo>
                  <a:lnTo>
                    <a:pt x="0" y="763"/>
                  </a:lnTo>
                  <a:lnTo>
                    <a:pt x="201" y="763"/>
                  </a:lnTo>
                  <a:lnTo>
                    <a:pt x="281" y="803"/>
                  </a:lnTo>
                  <a:lnTo>
                    <a:pt x="362" y="823"/>
                  </a:lnTo>
                  <a:lnTo>
                    <a:pt x="402" y="884"/>
                  </a:lnTo>
                  <a:lnTo>
                    <a:pt x="462" y="944"/>
                  </a:lnTo>
                  <a:lnTo>
                    <a:pt x="542" y="1064"/>
                  </a:lnTo>
                  <a:lnTo>
                    <a:pt x="603" y="1225"/>
                  </a:lnTo>
                  <a:lnTo>
                    <a:pt x="703" y="1366"/>
                  </a:lnTo>
                  <a:lnTo>
                    <a:pt x="743" y="1426"/>
                  </a:lnTo>
                  <a:lnTo>
                    <a:pt x="804" y="1486"/>
                  </a:lnTo>
                  <a:lnTo>
                    <a:pt x="884" y="1526"/>
                  </a:lnTo>
                  <a:lnTo>
                    <a:pt x="964" y="1566"/>
                  </a:lnTo>
                  <a:lnTo>
                    <a:pt x="924" y="1466"/>
                  </a:lnTo>
                  <a:lnTo>
                    <a:pt x="924" y="1366"/>
                  </a:lnTo>
                  <a:lnTo>
                    <a:pt x="924" y="1285"/>
                  </a:lnTo>
                  <a:lnTo>
                    <a:pt x="944" y="1225"/>
                  </a:lnTo>
                  <a:lnTo>
                    <a:pt x="964" y="1165"/>
                  </a:lnTo>
                  <a:lnTo>
                    <a:pt x="1024" y="1104"/>
                  </a:lnTo>
                  <a:lnTo>
                    <a:pt x="1125" y="1024"/>
                  </a:lnTo>
                  <a:lnTo>
                    <a:pt x="1265" y="964"/>
                  </a:lnTo>
                  <a:lnTo>
                    <a:pt x="1406" y="884"/>
                  </a:lnTo>
                  <a:lnTo>
                    <a:pt x="1526" y="783"/>
                  </a:lnTo>
                  <a:lnTo>
                    <a:pt x="1567" y="723"/>
                  </a:lnTo>
                  <a:lnTo>
                    <a:pt x="1607" y="643"/>
                  </a:lnTo>
                  <a:lnTo>
                    <a:pt x="1446" y="643"/>
                  </a:lnTo>
                  <a:lnTo>
                    <a:pt x="1306" y="623"/>
                  </a:lnTo>
                  <a:lnTo>
                    <a:pt x="1205" y="562"/>
                  </a:lnTo>
                  <a:lnTo>
                    <a:pt x="1105" y="482"/>
                  </a:lnTo>
                  <a:lnTo>
                    <a:pt x="1024" y="382"/>
                  </a:lnTo>
                  <a:lnTo>
                    <a:pt x="964" y="261"/>
                  </a:lnTo>
                  <a:lnTo>
                    <a:pt x="864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96" name="Google Shape;2796;p35"/>
            <p:cNvSpPr/>
            <p:nvPr/>
          </p:nvSpPr>
          <p:spPr>
            <a:xfrm>
              <a:off x="5562425" y="3350950"/>
              <a:ext cx="41700" cy="38175"/>
            </a:xfrm>
            <a:custGeom>
              <a:rect b="b" l="l" r="r" t="t"/>
              <a:pathLst>
                <a:path extrusionOk="0" h="1527" w="1668">
                  <a:moveTo>
                    <a:pt x="683" y="0"/>
                  </a:moveTo>
                  <a:lnTo>
                    <a:pt x="543" y="281"/>
                  </a:lnTo>
                  <a:lnTo>
                    <a:pt x="462" y="402"/>
                  </a:lnTo>
                  <a:lnTo>
                    <a:pt x="382" y="502"/>
                  </a:lnTo>
                  <a:lnTo>
                    <a:pt x="322" y="542"/>
                  </a:lnTo>
                  <a:lnTo>
                    <a:pt x="261" y="562"/>
                  </a:lnTo>
                  <a:lnTo>
                    <a:pt x="141" y="582"/>
                  </a:lnTo>
                  <a:lnTo>
                    <a:pt x="81" y="603"/>
                  </a:lnTo>
                  <a:lnTo>
                    <a:pt x="21" y="623"/>
                  </a:lnTo>
                  <a:lnTo>
                    <a:pt x="0" y="663"/>
                  </a:lnTo>
                  <a:lnTo>
                    <a:pt x="0" y="703"/>
                  </a:lnTo>
                  <a:lnTo>
                    <a:pt x="844" y="1526"/>
                  </a:lnTo>
                  <a:lnTo>
                    <a:pt x="884" y="1366"/>
                  </a:lnTo>
                  <a:lnTo>
                    <a:pt x="924" y="1245"/>
                  </a:lnTo>
                  <a:lnTo>
                    <a:pt x="1004" y="1145"/>
                  </a:lnTo>
                  <a:lnTo>
                    <a:pt x="1105" y="1044"/>
                  </a:lnTo>
                  <a:lnTo>
                    <a:pt x="1225" y="964"/>
                  </a:lnTo>
                  <a:lnTo>
                    <a:pt x="1346" y="884"/>
                  </a:lnTo>
                  <a:lnTo>
                    <a:pt x="1667" y="743"/>
                  </a:lnTo>
                  <a:lnTo>
                    <a:pt x="1265" y="562"/>
                  </a:lnTo>
                  <a:lnTo>
                    <a:pt x="1125" y="482"/>
                  </a:lnTo>
                  <a:lnTo>
                    <a:pt x="1004" y="402"/>
                  </a:lnTo>
                  <a:lnTo>
                    <a:pt x="964" y="362"/>
                  </a:lnTo>
                  <a:lnTo>
                    <a:pt x="944" y="301"/>
                  </a:lnTo>
                  <a:lnTo>
                    <a:pt x="904" y="161"/>
                  </a:lnTo>
                  <a:lnTo>
                    <a:pt x="884" y="101"/>
                  </a:lnTo>
                  <a:lnTo>
                    <a:pt x="844" y="40"/>
                  </a:lnTo>
                  <a:lnTo>
                    <a:pt x="784" y="20"/>
                  </a:lnTo>
                  <a:lnTo>
                    <a:pt x="68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97" name="Google Shape;2797;p35"/>
            <p:cNvSpPr/>
            <p:nvPr/>
          </p:nvSpPr>
          <p:spPr>
            <a:xfrm>
              <a:off x="5455500" y="3351450"/>
              <a:ext cx="41700" cy="38175"/>
            </a:xfrm>
            <a:custGeom>
              <a:rect b="b" l="l" r="r" t="t"/>
              <a:pathLst>
                <a:path extrusionOk="0" h="1527" w="1668">
                  <a:moveTo>
                    <a:pt x="743" y="0"/>
                  </a:moveTo>
                  <a:lnTo>
                    <a:pt x="0" y="723"/>
                  </a:lnTo>
                  <a:lnTo>
                    <a:pt x="784" y="1526"/>
                  </a:lnTo>
                  <a:lnTo>
                    <a:pt x="824" y="1386"/>
                  </a:lnTo>
                  <a:lnTo>
                    <a:pt x="884" y="1245"/>
                  </a:lnTo>
                  <a:lnTo>
                    <a:pt x="964" y="1125"/>
                  </a:lnTo>
                  <a:lnTo>
                    <a:pt x="1065" y="1044"/>
                  </a:lnTo>
                  <a:lnTo>
                    <a:pt x="1185" y="964"/>
                  </a:lnTo>
                  <a:lnTo>
                    <a:pt x="1326" y="884"/>
                  </a:lnTo>
                  <a:lnTo>
                    <a:pt x="1667" y="743"/>
                  </a:lnTo>
                  <a:lnTo>
                    <a:pt x="1266" y="583"/>
                  </a:lnTo>
                  <a:lnTo>
                    <a:pt x="1125" y="502"/>
                  </a:lnTo>
                  <a:lnTo>
                    <a:pt x="1025" y="442"/>
                  </a:lnTo>
                  <a:lnTo>
                    <a:pt x="944" y="342"/>
                  </a:lnTo>
                  <a:lnTo>
                    <a:pt x="864" y="221"/>
                  </a:lnTo>
                  <a:lnTo>
                    <a:pt x="74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98" name="Google Shape;2798;p35"/>
            <p:cNvSpPr/>
            <p:nvPr/>
          </p:nvSpPr>
          <p:spPr>
            <a:xfrm>
              <a:off x="5887700" y="3250550"/>
              <a:ext cx="36675" cy="34150"/>
            </a:xfrm>
            <a:custGeom>
              <a:rect b="b" l="l" r="r" t="t"/>
              <a:pathLst>
                <a:path extrusionOk="0" h="1366" w="1467">
                  <a:moveTo>
                    <a:pt x="724" y="0"/>
                  </a:moveTo>
                  <a:lnTo>
                    <a:pt x="1" y="663"/>
                  </a:lnTo>
                  <a:lnTo>
                    <a:pt x="744" y="1366"/>
                  </a:lnTo>
                  <a:lnTo>
                    <a:pt x="864" y="1145"/>
                  </a:lnTo>
                  <a:lnTo>
                    <a:pt x="1025" y="964"/>
                  </a:lnTo>
                  <a:lnTo>
                    <a:pt x="1125" y="884"/>
                  </a:lnTo>
                  <a:lnTo>
                    <a:pt x="1226" y="803"/>
                  </a:lnTo>
                  <a:lnTo>
                    <a:pt x="1346" y="743"/>
                  </a:lnTo>
                  <a:lnTo>
                    <a:pt x="1467" y="703"/>
                  </a:lnTo>
                  <a:lnTo>
                    <a:pt x="1386" y="603"/>
                  </a:lnTo>
                  <a:lnTo>
                    <a:pt x="1286" y="542"/>
                  </a:lnTo>
                  <a:lnTo>
                    <a:pt x="1085" y="422"/>
                  </a:lnTo>
                  <a:lnTo>
                    <a:pt x="985" y="342"/>
                  </a:lnTo>
                  <a:lnTo>
                    <a:pt x="904" y="261"/>
                  </a:lnTo>
                  <a:lnTo>
                    <a:pt x="864" y="161"/>
                  </a:lnTo>
                  <a:lnTo>
                    <a:pt x="824" y="40"/>
                  </a:lnTo>
                  <a:lnTo>
                    <a:pt x="804" y="20"/>
                  </a:lnTo>
                  <a:lnTo>
                    <a:pt x="764" y="20"/>
                  </a:lnTo>
                  <a:lnTo>
                    <a:pt x="724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99" name="Google Shape;2799;p35"/>
            <p:cNvSpPr/>
            <p:nvPr/>
          </p:nvSpPr>
          <p:spPr>
            <a:xfrm>
              <a:off x="5558900" y="2837900"/>
              <a:ext cx="42200" cy="36675"/>
            </a:xfrm>
            <a:custGeom>
              <a:rect b="b" l="l" r="r" t="t"/>
              <a:pathLst>
                <a:path extrusionOk="0" h="1467" w="1688">
                  <a:moveTo>
                    <a:pt x="864" y="1"/>
                  </a:moveTo>
                  <a:lnTo>
                    <a:pt x="764" y="262"/>
                  </a:lnTo>
                  <a:lnTo>
                    <a:pt x="704" y="362"/>
                  </a:lnTo>
                  <a:lnTo>
                    <a:pt x="643" y="463"/>
                  </a:lnTo>
                  <a:lnTo>
                    <a:pt x="523" y="543"/>
                  </a:lnTo>
                  <a:lnTo>
                    <a:pt x="382" y="623"/>
                  </a:lnTo>
                  <a:lnTo>
                    <a:pt x="1" y="844"/>
                  </a:lnTo>
                  <a:lnTo>
                    <a:pt x="162" y="864"/>
                  </a:lnTo>
                  <a:lnTo>
                    <a:pt x="302" y="904"/>
                  </a:lnTo>
                  <a:lnTo>
                    <a:pt x="423" y="965"/>
                  </a:lnTo>
                  <a:lnTo>
                    <a:pt x="543" y="1025"/>
                  </a:lnTo>
                  <a:lnTo>
                    <a:pt x="623" y="1085"/>
                  </a:lnTo>
                  <a:lnTo>
                    <a:pt x="704" y="1186"/>
                  </a:lnTo>
                  <a:lnTo>
                    <a:pt x="744" y="1286"/>
                  </a:lnTo>
                  <a:lnTo>
                    <a:pt x="784" y="1406"/>
                  </a:lnTo>
                  <a:lnTo>
                    <a:pt x="804" y="1427"/>
                  </a:lnTo>
                  <a:lnTo>
                    <a:pt x="864" y="1447"/>
                  </a:lnTo>
                  <a:lnTo>
                    <a:pt x="985" y="1467"/>
                  </a:lnTo>
                  <a:lnTo>
                    <a:pt x="1045" y="1286"/>
                  </a:lnTo>
                  <a:lnTo>
                    <a:pt x="1065" y="1206"/>
                  </a:lnTo>
                  <a:lnTo>
                    <a:pt x="1105" y="1145"/>
                  </a:lnTo>
                  <a:lnTo>
                    <a:pt x="1246" y="1045"/>
                  </a:lnTo>
                  <a:lnTo>
                    <a:pt x="1386" y="945"/>
                  </a:lnTo>
                  <a:lnTo>
                    <a:pt x="1688" y="744"/>
                  </a:lnTo>
                  <a:lnTo>
                    <a:pt x="1547" y="684"/>
                  </a:lnTo>
                  <a:lnTo>
                    <a:pt x="1427" y="623"/>
                  </a:lnTo>
                  <a:lnTo>
                    <a:pt x="1306" y="543"/>
                  </a:lnTo>
                  <a:lnTo>
                    <a:pt x="1206" y="463"/>
                  </a:lnTo>
                  <a:lnTo>
                    <a:pt x="1105" y="362"/>
                  </a:lnTo>
                  <a:lnTo>
                    <a:pt x="1025" y="262"/>
                  </a:lnTo>
                  <a:lnTo>
                    <a:pt x="864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00" name="Google Shape;2800;p35"/>
            <p:cNvSpPr/>
            <p:nvPr/>
          </p:nvSpPr>
          <p:spPr>
            <a:xfrm>
              <a:off x="5672350" y="2840925"/>
              <a:ext cx="35175" cy="33150"/>
            </a:xfrm>
            <a:custGeom>
              <a:rect b="b" l="l" r="r" t="t"/>
              <a:pathLst>
                <a:path extrusionOk="0" h="1326" w="1407">
                  <a:moveTo>
                    <a:pt x="684" y="0"/>
                  </a:moveTo>
                  <a:lnTo>
                    <a:pt x="1" y="663"/>
                  </a:lnTo>
                  <a:lnTo>
                    <a:pt x="724" y="1326"/>
                  </a:lnTo>
                  <a:lnTo>
                    <a:pt x="764" y="1225"/>
                  </a:lnTo>
                  <a:lnTo>
                    <a:pt x="824" y="1105"/>
                  </a:lnTo>
                  <a:lnTo>
                    <a:pt x="904" y="1024"/>
                  </a:lnTo>
                  <a:lnTo>
                    <a:pt x="985" y="944"/>
                  </a:lnTo>
                  <a:lnTo>
                    <a:pt x="1186" y="804"/>
                  </a:lnTo>
                  <a:lnTo>
                    <a:pt x="1406" y="683"/>
                  </a:lnTo>
                  <a:lnTo>
                    <a:pt x="1326" y="583"/>
                  </a:lnTo>
                  <a:lnTo>
                    <a:pt x="1246" y="522"/>
                  </a:lnTo>
                  <a:lnTo>
                    <a:pt x="1045" y="402"/>
                  </a:lnTo>
                  <a:lnTo>
                    <a:pt x="945" y="342"/>
                  </a:lnTo>
                  <a:lnTo>
                    <a:pt x="864" y="261"/>
                  </a:lnTo>
                  <a:lnTo>
                    <a:pt x="804" y="161"/>
                  </a:lnTo>
                  <a:lnTo>
                    <a:pt x="784" y="41"/>
                  </a:lnTo>
                  <a:lnTo>
                    <a:pt x="764" y="20"/>
                  </a:lnTo>
                  <a:lnTo>
                    <a:pt x="724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01" name="Google Shape;2801;p35"/>
            <p:cNvSpPr/>
            <p:nvPr/>
          </p:nvSpPr>
          <p:spPr>
            <a:xfrm>
              <a:off x="5780775" y="2841425"/>
              <a:ext cx="33675" cy="31650"/>
            </a:xfrm>
            <a:custGeom>
              <a:rect b="b" l="l" r="r" t="t"/>
              <a:pathLst>
                <a:path extrusionOk="0" h="1266" w="1347">
                  <a:moveTo>
                    <a:pt x="664" y="0"/>
                  </a:moveTo>
                  <a:lnTo>
                    <a:pt x="1" y="623"/>
                  </a:lnTo>
                  <a:lnTo>
                    <a:pt x="684" y="1265"/>
                  </a:lnTo>
                  <a:lnTo>
                    <a:pt x="1346" y="603"/>
                  </a:lnTo>
                  <a:lnTo>
                    <a:pt x="664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02" name="Google Shape;2802;p35"/>
            <p:cNvSpPr/>
            <p:nvPr/>
          </p:nvSpPr>
          <p:spPr>
            <a:xfrm>
              <a:off x="5779275" y="3246525"/>
              <a:ext cx="36175" cy="39675"/>
            </a:xfrm>
            <a:custGeom>
              <a:rect b="b" l="l" r="r" t="t"/>
              <a:pathLst>
                <a:path extrusionOk="0" h="1587" w="1447">
                  <a:moveTo>
                    <a:pt x="704" y="1"/>
                  </a:moveTo>
                  <a:lnTo>
                    <a:pt x="663" y="161"/>
                  </a:lnTo>
                  <a:lnTo>
                    <a:pt x="583" y="302"/>
                  </a:lnTo>
                  <a:lnTo>
                    <a:pt x="503" y="422"/>
                  </a:lnTo>
                  <a:lnTo>
                    <a:pt x="422" y="523"/>
                  </a:lnTo>
                  <a:lnTo>
                    <a:pt x="322" y="583"/>
                  </a:lnTo>
                  <a:lnTo>
                    <a:pt x="202" y="663"/>
                  </a:lnTo>
                  <a:lnTo>
                    <a:pt x="1" y="784"/>
                  </a:lnTo>
                  <a:lnTo>
                    <a:pt x="824" y="1587"/>
                  </a:lnTo>
                  <a:lnTo>
                    <a:pt x="844" y="1466"/>
                  </a:lnTo>
                  <a:lnTo>
                    <a:pt x="884" y="1346"/>
                  </a:lnTo>
                  <a:lnTo>
                    <a:pt x="924" y="1246"/>
                  </a:lnTo>
                  <a:lnTo>
                    <a:pt x="1005" y="1165"/>
                  </a:lnTo>
                  <a:lnTo>
                    <a:pt x="1065" y="1085"/>
                  </a:lnTo>
                  <a:lnTo>
                    <a:pt x="1165" y="1025"/>
                  </a:lnTo>
                  <a:lnTo>
                    <a:pt x="1266" y="964"/>
                  </a:lnTo>
                  <a:lnTo>
                    <a:pt x="1386" y="944"/>
                  </a:lnTo>
                  <a:lnTo>
                    <a:pt x="1406" y="904"/>
                  </a:lnTo>
                  <a:lnTo>
                    <a:pt x="1426" y="864"/>
                  </a:lnTo>
                  <a:lnTo>
                    <a:pt x="1446" y="744"/>
                  </a:lnTo>
                  <a:lnTo>
                    <a:pt x="1226" y="643"/>
                  </a:lnTo>
                  <a:lnTo>
                    <a:pt x="1125" y="603"/>
                  </a:lnTo>
                  <a:lnTo>
                    <a:pt x="1025" y="543"/>
                  </a:lnTo>
                  <a:lnTo>
                    <a:pt x="944" y="442"/>
                  </a:lnTo>
                  <a:lnTo>
                    <a:pt x="864" y="322"/>
                  </a:lnTo>
                  <a:lnTo>
                    <a:pt x="704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03" name="Google Shape;2803;p35"/>
            <p:cNvSpPr/>
            <p:nvPr/>
          </p:nvSpPr>
          <p:spPr>
            <a:xfrm>
              <a:off x="5670350" y="3249550"/>
              <a:ext cx="37675" cy="37675"/>
            </a:xfrm>
            <a:custGeom>
              <a:rect b="b" l="l" r="r" t="t"/>
              <a:pathLst>
                <a:path extrusionOk="0" h="1507" w="1507">
                  <a:moveTo>
                    <a:pt x="824" y="0"/>
                  </a:moveTo>
                  <a:lnTo>
                    <a:pt x="1" y="743"/>
                  </a:lnTo>
                  <a:lnTo>
                    <a:pt x="262" y="864"/>
                  </a:lnTo>
                  <a:lnTo>
                    <a:pt x="382" y="944"/>
                  </a:lnTo>
                  <a:lnTo>
                    <a:pt x="482" y="1024"/>
                  </a:lnTo>
                  <a:lnTo>
                    <a:pt x="563" y="1125"/>
                  </a:lnTo>
                  <a:lnTo>
                    <a:pt x="623" y="1245"/>
                  </a:lnTo>
                  <a:lnTo>
                    <a:pt x="764" y="1506"/>
                  </a:lnTo>
                  <a:lnTo>
                    <a:pt x="944" y="1205"/>
                  </a:lnTo>
                  <a:lnTo>
                    <a:pt x="1105" y="964"/>
                  </a:lnTo>
                  <a:lnTo>
                    <a:pt x="1145" y="924"/>
                  </a:lnTo>
                  <a:lnTo>
                    <a:pt x="1205" y="904"/>
                  </a:lnTo>
                  <a:lnTo>
                    <a:pt x="1346" y="864"/>
                  </a:lnTo>
                  <a:lnTo>
                    <a:pt x="1406" y="843"/>
                  </a:lnTo>
                  <a:lnTo>
                    <a:pt x="1466" y="803"/>
                  </a:lnTo>
                  <a:lnTo>
                    <a:pt x="1506" y="743"/>
                  </a:lnTo>
                  <a:lnTo>
                    <a:pt x="1506" y="643"/>
                  </a:lnTo>
                  <a:lnTo>
                    <a:pt x="1386" y="603"/>
                  </a:lnTo>
                  <a:lnTo>
                    <a:pt x="1266" y="542"/>
                  </a:lnTo>
                  <a:lnTo>
                    <a:pt x="1165" y="462"/>
                  </a:lnTo>
                  <a:lnTo>
                    <a:pt x="1085" y="402"/>
                  </a:lnTo>
                  <a:lnTo>
                    <a:pt x="984" y="301"/>
                  </a:lnTo>
                  <a:lnTo>
                    <a:pt x="924" y="221"/>
                  </a:lnTo>
                  <a:lnTo>
                    <a:pt x="864" y="101"/>
                  </a:lnTo>
                  <a:lnTo>
                    <a:pt x="824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04" name="Google Shape;2804;p35"/>
            <p:cNvSpPr/>
            <p:nvPr/>
          </p:nvSpPr>
          <p:spPr>
            <a:xfrm>
              <a:off x="5562425" y="3247025"/>
              <a:ext cx="37675" cy="38175"/>
            </a:xfrm>
            <a:custGeom>
              <a:rect b="b" l="l" r="r" t="t"/>
              <a:pathLst>
                <a:path extrusionOk="0" h="1527" w="1507">
                  <a:moveTo>
                    <a:pt x="743" y="1"/>
                  </a:moveTo>
                  <a:lnTo>
                    <a:pt x="563" y="322"/>
                  </a:lnTo>
                  <a:lnTo>
                    <a:pt x="482" y="442"/>
                  </a:lnTo>
                  <a:lnTo>
                    <a:pt x="402" y="563"/>
                  </a:lnTo>
                  <a:lnTo>
                    <a:pt x="342" y="603"/>
                  </a:lnTo>
                  <a:lnTo>
                    <a:pt x="282" y="623"/>
                  </a:lnTo>
                  <a:lnTo>
                    <a:pt x="141" y="643"/>
                  </a:lnTo>
                  <a:lnTo>
                    <a:pt x="41" y="663"/>
                  </a:lnTo>
                  <a:lnTo>
                    <a:pt x="0" y="683"/>
                  </a:lnTo>
                  <a:lnTo>
                    <a:pt x="0" y="744"/>
                  </a:lnTo>
                  <a:lnTo>
                    <a:pt x="763" y="1527"/>
                  </a:lnTo>
                  <a:lnTo>
                    <a:pt x="1506" y="744"/>
                  </a:lnTo>
                  <a:lnTo>
                    <a:pt x="1265" y="643"/>
                  </a:lnTo>
                  <a:lnTo>
                    <a:pt x="1145" y="563"/>
                  </a:lnTo>
                  <a:lnTo>
                    <a:pt x="1024" y="483"/>
                  </a:lnTo>
                  <a:lnTo>
                    <a:pt x="944" y="382"/>
                  </a:lnTo>
                  <a:lnTo>
                    <a:pt x="884" y="282"/>
                  </a:lnTo>
                  <a:lnTo>
                    <a:pt x="743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05" name="Google Shape;2805;p35"/>
            <p:cNvSpPr/>
            <p:nvPr/>
          </p:nvSpPr>
          <p:spPr>
            <a:xfrm>
              <a:off x="5454500" y="3247025"/>
              <a:ext cx="43200" cy="40700"/>
            </a:xfrm>
            <a:custGeom>
              <a:rect b="b" l="l" r="r" t="t"/>
              <a:pathLst>
                <a:path extrusionOk="0" h="1628" w="1728">
                  <a:moveTo>
                    <a:pt x="763" y="1"/>
                  </a:moveTo>
                  <a:lnTo>
                    <a:pt x="583" y="302"/>
                  </a:lnTo>
                  <a:lnTo>
                    <a:pt x="502" y="422"/>
                  </a:lnTo>
                  <a:lnTo>
                    <a:pt x="422" y="543"/>
                  </a:lnTo>
                  <a:lnTo>
                    <a:pt x="362" y="583"/>
                  </a:lnTo>
                  <a:lnTo>
                    <a:pt x="302" y="603"/>
                  </a:lnTo>
                  <a:lnTo>
                    <a:pt x="161" y="643"/>
                  </a:lnTo>
                  <a:lnTo>
                    <a:pt x="101" y="683"/>
                  </a:lnTo>
                  <a:lnTo>
                    <a:pt x="40" y="724"/>
                  </a:lnTo>
                  <a:lnTo>
                    <a:pt x="20" y="784"/>
                  </a:lnTo>
                  <a:lnTo>
                    <a:pt x="0" y="884"/>
                  </a:lnTo>
                  <a:lnTo>
                    <a:pt x="141" y="924"/>
                  </a:lnTo>
                  <a:lnTo>
                    <a:pt x="261" y="985"/>
                  </a:lnTo>
                  <a:lnTo>
                    <a:pt x="362" y="1065"/>
                  </a:lnTo>
                  <a:lnTo>
                    <a:pt x="462" y="1165"/>
                  </a:lnTo>
                  <a:lnTo>
                    <a:pt x="623" y="1406"/>
                  </a:lnTo>
                  <a:lnTo>
                    <a:pt x="703" y="1527"/>
                  </a:lnTo>
                  <a:lnTo>
                    <a:pt x="824" y="1627"/>
                  </a:lnTo>
                  <a:lnTo>
                    <a:pt x="864" y="1467"/>
                  </a:lnTo>
                  <a:lnTo>
                    <a:pt x="924" y="1326"/>
                  </a:lnTo>
                  <a:lnTo>
                    <a:pt x="984" y="1226"/>
                  </a:lnTo>
                  <a:lnTo>
                    <a:pt x="1085" y="1125"/>
                  </a:lnTo>
                  <a:lnTo>
                    <a:pt x="1205" y="1025"/>
                  </a:lnTo>
                  <a:lnTo>
                    <a:pt x="1366" y="965"/>
                  </a:lnTo>
                  <a:lnTo>
                    <a:pt x="1526" y="904"/>
                  </a:lnTo>
                  <a:lnTo>
                    <a:pt x="1727" y="844"/>
                  </a:lnTo>
                  <a:lnTo>
                    <a:pt x="1306" y="643"/>
                  </a:lnTo>
                  <a:lnTo>
                    <a:pt x="1145" y="583"/>
                  </a:lnTo>
                  <a:lnTo>
                    <a:pt x="1044" y="503"/>
                  </a:lnTo>
                  <a:lnTo>
                    <a:pt x="964" y="402"/>
                  </a:lnTo>
                  <a:lnTo>
                    <a:pt x="904" y="282"/>
                  </a:lnTo>
                  <a:lnTo>
                    <a:pt x="763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06" name="Google Shape;2806;p35"/>
            <p:cNvSpPr/>
            <p:nvPr/>
          </p:nvSpPr>
          <p:spPr>
            <a:xfrm>
              <a:off x="5887200" y="3147125"/>
              <a:ext cx="35675" cy="33675"/>
            </a:xfrm>
            <a:custGeom>
              <a:rect b="b" l="l" r="r" t="t"/>
              <a:pathLst>
                <a:path extrusionOk="0" h="1347" w="1427">
                  <a:moveTo>
                    <a:pt x="684" y="1"/>
                  </a:moveTo>
                  <a:lnTo>
                    <a:pt x="603" y="222"/>
                  </a:lnTo>
                  <a:lnTo>
                    <a:pt x="543" y="322"/>
                  </a:lnTo>
                  <a:lnTo>
                    <a:pt x="483" y="402"/>
                  </a:lnTo>
                  <a:lnTo>
                    <a:pt x="362" y="483"/>
                  </a:lnTo>
                  <a:lnTo>
                    <a:pt x="242" y="543"/>
                  </a:lnTo>
                  <a:lnTo>
                    <a:pt x="1" y="664"/>
                  </a:lnTo>
                  <a:lnTo>
                    <a:pt x="744" y="1346"/>
                  </a:lnTo>
                  <a:lnTo>
                    <a:pt x="1426" y="684"/>
                  </a:lnTo>
                  <a:lnTo>
                    <a:pt x="684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07" name="Google Shape;2807;p35"/>
            <p:cNvSpPr/>
            <p:nvPr/>
          </p:nvSpPr>
          <p:spPr>
            <a:xfrm>
              <a:off x="5560925" y="2942825"/>
              <a:ext cx="38175" cy="35175"/>
            </a:xfrm>
            <a:custGeom>
              <a:rect b="b" l="l" r="r" t="t"/>
              <a:pathLst>
                <a:path extrusionOk="0" h="1407" w="1527">
                  <a:moveTo>
                    <a:pt x="783" y="1"/>
                  </a:moveTo>
                  <a:lnTo>
                    <a:pt x="683" y="161"/>
                  </a:lnTo>
                  <a:lnTo>
                    <a:pt x="623" y="282"/>
                  </a:lnTo>
                  <a:lnTo>
                    <a:pt x="542" y="362"/>
                  </a:lnTo>
                  <a:lnTo>
                    <a:pt x="422" y="442"/>
                  </a:lnTo>
                  <a:lnTo>
                    <a:pt x="301" y="523"/>
                  </a:lnTo>
                  <a:lnTo>
                    <a:pt x="0" y="663"/>
                  </a:lnTo>
                  <a:lnTo>
                    <a:pt x="301" y="844"/>
                  </a:lnTo>
                  <a:lnTo>
                    <a:pt x="422" y="904"/>
                  </a:lnTo>
                  <a:lnTo>
                    <a:pt x="542" y="984"/>
                  </a:lnTo>
                  <a:lnTo>
                    <a:pt x="582" y="1045"/>
                  </a:lnTo>
                  <a:lnTo>
                    <a:pt x="603" y="1105"/>
                  </a:lnTo>
                  <a:lnTo>
                    <a:pt x="643" y="1225"/>
                  </a:lnTo>
                  <a:lnTo>
                    <a:pt x="683" y="1346"/>
                  </a:lnTo>
                  <a:lnTo>
                    <a:pt x="703" y="1386"/>
                  </a:lnTo>
                  <a:lnTo>
                    <a:pt x="763" y="1406"/>
                  </a:lnTo>
                  <a:lnTo>
                    <a:pt x="1526" y="683"/>
                  </a:lnTo>
                  <a:lnTo>
                    <a:pt x="783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08" name="Google Shape;2808;p35"/>
            <p:cNvSpPr/>
            <p:nvPr/>
          </p:nvSpPr>
          <p:spPr>
            <a:xfrm>
              <a:off x="5671850" y="2943325"/>
              <a:ext cx="35175" cy="33150"/>
            </a:xfrm>
            <a:custGeom>
              <a:rect b="b" l="l" r="r" t="t"/>
              <a:pathLst>
                <a:path extrusionOk="0" h="1326" w="1407">
                  <a:moveTo>
                    <a:pt x="704" y="1"/>
                  </a:moveTo>
                  <a:lnTo>
                    <a:pt x="1" y="663"/>
                  </a:lnTo>
                  <a:lnTo>
                    <a:pt x="704" y="1326"/>
                  </a:lnTo>
                  <a:lnTo>
                    <a:pt x="1406" y="663"/>
                  </a:lnTo>
                  <a:lnTo>
                    <a:pt x="704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09" name="Google Shape;2809;p35"/>
            <p:cNvSpPr/>
            <p:nvPr/>
          </p:nvSpPr>
          <p:spPr>
            <a:xfrm>
              <a:off x="5781300" y="2636625"/>
              <a:ext cx="33150" cy="30625"/>
            </a:xfrm>
            <a:custGeom>
              <a:rect b="b" l="l" r="r" t="t"/>
              <a:pathLst>
                <a:path extrusionOk="0" h="1225" w="1326">
                  <a:moveTo>
                    <a:pt x="643" y="0"/>
                  </a:moveTo>
                  <a:lnTo>
                    <a:pt x="0" y="622"/>
                  </a:lnTo>
                  <a:lnTo>
                    <a:pt x="643" y="1225"/>
                  </a:lnTo>
                  <a:lnTo>
                    <a:pt x="1325" y="643"/>
                  </a:lnTo>
                  <a:lnTo>
                    <a:pt x="64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10" name="Google Shape;2810;p35"/>
            <p:cNvSpPr/>
            <p:nvPr/>
          </p:nvSpPr>
          <p:spPr>
            <a:xfrm>
              <a:off x="5779275" y="3148150"/>
              <a:ext cx="35675" cy="33150"/>
            </a:xfrm>
            <a:custGeom>
              <a:rect b="b" l="l" r="r" t="t"/>
              <a:pathLst>
                <a:path extrusionOk="0" h="1326" w="1427">
                  <a:moveTo>
                    <a:pt x="724" y="0"/>
                  </a:moveTo>
                  <a:lnTo>
                    <a:pt x="1" y="683"/>
                  </a:lnTo>
                  <a:lnTo>
                    <a:pt x="81" y="743"/>
                  </a:lnTo>
                  <a:lnTo>
                    <a:pt x="181" y="803"/>
                  </a:lnTo>
                  <a:lnTo>
                    <a:pt x="382" y="904"/>
                  </a:lnTo>
                  <a:lnTo>
                    <a:pt x="463" y="964"/>
                  </a:lnTo>
                  <a:lnTo>
                    <a:pt x="543" y="1044"/>
                  </a:lnTo>
                  <a:lnTo>
                    <a:pt x="583" y="1165"/>
                  </a:lnTo>
                  <a:lnTo>
                    <a:pt x="623" y="1285"/>
                  </a:lnTo>
                  <a:lnTo>
                    <a:pt x="643" y="1305"/>
                  </a:lnTo>
                  <a:lnTo>
                    <a:pt x="683" y="1325"/>
                  </a:lnTo>
                  <a:lnTo>
                    <a:pt x="724" y="1325"/>
                  </a:lnTo>
                  <a:lnTo>
                    <a:pt x="1426" y="643"/>
                  </a:lnTo>
                  <a:lnTo>
                    <a:pt x="724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11" name="Google Shape;2811;p35"/>
            <p:cNvSpPr/>
            <p:nvPr/>
          </p:nvSpPr>
          <p:spPr>
            <a:xfrm>
              <a:off x="5668850" y="3145125"/>
              <a:ext cx="46200" cy="38175"/>
            </a:xfrm>
            <a:custGeom>
              <a:rect b="b" l="l" r="r" t="t"/>
              <a:pathLst>
                <a:path extrusionOk="0" h="1527" w="1848">
                  <a:moveTo>
                    <a:pt x="824" y="1"/>
                  </a:moveTo>
                  <a:lnTo>
                    <a:pt x="663" y="282"/>
                  </a:lnTo>
                  <a:lnTo>
                    <a:pt x="603" y="402"/>
                  </a:lnTo>
                  <a:lnTo>
                    <a:pt x="522" y="503"/>
                  </a:lnTo>
                  <a:lnTo>
                    <a:pt x="402" y="583"/>
                  </a:lnTo>
                  <a:lnTo>
                    <a:pt x="281" y="643"/>
                  </a:lnTo>
                  <a:lnTo>
                    <a:pt x="0" y="784"/>
                  </a:lnTo>
                  <a:lnTo>
                    <a:pt x="322" y="944"/>
                  </a:lnTo>
                  <a:lnTo>
                    <a:pt x="442" y="1025"/>
                  </a:lnTo>
                  <a:lnTo>
                    <a:pt x="562" y="1105"/>
                  </a:lnTo>
                  <a:lnTo>
                    <a:pt x="603" y="1145"/>
                  </a:lnTo>
                  <a:lnTo>
                    <a:pt x="623" y="1205"/>
                  </a:lnTo>
                  <a:lnTo>
                    <a:pt x="663" y="1346"/>
                  </a:lnTo>
                  <a:lnTo>
                    <a:pt x="683" y="1406"/>
                  </a:lnTo>
                  <a:lnTo>
                    <a:pt x="723" y="1466"/>
                  </a:lnTo>
                  <a:lnTo>
                    <a:pt x="803" y="1507"/>
                  </a:lnTo>
                  <a:lnTo>
                    <a:pt x="884" y="1527"/>
                  </a:lnTo>
                  <a:lnTo>
                    <a:pt x="924" y="1386"/>
                  </a:lnTo>
                  <a:lnTo>
                    <a:pt x="984" y="1266"/>
                  </a:lnTo>
                  <a:lnTo>
                    <a:pt x="1064" y="1165"/>
                  </a:lnTo>
                  <a:lnTo>
                    <a:pt x="1165" y="1065"/>
                  </a:lnTo>
                  <a:lnTo>
                    <a:pt x="1305" y="984"/>
                  </a:lnTo>
                  <a:lnTo>
                    <a:pt x="1446" y="904"/>
                  </a:lnTo>
                  <a:lnTo>
                    <a:pt x="1627" y="824"/>
                  </a:lnTo>
                  <a:lnTo>
                    <a:pt x="1848" y="744"/>
                  </a:lnTo>
                  <a:lnTo>
                    <a:pt x="1607" y="703"/>
                  </a:lnTo>
                  <a:lnTo>
                    <a:pt x="1426" y="643"/>
                  </a:lnTo>
                  <a:lnTo>
                    <a:pt x="1285" y="563"/>
                  </a:lnTo>
                  <a:lnTo>
                    <a:pt x="1145" y="462"/>
                  </a:lnTo>
                  <a:lnTo>
                    <a:pt x="1044" y="362"/>
                  </a:lnTo>
                  <a:lnTo>
                    <a:pt x="964" y="242"/>
                  </a:lnTo>
                  <a:lnTo>
                    <a:pt x="824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12" name="Google Shape;2812;p35"/>
            <p:cNvSpPr/>
            <p:nvPr/>
          </p:nvSpPr>
          <p:spPr>
            <a:xfrm>
              <a:off x="5562425" y="3146625"/>
              <a:ext cx="38675" cy="36675"/>
            </a:xfrm>
            <a:custGeom>
              <a:rect b="b" l="l" r="r" t="t"/>
              <a:pathLst>
                <a:path extrusionOk="0" h="1467" w="1547">
                  <a:moveTo>
                    <a:pt x="643" y="1"/>
                  </a:moveTo>
                  <a:lnTo>
                    <a:pt x="603" y="41"/>
                  </a:lnTo>
                  <a:lnTo>
                    <a:pt x="563" y="141"/>
                  </a:lnTo>
                  <a:lnTo>
                    <a:pt x="543" y="282"/>
                  </a:lnTo>
                  <a:lnTo>
                    <a:pt x="522" y="342"/>
                  </a:lnTo>
                  <a:lnTo>
                    <a:pt x="502" y="402"/>
                  </a:lnTo>
                  <a:lnTo>
                    <a:pt x="442" y="463"/>
                  </a:lnTo>
                  <a:lnTo>
                    <a:pt x="362" y="503"/>
                  </a:lnTo>
                  <a:lnTo>
                    <a:pt x="201" y="523"/>
                  </a:lnTo>
                  <a:lnTo>
                    <a:pt x="121" y="543"/>
                  </a:lnTo>
                  <a:lnTo>
                    <a:pt x="61" y="563"/>
                  </a:lnTo>
                  <a:lnTo>
                    <a:pt x="21" y="603"/>
                  </a:lnTo>
                  <a:lnTo>
                    <a:pt x="0" y="663"/>
                  </a:lnTo>
                  <a:lnTo>
                    <a:pt x="784" y="1467"/>
                  </a:lnTo>
                  <a:lnTo>
                    <a:pt x="924" y="1226"/>
                  </a:lnTo>
                  <a:lnTo>
                    <a:pt x="984" y="1105"/>
                  </a:lnTo>
                  <a:lnTo>
                    <a:pt x="1065" y="1005"/>
                  </a:lnTo>
                  <a:lnTo>
                    <a:pt x="1165" y="924"/>
                  </a:lnTo>
                  <a:lnTo>
                    <a:pt x="1286" y="864"/>
                  </a:lnTo>
                  <a:lnTo>
                    <a:pt x="1547" y="764"/>
                  </a:lnTo>
                  <a:lnTo>
                    <a:pt x="683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13" name="Google Shape;2813;p35"/>
            <p:cNvSpPr/>
            <p:nvPr/>
          </p:nvSpPr>
          <p:spPr>
            <a:xfrm>
              <a:off x="5454000" y="3143625"/>
              <a:ext cx="38175" cy="42200"/>
            </a:xfrm>
            <a:custGeom>
              <a:rect b="b" l="l" r="r" t="t"/>
              <a:pathLst>
                <a:path extrusionOk="0" h="1688" w="1527">
                  <a:moveTo>
                    <a:pt x="783" y="0"/>
                  </a:moveTo>
                  <a:lnTo>
                    <a:pt x="623" y="322"/>
                  </a:lnTo>
                  <a:lnTo>
                    <a:pt x="542" y="442"/>
                  </a:lnTo>
                  <a:lnTo>
                    <a:pt x="462" y="542"/>
                  </a:lnTo>
                  <a:lnTo>
                    <a:pt x="362" y="623"/>
                  </a:lnTo>
                  <a:lnTo>
                    <a:pt x="241" y="703"/>
                  </a:lnTo>
                  <a:lnTo>
                    <a:pt x="0" y="804"/>
                  </a:lnTo>
                  <a:lnTo>
                    <a:pt x="141" y="864"/>
                  </a:lnTo>
                  <a:lnTo>
                    <a:pt x="281" y="944"/>
                  </a:lnTo>
                  <a:lnTo>
                    <a:pt x="382" y="1024"/>
                  </a:lnTo>
                  <a:lnTo>
                    <a:pt x="462" y="1125"/>
                  </a:lnTo>
                  <a:lnTo>
                    <a:pt x="542" y="1245"/>
                  </a:lnTo>
                  <a:lnTo>
                    <a:pt x="623" y="1386"/>
                  </a:lnTo>
                  <a:lnTo>
                    <a:pt x="783" y="1687"/>
                  </a:lnTo>
                  <a:lnTo>
                    <a:pt x="964" y="1346"/>
                  </a:lnTo>
                  <a:lnTo>
                    <a:pt x="1044" y="1205"/>
                  </a:lnTo>
                  <a:lnTo>
                    <a:pt x="1125" y="1085"/>
                  </a:lnTo>
                  <a:lnTo>
                    <a:pt x="1185" y="1044"/>
                  </a:lnTo>
                  <a:lnTo>
                    <a:pt x="1245" y="1024"/>
                  </a:lnTo>
                  <a:lnTo>
                    <a:pt x="1366" y="1004"/>
                  </a:lnTo>
                  <a:lnTo>
                    <a:pt x="1446" y="984"/>
                  </a:lnTo>
                  <a:lnTo>
                    <a:pt x="1486" y="924"/>
                  </a:lnTo>
                  <a:lnTo>
                    <a:pt x="1526" y="864"/>
                  </a:lnTo>
                  <a:lnTo>
                    <a:pt x="1526" y="763"/>
                  </a:lnTo>
                  <a:lnTo>
                    <a:pt x="1406" y="723"/>
                  </a:lnTo>
                  <a:lnTo>
                    <a:pt x="1285" y="683"/>
                  </a:lnTo>
                  <a:lnTo>
                    <a:pt x="1165" y="603"/>
                  </a:lnTo>
                  <a:lnTo>
                    <a:pt x="1085" y="522"/>
                  </a:lnTo>
                  <a:lnTo>
                    <a:pt x="984" y="422"/>
                  </a:lnTo>
                  <a:lnTo>
                    <a:pt x="904" y="302"/>
                  </a:lnTo>
                  <a:lnTo>
                    <a:pt x="844" y="161"/>
                  </a:lnTo>
                  <a:lnTo>
                    <a:pt x="78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14" name="Google Shape;2814;p35"/>
            <p:cNvSpPr/>
            <p:nvPr/>
          </p:nvSpPr>
          <p:spPr>
            <a:xfrm>
              <a:off x="5776775" y="3046225"/>
              <a:ext cx="37675" cy="35675"/>
            </a:xfrm>
            <a:custGeom>
              <a:rect b="b" l="l" r="r" t="t"/>
              <a:pathLst>
                <a:path extrusionOk="0" h="1427" w="1507">
                  <a:moveTo>
                    <a:pt x="824" y="1"/>
                  </a:moveTo>
                  <a:lnTo>
                    <a:pt x="0" y="764"/>
                  </a:lnTo>
                  <a:lnTo>
                    <a:pt x="181" y="764"/>
                  </a:lnTo>
                  <a:lnTo>
                    <a:pt x="322" y="784"/>
                  </a:lnTo>
                  <a:lnTo>
                    <a:pt x="442" y="844"/>
                  </a:lnTo>
                  <a:lnTo>
                    <a:pt x="543" y="945"/>
                  </a:lnTo>
                  <a:lnTo>
                    <a:pt x="623" y="1045"/>
                  </a:lnTo>
                  <a:lnTo>
                    <a:pt x="703" y="1166"/>
                  </a:lnTo>
                  <a:lnTo>
                    <a:pt x="884" y="1427"/>
                  </a:lnTo>
                  <a:lnTo>
                    <a:pt x="964" y="1186"/>
                  </a:lnTo>
                  <a:lnTo>
                    <a:pt x="1024" y="1085"/>
                  </a:lnTo>
                  <a:lnTo>
                    <a:pt x="1085" y="985"/>
                  </a:lnTo>
                  <a:lnTo>
                    <a:pt x="1165" y="904"/>
                  </a:lnTo>
                  <a:lnTo>
                    <a:pt x="1245" y="844"/>
                  </a:lnTo>
                  <a:lnTo>
                    <a:pt x="1346" y="784"/>
                  </a:lnTo>
                  <a:lnTo>
                    <a:pt x="1466" y="744"/>
                  </a:lnTo>
                  <a:lnTo>
                    <a:pt x="1486" y="724"/>
                  </a:lnTo>
                  <a:lnTo>
                    <a:pt x="1506" y="684"/>
                  </a:lnTo>
                  <a:lnTo>
                    <a:pt x="1506" y="623"/>
                  </a:lnTo>
                  <a:lnTo>
                    <a:pt x="824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15" name="Google Shape;2815;p35"/>
            <p:cNvSpPr/>
            <p:nvPr/>
          </p:nvSpPr>
          <p:spPr>
            <a:xfrm>
              <a:off x="5562425" y="3045225"/>
              <a:ext cx="37675" cy="35175"/>
            </a:xfrm>
            <a:custGeom>
              <a:rect b="b" l="l" r="r" t="t"/>
              <a:pathLst>
                <a:path extrusionOk="0" h="1407" w="1507">
                  <a:moveTo>
                    <a:pt x="763" y="1"/>
                  </a:moveTo>
                  <a:lnTo>
                    <a:pt x="0" y="724"/>
                  </a:lnTo>
                  <a:lnTo>
                    <a:pt x="261" y="864"/>
                  </a:lnTo>
                  <a:lnTo>
                    <a:pt x="382" y="924"/>
                  </a:lnTo>
                  <a:lnTo>
                    <a:pt x="502" y="1005"/>
                  </a:lnTo>
                  <a:lnTo>
                    <a:pt x="543" y="1065"/>
                  </a:lnTo>
                  <a:lnTo>
                    <a:pt x="563" y="1125"/>
                  </a:lnTo>
                  <a:lnTo>
                    <a:pt x="603" y="1246"/>
                  </a:lnTo>
                  <a:lnTo>
                    <a:pt x="623" y="1306"/>
                  </a:lnTo>
                  <a:lnTo>
                    <a:pt x="683" y="1366"/>
                  </a:lnTo>
                  <a:lnTo>
                    <a:pt x="743" y="1386"/>
                  </a:lnTo>
                  <a:lnTo>
                    <a:pt x="844" y="1406"/>
                  </a:lnTo>
                  <a:lnTo>
                    <a:pt x="864" y="1266"/>
                  </a:lnTo>
                  <a:lnTo>
                    <a:pt x="924" y="1145"/>
                  </a:lnTo>
                  <a:lnTo>
                    <a:pt x="984" y="1045"/>
                  </a:lnTo>
                  <a:lnTo>
                    <a:pt x="1085" y="965"/>
                  </a:lnTo>
                  <a:lnTo>
                    <a:pt x="1306" y="844"/>
                  </a:lnTo>
                  <a:lnTo>
                    <a:pt x="1506" y="704"/>
                  </a:lnTo>
                  <a:lnTo>
                    <a:pt x="763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16" name="Google Shape;2816;p35"/>
            <p:cNvSpPr/>
            <p:nvPr/>
          </p:nvSpPr>
          <p:spPr>
            <a:xfrm>
              <a:off x="5671850" y="3044225"/>
              <a:ext cx="38175" cy="36175"/>
            </a:xfrm>
            <a:custGeom>
              <a:rect b="b" l="l" r="r" t="t"/>
              <a:pathLst>
                <a:path extrusionOk="0" h="1447" w="1527">
                  <a:moveTo>
                    <a:pt x="724" y="1"/>
                  </a:moveTo>
                  <a:lnTo>
                    <a:pt x="1" y="723"/>
                  </a:lnTo>
                  <a:lnTo>
                    <a:pt x="724" y="1446"/>
                  </a:lnTo>
                  <a:lnTo>
                    <a:pt x="864" y="1205"/>
                  </a:lnTo>
                  <a:lnTo>
                    <a:pt x="924" y="1105"/>
                  </a:lnTo>
                  <a:lnTo>
                    <a:pt x="1005" y="1005"/>
                  </a:lnTo>
                  <a:lnTo>
                    <a:pt x="1105" y="924"/>
                  </a:lnTo>
                  <a:lnTo>
                    <a:pt x="1226" y="844"/>
                  </a:lnTo>
                  <a:lnTo>
                    <a:pt x="1527" y="703"/>
                  </a:lnTo>
                  <a:lnTo>
                    <a:pt x="1386" y="643"/>
                  </a:lnTo>
                  <a:lnTo>
                    <a:pt x="1246" y="583"/>
                  </a:lnTo>
                  <a:lnTo>
                    <a:pt x="1125" y="503"/>
                  </a:lnTo>
                  <a:lnTo>
                    <a:pt x="1025" y="422"/>
                  </a:lnTo>
                  <a:lnTo>
                    <a:pt x="924" y="322"/>
                  </a:lnTo>
                  <a:lnTo>
                    <a:pt x="844" y="221"/>
                  </a:lnTo>
                  <a:lnTo>
                    <a:pt x="784" y="121"/>
                  </a:lnTo>
                  <a:lnTo>
                    <a:pt x="724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17" name="Google Shape;2817;p35"/>
            <p:cNvSpPr/>
            <p:nvPr/>
          </p:nvSpPr>
          <p:spPr>
            <a:xfrm>
              <a:off x="5889225" y="2638125"/>
              <a:ext cx="32650" cy="29125"/>
            </a:xfrm>
            <a:custGeom>
              <a:rect b="b" l="l" r="r" t="t"/>
              <a:pathLst>
                <a:path extrusionOk="0" h="1165" w="1306">
                  <a:moveTo>
                    <a:pt x="663" y="0"/>
                  </a:moveTo>
                  <a:lnTo>
                    <a:pt x="0" y="562"/>
                  </a:lnTo>
                  <a:lnTo>
                    <a:pt x="643" y="1165"/>
                  </a:lnTo>
                  <a:lnTo>
                    <a:pt x="1305" y="583"/>
                  </a:lnTo>
                  <a:lnTo>
                    <a:pt x="66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18" name="Google Shape;2818;p35"/>
            <p:cNvSpPr/>
            <p:nvPr/>
          </p:nvSpPr>
          <p:spPr>
            <a:xfrm>
              <a:off x="5455000" y="3043225"/>
              <a:ext cx="39675" cy="36675"/>
            </a:xfrm>
            <a:custGeom>
              <a:rect b="b" l="l" r="r" t="t"/>
              <a:pathLst>
                <a:path extrusionOk="0" h="1467" w="1587">
                  <a:moveTo>
                    <a:pt x="723" y="0"/>
                  </a:moveTo>
                  <a:lnTo>
                    <a:pt x="583" y="261"/>
                  </a:lnTo>
                  <a:lnTo>
                    <a:pt x="502" y="382"/>
                  </a:lnTo>
                  <a:lnTo>
                    <a:pt x="422" y="482"/>
                  </a:lnTo>
                  <a:lnTo>
                    <a:pt x="362" y="522"/>
                  </a:lnTo>
                  <a:lnTo>
                    <a:pt x="302" y="563"/>
                  </a:lnTo>
                  <a:lnTo>
                    <a:pt x="161" y="583"/>
                  </a:lnTo>
                  <a:lnTo>
                    <a:pt x="101" y="603"/>
                  </a:lnTo>
                  <a:lnTo>
                    <a:pt x="41" y="623"/>
                  </a:lnTo>
                  <a:lnTo>
                    <a:pt x="0" y="663"/>
                  </a:lnTo>
                  <a:lnTo>
                    <a:pt x="0" y="723"/>
                  </a:lnTo>
                  <a:lnTo>
                    <a:pt x="743" y="1466"/>
                  </a:lnTo>
                  <a:lnTo>
                    <a:pt x="1587" y="623"/>
                  </a:lnTo>
                  <a:lnTo>
                    <a:pt x="1587" y="623"/>
                  </a:lnTo>
                  <a:lnTo>
                    <a:pt x="1386" y="643"/>
                  </a:lnTo>
                  <a:lnTo>
                    <a:pt x="1245" y="623"/>
                  </a:lnTo>
                  <a:lnTo>
                    <a:pt x="1125" y="563"/>
                  </a:lnTo>
                  <a:lnTo>
                    <a:pt x="1024" y="482"/>
                  </a:lnTo>
                  <a:lnTo>
                    <a:pt x="944" y="362"/>
                  </a:lnTo>
                  <a:lnTo>
                    <a:pt x="884" y="261"/>
                  </a:lnTo>
                  <a:lnTo>
                    <a:pt x="72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19" name="Google Shape;2819;p35"/>
            <p:cNvSpPr/>
            <p:nvPr/>
          </p:nvSpPr>
          <p:spPr>
            <a:xfrm>
              <a:off x="5996150" y="3046725"/>
              <a:ext cx="34150" cy="31650"/>
            </a:xfrm>
            <a:custGeom>
              <a:rect b="b" l="l" r="r" t="t"/>
              <a:pathLst>
                <a:path extrusionOk="0" h="1266" w="1366">
                  <a:moveTo>
                    <a:pt x="703" y="1"/>
                  </a:moveTo>
                  <a:lnTo>
                    <a:pt x="0" y="603"/>
                  </a:lnTo>
                  <a:lnTo>
                    <a:pt x="723" y="1266"/>
                  </a:lnTo>
                  <a:lnTo>
                    <a:pt x="1365" y="603"/>
                  </a:lnTo>
                  <a:lnTo>
                    <a:pt x="703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20" name="Google Shape;2820;p35"/>
            <p:cNvSpPr/>
            <p:nvPr/>
          </p:nvSpPr>
          <p:spPr>
            <a:xfrm>
              <a:off x="5456500" y="2636625"/>
              <a:ext cx="35175" cy="35650"/>
            </a:xfrm>
            <a:custGeom>
              <a:rect b="b" l="l" r="r" t="t"/>
              <a:pathLst>
                <a:path extrusionOk="0" h="1426" w="1407">
                  <a:moveTo>
                    <a:pt x="683" y="0"/>
                  </a:moveTo>
                  <a:lnTo>
                    <a:pt x="1" y="622"/>
                  </a:lnTo>
                  <a:lnTo>
                    <a:pt x="804" y="1426"/>
                  </a:lnTo>
                  <a:lnTo>
                    <a:pt x="804" y="1265"/>
                  </a:lnTo>
                  <a:lnTo>
                    <a:pt x="824" y="1145"/>
                  </a:lnTo>
                  <a:lnTo>
                    <a:pt x="864" y="1024"/>
                  </a:lnTo>
                  <a:lnTo>
                    <a:pt x="904" y="944"/>
                  </a:lnTo>
                  <a:lnTo>
                    <a:pt x="985" y="884"/>
                  </a:lnTo>
                  <a:lnTo>
                    <a:pt x="1065" y="823"/>
                  </a:lnTo>
                  <a:lnTo>
                    <a:pt x="1165" y="783"/>
                  </a:lnTo>
                  <a:lnTo>
                    <a:pt x="1286" y="763"/>
                  </a:lnTo>
                  <a:lnTo>
                    <a:pt x="1326" y="743"/>
                  </a:lnTo>
                  <a:lnTo>
                    <a:pt x="1366" y="703"/>
                  </a:lnTo>
                  <a:lnTo>
                    <a:pt x="1386" y="683"/>
                  </a:lnTo>
                  <a:lnTo>
                    <a:pt x="1406" y="643"/>
                  </a:lnTo>
                  <a:lnTo>
                    <a:pt x="1386" y="602"/>
                  </a:lnTo>
                  <a:lnTo>
                    <a:pt x="1366" y="562"/>
                  </a:lnTo>
                  <a:lnTo>
                    <a:pt x="1306" y="502"/>
                  </a:lnTo>
                  <a:lnTo>
                    <a:pt x="1145" y="442"/>
                  </a:lnTo>
                  <a:lnTo>
                    <a:pt x="985" y="361"/>
                  </a:lnTo>
                  <a:lnTo>
                    <a:pt x="924" y="321"/>
                  </a:lnTo>
                  <a:lnTo>
                    <a:pt x="864" y="261"/>
                  </a:lnTo>
                  <a:lnTo>
                    <a:pt x="824" y="181"/>
                  </a:lnTo>
                  <a:lnTo>
                    <a:pt x="804" y="80"/>
                  </a:lnTo>
                  <a:lnTo>
                    <a:pt x="784" y="40"/>
                  </a:lnTo>
                  <a:lnTo>
                    <a:pt x="744" y="20"/>
                  </a:lnTo>
                  <a:lnTo>
                    <a:pt x="68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21" name="Google Shape;2821;p35"/>
            <p:cNvSpPr/>
            <p:nvPr/>
          </p:nvSpPr>
          <p:spPr>
            <a:xfrm>
              <a:off x="5347075" y="3146125"/>
              <a:ext cx="40675" cy="37675"/>
            </a:xfrm>
            <a:custGeom>
              <a:rect b="b" l="l" r="r" t="t"/>
              <a:pathLst>
                <a:path extrusionOk="0" h="1507" w="1627">
                  <a:moveTo>
                    <a:pt x="743" y="1"/>
                  </a:moveTo>
                  <a:lnTo>
                    <a:pt x="703" y="161"/>
                  </a:lnTo>
                  <a:lnTo>
                    <a:pt x="643" y="282"/>
                  </a:lnTo>
                  <a:lnTo>
                    <a:pt x="542" y="382"/>
                  </a:lnTo>
                  <a:lnTo>
                    <a:pt x="422" y="463"/>
                  </a:lnTo>
                  <a:lnTo>
                    <a:pt x="201" y="563"/>
                  </a:lnTo>
                  <a:lnTo>
                    <a:pt x="81" y="623"/>
                  </a:lnTo>
                  <a:lnTo>
                    <a:pt x="0" y="704"/>
                  </a:lnTo>
                  <a:lnTo>
                    <a:pt x="763" y="1507"/>
                  </a:lnTo>
                  <a:lnTo>
                    <a:pt x="884" y="1266"/>
                  </a:lnTo>
                  <a:lnTo>
                    <a:pt x="964" y="1145"/>
                  </a:lnTo>
                  <a:lnTo>
                    <a:pt x="1044" y="1045"/>
                  </a:lnTo>
                  <a:lnTo>
                    <a:pt x="1145" y="965"/>
                  </a:lnTo>
                  <a:lnTo>
                    <a:pt x="1285" y="904"/>
                  </a:lnTo>
                  <a:lnTo>
                    <a:pt x="1627" y="744"/>
                  </a:lnTo>
                  <a:lnTo>
                    <a:pt x="1265" y="583"/>
                  </a:lnTo>
                  <a:lnTo>
                    <a:pt x="1125" y="523"/>
                  </a:lnTo>
                  <a:lnTo>
                    <a:pt x="1024" y="442"/>
                  </a:lnTo>
                  <a:lnTo>
                    <a:pt x="944" y="342"/>
                  </a:lnTo>
                  <a:lnTo>
                    <a:pt x="864" y="242"/>
                  </a:lnTo>
                  <a:lnTo>
                    <a:pt x="743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22" name="Google Shape;2822;p35"/>
            <p:cNvSpPr/>
            <p:nvPr/>
          </p:nvSpPr>
          <p:spPr>
            <a:xfrm>
              <a:off x="5346575" y="3042225"/>
              <a:ext cx="40675" cy="38675"/>
            </a:xfrm>
            <a:custGeom>
              <a:rect b="b" l="l" r="r" t="t"/>
              <a:pathLst>
                <a:path extrusionOk="0" h="1547" w="1627">
                  <a:moveTo>
                    <a:pt x="723" y="0"/>
                  </a:moveTo>
                  <a:lnTo>
                    <a:pt x="603" y="281"/>
                  </a:lnTo>
                  <a:lnTo>
                    <a:pt x="542" y="382"/>
                  </a:lnTo>
                  <a:lnTo>
                    <a:pt x="482" y="462"/>
                  </a:lnTo>
                  <a:lnTo>
                    <a:pt x="362" y="562"/>
                  </a:lnTo>
                  <a:lnTo>
                    <a:pt x="241" y="623"/>
                  </a:lnTo>
                  <a:lnTo>
                    <a:pt x="0" y="763"/>
                  </a:lnTo>
                  <a:lnTo>
                    <a:pt x="783" y="1546"/>
                  </a:lnTo>
                  <a:lnTo>
                    <a:pt x="904" y="1305"/>
                  </a:lnTo>
                  <a:lnTo>
                    <a:pt x="964" y="1185"/>
                  </a:lnTo>
                  <a:lnTo>
                    <a:pt x="1064" y="1085"/>
                  </a:lnTo>
                  <a:lnTo>
                    <a:pt x="1165" y="1024"/>
                  </a:lnTo>
                  <a:lnTo>
                    <a:pt x="1285" y="944"/>
                  </a:lnTo>
                  <a:lnTo>
                    <a:pt x="1627" y="803"/>
                  </a:lnTo>
                  <a:lnTo>
                    <a:pt x="1285" y="643"/>
                  </a:lnTo>
                  <a:lnTo>
                    <a:pt x="1145" y="583"/>
                  </a:lnTo>
                  <a:lnTo>
                    <a:pt x="1044" y="502"/>
                  </a:lnTo>
                  <a:lnTo>
                    <a:pt x="944" y="402"/>
                  </a:lnTo>
                  <a:lnTo>
                    <a:pt x="884" y="281"/>
                  </a:lnTo>
                  <a:lnTo>
                    <a:pt x="72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23" name="Google Shape;2823;p35"/>
            <p:cNvSpPr/>
            <p:nvPr/>
          </p:nvSpPr>
          <p:spPr>
            <a:xfrm>
              <a:off x="5989100" y="3351950"/>
              <a:ext cx="41700" cy="36175"/>
            </a:xfrm>
            <a:custGeom>
              <a:rect b="b" l="l" r="r" t="t"/>
              <a:pathLst>
                <a:path extrusionOk="0" h="1447" w="1668">
                  <a:moveTo>
                    <a:pt x="945" y="0"/>
                  </a:moveTo>
                  <a:lnTo>
                    <a:pt x="905" y="121"/>
                  </a:lnTo>
                  <a:lnTo>
                    <a:pt x="824" y="221"/>
                  </a:lnTo>
                  <a:lnTo>
                    <a:pt x="744" y="322"/>
                  </a:lnTo>
                  <a:lnTo>
                    <a:pt x="644" y="422"/>
                  </a:lnTo>
                  <a:lnTo>
                    <a:pt x="523" y="502"/>
                  </a:lnTo>
                  <a:lnTo>
                    <a:pt x="382" y="583"/>
                  </a:lnTo>
                  <a:lnTo>
                    <a:pt x="1" y="743"/>
                  </a:lnTo>
                  <a:lnTo>
                    <a:pt x="222" y="783"/>
                  </a:lnTo>
                  <a:lnTo>
                    <a:pt x="382" y="844"/>
                  </a:lnTo>
                  <a:lnTo>
                    <a:pt x="543" y="924"/>
                  </a:lnTo>
                  <a:lnTo>
                    <a:pt x="664" y="1004"/>
                  </a:lnTo>
                  <a:lnTo>
                    <a:pt x="744" y="1105"/>
                  </a:lnTo>
                  <a:lnTo>
                    <a:pt x="824" y="1205"/>
                  </a:lnTo>
                  <a:lnTo>
                    <a:pt x="884" y="1326"/>
                  </a:lnTo>
                  <a:lnTo>
                    <a:pt x="945" y="1446"/>
                  </a:lnTo>
                  <a:lnTo>
                    <a:pt x="1668" y="683"/>
                  </a:lnTo>
                  <a:lnTo>
                    <a:pt x="945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24" name="Google Shape;2824;p35"/>
            <p:cNvSpPr/>
            <p:nvPr/>
          </p:nvSpPr>
          <p:spPr>
            <a:xfrm>
              <a:off x="5456500" y="2738525"/>
              <a:ext cx="34675" cy="32650"/>
            </a:xfrm>
            <a:custGeom>
              <a:rect b="b" l="l" r="r" t="t"/>
              <a:pathLst>
                <a:path extrusionOk="0" h="1306" w="1387">
                  <a:moveTo>
                    <a:pt x="663" y="0"/>
                  </a:moveTo>
                  <a:lnTo>
                    <a:pt x="583" y="60"/>
                  </a:lnTo>
                  <a:lnTo>
                    <a:pt x="523" y="141"/>
                  </a:lnTo>
                  <a:lnTo>
                    <a:pt x="422" y="301"/>
                  </a:lnTo>
                  <a:lnTo>
                    <a:pt x="342" y="382"/>
                  </a:lnTo>
                  <a:lnTo>
                    <a:pt x="262" y="462"/>
                  </a:lnTo>
                  <a:lnTo>
                    <a:pt x="161" y="522"/>
                  </a:lnTo>
                  <a:lnTo>
                    <a:pt x="41" y="542"/>
                  </a:lnTo>
                  <a:lnTo>
                    <a:pt x="21" y="562"/>
                  </a:lnTo>
                  <a:lnTo>
                    <a:pt x="21" y="603"/>
                  </a:lnTo>
                  <a:lnTo>
                    <a:pt x="1" y="643"/>
                  </a:lnTo>
                  <a:lnTo>
                    <a:pt x="663" y="1305"/>
                  </a:lnTo>
                  <a:lnTo>
                    <a:pt x="1386" y="663"/>
                  </a:lnTo>
                  <a:lnTo>
                    <a:pt x="66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25" name="Google Shape;2825;p35"/>
            <p:cNvSpPr/>
            <p:nvPr/>
          </p:nvSpPr>
          <p:spPr>
            <a:xfrm>
              <a:off x="5888200" y="2943825"/>
              <a:ext cx="34175" cy="31650"/>
            </a:xfrm>
            <a:custGeom>
              <a:rect b="b" l="l" r="r" t="t"/>
              <a:pathLst>
                <a:path extrusionOk="0" h="1266" w="1367">
                  <a:moveTo>
                    <a:pt x="704" y="1"/>
                  </a:moveTo>
                  <a:lnTo>
                    <a:pt x="1" y="623"/>
                  </a:lnTo>
                  <a:lnTo>
                    <a:pt x="704" y="1266"/>
                  </a:lnTo>
                  <a:lnTo>
                    <a:pt x="1366" y="643"/>
                  </a:lnTo>
                  <a:lnTo>
                    <a:pt x="704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26" name="Google Shape;2826;p35"/>
            <p:cNvSpPr/>
            <p:nvPr/>
          </p:nvSpPr>
          <p:spPr>
            <a:xfrm>
              <a:off x="5455500" y="2943325"/>
              <a:ext cx="36675" cy="35175"/>
            </a:xfrm>
            <a:custGeom>
              <a:rect b="b" l="l" r="r" t="t"/>
              <a:pathLst>
                <a:path extrusionOk="0" h="1407" w="1467">
                  <a:moveTo>
                    <a:pt x="703" y="1"/>
                  </a:moveTo>
                  <a:lnTo>
                    <a:pt x="0" y="663"/>
                  </a:lnTo>
                  <a:lnTo>
                    <a:pt x="804" y="1406"/>
                  </a:lnTo>
                  <a:lnTo>
                    <a:pt x="824" y="1246"/>
                  </a:lnTo>
                  <a:lnTo>
                    <a:pt x="864" y="1125"/>
                  </a:lnTo>
                  <a:lnTo>
                    <a:pt x="944" y="1025"/>
                  </a:lnTo>
                  <a:lnTo>
                    <a:pt x="1045" y="944"/>
                  </a:lnTo>
                  <a:lnTo>
                    <a:pt x="1145" y="884"/>
                  </a:lnTo>
                  <a:lnTo>
                    <a:pt x="1245" y="824"/>
                  </a:lnTo>
                  <a:lnTo>
                    <a:pt x="1466" y="683"/>
                  </a:lnTo>
                  <a:lnTo>
                    <a:pt x="703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27" name="Google Shape;2827;p35"/>
            <p:cNvSpPr/>
            <p:nvPr/>
          </p:nvSpPr>
          <p:spPr>
            <a:xfrm>
              <a:off x="5995650" y="3148650"/>
              <a:ext cx="35150" cy="33650"/>
            </a:xfrm>
            <a:custGeom>
              <a:rect b="b" l="l" r="r" t="t"/>
              <a:pathLst>
                <a:path extrusionOk="0" h="1346" w="1406">
                  <a:moveTo>
                    <a:pt x="723" y="0"/>
                  </a:moveTo>
                  <a:lnTo>
                    <a:pt x="0" y="663"/>
                  </a:lnTo>
                  <a:lnTo>
                    <a:pt x="20" y="723"/>
                  </a:lnTo>
                  <a:lnTo>
                    <a:pt x="40" y="763"/>
                  </a:lnTo>
                  <a:lnTo>
                    <a:pt x="100" y="783"/>
                  </a:lnTo>
                  <a:lnTo>
                    <a:pt x="161" y="803"/>
                  </a:lnTo>
                  <a:lnTo>
                    <a:pt x="301" y="843"/>
                  </a:lnTo>
                  <a:lnTo>
                    <a:pt x="361" y="864"/>
                  </a:lnTo>
                  <a:lnTo>
                    <a:pt x="422" y="904"/>
                  </a:lnTo>
                  <a:lnTo>
                    <a:pt x="562" y="1125"/>
                  </a:lnTo>
                  <a:lnTo>
                    <a:pt x="703" y="1345"/>
                  </a:lnTo>
                  <a:lnTo>
                    <a:pt x="1406" y="623"/>
                  </a:lnTo>
                  <a:lnTo>
                    <a:pt x="72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28" name="Google Shape;2828;p35"/>
            <p:cNvSpPr/>
            <p:nvPr/>
          </p:nvSpPr>
          <p:spPr>
            <a:xfrm>
              <a:off x="5888725" y="2740025"/>
              <a:ext cx="33650" cy="29650"/>
            </a:xfrm>
            <a:custGeom>
              <a:rect b="b" l="l" r="r" t="t"/>
              <a:pathLst>
                <a:path extrusionOk="0" h="1186" w="1346">
                  <a:moveTo>
                    <a:pt x="663" y="0"/>
                  </a:moveTo>
                  <a:lnTo>
                    <a:pt x="0" y="583"/>
                  </a:lnTo>
                  <a:lnTo>
                    <a:pt x="663" y="1185"/>
                  </a:lnTo>
                  <a:lnTo>
                    <a:pt x="1345" y="603"/>
                  </a:lnTo>
                  <a:lnTo>
                    <a:pt x="66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29" name="Google Shape;2829;p35"/>
            <p:cNvSpPr/>
            <p:nvPr/>
          </p:nvSpPr>
          <p:spPr>
            <a:xfrm>
              <a:off x="5347075" y="3249050"/>
              <a:ext cx="37675" cy="37650"/>
            </a:xfrm>
            <a:custGeom>
              <a:rect b="b" l="l" r="r" t="t"/>
              <a:pathLst>
                <a:path extrusionOk="0" h="1506" w="1507">
                  <a:moveTo>
                    <a:pt x="723" y="0"/>
                  </a:moveTo>
                  <a:lnTo>
                    <a:pt x="0" y="743"/>
                  </a:lnTo>
                  <a:lnTo>
                    <a:pt x="804" y="1506"/>
                  </a:lnTo>
                  <a:lnTo>
                    <a:pt x="844" y="1365"/>
                  </a:lnTo>
                  <a:lnTo>
                    <a:pt x="884" y="1225"/>
                  </a:lnTo>
                  <a:lnTo>
                    <a:pt x="964" y="1124"/>
                  </a:lnTo>
                  <a:lnTo>
                    <a:pt x="1044" y="1044"/>
                  </a:lnTo>
                  <a:lnTo>
                    <a:pt x="1145" y="964"/>
                  </a:lnTo>
                  <a:lnTo>
                    <a:pt x="1245" y="904"/>
                  </a:lnTo>
                  <a:lnTo>
                    <a:pt x="1366" y="843"/>
                  </a:lnTo>
                  <a:lnTo>
                    <a:pt x="1506" y="823"/>
                  </a:lnTo>
                  <a:lnTo>
                    <a:pt x="1486" y="723"/>
                  </a:lnTo>
                  <a:lnTo>
                    <a:pt x="1466" y="663"/>
                  </a:lnTo>
                  <a:lnTo>
                    <a:pt x="1406" y="602"/>
                  </a:lnTo>
                  <a:lnTo>
                    <a:pt x="1346" y="582"/>
                  </a:lnTo>
                  <a:lnTo>
                    <a:pt x="1225" y="542"/>
                  </a:lnTo>
                  <a:lnTo>
                    <a:pt x="1165" y="502"/>
                  </a:lnTo>
                  <a:lnTo>
                    <a:pt x="1105" y="482"/>
                  </a:lnTo>
                  <a:lnTo>
                    <a:pt x="1004" y="361"/>
                  </a:lnTo>
                  <a:lnTo>
                    <a:pt x="904" y="241"/>
                  </a:lnTo>
                  <a:lnTo>
                    <a:pt x="72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30" name="Google Shape;2830;p35"/>
            <p:cNvSpPr/>
            <p:nvPr/>
          </p:nvSpPr>
          <p:spPr>
            <a:xfrm>
              <a:off x="5347075" y="2942325"/>
              <a:ext cx="38675" cy="36175"/>
            </a:xfrm>
            <a:custGeom>
              <a:rect b="b" l="l" r="r" t="t"/>
              <a:pathLst>
                <a:path extrusionOk="0" h="1447" w="1547">
                  <a:moveTo>
                    <a:pt x="763" y="0"/>
                  </a:moveTo>
                  <a:lnTo>
                    <a:pt x="0" y="703"/>
                  </a:lnTo>
                  <a:lnTo>
                    <a:pt x="804" y="1446"/>
                  </a:lnTo>
                  <a:lnTo>
                    <a:pt x="824" y="1306"/>
                  </a:lnTo>
                  <a:lnTo>
                    <a:pt x="884" y="1165"/>
                  </a:lnTo>
                  <a:lnTo>
                    <a:pt x="964" y="1065"/>
                  </a:lnTo>
                  <a:lnTo>
                    <a:pt x="1065" y="984"/>
                  </a:lnTo>
                  <a:lnTo>
                    <a:pt x="1165" y="904"/>
                  </a:lnTo>
                  <a:lnTo>
                    <a:pt x="1285" y="844"/>
                  </a:lnTo>
                  <a:lnTo>
                    <a:pt x="1546" y="683"/>
                  </a:lnTo>
                  <a:lnTo>
                    <a:pt x="1245" y="543"/>
                  </a:lnTo>
                  <a:lnTo>
                    <a:pt x="1125" y="482"/>
                  </a:lnTo>
                  <a:lnTo>
                    <a:pt x="1024" y="402"/>
                  </a:lnTo>
                  <a:lnTo>
                    <a:pt x="944" y="322"/>
                  </a:lnTo>
                  <a:lnTo>
                    <a:pt x="864" y="201"/>
                  </a:lnTo>
                  <a:lnTo>
                    <a:pt x="76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31" name="Google Shape;2831;p35"/>
            <p:cNvSpPr/>
            <p:nvPr/>
          </p:nvSpPr>
          <p:spPr>
            <a:xfrm>
              <a:off x="5346075" y="3350950"/>
              <a:ext cx="41675" cy="39675"/>
            </a:xfrm>
            <a:custGeom>
              <a:rect b="b" l="l" r="r" t="t"/>
              <a:pathLst>
                <a:path extrusionOk="0" h="1587" w="1667">
                  <a:moveTo>
                    <a:pt x="803" y="0"/>
                  </a:moveTo>
                  <a:lnTo>
                    <a:pt x="0" y="783"/>
                  </a:lnTo>
                  <a:lnTo>
                    <a:pt x="20" y="823"/>
                  </a:lnTo>
                  <a:lnTo>
                    <a:pt x="40" y="864"/>
                  </a:lnTo>
                  <a:lnTo>
                    <a:pt x="161" y="904"/>
                  </a:lnTo>
                  <a:lnTo>
                    <a:pt x="281" y="944"/>
                  </a:lnTo>
                  <a:lnTo>
                    <a:pt x="342" y="964"/>
                  </a:lnTo>
                  <a:lnTo>
                    <a:pt x="402" y="1004"/>
                  </a:lnTo>
                  <a:lnTo>
                    <a:pt x="502" y="1145"/>
                  </a:lnTo>
                  <a:lnTo>
                    <a:pt x="603" y="1285"/>
                  </a:lnTo>
                  <a:lnTo>
                    <a:pt x="783" y="1586"/>
                  </a:lnTo>
                  <a:lnTo>
                    <a:pt x="944" y="1285"/>
                  </a:lnTo>
                  <a:lnTo>
                    <a:pt x="1024" y="1145"/>
                  </a:lnTo>
                  <a:lnTo>
                    <a:pt x="1105" y="1044"/>
                  </a:lnTo>
                  <a:lnTo>
                    <a:pt x="1205" y="964"/>
                  </a:lnTo>
                  <a:lnTo>
                    <a:pt x="1325" y="884"/>
                  </a:lnTo>
                  <a:lnTo>
                    <a:pt x="1667" y="743"/>
                  </a:lnTo>
                  <a:lnTo>
                    <a:pt x="1325" y="582"/>
                  </a:lnTo>
                  <a:lnTo>
                    <a:pt x="1185" y="522"/>
                  </a:lnTo>
                  <a:lnTo>
                    <a:pt x="1064" y="442"/>
                  </a:lnTo>
                  <a:lnTo>
                    <a:pt x="984" y="342"/>
                  </a:lnTo>
                  <a:lnTo>
                    <a:pt x="924" y="241"/>
                  </a:lnTo>
                  <a:lnTo>
                    <a:pt x="80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32" name="Google Shape;2832;p35"/>
            <p:cNvSpPr/>
            <p:nvPr/>
          </p:nvSpPr>
          <p:spPr>
            <a:xfrm>
              <a:off x="5235125" y="3348925"/>
              <a:ext cx="40700" cy="42700"/>
            </a:xfrm>
            <a:custGeom>
              <a:rect b="b" l="l" r="r" t="t"/>
              <a:pathLst>
                <a:path extrusionOk="0" h="1708" w="1628">
                  <a:moveTo>
                    <a:pt x="884" y="1"/>
                  </a:moveTo>
                  <a:lnTo>
                    <a:pt x="744" y="282"/>
                  </a:lnTo>
                  <a:lnTo>
                    <a:pt x="663" y="402"/>
                  </a:lnTo>
                  <a:lnTo>
                    <a:pt x="583" y="503"/>
                  </a:lnTo>
                  <a:lnTo>
                    <a:pt x="462" y="603"/>
                  </a:lnTo>
                  <a:lnTo>
                    <a:pt x="342" y="663"/>
                  </a:lnTo>
                  <a:lnTo>
                    <a:pt x="1" y="824"/>
                  </a:lnTo>
                  <a:lnTo>
                    <a:pt x="322" y="985"/>
                  </a:lnTo>
                  <a:lnTo>
                    <a:pt x="462" y="1065"/>
                  </a:lnTo>
                  <a:lnTo>
                    <a:pt x="563" y="1145"/>
                  </a:lnTo>
                  <a:lnTo>
                    <a:pt x="643" y="1246"/>
                  </a:lnTo>
                  <a:lnTo>
                    <a:pt x="723" y="1386"/>
                  </a:lnTo>
                  <a:lnTo>
                    <a:pt x="884" y="1708"/>
                  </a:lnTo>
                  <a:lnTo>
                    <a:pt x="1045" y="1406"/>
                  </a:lnTo>
                  <a:lnTo>
                    <a:pt x="1185" y="1165"/>
                  </a:lnTo>
                  <a:lnTo>
                    <a:pt x="1225" y="1105"/>
                  </a:lnTo>
                  <a:lnTo>
                    <a:pt x="1306" y="1065"/>
                  </a:lnTo>
                  <a:lnTo>
                    <a:pt x="1466" y="1005"/>
                  </a:lnTo>
                  <a:lnTo>
                    <a:pt x="1547" y="965"/>
                  </a:lnTo>
                  <a:lnTo>
                    <a:pt x="1607" y="904"/>
                  </a:lnTo>
                  <a:lnTo>
                    <a:pt x="1627" y="804"/>
                  </a:lnTo>
                  <a:lnTo>
                    <a:pt x="1627" y="663"/>
                  </a:lnTo>
                  <a:lnTo>
                    <a:pt x="1466" y="684"/>
                  </a:lnTo>
                  <a:lnTo>
                    <a:pt x="1346" y="663"/>
                  </a:lnTo>
                  <a:lnTo>
                    <a:pt x="1246" y="603"/>
                  </a:lnTo>
                  <a:lnTo>
                    <a:pt x="1165" y="503"/>
                  </a:lnTo>
                  <a:lnTo>
                    <a:pt x="1085" y="402"/>
                  </a:lnTo>
                  <a:lnTo>
                    <a:pt x="1025" y="262"/>
                  </a:lnTo>
                  <a:lnTo>
                    <a:pt x="884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33" name="Google Shape;2833;p35"/>
            <p:cNvSpPr/>
            <p:nvPr/>
          </p:nvSpPr>
          <p:spPr>
            <a:xfrm>
              <a:off x="5888200" y="2842425"/>
              <a:ext cx="34175" cy="30650"/>
            </a:xfrm>
            <a:custGeom>
              <a:rect b="b" l="l" r="r" t="t"/>
              <a:pathLst>
                <a:path extrusionOk="0" h="1226" w="1367">
                  <a:moveTo>
                    <a:pt x="704" y="1"/>
                  </a:moveTo>
                  <a:lnTo>
                    <a:pt x="1" y="583"/>
                  </a:lnTo>
                  <a:lnTo>
                    <a:pt x="704" y="1225"/>
                  </a:lnTo>
                  <a:lnTo>
                    <a:pt x="1366" y="583"/>
                  </a:lnTo>
                  <a:lnTo>
                    <a:pt x="704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34" name="Google Shape;2834;p35"/>
            <p:cNvSpPr/>
            <p:nvPr/>
          </p:nvSpPr>
          <p:spPr>
            <a:xfrm>
              <a:off x="5456000" y="2840425"/>
              <a:ext cx="35175" cy="36175"/>
            </a:xfrm>
            <a:custGeom>
              <a:rect b="b" l="l" r="r" t="t"/>
              <a:pathLst>
                <a:path extrusionOk="0" h="1447" w="1407">
                  <a:moveTo>
                    <a:pt x="683" y="0"/>
                  </a:moveTo>
                  <a:lnTo>
                    <a:pt x="603" y="81"/>
                  </a:lnTo>
                  <a:lnTo>
                    <a:pt x="543" y="161"/>
                  </a:lnTo>
                  <a:lnTo>
                    <a:pt x="422" y="342"/>
                  </a:lnTo>
                  <a:lnTo>
                    <a:pt x="362" y="422"/>
                  </a:lnTo>
                  <a:lnTo>
                    <a:pt x="262" y="482"/>
                  </a:lnTo>
                  <a:lnTo>
                    <a:pt x="161" y="542"/>
                  </a:lnTo>
                  <a:lnTo>
                    <a:pt x="41" y="563"/>
                  </a:lnTo>
                  <a:lnTo>
                    <a:pt x="21" y="583"/>
                  </a:lnTo>
                  <a:lnTo>
                    <a:pt x="21" y="643"/>
                  </a:lnTo>
                  <a:lnTo>
                    <a:pt x="1" y="763"/>
                  </a:lnTo>
                  <a:lnTo>
                    <a:pt x="221" y="864"/>
                  </a:lnTo>
                  <a:lnTo>
                    <a:pt x="322" y="904"/>
                  </a:lnTo>
                  <a:lnTo>
                    <a:pt x="422" y="964"/>
                  </a:lnTo>
                  <a:lnTo>
                    <a:pt x="503" y="1085"/>
                  </a:lnTo>
                  <a:lnTo>
                    <a:pt x="563" y="1185"/>
                  </a:lnTo>
                  <a:lnTo>
                    <a:pt x="703" y="1446"/>
                  </a:lnTo>
                  <a:lnTo>
                    <a:pt x="1406" y="683"/>
                  </a:lnTo>
                  <a:lnTo>
                    <a:pt x="68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35" name="Google Shape;2835;p35"/>
            <p:cNvSpPr/>
            <p:nvPr/>
          </p:nvSpPr>
          <p:spPr>
            <a:xfrm>
              <a:off x="5995125" y="3250550"/>
              <a:ext cx="36175" cy="33650"/>
            </a:xfrm>
            <a:custGeom>
              <a:rect b="b" l="l" r="r" t="t"/>
              <a:pathLst>
                <a:path extrusionOk="0" h="1346" w="1447">
                  <a:moveTo>
                    <a:pt x="643" y="0"/>
                  </a:moveTo>
                  <a:lnTo>
                    <a:pt x="623" y="141"/>
                  </a:lnTo>
                  <a:lnTo>
                    <a:pt x="583" y="241"/>
                  </a:lnTo>
                  <a:lnTo>
                    <a:pt x="503" y="322"/>
                  </a:lnTo>
                  <a:lnTo>
                    <a:pt x="423" y="402"/>
                  </a:lnTo>
                  <a:lnTo>
                    <a:pt x="222" y="502"/>
                  </a:lnTo>
                  <a:lnTo>
                    <a:pt x="1" y="623"/>
                  </a:lnTo>
                  <a:lnTo>
                    <a:pt x="744" y="1346"/>
                  </a:lnTo>
                  <a:lnTo>
                    <a:pt x="1447" y="663"/>
                  </a:lnTo>
                  <a:lnTo>
                    <a:pt x="1366" y="583"/>
                  </a:lnTo>
                  <a:lnTo>
                    <a:pt x="1286" y="522"/>
                  </a:lnTo>
                  <a:lnTo>
                    <a:pt x="1085" y="402"/>
                  </a:lnTo>
                  <a:lnTo>
                    <a:pt x="1005" y="342"/>
                  </a:lnTo>
                  <a:lnTo>
                    <a:pt x="925" y="261"/>
                  </a:lnTo>
                  <a:lnTo>
                    <a:pt x="864" y="161"/>
                  </a:lnTo>
                  <a:lnTo>
                    <a:pt x="844" y="40"/>
                  </a:lnTo>
                  <a:lnTo>
                    <a:pt x="804" y="20"/>
                  </a:lnTo>
                  <a:lnTo>
                    <a:pt x="764" y="20"/>
                  </a:lnTo>
                  <a:lnTo>
                    <a:pt x="64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36" name="Google Shape;2836;p35"/>
            <p:cNvSpPr/>
            <p:nvPr/>
          </p:nvSpPr>
          <p:spPr>
            <a:xfrm>
              <a:off x="5348075" y="2834900"/>
              <a:ext cx="37675" cy="39675"/>
            </a:xfrm>
            <a:custGeom>
              <a:rect b="b" l="l" r="r" t="t"/>
              <a:pathLst>
                <a:path extrusionOk="0" h="1587" w="1507">
                  <a:moveTo>
                    <a:pt x="683" y="0"/>
                  </a:moveTo>
                  <a:lnTo>
                    <a:pt x="563" y="302"/>
                  </a:lnTo>
                  <a:lnTo>
                    <a:pt x="502" y="422"/>
                  </a:lnTo>
                  <a:lnTo>
                    <a:pt x="422" y="522"/>
                  </a:lnTo>
                  <a:lnTo>
                    <a:pt x="342" y="623"/>
                  </a:lnTo>
                  <a:lnTo>
                    <a:pt x="262" y="683"/>
                  </a:lnTo>
                  <a:lnTo>
                    <a:pt x="161" y="743"/>
                  </a:lnTo>
                  <a:lnTo>
                    <a:pt x="41" y="784"/>
                  </a:lnTo>
                  <a:lnTo>
                    <a:pt x="21" y="804"/>
                  </a:lnTo>
                  <a:lnTo>
                    <a:pt x="0" y="844"/>
                  </a:lnTo>
                  <a:lnTo>
                    <a:pt x="0" y="904"/>
                  </a:lnTo>
                  <a:lnTo>
                    <a:pt x="764" y="1587"/>
                  </a:lnTo>
                  <a:lnTo>
                    <a:pt x="824" y="1406"/>
                  </a:lnTo>
                  <a:lnTo>
                    <a:pt x="864" y="1306"/>
                  </a:lnTo>
                  <a:lnTo>
                    <a:pt x="904" y="1245"/>
                  </a:lnTo>
                  <a:lnTo>
                    <a:pt x="1045" y="1165"/>
                  </a:lnTo>
                  <a:lnTo>
                    <a:pt x="1185" y="1065"/>
                  </a:lnTo>
                  <a:lnTo>
                    <a:pt x="1506" y="884"/>
                  </a:lnTo>
                  <a:lnTo>
                    <a:pt x="1225" y="743"/>
                  </a:lnTo>
                  <a:lnTo>
                    <a:pt x="1105" y="663"/>
                  </a:lnTo>
                  <a:lnTo>
                    <a:pt x="1004" y="583"/>
                  </a:lnTo>
                  <a:lnTo>
                    <a:pt x="904" y="482"/>
                  </a:lnTo>
                  <a:lnTo>
                    <a:pt x="824" y="342"/>
                  </a:lnTo>
                  <a:lnTo>
                    <a:pt x="743" y="201"/>
                  </a:lnTo>
                  <a:lnTo>
                    <a:pt x="68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37" name="Google Shape;2837;p35"/>
            <p:cNvSpPr/>
            <p:nvPr/>
          </p:nvSpPr>
          <p:spPr>
            <a:xfrm>
              <a:off x="5237650" y="2942825"/>
              <a:ext cx="38175" cy="33650"/>
            </a:xfrm>
            <a:custGeom>
              <a:rect b="b" l="l" r="r" t="t"/>
              <a:pathLst>
                <a:path extrusionOk="0" h="1346" w="1527">
                  <a:moveTo>
                    <a:pt x="783" y="1"/>
                  </a:moveTo>
                  <a:lnTo>
                    <a:pt x="0" y="723"/>
                  </a:lnTo>
                  <a:lnTo>
                    <a:pt x="221" y="824"/>
                  </a:lnTo>
                  <a:lnTo>
                    <a:pt x="422" y="944"/>
                  </a:lnTo>
                  <a:lnTo>
                    <a:pt x="522" y="1025"/>
                  </a:lnTo>
                  <a:lnTo>
                    <a:pt x="582" y="1105"/>
                  </a:lnTo>
                  <a:lnTo>
                    <a:pt x="643" y="1205"/>
                  </a:lnTo>
                  <a:lnTo>
                    <a:pt x="703" y="1326"/>
                  </a:lnTo>
                  <a:lnTo>
                    <a:pt x="723" y="1346"/>
                  </a:lnTo>
                  <a:lnTo>
                    <a:pt x="783" y="1346"/>
                  </a:lnTo>
                  <a:lnTo>
                    <a:pt x="1526" y="663"/>
                  </a:lnTo>
                  <a:lnTo>
                    <a:pt x="783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38" name="Google Shape;2838;p35"/>
            <p:cNvSpPr/>
            <p:nvPr/>
          </p:nvSpPr>
          <p:spPr>
            <a:xfrm>
              <a:off x="5239150" y="2840925"/>
              <a:ext cx="36150" cy="33150"/>
            </a:xfrm>
            <a:custGeom>
              <a:rect b="b" l="l" r="r" t="t"/>
              <a:pathLst>
                <a:path extrusionOk="0" h="1326" w="1446">
                  <a:moveTo>
                    <a:pt x="703" y="0"/>
                  </a:moveTo>
                  <a:lnTo>
                    <a:pt x="0" y="663"/>
                  </a:lnTo>
                  <a:lnTo>
                    <a:pt x="723" y="1326"/>
                  </a:lnTo>
                  <a:lnTo>
                    <a:pt x="1446" y="663"/>
                  </a:lnTo>
                  <a:lnTo>
                    <a:pt x="70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39" name="Google Shape;2839;p35"/>
            <p:cNvSpPr/>
            <p:nvPr/>
          </p:nvSpPr>
          <p:spPr>
            <a:xfrm>
              <a:off x="5238650" y="3248525"/>
              <a:ext cx="37675" cy="37675"/>
            </a:xfrm>
            <a:custGeom>
              <a:rect b="b" l="l" r="r" t="t"/>
              <a:pathLst>
                <a:path extrusionOk="0" h="1507" w="1507">
                  <a:moveTo>
                    <a:pt x="783" y="1"/>
                  </a:moveTo>
                  <a:lnTo>
                    <a:pt x="0" y="744"/>
                  </a:lnTo>
                  <a:lnTo>
                    <a:pt x="803" y="1507"/>
                  </a:lnTo>
                  <a:lnTo>
                    <a:pt x="944" y="1246"/>
                  </a:lnTo>
                  <a:lnTo>
                    <a:pt x="1024" y="1125"/>
                  </a:lnTo>
                  <a:lnTo>
                    <a:pt x="1105" y="1005"/>
                  </a:lnTo>
                  <a:lnTo>
                    <a:pt x="1145" y="965"/>
                  </a:lnTo>
                  <a:lnTo>
                    <a:pt x="1225" y="945"/>
                  </a:lnTo>
                  <a:lnTo>
                    <a:pt x="1345" y="905"/>
                  </a:lnTo>
                  <a:lnTo>
                    <a:pt x="1406" y="884"/>
                  </a:lnTo>
                  <a:lnTo>
                    <a:pt x="1466" y="844"/>
                  </a:lnTo>
                  <a:lnTo>
                    <a:pt x="1506" y="764"/>
                  </a:lnTo>
                  <a:lnTo>
                    <a:pt x="1506" y="684"/>
                  </a:lnTo>
                  <a:lnTo>
                    <a:pt x="1265" y="563"/>
                  </a:lnTo>
                  <a:lnTo>
                    <a:pt x="1165" y="503"/>
                  </a:lnTo>
                  <a:lnTo>
                    <a:pt x="1064" y="423"/>
                  </a:lnTo>
                  <a:lnTo>
                    <a:pt x="964" y="342"/>
                  </a:lnTo>
                  <a:lnTo>
                    <a:pt x="904" y="242"/>
                  </a:lnTo>
                  <a:lnTo>
                    <a:pt x="823" y="121"/>
                  </a:lnTo>
                  <a:lnTo>
                    <a:pt x="783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40" name="Google Shape;2840;p35"/>
            <p:cNvSpPr/>
            <p:nvPr/>
          </p:nvSpPr>
          <p:spPr>
            <a:xfrm>
              <a:off x="5996150" y="2945325"/>
              <a:ext cx="34650" cy="29150"/>
            </a:xfrm>
            <a:custGeom>
              <a:rect b="b" l="l" r="r" t="t"/>
              <a:pathLst>
                <a:path extrusionOk="0" h="1166" w="1386">
                  <a:moveTo>
                    <a:pt x="683" y="1"/>
                  </a:moveTo>
                  <a:lnTo>
                    <a:pt x="0" y="563"/>
                  </a:lnTo>
                  <a:lnTo>
                    <a:pt x="723" y="1166"/>
                  </a:lnTo>
                  <a:lnTo>
                    <a:pt x="1386" y="543"/>
                  </a:lnTo>
                  <a:lnTo>
                    <a:pt x="683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41" name="Google Shape;2841;p35"/>
            <p:cNvSpPr/>
            <p:nvPr/>
          </p:nvSpPr>
          <p:spPr>
            <a:xfrm>
              <a:off x="5237650" y="3044725"/>
              <a:ext cx="38175" cy="34675"/>
            </a:xfrm>
            <a:custGeom>
              <a:rect b="b" l="l" r="r" t="t"/>
              <a:pathLst>
                <a:path extrusionOk="0" h="1387" w="1527">
                  <a:moveTo>
                    <a:pt x="743" y="1"/>
                  </a:moveTo>
                  <a:lnTo>
                    <a:pt x="622" y="201"/>
                  </a:lnTo>
                  <a:lnTo>
                    <a:pt x="562" y="302"/>
                  </a:lnTo>
                  <a:lnTo>
                    <a:pt x="462" y="422"/>
                  </a:lnTo>
                  <a:lnTo>
                    <a:pt x="361" y="503"/>
                  </a:lnTo>
                  <a:lnTo>
                    <a:pt x="241" y="563"/>
                  </a:lnTo>
                  <a:lnTo>
                    <a:pt x="0" y="683"/>
                  </a:lnTo>
                  <a:lnTo>
                    <a:pt x="763" y="1386"/>
                  </a:lnTo>
                  <a:lnTo>
                    <a:pt x="1526" y="703"/>
                  </a:lnTo>
                  <a:lnTo>
                    <a:pt x="743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42" name="Google Shape;2842;p35"/>
            <p:cNvSpPr/>
            <p:nvPr/>
          </p:nvSpPr>
          <p:spPr>
            <a:xfrm>
              <a:off x="5347075" y="2739525"/>
              <a:ext cx="37175" cy="32150"/>
            </a:xfrm>
            <a:custGeom>
              <a:rect b="b" l="l" r="r" t="t"/>
              <a:pathLst>
                <a:path extrusionOk="0" h="1286" w="1487">
                  <a:moveTo>
                    <a:pt x="743" y="0"/>
                  </a:moveTo>
                  <a:lnTo>
                    <a:pt x="0" y="623"/>
                  </a:lnTo>
                  <a:lnTo>
                    <a:pt x="783" y="1285"/>
                  </a:lnTo>
                  <a:lnTo>
                    <a:pt x="884" y="1085"/>
                  </a:lnTo>
                  <a:lnTo>
                    <a:pt x="944" y="984"/>
                  </a:lnTo>
                  <a:lnTo>
                    <a:pt x="1004" y="884"/>
                  </a:lnTo>
                  <a:lnTo>
                    <a:pt x="1125" y="824"/>
                  </a:lnTo>
                  <a:lnTo>
                    <a:pt x="1245" y="763"/>
                  </a:lnTo>
                  <a:lnTo>
                    <a:pt x="1486" y="643"/>
                  </a:lnTo>
                  <a:lnTo>
                    <a:pt x="74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43" name="Google Shape;2843;p35"/>
            <p:cNvSpPr/>
            <p:nvPr/>
          </p:nvSpPr>
          <p:spPr>
            <a:xfrm>
              <a:off x="5238650" y="3147125"/>
              <a:ext cx="37675" cy="36175"/>
            </a:xfrm>
            <a:custGeom>
              <a:rect b="b" l="l" r="r" t="t"/>
              <a:pathLst>
                <a:path extrusionOk="0" h="1447" w="1507">
                  <a:moveTo>
                    <a:pt x="763" y="1"/>
                  </a:moveTo>
                  <a:lnTo>
                    <a:pt x="0" y="704"/>
                  </a:lnTo>
                  <a:lnTo>
                    <a:pt x="803" y="1447"/>
                  </a:lnTo>
                  <a:lnTo>
                    <a:pt x="944" y="1186"/>
                  </a:lnTo>
                  <a:lnTo>
                    <a:pt x="1024" y="1065"/>
                  </a:lnTo>
                  <a:lnTo>
                    <a:pt x="1125" y="965"/>
                  </a:lnTo>
                  <a:lnTo>
                    <a:pt x="1165" y="925"/>
                  </a:lnTo>
                  <a:lnTo>
                    <a:pt x="1225" y="904"/>
                  </a:lnTo>
                  <a:lnTo>
                    <a:pt x="1366" y="864"/>
                  </a:lnTo>
                  <a:lnTo>
                    <a:pt x="1426" y="824"/>
                  </a:lnTo>
                  <a:lnTo>
                    <a:pt x="1466" y="784"/>
                  </a:lnTo>
                  <a:lnTo>
                    <a:pt x="1506" y="724"/>
                  </a:lnTo>
                  <a:lnTo>
                    <a:pt x="1506" y="623"/>
                  </a:lnTo>
                  <a:lnTo>
                    <a:pt x="1125" y="302"/>
                  </a:lnTo>
                  <a:lnTo>
                    <a:pt x="763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44" name="Google Shape;2844;p35"/>
            <p:cNvSpPr/>
            <p:nvPr/>
          </p:nvSpPr>
          <p:spPr>
            <a:xfrm>
              <a:off x="5345575" y="2637125"/>
              <a:ext cx="36650" cy="30625"/>
            </a:xfrm>
            <a:custGeom>
              <a:rect b="b" l="l" r="r" t="t"/>
              <a:pathLst>
                <a:path extrusionOk="0" h="1225" w="1466">
                  <a:moveTo>
                    <a:pt x="783" y="0"/>
                  </a:moveTo>
                  <a:lnTo>
                    <a:pt x="0" y="663"/>
                  </a:lnTo>
                  <a:lnTo>
                    <a:pt x="221" y="743"/>
                  </a:lnTo>
                  <a:lnTo>
                    <a:pt x="341" y="783"/>
                  </a:lnTo>
                  <a:lnTo>
                    <a:pt x="422" y="843"/>
                  </a:lnTo>
                  <a:lnTo>
                    <a:pt x="522" y="924"/>
                  </a:lnTo>
                  <a:lnTo>
                    <a:pt x="582" y="1004"/>
                  </a:lnTo>
                  <a:lnTo>
                    <a:pt x="643" y="1084"/>
                  </a:lnTo>
                  <a:lnTo>
                    <a:pt x="703" y="1205"/>
                  </a:lnTo>
                  <a:lnTo>
                    <a:pt x="723" y="1225"/>
                  </a:lnTo>
                  <a:lnTo>
                    <a:pt x="783" y="1225"/>
                  </a:lnTo>
                  <a:lnTo>
                    <a:pt x="1466" y="602"/>
                  </a:lnTo>
                  <a:lnTo>
                    <a:pt x="78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45" name="Google Shape;2845;p35"/>
            <p:cNvSpPr/>
            <p:nvPr/>
          </p:nvSpPr>
          <p:spPr>
            <a:xfrm>
              <a:off x="5995125" y="2843425"/>
              <a:ext cx="35675" cy="29150"/>
            </a:xfrm>
            <a:custGeom>
              <a:rect b="b" l="l" r="r" t="t"/>
              <a:pathLst>
                <a:path extrusionOk="0" h="1166" w="1427">
                  <a:moveTo>
                    <a:pt x="724" y="1"/>
                  </a:moveTo>
                  <a:lnTo>
                    <a:pt x="1" y="603"/>
                  </a:lnTo>
                  <a:lnTo>
                    <a:pt x="242" y="683"/>
                  </a:lnTo>
                  <a:lnTo>
                    <a:pt x="342" y="724"/>
                  </a:lnTo>
                  <a:lnTo>
                    <a:pt x="423" y="784"/>
                  </a:lnTo>
                  <a:lnTo>
                    <a:pt x="503" y="864"/>
                  </a:lnTo>
                  <a:lnTo>
                    <a:pt x="563" y="965"/>
                  </a:lnTo>
                  <a:lnTo>
                    <a:pt x="684" y="1165"/>
                  </a:lnTo>
                  <a:lnTo>
                    <a:pt x="1427" y="543"/>
                  </a:lnTo>
                  <a:lnTo>
                    <a:pt x="724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46" name="Google Shape;2846;p35"/>
            <p:cNvSpPr/>
            <p:nvPr/>
          </p:nvSpPr>
          <p:spPr>
            <a:xfrm>
              <a:off x="5996650" y="2741025"/>
              <a:ext cx="30125" cy="28125"/>
            </a:xfrm>
            <a:custGeom>
              <a:rect b="b" l="l" r="r" t="t"/>
              <a:pathLst>
                <a:path extrusionOk="0" h="1125" w="1205">
                  <a:moveTo>
                    <a:pt x="663" y="1"/>
                  </a:moveTo>
                  <a:lnTo>
                    <a:pt x="0" y="543"/>
                  </a:lnTo>
                  <a:lnTo>
                    <a:pt x="703" y="1125"/>
                  </a:lnTo>
                  <a:lnTo>
                    <a:pt x="1205" y="663"/>
                  </a:lnTo>
                  <a:lnTo>
                    <a:pt x="663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47" name="Google Shape;2847;p35"/>
            <p:cNvSpPr/>
            <p:nvPr/>
          </p:nvSpPr>
          <p:spPr>
            <a:xfrm>
              <a:off x="5240150" y="2738025"/>
              <a:ext cx="35150" cy="32650"/>
            </a:xfrm>
            <a:custGeom>
              <a:rect b="b" l="l" r="r" t="t"/>
              <a:pathLst>
                <a:path extrusionOk="0" h="1306" w="1406">
                  <a:moveTo>
                    <a:pt x="663" y="0"/>
                  </a:moveTo>
                  <a:lnTo>
                    <a:pt x="563" y="161"/>
                  </a:lnTo>
                  <a:lnTo>
                    <a:pt x="502" y="261"/>
                  </a:lnTo>
                  <a:lnTo>
                    <a:pt x="422" y="341"/>
                  </a:lnTo>
                  <a:lnTo>
                    <a:pt x="322" y="422"/>
                  </a:lnTo>
                  <a:lnTo>
                    <a:pt x="221" y="502"/>
                  </a:lnTo>
                  <a:lnTo>
                    <a:pt x="0" y="663"/>
                  </a:lnTo>
                  <a:lnTo>
                    <a:pt x="683" y="1305"/>
                  </a:lnTo>
                  <a:lnTo>
                    <a:pt x="1406" y="663"/>
                  </a:lnTo>
                  <a:lnTo>
                    <a:pt x="66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48" name="Google Shape;2848;p35"/>
            <p:cNvSpPr/>
            <p:nvPr/>
          </p:nvSpPr>
          <p:spPr>
            <a:xfrm>
              <a:off x="5240650" y="2636100"/>
              <a:ext cx="36175" cy="31650"/>
            </a:xfrm>
            <a:custGeom>
              <a:rect b="b" l="l" r="r" t="t"/>
              <a:pathLst>
                <a:path extrusionOk="0" h="1266" w="1447">
                  <a:moveTo>
                    <a:pt x="683" y="1"/>
                  </a:moveTo>
                  <a:lnTo>
                    <a:pt x="0" y="664"/>
                  </a:lnTo>
                  <a:lnTo>
                    <a:pt x="663" y="1266"/>
                  </a:lnTo>
                  <a:lnTo>
                    <a:pt x="1446" y="603"/>
                  </a:lnTo>
                  <a:lnTo>
                    <a:pt x="1165" y="503"/>
                  </a:lnTo>
                  <a:lnTo>
                    <a:pt x="1065" y="443"/>
                  </a:lnTo>
                  <a:lnTo>
                    <a:pt x="964" y="382"/>
                  </a:lnTo>
                  <a:lnTo>
                    <a:pt x="884" y="282"/>
                  </a:lnTo>
                  <a:lnTo>
                    <a:pt x="804" y="182"/>
                  </a:lnTo>
                  <a:lnTo>
                    <a:pt x="683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49" name="Google Shape;2849;p35"/>
            <p:cNvSpPr/>
            <p:nvPr/>
          </p:nvSpPr>
          <p:spPr>
            <a:xfrm>
              <a:off x="5997150" y="2638625"/>
              <a:ext cx="29125" cy="27125"/>
            </a:xfrm>
            <a:custGeom>
              <a:rect b="b" l="l" r="r" t="t"/>
              <a:pathLst>
                <a:path extrusionOk="0" h="1085" w="1165">
                  <a:moveTo>
                    <a:pt x="643" y="0"/>
                  </a:moveTo>
                  <a:lnTo>
                    <a:pt x="0" y="563"/>
                  </a:lnTo>
                  <a:lnTo>
                    <a:pt x="443" y="911"/>
                  </a:lnTo>
                  <a:lnTo>
                    <a:pt x="443" y="911"/>
                  </a:lnTo>
                  <a:lnTo>
                    <a:pt x="1165" y="462"/>
                  </a:lnTo>
                  <a:lnTo>
                    <a:pt x="643" y="0"/>
                  </a:lnTo>
                  <a:close/>
                  <a:moveTo>
                    <a:pt x="443" y="911"/>
                  </a:moveTo>
                  <a:lnTo>
                    <a:pt x="422" y="924"/>
                  </a:lnTo>
                  <a:lnTo>
                    <a:pt x="663" y="1085"/>
                  </a:lnTo>
                  <a:lnTo>
                    <a:pt x="443" y="91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850" name="Google Shape;2850;p35"/>
          <p:cNvSpPr/>
          <p:nvPr/>
        </p:nvSpPr>
        <p:spPr>
          <a:xfrm>
            <a:off x="691750" y="257347"/>
            <a:ext cx="457237" cy="429412"/>
          </a:xfrm>
          <a:custGeom>
            <a:rect b="b" l="l" r="r" t="t"/>
            <a:pathLst>
              <a:path extrusionOk="0" h="92099" w="98067">
                <a:moveTo>
                  <a:pt x="49019" y="0"/>
                </a:moveTo>
                <a:lnTo>
                  <a:pt x="48824" y="1171"/>
                </a:lnTo>
                <a:lnTo>
                  <a:pt x="48629" y="2064"/>
                </a:lnTo>
                <a:lnTo>
                  <a:pt x="48378" y="3151"/>
                </a:lnTo>
                <a:lnTo>
                  <a:pt x="48071" y="4434"/>
                </a:lnTo>
                <a:lnTo>
                  <a:pt x="47709" y="5884"/>
                </a:lnTo>
                <a:lnTo>
                  <a:pt x="47263" y="7501"/>
                </a:lnTo>
                <a:lnTo>
                  <a:pt x="46733" y="9230"/>
                </a:lnTo>
                <a:lnTo>
                  <a:pt x="46119" y="11070"/>
                </a:lnTo>
                <a:lnTo>
                  <a:pt x="45422" y="13050"/>
                </a:lnTo>
                <a:lnTo>
                  <a:pt x="44641" y="15085"/>
                </a:lnTo>
                <a:lnTo>
                  <a:pt x="43777" y="17177"/>
                </a:lnTo>
                <a:lnTo>
                  <a:pt x="43303" y="18264"/>
                </a:lnTo>
                <a:lnTo>
                  <a:pt x="42801" y="19351"/>
                </a:lnTo>
                <a:lnTo>
                  <a:pt x="42271" y="20439"/>
                </a:lnTo>
                <a:lnTo>
                  <a:pt x="41742" y="21554"/>
                </a:lnTo>
                <a:lnTo>
                  <a:pt x="41156" y="22670"/>
                </a:lnTo>
                <a:lnTo>
                  <a:pt x="40543" y="23785"/>
                </a:lnTo>
                <a:lnTo>
                  <a:pt x="39929" y="24900"/>
                </a:lnTo>
                <a:lnTo>
                  <a:pt x="39260" y="25988"/>
                </a:lnTo>
                <a:lnTo>
                  <a:pt x="38563" y="27103"/>
                </a:lnTo>
                <a:lnTo>
                  <a:pt x="37838" y="28218"/>
                </a:lnTo>
                <a:lnTo>
                  <a:pt x="37113" y="29306"/>
                </a:lnTo>
                <a:lnTo>
                  <a:pt x="36332" y="30421"/>
                </a:lnTo>
                <a:lnTo>
                  <a:pt x="35524" y="31481"/>
                </a:lnTo>
                <a:lnTo>
                  <a:pt x="34687" y="32568"/>
                </a:lnTo>
                <a:lnTo>
                  <a:pt x="33795" y="33600"/>
                </a:lnTo>
                <a:lnTo>
                  <a:pt x="32903" y="34659"/>
                </a:lnTo>
                <a:lnTo>
                  <a:pt x="31954" y="35663"/>
                </a:lnTo>
                <a:lnTo>
                  <a:pt x="30979" y="36667"/>
                </a:lnTo>
                <a:lnTo>
                  <a:pt x="29975" y="37643"/>
                </a:lnTo>
                <a:lnTo>
                  <a:pt x="28943" y="38591"/>
                </a:lnTo>
                <a:lnTo>
                  <a:pt x="27856" y="39511"/>
                </a:lnTo>
                <a:lnTo>
                  <a:pt x="26740" y="40403"/>
                </a:lnTo>
                <a:lnTo>
                  <a:pt x="25597" y="41268"/>
                </a:lnTo>
                <a:lnTo>
                  <a:pt x="24426" y="42104"/>
                </a:lnTo>
                <a:lnTo>
                  <a:pt x="23199" y="42885"/>
                </a:lnTo>
                <a:lnTo>
                  <a:pt x="21944" y="43638"/>
                </a:lnTo>
                <a:lnTo>
                  <a:pt x="20634" y="44363"/>
                </a:lnTo>
                <a:lnTo>
                  <a:pt x="19295" y="45060"/>
                </a:lnTo>
                <a:lnTo>
                  <a:pt x="17929" y="45673"/>
                </a:lnTo>
                <a:lnTo>
                  <a:pt x="16507" y="46287"/>
                </a:lnTo>
                <a:lnTo>
                  <a:pt x="15057" y="46816"/>
                </a:lnTo>
                <a:lnTo>
                  <a:pt x="13551" y="47318"/>
                </a:lnTo>
                <a:lnTo>
                  <a:pt x="12018" y="47765"/>
                </a:lnTo>
                <a:lnTo>
                  <a:pt x="10428" y="48155"/>
                </a:lnTo>
                <a:lnTo>
                  <a:pt x="8811" y="48489"/>
                </a:lnTo>
                <a:lnTo>
                  <a:pt x="7138" y="48768"/>
                </a:lnTo>
                <a:lnTo>
                  <a:pt x="5409" y="48991"/>
                </a:lnTo>
                <a:lnTo>
                  <a:pt x="3653" y="49159"/>
                </a:lnTo>
                <a:lnTo>
                  <a:pt x="1868" y="49242"/>
                </a:lnTo>
                <a:lnTo>
                  <a:pt x="948" y="49270"/>
                </a:lnTo>
                <a:lnTo>
                  <a:pt x="0" y="49298"/>
                </a:lnTo>
                <a:lnTo>
                  <a:pt x="474" y="49438"/>
                </a:lnTo>
                <a:lnTo>
                  <a:pt x="1840" y="49856"/>
                </a:lnTo>
                <a:lnTo>
                  <a:pt x="3959" y="50581"/>
                </a:lnTo>
                <a:lnTo>
                  <a:pt x="5270" y="51055"/>
                </a:lnTo>
                <a:lnTo>
                  <a:pt x="6720" y="51585"/>
                </a:lnTo>
                <a:lnTo>
                  <a:pt x="8309" y="52226"/>
                </a:lnTo>
                <a:lnTo>
                  <a:pt x="10010" y="52951"/>
                </a:lnTo>
                <a:lnTo>
                  <a:pt x="11823" y="53732"/>
                </a:lnTo>
                <a:lnTo>
                  <a:pt x="13719" y="54624"/>
                </a:lnTo>
                <a:lnTo>
                  <a:pt x="15698" y="55600"/>
                </a:lnTo>
                <a:lnTo>
                  <a:pt x="17762" y="56631"/>
                </a:lnTo>
                <a:lnTo>
                  <a:pt x="19853" y="57775"/>
                </a:lnTo>
                <a:lnTo>
                  <a:pt x="21972" y="59001"/>
                </a:lnTo>
                <a:lnTo>
                  <a:pt x="23032" y="59671"/>
                </a:lnTo>
                <a:lnTo>
                  <a:pt x="24119" y="60340"/>
                </a:lnTo>
                <a:lnTo>
                  <a:pt x="25179" y="61037"/>
                </a:lnTo>
                <a:lnTo>
                  <a:pt x="26266" y="61762"/>
                </a:lnTo>
                <a:lnTo>
                  <a:pt x="27354" y="62487"/>
                </a:lnTo>
                <a:lnTo>
                  <a:pt x="28413" y="63268"/>
                </a:lnTo>
                <a:lnTo>
                  <a:pt x="29473" y="64048"/>
                </a:lnTo>
                <a:lnTo>
                  <a:pt x="30532" y="64857"/>
                </a:lnTo>
                <a:lnTo>
                  <a:pt x="31592" y="65693"/>
                </a:lnTo>
                <a:lnTo>
                  <a:pt x="32624" y="66558"/>
                </a:lnTo>
                <a:lnTo>
                  <a:pt x="33627" y="67450"/>
                </a:lnTo>
                <a:lnTo>
                  <a:pt x="34659" y="68370"/>
                </a:lnTo>
                <a:lnTo>
                  <a:pt x="35635" y="69290"/>
                </a:lnTo>
                <a:lnTo>
                  <a:pt x="36611" y="70266"/>
                </a:lnTo>
                <a:lnTo>
                  <a:pt x="37559" y="71242"/>
                </a:lnTo>
                <a:lnTo>
                  <a:pt x="38507" y="72274"/>
                </a:lnTo>
                <a:lnTo>
                  <a:pt x="39399" y="73306"/>
                </a:lnTo>
                <a:lnTo>
                  <a:pt x="40292" y="74365"/>
                </a:lnTo>
                <a:lnTo>
                  <a:pt x="41156" y="75453"/>
                </a:lnTo>
                <a:lnTo>
                  <a:pt x="41993" y="76568"/>
                </a:lnTo>
                <a:lnTo>
                  <a:pt x="42773" y="77711"/>
                </a:lnTo>
                <a:lnTo>
                  <a:pt x="43554" y="78882"/>
                </a:lnTo>
                <a:lnTo>
                  <a:pt x="44279" y="80081"/>
                </a:lnTo>
                <a:lnTo>
                  <a:pt x="44976" y="81308"/>
                </a:lnTo>
                <a:lnTo>
                  <a:pt x="45617" y="82563"/>
                </a:lnTo>
                <a:lnTo>
                  <a:pt x="46259" y="83846"/>
                </a:lnTo>
                <a:lnTo>
                  <a:pt x="46816" y="85156"/>
                </a:lnTo>
                <a:lnTo>
                  <a:pt x="47374" y="86494"/>
                </a:lnTo>
                <a:lnTo>
                  <a:pt x="47848" y="87833"/>
                </a:lnTo>
                <a:lnTo>
                  <a:pt x="48294" y="89227"/>
                </a:lnTo>
                <a:lnTo>
                  <a:pt x="48685" y="90649"/>
                </a:lnTo>
                <a:lnTo>
                  <a:pt x="49019" y="92099"/>
                </a:lnTo>
                <a:lnTo>
                  <a:pt x="49382" y="90649"/>
                </a:lnTo>
                <a:lnTo>
                  <a:pt x="49772" y="89227"/>
                </a:lnTo>
                <a:lnTo>
                  <a:pt x="50218" y="87833"/>
                </a:lnTo>
                <a:lnTo>
                  <a:pt x="50692" y="86494"/>
                </a:lnTo>
                <a:lnTo>
                  <a:pt x="51250" y="85156"/>
                </a:lnTo>
                <a:lnTo>
                  <a:pt x="51808" y="83846"/>
                </a:lnTo>
                <a:lnTo>
                  <a:pt x="52421" y="82563"/>
                </a:lnTo>
                <a:lnTo>
                  <a:pt x="53090" y="81308"/>
                </a:lnTo>
                <a:lnTo>
                  <a:pt x="53787" y="80081"/>
                </a:lnTo>
                <a:lnTo>
                  <a:pt x="54512" y="78882"/>
                </a:lnTo>
                <a:lnTo>
                  <a:pt x="55293" y="77711"/>
                </a:lnTo>
                <a:lnTo>
                  <a:pt x="56074" y="76568"/>
                </a:lnTo>
                <a:lnTo>
                  <a:pt x="56910" y="75453"/>
                </a:lnTo>
                <a:lnTo>
                  <a:pt x="57775" y="74365"/>
                </a:lnTo>
                <a:lnTo>
                  <a:pt x="58639" y="73306"/>
                </a:lnTo>
                <a:lnTo>
                  <a:pt x="59559" y="72274"/>
                </a:lnTo>
                <a:lnTo>
                  <a:pt x="60479" y="71242"/>
                </a:lnTo>
                <a:lnTo>
                  <a:pt x="61455" y="70266"/>
                </a:lnTo>
                <a:lnTo>
                  <a:pt x="62431" y="69290"/>
                </a:lnTo>
                <a:lnTo>
                  <a:pt x="63407" y="68370"/>
                </a:lnTo>
                <a:lnTo>
                  <a:pt x="64411" y="67450"/>
                </a:lnTo>
                <a:lnTo>
                  <a:pt x="65443" y="66558"/>
                </a:lnTo>
                <a:lnTo>
                  <a:pt x="66474" y="65693"/>
                </a:lnTo>
                <a:lnTo>
                  <a:pt x="67534" y="64857"/>
                </a:lnTo>
                <a:lnTo>
                  <a:pt x="68593" y="64048"/>
                </a:lnTo>
                <a:lnTo>
                  <a:pt x="69653" y="63268"/>
                </a:lnTo>
                <a:lnTo>
                  <a:pt x="70713" y="62487"/>
                </a:lnTo>
                <a:lnTo>
                  <a:pt x="71800" y="61762"/>
                </a:lnTo>
                <a:lnTo>
                  <a:pt x="72860" y="61037"/>
                </a:lnTo>
                <a:lnTo>
                  <a:pt x="73947" y="60340"/>
                </a:lnTo>
                <a:lnTo>
                  <a:pt x="75034" y="59671"/>
                </a:lnTo>
                <a:lnTo>
                  <a:pt x="76094" y="59001"/>
                </a:lnTo>
                <a:lnTo>
                  <a:pt x="78213" y="57775"/>
                </a:lnTo>
                <a:lnTo>
                  <a:pt x="80304" y="56631"/>
                </a:lnTo>
                <a:lnTo>
                  <a:pt x="82368" y="55600"/>
                </a:lnTo>
                <a:lnTo>
                  <a:pt x="84348" y="54624"/>
                </a:lnTo>
                <a:lnTo>
                  <a:pt x="86244" y="53732"/>
                </a:lnTo>
                <a:lnTo>
                  <a:pt x="88056" y="52951"/>
                </a:lnTo>
                <a:lnTo>
                  <a:pt x="89757" y="52226"/>
                </a:lnTo>
                <a:lnTo>
                  <a:pt x="91346" y="51585"/>
                </a:lnTo>
                <a:lnTo>
                  <a:pt x="92796" y="51055"/>
                </a:lnTo>
                <a:lnTo>
                  <a:pt x="94107" y="50581"/>
                </a:lnTo>
                <a:lnTo>
                  <a:pt x="96226" y="49856"/>
                </a:lnTo>
                <a:lnTo>
                  <a:pt x="97592" y="49438"/>
                </a:lnTo>
                <a:lnTo>
                  <a:pt x="98066" y="49298"/>
                </a:lnTo>
                <a:lnTo>
                  <a:pt x="97118" y="49270"/>
                </a:lnTo>
                <a:lnTo>
                  <a:pt x="96198" y="49242"/>
                </a:lnTo>
                <a:lnTo>
                  <a:pt x="94413" y="49159"/>
                </a:lnTo>
                <a:lnTo>
                  <a:pt x="92657" y="48991"/>
                </a:lnTo>
                <a:lnTo>
                  <a:pt x="90928" y="48768"/>
                </a:lnTo>
                <a:lnTo>
                  <a:pt x="89255" y="48489"/>
                </a:lnTo>
                <a:lnTo>
                  <a:pt x="87638" y="48155"/>
                </a:lnTo>
                <a:lnTo>
                  <a:pt x="86048" y="47765"/>
                </a:lnTo>
                <a:lnTo>
                  <a:pt x="84515" y="47318"/>
                </a:lnTo>
                <a:lnTo>
                  <a:pt x="83009" y="46816"/>
                </a:lnTo>
                <a:lnTo>
                  <a:pt x="81559" y="46287"/>
                </a:lnTo>
                <a:lnTo>
                  <a:pt x="80137" y="45673"/>
                </a:lnTo>
                <a:lnTo>
                  <a:pt x="78771" y="45060"/>
                </a:lnTo>
                <a:lnTo>
                  <a:pt x="77432" y="44363"/>
                </a:lnTo>
                <a:lnTo>
                  <a:pt x="76122" y="43638"/>
                </a:lnTo>
                <a:lnTo>
                  <a:pt x="74867" y="42885"/>
                </a:lnTo>
                <a:lnTo>
                  <a:pt x="73640" y="42104"/>
                </a:lnTo>
                <a:lnTo>
                  <a:pt x="72469" y="41268"/>
                </a:lnTo>
                <a:lnTo>
                  <a:pt x="71298" y="40403"/>
                </a:lnTo>
                <a:lnTo>
                  <a:pt x="70211" y="39511"/>
                </a:lnTo>
                <a:lnTo>
                  <a:pt x="69123" y="38591"/>
                </a:lnTo>
                <a:lnTo>
                  <a:pt x="68091" y="37643"/>
                </a:lnTo>
                <a:lnTo>
                  <a:pt x="67088" y="36667"/>
                </a:lnTo>
                <a:lnTo>
                  <a:pt x="66112" y="35663"/>
                </a:lnTo>
                <a:lnTo>
                  <a:pt x="65164" y="34659"/>
                </a:lnTo>
                <a:lnTo>
                  <a:pt x="64271" y="33600"/>
                </a:lnTo>
                <a:lnTo>
                  <a:pt x="63379" y="32568"/>
                </a:lnTo>
                <a:lnTo>
                  <a:pt x="62543" y="31481"/>
                </a:lnTo>
                <a:lnTo>
                  <a:pt x="61734" y="30421"/>
                </a:lnTo>
                <a:lnTo>
                  <a:pt x="60953" y="29306"/>
                </a:lnTo>
                <a:lnTo>
                  <a:pt x="60200" y="28218"/>
                </a:lnTo>
                <a:lnTo>
                  <a:pt x="59503" y="27103"/>
                </a:lnTo>
                <a:lnTo>
                  <a:pt x="58806" y="25988"/>
                </a:lnTo>
                <a:lnTo>
                  <a:pt x="58137" y="24900"/>
                </a:lnTo>
                <a:lnTo>
                  <a:pt x="57524" y="23785"/>
                </a:lnTo>
                <a:lnTo>
                  <a:pt x="56910" y="22670"/>
                </a:lnTo>
                <a:lnTo>
                  <a:pt x="56325" y="21554"/>
                </a:lnTo>
                <a:lnTo>
                  <a:pt x="55795" y="20439"/>
                </a:lnTo>
                <a:lnTo>
                  <a:pt x="55265" y="19351"/>
                </a:lnTo>
                <a:lnTo>
                  <a:pt x="54763" y="18264"/>
                </a:lnTo>
                <a:lnTo>
                  <a:pt x="54289" y="17177"/>
                </a:lnTo>
                <a:lnTo>
                  <a:pt x="53425" y="15085"/>
                </a:lnTo>
                <a:lnTo>
                  <a:pt x="52644" y="13050"/>
                </a:lnTo>
                <a:lnTo>
                  <a:pt x="51947" y="11070"/>
                </a:lnTo>
                <a:lnTo>
                  <a:pt x="51334" y="9230"/>
                </a:lnTo>
                <a:lnTo>
                  <a:pt x="50804" y="7501"/>
                </a:lnTo>
                <a:lnTo>
                  <a:pt x="50358" y="5884"/>
                </a:lnTo>
                <a:lnTo>
                  <a:pt x="49995" y="4434"/>
                </a:lnTo>
                <a:lnTo>
                  <a:pt x="49688" y="3151"/>
                </a:lnTo>
                <a:lnTo>
                  <a:pt x="49437" y="2064"/>
                </a:lnTo>
                <a:lnTo>
                  <a:pt x="49242" y="1171"/>
                </a:lnTo>
                <a:lnTo>
                  <a:pt x="49019" y="0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51" name="Google Shape;2851;p35"/>
          <p:cNvSpPr/>
          <p:nvPr/>
        </p:nvSpPr>
        <p:spPr>
          <a:xfrm>
            <a:off x="691763" y="789072"/>
            <a:ext cx="457237" cy="429412"/>
          </a:xfrm>
          <a:custGeom>
            <a:rect b="b" l="l" r="r" t="t"/>
            <a:pathLst>
              <a:path extrusionOk="0" h="92099" w="98067">
                <a:moveTo>
                  <a:pt x="49019" y="0"/>
                </a:moveTo>
                <a:lnTo>
                  <a:pt x="48824" y="1171"/>
                </a:lnTo>
                <a:lnTo>
                  <a:pt x="48629" y="2064"/>
                </a:lnTo>
                <a:lnTo>
                  <a:pt x="48378" y="3151"/>
                </a:lnTo>
                <a:lnTo>
                  <a:pt x="48071" y="4434"/>
                </a:lnTo>
                <a:lnTo>
                  <a:pt x="47709" y="5884"/>
                </a:lnTo>
                <a:lnTo>
                  <a:pt x="47263" y="7501"/>
                </a:lnTo>
                <a:lnTo>
                  <a:pt x="46733" y="9230"/>
                </a:lnTo>
                <a:lnTo>
                  <a:pt x="46119" y="11070"/>
                </a:lnTo>
                <a:lnTo>
                  <a:pt x="45422" y="13050"/>
                </a:lnTo>
                <a:lnTo>
                  <a:pt x="44641" y="15085"/>
                </a:lnTo>
                <a:lnTo>
                  <a:pt x="43777" y="17177"/>
                </a:lnTo>
                <a:lnTo>
                  <a:pt x="43303" y="18264"/>
                </a:lnTo>
                <a:lnTo>
                  <a:pt x="42801" y="19351"/>
                </a:lnTo>
                <a:lnTo>
                  <a:pt x="42271" y="20439"/>
                </a:lnTo>
                <a:lnTo>
                  <a:pt x="41742" y="21554"/>
                </a:lnTo>
                <a:lnTo>
                  <a:pt x="41156" y="22670"/>
                </a:lnTo>
                <a:lnTo>
                  <a:pt x="40543" y="23785"/>
                </a:lnTo>
                <a:lnTo>
                  <a:pt x="39929" y="24900"/>
                </a:lnTo>
                <a:lnTo>
                  <a:pt x="39260" y="25988"/>
                </a:lnTo>
                <a:lnTo>
                  <a:pt x="38563" y="27103"/>
                </a:lnTo>
                <a:lnTo>
                  <a:pt x="37838" y="28218"/>
                </a:lnTo>
                <a:lnTo>
                  <a:pt x="37113" y="29306"/>
                </a:lnTo>
                <a:lnTo>
                  <a:pt x="36332" y="30421"/>
                </a:lnTo>
                <a:lnTo>
                  <a:pt x="35524" y="31481"/>
                </a:lnTo>
                <a:lnTo>
                  <a:pt x="34687" y="32568"/>
                </a:lnTo>
                <a:lnTo>
                  <a:pt x="33795" y="33600"/>
                </a:lnTo>
                <a:lnTo>
                  <a:pt x="32903" y="34659"/>
                </a:lnTo>
                <a:lnTo>
                  <a:pt x="31954" y="35663"/>
                </a:lnTo>
                <a:lnTo>
                  <a:pt x="30979" y="36667"/>
                </a:lnTo>
                <a:lnTo>
                  <a:pt x="29975" y="37643"/>
                </a:lnTo>
                <a:lnTo>
                  <a:pt x="28943" y="38591"/>
                </a:lnTo>
                <a:lnTo>
                  <a:pt x="27856" y="39511"/>
                </a:lnTo>
                <a:lnTo>
                  <a:pt x="26740" y="40403"/>
                </a:lnTo>
                <a:lnTo>
                  <a:pt x="25597" y="41268"/>
                </a:lnTo>
                <a:lnTo>
                  <a:pt x="24426" y="42104"/>
                </a:lnTo>
                <a:lnTo>
                  <a:pt x="23199" y="42885"/>
                </a:lnTo>
                <a:lnTo>
                  <a:pt x="21944" y="43638"/>
                </a:lnTo>
                <a:lnTo>
                  <a:pt x="20634" y="44363"/>
                </a:lnTo>
                <a:lnTo>
                  <a:pt x="19295" y="45060"/>
                </a:lnTo>
                <a:lnTo>
                  <a:pt x="17929" y="45673"/>
                </a:lnTo>
                <a:lnTo>
                  <a:pt x="16507" y="46287"/>
                </a:lnTo>
                <a:lnTo>
                  <a:pt x="15057" y="46816"/>
                </a:lnTo>
                <a:lnTo>
                  <a:pt x="13551" y="47318"/>
                </a:lnTo>
                <a:lnTo>
                  <a:pt x="12018" y="47765"/>
                </a:lnTo>
                <a:lnTo>
                  <a:pt x="10428" y="48155"/>
                </a:lnTo>
                <a:lnTo>
                  <a:pt x="8811" y="48489"/>
                </a:lnTo>
                <a:lnTo>
                  <a:pt x="7138" y="48768"/>
                </a:lnTo>
                <a:lnTo>
                  <a:pt x="5409" y="48991"/>
                </a:lnTo>
                <a:lnTo>
                  <a:pt x="3653" y="49159"/>
                </a:lnTo>
                <a:lnTo>
                  <a:pt x="1868" y="49242"/>
                </a:lnTo>
                <a:lnTo>
                  <a:pt x="948" y="49270"/>
                </a:lnTo>
                <a:lnTo>
                  <a:pt x="0" y="49298"/>
                </a:lnTo>
                <a:lnTo>
                  <a:pt x="474" y="49438"/>
                </a:lnTo>
                <a:lnTo>
                  <a:pt x="1840" y="49856"/>
                </a:lnTo>
                <a:lnTo>
                  <a:pt x="3959" y="50581"/>
                </a:lnTo>
                <a:lnTo>
                  <a:pt x="5270" y="51055"/>
                </a:lnTo>
                <a:lnTo>
                  <a:pt x="6720" y="51585"/>
                </a:lnTo>
                <a:lnTo>
                  <a:pt x="8309" y="52226"/>
                </a:lnTo>
                <a:lnTo>
                  <a:pt x="10010" y="52951"/>
                </a:lnTo>
                <a:lnTo>
                  <a:pt x="11823" y="53732"/>
                </a:lnTo>
                <a:lnTo>
                  <a:pt x="13719" y="54624"/>
                </a:lnTo>
                <a:lnTo>
                  <a:pt x="15698" y="55600"/>
                </a:lnTo>
                <a:lnTo>
                  <a:pt x="17762" y="56631"/>
                </a:lnTo>
                <a:lnTo>
                  <a:pt x="19853" y="57775"/>
                </a:lnTo>
                <a:lnTo>
                  <a:pt x="21972" y="59001"/>
                </a:lnTo>
                <a:lnTo>
                  <a:pt x="23032" y="59671"/>
                </a:lnTo>
                <a:lnTo>
                  <a:pt x="24119" y="60340"/>
                </a:lnTo>
                <a:lnTo>
                  <a:pt x="25179" y="61037"/>
                </a:lnTo>
                <a:lnTo>
                  <a:pt x="26266" y="61762"/>
                </a:lnTo>
                <a:lnTo>
                  <a:pt x="27354" y="62487"/>
                </a:lnTo>
                <a:lnTo>
                  <a:pt x="28413" y="63268"/>
                </a:lnTo>
                <a:lnTo>
                  <a:pt x="29473" y="64048"/>
                </a:lnTo>
                <a:lnTo>
                  <a:pt x="30532" y="64857"/>
                </a:lnTo>
                <a:lnTo>
                  <a:pt x="31592" y="65693"/>
                </a:lnTo>
                <a:lnTo>
                  <a:pt x="32624" y="66558"/>
                </a:lnTo>
                <a:lnTo>
                  <a:pt x="33627" y="67450"/>
                </a:lnTo>
                <a:lnTo>
                  <a:pt x="34659" y="68370"/>
                </a:lnTo>
                <a:lnTo>
                  <a:pt x="35635" y="69290"/>
                </a:lnTo>
                <a:lnTo>
                  <a:pt x="36611" y="70266"/>
                </a:lnTo>
                <a:lnTo>
                  <a:pt x="37559" y="71242"/>
                </a:lnTo>
                <a:lnTo>
                  <a:pt x="38507" y="72274"/>
                </a:lnTo>
                <a:lnTo>
                  <a:pt x="39399" y="73306"/>
                </a:lnTo>
                <a:lnTo>
                  <a:pt x="40292" y="74365"/>
                </a:lnTo>
                <a:lnTo>
                  <a:pt x="41156" y="75453"/>
                </a:lnTo>
                <a:lnTo>
                  <a:pt x="41993" y="76568"/>
                </a:lnTo>
                <a:lnTo>
                  <a:pt x="42773" y="77711"/>
                </a:lnTo>
                <a:lnTo>
                  <a:pt x="43554" y="78882"/>
                </a:lnTo>
                <a:lnTo>
                  <a:pt x="44279" y="80081"/>
                </a:lnTo>
                <a:lnTo>
                  <a:pt x="44976" y="81308"/>
                </a:lnTo>
                <a:lnTo>
                  <a:pt x="45617" y="82563"/>
                </a:lnTo>
                <a:lnTo>
                  <a:pt x="46259" y="83846"/>
                </a:lnTo>
                <a:lnTo>
                  <a:pt x="46816" y="85156"/>
                </a:lnTo>
                <a:lnTo>
                  <a:pt x="47374" y="86494"/>
                </a:lnTo>
                <a:lnTo>
                  <a:pt x="47848" y="87833"/>
                </a:lnTo>
                <a:lnTo>
                  <a:pt x="48294" y="89227"/>
                </a:lnTo>
                <a:lnTo>
                  <a:pt x="48685" y="90649"/>
                </a:lnTo>
                <a:lnTo>
                  <a:pt x="49019" y="92099"/>
                </a:lnTo>
                <a:lnTo>
                  <a:pt x="49382" y="90649"/>
                </a:lnTo>
                <a:lnTo>
                  <a:pt x="49772" y="89227"/>
                </a:lnTo>
                <a:lnTo>
                  <a:pt x="50218" y="87833"/>
                </a:lnTo>
                <a:lnTo>
                  <a:pt x="50692" y="86494"/>
                </a:lnTo>
                <a:lnTo>
                  <a:pt x="51250" y="85156"/>
                </a:lnTo>
                <a:lnTo>
                  <a:pt x="51808" y="83846"/>
                </a:lnTo>
                <a:lnTo>
                  <a:pt x="52421" y="82563"/>
                </a:lnTo>
                <a:lnTo>
                  <a:pt x="53090" y="81308"/>
                </a:lnTo>
                <a:lnTo>
                  <a:pt x="53787" y="80081"/>
                </a:lnTo>
                <a:lnTo>
                  <a:pt x="54512" y="78882"/>
                </a:lnTo>
                <a:lnTo>
                  <a:pt x="55293" y="77711"/>
                </a:lnTo>
                <a:lnTo>
                  <a:pt x="56074" y="76568"/>
                </a:lnTo>
                <a:lnTo>
                  <a:pt x="56910" y="75453"/>
                </a:lnTo>
                <a:lnTo>
                  <a:pt x="57775" y="74365"/>
                </a:lnTo>
                <a:lnTo>
                  <a:pt x="58639" y="73306"/>
                </a:lnTo>
                <a:lnTo>
                  <a:pt x="59559" y="72274"/>
                </a:lnTo>
                <a:lnTo>
                  <a:pt x="60479" y="71242"/>
                </a:lnTo>
                <a:lnTo>
                  <a:pt x="61455" y="70266"/>
                </a:lnTo>
                <a:lnTo>
                  <a:pt x="62431" y="69290"/>
                </a:lnTo>
                <a:lnTo>
                  <a:pt x="63407" y="68370"/>
                </a:lnTo>
                <a:lnTo>
                  <a:pt x="64411" y="67450"/>
                </a:lnTo>
                <a:lnTo>
                  <a:pt x="65443" y="66558"/>
                </a:lnTo>
                <a:lnTo>
                  <a:pt x="66474" y="65693"/>
                </a:lnTo>
                <a:lnTo>
                  <a:pt x="67534" y="64857"/>
                </a:lnTo>
                <a:lnTo>
                  <a:pt x="68593" y="64048"/>
                </a:lnTo>
                <a:lnTo>
                  <a:pt x="69653" y="63268"/>
                </a:lnTo>
                <a:lnTo>
                  <a:pt x="70713" y="62487"/>
                </a:lnTo>
                <a:lnTo>
                  <a:pt x="71800" y="61762"/>
                </a:lnTo>
                <a:lnTo>
                  <a:pt x="72860" y="61037"/>
                </a:lnTo>
                <a:lnTo>
                  <a:pt x="73947" y="60340"/>
                </a:lnTo>
                <a:lnTo>
                  <a:pt x="75034" y="59671"/>
                </a:lnTo>
                <a:lnTo>
                  <a:pt x="76094" y="59001"/>
                </a:lnTo>
                <a:lnTo>
                  <a:pt x="78213" y="57775"/>
                </a:lnTo>
                <a:lnTo>
                  <a:pt x="80304" y="56631"/>
                </a:lnTo>
                <a:lnTo>
                  <a:pt x="82368" y="55600"/>
                </a:lnTo>
                <a:lnTo>
                  <a:pt x="84348" y="54624"/>
                </a:lnTo>
                <a:lnTo>
                  <a:pt x="86244" y="53732"/>
                </a:lnTo>
                <a:lnTo>
                  <a:pt x="88056" y="52951"/>
                </a:lnTo>
                <a:lnTo>
                  <a:pt x="89757" y="52226"/>
                </a:lnTo>
                <a:lnTo>
                  <a:pt x="91346" y="51585"/>
                </a:lnTo>
                <a:lnTo>
                  <a:pt x="92796" y="51055"/>
                </a:lnTo>
                <a:lnTo>
                  <a:pt x="94107" y="50581"/>
                </a:lnTo>
                <a:lnTo>
                  <a:pt x="96226" y="49856"/>
                </a:lnTo>
                <a:lnTo>
                  <a:pt x="97592" y="49438"/>
                </a:lnTo>
                <a:lnTo>
                  <a:pt x="98066" y="49298"/>
                </a:lnTo>
                <a:lnTo>
                  <a:pt x="97118" y="49270"/>
                </a:lnTo>
                <a:lnTo>
                  <a:pt x="96198" y="49242"/>
                </a:lnTo>
                <a:lnTo>
                  <a:pt x="94413" y="49159"/>
                </a:lnTo>
                <a:lnTo>
                  <a:pt x="92657" y="48991"/>
                </a:lnTo>
                <a:lnTo>
                  <a:pt x="90928" y="48768"/>
                </a:lnTo>
                <a:lnTo>
                  <a:pt x="89255" y="48489"/>
                </a:lnTo>
                <a:lnTo>
                  <a:pt x="87638" y="48155"/>
                </a:lnTo>
                <a:lnTo>
                  <a:pt x="86048" y="47765"/>
                </a:lnTo>
                <a:lnTo>
                  <a:pt x="84515" y="47318"/>
                </a:lnTo>
                <a:lnTo>
                  <a:pt x="83009" y="46816"/>
                </a:lnTo>
                <a:lnTo>
                  <a:pt x="81559" y="46287"/>
                </a:lnTo>
                <a:lnTo>
                  <a:pt x="80137" y="45673"/>
                </a:lnTo>
                <a:lnTo>
                  <a:pt x="78771" y="45060"/>
                </a:lnTo>
                <a:lnTo>
                  <a:pt x="77432" y="44363"/>
                </a:lnTo>
                <a:lnTo>
                  <a:pt x="76122" y="43638"/>
                </a:lnTo>
                <a:lnTo>
                  <a:pt x="74867" y="42885"/>
                </a:lnTo>
                <a:lnTo>
                  <a:pt x="73640" y="42104"/>
                </a:lnTo>
                <a:lnTo>
                  <a:pt x="72469" y="41268"/>
                </a:lnTo>
                <a:lnTo>
                  <a:pt x="71298" y="40403"/>
                </a:lnTo>
                <a:lnTo>
                  <a:pt x="70211" y="39511"/>
                </a:lnTo>
                <a:lnTo>
                  <a:pt x="69123" y="38591"/>
                </a:lnTo>
                <a:lnTo>
                  <a:pt x="68091" y="37643"/>
                </a:lnTo>
                <a:lnTo>
                  <a:pt x="67088" y="36667"/>
                </a:lnTo>
                <a:lnTo>
                  <a:pt x="66112" y="35663"/>
                </a:lnTo>
                <a:lnTo>
                  <a:pt x="65164" y="34659"/>
                </a:lnTo>
                <a:lnTo>
                  <a:pt x="64271" y="33600"/>
                </a:lnTo>
                <a:lnTo>
                  <a:pt x="63379" y="32568"/>
                </a:lnTo>
                <a:lnTo>
                  <a:pt x="62543" y="31481"/>
                </a:lnTo>
                <a:lnTo>
                  <a:pt x="61734" y="30421"/>
                </a:lnTo>
                <a:lnTo>
                  <a:pt x="60953" y="29306"/>
                </a:lnTo>
                <a:lnTo>
                  <a:pt x="60200" y="28218"/>
                </a:lnTo>
                <a:lnTo>
                  <a:pt x="59503" y="27103"/>
                </a:lnTo>
                <a:lnTo>
                  <a:pt x="58806" y="25988"/>
                </a:lnTo>
                <a:lnTo>
                  <a:pt x="58137" y="24900"/>
                </a:lnTo>
                <a:lnTo>
                  <a:pt x="57524" y="23785"/>
                </a:lnTo>
                <a:lnTo>
                  <a:pt x="56910" y="22670"/>
                </a:lnTo>
                <a:lnTo>
                  <a:pt x="56325" y="21554"/>
                </a:lnTo>
                <a:lnTo>
                  <a:pt x="55795" y="20439"/>
                </a:lnTo>
                <a:lnTo>
                  <a:pt x="55265" y="19351"/>
                </a:lnTo>
                <a:lnTo>
                  <a:pt x="54763" y="18264"/>
                </a:lnTo>
                <a:lnTo>
                  <a:pt x="54289" y="17177"/>
                </a:lnTo>
                <a:lnTo>
                  <a:pt x="53425" y="15085"/>
                </a:lnTo>
                <a:lnTo>
                  <a:pt x="52644" y="13050"/>
                </a:lnTo>
                <a:lnTo>
                  <a:pt x="51947" y="11070"/>
                </a:lnTo>
                <a:lnTo>
                  <a:pt x="51334" y="9230"/>
                </a:lnTo>
                <a:lnTo>
                  <a:pt x="50804" y="7501"/>
                </a:lnTo>
                <a:lnTo>
                  <a:pt x="50358" y="5884"/>
                </a:lnTo>
                <a:lnTo>
                  <a:pt x="49995" y="4434"/>
                </a:lnTo>
                <a:lnTo>
                  <a:pt x="49688" y="3151"/>
                </a:lnTo>
                <a:lnTo>
                  <a:pt x="49437" y="2064"/>
                </a:lnTo>
                <a:lnTo>
                  <a:pt x="49242" y="1171"/>
                </a:lnTo>
                <a:lnTo>
                  <a:pt x="49019" y="0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52" name="Google Shape;2852;p35"/>
          <p:cNvSpPr/>
          <p:nvPr/>
        </p:nvSpPr>
        <p:spPr>
          <a:xfrm>
            <a:off x="8123913" y="3886022"/>
            <a:ext cx="457237" cy="429412"/>
          </a:xfrm>
          <a:custGeom>
            <a:rect b="b" l="l" r="r" t="t"/>
            <a:pathLst>
              <a:path extrusionOk="0" h="92099" w="98067">
                <a:moveTo>
                  <a:pt x="49019" y="0"/>
                </a:moveTo>
                <a:lnTo>
                  <a:pt x="48824" y="1171"/>
                </a:lnTo>
                <a:lnTo>
                  <a:pt x="48629" y="2064"/>
                </a:lnTo>
                <a:lnTo>
                  <a:pt x="48378" y="3151"/>
                </a:lnTo>
                <a:lnTo>
                  <a:pt x="48071" y="4434"/>
                </a:lnTo>
                <a:lnTo>
                  <a:pt x="47709" y="5884"/>
                </a:lnTo>
                <a:lnTo>
                  <a:pt x="47263" y="7501"/>
                </a:lnTo>
                <a:lnTo>
                  <a:pt x="46733" y="9230"/>
                </a:lnTo>
                <a:lnTo>
                  <a:pt x="46119" y="11070"/>
                </a:lnTo>
                <a:lnTo>
                  <a:pt x="45422" y="13050"/>
                </a:lnTo>
                <a:lnTo>
                  <a:pt x="44641" y="15085"/>
                </a:lnTo>
                <a:lnTo>
                  <a:pt x="43777" y="17177"/>
                </a:lnTo>
                <a:lnTo>
                  <a:pt x="43303" y="18264"/>
                </a:lnTo>
                <a:lnTo>
                  <a:pt x="42801" y="19351"/>
                </a:lnTo>
                <a:lnTo>
                  <a:pt x="42271" y="20439"/>
                </a:lnTo>
                <a:lnTo>
                  <a:pt x="41742" y="21554"/>
                </a:lnTo>
                <a:lnTo>
                  <a:pt x="41156" y="22670"/>
                </a:lnTo>
                <a:lnTo>
                  <a:pt x="40543" y="23785"/>
                </a:lnTo>
                <a:lnTo>
                  <a:pt x="39929" y="24900"/>
                </a:lnTo>
                <a:lnTo>
                  <a:pt x="39260" y="25988"/>
                </a:lnTo>
                <a:lnTo>
                  <a:pt x="38563" y="27103"/>
                </a:lnTo>
                <a:lnTo>
                  <a:pt x="37838" y="28218"/>
                </a:lnTo>
                <a:lnTo>
                  <a:pt x="37113" y="29306"/>
                </a:lnTo>
                <a:lnTo>
                  <a:pt x="36332" y="30421"/>
                </a:lnTo>
                <a:lnTo>
                  <a:pt x="35524" y="31481"/>
                </a:lnTo>
                <a:lnTo>
                  <a:pt x="34687" y="32568"/>
                </a:lnTo>
                <a:lnTo>
                  <a:pt x="33795" y="33600"/>
                </a:lnTo>
                <a:lnTo>
                  <a:pt x="32903" y="34659"/>
                </a:lnTo>
                <a:lnTo>
                  <a:pt x="31954" y="35663"/>
                </a:lnTo>
                <a:lnTo>
                  <a:pt x="30979" y="36667"/>
                </a:lnTo>
                <a:lnTo>
                  <a:pt x="29975" y="37643"/>
                </a:lnTo>
                <a:lnTo>
                  <a:pt x="28943" y="38591"/>
                </a:lnTo>
                <a:lnTo>
                  <a:pt x="27856" y="39511"/>
                </a:lnTo>
                <a:lnTo>
                  <a:pt x="26740" y="40403"/>
                </a:lnTo>
                <a:lnTo>
                  <a:pt x="25597" y="41268"/>
                </a:lnTo>
                <a:lnTo>
                  <a:pt x="24426" y="42104"/>
                </a:lnTo>
                <a:lnTo>
                  <a:pt x="23199" y="42885"/>
                </a:lnTo>
                <a:lnTo>
                  <a:pt x="21944" y="43638"/>
                </a:lnTo>
                <a:lnTo>
                  <a:pt x="20634" y="44363"/>
                </a:lnTo>
                <a:lnTo>
                  <a:pt x="19295" y="45060"/>
                </a:lnTo>
                <a:lnTo>
                  <a:pt x="17929" y="45673"/>
                </a:lnTo>
                <a:lnTo>
                  <a:pt x="16507" y="46287"/>
                </a:lnTo>
                <a:lnTo>
                  <a:pt x="15057" y="46816"/>
                </a:lnTo>
                <a:lnTo>
                  <a:pt x="13551" y="47318"/>
                </a:lnTo>
                <a:lnTo>
                  <a:pt x="12018" y="47765"/>
                </a:lnTo>
                <a:lnTo>
                  <a:pt x="10428" y="48155"/>
                </a:lnTo>
                <a:lnTo>
                  <a:pt x="8811" y="48489"/>
                </a:lnTo>
                <a:lnTo>
                  <a:pt x="7138" y="48768"/>
                </a:lnTo>
                <a:lnTo>
                  <a:pt x="5409" y="48991"/>
                </a:lnTo>
                <a:lnTo>
                  <a:pt x="3653" y="49159"/>
                </a:lnTo>
                <a:lnTo>
                  <a:pt x="1868" y="49242"/>
                </a:lnTo>
                <a:lnTo>
                  <a:pt x="948" y="49270"/>
                </a:lnTo>
                <a:lnTo>
                  <a:pt x="0" y="49298"/>
                </a:lnTo>
                <a:lnTo>
                  <a:pt x="474" y="49438"/>
                </a:lnTo>
                <a:lnTo>
                  <a:pt x="1840" y="49856"/>
                </a:lnTo>
                <a:lnTo>
                  <a:pt x="3959" y="50581"/>
                </a:lnTo>
                <a:lnTo>
                  <a:pt x="5270" y="51055"/>
                </a:lnTo>
                <a:lnTo>
                  <a:pt x="6720" y="51585"/>
                </a:lnTo>
                <a:lnTo>
                  <a:pt x="8309" y="52226"/>
                </a:lnTo>
                <a:lnTo>
                  <a:pt x="10010" y="52951"/>
                </a:lnTo>
                <a:lnTo>
                  <a:pt x="11823" y="53732"/>
                </a:lnTo>
                <a:lnTo>
                  <a:pt x="13719" y="54624"/>
                </a:lnTo>
                <a:lnTo>
                  <a:pt x="15698" y="55600"/>
                </a:lnTo>
                <a:lnTo>
                  <a:pt x="17762" y="56631"/>
                </a:lnTo>
                <a:lnTo>
                  <a:pt x="19853" y="57775"/>
                </a:lnTo>
                <a:lnTo>
                  <a:pt x="21972" y="59001"/>
                </a:lnTo>
                <a:lnTo>
                  <a:pt x="23032" y="59671"/>
                </a:lnTo>
                <a:lnTo>
                  <a:pt x="24119" y="60340"/>
                </a:lnTo>
                <a:lnTo>
                  <a:pt x="25179" y="61037"/>
                </a:lnTo>
                <a:lnTo>
                  <a:pt x="26266" y="61762"/>
                </a:lnTo>
                <a:lnTo>
                  <a:pt x="27354" y="62487"/>
                </a:lnTo>
                <a:lnTo>
                  <a:pt x="28413" y="63268"/>
                </a:lnTo>
                <a:lnTo>
                  <a:pt x="29473" y="64048"/>
                </a:lnTo>
                <a:lnTo>
                  <a:pt x="30532" y="64857"/>
                </a:lnTo>
                <a:lnTo>
                  <a:pt x="31592" y="65693"/>
                </a:lnTo>
                <a:lnTo>
                  <a:pt x="32624" y="66558"/>
                </a:lnTo>
                <a:lnTo>
                  <a:pt x="33627" y="67450"/>
                </a:lnTo>
                <a:lnTo>
                  <a:pt x="34659" y="68370"/>
                </a:lnTo>
                <a:lnTo>
                  <a:pt x="35635" y="69290"/>
                </a:lnTo>
                <a:lnTo>
                  <a:pt x="36611" y="70266"/>
                </a:lnTo>
                <a:lnTo>
                  <a:pt x="37559" y="71242"/>
                </a:lnTo>
                <a:lnTo>
                  <a:pt x="38507" y="72274"/>
                </a:lnTo>
                <a:lnTo>
                  <a:pt x="39399" y="73306"/>
                </a:lnTo>
                <a:lnTo>
                  <a:pt x="40292" y="74365"/>
                </a:lnTo>
                <a:lnTo>
                  <a:pt x="41156" y="75453"/>
                </a:lnTo>
                <a:lnTo>
                  <a:pt x="41993" y="76568"/>
                </a:lnTo>
                <a:lnTo>
                  <a:pt x="42773" y="77711"/>
                </a:lnTo>
                <a:lnTo>
                  <a:pt x="43554" y="78882"/>
                </a:lnTo>
                <a:lnTo>
                  <a:pt x="44279" y="80081"/>
                </a:lnTo>
                <a:lnTo>
                  <a:pt x="44976" y="81308"/>
                </a:lnTo>
                <a:lnTo>
                  <a:pt x="45617" y="82563"/>
                </a:lnTo>
                <a:lnTo>
                  <a:pt x="46259" y="83846"/>
                </a:lnTo>
                <a:lnTo>
                  <a:pt x="46816" y="85156"/>
                </a:lnTo>
                <a:lnTo>
                  <a:pt x="47374" y="86494"/>
                </a:lnTo>
                <a:lnTo>
                  <a:pt x="47848" y="87833"/>
                </a:lnTo>
                <a:lnTo>
                  <a:pt x="48294" y="89227"/>
                </a:lnTo>
                <a:lnTo>
                  <a:pt x="48685" y="90649"/>
                </a:lnTo>
                <a:lnTo>
                  <a:pt x="49019" y="92099"/>
                </a:lnTo>
                <a:lnTo>
                  <a:pt x="49382" y="90649"/>
                </a:lnTo>
                <a:lnTo>
                  <a:pt x="49772" y="89227"/>
                </a:lnTo>
                <a:lnTo>
                  <a:pt x="50218" y="87833"/>
                </a:lnTo>
                <a:lnTo>
                  <a:pt x="50692" y="86494"/>
                </a:lnTo>
                <a:lnTo>
                  <a:pt x="51250" y="85156"/>
                </a:lnTo>
                <a:lnTo>
                  <a:pt x="51808" y="83846"/>
                </a:lnTo>
                <a:lnTo>
                  <a:pt x="52421" y="82563"/>
                </a:lnTo>
                <a:lnTo>
                  <a:pt x="53090" y="81308"/>
                </a:lnTo>
                <a:lnTo>
                  <a:pt x="53787" y="80081"/>
                </a:lnTo>
                <a:lnTo>
                  <a:pt x="54512" y="78882"/>
                </a:lnTo>
                <a:lnTo>
                  <a:pt x="55293" y="77711"/>
                </a:lnTo>
                <a:lnTo>
                  <a:pt x="56074" y="76568"/>
                </a:lnTo>
                <a:lnTo>
                  <a:pt x="56910" y="75453"/>
                </a:lnTo>
                <a:lnTo>
                  <a:pt x="57775" y="74365"/>
                </a:lnTo>
                <a:lnTo>
                  <a:pt x="58639" y="73306"/>
                </a:lnTo>
                <a:lnTo>
                  <a:pt x="59559" y="72274"/>
                </a:lnTo>
                <a:lnTo>
                  <a:pt x="60479" y="71242"/>
                </a:lnTo>
                <a:lnTo>
                  <a:pt x="61455" y="70266"/>
                </a:lnTo>
                <a:lnTo>
                  <a:pt x="62431" y="69290"/>
                </a:lnTo>
                <a:lnTo>
                  <a:pt x="63407" y="68370"/>
                </a:lnTo>
                <a:lnTo>
                  <a:pt x="64411" y="67450"/>
                </a:lnTo>
                <a:lnTo>
                  <a:pt x="65443" y="66558"/>
                </a:lnTo>
                <a:lnTo>
                  <a:pt x="66474" y="65693"/>
                </a:lnTo>
                <a:lnTo>
                  <a:pt x="67534" y="64857"/>
                </a:lnTo>
                <a:lnTo>
                  <a:pt x="68593" y="64048"/>
                </a:lnTo>
                <a:lnTo>
                  <a:pt x="69653" y="63268"/>
                </a:lnTo>
                <a:lnTo>
                  <a:pt x="70713" y="62487"/>
                </a:lnTo>
                <a:lnTo>
                  <a:pt x="71800" y="61762"/>
                </a:lnTo>
                <a:lnTo>
                  <a:pt x="72860" y="61037"/>
                </a:lnTo>
                <a:lnTo>
                  <a:pt x="73947" y="60340"/>
                </a:lnTo>
                <a:lnTo>
                  <a:pt x="75034" y="59671"/>
                </a:lnTo>
                <a:lnTo>
                  <a:pt x="76094" y="59001"/>
                </a:lnTo>
                <a:lnTo>
                  <a:pt x="78213" y="57775"/>
                </a:lnTo>
                <a:lnTo>
                  <a:pt x="80304" y="56631"/>
                </a:lnTo>
                <a:lnTo>
                  <a:pt x="82368" y="55600"/>
                </a:lnTo>
                <a:lnTo>
                  <a:pt x="84348" y="54624"/>
                </a:lnTo>
                <a:lnTo>
                  <a:pt x="86244" y="53732"/>
                </a:lnTo>
                <a:lnTo>
                  <a:pt x="88056" y="52951"/>
                </a:lnTo>
                <a:lnTo>
                  <a:pt x="89757" y="52226"/>
                </a:lnTo>
                <a:lnTo>
                  <a:pt x="91346" y="51585"/>
                </a:lnTo>
                <a:lnTo>
                  <a:pt x="92796" y="51055"/>
                </a:lnTo>
                <a:lnTo>
                  <a:pt x="94107" y="50581"/>
                </a:lnTo>
                <a:lnTo>
                  <a:pt x="96226" y="49856"/>
                </a:lnTo>
                <a:lnTo>
                  <a:pt x="97592" y="49438"/>
                </a:lnTo>
                <a:lnTo>
                  <a:pt x="98066" y="49298"/>
                </a:lnTo>
                <a:lnTo>
                  <a:pt x="97118" y="49270"/>
                </a:lnTo>
                <a:lnTo>
                  <a:pt x="96198" y="49242"/>
                </a:lnTo>
                <a:lnTo>
                  <a:pt x="94413" y="49159"/>
                </a:lnTo>
                <a:lnTo>
                  <a:pt x="92657" y="48991"/>
                </a:lnTo>
                <a:lnTo>
                  <a:pt x="90928" y="48768"/>
                </a:lnTo>
                <a:lnTo>
                  <a:pt x="89255" y="48489"/>
                </a:lnTo>
                <a:lnTo>
                  <a:pt x="87638" y="48155"/>
                </a:lnTo>
                <a:lnTo>
                  <a:pt x="86048" y="47765"/>
                </a:lnTo>
                <a:lnTo>
                  <a:pt x="84515" y="47318"/>
                </a:lnTo>
                <a:lnTo>
                  <a:pt x="83009" y="46816"/>
                </a:lnTo>
                <a:lnTo>
                  <a:pt x="81559" y="46287"/>
                </a:lnTo>
                <a:lnTo>
                  <a:pt x="80137" y="45673"/>
                </a:lnTo>
                <a:lnTo>
                  <a:pt x="78771" y="45060"/>
                </a:lnTo>
                <a:lnTo>
                  <a:pt x="77432" y="44363"/>
                </a:lnTo>
                <a:lnTo>
                  <a:pt x="76122" y="43638"/>
                </a:lnTo>
                <a:lnTo>
                  <a:pt x="74867" y="42885"/>
                </a:lnTo>
                <a:lnTo>
                  <a:pt x="73640" y="42104"/>
                </a:lnTo>
                <a:lnTo>
                  <a:pt x="72469" y="41268"/>
                </a:lnTo>
                <a:lnTo>
                  <a:pt x="71298" y="40403"/>
                </a:lnTo>
                <a:lnTo>
                  <a:pt x="70211" y="39511"/>
                </a:lnTo>
                <a:lnTo>
                  <a:pt x="69123" y="38591"/>
                </a:lnTo>
                <a:lnTo>
                  <a:pt x="68091" y="37643"/>
                </a:lnTo>
                <a:lnTo>
                  <a:pt x="67088" y="36667"/>
                </a:lnTo>
                <a:lnTo>
                  <a:pt x="66112" y="35663"/>
                </a:lnTo>
                <a:lnTo>
                  <a:pt x="65164" y="34659"/>
                </a:lnTo>
                <a:lnTo>
                  <a:pt x="64271" y="33600"/>
                </a:lnTo>
                <a:lnTo>
                  <a:pt x="63379" y="32568"/>
                </a:lnTo>
                <a:lnTo>
                  <a:pt x="62543" y="31481"/>
                </a:lnTo>
                <a:lnTo>
                  <a:pt x="61734" y="30421"/>
                </a:lnTo>
                <a:lnTo>
                  <a:pt x="60953" y="29306"/>
                </a:lnTo>
                <a:lnTo>
                  <a:pt x="60200" y="28218"/>
                </a:lnTo>
                <a:lnTo>
                  <a:pt x="59503" y="27103"/>
                </a:lnTo>
                <a:lnTo>
                  <a:pt x="58806" y="25988"/>
                </a:lnTo>
                <a:lnTo>
                  <a:pt x="58137" y="24900"/>
                </a:lnTo>
                <a:lnTo>
                  <a:pt x="57524" y="23785"/>
                </a:lnTo>
                <a:lnTo>
                  <a:pt x="56910" y="22670"/>
                </a:lnTo>
                <a:lnTo>
                  <a:pt x="56325" y="21554"/>
                </a:lnTo>
                <a:lnTo>
                  <a:pt x="55795" y="20439"/>
                </a:lnTo>
                <a:lnTo>
                  <a:pt x="55265" y="19351"/>
                </a:lnTo>
                <a:lnTo>
                  <a:pt x="54763" y="18264"/>
                </a:lnTo>
                <a:lnTo>
                  <a:pt x="54289" y="17177"/>
                </a:lnTo>
                <a:lnTo>
                  <a:pt x="53425" y="15085"/>
                </a:lnTo>
                <a:lnTo>
                  <a:pt x="52644" y="13050"/>
                </a:lnTo>
                <a:lnTo>
                  <a:pt x="51947" y="11070"/>
                </a:lnTo>
                <a:lnTo>
                  <a:pt x="51334" y="9230"/>
                </a:lnTo>
                <a:lnTo>
                  <a:pt x="50804" y="7501"/>
                </a:lnTo>
                <a:lnTo>
                  <a:pt x="50358" y="5884"/>
                </a:lnTo>
                <a:lnTo>
                  <a:pt x="49995" y="4434"/>
                </a:lnTo>
                <a:lnTo>
                  <a:pt x="49688" y="3151"/>
                </a:lnTo>
                <a:lnTo>
                  <a:pt x="49437" y="2064"/>
                </a:lnTo>
                <a:lnTo>
                  <a:pt x="49242" y="1171"/>
                </a:lnTo>
                <a:lnTo>
                  <a:pt x="49019" y="0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53" name="Google Shape;2853;p35"/>
          <p:cNvSpPr/>
          <p:nvPr/>
        </p:nvSpPr>
        <p:spPr>
          <a:xfrm>
            <a:off x="8123925" y="4417747"/>
            <a:ext cx="457237" cy="429412"/>
          </a:xfrm>
          <a:custGeom>
            <a:rect b="b" l="l" r="r" t="t"/>
            <a:pathLst>
              <a:path extrusionOk="0" h="92099" w="98067">
                <a:moveTo>
                  <a:pt x="49019" y="0"/>
                </a:moveTo>
                <a:lnTo>
                  <a:pt x="48824" y="1171"/>
                </a:lnTo>
                <a:lnTo>
                  <a:pt x="48629" y="2064"/>
                </a:lnTo>
                <a:lnTo>
                  <a:pt x="48378" y="3151"/>
                </a:lnTo>
                <a:lnTo>
                  <a:pt x="48071" y="4434"/>
                </a:lnTo>
                <a:lnTo>
                  <a:pt x="47709" y="5884"/>
                </a:lnTo>
                <a:lnTo>
                  <a:pt x="47263" y="7501"/>
                </a:lnTo>
                <a:lnTo>
                  <a:pt x="46733" y="9230"/>
                </a:lnTo>
                <a:lnTo>
                  <a:pt x="46119" y="11070"/>
                </a:lnTo>
                <a:lnTo>
                  <a:pt x="45422" y="13050"/>
                </a:lnTo>
                <a:lnTo>
                  <a:pt x="44641" y="15085"/>
                </a:lnTo>
                <a:lnTo>
                  <a:pt x="43777" y="17177"/>
                </a:lnTo>
                <a:lnTo>
                  <a:pt x="43303" y="18264"/>
                </a:lnTo>
                <a:lnTo>
                  <a:pt x="42801" y="19351"/>
                </a:lnTo>
                <a:lnTo>
                  <a:pt x="42271" y="20439"/>
                </a:lnTo>
                <a:lnTo>
                  <a:pt x="41742" y="21554"/>
                </a:lnTo>
                <a:lnTo>
                  <a:pt x="41156" y="22670"/>
                </a:lnTo>
                <a:lnTo>
                  <a:pt x="40543" y="23785"/>
                </a:lnTo>
                <a:lnTo>
                  <a:pt x="39929" y="24900"/>
                </a:lnTo>
                <a:lnTo>
                  <a:pt x="39260" y="25988"/>
                </a:lnTo>
                <a:lnTo>
                  <a:pt x="38563" y="27103"/>
                </a:lnTo>
                <a:lnTo>
                  <a:pt x="37838" y="28218"/>
                </a:lnTo>
                <a:lnTo>
                  <a:pt x="37113" y="29306"/>
                </a:lnTo>
                <a:lnTo>
                  <a:pt x="36332" y="30421"/>
                </a:lnTo>
                <a:lnTo>
                  <a:pt x="35524" y="31481"/>
                </a:lnTo>
                <a:lnTo>
                  <a:pt x="34687" y="32568"/>
                </a:lnTo>
                <a:lnTo>
                  <a:pt x="33795" y="33600"/>
                </a:lnTo>
                <a:lnTo>
                  <a:pt x="32903" y="34659"/>
                </a:lnTo>
                <a:lnTo>
                  <a:pt x="31954" y="35663"/>
                </a:lnTo>
                <a:lnTo>
                  <a:pt x="30979" y="36667"/>
                </a:lnTo>
                <a:lnTo>
                  <a:pt x="29975" y="37643"/>
                </a:lnTo>
                <a:lnTo>
                  <a:pt x="28943" y="38591"/>
                </a:lnTo>
                <a:lnTo>
                  <a:pt x="27856" y="39511"/>
                </a:lnTo>
                <a:lnTo>
                  <a:pt x="26740" y="40403"/>
                </a:lnTo>
                <a:lnTo>
                  <a:pt x="25597" y="41268"/>
                </a:lnTo>
                <a:lnTo>
                  <a:pt x="24426" y="42104"/>
                </a:lnTo>
                <a:lnTo>
                  <a:pt x="23199" y="42885"/>
                </a:lnTo>
                <a:lnTo>
                  <a:pt x="21944" y="43638"/>
                </a:lnTo>
                <a:lnTo>
                  <a:pt x="20634" y="44363"/>
                </a:lnTo>
                <a:lnTo>
                  <a:pt x="19295" y="45060"/>
                </a:lnTo>
                <a:lnTo>
                  <a:pt x="17929" y="45673"/>
                </a:lnTo>
                <a:lnTo>
                  <a:pt x="16507" y="46287"/>
                </a:lnTo>
                <a:lnTo>
                  <a:pt x="15057" y="46816"/>
                </a:lnTo>
                <a:lnTo>
                  <a:pt x="13551" y="47318"/>
                </a:lnTo>
                <a:lnTo>
                  <a:pt x="12018" y="47765"/>
                </a:lnTo>
                <a:lnTo>
                  <a:pt x="10428" y="48155"/>
                </a:lnTo>
                <a:lnTo>
                  <a:pt x="8811" y="48489"/>
                </a:lnTo>
                <a:lnTo>
                  <a:pt x="7138" y="48768"/>
                </a:lnTo>
                <a:lnTo>
                  <a:pt x="5409" y="48991"/>
                </a:lnTo>
                <a:lnTo>
                  <a:pt x="3653" y="49159"/>
                </a:lnTo>
                <a:lnTo>
                  <a:pt x="1868" y="49242"/>
                </a:lnTo>
                <a:lnTo>
                  <a:pt x="948" y="49270"/>
                </a:lnTo>
                <a:lnTo>
                  <a:pt x="0" y="49298"/>
                </a:lnTo>
                <a:lnTo>
                  <a:pt x="474" y="49438"/>
                </a:lnTo>
                <a:lnTo>
                  <a:pt x="1840" y="49856"/>
                </a:lnTo>
                <a:lnTo>
                  <a:pt x="3959" y="50581"/>
                </a:lnTo>
                <a:lnTo>
                  <a:pt x="5270" y="51055"/>
                </a:lnTo>
                <a:lnTo>
                  <a:pt x="6720" y="51585"/>
                </a:lnTo>
                <a:lnTo>
                  <a:pt x="8309" y="52226"/>
                </a:lnTo>
                <a:lnTo>
                  <a:pt x="10010" y="52951"/>
                </a:lnTo>
                <a:lnTo>
                  <a:pt x="11823" y="53732"/>
                </a:lnTo>
                <a:lnTo>
                  <a:pt x="13719" y="54624"/>
                </a:lnTo>
                <a:lnTo>
                  <a:pt x="15698" y="55600"/>
                </a:lnTo>
                <a:lnTo>
                  <a:pt x="17762" y="56631"/>
                </a:lnTo>
                <a:lnTo>
                  <a:pt x="19853" y="57775"/>
                </a:lnTo>
                <a:lnTo>
                  <a:pt x="21972" y="59001"/>
                </a:lnTo>
                <a:lnTo>
                  <a:pt x="23032" y="59671"/>
                </a:lnTo>
                <a:lnTo>
                  <a:pt x="24119" y="60340"/>
                </a:lnTo>
                <a:lnTo>
                  <a:pt x="25179" y="61037"/>
                </a:lnTo>
                <a:lnTo>
                  <a:pt x="26266" y="61762"/>
                </a:lnTo>
                <a:lnTo>
                  <a:pt x="27354" y="62487"/>
                </a:lnTo>
                <a:lnTo>
                  <a:pt x="28413" y="63268"/>
                </a:lnTo>
                <a:lnTo>
                  <a:pt x="29473" y="64048"/>
                </a:lnTo>
                <a:lnTo>
                  <a:pt x="30532" y="64857"/>
                </a:lnTo>
                <a:lnTo>
                  <a:pt x="31592" y="65693"/>
                </a:lnTo>
                <a:lnTo>
                  <a:pt x="32624" y="66558"/>
                </a:lnTo>
                <a:lnTo>
                  <a:pt x="33627" y="67450"/>
                </a:lnTo>
                <a:lnTo>
                  <a:pt x="34659" y="68370"/>
                </a:lnTo>
                <a:lnTo>
                  <a:pt x="35635" y="69290"/>
                </a:lnTo>
                <a:lnTo>
                  <a:pt x="36611" y="70266"/>
                </a:lnTo>
                <a:lnTo>
                  <a:pt x="37559" y="71242"/>
                </a:lnTo>
                <a:lnTo>
                  <a:pt x="38507" y="72274"/>
                </a:lnTo>
                <a:lnTo>
                  <a:pt x="39399" y="73306"/>
                </a:lnTo>
                <a:lnTo>
                  <a:pt x="40292" y="74365"/>
                </a:lnTo>
                <a:lnTo>
                  <a:pt x="41156" y="75453"/>
                </a:lnTo>
                <a:lnTo>
                  <a:pt x="41993" y="76568"/>
                </a:lnTo>
                <a:lnTo>
                  <a:pt x="42773" y="77711"/>
                </a:lnTo>
                <a:lnTo>
                  <a:pt x="43554" y="78882"/>
                </a:lnTo>
                <a:lnTo>
                  <a:pt x="44279" y="80081"/>
                </a:lnTo>
                <a:lnTo>
                  <a:pt x="44976" y="81308"/>
                </a:lnTo>
                <a:lnTo>
                  <a:pt x="45617" y="82563"/>
                </a:lnTo>
                <a:lnTo>
                  <a:pt x="46259" y="83846"/>
                </a:lnTo>
                <a:lnTo>
                  <a:pt x="46816" y="85156"/>
                </a:lnTo>
                <a:lnTo>
                  <a:pt x="47374" y="86494"/>
                </a:lnTo>
                <a:lnTo>
                  <a:pt x="47848" y="87833"/>
                </a:lnTo>
                <a:lnTo>
                  <a:pt x="48294" y="89227"/>
                </a:lnTo>
                <a:lnTo>
                  <a:pt x="48685" y="90649"/>
                </a:lnTo>
                <a:lnTo>
                  <a:pt x="49019" y="92099"/>
                </a:lnTo>
                <a:lnTo>
                  <a:pt x="49382" y="90649"/>
                </a:lnTo>
                <a:lnTo>
                  <a:pt x="49772" y="89227"/>
                </a:lnTo>
                <a:lnTo>
                  <a:pt x="50218" y="87833"/>
                </a:lnTo>
                <a:lnTo>
                  <a:pt x="50692" y="86494"/>
                </a:lnTo>
                <a:lnTo>
                  <a:pt x="51250" y="85156"/>
                </a:lnTo>
                <a:lnTo>
                  <a:pt x="51808" y="83846"/>
                </a:lnTo>
                <a:lnTo>
                  <a:pt x="52421" y="82563"/>
                </a:lnTo>
                <a:lnTo>
                  <a:pt x="53090" y="81308"/>
                </a:lnTo>
                <a:lnTo>
                  <a:pt x="53787" y="80081"/>
                </a:lnTo>
                <a:lnTo>
                  <a:pt x="54512" y="78882"/>
                </a:lnTo>
                <a:lnTo>
                  <a:pt x="55293" y="77711"/>
                </a:lnTo>
                <a:lnTo>
                  <a:pt x="56074" y="76568"/>
                </a:lnTo>
                <a:lnTo>
                  <a:pt x="56910" y="75453"/>
                </a:lnTo>
                <a:lnTo>
                  <a:pt x="57775" y="74365"/>
                </a:lnTo>
                <a:lnTo>
                  <a:pt x="58639" y="73306"/>
                </a:lnTo>
                <a:lnTo>
                  <a:pt x="59559" y="72274"/>
                </a:lnTo>
                <a:lnTo>
                  <a:pt x="60479" y="71242"/>
                </a:lnTo>
                <a:lnTo>
                  <a:pt x="61455" y="70266"/>
                </a:lnTo>
                <a:lnTo>
                  <a:pt x="62431" y="69290"/>
                </a:lnTo>
                <a:lnTo>
                  <a:pt x="63407" y="68370"/>
                </a:lnTo>
                <a:lnTo>
                  <a:pt x="64411" y="67450"/>
                </a:lnTo>
                <a:lnTo>
                  <a:pt x="65443" y="66558"/>
                </a:lnTo>
                <a:lnTo>
                  <a:pt x="66474" y="65693"/>
                </a:lnTo>
                <a:lnTo>
                  <a:pt x="67534" y="64857"/>
                </a:lnTo>
                <a:lnTo>
                  <a:pt x="68593" y="64048"/>
                </a:lnTo>
                <a:lnTo>
                  <a:pt x="69653" y="63268"/>
                </a:lnTo>
                <a:lnTo>
                  <a:pt x="70713" y="62487"/>
                </a:lnTo>
                <a:lnTo>
                  <a:pt x="71800" y="61762"/>
                </a:lnTo>
                <a:lnTo>
                  <a:pt x="72860" y="61037"/>
                </a:lnTo>
                <a:lnTo>
                  <a:pt x="73947" y="60340"/>
                </a:lnTo>
                <a:lnTo>
                  <a:pt x="75034" y="59671"/>
                </a:lnTo>
                <a:lnTo>
                  <a:pt x="76094" y="59001"/>
                </a:lnTo>
                <a:lnTo>
                  <a:pt x="78213" y="57775"/>
                </a:lnTo>
                <a:lnTo>
                  <a:pt x="80304" y="56631"/>
                </a:lnTo>
                <a:lnTo>
                  <a:pt x="82368" y="55600"/>
                </a:lnTo>
                <a:lnTo>
                  <a:pt x="84348" y="54624"/>
                </a:lnTo>
                <a:lnTo>
                  <a:pt x="86244" y="53732"/>
                </a:lnTo>
                <a:lnTo>
                  <a:pt x="88056" y="52951"/>
                </a:lnTo>
                <a:lnTo>
                  <a:pt x="89757" y="52226"/>
                </a:lnTo>
                <a:lnTo>
                  <a:pt x="91346" y="51585"/>
                </a:lnTo>
                <a:lnTo>
                  <a:pt x="92796" y="51055"/>
                </a:lnTo>
                <a:lnTo>
                  <a:pt x="94107" y="50581"/>
                </a:lnTo>
                <a:lnTo>
                  <a:pt x="96226" y="49856"/>
                </a:lnTo>
                <a:lnTo>
                  <a:pt x="97592" y="49438"/>
                </a:lnTo>
                <a:lnTo>
                  <a:pt x="98066" y="49298"/>
                </a:lnTo>
                <a:lnTo>
                  <a:pt x="97118" y="49270"/>
                </a:lnTo>
                <a:lnTo>
                  <a:pt x="96198" y="49242"/>
                </a:lnTo>
                <a:lnTo>
                  <a:pt x="94413" y="49159"/>
                </a:lnTo>
                <a:lnTo>
                  <a:pt x="92657" y="48991"/>
                </a:lnTo>
                <a:lnTo>
                  <a:pt x="90928" y="48768"/>
                </a:lnTo>
                <a:lnTo>
                  <a:pt x="89255" y="48489"/>
                </a:lnTo>
                <a:lnTo>
                  <a:pt x="87638" y="48155"/>
                </a:lnTo>
                <a:lnTo>
                  <a:pt x="86048" y="47765"/>
                </a:lnTo>
                <a:lnTo>
                  <a:pt x="84515" y="47318"/>
                </a:lnTo>
                <a:lnTo>
                  <a:pt x="83009" y="46816"/>
                </a:lnTo>
                <a:lnTo>
                  <a:pt x="81559" y="46287"/>
                </a:lnTo>
                <a:lnTo>
                  <a:pt x="80137" y="45673"/>
                </a:lnTo>
                <a:lnTo>
                  <a:pt x="78771" y="45060"/>
                </a:lnTo>
                <a:lnTo>
                  <a:pt x="77432" y="44363"/>
                </a:lnTo>
                <a:lnTo>
                  <a:pt x="76122" y="43638"/>
                </a:lnTo>
                <a:lnTo>
                  <a:pt x="74867" y="42885"/>
                </a:lnTo>
                <a:lnTo>
                  <a:pt x="73640" y="42104"/>
                </a:lnTo>
                <a:lnTo>
                  <a:pt x="72469" y="41268"/>
                </a:lnTo>
                <a:lnTo>
                  <a:pt x="71298" y="40403"/>
                </a:lnTo>
                <a:lnTo>
                  <a:pt x="70211" y="39511"/>
                </a:lnTo>
                <a:lnTo>
                  <a:pt x="69123" y="38591"/>
                </a:lnTo>
                <a:lnTo>
                  <a:pt x="68091" y="37643"/>
                </a:lnTo>
                <a:lnTo>
                  <a:pt x="67088" y="36667"/>
                </a:lnTo>
                <a:lnTo>
                  <a:pt x="66112" y="35663"/>
                </a:lnTo>
                <a:lnTo>
                  <a:pt x="65164" y="34659"/>
                </a:lnTo>
                <a:lnTo>
                  <a:pt x="64271" y="33600"/>
                </a:lnTo>
                <a:lnTo>
                  <a:pt x="63379" y="32568"/>
                </a:lnTo>
                <a:lnTo>
                  <a:pt x="62543" y="31481"/>
                </a:lnTo>
                <a:lnTo>
                  <a:pt x="61734" y="30421"/>
                </a:lnTo>
                <a:lnTo>
                  <a:pt x="60953" y="29306"/>
                </a:lnTo>
                <a:lnTo>
                  <a:pt x="60200" y="28218"/>
                </a:lnTo>
                <a:lnTo>
                  <a:pt x="59503" y="27103"/>
                </a:lnTo>
                <a:lnTo>
                  <a:pt x="58806" y="25988"/>
                </a:lnTo>
                <a:lnTo>
                  <a:pt x="58137" y="24900"/>
                </a:lnTo>
                <a:lnTo>
                  <a:pt x="57524" y="23785"/>
                </a:lnTo>
                <a:lnTo>
                  <a:pt x="56910" y="22670"/>
                </a:lnTo>
                <a:lnTo>
                  <a:pt x="56325" y="21554"/>
                </a:lnTo>
                <a:lnTo>
                  <a:pt x="55795" y="20439"/>
                </a:lnTo>
                <a:lnTo>
                  <a:pt x="55265" y="19351"/>
                </a:lnTo>
                <a:lnTo>
                  <a:pt x="54763" y="18264"/>
                </a:lnTo>
                <a:lnTo>
                  <a:pt x="54289" y="17177"/>
                </a:lnTo>
                <a:lnTo>
                  <a:pt x="53425" y="15085"/>
                </a:lnTo>
                <a:lnTo>
                  <a:pt x="52644" y="13050"/>
                </a:lnTo>
                <a:lnTo>
                  <a:pt x="51947" y="11070"/>
                </a:lnTo>
                <a:lnTo>
                  <a:pt x="51334" y="9230"/>
                </a:lnTo>
                <a:lnTo>
                  <a:pt x="50804" y="7501"/>
                </a:lnTo>
                <a:lnTo>
                  <a:pt x="50358" y="5884"/>
                </a:lnTo>
                <a:lnTo>
                  <a:pt x="49995" y="4434"/>
                </a:lnTo>
                <a:lnTo>
                  <a:pt x="49688" y="3151"/>
                </a:lnTo>
                <a:lnTo>
                  <a:pt x="49437" y="2064"/>
                </a:lnTo>
                <a:lnTo>
                  <a:pt x="49242" y="1171"/>
                </a:lnTo>
                <a:lnTo>
                  <a:pt x="49019" y="0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54" name="Google Shape;2854;p35"/>
          <p:cNvSpPr/>
          <p:nvPr/>
        </p:nvSpPr>
        <p:spPr>
          <a:xfrm>
            <a:off x="1012297" y="1920378"/>
            <a:ext cx="429300" cy="4293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55" name="Google Shape;2855;p35"/>
          <p:cNvSpPr/>
          <p:nvPr/>
        </p:nvSpPr>
        <p:spPr>
          <a:xfrm flipH="1">
            <a:off x="-858733" y="1586481"/>
            <a:ext cx="2383952" cy="1642730"/>
          </a:xfrm>
          <a:custGeom>
            <a:rect b="b" l="l" r="r" t="t"/>
            <a:pathLst>
              <a:path extrusionOk="0" h="29383" w="42641">
                <a:moveTo>
                  <a:pt x="9364" y="81"/>
                </a:moveTo>
                <a:lnTo>
                  <a:pt x="10796" y="141"/>
                </a:lnTo>
                <a:lnTo>
                  <a:pt x="12209" y="222"/>
                </a:lnTo>
                <a:lnTo>
                  <a:pt x="13642" y="363"/>
                </a:lnTo>
                <a:lnTo>
                  <a:pt x="15054" y="505"/>
                </a:lnTo>
                <a:lnTo>
                  <a:pt x="16467" y="706"/>
                </a:lnTo>
                <a:lnTo>
                  <a:pt x="17880" y="928"/>
                </a:lnTo>
                <a:lnTo>
                  <a:pt x="19292" y="1191"/>
                </a:lnTo>
                <a:lnTo>
                  <a:pt x="20685" y="1494"/>
                </a:lnTo>
                <a:lnTo>
                  <a:pt x="22077" y="1816"/>
                </a:lnTo>
                <a:lnTo>
                  <a:pt x="23469" y="2180"/>
                </a:lnTo>
                <a:lnTo>
                  <a:pt x="24842" y="2563"/>
                </a:lnTo>
                <a:lnTo>
                  <a:pt x="26194" y="2987"/>
                </a:lnTo>
                <a:lnTo>
                  <a:pt x="27546" y="3451"/>
                </a:lnTo>
                <a:lnTo>
                  <a:pt x="28878" y="3935"/>
                </a:lnTo>
                <a:lnTo>
                  <a:pt x="30210" y="4460"/>
                </a:lnTo>
                <a:lnTo>
                  <a:pt x="31340" y="4944"/>
                </a:lnTo>
                <a:lnTo>
                  <a:pt x="32409" y="5429"/>
                </a:lnTo>
                <a:lnTo>
                  <a:pt x="33418" y="5933"/>
                </a:lnTo>
                <a:lnTo>
                  <a:pt x="34346" y="6438"/>
                </a:lnTo>
                <a:lnTo>
                  <a:pt x="35234" y="6962"/>
                </a:lnTo>
                <a:lnTo>
                  <a:pt x="36062" y="7487"/>
                </a:lnTo>
                <a:lnTo>
                  <a:pt x="36829" y="8032"/>
                </a:lnTo>
                <a:lnTo>
                  <a:pt x="37555" y="8597"/>
                </a:lnTo>
                <a:lnTo>
                  <a:pt x="37979" y="8960"/>
                </a:lnTo>
                <a:lnTo>
                  <a:pt x="38403" y="9344"/>
                </a:lnTo>
                <a:lnTo>
                  <a:pt x="38806" y="9727"/>
                </a:lnTo>
                <a:lnTo>
                  <a:pt x="39190" y="10131"/>
                </a:lnTo>
                <a:lnTo>
                  <a:pt x="39573" y="10534"/>
                </a:lnTo>
                <a:lnTo>
                  <a:pt x="39916" y="10938"/>
                </a:lnTo>
                <a:lnTo>
                  <a:pt x="40239" y="11362"/>
                </a:lnTo>
                <a:lnTo>
                  <a:pt x="40562" y="11785"/>
                </a:lnTo>
                <a:lnTo>
                  <a:pt x="40844" y="12209"/>
                </a:lnTo>
                <a:lnTo>
                  <a:pt x="41127" y="12653"/>
                </a:lnTo>
                <a:lnTo>
                  <a:pt x="41369" y="13097"/>
                </a:lnTo>
                <a:lnTo>
                  <a:pt x="41611" y="13541"/>
                </a:lnTo>
                <a:lnTo>
                  <a:pt x="41813" y="14005"/>
                </a:lnTo>
                <a:lnTo>
                  <a:pt x="42015" y="14469"/>
                </a:lnTo>
                <a:lnTo>
                  <a:pt x="42176" y="14913"/>
                </a:lnTo>
                <a:lnTo>
                  <a:pt x="42338" y="15398"/>
                </a:lnTo>
                <a:lnTo>
                  <a:pt x="42459" y="15862"/>
                </a:lnTo>
                <a:lnTo>
                  <a:pt x="42499" y="16104"/>
                </a:lnTo>
                <a:lnTo>
                  <a:pt x="42540" y="16366"/>
                </a:lnTo>
                <a:lnTo>
                  <a:pt x="42560" y="16608"/>
                </a:lnTo>
                <a:lnTo>
                  <a:pt x="42560" y="16851"/>
                </a:lnTo>
                <a:lnTo>
                  <a:pt x="42540" y="17113"/>
                </a:lnTo>
                <a:lnTo>
                  <a:pt x="42519" y="17355"/>
                </a:lnTo>
                <a:lnTo>
                  <a:pt x="42479" y="17577"/>
                </a:lnTo>
                <a:lnTo>
                  <a:pt x="42418" y="17799"/>
                </a:lnTo>
                <a:lnTo>
                  <a:pt x="42338" y="18021"/>
                </a:lnTo>
                <a:lnTo>
                  <a:pt x="42217" y="18223"/>
                </a:lnTo>
                <a:lnTo>
                  <a:pt x="42096" y="18404"/>
                </a:lnTo>
                <a:lnTo>
                  <a:pt x="41954" y="18566"/>
                </a:lnTo>
                <a:lnTo>
                  <a:pt x="41773" y="18707"/>
                </a:lnTo>
                <a:lnTo>
                  <a:pt x="41571" y="18848"/>
                </a:lnTo>
                <a:lnTo>
                  <a:pt x="41409" y="18909"/>
                </a:lnTo>
                <a:lnTo>
                  <a:pt x="41228" y="18969"/>
                </a:lnTo>
                <a:lnTo>
                  <a:pt x="41046" y="19010"/>
                </a:lnTo>
                <a:lnTo>
                  <a:pt x="40865" y="19050"/>
                </a:lnTo>
                <a:lnTo>
                  <a:pt x="40461" y="19070"/>
                </a:lnTo>
                <a:lnTo>
                  <a:pt x="40057" y="19070"/>
                </a:lnTo>
                <a:lnTo>
                  <a:pt x="38948" y="19050"/>
                </a:lnTo>
                <a:lnTo>
                  <a:pt x="37838" y="19010"/>
                </a:lnTo>
                <a:lnTo>
                  <a:pt x="35618" y="18909"/>
                </a:lnTo>
                <a:lnTo>
                  <a:pt x="33398" y="18788"/>
                </a:lnTo>
                <a:lnTo>
                  <a:pt x="31198" y="18626"/>
                </a:lnTo>
                <a:lnTo>
                  <a:pt x="28918" y="18485"/>
                </a:lnTo>
                <a:lnTo>
                  <a:pt x="26597" y="18344"/>
                </a:lnTo>
                <a:lnTo>
                  <a:pt x="24277" y="18243"/>
                </a:lnTo>
                <a:lnTo>
                  <a:pt x="23126" y="18223"/>
                </a:lnTo>
                <a:lnTo>
                  <a:pt x="21956" y="18203"/>
                </a:lnTo>
                <a:lnTo>
                  <a:pt x="20806" y="18182"/>
                </a:lnTo>
                <a:lnTo>
                  <a:pt x="19635" y="18203"/>
                </a:lnTo>
                <a:lnTo>
                  <a:pt x="18465" y="18243"/>
                </a:lnTo>
                <a:lnTo>
                  <a:pt x="17315" y="18304"/>
                </a:lnTo>
                <a:lnTo>
                  <a:pt x="16164" y="18384"/>
                </a:lnTo>
                <a:lnTo>
                  <a:pt x="14994" y="18485"/>
                </a:lnTo>
                <a:lnTo>
                  <a:pt x="13844" y="18626"/>
                </a:lnTo>
                <a:lnTo>
                  <a:pt x="12693" y="18788"/>
                </a:lnTo>
                <a:lnTo>
                  <a:pt x="12007" y="18909"/>
                </a:lnTo>
                <a:lnTo>
                  <a:pt x="11321" y="19050"/>
                </a:lnTo>
                <a:lnTo>
                  <a:pt x="10615" y="19232"/>
                </a:lnTo>
                <a:lnTo>
                  <a:pt x="10272" y="19333"/>
                </a:lnTo>
                <a:lnTo>
                  <a:pt x="9929" y="19454"/>
                </a:lnTo>
                <a:lnTo>
                  <a:pt x="9586" y="19595"/>
                </a:lnTo>
                <a:lnTo>
                  <a:pt x="9263" y="19736"/>
                </a:lnTo>
                <a:lnTo>
                  <a:pt x="8940" y="19898"/>
                </a:lnTo>
                <a:lnTo>
                  <a:pt x="8617" y="20059"/>
                </a:lnTo>
                <a:lnTo>
                  <a:pt x="8314" y="20261"/>
                </a:lnTo>
                <a:lnTo>
                  <a:pt x="8032" y="20463"/>
                </a:lnTo>
                <a:lnTo>
                  <a:pt x="7749" y="20705"/>
                </a:lnTo>
                <a:lnTo>
                  <a:pt x="7487" y="20947"/>
                </a:lnTo>
                <a:lnTo>
                  <a:pt x="7245" y="21230"/>
                </a:lnTo>
                <a:lnTo>
                  <a:pt x="7003" y="21512"/>
                </a:lnTo>
                <a:lnTo>
                  <a:pt x="6801" y="21815"/>
                </a:lnTo>
                <a:lnTo>
                  <a:pt x="6619" y="22118"/>
                </a:lnTo>
                <a:lnTo>
                  <a:pt x="6458" y="22440"/>
                </a:lnTo>
                <a:lnTo>
                  <a:pt x="6316" y="22763"/>
                </a:lnTo>
                <a:lnTo>
                  <a:pt x="6195" y="23086"/>
                </a:lnTo>
                <a:lnTo>
                  <a:pt x="6094" y="23429"/>
                </a:lnTo>
                <a:lnTo>
                  <a:pt x="5994" y="23752"/>
                </a:lnTo>
                <a:lnTo>
                  <a:pt x="5913" y="24075"/>
                </a:lnTo>
                <a:lnTo>
                  <a:pt x="5792" y="24701"/>
                </a:lnTo>
                <a:lnTo>
                  <a:pt x="5711" y="25306"/>
                </a:lnTo>
                <a:lnTo>
                  <a:pt x="5650" y="25871"/>
                </a:lnTo>
                <a:lnTo>
                  <a:pt x="5650" y="26154"/>
                </a:lnTo>
                <a:lnTo>
                  <a:pt x="5650" y="26497"/>
                </a:lnTo>
                <a:lnTo>
                  <a:pt x="5650" y="27243"/>
                </a:lnTo>
                <a:lnTo>
                  <a:pt x="5630" y="27627"/>
                </a:lnTo>
                <a:lnTo>
                  <a:pt x="5610" y="28010"/>
                </a:lnTo>
                <a:lnTo>
                  <a:pt x="5529" y="28373"/>
                </a:lnTo>
                <a:lnTo>
                  <a:pt x="5489" y="28555"/>
                </a:lnTo>
                <a:lnTo>
                  <a:pt x="5428" y="28696"/>
                </a:lnTo>
                <a:lnTo>
                  <a:pt x="5368" y="28838"/>
                </a:lnTo>
                <a:lnTo>
                  <a:pt x="5287" y="28979"/>
                </a:lnTo>
                <a:lnTo>
                  <a:pt x="5206" y="29080"/>
                </a:lnTo>
                <a:lnTo>
                  <a:pt x="5106" y="29181"/>
                </a:lnTo>
                <a:lnTo>
                  <a:pt x="5005" y="29221"/>
                </a:lnTo>
                <a:lnTo>
                  <a:pt x="4904" y="29261"/>
                </a:lnTo>
                <a:lnTo>
                  <a:pt x="4803" y="29281"/>
                </a:lnTo>
                <a:lnTo>
                  <a:pt x="4702" y="29302"/>
                </a:lnTo>
                <a:lnTo>
                  <a:pt x="4581" y="29302"/>
                </a:lnTo>
                <a:lnTo>
                  <a:pt x="4440" y="29281"/>
                </a:lnTo>
                <a:lnTo>
                  <a:pt x="4177" y="29201"/>
                </a:lnTo>
                <a:lnTo>
                  <a:pt x="3955" y="29100"/>
                </a:lnTo>
                <a:lnTo>
                  <a:pt x="3774" y="28959"/>
                </a:lnTo>
                <a:lnTo>
                  <a:pt x="3592" y="28797"/>
                </a:lnTo>
                <a:lnTo>
                  <a:pt x="3451" y="28616"/>
                </a:lnTo>
                <a:lnTo>
                  <a:pt x="3310" y="28414"/>
                </a:lnTo>
                <a:lnTo>
                  <a:pt x="3188" y="28192"/>
                </a:lnTo>
                <a:lnTo>
                  <a:pt x="2946" y="27728"/>
                </a:lnTo>
                <a:lnTo>
                  <a:pt x="2523" y="26678"/>
                </a:lnTo>
                <a:lnTo>
                  <a:pt x="2119" y="25629"/>
                </a:lnTo>
                <a:lnTo>
                  <a:pt x="1756" y="24539"/>
                </a:lnTo>
                <a:lnTo>
                  <a:pt x="1433" y="23429"/>
                </a:lnTo>
                <a:lnTo>
                  <a:pt x="1130" y="22279"/>
                </a:lnTo>
                <a:lnTo>
                  <a:pt x="868" y="21129"/>
                </a:lnTo>
                <a:lnTo>
                  <a:pt x="646" y="19938"/>
                </a:lnTo>
                <a:lnTo>
                  <a:pt x="464" y="18707"/>
                </a:lnTo>
                <a:lnTo>
                  <a:pt x="323" y="17476"/>
                </a:lnTo>
                <a:lnTo>
                  <a:pt x="202" y="16205"/>
                </a:lnTo>
                <a:lnTo>
                  <a:pt x="141" y="14913"/>
                </a:lnTo>
                <a:lnTo>
                  <a:pt x="101" y="13602"/>
                </a:lnTo>
                <a:lnTo>
                  <a:pt x="81" y="12250"/>
                </a:lnTo>
                <a:lnTo>
                  <a:pt x="121" y="10897"/>
                </a:lnTo>
                <a:lnTo>
                  <a:pt x="202" y="9505"/>
                </a:lnTo>
                <a:lnTo>
                  <a:pt x="303" y="8092"/>
                </a:lnTo>
                <a:lnTo>
                  <a:pt x="404" y="7144"/>
                </a:lnTo>
                <a:lnTo>
                  <a:pt x="464" y="6639"/>
                </a:lnTo>
                <a:lnTo>
                  <a:pt x="545" y="6135"/>
                </a:lnTo>
                <a:lnTo>
                  <a:pt x="646" y="5630"/>
                </a:lnTo>
                <a:lnTo>
                  <a:pt x="767" y="5106"/>
                </a:lnTo>
                <a:lnTo>
                  <a:pt x="928" y="4601"/>
                </a:lnTo>
                <a:lnTo>
                  <a:pt x="1090" y="4097"/>
                </a:lnTo>
                <a:lnTo>
                  <a:pt x="1292" y="3612"/>
                </a:lnTo>
                <a:lnTo>
                  <a:pt x="1514" y="3128"/>
                </a:lnTo>
                <a:lnTo>
                  <a:pt x="1776" y="2684"/>
                </a:lnTo>
                <a:lnTo>
                  <a:pt x="2058" y="2240"/>
                </a:lnTo>
                <a:lnTo>
                  <a:pt x="2220" y="2038"/>
                </a:lnTo>
                <a:lnTo>
                  <a:pt x="2381" y="1837"/>
                </a:lnTo>
                <a:lnTo>
                  <a:pt x="2563" y="1655"/>
                </a:lnTo>
                <a:lnTo>
                  <a:pt x="2765" y="1473"/>
                </a:lnTo>
                <a:lnTo>
                  <a:pt x="2967" y="1312"/>
                </a:lnTo>
                <a:lnTo>
                  <a:pt x="3168" y="1150"/>
                </a:lnTo>
                <a:lnTo>
                  <a:pt x="3390" y="989"/>
                </a:lnTo>
                <a:lnTo>
                  <a:pt x="3612" y="848"/>
                </a:lnTo>
                <a:lnTo>
                  <a:pt x="3854" y="727"/>
                </a:lnTo>
                <a:lnTo>
                  <a:pt x="4117" y="626"/>
                </a:lnTo>
                <a:lnTo>
                  <a:pt x="4359" y="525"/>
                </a:lnTo>
                <a:lnTo>
                  <a:pt x="4621" y="424"/>
                </a:lnTo>
                <a:lnTo>
                  <a:pt x="5146" y="303"/>
                </a:lnTo>
                <a:lnTo>
                  <a:pt x="5691" y="202"/>
                </a:lnTo>
                <a:lnTo>
                  <a:pt x="6236" y="141"/>
                </a:lnTo>
                <a:lnTo>
                  <a:pt x="6760" y="101"/>
                </a:lnTo>
                <a:lnTo>
                  <a:pt x="7305" y="81"/>
                </a:lnTo>
                <a:close/>
                <a:moveTo>
                  <a:pt x="7305" y="0"/>
                </a:moveTo>
                <a:lnTo>
                  <a:pt x="6760" y="20"/>
                </a:lnTo>
                <a:lnTo>
                  <a:pt x="6215" y="61"/>
                </a:lnTo>
                <a:lnTo>
                  <a:pt x="5671" y="121"/>
                </a:lnTo>
                <a:lnTo>
                  <a:pt x="5126" y="222"/>
                </a:lnTo>
                <a:lnTo>
                  <a:pt x="4601" y="363"/>
                </a:lnTo>
                <a:lnTo>
                  <a:pt x="4339" y="444"/>
                </a:lnTo>
                <a:lnTo>
                  <a:pt x="4076" y="545"/>
                </a:lnTo>
                <a:lnTo>
                  <a:pt x="3834" y="666"/>
                </a:lnTo>
                <a:lnTo>
                  <a:pt x="3572" y="787"/>
                </a:lnTo>
                <a:lnTo>
                  <a:pt x="3350" y="928"/>
                </a:lnTo>
                <a:lnTo>
                  <a:pt x="3128" y="1070"/>
                </a:lnTo>
                <a:lnTo>
                  <a:pt x="2906" y="1231"/>
                </a:lnTo>
                <a:lnTo>
                  <a:pt x="2704" y="1413"/>
                </a:lnTo>
                <a:lnTo>
                  <a:pt x="2523" y="1594"/>
                </a:lnTo>
                <a:lnTo>
                  <a:pt x="2341" y="1776"/>
                </a:lnTo>
                <a:lnTo>
                  <a:pt x="2159" y="1978"/>
                </a:lnTo>
                <a:lnTo>
                  <a:pt x="1998" y="2200"/>
                </a:lnTo>
                <a:lnTo>
                  <a:pt x="1695" y="2624"/>
                </a:lnTo>
                <a:lnTo>
                  <a:pt x="1453" y="3088"/>
                </a:lnTo>
                <a:lnTo>
                  <a:pt x="1211" y="3572"/>
                </a:lnTo>
                <a:lnTo>
                  <a:pt x="1009" y="4056"/>
                </a:lnTo>
                <a:lnTo>
                  <a:pt x="848" y="4561"/>
                </a:lnTo>
                <a:lnTo>
                  <a:pt x="706" y="5086"/>
                </a:lnTo>
                <a:lnTo>
                  <a:pt x="585" y="5590"/>
                </a:lnTo>
                <a:lnTo>
                  <a:pt x="464" y="6115"/>
                </a:lnTo>
                <a:lnTo>
                  <a:pt x="383" y="6619"/>
                </a:lnTo>
                <a:lnTo>
                  <a:pt x="323" y="7124"/>
                </a:lnTo>
                <a:lnTo>
                  <a:pt x="222" y="8092"/>
                </a:lnTo>
                <a:lnTo>
                  <a:pt x="121" y="9505"/>
                </a:lnTo>
                <a:lnTo>
                  <a:pt x="40" y="10897"/>
                </a:lnTo>
                <a:lnTo>
                  <a:pt x="0" y="12250"/>
                </a:lnTo>
                <a:lnTo>
                  <a:pt x="20" y="13602"/>
                </a:lnTo>
                <a:lnTo>
                  <a:pt x="61" y="14913"/>
                </a:lnTo>
                <a:lnTo>
                  <a:pt x="121" y="16205"/>
                </a:lnTo>
                <a:lnTo>
                  <a:pt x="242" y="17476"/>
                </a:lnTo>
                <a:lnTo>
                  <a:pt x="383" y="18727"/>
                </a:lnTo>
                <a:lnTo>
                  <a:pt x="565" y="19938"/>
                </a:lnTo>
                <a:lnTo>
                  <a:pt x="787" y="21149"/>
                </a:lnTo>
                <a:lnTo>
                  <a:pt x="1049" y="22319"/>
                </a:lnTo>
                <a:lnTo>
                  <a:pt x="1352" y="23449"/>
                </a:lnTo>
                <a:lnTo>
                  <a:pt x="1675" y="24559"/>
                </a:lnTo>
                <a:lnTo>
                  <a:pt x="2038" y="25649"/>
                </a:lnTo>
                <a:lnTo>
                  <a:pt x="2442" y="26719"/>
                </a:lnTo>
                <a:lnTo>
                  <a:pt x="2886" y="27748"/>
                </a:lnTo>
                <a:lnTo>
                  <a:pt x="3108" y="28232"/>
                </a:lnTo>
                <a:lnTo>
                  <a:pt x="3249" y="28454"/>
                </a:lnTo>
                <a:lnTo>
                  <a:pt x="3390" y="28676"/>
                </a:lnTo>
                <a:lnTo>
                  <a:pt x="3552" y="28858"/>
                </a:lnTo>
                <a:lnTo>
                  <a:pt x="3733" y="29019"/>
                </a:lnTo>
                <a:lnTo>
                  <a:pt x="3915" y="29160"/>
                </a:lnTo>
                <a:lnTo>
                  <a:pt x="4137" y="29261"/>
                </a:lnTo>
                <a:lnTo>
                  <a:pt x="4419" y="29362"/>
                </a:lnTo>
                <a:lnTo>
                  <a:pt x="4541" y="29382"/>
                </a:lnTo>
                <a:lnTo>
                  <a:pt x="4662" y="29382"/>
                </a:lnTo>
                <a:lnTo>
                  <a:pt x="4803" y="29362"/>
                </a:lnTo>
                <a:lnTo>
                  <a:pt x="4924" y="29342"/>
                </a:lnTo>
                <a:lnTo>
                  <a:pt x="5045" y="29302"/>
                </a:lnTo>
                <a:lnTo>
                  <a:pt x="5146" y="29241"/>
                </a:lnTo>
                <a:lnTo>
                  <a:pt x="5247" y="29140"/>
                </a:lnTo>
                <a:lnTo>
                  <a:pt x="5348" y="29039"/>
                </a:lnTo>
                <a:lnTo>
                  <a:pt x="5428" y="28898"/>
                </a:lnTo>
                <a:lnTo>
                  <a:pt x="5509" y="28757"/>
                </a:lnTo>
                <a:lnTo>
                  <a:pt x="5570" y="28595"/>
                </a:lnTo>
                <a:lnTo>
                  <a:pt x="5610" y="28414"/>
                </a:lnTo>
                <a:lnTo>
                  <a:pt x="5671" y="28051"/>
                </a:lnTo>
                <a:lnTo>
                  <a:pt x="5711" y="27647"/>
                </a:lnTo>
                <a:lnTo>
                  <a:pt x="5731" y="27243"/>
                </a:lnTo>
                <a:lnTo>
                  <a:pt x="5731" y="26497"/>
                </a:lnTo>
                <a:lnTo>
                  <a:pt x="5731" y="26154"/>
                </a:lnTo>
                <a:lnTo>
                  <a:pt x="5731" y="25891"/>
                </a:lnTo>
                <a:lnTo>
                  <a:pt x="5792" y="25326"/>
                </a:lnTo>
                <a:lnTo>
                  <a:pt x="5872" y="24721"/>
                </a:lnTo>
                <a:lnTo>
                  <a:pt x="5994" y="24095"/>
                </a:lnTo>
                <a:lnTo>
                  <a:pt x="6074" y="23772"/>
                </a:lnTo>
                <a:lnTo>
                  <a:pt x="6155" y="23449"/>
                </a:lnTo>
                <a:lnTo>
                  <a:pt x="6276" y="23127"/>
                </a:lnTo>
                <a:lnTo>
                  <a:pt x="6397" y="22804"/>
                </a:lnTo>
                <a:lnTo>
                  <a:pt x="6538" y="22481"/>
                </a:lnTo>
                <a:lnTo>
                  <a:pt x="6700" y="22178"/>
                </a:lnTo>
                <a:lnTo>
                  <a:pt x="6881" y="21855"/>
                </a:lnTo>
                <a:lnTo>
                  <a:pt x="7083" y="21573"/>
                </a:lnTo>
                <a:lnTo>
                  <a:pt x="7305" y="21270"/>
                </a:lnTo>
                <a:lnTo>
                  <a:pt x="7547" y="21008"/>
                </a:lnTo>
                <a:lnTo>
                  <a:pt x="7810" y="20765"/>
                </a:lnTo>
                <a:lnTo>
                  <a:pt x="8092" y="20523"/>
                </a:lnTo>
                <a:lnTo>
                  <a:pt x="8375" y="20322"/>
                </a:lnTo>
                <a:lnTo>
                  <a:pt x="8677" y="20140"/>
                </a:lnTo>
                <a:lnTo>
                  <a:pt x="8980" y="19958"/>
                </a:lnTo>
                <a:lnTo>
                  <a:pt x="9303" y="19797"/>
                </a:lnTo>
                <a:lnTo>
                  <a:pt x="9626" y="19656"/>
                </a:lnTo>
                <a:lnTo>
                  <a:pt x="9969" y="19535"/>
                </a:lnTo>
                <a:lnTo>
                  <a:pt x="10292" y="19413"/>
                </a:lnTo>
                <a:lnTo>
                  <a:pt x="10635" y="19313"/>
                </a:lnTo>
                <a:lnTo>
                  <a:pt x="11341" y="19131"/>
                </a:lnTo>
                <a:lnTo>
                  <a:pt x="12027" y="18990"/>
                </a:lnTo>
                <a:lnTo>
                  <a:pt x="12713" y="18869"/>
                </a:lnTo>
                <a:lnTo>
                  <a:pt x="13864" y="18707"/>
                </a:lnTo>
                <a:lnTo>
                  <a:pt x="15014" y="18566"/>
                </a:lnTo>
                <a:lnTo>
                  <a:pt x="16164" y="18465"/>
                </a:lnTo>
                <a:lnTo>
                  <a:pt x="17315" y="18384"/>
                </a:lnTo>
                <a:lnTo>
                  <a:pt x="18485" y="18324"/>
                </a:lnTo>
                <a:lnTo>
                  <a:pt x="19635" y="18283"/>
                </a:lnTo>
                <a:lnTo>
                  <a:pt x="20806" y="18263"/>
                </a:lnTo>
                <a:lnTo>
                  <a:pt x="21956" y="18283"/>
                </a:lnTo>
                <a:lnTo>
                  <a:pt x="23126" y="18304"/>
                </a:lnTo>
                <a:lnTo>
                  <a:pt x="24277" y="18324"/>
                </a:lnTo>
                <a:lnTo>
                  <a:pt x="26597" y="18425"/>
                </a:lnTo>
                <a:lnTo>
                  <a:pt x="28918" y="18566"/>
                </a:lnTo>
                <a:lnTo>
                  <a:pt x="31198" y="18707"/>
                </a:lnTo>
                <a:lnTo>
                  <a:pt x="33398" y="18869"/>
                </a:lnTo>
                <a:lnTo>
                  <a:pt x="35618" y="18990"/>
                </a:lnTo>
                <a:lnTo>
                  <a:pt x="37838" y="19091"/>
                </a:lnTo>
                <a:lnTo>
                  <a:pt x="38948" y="19131"/>
                </a:lnTo>
                <a:lnTo>
                  <a:pt x="40057" y="19151"/>
                </a:lnTo>
                <a:lnTo>
                  <a:pt x="40481" y="19151"/>
                </a:lnTo>
                <a:lnTo>
                  <a:pt x="40885" y="19131"/>
                </a:lnTo>
                <a:lnTo>
                  <a:pt x="41066" y="19091"/>
                </a:lnTo>
                <a:lnTo>
                  <a:pt x="41248" y="19050"/>
                </a:lnTo>
                <a:lnTo>
                  <a:pt x="41430" y="18990"/>
                </a:lnTo>
                <a:lnTo>
                  <a:pt x="41611" y="18909"/>
                </a:lnTo>
                <a:lnTo>
                  <a:pt x="41813" y="18788"/>
                </a:lnTo>
                <a:lnTo>
                  <a:pt x="41995" y="18626"/>
                </a:lnTo>
                <a:lnTo>
                  <a:pt x="42156" y="18465"/>
                </a:lnTo>
                <a:lnTo>
                  <a:pt x="42297" y="18263"/>
                </a:lnTo>
                <a:lnTo>
                  <a:pt x="42398" y="18061"/>
                </a:lnTo>
                <a:lnTo>
                  <a:pt x="42479" y="17839"/>
                </a:lnTo>
                <a:lnTo>
                  <a:pt x="42560" y="17617"/>
                </a:lnTo>
                <a:lnTo>
                  <a:pt x="42600" y="17375"/>
                </a:lnTo>
                <a:lnTo>
                  <a:pt x="42620" y="17133"/>
                </a:lnTo>
                <a:lnTo>
                  <a:pt x="42640" y="16871"/>
                </a:lnTo>
                <a:lnTo>
                  <a:pt x="42640" y="16608"/>
                </a:lnTo>
                <a:lnTo>
                  <a:pt x="42620" y="16366"/>
                </a:lnTo>
                <a:lnTo>
                  <a:pt x="42580" y="16104"/>
                </a:lnTo>
                <a:lnTo>
                  <a:pt x="42540" y="15862"/>
                </a:lnTo>
                <a:lnTo>
                  <a:pt x="42418" y="15357"/>
                </a:lnTo>
                <a:lnTo>
                  <a:pt x="42257" y="14893"/>
                </a:lnTo>
                <a:lnTo>
                  <a:pt x="42096" y="14429"/>
                </a:lnTo>
                <a:lnTo>
                  <a:pt x="41894" y="13965"/>
                </a:lnTo>
                <a:lnTo>
                  <a:pt x="41672" y="13521"/>
                </a:lnTo>
                <a:lnTo>
                  <a:pt x="41450" y="13057"/>
                </a:lnTo>
                <a:lnTo>
                  <a:pt x="41187" y="12613"/>
                </a:lnTo>
                <a:lnTo>
                  <a:pt x="40925" y="12169"/>
                </a:lnTo>
                <a:lnTo>
                  <a:pt x="40622" y="11745"/>
                </a:lnTo>
                <a:lnTo>
                  <a:pt x="40320" y="11301"/>
                </a:lnTo>
                <a:lnTo>
                  <a:pt x="39977" y="10897"/>
                </a:lnTo>
                <a:lnTo>
                  <a:pt x="39634" y="10474"/>
                </a:lnTo>
                <a:lnTo>
                  <a:pt x="39250" y="10070"/>
                </a:lnTo>
                <a:lnTo>
                  <a:pt x="38867" y="9666"/>
                </a:lnTo>
                <a:lnTo>
                  <a:pt x="38463" y="9283"/>
                </a:lnTo>
                <a:lnTo>
                  <a:pt x="38039" y="8900"/>
                </a:lnTo>
                <a:lnTo>
                  <a:pt x="37595" y="8536"/>
                </a:lnTo>
                <a:lnTo>
                  <a:pt x="36869" y="7971"/>
                </a:lnTo>
                <a:lnTo>
                  <a:pt x="36102" y="7426"/>
                </a:lnTo>
                <a:lnTo>
                  <a:pt x="35275" y="6882"/>
                </a:lnTo>
                <a:lnTo>
                  <a:pt x="34387" y="6377"/>
                </a:lnTo>
                <a:lnTo>
                  <a:pt x="33459" y="5873"/>
                </a:lnTo>
                <a:lnTo>
                  <a:pt x="32450" y="5368"/>
                </a:lnTo>
                <a:lnTo>
                  <a:pt x="31380" y="4884"/>
                </a:lnTo>
                <a:lnTo>
                  <a:pt x="30230" y="4379"/>
                </a:lnTo>
                <a:lnTo>
                  <a:pt x="28918" y="3875"/>
                </a:lnTo>
                <a:lnTo>
                  <a:pt x="27586" y="3370"/>
                </a:lnTo>
                <a:lnTo>
                  <a:pt x="26234" y="2906"/>
                </a:lnTo>
                <a:lnTo>
                  <a:pt x="24862" y="2482"/>
                </a:lnTo>
                <a:lnTo>
                  <a:pt x="23490" y="2099"/>
                </a:lnTo>
                <a:lnTo>
                  <a:pt x="22097" y="1736"/>
                </a:lnTo>
                <a:lnTo>
                  <a:pt x="20705" y="1413"/>
                </a:lnTo>
                <a:lnTo>
                  <a:pt x="19312" y="1110"/>
                </a:lnTo>
                <a:lnTo>
                  <a:pt x="17900" y="848"/>
                </a:lnTo>
                <a:lnTo>
                  <a:pt x="16487" y="626"/>
                </a:lnTo>
                <a:lnTo>
                  <a:pt x="15075" y="424"/>
                </a:lnTo>
                <a:lnTo>
                  <a:pt x="13642" y="283"/>
                </a:lnTo>
                <a:lnTo>
                  <a:pt x="12229" y="141"/>
                </a:lnTo>
                <a:lnTo>
                  <a:pt x="10796" y="61"/>
                </a:lnTo>
                <a:lnTo>
                  <a:pt x="9364" y="0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56" name="Google Shape;2856;p35"/>
          <p:cNvSpPr/>
          <p:nvPr/>
        </p:nvSpPr>
        <p:spPr>
          <a:xfrm flipH="1">
            <a:off x="340550" y="2787965"/>
            <a:ext cx="631867" cy="441222"/>
          </a:xfrm>
          <a:custGeom>
            <a:rect b="b" l="l" r="r" t="t"/>
            <a:pathLst>
              <a:path extrusionOk="0" h="7892" w="11302">
                <a:moveTo>
                  <a:pt x="10030" y="82"/>
                </a:moveTo>
                <a:lnTo>
                  <a:pt x="10252" y="102"/>
                </a:lnTo>
                <a:lnTo>
                  <a:pt x="10494" y="142"/>
                </a:lnTo>
                <a:lnTo>
                  <a:pt x="10696" y="203"/>
                </a:lnTo>
                <a:lnTo>
                  <a:pt x="10797" y="243"/>
                </a:lnTo>
                <a:lnTo>
                  <a:pt x="10897" y="304"/>
                </a:lnTo>
                <a:lnTo>
                  <a:pt x="10978" y="364"/>
                </a:lnTo>
                <a:lnTo>
                  <a:pt x="11059" y="445"/>
                </a:lnTo>
                <a:lnTo>
                  <a:pt x="11119" y="526"/>
                </a:lnTo>
                <a:lnTo>
                  <a:pt x="11180" y="627"/>
                </a:lnTo>
                <a:lnTo>
                  <a:pt x="11220" y="727"/>
                </a:lnTo>
                <a:lnTo>
                  <a:pt x="11220" y="828"/>
                </a:lnTo>
                <a:lnTo>
                  <a:pt x="11220" y="949"/>
                </a:lnTo>
                <a:lnTo>
                  <a:pt x="11180" y="1050"/>
                </a:lnTo>
                <a:lnTo>
                  <a:pt x="11140" y="1131"/>
                </a:lnTo>
                <a:lnTo>
                  <a:pt x="11079" y="1192"/>
                </a:lnTo>
                <a:lnTo>
                  <a:pt x="11019" y="1252"/>
                </a:lnTo>
                <a:lnTo>
                  <a:pt x="10938" y="1313"/>
                </a:lnTo>
                <a:lnTo>
                  <a:pt x="10756" y="1393"/>
                </a:lnTo>
                <a:lnTo>
                  <a:pt x="10554" y="1474"/>
                </a:lnTo>
                <a:lnTo>
                  <a:pt x="10433" y="1535"/>
                </a:lnTo>
                <a:lnTo>
                  <a:pt x="10131" y="1676"/>
                </a:lnTo>
                <a:lnTo>
                  <a:pt x="9888" y="1858"/>
                </a:lnTo>
                <a:lnTo>
                  <a:pt x="9666" y="2039"/>
                </a:lnTo>
                <a:lnTo>
                  <a:pt x="9505" y="2261"/>
                </a:lnTo>
                <a:lnTo>
                  <a:pt x="9364" y="2503"/>
                </a:lnTo>
                <a:lnTo>
                  <a:pt x="9243" y="2745"/>
                </a:lnTo>
                <a:lnTo>
                  <a:pt x="9021" y="3290"/>
                </a:lnTo>
                <a:lnTo>
                  <a:pt x="8819" y="3795"/>
                </a:lnTo>
                <a:lnTo>
                  <a:pt x="8617" y="4239"/>
                </a:lnTo>
                <a:lnTo>
                  <a:pt x="8415" y="4663"/>
                </a:lnTo>
                <a:lnTo>
                  <a:pt x="8193" y="5046"/>
                </a:lnTo>
                <a:lnTo>
                  <a:pt x="7992" y="5389"/>
                </a:lnTo>
                <a:lnTo>
                  <a:pt x="7749" y="5712"/>
                </a:lnTo>
                <a:lnTo>
                  <a:pt x="7527" y="6015"/>
                </a:lnTo>
                <a:lnTo>
                  <a:pt x="7285" y="6277"/>
                </a:lnTo>
                <a:lnTo>
                  <a:pt x="7023" y="6519"/>
                </a:lnTo>
                <a:lnTo>
                  <a:pt x="6821" y="6701"/>
                </a:lnTo>
                <a:lnTo>
                  <a:pt x="6599" y="6862"/>
                </a:lnTo>
                <a:lnTo>
                  <a:pt x="6357" y="7024"/>
                </a:lnTo>
                <a:lnTo>
                  <a:pt x="6115" y="7165"/>
                </a:lnTo>
                <a:lnTo>
                  <a:pt x="5873" y="7286"/>
                </a:lnTo>
                <a:lnTo>
                  <a:pt x="5630" y="7407"/>
                </a:lnTo>
                <a:lnTo>
                  <a:pt x="5368" y="7508"/>
                </a:lnTo>
                <a:lnTo>
                  <a:pt x="5086" y="7589"/>
                </a:lnTo>
                <a:lnTo>
                  <a:pt x="4823" y="7669"/>
                </a:lnTo>
                <a:lnTo>
                  <a:pt x="4541" y="7730"/>
                </a:lnTo>
                <a:lnTo>
                  <a:pt x="4278" y="7770"/>
                </a:lnTo>
                <a:lnTo>
                  <a:pt x="3996" y="7790"/>
                </a:lnTo>
                <a:lnTo>
                  <a:pt x="3713" y="7811"/>
                </a:lnTo>
                <a:lnTo>
                  <a:pt x="3431" y="7811"/>
                </a:lnTo>
                <a:lnTo>
                  <a:pt x="3169" y="7790"/>
                </a:lnTo>
                <a:lnTo>
                  <a:pt x="2886" y="7750"/>
                </a:lnTo>
                <a:lnTo>
                  <a:pt x="2603" y="7690"/>
                </a:lnTo>
                <a:lnTo>
                  <a:pt x="2321" y="7629"/>
                </a:lnTo>
                <a:lnTo>
                  <a:pt x="2059" y="7528"/>
                </a:lnTo>
                <a:lnTo>
                  <a:pt x="1796" y="7427"/>
                </a:lnTo>
                <a:lnTo>
                  <a:pt x="1554" y="7306"/>
                </a:lnTo>
                <a:lnTo>
                  <a:pt x="1332" y="7165"/>
                </a:lnTo>
                <a:lnTo>
                  <a:pt x="1110" y="7024"/>
                </a:lnTo>
                <a:lnTo>
                  <a:pt x="908" y="6842"/>
                </a:lnTo>
                <a:lnTo>
                  <a:pt x="707" y="6640"/>
                </a:lnTo>
                <a:lnTo>
                  <a:pt x="545" y="6418"/>
                </a:lnTo>
                <a:lnTo>
                  <a:pt x="384" y="6176"/>
                </a:lnTo>
                <a:lnTo>
                  <a:pt x="263" y="5934"/>
                </a:lnTo>
                <a:lnTo>
                  <a:pt x="182" y="5692"/>
                </a:lnTo>
                <a:lnTo>
                  <a:pt x="101" y="5429"/>
                </a:lnTo>
                <a:lnTo>
                  <a:pt x="81" y="5167"/>
                </a:lnTo>
                <a:lnTo>
                  <a:pt x="81" y="4905"/>
                </a:lnTo>
                <a:lnTo>
                  <a:pt x="101" y="4663"/>
                </a:lnTo>
                <a:lnTo>
                  <a:pt x="142" y="4441"/>
                </a:lnTo>
                <a:lnTo>
                  <a:pt x="222" y="4239"/>
                </a:lnTo>
                <a:lnTo>
                  <a:pt x="303" y="4037"/>
                </a:lnTo>
                <a:lnTo>
                  <a:pt x="404" y="3835"/>
                </a:lnTo>
                <a:lnTo>
                  <a:pt x="525" y="3654"/>
                </a:lnTo>
                <a:lnTo>
                  <a:pt x="646" y="3472"/>
                </a:lnTo>
                <a:lnTo>
                  <a:pt x="787" y="3311"/>
                </a:lnTo>
                <a:lnTo>
                  <a:pt x="1090" y="3008"/>
                </a:lnTo>
                <a:lnTo>
                  <a:pt x="1393" y="2745"/>
                </a:lnTo>
                <a:lnTo>
                  <a:pt x="1695" y="2523"/>
                </a:lnTo>
                <a:lnTo>
                  <a:pt x="1978" y="2342"/>
                </a:lnTo>
                <a:lnTo>
                  <a:pt x="2361" y="2120"/>
                </a:lnTo>
                <a:lnTo>
                  <a:pt x="2745" y="1918"/>
                </a:lnTo>
                <a:lnTo>
                  <a:pt x="3128" y="1736"/>
                </a:lnTo>
                <a:lnTo>
                  <a:pt x="3532" y="1555"/>
                </a:lnTo>
                <a:lnTo>
                  <a:pt x="4319" y="1252"/>
                </a:lnTo>
                <a:lnTo>
                  <a:pt x="5106" y="990"/>
                </a:lnTo>
                <a:lnTo>
                  <a:pt x="6175" y="647"/>
                </a:lnTo>
                <a:lnTo>
                  <a:pt x="6740" y="505"/>
                </a:lnTo>
                <a:lnTo>
                  <a:pt x="7326" y="364"/>
                </a:lnTo>
                <a:lnTo>
                  <a:pt x="7911" y="243"/>
                </a:lnTo>
                <a:lnTo>
                  <a:pt x="8496" y="162"/>
                </a:lnTo>
                <a:lnTo>
                  <a:pt x="9101" y="102"/>
                </a:lnTo>
                <a:lnTo>
                  <a:pt x="9727" y="82"/>
                </a:lnTo>
                <a:close/>
                <a:moveTo>
                  <a:pt x="9384" y="1"/>
                </a:moveTo>
                <a:lnTo>
                  <a:pt x="8718" y="62"/>
                </a:lnTo>
                <a:lnTo>
                  <a:pt x="8092" y="142"/>
                </a:lnTo>
                <a:lnTo>
                  <a:pt x="7447" y="243"/>
                </a:lnTo>
                <a:lnTo>
                  <a:pt x="6841" y="384"/>
                </a:lnTo>
                <a:lnTo>
                  <a:pt x="6236" y="546"/>
                </a:lnTo>
                <a:lnTo>
                  <a:pt x="5651" y="727"/>
                </a:lnTo>
                <a:lnTo>
                  <a:pt x="5086" y="909"/>
                </a:lnTo>
                <a:lnTo>
                  <a:pt x="4299" y="1171"/>
                </a:lnTo>
                <a:lnTo>
                  <a:pt x="3491" y="1474"/>
                </a:lnTo>
                <a:lnTo>
                  <a:pt x="3108" y="1656"/>
                </a:lnTo>
                <a:lnTo>
                  <a:pt x="2704" y="1837"/>
                </a:lnTo>
                <a:lnTo>
                  <a:pt x="2321" y="2039"/>
                </a:lnTo>
                <a:lnTo>
                  <a:pt x="1938" y="2261"/>
                </a:lnTo>
                <a:lnTo>
                  <a:pt x="1655" y="2443"/>
                </a:lnTo>
                <a:lnTo>
                  <a:pt x="1352" y="2685"/>
                </a:lnTo>
                <a:lnTo>
                  <a:pt x="1029" y="2947"/>
                </a:lnTo>
                <a:lnTo>
                  <a:pt x="727" y="3250"/>
                </a:lnTo>
                <a:lnTo>
                  <a:pt x="585" y="3432"/>
                </a:lnTo>
                <a:lnTo>
                  <a:pt x="464" y="3613"/>
                </a:lnTo>
                <a:lnTo>
                  <a:pt x="343" y="3795"/>
                </a:lnTo>
                <a:lnTo>
                  <a:pt x="222" y="3997"/>
                </a:lnTo>
                <a:lnTo>
                  <a:pt x="142" y="4219"/>
                </a:lnTo>
                <a:lnTo>
                  <a:pt x="61" y="4441"/>
                </a:lnTo>
                <a:lnTo>
                  <a:pt x="20" y="4663"/>
                </a:lnTo>
                <a:lnTo>
                  <a:pt x="0" y="4905"/>
                </a:lnTo>
                <a:lnTo>
                  <a:pt x="0" y="5167"/>
                </a:lnTo>
                <a:lnTo>
                  <a:pt x="20" y="5429"/>
                </a:lnTo>
                <a:lnTo>
                  <a:pt x="101" y="5712"/>
                </a:lnTo>
                <a:lnTo>
                  <a:pt x="202" y="5974"/>
                </a:lnTo>
                <a:lnTo>
                  <a:pt x="323" y="6216"/>
                </a:lnTo>
                <a:lnTo>
                  <a:pt x="485" y="6459"/>
                </a:lnTo>
                <a:lnTo>
                  <a:pt x="646" y="6701"/>
                </a:lnTo>
                <a:lnTo>
                  <a:pt x="868" y="6903"/>
                </a:lnTo>
                <a:lnTo>
                  <a:pt x="1070" y="7084"/>
                </a:lnTo>
                <a:lnTo>
                  <a:pt x="1272" y="7225"/>
                </a:lnTo>
                <a:lnTo>
                  <a:pt x="1514" y="7367"/>
                </a:lnTo>
                <a:lnTo>
                  <a:pt x="1756" y="7488"/>
                </a:lnTo>
                <a:lnTo>
                  <a:pt x="2018" y="7609"/>
                </a:lnTo>
                <a:lnTo>
                  <a:pt x="2301" y="7690"/>
                </a:lnTo>
                <a:lnTo>
                  <a:pt x="2583" y="7770"/>
                </a:lnTo>
                <a:lnTo>
                  <a:pt x="2886" y="7831"/>
                </a:lnTo>
                <a:lnTo>
                  <a:pt x="3269" y="7871"/>
                </a:lnTo>
                <a:lnTo>
                  <a:pt x="3673" y="7891"/>
                </a:lnTo>
                <a:lnTo>
                  <a:pt x="4137" y="7871"/>
                </a:lnTo>
                <a:lnTo>
                  <a:pt x="4601" y="7811"/>
                </a:lnTo>
                <a:lnTo>
                  <a:pt x="5045" y="7710"/>
                </a:lnTo>
                <a:lnTo>
                  <a:pt x="5489" y="7548"/>
                </a:lnTo>
                <a:lnTo>
                  <a:pt x="5913" y="7367"/>
                </a:lnTo>
                <a:lnTo>
                  <a:pt x="6337" y="7145"/>
                </a:lnTo>
                <a:lnTo>
                  <a:pt x="6720" y="6882"/>
                </a:lnTo>
                <a:lnTo>
                  <a:pt x="7083" y="6580"/>
                </a:lnTo>
                <a:lnTo>
                  <a:pt x="7346" y="6338"/>
                </a:lnTo>
                <a:lnTo>
                  <a:pt x="7588" y="6055"/>
                </a:lnTo>
                <a:lnTo>
                  <a:pt x="7830" y="5752"/>
                </a:lnTo>
                <a:lnTo>
                  <a:pt x="8052" y="5429"/>
                </a:lnTo>
                <a:lnTo>
                  <a:pt x="8274" y="5086"/>
                </a:lnTo>
                <a:lnTo>
                  <a:pt x="8476" y="4703"/>
                </a:lnTo>
                <a:lnTo>
                  <a:pt x="8698" y="4279"/>
                </a:lnTo>
                <a:lnTo>
                  <a:pt x="8900" y="3815"/>
                </a:lnTo>
                <a:lnTo>
                  <a:pt x="9101" y="3311"/>
                </a:lnTo>
                <a:lnTo>
                  <a:pt x="9303" y="2786"/>
                </a:lnTo>
                <a:lnTo>
                  <a:pt x="9424" y="2544"/>
                </a:lnTo>
                <a:lnTo>
                  <a:pt x="9566" y="2322"/>
                </a:lnTo>
                <a:lnTo>
                  <a:pt x="9727" y="2100"/>
                </a:lnTo>
                <a:lnTo>
                  <a:pt x="9929" y="1918"/>
                </a:lnTo>
                <a:lnTo>
                  <a:pt x="10171" y="1757"/>
                </a:lnTo>
                <a:lnTo>
                  <a:pt x="10454" y="1615"/>
                </a:lnTo>
                <a:lnTo>
                  <a:pt x="10595" y="1555"/>
                </a:lnTo>
                <a:lnTo>
                  <a:pt x="10797" y="1474"/>
                </a:lnTo>
                <a:lnTo>
                  <a:pt x="10978" y="1373"/>
                </a:lnTo>
                <a:lnTo>
                  <a:pt x="11059" y="1313"/>
                </a:lnTo>
                <a:lnTo>
                  <a:pt x="11140" y="1252"/>
                </a:lnTo>
                <a:lnTo>
                  <a:pt x="11200" y="1171"/>
                </a:lnTo>
                <a:lnTo>
                  <a:pt x="11261" y="1071"/>
                </a:lnTo>
                <a:lnTo>
                  <a:pt x="11301" y="970"/>
                </a:lnTo>
                <a:lnTo>
                  <a:pt x="11301" y="849"/>
                </a:lnTo>
                <a:lnTo>
                  <a:pt x="11301" y="727"/>
                </a:lnTo>
                <a:lnTo>
                  <a:pt x="11261" y="606"/>
                </a:lnTo>
                <a:lnTo>
                  <a:pt x="11200" y="485"/>
                </a:lnTo>
                <a:lnTo>
                  <a:pt x="11119" y="384"/>
                </a:lnTo>
                <a:lnTo>
                  <a:pt x="11039" y="304"/>
                </a:lnTo>
                <a:lnTo>
                  <a:pt x="10938" y="223"/>
                </a:lnTo>
                <a:lnTo>
                  <a:pt x="10837" y="162"/>
                </a:lnTo>
                <a:lnTo>
                  <a:pt x="10736" y="122"/>
                </a:lnTo>
                <a:lnTo>
                  <a:pt x="10514" y="62"/>
                </a:lnTo>
                <a:lnTo>
                  <a:pt x="10272" y="21"/>
                </a:lnTo>
                <a:lnTo>
                  <a:pt x="10030" y="1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57" name="Google Shape;2857;p35"/>
          <p:cNvSpPr/>
          <p:nvPr/>
        </p:nvSpPr>
        <p:spPr>
          <a:xfrm flipH="1">
            <a:off x="-731261" y="1730887"/>
            <a:ext cx="2123367" cy="1193681"/>
          </a:xfrm>
          <a:custGeom>
            <a:rect b="b" l="l" r="r" t="t"/>
            <a:pathLst>
              <a:path extrusionOk="0" h="21351" w="37980">
                <a:moveTo>
                  <a:pt x="10776" y="81"/>
                </a:moveTo>
                <a:lnTo>
                  <a:pt x="11341" y="101"/>
                </a:lnTo>
                <a:lnTo>
                  <a:pt x="11927" y="121"/>
                </a:lnTo>
                <a:lnTo>
                  <a:pt x="12532" y="182"/>
                </a:lnTo>
                <a:lnTo>
                  <a:pt x="13178" y="222"/>
                </a:lnTo>
                <a:lnTo>
                  <a:pt x="13824" y="303"/>
                </a:lnTo>
                <a:lnTo>
                  <a:pt x="14510" y="404"/>
                </a:lnTo>
                <a:lnTo>
                  <a:pt x="15216" y="505"/>
                </a:lnTo>
                <a:lnTo>
                  <a:pt x="15943" y="626"/>
                </a:lnTo>
                <a:lnTo>
                  <a:pt x="16709" y="767"/>
                </a:lnTo>
                <a:lnTo>
                  <a:pt x="17496" y="949"/>
                </a:lnTo>
                <a:lnTo>
                  <a:pt x="18324" y="1130"/>
                </a:lnTo>
                <a:lnTo>
                  <a:pt x="19171" y="1332"/>
                </a:lnTo>
                <a:lnTo>
                  <a:pt x="20039" y="1554"/>
                </a:lnTo>
                <a:lnTo>
                  <a:pt x="20947" y="1796"/>
                </a:lnTo>
                <a:lnTo>
                  <a:pt x="21875" y="2059"/>
                </a:lnTo>
                <a:lnTo>
                  <a:pt x="23571" y="2583"/>
                </a:lnTo>
                <a:lnTo>
                  <a:pt x="24418" y="2866"/>
                </a:lnTo>
                <a:lnTo>
                  <a:pt x="25286" y="3148"/>
                </a:lnTo>
                <a:lnTo>
                  <a:pt x="26154" y="3471"/>
                </a:lnTo>
                <a:lnTo>
                  <a:pt x="27021" y="3794"/>
                </a:lnTo>
                <a:lnTo>
                  <a:pt x="27889" y="4157"/>
                </a:lnTo>
                <a:lnTo>
                  <a:pt x="28757" y="4541"/>
                </a:lnTo>
                <a:lnTo>
                  <a:pt x="29625" y="4944"/>
                </a:lnTo>
                <a:lnTo>
                  <a:pt x="30472" y="5368"/>
                </a:lnTo>
                <a:lnTo>
                  <a:pt x="31300" y="5832"/>
                </a:lnTo>
                <a:lnTo>
                  <a:pt x="32127" y="6317"/>
                </a:lnTo>
                <a:lnTo>
                  <a:pt x="32954" y="6841"/>
                </a:lnTo>
                <a:lnTo>
                  <a:pt x="33741" y="7406"/>
                </a:lnTo>
                <a:lnTo>
                  <a:pt x="34508" y="7992"/>
                </a:lnTo>
                <a:lnTo>
                  <a:pt x="35255" y="8637"/>
                </a:lnTo>
                <a:lnTo>
                  <a:pt x="35638" y="8980"/>
                </a:lnTo>
                <a:lnTo>
                  <a:pt x="36001" y="9344"/>
                </a:lnTo>
                <a:lnTo>
                  <a:pt x="36345" y="9687"/>
                </a:lnTo>
                <a:lnTo>
                  <a:pt x="36627" y="10030"/>
                </a:lnTo>
                <a:lnTo>
                  <a:pt x="36910" y="10373"/>
                </a:lnTo>
                <a:lnTo>
                  <a:pt x="37132" y="10696"/>
                </a:lnTo>
                <a:lnTo>
                  <a:pt x="37354" y="11039"/>
                </a:lnTo>
                <a:lnTo>
                  <a:pt x="37535" y="11382"/>
                </a:lnTo>
                <a:lnTo>
                  <a:pt x="37656" y="11624"/>
                </a:lnTo>
                <a:lnTo>
                  <a:pt x="37737" y="11846"/>
                </a:lnTo>
                <a:lnTo>
                  <a:pt x="37818" y="12068"/>
                </a:lnTo>
                <a:lnTo>
                  <a:pt x="37858" y="12290"/>
                </a:lnTo>
                <a:lnTo>
                  <a:pt x="37898" y="12492"/>
                </a:lnTo>
                <a:lnTo>
                  <a:pt x="37898" y="12694"/>
                </a:lnTo>
                <a:lnTo>
                  <a:pt x="37878" y="12875"/>
                </a:lnTo>
                <a:lnTo>
                  <a:pt x="37838" y="13057"/>
                </a:lnTo>
                <a:lnTo>
                  <a:pt x="37757" y="13259"/>
                </a:lnTo>
                <a:lnTo>
                  <a:pt x="37636" y="13460"/>
                </a:lnTo>
                <a:lnTo>
                  <a:pt x="37495" y="13662"/>
                </a:lnTo>
                <a:lnTo>
                  <a:pt x="37313" y="13824"/>
                </a:lnTo>
                <a:lnTo>
                  <a:pt x="37111" y="13985"/>
                </a:lnTo>
                <a:lnTo>
                  <a:pt x="36869" y="14106"/>
                </a:lnTo>
                <a:lnTo>
                  <a:pt x="36627" y="14207"/>
                </a:lnTo>
                <a:lnTo>
                  <a:pt x="36365" y="14288"/>
                </a:lnTo>
                <a:lnTo>
                  <a:pt x="36102" y="14328"/>
                </a:lnTo>
                <a:lnTo>
                  <a:pt x="35860" y="14368"/>
                </a:lnTo>
                <a:lnTo>
                  <a:pt x="35336" y="14368"/>
                </a:lnTo>
                <a:lnTo>
                  <a:pt x="34831" y="14328"/>
                </a:lnTo>
                <a:lnTo>
                  <a:pt x="34327" y="14268"/>
                </a:lnTo>
                <a:lnTo>
                  <a:pt x="34306" y="14268"/>
                </a:lnTo>
                <a:lnTo>
                  <a:pt x="32934" y="14106"/>
                </a:lnTo>
                <a:lnTo>
                  <a:pt x="31501" y="13945"/>
                </a:lnTo>
                <a:lnTo>
                  <a:pt x="30028" y="13803"/>
                </a:lnTo>
                <a:lnTo>
                  <a:pt x="28535" y="13682"/>
                </a:lnTo>
                <a:lnTo>
                  <a:pt x="26981" y="13561"/>
                </a:lnTo>
                <a:lnTo>
                  <a:pt x="25387" y="13481"/>
                </a:lnTo>
                <a:lnTo>
                  <a:pt x="23772" y="13420"/>
                </a:lnTo>
                <a:lnTo>
                  <a:pt x="22138" y="13400"/>
                </a:lnTo>
                <a:lnTo>
                  <a:pt x="20483" y="13420"/>
                </a:lnTo>
                <a:lnTo>
                  <a:pt x="18788" y="13460"/>
                </a:lnTo>
                <a:lnTo>
                  <a:pt x="17093" y="13561"/>
                </a:lnTo>
                <a:lnTo>
                  <a:pt x="16245" y="13622"/>
                </a:lnTo>
                <a:lnTo>
                  <a:pt x="15398" y="13703"/>
                </a:lnTo>
                <a:lnTo>
                  <a:pt x="14530" y="13803"/>
                </a:lnTo>
                <a:lnTo>
                  <a:pt x="13682" y="13904"/>
                </a:lnTo>
                <a:lnTo>
                  <a:pt x="12815" y="14025"/>
                </a:lnTo>
                <a:lnTo>
                  <a:pt x="11967" y="14146"/>
                </a:lnTo>
                <a:lnTo>
                  <a:pt x="11099" y="14308"/>
                </a:lnTo>
                <a:lnTo>
                  <a:pt x="10252" y="14469"/>
                </a:lnTo>
                <a:lnTo>
                  <a:pt x="9384" y="14651"/>
                </a:lnTo>
                <a:lnTo>
                  <a:pt x="8536" y="14833"/>
                </a:lnTo>
                <a:lnTo>
                  <a:pt x="7992" y="14974"/>
                </a:lnTo>
                <a:lnTo>
                  <a:pt x="7467" y="15115"/>
                </a:lnTo>
                <a:lnTo>
                  <a:pt x="6922" y="15277"/>
                </a:lnTo>
                <a:lnTo>
                  <a:pt x="6397" y="15458"/>
                </a:lnTo>
                <a:lnTo>
                  <a:pt x="5873" y="15660"/>
                </a:lnTo>
                <a:lnTo>
                  <a:pt x="5368" y="15902"/>
                </a:lnTo>
                <a:lnTo>
                  <a:pt x="4864" y="16164"/>
                </a:lnTo>
                <a:lnTo>
                  <a:pt x="4379" y="16467"/>
                </a:lnTo>
                <a:lnTo>
                  <a:pt x="4137" y="16649"/>
                </a:lnTo>
                <a:lnTo>
                  <a:pt x="3875" y="16851"/>
                </a:lnTo>
                <a:lnTo>
                  <a:pt x="3613" y="17073"/>
                </a:lnTo>
                <a:lnTo>
                  <a:pt x="3350" y="17335"/>
                </a:lnTo>
                <a:lnTo>
                  <a:pt x="3108" y="17617"/>
                </a:lnTo>
                <a:lnTo>
                  <a:pt x="2866" y="17940"/>
                </a:lnTo>
                <a:lnTo>
                  <a:pt x="2644" y="18283"/>
                </a:lnTo>
                <a:lnTo>
                  <a:pt x="2462" y="18667"/>
                </a:lnTo>
                <a:lnTo>
                  <a:pt x="2382" y="18889"/>
                </a:lnTo>
                <a:lnTo>
                  <a:pt x="2341" y="19131"/>
                </a:lnTo>
                <a:lnTo>
                  <a:pt x="2260" y="19635"/>
                </a:lnTo>
                <a:lnTo>
                  <a:pt x="2220" y="19918"/>
                </a:lnTo>
                <a:lnTo>
                  <a:pt x="2180" y="20201"/>
                </a:lnTo>
                <a:lnTo>
                  <a:pt x="2099" y="20463"/>
                </a:lnTo>
                <a:lnTo>
                  <a:pt x="2059" y="20584"/>
                </a:lnTo>
                <a:lnTo>
                  <a:pt x="1998" y="20705"/>
                </a:lnTo>
                <a:lnTo>
                  <a:pt x="1897" y="20846"/>
                </a:lnTo>
                <a:lnTo>
                  <a:pt x="1816" y="20988"/>
                </a:lnTo>
                <a:lnTo>
                  <a:pt x="1716" y="21088"/>
                </a:lnTo>
                <a:lnTo>
                  <a:pt x="1615" y="21169"/>
                </a:lnTo>
                <a:lnTo>
                  <a:pt x="1514" y="21210"/>
                </a:lnTo>
                <a:lnTo>
                  <a:pt x="1413" y="21250"/>
                </a:lnTo>
                <a:lnTo>
                  <a:pt x="1312" y="21270"/>
                </a:lnTo>
                <a:lnTo>
                  <a:pt x="1211" y="21250"/>
                </a:lnTo>
                <a:lnTo>
                  <a:pt x="1110" y="21210"/>
                </a:lnTo>
                <a:lnTo>
                  <a:pt x="1009" y="21149"/>
                </a:lnTo>
                <a:lnTo>
                  <a:pt x="908" y="21068"/>
                </a:lnTo>
                <a:lnTo>
                  <a:pt x="807" y="20967"/>
                </a:lnTo>
                <a:lnTo>
                  <a:pt x="707" y="20846"/>
                </a:lnTo>
                <a:lnTo>
                  <a:pt x="626" y="20725"/>
                </a:lnTo>
                <a:lnTo>
                  <a:pt x="464" y="20422"/>
                </a:lnTo>
                <a:lnTo>
                  <a:pt x="323" y="20100"/>
                </a:lnTo>
                <a:lnTo>
                  <a:pt x="222" y="19777"/>
                </a:lnTo>
                <a:lnTo>
                  <a:pt x="162" y="19454"/>
                </a:lnTo>
                <a:lnTo>
                  <a:pt x="121" y="19151"/>
                </a:lnTo>
                <a:lnTo>
                  <a:pt x="101" y="18223"/>
                </a:lnTo>
                <a:lnTo>
                  <a:pt x="81" y="17274"/>
                </a:lnTo>
                <a:lnTo>
                  <a:pt x="81" y="16326"/>
                </a:lnTo>
                <a:lnTo>
                  <a:pt x="101" y="15377"/>
                </a:lnTo>
                <a:lnTo>
                  <a:pt x="142" y="14449"/>
                </a:lnTo>
                <a:lnTo>
                  <a:pt x="182" y="13501"/>
                </a:lnTo>
                <a:lnTo>
                  <a:pt x="263" y="12572"/>
                </a:lnTo>
                <a:lnTo>
                  <a:pt x="343" y="11624"/>
                </a:lnTo>
                <a:lnTo>
                  <a:pt x="444" y="10696"/>
                </a:lnTo>
                <a:lnTo>
                  <a:pt x="545" y="9747"/>
                </a:lnTo>
                <a:lnTo>
                  <a:pt x="686" y="8819"/>
                </a:lnTo>
                <a:lnTo>
                  <a:pt x="828" y="7891"/>
                </a:lnTo>
                <a:lnTo>
                  <a:pt x="989" y="6962"/>
                </a:lnTo>
                <a:lnTo>
                  <a:pt x="1171" y="6034"/>
                </a:lnTo>
                <a:lnTo>
                  <a:pt x="1373" y="5126"/>
                </a:lnTo>
                <a:lnTo>
                  <a:pt x="1574" y="4198"/>
                </a:lnTo>
                <a:lnTo>
                  <a:pt x="1736" y="3572"/>
                </a:lnTo>
                <a:lnTo>
                  <a:pt x="1837" y="3269"/>
                </a:lnTo>
                <a:lnTo>
                  <a:pt x="1958" y="2967"/>
                </a:lnTo>
                <a:lnTo>
                  <a:pt x="2079" y="2664"/>
                </a:lnTo>
                <a:lnTo>
                  <a:pt x="2220" y="2402"/>
                </a:lnTo>
                <a:lnTo>
                  <a:pt x="2402" y="2139"/>
                </a:lnTo>
                <a:lnTo>
                  <a:pt x="2604" y="1897"/>
                </a:lnTo>
                <a:lnTo>
                  <a:pt x="2825" y="1695"/>
                </a:lnTo>
                <a:lnTo>
                  <a:pt x="3068" y="1514"/>
                </a:lnTo>
                <a:lnTo>
                  <a:pt x="3330" y="1352"/>
                </a:lnTo>
                <a:lnTo>
                  <a:pt x="3592" y="1211"/>
                </a:lnTo>
                <a:lnTo>
                  <a:pt x="3875" y="1090"/>
                </a:lnTo>
                <a:lnTo>
                  <a:pt x="4157" y="989"/>
                </a:lnTo>
                <a:lnTo>
                  <a:pt x="4702" y="807"/>
                </a:lnTo>
                <a:lnTo>
                  <a:pt x="5247" y="666"/>
                </a:lnTo>
                <a:lnTo>
                  <a:pt x="5832" y="525"/>
                </a:lnTo>
                <a:lnTo>
                  <a:pt x="6458" y="404"/>
                </a:lnTo>
                <a:lnTo>
                  <a:pt x="7104" y="303"/>
                </a:lnTo>
                <a:lnTo>
                  <a:pt x="7810" y="202"/>
                </a:lnTo>
                <a:lnTo>
                  <a:pt x="8577" y="142"/>
                </a:lnTo>
                <a:lnTo>
                  <a:pt x="9384" y="81"/>
                </a:lnTo>
                <a:close/>
                <a:moveTo>
                  <a:pt x="9848" y="0"/>
                </a:moveTo>
                <a:lnTo>
                  <a:pt x="9303" y="20"/>
                </a:lnTo>
                <a:lnTo>
                  <a:pt x="8758" y="41"/>
                </a:lnTo>
                <a:lnTo>
                  <a:pt x="8234" y="81"/>
                </a:lnTo>
                <a:lnTo>
                  <a:pt x="7709" y="142"/>
                </a:lnTo>
                <a:lnTo>
                  <a:pt x="7184" y="202"/>
                </a:lnTo>
                <a:lnTo>
                  <a:pt x="6680" y="283"/>
                </a:lnTo>
                <a:lnTo>
                  <a:pt x="6175" y="384"/>
                </a:lnTo>
                <a:lnTo>
                  <a:pt x="5671" y="485"/>
                </a:lnTo>
                <a:lnTo>
                  <a:pt x="5166" y="606"/>
                </a:lnTo>
                <a:lnTo>
                  <a:pt x="4682" y="727"/>
                </a:lnTo>
                <a:lnTo>
                  <a:pt x="4117" y="908"/>
                </a:lnTo>
                <a:lnTo>
                  <a:pt x="3834" y="1009"/>
                </a:lnTo>
                <a:lnTo>
                  <a:pt x="3552" y="1130"/>
                </a:lnTo>
                <a:lnTo>
                  <a:pt x="3269" y="1272"/>
                </a:lnTo>
                <a:lnTo>
                  <a:pt x="3007" y="1433"/>
                </a:lnTo>
                <a:lnTo>
                  <a:pt x="2765" y="1635"/>
                </a:lnTo>
                <a:lnTo>
                  <a:pt x="2543" y="1837"/>
                </a:lnTo>
                <a:lnTo>
                  <a:pt x="2341" y="2079"/>
                </a:lnTo>
                <a:lnTo>
                  <a:pt x="2160" y="2341"/>
                </a:lnTo>
                <a:lnTo>
                  <a:pt x="1998" y="2624"/>
                </a:lnTo>
                <a:lnTo>
                  <a:pt x="1877" y="2926"/>
                </a:lnTo>
                <a:lnTo>
                  <a:pt x="1776" y="3229"/>
                </a:lnTo>
                <a:lnTo>
                  <a:pt x="1675" y="3552"/>
                </a:lnTo>
                <a:lnTo>
                  <a:pt x="1514" y="4178"/>
                </a:lnTo>
                <a:lnTo>
                  <a:pt x="1292" y="5106"/>
                </a:lnTo>
                <a:lnTo>
                  <a:pt x="1090" y="6014"/>
                </a:lnTo>
                <a:lnTo>
                  <a:pt x="908" y="6942"/>
                </a:lnTo>
                <a:lnTo>
                  <a:pt x="747" y="7870"/>
                </a:lnTo>
                <a:lnTo>
                  <a:pt x="606" y="8819"/>
                </a:lnTo>
                <a:lnTo>
                  <a:pt x="485" y="9747"/>
                </a:lnTo>
                <a:lnTo>
                  <a:pt x="364" y="10676"/>
                </a:lnTo>
                <a:lnTo>
                  <a:pt x="263" y="11624"/>
                </a:lnTo>
                <a:lnTo>
                  <a:pt x="182" y="12552"/>
                </a:lnTo>
                <a:lnTo>
                  <a:pt x="101" y="13501"/>
                </a:lnTo>
                <a:lnTo>
                  <a:pt x="61" y="14449"/>
                </a:lnTo>
                <a:lnTo>
                  <a:pt x="20" y="15377"/>
                </a:lnTo>
                <a:lnTo>
                  <a:pt x="0" y="16326"/>
                </a:lnTo>
                <a:lnTo>
                  <a:pt x="0" y="17274"/>
                </a:lnTo>
                <a:lnTo>
                  <a:pt x="20" y="18223"/>
                </a:lnTo>
                <a:lnTo>
                  <a:pt x="41" y="19171"/>
                </a:lnTo>
                <a:lnTo>
                  <a:pt x="81" y="19474"/>
                </a:lnTo>
                <a:lnTo>
                  <a:pt x="162" y="19797"/>
                </a:lnTo>
                <a:lnTo>
                  <a:pt x="263" y="20140"/>
                </a:lnTo>
                <a:lnTo>
                  <a:pt x="404" y="20483"/>
                </a:lnTo>
                <a:lnTo>
                  <a:pt x="565" y="20766"/>
                </a:lnTo>
                <a:lnTo>
                  <a:pt x="666" y="20907"/>
                </a:lnTo>
                <a:lnTo>
                  <a:pt x="767" y="21028"/>
                </a:lnTo>
                <a:lnTo>
                  <a:pt x="868" y="21129"/>
                </a:lnTo>
                <a:lnTo>
                  <a:pt x="969" y="21210"/>
                </a:lnTo>
                <a:lnTo>
                  <a:pt x="1070" y="21290"/>
                </a:lnTo>
                <a:lnTo>
                  <a:pt x="1191" y="21331"/>
                </a:lnTo>
                <a:lnTo>
                  <a:pt x="1332" y="21351"/>
                </a:lnTo>
                <a:lnTo>
                  <a:pt x="1433" y="21331"/>
                </a:lnTo>
                <a:lnTo>
                  <a:pt x="1514" y="21310"/>
                </a:lnTo>
                <a:lnTo>
                  <a:pt x="1615" y="21250"/>
                </a:lnTo>
                <a:lnTo>
                  <a:pt x="1716" y="21189"/>
                </a:lnTo>
                <a:lnTo>
                  <a:pt x="1796" y="21109"/>
                </a:lnTo>
                <a:lnTo>
                  <a:pt x="1897" y="21008"/>
                </a:lnTo>
                <a:lnTo>
                  <a:pt x="2059" y="20745"/>
                </a:lnTo>
                <a:lnTo>
                  <a:pt x="2119" y="20624"/>
                </a:lnTo>
                <a:lnTo>
                  <a:pt x="2180" y="20503"/>
                </a:lnTo>
                <a:lnTo>
                  <a:pt x="2260" y="20221"/>
                </a:lnTo>
                <a:lnTo>
                  <a:pt x="2301" y="19938"/>
                </a:lnTo>
                <a:lnTo>
                  <a:pt x="2341" y="19635"/>
                </a:lnTo>
                <a:lnTo>
                  <a:pt x="2422" y="19151"/>
                </a:lnTo>
                <a:lnTo>
                  <a:pt x="2462" y="18909"/>
                </a:lnTo>
                <a:lnTo>
                  <a:pt x="2543" y="18687"/>
                </a:lnTo>
                <a:lnTo>
                  <a:pt x="2725" y="18324"/>
                </a:lnTo>
                <a:lnTo>
                  <a:pt x="2926" y="17981"/>
                </a:lnTo>
                <a:lnTo>
                  <a:pt x="3169" y="17678"/>
                </a:lnTo>
                <a:lnTo>
                  <a:pt x="3411" y="17395"/>
                </a:lnTo>
                <a:lnTo>
                  <a:pt x="3673" y="17133"/>
                </a:lnTo>
                <a:lnTo>
                  <a:pt x="3935" y="16911"/>
                </a:lnTo>
                <a:lnTo>
                  <a:pt x="4198" y="16709"/>
                </a:lnTo>
                <a:lnTo>
                  <a:pt x="4440" y="16528"/>
                </a:lnTo>
                <a:lnTo>
                  <a:pt x="4904" y="16245"/>
                </a:lnTo>
                <a:lnTo>
                  <a:pt x="5388" y="15983"/>
                </a:lnTo>
                <a:lnTo>
                  <a:pt x="5913" y="15741"/>
                </a:lnTo>
                <a:lnTo>
                  <a:pt x="6418" y="15539"/>
                </a:lnTo>
                <a:lnTo>
                  <a:pt x="6962" y="15357"/>
                </a:lnTo>
                <a:lnTo>
                  <a:pt x="7487" y="15196"/>
                </a:lnTo>
                <a:lnTo>
                  <a:pt x="8032" y="15055"/>
                </a:lnTo>
                <a:lnTo>
                  <a:pt x="8557" y="14913"/>
                </a:lnTo>
                <a:lnTo>
                  <a:pt x="9404" y="14732"/>
                </a:lnTo>
                <a:lnTo>
                  <a:pt x="10272" y="14550"/>
                </a:lnTo>
                <a:lnTo>
                  <a:pt x="11119" y="14389"/>
                </a:lnTo>
                <a:lnTo>
                  <a:pt x="11987" y="14227"/>
                </a:lnTo>
                <a:lnTo>
                  <a:pt x="12835" y="14106"/>
                </a:lnTo>
                <a:lnTo>
                  <a:pt x="13703" y="13985"/>
                </a:lnTo>
                <a:lnTo>
                  <a:pt x="14550" y="13884"/>
                </a:lnTo>
                <a:lnTo>
                  <a:pt x="15398" y="13783"/>
                </a:lnTo>
                <a:lnTo>
                  <a:pt x="16265" y="13703"/>
                </a:lnTo>
                <a:lnTo>
                  <a:pt x="17113" y="13642"/>
                </a:lnTo>
                <a:lnTo>
                  <a:pt x="18808" y="13541"/>
                </a:lnTo>
                <a:lnTo>
                  <a:pt x="20483" y="13501"/>
                </a:lnTo>
                <a:lnTo>
                  <a:pt x="22138" y="13481"/>
                </a:lnTo>
                <a:lnTo>
                  <a:pt x="23772" y="13501"/>
                </a:lnTo>
                <a:lnTo>
                  <a:pt x="25387" y="13561"/>
                </a:lnTo>
                <a:lnTo>
                  <a:pt x="26981" y="13642"/>
                </a:lnTo>
                <a:lnTo>
                  <a:pt x="28515" y="13763"/>
                </a:lnTo>
                <a:lnTo>
                  <a:pt x="30028" y="13884"/>
                </a:lnTo>
                <a:lnTo>
                  <a:pt x="31501" y="14025"/>
                </a:lnTo>
                <a:lnTo>
                  <a:pt x="32934" y="14187"/>
                </a:lnTo>
                <a:lnTo>
                  <a:pt x="34306" y="14348"/>
                </a:lnTo>
                <a:lnTo>
                  <a:pt x="34831" y="14409"/>
                </a:lnTo>
                <a:lnTo>
                  <a:pt x="35356" y="14449"/>
                </a:lnTo>
                <a:lnTo>
                  <a:pt x="35860" y="14449"/>
                </a:lnTo>
                <a:lnTo>
                  <a:pt x="36123" y="14409"/>
                </a:lnTo>
                <a:lnTo>
                  <a:pt x="36385" y="14368"/>
                </a:lnTo>
                <a:lnTo>
                  <a:pt x="36647" y="14288"/>
                </a:lnTo>
                <a:lnTo>
                  <a:pt x="36910" y="14187"/>
                </a:lnTo>
                <a:lnTo>
                  <a:pt x="37152" y="14046"/>
                </a:lnTo>
                <a:lnTo>
                  <a:pt x="37374" y="13884"/>
                </a:lnTo>
                <a:lnTo>
                  <a:pt x="37555" y="13703"/>
                </a:lnTo>
                <a:lnTo>
                  <a:pt x="37717" y="13501"/>
                </a:lnTo>
                <a:lnTo>
                  <a:pt x="37838" y="13299"/>
                </a:lnTo>
                <a:lnTo>
                  <a:pt x="37919" y="13077"/>
                </a:lnTo>
                <a:lnTo>
                  <a:pt x="37959" y="12895"/>
                </a:lnTo>
                <a:lnTo>
                  <a:pt x="37979" y="12694"/>
                </a:lnTo>
                <a:lnTo>
                  <a:pt x="37979" y="12492"/>
                </a:lnTo>
                <a:lnTo>
                  <a:pt x="37939" y="12290"/>
                </a:lnTo>
                <a:lnTo>
                  <a:pt x="37898" y="12068"/>
                </a:lnTo>
                <a:lnTo>
                  <a:pt x="37818" y="11826"/>
                </a:lnTo>
                <a:lnTo>
                  <a:pt x="37737" y="11604"/>
                </a:lnTo>
                <a:lnTo>
                  <a:pt x="37616" y="11341"/>
                </a:lnTo>
                <a:lnTo>
                  <a:pt x="37414" y="10998"/>
                </a:lnTo>
                <a:lnTo>
                  <a:pt x="37212" y="10655"/>
                </a:lnTo>
                <a:lnTo>
                  <a:pt x="36970" y="10312"/>
                </a:lnTo>
                <a:lnTo>
                  <a:pt x="36708" y="9969"/>
                </a:lnTo>
                <a:lnTo>
                  <a:pt x="36405" y="9626"/>
                </a:lnTo>
                <a:lnTo>
                  <a:pt x="36062" y="9283"/>
                </a:lnTo>
                <a:lnTo>
                  <a:pt x="35699" y="8920"/>
                </a:lnTo>
                <a:lnTo>
                  <a:pt x="35315" y="8577"/>
                </a:lnTo>
                <a:lnTo>
                  <a:pt x="34569" y="7931"/>
                </a:lnTo>
                <a:lnTo>
                  <a:pt x="33782" y="7346"/>
                </a:lnTo>
                <a:lnTo>
                  <a:pt x="32995" y="6781"/>
                </a:lnTo>
                <a:lnTo>
                  <a:pt x="32187" y="6256"/>
                </a:lnTo>
                <a:lnTo>
                  <a:pt x="31360" y="5772"/>
                </a:lnTo>
                <a:lnTo>
                  <a:pt x="30512" y="5308"/>
                </a:lnTo>
                <a:lnTo>
                  <a:pt x="29665" y="4864"/>
                </a:lnTo>
                <a:lnTo>
                  <a:pt x="28797" y="4460"/>
                </a:lnTo>
                <a:lnTo>
                  <a:pt x="27929" y="4077"/>
                </a:lnTo>
                <a:lnTo>
                  <a:pt x="27062" y="3734"/>
                </a:lnTo>
                <a:lnTo>
                  <a:pt x="26194" y="3390"/>
                </a:lnTo>
                <a:lnTo>
                  <a:pt x="25306" y="3088"/>
                </a:lnTo>
                <a:lnTo>
                  <a:pt x="24458" y="2785"/>
                </a:lnTo>
                <a:lnTo>
                  <a:pt x="23591" y="2503"/>
                </a:lnTo>
                <a:lnTo>
                  <a:pt x="21896" y="1998"/>
                </a:lnTo>
                <a:lnTo>
                  <a:pt x="20685" y="1635"/>
                </a:lnTo>
                <a:lnTo>
                  <a:pt x="19494" y="1332"/>
                </a:lnTo>
                <a:lnTo>
                  <a:pt x="18364" y="1050"/>
                </a:lnTo>
                <a:lnTo>
                  <a:pt x="17295" y="807"/>
                </a:lnTo>
                <a:lnTo>
                  <a:pt x="16245" y="585"/>
                </a:lnTo>
                <a:lnTo>
                  <a:pt x="15236" y="404"/>
                </a:lnTo>
                <a:lnTo>
                  <a:pt x="14268" y="263"/>
                </a:lnTo>
                <a:lnTo>
                  <a:pt x="13299" y="162"/>
                </a:lnTo>
                <a:lnTo>
                  <a:pt x="12128" y="61"/>
                </a:lnTo>
                <a:lnTo>
                  <a:pt x="10978" y="0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58" name="Google Shape;2858;p35"/>
          <p:cNvSpPr/>
          <p:nvPr/>
        </p:nvSpPr>
        <p:spPr>
          <a:xfrm flipH="1">
            <a:off x="484960" y="2856786"/>
            <a:ext cx="415281" cy="285520"/>
          </a:xfrm>
          <a:custGeom>
            <a:rect b="b" l="l" r="r" t="t"/>
            <a:pathLst>
              <a:path extrusionOk="0" h="5107" w="7428">
                <a:moveTo>
                  <a:pt x="7124" y="82"/>
                </a:moveTo>
                <a:lnTo>
                  <a:pt x="7205" y="102"/>
                </a:lnTo>
                <a:lnTo>
                  <a:pt x="7286" y="142"/>
                </a:lnTo>
                <a:lnTo>
                  <a:pt x="7326" y="223"/>
                </a:lnTo>
                <a:lnTo>
                  <a:pt x="7346" y="344"/>
                </a:lnTo>
                <a:lnTo>
                  <a:pt x="7346" y="485"/>
                </a:lnTo>
                <a:lnTo>
                  <a:pt x="7306" y="647"/>
                </a:lnTo>
                <a:lnTo>
                  <a:pt x="7225" y="808"/>
                </a:lnTo>
                <a:lnTo>
                  <a:pt x="7064" y="1212"/>
                </a:lnTo>
                <a:lnTo>
                  <a:pt x="6842" y="1615"/>
                </a:lnTo>
                <a:lnTo>
                  <a:pt x="6600" y="1999"/>
                </a:lnTo>
                <a:lnTo>
                  <a:pt x="6357" y="2362"/>
                </a:lnTo>
                <a:lnTo>
                  <a:pt x="6055" y="2786"/>
                </a:lnTo>
                <a:lnTo>
                  <a:pt x="5732" y="3149"/>
                </a:lnTo>
                <a:lnTo>
                  <a:pt x="5389" y="3472"/>
                </a:lnTo>
                <a:lnTo>
                  <a:pt x="5026" y="3775"/>
                </a:lnTo>
                <a:lnTo>
                  <a:pt x="4642" y="4037"/>
                </a:lnTo>
                <a:lnTo>
                  <a:pt x="4259" y="4279"/>
                </a:lnTo>
                <a:lnTo>
                  <a:pt x="3835" y="4501"/>
                </a:lnTo>
                <a:lnTo>
                  <a:pt x="3411" y="4683"/>
                </a:lnTo>
                <a:lnTo>
                  <a:pt x="2987" y="4824"/>
                </a:lnTo>
                <a:lnTo>
                  <a:pt x="2745" y="4905"/>
                </a:lnTo>
                <a:lnTo>
                  <a:pt x="2463" y="4965"/>
                </a:lnTo>
                <a:lnTo>
                  <a:pt x="2160" y="5006"/>
                </a:lnTo>
                <a:lnTo>
                  <a:pt x="1837" y="5026"/>
                </a:lnTo>
                <a:lnTo>
                  <a:pt x="1514" y="5006"/>
                </a:lnTo>
                <a:lnTo>
                  <a:pt x="1353" y="4965"/>
                </a:lnTo>
                <a:lnTo>
                  <a:pt x="1171" y="4945"/>
                </a:lnTo>
                <a:lnTo>
                  <a:pt x="1010" y="4885"/>
                </a:lnTo>
                <a:lnTo>
                  <a:pt x="848" y="4824"/>
                </a:lnTo>
                <a:lnTo>
                  <a:pt x="707" y="4743"/>
                </a:lnTo>
                <a:lnTo>
                  <a:pt x="546" y="4642"/>
                </a:lnTo>
                <a:lnTo>
                  <a:pt x="445" y="4562"/>
                </a:lnTo>
                <a:lnTo>
                  <a:pt x="364" y="4461"/>
                </a:lnTo>
                <a:lnTo>
                  <a:pt x="283" y="4380"/>
                </a:lnTo>
                <a:lnTo>
                  <a:pt x="203" y="4279"/>
                </a:lnTo>
                <a:lnTo>
                  <a:pt x="162" y="4178"/>
                </a:lnTo>
                <a:lnTo>
                  <a:pt x="122" y="4057"/>
                </a:lnTo>
                <a:lnTo>
                  <a:pt x="81" y="3956"/>
                </a:lnTo>
                <a:lnTo>
                  <a:pt x="81" y="3855"/>
                </a:lnTo>
                <a:lnTo>
                  <a:pt x="81" y="3654"/>
                </a:lnTo>
                <a:lnTo>
                  <a:pt x="142" y="3492"/>
                </a:lnTo>
                <a:lnTo>
                  <a:pt x="243" y="3331"/>
                </a:lnTo>
                <a:lnTo>
                  <a:pt x="364" y="3169"/>
                </a:lnTo>
                <a:lnTo>
                  <a:pt x="505" y="3028"/>
                </a:lnTo>
                <a:lnTo>
                  <a:pt x="647" y="2907"/>
                </a:lnTo>
                <a:lnTo>
                  <a:pt x="949" y="2685"/>
                </a:lnTo>
                <a:lnTo>
                  <a:pt x="1656" y="2261"/>
                </a:lnTo>
                <a:lnTo>
                  <a:pt x="2362" y="1858"/>
                </a:lnTo>
                <a:lnTo>
                  <a:pt x="3088" y="1474"/>
                </a:lnTo>
                <a:lnTo>
                  <a:pt x="3835" y="1131"/>
                </a:lnTo>
                <a:lnTo>
                  <a:pt x="4602" y="828"/>
                </a:lnTo>
                <a:lnTo>
                  <a:pt x="5369" y="566"/>
                </a:lnTo>
                <a:lnTo>
                  <a:pt x="6156" y="324"/>
                </a:lnTo>
                <a:lnTo>
                  <a:pt x="6943" y="122"/>
                </a:lnTo>
                <a:lnTo>
                  <a:pt x="7044" y="102"/>
                </a:lnTo>
                <a:lnTo>
                  <a:pt x="7124" y="82"/>
                </a:lnTo>
                <a:close/>
                <a:moveTo>
                  <a:pt x="7145" y="1"/>
                </a:moveTo>
                <a:lnTo>
                  <a:pt x="7084" y="21"/>
                </a:lnTo>
                <a:lnTo>
                  <a:pt x="6923" y="41"/>
                </a:lnTo>
                <a:lnTo>
                  <a:pt x="6136" y="243"/>
                </a:lnTo>
                <a:lnTo>
                  <a:pt x="5348" y="485"/>
                </a:lnTo>
                <a:lnTo>
                  <a:pt x="4561" y="768"/>
                </a:lnTo>
                <a:lnTo>
                  <a:pt x="3795" y="1071"/>
                </a:lnTo>
                <a:lnTo>
                  <a:pt x="3048" y="1414"/>
                </a:lnTo>
                <a:lnTo>
                  <a:pt x="2321" y="1777"/>
                </a:lnTo>
                <a:lnTo>
                  <a:pt x="1595" y="2180"/>
                </a:lnTo>
                <a:lnTo>
                  <a:pt x="909" y="2624"/>
                </a:lnTo>
                <a:lnTo>
                  <a:pt x="586" y="2846"/>
                </a:lnTo>
                <a:lnTo>
                  <a:pt x="445" y="2988"/>
                </a:lnTo>
                <a:lnTo>
                  <a:pt x="283" y="3129"/>
                </a:lnTo>
                <a:lnTo>
                  <a:pt x="162" y="3290"/>
                </a:lnTo>
                <a:lnTo>
                  <a:pt x="81" y="3472"/>
                </a:lnTo>
                <a:lnTo>
                  <a:pt x="21" y="3654"/>
                </a:lnTo>
                <a:lnTo>
                  <a:pt x="1" y="3754"/>
                </a:lnTo>
                <a:lnTo>
                  <a:pt x="1" y="3855"/>
                </a:lnTo>
                <a:lnTo>
                  <a:pt x="1" y="3976"/>
                </a:lnTo>
                <a:lnTo>
                  <a:pt x="41" y="4077"/>
                </a:lnTo>
                <a:lnTo>
                  <a:pt x="81" y="4198"/>
                </a:lnTo>
                <a:lnTo>
                  <a:pt x="142" y="4320"/>
                </a:lnTo>
                <a:lnTo>
                  <a:pt x="203" y="4420"/>
                </a:lnTo>
                <a:lnTo>
                  <a:pt x="303" y="4521"/>
                </a:lnTo>
                <a:lnTo>
                  <a:pt x="384" y="4622"/>
                </a:lnTo>
                <a:lnTo>
                  <a:pt x="505" y="4703"/>
                </a:lnTo>
                <a:lnTo>
                  <a:pt x="667" y="4804"/>
                </a:lnTo>
                <a:lnTo>
                  <a:pt x="808" y="4885"/>
                </a:lnTo>
                <a:lnTo>
                  <a:pt x="990" y="4965"/>
                </a:lnTo>
                <a:lnTo>
                  <a:pt x="1151" y="5006"/>
                </a:lnTo>
                <a:lnTo>
                  <a:pt x="1312" y="5046"/>
                </a:lnTo>
                <a:lnTo>
                  <a:pt x="1494" y="5086"/>
                </a:lnTo>
                <a:lnTo>
                  <a:pt x="1837" y="5107"/>
                </a:lnTo>
                <a:lnTo>
                  <a:pt x="2160" y="5086"/>
                </a:lnTo>
                <a:lnTo>
                  <a:pt x="2483" y="5046"/>
                </a:lnTo>
                <a:lnTo>
                  <a:pt x="2765" y="4985"/>
                </a:lnTo>
                <a:lnTo>
                  <a:pt x="3008" y="4905"/>
                </a:lnTo>
                <a:lnTo>
                  <a:pt x="3452" y="4763"/>
                </a:lnTo>
                <a:lnTo>
                  <a:pt x="3875" y="4582"/>
                </a:lnTo>
                <a:lnTo>
                  <a:pt x="4299" y="4360"/>
                </a:lnTo>
                <a:lnTo>
                  <a:pt x="4703" y="4118"/>
                </a:lnTo>
                <a:lnTo>
                  <a:pt x="5086" y="3835"/>
                </a:lnTo>
                <a:lnTo>
                  <a:pt x="5449" y="3532"/>
                </a:lnTo>
                <a:lnTo>
                  <a:pt x="5792" y="3189"/>
                </a:lnTo>
                <a:lnTo>
                  <a:pt x="6115" y="2846"/>
                </a:lnTo>
                <a:lnTo>
                  <a:pt x="6398" y="2443"/>
                </a:lnTo>
                <a:lnTo>
                  <a:pt x="6640" y="2080"/>
                </a:lnTo>
                <a:lnTo>
                  <a:pt x="6882" y="1676"/>
                </a:lnTo>
                <a:lnTo>
                  <a:pt x="7124" y="1252"/>
                </a:lnTo>
                <a:lnTo>
                  <a:pt x="7306" y="849"/>
                </a:lnTo>
                <a:lnTo>
                  <a:pt x="7366" y="667"/>
                </a:lnTo>
                <a:lnTo>
                  <a:pt x="7407" y="485"/>
                </a:lnTo>
                <a:lnTo>
                  <a:pt x="7427" y="324"/>
                </a:lnTo>
                <a:lnTo>
                  <a:pt x="7407" y="203"/>
                </a:lnTo>
                <a:lnTo>
                  <a:pt x="7387" y="142"/>
                </a:lnTo>
                <a:lnTo>
                  <a:pt x="7346" y="82"/>
                </a:lnTo>
                <a:lnTo>
                  <a:pt x="7286" y="41"/>
                </a:lnTo>
                <a:lnTo>
                  <a:pt x="7225" y="21"/>
                </a:lnTo>
                <a:lnTo>
                  <a:pt x="7145" y="1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59" name="Google Shape;2859;p35"/>
          <p:cNvSpPr/>
          <p:nvPr/>
        </p:nvSpPr>
        <p:spPr>
          <a:xfrm flipH="1">
            <a:off x="-606026" y="1791769"/>
            <a:ext cx="1884195" cy="733450"/>
          </a:xfrm>
          <a:custGeom>
            <a:rect b="b" l="l" r="r" t="t"/>
            <a:pathLst>
              <a:path extrusionOk="0" h="13119" w="33702">
                <a:moveTo>
                  <a:pt x="8436" y="82"/>
                </a:moveTo>
                <a:lnTo>
                  <a:pt x="9041" y="102"/>
                </a:lnTo>
                <a:lnTo>
                  <a:pt x="9667" y="142"/>
                </a:lnTo>
                <a:lnTo>
                  <a:pt x="10312" y="183"/>
                </a:lnTo>
                <a:lnTo>
                  <a:pt x="10978" y="263"/>
                </a:lnTo>
                <a:lnTo>
                  <a:pt x="12532" y="465"/>
                </a:lnTo>
                <a:lnTo>
                  <a:pt x="14005" y="707"/>
                </a:lnTo>
                <a:lnTo>
                  <a:pt x="15398" y="949"/>
                </a:lnTo>
                <a:lnTo>
                  <a:pt x="16689" y="1192"/>
                </a:lnTo>
                <a:lnTo>
                  <a:pt x="17900" y="1454"/>
                </a:lnTo>
                <a:lnTo>
                  <a:pt x="19030" y="1716"/>
                </a:lnTo>
                <a:lnTo>
                  <a:pt x="20080" y="1979"/>
                </a:lnTo>
                <a:lnTo>
                  <a:pt x="21048" y="2241"/>
                </a:lnTo>
                <a:lnTo>
                  <a:pt x="21956" y="2523"/>
                </a:lnTo>
                <a:lnTo>
                  <a:pt x="22804" y="2786"/>
                </a:lnTo>
                <a:lnTo>
                  <a:pt x="23571" y="3068"/>
                </a:lnTo>
                <a:lnTo>
                  <a:pt x="24277" y="3331"/>
                </a:lnTo>
                <a:lnTo>
                  <a:pt x="24943" y="3593"/>
                </a:lnTo>
                <a:lnTo>
                  <a:pt x="25548" y="3835"/>
                </a:lnTo>
                <a:lnTo>
                  <a:pt x="26598" y="4320"/>
                </a:lnTo>
                <a:lnTo>
                  <a:pt x="27607" y="4824"/>
                </a:lnTo>
                <a:lnTo>
                  <a:pt x="28071" y="5066"/>
                </a:lnTo>
                <a:lnTo>
                  <a:pt x="28535" y="5329"/>
                </a:lnTo>
                <a:lnTo>
                  <a:pt x="28999" y="5611"/>
                </a:lnTo>
                <a:lnTo>
                  <a:pt x="29423" y="5894"/>
                </a:lnTo>
                <a:lnTo>
                  <a:pt x="29847" y="6176"/>
                </a:lnTo>
                <a:lnTo>
                  <a:pt x="30271" y="6459"/>
                </a:lnTo>
                <a:lnTo>
                  <a:pt x="30654" y="6761"/>
                </a:lnTo>
                <a:lnTo>
                  <a:pt x="31058" y="7064"/>
                </a:lnTo>
                <a:lnTo>
                  <a:pt x="31421" y="7367"/>
                </a:lnTo>
                <a:lnTo>
                  <a:pt x="31784" y="7690"/>
                </a:lnTo>
                <a:lnTo>
                  <a:pt x="32127" y="8012"/>
                </a:lnTo>
                <a:lnTo>
                  <a:pt x="32450" y="8335"/>
                </a:lnTo>
                <a:lnTo>
                  <a:pt x="32773" y="8678"/>
                </a:lnTo>
                <a:lnTo>
                  <a:pt x="33076" y="9021"/>
                </a:lnTo>
                <a:lnTo>
                  <a:pt x="33237" y="9223"/>
                </a:lnTo>
                <a:lnTo>
                  <a:pt x="33378" y="9425"/>
                </a:lnTo>
                <a:lnTo>
                  <a:pt x="33520" y="9667"/>
                </a:lnTo>
                <a:lnTo>
                  <a:pt x="33560" y="9788"/>
                </a:lnTo>
                <a:lnTo>
                  <a:pt x="33600" y="9909"/>
                </a:lnTo>
                <a:lnTo>
                  <a:pt x="33620" y="10030"/>
                </a:lnTo>
                <a:lnTo>
                  <a:pt x="33620" y="10172"/>
                </a:lnTo>
                <a:lnTo>
                  <a:pt x="33600" y="10293"/>
                </a:lnTo>
                <a:lnTo>
                  <a:pt x="33580" y="10414"/>
                </a:lnTo>
                <a:lnTo>
                  <a:pt x="33520" y="10535"/>
                </a:lnTo>
                <a:lnTo>
                  <a:pt x="33459" y="10636"/>
                </a:lnTo>
                <a:lnTo>
                  <a:pt x="33378" y="10737"/>
                </a:lnTo>
                <a:lnTo>
                  <a:pt x="33257" y="10797"/>
                </a:lnTo>
                <a:lnTo>
                  <a:pt x="33176" y="10838"/>
                </a:lnTo>
                <a:lnTo>
                  <a:pt x="33096" y="10858"/>
                </a:lnTo>
                <a:lnTo>
                  <a:pt x="32894" y="10878"/>
                </a:lnTo>
                <a:lnTo>
                  <a:pt x="32692" y="10858"/>
                </a:lnTo>
                <a:lnTo>
                  <a:pt x="32470" y="10817"/>
                </a:lnTo>
                <a:lnTo>
                  <a:pt x="29019" y="10152"/>
                </a:lnTo>
                <a:lnTo>
                  <a:pt x="26840" y="9748"/>
                </a:lnTo>
                <a:lnTo>
                  <a:pt x="25750" y="9566"/>
                </a:lnTo>
                <a:lnTo>
                  <a:pt x="24640" y="9385"/>
                </a:lnTo>
                <a:lnTo>
                  <a:pt x="23551" y="9223"/>
                </a:lnTo>
                <a:lnTo>
                  <a:pt x="22420" y="9102"/>
                </a:lnTo>
                <a:lnTo>
                  <a:pt x="21311" y="9021"/>
                </a:lnTo>
                <a:lnTo>
                  <a:pt x="20201" y="8981"/>
                </a:lnTo>
                <a:lnTo>
                  <a:pt x="19071" y="8961"/>
                </a:lnTo>
                <a:lnTo>
                  <a:pt x="17941" y="9021"/>
                </a:lnTo>
                <a:lnTo>
                  <a:pt x="16831" y="9102"/>
                </a:lnTo>
                <a:lnTo>
                  <a:pt x="15721" y="9223"/>
                </a:lnTo>
                <a:lnTo>
                  <a:pt x="14591" y="9385"/>
                </a:lnTo>
                <a:lnTo>
                  <a:pt x="13501" y="9566"/>
                </a:lnTo>
                <a:lnTo>
                  <a:pt x="12391" y="9788"/>
                </a:lnTo>
                <a:lnTo>
                  <a:pt x="11281" y="10051"/>
                </a:lnTo>
                <a:lnTo>
                  <a:pt x="10191" y="10313"/>
                </a:lnTo>
                <a:lnTo>
                  <a:pt x="9081" y="10596"/>
                </a:lnTo>
                <a:lnTo>
                  <a:pt x="7992" y="10918"/>
                </a:lnTo>
                <a:lnTo>
                  <a:pt x="6922" y="11241"/>
                </a:lnTo>
                <a:lnTo>
                  <a:pt x="4763" y="11907"/>
                </a:lnTo>
                <a:lnTo>
                  <a:pt x="2604" y="12593"/>
                </a:lnTo>
                <a:lnTo>
                  <a:pt x="1595" y="12936"/>
                </a:lnTo>
                <a:lnTo>
                  <a:pt x="1433" y="12977"/>
                </a:lnTo>
                <a:lnTo>
                  <a:pt x="1231" y="13017"/>
                </a:lnTo>
                <a:lnTo>
                  <a:pt x="1050" y="13037"/>
                </a:lnTo>
                <a:lnTo>
                  <a:pt x="949" y="13037"/>
                </a:lnTo>
                <a:lnTo>
                  <a:pt x="868" y="13017"/>
                </a:lnTo>
                <a:lnTo>
                  <a:pt x="767" y="12997"/>
                </a:lnTo>
                <a:lnTo>
                  <a:pt x="687" y="12957"/>
                </a:lnTo>
                <a:lnTo>
                  <a:pt x="606" y="12896"/>
                </a:lnTo>
                <a:lnTo>
                  <a:pt x="525" y="12835"/>
                </a:lnTo>
                <a:lnTo>
                  <a:pt x="404" y="12674"/>
                </a:lnTo>
                <a:lnTo>
                  <a:pt x="323" y="12492"/>
                </a:lnTo>
                <a:lnTo>
                  <a:pt x="243" y="12291"/>
                </a:lnTo>
                <a:lnTo>
                  <a:pt x="202" y="12089"/>
                </a:lnTo>
                <a:lnTo>
                  <a:pt x="162" y="11867"/>
                </a:lnTo>
                <a:lnTo>
                  <a:pt x="142" y="11665"/>
                </a:lnTo>
                <a:lnTo>
                  <a:pt x="101" y="10838"/>
                </a:lnTo>
                <a:lnTo>
                  <a:pt x="81" y="9990"/>
                </a:lnTo>
                <a:lnTo>
                  <a:pt x="101" y="9163"/>
                </a:lnTo>
                <a:lnTo>
                  <a:pt x="142" y="8315"/>
                </a:lnTo>
                <a:lnTo>
                  <a:pt x="202" y="7488"/>
                </a:lnTo>
                <a:lnTo>
                  <a:pt x="283" y="6660"/>
                </a:lnTo>
                <a:lnTo>
                  <a:pt x="404" y="5833"/>
                </a:lnTo>
                <a:lnTo>
                  <a:pt x="545" y="5006"/>
                </a:lnTo>
                <a:lnTo>
                  <a:pt x="666" y="4441"/>
                </a:lnTo>
                <a:lnTo>
                  <a:pt x="808" y="3896"/>
                </a:lnTo>
                <a:lnTo>
                  <a:pt x="909" y="3654"/>
                </a:lnTo>
                <a:lnTo>
                  <a:pt x="989" y="3411"/>
                </a:lnTo>
                <a:lnTo>
                  <a:pt x="1110" y="3189"/>
                </a:lnTo>
                <a:lnTo>
                  <a:pt x="1231" y="2967"/>
                </a:lnTo>
                <a:lnTo>
                  <a:pt x="1413" y="2685"/>
                </a:lnTo>
                <a:lnTo>
                  <a:pt x="1635" y="2402"/>
                </a:lnTo>
                <a:lnTo>
                  <a:pt x="1877" y="2140"/>
                </a:lnTo>
                <a:lnTo>
                  <a:pt x="2160" y="1898"/>
                </a:lnTo>
                <a:lnTo>
                  <a:pt x="2462" y="1656"/>
                </a:lnTo>
                <a:lnTo>
                  <a:pt x="2805" y="1434"/>
                </a:lnTo>
                <a:lnTo>
                  <a:pt x="3189" y="1232"/>
                </a:lnTo>
                <a:lnTo>
                  <a:pt x="3572" y="1030"/>
                </a:lnTo>
                <a:lnTo>
                  <a:pt x="4117" y="808"/>
                </a:lnTo>
                <a:lnTo>
                  <a:pt x="4662" y="627"/>
                </a:lnTo>
                <a:lnTo>
                  <a:pt x="5227" y="465"/>
                </a:lnTo>
                <a:lnTo>
                  <a:pt x="5832" y="324"/>
                </a:lnTo>
                <a:lnTo>
                  <a:pt x="6438" y="223"/>
                </a:lnTo>
                <a:lnTo>
                  <a:pt x="7084" y="142"/>
                </a:lnTo>
                <a:lnTo>
                  <a:pt x="7750" y="102"/>
                </a:lnTo>
                <a:lnTo>
                  <a:pt x="8436" y="82"/>
                </a:lnTo>
                <a:close/>
                <a:moveTo>
                  <a:pt x="8335" y="1"/>
                </a:moveTo>
                <a:lnTo>
                  <a:pt x="7830" y="21"/>
                </a:lnTo>
                <a:lnTo>
                  <a:pt x="7346" y="41"/>
                </a:lnTo>
                <a:lnTo>
                  <a:pt x="6882" y="82"/>
                </a:lnTo>
                <a:lnTo>
                  <a:pt x="6438" y="142"/>
                </a:lnTo>
                <a:lnTo>
                  <a:pt x="5974" y="223"/>
                </a:lnTo>
                <a:lnTo>
                  <a:pt x="5550" y="304"/>
                </a:lnTo>
                <a:lnTo>
                  <a:pt x="5126" y="405"/>
                </a:lnTo>
                <a:lnTo>
                  <a:pt x="4723" y="526"/>
                </a:lnTo>
                <a:lnTo>
                  <a:pt x="4319" y="647"/>
                </a:lnTo>
                <a:lnTo>
                  <a:pt x="3915" y="808"/>
                </a:lnTo>
                <a:lnTo>
                  <a:pt x="3552" y="970"/>
                </a:lnTo>
                <a:lnTo>
                  <a:pt x="3149" y="1151"/>
                </a:lnTo>
                <a:lnTo>
                  <a:pt x="2765" y="1373"/>
                </a:lnTo>
                <a:lnTo>
                  <a:pt x="2422" y="1595"/>
                </a:lnTo>
                <a:lnTo>
                  <a:pt x="2099" y="1837"/>
                </a:lnTo>
                <a:lnTo>
                  <a:pt x="1817" y="2080"/>
                </a:lnTo>
                <a:lnTo>
                  <a:pt x="1575" y="2362"/>
                </a:lnTo>
                <a:lnTo>
                  <a:pt x="1353" y="2624"/>
                </a:lnTo>
                <a:lnTo>
                  <a:pt x="1151" y="2927"/>
                </a:lnTo>
                <a:lnTo>
                  <a:pt x="1030" y="3169"/>
                </a:lnTo>
                <a:lnTo>
                  <a:pt x="909" y="3432"/>
                </a:lnTo>
                <a:lnTo>
                  <a:pt x="808" y="3694"/>
                </a:lnTo>
                <a:lnTo>
                  <a:pt x="707" y="3956"/>
                </a:lnTo>
                <a:lnTo>
                  <a:pt x="586" y="4481"/>
                </a:lnTo>
                <a:lnTo>
                  <a:pt x="465" y="4985"/>
                </a:lnTo>
                <a:lnTo>
                  <a:pt x="323" y="5813"/>
                </a:lnTo>
                <a:lnTo>
                  <a:pt x="222" y="6660"/>
                </a:lnTo>
                <a:lnTo>
                  <a:pt x="122" y="7488"/>
                </a:lnTo>
                <a:lnTo>
                  <a:pt x="61" y="8315"/>
                </a:lnTo>
                <a:lnTo>
                  <a:pt x="21" y="9163"/>
                </a:lnTo>
                <a:lnTo>
                  <a:pt x="0" y="9990"/>
                </a:lnTo>
                <a:lnTo>
                  <a:pt x="21" y="10838"/>
                </a:lnTo>
                <a:lnTo>
                  <a:pt x="61" y="11665"/>
                </a:lnTo>
                <a:lnTo>
                  <a:pt x="101" y="11968"/>
                </a:lnTo>
                <a:lnTo>
                  <a:pt x="142" y="12230"/>
                </a:lnTo>
                <a:lnTo>
                  <a:pt x="222" y="12452"/>
                </a:lnTo>
                <a:lnTo>
                  <a:pt x="303" y="12654"/>
                </a:lnTo>
                <a:lnTo>
                  <a:pt x="404" y="12815"/>
                </a:lnTo>
                <a:lnTo>
                  <a:pt x="545" y="12936"/>
                </a:lnTo>
                <a:lnTo>
                  <a:pt x="687" y="13037"/>
                </a:lnTo>
                <a:lnTo>
                  <a:pt x="848" y="13098"/>
                </a:lnTo>
                <a:lnTo>
                  <a:pt x="949" y="13118"/>
                </a:lnTo>
                <a:lnTo>
                  <a:pt x="1191" y="13118"/>
                </a:lnTo>
                <a:lnTo>
                  <a:pt x="1353" y="13078"/>
                </a:lnTo>
                <a:lnTo>
                  <a:pt x="1615" y="12997"/>
                </a:lnTo>
                <a:lnTo>
                  <a:pt x="2644" y="12674"/>
                </a:lnTo>
                <a:lnTo>
                  <a:pt x="4783" y="11988"/>
                </a:lnTo>
                <a:lnTo>
                  <a:pt x="6942" y="11302"/>
                </a:lnTo>
                <a:lnTo>
                  <a:pt x="8012" y="10999"/>
                </a:lnTo>
                <a:lnTo>
                  <a:pt x="9102" y="10676"/>
                </a:lnTo>
                <a:lnTo>
                  <a:pt x="10191" y="10394"/>
                </a:lnTo>
                <a:lnTo>
                  <a:pt x="11301" y="10131"/>
                </a:lnTo>
                <a:lnTo>
                  <a:pt x="12391" y="9869"/>
                </a:lnTo>
                <a:lnTo>
                  <a:pt x="13501" y="9647"/>
                </a:lnTo>
                <a:lnTo>
                  <a:pt x="14611" y="9465"/>
                </a:lnTo>
                <a:lnTo>
                  <a:pt x="15721" y="9304"/>
                </a:lnTo>
                <a:lnTo>
                  <a:pt x="16831" y="9183"/>
                </a:lnTo>
                <a:lnTo>
                  <a:pt x="17961" y="9102"/>
                </a:lnTo>
                <a:lnTo>
                  <a:pt x="19071" y="9042"/>
                </a:lnTo>
                <a:lnTo>
                  <a:pt x="20201" y="9062"/>
                </a:lnTo>
                <a:lnTo>
                  <a:pt x="21311" y="9102"/>
                </a:lnTo>
                <a:lnTo>
                  <a:pt x="22420" y="9183"/>
                </a:lnTo>
                <a:lnTo>
                  <a:pt x="23530" y="9304"/>
                </a:lnTo>
                <a:lnTo>
                  <a:pt x="24640" y="9465"/>
                </a:lnTo>
                <a:lnTo>
                  <a:pt x="25750" y="9647"/>
                </a:lnTo>
                <a:lnTo>
                  <a:pt x="26840" y="9829"/>
                </a:lnTo>
                <a:lnTo>
                  <a:pt x="28999" y="10232"/>
                </a:lnTo>
                <a:lnTo>
                  <a:pt x="32470" y="10898"/>
                </a:lnTo>
                <a:lnTo>
                  <a:pt x="32692" y="10939"/>
                </a:lnTo>
                <a:lnTo>
                  <a:pt x="32894" y="10959"/>
                </a:lnTo>
                <a:lnTo>
                  <a:pt x="33116" y="10939"/>
                </a:lnTo>
                <a:lnTo>
                  <a:pt x="33197" y="10918"/>
                </a:lnTo>
                <a:lnTo>
                  <a:pt x="33298" y="10878"/>
                </a:lnTo>
                <a:lnTo>
                  <a:pt x="33419" y="10797"/>
                </a:lnTo>
                <a:lnTo>
                  <a:pt x="33520" y="10696"/>
                </a:lnTo>
                <a:lnTo>
                  <a:pt x="33600" y="10575"/>
                </a:lnTo>
                <a:lnTo>
                  <a:pt x="33661" y="10454"/>
                </a:lnTo>
                <a:lnTo>
                  <a:pt x="33681" y="10313"/>
                </a:lnTo>
                <a:lnTo>
                  <a:pt x="33701" y="10172"/>
                </a:lnTo>
                <a:lnTo>
                  <a:pt x="33701" y="10030"/>
                </a:lnTo>
                <a:lnTo>
                  <a:pt x="33681" y="9889"/>
                </a:lnTo>
                <a:lnTo>
                  <a:pt x="33641" y="9768"/>
                </a:lnTo>
                <a:lnTo>
                  <a:pt x="33600" y="9627"/>
                </a:lnTo>
                <a:lnTo>
                  <a:pt x="33459" y="9385"/>
                </a:lnTo>
                <a:lnTo>
                  <a:pt x="33298" y="9163"/>
                </a:lnTo>
                <a:lnTo>
                  <a:pt x="33136" y="8961"/>
                </a:lnTo>
                <a:lnTo>
                  <a:pt x="32833" y="8618"/>
                </a:lnTo>
                <a:lnTo>
                  <a:pt x="32511" y="8275"/>
                </a:lnTo>
                <a:lnTo>
                  <a:pt x="32188" y="7952"/>
                </a:lnTo>
                <a:lnTo>
                  <a:pt x="31824" y="7629"/>
                </a:lnTo>
                <a:lnTo>
                  <a:pt x="31481" y="7306"/>
                </a:lnTo>
                <a:lnTo>
                  <a:pt x="31098" y="7003"/>
                </a:lnTo>
                <a:lnTo>
                  <a:pt x="30714" y="6701"/>
                </a:lnTo>
                <a:lnTo>
                  <a:pt x="30311" y="6398"/>
                </a:lnTo>
                <a:lnTo>
                  <a:pt x="29907" y="6095"/>
                </a:lnTo>
                <a:lnTo>
                  <a:pt x="29483" y="5813"/>
                </a:lnTo>
                <a:lnTo>
                  <a:pt x="29040" y="5530"/>
                </a:lnTo>
                <a:lnTo>
                  <a:pt x="28575" y="5268"/>
                </a:lnTo>
                <a:lnTo>
                  <a:pt x="28111" y="5006"/>
                </a:lnTo>
                <a:lnTo>
                  <a:pt x="27627" y="4743"/>
                </a:lnTo>
                <a:lnTo>
                  <a:pt x="26638" y="4259"/>
                </a:lnTo>
                <a:lnTo>
                  <a:pt x="25569" y="3775"/>
                </a:lnTo>
                <a:lnTo>
                  <a:pt x="24963" y="3512"/>
                </a:lnTo>
                <a:lnTo>
                  <a:pt x="24317" y="3250"/>
                </a:lnTo>
                <a:lnTo>
                  <a:pt x="23591" y="2988"/>
                </a:lnTo>
                <a:lnTo>
                  <a:pt x="22824" y="2725"/>
                </a:lnTo>
                <a:lnTo>
                  <a:pt x="21977" y="2443"/>
                </a:lnTo>
                <a:lnTo>
                  <a:pt x="21068" y="2180"/>
                </a:lnTo>
                <a:lnTo>
                  <a:pt x="20100" y="1898"/>
                </a:lnTo>
                <a:lnTo>
                  <a:pt x="19050" y="1636"/>
                </a:lnTo>
                <a:lnTo>
                  <a:pt x="17920" y="1373"/>
                </a:lnTo>
                <a:lnTo>
                  <a:pt x="16710" y="1111"/>
                </a:lnTo>
                <a:lnTo>
                  <a:pt x="15398" y="869"/>
                </a:lnTo>
                <a:lnTo>
                  <a:pt x="14026" y="627"/>
                </a:lnTo>
                <a:lnTo>
                  <a:pt x="12552" y="405"/>
                </a:lnTo>
                <a:lnTo>
                  <a:pt x="10978" y="183"/>
                </a:lnTo>
                <a:lnTo>
                  <a:pt x="10413" y="122"/>
                </a:lnTo>
                <a:lnTo>
                  <a:pt x="9889" y="62"/>
                </a:lnTo>
                <a:lnTo>
                  <a:pt x="9344" y="41"/>
                </a:lnTo>
                <a:lnTo>
                  <a:pt x="8839" y="21"/>
                </a:lnTo>
                <a:lnTo>
                  <a:pt x="8335" y="1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60" name="Google Shape;2860;p35"/>
          <p:cNvSpPr/>
          <p:nvPr/>
        </p:nvSpPr>
        <p:spPr>
          <a:xfrm flipH="1">
            <a:off x="629427" y="2966250"/>
            <a:ext cx="166996" cy="99348"/>
          </a:xfrm>
          <a:custGeom>
            <a:rect b="b" l="l" r="r" t="t"/>
            <a:pathLst>
              <a:path extrusionOk="0" h="1777" w="2987">
                <a:moveTo>
                  <a:pt x="2240" y="81"/>
                </a:moveTo>
                <a:lnTo>
                  <a:pt x="2442" y="101"/>
                </a:lnTo>
                <a:lnTo>
                  <a:pt x="2644" y="122"/>
                </a:lnTo>
                <a:lnTo>
                  <a:pt x="2745" y="162"/>
                </a:lnTo>
                <a:lnTo>
                  <a:pt x="2805" y="182"/>
                </a:lnTo>
                <a:lnTo>
                  <a:pt x="2866" y="243"/>
                </a:lnTo>
                <a:lnTo>
                  <a:pt x="2906" y="283"/>
                </a:lnTo>
                <a:lnTo>
                  <a:pt x="2906" y="364"/>
                </a:lnTo>
                <a:lnTo>
                  <a:pt x="2906" y="444"/>
                </a:lnTo>
                <a:lnTo>
                  <a:pt x="2846" y="525"/>
                </a:lnTo>
                <a:lnTo>
                  <a:pt x="2765" y="626"/>
                </a:lnTo>
                <a:lnTo>
                  <a:pt x="2543" y="868"/>
                </a:lnTo>
                <a:lnTo>
                  <a:pt x="2281" y="1070"/>
                </a:lnTo>
                <a:lnTo>
                  <a:pt x="1998" y="1252"/>
                </a:lnTo>
                <a:lnTo>
                  <a:pt x="1716" y="1413"/>
                </a:lnTo>
                <a:lnTo>
                  <a:pt x="1393" y="1534"/>
                </a:lnTo>
                <a:lnTo>
                  <a:pt x="1090" y="1615"/>
                </a:lnTo>
                <a:lnTo>
                  <a:pt x="747" y="1675"/>
                </a:lnTo>
                <a:lnTo>
                  <a:pt x="424" y="1696"/>
                </a:lnTo>
                <a:lnTo>
                  <a:pt x="263" y="1696"/>
                </a:lnTo>
                <a:lnTo>
                  <a:pt x="182" y="1655"/>
                </a:lnTo>
                <a:lnTo>
                  <a:pt x="121" y="1615"/>
                </a:lnTo>
                <a:lnTo>
                  <a:pt x="81" y="1554"/>
                </a:lnTo>
                <a:lnTo>
                  <a:pt x="81" y="1494"/>
                </a:lnTo>
                <a:lnTo>
                  <a:pt x="81" y="1433"/>
                </a:lnTo>
                <a:lnTo>
                  <a:pt x="101" y="1373"/>
                </a:lnTo>
                <a:lnTo>
                  <a:pt x="182" y="1252"/>
                </a:lnTo>
                <a:lnTo>
                  <a:pt x="263" y="1151"/>
                </a:lnTo>
                <a:lnTo>
                  <a:pt x="485" y="949"/>
                </a:lnTo>
                <a:lnTo>
                  <a:pt x="686" y="747"/>
                </a:lnTo>
                <a:lnTo>
                  <a:pt x="929" y="586"/>
                </a:lnTo>
                <a:lnTo>
                  <a:pt x="1171" y="424"/>
                </a:lnTo>
                <a:lnTo>
                  <a:pt x="1413" y="283"/>
                </a:lnTo>
                <a:lnTo>
                  <a:pt x="1675" y="182"/>
                </a:lnTo>
                <a:lnTo>
                  <a:pt x="1958" y="101"/>
                </a:lnTo>
                <a:lnTo>
                  <a:pt x="2240" y="81"/>
                </a:lnTo>
                <a:close/>
                <a:moveTo>
                  <a:pt x="2119" y="0"/>
                </a:moveTo>
                <a:lnTo>
                  <a:pt x="1938" y="21"/>
                </a:lnTo>
                <a:lnTo>
                  <a:pt x="1776" y="61"/>
                </a:lnTo>
                <a:lnTo>
                  <a:pt x="1615" y="122"/>
                </a:lnTo>
                <a:lnTo>
                  <a:pt x="1453" y="182"/>
                </a:lnTo>
                <a:lnTo>
                  <a:pt x="1292" y="243"/>
                </a:lnTo>
                <a:lnTo>
                  <a:pt x="1009" y="424"/>
                </a:lnTo>
                <a:lnTo>
                  <a:pt x="727" y="626"/>
                </a:lnTo>
                <a:lnTo>
                  <a:pt x="464" y="848"/>
                </a:lnTo>
                <a:lnTo>
                  <a:pt x="222" y="1090"/>
                </a:lnTo>
                <a:lnTo>
                  <a:pt x="101" y="1211"/>
                </a:lnTo>
                <a:lnTo>
                  <a:pt x="21" y="1332"/>
                </a:lnTo>
                <a:lnTo>
                  <a:pt x="0" y="1433"/>
                </a:lnTo>
                <a:lnTo>
                  <a:pt x="0" y="1514"/>
                </a:lnTo>
                <a:lnTo>
                  <a:pt x="21" y="1595"/>
                </a:lnTo>
                <a:lnTo>
                  <a:pt x="61" y="1655"/>
                </a:lnTo>
                <a:lnTo>
                  <a:pt x="121" y="1716"/>
                </a:lnTo>
                <a:lnTo>
                  <a:pt x="222" y="1756"/>
                </a:lnTo>
                <a:lnTo>
                  <a:pt x="303" y="1776"/>
                </a:lnTo>
                <a:lnTo>
                  <a:pt x="424" y="1776"/>
                </a:lnTo>
                <a:lnTo>
                  <a:pt x="767" y="1756"/>
                </a:lnTo>
                <a:lnTo>
                  <a:pt x="1110" y="1696"/>
                </a:lnTo>
                <a:lnTo>
                  <a:pt x="1433" y="1615"/>
                </a:lnTo>
                <a:lnTo>
                  <a:pt x="1736" y="1474"/>
                </a:lnTo>
                <a:lnTo>
                  <a:pt x="2039" y="1332"/>
                </a:lnTo>
                <a:lnTo>
                  <a:pt x="2321" y="1131"/>
                </a:lnTo>
                <a:lnTo>
                  <a:pt x="2604" y="929"/>
                </a:lnTo>
                <a:lnTo>
                  <a:pt x="2826" y="687"/>
                </a:lnTo>
                <a:lnTo>
                  <a:pt x="2926" y="565"/>
                </a:lnTo>
                <a:lnTo>
                  <a:pt x="2987" y="465"/>
                </a:lnTo>
                <a:lnTo>
                  <a:pt x="2987" y="343"/>
                </a:lnTo>
                <a:lnTo>
                  <a:pt x="2967" y="263"/>
                </a:lnTo>
                <a:lnTo>
                  <a:pt x="2926" y="182"/>
                </a:lnTo>
                <a:lnTo>
                  <a:pt x="2866" y="122"/>
                </a:lnTo>
                <a:lnTo>
                  <a:pt x="2765" y="81"/>
                </a:lnTo>
                <a:lnTo>
                  <a:pt x="2664" y="41"/>
                </a:lnTo>
                <a:lnTo>
                  <a:pt x="2462" y="21"/>
                </a:lnTo>
                <a:lnTo>
                  <a:pt x="2281" y="0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61" name="Google Shape;2861;p35"/>
          <p:cNvSpPr/>
          <p:nvPr/>
        </p:nvSpPr>
        <p:spPr>
          <a:xfrm flipH="1">
            <a:off x="7700621" y="1915906"/>
            <a:ext cx="1001862" cy="1525380"/>
          </a:xfrm>
          <a:custGeom>
            <a:rect b="b" l="l" r="r" t="t"/>
            <a:pathLst>
              <a:path extrusionOk="0" h="27284" w="17920">
                <a:moveTo>
                  <a:pt x="9041" y="81"/>
                </a:moveTo>
                <a:lnTo>
                  <a:pt x="9464" y="101"/>
                </a:lnTo>
                <a:lnTo>
                  <a:pt x="9888" y="141"/>
                </a:lnTo>
                <a:lnTo>
                  <a:pt x="10312" y="222"/>
                </a:lnTo>
                <a:lnTo>
                  <a:pt x="10716" y="323"/>
                </a:lnTo>
                <a:lnTo>
                  <a:pt x="11139" y="444"/>
                </a:lnTo>
                <a:lnTo>
                  <a:pt x="11543" y="605"/>
                </a:lnTo>
                <a:lnTo>
                  <a:pt x="11947" y="767"/>
                </a:lnTo>
                <a:lnTo>
                  <a:pt x="12350" y="969"/>
                </a:lnTo>
                <a:lnTo>
                  <a:pt x="12734" y="1191"/>
                </a:lnTo>
                <a:lnTo>
                  <a:pt x="13117" y="1433"/>
                </a:lnTo>
                <a:lnTo>
                  <a:pt x="13480" y="1715"/>
                </a:lnTo>
                <a:lnTo>
                  <a:pt x="13844" y="1998"/>
                </a:lnTo>
                <a:lnTo>
                  <a:pt x="14187" y="2301"/>
                </a:lnTo>
                <a:lnTo>
                  <a:pt x="14530" y="2644"/>
                </a:lnTo>
                <a:lnTo>
                  <a:pt x="14832" y="2987"/>
                </a:lnTo>
                <a:lnTo>
                  <a:pt x="15155" y="3350"/>
                </a:lnTo>
                <a:lnTo>
                  <a:pt x="15397" y="3673"/>
                </a:lnTo>
                <a:lnTo>
                  <a:pt x="15619" y="4016"/>
                </a:lnTo>
                <a:lnTo>
                  <a:pt x="15841" y="4359"/>
                </a:lnTo>
                <a:lnTo>
                  <a:pt x="16063" y="4722"/>
                </a:lnTo>
                <a:lnTo>
                  <a:pt x="16265" y="5106"/>
                </a:lnTo>
                <a:lnTo>
                  <a:pt x="16447" y="5489"/>
                </a:lnTo>
                <a:lnTo>
                  <a:pt x="16628" y="5893"/>
                </a:lnTo>
                <a:lnTo>
                  <a:pt x="16790" y="6296"/>
                </a:lnTo>
                <a:lnTo>
                  <a:pt x="16931" y="6720"/>
                </a:lnTo>
                <a:lnTo>
                  <a:pt x="17072" y="7144"/>
                </a:lnTo>
                <a:lnTo>
                  <a:pt x="17214" y="7588"/>
                </a:lnTo>
                <a:lnTo>
                  <a:pt x="17315" y="8052"/>
                </a:lnTo>
                <a:lnTo>
                  <a:pt x="17436" y="8516"/>
                </a:lnTo>
                <a:lnTo>
                  <a:pt x="17516" y="8980"/>
                </a:lnTo>
                <a:lnTo>
                  <a:pt x="17597" y="9485"/>
                </a:lnTo>
                <a:lnTo>
                  <a:pt x="17678" y="9969"/>
                </a:lnTo>
                <a:lnTo>
                  <a:pt x="17738" y="10514"/>
                </a:lnTo>
                <a:lnTo>
                  <a:pt x="17779" y="11079"/>
                </a:lnTo>
                <a:lnTo>
                  <a:pt x="17819" y="11624"/>
                </a:lnTo>
                <a:lnTo>
                  <a:pt x="17839" y="12189"/>
                </a:lnTo>
                <a:lnTo>
                  <a:pt x="17839" y="12774"/>
                </a:lnTo>
                <a:lnTo>
                  <a:pt x="17819" y="13339"/>
                </a:lnTo>
                <a:lnTo>
                  <a:pt x="17799" y="13924"/>
                </a:lnTo>
                <a:lnTo>
                  <a:pt x="17758" y="14510"/>
                </a:lnTo>
                <a:lnTo>
                  <a:pt x="17718" y="15115"/>
                </a:lnTo>
                <a:lnTo>
                  <a:pt x="17637" y="15720"/>
                </a:lnTo>
                <a:lnTo>
                  <a:pt x="17557" y="16326"/>
                </a:lnTo>
                <a:lnTo>
                  <a:pt x="17456" y="16951"/>
                </a:lnTo>
                <a:lnTo>
                  <a:pt x="17355" y="17577"/>
                </a:lnTo>
                <a:lnTo>
                  <a:pt x="17234" y="18202"/>
                </a:lnTo>
                <a:lnTo>
                  <a:pt x="17093" y="18848"/>
                </a:lnTo>
                <a:lnTo>
                  <a:pt x="16931" y="19514"/>
                </a:lnTo>
                <a:lnTo>
                  <a:pt x="16709" y="20362"/>
                </a:lnTo>
                <a:lnTo>
                  <a:pt x="16447" y="21230"/>
                </a:lnTo>
                <a:lnTo>
                  <a:pt x="16285" y="21673"/>
                </a:lnTo>
                <a:lnTo>
                  <a:pt x="16124" y="22117"/>
                </a:lnTo>
                <a:lnTo>
                  <a:pt x="15942" y="22561"/>
                </a:lnTo>
                <a:lnTo>
                  <a:pt x="15740" y="23005"/>
                </a:lnTo>
                <a:lnTo>
                  <a:pt x="15518" y="23429"/>
                </a:lnTo>
                <a:lnTo>
                  <a:pt x="15276" y="23873"/>
                </a:lnTo>
                <a:lnTo>
                  <a:pt x="15014" y="24277"/>
                </a:lnTo>
                <a:lnTo>
                  <a:pt x="14731" y="24680"/>
                </a:lnTo>
                <a:lnTo>
                  <a:pt x="14429" y="25064"/>
                </a:lnTo>
                <a:lnTo>
                  <a:pt x="14106" y="25427"/>
                </a:lnTo>
                <a:lnTo>
                  <a:pt x="13743" y="25770"/>
                </a:lnTo>
                <a:lnTo>
                  <a:pt x="13359" y="26093"/>
                </a:lnTo>
                <a:lnTo>
                  <a:pt x="13077" y="26295"/>
                </a:lnTo>
                <a:lnTo>
                  <a:pt x="12774" y="26476"/>
                </a:lnTo>
                <a:lnTo>
                  <a:pt x="12491" y="26658"/>
                </a:lnTo>
                <a:lnTo>
                  <a:pt x="12209" y="26799"/>
                </a:lnTo>
                <a:lnTo>
                  <a:pt x="11906" y="26920"/>
                </a:lnTo>
                <a:lnTo>
                  <a:pt x="11624" y="27021"/>
                </a:lnTo>
                <a:lnTo>
                  <a:pt x="11321" y="27102"/>
                </a:lnTo>
                <a:lnTo>
                  <a:pt x="11018" y="27162"/>
                </a:lnTo>
                <a:lnTo>
                  <a:pt x="10716" y="27203"/>
                </a:lnTo>
                <a:lnTo>
                  <a:pt x="10110" y="27203"/>
                </a:lnTo>
                <a:lnTo>
                  <a:pt x="9808" y="27183"/>
                </a:lnTo>
                <a:lnTo>
                  <a:pt x="9485" y="27142"/>
                </a:lnTo>
                <a:lnTo>
                  <a:pt x="9182" y="27062"/>
                </a:lnTo>
                <a:lnTo>
                  <a:pt x="8859" y="26981"/>
                </a:lnTo>
                <a:lnTo>
                  <a:pt x="8556" y="26860"/>
                </a:lnTo>
                <a:lnTo>
                  <a:pt x="8234" y="26739"/>
                </a:lnTo>
                <a:lnTo>
                  <a:pt x="7931" y="26577"/>
                </a:lnTo>
                <a:lnTo>
                  <a:pt x="7628" y="26416"/>
                </a:lnTo>
                <a:lnTo>
                  <a:pt x="7346" y="26234"/>
                </a:lnTo>
                <a:lnTo>
                  <a:pt x="7063" y="26053"/>
                </a:lnTo>
                <a:lnTo>
                  <a:pt x="6781" y="25851"/>
                </a:lnTo>
                <a:lnTo>
                  <a:pt x="6256" y="25427"/>
                </a:lnTo>
                <a:lnTo>
                  <a:pt x="5772" y="24983"/>
                </a:lnTo>
                <a:lnTo>
                  <a:pt x="5328" y="24539"/>
                </a:lnTo>
                <a:lnTo>
                  <a:pt x="4944" y="24095"/>
                </a:lnTo>
                <a:lnTo>
                  <a:pt x="4581" y="23671"/>
                </a:lnTo>
                <a:lnTo>
                  <a:pt x="4238" y="23227"/>
                </a:lnTo>
                <a:lnTo>
                  <a:pt x="3895" y="22763"/>
                </a:lnTo>
                <a:lnTo>
                  <a:pt x="3572" y="22279"/>
                </a:lnTo>
                <a:lnTo>
                  <a:pt x="3249" y="21815"/>
                </a:lnTo>
                <a:lnTo>
                  <a:pt x="2967" y="21330"/>
                </a:lnTo>
                <a:lnTo>
                  <a:pt x="2664" y="20826"/>
                </a:lnTo>
                <a:lnTo>
                  <a:pt x="2401" y="20342"/>
                </a:lnTo>
                <a:lnTo>
                  <a:pt x="2139" y="19837"/>
                </a:lnTo>
                <a:lnTo>
                  <a:pt x="1897" y="19333"/>
                </a:lnTo>
                <a:lnTo>
                  <a:pt x="1675" y="18808"/>
                </a:lnTo>
                <a:lnTo>
                  <a:pt x="1453" y="18303"/>
                </a:lnTo>
                <a:lnTo>
                  <a:pt x="1251" y="17779"/>
                </a:lnTo>
                <a:lnTo>
                  <a:pt x="1070" y="17254"/>
                </a:lnTo>
                <a:lnTo>
                  <a:pt x="888" y="16729"/>
                </a:lnTo>
                <a:lnTo>
                  <a:pt x="727" y="16205"/>
                </a:lnTo>
                <a:lnTo>
                  <a:pt x="585" y="15680"/>
                </a:lnTo>
                <a:lnTo>
                  <a:pt x="464" y="15095"/>
                </a:lnTo>
                <a:lnTo>
                  <a:pt x="343" y="14530"/>
                </a:lnTo>
                <a:lnTo>
                  <a:pt x="262" y="13965"/>
                </a:lnTo>
                <a:lnTo>
                  <a:pt x="182" y="13400"/>
                </a:lnTo>
                <a:lnTo>
                  <a:pt x="121" y="12835"/>
                </a:lnTo>
                <a:lnTo>
                  <a:pt x="101" y="12270"/>
                </a:lnTo>
                <a:lnTo>
                  <a:pt x="81" y="11725"/>
                </a:lnTo>
                <a:lnTo>
                  <a:pt x="81" y="11160"/>
                </a:lnTo>
                <a:lnTo>
                  <a:pt x="101" y="10615"/>
                </a:lnTo>
                <a:lnTo>
                  <a:pt x="141" y="10070"/>
                </a:lnTo>
                <a:lnTo>
                  <a:pt x="202" y="9525"/>
                </a:lnTo>
                <a:lnTo>
                  <a:pt x="283" y="9000"/>
                </a:lnTo>
                <a:lnTo>
                  <a:pt x="383" y="8476"/>
                </a:lnTo>
                <a:lnTo>
                  <a:pt x="505" y="7951"/>
                </a:lnTo>
                <a:lnTo>
                  <a:pt x="646" y="7447"/>
                </a:lnTo>
                <a:lnTo>
                  <a:pt x="787" y="6942"/>
                </a:lnTo>
                <a:lnTo>
                  <a:pt x="1049" y="6236"/>
                </a:lnTo>
                <a:lnTo>
                  <a:pt x="1352" y="5570"/>
                </a:lnTo>
                <a:lnTo>
                  <a:pt x="1695" y="4924"/>
                </a:lnTo>
                <a:lnTo>
                  <a:pt x="2079" y="4298"/>
                </a:lnTo>
                <a:lnTo>
                  <a:pt x="2482" y="3693"/>
                </a:lnTo>
                <a:lnTo>
                  <a:pt x="2946" y="3128"/>
                </a:lnTo>
                <a:lnTo>
                  <a:pt x="3188" y="2866"/>
                </a:lnTo>
                <a:lnTo>
                  <a:pt x="3431" y="2603"/>
                </a:lnTo>
                <a:lnTo>
                  <a:pt x="3673" y="2361"/>
                </a:lnTo>
                <a:lnTo>
                  <a:pt x="3935" y="2119"/>
                </a:lnTo>
                <a:lnTo>
                  <a:pt x="4218" y="1877"/>
                </a:lnTo>
                <a:lnTo>
                  <a:pt x="4520" y="1655"/>
                </a:lnTo>
                <a:lnTo>
                  <a:pt x="4803" y="1433"/>
                </a:lnTo>
                <a:lnTo>
                  <a:pt x="5106" y="1231"/>
                </a:lnTo>
                <a:lnTo>
                  <a:pt x="5408" y="1049"/>
                </a:lnTo>
                <a:lnTo>
                  <a:pt x="5731" y="888"/>
                </a:lnTo>
                <a:lnTo>
                  <a:pt x="6034" y="727"/>
                </a:lnTo>
                <a:lnTo>
                  <a:pt x="6337" y="605"/>
                </a:lnTo>
                <a:lnTo>
                  <a:pt x="6659" y="484"/>
                </a:lnTo>
                <a:lnTo>
                  <a:pt x="6982" y="363"/>
                </a:lnTo>
                <a:lnTo>
                  <a:pt x="7305" y="283"/>
                </a:lnTo>
                <a:lnTo>
                  <a:pt x="7628" y="202"/>
                </a:lnTo>
                <a:lnTo>
                  <a:pt x="7951" y="162"/>
                </a:lnTo>
                <a:lnTo>
                  <a:pt x="8274" y="121"/>
                </a:lnTo>
                <a:lnTo>
                  <a:pt x="8597" y="81"/>
                </a:lnTo>
                <a:close/>
                <a:moveTo>
                  <a:pt x="8698" y="0"/>
                </a:moveTo>
                <a:lnTo>
                  <a:pt x="8355" y="20"/>
                </a:lnTo>
                <a:lnTo>
                  <a:pt x="8032" y="61"/>
                </a:lnTo>
                <a:lnTo>
                  <a:pt x="7689" y="121"/>
                </a:lnTo>
                <a:lnTo>
                  <a:pt x="7366" y="182"/>
                </a:lnTo>
                <a:lnTo>
                  <a:pt x="7023" y="283"/>
                </a:lnTo>
                <a:lnTo>
                  <a:pt x="6700" y="383"/>
                </a:lnTo>
                <a:lnTo>
                  <a:pt x="6377" y="505"/>
                </a:lnTo>
                <a:lnTo>
                  <a:pt x="6054" y="646"/>
                </a:lnTo>
                <a:lnTo>
                  <a:pt x="5731" y="787"/>
                </a:lnTo>
                <a:lnTo>
                  <a:pt x="5408" y="969"/>
                </a:lnTo>
                <a:lnTo>
                  <a:pt x="5085" y="1150"/>
                </a:lnTo>
                <a:lnTo>
                  <a:pt x="4783" y="1352"/>
                </a:lnTo>
                <a:lnTo>
                  <a:pt x="4480" y="1574"/>
                </a:lnTo>
                <a:lnTo>
                  <a:pt x="4177" y="1816"/>
                </a:lnTo>
                <a:lnTo>
                  <a:pt x="3895" y="2058"/>
                </a:lnTo>
                <a:lnTo>
                  <a:pt x="3632" y="2301"/>
                </a:lnTo>
                <a:lnTo>
                  <a:pt x="3370" y="2543"/>
                </a:lnTo>
                <a:lnTo>
                  <a:pt x="3128" y="2805"/>
                </a:lnTo>
                <a:lnTo>
                  <a:pt x="2886" y="3088"/>
                </a:lnTo>
                <a:lnTo>
                  <a:pt x="2422" y="3653"/>
                </a:lnTo>
                <a:lnTo>
                  <a:pt x="1998" y="4258"/>
                </a:lnTo>
                <a:lnTo>
                  <a:pt x="1614" y="4884"/>
                </a:lnTo>
                <a:lnTo>
                  <a:pt x="1271" y="5529"/>
                </a:lnTo>
                <a:lnTo>
                  <a:pt x="969" y="6216"/>
                </a:lnTo>
                <a:lnTo>
                  <a:pt x="848" y="6559"/>
                </a:lnTo>
                <a:lnTo>
                  <a:pt x="727" y="6902"/>
                </a:lnTo>
                <a:lnTo>
                  <a:pt x="565" y="7406"/>
                </a:lnTo>
                <a:lnTo>
                  <a:pt x="424" y="7931"/>
                </a:lnTo>
                <a:lnTo>
                  <a:pt x="303" y="8456"/>
                </a:lnTo>
                <a:lnTo>
                  <a:pt x="202" y="8980"/>
                </a:lnTo>
                <a:lnTo>
                  <a:pt x="121" y="9525"/>
                </a:lnTo>
                <a:lnTo>
                  <a:pt x="61" y="10070"/>
                </a:lnTo>
                <a:lnTo>
                  <a:pt x="20" y="10615"/>
                </a:lnTo>
                <a:lnTo>
                  <a:pt x="0" y="11160"/>
                </a:lnTo>
                <a:lnTo>
                  <a:pt x="0" y="11725"/>
                </a:lnTo>
                <a:lnTo>
                  <a:pt x="20" y="12270"/>
                </a:lnTo>
                <a:lnTo>
                  <a:pt x="40" y="12835"/>
                </a:lnTo>
                <a:lnTo>
                  <a:pt x="101" y="13400"/>
                </a:lnTo>
                <a:lnTo>
                  <a:pt x="182" y="13965"/>
                </a:lnTo>
                <a:lnTo>
                  <a:pt x="262" y="14550"/>
                </a:lnTo>
                <a:lnTo>
                  <a:pt x="383" y="15115"/>
                </a:lnTo>
                <a:lnTo>
                  <a:pt x="525" y="15700"/>
                </a:lnTo>
                <a:lnTo>
                  <a:pt x="666" y="16225"/>
                </a:lnTo>
                <a:lnTo>
                  <a:pt x="807" y="16750"/>
                </a:lnTo>
                <a:lnTo>
                  <a:pt x="989" y="17274"/>
                </a:lnTo>
                <a:lnTo>
                  <a:pt x="1170" y="17799"/>
                </a:lnTo>
                <a:lnTo>
                  <a:pt x="1372" y="18324"/>
                </a:lnTo>
                <a:lnTo>
                  <a:pt x="1594" y="18848"/>
                </a:lnTo>
                <a:lnTo>
                  <a:pt x="1816" y="19353"/>
                </a:lnTo>
                <a:lnTo>
                  <a:pt x="2058" y="19877"/>
                </a:lnTo>
                <a:lnTo>
                  <a:pt x="2321" y="20382"/>
                </a:lnTo>
                <a:lnTo>
                  <a:pt x="2603" y="20866"/>
                </a:lnTo>
                <a:lnTo>
                  <a:pt x="2886" y="21371"/>
                </a:lnTo>
                <a:lnTo>
                  <a:pt x="3188" y="21855"/>
                </a:lnTo>
                <a:lnTo>
                  <a:pt x="3511" y="22339"/>
                </a:lnTo>
                <a:lnTo>
                  <a:pt x="3834" y="22804"/>
                </a:lnTo>
                <a:lnTo>
                  <a:pt x="4177" y="23268"/>
                </a:lnTo>
                <a:lnTo>
                  <a:pt x="4520" y="23732"/>
                </a:lnTo>
                <a:lnTo>
                  <a:pt x="4964" y="24236"/>
                </a:lnTo>
                <a:lnTo>
                  <a:pt x="5206" y="24519"/>
                </a:lnTo>
                <a:lnTo>
                  <a:pt x="5489" y="24822"/>
                </a:lnTo>
                <a:lnTo>
                  <a:pt x="5792" y="25104"/>
                </a:lnTo>
                <a:lnTo>
                  <a:pt x="6115" y="25407"/>
                </a:lnTo>
                <a:lnTo>
                  <a:pt x="6458" y="25689"/>
                </a:lnTo>
                <a:lnTo>
                  <a:pt x="6821" y="25972"/>
                </a:lnTo>
                <a:lnTo>
                  <a:pt x="7204" y="26254"/>
                </a:lnTo>
                <a:lnTo>
                  <a:pt x="7608" y="26497"/>
                </a:lnTo>
                <a:lnTo>
                  <a:pt x="8032" y="26718"/>
                </a:lnTo>
                <a:lnTo>
                  <a:pt x="8455" y="26900"/>
                </a:lnTo>
                <a:lnTo>
                  <a:pt x="8920" y="27062"/>
                </a:lnTo>
                <a:lnTo>
                  <a:pt x="9364" y="27183"/>
                </a:lnTo>
                <a:lnTo>
                  <a:pt x="9606" y="27223"/>
                </a:lnTo>
                <a:lnTo>
                  <a:pt x="9848" y="27263"/>
                </a:lnTo>
                <a:lnTo>
                  <a:pt x="10090" y="27284"/>
                </a:lnTo>
                <a:lnTo>
                  <a:pt x="10695" y="27284"/>
                </a:lnTo>
                <a:lnTo>
                  <a:pt x="11079" y="27223"/>
                </a:lnTo>
                <a:lnTo>
                  <a:pt x="11462" y="27142"/>
                </a:lnTo>
                <a:lnTo>
                  <a:pt x="11846" y="27021"/>
                </a:lnTo>
                <a:lnTo>
                  <a:pt x="12229" y="26880"/>
                </a:lnTo>
                <a:lnTo>
                  <a:pt x="12613" y="26678"/>
                </a:lnTo>
                <a:lnTo>
                  <a:pt x="12996" y="26436"/>
                </a:lnTo>
                <a:lnTo>
                  <a:pt x="13400" y="26153"/>
                </a:lnTo>
                <a:lnTo>
                  <a:pt x="13783" y="25831"/>
                </a:lnTo>
                <a:lnTo>
                  <a:pt x="14146" y="25488"/>
                </a:lnTo>
                <a:lnTo>
                  <a:pt x="14489" y="25124"/>
                </a:lnTo>
                <a:lnTo>
                  <a:pt x="14792" y="24721"/>
                </a:lnTo>
                <a:lnTo>
                  <a:pt x="15095" y="24317"/>
                </a:lnTo>
                <a:lnTo>
                  <a:pt x="15357" y="23913"/>
                </a:lnTo>
                <a:lnTo>
                  <a:pt x="15599" y="23490"/>
                </a:lnTo>
                <a:lnTo>
                  <a:pt x="15821" y="23046"/>
                </a:lnTo>
                <a:lnTo>
                  <a:pt x="16023" y="22602"/>
                </a:lnTo>
                <a:lnTo>
                  <a:pt x="16205" y="22158"/>
                </a:lnTo>
                <a:lnTo>
                  <a:pt x="16366" y="21714"/>
                </a:lnTo>
                <a:lnTo>
                  <a:pt x="16527" y="21270"/>
                </a:lnTo>
                <a:lnTo>
                  <a:pt x="16790" y="20382"/>
                </a:lnTo>
                <a:lnTo>
                  <a:pt x="17012" y="19534"/>
                </a:lnTo>
                <a:lnTo>
                  <a:pt x="17173" y="18868"/>
                </a:lnTo>
                <a:lnTo>
                  <a:pt x="17315" y="18223"/>
                </a:lnTo>
                <a:lnTo>
                  <a:pt x="17436" y="17597"/>
                </a:lnTo>
                <a:lnTo>
                  <a:pt x="17537" y="16951"/>
                </a:lnTo>
                <a:lnTo>
                  <a:pt x="17637" y="16346"/>
                </a:lnTo>
                <a:lnTo>
                  <a:pt x="17718" y="15720"/>
                </a:lnTo>
                <a:lnTo>
                  <a:pt x="17799" y="15115"/>
                </a:lnTo>
                <a:lnTo>
                  <a:pt x="17839" y="14530"/>
                </a:lnTo>
                <a:lnTo>
                  <a:pt x="17880" y="13924"/>
                </a:lnTo>
                <a:lnTo>
                  <a:pt x="17900" y="13339"/>
                </a:lnTo>
                <a:lnTo>
                  <a:pt x="17920" y="12774"/>
                </a:lnTo>
                <a:lnTo>
                  <a:pt x="17920" y="12189"/>
                </a:lnTo>
                <a:lnTo>
                  <a:pt x="17900" y="11624"/>
                </a:lnTo>
                <a:lnTo>
                  <a:pt x="17859" y="11059"/>
                </a:lnTo>
                <a:lnTo>
                  <a:pt x="17819" y="10514"/>
                </a:lnTo>
                <a:lnTo>
                  <a:pt x="17758" y="9969"/>
                </a:lnTo>
                <a:lnTo>
                  <a:pt x="17678" y="9465"/>
                </a:lnTo>
                <a:lnTo>
                  <a:pt x="17597" y="8980"/>
                </a:lnTo>
                <a:lnTo>
                  <a:pt x="17516" y="8496"/>
                </a:lnTo>
                <a:lnTo>
                  <a:pt x="17395" y="8032"/>
                </a:lnTo>
                <a:lnTo>
                  <a:pt x="17294" y="7568"/>
                </a:lnTo>
                <a:lnTo>
                  <a:pt x="17153" y="7124"/>
                </a:lnTo>
                <a:lnTo>
                  <a:pt x="17012" y="6700"/>
                </a:lnTo>
                <a:lnTo>
                  <a:pt x="16850" y="6276"/>
                </a:lnTo>
                <a:lnTo>
                  <a:pt x="16689" y="5852"/>
                </a:lnTo>
                <a:lnTo>
                  <a:pt x="16507" y="5449"/>
                </a:lnTo>
                <a:lnTo>
                  <a:pt x="16326" y="5065"/>
                </a:lnTo>
                <a:lnTo>
                  <a:pt x="16124" y="4682"/>
                </a:lnTo>
                <a:lnTo>
                  <a:pt x="15922" y="4319"/>
                </a:lnTo>
                <a:lnTo>
                  <a:pt x="15700" y="3976"/>
                </a:lnTo>
                <a:lnTo>
                  <a:pt x="15458" y="3632"/>
                </a:lnTo>
                <a:lnTo>
                  <a:pt x="15216" y="3310"/>
                </a:lnTo>
                <a:lnTo>
                  <a:pt x="14913" y="2926"/>
                </a:lnTo>
                <a:lnTo>
                  <a:pt x="14590" y="2583"/>
                </a:lnTo>
                <a:lnTo>
                  <a:pt x="14247" y="2240"/>
                </a:lnTo>
                <a:lnTo>
                  <a:pt x="13904" y="1937"/>
                </a:lnTo>
                <a:lnTo>
                  <a:pt x="13541" y="1635"/>
                </a:lnTo>
                <a:lnTo>
                  <a:pt x="13157" y="1372"/>
                </a:lnTo>
                <a:lnTo>
                  <a:pt x="12774" y="1130"/>
                </a:lnTo>
                <a:lnTo>
                  <a:pt x="12391" y="908"/>
                </a:lnTo>
                <a:lnTo>
                  <a:pt x="11987" y="706"/>
                </a:lnTo>
                <a:lnTo>
                  <a:pt x="11583" y="525"/>
                </a:lnTo>
                <a:lnTo>
                  <a:pt x="11160" y="363"/>
                </a:lnTo>
                <a:lnTo>
                  <a:pt x="10736" y="242"/>
                </a:lnTo>
                <a:lnTo>
                  <a:pt x="10312" y="141"/>
                </a:lnTo>
                <a:lnTo>
                  <a:pt x="9888" y="61"/>
                </a:lnTo>
                <a:lnTo>
                  <a:pt x="9464" y="20"/>
                </a:lnTo>
                <a:lnTo>
                  <a:pt x="9041" y="0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62" name="Google Shape;2862;p35"/>
          <p:cNvSpPr/>
          <p:nvPr/>
        </p:nvSpPr>
        <p:spPr>
          <a:xfrm flipH="1">
            <a:off x="7849509" y="2038845"/>
            <a:ext cx="560808" cy="1296383"/>
          </a:xfrm>
          <a:custGeom>
            <a:rect b="b" l="l" r="r" t="t"/>
            <a:pathLst>
              <a:path extrusionOk="0" h="23188" w="10031">
                <a:moveTo>
                  <a:pt x="4703" y="61"/>
                </a:moveTo>
                <a:lnTo>
                  <a:pt x="4985" y="81"/>
                </a:lnTo>
                <a:lnTo>
                  <a:pt x="5268" y="122"/>
                </a:lnTo>
                <a:lnTo>
                  <a:pt x="5550" y="202"/>
                </a:lnTo>
                <a:lnTo>
                  <a:pt x="5833" y="303"/>
                </a:lnTo>
                <a:lnTo>
                  <a:pt x="6075" y="424"/>
                </a:lnTo>
                <a:lnTo>
                  <a:pt x="6297" y="566"/>
                </a:lnTo>
                <a:lnTo>
                  <a:pt x="6519" y="707"/>
                </a:lnTo>
                <a:lnTo>
                  <a:pt x="6741" y="868"/>
                </a:lnTo>
                <a:lnTo>
                  <a:pt x="6963" y="1070"/>
                </a:lnTo>
                <a:lnTo>
                  <a:pt x="7165" y="1272"/>
                </a:lnTo>
                <a:lnTo>
                  <a:pt x="7366" y="1494"/>
                </a:lnTo>
                <a:lnTo>
                  <a:pt x="7548" y="1736"/>
                </a:lnTo>
                <a:lnTo>
                  <a:pt x="7730" y="1999"/>
                </a:lnTo>
                <a:lnTo>
                  <a:pt x="7911" y="2281"/>
                </a:lnTo>
                <a:lnTo>
                  <a:pt x="8073" y="2584"/>
                </a:lnTo>
                <a:lnTo>
                  <a:pt x="8234" y="2907"/>
                </a:lnTo>
                <a:lnTo>
                  <a:pt x="8396" y="3230"/>
                </a:lnTo>
                <a:lnTo>
                  <a:pt x="8537" y="3593"/>
                </a:lnTo>
                <a:lnTo>
                  <a:pt x="8678" y="3976"/>
                </a:lnTo>
                <a:lnTo>
                  <a:pt x="8819" y="4380"/>
                </a:lnTo>
                <a:lnTo>
                  <a:pt x="9082" y="5207"/>
                </a:lnTo>
                <a:lnTo>
                  <a:pt x="9304" y="6075"/>
                </a:lnTo>
                <a:lnTo>
                  <a:pt x="9505" y="6922"/>
                </a:lnTo>
                <a:lnTo>
                  <a:pt x="9647" y="7790"/>
                </a:lnTo>
                <a:lnTo>
                  <a:pt x="9788" y="8678"/>
                </a:lnTo>
                <a:lnTo>
                  <a:pt x="9869" y="9546"/>
                </a:lnTo>
                <a:lnTo>
                  <a:pt x="9929" y="10434"/>
                </a:lnTo>
                <a:lnTo>
                  <a:pt x="9949" y="11302"/>
                </a:lnTo>
                <a:lnTo>
                  <a:pt x="9949" y="12189"/>
                </a:lnTo>
                <a:lnTo>
                  <a:pt x="9909" y="13077"/>
                </a:lnTo>
                <a:lnTo>
                  <a:pt x="9828" y="13945"/>
                </a:lnTo>
                <a:lnTo>
                  <a:pt x="9727" y="14833"/>
                </a:lnTo>
                <a:lnTo>
                  <a:pt x="9586" y="15701"/>
                </a:lnTo>
                <a:lnTo>
                  <a:pt x="9405" y="16569"/>
                </a:lnTo>
                <a:lnTo>
                  <a:pt x="9203" y="17416"/>
                </a:lnTo>
                <a:lnTo>
                  <a:pt x="8961" y="18264"/>
                </a:lnTo>
                <a:lnTo>
                  <a:pt x="8799" y="18768"/>
                </a:lnTo>
                <a:lnTo>
                  <a:pt x="8618" y="19293"/>
                </a:lnTo>
                <a:lnTo>
                  <a:pt x="8396" y="19838"/>
                </a:lnTo>
                <a:lnTo>
                  <a:pt x="8133" y="20362"/>
                </a:lnTo>
                <a:lnTo>
                  <a:pt x="7992" y="20625"/>
                </a:lnTo>
                <a:lnTo>
                  <a:pt x="7831" y="20867"/>
                </a:lnTo>
                <a:lnTo>
                  <a:pt x="7669" y="21129"/>
                </a:lnTo>
                <a:lnTo>
                  <a:pt x="7487" y="21371"/>
                </a:lnTo>
                <a:lnTo>
                  <a:pt x="7286" y="21593"/>
                </a:lnTo>
                <a:lnTo>
                  <a:pt x="7084" y="21815"/>
                </a:lnTo>
                <a:lnTo>
                  <a:pt x="6862" y="22037"/>
                </a:lnTo>
                <a:lnTo>
                  <a:pt x="6620" y="22239"/>
                </a:lnTo>
                <a:lnTo>
                  <a:pt x="6398" y="22401"/>
                </a:lnTo>
                <a:lnTo>
                  <a:pt x="6196" y="22542"/>
                </a:lnTo>
                <a:lnTo>
                  <a:pt x="5974" y="22663"/>
                </a:lnTo>
                <a:lnTo>
                  <a:pt x="5772" y="22764"/>
                </a:lnTo>
                <a:lnTo>
                  <a:pt x="5550" y="22865"/>
                </a:lnTo>
                <a:lnTo>
                  <a:pt x="5348" y="22945"/>
                </a:lnTo>
                <a:lnTo>
                  <a:pt x="5147" y="23006"/>
                </a:lnTo>
                <a:lnTo>
                  <a:pt x="4945" y="23046"/>
                </a:lnTo>
                <a:lnTo>
                  <a:pt x="4743" y="23087"/>
                </a:lnTo>
                <a:lnTo>
                  <a:pt x="4541" y="23107"/>
                </a:lnTo>
                <a:lnTo>
                  <a:pt x="4339" y="23107"/>
                </a:lnTo>
                <a:lnTo>
                  <a:pt x="4138" y="23087"/>
                </a:lnTo>
                <a:lnTo>
                  <a:pt x="3936" y="23046"/>
                </a:lnTo>
                <a:lnTo>
                  <a:pt x="3754" y="23006"/>
                </a:lnTo>
                <a:lnTo>
                  <a:pt x="3552" y="22925"/>
                </a:lnTo>
                <a:lnTo>
                  <a:pt x="3351" y="22845"/>
                </a:lnTo>
                <a:lnTo>
                  <a:pt x="3169" y="22764"/>
                </a:lnTo>
                <a:lnTo>
                  <a:pt x="2987" y="22643"/>
                </a:lnTo>
                <a:lnTo>
                  <a:pt x="2806" y="22522"/>
                </a:lnTo>
                <a:lnTo>
                  <a:pt x="2644" y="22380"/>
                </a:lnTo>
                <a:lnTo>
                  <a:pt x="2321" y="22078"/>
                </a:lnTo>
                <a:lnTo>
                  <a:pt x="1999" y="21714"/>
                </a:lnTo>
                <a:lnTo>
                  <a:pt x="1716" y="21331"/>
                </a:lnTo>
                <a:lnTo>
                  <a:pt x="1454" y="20927"/>
                </a:lnTo>
                <a:lnTo>
                  <a:pt x="1211" y="20483"/>
                </a:lnTo>
                <a:lnTo>
                  <a:pt x="990" y="20019"/>
                </a:lnTo>
                <a:lnTo>
                  <a:pt x="788" y="19535"/>
                </a:lnTo>
                <a:lnTo>
                  <a:pt x="626" y="19051"/>
                </a:lnTo>
                <a:lnTo>
                  <a:pt x="465" y="18566"/>
                </a:lnTo>
                <a:lnTo>
                  <a:pt x="344" y="18082"/>
                </a:lnTo>
                <a:lnTo>
                  <a:pt x="243" y="17598"/>
                </a:lnTo>
                <a:lnTo>
                  <a:pt x="162" y="17134"/>
                </a:lnTo>
                <a:lnTo>
                  <a:pt x="122" y="16690"/>
                </a:lnTo>
                <a:lnTo>
                  <a:pt x="102" y="16286"/>
                </a:lnTo>
                <a:lnTo>
                  <a:pt x="81" y="15600"/>
                </a:lnTo>
                <a:lnTo>
                  <a:pt x="81" y="14934"/>
                </a:lnTo>
                <a:lnTo>
                  <a:pt x="102" y="14268"/>
                </a:lnTo>
                <a:lnTo>
                  <a:pt x="142" y="13582"/>
                </a:lnTo>
                <a:lnTo>
                  <a:pt x="182" y="12916"/>
                </a:lnTo>
                <a:lnTo>
                  <a:pt x="243" y="12250"/>
                </a:lnTo>
                <a:lnTo>
                  <a:pt x="404" y="10918"/>
                </a:lnTo>
                <a:lnTo>
                  <a:pt x="586" y="9586"/>
                </a:lnTo>
                <a:lnTo>
                  <a:pt x="788" y="8254"/>
                </a:lnTo>
                <a:lnTo>
                  <a:pt x="1252" y="5631"/>
                </a:lnTo>
                <a:lnTo>
                  <a:pt x="1454" y="4622"/>
                </a:lnTo>
                <a:lnTo>
                  <a:pt x="1555" y="4117"/>
                </a:lnTo>
                <a:lnTo>
                  <a:pt x="1676" y="3613"/>
                </a:lnTo>
                <a:lnTo>
                  <a:pt x="1837" y="3108"/>
                </a:lnTo>
                <a:lnTo>
                  <a:pt x="1999" y="2604"/>
                </a:lnTo>
                <a:lnTo>
                  <a:pt x="2200" y="2140"/>
                </a:lnTo>
                <a:lnTo>
                  <a:pt x="2442" y="1655"/>
                </a:lnTo>
                <a:lnTo>
                  <a:pt x="2584" y="1393"/>
                </a:lnTo>
                <a:lnTo>
                  <a:pt x="2745" y="1151"/>
                </a:lnTo>
                <a:lnTo>
                  <a:pt x="2927" y="949"/>
                </a:lnTo>
                <a:lnTo>
                  <a:pt x="3108" y="747"/>
                </a:lnTo>
                <a:lnTo>
                  <a:pt x="3290" y="586"/>
                </a:lnTo>
                <a:lnTo>
                  <a:pt x="3472" y="445"/>
                </a:lnTo>
                <a:lnTo>
                  <a:pt x="3673" y="324"/>
                </a:lnTo>
                <a:lnTo>
                  <a:pt x="3875" y="223"/>
                </a:lnTo>
                <a:lnTo>
                  <a:pt x="4077" y="162"/>
                </a:lnTo>
                <a:lnTo>
                  <a:pt x="4279" y="102"/>
                </a:lnTo>
                <a:lnTo>
                  <a:pt x="4481" y="81"/>
                </a:lnTo>
                <a:lnTo>
                  <a:pt x="4703" y="61"/>
                </a:lnTo>
                <a:close/>
                <a:moveTo>
                  <a:pt x="4561" y="1"/>
                </a:moveTo>
                <a:lnTo>
                  <a:pt x="4319" y="21"/>
                </a:lnTo>
                <a:lnTo>
                  <a:pt x="4077" y="61"/>
                </a:lnTo>
                <a:lnTo>
                  <a:pt x="3855" y="142"/>
                </a:lnTo>
                <a:lnTo>
                  <a:pt x="3633" y="243"/>
                </a:lnTo>
                <a:lnTo>
                  <a:pt x="3431" y="364"/>
                </a:lnTo>
                <a:lnTo>
                  <a:pt x="3229" y="525"/>
                </a:lnTo>
                <a:lnTo>
                  <a:pt x="3048" y="687"/>
                </a:lnTo>
                <a:lnTo>
                  <a:pt x="2866" y="889"/>
                </a:lnTo>
                <a:lnTo>
                  <a:pt x="2685" y="1111"/>
                </a:lnTo>
                <a:lnTo>
                  <a:pt x="2523" y="1353"/>
                </a:lnTo>
                <a:lnTo>
                  <a:pt x="2362" y="1615"/>
                </a:lnTo>
                <a:lnTo>
                  <a:pt x="2120" y="2099"/>
                </a:lnTo>
                <a:lnTo>
                  <a:pt x="1918" y="2584"/>
                </a:lnTo>
                <a:lnTo>
                  <a:pt x="1756" y="3068"/>
                </a:lnTo>
                <a:lnTo>
                  <a:pt x="1615" y="3573"/>
                </a:lnTo>
                <a:lnTo>
                  <a:pt x="1474" y="4097"/>
                </a:lnTo>
                <a:lnTo>
                  <a:pt x="1373" y="4602"/>
                </a:lnTo>
                <a:lnTo>
                  <a:pt x="1171" y="5631"/>
                </a:lnTo>
                <a:lnTo>
                  <a:pt x="707" y="8254"/>
                </a:lnTo>
                <a:lnTo>
                  <a:pt x="505" y="9566"/>
                </a:lnTo>
                <a:lnTo>
                  <a:pt x="324" y="10898"/>
                </a:lnTo>
                <a:lnTo>
                  <a:pt x="162" y="12250"/>
                </a:lnTo>
                <a:lnTo>
                  <a:pt x="102" y="12916"/>
                </a:lnTo>
                <a:lnTo>
                  <a:pt x="61" y="13582"/>
                </a:lnTo>
                <a:lnTo>
                  <a:pt x="21" y="14268"/>
                </a:lnTo>
                <a:lnTo>
                  <a:pt x="1" y="14934"/>
                </a:lnTo>
                <a:lnTo>
                  <a:pt x="1" y="15600"/>
                </a:lnTo>
                <a:lnTo>
                  <a:pt x="21" y="16286"/>
                </a:lnTo>
                <a:lnTo>
                  <a:pt x="41" y="16710"/>
                </a:lnTo>
                <a:lnTo>
                  <a:pt x="81" y="17154"/>
                </a:lnTo>
                <a:lnTo>
                  <a:pt x="162" y="17618"/>
                </a:lnTo>
                <a:lnTo>
                  <a:pt x="263" y="18102"/>
                </a:lnTo>
                <a:lnTo>
                  <a:pt x="404" y="18587"/>
                </a:lnTo>
                <a:lnTo>
                  <a:pt x="546" y="19071"/>
                </a:lnTo>
                <a:lnTo>
                  <a:pt x="727" y="19575"/>
                </a:lnTo>
                <a:lnTo>
                  <a:pt x="929" y="20060"/>
                </a:lnTo>
                <a:lnTo>
                  <a:pt x="1151" y="20524"/>
                </a:lnTo>
                <a:lnTo>
                  <a:pt x="1393" y="20968"/>
                </a:lnTo>
                <a:lnTo>
                  <a:pt x="1655" y="21392"/>
                </a:lnTo>
                <a:lnTo>
                  <a:pt x="1958" y="21775"/>
                </a:lnTo>
                <a:lnTo>
                  <a:pt x="2261" y="22138"/>
                </a:lnTo>
                <a:lnTo>
                  <a:pt x="2604" y="22461"/>
                </a:lnTo>
                <a:lnTo>
                  <a:pt x="2765" y="22582"/>
                </a:lnTo>
                <a:lnTo>
                  <a:pt x="2947" y="22723"/>
                </a:lnTo>
                <a:lnTo>
                  <a:pt x="3129" y="22824"/>
                </a:lnTo>
                <a:lnTo>
                  <a:pt x="3330" y="22925"/>
                </a:lnTo>
                <a:lnTo>
                  <a:pt x="3593" y="23046"/>
                </a:lnTo>
                <a:lnTo>
                  <a:pt x="3875" y="23127"/>
                </a:lnTo>
                <a:lnTo>
                  <a:pt x="4158" y="23167"/>
                </a:lnTo>
                <a:lnTo>
                  <a:pt x="4460" y="23188"/>
                </a:lnTo>
                <a:lnTo>
                  <a:pt x="4723" y="23167"/>
                </a:lnTo>
                <a:lnTo>
                  <a:pt x="4985" y="23127"/>
                </a:lnTo>
                <a:lnTo>
                  <a:pt x="5268" y="23067"/>
                </a:lnTo>
                <a:lnTo>
                  <a:pt x="5550" y="22966"/>
                </a:lnTo>
                <a:lnTo>
                  <a:pt x="5813" y="22845"/>
                </a:lnTo>
                <a:lnTo>
                  <a:pt x="6095" y="22683"/>
                </a:lnTo>
                <a:lnTo>
                  <a:pt x="6378" y="22501"/>
                </a:lnTo>
                <a:lnTo>
                  <a:pt x="6680" y="22300"/>
                </a:lnTo>
                <a:lnTo>
                  <a:pt x="6922" y="22098"/>
                </a:lnTo>
                <a:lnTo>
                  <a:pt x="7144" y="21876"/>
                </a:lnTo>
                <a:lnTo>
                  <a:pt x="7346" y="21654"/>
                </a:lnTo>
                <a:lnTo>
                  <a:pt x="7548" y="21412"/>
                </a:lnTo>
                <a:lnTo>
                  <a:pt x="7730" y="21170"/>
                </a:lnTo>
                <a:lnTo>
                  <a:pt x="7911" y="20927"/>
                </a:lnTo>
                <a:lnTo>
                  <a:pt x="8053" y="20665"/>
                </a:lnTo>
                <a:lnTo>
                  <a:pt x="8214" y="20403"/>
                </a:lnTo>
                <a:lnTo>
                  <a:pt x="8476" y="19878"/>
                </a:lnTo>
                <a:lnTo>
                  <a:pt x="8698" y="19333"/>
                </a:lnTo>
                <a:lnTo>
                  <a:pt x="8880" y="18809"/>
                </a:lnTo>
                <a:lnTo>
                  <a:pt x="9041" y="18284"/>
                </a:lnTo>
                <a:lnTo>
                  <a:pt x="9283" y="17436"/>
                </a:lnTo>
                <a:lnTo>
                  <a:pt x="9485" y="16589"/>
                </a:lnTo>
                <a:lnTo>
                  <a:pt x="9667" y="15721"/>
                </a:lnTo>
                <a:lnTo>
                  <a:pt x="9808" y="14833"/>
                </a:lnTo>
                <a:lnTo>
                  <a:pt x="9909" y="13965"/>
                </a:lnTo>
                <a:lnTo>
                  <a:pt x="9990" y="13077"/>
                </a:lnTo>
                <a:lnTo>
                  <a:pt x="10030" y="12189"/>
                </a:lnTo>
                <a:lnTo>
                  <a:pt x="10030" y="11302"/>
                </a:lnTo>
                <a:lnTo>
                  <a:pt x="10010" y="10434"/>
                </a:lnTo>
                <a:lnTo>
                  <a:pt x="9949" y="9546"/>
                </a:lnTo>
                <a:lnTo>
                  <a:pt x="9869" y="8658"/>
                </a:lnTo>
                <a:lnTo>
                  <a:pt x="9727" y="7790"/>
                </a:lnTo>
                <a:lnTo>
                  <a:pt x="9566" y="6902"/>
                </a:lnTo>
                <a:lnTo>
                  <a:pt x="9384" y="6055"/>
                </a:lnTo>
                <a:lnTo>
                  <a:pt x="9162" y="5187"/>
                </a:lnTo>
                <a:lnTo>
                  <a:pt x="8900" y="4339"/>
                </a:lnTo>
                <a:lnTo>
                  <a:pt x="8759" y="3936"/>
                </a:lnTo>
                <a:lnTo>
                  <a:pt x="8618" y="3552"/>
                </a:lnTo>
                <a:lnTo>
                  <a:pt x="8476" y="3209"/>
                </a:lnTo>
                <a:lnTo>
                  <a:pt x="8315" y="2866"/>
                </a:lnTo>
                <a:lnTo>
                  <a:pt x="8153" y="2523"/>
                </a:lnTo>
                <a:lnTo>
                  <a:pt x="7972" y="2220"/>
                </a:lnTo>
                <a:lnTo>
                  <a:pt x="7790" y="1938"/>
                </a:lnTo>
                <a:lnTo>
                  <a:pt x="7609" y="1676"/>
                </a:lnTo>
                <a:lnTo>
                  <a:pt x="7407" y="1433"/>
                </a:lnTo>
                <a:lnTo>
                  <a:pt x="7225" y="1211"/>
                </a:lnTo>
                <a:lnTo>
                  <a:pt x="7003" y="990"/>
                </a:lnTo>
                <a:lnTo>
                  <a:pt x="6801" y="808"/>
                </a:lnTo>
                <a:lnTo>
                  <a:pt x="6579" y="646"/>
                </a:lnTo>
                <a:lnTo>
                  <a:pt x="6337" y="485"/>
                </a:lnTo>
                <a:lnTo>
                  <a:pt x="6095" y="344"/>
                </a:lnTo>
                <a:lnTo>
                  <a:pt x="5853" y="243"/>
                </a:lnTo>
                <a:lnTo>
                  <a:pt x="5591" y="142"/>
                </a:lnTo>
                <a:lnTo>
                  <a:pt x="5328" y="61"/>
                </a:lnTo>
                <a:lnTo>
                  <a:pt x="5066" y="21"/>
                </a:lnTo>
                <a:lnTo>
                  <a:pt x="4824" y="1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63" name="Google Shape;2863;p35"/>
          <p:cNvSpPr/>
          <p:nvPr/>
        </p:nvSpPr>
        <p:spPr>
          <a:xfrm flipH="1">
            <a:off x="7837329" y="2024197"/>
            <a:ext cx="100466" cy="101584"/>
          </a:xfrm>
          <a:custGeom>
            <a:rect b="b" l="l" r="r" t="t"/>
            <a:pathLst>
              <a:path extrusionOk="0" h="1817" w="1797">
                <a:moveTo>
                  <a:pt x="889" y="0"/>
                </a:moveTo>
                <a:lnTo>
                  <a:pt x="707" y="21"/>
                </a:lnTo>
                <a:lnTo>
                  <a:pt x="546" y="81"/>
                </a:lnTo>
                <a:lnTo>
                  <a:pt x="384" y="162"/>
                </a:lnTo>
                <a:lnTo>
                  <a:pt x="263" y="263"/>
                </a:lnTo>
                <a:lnTo>
                  <a:pt x="142" y="404"/>
                </a:lnTo>
                <a:lnTo>
                  <a:pt x="61" y="565"/>
                </a:lnTo>
                <a:lnTo>
                  <a:pt x="21" y="727"/>
                </a:lnTo>
                <a:lnTo>
                  <a:pt x="1" y="908"/>
                </a:lnTo>
                <a:lnTo>
                  <a:pt x="21" y="1090"/>
                </a:lnTo>
                <a:lnTo>
                  <a:pt x="61" y="1252"/>
                </a:lnTo>
                <a:lnTo>
                  <a:pt x="142" y="1413"/>
                </a:lnTo>
                <a:lnTo>
                  <a:pt x="263" y="1554"/>
                </a:lnTo>
                <a:lnTo>
                  <a:pt x="384" y="1655"/>
                </a:lnTo>
                <a:lnTo>
                  <a:pt x="546" y="1736"/>
                </a:lnTo>
                <a:lnTo>
                  <a:pt x="707" y="1796"/>
                </a:lnTo>
                <a:lnTo>
                  <a:pt x="889" y="1817"/>
                </a:lnTo>
                <a:lnTo>
                  <a:pt x="1070" y="1796"/>
                </a:lnTo>
                <a:lnTo>
                  <a:pt x="1252" y="1736"/>
                </a:lnTo>
                <a:lnTo>
                  <a:pt x="1393" y="1655"/>
                </a:lnTo>
                <a:lnTo>
                  <a:pt x="1534" y="1554"/>
                </a:lnTo>
                <a:lnTo>
                  <a:pt x="1635" y="1413"/>
                </a:lnTo>
                <a:lnTo>
                  <a:pt x="1736" y="1252"/>
                </a:lnTo>
                <a:lnTo>
                  <a:pt x="1777" y="1090"/>
                </a:lnTo>
                <a:lnTo>
                  <a:pt x="1797" y="908"/>
                </a:lnTo>
                <a:lnTo>
                  <a:pt x="1777" y="727"/>
                </a:lnTo>
                <a:lnTo>
                  <a:pt x="1736" y="565"/>
                </a:lnTo>
                <a:lnTo>
                  <a:pt x="1635" y="404"/>
                </a:lnTo>
                <a:lnTo>
                  <a:pt x="1534" y="263"/>
                </a:lnTo>
                <a:lnTo>
                  <a:pt x="1393" y="162"/>
                </a:lnTo>
                <a:lnTo>
                  <a:pt x="1252" y="81"/>
                </a:lnTo>
                <a:lnTo>
                  <a:pt x="1070" y="21"/>
                </a:lnTo>
                <a:lnTo>
                  <a:pt x="889" y="0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64" name="Google Shape;2864;p35"/>
          <p:cNvSpPr/>
          <p:nvPr/>
        </p:nvSpPr>
        <p:spPr>
          <a:xfrm flipH="1" rot="-2700000">
            <a:off x="3945745" y="4005741"/>
            <a:ext cx="1596436" cy="1802958"/>
          </a:xfrm>
          <a:custGeom>
            <a:rect b="b" l="l" r="r" t="t"/>
            <a:pathLst>
              <a:path extrusionOk="0" h="32249" w="28555">
                <a:moveTo>
                  <a:pt x="20483" y="82"/>
                </a:moveTo>
                <a:lnTo>
                  <a:pt x="20947" y="102"/>
                </a:lnTo>
                <a:lnTo>
                  <a:pt x="21411" y="122"/>
                </a:lnTo>
                <a:lnTo>
                  <a:pt x="21875" y="203"/>
                </a:lnTo>
                <a:lnTo>
                  <a:pt x="22319" y="283"/>
                </a:lnTo>
                <a:lnTo>
                  <a:pt x="22763" y="404"/>
                </a:lnTo>
                <a:lnTo>
                  <a:pt x="23187" y="566"/>
                </a:lnTo>
                <a:lnTo>
                  <a:pt x="23611" y="748"/>
                </a:lnTo>
                <a:lnTo>
                  <a:pt x="23994" y="949"/>
                </a:lnTo>
                <a:lnTo>
                  <a:pt x="24378" y="1191"/>
                </a:lnTo>
                <a:lnTo>
                  <a:pt x="24741" y="1454"/>
                </a:lnTo>
                <a:lnTo>
                  <a:pt x="25124" y="1777"/>
                </a:lnTo>
                <a:lnTo>
                  <a:pt x="25487" y="2140"/>
                </a:lnTo>
                <a:lnTo>
                  <a:pt x="25851" y="2564"/>
                </a:lnTo>
                <a:lnTo>
                  <a:pt x="26174" y="3008"/>
                </a:lnTo>
                <a:lnTo>
                  <a:pt x="26496" y="3492"/>
                </a:lnTo>
                <a:lnTo>
                  <a:pt x="26779" y="4017"/>
                </a:lnTo>
                <a:lnTo>
                  <a:pt x="27062" y="4582"/>
                </a:lnTo>
                <a:lnTo>
                  <a:pt x="27324" y="5187"/>
                </a:lnTo>
                <a:lnTo>
                  <a:pt x="27546" y="5772"/>
                </a:lnTo>
                <a:lnTo>
                  <a:pt x="27748" y="6358"/>
                </a:lnTo>
                <a:lnTo>
                  <a:pt x="27909" y="6943"/>
                </a:lnTo>
                <a:lnTo>
                  <a:pt x="28071" y="7548"/>
                </a:lnTo>
                <a:lnTo>
                  <a:pt x="28192" y="8154"/>
                </a:lnTo>
                <a:lnTo>
                  <a:pt x="28293" y="8739"/>
                </a:lnTo>
                <a:lnTo>
                  <a:pt x="28373" y="9344"/>
                </a:lnTo>
                <a:lnTo>
                  <a:pt x="28434" y="9950"/>
                </a:lnTo>
                <a:lnTo>
                  <a:pt x="28474" y="10555"/>
                </a:lnTo>
                <a:lnTo>
                  <a:pt x="28474" y="11160"/>
                </a:lnTo>
                <a:lnTo>
                  <a:pt x="28474" y="11766"/>
                </a:lnTo>
                <a:lnTo>
                  <a:pt x="28434" y="12371"/>
                </a:lnTo>
                <a:lnTo>
                  <a:pt x="28373" y="12977"/>
                </a:lnTo>
                <a:lnTo>
                  <a:pt x="28272" y="13562"/>
                </a:lnTo>
                <a:lnTo>
                  <a:pt x="28171" y="14167"/>
                </a:lnTo>
                <a:lnTo>
                  <a:pt x="28030" y="14732"/>
                </a:lnTo>
                <a:lnTo>
                  <a:pt x="27869" y="15338"/>
                </a:lnTo>
                <a:lnTo>
                  <a:pt x="27667" y="15923"/>
                </a:lnTo>
                <a:lnTo>
                  <a:pt x="27465" y="16488"/>
                </a:lnTo>
                <a:lnTo>
                  <a:pt x="27223" y="17053"/>
                </a:lnTo>
                <a:lnTo>
                  <a:pt x="26961" y="17618"/>
                </a:lnTo>
                <a:lnTo>
                  <a:pt x="26678" y="18143"/>
                </a:lnTo>
                <a:lnTo>
                  <a:pt x="26355" y="18667"/>
                </a:lnTo>
                <a:lnTo>
                  <a:pt x="26032" y="19192"/>
                </a:lnTo>
                <a:lnTo>
                  <a:pt x="25669" y="19676"/>
                </a:lnTo>
                <a:lnTo>
                  <a:pt x="25306" y="20161"/>
                </a:lnTo>
                <a:lnTo>
                  <a:pt x="24922" y="20625"/>
                </a:lnTo>
                <a:lnTo>
                  <a:pt x="24499" y="21069"/>
                </a:lnTo>
                <a:lnTo>
                  <a:pt x="24075" y="21493"/>
                </a:lnTo>
                <a:lnTo>
                  <a:pt x="23631" y="21896"/>
                </a:lnTo>
                <a:lnTo>
                  <a:pt x="23167" y="22280"/>
                </a:lnTo>
                <a:lnTo>
                  <a:pt x="22703" y="22643"/>
                </a:lnTo>
                <a:lnTo>
                  <a:pt x="22238" y="22946"/>
                </a:lnTo>
                <a:lnTo>
                  <a:pt x="21795" y="23228"/>
                </a:lnTo>
                <a:lnTo>
                  <a:pt x="21310" y="23511"/>
                </a:lnTo>
                <a:lnTo>
                  <a:pt x="20846" y="23773"/>
                </a:lnTo>
                <a:lnTo>
                  <a:pt x="19877" y="24277"/>
                </a:lnTo>
                <a:lnTo>
                  <a:pt x="18909" y="24742"/>
                </a:lnTo>
                <a:lnTo>
                  <a:pt x="17940" y="25226"/>
                </a:lnTo>
                <a:lnTo>
                  <a:pt x="16951" y="25751"/>
                </a:lnTo>
                <a:lnTo>
                  <a:pt x="16467" y="26013"/>
                </a:lnTo>
                <a:lnTo>
                  <a:pt x="15983" y="26296"/>
                </a:lnTo>
                <a:lnTo>
                  <a:pt x="15519" y="26598"/>
                </a:lnTo>
                <a:lnTo>
                  <a:pt x="15075" y="26901"/>
                </a:lnTo>
                <a:lnTo>
                  <a:pt x="14510" y="27325"/>
                </a:lnTo>
                <a:lnTo>
                  <a:pt x="13965" y="27789"/>
                </a:lnTo>
                <a:lnTo>
                  <a:pt x="13420" y="28253"/>
                </a:lnTo>
                <a:lnTo>
                  <a:pt x="12895" y="28717"/>
                </a:lnTo>
                <a:lnTo>
                  <a:pt x="12148" y="29383"/>
                </a:lnTo>
                <a:lnTo>
                  <a:pt x="11402" y="30029"/>
                </a:lnTo>
                <a:lnTo>
                  <a:pt x="10998" y="30332"/>
                </a:lnTo>
                <a:lnTo>
                  <a:pt x="10595" y="30614"/>
                </a:lnTo>
                <a:lnTo>
                  <a:pt x="10171" y="30897"/>
                </a:lnTo>
                <a:lnTo>
                  <a:pt x="9747" y="31159"/>
                </a:lnTo>
                <a:lnTo>
                  <a:pt x="9303" y="31381"/>
                </a:lnTo>
                <a:lnTo>
                  <a:pt x="8839" y="31583"/>
                </a:lnTo>
                <a:lnTo>
                  <a:pt x="8375" y="31764"/>
                </a:lnTo>
                <a:lnTo>
                  <a:pt x="7890" y="31906"/>
                </a:lnTo>
                <a:lnTo>
                  <a:pt x="7406" y="32027"/>
                </a:lnTo>
                <a:lnTo>
                  <a:pt x="6922" y="32107"/>
                </a:lnTo>
                <a:lnTo>
                  <a:pt x="6417" y="32148"/>
                </a:lnTo>
                <a:lnTo>
                  <a:pt x="5933" y="32168"/>
                </a:lnTo>
                <a:lnTo>
                  <a:pt x="5893" y="32168"/>
                </a:lnTo>
                <a:lnTo>
                  <a:pt x="5368" y="32148"/>
                </a:lnTo>
                <a:lnTo>
                  <a:pt x="4843" y="32087"/>
                </a:lnTo>
                <a:lnTo>
                  <a:pt x="4359" y="31986"/>
                </a:lnTo>
                <a:lnTo>
                  <a:pt x="3875" y="31845"/>
                </a:lnTo>
                <a:lnTo>
                  <a:pt x="3431" y="31684"/>
                </a:lnTo>
                <a:lnTo>
                  <a:pt x="2987" y="31462"/>
                </a:lnTo>
                <a:lnTo>
                  <a:pt x="2583" y="31219"/>
                </a:lnTo>
                <a:lnTo>
                  <a:pt x="2200" y="30957"/>
                </a:lnTo>
                <a:lnTo>
                  <a:pt x="1998" y="30775"/>
                </a:lnTo>
                <a:lnTo>
                  <a:pt x="1816" y="30614"/>
                </a:lnTo>
                <a:lnTo>
                  <a:pt x="1635" y="30412"/>
                </a:lnTo>
                <a:lnTo>
                  <a:pt x="1453" y="30231"/>
                </a:lnTo>
                <a:lnTo>
                  <a:pt x="1292" y="30029"/>
                </a:lnTo>
                <a:lnTo>
                  <a:pt x="1150" y="29807"/>
                </a:lnTo>
                <a:lnTo>
                  <a:pt x="1009" y="29585"/>
                </a:lnTo>
                <a:lnTo>
                  <a:pt x="868" y="29363"/>
                </a:lnTo>
                <a:lnTo>
                  <a:pt x="747" y="29121"/>
                </a:lnTo>
                <a:lnTo>
                  <a:pt x="626" y="28879"/>
                </a:lnTo>
                <a:lnTo>
                  <a:pt x="525" y="28616"/>
                </a:lnTo>
                <a:lnTo>
                  <a:pt x="424" y="28354"/>
                </a:lnTo>
                <a:lnTo>
                  <a:pt x="343" y="28092"/>
                </a:lnTo>
                <a:lnTo>
                  <a:pt x="283" y="27829"/>
                </a:lnTo>
                <a:lnTo>
                  <a:pt x="222" y="27547"/>
                </a:lnTo>
                <a:lnTo>
                  <a:pt x="162" y="27264"/>
                </a:lnTo>
                <a:lnTo>
                  <a:pt x="101" y="26719"/>
                </a:lnTo>
                <a:lnTo>
                  <a:pt x="81" y="26154"/>
                </a:lnTo>
                <a:lnTo>
                  <a:pt x="121" y="25609"/>
                </a:lnTo>
                <a:lnTo>
                  <a:pt x="182" y="25065"/>
                </a:lnTo>
                <a:lnTo>
                  <a:pt x="283" y="24520"/>
                </a:lnTo>
                <a:lnTo>
                  <a:pt x="444" y="23995"/>
                </a:lnTo>
                <a:lnTo>
                  <a:pt x="626" y="23490"/>
                </a:lnTo>
                <a:lnTo>
                  <a:pt x="868" y="23006"/>
                </a:lnTo>
                <a:lnTo>
                  <a:pt x="1029" y="22724"/>
                </a:lnTo>
                <a:lnTo>
                  <a:pt x="1191" y="22441"/>
                </a:lnTo>
                <a:lnTo>
                  <a:pt x="1372" y="22179"/>
                </a:lnTo>
                <a:lnTo>
                  <a:pt x="1574" y="21916"/>
                </a:lnTo>
                <a:lnTo>
                  <a:pt x="1776" y="21654"/>
                </a:lnTo>
                <a:lnTo>
                  <a:pt x="1998" y="21392"/>
                </a:lnTo>
                <a:lnTo>
                  <a:pt x="2240" y="21129"/>
                </a:lnTo>
                <a:lnTo>
                  <a:pt x="2482" y="20867"/>
                </a:lnTo>
                <a:lnTo>
                  <a:pt x="3027" y="20383"/>
                </a:lnTo>
                <a:lnTo>
                  <a:pt x="3612" y="19898"/>
                </a:lnTo>
                <a:lnTo>
                  <a:pt x="4258" y="19414"/>
                </a:lnTo>
                <a:lnTo>
                  <a:pt x="4964" y="18970"/>
                </a:lnTo>
                <a:lnTo>
                  <a:pt x="5691" y="18526"/>
                </a:lnTo>
                <a:lnTo>
                  <a:pt x="6438" y="18102"/>
                </a:lnTo>
                <a:lnTo>
                  <a:pt x="7951" y="17336"/>
                </a:lnTo>
                <a:lnTo>
                  <a:pt x="9021" y="16771"/>
                </a:lnTo>
                <a:lnTo>
                  <a:pt x="10110" y="16185"/>
                </a:lnTo>
                <a:lnTo>
                  <a:pt x="10433" y="15983"/>
                </a:lnTo>
                <a:lnTo>
                  <a:pt x="10716" y="15802"/>
                </a:lnTo>
                <a:lnTo>
                  <a:pt x="10978" y="15600"/>
                </a:lnTo>
                <a:lnTo>
                  <a:pt x="11220" y="15398"/>
                </a:lnTo>
                <a:lnTo>
                  <a:pt x="11442" y="15196"/>
                </a:lnTo>
                <a:lnTo>
                  <a:pt x="11644" y="14974"/>
                </a:lnTo>
                <a:lnTo>
                  <a:pt x="11805" y="14752"/>
                </a:lnTo>
                <a:lnTo>
                  <a:pt x="11967" y="14510"/>
                </a:lnTo>
                <a:lnTo>
                  <a:pt x="12088" y="14268"/>
                </a:lnTo>
                <a:lnTo>
                  <a:pt x="12189" y="13986"/>
                </a:lnTo>
                <a:lnTo>
                  <a:pt x="12290" y="13723"/>
                </a:lnTo>
                <a:lnTo>
                  <a:pt x="12350" y="13421"/>
                </a:lnTo>
                <a:lnTo>
                  <a:pt x="12411" y="13098"/>
                </a:lnTo>
                <a:lnTo>
                  <a:pt x="12451" y="12755"/>
                </a:lnTo>
                <a:lnTo>
                  <a:pt x="12471" y="12391"/>
                </a:lnTo>
                <a:lnTo>
                  <a:pt x="12471" y="12008"/>
                </a:lnTo>
                <a:lnTo>
                  <a:pt x="12492" y="11302"/>
                </a:lnTo>
                <a:lnTo>
                  <a:pt x="12512" y="10616"/>
                </a:lnTo>
                <a:lnTo>
                  <a:pt x="12532" y="9950"/>
                </a:lnTo>
                <a:lnTo>
                  <a:pt x="12592" y="9324"/>
                </a:lnTo>
                <a:lnTo>
                  <a:pt x="12653" y="8698"/>
                </a:lnTo>
                <a:lnTo>
                  <a:pt x="12714" y="8113"/>
                </a:lnTo>
                <a:lnTo>
                  <a:pt x="12814" y="7548"/>
                </a:lnTo>
                <a:lnTo>
                  <a:pt x="12915" y="7003"/>
                </a:lnTo>
                <a:lnTo>
                  <a:pt x="13036" y="6479"/>
                </a:lnTo>
                <a:lnTo>
                  <a:pt x="13157" y="5974"/>
                </a:lnTo>
                <a:lnTo>
                  <a:pt x="13299" y="5510"/>
                </a:lnTo>
                <a:lnTo>
                  <a:pt x="13460" y="5046"/>
                </a:lnTo>
                <a:lnTo>
                  <a:pt x="13642" y="4622"/>
                </a:lnTo>
                <a:lnTo>
                  <a:pt x="13823" y="4218"/>
                </a:lnTo>
                <a:lnTo>
                  <a:pt x="14025" y="3835"/>
                </a:lnTo>
                <a:lnTo>
                  <a:pt x="14247" y="3472"/>
                </a:lnTo>
                <a:lnTo>
                  <a:pt x="14429" y="3169"/>
                </a:lnTo>
                <a:lnTo>
                  <a:pt x="14631" y="2887"/>
                </a:lnTo>
                <a:lnTo>
                  <a:pt x="14853" y="2644"/>
                </a:lnTo>
                <a:lnTo>
                  <a:pt x="15054" y="2402"/>
                </a:lnTo>
                <a:lnTo>
                  <a:pt x="15276" y="2180"/>
                </a:lnTo>
                <a:lnTo>
                  <a:pt x="15498" y="1979"/>
                </a:lnTo>
                <a:lnTo>
                  <a:pt x="15700" y="1797"/>
                </a:lnTo>
                <a:lnTo>
                  <a:pt x="15942" y="1635"/>
                </a:lnTo>
                <a:lnTo>
                  <a:pt x="16386" y="1333"/>
                </a:lnTo>
                <a:lnTo>
                  <a:pt x="16830" y="1091"/>
                </a:lnTo>
                <a:lnTo>
                  <a:pt x="17274" y="869"/>
                </a:lnTo>
                <a:lnTo>
                  <a:pt x="17698" y="667"/>
                </a:lnTo>
                <a:lnTo>
                  <a:pt x="18142" y="505"/>
                </a:lnTo>
                <a:lnTo>
                  <a:pt x="18606" y="364"/>
                </a:lnTo>
                <a:lnTo>
                  <a:pt x="19070" y="243"/>
                </a:lnTo>
                <a:lnTo>
                  <a:pt x="19534" y="162"/>
                </a:lnTo>
                <a:lnTo>
                  <a:pt x="19999" y="102"/>
                </a:lnTo>
                <a:lnTo>
                  <a:pt x="20483" y="82"/>
                </a:lnTo>
                <a:close/>
                <a:moveTo>
                  <a:pt x="20483" y="1"/>
                </a:moveTo>
                <a:lnTo>
                  <a:pt x="19999" y="21"/>
                </a:lnTo>
                <a:lnTo>
                  <a:pt x="19534" y="82"/>
                </a:lnTo>
                <a:lnTo>
                  <a:pt x="19050" y="162"/>
                </a:lnTo>
                <a:lnTo>
                  <a:pt x="18586" y="283"/>
                </a:lnTo>
                <a:lnTo>
                  <a:pt x="18122" y="425"/>
                </a:lnTo>
                <a:lnTo>
                  <a:pt x="17678" y="606"/>
                </a:lnTo>
                <a:lnTo>
                  <a:pt x="17214" y="808"/>
                </a:lnTo>
                <a:lnTo>
                  <a:pt x="16750" y="1050"/>
                </a:lnTo>
                <a:lnTo>
                  <a:pt x="16285" y="1313"/>
                </a:lnTo>
                <a:lnTo>
                  <a:pt x="15841" y="1615"/>
                </a:lnTo>
                <a:lnTo>
                  <a:pt x="15619" y="1777"/>
                </a:lnTo>
                <a:lnTo>
                  <a:pt x="15397" y="1979"/>
                </a:lnTo>
                <a:lnTo>
                  <a:pt x="15175" y="2180"/>
                </a:lnTo>
                <a:lnTo>
                  <a:pt x="14974" y="2382"/>
                </a:lnTo>
                <a:lnTo>
                  <a:pt x="14752" y="2624"/>
                </a:lnTo>
                <a:lnTo>
                  <a:pt x="14550" y="2866"/>
                </a:lnTo>
                <a:lnTo>
                  <a:pt x="14368" y="3129"/>
                </a:lnTo>
                <a:lnTo>
                  <a:pt x="14166" y="3411"/>
                </a:lnTo>
                <a:lnTo>
                  <a:pt x="13944" y="3795"/>
                </a:lnTo>
                <a:lnTo>
                  <a:pt x="13743" y="4178"/>
                </a:lnTo>
                <a:lnTo>
                  <a:pt x="13561" y="4582"/>
                </a:lnTo>
                <a:lnTo>
                  <a:pt x="13400" y="5026"/>
                </a:lnTo>
                <a:lnTo>
                  <a:pt x="13238" y="5470"/>
                </a:lnTo>
                <a:lnTo>
                  <a:pt x="13077" y="5954"/>
                </a:lnTo>
                <a:lnTo>
                  <a:pt x="12956" y="6458"/>
                </a:lnTo>
                <a:lnTo>
                  <a:pt x="12835" y="6983"/>
                </a:lnTo>
                <a:lnTo>
                  <a:pt x="12734" y="7528"/>
                </a:lnTo>
                <a:lnTo>
                  <a:pt x="12653" y="8093"/>
                </a:lnTo>
                <a:lnTo>
                  <a:pt x="12572" y="8678"/>
                </a:lnTo>
                <a:lnTo>
                  <a:pt x="12512" y="9304"/>
                </a:lnTo>
                <a:lnTo>
                  <a:pt x="12451" y="9950"/>
                </a:lnTo>
                <a:lnTo>
                  <a:pt x="12431" y="10616"/>
                </a:lnTo>
                <a:lnTo>
                  <a:pt x="12411" y="11302"/>
                </a:lnTo>
                <a:lnTo>
                  <a:pt x="12391" y="12008"/>
                </a:lnTo>
                <a:lnTo>
                  <a:pt x="12391" y="12391"/>
                </a:lnTo>
                <a:lnTo>
                  <a:pt x="12370" y="12755"/>
                </a:lnTo>
                <a:lnTo>
                  <a:pt x="12330" y="13078"/>
                </a:lnTo>
                <a:lnTo>
                  <a:pt x="12270" y="13400"/>
                </a:lnTo>
                <a:lnTo>
                  <a:pt x="12209" y="13683"/>
                </a:lnTo>
                <a:lnTo>
                  <a:pt x="12128" y="13965"/>
                </a:lnTo>
                <a:lnTo>
                  <a:pt x="12007" y="14228"/>
                </a:lnTo>
                <a:lnTo>
                  <a:pt x="11886" y="14470"/>
                </a:lnTo>
                <a:lnTo>
                  <a:pt x="11745" y="14712"/>
                </a:lnTo>
                <a:lnTo>
                  <a:pt x="11563" y="14934"/>
                </a:lnTo>
                <a:lnTo>
                  <a:pt x="11382" y="15136"/>
                </a:lnTo>
                <a:lnTo>
                  <a:pt x="11160" y="15338"/>
                </a:lnTo>
                <a:lnTo>
                  <a:pt x="10938" y="15540"/>
                </a:lnTo>
                <a:lnTo>
                  <a:pt x="10675" y="15741"/>
                </a:lnTo>
                <a:lnTo>
                  <a:pt x="10373" y="15923"/>
                </a:lnTo>
                <a:lnTo>
                  <a:pt x="10070" y="16105"/>
                </a:lnTo>
                <a:lnTo>
                  <a:pt x="8980" y="16690"/>
                </a:lnTo>
                <a:lnTo>
                  <a:pt x="7911" y="17255"/>
                </a:lnTo>
                <a:lnTo>
                  <a:pt x="6397" y="18042"/>
                </a:lnTo>
                <a:lnTo>
                  <a:pt x="5651" y="18466"/>
                </a:lnTo>
                <a:lnTo>
                  <a:pt x="4924" y="18889"/>
                </a:lnTo>
                <a:lnTo>
                  <a:pt x="4218" y="19354"/>
                </a:lnTo>
                <a:lnTo>
                  <a:pt x="3552" y="19838"/>
                </a:lnTo>
                <a:lnTo>
                  <a:pt x="2967" y="20322"/>
                </a:lnTo>
                <a:lnTo>
                  <a:pt x="2422" y="20827"/>
                </a:lnTo>
                <a:lnTo>
                  <a:pt x="2180" y="21069"/>
                </a:lnTo>
                <a:lnTo>
                  <a:pt x="1937" y="21331"/>
                </a:lnTo>
                <a:lnTo>
                  <a:pt x="1715" y="21594"/>
                </a:lnTo>
                <a:lnTo>
                  <a:pt x="1514" y="21856"/>
                </a:lnTo>
                <a:lnTo>
                  <a:pt x="1312" y="22138"/>
                </a:lnTo>
                <a:lnTo>
                  <a:pt x="1130" y="22401"/>
                </a:lnTo>
                <a:lnTo>
                  <a:pt x="949" y="22683"/>
                </a:lnTo>
                <a:lnTo>
                  <a:pt x="807" y="22966"/>
                </a:lnTo>
                <a:lnTo>
                  <a:pt x="565" y="23450"/>
                </a:lnTo>
                <a:lnTo>
                  <a:pt x="363" y="23975"/>
                </a:lnTo>
                <a:lnTo>
                  <a:pt x="222" y="24499"/>
                </a:lnTo>
                <a:lnTo>
                  <a:pt x="101" y="25044"/>
                </a:lnTo>
                <a:lnTo>
                  <a:pt x="40" y="25589"/>
                </a:lnTo>
                <a:lnTo>
                  <a:pt x="0" y="26154"/>
                </a:lnTo>
                <a:lnTo>
                  <a:pt x="20" y="26719"/>
                </a:lnTo>
                <a:lnTo>
                  <a:pt x="81" y="27284"/>
                </a:lnTo>
                <a:lnTo>
                  <a:pt x="141" y="27567"/>
                </a:lnTo>
                <a:lnTo>
                  <a:pt x="202" y="27849"/>
                </a:lnTo>
                <a:lnTo>
                  <a:pt x="262" y="28112"/>
                </a:lnTo>
                <a:lnTo>
                  <a:pt x="363" y="28394"/>
                </a:lnTo>
                <a:lnTo>
                  <a:pt x="444" y="28657"/>
                </a:lnTo>
                <a:lnTo>
                  <a:pt x="545" y="28899"/>
                </a:lnTo>
                <a:lnTo>
                  <a:pt x="666" y="29161"/>
                </a:lnTo>
                <a:lnTo>
                  <a:pt x="787" y="29403"/>
                </a:lnTo>
                <a:lnTo>
                  <a:pt x="928" y="29625"/>
                </a:lnTo>
                <a:lnTo>
                  <a:pt x="1070" y="29847"/>
                </a:lnTo>
                <a:lnTo>
                  <a:pt x="1231" y="30069"/>
                </a:lnTo>
                <a:lnTo>
                  <a:pt x="1393" y="30271"/>
                </a:lnTo>
                <a:lnTo>
                  <a:pt x="1574" y="30473"/>
                </a:lnTo>
                <a:lnTo>
                  <a:pt x="1756" y="30654"/>
                </a:lnTo>
                <a:lnTo>
                  <a:pt x="1958" y="30836"/>
                </a:lnTo>
                <a:lnTo>
                  <a:pt x="2159" y="31018"/>
                </a:lnTo>
                <a:lnTo>
                  <a:pt x="2543" y="31300"/>
                </a:lnTo>
                <a:lnTo>
                  <a:pt x="2967" y="31542"/>
                </a:lnTo>
                <a:lnTo>
                  <a:pt x="3390" y="31744"/>
                </a:lnTo>
                <a:lnTo>
                  <a:pt x="3854" y="31926"/>
                </a:lnTo>
                <a:lnTo>
                  <a:pt x="4339" y="32067"/>
                </a:lnTo>
                <a:lnTo>
                  <a:pt x="4843" y="32168"/>
                </a:lnTo>
                <a:lnTo>
                  <a:pt x="5348" y="32228"/>
                </a:lnTo>
                <a:lnTo>
                  <a:pt x="5893" y="32249"/>
                </a:lnTo>
                <a:lnTo>
                  <a:pt x="5933" y="32249"/>
                </a:lnTo>
                <a:lnTo>
                  <a:pt x="6438" y="32228"/>
                </a:lnTo>
                <a:lnTo>
                  <a:pt x="6922" y="32188"/>
                </a:lnTo>
                <a:lnTo>
                  <a:pt x="7426" y="32107"/>
                </a:lnTo>
                <a:lnTo>
                  <a:pt x="7911" y="31986"/>
                </a:lnTo>
                <a:lnTo>
                  <a:pt x="8395" y="31845"/>
                </a:lnTo>
                <a:lnTo>
                  <a:pt x="8879" y="31663"/>
                </a:lnTo>
                <a:lnTo>
                  <a:pt x="9343" y="31462"/>
                </a:lnTo>
                <a:lnTo>
                  <a:pt x="9787" y="31219"/>
                </a:lnTo>
                <a:lnTo>
                  <a:pt x="10211" y="30977"/>
                </a:lnTo>
                <a:lnTo>
                  <a:pt x="10635" y="30695"/>
                </a:lnTo>
                <a:lnTo>
                  <a:pt x="11039" y="30392"/>
                </a:lnTo>
                <a:lnTo>
                  <a:pt x="11442" y="30089"/>
                </a:lnTo>
                <a:lnTo>
                  <a:pt x="12209" y="29444"/>
                </a:lnTo>
                <a:lnTo>
                  <a:pt x="12956" y="28778"/>
                </a:lnTo>
                <a:lnTo>
                  <a:pt x="13480" y="28314"/>
                </a:lnTo>
                <a:lnTo>
                  <a:pt x="14005" y="27849"/>
                </a:lnTo>
                <a:lnTo>
                  <a:pt x="14550" y="27405"/>
                </a:lnTo>
                <a:lnTo>
                  <a:pt x="15115" y="26961"/>
                </a:lnTo>
                <a:lnTo>
                  <a:pt x="15559" y="26659"/>
                </a:lnTo>
                <a:lnTo>
                  <a:pt x="16023" y="26356"/>
                </a:lnTo>
                <a:lnTo>
                  <a:pt x="16507" y="26074"/>
                </a:lnTo>
                <a:lnTo>
                  <a:pt x="16992" y="25811"/>
                </a:lnTo>
                <a:lnTo>
                  <a:pt x="17960" y="25307"/>
                </a:lnTo>
                <a:lnTo>
                  <a:pt x="18949" y="24822"/>
                </a:lnTo>
                <a:lnTo>
                  <a:pt x="19918" y="24338"/>
                </a:lnTo>
                <a:lnTo>
                  <a:pt x="20886" y="23834"/>
                </a:lnTo>
                <a:lnTo>
                  <a:pt x="21351" y="23571"/>
                </a:lnTo>
                <a:lnTo>
                  <a:pt x="21835" y="23309"/>
                </a:lnTo>
                <a:lnTo>
                  <a:pt x="22299" y="23006"/>
                </a:lnTo>
                <a:lnTo>
                  <a:pt x="22743" y="22703"/>
                </a:lnTo>
                <a:lnTo>
                  <a:pt x="23227" y="22340"/>
                </a:lnTo>
                <a:lnTo>
                  <a:pt x="23691" y="21957"/>
                </a:lnTo>
                <a:lnTo>
                  <a:pt x="24135" y="21553"/>
                </a:lnTo>
                <a:lnTo>
                  <a:pt x="24559" y="21129"/>
                </a:lnTo>
                <a:lnTo>
                  <a:pt x="24983" y="20685"/>
                </a:lnTo>
                <a:lnTo>
                  <a:pt x="25366" y="20221"/>
                </a:lnTo>
                <a:lnTo>
                  <a:pt x="25750" y="19737"/>
                </a:lnTo>
                <a:lnTo>
                  <a:pt x="26093" y="19232"/>
                </a:lnTo>
                <a:lnTo>
                  <a:pt x="26436" y="18728"/>
                </a:lnTo>
                <a:lnTo>
                  <a:pt x="26739" y="18183"/>
                </a:lnTo>
                <a:lnTo>
                  <a:pt x="27021" y="17638"/>
                </a:lnTo>
                <a:lnTo>
                  <a:pt x="27304" y="17093"/>
                </a:lnTo>
                <a:lnTo>
                  <a:pt x="27546" y="16528"/>
                </a:lnTo>
                <a:lnTo>
                  <a:pt x="27748" y="15943"/>
                </a:lnTo>
                <a:lnTo>
                  <a:pt x="27949" y="15358"/>
                </a:lnTo>
                <a:lnTo>
                  <a:pt x="28111" y="14752"/>
                </a:lnTo>
                <a:lnTo>
                  <a:pt x="28252" y="14167"/>
                </a:lnTo>
                <a:lnTo>
                  <a:pt x="28353" y="13582"/>
                </a:lnTo>
                <a:lnTo>
                  <a:pt x="28454" y="12977"/>
                </a:lnTo>
                <a:lnTo>
                  <a:pt x="28514" y="12391"/>
                </a:lnTo>
                <a:lnTo>
                  <a:pt x="28555" y="11786"/>
                </a:lnTo>
                <a:lnTo>
                  <a:pt x="28555" y="11181"/>
                </a:lnTo>
                <a:lnTo>
                  <a:pt x="28555" y="10555"/>
                </a:lnTo>
                <a:lnTo>
                  <a:pt x="28514" y="9950"/>
                </a:lnTo>
                <a:lnTo>
                  <a:pt x="28454" y="9344"/>
                </a:lnTo>
                <a:lnTo>
                  <a:pt x="28373" y="8739"/>
                </a:lnTo>
                <a:lnTo>
                  <a:pt x="28272" y="8133"/>
                </a:lnTo>
                <a:lnTo>
                  <a:pt x="28151" y="7528"/>
                </a:lnTo>
                <a:lnTo>
                  <a:pt x="27990" y="6923"/>
                </a:lnTo>
                <a:lnTo>
                  <a:pt x="27828" y="6337"/>
                </a:lnTo>
                <a:lnTo>
                  <a:pt x="27627" y="5752"/>
                </a:lnTo>
                <a:lnTo>
                  <a:pt x="27405" y="5167"/>
                </a:lnTo>
                <a:lnTo>
                  <a:pt x="27142" y="4541"/>
                </a:lnTo>
                <a:lnTo>
                  <a:pt x="26860" y="3976"/>
                </a:lnTo>
                <a:lnTo>
                  <a:pt x="26557" y="3452"/>
                </a:lnTo>
                <a:lnTo>
                  <a:pt x="26234" y="2947"/>
                </a:lnTo>
                <a:lnTo>
                  <a:pt x="25911" y="2503"/>
                </a:lnTo>
                <a:lnTo>
                  <a:pt x="25548" y="2100"/>
                </a:lnTo>
                <a:lnTo>
                  <a:pt x="25185" y="1716"/>
                </a:lnTo>
                <a:lnTo>
                  <a:pt x="24801" y="1393"/>
                </a:lnTo>
                <a:lnTo>
                  <a:pt x="24438" y="1111"/>
                </a:lnTo>
                <a:lnTo>
                  <a:pt x="24055" y="889"/>
                </a:lnTo>
                <a:lnTo>
                  <a:pt x="23651" y="667"/>
                </a:lnTo>
                <a:lnTo>
                  <a:pt x="23227" y="485"/>
                </a:lnTo>
                <a:lnTo>
                  <a:pt x="22783" y="344"/>
                </a:lnTo>
                <a:lnTo>
                  <a:pt x="22339" y="223"/>
                </a:lnTo>
                <a:lnTo>
                  <a:pt x="21895" y="122"/>
                </a:lnTo>
                <a:lnTo>
                  <a:pt x="21411" y="61"/>
                </a:lnTo>
                <a:lnTo>
                  <a:pt x="20947" y="21"/>
                </a:lnTo>
                <a:lnTo>
                  <a:pt x="20483" y="1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65" name="Google Shape;2865;p35"/>
          <p:cNvSpPr/>
          <p:nvPr/>
        </p:nvSpPr>
        <p:spPr>
          <a:xfrm flipH="1" rot="-2700000">
            <a:off x="3980673" y="-135927"/>
            <a:ext cx="935331" cy="741276"/>
          </a:xfrm>
          <a:custGeom>
            <a:rect b="b" l="l" r="r" t="t"/>
            <a:pathLst>
              <a:path extrusionOk="0" h="13259" w="16730">
                <a:moveTo>
                  <a:pt x="14550" y="81"/>
                </a:moveTo>
                <a:lnTo>
                  <a:pt x="14772" y="122"/>
                </a:lnTo>
                <a:lnTo>
                  <a:pt x="15014" y="202"/>
                </a:lnTo>
                <a:lnTo>
                  <a:pt x="15216" y="324"/>
                </a:lnTo>
                <a:lnTo>
                  <a:pt x="15438" y="465"/>
                </a:lnTo>
                <a:lnTo>
                  <a:pt x="15640" y="667"/>
                </a:lnTo>
                <a:lnTo>
                  <a:pt x="15821" y="889"/>
                </a:lnTo>
                <a:lnTo>
                  <a:pt x="15983" y="1131"/>
                </a:lnTo>
                <a:lnTo>
                  <a:pt x="16144" y="1413"/>
                </a:lnTo>
                <a:lnTo>
                  <a:pt x="16245" y="1655"/>
                </a:lnTo>
                <a:lnTo>
                  <a:pt x="16346" y="1898"/>
                </a:lnTo>
                <a:lnTo>
                  <a:pt x="16427" y="2140"/>
                </a:lnTo>
                <a:lnTo>
                  <a:pt x="16487" y="2422"/>
                </a:lnTo>
                <a:lnTo>
                  <a:pt x="16548" y="2685"/>
                </a:lnTo>
                <a:lnTo>
                  <a:pt x="16588" y="2967"/>
                </a:lnTo>
                <a:lnTo>
                  <a:pt x="16628" y="3250"/>
                </a:lnTo>
                <a:lnTo>
                  <a:pt x="16649" y="3552"/>
                </a:lnTo>
                <a:lnTo>
                  <a:pt x="16649" y="3855"/>
                </a:lnTo>
                <a:lnTo>
                  <a:pt x="16649" y="4178"/>
                </a:lnTo>
                <a:lnTo>
                  <a:pt x="16588" y="4844"/>
                </a:lnTo>
                <a:lnTo>
                  <a:pt x="16487" y="5550"/>
                </a:lnTo>
                <a:lnTo>
                  <a:pt x="16326" y="6317"/>
                </a:lnTo>
                <a:lnTo>
                  <a:pt x="16144" y="7044"/>
                </a:lnTo>
                <a:lnTo>
                  <a:pt x="15942" y="7709"/>
                </a:lnTo>
                <a:lnTo>
                  <a:pt x="15720" y="8315"/>
                </a:lnTo>
                <a:lnTo>
                  <a:pt x="15458" y="8860"/>
                </a:lnTo>
                <a:lnTo>
                  <a:pt x="15317" y="9122"/>
                </a:lnTo>
                <a:lnTo>
                  <a:pt x="15176" y="9364"/>
                </a:lnTo>
                <a:lnTo>
                  <a:pt x="15014" y="9586"/>
                </a:lnTo>
                <a:lnTo>
                  <a:pt x="14873" y="9808"/>
                </a:lnTo>
                <a:lnTo>
                  <a:pt x="14691" y="10010"/>
                </a:lnTo>
                <a:lnTo>
                  <a:pt x="14530" y="10212"/>
                </a:lnTo>
                <a:lnTo>
                  <a:pt x="14348" y="10393"/>
                </a:lnTo>
                <a:lnTo>
                  <a:pt x="14146" y="10555"/>
                </a:lnTo>
                <a:lnTo>
                  <a:pt x="13803" y="10837"/>
                </a:lnTo>
                <a:lnTo>
                  <a:pt x="13440" y="11080"/>
                </a:lnTo>
                <a:lnTo>
                  <a:pt x="13036" y="11302"/>
                </a:lnTo>
                <a:lnTo>
                  <a:pt x="12633" y="11483"/>
                </a:lnTo>
                <a:lnTo>
                  <a:pt x="12229" y="11665"/>
                </a:lnTo>
                <a:lnTo>
                  <a:pt x="11805" y="11806"/>
                </a:lnTo>
                <a:lnTo>
                  <a:pt x="11402" y="11947"/>
                </a:lnTo>
                <a:lnTo>
                  <a:pt x="10978" y="12068"/>
                </a:lnTo>
                <a:lnTo>
                  <a:pt x="10373" y="12230"/>
                </a:lnTo>
                <a:lnTo>
                  <a:pt x="9787" y="12371"/>
                </a:lnTo>
                <a:lnTo>
                  <a:pt x="9202" y="12512"/>
                </a:lnTo>
                <a:lnTo>
                  <a:pt x="8597" y="12633"/>
                </a:lnTo>
                <a:lnTo>
                  <a:pt x="7991" y="12734"/>
                </a:lnTo>
                <a:lnTo>
                  <a:pt x="7386" y="12835"/>
                </a:lnTo>
                <a:lnTo>
                  <a:pt x="6801" y="12936"/>
                </a:lnTo>
                <a:lnTo>
                  <a:pt x="6195" y="12997"/>
                </a:lnTo>
                <a:lnTo>
                  <a:pt x="5590" y="13057"/>
                </a:lnTo>
                <a:lnTo>
                  <a:pt x="4964" y="13118"/>
                </a:lnTo>
                <a:lnTo>
                  <a:pt x="4359" y="13158"/>
                </a:lnTo>
                <a:lnTo>
                  <a:pt x="3754" y="13178"/>
                </a:lnTo>
                <a:lnTo>
                  <a:pt x="1917" y="13178"/>
                </a:lnTo>
                <a:lnTo>
                  <a:pt x="1312" y="13138"/>
                </a:lnTo>
                <a:lnTo>
                  <a:pt x="1070" y="13118"/>
                </a:lnTo>
                <a:lnTo>
                  <a:pt x="848" y="13077"/>
                </a:lnTo>
                <a:lnTo>
                  <a:pt x="646" y="13017"/>
                </a:lnTo>
                <a:lnTo>
                  <a:pt x="484" y="12956"/>
                </a:lnTo>
                <a:lnTo>
                  <a:pt x="343" y="12855"/>
                </a:lnTo>
                <a:lnTo>
                  <a:pt x="242" y="12754"/>
                </a:lnTo>
                <a:lnTo>
                  <a:pt x="162" y="12613"/>
                </a:lnTo>
                <a:lnTo>
                  <a:pt x="101" y="12472"/>
                </a:lnTo>
                <a:lnTo>
                  <a:pt x="81" y="12351"/>
                </a:lnTo>
                <a:lnTo>
                  <a:pt x="81" y="12210"/>
                </a:lnTo>
                <a:lnTo>
                  <a:pt x="101" y="12068"/>
                </a:lnTo>
                <a:lnTo>
                  <a:pt x="121" y="11907"/>
                </a:lnTo>
                <a:lnTo>
                  <a:pt x="182" y="11745"/>
                </a:lnTo>
                <a:lnTo>
                  <a:pt x="242" y="11584"/>
                </a:lnTo>
                <a:lnTo>
                  <a:pt x="384" y="11241"/>
                </a:lnTo>
                <a:lnTo>
                  <a:pt x="606" y="10878"/>
                </a:lnTo>
                <a:lnTo>
                  <a:pt x="848" y="10515"/>
                </a:lnTo>
                <a:lnTo>
                  <a:pt x="1110" y="10131"/>
                </a:lnTo>
                <a:lnTo>
                  <a:pt x="1413" y="9768"/>
                </a:lnTo>
                <a:lnTo>
                  <a:pt x="1715" y="9405"/>
                </a:lnTo>
                <a:lnTo>
                  <a:pt x="2038" y="9062"/>
                </a:lnTo>
                <a:lnTo>
                  <a:pt x="2341" y="8739"/>
                </a:lnTo>
                <a:lnTo>
                  <a:pt x="2644" y="8456"/>
                </a:lnTo>
                <a:lnTo>
                  <a:pt x="2926" y="8194"/>
                </a:lnTo>
                <a:lnTo>
                  <a:pt x="3189" y="7972"/>
                </a:lnTo>
                <a:lnTo>
                  <a:pt x="3411" y="7790"/>
                </a:lnTo>
                <a:lnTo>
                  <a:pt x="3592" y="7669"/>
                </a:lnTo>
                <a:lnTo>
                  <a:pt x="4198" y="7306"/>
                </a:lnTo>
                <a:lnTo>
                  <a:pt x="4823" y="6983"/>
                </a:lnTo>
                <a:lnTo>
                  <a:pt x="6095" y="6357"/>
                </a:lnTo>
                <a:lnTo>
                  <a:pt x="6720" y="6055"/>
                </a:lnTo>
                <a:lnTo>
                  <a:pt x="7346" y="5752"/>
                </a:lnTo>
                <a:lnTo>
                  <a:pt x="7971" y="5409"/>
                </a:lnTo>
                <a:lnTo>
                  <a:pt x="8597" y="5066"/>
                </a:lnTo>
                <a:lnTo>
                  <a:pt x="9101" y="4723"/>
                </a:lnTo>
                <a:lnTo>
                  <a:pt x="9606" y="4360"/>
                </a:lnTo>
                <a:lnTo>
                  <a:pt x="10110" y="3976"/>
                </a:lnTo>
                <a:lnTo>
                  <a:pt x="10574" y="3573"/>
                </a:lnTo>
                <a:lnTo>
                  <a:pt x="11018" y="3149"/>
                </a:lnTo>
                <a:lnTo>
                  <a:pt x="11442" y="2705"/>
                </a:lnTo>
                <a:lnTo>
                  <a:pt x="11866" y="2241"/>
                </a:lnTo>
                <a:lnTo>
                  <a:pt x="12249" y="1756"/>
                </a:lnTo>
                <a:lnTo>
                  <a:pt x="12290" y="1716"/>
                </a:lnTo>
                <a:lnTo>
                  <a:pt x="12754" y="1131"/>
                </a:lnTo>
                <a:lnTo>
                  <a:pt x="12996" y="868"/>
                </a:lnTo>
                <a:lnTo>
                  <a:pt x="13238" y="606"/>
                </a:lnTo>
                <a:lnTo>
                  <a:pt x="13521" y="404"/>
                </a:lnTo>
                <a:lnTo>
                  <a:pt x="13662" y="303"/>
                </a:lnTo>
                <a:lnTo>
                  <a:pt x="13803" y="223"/>
                </a:lnTo>
                <a:lnTo>
                  <a:pt x="13965" y="162"/>
                </a:lnTo>
                <a:lnTo>
                  <a:pt x="14126" y="122"/>
                </a:lnTo>
                <a:lnTo>
                  <a:pt x="14288" y="102"/>
                </a:lnTo>
                <a:lnTo>
                  <a:pt x="14449" y="81"/>
                </a:lnTo>
                <a:close/>
                <a:moveTo>
                  <a:pt x="14368" y="1"/>
                </a:moveTo>
                <a:lnTo>
                  <a:pt x="14187" y="21"/>
                </a:lnTo>
                <a:lnTo>
                  <a:pt x="14025" y="61"/>
                </a:lnTo>
                <a:lnTo>
                  <a:pt x="13864" y="122"/>
                </a:lnTo>
                <a:lnTo>
                  <a:pt x="13702" y="202"/>
                </a:lnTo>
                <a:lnTo>
                  <a:pt x="13541" y="283"/>
                </a:lnTo>
                <a:lnTo>
                  <a:pt x="13400" y="384"/>
                </a:lnTo>
                <a:lnTo>
                  <a:pt x="13238" y="505"/>
                </a:lnTo>
                <a:lnTo>
                  <a:pt x="12976" y="768"/>
                </a:lnTo>
                <a:lnTo>
                  <a:pt x="12714" y="1050"/>
                </a:lnTo>
                <a:lnTo>
                  <a:pt x="12451" y="1353"/>
                </a:lnTo>
                <a:lnTo>
                  <a:pt x="12229" y="1655"/>
                </a:lnTo>
                <a:lnTo>
                  <a:pt x="12189" y="1716"/>
                </a:lnTo>
                <a:lnTo>
                  <a:pt x="11805" y="2200"/>
                </a:lnTo>
                <a:lnTo>
                  <a:pt x="11382" y="2664"/>
                </a:lnTo>
                <a:lnTo>
                  <a:pt x="10958" y="3088"/>
                </a:lnTo>
                <a:lnTo>
                  <a:pt x="10514" y="3512"/>
                </a:lnTo>
                <a:lnTo>
                  <a:pt x="10050" y="3916"/>
                </a:lnTo>
                <a:lnTo>
                  <a:pt x="9565" y="4299"/>
                </a:lnTo>
                <a:lnTo>
                  <a:pt x="9061" y="4662"/>
                </a:lnTo>
                <a:lnTo>
                  <a:pt x="8556" y="4985"/>
                </a:lnTo>
                <a:lnTo>
                  <a:pt x="7931" y="5348"/>
                </a:lnTo>
                <a:lnTo>
                  <a:pt x="7305" y="5671"/>
                </a:lnTo>
                <a:lnTo>
                  <a:pt x="6680" y="5994"/>
                </a:lnTo>
                <a:lnTo>
                  <a:pt x="6054" y="6297"/>
                </a:lnTo>
                <a:lnTo>
                  <a:pt x="4783" y="6902"/>
                </a:lnTo>
                <a:lnTo>
                  <a:pt x="4157" y="7245"/>
                </a:lnTo>
                <a:lnTo>
                  <a:pt x="3552" y="7588"/>
                </a:lnTo>
                <a:lnTo>
                  <a:pt x="3370" y="7709"/>
                </a:lnTo>
                <a:lnTo>
                  <a:pt x="3168" y="7891"/>
                </a:lnTo>
                <a:lnTo>
                  <a:pt x="2624" y="8375"/>
                </a:lnTo>
                <a:lnTo>
                  <a:pt x="2321" y="8658"/>
                </a:lnTo>
                <a:lnTo>
                  <a:pt x="1998" y="8981"/>
                </a:lnTo>
                <a:lnTo>
                  <a:pt x="1675" y="9344"/>
                </a:lnTo>
                <a:lnTo>
                  <a:pt x="1352" y="9707"/>
                </a:lnTo>
                <a:lnTo>
                  <a:pt x="1050" y="10071"/>
                </a:lnTo>
                <a:lnTo>
                  <a:pt x="787" y="10454"/>
                </a:lnTo>
                <a:lnTo>
                  <a:pt x="525" y="10837"/>
                </a:lnTo>
                <a:lnTo>
                  <a:pt x="323" y="11201"/>
                </a:lnTo>
                <a:lnTo>
                  <a:pt x="162" y="11564"/>
                </a:lnTo>
                <a:lnTo>
                  <a:pt x="101" y="11725"/>
                </a:lnTo>
                <a:lnTo>
                  <a:pt x="41" y="11907"/>
                </a:lnTo>
                <a:lnTo>
                  <a:pt x="20" y="12068"/>
                </a:lnTo>
                <a:lnTo>
                  <a:pt x="0" y="12210"/>
                </a:lnTo>
                <a:lnTo>
                  <a:pt x="0" y="12371"/>
                </a:lnTo>
                <a:lnTo>
                  <a:pt x="41" y="12492"/>
                </a:lnTo>
                <a:lnTo>
                  <a:pt x="81" y="12654"/>
                </a:lnTo>
                <a:lnTo>
                  <a:pt x="182" y="12795"/>
                </a:lnTo>
                <a:lnTo>
                  <a:pt x="283" y="12916"/>
                </a:lnTo>
                <a:lnTo>
                  <a:pt x="444" y="13017"/>
                </a:lnTo>
                <a:lnTo>
                  <a:pt x="606" y="13098"/>
                </a:lnTo>
                <a:lnTo>
                  <a:pt x="807" y="13158"/>
                </a:lnTo>
                <a:lnTo>
                  <a:pt x="1050" y="13198"/>
                </a:lnTo>
                <a:lnTo>
                  <a:pt x="1312" y="13219"/>
                </a:lnTo>
                <a:lnTo>
                  <a:pt x="2099" y="13259"/>
                </a:lnTo>
                <a:lnTo>
                  <a:pt x="2886" y="13259"/>
                </a:lnTo>
                <a:lnTo>
                  <a:pt x="3915" y="13239"/>
                </a:lnTo>
                <a:lnTo>
                  <a:pt x="4944" y="13198"/>
                </a:lnTo>
                <a:lnTo>
                  <a:pt x="5973" y="13098"/>
                </a:lnTo>
                <a:lnTo>
                  <a:pt x="6982" y="12976"/>
                </a:lnTo>
                <a:lnTo>
                  <a:pt x="7991" y="12835"/>
                </a:lnTo>
                <a:lnTo>
                  <a:pt x="9000" y="12633"/>
                </a:lnTo>
                <a:lnTo>
                  <a:pt x="10009" y="12411"/>
                </a:lnTo>
                <a:lnTo>
                  <a:pt x="10998" y="12149"/>
                </a:lnTo>
                <a:lnTo>
                  <a:pt x="11422" y="12028"/>
                </a:lnTo>
                <a:lnTo>
                  <a:pt x="11846" y="11887"/>
                </a:lnTo>
                <a:lnTo>
                  <a:pt x="12270" y="11725"/>
                </a:lnTo>
                <a:lnTo>
                  <a:pt x="12673" y="11564"/>
                </a:lnTo>
                <a:lnTo>
                  <a:pt x="13077" y="11362"/>
                </a:lnTo>
                <a:lnTo>
                  <a:pt x="13480" y="11160"/>
                </a:lnTo>
                <a:lnTo>
                  <a:pt x="13844" y="10898"/>
                </a:lnTo>
                <a:lnTo>
                  <a:pt x="14207" y="10615"/>
                </a:lnTo>
                <a:lnTo>
                  <a:pt x="14409" y="10454"/>
                </a:lnTo>
                <a:lnTo>
                  <a:pt x="14590" y="10272"/>
                </a:lnTo>
                <a:lnTo>
                  <a:pt x="14752" y="10071"/>
                </a:lnTo>
                <a:lnTo>
                  <a:pt x="14933" y="9869"/>
                </a:lnTo>
                <a:lnTo>
                  <a:pt x="15095" y="9647"/>
                </a:lnTo>
                <a:lnTo>
                  <a:pt x="15236" y="9405"/>
                </a:lnTo>
                <a:lnTo>
                  <a:pt x="15398" y="9162"/>
                </a:lnTo>
                <a:lnTo>
                  <a:pt x="15519" y="8900"/>
                </a:lnTo>
                <a:lnTo>
                  <a:pt x="15781" y="8355"/>
                </a:lnTo>
                <a:lnTo>
                  <a:pt x="16023" y="7730"/>
                </a:lnTo>
                <a:lnTo>
                  <a:pt x="16225" y="7064"/>
                </a:lnTo>
                <a:lnTo>
                  <a:pt x="16407" y="6337"/>
                </a:lnTo>
                <a:lnTo>
                  <a:pt x="16568" y="5570"/>
                </a:lnTo>
                <a:lnTo>
                  <a:pt x="16669" y="4844"/>
                </a:lnTo>
                <a:lnTo>
                  <a:pt x="16729" y="4178"/>
                </a:lnTo>
                <a:lnTo>
                  <a:pt x="16729" y="3855"/>
                </a:lnTo>
                <a:lnTo>
                  <a:pt x="16729" y="3532"/>
                </a:lnTo>
                <a:lnTo>
                  <a:pt x="16709" y="3250"/>
                </a:lnTo>
                <a:lnTo>
                  <a:pt x="16669" y="2947"/>
                </a:lnTo>
                <a:lnTo>
                  <a:pt x="16628" y="2664"/>
                </a:lnTo>
                <a:lnTo>
                  <a:pt x="16568" y="2382"/>
                </a:lnTo>
                <a:lnTo>
                  <a:pt x="16507" y="2120"/>
                </a:lnTo>
                <a:lnTo>
                  <a:pt x="16427" y="1857"/>
                </a:lnTo>
                <a:lnTo>
                  <a:pt x="16326" y="1615"/>
                </a:lnTo>
                <a:lnTo>
                  <a:pt x="16205" y="1373"/>
                </a:lnTo>
                <a:lnTo>
                  <a:pt x="16063" y="1090"/>
                </a:lnTo>
                <a:lnTo>
                  <a:pt x="15882" y="828"/>
                </a:lnTo>
                <a:lnTo>
                  <a:pt x="15680" y="606"/>
                </a:lnTo>
                <a:lnTo>
                  <a:pt x="15478" y="404"/>
                </a:lnTo>
                <a:lnTo>
                  <a:pt x="15256" y="243"/>
                </a:lnTo>
                <a:lnTo>
                  <a:pt x="15034" y="122"/>
                </a:lnTo>
                <a:lnTo>
                  <a:pt x="14792" y="41"/>
                </a:lnTo>
                <a:lnTo>
                  <a:pt x="14550" y="1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66" name="Google Shape;2866;p35"/>
          <p:cNvSpPr/>
          <p:nvPr/>
        </p:nvSpPr>
        <p:spPr>
          <a:xfrm flipH="1" rot="-2700000">
            <a:off x="4067304" y="4075914"/>
            <a:ext cx="1395616" cy="1650666"/>
          </a:xfrm>
          <a:custGeom>
            <a:rect b="b" l="l" r="r" t="t"/>
            <a:pathLst>
              <a:path extrusionOk="0" h="29525" w="24963">
                <a:moveTo>
                  <a:pt x="18727" y="81"/>
                </a:moveTo>
                <a:lnTo>
                  <a:pt x="19211" y="102"/>
                </a:lnTo>
                <a:lnTo>
                  <a:pt x="19514" y="142"/>
                </a:lnTo>
                <a:lnTo>
                  <a:pt x="19837" y="223"/>
                </a:lnTo>
                <a:lnTo>
                  <a:pt x="20140" y="303"/>
                </a:lnTo>
                <a:lnTo>
                  <a:pt x="20442" y="404"/>
                </a:lnTo>
                <a:lnTo>
                  <a:pt x="20745" y="525"/>
                </a:lnTo>
                <a:lnTo>
                  <a:pt x="21048" y="667"/>
                </a:lnTo>
                <a:lnTo>
                  <a:pt x="21330" y="828"/>
                </a:lnTo>
                <a:lnTo>
                  <a:pt x="21613" y="1010"/>
                </a:lnTo>
                <a:lnTo>
                  <a:pt x="21895" y="1212"/>
                </a:lnTo>
                <a:lnTo>
                  <a:pt x="22158" y="1413"/>
                </a:lnTo>
                <a:lnTo>
                  <a:pt x="22420" y="1655"/>
                </a:lnTo>
                <a:lnTo>
                  <a:pt x="22662" y="1898"/>
                </a:lnTo>
                <a:lnTo>
                  <a:pt x="22904" y="2160"/>
                </a:lnTo>
                <a:lnTo>
                  <a:pt x="23126" y="2443"/>
                </a:lnTo>
                <a:lnTo>
                  <a:pt x="23328" y="2725"/>
                </a:lnTo>
                <a:lnTo>
                  <a:pt x="23530" y="3028"/>
                </a:lnTo>
                <a:lnTo>
                  <a:pt x="23691" y="3290"/>
                </a:lnTo>
                <a:lnTo>
                  <a:pt x="23833" y="3573"/>
                </a:lnTo>
                <a:lnTo>
                  <a:pt x="24095" y="4138"/>
                </a:lnTo>
                <a:lnTo>
                  <a:pt x="24317" y="4723"/>
                </a:lnTo>
                <a:lnTo>
                  <a:pt x="24499" y="5369"/>
                </a:lnTo>
                <a:lnTo>
                  <a:pt x="24660" y="6035"/>
                </a:lnTo>
                <a:lnTo>
                  <a:pt x="24761" y="6721"/>
                </a:lnTo>
                <a:lnTo>
                  <a:pt x="24842" y="7467"/>
                </a:lnTo>
                <a:lnTo>
                  <a:pt x="24882" y="8214"/>
                </a:lnTo>
                <a:lnTo>
                  <a:pt x="24882" y="8880"/>
                </a:lnTo>
                <a:lnTo>
                  <a:pt x="24862" y="9546"/>
                </a:lnTo>
                <a:lnTo>
                  <a:pt x="24822" y="10232"/>
                </a:lnTo>
                <a:lnTo>
                  <a:pt x="24761" y="10938"/>
                </a:lnTo>
                <a:lnTo>
                  <a:pt x="24660" y="11665"/>
                </a:lnTo>
                <a:lnTo>
                  <a:pt x="24539" y="12411"/>
                </a:lnTo>
                <a:lnTo>
                  <a:pt x="24398" y="13178"/>
                </a:lnTo>
                <a:lnTo>
                  <a:pt x="24216" y="13986"/>
                </a:lnTo>
                <a:lnTo>
                  <a:pt x="23994" y="14853"/>
                </a:lnTo>
                <a:lnTo>
                  <a:pt x="23873" y="15297"/>
                </a:lnTo>
                <a:lnTo>
                  <a:pt x="23732" y="15721"/>
                </a:lnTo>
                <a:lnTo>
                  <a:pt x="23570" y="16145"/>
                </a:lnTo>
                <a:lnTo>
                  <a:pt x="23369" y="16569"/>
                </a:lnTo>
                <a:lnTo>
                  <a:pt x="23167" y="16972"/>
                </a:lnTo>
                <a:lnTo>
                  <a:pt x="22925" y="17356"/>
                </a:lnTo>
                <a:lnTo>
                  <a:pt x="22682" y="17658"/>
                </a:lnTo>
                <a:lnTo>
                  <a:pt x="22440" y="17961"/>
                </a:lnTo>
                <a:lnTo>
                  <a:pt x="22158" y="18244"/>
                </a:lnTo>
                <a:lnTo>
                  <a:pt x="21875" y="18506"/>
                </a:lnTo>
                <a:lnTo>
                  <a:pt x="21573" y="18748"/>
                </a:lnTo>
                <a:lnTo>
                  <a:pt x="21270" y="18990"/>
                </a:lnTo>
                <a:lnTo>
                  <a:pt x="20947" y="19212"/>
                </a:lnTo>
                <a:lnTo>
                  <a:pt x="20604" y="19414"/>
                </a:lnTo>
                <a:lnTo>
                  <a:pt x="20261" y="19616"/>
                </a:lnTo>
                <a:lnTo>
                  <a:pt x="19918" y="19818"/>
                </a:lnTo>
                <a:lnTo>
                  <a:pt x="19211" y="20181"/>
                </a:lnTo>
                <a:lnTo>
                  <a:pt x="18465" y="20524"/>
                </a:lnTo>
                <a:lnTo>
                  <a:pt x="17738" y="20847"/>
                </a:lnTo>
                <a:lnTo>
                  <a:pt x="17133" y="21109"/>
                </a:lnTo>
                <a:lnTo>
                  <a:pt x="16245" y="21513"/>
                </a:lnTo>
                <a:lnTo>
                  <a:pt x="15418" y="21916"/>
                </a:lnTo>
                <a:lnTo>
                  <a:pt x="14651" y="22340"/>
                </a:lnTo>
                <a:lnTo>
                  <a:pt x="13924" y="22744"/>
                </a:lnTo>
                <a:lnTo>
                  <a:pt x="13258" y="23167"/>
                </a:lnTo>
                <a:lnTo>
                  <a:pt x="12633" y="23611"/>
                </a:lnTo>
                <a:lnTo>
                  <a:pt x="12048" y="24055"/>
                </a:lnTo>
                <a:lnTo>
                  <a:pt x="11503" y="24520"/>
                </a:lnTo>
                <a:lnTo>
                  <a:pt x="11099" y="24883"/>
                </a:lnTo>
                <a:lnTo>
                  <a:pt x="10695" y="25246"/>
                </a:lnTo>
                <a:lnTo>
                  <a:pt x="9949" y="26013"/>
                </a:lnTo>
                <a:lnTo>
                  <a:pt x="9323" y="26638"/>
                </a:lnTo>
                <a:lnTo>
                  <a:pt x="8698" y="27244"/>
                </a:lnTo>
                <a:lnTo>
                  <a:pt x="8355" y="27526"/>
                </a:lnTo>
                <a:lnTo>
                  <a:pt x="8032" y="27809"/>
                </a:lnTo>
                <a:lnTo>
                  <a:pt x="7668" y="28091"/>
                </a:lnTo>
                <a:lnTo>
                  <a:pt x="7325" y="28334"/>
                </a:lnTo>
                <a:lnTo>
                  <a:pt x="6902" y="28596"/>
                </a:lnTo>
                <a:lnTo>
                  <a:pt x="6498" y="28818"/>
                </a:lnTo>
                <a:lnTo>
                  <a:pt x="6094" y="29000"/>
                </a:lnTo>
                <a:lnTo>
                  <a:pt x="5711" y="29141"/>
                </a:lnTo>
                <a:lnTo>
                  <a:pt x="5328" y="29262"/>
                </a:lnTo>
                <a:lnTo>
                  <a:pt x="4964" y="29343"/>
                </a:lnTo>
                <a:lnTo>
                  <a:pt x="4601" y="29403"/>
                </a:lnTo>
                <a:lnTo>
                  <a:pt x="4238" y="29423"/>
                </a:lnTo>
                <a:lnTo>
                  <a:pt x="3915" y="29423"/>
                </a:lnTo>
                <a:lnTo>
                  <a:pt x="3592" y="29403"/>
                </a:lnTo>
                <a:lnTo>
                  <a:pt x="3289" y="29363"/>
                </a:lnTo>
                <a:lnTo>
                  <a:pt x="2987" y="29302"/>
                </a:lnTo>
                <a:lnTo>
                  <a:pt x="2724" y="29221"/>
                </a:lnTo>
                <a:lnTo>
                  <a:pt x="2462" y="29121"/>
                </a:lnTo>
                <a:lnTo>
                  <a:pt x="2240" y="29020"/>
                </a:lnTo>
                <a:lnTo>
                  <a:pt x="2018" y="28899"/>
                </a:lnTo>
                <a:lnTo>
                  <a:pt x="1715" y="28677"/>
                </a:lnTo>
                <a:lnTo>
                  <a:pt x="1433" y="28414"/>
                </a:lnTo>
                <a:lnTo>
                  <a:pt x="1170" y="28132"/>
                </a:lnTo>
                <a:lnTo>
                  <a:pt x="928" y="27809"/>
                </a:lnTo>
                <a:lnTo>
                  <a:pt x="706" y="27446"/>
                </a:lnTo>
                <a:lnTo>
                  <a:pt x="525" y="27062"/>
                </a:lnTo>
                <a:lnTo>
                  <a:pt x="363" y="26659"/>
                </a:lnTo>
                <a:lnTo>
                  <a:pt x="242" y="26235"/>
                </a:lnTo>
                <a:lnTo>
                  <a:pt x="182" y="25952"/>
                </a:lnTo>
                <a:lnTo>
                  <a:pt x="121" y="25670"/>
                </a:lnTo>
                <a:lnTo>
                  <a:pt x="101" y="25387"/>
                </a:lnTo>
                <a:lnTo>
                  <a:pt x="81" y="25105"/>
                </a:lnTo>
                <a:lnTo>
                  <a:pt x="81" y="24802"/>
                </a:lnTo>
                <a:lnTo>
                  <a:pt x="81" y="24520"/>
                </a:lnTo>
                <a:lnTo>
                  <a:pt x="101" y="24237"/>
                </a:lnTo>
                <a:lnTo>
                  <a:pt x="141" y="23954"/>
                </a:lnTo>
                <a:lnTo>
                  <a:pt x="202" y="23672"/>
                </a:lnTo>
                <a:lnTo>
                  <a:pt x="262" y="23389"/>
                </a:lnTo>
                <a:lnTo>
                  <a:pt x="343" y="23107"/>
                </a:lnTo>
                <a:lnTo>
                  <a:pt x="424" y="22824"/>
                </a:lnTo>
                <a:lnTo>
                  <a:pt x="545" y="22562"/>
                </a:lnTo>
                <a:lnTo>
                  <a:pt x="666" y="22300"/>
                </a:lnTo>
                <a:lnTo>
                  <a:pt x="787" y="22037"/>
                </a:lnTo>
                <a:lnTo>
                  <a:pt x="928" y="21795"/>
                </a:lnTo>
                <a:lnTo>
                  <a:pt x="1211" y="21392"/>
                </a:lnTo>
                <a:lnTo>
                  <a:pt x="1514" y="21008"/>
                </a:lnTo>
                <a:lnTo>
                  <a:pt x="1836" y="20645"/>
                </a:lnTo>
                <a:lnTo>
                  <a:pt x="2200" y="20302"/>
                </a:lnTo>
                <a:lnTo>
                  <a:pt x="2563" y="19959"/>
                </a:lnTo>
                <a:lnTo>
                  <a:pt x="2926" y="19656"/>
                </a:lnTo>
                <a:lnTo>
                  <a:pt x="3693" y="19071"/>
                </a:lnTo>
                <a:lnTo>
                  <a:pt x="4238" y="18687"/>
                </a:lnTo>
                <a:lnTo>
                  <a:pt x="4803" y="18304"/>
                </a:lnTo>
                <a:lnTo>
                  <a:pt x="5368" y="17921"/>
                </a:lnTo>
                <a:lnTo>
                  <a:pt x="5953" y="17557"/>
                </a:lnTo>
                <a:lnTo>
                  <a:pt x="6518" y="17194"/>
                </a:lnTo>
                <a:lnTo>
                  <a:pt x="7124" y="16851"/>
                </a:lnTo>
                <a:lnTo>
                  <a:pt x="7709" y="16528"/>
                </a:lnTo>
                <a:lnTo>
                  <a:pt x="8314" y="16205"/>
                </a:lnTo>
                <a:lnTo>
                  <a:pt x="8556" y="16084"/>
                </a:lnTo>
                <a:lnTo>
                  <a:pt x="9162" y="15761"/>
                </a:lnTo>
                <a:lnTo>
                  <a:pt x="9464" y="15580"/>
                </a:lnTo>
                <a:lnTo>
                  <a:pt x="9767" y="15398"/>
                </a:lnTo>
                <a:lnTo>
                  <a:pt x="10050" y="15196"/>
                </a:lnTo>
                <a:lnTo>
                  <a:pt x="10312" y="14995"/>
                </a:lnTo>
                <a:lnTo>
                  <a:pt x="10574" y="14752"/>
                </a:lnTo>
                <a:lnTo>
                  <a:pt x="10796" y="14490"/>
                </a:lnTo>
                <a:lnTo>
                  <a:pt x="10938" y="14308"/>
                </a:lnTo>
                <a:lnTo>
                  <a:pt x="11059" y="14107"/>
                </a:lnTo>
                <a:lnTo>
                  <a:pt x="11180" y="13905"/>
                </a:lnTo>
                <a:lnTo>
                  <a:pt x="11281" y="13683"/>
                </a:lnTo>
                <a:lnTo>
                  <a:pt x="11482" y="13219"/>
                </a:lnTo>
                <a:lnTo>
                  <a:pt x="11624" y="12755"/>
                </a:lnTo>
                <a:lnTo>
                  <a:pt x="11745" y="12270"/>
                </a:lnTo>
                <a:lnTo>
                  <a:pt x="11846" y="11766"/>
                </a:lnTo>
                <a:lnTo>
                  <a:pt x="11926" y="11261"/>
                </a:lnTo>
                <a:lnTo>
                  <a:pt x="11987" y="10777"/>
                </a:lnTo>
                <a:lnTo>
                  <a:pt x="12088" y="9889"/>
                </a:lnTo>
                <a:lnTo>
                  <a:pt x="12169" y="9001"/>
                </a:lnTo>
                <a:lnTo>
                  <a:pt x="12229" y="8153"/>
                </a:lnTo>
                <a:lnTo>
                  <a:pt x="12330" y="7286"/>
                </a:lnTo>
                <a:lnTo>
                  <a:pt x="12451" y="6438"/>
                </a:lnTo>
                <a:lnTo>
                  <a:pt x="12532" y="6014"/>
                </a:lnTo>
                <a:lnTo>
                  <a:pt x="12633" y="5591"/>
                </a:lnTo>
                <a:lnTo>
                  <a:pt x="12814" y="5005"/>
                </a:lnTo>
                <a:lnTo>
                  <a:pt x="13016" y="4420"/>
                </a:lnTo>
                <a:lnTo>
                  <a:pt x="13258" y="3875"/>
                </a:lnTo>
                <a:lnTo>
                  <a:pt x="13541" y="3351"/>
                </a:lnTo>
                <a:lnTo>
                  <a:pt x="13844" y="2866"/>
                </a:lnTo>
                <a:lnTo>
                  <a:pt x="14187" y="2422"/>
                </a:lnTo>
                <a:lnTo>
                  <a:pt x="14550" y="1999"/>
                </a:lnTo>
                <a:lnTo>
                  <a:pt x="14933" y="1615"/>
                </a:lnTo>
                <a:lnTo>
                  <a:pt x="15135" y="1434"/>
                </a:lnTo>
                <a:lnTo>
                  <a:pt x="15357" y="1272"/>
                </a:lnTo>
                <a:lnTo>
                  <a:pt x="15801" y="949"/>
                </a:lnTo>
                <a:lnTo>
                  <a:pt x="16265" y="707"/>
                </a:lnTo>
                <a:lnTo>
                  <a:pt x="16729" y="485"/>
                </a:lnTo>
                <a:lnTo>
                  <a:pt x="17234" y="303"/>
                </a:lnTo>
                <a:lnTo>
                  <a:pt x="17738" y="182"/>
                </a:lnTo>
                <a:lnTo>
                  <a:pt x="17980" y="142"/>
                </a:lnTo>
                <a:lnTo>
                  <a:pt x="18223" y="102"/>
                </a:lnTo>
                <a:lnTo>
                  <a:pt x="18485" y="81"/>
                </a:lnTo>
                <a:close/>
                <a:moveTo>
                  <a:pt x="18646" y="1"/>
                </a:moveTo>
                <a:lnTo>
                  <a:pt x="18364" y="21"/>
                </a:lnTo>
                <a:lnTo>
                  <a:pt x="18081" y="41"/>
                </a:lnTo>
                <a:lnTo>
                  <a:pt x="17799" y="81"/>
                </a:lnTo>
                <a:lnTo>
                  <a:pt x="17516" y="142"/>
                </a:lnTo>
                <a:lnTo>
                  <a:pt x="17234" y="223"/>
                </a:lnTo>
                <a:lnTo>
                  <a:pt x="16951" y="324"/>
                </a:lnTo>
                <a:lnTo>
                  <a:pt x="16669" y="425"/>
                </a:lnTo>
                <a:lnTo>
                  <a:pt x="16406" y="546"/>
                </a:lnTo>
                <a:lnTo>
                  <a:pt x="16124" y="667"/>
                </a:lnTo>
                <a:lnTo>
                  <a:pt x="15862" y="828"/>
                </a:lnTo>
                <a:lnTo>
                  <a:pt x="15599" y="990"/>
                </a:lnTo>
                <a:lnTo>
                  <a:pt x="15357" y="1151"/>
                </a:lnTo>
                <a:lnTo>
                  <a:pt x="15115" y="1353"/>
                </a:lnTo>
                <a:lnTo>
                  <a:pt x="14873" y="1555"/>
                </a:lnTo>
                <a:lnTo>
                  <a:pt x="14489" y="1938"/>
                </a:lnTo>
                <a:lnTo>
                  <a:pt x="14126" y="2362"/>
                </a:lnTo>
                <a:lnTo>
                  <a:pt x="13783" y="2826"/>
                </a:lnTo>
                <a:lnTo>
                  <a:pt x="13460" y="3310"/>
                </a:lnTo>
                <a:lnTo>
                  <a:pt x="13198" y="3835"/>
                </a:lnTo>
                <a:lnTo>
                  <a:pt x="12956" y="4400"/>
                </a:lnTo>
                <a:lnTo>
                  <a:pt x="12734" y="4965"/>
                </a:lnTo>
                <a:lnTo>
                  <a:pt x="12552" y="5570"/>
                </a:lnTo>
                <a:lnTo>
                  <a:pt x="12471" y="5994"/>
                </a:lnTo>
                <a:lnTo>
                  <a:pt x="12370" y="6418"/>
                </a:lnTo>
                <a:lnTo>
                  <a:pt x="12310" y="6842"/>
                </a:lnTo>
                <a:lnTo>
                  <a:pt x="12249" y="7286"/>
                </a:lnTo>
                <a:lnTo>
                  <a:pt x="12148" y="8133"/>
                </a:lnTo>
                <a:lnTo>
                  <a:pt x="12088" y="9001"/>
                </a:lnTo>
                <a:lnTo>
                  <a:pt x="12007" y="9889"/>
                </a:lnTo>
                <a:lnTo>
                  <a:pt x="11906" y="10777"/>
                </a:lnTo>
                <a:lnTo>
                  <a:pt x="11846" y="11261"/>
                </a:lnTo>
                <a:lnTo>
                  <a:pt x="11765" y="11746"/>
                </a:lnTo>
                <a:lnTo>
                  <a:pt x="11664" y="12230"/>
                </a:lnTo>
                <a:lnTo>
                  <a:pt x="11543" y="12714"/>
                </a:lnTo>
                <a:lnTo>
                  <a:pt x="11402" y="13198"/>
                </a:lnTo>
                <a:lnTo>
                  <a:pt x="11220" y="13642"/>
                </a:lnTo>
                <a:lnTo>
                  <a:pt x="11119" y="13844"/>
                </a:lnTo>
                <a:lnTo>
                  <a:pt x="10998" y="14066"/>
                </a:lnTo>
                <a:lnTo>
                  <a:pt x="10877" y="14248"/>
                </a:lnTo>
                <a:lnTo>
                  <a:pt x="10736" y="14450"/>
                </a:lnTo>
                <a:lnTo>
                  <a:pt x="10514" y="14692"/>
                </a:lnTo>
                <a:lnTo>
                  <a:pt x="10272" y="14934"/>
                </a:lnTo>
                <a:lnTo>
                  <a:pt x="9989" y="15136"/>
                </a:lnTo>
                <a:lnTo>
                  <a:pt x="9707" y="15338"/>
                </a:lnTo>
                <a:lnTo>
                  <a:pt x="9424" y="15519"/>
                </a:lnTo>
                <a:lnTo>
                  <a:pt x="9121" y="15681"/>
                </a:lnTo>
                <a:lnTo>
                  <a:pt x="8516" y="16004"/>
                </a:lnTo>
                <a:lnTo>
                  <a:pt x="8274" y="16145"/>
                </a:lnTo>
                <a:lnTo>
                  <a:pt x="7668" y="16447"/>
                </a:lnTo>
                <a:lnTo>
                  <a:pt x="7083" y="16791"/>
                </a:lnTo>
                <a:lnTo>
                  <a:pt x="6478" y="17134"/>
                </a:lnTo>
                <a:lnTo>
                  <a:pt x="5913" y="17497"/>
                </a:lnTo>
                <a:lnTo>
                  <a:pt x="5328" y="17860"/>
                </a:lnTo>
                <a:lnTo>
                  <a:pt x="4763" y="18223"/>
                </a:lnTo>
                <a:lnTo>
                  <a:pt x="4198" y="18607"/>
                </a:lnTo>
                <a:lnTo>
                  <a:pt x="3653" y="19010"/>
                </a:lnTo>
                <a:lnTo>
                  <a:pt x="2866" y="19596"/>
                </a:lnTo>
                <a:lnTo>
                  <a:pt x="2502" y="19918"/>
                </a:lnTo>
                <a:lnTo>
                  <a:pt x="2139" y="20241"/>
                </a:lnTo>
                <a:lnTo>
                  <a:pt x="1776" y="20584"/>
                </a:lnTo>
                <a:lnTo>
                  <a:pt x="1453" y="20948"/>
                </a:lnTo>
                <a:lnTo>
                  <a:pt x="1150" y="21331"/>
                </a:lnTo>
                <a:lnTo>
                  <a:pt x="868" y="21755"/>
                </a:lnTo>
                <a:lnTo>
                  <a:pt x="727" y="21997"/>
                </a:lnTo>
                <a:lnTo>
                  <a:pt x="585" y="22259"/>
                </a:lnTo>
                <a:lnTo>
                  <a:pt x="464" y="22542"/>
                </a:lnTo>
                <a:lnTo>
                  <a:pt x="363" y="22804"/>
                </a:lnTo>
                <a:lnTo>
                  <a:pt x="262" y="23087"/>
                </a:lnTo>
                <a:lnTo>
                  <a:pt x="182" y="23369"/>
                </a:lnTo>
                <a:lnTo>
                  <a:pt x="121" y="23652"/>
                </a:lnTo>
                <a:lnTo>
                  <a:pt x="61" y="23934"/>
                </a:lnTo>
                <a:lnTo>
                  <a:pt x="20" y="24217"/>
                </a:lnTo>
                <a:lnTo>
                  <a:pt x="0" y="24520"/>
                </a:lnTo>
                <a:lnTo>
                  <a:pt x="0" y="24802"/>
                </a:lnTo>
                <a:lnTo>
                  <a:pt x="0" y="25105"/>
                </a:lnTo>
                <a:lnTo>
                  <a:pt x="20" y="25387"/>
                </a:lnTo>
                <a:lnTo>
                  <a:pt x="61" y="25690"/>
                </a:lnTo>
                <a:lnTo>
                  <a:pt x="101" y="25972"/>
                </a:lnTo>
                <a:lnTo>
                  <a:pt x="161" y="26255"/>
                </a:lnTo>
                <a:lnTo>
                  <a:pt x="283" y="26699"/>
                </a:lnTo>
                <a:lnTo>
                  <a:pt x="444" y="27103"/>
                </a:lnTo>
                <a:lnTo>
                  <a:pt x="646" y="27486"/>
                </a:lnTo>
                <a:lnTo>
                  <a:pt x="848" y="27849"/>
                </a:lnTo>
                <a:lnTo>
                  <a:pt x="1110" y="28172"/>
                </a:lnTo>
                <a:lnTo>
                  <a:pt x="1372" y="28475"/>
                </a:lnTo>
                <a:lnTo>
                  <a:pt x="1675" y="28737"/>
                </a:lnTo>
                <a:lnTo>
                  <a:pt x="1978" y="28959"/>
                </a:lnTo>
                <a:lnTo>
                  <a:pt x="2220" y="29100"/>
                </a:lnTo>
                <a:lnTo>
                  <a:pt x="2462" y="29221"/>
                </a:lnTo>
                <a:lnTo>
                  <a:pt x="2704" y="29302"/>
                </a:lnTo>
                <a:lnTo>
                  <a:pt x="2967" y="29383"/>
                </a:lnTo>
                <a:lnTo>
                  <a:pt x="3209" y="29443"/>
                </a:lnTo>
                <a:lnTo>
                  <a:pt x="3471" y="29484"/>
                </a:lnTo>
                <a:lnTo>
                  <a:pt x="3733" y="29504"/>
                </a:lnTo>
                <a:lnTo>
                  <a:pt x="3996" y="29524"/>
                </a:lnTo>
                <a:lnTo>
                  <a:pt x="4460" y="29484"/>
                </a:lnTo>
                <a:lnTo>
                  <a:pt x="4904" y="29423"/>
                </a:lnTo>
                <a:lnTo>
                  <a:pt x="5368" y="29322"/>
                </a:lnTo>
                <a:lnTo>
                  <a:pt x="5812" y="29181"/>
                </a:lnTo>
                <a:lnTo>
                  <a:pt x="6236" y="29020"/>
                </a:lnTo>
                <a:lnTo>
                  <a:pt x="6639" y="28838"/>
                </a:lnTo>
                <a:lnTo>
                  <a:pt x="7003" y="28636"/>
                </a:lnTo>
                <a:lnTo>
                  <a:pt x="7366" y="28414"/>
                </a:lnTo>
                <a:lnTo>
                  <a:pt x="7729" y="28152"/>
                </a:lnTo>
                <a:lnTo>
                  <a:pt x="8072" y="27890"/>
                </a:lnTo>
                <a:lnTo>
                  <a:pt x="8415" y="27587"/>
                </a:lnTo>
                <a:lnTo>
                  <a:pt x="8738" y="27304"/>
                </a:lnTo>
                <a:lnTo>
                  <a:pt x="9384" y="26699"/>
                </a:lnTo>
                <a:lnTo>
                  <a:pt x="9989" y="26073"/>
                </a:lnTo>
                <a:lnTo>
                  <a:pt x="10756" y="25307"/>
                </a:lnTo>
                <a:lnTo>
                  <a:pt x="11139" y="24943"/>
                </a:lnTo>
                <a:lnTo>
                  <a:pt x="11543" y="24580"/>
                </a:lnTo>
                <a:lnTo>
                  <a:pt x="12108" y="24116"/>
                </a:lnTo>
                <a:lnTo>
                  <a:pt x="12693" y="23672"/>
                </a:lnTo>
                <a:lnTo>
                  <a:pt x="13299" y="23248"/>
                </a:lnTo>
                <a:lnTo>
                  <a:pt x="13985" y="22824"/>
                </a:lnTo>
                <a:lnTo>
                  <a:pt x="14691" y="22401"/>
                </a:lnTo>
                <a:lnTo>
                  <a:pt x="15458" y="21997"/>
                </a:lnTo>
                <a:lnTo>
                  <a:pt x="16285" y="21593"/>
                </a:lnTo>
                <a:lnTo>
                  <a:pt x="17173" y="21170"/>
                </a:lnTo>
                <a:lnTo>
                  <a:pt x="17758" y="20907"/>
                </a:lnTo>
                <a:lnTo>
                  <a:pt x="18505" y="20584"/>
                </a:lnTo>
                <a:lnTo>
                  <a:pt x="19252" y="20241"/>
                </a:lnTo>
                <a:lnTo>
                  <a:pt x="19958" y="19878"/>
                </a:lnTo>
                <a:lnTo>
                  <a:pt x="20321" y="19696"/>
                </a:lnTo>
                <a:lnTo>
                  <a:pt x="20664" y="19495"/>
                </a:lnTo>
                <a:lnTo>
                  <a:pt x="20987" y="19273"/>
                </a:lnTo>
                <a:lnTo>
                  <a:pt x="21330" y="19051"/>
                </a:lnTo>
                <a:lnTo>
                  <a:pt x="21633" y="18809"/>
                </a:lnTo>
                <a:lnTo>
                  <a:pt x="21936" y="18566"/>
                </a:lnTo>
                <a:lnTo>
                  <a:pt x="22218" y="18304"/>
                </a:lnTo>
                <a:lnTo>
                  <a:pt x="22501" y="18022"/>
                </a:lnTo>
                <a:lnTo>
                  <a:pt x="22743" y="17719"/>
                </a:lnTo>
                <a:lnTo>
                  <a:pt x="22985" y="17396"/>
                </a:lnTo>
                <a:lnTo>
                  <a:pt x="23227" y="17013"/>
                </a:lnTo>
                <a:lnTo>
                  <a:pt x="23449" y="16589"/>
                </a:lnTo>
                <a:lnTo>
                  <a:pt x="23631" y="16185"/>
                </a:lnTo>
                <a:lnTo>
                  <a:pt x="23792" y="15761"/>
                </a:lnTo>
                <a:lnTo>
                  <a:pt x="23954" y="15317"/>
                </a:lnTo>
                <a:lnTo>
                  <a:pt x="24075" y="14873"/>
                </a:lnTo>
                <a:lnTo>
                  <a:pt x="24297" y="14006"/>
                </a:lnTo>
                <a:lnTo>
                  <a:pt x="24478" y="13198"/>
                </a:lnTo>
                <a:lnTo>
                  <a:pt x="24620" y="12432"/>
                </a:lnTo>
                <a:lnTo>
                  <a:pt x="24741" y="11685"/>
                </a:lnTo>
                <a:lnTo>
                  <a:pt x="24842" y="10938"/>
                </a:lnTo>
                <a:lnTo>
                  <a:pt x="24902" y="10232"/>
                </a:lnTo>
                <a:lnTo>
                  <a:pt x="24943" y="9546"/>
                </a:lnTo>
                <a:lnTo>
                  <a:pt x="24963" y="8880"/>
                </a:lnTo>
                <a:lnTo>
                  <a:pt x="24963" y="8214"/>
                </a:lnTo>
                <a:lnTo>
                  <a:pt x="24922" y="7447"/>
                </a:lnTo>
                <a:lnTo>
                  <a:pt x="24842" y="6721"/>
                </a:lnTo>
                <a:lnTo>
                  <a:pt x="24741" y="6014"/>
                </a:lnTo>
                <a:lnTo>
                  <a:pt x="24579" y="5348"/>
                </a:lnTo>
                <a:lnTo>
                  <a:pt x="24398" y="4703"/>
                </a:lnTo>
                <a:lnTo>
                  <a:pt x="24156" y="4097"/>
                </a:lnTo>
                <a:lnTo>
                  <a:pt x="23893" y="3532"/>
                </a:lnTo>
                <a:lnTo>
                  <a:pt x="23752" y="3250"/>
                </a:lnTo>
                <a:lnTo>
                  <a:pt x="23591" y="2987"/>
                </a:lnTo>
                <a:lnTo>
                  <a:pt x="23389" y="2685"/>
                </a:lnTo>
                <a:lnTo>
                  <a:pt x="23187" y="2382"/>
                </a:lnTo>
                <a:lnTo>
                  <a:pt x="22965" y="2099"/>
                </a:lnTo>
                <a:lnTo>
                  <a:pt x="22723" y="1837"/>
                </a:lnTo>
                <a:lnTo>
                  <a:pt x="22460" y="1595"/>
                </a:lnTo>
                <a:lnTo>
                  <a:pt x="22218" y="1353"/>
                </a:lnTo>
                <a:lnTo>
                  <a:pt x="21936" y="1151"/>
                </a:lnTo>
                <a:lnTo>
                  <a:pt x="21653" y="949"/>
                </a:lnTo>
                <a:lnTo>
                  <a:pt x="21371" y="768"/>
                </a:lnTo>
                <a:lnTo>
                  <a:pt x="21088" y="606"/>
                </a:lnTo>
                <a:lnTo>
                  <a:pt x="20785" y="445"/>
                </a:lnTo>
                <a:lnTo>
                  <a:pt x="20483" y="324"/>
                </a:lnTo>
                <a:lnTo>
                  <a:pt x="20160" y="223"/>
                </a:lnTo>
                <a:lnTo>
                  <a:pt x="19857" y="142"/>
                </a:lnTo>
                <a:lnTo>
                  <a:pt x="19534" y="61"/>
                </a:lnTo>
                <a:lnTo>
                  <a:pt x="19211" y="21"/>
                </a:lnTo>
                <a:lnTo>
                  <a:pt x="18929" y="1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67" name="Google Shape;2867;p35"/>
          <p:cNvSpPr/>
          <p:nvPr/>
        </p:nvSpPr>
        <p:spPr>
          <a:xfrm flipH="1" rot="-2700000">
            <a:off x="4109734" y="-7464"/>
            <a:ext cx="653334" cy="572100"/>
          </a:xfrm>
          <a:custGeom>
            <a:rect b="b" l="l" r="r" t="t"/>
            <a:pathLst>
              <a:path extrusionOk="0" h="10233" w="11686">
                <a:moveTo>
                  <a:pt x="10817" y="82"/>
                </a:moveTo>
                <a:lnTo>
                  <a:pt x="10918" y="102"/>
                </a:lnTo>
                <a:lnTo>
                  <a:pt x="10979" y="142"/>
                </a:lnTo>
                <a:lnTo>
                  <a:pt x="11039" y="182"/>
                </a:lnTo>
                <a:lnTo>
                  <a:pt x="11120" y="303"/>
                </a:lnTo>
                <a:lnTo>
                  <a:pt x="11201" y="445"/>
                </a:lnTo>
                <a:lnTo>
                  <a:pt x="11241" y="586"/>
                </a:lnTo>
                <a:lnTo>
                  <a:pt x="11382" y="1191"/>
                </a:lnTo>
                <a:lnTo>
                  <a:pt x="11504" y="1797"/>
                </a:lnTo>
                <a:lnTo>
                  <a:pt x="11564" y="2422"/>
                </a:lnTo>
                <a:lnTo>
                  <a:pt x="11604" y="3028"/>
                </a:lnTo>
                <a:lnTo>
                  <a:pt x="11584" y="3653"/>
                </a:lnTo>
                <a:lnTo>
                  <a:pt x="11544" y="4259"/>
                </a:lnTo>
                <a:lnTo>
                  <a:pt x="11463" y="4884"/>
                </a:lnTo>
                <a:lnTo>
                  <a:pt x="11342" y="5490"/>
                </a:lnTo>
                <a:lnTo>
                  <a:pt x="11241" y="5853"/>
                </a:lnTo>
                <a:lnTo>
                  <a:pt x="11140" y="6176"/>
                </a:lnTo>
                <a:lnTo>
                  <a:pt x="11019" y="6499"/>
                </a:lnTo>
                <a:lnTo>
                  <a:pt x="10878" y="6781"/>
                </a:lnTo>
                <a:lnTo>
                  <a:pt x="10737" y="7044"/>
                </a:lnTo>
                <a:lnTo>
                  <a:pt x="10575" y="7286"/>
                </a:lnTo>
                <a:lnTo>
                  <a:pt x="10414" y="7488"/>
                </a:lnTo>
                <a:lnTo>
                  <a:pt x="10212" y="7669"/>
                </a:lnTo>
                <a:lnTo>
                  <a:pt x="10030" y="7831"/>
                </a:lnTo>
                <a:lnTo>
                  <a:pt x="9849" y="7972"/>
                </a:lnTo>
                <a:lnTo>
                  <a:pt x="9647" y="8093"/>
                </a:lnTo>
                <a:lnTo>
                  <a:pt x="9425" y="8194"/>
                </a:lnTo>
                <a:lnTo>
                  <a:pt x="9001" y="8396"/>
                </a:lnTo>
                <a:lnTo>
                  <a:pt x="8557" y="8557"/>
                </a:lnTo>
                <a:lnTo>
                  <a:pt x="7730" y="8840"/>
                </a:lnTo>
                <a:lnTo>
                  <a:pt x="6862" y="9142"/>
                </a:lnTo>
                <a:lnTo>
                  <a:pt x="5974" y="9405"/>
                </a:lnTo>
                <a:lnTo>
                  <a:pt x="5066" y="9647"/>
                </a:lnTo>
                <a:lnTo>
                  <a:pt x="4158" y="9849"/>
                </a:lnTo>
                <a:lnTo>
                  <a:pt x="3714" y="9950"/>
                </a:lnTo>
                <a:lnTo>
                  <a:pt x="3270" y="10010"/>
                </a:lnTo>
                <a:lnTo>
                  <a:pt x="2806" y="10071"/>
                </a:lnTo>
                <a:lnTo>
                  <a:pt x="2362" y="10111"/>
                </a:lnTo>
                <a:lnTo>
                  <a:pt x="1918" y="10151"/>
                </a:lnTo>
                <a:lnTo>
                  <a:pt x="1252" y="10151"/>
                </a:lnTo>
                <a:lnTo>
                  <a:pt x="1070" y="10131"/>
                </a:lnTo>
                <a:lnTo>
                  <a:pt x="889" y="10071"/>
                </a:lnTo>
                <a:lnTo>
                  <a:pt x="707" y="10010"/>
                </a:lnTo>
                <a:lnTo>
                  <a:pt x="566" y="9950"/>
                </a:lnTo>
                <a:lnTo>
                  <a:pt x="425" y="9849"/>
                </a:lnTo>
                <a:lnTo>
                  <a:pt x="324" y="9748"/>
                </a:lnTo>
                <a:lnTo>
                  <a:pt x="223" y="9627"/>
                </a:lnTo>
                <a:lnTo>
                  <a:pt x="162" y="9526"/>
                </a:lnTo>
                <a:lnTo>
                  <a:pt x="122" y="9405"/>
                </a:lnTo>
                <a:lnTo>
                  <a:pt x="102" y="9284"/>
                </a:lnTo>
                <a:lnTo>
                  <a:pt x="82" y="9163"/>
                </a:lnTo>
                <a:lnTo>
                  <a:pt x="102" y="9021"/>
                </a:lnTo>
                <a:lnTo>
                  <a:pt x="122" y="8880"/>
                </a:lnTo>
                <a:lnTo>
                  <a:pt x="162" y="8739"/>
                </a:lnTo>
                <a:lnTo>
                  <a:pt x="223" y="8577"/>
                </a:lnTo>
                <a:lnTo>
                  <a:pt x="324" y="8416"/>
                </a:lnTo>
                <a:lnTo>
                  <a:pt x="425" y="8234"/>
                </a:lnTo>
                <a:lnTo>
                  <a:pt x="546" y="8073"/>
                </a:lnTo>
                <a:lnTo>
                  <a:pt x="667" y="7911"/>
                </a:lnTo>
                <a:lnTo>
                  <a:pt x="970" y="7589"/>
                </a:lnTo>
                <a:lnTo>
                  <a:pt x="1292" y="7306"/>
                </a:lnTo>
                <a:lnTo>
                  <a:pt x="1615" y="7064"/>
                </a:lnTo>
                <a:lnTo>
                  <a:pt x="1979" y="6822"/>
                </a:lnTo>
                <a:lnTo>
                  <a:pt x="2322" y="6620"/>
                </a:lnTo>
                <a:lnTo>
                  <a:pt x="2645" y="6438"/>
                </a:lnTo>
                <a:lnTo>
                  <a:pt x="3008" y="6257"/>
                </a:lnTo>
                <a:lnTo>
                  <a:pt x="3391" y="6075"/>
                </a:lnTo>
                <a:lnTo>
                  <a:pt x="4138" y="5752"/>
                </a:lnTo>
                <a:lnTo>
                  <a:pt x="5107" y="5328"/>
                </a:lnTo>
                <a:lnTo>
                  <a:pt x="5591" y="5086"/>
                </a:lnTo>
                <a:lnTo>
                  <a:pt x="6055" y="4824"/>
                </a:lnTo>
                <a:lnTo>
                  <a:pt x="6459" y="4582"/>
                </a:lnTo>
                <a:lnTo>
                  <a:pt x="6822" y="4319"/>
                </a:lnTo>
                <a:lnTo>
                  <a:pt x="7185" y="4017"/>
                </a:lnTo>
                <a:lnTo>
                  <a:pt x="7528" y="3714"/>
                </a:lnTo>
                <a:lnTo>
                  <a:pt x="7851" y="3391"/>
                </a:lnTo>
                <a:lnTo>
                  <a:pt x="8174" y="3048"/>
                </a:lnTo>
                <a:lnTo>
                  <a:pt x="8456" y="2685"/>
                </a:lnTo>
                <a:lnTo>
                  <a:pt x="8719" y="2301"/>
                </a:lnTo>
                <a:lnTo>
                  <a:pt x="9021" y="1817"/>
                </a:lnTo>
                <a:lnTo>
                  <a:pt x="9324" y="1353"/>
                </a:lnTo>
                <a:lnTo>
                  <a:pt x="9465" y="1131"/>
                </a:lnTo>
                <a:lnTo>
                  <a:pt x="9647" y="909"/>
                </a:lnTo>
                <a:lnTo>
                  <a:pt x="9808" y="707"/>
                </a:lnTo>
                <a:lnTo>
                  <a:pt x="10010" y="525"/>
                </a:lnTo>
                <a:lnTo>
                  <a:pt x="10212" y="344"/>
                </a:lnTo>
                <a:lnTo>
                  <a:pt x="10434" y="203"/>
                </a:lnTo>
                <a:lnTo>
                  <a:pt x="10575" y="122"/>
                </a:lnTo>
                <a:lnTo>
                  <a:pt x="10696" y="102"/>
                </a:lnTo>
                <a:lnTo>
                  <a:pt x="10817" y="82"/>
                </a:lnTo>
                <a:close/>
                <a:moveTo>
                  <a:pt x="10838" y="1"/>
                </a:moveTo>
                <a:lnTo>
                  <a:pt x="10696" y="21"/>
                </a:lnTo>
                <a:lnTo>
                  <a:pt x="10555" y="61"/>
                </a:lnTo>
                <a:lnTo>
                  <a:pt x="10394" y="122"/>
                </a:lnTo>
                <a:lnTo>
                  <a:pt x="10152" y="283"/>
                </a:lnTo>
                <a:lnTo>
                  <a:pt x="9950" y="445"/>
                </a:lnTo>
                <a:lnTo>
                  <a:pt x="9748" y="647"/>
                </a:lnTo>
                <a:lnTo>
                  <a:pt x="9586" y="848"/>
                </a:lnTo>
                <a:lnTo>
                  <a:pt x="9405" y="1070"/>
                </a:lnTo>
                <a:lnTo>
                  <a:pt x="9264" y="1312"/>
                </a:lnTo>
                <a:lnTo>
                  <a:pt x="8961" y="1777"/>
                </a:lnTo>
                <a:lnTo>
                  <a:pt x="8658" y="2261"/>
                </a:lnTo>
                <a:lnTo>
                  <a:pt x="8396" y="2624"/>
                </a:lnTo>
                <a:lnTo>
                  <a:pt x="8113" y="2987"/>
                </a:lnTo>
                <a:lnTo>
                  <a:pt x="7790" y="3331"/>
                </a:lnTo>
                <a:lnTo>
                  <a:pt x="7468" y="3653"/>
                </a:lnTo>
                <a:lnTo>
                  <a:pt x="7145" y="3956"/>
                </a:lnTo>
                <a:lnTo>
                  <a:pt x="6781" y="4239"/>
                </a:lnTo>
                <a:lnTo>
                  <a:pt x="6398" y="4521"/>
                </a:lnTo>
                <a:lnTo>
                  <a:pt x="6015" y="4763"/>
                </a:lnTo>
                <a:lnTo>
                  <a:pt x="5550" y="5026"/>
                </a:lnTo>
                <a:lnTo>
                  <a:pt x="5066" y="5248"/>
                </a:lnTo>
                <a:lnTo>
                  <a:pt x="4097" y="5692"/>
                </a:lnTo>
                <a:lnTo>
                  <a:pt x="3351" y="6014"/>
                </a:lnTo>
                <a:lnTo>
                  <a:pt x="2988" y="6176"/>
                </a:lnTo>
                <a:lnTo>
                  <a:pt x="2604" y="6358"/>
                </a:lnTo>
                <a:lnTo>
                  <a:pt x="2281" y="6539"/>
                </a:lnTo>
                <a:lnTo>
                  <a:pt x="1918" y="6761"/>
                </a:lnTo>
                <a:lnTo>
                  <a:pt x="1575" y="7003"/>
                </a:lnTo>
                <a:lnTo>
                  <a:pt x="1232" y="7266"/>
                </a:lnTo>
                <a:lnTo>
                  <a:pt x="909" y="7548"/>
                </a:lnTo>
                <a:lnTo>
                  <a:pt x="606" y="7851"/>
                </a:lnTo>
                <a:lnTo>
                  <a:pt x="485" y="8012"/>
                </a:lnTo>
                <a:lnTo>
                  <a:pt x="364" y="8194"/>
                </a:lnTo>
                <a:lnTo>
                  <a:pt x="243" y="8376"/>
                </a:lnTo>
                <a:lnTo>
                  <a:pt x="162" y="8557"/>
                </a:lnTo>
                <a:lnTo>
                  <a:pt x="102" y="8719"/>
                </a:lnTo>
                <a:lnTo>
                  <a:pt x="41" y="8860"/>
                </a:lnTo>
                <a:lnTo>
                  <a:pt x="21" y="9021"/>
                </a:lnTo>
                <a:lnTo>
                  <a:pt x="1" y="9163"/>
                </a:lnTo>
                <a:lnTo>
                  <a:pt x="21" y="9304"/>
                </a:lnTo>
                <a:lnTo>
                  <a:pt x="41" y="9425"/>
                </a:lnTo>
                <a:lnTo>
                  <a:pt x="102" y="9546"/>
                </a:lnTo>
                <a:lnTo>
                  <a:pt x="162" y="9667"/>
                </a:lnTo>
                <a:lnTo>
                  <a:pt x="263" y="9808"/>
                </a:lnTo>
                <a:lnTo>
                  <a:pt x="384" y="9909"/>
                </a:lnTo>
                <a:lnTo>
                  <a:pt x="526" y="10010"/>
                </a:lnTo>
                <a:lnTo>
                  <a:pt x="687" y="10091"/>
                </a:lnTo>
                <a:lnTo>
                  <a:pt x="849" y="10151"/>
                </a:lnTo>
                <a:lnTo>
                  <a:pt x="1050" y="10192"/>
                </a:lnTo>
                <a:lnTo>
                  <a:pt x="1252" y="10232"/>
                </a:lnTo>
                <a:lnTo>
                  <a:pt x="1918" y="10232"/>
                </a:lnTo>
                <a:lnTo>
                  <a:pt x="2362" y="10192"/>
                </a:lnTo>
                <a:lnTo>
                  <a:pt x="2826" y="10151"/>
                </a:lnTo>
                <a:lnTo>
                  <a:pt x="3270" y="10091"/>
                </a:lnTo>
                <a:lnTo>
                  <a:pt x="3734" y="10030"/>
                </a:lnTo>
                <a:lnTo>
                  <a:pt x="4178" y="9929"/>
                </a:lnTo>
                <a:lnTo>
                  <a:pt x="5086" y="9728"/>
                </a:lnTo>
                <a:lnTo>
                  <a:pt x="5994" y="9485"/>
                </a:lnTo>
                <a:lnTo>
                  <a:pt x="6882" y="9223"/>
                </a:lnTo>
                <a:lnTo>
                  <a:pt x="7750" y="8920"/>
                </a:lnTo>
                <a:lnTo>
                  <a:pt x="8577" y="8638"/>
                </a:lnTo>
                <a:lnTo>
                  <a:pt x="9021" y="8456"/>
                </a:lnTo>
                <a:lnTo>
                  <a:pt x="9465" y="8275"/>
                </a:lnTo>
                <a:lnTo>
                  <a:pt x="9687" y="8154"/>
                </a:lnTo>
                <a:lnTo>
                  <a:pt x="9889" y="8032"/>
                </a:lnTo>
                <a:lnTo>
                  <a:pt x="10091" y="7891"/>
                </a:lnTo>
                <a:lnTo>
                  <a:pt x="10273" y="7730"/>
                </a:lnTo>
                <a:lnTo>
                  <a:pt x="10474" y="7548"/>
                </a:lnTo>
                <a:lnTo>
                  <a:pt x="10636" y="7326"/>
                </a:lnTo>
                <a:lnTo>
                  <a:pt x="10817" y="7084"/>
                </a:lnTo>
                <a:lnTo>
                  <a:pt x="10959" y="6822"/>
                </a:lnTo>
                <a:lnTo>
                  <a:pt x="11100" y="6539"/>
                </a:lnTo>
                <a:lnTo>
                  <a:pt x="11221" y="6216"/>
                </a:lnTo>
                <a:lnTo>
                  <a:pt x="11322" y="5873"/>
                </a:lnTo>
                <a:lnTo>
                  <a:pt x="11423" y="5510"/>
                </a:lnTo>
                <a:lnTo>
                  <a:pt x="11544" y="4884"/>
                </a:lnTo>
                <a:lnTo>
                  <a:pt x="11625" y="4279"/>
                </a:lnTo>
                <a:lnTo>
                  <a:pt x="11665" y="3653"/>
                </a:lnTo>
                <a:lnTo>
                  <a:pt x="11685" y="3028"/>
                </a:lnTo>
                <a:lnTo>
                  <a:pt x="11645" y="2402"/>
                </a:lnTo>
                <a:lnTo>
                  <a:pt x="11584" y="1797"/>
                </a:lnTo>
                <a:lnTo>
                  <a:pt x="11463" y="1171"/>
                </a:lnTo>
                <a:lnTo>
                  <a:pt x="11322" y="566"/>
                </a:lnTo>
                <a:lnTo>
                  <a:pt x="11261" y="404"/>
                </a:lnTo>
                <a:lnTo>
                  <a:pt x="11201" y="263"/>
                </a:lnTo>
                <a:lnTo>
                  <a:pt x="11140" y="182"/>
                </a:lnTo>
                <a:lnTo>
                  <a:pt x="11100" y="122"/>
                </a:lnTo>
                <a:lnTo>
                  <a:pt x="11019" y="82"/>
                </a:lnTo>
                <a:lnTo>
                  <a:pt x="10959" y="41"/>
                </a:lnTo>
                <a:lnTo>
                  <a:pt x="10838" y="1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68" name="Google Shape;2868;p35"/>
          <p:cNvSpPr/>
          <p:nvPr/>
        </p:nvSpPr>
        <p:spPr>
          <a:xfrm flipH="1" rot="-2700000">
            <a:off x="4167878" y="4188008"/>
            <a:ext cx="1193679" cy="1427260"/>
          </a:xfrm>
          <a:custGeom>
            <a:rect b="b" l="l" r="r" t="t"/>
            <a:pathLst>
              <a:path extrusionOk="0" h="25529" w="21351">
                <a:moveTo>
                  <a:pt x="16709" y="81"/>
                </a:moveTo>
                <a:lnTo>
                  <a:pt x="17052" y="122"/>
                </a:lnTo>
                <a:lnTo>
                  <a:pt x="17416" y="202"/>
                </a:lnTo>
                <a:lnTo>
                  <a:pt x="17759" y="303"/>
                </a:lnTo>
                <a:lnTo>
                  <a:pt x="18102" y="424"/>
                </a:lnTo>
                <a:lnTo>
                  <a:pt x="18445" y="586"/>
                </a:lnTo>
                <a:lnTo>
                  <a:pt x="18788" y="788"/>
                </a:lnTo>
                <a:lnTo>
                  <a:pt x="19111" y="1010"/>
                </a:lnTo>
                <a:lnTo>
                  <a:pt x="19434" y="1272"/>
                </a:lnTo>
                <a:lnTo>
                  <a:pt x="19736" y="1575"/>
                </a:lnTo>
                <a:lnTo>
                  <a:pt x="19999" y="1897"/>
                </a:lnTo>
                <a:lnTo>
                  <a:pt x="20261" y="2261"/>
                </a:lnTo>
                <a:lnTo>
                  <a:pt x="20483" y="2644"/>
                </a:lnTo>
                <a:lnTo>
                  <a:pt x="20644" y="2947"/>
                </a:lnTo>
                <a:lnTo>
                  <a:pt x="20766" y="3250"/>
                </a:lnTo>
                <a:lnTo>
                  <a:pt x="20887" y="3572"/>
                </a:lnTo>
                <a:lnTo>
                  <a:pt x="20987" y="3895"/>
                </a:lnTo>
                <a:lnTo>
                  <a:pt x="21068" y="4238"/>
                </a:lnTo>
                <a:lnTo>
                  <a:pt x="21149" y="4581"/>
                </a:lnTo>
                <a:lnTo>
                  <a:pt x="21209" y="4945"/>
                </a:lnTo>
                <a:lnTo>
                  <a:pt x="21250" y="5308"/>
                </a:lnTo>
                <a:lnTo>
                  <a:pt x="21270" y="5691"/>
                </a:lnTo>
                <a:lnTo>
                  <a:pt x="21270" y="6075"/>
                </a:lnTo>
                <a:lnTo>
                  <a:pt x="21270" y="6478"/>
                </a:lnTo>
                <a:lnTo>
                  <a:pt x="21250" y="6882"/>
                </a:lnTo>
                <a:lnTo>
                  <a:pt x="21230" y="7306"/>
                </a:lnTo>
                <a:lnTo>
                  <a:pt x="21169" y="7750"/>
                </a:lnTo>
                <a:lnTo>
                  <a:pt x="21109" y="8194"/>
                </a:lnTo>
                <a:lnTo>
                  <a:pt x="21028" y="8658"/>
                </a:lnTo>
                <a:lnTo>
                  <a:pt x="20947" y="9122"/>
                </a:lnTo>
                <a:lnTo>
                  <a:pt x="20846" y="9586"/>
                </a:lnTo>
                <a:lnTo>
                  <a:pt x="20725" y="10010"/>
                </a:lnTo>
                <a:lnTo>
                  <a:pt x="20604" y="10434"/>
                </a:lnTo>
                <a:lnTo>
                  <a:pt x="20483" y="10857"/>
                </a:lnTo>
                <a:lnTo>
                  <a:pt x="20342" y="11261"/>
                </a:lnTo>
                <a:lnTo>
                  <a:pt x="20180" y="11644"/>
                </a:lnTo>
                <a:lnTo>
                  <a:pt x="20019" y="12008"/>
                </a:lnTo>
                <a:lnTo>
                  <a:pt x="19857" y="12371"/>
                </a:lnTo>
                <a:lnTo>
                  <a:pt x="19676" y="12714"/>
                </a:lnTo>
                <a:lnTo>
                  <a:pt x="19474" y="13037"/>
                </a:lnTo>
                <a:lnTo>
                  <a:pt x="19272" y="13340"/>
                </a:lnTo>
                <a:lnTo>
                  <a:pt x="19070" y="13642"/>
                </a:lnTo>
                <a:lnTo>
                  <a:pt x="18848" y="13945"/>
                </a:lnTo>
                <a:lnTo>
                  <a:pt x="18606" y="14207"/>
                </a:lnTo>
                <a:lnTo>
                  <a:pt x="18364" y="14470"/>
                </a:lnTo>
                <a:lnTo>
                  <a:pt x="18142" y="14692"/>
                </a:lnTo>
                <a:lnTo>
                  <a:pt x="17920" y="14893"/>
                </a:lnTo>
                <a:lnTo>
                  <a:pt x="17436" y="15297"/>
                </a:lnTo>
                <a:lnTo>
                  <a:pt x="16931" y="15640"/>
                </a:lnTo>
                <a:lnTo>
                  <a:pt x="16386" y="15983"/>
                </a:lnTo>
                <a:lnTo>
                  <a:pt x="15842" y="16306"/>
                </a:lnTo>
                <a:lnTo>
                  <a:pt x="15297" y="16589"/>
                </a:lnTo>
                <a:lnTo>
                  <a:pt x="14187" y="17154"/>
                </a:lnTo>
                <a:lnTo>
                  <a:pt x="13481" y="17497"/>
                </a:lnTo>
                <a:lnTo>
                  <a:pt x="12774" y="17860"/>
                </a:lnTo>
                <a:lnTo>
                  <a:pt x="12088" y="18264"/>
                </a:lnTo>
                <a:lnTo>
                  <a:pt x="11422" y="18667"/>
                </a:lnTo>
                <a:lnTo>
                  <a:pt x="10958" y="18990"/>
                </a:lnTo>
                <a:lnTo>
                  <a:pt x="10494" y="19333"/>
                </a:lnTo>
                <a:lnTo>
                  <a:pt x="10070" y="19696"/>
                </a:lnTo>
                <a:lnTo>
                  <a:pt x="9646" y="20060"/>
                </a:lnTo>
                <a:lnTo>
                  <a:pt x="8799" y="20847"/>
                </a:lnTo>
                <a:lnTo>
                  <a:pt x="7992" y="21613"/>
                </a:lnTo>
                <a:lnTo>
                  <a:pt x="7205" y="22400"/>
                </a:lnTo>
                <a:lnTo>
                  <a:pt x="6377" y="23167"/>
                </a:lnTo>
                <a:lnTo>
                  <a:pt x="5953" y="23531"/>
                </a:lnTo>
                <a:lnTo>
                  <a:pt x="5509" y="23894"/>
                </a:lnTo>
                <a:lnTo>
                  <a:pt x="5065" y="24237"/>
                </a:lnTo>
                <a:lnTo>
                  <a:pt x="4601" y="24560"/>
                </a:lnTo>
                <a:lnTo>
                  <a:pt x="4178" y="24822"/>
                </a:lnTo>
                <a:lnTo>
                  <a:pt x="3935" y="24963"/>
                </a:lnTo>
                <a:lnTo>
                  <a:pt x="3673" y="25084"/>
                </a:lnTo>
                <a:lnTo>
                  <a:pt x="3411" y="25205"/>
                </a:lnTo>
                <a:lnTo>
                  <a:pt x="3148" y="25306"/>
                </a:lnTo>
                <a:lnTo>
                  <a:pt x="2866" y="25367"/>
                </a:lnTo>
                <a:lnTo>
                  <a:pt x="2563" y="25427"/>
                </a:lnTo>
                <a:lnTo>
                  <a:pt x="2260" y="25448"/>
                </a:lnTo>
                <a:lnTo>
                  <a:pt x="1978" y="25427"/>
                </a:lnTo>
                <a:lnTo>
                  <a:pt x="1695" y="25367"/>
                </a:lnTo>
                <a:lnTo>
                  <a:pt x="1433" y="25286"/>
                </a:lnTo>
                <a:lnTo>
                  <a:pt x="1171" y="25185"/>
                </a:lnTo>
                <a:lnTo>
                  <a:pt x="949" y="25044"/>
                </a:lnTo>
                <a:lnTo>
                  <a:pt x="747" y="24883"/>
                </a:lnTo>
                <a:lnTo>
                  <a:pt x="585" y="24701"/>
                </a:lnTo>
                <a:lnTo>
                  <a:pt x="424" y="24459"/>
                </a:lnTo>
                <a:lnTo>
                  <a:pt x="303" y="24196"/>
                </a:lnTo>
                <a:lnTo>
                  <a:pt x="222" y="23894"/>
                </a:lnTo>
                <a:lnTo>
                  <a:pt x="142" y="23551"/>
                </a:lnTo>
                <a:lnTo>
                  <a:pt x="101" y="23167"/>
                </a:lnTo>
                <a:lnTo>
                  <a:pt x="81" y="22784"/>
                </a:lnTo>
                <a:lnTo>
                  <a:pt x="101" y="22421"/>
                </a:lnTo>
                <a:lnTo>
                  <a:pt x="142" y="22037"/>
                </a:lnTo>
                <a:lnTo>
                  <a:pt x="202" y="21654"/>
                </a:lnTo>
                <a:lnTo>
                  <a:pt x="303" y="21291"/>
                </a:lnTo>
                <a:lnTo>
                  <a:pt x="424" y="20947"/>
                </a:lnTo>
                <a:lnTo>
                  <a:pt x="585" y="20584"/>
                </a:lnTo>
                <a:lnTo>
                  <a:pt x="727" y="20342"/>
                </a:lnTo>
                <a:lnTo>
                  <a:pt x="868" y="20080"/>
                </a:lnTo>
                <a:lnTo>
                  <a:pt x="1029" y="19838"/>
                </a:lnTo>
                <a:lnTo>
                  <a:pt x="1211" y="19616"/>
                </a:lnTo>
                <a:lnTo>
                  <a:pt x="1393" y="19373"/>
                </a:lnTo>
                <a:lnTo>
                  <a:pt x="1574" y="19172"/>
                </a:lnTo>
                <a:lnTo>
                  <a:pt x="1978" y="18768"/>
                </a:lnTo>
                <a:lnTo>
                  <a:pt x="2402" y="18385"/>
                </a:lnTo>
                <a:lnTo>
                  <a:pt x="2825" y="18042"/>
                </a:lnTo>
                <a:lnTo>
                  <a:pt x="3249" y="17739"/>
                </a:lnTo>
                <a:lnTo>
                  <a:pt x="3673" y="17456"/>
                </a:lnTo>
                <a:lnTo>
                  <a:pt x="4561" y="16871"/>
                </a:lnTo>
                <a:lnTo>
                  <a:pt x="5489" y="16306"/>
                </a:lnTo>
                <a:lnTo>
                  <a:pt x="6438" y="15761"/>
                </a:lnTo>
                <a:lnTo>
                  <a:pt x="7366" y="15257"/>
                </a:lnTo>
                <a:lnTo>
                  <a:pt x="7568" y="15136"/>
                </a:lnTo>
                <a:lnTo>
                  <a:pt x="8153" y="14793"/>
                </a:lnTo>
                <a:lnTo>
                  <a:pt x="8758" y="14429"/>
                </a:lnTo>
                <a:lnTo>
                  <a:pt x="9041" y="14228"/>
                </a:lnTo>
                <a:lnTo>
                  <a:pt x="9323" y="14026"/>
                </a:lnTo>
                <a:lnTo>
                  <a:pt x="9606" y="13804"/>
                </a:lnTo>
                <a:lnTo>
                  <a:pt x="9868" y="13541"/>
                </a:lnTo>
                <a:lnTo>
                  <a:pt x="10070" y="13340"/>
                </a:lnTo>
                <a:lnTo>
                  <a:pt x="10232" y="13138"/>
                </a:lnTo>
                <a:lnTo>
                  <a:pt x="10393" y="12916"/>
                </a:lnTo>
                <a:lnTo>
                  <a:pt x="10534" y="12694"/>
                </a:lnTo>
                <a:lnTo>
                  <a:pt x="10675" y="12452"/>
                </a:lnTo>
                <a:lnTo>
                  <a:pt x="10797" y="12210"/>
                </a:lnTo>
                <a:lnTo>
                  <a:pt x="10897" y="11967"/>
                </a:lnTo>
                <a:lnTo>
                  <a:pt x="10978" y="11725"/>
                </a:lnTo>
                <a:lnTo>
                  <a:pt x="11140" y="11221"/>
                </a:lnTo>
                <a:lnTo>
                  <a:pt x="11261" y="10716"/>
                </a:lnTo>
                <a:lnTo>
                  <a:pt x="11362" y="10191"/>
                </a:lnTo>
                <a:lnTo>
                  <a:pt x="11463" y="9647"/>
                </a:lnTo>
                <a:lnTo>
                  <a:pt x="11563" y="8839"/>
                </a:lnTo>
                <a:lnTo>
                  <a:pt x="11664" y="8012"/>
                </a:lnTo>
                <a:lnTo>
                  <a:pt x="11846" y="6599"/>
                </a:lnTo>
                <a:lnTo>
                  <a:pt x="11947" y="5893"/>
                </a:lnTo>
                <a:lnTo>
                  <a:pt x="12088" y="5187"/>
                </a:lnTo>
                <a:lnTo>
                  <a:pt x="12209" y="4682"/>
                </a:lnTo>
                <a:lnTo>
                  <a:pt x="12330" y="4218"/>
                </a:lnTo>
                <a:lnTo>
                  <a:pt x="12472" y="3754"/>
                </a:lnTo>
                <a:lnTo>
                  <a:pt x="12633" y="3330"/>
                </a:lnTo>
                <a:lnTo>
                  <a:pt x="12794" y="2947"/>
                </a:lnTo>
                <a:lnTo>
                  <a:pt x="12976" y="2563"/>
                </a:lnTo>
                <a:lnTo>
                  <a:pt x="13158" y="2220"/>
                </a:lnTo>
                <a:lnTo>
                  <a:pt x="13359" y="1897"/>
                </a:lnTo>
                <a:lnTo>
                  <a:pt x="13561" y="1615"/>
                </a:lnTo>
                <a:lnTo>
                  <a:pt x="13803" y="1332"/>
                </a:lnTo>
                <a:lnTo>
                  <a:pt x="14025" y="1090"/>
                </a:lnTo>
                <a:lnTo>
                  <a:pt x="14288" y="868"/>
                </a:lnTo>
                <a:lnTo>
                  <a:pt x="14550" y="687"/>
                </a:lnTo>
                <a:lnTo>
                  <a:pt x="14812" y="525"/>
                </a:lnTo>
                <a:lnTo>
                  <a:pt x="15115" y="364"/>
                </a:lnTo>
                <a:lnTo>
                  <a:pt x="15418" y="263"/>
                </a:lnTo>
                <a:lnTo>
                  <a:pt x="15721" y="162"/>
                </a:lnTo>
                <a:lnTo>
                  <a:pt x="16043" y="101"/>
                </a:lnTo>
                <a:lnTo>
                  <a:pt x="16366" y="81"/>
                </a:lnTo>
                <a:close/>
                <a:moveTo>
                  <a:pt x="16467" y="1"/>
                </a:moveTo>
                <a:lnTo>
                  <a:pt x="16104" y="21"/>
                </a:lnTo>
                <a:lnTo>
                  <a:pt x="15741" y="81"/>
                </a:lnTo>
                <a:lnTo>
                  <a:pt x="15377" y="182"/>
                </a:lnTo>
                <a:lnTo>
                  <a:pt x="15075" y="303"/>
                </a:lnTo>
                <a:lnTo>
                  <a:pt x="14792" y="445"/>
                </a:lnTo>
                <a:lnTo>
                  <a:pt x="14510" y="606"/>
                </a:lnTo>
                <a:lnTo>
                  <a:pt x="14227" y="808"/>
                </a:lnTo>
                <a:lnTo>
                  <a:pt x="13985" y="1030"/>
                </a:lnTo>
                <a:lnTo>
                  <a:pt x="13743" y="1272"/>
                </a:lnTo>
                <a:lnTo>
                  <a:pt x="13501" y="1554"/>
                </a:lnTo>
                <a:lnTo>
                  <a:pt x="13299" y="1857"/>
                </a:lnTo>
                <a:lnTo>
                  <a:pt x="13097" y="2180"/>
                </a:lnTo>
                <a:lnTo>
                  <a:pt x="12895" y="2523"/>
                </a:lnTo>
                <a:lnTo>
                  <a:pt x="12714" y="2906"/>
                </a:lnTo>
                <a:lnTo>
                  <a:pt x="12552" y="3310"/>
                </a:lnTo>
                <a:lnTo>
                  <a:pt x="12391" y="3734"/>
                </a:lnTo>
                <a:lnTo>
                  <a:pt x="12250" y="4178"/>
                </a:lnTo>
                <a:lnTo>
                  <a:pt x="12128" y="4662"/>
                </a:lnTo>
                <a:lnTo>
                  <a:pt x="12007" y="5187"/>
                </a:lnTo>
                <a:lnTo>
                  <a:pt x="11886" y="5873"/>
                </a:lnTo>
                <a:lnTo>
                  <a:pt x="11765" y="6599"/>
                </a:lnTo>
                <a:lnTo>
                  <a:pt x="11584" y="7992"/>
                </a:lnTo>
                <a:lnTo>
                  <a:pt x="11483" y="8819"/>
                </a:lnTo>
                <a:lnTo>
                  <a:pt x="11382" y="9647"/>
                </a:lnTo>
                <a:lnTo>
                  <a:pt x="11281" y="10171"/>
                </a:lnTo>
                <a:lnTo>
                  <a:pt x="11180" y="10696"/>
                </a:lnTo>
                <a:lnTo>
                  <a:pt x="11059" y="11200"/>
                </a:lnTo>
                <a:lnTo>
                  <a:pt x="10918" y="11705"/>
                </a:lnTo>
                <a:lnTo>
                  <a:pt x="10817" y="11947"/>
                </a:lnTo>
                <a:lnTo>
                  <a:pt x="10716" y="12169"/>
                </a:lnTo>
                <a:lnTo>
                  <a:pt x="10595" y="12411"/>
                </a:lnTo>
                <a:lnTo>
                  <a:pt x="10474" y="12633"/>
                </a:lnTo>
                <a:lnTo>
                  <a:pt x="10332" y="12855"/>
                </a:lnTo>
                <a:lnTo>
                  <a:pt x="10171" y="13077"/>
                </a:lnTo>
                <a:lnTo>
                  <a:pt x="10010" y="13279"/>
                </a:lnTo>
                <a:lnTo>
                  <a:pt x="9808" y="13501"/>
                </a:lnTo>
                <a:lnTo>
                  <a:pt x="9545" y="13743"/>
                </a:lnTo>
                <a:lnTo>
                  <a:pt x="9283" y="13965"/>
                </a:lnTo>
                <a:lnTo>
                  <a:pt x="9001" y="14167"/>
                </a:lnTo>
                <a:lnTo>
                  <a:pt x="8718" y="14369"/>
                </a:lnTo>
                <a:lnTo>
                  <a:pt x="8113" y="14732"/>
                </a:lnTo>
                <a:lnTo>
                  <a:pt x="7527" y="15055"/>
                </a:lnTo>
                <a:lnTo>
                  <a:pt x="7326" y="15176"/>
                </a:lnTo>
                <a:lnTo>
                  <a:pt x="6397" y="15701"/>
                </a:lnTo>
                <a:lnTo>
                  <a:pt x="5449" y="16246"/>
                </a:lnTo>
                <a:lnTo>
                  <a:pt x="4521" y="16790"/>
                </a:lnTo>
                <a:lnTo>
                  <a:pt x="3612" y="17376"/>
                </a:lnTo>
                <a:lnTo>
                  <a:pt x="3209" y="17658"/>
                </a:lnTo>
                <a:lnTo>
                  <a:pt x="2765" y="17981"/>
                </a:lnTo>
                <a:lnTo>
                  <a:pt x="2341" y="18324"/>
                </a:lnTo>
                <a:lnTo>
                  <a:pt x="1917" y="18707"/>
                </a:lnTo>
                <a:lnTo>
                  <a:pt x="1514" y="19111"/>
                </a:lnTo>
                <a:lnTo>
                  <a:pt x="1312" y="19333"/>
                </a:lnTo>
                <a:lnTo>
                  <a:pt x="1130" y="19555"/>
                </a:lnTo>
                <a:lnTo>
                  <a:pt x="969" y="19797"/>
                </a:lnTo>
                <a:lnTo>
                  <a:pt x="807" y="20039"/>
                </a:lnTo>
                <a:lnTo>
                  <a:pt x="646" y="20302"/>
                </a:lnTo>
                <a:lnTo>
                  <a:pt x="505" y="20564"/>
                </a:lnTo>
                <a:lnTo>
                  <a:pt x="364" y="20907"/>
                </a:lnTo>
                <a:lnTo>
                  <a:pt x="222" y="21270"/>
                </a:lnTo>
                <a:lnTo>
                  <a:pt x="142" y="21654"/>
                </a:lnTo>
                <a:lnTo>
                  <a:pt x="61" y="22017"/>
                </a:lnTo>
                <a:lnTo>
                  <a:pt x="20" y="22400"/>
                </a:lnTo>
                <a:lnTo>
                  <a:pt x="0" y="22784"/>
                </a:lnTo>
                <a:lnTo>
                  <a:pt x="20" y="23167"/>
                </a:lnTo>
                <a:lnTo>
                  <a:pt x="61" y="23551"/>
                </a:lnTo>
                <a:lnTo>
                  <a:pt x="142" y="23914"/>
                </a:lnTo>
                <a:lnTo>
                  <a:pt x="242" y="24237"/>
                </a:lnTo>
                <a:lnTo>
                  <a:pt x="364" y="24499"/>
                </a:lnTo>
                <a:lnTo>
                  <a:pt x="505" y="24741"/>
                </a:lnTo>
                <a:lnTo>
                  <a:pt x="666" y="24923"/>
                </a:lnTo>
                <a:lnTo>
                  <a:pt x="848" y="25064"/>
                </a:lnTo>
                <a:lnTo>
                  <a:pt x="1050" y="25205"/>
                </a:lnTo>
                <a:lnTo>
                  <a:pt x="1251" y="25327"/>
                </a:lnTo>
                <a:lnTo>
                  <a:pt x="1494" y="25407"/>
                </a:lnTo>
                <a:lnTo>
                  <a:pt x="1736" y="25468"/>
                </a:lnTo>
                <a:lnTo>
                  <a:pt x="1978" y="25508"/>
                </a:lnTo>
                <a:lnTo>
                  <a:pt x="2260" y="25528"/>
                </a:lnTo>
                <a:lnTo>
                  <a:pt x="2563" y="25508"/>
                </a:lnTo>
                <a:lnTo>
                  <a:pt x="2866" y="25448"/>
                </a:lnTo>
                <a:lnTo>
                  <a:pt x="3169" y="25367"/>
                </a:lnTo>
                <a:lnTo>
                  <a:pt x="3451" y="25286"/>
                </a:lnTo>
                <a:lnTo>
                  <a:pt x="3713" y="25165"/>
                </a:lnTo>
                <a:lnTo>
                  <a:pt x="3976" y="25044"/>
                </a:lnTo>
                <a:lnTo>
                  <a:pt x="4218" y="24903"/>
                </a:lnTo>
                <a:lnTo>
                  <a:pt x="4642" y="24620"/>
                </a:lnTo>
                <a:lnTo>
                  <a:pt x="5106" y="24297"/>
                </a:lnTo>
                <a:lnTo>
                  <a:pt x="5550" y="23954"/>
                </a:lnTo>
                <a:lnTo>
                  <a:pt x="5994" y="23611"/>
                </a:lnTo>
                <a:lnTo>
                  <a:pt x="6418" y="23228"/>
                </a:lnTo>
                <a:lnTo>
                  <a:pt x="7245" y="22461"/>
                </a:lnTo>
                <a:lnTo>
                  <a:pt x="8052" y="21674"/>
                </a:lnTo>
                <a:lnTo>
                  <a:pt x="8859" y="20907"/>
                </a:lnTo>
                <a:lnTo>
                  <a:pt x="9687" y="20140"/>
                </a:lnTo>
                <a:lnTo>
                  <a:pt x="10110" y="19757"/>
                </a:lnTo>
                <a:lnTo>
                  <a:pt x="10554" y="19394"/>
                </a:lnTo>
                <a:lnTo>
                  <a:pt x="10998" y="19051"/>
                </a:lnTo>
                <a:lnTo>
                  <a:pt x="11463" y="18728"/>
                </a:lnTo>
                <a:lnTo>
                  <a:pt x="12128" y="18324"/>
                </a:lnTo>
                <a:lnTo>
                  <a:pt x="12815" y="17941"/>
                </a:lnTo>
                <a:lnTo>
                  <a:pt x="13521" y="17577"/>
                </a:lnTo>
                <a:lnTo>
                  <a:pt x="14207" y="17234"/>
                </a:lnTo>
                <a:lnTo>
                  <a:pt x="15337" y="16669"/>
                </a:lnTo>
                <a:lnTo>
                  <a:pt x="15902" y="16367"/>
                </a:lnTo>
                <a:lnTo>
                  <a:pt x="16447" y="16044"/>
                </a:lnTo>
                <a:lnTo>
                  <a:pt x="16972" y="15721"/>
                </a:lnTo>
                <a:lnTo>
                  <a:pt x="17476" y="15358"/>
                </a:lnTo>
                <a:lnTo>
                  <a:pt x="17981" y="14954"/>
                </a:lnTo>
                <a:lnTo>
                  <a:pt x="18203" y="14752"/>
                </a:lnTo>
                <a:lnTo>
                  <a:pt x="18425" y="14530"/>
                </a:lnTo>
                <a:lnTo>
                  <a:pt x="18667" y="14268"/>
                </a:lnTo>
                <a:lnTo>
                  <a:pt x="18909" y="13985"/>
                </a:lnTo>
                <a:lnTo>
                  <a:pt x="19131" y="13703"/>
                </a:lnTo>
                <a:lnTo>
                  <a:pt x="19333" y="13400"/>
                </a:lnTo>
                <a:lnTo>
                  <a:pt x="19535" y="13077"/>
                </a:lnTo>
                <a:lnTo>
                  <a:pt x="19736" y="12754"/>
                </a:lnTo>
                <a:lnTo>
                  <a:pt x="19918" y="12411"/>
                </a:lnTo>
                <a:lnTo>
                  <a:pt x="20100" y="12048"/>
                </a:lnTo>
                <a:lnTo>
                  <a:pt x="20261" y="11665"/>
                </a:lnTo>
                <a:lnTo>
                  <a:pt x="20402" y="11281"/>
                </a:lnTo>
                <a:lnTo>
                  <a:pt x="20544" y="10878"/>
                </a:lnTo>
                <a:lnTo>
                  <a:pt x="20685" y="10474"/>
                </a:lnTo>
                <a:lnTo>
                  <a:pt x="20806" y="10050"/>
                </a:lnTo>
                <a:lnTo>
                  <a:pt x="20927" y="9606"/>
                </a:lnTo>
                <a:lnTo>
                  <a:pt x="21028" y="9142"/>
                </a:lnTo>
                <a:lnTo>
                  <a:pt x="21109" y="8678"/>
                </a:lnTo>
                <a:lnTo>
                  <a:pt x="21189" y="8214"/>
                </a:lnTo>
                <a:lnTo>
                  <a:pt x="21250" y="7750"/>
                </a:lnTo>
                <a:lnTo>
                  <a:pt x="21310" y="7326"/>
                </a:lnTo>
                <a:lnTo>
                  <a:pt x="21331" y="6882"/>
                </a:lnTo>
                <a:lnTo>
                  <a:pt x="21351" y="6478"/>
                </a:lnTo>
                <a:lnTo>
                  <a:pt x="21351" y="6075"/>
                </a:lnTo>
                <a:lnTo>
                  <a:pt x="21351" y="5671"/>
                </a:lnTo>
                <a:lnTo>
                  <a:pt x="21331" y="5288"/>
                </a:lnTo>
                <a:lnTo>
                  <a:pt x="21270" y="4924"/>
                </a:lnTo>
                <a:lnTo>
                  <a:pt x="21230" y="4561"/>
                </a:lnTo>
                <a:lnTo>
                  <a:pt x="21149" y="4218"/>
                </a:lnTo>
                <a:lnTo>
                  <a:pt x="21068" y="3875"/>
                </a:lnTo>
                <a:lnTo>
                  <a:pt x="20967" y="3532"/>
                </a:lnTo>
                <a:lnTo>
                  <a:pt x="20846" y="3229"/>
                </a:lnTo>
                <a:lnTo>
                  <a:pt x="20705" y="2906"/>
                </a:lnTo>
                <a:lnTo>
                  <a:pt x="20564" y="2624"/>
                </a:lnTo>
                <a:lnTo>
                  <a:pt x="20362" y="2281"/>
                </a:lnTo>
                <a:lnTo>
                  <a:pt x="20140" y="1958"/>
                </a:lnTo>
                <a:lnTo>
                  <a:pt x="19898" y="1655"/>
                </a:lnTo>
                <a:lnTo>
                  <a:pt x="19615" y="1373"/>
                </a:lnTo>
                <a:lnTo>
                  <a:pt x="19333" y="1110"/>
                </a:lnTo>
                <a:lnTo>
                  <a:pt x="19010" y="868"/>
                </a:lnTo>
                <a:lnTo>
                  <a:pt x="18687" y="646"/>
                </a:lnTo>
                <a:lnTo>
                  <a:pt x="18344" y="465"/>
                </a:lnTo>
                <a:lnTo>
                  <a:pt x="17981" y="283"/>
                </a:lnTo>
                <a:lnTo>
                  <a:pt x="17597" y="162"/>
                </a:lnTo>
                <a:lnTo>
                  <a:pt x="17214" y="61"/>
                </a:lnTo>
                <a:lnTo>
                  <a:pt x="16851" y="21"/>
                </a:lnTo>
                <a:lnTo>
                  <a:pt x="16467" y="1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69" name="Google Shape;2869;p35"/>
          <p:cNvSpPr/>
          <p:nvPr/>
        </p:nvSpPr>
        <p:spPr>
          <a:xfrm flipH="1" rot="-2700000">
            <a:off x="4309575" y="4326620"/>
            <a:ext cx="901507" cy="1104562"/>
          </a:xfrm>
          <a:custGeom>
            <a:rect b="b" l="l" r="r" t="t"/>
            <a:pathLst>
              <a:path extrusionOk="0" h="19757" w="16125">
                <a:moveTo>
                  <a:pt x="13945" y="81"/>
                </a:moveTo>
                <a:lnTo>
                  <a:pt x="14187" y="142"/>
                </a:lnTo>
                <a:lnTo>
                  <a:pt x="14449" y="222"/>
                </a:lnTo>
                <a:lnTo>
                  <a:pt x="14671" y="323"/>
                </a:lnTo>
                <a:lnTo>
                  <a:pt x="14893" y="464"/>
                </a:lnTo>
                <a:lnTo>
                  <a:pt x="15095" y="626"/>
                </a:lnTo>
                <a:lnTo>
                  <a:pt x="15277" y="807"/>
                </a:lnTo>
                <a:lnTo>
                  <a:pt x="15438" y="1009"/>
                </a:lnTo>
                <a:lnTo>
                  <a:pt x="15620" y="1332"/>
                </a:lnTo>
                <a:lnTo>
                  <a:pt x="15761" y="1655"/>
                </a:lnTo>
                <a:lnTo>
                  <a:pt x="15862" y="1998"/>
                </a:lnTo>
                <a:lnTo>
                  <a:pt x="15943" y="2341"/>
                </a:lnTo>
                <a:lnTo>
                  <a:pt x="16003" y="2704"/>
                </a:lnTo>
                <a:lnTo>
                  <a:pt x="16023" y="3068"/>
                </a:lnTo>
                <a:lnTo>
                  <a:pt x="16044" y="3431"/>
                </a:lnTo>
                <a:lnTo>
                  <a:pt x="16044" y="3814"/>
                </a:lnTo>
                <a:lnTo>
                  <a:pt x="16023" y="4319"/>
                </a:lnTo>
                <a:lnTo>
                  <a:pt x="16003" y="4803"/>
                </a:lnTo>
                <a:lnTo>
                  <a:pt x="15963" y="5287"/>
                </a:lnTo>
                <a:lnTo>
                  <a:pt x="15923" y="5731"/>
                </a:lnTo>
                <a:lnTo>
                  <a:pt x="15862" y="6175"/>
                </a:lnTo>
                <a:lnTo>
                  <a:pt x="15781" y="6599"/>
                </a:lnTo>
                <a:lnTo>
                  <a:pt x="15701" y="7003"/>
                </a:lnTo>
                <a:lnTo>
                  <a:pt x="15600" y="7386"/>
                </a:lnTo>
                <a:lnTo>
                  <a:pt x="15479" y="7749"/>
                </a:lnTo>
                <a:lnTo>
                  <a:pt x="15337" y="8113"/>
                </a:lnTo>
                <a:lnTo>
                  <a:pt x="15196" y="8436"/>
                </a:lnTo>
                <a:lnTo>
                  <a:pt x="15055" y="8758"/>
                </a:lnTo>
                <a:lnTo>
                  <a:pt x="14873" y="9081"/>
                </a:lnTo>
                <a:lnTo>
                  <a:pt x="14692" y="9364"/>
                </a:lnTo>
                <a:lnTo>
                  <a:pt x="14490" y="9646"/>
                </a:lnTo>
                <a:lnTo>
                  <a:pt x="14268" y="9909"/>
                </a:lnTo>
                <a:lnTo>
                  <a:pt x="14086" y="10131"/>
                </a:lnTo>
                <a:lnTo>
                  <a:pt x="13884" y="10332"/>
                </a:lnTo>
                <a:lnTo>
                  <a:pt x="13683" y="10514"/>
                </a:lnTo>
                <a:lnTo>
                  <a:pt x="13461" y="10716"/>
                </a:lnTo>
                <a:lnTo>
                  <a:pt x="13017" y="11059"/>
                </a:lnTo>
                <a:lnTo>
                  <a:pt x="12532" y="11362"/>
                </a:lnTo>
                <a:lnTo>
                  <a:pt x="12048" y="11664"/>
                </a:lnTo>
                <a:lnTo>
                  <a:pt x="11543" y="11947"/>
                </a:lnTo>
                <a:lnTo>
                  <a:pt x="10514" y="12451"/>
                </a:lnTo>
                <a:lnTo>
                  <a:pt x="9586" y="12915"/>
                </a:lnTo>
                <a:lnTo>
                  <a:pt x="9122" y="13178"/>
                </a:lnTo>
                <a:lnTo>
                  <a:pt x="8678" y="13420"/>
                </a:lnTo>
                <a:lnTo>
                  <a:pt x="8032" y="13844"/>
                </a:lnTo>
                <a:lnTo>
                  <a:pt x="7427" y="14288"/>
                </a:lnTo>
                <a:lnTo>
                  <a:pt x="6821" y="14752"/>
                </a:lnTo>
                <a:lnTo>
                  <a:pt x="6236" y="15236"/>
                </a:lnTo>
                <a:lnTo>
                  <a:pt x="5671" y="15761"/>
                </a:lnTo>
                <a:lnTo>
                  <a:pt x="5106" y="16265"/>
                </a:lnTo>
                <a:lnTo>
                  <a:pt x="4037" y="17335"/>
                </a:lnTo>
                <a:lnTo>
                  <a:pt x="3350" y="18001"/>
                </a:lnTo>
                <a:lnTo>
                  <a:pt x="2644" y="18667"/>
                </a:lnTo>
                <a:lnTo>
                  <a:pt x="2281" y="18990"/>
                </a:lnTo>
                <a:lnTo>
                  <a:pt x="2099" y="19151"/>
                </a:lnTo>
                <a:lnTo>
                  <a:pt x="1897" y="19292"/>
                </a:lnTo>
                <a:lnTo>
                  <a:pt x="1696" y="19413"/>
                </a:lnTo>
                <a:lnTo>
                  <a:pt x="1474" y="19514"/>
                </a:lnTo>
                <a:lnTo>
                  <a:pt x="1272" y="19595"/>
                </a:lnTo>
                <a:lnTo>
                  <a:pt x="1030" y="19656"/>
                </a:lnTo>
                <a:lnTo>
                  <a:pt x="808" y="19676"/>
                </a:lnTo>
                <a:lnTo>
                  <a:pt x="687" y="19656"/>
                </a:lnTo>
                <a:lnTo>
                  <a:pt x="566" y="19635"/>
                </a:lnTo>
                <a:lnTo>
                  <a:pt x="444" y="19595"/>
                </a:lnTo>
                <a:lnTo>
                  <a:pt x="344" y="19555"/>
                </a:lnTo>
                <a:lnTo>
                  <a:pt x="243" y="19474"/>
                </a:lnTo>
                <a:lnTo>
                  <a:pt x="162" y="19373"/>
                </a:lnTo>
                <a:lnTo>
                  <a:pt x="101" y="19232"/>
                </a:lnTo>
                <a:lnTo>
                  <a:pt x="81" y="19091"/>
                </a:lnTo>
                <a:lnTo>
                  <a:pt x="81" y="18929"/>
                </a:lnTo>
                <a:lnTo>
                  <a:pt x="122" y="18788"/>
                </a:lnTo>
                <a:lnTo>
                  <a:pt x="162" y="18667"/>
                </a:lnTo>
                <a:lnTo>
                  <a:pt x="222" y="18546"/>
                </a:lnTo>
                <a:lnTo>
                  <a:pt x="323" y="18364"/>
                </a:lnTo>
                <a:lnTo>
                  <a:pt x="444" y="18203"/>
                </a:lnTo>
                <a:lnTo>
                  <a:pt x="566" y="18021"/>
                </a:lnTo>
                <a:lnTo>
                  <a:pt x="868" y="17718"/>
                </a:lnTo>
                <a:lnTo>
                  <a:pt x="1171" y="17436"/>
                </a:lnTo>
                <a:lnTo>
                  <a:pt x="1494" y="17173"/>
                </a:lnTo>
                <a:lnTo>
                  <a:pt x="2220" y="16588"/>
                </a:lnTo>
                <a:lnTo>
                  <a:pt x="2987" y="16043"/>
                </a:lnTo>
                <a:lnTo>
                  <a:pt x="3754" y="15499"/>
                </a:lnTo>
                <a:lnTo>
                  <a:pt x="4521" y="14974"/>
                </a:lnTo>
                <a:lnTo>
                  <a:pt x="5308" y="14429"/>
                </a:lnTo>
                <a:lnTo>
                  <a:pt x="6075" y="13884"/>
                </a:lnTo>
                <a:lnTo>
                  <a:pt x="6862" y="13319"/>
                </a:lnTo>
                <a:lnTo>
                  <a:pt x="7608" y="12734"/>
                </a:lnTo>
                <a:lnTo>
                  <a:pt x="8153" y="12270"/>
                </a:lnTo>
                <a:lnTo>
                  <a:pt x="8436" y="12007"/>
                </a:lnTo>
                <a:lnTo>
                  <a:pt x="8718" y="11725"/>
                </a:lnTo>
                <a:lnTo>
                  <a:pt x="9001" y="11422"/>
                </a:lnTo>
                <a:lnTo>
                  <a:pt x="9283" y="11119"/>
                </a:lnTo>
                <a:lnTo>
                  <a:pt x="9546" y="10776"/>
                </a:lnTo>
                <a:lnTo>
                  <a:pt x="9788" y="10413"/>
                </a:lnTo>
                <a:lnTo>
                  <a:pt x="9949" y="10131"/>
                </a:lnTo>
                <a:lnTo>
                  <a:pt x="10111" y="9828"/>
                </a:lnTo>
                <a:lnTo>
                  <a:pt x="10252" y="9525"/>
                </a:lnTo>
                <a:lnTo>
                  <a:pt x="10393" y="9202"/>
                </a:lnTo>
                <a:lnTo>
                  <a:pt x="10494" y="8879"/>
                </a:lnTo>
                <a:lnTo>
                  <a:pt x="10615" y="8557"/>
                </a:lnTo>
                <a:lnTo>
                  <a:pt x="10777" y="7911"/>
                </a:lnTo>
                <a:lnTo>
                  <a:pt x="10938" y="7245"/>
                </a:lnTo>
                <a:lnTo>
                  <a:pt x="11039" y="6559"/>
                </a:lnTo>
                <a:lnTo>
                  <a:pt x="11241" y="5207"/>
                </a:lnTo>
                <a:lnTo>
                  <a:pt x="11342" y="4399"/>
                </a:lnTo>
                <a:lnTo>
                  <a:pt x="11463" y="3612"/>
                </a:lnTo>
                <a:lnTo>
                  <a:pt x="11604" y="2825"/>
                </a:lnTo>
                <a:lnTo>
                  <a:pt x="11685" y="2422"/>
                </a:lnTo>
                <a:lnTo>
                  <a:pt x="11786" y="2038"/>
                </a:lnTo>
                <a:lnTo>
                  <a:pt x="11866" y="1756"/>
                </a:lnTo>
                <a:lnTo>
                  <a:pt x="11987" y="1473"/>
                </a:lnTo>
                <a:lnTo>
                  <a:pt x="12109" y="1171"/>
                </a:lnTo>
                <a:lnTo>
                  <a:pt x="12250" y="888"/>
                </a:lnTo>
                <a:lnTo>
                  <a:pt x="12452" y="626"/>
                </a:lnTo>
                <a:lnTo>
                  <a:pt x="12552" y="525"/>
                </a:lnTo>
                <a:lnTo>
                  <a:pt x="12674" y="404"/>
                </a:lnTo>
                <a:lnTo>
                  <a:pt x="12795" y="323"/>
                </a:lnTo>
                <a:lnTo>
                  <a:pt x="12916" y="242"/>
                </a:lnTo>
                <a:lnTo>
                  <a:pt x="13077" y="182"/>
                </a:lnTo>
                <a:lnTo>
                  <a:pt x="13218" y="121"/>
                </a:lnTo>
                <a:lnTo>
                  <a:pt x="13461" y="81"/>
                </a:lnTo>
                <a:close/>
                <a:moveTo>
                  <a:pt x="13541" y="0"/>
                </a:moveTo>
                <a:lnTo>
                  <a:pt x="13380" y="20"/>
                </a:lnTo>
                <a:lnTo>
                  <a:pt x="13218" y="41"/>
                </a:lnTo>
                <a:lnTo>
                  <a:pt x="13037" y="101"/>
                </a:lnTo>
                <a:lnTo>
                  <a:pt x="12896" y="162"/>
                </a:lnTo>
                <a:lnTo>
                  <a:pt x="12754" y="242"/>
                </a:lnTo>
                <a:lnTo>
                  <a:pt x="12613" y="343"/>
                </a:lnTo>
                <a:lnTo>
                  <a:pt x="12492" y="464"/>
                </a:lnTo>
                <a:lnTo>
                  <a:pt x="12391" y="565"/>
                </a:lnTo>
                <a:lnTo>
                  <a:pt x="12189" y="848"/>
                </a:lnTo>
                <a:lnTo>
                  <a:pt x="12028" y="1130"/>
                </a:lnTo>
                <a:lnTo>
                  <a:pt x="11907" y="1433"/>
                </a:lnTo>
                <a:lnTo>
                  <a:pt x="11806" y="1736"/>
                </a:lnTo>
                <a:lnTo>
                  <a:pt x="11705" y="2018"/>
                </a:lnTo>
                <a:lnTo>
                  <a:pt x="11604" y="2402"/>
                </a:lnTo>
                <a:lnTo>
                  <a:pt x="11523" y="2805"/>
                </a:lnTo>
                <a:lnTo>
                  <a:pt x="11382" y="3592"/>
                </a:lnTo>
                <a:lnTo>
                  <a:pt x="11261" y="4399"/>
                </a:lnTo>
                <a:lnTo>
                  <a:pt x="11160" y="5187"/>
                </a:lnTo>
                <a:lnTo>
                  <a:pt x="10958" y="6539"/>
                </a:lnTo>
                <a:lnTo>
                  <a:pt x="10857" y="7225"/>
                </a:lnTo>
                <a:lnTo>
                  <a:pt x="10716" y="7870"/>
                </a:lnTo>
                <a:lnTo>
                  <a:pt x="10534" y="8536"/>
                </a:lnTo>
                <a:lnTo>
                  <a:pt x="10434" y="8859"/>
                </a:lnTo>
                <a:lnTo>
                  <a:pt x="10313" y="9162"/>
                </a:lnTo>
                <a:lnTo>
                  <a:pt x="10191" y="9485"/>
                </a:lnTo>
                <a:lnTo>
                  <a:pt x="10050" y="9788"/>
                </a:lnTo>
                <a:lnTo>
                  <a:pt x="9889" y="10090"/>
                </a:lnTo>
                <a:lnTo>
                  <a:pt x="9707" y="10373"/>
                </a:lnTo>
                <a:lnTo>
                  <a:pt x="9465" y="10736"/>
                </a:lnTo>
                <a:lnTo>
                  <a:pt x="9223" y="11059"/>
                </a:lnTo>
                <a:lnTo>
                  <a:pt x="8940" y="11382"/>
                </a:lnTo>
                <a:lnTo>
                  <a:pt x="8658" y="11664"/>
                </a:lnTo>
                <a:lnTo>
                  <a:pt x="8375" y="11947"/>
                </a:lnTo>
                <a:lnTo>
                  <a:pt x="8093" y="12209"/>
                </a:lnTo>
                <a:lnTo>
                  <a:pt x="7568" y="12653"/>
                </a:lnTo>
                <a:lnTo>
                  <a:pt x="6801" y="13259"/>
                </a:lnTo>
                <a:lnTo>
                  <a:pt x="6034" y="13824"/>
                </a:lnTo>
                <a:lnTo>
                  <a:pt x="5247" y="14368"/>
                </a:lnTo>
                <a:lnTo>
                  <a:pt x="4480" y="14913"/>
                </a:lnTo>
                <a:lnTo>
                  <a:pt x="3714" y="15438"/>
                </a:lnTo>
                <a:lnTo>
                  <a:pt x="2927" y="15983"/>
                </a:lnTo>
                <a:lnTo>
                  <a:pt x="2180" y="16528"/>
                </a:lnTo>
                <a:lnTo>
                  <a:pt x="1433" y="17113"/>
                </a:lnTo>
                <a:lnTo>
                  <a:pt x="1131" y="17375"/>
                </a:lnTo>
                <a:lnTo>
                  <a:pt x="808" y="17658"/>
                </a:lnTo>
                <a:lnTo>
                  <a:pt x="505" y="17981"/>
                </a:lnTo>
                <a:lnTo>
                  <a:pt x="384" y="18142"/>
                </a:lnTo>
                <a:lnTo>
                  <a:pt x="243" y="18324"/>
                </a:lnTo>
                <a:lnTo>
                  <a:pt x="142" y="18526"/>
                </a:lnTo>
                <a:lnTo>
                  <a:pt x="81" y="18667"/>
                </a:lnTo>
                <a:lnTo>
                  <a:pt x="21" y="18808"/>
                </a:lnTo>
                <a:lnTo>
                  <a:pt x="1" y="18949"/>
                </a:lnTo>
                <a:lnTo>
                  <a:pt x="1" y="19111"/>
                </a:lnTo>
                <a:lnTo>
                  <a:pt x="21" y="19272"/>
                </a:lnTo>
                <a:lnTo>
                  <a:pt x="101" y="19434"/>
                </a:lnTo>
                <a:lnTo>
                  <a:pt x="162" y="19514"/>
                </a:lnTo>
                <a:lnTo>
                  <a:pt x="243" y="19575"/>
                </a:lnTo>
                <a:lnTo>
                  <a:pt x="323" y="19635"/>
                </a:lnTo>
                <a:lnTo>
                  <a:pt x="424" y="19676"/>
                </a:lnTo>
                <a:lnTo>
                  <a:pt x="626" y="19736"/>
                </a:lnTo>
                <a:lnTo>
                  <a:pt x="828" y="19757"/>
                </a:lnTo>
                <a:lnTo>
                  <a:pt x="1050" y="19736"/>
                </a:lnTo>
                <a:lnTo>
                  <a:pt x="1292" y="19676"/>
                </a:lnTo>
                <a:lnTo>
                  <a:pt x="1514" y="19595"/>
                </a:lnTo>
                <a:lnTo>
                  <a:pt x="1736" y="19494"/>
                </a:lnTo>
                <a:lnTo>
                  <a:pt x="1938" y="19353"/>
                </a:lnTo>
                <a:lnTo>
                  <a:pt x="2140" y="19212"/>
                </a:lnTo>
                <a:lnTo>
                  <a:pt x="2341" y="19050"/>
                </a:lnTo>
                <a:lnTo>
                  <a:pt x="2705" y="18727"/>
                </a:lnTo>
                <a:lnTo>
                  <a:pt x="3411" y="18061"/>
                </a:lnTo>
                <a:lnTo>
                  <a:pt x="4077" y="17395"/>
                </a:lnTo>
                <a:lnTo>
                  <a:pt x="5167" y="16326"/>
                </a:lnTo>
                <a:lnTo>
                  <a:pt x="5732" y="15821"/>
                </a:lnTo>
                <a:lnTo>
                  <a:pt x="6297" y="15297"/>
                </a:lnTo>
                <a:lnTo>
                  <a:pt x="6862" y="14812"/>
                </a:lnTo>
                <a:lnTo>
                  <a:pt x="7467" y="14348"/>
                </a:lnTo>
                <a:lnTo>
                  <a:pt x="8093" y="13904"/>
                </a:lnTo>
                <a:lnTo>
                  <a:pt x="8718" y="13501"/>
                </a:lnTo>
                <a:lnTo>
                  <a:pt x="9162" y="13238"/>
                </a:lnTo>
                <a:lnTo>
                  <a:pt x="9626" y="12996"/>
                </a:lnTo>
                <a:lnTo>
                  <a:pt x="10555" y="12532"/>
                </a:lnTo>
                <a:lnTo>
                  <a:pt x="11584" y="12007"/>
                </a:lnTo>
                <a:lnTo>
                  <a:pt x="12088" y="11725"/>
                </a:lnTo>
                <a:lnTo>
                  <a:pt x="12573" y="11442"/>
                </a:lnTo>
                <a:lnTo>
                  <a:pt x="13057" y="11119"/>
                </a:lnTo>
                <a:lnTo>
                  <a:pt x="13521" y="10776"/>
                </a:lnTo>
                <a:lnTo>
                  <a:pt x="13743" y="10575"/>
                </a:lnTo>
                <a:lnTo>
                  <a:pt x="13945" y="10393"/>
                </a:lnTo>
                <a:lnTo>
                  <a:pt x="14147" y="10171"/>
                </a:lnTo>
                <a:lnTo>
                  <a:pt x="14328" y="9969"/>
                </a:lnTo>
                <a:lnTo>
                  <a:pt x="14550" y="9687"/>
                </a:lnTo>
                <a:lnTo>
                  <a:pt x="14752" y="9404"/>
                </a:lnTo>
                <a:lnTo>
                  <a:pt x="14934" y="9122"/>
                </a:lnTo>
                <a:lnTo>
                  <a:pt x="15115" y="8799"/>
                </a:lnTo>
                <a:lnTo>
                  <a:pt x="15277" y="8476"/>
                </a:lnTo>
                <a:lnTo>
                  <a:pt x="15418" y="8133"/>
                </a:lnTo>
                <a:lnTo>
                  <a:pt x="15559" y="7790"/>
                </a:lnTo>
                <a:lnTo>
                  <a:pt x="15660" y="7406"/>
                </a:lnTo>
                <a:lnTo>
                  <a:pt x="15761" y="7023"/>
                </a:lnTo>
                <a:lnTo>
                  <a:pt x="15862" y="6619"/>
                </a:lnTo>
                <a:lnTo>
                  <a:pt x="15943" y="6196"/>
                </a:lnTo>
                <a:lnTo>
                  <a:pt x="16003" y="5752"/>
                </a:lnTo>
                <a:lnTo>
                  <a:pt x="16044" y="5287"/>
                </a:lnTo>
                <a:lnTo>
                  <a:pt x="16084" y="4823"/>
                </a:lnTo>
                <a:lnTo>
                  <a:pt x="16104" y="4319"/>
                </a:lnTo>
                <a:lnTo>
                  <a:pt x="16124" y="3814"/>
                </a:lnTo>
                <a:lnTo>
                  <a:pt x="16124" y="3431"/>
                </a:lnTo>
                <a:lnTo>
                  <a:pt x="16104" y="3068"/>
                </a:lnTo>
                <a:lnTo>
                  <a:pt x="16084" y="2684"/>
                </a:lnTo>
                <a:lnTo>
                  <a:pt x="16023" y="2321"/>
                </a:lnTo>
                <a:lnTo>
                  <a:pt x="15943" y="1958"/>
                </a:lnTo>
                <a:lnTo>
                  <a:pt x="15842" y="1615"/>
                </a:lnTo>
                <a:lnTo>
                  <a:pt x="15701" y="1292"/>
                </a:lnTo>
                <a:lnTo>
                  <a:pt x="15519" y="969"/>
                </a:lnTo>
                <a:lnTo>
                  <a:pt x="15418" y="828"/>
                </a:lnTo>
                <a:lnTo>
                  <a:pt x="15297" y="707"/>
                </a:lnTo>
                <a:lnTo>
                  <a:pt x="15196" y="585"/>
                </a:lnTo>
                <a:lnTo>
                  <a:pt x="15055" y="485"/>
                </a:lnTo>
                <a:lnTo>
                  <a:pt x="14934" y="384"/>
                </a:lnTo>
                <a:lnTo>
                  <a:pt x="14792" y="303"/>
                </a:lnTo>
                <a:lnTo>
                  <a:pt x="14490" y="142"/>
                </a:lnTo>
                <a:lnTo>
                  <a:pt x="14187" y="61"/>
                </a:lnTo>
                <a:lnTo>
                  <a:pt x="14026" y="20"/>
                </a:lnTo>
                <a:lnTo>
                  <a:pt x="13864" y="0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70" name="Google Shape;2870;p35"/>
          <p:cNvSpPr/>
          <p:nvPr/>
        </p:nvSpPr>
        <p:spPr>
          <a:xfrm flipH="1" rot="-2700000">
            <a:off x="4305556" y="4724336"/>
            <a:ext cx="130935" cy="390457"/>
          </a:xfrm>
          <a:custGeom>
            <a:rect b="b" l="l" r="r" t="t"/>
            <a:pathLst>
              <a:path extrusionOk="0" h="6984" w="2342">
                <a:moveTo>
                  <a:pt x="1494" y="82"/>
                </a:moveTo>
                <a:lnTo>
                  <a:pt x="1615" y="122"/>
                </a:lnTo>
                <a:lnTo>
                  <a:pt x="1716" y="162"/>
                </a:lnTo>
                <a:lnTo>
                  <a:pt x="1817" y="223"/>
                </a:lnTo>
                <a:lnTo>
                  <a:pt x="1897" y="304"/>
                </a:lnTo>
                <a:lnTo>
                  <a:pt x="1978" y="404"/>
                </a:lnTo>
                <a:lnTo>
                  <a:pt x="2039" y="485"/>
                </a:lnTo>
                <a:lnTo>
                  <a:pt x="2099" y="586"/>
                </a:lnTo>
                <a:lnTo>
                  <a:pt x="2160" y="707"/>
                </a:lnTo>
                <a:lnTo>
                  <a:pt x="2200" y="828"/>
                </a:lnTo>
                <a:lnTo>
                  <a:pt x="2240" y="1070"/>
                </a:lnTo>
                <a:lnTo>
                  <a:pt x="2261" y="1333"/>
                </a:lnTo>
                <a:lnTo>
                  <a:pt x="2261" y="1595"/>
                </a:lnTo>
                <a:lnTo>
                  <a:pt x="2240" y="2281"/>
                </a:lnTo>
                <a:lnTo>
                  <a:pt x="2180" y="2967"/>
                </a:lnTo>
                <a:lnTo>
                  <a:pt x="2059" y="3694"/>
                </a:lnTo>
                <a:lnTo>
                  <a:pt x="1897" y="4521"/>
                </a:lnTo>
                <a:lnTo>
                  <a:pt x="1837" y="4763"/>
                </a:lnTo>
                <a:lnTo>
                  <a:pt x="1776" y="5026"/>
                </a:lnTo>
                <a:lnTo>
                  <a:pt x="1675" y="5308"/>
                </a:lnTo>
                <a:lnTo>
                  <a:pt x="1554" y="5591"/>
                </a:lnTo>
                <a:lnTo>
                  <a:pt x="1413" y="5893"/>
                </a:lnTo>
                <a:lnTo>
                  <a:pt x="1231" y="6176"/>
                </a:lnTo>
                <a:lnTo>
                  <a:pt x="1030" y="6459"/>
                </a:lnTo>
                <a:lnTo>
                  <a:pt x="808" y="6741"/>
                </a:lnTo>
                <a:lnTo>
                  <a:pt x="707" y="6822"/>
                </a:lnTo>
                <a:lnTo>
                  <a:pt x="626" y="6862"/>
                </a:lnTo>
                <a:lnTo>
                  <a:pt x="566" y="6902"/>
                </a:lnTo>
                <a:lnTo>
                  <a:pt x="485" y="6882"/>
                </a:lnTo>
                <a:lnTo>
                  <a:pt x="444" y="6862"/>
                </a:lnTo>
                <a:lnTo>
                  <a:pt x="384" y="6822"/>
                </a:lnTo>
                <a:lnTo>
                  <a:pt x="303" y="6701"/>
                </a:lnTo>
                <a:lnTo>
                  <a:pt x="243" y="6539"/>
                </a:lnTo>
                <a:lnTo>
                  <a:pt x="182" y="6317"/>
                </a:lnTo>
                <a:lnTo>
                  <a:pt x="142" y="6055"/>
                </a:lnTo>
                <a:lnTo>
                  <a:pt x="101" y="5752"/>
                </a:lnTo>
                <a:lnTo>
                  <a:pt x="81" y="5086"/>
                </a:lnTo>
                <a:lnTo>
                  <a:pt x="81" y="4602"/>
                </a:lnTo>
                <a:lnTo>
                  <a:pt x="81" y="4097"/>
                </a:lnTo>
                <a:lnTo>
                  <a:pt x="101" y="3976"/>
                </a:lnTo>
                <a:lnTo>
                  <a:pt x="122" y="3310"/>
                </a:lnTo>
                <a:lnTo>
                  <a:pt x="162" y="2685"/>
                </a:lnTo>
                <a:lnTo>
                  <a:pt x="222" y="2100"/>
                </a:lnTo>
                <a:lnTo>
                  <a:pt x="283" y="1535"/>
                </a:lnTo>
                <a:lnTo>
                  <a:pt x="323" y="1353"/>
                </a:lnTo>
                <a:lnTo>
                  <a:pt x="384" y="1131"/>
                </a:lnTo>
                <a:lnTo>
                  <a:pt x="444" y="909"/>
                </a:lnTo>
                <a:lnTo>
                  <a:pt x="545" y="667"/>
                </a:lnTo>
                <a:lnTo>
                  <a:pt x="687" y="465"/>
                </a:lnTo>
                <a:lnTo>
                  <a:pt x="767" y="364"/>
                </a:lnTo>
                <a:lnTo>
                  <a:pt x="848" y="263"/>
                </a:lnTo>
                <a:lnTo>
                  <a:pt x="949" y="203"/>
                </a:lnTo>
                <a:lnTo>
                  <a:pt x="1070" y="142"/>
                </a:lnTo>
                <a:lnTo>
                  <a:pt x="1191" y="102"/>
                </a:lnTo>
                <a:lnTo>
                  <a:pt x="1312" y="82"/>
                </a:lnTo>
                <a:close/>
                <a:moveTo>
                  <a:pt x="1312" y="1"/>
                </a:moveTo>
                <a:lnTo>
                  <a:pt x="1171" y="21"/>
                </a:lnTo>
                <a:lnTo>
                  <a:pt x="1030" y="61"/>
                </a:lnTo>
                <a:lnTo>
                  <a:pt x="868" y="162"/>
                </a:lnTo>
                <a:lnTo>
                  <a:pt x="707" y="304"/>
                </a:lnTo>
                <a:lnTo>
                  <a:pt x="566" y="485"/>
                </a:lnTo>
                <a:lnTo>
                  <a:pt x="485" y="606"/>
                </a:lnTo>
                <a:lnTo>
                  <a:pt x="424" y="748"/>
                </a:lnTo>
                <a:lnTo>
                  <a:pt x="364" y="909"/>
                </a:lnTo>
                <a:lnTo>
                  <a:pt x="303" y="1091"/>
                </a:lnTo>
                <a:lnTo>
                  <a:pt x="263" y="1292"/>
                </a:lnTo>
                <a:lnTo>
                  <a:pt x="222" y="1514"/>
                </a:lnTo>
                <a:lnTo>
                  <a:pt x="142" y="2079"/>
                </a:lnTo>
                <a:lnTo>
                  <a:pt x="81" y="2685"/>
                </a:lnTo>
                <a:lnTo>
                  <a:pt x="41" y="3310"/>
                </a:lnTo>
                <a:lnTo>
                  <a:pt x="21" y="3976"/>
                </a:lnTo>
                <a:lnTo>
                  <a:pt x="1" y="4097"/>
                </a:lnTo>
                <a:lnTo>
                  <a:pt x="1" y="4602"/>
                </a:lnTo>
                <a:lnTo>
                  <a:pt x="1" y="5106"/>
                </a:lnTo>
                <a:lnTo>
                  <a:pt x="21" y="5752"/>
                </a:lnTo>
                <a:lnTo>
                  <a:pt x="61" y="6055"/>
                </a:lnTo>
                <a:lnTo>
                  <a:pt x="101" y="6337"/>
                </a:lnTo>
                <a:lnTo>
                  <a:pt x="142" y="6499"/>
                </a:lnTo>
                <a:lnTo>
                  <a:pt x="202" y="6680"/>
                </a:lnTo>
                <a:lnTo>
                  <a:pt x="263" y="6781"/>
                </a:lnTo>
                <a:lnTo>
                  <a:pt x="303" y="6862"/>
                </a:lnTo>
                <a:lnTo>
                  <a:pt x="384" y="6923"/>
                </a:lnTo>
                <a:lnTo>
                  <a:pt x="465" y="6963"/>
                </a:lnTo>
                <a:lnTo>
                  <a:pt x="525" y="6983"/>
                </a:lnTo>
                <a:lnTo>
                  <a:pt x="606" y="6963"/>
                </a:lnTo>
                <a:lnTo>
                  <a:pt x="687" y="6923"/>
                </a:lnTo>
                <a:lnTo>
                  <a:pt x="767" y="6882"/>
                </a:lnTo>
                <a:lnTo>
                  <a:pt x="868" y="6802"/>
                </a:lnTo>
                <a:lnTo>
                  <a:pt x="1090" y="6519"/>
                </a:lnTo>
                <a:lnTo>
                  <a:pt x="1292" y="6237"/>
                </a:lnTo>
                <a:lnTo>
                  <a:pt x="1474" y="5934"/>
                </a:lnTo>
                <a:lnTo>
                  <a:pt x="1615" y="5631"/>
                </a:lnTo>
                <a:lnTo>
                  <a:pt x="1736" y="5349"/>
                </a:lnTo>
                <a:lnTo>
                  <a:pt x="1837" y="5046"/>
                </a:lnTo>
                <a:lnTo>
                  <a:pt x="1918" y="4784"/>
                </a:lnTo>
                <a:lnTo>
                  <a:pt x="1978" y="4521"/>
                </a:lnTo>
                <a:lnTo>
                  <a:pt x="2140" y="3714"/>
                </a:lnTo>
                <a:lnTo>
                  <a:pt x="2261" y="2967"/>
                </a:lnTo>
                <a:lnTo>
                  <a:pt x="2321" y="2281"/>
                </a:lnTo>
                <a:lnTo>
                  <a:pt x="2341" y="1595"/>
                </a:lnTo>
                <a:lnTo>
                  <a:pt x="2341" y="1333"/>
                </a:lnTo>
                <a:lnTo>
                  <a:pt x="2321" y="1050"/>
                </a:lnTo>
                <a:lnTo>
                  <a:pt x="2261" y="788"/>
                </a:lnTo>
                <a:lnTo>
                  <a:pt x="2220" y="667"/>
                </a:lnTo>
                <a:lnTo>
                  <a:pt x="2180" y="546"/>
                </a:lnTo>
                <a:lnTo>
                  <a:pt x="2119" y="445"/>
                </a:lnTo>
                <a:lnTo>
                  <a:pt x="2039" y="324"/>
                </a:lnTo>
                <a:lnTo>
                  <a:pt x="1938" y="243"/>
                </a:lnTo>
                <a:lnTo>
                  <a:pt x="1837" y="142"/>
                </a:lnTo>
                <a:lnTo>
                  <a:pt x="1716" y="82"/>
                </a:lnTo>
                <a:lnTo>
                  <a:pt x="1595" y="21"/>
                </a:lnTo>
                <a:lnTo>
                  <a:pt x="1453" y="1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71" name="Google Shape;2871;p35"/>
          <p:cNvSpPr/>
          <p:nvPr/>
        </p:nvSpPr>
        <p:spPr>
          <a:xfrm flipH="1" rot="-2700000">
            <a:off x="5244598" y="4302132"/>
            <a:ext cx="100466" cy="100466"/>
          </a:xfrm>
          <a:custGeom>
            <a:rect b="b" l="l" r="r" t="t"/>
            <a:pathLst>
              <a:path extrusionOk="0" h="1797" w="1797">
                <a:moveTo>
                  <a:pt x="909" y="0"/>
                </a:moveTo>
                <a:lnTo>
                  <a:pt x="727" y="20"/>
                </a:lnTo>
                <a:lnTo>
                  <a:pt x="546" y="61"/>
                </a:lnTo>
                <a:lnTo>
                  <a:pt x="404" y="162"/>
                </a:lnTo>
                <a:lnTo>
                  <a:pt x="263" y="263"/>
                </a:lnTo>
                <a:lnTo>
                  <a:pt x="162" y="404"/>
                </a:lnTo>
                <a:lnTo>
                  <a:pt x="61" y="545"/>
                </a:lnTo>
                <a:lnTo>
                  <a:pt x="21" y="727"/>
                </a:lnTo>
                <a:lnTo>
                  <a:pt x="1" y="908"/>
                </a:lnTo>
                <a:lnTo>
                  <a:pt x="21" y="1090"/>
                </a:lnTo>
                <a:lnTo>
                  <a:pt x="61" y="1251"/>
                </a:lnTo>
                <a:lnTo>
                  <a:pt x="162" y="1393"/>
                </a:lnTo>
                <a:lnTo>
                  <a:pt x="263" y="1534"/>
                </a:lnTo>
                <a:lnTo>
                  <a:pt x="404" y="1655"/>
                </a:lnTo>
                <a:lnTo>
                  <a:pt x="546" y="1736"/>
                </a:lnTo>
                <a:lnTo>
                  <a:pt x="727" y="1776"/>
                </a:lnTo>
                <a:lnTo>
                  <a:pt x="909" y="1796"/>
                </a:lnTo>
                <a:lnTo>
                  <a:pt x="1090" y="1776"/>
                </a:lnTo>
                <a:lnTo>
                  <a:pt x="1252" y="1736"/>
                </a:lnTo>
                <a:lnTo>
                  <a:pt x="1413" y="1655"/>
                </a:lnTo>
                <a:lnTo>
                  <a:pt x="1534" y="1534"/>
                </a:lnTo>
                <a:lnTo>
                  <a:pt x="1655" y="1393"/>
                </a:lnTo>
                <a:lnTo>
                  <a:pt x="1736" y="1251"/>
                </a:lnTo>
                <a:lnTo>
                  <a:pt x="1777" y="1090"/>
                </a:lnTo>
                <a:lnTo>
                  <a:pt x="1797" y="908"/>
                </a:lnTo>
                <a:lnTo>
                  <a:pt x="1777" y="727"/>
                </a:lnTo>
                <a:lnTo>
                  <a:pt x="1736" y="545"/>
                </a:lnTo>
                <a:lnTo>
                  <a:pt x="1655" y="404"/>
                </a:lnTo>
                <a:lnTo>
                  <a:pt x="1534" y="263"/>
                </a:lnTo>
                <a:lnTo>
                  <a:pt x="1413" y="162"/>
                </a:lnTo>
                <a:lnTo>
                  <a:pt x="1252" y="61"/>
                </a:lnTo>
                <a:lnTo>
                  <a:pt x="1090" y="20"/>
                </a:lnTo>
                <a:lnTo>
                  <a:pt x="909" y="0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72" name="Google Shape;2872;p35"/>
          <p:cNvSpPr/>
          <p:nvPr/>
        </p:nvSpPr>
        <p:spPr>
          <a:xfrm flipH="1" rot="-2700000">
            <a:off x="5242294" y="4299868"/>
            <a:ext cx="104994" cy="104994"/>
          </a:xfrm>
          <a:custGeom>
            <a:rect b="b" l="l" r="r" t="t"/>
            <a:pathLst>
              <a:path extrusionOk="0" h="1878" w="1878">
                <a:moveTo>
                  <a:pt x="949" y="82"/>
                </a:moveTo>
                <a:lnTo>
                  <a:pt x="1110" y="102"/>
                </a:lnTo>
                <a:lnTo>
                  <a:pt x="1272" y="142"/>
                </a:lnTo>
                <a:lnTo>
                  <a:pt x="1413" y="223"/>
                </a:lnTo>
                <a:lnTo>
                  <a:pt x="1554" y="324"/>
                </a:lnTo>
                <a:lnTo>
                  <a:pt x="1655" y="465"/>
                </a:lnTo>
                <a:lnTo>
                  <a:pt x="1736" y="606"/>
                </a:lnTo>
                <a:lnTo>
                  <a:pt x="1776" y="768"/>
                </a:lnTo>
                <a:lnTo>
                  <a:pt x="1796" y="949"/>
                </a:lnTo>
                <a:lnTo>
                  <a:pt x="1776" y="1111"/>
                </a:lnTo>
                <a:lnTo>
                  <a:pt x="1736" y="1272"/>
                </a:lnTo>
                <a:lnTo>
                  <a:pt x="1655" y="1414"/>
                </a:lnTo>
                <a:lnTo>
                  <a:pt x="1554" y="1555"/>
                </a:lnTo>
                <a:lnTo>
                  <a:pt x="1413" y="1656"/>
                </a:lnTo>
                <a:lnTo>
                  <a:pt x="1272" y="1736"/>
                </a:lnTo>
                <a:lnTo>
                  <a:pt x="1110" y="1777"/>
                </a:lnTo>
                <a:lnTo>
                  <a:pt x="949" y="1797"/>
                </a:lnTo>
                <a:lnTo>
                  <a:pt x="767" y="1777"/>
                </a:lnTo>
                <a:lnTo>
                  <a:pt x="606" y="1736"/>
                </a:lnTo>
                <a:lnTo>
                  <a:pt x="464" y="1656"/>
                </a:lnTo>
                <a:lnTo>
                  <a:pt x="323" y="1555"/>
                </a:lnTo>
                <a:lnTo>
                  <a:pt x="222" y="1414"/>
                </a:lnTo>
                <a:lnTo>
                  <a:pt x="142" y="1272"/>
                </a:lnTo>
                <a:lnTo>
                  <a:pt x="101" y="1111"/>
                </a:lnTo>
                <a:lnTo>
                  <a:pt x="81" y="949"/>
                </a:lnTo>
                <a:lnTo>
                  <a:pt x="101" y="768"/>
                </a:lnTo>
                <a:lnTo>
                  <a:pt x="142" y="606"/>
                </a:lnTo>
                <a:lnTo>
                  <a:pt x="222" y="465"/>
                </a:lnTo>
                <a:lnTo>
                  <a:pt x="323" y="324"/>
                </a:lnTo>
                <a:lnTo>
                  <a:pt x="464" y="223"/>
                </a:lnTo>
                <a:lnTo>
                  <a:pt x="606" y="142"/>
                </a:lnTo>
                <a:lnTo>
                  <a:pt x="767" y="102"/>
                </a:lnTo>
                <a:lnTo>
                  <a:pt x="949" y="82"/>
                </a:lnTo>
                <a:close/>
                <a:moveTo>
                  <a:pt x="949" y="1"/>
                </a:moveTo>
                <a:lnTo>
                  <a:pt x="747" y="21"/>
                </a:lnTo>
                <a:lnTo>
                  <a:pt x="565" y="82"/>
                </a:lnTo>
                <a:lnTo>
                  <a:pt x="424" y="162"/>
                </a:lnTo>
                <a:lnTo>
                  <a:pt x="283" y="283"/>
                </a:lnTo>
                <a:lnTo>
                  <a:pt x="162" y="405"/>
                </a:lnTo>
                <a:lnTo>
                  <a:pt x="81" y="566"/>
                </a:lnTo>
                <a:lnTo>
                  <a:pt x="21" y="748"/>
                </a:lnTo>
                <a:lnTo>
                  <a:pt x="0" y="949"/>
                </a:lnTo>
                <a:lnTo>
                  <a:pt x="21" y="1131"/>
                </a:lnTo>
                <a:lnTo>
                  <a:pt x="81" y="1313"/>
                </a:lnTo>
                <a:lnTo>
                  <a:pt x="162" y="1474"/>
                </a:lnTo>
                <a:lnTo>
                  <a:pt x="283" y="1595"/>
                </a:lnTo>
                <a:lnTo>
                  <a:pt x="424" y="1716"/>
                </a:lnTo>
                <a:lnTo>
                  <a:pt x="565" y="1797"/>
                </a:lnTo>
                <a:lnTo>
                  <a:pt x="747" y="1857"/>
                </a:lnTo>
                <a:lnTo>
                  <a:pt x="949" y="1878"/>
                </a:lnTo>
                <a:lnTo>
                  <a:pt x="1130" y="1857"/>
                </a:lnTo>
                <a:lnTo>
                  <a:pt x="1312" y="1797"/>
                </a:lnTo>
                <a:lnTo>
                  <a:pt x="1473" y="1716"/>
                </a:lnTo>
                <a:lnTo>
                  <a:pt x="1615" y="1595"/>
                </a:lnTo>
                <a:lnTo>
                  <a:pt x="1716" y="1474"/>
                </a:lnTo>
                <a:lnTo>
                  <a:pt x="1817" y="1313"/>
                </a:lnTo>
                <a:lnTo>
                  <a:pt x="1857" y="1131"/>
                </a:lnTo>
                <a:lnTo>
                  <a:pt x="1877" y="949"/>
                </a:lnTo>
                <a:lnTo>
                  <a:pt x="1857" y="748"/>
                </a:lnTo>
                <a:lnTo>
                  <a:pt x="1817" y="566"/>
                </a:lnTo>
                <a:lnTo>
                  <a:pt x="1716" y="405"/>
                </a:lnTo>
                <a:lnTo>
                  <a:pt x="1615" y="283"/>
                </a:lnTo>
                <a:lnTo>
                  <a:pt x="1473" y="162"/>
                </a:lnTo>
                <a:lnTo>
                  <a:pt x="1312" y="82"/>
                </a:lnTo>
                <a:lnTo>
                  <a:pt x="1130" y="21"/>
                </a:lnTo>
                <a:lnTo>
                  <a:pt x="949" y="1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73" name="Google Shape;2873;p35"/>
          <p:cNvSpPr/>
          <p:nvPr/>
        </p:nvSpPr>
        <p:spPr>
          <a:xfrm flipH="1" rot="-2700000">
            <a:off x="3277569" y="4749891"/>
            <a:ext cx="101584" cy="101640"/>
          </a:xfrm>
          <a:custGeom>
            <a:rect b="b" l="l" r="r" t="t"/>
            <a:pathLst>
              <a:path extrusionOk="0" h="1818" w="1817">
                <a:moveTo>
                  <a:pt x="908" y="1"/>
                </a:moveTo>
                <a:lnTo>
                  <a:pt x="727" y="21"/>
                </a:lnTo>
                <a:lnTo>
                  <a:pt x="565" y="82"/>
                </a:lnTo>
                <a:lnTo>
                  <a:pt x="404" y="162"/>
                </a:lnTo>
                <a:lnTo>
                  <a:pt x="262" y="263"/>
                </a:lnTo>
                <a:lnTo>
                  <a:pt x="162" y="404"/>
                </a:lnTo>
                <a:lnTo>
                  <a:pt x="81" y="566"/>
                </a:lnTo>
                <a:lnTo>
                  <a:pt x="20" y="727"/>
                </a:lnTo>
                <a:lnTo>
                  <a:pt x="0" y="909"/>
                </a:lnTo>
                <a:lnTo>
                  <a:pt x="20" y="1091"/>
                </a:lnTo>
                <a:lnTo>
                  <a:pt x="81" y="1252"/>
                </a:lnTo>
                <a:lnTo>
                  <a:pt x="162" y="1413"/>
                </a:lnTo>
                <a:lnTo>
                  <a:pt x="262" y="1555"/>
                </a:lnTo>
                <a:lnTo>
                  <a:pt x="404" y="1656"/>
                </a:lnTo>
                <a:lnTo>
                  <a:pt x="565" y="1736"/>
                </a:lnTo>
                <a:lnTo>
                  <a:pt x="727" y="1797"/>
                </a:lnTo>
                <a:lnTo>
                  <a:pt x="908" y="1817"/>
                </a:lnTo>
                <a:lnTo>
                  <a:pt x="1090" y="1797"/>
                </a:lnTo>
                <a:lnTo>
                  <a:pt x="1251" y="1736"/>
                </a:lnTo>
                <a:lnTo>
                  <a:pt x="1413" y="1656"/>
                </a:lnTo>
                <a:lnTo>
                  <a:pt x="1534" y="1555"/>
                </a:lnTo>
                <a:lnTo>
                  <a:pt x="1655" y="1413"/>
                </a:lnTo>
                <a:lnTo>
                  <a:pt x="1736" y="1252"/>
                </a:lnTo>
                <a:lnTo>
                  <a:pt x="1796" y="1091"/>
                </a:lnTo>
                <a:lnTo>
                  <a:pt x="1816" y="909"/>
                </a:lnTo>
                <a:lnTo>
                  <a:pt x="1796" y="727"/>
                </a:lnTo>
                <a:lnTo>
                  <a:pt x="1736" y="566"/>
                </a:lnTo>
                <a:lnTo>
                  <a:pt x="1655" y="404"/>
                </a:lnTo>
                <a:lnTo>
                  <a:pt x="1534" y="263"/>
                </a:lnTo>
                <a:lnTo>
                  <a:pt x="1413" y="162"/>
                </a:lnTo>
                <a:lnTo>
                  <a:pt x="1251" y="82"/>
                </a:lnTo>
                <a:lnTo>
                  <a:pt x="1090" y="21"/>
                </a:lnTo>
                <a:lnTo>
                  <a:pt x="908" y="1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74" name="Google Shape;2874;p35"/>
          <p:cNvSpPr/>
          <p:nvPr/>
        </p:nvSpPr>
        <p:spPr>
          <a:xfrm flipH="1" rot="-2700000">
            <a:off x="3275324" y="4747635"/>
            <a:ext cx="106112" cy="106112"/>
          </a:xfrm>
          <a:custGeom>
            <a:rect b="b" l="l" r="r" t="t"/>
            <a:pathLst>
              <a:path extrusionOk="0" h="1898" w="1898">
                <a:moveTo>
                  <a:pt x="949" y="81"/>
                </a:moveTo>
                <a:lnTo>
                  <a:pt x="1131" y="101"/>
                </a:lnTo>
                <a:lnTo>
                  <a:pt x="1292" y="162"/>
                </a:lnTo>
                <a:lnTo>
                  <a:pt x="1434" y="243"/>
                </a:lnTo>
                <a:lnTo>
                  <a:pt x="1555" y="344"/>
                </a:lnTo>
                <a:lnTo>
                  <a:pt x="1655" y="465"/>
                </a:lnTo>
                <a:lnTo>
                  <a:pt x="1736" y="606"/>
                </a:lnTo>
                <a:lnTo>
                  <a:pt x="1797" y="767"/>
                </a:lnTo>
                <a:lnTo>
                  <a:pt x="1817" y="949"/>
                </a:lnTo>
                <a:lnTo>
                  <a:pt x="1797" y="1131"/>
                </a:lnTo>
                <a:lnTo>
                  <a:pt x="1736" y="1292"/>
                </a:lnTo>
                <a:lnTo>
                  <a:pt x="1655" y="1433"/>
                </a:lnTo>
                <a:lnTo>
                  <a:pt x="1555" y="1554"/>
                </a:lnTo>
                <a:lnTo>
                  <a:pt x="1434" y="1655"/>
                </a:lnTo>
                <a:lnTo>
                  <a:pt x="1292" y="1736"/>
                </a:lnTo>
                <a:lnTo>
                  <a:pt x="1131" y="1797"/>
                </a:lnTo>
                <a:lnTo>
                  <a:pt x="949" y="1817"/>
                </a:lnTo>
                <a:lnTo>
                  <a:pt x="768" y="1797"/>
                </a:lnTo>
                <a:lnTo>
                  <a:pt x="606" y="1736"/>
                </a:lnTo>
                <a:lnTo>
                  <a:pt x="465" y="1655"/>
                </a:lnTo>
                <a:lnTo>
                  <a:pt x="344" y="1554"/>
                </a:lnTo>
                <a:lnTo>
                  <a:pt x="243" y="1433"/>
                </a:lnTo>
                <a:lnTo>
                  <a:pt x="162" y="1292"/>
                </a:lnTo>
                <a:lnTo>
                  <a:pt x="102" y="1131"/>
                </a:lnTo>
                <a:lnTo>
                  <a:pt x="81" y="949"/>
                </a:lnTo>
                <a:lnTo>
                  <a:pt x="102" y="767"/>
                </a:lnTo>
                <a:lnTo>
                  <a:pt x="162" y="606"/>
                </a:lnTo>
                <a:lnTo>
                  <a:pt x="243" y="465"/>
                </a:lnTo>
                <a:lnTo>
                  <a:pt x="344" y="344"/>
                </a:lnTo>
                <a:lnTo>
                  <a:pt x="465" y="243"/>
                </a:lnTo>
                <a:lnTo>
                  <a:pt x="606" y="162"/>
                </a:lnTo>
                <a:lnTo>
                  <a:pt x="768" y="101"/>
                </a:lnTo>
                <a:lnTo>
                  <a:pt x="949" y="81"/>
                </a:lnTo>
                <a:close/>
                <a:moveTo>
                  <a:pt x="949" y="0"/>
                </a:moveTo>
                <a:lnTo>
                  <a:pt x="768" y="21"/>
                </a:lnTo>
                <a:lnTo>
                  <a:pt x="586" y="81"/>
                </a:lnTo>
                <a:lnTo>
                  <a:pt x="425" y="162"/>
                </a:lnTo>
                <a:lnTo>
                  <a:pt x="283" y="283"/>
                </a:lnTo>
                <a:lnTo>
                  <a:pt x="162" y="424"/>
                </a:lnTo>
                <a:lnTo>
                  <a:pt x="81" y="586"/>
                </a:lnTo>
                <a:lnTo>
                  <a:pt x="21" y="767"/>
                </a:lnTo>
                <a:lnTo>
                  <a:pt x="1" y="949"/>
                </a:lnTo>
                <a:lnTo>
                  <a:pt x="21" y="1131"/>
                </a:lnTo>
                <a:lnTo>
                  <a:pt x="81" y="1312"/>
                </a:lnTo>
                <a:lnTo>
                  <a:pt x="162" y="1474"/>
                </a:lnTo>
                <a:lnTo>
                  <a:pt x="283" y="1615"/>
                </a:lnTo>
                <a:lnTo>
                  <a:pt x="425" y="1736"/>
                </a:lnTo>
                <a:lnTo>
                  <a:pt x="586" y="1817"/>
                </a:lnTo>
                <a:lnTo>
                  <a:pt x="768" y="1877"/>
                </a:lnTo>
                <a:lnTo>
                  <a:pt x="949" y="1897"/>
                </a:lnTo>
                <a:lnTo>
                  <a:pt x="1131" y="1877"/>
                </a:lnTo>
                <a:lnTo>
                  <a:pt x="1312" y="1817"/>
                </a:lnTo>
                <a:lnTo>
                  <a:pt x="1474" y="1736"/>
                </a:lnTo>
                <a:lnTo>
                  <a:pt x="1615" y="1615"/>
                </a:lnTo>
                <a:lnTo>
                  <a:pt x="1736" y="1474"/>
                </a:lnTo>
                <a:lnTo>
                  <a:pt x="1817" y="1312"/>
                </a:lnTo>
                <a:lnTo>
                  <a:pt x="1877" y="1131"/>
                </a:lnTo>
                <a:lnTo>
                  <a:pt x="1898" y="949"/>
                </a:lnTo>
                <a:lnTo>
                  <a:pt x="1877" y="767"/>
                </a:lnTo>
                <a:lnTo>
                  <a:pt x="1817" y="586"/>
                </a:lnTo>
                <a:lnTo>
                  <a:pt x="1736" y="424"/>
                </a:lnTo>
                <a:lnTo>
                  <a:pt x="1615" y="283"/>
                </a:lnTo>
                <a:lnTo>
                  <a:pt x="1474" y="162"/>
                </a:lnTo>
                <a:lnTo>
                  <a:pt x="1312" y="81"/>
                </a:lnTo>
                <a:lnTo>
                  <a:pt x="1131" y="21"/>
                </a:lnTo>
                <a:lnTo>
                  <a:pt x="949" y="0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75" name="Google Shape;2875;p35"/>
          <p:cNvSpPr/>
          <p:nvPr/>
        </p:nvSpPr>
        <p:spPr>
          <a:xfrm flipH="1" rot="-2700000">
            <a:off x="4353985" y="4869156"/>
            <a:ext cx="4584" cy="55348"/>
          </a:xfrm>
          <a:custGeom>
            <a:rect b="b" l="l" r="r" t="t"/>
            <a:pathLst>
              <a:path extrusionOk="0" h="990" w="82">
                <a:moveTo>
                  <a:pt x="1" y="0"/>
                </a:moveTo>
                <a:lnTo>
                  <a:pt x="1" y="989"/>
                </a:lnTo>
                <a:lnTo>
                  <a:pt x="81" y="989"/>
                </a:lnTo>
                <a:lnTo>
                  <a:pt x="81" y="0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76" name="Google Shape;2876;p35"/>
          <p:cNvSpPr/>
          <p:nvPr/>
        </p:nvSpPr>
        <p:spPr>
          <a:xfrm flipH="1" rot="-2700000">
            <a:off x="4327811" y="4894538"/>
            <a:ext cx="55348" cy="4584"/>
          </a:xfrm>
          <a:custGeom>
            <a:rect b="b" l="l" r="r" t="t"/>
            <a:pathLst>
              <a:path extrusionOk="0" h="82" w="990">
                <a:moveTo>
                  <a:pt x="1" y="0"/>
                </a:moveTo>
                <a:lnTo>
                  <a:pt x="1" y="81"/>
                </a:lnTo>
                <a:lnTo>
                  <a:pt x="990" y="81"/>
                </a:lnTo>
                <a:lnTo>
                  <a:pt x="990" y="0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TITLE OPENING">
  <p:cSld name="Diapositiva de título">
    <p:bg>
      <p:bgPr>
        <a:solidFill>
          <a:srgbClr val="F3F3F3"/>
        </a:solidFill>
      </p:bgPr>
    </p:bg>
    <p:spTree>
      <p:nvGrpSpPr>
        <p:cNvPr id="2877" name="Shape 28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78" name="Google Shape;2878;p36"/>
          <p:cNvSpPr txBox="1"/>
          <p:nvPr>
            <p:ph type="ctrTitle"/>
          </p:nvPr>
        </p:nvSpPr>
        <p:spPr>
          <a:xfrm>
            <a:off x="694850" y="2610489"/>
            <a:ext cx="3871800" cy="12414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4800"/>
              <a:buFont typeface="Advent Pro SemiBold"/>
              <a:buNone/>
              <a:defRPr sz="4300">
                <a:latin typeface="Saira SemiCondensed SemiBold"/>
                <a:ea typeface="Saira SemiCondensed SemiBold"/>
                <a:cs typeface="Saira SemiCondensed SemiBold"/>
                <a:sym typeface="Saira SemiCondensed SemiBol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879" name="Google Shape;2879;p36"/>
          <p:cNvSpPr txBox="1"/>
          <p:nvPr>
            <p:ph idx="1" type="subTitle"/>
          </p:nvPr>
        </p:nvSpPr>
        <p:spPr>
          <a:xfrm>
            <a:off x="694850" y="3729450"/>
            <a:ext cx="2548800" cy="564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lvl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SzPts val="1200"/>
              <a:buNone/>
              <a:defRPr sz="1200">
                <a:latin typeface="Abel"/>
                <a:ea typeface="Abel"/>
                <a:cs typeface="Abel"/>
                <a:sym typeface="Abel"/>
              </a:defRPr>
            </a:lvl1pPr>
            <a:lvl2pPr lvl="1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9pPr>
          </a:lstStyle>
          <a:p/>
        </p:txBody>
      </p:sp>
      <p:sp>
        <p:nvSpPr>
          <p:cNvPr id="2880" name="Google Shape;2880;p36"/>
          <p:cNvSpPr/>
          <p:nvPr/>
        </p:nvSpPr>
        <p:spPr>
          <a:xfrm>
            <a:off x="4946725" y="0"/>
            <a:ext cx="4196935" cy="5143530"/>
          </a:xfrm>
          <a:custGeom>
            <a:rect b="b" l="l" r="r" t="t"/>
            <a:pathLst>
              <a:path extrusionOk="0" h="65892" w="140542">
                <a:moveTo>
                  <a:pt x="0" y="0"/>
                </a:moveTo>
                <a:lnTo>
                  <a:pt x="0" y="65891"/>
                </a:lnTo>
                <a:lnTo>
                  <a:pt x="140541" y="65891"/>
                </a:lnTo>
                <a:lnTo>
                  <a:pt x="140541" y="0"/>
                </a:lnTo>
                <a:close/>
              </a:path>
            </a:pathLst>
          </a:custGeom>
          <a:solidFill>
            <a:srgbClr val="4F47B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+ TEXT">
  <p:cSld name="Diapositiva de título_1">
    <p:bg>
      <p:bgPr>
        <a:solidFill>
          <a:srgbClr val="F3F3F3"/>
        </a:solidFill>
      </p:bgPr>
    </p:bg>
    <p:spTree>
      <p:nvGrpSpPr>
        <p:cNvPr id="2881" name="Shape 28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82" name="Google Shape;2882;p37"/>
          <p:cNvSpPr/>
          <p:nvPr/>
        </p:nvSpPr>
        <p:spPr>
          <a:xfrm>
            <a:off x="4946725" y="0"/>
            <a:ext cx="4196935" cy="5143530"/>
          </a:xfrm>
          <a:custGeom>
            <a:rect b="b" l="l" r="r" t="t"/>
            <a:pathLst>
              <a:path extrusionOk="0" h="65892" w="140542">
                <a:moveTo>
                  <a:pt x="0" y="0"/>
                </a:moveTo>
                <a:lnTo>
                  <a:pt x="0" y="65891"/>
                </a:lnTo>
                <a:lnTo>
                  <a:pt x="140541" y="65891"/>
                </a:lnTo>
                <a:lnTo>
                  <a:pt x="140541" y="0"/>
                </a:lnTo>
                <a:close/>
              </a:path>
            </a:pathLst>
          </a:custGeom>
          <a:solidFill>
            <a:srgbClr val="FF3C6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83" name="Google Shape;2883;p37"/>
          <p:cNvSpPr/>
          <p:nvPr/>
        </p:nvSpPr>
        <p:spPr>
          <a:xfrm>
            <a:off x="1202150" y="584950"/>
            <a:ext cx="6739800" cy="3973500"/>
          </a:xfrm>
          <a:prstGeom prst="rect">
            <a:avLst/>
          </a:prstGeom>
          <a:solidFill>
            <a:srgbClr val="FFD4E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84" name="Google Shape;2884;p37"/>
          <p:cNvSpPr/>
          <p:nvPr/>
        </p:nvSpPr>
        <p:spPr>
          <a:xfrm>
            <a:off x="0" y="1057950"/>
            <a:ext cx="2421900" cy="4085700"/>
          </a:xfrm>
          <a:prstGeom prst="rect">
            <a:avLst/>
          </a:prstGeom>
          <a:solidFill>
            <a:srgbClr val="4F47B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85" name="Google Shape;2885;p37"/>
          <p:cNvSpPr txBox="1"/>
          <p:nvPr>
            <p:ph type="ctrTitle"/>
          </p:nvPr>
        </p:nvSpPr>
        <p:spPr>
          <a:xfrm flipH="1">
            <a:off x="973500" y="1951175"/>
            <a:ext cx="1245900" cy="1241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1800"/>
              <a:buFont typeface="Saira SemiCondensed SemiBold"/>
              <a:buNone/>
              <a:defRPr sz="1800">
                <a:solidFill>
                  <a:srgbClr val="F3F3F3"/>
                </a:solidFill>
                <a:latin typeface="Saira SemiCondensed SemiBold"/>
                <a:ea typeface="Saira SemiCondensed SemiBold"/>
                <a:cs typeface="Saira SemiCondensed SemiBold"/>
                <a:sym typeface="Saira SemiCondensed SemiBold"/>
              </a:defRPr>
            </a:lvl1pPr>
            <a:lvl2pPr lvl="1" rtl="0" algn="r"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1800"/>
              <a:buFont typeface="Saira SemiCondensed SemiBold"/>
              <a:buNone/>
              <a:defRPr sz="1800">
                <a:solidFill>
                  <a:srgbClr val="F3F3F3"/>
                </a:solidFill>
                <a:latin typeface="Saira SemiCondensed SemiBold"/>
                <a:ea typeface="Saira SemiCondensed SemiBold"/>
                <a:cs typeface="Saira SemiCondensed SemiBold"/>
                <a:sym typeface="Saira SemiCondensed SemiBold"/>
              </a:defRPr>
            </a:lvl2pPr>
            <a:lvl3pPr lvl="2" rtl="0" algn="r"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1800"/>
              <a:buFont typeface="Saira SemiCondensed SemiBold"/>
              <a:buNone/>
              <a:defRPr sz="1800">
                <a:solidFill>
                  <a:srgbClr val="F3F3F3"/>
                </a:solidFill>
                <a:latin typeface="Saira SemiCondensed SemiBold"/>
                <a:ea typeface="Saira SemiCondensed SemiBold"/>
                <a:cs typeface="Saira SemiCondensed SemiBold"/>
                <a:sym typeface="Saira SemiCondensed SemiBold"/>
              </a:defRPr>
            </a:lvl3pPr>
            <a:lvl4pPr lvl="3" rtl="0" algn="r"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1800"/>
              <a:buFont typeface="Saira SemiCondensed SemiBold"/>
              <a:buNone/>
              <a:defRPr sz="1800">
                <a:solidFill>
                  <a:srgbClr val="F3F3F3"/>
                </a:solidFill>
                <a:latin typeface="Saira SemiCondensed SemiBold"/>
                <a:ea typeface="Saira SemiCondensed SemiBold"/>
                <a:cs typeface="Saira SemiCondensed SemiBold"/>
                <a:sym typeface="Saira SemiCondensed SemiBold"/>
              </a:defRPr>
            </a:lvl4pPr>
            <a:lvl5pPr lvl="4" rtl="0" algn="r"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1800"/>
              <a:buFont typeface="Saira SemiCondensed SemiBold"/>
              <a:buNone/>
              <a:defRPr sz="1800">
                <a:solidFill>
                  <a:srgbClr val="F3F3F3"/>
                </a:solidFill>
                <a:latin typeface="Saira SemiCondensed SemiBold"/>
                <a:ea typeface="Saira SemiCondensed SemiBold"/>
                <a:cs typeface="Saira SemiCondensed SemiBold"/>
                <a:sym typeface="Saira SemiCondensed SemiBold"/>
              </a:defRPr>
            </a:lvl5pPr>
            <a:lvl6pPr lvl="5" rtl="0" algn="r"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1800"/>
              <a:buFont typeface="Saira SemiCondensed SemiBold"/>
              <a:buNone/>
              <a:defRPr sz="1800">
                <a:solidFill>
                  <a:srgbClr val="F3F3F3"/>
                </a:solidFill>
                <a:latin typeface="Saira SemiCondensed SemiBold"/>
                <a:ea typeface="Saira SemiCondensed SemiBold"/>
                <a:cs typeface="Saira SemiCondensed SemiBold"/>
                <a:sym typeface="Saira SemiCondensed SemiBold"/>
              </a:defRPr>
            </a:lvl6pPr>
            <a:lvl7pPr lvl="6" rtl="0" algn="r"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1800"/>
              <a:buFont typeface="Saira SemiCondensed SemiBold"/>
              <a:buNone/>
              <a:defRPr sz="1800">
                <a:solidFill>
                  <a:srgbClr val="F3F3F3"/>
                </a:solidFill>
                <a:latin typeface="Saira SemiCondensed SemiBold"/>
                <a:ea typeface="Saira SemiCondensed SemiBold"/>
                <a:cs typeface="Saira SemiCondensed SemiBold"/>
                <a:sym typeface="Saira SemiCondensed SemiBold"/>
              </a:defRPr>
            </a:lvl7pPr>
            <a:lvl8pPr lvl="7" rtl="0" algn="r"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1800"/>
              <a:buFont typeface="Saira SemiCondensed SemiBold"/>
              <a:buNone/>
              <a:defRPr sz="1800">
                <a:solidFill>
                  <a:srgbClr val="F3F3F3"/>
                </a:solidFill>
                <a:latin typeface="Saira SemiCondensed SemiBold"/>
                <a:ea typeface="Saira SemiCondensed SemiBold"/>
                <a:cs typeface="Saira SemiCondensed SemiBold"/>
                <a:sym typeface="Saira SemiCondensed SemiBold"/>
              </a:defRPr>
            </a:lvl8pPr>
            <a:lvl9pPr lvl="8" rtl="0" algn="r"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1800"/>
              <a:buFont typeface="Saira SemiCondensed SemiBold"/>
              <a:buNone/>
              <a:defRPr sz="1800">
                <a:solidFill>
                  <a:srgbClr val="F3F3F3"/>
                </a:solidFill>
                <a:latin typeface="Saira SemiCondensed SemiBold"/>
                <a:ea typeface="Saira SemiCondensed SemiBold"/>
                <a:cs typeface="Saira SemiCondensed SemiBold"/>
                <a:sym typeface="Saira SemiCondensed SemiBold"/>
              </a:defRPr>
            </a:lvl9pPr>
          </a:lstStyle>
          <a:p/>
        </p:txBody>
      </p:sp>
      <p:sp>
        <p:nvSpPr>
          <p:cNvPr id="2886" name="Google Shape;2886;p37"/>
          <p:cNvSpPr txBox="1"/>
          <p:nvPr>
            <p:ph idx="1" type="body"/>
          </p:nvPr>
        </p:nvSpPr>
        <p:spPr>
          <a:xfrm>
            <a:off x="2413800" y="1136650"/>
            <a:ext cx="4316400" cy="2870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98450" lvl="0" marL="457200" rtl="0"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1100"/>
              <a:buChar char="●"/>
              <a:defRPr sz="1100">
                <a:solidFill>
                  <a:srgbClr val="F3F3F3"/>
                </a:solidFill>
              </a:defRPr>
            </a:lvl1pPr>
            <a:lvl2pPr indent="-298450" lvl="1" marL="914400" rtl="0"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1100"/>
              <a:buChar char="○"/>
              <a:defRPr sz="1100">
                <a:solidFill>
                  <a:srgbClr val="F3F3F3"/>
                </a:solidFill>
              </a:defRPr>
            </a:lvl2pPr>
            <a:lvl3pPr indent="-298450" lvl="2" marL="1371600" rtl="0"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1100"/>
              <a:buChar char="■"/>
              <a:defRPr sz="1100">
                <a:solidFill>
                  <a:srgbClr val="F3F3F3"/>
                </a:solidFill>
              </a:defRPr>
            </a:lvl3pPr>
            <a:lvl4pPr indent="-298450" lvl="3" marL="1828800" rtl="0"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1100"/>
              <a:buChar char="●"/>
              <a:defRPr sz="1100">
                <a:solidFill>
                  <a:srgbClr val="F3F3F3"/>
                </a:solidFill>
              </a:defRPr>
            </a:lvl4pPr>
            <a:lvl5pPr indent="-298450" lvl="4" marL="2286000" rtl="0"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1100"/>
              <a:buChar char="○"/>
              <a:defRPr sz="1100">
                <a:solidFill>
                  <a:srgbClr val="F3F3F3"/>
                </a:solidFill>
              </a:defRPr>
            </a:lvl5pPr>
            <a:lvl6pPr indent="-298450" lvl="5" marL="2743200" rtl="0"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1100"/>
              <a:buChar char="■"/>
              <a:defRPr sz="1100">
                <a:solidFill>
                  <a:srgbClr val="F3F3F3"/>
                </a:solidFill>
              </a:defRPr>
            </a:lvl6pPr>
            <a:lvl7pPr indent="-298450" lvl="6" marL="3200400" rtl="0"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1100"/>
              <a:buChar char="●"/>
              <a:defRPr sz="1100">
                <a:solidFill>
                  <a:srgbClr val="F3F3F3"/>
                </a:solidFill>
              </a:defRPr>
            </a:lvl7pPr>
            <a:lvl8pPr indent="-298450" lvl="7" marL="3657600" rtl="0"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1100"/>
              <a:buChar char="○"/>
              <a:defRPr sz="1100">
                <a:solidFill>
                  <a:srgbClr val="F3F3F3"/>
                </a:solidFill>
              </a:defRPr>
            </a:lvl8pPr>
            <a:lvl9pPr indent="-298450" lvl="8" marL="4114800" rtl="0"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1100"/>
              <a:buChar char="■"/>
              <a:defRPr sz="1100">
                <a:solidFill>
                  <a:srgbClr val="F3F3F3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+ DESIGN 3">
  <p:cSld name="CUSTOM_1_1_1_2">
    <p:bg>
      <p:bgPr>
        <a:solidFill>
          <a:srgbClr val="F3F3F3"/>
        </a:solidFill>
      </p:bgPr>
    </p:bg>
    <p:spTree>
      <p:nvGrpSpPr>
        <p:cNvPr id="2887" name="Shape 28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88" name="Google Shape;2888;p38"/>
          <p:cNvSpPr/>
          <p:nvPr/>
        </p:nvSpPr>
        <p:spPr>
          <a:xfrm flipH="1">
            <a:off x="8421300" y="0"/>
            <a:ext cx="722700" cy="5143500"/>
          </a:xfrm>
          <a:prstGeom prst="rect">
            <a:avLst/>
          </a:prstGeom>
          <a:solidFill>
            <a:srgbClr val="4F47B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89" name="Google Shape;2889;p38"/>
          <p:cNvSpPr txBox="1"/>
          <p:nvPr>
            <p:ph type="ctrTitle"/>
          </p:nvPr>
        </p:nvSpPr>
        <p:spPr>
          <a:xfrm>
            <a:off x="6924600" y="1951175"/>
            <a:ext cx="1245900" cy="1241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rtl="0" algn="r">
              <a:spcBef>
                <a:spcPts val="0"/>
              </a:spcBef>
              <a:spcAft>
                <a:spcPts val="0"/>
              </a:spcAft>
              <a:buSzPts val="1800"/>
              <a:buFont typeface="Saira SemiCondensed SemiBold"/>
              <a:buNone/>
              <a:defRPr sz="1800">
                <a:latin typeface="Saira SemiCondensed SemiBold"/>
                <a:ea typeface="Saira SemiCondensed SemiBold"/>
                <a:cs typeface="Saira SemiCondensed SemiBold"/>
                <a:sym typeface="Saira SemiCondensed SemiBold"/>
              </a:defRPr>
            </a:lvl1pPr>
            <a:lvl2pPr lvl="1" rtl="0" algn="r">
              <a:spcBef>
                <a:spcPts val="0"/>
              </a:spcBef>
              <a:spcAft>
                <a:spcPts val="0"/>
              </a:spcAft>
              <a:buSzPts val="1800"/>
              <a:buFont typeface="Saira SemiCondensed SemiBold"/>
              <a:buNone/>
              <a:defRPr sz="1800">
                <a:latin typeface="Saira SemiCondensed SemiBold"/>
                <a:ea typeface="Saira SemiCondensed SemiBold"/>
                <a:cs typeface="Saira SemiCondensed SemiBold"/>
                <a:sym typeface="Saira SemiCondensed SemiBold"/>
              </a:defRPr>
            </a:lvl2pPr>
            <a:lvl3pPr lvl="2" rtl="0" algn="r">
              <a:spcBef>
                <a:spcPts val="0"/>
              </a:spcBef>
              <a:spcAft>
                <a:spcPts val="0"/>
              </a:spcAft>
              <a:buSzPts val="1800"/>
              <a:buFont typeface="Saira SemiCondensed SemiBold"/>
              <a:buNone/>
              <a:defRPr sz="1800">
                <a:latin typeface="Saira SemiCondensed SemiBold"/>
                <a:ea typeface="Saira SemiCondensed SemiBold"/>
                <a:cs typeface="Saira SemiCondensed SemiBold"/>
                <a:sym typeface="Saira SemiCondensed SemiBold"/>
              </a:defRPr>
            </a:lvl3pPr>
            <a:lvl4pPr lvl="3" rtl="0" algn="r">
              <a:spcBef>
                <a:spcPts val="0"/>
              </a:spcBef>
              <a:spcAft>
                <a:spcPts val="0"/>
              </a:spcAft>
              <a:buSzPts val="1800"/>
              <a:buFont typeface="Saira SemiCondensed SemiBold"/>
              <a:buNone/>
              <a:defRPr sz="1800">
                <a:latin typeface="Saira SemiCondensed SemiBold"/>
                <a:ea typeface="Saira SemiCondensed SemiBold"/>
                <a:cs typeface="Saira SemiCondensed SemiBold"/>
                <a:sym typeface="Saira SemiCondensed SemiBold"/>
              </a:defRPr>
            </a:lvl4pPr>
            <a:lvl5pPr lvl="4" rtl="0" algn="r">
              <a:spcBef>
                <a:spcPts val="0"/>
              </a:spcBef>
              <a:spcAft>
                <a:spcPts val="0"/>
              </a:spcAft>
              <a:buSzPts val="1800"/>
              <a:buFont typeface="Saira SemiCondensed SemiBold"/>
              <a:buNone/>
              <a:defRPr sz="1800">
                <a:latin typeface="Saira SemiCondensed SemiBold"/>
                <a:ea typeface="Saira SemiCondensed SemiBold"/>
                <a:cs typeface="Saira SemiCondensed SemiBold"/>
                <a:sym typeface="Saira SemiCondensed SemiBold"/>
              </a:defRPr>
            </a:lvl5pPr>
            <a:lvl6pPr lvl="5" rtl="0" algn="r">
              <a:spcBef>
                <a:spcPts val="0"/>
              </a:spcBef>
              <a:spcAft>
                <a:spcPts val="0"/>
              </a:spcAft>
              <a:buSzPts val="1800"/>
              <a:buFont typeface="Saira SemiCondensed SemiBold"/>
              <a:buNone/>
              <a:defRPr sz="1800">
                <a:latin typeface="Saira SemiCondensed SemiBold"/>
                <a:ea typeface="Saira SemiCondensed SemiBold"/>
                <a:cs typeface="Saira SemiCondensed SemiBold"/>
                <a:sym typeface="Saira SemiCondensed SemiBold"/>
              </a:defRPr>
            </a:lvl6pPr>
            <a:lvl7pPr lvl="6" rtl="0" algn="r">
              <a:spcBef>
                <a:spcPts val="0"/>
              </a:spcBef>
              <a:spcAft>
                <a:spcPts val="0"/>
              </a:spcAft>
              <a:buSzPts val="1800"/>
              <a:buFont typeface="Saira SemiCondensed SemiBold"/>
              <a:buNone/>
              <a:defRPr sz="1800">
                <a:latin typeface="Saira SemiCondensed SemiBold"/>
                <a:ea typeface="Saira SemiCondensed SemiBold"/>
                <a:cs typeface="Saira SemiCondensed SemiBold"/>
                <a:sym typeface="Saira SemiCondensed SemiBold"/>
              </a:defRPr>
            </a:lvl7pPr>
            <a:lvl8pPr lvl="7" rtl="0" algn="r">
              <a:spcBef>
                <a:spcPts val="0"/>
              </a:spcBef>
              <a:spcAft>
                <a:spcPts val="0"/>
              </a:spcAft>
              <a:buSzPts val="1800"/>
              <a:buFont typeface="Saira SemiCondensed SemiBold"/>
              <a:buNone/>
              <a:defRPr sz="1800">
                <a:latin typeface="Saira SemiCondensed SemiBold"/>
                <a:ea typeface="Saira SemiCondensed SemiBold"/>
                <a:cs typeface="Saira SemiCondensed SemiBold"/>
                <a:sym typeface="Saira SemiCondensed SemiBold"/>
              </a:defRPr>
            </a:lvl8pPr>
            <a:lvl9pPr lvl="8" rtl="0" algn="r">
              <a:spcBef>
                <a:spcPts val="0"/>
              </a:spcBef>
              <a:spcAft>
                <a:spcPts val="0"/>
              </a:spcAft>
              <a:buSzPts val="1800"/>
              <a:buFont typeface="Saira SemiCondensed SemiBold"/>
              <a:buNone/>
              <a:defRPr sz="1800">
                <a:latin typeface="Saira SemiCondensed SemiBold"/>
                <a:ea typeface="Saira SemiCondensed SemiBold"/>
                <a:cs typeface="Saira SemiCondensed SemiBold"/>
                <a:sym typeface="Saira SemiCondensed SemiBold"/>
              </a:defRPr>
            </a:lvl9pPr>
          </a:lstStyle>
          <a:p/>
        </p:txBody>
      </p:sp>
      <p:sp>
        <p:nvSpPr>
          <p:cNvPr id="2890" name="Google Shape;2890;p38"/>
          <p:cNvSpPr/>
          <p:nvPr/>
        </p:nvSpPr>
        <p:spPr>
          <a:xfrm>
            <a:off x="0" y="0"/>
            <a:ext cx="507900" cy="507900"/>
          </a:xfrm>
          <a:prstGeom prst="rect">
            <a:avLst/>
          </a:prstGeom>
          <a:solidFill>
            <a:srgbClr val="FF457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LUMNS">
  <p:cSld name="1_Título y objetos">
    <p:bg>
      <p:bgPr>
        <a:solidFill>
          <a:srgbClr val="F3F3F3"/>
        </a:solidFill>
      </p:bgPr>
    </p:bg>
    <p:spTree>
      <p:nvGrpSpPr>
        <p:cNvPr id="2891" name="Shape 28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92" name="Google Shape;2892;p39"/>
          <p:cNvSpPr txBox="1"/>
          <p:nvPr>
            <p:ph idx="1" type="subTitle"/>
          </p:nvPr>
        </p:nvSpPr>
        <p:spPr>
          <a:xfrm flipH="1">
            <a:off x="5700341" y="2567588"/>
            <a:ext cx="1426500" cy="61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1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9pPr>
          </a:lstStyle>
          <a:p/>
        </p:txBody>
      </p:sp>
      <p:sp>
        <p:nvSpPr>
          <p:cNvPr id="2893" name="Google Shape;2893;p39"/>
          <p:cNvSpPr txBox="1"/>
          <p:nvPr>
            <p:ph idx="2" type="subTitle"/>
          </p:nvPr>
        </p:nvSpPr>
        <p:spPr>
          <a:xfrm flipH="1">
            <a:off x="3483872" y="2567588"/>
            <a:ext cx="1426500" cy="61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1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9pPr>
          </a:lstStyle>
          <a:p/>
        </p:txBody>
      </p:sp>
      <p:sp>
        <p:nvSpPr>
          <p:cNvPr id="2894" name="Google Shape;2894;p39"/>
          <p:cNvSpPr txBox="1"/>
          <p:nvPr>
            <p:ph idx="3" type="subTitle"/>
          </p:nvPr>
        </p:nvSpPr>
        <p:spPr>
          <a:xfrm flipH="1">
            <a:off x="5700341" y="1964738"/>
            <a:ext cx="1426500" cy="611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Saira SemiCondensed SemiBold"/>
              <a:buNone/>
              <a:defRPr sz="1800">
                <a:latin typeface="Saira SemiCondensed SemiBold"/>
                <a:ea typeface="Saira SemiCondensed SemiBold"/>
                <a:cs typeface="Saira SemiCondensed SemiBold"/>
                <a:sym typeface="Saira SemiCondensed SemiBol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Saira SemiCondensed SemiBold"/>
              <a:buNone/>
              <a:defRPr sz="1800">
                <a:latin typeface="Saira SemiCondensed SemiBold"/>
                <a:ea typeface="Saira SemiCondensed SemiBold"/>
                <a:cs typeface="Saira SemiCondensed SemiBold"/>
                <a:sym typeface="Saira SemiCondensed SemiBold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Saira SemiCondensed SemiBold"/>
              <a:buNone/>
              <a:defRPr sz="1800">
                <a:latin typeface="Saira SemiCondensed SemiBold"/>
                <a:ea typeface="Saira SemiCondensed SemiBold"/>
                <a:cs typeface="Saira SemiCondensed SemiBold"/>
                <a:sym typeface="Saira SemiCondensed SemiBold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Saira SemiCondensed SemiBold"/>
              <a:buNone/>
              <a:defRPr sz="1800">
                <a:latin typeface="Saira SemiCondensed SemiBold"/>
                <a:ea typeface="Saira SemiCondensed SemiBold"/>
                <a:cs typeface="Saira SemiCondensed SemiBold"/>
                <a:sym typeface="Saira SemiCondensed SemiBold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Saira SemiCondensed SemiBold"/>
              <a:buNone/>
              <a:defRPr sz="1800">
                <a:latin typeface="Saira SemiCondensed SemiBold"/>
                <a:ea typeface="Saira SemiCondensed SemiBold"/>
                <a:cs typeface="Saira SemiCondensed SemiBold"/>
                <a:sym typeface="Saira SemiCondensed SemiBold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Saira SemiCondensed SemiBold"/>
              <a:buNone/>
              <a:defRPr sz="1800">
                <a:latin typeface="Saira SemiCondensed SemiBold"/>
                <a:ea typeface="Saira SemiCondensed SemiBold"/>
                <a:cs typeface="Saira SemiCondensed SemiBold"/>
                <a:sym typeface="Saira SemiCondensed SemiBold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Saira SemiCondensed SemiBold"/>
              <a:buNone/>
              <a:defRPr sz="1800">
                <a:latin typeface="Saira SemiCondensed SemiBold"/>
                <a:ea typeface="Saira SemiCondensed SemiBold"/>
                <a:cs typeface="Saira SemiCondensed SemiBold"/>
                <a:sym typeface="Saira SemiCondensed SemiBold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Saira SemiCondensed SemiBold"/>
              <a:buNone/>
              <a:defRPr sz="1800">
                <a:latin typeface="Saira SemiCondensed SemiBold"/>
                <a:ea typeface="Saira SemiCondensed SemiBold"/>
                <a:cs typeface="Saira SemiCondensed SemiBold"/>
                <a:sym typeface="Saira SemiCondensed SemiBold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Saira SemiCondensed SemiBold"/>
              <a:buNone/>
              <a:defRPr sz="1800">
                <a:latin typeface="Saira SemiCondensed SemiBold"/>
                <a:ea typeface="Saira SemiCondensed SemiBold"/>
                <a:cs typeface="Saira SemiCondensed SemiBold"/>
                <a:sym typeface="Saira SemiCondensed SemiBold"/>
              </a:defRPr>
            </a:lvl9pPr>
          </a:lstStyle>
          <a:p/>
        </p:txBody>
      </p:sp>
      <p:sp>
        <p:nvSpPr>
          <p:cNvPr id="2895" name="Google Shape;2895;p39"/>
          <p:cNvSpPr txBox="1"/>
          <p:nvPr>
            <p:ph idx="4" type="subTitle"/>
          </p:nvPr>
        </p:nvSpPr>
        <p:spPr>
          <a:xfrm flipH="1">
            <a:off x="3483872" y="1964738"/>
            <a:ext cx="1426500" cy="611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Saira SemiCondensed SemiBold"/>
              <a:buNone/>
              <a:defRPr sz="1800">
                <a:latin typeface="Saira SemiCondensed SemiBold"/>
                <a:ea typeface="Saira SemiCondensed SemiBold"/>
                <a:cs typeface="Saira SemiCondensed SemiBold"/>
                <a:sym typeface="Saira SemiCondensed SemiBol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Saira SemiCondensed SemiBold"/>
              <a:buNone/>
              <a:defRPr sz="1800">
                <a:latin typeface="Saira SemiCondensed SemiBold"/>
                <a:ea typeface="Saira SemiCondensed SemiBold"/>
                <a:cs typeface="Saira SemiCondensed SemiBold"/>
                <a:sym typeface="Saira SemiCondensed SemiBold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Saira SemiCondensed SemiBold"/>
              <a:buNone/>
              <a:defRPr sz="1800">
                <a:latin typeface="Saira SemiCondensed SemiBold"/>
                <a:ea typeface="Saira SemiCondensed SemiBold"/>
                <a:cs typeface="Saira SemiCondensed SemiBold"/>
                <a:sym typeface="Saira SemiCondensed SemiBold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Saira SemiCondensed SemiBold"/>
              <a:buNone/>
              <a:defRPr sz="1800">
                <a:latin typeface="Saira SemiCondensed SemiBold"/>
                <a:ea typeface="Saira SemiCondensed SemiBold"/>
                <a:cs typeface="Saira SemiCondensed SemiBold"/>
                <a:sym typeface="Saira SemiCondensed SemiBold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Saira SemiCondensed SemiBold"/>
              <a:buNone/>
              <a:defRPr sz="1800">
                <a:latin typeface="Saira SemiCondensed SemiBold"/>
                <a:ea typeface="Saira SemiCondensed SemiBold"/>
                <a:cs typeface="Saira SemiCondensed SemiBold"/>
                <a:sym typeface="Saira SemiCondensed SemiBold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Saira SemiCondensed SemiBold"/>
              <a:buNone/>
              <a:defRPr sz="1800">
                <a:latin typeface="Saira SemiCondensed SemiBold"/>
                <a:ea typeface="Saira SemiCondensed SemiBold"/>
                <a:cs typeface="Saira SemiCondensed SemiBold"/>
                <a:sym typeface="Saira SemiCondensed SemiBold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Saira SemiCondensed SemiBold"/>
              <a:buNone/>
              <a:defRPr sz="1800">
                <a:latin typeface="Saira SemiCondensed SemiBold"/>
                <a:ea typeface="Saira SemiCondensed SemiBold"/>
                <a:cs typeface="Saira SemiCondensed SemiBold"/>
                <a:sym typeface="Saira SemiCondensed SemiBold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Saira SemiCondensed SemiBold"/>
              <a:buNone/>
              <a:defRPr sz="1800">
                <a:latin typeface="Saira SemiCondensed SemiBold"/>
                <a:ea typeface="Saira SemiCondensed SemiBold"/>
                <a:cs typeface="Saira SemiCondensed SemiBold"/>
                <a:sym typeface="Saira SemiCondensed SemiBold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Saira SemiCondensed SemiBold"/>
              <a:buNone/>
              <a:defRPr sz="1800">
                <a:latin typeface="Saira SemiCondensed SemiBold"/>
                <a:ea typeface="Saira SemiCondensed SemiBold"/>
                <a:cs typeface="Saira SemiCondensed SemiBold"/>
                <a:sym typeface="Saira SemiCondensed SemiBold"/>
              </a:defRPr>
            </a:lvl9pPr>
          </a:lstStyle>
          <a:p/>
        </p:txBody>
      </p:sp>
      <p:sp>
        <p:nvSpPr>
          <p:cNvPr id="2896" name="Google Shape;2896;p39"/>
          <p:cNvSpPr/>
          <p:nvPr/>
        </p:nvSpPr>
        <p:spPr>
          <a:xfrm>
            <a:off x="0" y="0"/>
            <a:ext cx="722700" cy="5143500"/>
          </a:xfrm>
          <a:prstGeom prst="rect">
            <a:avLst/>
          </a:prstGeom>
          <a:solidFill>
            <a:srgbClr val="4F47B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97" name="Google Shape;2897;p39"/>
          <p:cNvSpPr txBox="1"/>
          <p:nvPr>
            <p:ph type="ctrTitle"/>
          </p:nvPr>
        </p:nvSpPr>
        <p:spPr>
          <a:xfrm flipH="1">
            <a:off x="973500" y="1951175"/>
            <a:ext cx="1245900" cy="1241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Font typeface="Saira SemiCondensed SemiBold"/>
              <a:buNone/>
              <a:defRPr sz="1800">
                <a:latin typeface="Saira SemiCondensed SemiBold"/>
                <a:ea typeface="Saira SemiCondensed SemiBold"/>
                <a:cs typeface="Saira SemiCondensed SemiBold"/>
                <a:sym typeface="Saira SemiCondensed SemiBold"/>
              </a:defRPr>
            </a:lvl1pPr>
            <a:lvl2pPr lvl="1" rtl="0" algn="r">
              <a:spcBef>
                <a:spcPts val="0"/>
              </a:spcBef>
              <a:spcAft>
                <a:spcPts val="0"/>
              </a:spcAft>
              <a:buSzPts val="1800"/>
              <a:buFont typeface="Saira SemiCondensed SemiBold"/>
              <a:buNone/>
              <a:defRPr sz="1800">
                <a:latin typeface="Saira SemiCondensed SemiBold"/>
                <a:ea typeface="Saira SemiCondensed SemiBold"/>
                <a:cs typeface="Saira SemiCondensed SemiBold"/>
                <a:sym typeface="Saira SemiCondensed SemiBold"/>
              </a:defRPr>
            </a:lvl2pPr>
            <a:lvl3pPr lvl="2" rtl="0" algn="r">
              <a:spcBef>
                <a:spcPts val="0"/>
              </a:spcBef>
              <a:spcAft>
                <a:spcPts val="0"/>
              </a:spcAft>
              <a:buSzPts val="1800"/>
              <a:buFont typeface="Saira SemiCondensed SemiBold"/>
              <a:buNone/>
              <a:defRPr sz="1800">
                <a:latin typeface="Saira SemiCondensed SemiBold"/>
                <a:ea typeface="Saira SemiCondensed SemiBold"/>
                <a:cs typeface="Saira SemiCondensed SemiBold"/>
                <a:sym typeface="Saira SemiCondensed SemiBold"/>
              </a:defRPr>
            </a:lvl3pPr>
            <a:lvl4pPr lvl="3" rtl="0" algn="r">
              <a:spcBef>
                <a:spcPts val="0"/>
              </a:spcBef>
              <a:spcAft>
                <a:spcPts val="0"/>
              </a:spcAft>
              <a:buSzPts val="1800"/>
              <a:buFont typeface="Saira SemiCondensed SemiBold"/>
              <a:buNone/>
              <a:defRPr sz="1800">
                <a:latin typeface="Saira SemiCondensed SemiBold"/>
                <a:ea typeface="Saira SemiCondensed SemiBold"/>
                <a:cs typeface="Saira SemiCondensed SemiBold"/>
                <a:sym typeface="Saira SemiCondensed SemiBold"/>
              </a:defRPr>
            </a:lvl4pPr>
            <a:lvl5pPr lvl="4" rtl="0" algn="r">
              <a:spcBef>
                <a:spcPts val="0"/>
              </a:spcBef>
              <a:spcAft>
                <a:spcPts val="0"/>
              </a:spcAft>
              <a:buSzPts val="1800"/>
              <a:buFont typeface="Saira SemiCondensed SemiBold"/>
              <a:buNone/>
              <a:defRPr sz="1800">
                <a:latin typeface="Saira SemiCondensed SemiBold"/>
                <a:ea typeface="Saira SemiCondensed SemiBold"/>
                <a:cs typeface="Saira SemiCondensed SemiBold"/>
                <a:sym typeface="Saira SemiCondensed SemiBold"/>
              </a:defRPr>
            </a:lvl5pPr>
            <a:lvl6pPr lvl="5" rtl="0" algn="r">
              <a:spcBef>
                <a:spcPts val="0"/>
              </a:spcBef>
              <a:spcAft>
                <a:spcPts val="0"/>
              </a:spcAft>
              <a:buSzPts val="1800"/>
              <a:buFont typeface="Saira SemiCondensed SemiBold"/>
              <a:buNone/>
              <a:defRPr sz="1800">
                <a:latin typeface="Saira SemiCondensed SemiBold"/>
                <a:ea typeface="Saira SemiCondensed SemiBold"/>
                <a:cs typeface="Saira SemiCondensed SemiBold"/>
                <a:sym typeface="Saira SemiCondensed SemiBold"/>
              </a:defRPr>
            </a:lvl6pPr>
            <a:lvl7pPr lvl="6" rtl="0" algn="r">
              <a:spcBef>
                <a:spcPts val="0"/>
              </a:spcBef>
              <a:spcAft>
                <a:spcPts val="0"/>
              </a:spcAft>
              <a:buSzPts val="1800"/>
              <a:buFont typeface="Saira SemiCondensed SemiBold"/>
              <a:buNone/>
              <a:defRPr sz="1800">
                <a:latin typeface="Saira SemiCondensed SemiBold"/>
                <a:ea typeface="Saira SemiCondensed SemiBold"/>
                <a:cs typeface="Saira SemiCondensed SemiBold"/>
                <a:sym typeface="Saira SemiCondensed SemiBold"/>
              </a:defRPr>
            </a:lvl7pPr>
            <a:lvl8pPr lvl="7" rtl="0" algn="r">
              <a:spcBef>
                <a:spcPts val="0"/>
              </a:spcBef>
              <a:spcAft>
                <a:spcPts val="0"/>
              </a:spcAft>
              <a:buSzPts val="1800"/>
              <a:buFont typeface="Saira SemiCondensed SemiBold"/>
              <a:buNone/>
              <a:defRPr sz="1800">
                <a:latin typeface="Saira SemiCondensed SemiBold"/>
                <a:ea typeface="Saira SemiCondensed SemiBold"/>
                <a:cs typeface="Saira SemiCondensed SemiBold"/>
                <a:sym typeface="Saira SemiCondensed SemiBold"/>
              </a:defRPr>
            </a:lvl8pPr>
            <a:lvl9pPr lvl="8" rtl="0" algn="r">
              <a:spcBef>
                <a:spcPts val="0"/>
              </a:spcBef>
              <a:spcAft>
                <a:spcPts val="0"/>
              </a:spcAft>
              <a:buSzPts val="1800"/>
              <a:buFont typeface="Saira SemiCondensed SemiBold"/>
              <a:buNone/>
              <a:defRPr sz="1800">
                <a:latin typeface="Saira SemiCondensed SemiBold"/>
                <a:ea typeface="Saira SemiCondensed SemiBold"/>
                <a:cs typeface="Saira SemiCondensed SemiBold"/>
                <a:sym typeface="Saira SemiCondensed SemiBold"/>
              </a:defRPr>
            </a:lvl9pPr>
          </a:lstStyle>
          <a:p/>
        </p:txBody>
      </p:sp>
      <p:sp>
        <p:nvSpPr>
          <p:cNvPr id="2898" name="Google Shape;2898;p39"/>
          <p:cNvSpPr/>
          <p:nvPr/>
        </p:nvSpPr>
        <p:spPr>
          <a:xfrm>
            <a:off x="8636100" y="0"/>
            <a:ext cx="507900" cy="507900"/>
          </a:xfrm>
          <a:prstGeom prst="rect">
            <a:avLst/>
          </a:prstGeom>
          <a:solidFill>
            <a:srgbClr val="FF457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TEXT">
  <p:cSld name="CUSTOM_1_1">
    <p:bg>
      <p:bgPr>
        <a:solidFill>
          <a:srgbClr val="F3F3F3"/>
        </a:solidFill>
      </p:bgPr>
    </p:bg>
    <p:spTree>
      <p:nvGrpSpPr>
        <p:cNvPr id="2899" name="Shape 28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00" name="Google Shape;2900;p40"/>
          <p:cNvSpPr txBox="1"/>
          <p:nvPr>
            <p:ph type="ctrTitle"/>
          </p:nvPr>
        </p:nvSpPr>
        <p:spPr>
          <a:xfrm>
            <a:off x="917900" y="1782500"/>
            <a:ext cx="7479600" cy="157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3000"/>
              <a:buFont typeface="Fjalla One"/>
              <a:buNone/>
              <a:defRPr sz="3000">
                <a:latin typeface="Fjalla One"/>
                <a:ea typeface="Fjalla One"/>
                <a:cs typeface="Fjalla One"/>
                <a:sym typeface="Fjalla One"/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3000"/>
              <a:buFont typeface="Fjalla One"/>
              <a:buNone/>
              <a:defRPr sz="3000">
                <a:latin typeface="Fjalla One"/>
                <a:ea typeface="Fjalla One"/>
                <a:cs typeface="Fjalla One"/>
                <a:sym typeface="Fjalla One"/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3000"/>
              <a:buFont typeface="Fjalla One"/>
              <a:buNone/>
              <a:defRPr sz="3000">
                <a:latin typeface="Fjalla One"/>
                <a:ea typeface="Fjalla One"/>
                <a:cs typeface="Fjalla One"/>
                <a:sym typeface="Fjalla One"/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3000"/>
              <a:buFont typeface="Fjalla One"/>
              <a:buNone/>
              <a:defRPr sz="3000">
                <a:latin typeface="Fjalla One"/>
                <a:ea typeface="Fjalla One"/>
                <a:cs typeface="Fjalla One"/>
                <a:sym typeface="Fjalla One"/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3000"/>
              <a:buFont typeface="Fjalla One"/>
              <a:buNone/>
              <a:defRPr sz="3000">
                <a:latin typeface="Fjalla One"/>
                <a:ea typeface="Fjalla One"/>
                <a:cs typeface="Fjalla One"/>
                <a:sym typeface="Fjalla One"/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3000"/>
              <a:buFont typeface="Fjalla One"/>
              <a:buNone/>
              <a:defRPr sz="3000">
                <a:latin typeface="Fjalla One"/>
                <a:ea typeface="Fjalla One"/>
                <a:cs typeface="Fjalla One"/>
                <a:sym typeface="Fjalla One"/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3000"/>
              <a:buFont typeface="Fjalla One"/>
              <a:buNone/>
              <a:defRPr sz="3000">
                <a:latin typeface="Fjalla One"/>
                <a:ea typeface="Fjalla One"/>
                <a:cs typeface="Fjalla One"/>
                <a:sym typeface="Fjalla One"/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3000"/>
              <a:buFont typeface="Fjalla One"/>
              <a:buNone/>
              <a:defRPr sz="3000">
                <a:latin typeface="Fjalla One"/>
                <a:ea typeface="Fjalla One"/>
                <a:cs typeface="Fjalla One"/>
                <a:sym typeface="Fjalla One"/>
              </a:defRPr>
            </a:lvl9pPr>
          </a:lstStyle>
          <a:p/>
        </p:txBody>
      </p:sp>
      <p:sp>
        <p:nvSpPr>
          <p:cNvPr id="2901" name="Google Shape;2901;p40"/>
          <p:cNvSpPr/>
          <p:nvPr/>
        </p:nvSpPr>
        <p:spPr>
          <a:xfrm flipH="1">
            <a:off x="8421300" y="0"/>
            <a:ext cx="722700" cy="5143500"/>
          </a:xfrm>
          <a:prstGeom prst="rect">
            <a:avLst/>
          </a:prstGeom>
          <a:solidFill>
            <a:srgbClr val="4F47B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02" name="Google Shape;2902;p40"/>
          <p:cNvSpPr/>
          <p:nvPr/>
        </p:nvSpPr>
        <p:spPr>
          <a:xfrm>
            <a:off x="0" y="0"/>
            <a:ext cx="507900" cy="507900"/>
          </a:xfrm>
          <a:prstGeom prst="rect">
            <a:avLst/>
          </a:prstGeom>
          <a:solidFill>
            <a:srgbClr val="FF457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+ DESIGN ">
  <p:cSld name="8_Título y objetos_2">
    <p:bg>
      <p:bgPr>
        <a:solidFill>
          <a:srgbClr val="F3F3F3"/>
        </a:solidFill>
      </p:bgPr>
    </p:bg>
    <p:spTree>
      <p:nvGrpSpPr>
        <p:cNvPr id="2903" name="Shape 29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04" name="Google Shape;2904;p41"/>
          <p:cNvSpPr/>
          <p:nvPr/>
        </p:nvSpPr>
        <p:spPr>
          <a:xfrm>
            <a:off x="0" y="125"/>
            <a:ext cx="722700" cy="5143500"/>
          </a:xfrm>
          <a:prstGeom prst="rect">
            <a:avLst/>
          </a:prstGeom>
          <a:solidFill>
            <a:srgbClr val="4F47B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05" name="Google Shape;2905;p41"/>
          <p:cNvSpPr txBox="1"/>
          <p:nvPr>
            <p:ph type="ctrTitle"/>
          </p:nvPr>
        </p:nvSpPr>
        <p:spPr>
          <a:xfrm flipH="1">
            <a:off x="973500" y="1951175"/>
            <a:ext cx="1245900" cy="1241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Font typeface="Saira SemiCondensed SemiBold"/>
              <a:buNone/>
              <a:defRPr sz="1800">
                <a:latin typeface="Saira SemiCondensed SemiBold"/>
                <a:ea typeface="Saira SemiCondensed SemiBold"/>
                <a:cs typeface="Saira SemiCondensed SemiBold"/>
                <a:sym typeface="Saira SemiCondensed SemiBold"/>
              </a:defRPr>
            </a:lvl1pPr>
            <a:lvl2pPr lvl="1" rtl="0" algn="r">
              <a:spcBef>
                <a:spcPts val="0"/>
              </a:spcBef>
              <a:spcAft>
                <a:spcPts val="0"/>
              </a:spcAft>
              <a:buSzPts val="1800"/>
              <a:buFont typeface="Saira SemiCondensed SemiBold"/>
              <a:buNone/>
              <a:defRPr sz="1800">
                <a:latin typeface="Saira SemiCondensed SemiBold"/>
                <a:ea typeface="Saira SemiCondensed SemiBold"/>
                <a:cs typeface="Saira SemiCondensed SemiBold"/>
                <a:sym typeface="Saira SemiCondensed SemiBold"/>
              </a:defRPr>
            </a:lvl2pPr>
            <a:lvl3pPr lvl="2" rtl="0" algn="r">
              <a:spcBef>
                <a:spcPts val="0"/>
              </a:spcBef>
              <a:spcAft>
                <a:spcPts val="0"/>
              </a:spcAft>
              <a:buSzPts val="1800"/>
              <a:buFont typeface="Saira SemiCondensed SemiBold"/>
              <a:buNone/>
              <a:defRPr sz="1800">
                <a:latin typeface="Saira SemiCondensed SemiBold"/>
                <a:ea typeface="Saira SemiCondensed SemiBold"/>
                <a:cs typeface="Saira SemiCondensed SemiBold"/>
                <a:sym typeface="Saira SemiCondensed SemiBold"/>
              </a:defRPr>
            </a:lvl3pPr>
            <a:lvl4pPr lvl="3" rtl="0" algn="r">
              <a:spcBef>
                <a:spcPts val="0"/>
              </a:spcBef>
              <a:spcAft>
                <a:spcPts val="0"/>
              </a:spcAft>
              <a:buSzPts val="1800"/>
              <a:buFont typeface="Saira SemiCondensed SemiBold"/>
              <a:buNone/>
              <a:defRPr sz="1800">
                <a:latin typeface="Saira SemiCondensed SemiBold"/>
                <a:ea typeface="Saira SemiCondensed SemiBold"/>
                <a:cs typeface="Saira SemiCondensed SemiBold"/>
                <a:sym typeface="Saira SemiCondensed SemiBold"/>
              </a:defRPr>
            </a:lvl4pPr>
            <a:lvl5pPr lvl="4" rtl="0" algn="r">
              <a:spcBef>
                <a:spcPts val="0"/>
              </a:spcBef>
              <a:spcAft>
                <a:spcPts val="0"/>
              </a:spcAft>
              <a:buSzPts val="1800"/>
              <a:buFont typeface="Saira SemiCondensed SemiBold"/>
              <a:buNone/>
              <a:defRPr sz="1800">
                <a:latin typeface="Saira SemiCondensed SemiBold"/>
                <a:ea typeface="Saira SemiCondensed SemiBold"/>
                <a:cs typeface="Saira SemiCondensed SemiBold"/>
                <a:sym typeface="Saira SemiCondensed SemiBold"/>
              </a:defRPr>
            </a:lvl5pPr>
            <a:lvl6pPr lvl="5" rtl="0" algn="r">
              <a:spcBef>
                <a:spcPts val="0"/>
              </a:spcBef>
              <a:spcAft>
                <a:spcPts val="0"/>
              </a:spcAft>
              <a:buSzPts val="1800"/>
              <a:buFont typeface="Saira SemiCondensed SemiBold"/>
              <a:buNone/>
              <a:defRPr sz="1800">
                <a:latin typeface="Saira SemiCondensed SemiBold"/>
                <a:ea typeface="Saira SemiCondensed SemiBold"/>
                <a:cs typeface="Saira SemiCondensed SemiBold"/>
                <a:sym typeface="Saira SemiCondensed SemiBold"/>
              </a:defRPr>
            </a:lvl6pPr>
            <a:lvl7pPr lvl="6" rtl="0" algn="r">
              <a:spcBef>
                <a:spcPts val="0"/>
              </a:spcBef>
              <a:spcAft>
                <a:spcPts val="0"/>
              </a:spcAft>
              <a:buSzPts val="1800"/>
              <a:buFont typeface="Saira SemiCondensed SemiBold"/>
              <a:buNone/>
              <a:defRPr sz="1800">
                <a:latin typeface="Saira SemiCondensed SemiBold"/>
                <a:ea typeface="Saira SemiCondensed SemiBold"/>
                <a:cs typeface="Saira SemiCondensed SemiBold"/>
                <a:sym typeface="Saira SemiCondensed SemiBold"/>
              </a:defRPr>
            </a:lvl7pPr>
            <a:lvl8pPr lvl="7" rtl="0" algn="r">
              <a:spcBef>
                <a:spcPts val="0"/>
              </a:spcBef>
              <a:spcAft>
                <a:spcPts val="0"/>
              </a:spcAft>
              <a:buSzPts val="1800"/>
              <a:buFont typeface="Saira SemiCondensed SemiBold"/>
              <a:buNone/>
              <a:defRPr sz="1800">
                <a:latin typeface="Saira SemiCondensed SemiBold"/>
                <a:ea typeface="Saira SemiCondensed SemiBold"/>
                <a:cs typeface="Saira SemiCondensed SemiBold"/>
                <a:sym typeface="Saira SemiCondensed SemiBold"/>
              </a:defRPr>
            </a:lvl8pPr>
            <a:lvl9pPr lvl="8" rtl="0" algn="r">
              <a:spcBef>
                <a:spcPts val="0"/>
              </a:spcBef>
              <a:spcAft>
                <a:spcPts val="0"/>
              </a:spcAft>
              <a:buSzPts val="1800"/>
              <a:buFont typeface="Saira SemiCondensed SemiBold"/>
              <a:buNone/>
              <a:defRPr sz="1800">
                <a:latin typeface="Saira SemiCondensed SemiBold"/>
                <a:ea typeface="Saira SemiCondensed SemiBold"/>
                <a:cs typeface="Saira SemiCondensed SemiBold"/>
                <a:sym typeface="Saira SemiCondensed SemiBold"/>
              </a:defRPr>
            </a:lvl9pPr>
          </a:lstStyle>
          <a:p/>
        </p:txBody>
      </p:sp>
      <p:sp>
        <p:nvSpPr>
          <p:cNvPr id="2906" name="Google Shape;2906;p41"/>
          <p:cNvSpPr/>
          <p:nvPr/>
        </p:nvSpPr>
        <p:spPr>
          <a:xfrm>
            <a:off x="8636100" y="0"/>
            <a:ext cx="507900" cy="507900"/>
          </a:xfrm>
          <a:prstGeom prst="rect">
            <a:avLst/>
          </a:prstGeom>
          <a:solidFill>
            <a:srgbClr val="FF457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+ DESIGN 2">
  <p:cSld name="10_Título y objetos_1_1">
    <p:bg>
      <p:bgPr>
        <a:solidFill>
          <a:srgbClr val="F3F3F3"/>
        </a:solidFill>
      </p:bgPr>
    </p:bg>
    <p:spTree>
      <p:nvGrpSpPr>
        <p:cNvPr id="2907" name="Shape 29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08" name="Google Shape;2908;p42"/>
          <p:cNvSpPr/>
          <p:nvPr/>
        </p:nvSpPr>
        <p:spPr>
          <a:xfrm flipH="1">
            <a:off x="8421300" y="1269725"/>
            <a:ext cx="722700" cy="3873900"/>
          </a:xfrm>
          <a:prstGeom prst="rect">
            <a:avLst/>
          </a:prstGeom>
          <a:solidFill>
            <a:srgbClr val="4F47B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09" name="Google Shape;2909;p42"/>
          <p:cNvSpPr txBox="1"/>
          <p:nvPr>
            <p:ph type="ctrTitle"/>
          </p:nvPr>
        </p:nvSpPr>
        <p:spPr>
          <a:xfrm>
            <a:off x="6924600" y="1951175"/>
            <a:ext cx="1245900" cy="1241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rtl="0" algn="r">
              <a:spcBef>
                <a:spcPts val="0"/>
              </a:spcBef>
              <a:spcAft>
                <a:spcPts val="0"/>
              </a:spcAft>
              <a:buSzPts val="1800"/>
              <a:buFont typeface="Saira SemiCondensed SemiBold"/>
              <a:buNone/>
              <a:defRPr sz="1800">
                <a:latin typeface="Saira SemiCondensed SemiBold"/>
                <a:ea typeface="Saira SemiCondensed SemiBold"/>
                <a:cs typeface="Saira SemiCondensed SemiBold"/>
                <a:sym typeface="Saira SemiCondensed SemiBold"/>
              </a:defRPr>
            </a:lvl1pPr>
            <a:lvl2pPr lvl="1" rtl="0" algn="r">
              <a:spcBef>
                <a:spcPts val="0"/>
              </a:spcBef>
              <a:spcAft>
                <a:spcPts val="0"/>
              </a:spcAft>
              <a:buSzPts val="1800"/>
              <a:buFont typeface="Saira SemiCondensed SemiBold"/>
              <a:buNone/>
              <a:defRPr sz="1800">
                <a:latin typeface="Saira SemiCondensed SemiBold"/>
                <a:ea typeface="Saira SemiCondensed SemiBold"/>
                <a:cs typeface="Saira SemiCondensed SemiBold"/>
                <a:sym typeface="Saira SemiCondensed SemiBold"/>
              </a:defRPr>
            </a:lvl2pPr>
            <a:lvl3pPr lvl="2" rtl="0" algn="r">
              <a:spcBef>
                <a:spcPts val="0"/>
              </a:spcBef>
              <a:spcAft>
                <a:spcPts val="0"/>
              </a:spcAft>
              <a:buSzPts val="1800"/>
              <a:buFont typeface="Saira SemiCondensed SemiBold"/>
              <a:buNone/>
              <a:defRPr sz="1800">
                <a:latin typeface="Saira SemiCondensed SemiBold"/>
                <a:ea typeface="Saira SemiCondensed SemiBold"/>
                <a:cs typeface="Saira SemiCondensed SemiBold"/>
                <a:sym typeface="Saira SemiCondensed SemiBold"/>
              </a:defRPr>
            </a:lvl3pPr>
            <a:lvl4pPr lvl="3" rtl="0" algn="r">
              <a:spcBef>
                <a:spcPts val="0"/>
              </a:spcBef>
              <a:spcAft>
                <a:spcPts val="0"/>
              </a:spcAft>
              <a:buSzPts val="1800"/>
              <a:buFont typeface="Saira SemiCondensed SemiBold"/>
              <a:buNone/>
              <a:defRPr sz="1800">
                <a:latin typeface="Saira SemiCondensed SemiBold"/>
                <a:ea typeface="Saira SemiCondensed SemiBold"/>
                <a:cs typeface="Saira SemiCondensed SemiBold"/>
                <a:sym typeface="Saira SemiCondensed SemiBold"/>
              </a:defRPr>
            </a:lvl4pPr>
            <a:lvl5pPr lvl="4" rtl="0" algn="r">
              <a:spcBef>
                <a:spcPts val="0"/>
              </a:spcBef>
              <a:spcAft>
                <a:spcPts val="0"/>
              </a:spcAft>
              <a:buSzPts val="1800"/>
              <a:buFont typeface="Saira SemiCondensed SemiBold"/>
              <a:buNone/>
              <a:defRPr sz="1800">
                <a:latin typeface="Saira SemiCondensed SemiBold"/>
                <a:ea typeface="Saira SemiCondensed SemiBold"/>
                <a:cs typeface="Saira SemiCondensed SemiBold"/>
                <a:sym typeface="Saira SemiCondensed SemiBold"/>
              </a:defRPr>
            </a:lvl5pPr>
            <a:lvl6pPr lvl="5" rtl="0" algn="r">
              <a:spcBef>
                <a:spcPts val="0"/>
              </a:spcBef>
              <a:spcAft>
                <a:spcPts val="0"/>
              </a:spcAft>
              <a:buSzPts val="1800"/>
              <a:buFont typeface="Saira SemiCondensed SemiBold"/>
              <a:buNone/>
              <a:defRPr sz="1800">
                <a:latin typeface="Saira SemiCondensed SemiBold"/>
                <a:ea typeface="Saira SemiCondensed SemiBold"/>
                <a:cs typeface="Saira SemiCondensed SemiBold"/>
                <a:sym typeface="Saira SemiCondensed SemiBold"/>
              </a:defRPr>
            </a:lvl6pPr>
            <a:lvl7pPr lvl="6" rtl="0" algn="r">
              <a:spcBef>
                <a:spcPts val="0"/>
              </a:spcBef>
              <a:spcAft>
                <a:spcPts val="0"/>
              </a:spcAft>
              <a:buSzPts val="1800"/>
              <a:buFont typeface="Saira SemiCondensed SemiBold"/>
              <a:buNone/>
              <a:defRPr sz="1800">
                <a:latin typeface="Saira SemiCondensed SemiBold"/>
                <a:ea typeface="Saira SemiCondensed SemiBold"/>
                <a:cs typeface="Saira SemiCondensed SemiBold"/>
                <a:sym typeface="Saira SemiCondensed SemiBold"/>
              </a:defRPr>
            </a:lvl7pPr>
            <a:lvl8pPr lvl="7" rtl="0" algn="r">
              <a:spcBef>
                <a:spcPts val="0"/>
              </a:spcBef>
              <a:spcAft>
                <a:spcPts val="0"/>
              </a:spcAft>
              <a:buSzPts val="1800"/>
              <a:buFont typeface="Saira SemiCondensed SemiBold"/>
              <a:buNone/>
              <a:defRPr sz="1800">
                <a:latin typeface="Saira SemiCondensed SemiBold"/>
                <a:ea typeface="Saira SemiCondensed SemiBold"/>
                <a:cs typeface="Saira SemiCondensed SemiBold"/>
                <a:sym typeface="Saira SemiCondensed SemiBold"/>
              </a:defRPr>
            </a:lvl8pPr>
            <a:lvl9pPr lvl="8" rtl="0" algn="r">
              <a:spcBef>
                <a:spcPts val="0"/>
              </a:spcBef>
              <a:spcAft>
                <a:spcPts val="0"/>
              </a:spcAft>
              <a:buSzPts val="1800"/>
              <a:buFont typeface="Saira SemiCondensed SemiBold"/>
              <a:buNone/>
              <a:defRPr sz="1800">
                <a:latin typeface="Saira SemiCondensed SemiBold"/>
                <a:ea typeface="Saira SemiCondensed SemiBold"/>
                <a:cs typeface="Saira SemiCondensed SemiBold"/>
                <a:sym typeface="Saira SemiCondensed SemiBold"/>
              </a:defRPr>
            </a:lvl9pPr>
          </a:lstStyle>
          <a:p/>
        </p:txBody>
      </p:sp>
      <p:sp>
        <p:nvSpPr>
          <p:cNvPr id="2910" name="Google Shape;2910;p42"/>
          <p:cNvSpPr/>
          <p:nvPr/>
        </p:nvSpPr>
        <p:spPr>
          <a:xfrm>
            <a:off x="8636100" y="0"/>
            <a:ext cx="507900" cy="507900"/>
          </a:xfrm>
          <a:prstGeom prst="rect">
            <a:avLst/>
          </a:prstGeom>
          <a:solidFill>
            <a:srgbClr val="FF457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ABLE OF CONTENTS">
  <p:cSld name="Título y objetos">
    <p:bg>
      <p:bgPr>
        <a:solidFill>
          <a:srgbClr val="F3F3F3"/>
        </a:solidFill>
      </p:bgPr>
    </p:bg>
    <p:spTree>
      <p:nvGrpSpPr>
        <p:cNvPr id="2911" name="Shape 29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12" name="Google Shape;2912;p43"/>
          <p:cNvSpPr/>
          <p:nvPr/>
        </p:nvSpPr>
        <p:spPr>
          <a:xfrm>
            <a:off x="4946719" y="0"/>
            <a:ext cx="4196935" cy="5143530"/>
          </a:xfrm>
          <a:custGeom>
            <a:rect b="b" l="l" r="r" t="t"/>
            <a:pathLst>
              <a:path extrusionOk="0" h="65892" w="140542">
                <a:moveTo>
                  <a:pt x="0" y="0"/>
                </a:moveTo>
                <a:lnTo>
                  <a:pt x="0" y="65891"/>
                </a:lnTo>
                <a:lnTo>
                  <a:pt x="140541" y="65891"/>
                </a:lnTo>
                <a:lnTo>
                  <a:pt x="140541" y="0"/>
                </a:lnTo>
                <a:close/>
              </a:path>
            </a:pathLst>
          </a:custGeom>
          <a:solidFill>
            <a:srgbClr val="4F47B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13" name="Google Shape;2913;p43"/>
          <p:cNvSpPr/>
          <p:nvPr/>
        </p:nvSpPr>
        <p:spPr>
          <a:xfrm>
            <a:off x="4672150" y="719400"/>
            <a:ext cx="1148100" cy="4424100"/>
          </a:xfrm>
          <a:prstGeom prst="rect">
            <a:avLst/>
          </a:prstGeom>
          <a:solidFill>
            <a:srgbClr val="FF457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14" name="Google Shape;2914;p43"/>
          <p:cNvSpPr/>
          <p:nvPr/>
        </p:nvSpPr>
        <p:spPr>
          <a:xfrm>
            <a:off x="0" y="0"/>
            <a:ext cx="2421900" cy="5143500"/>
          </a:xfrm>
          <a:prstGeom prst="rect">
            <a:avLst/>
          </a:prstGeom>
          <a:solidFill>
            <a:srgbClr val="4F47B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15" name="Google Shape;2915;p43"/>
          <p:cNvSpPr txBox="1"/>
          <p:nvPr>
            <p:ph idx="1" type="subTitle"/>
          </p:nvPr>
        </p:nvSpPr>
        <p:spPr>
          <a:xfrm flipH="1">
            <a:off x="2792880" y="1429450"/>
            <a:ext cx="1373100" cy="597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Font typeface="Fjalla One"/>
              <a:buNone/>
              <a:defRPr sz="2300">
                <a:solidFill>
                  <a:srgbClr val="21204D"/>
                </a:solidFill>
                <a:latin typeface="Saira SemiCondensed SemiBold"/>
                <a:ea typeface="Saira SemiCondensed SemiBold"/>
                <a:cs typeface="Saira SemiCondensed SemiBold"/>
                <a:sym typeface="Saira SemiCondensed SemiBold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Font typeface="Fjalla One"/>
              <a:buNone/>
              <a:defRPr b="1" sz="2300">
                <a:latin typeface="Fjalla One"/>
                <a:ea typeface="Fjalla One"/>
                <a:cs typeface="Fjalla One"/>
                <a:sym typeface="Fjalla One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Font typeface="Fjalla One"/>
              <a:buNone/>
              <a:defRPr b="1" sz="2300">
                <a:latin typeface="Fjalla One"/>
                <a:ea typeface="Fjalla One"/>
                <a:cs typeface="Fjalla One"/>
                <a:sym typeface="Fjalla One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Font typeface="Fjalla One"/>
              <a:buNone/>
              <a:defRPr b="1" sz="2300">
                <a:latin typeface="Fjalla One"/>
                <a:ea typeface="Fjalla One"/>
                <a:cs typeface="Fjalla One"/>
                <a:sym typeface="Fjalla One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Font typeface="Fjalla One"/>
              <a:buNone/>
              <a:defRPr b="1" sz="2300">
                <a:latin typeface="Fjalla One"/>
                <a:ea typeface="Fjalla One"/>
                <a:cs typeface="Fjalla One"/>
                <a:sym typeface="Fjalla One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Font typeface="Fjalla One"/>
              <a:buNone/>
              <a:defRPr b="1" sz="2300">
                <a:latin typeface="Fjalla One"/>
                <a:ea typeface="Fjalla One"/>
                <a:cs typeface="Fjalla One"/>
                <a:sym typeface="Fjalla One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Font typeface="Fjalla One"/>
              <a:buNone/>
              <a:defRPr b="1" sz="2300">
                <a:latin typeface="Fjalla One"/>
                <a:ea typeface="Fjalla One"/>
                <a:cs typeface="Fjalla One"/>
                <a:sym typeface="Fjalla One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Font typeface="Fjalla One"/>
              <a:buNone/>
              <a:defRPr b="1" sz="2300">
                <a:latin typeface="Fjalla One"/>
                <a:ea typeface="Fjalla One"/>
                <a:cs typeface="Fjalla One"/>
                <a:sym typeface="Fjalla One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Font typeface="Fjalla One"/>
              <a:buNone/>
              <a:defRPr b="1" sz="2300">
                <a:latin typeface="Fjalla One"/>
                <a:ea typeface="Fjalla One"/>
                <a:cs typeface="Fjalla One"/>
                <a:sym typeface="Fjalla One"/>
              </a:defRPr>
            </a:lvl9pPr>
          </a:lstStyle>
          <a:p/>
        </p:txBody>
      </p:sp>
      <p:sp>
        <p:nvSpPr>
          <p:cNvPr id="2916" name="Google Shape;2916;p43"/>
          <p:cNvSpPr txBox="1"/>
          <p:nvPr>
            <p:ph idx="2" type="subTitle"/>
          </p:nvPr>
        </p:nvSpPr>
        <p:spPr>
          <a:xfrm flipH="1">
            <a:off x="2793070" y="3298475"/>
            <a:ext cx="1373100" cy="597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Font typeface="Fjalla One"/>
              <a:buNone/>
              <a:defRPr sz="2300">
                <a:solidFill>
                  <a:srgbClr val="21204D"/>
                </a:solidFill>
                <a:latin typeface="Saira SemiCondensed SemiBold"/>
                <a:ea typeface="Saira SemiCondensed SemiBold"/>
                <a:cs typeface="Saira SemiCondensed SemiBold"/>
                <a:sym typeface="Saira SemiCondensed SemiBold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Font typeface="Fjalla One"/>
              <a:buNone/>
              <a:defRPr b="1" sz="2300">
                <a:latin typeface="Fjalla One"/>
                <a:ea typeface="Fjalla One"/>
                <a:cs typeface="Fjalla One"/>
                <a:sym typeface="Fjalla One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Font typeface="Fjalla One"/>
              <a:buNone/>
              <a:defRPr b="1" sz="2300">
                <a:latin typeface="Fjalla One"/>
                <a:ea typeface="Fjalla One"/>
                <a:cs typeface="Fjalla One"/>
                <a:sym typeface="Fjalla One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Font typeface="Fjalla One"/>
              <a:buNone/>
              <a:defRPr b="1" sz="2300">
                <a:latin typeface="Fjalla One"/>
                <a:ea typeface="Fjalla One"/>
                <a:cs typeface="Fjalla One"/>
                <a:sym typeface="Fjalla One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Font typeface="Fjalla One"/>
              <a:buNone/>
              <a:defRPr b="1" sz="2300">
                <a:latin typeface="Fjalla One"/>
                <a:ea typeface="Fjalla One"/>
                <a:cs typeface="Fjalla One"/>
                <a:sym typeface="Fjalla One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Font typeface="Fjalla One"/>
              <a:buNone/>
              <a:defRPr b="1" sz="2300">
                <a:latin typeface="Fjalla One"/>
                <a:ea typeface="Fjalla One"/>
                <a:cs typeface="Fjalla One"/>
                <a:sym typeface="Fjalla One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Font typeface="Fjalla One"/>
              <a:buNone/>
              <a:defRPr b="1" sz="2300">
                <a:latin typeface="Fjalla One"/>
                <a:ea typeface="Fjalla One"/>
                <a:cs typeface="Fjalla One"/>
                <a:sym typeface="Fjalla One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Font typeface="Fjalla One"/>
              <a:buNone/>
              <a:defRPr b="1" sz="2300">
                <a:latin typeface="Fjalla One"/>
                <a:ea typeface="Fjalla One"/>
                <a:cs typeface="Fjalla One"/>
                <a:sym typeface="Fjalla One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Font typeface="Fjalla One"/>
              <a:buNone/>
              <a:defRPr b="1" sz="2300">
                <a:latin typeface="Fjalla One"/>
                <a:ea typeface="Fjalla One"/>
                <a:cs typeface="Fjalla One"/>
                <a:sym typeface="Fjalla One"/>
              </a:defRPr>
            </a:lvl9pPr>
          </a:lstStyle>
          <a:p/>
        </p:txBody>
      </p:sp>
      <p:sp>
        <p:nvSpPr>
          <p:cNvPr id="2917" name="Google Shape;2917;p43"/>
          <p:cNvSpPr txBox="1"/>
          <p:nvPr>
            <p:ph idx="3" type="subTitle"/>
          </p:nvPr>
        </p:nvSpPr>
        <p:spPr>
          <a:xfrm>
            <a:off x="2793145" y="3716650"/>
            <a:ext cx="2025000" cy="402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200">
                <a:solidFill>
                  <a:srgbClr val="21204D"/>
                </a:solidFill>
                <a:latin typeface="Abel"/>
                <a:ea typeface="Abel"/>
                <a:cs typeface="Abel"/>
                <a:sym typeface="Abel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 sz="900"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 sz="900"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 sz="900"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 sz="900"/>
            </a:lvl9pPr>
          </a:lstStyle>
          <a:p/>
        </p:txBody>
      </p:sp>
      <p:sp>
        <p:nvSpPr>
          <p:cNvPr id="2918" name="Google Shape;2918;p43"/>
          <p:cNvSpPr txBox="1"/>
          <p:nvPr>
            <p:ph idx="4" type="subTitle"/>
          </p:nvPr>
        </p:nvSpPr>
        <p:spPr>
          <a:xfrm flipH="1">
            <a:off x="6195195" y="1429450"/>
            <a:ext cx="1373100" cy="597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2300"/>
              <a:buFont typeface="Fjalla One"/>
              <a:buNone/>
              <a:defRPr sz="2300">
                <a:solidFill>
                  <a:srgbClr val="F3F3F3"/>
                </a:solidFill>
                <a:latin typeface="Saira SemiCondensed SemiBold"/>
                <a:ea typeface="Saira SemiCondensed SemiBold"/>
                <a:cs typeface="Saira SemiCondensed SemiBold"/>
                <a:sym typeface="Saira SemiCondensed SemiBold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2300"/>
              <a:buFont typeface="Fjalla One"/>
              <a:buNone/>
              <a:defRPr b="1" sz="2300">
                <a:solidFill>
                  <a:srgbClr val="F3F3F3"/>
                </a:solidFill>
                <a:latin typeface="Fjalla One"/>
                <a:ea typeface="Fjalla One"/>
                <a:cs typeface="Fjalla One"/>
                <a:sym typeface="Fjalla One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2300"/>
              <a:buFont typeface="Fjalla One"/>
              <a:buNone/>
              <a:defRPr b="1" sz="2300">
                <a:solidFill>
                  <a:srgbClr val="F3F3F3"/>
                </a:solidFill>
                <a:latin typeface="Fjalla One"/>
                <a:ea typeface="Fjalla One"/>
                <a:cs typeface="Fjalla One"/>
                <a:sym typeface="Fjalla One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2300"/>
              <a:buFont typeface="Fjalla One"/>
              <a:buNone/>
              <a:defRPr b="1" sz="2300">
                <a:solidFill>
                  <a:srgbClr val="F3F3F3"/>
                </a:solidFill>
                <a:latin typeface="Fjalla One"/>
                <a:ea typeface="Fjalla One"/>
                <a:cs typeface="Fjalla One"/>
                <a:sym typeface="Fjalla One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2300"/>
              <a:buFont typeface="Fjalla One"/>
              <a:buNone/>
              <a:defRPr b="1" sz="2300">
                <a:solidFill>
                  <a:srgbClr val="F3F3F3"/>
                </a:solidFill>
                <a:latin typeface="Fjalla One"/>
                <a:ea typeface="Fjalla One"/>
                <a:cs typeface="Fjalla One"/>
                <a:sym typeface="Fjalla One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2300"/>
              <a:buFont typeface="Fjalla One"/>
              <a:buNone/>
              <a:defRPr b="1" sz="2300">
                <a:solidFill>
                  <a:srgbClr val="F3F3F3"/>
                </a:solidFill>
                <a:latin typeface="Fjalla One"/>
                <a:ea typeface="Fjalla One"/>
                <a:cs typeface="Fjalla One"/>
                <a:sym typeface="Fjalla One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2300"/>
              <a:buFont typeface="Fjalla One"/>
              <a:buNone/>
              <a:defRPr b="1" sz="2300">
                <a:solidFill>
                  <a:srgbClr val="F3F3F3"/>
                </a:solidFill>
                <a:latin typeface="Fjalla One"/>
                <a:ea typeface="Fjalla One"/>
                <a:cs typeface="Fjalla One"/>
                <a:sym typeface="Fjalla One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2300"/>
              <a:buFont typeface="Fjalla One"/>
              <a:buNone/>
              <a:defRPr b="1" sz="2300">
                <a:solidFill>
                  <a:srgbClr val="F3F3F3"/>
                </a:solidFill>
                <a:latin typeface="Fjalla One"/>
                <a:ea typeface="Fjalla One"/>
                <a:cs typeface="Fjalla One"/>
                <a:sym typeface="Fjalla One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2300"/>
              <a:buFont typeface="Fjalla One"/>
              <a:buNone/>
              <a:defRPr b="1" sz="2300">
                <a:solidFill>
                  <a:srgbClr val="F3F3F3"/>
                </a:solidFill>
                <a:latin typeface="Fjalla One"/>
                <a:ea typeface="Fjalla One"/>
                <a:cs typeface="Fjalla One"/>
                <a:sym typeface="Fjalla One"/>
              </a:defRPr>
            </a:lvl9pPr>
          </a:lstStyle>
          <a:p/>
        </p:txBody>
      </p:sp>
      <p:sp>
        <p:nvSpPr>
          <p:cNvPr id="2919" name="Google Shape;2919;p43"/>
          <p:cNvSpPr txBox="1"/>
          <p:nvPr>
            <p:ph idx="5" type="subTitle"/>
          </p:nvPr>
        </p:nvSpPr>
        <p:spPr>
          <a:xfrm>
            <a:off x="6195172" y="1847400"/>
            <a:ext cx="2025000" cy="402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1600"/>
              <a:buNone/>
              <a:defRPr sz="1200">
                <a:solidFill>
                  <a:srgbClr val="F3F3F3"/>
                </a:solidFill>
                <a:latin typeface="Abel"/>
                <a:ea typeface="Abel"/>
                <a:cs typeface="Abel"/>
                <a:sym typeface="Abel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1600"/>
              <a:buNone/>
              <a:defRPr>
                <a:solidFill>
                  <a:srgbClr val="F3F3F3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1600"/>
              <a:buNone/>
              <a:defRPr>
                <a:solidFill>
                  <a:srgbClr val="F3F3F3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1600"/>
              <a:buNone/>
              <a:defRPr>
                <a:solidFill>
                  <a:srgbClr val="F3F3F3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1600"/>
              <a:buNone/>
              <a:defRPr>
                <a:solidFill>
                  <a:srgbClr val="F3F3F3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900"/>
              <a:buNone/>
              <a:defRPr sz="900">
                <a:solidFill>
                  <a:srgbClr val="F3F3F3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900"/>
              <a:buNone/>
              <a:defRPr sz="900">
                <a:solidFill>
                  <a:srgbClr val="F3F3F3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900"/>
              <a:buNone/>
              <a:defRPr sz="900">
                <a:solidFill>
                  <a:srgbClr val="F3F3F3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900"/>
              <a:buNone/>
              <a:defRPr sz="900">
                <a:solidFill>
                  <a:srgbClr val="F3F3F3"/>
                </a:solidFill>
              </a:defRPr>
            </a:lvl9pPr>
          </a:lstStyle>
          <a:p/>
        </p:txBody>
      </p:sp>
      <p:sp>
        <p:nvSpPr>
          <p:cNvPr id="2920" name="Google Shape;2920;p43"/>
          <p:cNvSpPr txBox="1"/>
          <p:nvPr>
            <p:ph idx="6" type="subTitle"/>
          </p:nvPr>
        </p:nvSpPr>
        <p:spPr>
          <a:xfrm flipH="1">
            <a:off x="6195195" y="3298475"/>
            <a:ext cx="1373100" cy="597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2300"/>
              <a:buFont typeface="Fjalla One"/>
              <a:buNone/>
              <a:defRPr sz="2300">
                <a:solidFill>
                  <a:srgbClr val="F3F3F3"/>
                </a:solidFill>
                <a:latin typeface="Saira SemiCondensed SemiBold"/>
                <a:ea typeface="Saira SemiCondensed SemiBold"/>
                <a:cs typeface="Saira SemiCondensed SemiBold"/>
                <a:sym typeface="Saira SemiCondensed SemiBold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2300"/>
              <a:buFont typeface="Fjalla One"/>
              <a:buNone/>
              <a:defRPr b="1" sz="2300">
                <a:solidFill>
                  <a:srgbClr val="F3F3F3"/>
                </a:solidFill>
                <a:latin typeface="Fjalla One"/>
                <a:ea typeface="Fjalla One"/>
                <a:cs typeface="Fjalla One"/>
                <a:sym typeface="Fjalla One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2300"/>
              <a:buFont typeface="Fjalla One"/>
              <a:buNone/>
              <a:defRPr b="1" sz="2300">
                <a:solidFill>
                  <a:srgbClr val="F3F3F3"/>
                </a:solidFill>
                <a:latin typeface="Fjalla One"/>
                <a:ea typeface="Fjalla One"/>
                <a:cs typeface="Fjalla One"/>
                <a:sym typeface="Fjalla One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2300"/>
              <a:buFont typeface="Fjalla One"/>
              <a:buNone/>
              <a:defRPr b="1" sz="2300">
                <a:solidFill>
                  <a:srgbClr val="F3F3F3"/>
                </a:solidFill>
                <a:latin typeface="Fjalla One"/>
                <a:ea typeface="Fjalla One"/>
                <a:cs typeface="Fjalla One"/>
                <a:sym typeface="Fjalla One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2300"/>
              <a:buFont typeface="Fjalla One"/>
              <a:buNone/>
              <a:defRPr b="1" sz="2300">
                <a:solidFill>
                  <a:srgbClr val="F3F3F3"/>
                </a:solidFill>
                <a:latin typeface="Fjalla One"/>
                <a:ea typeface="Fjalla One"/>
                <a:cs typeface="Fjalla One"/>
                <a:sym typeface="Fjalla One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2300"/>
              <a:buFont typeface="Fjalla One"/>
              <a:buNone/>
              <a:defRPr b="1" sz="2300">
                <a:solidFill>
                  <a:srgbClr val="F3F3F3"/>
                </a:solidFill>
                <a:latin typeface="Fjalla One"/>
                <a:ea typeface="Fjalla One"/>
                <a:cs typeface="Fjalla One"/>
                <a:sym typeface="Fjalla One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2300"/>
              <a:buFont typeface="Fjalla One"/>
              <a:buNone/>
              <a:defRPr b="1" sz="2300">
                <a:solidFill>
                  <a:srgbClr val="F3F3F3"/>
                </a:solidFill>
                <a:latin typeface="Fjalla One"/>
                <a:ea typeface="Fjalla One"/>
                <a:cs typeface="Fjalla One"/>
                <a:sym typeface="Fjalla One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2300"/>
              <a:buFont typeface="Fjalla One"/>
              <a:buNone/>
              <a:defRPr b="1" sz="2300">
                <a:solidFill>
                  <a:srgbClr val="F3F3F3"/>
                </a:solidFill>
                <a:latin typeface="Fjalla One"/>
                <a:ea typeface="Fjalla One"/>
                <a:cs typeface="Fjalla One"/>
                <a:sym typeface="Fjalla One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2300"/>
              <a:buFont typeface="Fjalla One"/>
              <a:buNone/>
              <a:defRPr b="1" sz="2300">
                <a:solidFill>
                  <a:srgbClr val="F3F3F3"/>
                </a:solidFill>
                <a:latin typeface="Fjalla One"/>
                <a:ea typeface="Fjalla One"/>
                <a:cs typeface="Fjalla One"/>
                <a:sym typeface="Fjalla One"/>
              </a:defRPr>
            </a:lvl9pPr>
          </a:lstStyle>
          <a:p/>
        </p:txBody>
      </p:sp>
      <p:sp>
        <p:nvSpPr>
          <p:cNvPr id="2921" name="Google Shape;2921;p43"/>
          <p:cNvSpPr txBox="1"/>
          <p:nvPr>
            <p:ph idx="7" type="subTitle"/>
          </p:nvPr>
        </p:nvSpPr>
        <p:spPr>
          <a:xfrm>
            <a:off x="6195172" y="3716650"/>
            <a:ext cx="2025000" cy="402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1600"/>
              <a:buNone/>
              <a:defRPr sz="1200">
                <a:solidFill>
                  <a:srgbClr val="F3F3F3"/>
                </a:solidFill>
                <a:latin typeface="Abel"/>
                <a:ea typeface="Abel"/>
                <a:cs typeface="Abel"/>
                <a:sym typeface="Abel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1600"/>
              <a:buNone/>
              <a:defRPr>
                <a:solidFill>
                  <a:srgbClr val="F3F3F3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1600"/>
              <a:buNone/>
              <a:defRPr>
                <a:solidFill>
                  <a:srgbClr val="F3F3F3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1600"/>
              <a:buNone/>
              <a:defRPr>
                <a:solidFill>
                  <a:srgbClr val="F3F3F3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1600"/>
              <a:buNone/>
              <a:defRPr>
                <a:solidFill>
                  <a:srgbClr val="F3F3F3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900"/>
              <a:buNone/>
              <a:defRPr sz="900">
                <a:solidFill>
                  <a:srgbClr val="F3F3F3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900"/>
              <a:buNone/>
              <a:defRPr sz="900">
                <a:solidFill>
                  <a:srgbClr val="F3F3F3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900"/>
              <a:buNone/>
              <a:defRPr sz="900">
                <a:solidFill>
                  <a:srgbClr val="F3F3F3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900"/>
              <a:buNone/>
              <a:defRPr sz="900">
                <a:solidFill>
                  <a:srgbClr val="F3F3F3"/>
                </a:solidFill>
              </a:defRPr>
            </a:lvl9pPr>
          </a:lstStyle>
          <a:p/>
        </p:txBody>
      </p:sp>
      <p:sp>
        <p:nvSpPr>
          <p:cNvPr id="2922" name="Google Shape;2922;p43"/>
          <p:cNvSpPr txBox="1"/>
          <p:nvPr>
            <p:ph hasCustomPrompt="1" type="title"/>
          </p:nvPr>
        </p:nvSpPr>
        <p:spPr>
          <a:xfrm>
            <a:off x="1410370" y="1325725"/>
            <a:ext cx="1373400" cy="507600"/>
          </a:xfrm>
          <a:prstGeom prst="rect">
            <a:avLst/>
          </a:prstGeom>
          <a:noFill/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r">
              <a:spcBef>
                <a:spcPts val="0"/>
              </a:spcBef>
              <a:spcAft>
                <a:spcPts val="0"/>
              </a:spcAft>
              <a:buClr>
                <a:srgbClr val="FF457A"/>
              </a:buClr>
              <a:buSzPts val="4800"/>
              <a:buNone/>
              <a:defRPr sz="4800">
                <a:solidFill>
                  <a:srgbClr val="FF457A"/>
                </a:solidFill>
                <a:latin typeface="Saira SemiCondensed SemiBold"/>
                <a:ea typeface="Saira SemiCondensed SemiBold"/>
                <a:cs typeface="Saira SemiCondensed SemiBold"/>
                <a:sym typeface="Saira SemiCondensed SemiBold"/>
              </a:defRPr>
            </a:lvl1pPr>
            <a:lvl2pPr lvl="1" rtl="0" algn="r">
              <a:spcBef>
                <a:spcPts val="0"/>
              </a:spcBef>
              <a:spcAft>
                <a:spcPts val="0"/>
              </a:spcAft>
              <a:buClr>
                <a:srgbClr val="FF457A"/>
              </a:buClr>
              <a:buSzPts val="4800"/>
              <a:buFont typeface="Fjalla One"/>
              <a:buNone/>
              <a:defRPr sz="4800">
                <a:solidFill>
                  <a:srgbClr val="FF457A"/>
                </a:solidFill>
                <a:latin typeface="Fjalla One"/>
                <a:ea typeface="Fjalla One"/>
                <a:cs typeface="Fjalla One"/>
                <a:sym typeface="Fjalla One"/>
              </a:defRPr>
            </a:lvl2pPr>
            <a:lvl3pPr lvl="2" rtl="0" algn="r">
              <a:spcBef>
                <a:spcPts val="0"/>
              </a:spcBef>
              <a:spcAft>
                <a:spcPts val="0"/>
              </a:spcAft>
              <a:buClr>
                <a:srgbClr val="FF457A"/>
              </a:buClr>
              <a:buSzPts val="4800"/>
              <a:buFont typeface="Fjalla One"/>
              <a:buNone/>
              <a:defRPr sz="4800">
                <a:solidFill>
                  <a:srgbClr val="FF457A"/>
                </a:solidFill>
                <a:latin typeface="Fjalla One"/>
                <a:ea typeface="Fjalla One"/>
                <a:cs typeface="Fjalla One"/>
                <a:sym typeface="Fjalla One"/>
              </a:defRPr>
            </a:lvl3pPr>
            <a:lvl4pPr lvl="3" rtl="0" algn="r">
              <a:spcBef>
                <a:spcPts val="0"/>
              </a:spcBef>
              <a:spcAft>
                <a:spcPts val="0"/>
              </a:spcAft>
              <a:buClr>
                <a:srgbClr val="FF457A"/>
              </a:buClr>
              <a:buSzPts val="4800"/>
              <a:buFont typeface="Fjalla One"/>
              <a:buNone/>
              <a:defRPr sz="4800">
                <a:solidFill>
                  <a:srgbClr val="FF457A"/>
                </a:solidFill>
                <a:latin typeface="Fjalla One"/>
                <a:ea typeface="Fjalla One"/>
                <a:cs typeface="Fjalla One"/>
                <a:sym typeface="Fjalla One"/>
              </a:defRPr>
            </a:lvl4pPr>
            <a:lvl5pPr lvl="4" rtl="0" algn="r">
              <a:spcBef>
                <a:spcPts val="0"/>
              </a:spcBef>
              <a:spcAft>
                <a:spcPts val="0"/>
              </a:spcAft>
              <a:buClr>
                <a:srgbClr val="FF457A"/>
              </a:buClr>
              <a:buSzPts val="4800"/>
              <a:buFont typeface="Fjalla One"/>
              <a:buNone/>
              <a:defRPr sz="4800">
                <a:solidFill>
                  <a:srgbClr val="FF457A"/>
                </a:solidFill>
                <a:latin typeface="Fjalla One"/>
                <a:ea typeface="Fjalla One"/>
                <a:cs typeface="Fjalla One"/>
                <a:sym typeface="Fjalla One"/>
              </a:defRPr>
            </a:lvl5pPr>
            <a:lvl6pPr lvl="5" rtl="0" algn="r">
              <a:spcBef>
                <a:spcPts val="0"/>
              </a:spcBef>
              <a:spcAft>
                <a:spcPts val="0"/>
              </a:spcAft>
              <a:buClr>
                <a:srgbClr val="FF457A"/>
              </a:buClr>
              <a:buSzPts val="4800"/>
              <a:buFont typeface="Fjalla One"/>
              <a:buNone/>
              <a:defRPr sz="4800">
                <a:solidFill>
                  <a:srgbClr val="FF457A"/>
                </a:solidFill>
                <a:latin typeface="Fjalla One"/>
                <a:ea typeface="Fjalla One"/>
                <a:cs typeface="Fjalla One"/>
                <a:sym typeface="Fjalla One"/>
              </a:defRPr>
            </a:lvl6pPr>
            <a:lvl7pPr lvl="6" rtl="0" algn="r">
              <a:spcBef>
                <a:spcPts val="0"/>
              </a:spcBef>
              <a:spcAft>
                <a:spcPts val="0"/>
              </a:spcAft>
              <a:buClr>
                <a:srgbClr val="FF457A"/>
              </a:buClr>
              <a:buSzPts val="4800"/>
              <a:buFont typeface="Fjalla One"/>
              <a:buNone/>
              <a:defRPr sz="4800">
                <a:solidFill>
                  <a:srgbClr val="FF457A"/>
                </a:solidFill>
                <a:latin typeface="Fjalla One"/>
                <a:ea typeface="Fjalla One"/>
                <a:cs typeface="Fjalla One"/>
                <a:sym typeface="Fjalla One"/>
              </a:defRPr>
            </a:lvl7pPr>
            <a:lvl8pPr lvl="7" rtl="0" algn="r">
              <a:spcBef>
                <a:spcPts val="0"/>
              </a:spcBef>
              <a:spcAft>
                <a:spcPts val="0"/>
              </a:spcAft>
              <a:buClr>
                <a:srgbClr val="FF457A"/>
              </a:buClr>
              <a:buSzPts val="4800"/>
              <a:buFont typeface="Fjalla One"/>
              <a:buNone/>
              <a:defRPr sz="4800">
                <a:solidFill>
                  <a:srgbClr val="FF457A"/>
                </a:solidFill>
                <a:latin typeface="Fjalla One"/>
                <a:ea typeface="Fjalla One"/>
                <a:cs typeface="Fjalla One"/>
                <a:sym typeface="Fjalla One"/>
              </a:defRPr>
            </a:lvl8pPr>
            <a:lvl9pPr lvl="8" rtl="0" algn="r">
              <a:spcBef>
                <a:spcPts val="0"/>
              </a:spcBef>
              <a:spcAft>
                <a:spcPts val="0"/>
              </a:spcAft>
              <a:buClr>
                <a:srgbClr val="FF457A"/>
              </a:buClr>
              <a:buSzPts val="4800"/>
              <a:buFont typeface="Fjalla One"/>
              <a:buNone/>
              <a:defRPr sz="4800">
                <a:solidFill>
                  <a:srgbClr val="FF457A"/>
                </a:solidFill>
                <a:latin typeface="Fjalla One"/>
                <a:ea typeface="Fjalla One"/>
                <a:cs typeface="Fjalla One"/>
                <a:sym typeface="Fjalla One"/>
              </a:defRPr>
            </a:lvl9pPr>
          </a:lstStyle>
          <a:p>
            <a:r>
              <a:t>xx%</a:t>
            </a:r>
          </a:p>
        </p:txBody>
      </p:sp>
      <p:sp>
        <p:nvSpPr>
          <p:cNvPr id="2923" name="Google Shape;2923;p43"/>
          <p:cNvSpPr txBox="1"/>
          <p:nvPr>
            <p:ph hasCustomPrompt="1" idx="8" type="title"/>
          </p:nvPr>
        </p:nvSpPr>
        <p:spPr>
          <a:xfrm>
            <a:off x="1410370" y="3198675"/>
            <a:ext cx="1373400" cy="507600"/>
          </a:xfrm>
          <a:prstGeom prst="rect">
            <a:avLst/>
          </a:prstGeom>
          <a:noFill/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r">
              <a:spcBef>
                <a:spcPts val="0"/>
              </a:spcBef>
              <a:spcAft>
                <a:spcPts val="0"/>
              </a:spcAft>
              <a:buClr>
                <a:srgbClr val="FF457A"/>
              </a:buClr>
              <a:buSzPts val="4800"/>
              <a:buNone/>
              <a:defRPr sz="4800">
                <a:solidFill>
                  <a:srgbClr val="FF457A"/>
                </a:solidFill>
                <a:latin typeface="Saira SemiCondensed SemiBold"/>
                <a:ea typeface="Saira SemiCondensed SemiBold"/>
                <a:cs typeface="Saira SemiCondensed SemiBold"/>
                <a:sym typeface="Saira SemiCondensed SemiBold"/>
              </a:defRPr>
            </a:lvl1pPr>
            <a:lvl2pPr lvl="1" rtl="0" algn="r">
              <a:spcBef>
                <a:spcPts val="0"/>
              </a:spcBef>
              <a:spcAft>
                <a:spcPts val="0"/>
              </a:spcAft>
              <a:buClr>
                <a:srgbClr val="FF457A"/>
              </a:buClr>
              <a:buSzPts val="4800"/>
              <a:buFont typeface="Fjalla One"/>
              <a:buNone/>
              <a:defRPr sz="4800">
                <a:solidFill>
                  <a:srgbClr val="FF457A"/>
                </a:solidFill>
                <a:latin typeface="Fjalla One"/>
                <a:ea typeface="Fjalla One"/>
                <a:cs typeface="Fjalla One"/>
                <a:sym typeface="Fjalla One"/>
              </a:defRPr>
            </a:lvl2pPr>
            <a:lvl3pPr lvl="2" rtl="0" algn="r">
              <a:spcBef>
                <a:spcPts val="0"/>
              </a:spcBef>
              <a:spcAft>
                <a:spcPts val="0"/>
              </a:spcAft>
              <a:buClr>
                <a:srgbClr val="FF457A"/>
              </a:buClr>
              <a:buSzPts val="4800"/>
              <a:buFont typeface="Fjalla One"/>
              <a:buNone/>
              <a:defRPr sz="4800">
                <a:solidFill>
                  <a:srgbClr val="FF457A"/>
                </a:solidFill>
                <a:latin typeface="Fjalla One"/>
                <a:ea typeface="Fjalla One"/>
                <a:cs typeface="Fjalla One"/>
                <a:sym typeface="Fjalla One"/>
              </a:defRPr>
            </a:lvl3pPr>
            <a:lvl4pPr lvl="3" rtl="0" algn="r">
              <a:spcBef>
                <a:spcPts val="0"/>
              </a:spcBef>
              <a:spcAft>
                <a:spcPts val="0"/>
              </a:spcAft>
              <a:buClr>
                <a:srgbClr val="FF457A"/>
              </a:buClr>
              <a:buSzPts val="4800"/>
              <a:buFont typeface="Fjalla One"/>
              <a:buNone/>
              <a:defRPr sz="4800">
                <a:solidFill>
                  <a:srgbClr val="FF457A"/>
                </a:solidFill>
                <a:latin typeface="Fjalla One"/>
                <a:ea typeface="Fjalla One"/>
                <a:cs typeface="Fjalla One"/>
                <a:sym typeface="Fjalla One"/>
              </a:defRPr>
            </a:lvl4pPr>
            <a:lvl5pPr lvl="4" rtl="0" algn="r">
              <a:spcBef>
                <a:spcPts val="0"/>
              </a:spcBef>
              <a:spcAft>
                <a:spcPts val="0"/>
              </a:spcAft>
              <a:buClr>
                <a:srgbClr val="FF457A"/>
              </a:buClr>
              <a:buSzPts val="4800"/>
              <a:buFont typeface="Fjalla One"/>
              <a:buNone/>
              <a:defRPr sz="4800">
                <a:solidFill>
                  <a:srgbClr val="FF457A"/>
                </a:solidFill>
                <a:latin typeface="Fjalla One"/>
                <a:ea typeface="Fjalla One"/>
                <a:cs typeface="Fjalla One"/>
                <a:sym typeface="Fjalla One"/>
              </a:defRPr>
            </a:lvl5pPr>
            <a:lvl6pPr lvl="5" rtl="0" algn="r">
              <a:spcBef>
                <a:spcPts val="0"/>
              </a:spcBef>
              <a:spcAft>
                <a:spcPts val="0"/>
              </a:spcAft>
              <a:buClr>
                <a:srgbClr val="FF457A"/>
              </a:buClr>
              <a:buSzPts val="4800"/>
              <a:buFont typeface="Fjalla One"/>
              <a:buNone/>
              <a:defRPr sz="4800">
                <a:solidFill>
                  <a:srgbClr val="FF457A"/>
                </a:solidFill>
                <a:latin typeface="Fjalla One"/>
                <a:ea typeface="Fjalla One"/>
                <a:cs typeface="Fjalla One"/>
                <a:sym typeface="Fjalla One"/>
              </a:defRPr>
            </a:lvl6pPr>
            <a:lvl7pPr lvl="6" rtl="0" algn="r">
              <a:spcBef>
                <a:spcPts val="0"/>
              </a:spcBef>
              <a:spcAft>
                <a:spcPts val="0"/>
              </a:spcAft>
              <a:buClr>
                <a:srgbClr val="FF457A"/>
              </a:buClr>
              <a:buSzPts val="4800"/>
              <a:buFont typeface="Fjalla One"/>
              <a:buNone/>
              <a:defRPr sz="4800">
                <a:solidFill>
                  <a:srgbClr val="FF457A"/>
                </a:solidFill>
                <a:latin typeface="Fjalla One"/>
                <a:ea typeface="Fjalla One"/>
                <a:cs typeface="Fjalla One"/>
                <a:sym typeface="Fjalla One"/>
              </a:defRPr>
            </a:lvl7pPr>
            <a:lvl8pPr lvl="7" rtl="0" algn="r">
              <a:spcBef>
                <a:spcPts val="0"/>
              </a:spcBef>
              <a:spcAft>
                <a:spcPts val="0"/>
              </a:spcAft>
              <a:buClr>
                <a:srgbClr val="FF457A"/>
              </a:buClr>
              <a:buSzPts val="4800"/>
              <a:buFont typeface="Fjalla One"/>
              <a:buNone/>
              <a:defRPr sz="4800">
                <a:solidFill>
                  <a:srgbClr val="FF457A"/>
                </a:solidFill>
                <a:latin typeface="Fjalla One"/>
                <a:ea typeface="Fjalla One"/>
                <a:cs typeface="Fjalla One"/>
                <a:sym typeface="Fjalla One"/>
              </a:defRPr>
            </a:lvl8pPr>
            <a:lvl9pPr lvl="8" rtl="0" algn="r">
              <a:spcBef>
                <a:spcPts val="0"/>
              </a:spcBef>
              <a:spcAft>
                <a:spcPts val="0"/>
              </a:spcAft>
              <a:buClr>
                <a:srgbClr val="FF457A"/>
              </a:buClr>
              <a:buSzPts val="4800"/>
              <a:buFont typeface="Fjalla One"/>
              <a:buNone/>
              <a:defRPr sz="4800">
                <a:solidFill>
                  <a:srgbClr val="FF457A"/>
                </a:solidFill>
                <a:latin typeface="Fjalla One"/>
                <a:ea typeface="Fjalla One"/>
                <a:cs typeface="Fjalla One"/>
                <a:sym typeface="Fjalla One"/>
              </a:defRPr>
            </a:lvl9pPr>
          </a:lstStyle>
          <a:p>
            <a:r>
              <a:t>xx%</a:t>
            </a:r>
          </a:p>
        </p:txBody>
      </p:sp>
      <p:sp>
        <p:nvSpPr>
          <p:cNvPr id="2924" name="Google Shape;2924;p43"/>
          <p:cNvSpPr txBox="1"/>
          <p:nvPr>
            <p:ph hasCustomPrompt="1" idx="9" type="title"/>
          </p:nvPr>
        </p:nvSpPr>
        <p:spPr>
          <a:xfrm>
            <a:off x="4821796" y="1325725"/>
            <a:ext cx="1373400" cy="507600"/>
          </a:xfrm>
          <a:prstGeom prst="rect">
            <a:avLst/>
          </a:prstGeom>
          <a:noFill/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r"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4800"/>
              <a:buNone/>
              <a:defRPr sz="4800">
                <a:solidFill>
                  <a:srgbClr val="F3F3F3"/>
                </a:solidFill>
                <a:latin typeface="Saira SemiCondensed SemiBold"/>
                <a:ea typeface="Saira SemiCondensed SemiBold"/>
                <a:cs typeface="Saira SemiCondensed SemiBold"/>
                <a:sym typeface="Saira SemiCondensed SemiBold"/>
              </a:defRPr>
            </a:lvl1pPr>
            <a:lvl2pPr lvl="1" rtl="0" algn="r"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4800"/>
              <a:buFont typeface="Fjalla One"/>
              <a:buNone/>
              <a:defRPr sz="4800">
                <a:solidFill>
                  <a:srgbClr val="F3F3F3"/>
                </a:solidFill>
                <a:latin typeface="Fjalla One"/>
                <a:ea typeface="Fjalla One"/>
                <a:cs typeface="Fjalla One"/>
                <a:sym typeface="Fjalla One"/>
              </a:defRPr>
            </a:lvl2pPr>
            <a:lvl3pPr lvl="2" rtl="0" algn="r"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4800"/>
              <a:buFont typeface="Fjalla One"/>
              <a:buNone/>
              <a:defRPr sz="4800">
                <a:solidFill>
                  <a:srgbClr val="F3F3F3"/>
                </a:solidFill>
                <a:latin typeface="Fjalla One"/>
                <a:ea typeface="Fjalla One"/>
                <a:cs typeface="Fjalla One"/>
                <a:sym typeface="Fjalla One"/>
              </a:defRPr>
            </a:lvl3pPr>
            <a:lvl4pPr lvl="3" rtl="0" algn="r"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4800"/>
              <a:buFont typeface="Fjalla One"/>
              <a:buNone/>
              <a:defRPr sz="4800">
                <a:solidFill>
                  <a:srgbClr val="F3F3F3"/>
                </a:solidFill>
                <a:latin typeface="Fjalla One"/>
                <a:ea typeface="Fjalla One"/>
                <a:cs typeface="Fjalla One"/>
                <a:sym typeface="Fjalla One"/>
              </a:defRPr>
            </a:lvl4pPr>
            <a:lvl5pPr lvl="4" rtl="0" algn="r"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4800"/>
              <a:buFont typeface="Fjalla One"/>
              <a:buNone/>
              <a:defRPr sz="4800">
                <a:solidFill>
                  <a:srgbClr val="F3F3F3"/>
                </a:solidFill>
                <a:latin typeface="Fjalla One"/>
                <a:ea typeface="Fjalla One"/>
                <a:cs typeface="Fjalla One"/>
                <a:sym typeface="Fjalla One"/>
              </a:defRPr>
            </a:lvl5pPr>
            <a:lvl6pPr lvl="5" rtl="0" algn="r"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4800"/>
              <a:buFont typeface="Fjalla One"/>
              <a:buNone/>
              <a:defRPr sz="4800">
                <a:solidFill>
                  <a:srgbClr val="F3F3F3"/>
                </a:solidFill>
                <a:latin typeface="Fjalla One"/>
                <a:ea typeface="Fjalla One"/>
                <a:cs typeface="Fjalla One"/>
                <a:sym typeface="Fjalla One"/>
              </a:defRPr>
            </a:lvl6pPr>
            <a:lvl7pPr lvl="6" rtl="0" algn="r"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4800"/>
              <a:buFont typeface="Fjalla One"/>
              <a:buNone/>
              <a:defRPr sz="4800">
                <a:solidFill>
                  <a:srgbClr val="F3F3F3"/>
                </a:solidFill>
                <a:latin typeface="Fjalla One"/>
                <a:ea typeface="Fjalla One"/>
                <a:cs typeface="Fjalla One"/>
                <a:sym typeface="Fjalla One"/>
              </a:defRPr>
            </a:lvl7pPr>
            <a:lvl8pPr lvl="7" rtl="0" algn="r"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4800"/>
              <a:buFont typeface="Fjalla One"/>
              <a:buNone/>
              <a:defRPr sz="4800">
                <a:solidFill>
                  <a:srgbClr val="F3F3F3"/>
                </a:solidFill>
                <a:latin typeface="Fjalla One"/>
                <a:ea typeface="Fjalla One"/>
                <a:cs typeface="Fjalla One"/>
                <a:sym typeface="Fjalla One"/>
              </a:defRPr>
            </a:lvl8pPr>
            <a:lvl9pPr lvl="8" rtl="0" algn="r"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4800"/>
              <a:buFont typeface="Fjalla One"/>
              <a:buNone/>
              <a:defRPr sz="4800">
                <a:solidFill>
                  <a:srgbClr val="F3F3F3"/>
                </a:solidFill>
                <a:latin typeface="Fjalla One"/>
                <a:ea typeface="Fjalla One"/>
                <a:cs typeface="Fjalla One"/>
                <a:sym typeface="Fjalla One"/>
              </a:defRPr>
            </a:lvl9pPr>
          </a:lstStyle>
          <a:p>
            <a:r>
              <a:t>xx%</a:t>
            </a:r>
          </a:p>
        </p:txBody>
      </p:sp>
      <p:sp>
        <p:nvSpPr>
          <p:cNvPr id="2925" name="Google Shape;2925;p43"/>
          <p:cNvSpPr txBox="1"/>
          <p:nvPr>
            <p:ph hasCustomPrompt="1" idx="13" type="title"/>
          </p:nvPr>
        </p:nvSpPr>
        <p:spPr>
          <a:xfrm>
            <a:off x="4821796" y="3198675"/>
            <a:ext cx="1373400" cy="507600"/>
          </a:xfrm>
          <a:prstGeom prst="rect">
            <a:avLst/>
          </a:prstGeom>
          <a:noFill/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r"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4800"/>
              <a:buNone/>
              <a:defRPr sz="4800">
                <a:solidFill>
                  <a:srgbClr val="F3F3F3"/>
                </a:solidFill>
                <a:latin typeface="Saira SemiCondensed SemiBold"/>
                <a:ea typeface="Saira SemiCondensed SemiBold"/>
                <a:cs typeface="Saira SemiCondensed SemiBold"/>
                <a:sym typeface="Saira SemiCondensed SemiBold"/>
              </a:defRPr>
            </a:lvl1pPr>
            <a:lvl2pPr lvl="1" rtl="0" algn="r"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4800"/>
              <a:buFont typeface="Fjalla One"/>
              <a:buNone/>
              <a:defRPr sz="4800">
                <a:solidFill>
                  <a:srgbClr val="F3F3F3"/>
                </a:solidFill>
                <a:latin typeface="Fjalla One"/>
                <a:ea typeface="Fjalla One"/>
                <a:cs typeface="Fjalla One"/>
                <a:sym typeface="Fjalla One"/>
              </a:defRPr>
            </a:lvl2pPr>
            <a:lvl3pPr lvl="2" rtl="0" algn="r"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4800"/>
              <a:buFont typeface="Fjalla One"/>
              <a:buNone/>
              <a:defRPr sz="4800">
                <a:solidFill>
                  <a:srgbClr val="F3F3F3"/>
                </a:solidFill>
                <a:latin typeface="Fjalla One"/>
                <a:ea typeface="Fjalla One"/>
                <a:cs typeface="Fjalla One"/>
                <a:sym typeface="Fjalla One"/>
              </a:defRPr>
            </a:lvl3pPr>
            <a:lvl4pPr lvl="3" rtl="0" algn="r"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4800"/>
              <a:buFont typeface="Fjalla One"/>
              <a:buNone/>
              <a:defRPr sz="4800">
                <a:solidFill>
                  <a:srgbClr val="F3F3F3"/>
                </a:solidFill>
                <a:latin typeface="Fjalla One"/>
                <a:ea typeface="Fjalla One"/>
                <a:cs typeface="Fjalla One"/>
                <a:sym typeface="Fjalla One"/>
              </a:defRPr>
            </a:lvl4pPr>
            <a:lvl5pPr lvl="4" rtl="0" algn="r"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4800"/>
              <a:buFont typeface="Fjalla One"/>
              <a:buNone/>
              <a:defRPr sz="4800">
                <a:solidFill>
                  <a:srgbClr val="F3F3F3"/>
                </a:solidFill>
                <a:latin typeface="Fjalla One"/>
                <a:ea typeface="Fjalla One"/>
                <a:cs typeface="Fjalla One"/>
                <a:sym typeface="Fjalla One"/>
              </a:defRPr>
            </a:lvl5pPr>
            <a:lvl6pPr lvl="5" rtl="0" algn="r"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4800"/>
              <a:buFont typeface="Fjalla One"/>
              <a:buNone/>
              <a:defRPr sz="4800">
                <a:solidFill>
                  <a:srgbClr val="F3F3F3"/>
                </a:solidFill>
                <a:latin typeface="Fjalla One"/>
                <a:ea typeface="Fjalla One"/>
                <a:cs typeface="Fjalla One"/>
                <a:sym typeface="Fjalla One"/>
              </a:defRPr>
            </a:lvl6pPr>
            <a:lvl7pPr lvl="6" rtl="0" algn="r"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4800"/>
              <a:buFont typeface="Fjalla One"/>
              <a:buNone/>
              <a:defRPr sz="4800">
                <a:solidFill>
                  <a:srgbClr val="F3F3F3"/>
                </a:solidFill>
                <a:latin typeface="Fjalla One"/>
                <a:ea typeface="Fjalla One"/>
                <a:cs typeface="Fjalla One"/>
                <a:sym typeface="Fjalla One"/>
              </a:defRPr>
            </a:lvl7pPr>
            <a:lvl8pPr lvl="7" rtl="0" algn="r"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4800"/>
              <a:buFont typeface="Fjalla One"/>
              <a:buNone/>
              <a:defRPr sz="4800">
                <a:solidFill>
                  <a:srgbClr val="F3F3F3"/>
                </a:solidFill>
                <a:latin typeface="Fjalla One"/>
                <a:ea typeface="Fjalla One"/>
                <a:cs typeface="Fjalla One"/>
                <a:sym typeface="Fjalla One"/>
              </a:defRPr>
            </a:lvl8pPr>
            <a:lvl9pPr lvl="8" rtl="0" algn="r"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4800"/>
              <a:buFont typeface="Fjalla One"/>
              <a:buNone/>
              <a:defRPr sz="4800">
                <a:solidFill>
                  <a:srgbClr val="F3F3F3"/>
                </a:solidFill>
                <a:latin typeface="Fjalla One"/>
                <a:ea typeface="Fjalla One"/>
                <a:cs typeface="Fjalla One"/>
                <a:sym typeface="Fjalla One"/>
              </a:defRPr>
            </a:lvl9pPr>
          </a:lstStyle>
          <a:p>
            <a:r>
              <a:t>xx%</a:t>
            </a:r>
          </a:p>
        </p:txBody>
      </p:sp>
      <p:sp>
        <p:nvSpPr>
          <p:cNvPr id="2926" name="Google Shape;2926;p43"/>
          <p:cNvSpPr txBox="1"/>
          <p:nvPr>
            <p:ph idx="14" type="subTitle"/>
          </p:nvPr>
        </p:nvSpPr>
        <p:spPr>
          <a:xfrm>
            <a:off x="2793147" y="1847400"/>
            <a:ext cx="2025000" cy="402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200">
                <a:solidFill>
                  <a:srgbClr val="21204D"/>
                </a:solidFill>
                <a:latin typeface="Abel"/>
                <a:ea typeface="Abel"/>
                <a:cs typeface="Abel"/>
                <a:sym typeface="Abel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 sz="900"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 sz="900"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 sz="900"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 sz="900"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986">
          <p15:clr>
            <a:srgbClr val="FA7B17"/>
          </p15:clr>
        </p15:guide>
      </p15:sldGuideLst>
    </p:ext>
  </p:extLst>
</p:sldLayout>
</file>

<file path=ppt/slideLayouts/slideLayout4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+ DESIGN 6">
  <p:cSld name="8_Título y objetos_2_1_2">
    <p:bg>
      <p:bgPr>
        <a:solidFill>
          <a:srgbClr val="F3F3F3"/>
        </a:solidFill>
      </p:bgPr>
    </p:bg>
    <p:spTree>
      <p:nvGrpSpPr>
        <p:cNvPr id="2927" name="Shape 29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28" name="Google Shape;2928;p44"/>
          <p:cNvSpPr txBox="1"/>
          <p:nvPr>
            <p:ph type="ctrTitle"/>
          </p:nvPr>
        </p:nvSpPr>
        <p:spPr>
          <a:xfrm>
            <a:off x="6572250" y="1951175"/>
            <a:ext cx="1598100" cy="1241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rtl="0" algn="r">
              <a:spcBef>
                <a:spcPts val="0"/>
              </a:spcBef>
              <a:spcAft>
                <a:spcPts val="0"/>
              </a:spcAft>
              <a:buSzPts val="1800"/>
              <a:buFont typeface="Saira SemiCondensed SemiBold"/>
              <a:buNone/>
              <a:defRPr sz="1800">
                <a:latin typeface="Saira SemiCondensed SemiBold"/>
                <a:ea typeface="Saira SemiCondensed SemiBold"/>
                <a:cs typeface="Saira SemiCondensed SemiBold"/>
                <a:sym typeface="Saira SemiCondensed SemiBold"/>
              </a:defRPr>
            </a:lvl1pPr>
            <a:lvl2pPr lvl="1" rtl="0" algn="r">
              <a:spcBef>
                <a:spcPts val="0"/>
              </a:spcBef>
              <a:spcAft>
                <a:spcPts val="0"/>
              </a:spcAft>
              <a:buSzPts val="1800"/>
              <a:buFont typeface="Saira SemiCondensed SemiBold"/>
              <a:buNone/>
              <a:defRPr sz="1800">
                <a:latin typeface="Saira SemiCondensed SemiBold"/>
                <a:ea typeface="Saira SemiCondensed SemiBold"/>
                <a:cs typeface="Saira SemiCondensed SemiBold"/>
                <a:sym typeface="Saira SemiCondensed SemiBold"/>
              </a:defRPr>
            </a:lvl2pPr>
            <a:lvl3pPr lvl="2" rtl="0" algn="r">
              <a:spcBef>
                <a:spcPts val="0"/>
              </a:spcBef>
              <a:spcAft>
                <a:spcPts val="0"/>
              </a:spcAft>
              <a:buSzPts val="1800"/>
              <a:buFont typeface="Saira SemiCondensed SemiBold"/>
              <a:buNone/>
              <a:defRPr sz="1800">
                <a:latin typeface="Saira SemiCondensed SemiBold"/>
                <a:ea typeface="Saira SemiCondensed SemiBold"/>
                <a:cs typeface="Saira SemiCondensed SemiBold"/>
                <a:sym typeface="Saira SemiCondensed SemiBold"/>
              </a:defRPr>
            </a:lvl3pPr>
            <a:lvl4pPr lvl="3" rtl="0" algn="r">
              <a:spcBef>
                <a:spcPts val="0"/>
              </a:spcBef>
              <a:spcAft>
                <a:spcPts val="0"/>
              </a:spcAft>
              <a:buSzPts val="1800"/>
              <a:buFont typeface="Saira SemiCondensed SemiBold"/>
              <a:buNone/>
              <a:defRPr sz="1800">
                <a:latin typeface="Saira SemiCondensed SemiBold"/>
                <a:ea typeface="Saira SemiCondensed SemiBold"/>
                <a:cs typeface="Saira SemiCondensed SemiBold"/>
                <a:sym typeface="Saira SemiCondensed SemiBold"/>
              </a:defRPr>
            </a:lvl4pPr>
            <a:lvl5pPr lvl="4" rtl="0" algn="r">
              <a:spcBef>
                <a:spcPts val="0"/>
              </a:spcBef>
              <a:spcAft>
                <a:spcPts val="0"/>
              </a:spcAft>
              <a:buSzPts val="1800"/>
              <a:buFont typeface="Saira SemiCondensed SemiBold"/>
              <a:buNone/>
              <a:defRPr sz="1800">
                <a:latin typeface="Saira SemiCondensed SemiBold"/>
                <a:ea typeface="Saira SemiCondensed SemiBold"/>
                <a:cs typeface="Saira SemiCondensed SemiBold"/>
                <a:sym typeface="Saira SemiCondensed SemiBold"/>
              </a:defRPr>
            </a:lvl5pPr>
            <a:lvl6pPr lvl="5" rtl="0" algn="r">
              <a:spcBef>
                <a:spcPts val="0"/>
              </a:spcBef>
              <a:spcAft>
                <a:spcPts val="0"/>
              </a:spcAft>
              <a:buSzPts val="1800"/>
              <a:buFont typeface="Saira SemiCondensed SemiBold"/>
              <a:buNone/>
              <a:defRPr sz="1800">
                <a:latin typeface="Saira SemiCondensed SemiBold"/>
                <a:ea typeface="Saira SemiCondensed SemiBold"/>
                <a:cs typeface="Saira SemiCondensed SemiBold"/>
                <a:sym typeface="Saira SemiCondensed SemiBold"/>
              </a:defRPr>
            </a:lvl6pPr>
            <a:lvl7pPr lvl="6" rtl="0" algn="r">
              <a:spcBef>
                <a:spcPts val="0"/>
              </a:spcBef>
              <a:spcAft>
                <a:spcPts val="0"/>
              </a:spcAft>
              <a:buSzPts val="1800"/>
              <a:buFont typeface="Saira SemiCondensed SemiBold"/>
              <a:buNone/>
              <a:defRPr sz="1800">
                <a:latin typeface="Saira SemiCondensed SemiBold"/>
                <a:ea typeface="Saira SemiCondensed SemiBold"/>
                <a:cs typeface="Saira SemiCondensed SemiBold"/>
                <a:sym typeface="Saira SemiCondensed SemiBold"/>
              </a:defRPr>
            </a:lvl7pPr>
            <a:lvl8pPr lvl="7" rtl="0" algn="r">
              <a:spcBef>
                <a:spcPts val="0"/>
              </a:spcBef>
              <a:spcAft>
                <a:spcPts val="0"/>
              </a:spcAft>
              <a:buSzPts val="1800"/>
              <a:buFont typeface="Saira SemiCondensed SemiBold"/>
              <a:buNone/>
              <a:defRPr sz="1800">
                <a:latin typeface="Saira SemiCondensed SemiBold"/>
                <a:ea typeface="Saira SemiCondensed SemiBold"/>
                <a:cs typeface="Saira SemiCondensed SemiBold"/>
                <a:sym typeface="Saira SemiCondensed SemiBold"/>
              </a:defRPr>
            </a:lvl8pPr>
            <a:lvl9pPr lvl="8" rtl="0" algn="r">
              <a:spcBef>
                <a:spcPts val="0"/>
              </a:spcBef>
              <a:spcAft>
                <a:spcPts val="0"/>
              </a:spcAft>
              <a:buSzPts val="1800"/>
              <a:buFont typeface="Saira SemiCondensed SemiBold"/>
              <a:buNone/>
              <a:defRPr sz="1800">
                <a:latin typeface="Saira SemiCondensed SemiBold"/>
                <a:ea typeface="Saira SemiCondensed SemiBold"/>
                <a:cs typeface="Saira SemiCondensed SemiBold"/>
                <a:sym typeface="Saira SemiCondensed SemiBold"/>
              </a:defRPr>
            </a:lvl9pPr>
          </a:lstStyle>
          <a:p/>
        </p:txBody>
      </p:sp>
      <p:sp>
        <p:nvSpPr>
          <p:cNvPr id="2929" name="Google Shape;2929;p44"/>
          <p:cNvSpPr/>
          <p:nvPr/>
        </p:nvSpPr>
        <p:spPr>
          <a:xfrm flipH="1">
            <a:off x="8421300" y="0"/>
            <a:ext cx="722700" cy="5143500"/>
          </a:xfrm>
          <a:prstGeom prst="rect">
            <a:avLst/>
          </a:prstGeom>
          <a:solidFill>
            <a:srgbClr val="4F47B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+ TEXT1">
  <p:cSld name="1_Diapositiva de título_1">
    <p:bg>
      <p:bgPr>
        <a:solidFill>
          <a:srgbClr val="F3F3F3"/>
        </a:solidFill>
      </p:bgPr>
    </p:bg>
    <p:spTree>
      <p:nvGrpSpPr>
        <p:cNvPr id="2930" name="Shape 29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31" name="Google Shape;2931;p45"/>
          <p:cNvSpPr/>
          <p:nvPr/>
        </p:nvSpPr>
        <p:spPr>
          <a:xfrm>
            <a:off x="0" y="1269725"/>
            <a:ext cx="722700" cy="3873900"/>
          </a:xfrm>
          <a:prstGeom prst="rect">
            <a:avLst/>
          </a:prstGeom>
          <a:solidFill>
            <a:srgbClr val="4F47B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32" name="Google Shape;2932;p45"/>
          <p:cNvSpPr txBox="1"/>
          <p:nvPr>
            <p:ph type="ctrTitle"/>
          </p:nvPr>
        </p:nvSpPr>
        <p:spPr>
          <a:xfrm flipH="1">
            <a:off x="973175" y="1269725"/>
            <a:ext cx="4453500" cy="12414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4800"/>
              <a:buFont typeface="Saira SemiCondensed SemiBold"/>
              <a:buNone/>
              <a:defRPr sz="4800">
                <a:latin typeface="Saira SemiCondensed SemiBold"/>
                <a:ea typeface="Saira SemiCondensed SemiBold"/>
                <a:cs typeface="Saira SemiCondensed SemiBold"/>
                <a:sym typeface="Saira SemiCondensed SemiBold"/>
              </a:defRPr>
            </a:lvl1pPr>
            <a:lvl2pPr lvl="1" rtl="0" algn="r">
              <a:spcBef>
                <a:spcPts val="0"/>
              </a:spcBef>
              <a:spcAft>
                <a:spcPts val="0"/>
              </a:spcAft>
              <a:buSzPts val="4800"/>
              <a:buFont typeface="Saira SemiCondensed SemiBold"/>
              <a:buNone/>
              <a:defRPr sz="4800">
                <a:latin typeface="Saira SemiCondensed SemiBold"/>
                <a:ea typeface="Saira SemiCondensed SemiBold"/>
                <a:cs typeface="Saira SemiCondensed SemiBold"/>
                <a:sym typeface="Saira SemiCondensed SemiBold"/>
              </a:defRPr>
            </a:lvl2pPr>
            <a:lvl3pPr lvl="2" rtl="0" algn="r">
              <a:spcBef>
                <a:spcPts val="0"/>
              </a:spcBef>
              <a:spcAft>
                <a:spcPts val="0"/>
              </a:spcAft>
              <a:buSzPts val="4800"/>
              <a:buFont typeface="Saira SemiCondensed SemiBold"/>
              <a:buNone/>
              <a:defRPr sz="4800">
                <a:latin typeface="Saira SemiCondensed SemiBold"/>
                <a:ea typeface="Saira SemiCondensed SemiBold"/>
                <a:cs typeface="Saira SemiCondensed SemiBold"/>
                <a:sym typeface="Saira SemiCondensed SemiBold"/>
              </a:defRPr>
            </a:lvl3pPr>
            <a:lvl4pPr lvl="3" rtl="0" algn="r">
              <a:spcBef>
                <a:spcPts val="0"/>
              </a:spcBef>
              <a:spcAft>
                <a:spcPts val="0"/>
              </a:spcAft>
              <a:buSzPts val="4800"/>
              <a:buFont typeface="Saira SemiCondensed SemiBold"/>
              <a:buNone/>
              <a:defRPr sz="4800">
                <a:latin typeface="Saira SemiCondensed SemiBold"/>
                <a:ea typeface="Saira SemiCondensed SemiBold"/>
                <a:cs typeface="Saira SemiCondensed SemiBold"/>
                <a:sym typeface="Saira SemiCondensed SemiBold"/>
              </a:defRPr>
            </a:lvl4pPr>
            <a:lvl5pPr lvl="4" rtl="0" algn="r">
              <a:spcBef>
                <a:spcPts val="0"/>
              </a:spcBef>
              <a:spcAft>
                <a:spcPts val="0"/>
              </a:spcAft>
              <a:buSzPts val="4800"/>
              <a:buFont typeface="Saira SemiCondensed SemiBold"/>
              <a:buNone/>
              <a:defRPr sz="4800">
                <a:latin typeface="Saira SemiCondensed SemiBold"/>
                <a:ea typeface="Saira SemiCondensed SemiBold"/>
                <a:cs typeface="Saira SemiCondensed SemiBold"/>
                <a:sym typeface="Saira SemiCondensed SemiBold"/>
              </a:defRPr>
            </a:lvl5pPr>
            <a:lvl6pPr lvl="5" rtl="0" algn="r">
              <a:spcBef>
                <a:spcPts val="0"/>
              </a:spcBef>
              <a:spcAft>
                <a:spcPts val="0"/>
              </a:spcAft>
              <a:buSzPts val="4800"/>
              <a:buFont typeface="Saira SemiCondensed SemiBold"/>
              <a:buNone/>
              <a:defRPr sz="4800">
                <a:latin typeface="Saira SemiCondensed SemiBold"/>
                <a:ea typeface="Saira SemiCondensed SemiBold"/>
                <a:cs typeface="Saira SemiCondensed SemiBold"/>
                <a:sym typeface="Saira SemiCondensed SemiBold"/>
              </a:defRPr>
            </a:lvl6pPr>
            <a:lvl7pPr lvl="6" rtl="0" algn="r">
              <a:spcBef>
                <a:spcPts val="0"/>
              </a:spcBef>
              <a:spcAft>
                <a:spcPts val="0"/>
              </a:spcAft>
              <a:buSzPts val="4800"/>
              <a:buFont typeface="Saira SemiCondensed SemiBold"/>
              <a:buNone/>
              <a:defRPr sz="4800">
                <a:latin typeface="Saira SemiCondensed SemiBold"/>
                <a:ea typeface="Saira SemiCondensed SemiBold"/>
                <a:cs typeface="Saira SemiCondensed SemiBold"/>
                <a:sym typeface="Saira SemiCondensed SemiBold"/>
              </a:defRPr>
            </a:lvl7pPr>
            <a:lvl8pPr lvl="7" rtl="0" algn="r">
              <a:spcBef>
                <a:spcPts val="0"/>
              </a:spcBef>
              <a:spcAft>
                <a:spcPts val="0"/>
              </a:spcAft>
              <a:buSzPts val="4800"/>
              <a:buFont typeface="Saira SemiCondensed SemiBold"/>
              <a:buNone/>
              <a:defRPr sz="4800">
                <a:latin typeface="Saira SemiCondensed SemiBold"/>
                <a:ea typeface="Saira SemiCondensed SemiBold"/>
                <a:cs typeface="Saira SemiCondensed SemiBold"/>
                <a:sym typeface="Saira SemiCondensed SemiBold"/>
              </a:defRPr>
            </a:lvl8pPr>
            <a:lvl9pPr lvl="8" rtl="0" algn="r">
              <a:spcBef>
                <a:spcPts val="0"/>
              </a:spcBef>
              <a:spcAft>
                <a:spcPts val="0"/>
              </a:spcAft>
              <a:buSzPts val="4800"/>
              <a:buFont typeface="Saira SemiCondensed SemiBold"/>
              <a:buNone/>
              <a:defRPr sz="4800">
                <a:latin typeface="Saira SemiCondensed SemiBold"/>
                <a:ea typeface="Saira SemiCondensed SemiBold"/>
                <a:cs typeface="Saira SemiCondensed SemiBold"/>
                <a:sym typeface="Saira SemiCondensed SemiBold"/>
              </a:defRPr>
            </a:lvl9pPr>
          </a:lstStyle>
          <a:p/>
        </p:txBody>
      </p:sp>
      <p:sp>
        <p:nvSpPr>
          <p:cNvPr id="2933" name="Google Shape;2933;p45"/>
          <p:cNvSpPr txBox="1"/>
          <p:nvPr>
            <p:ph idx="1" type="subTitle"/>
          </p:nvPr>
        </p:nvSpPr>
        <p:spPr>
          <a:xfrm flipH="1">
            <a:off x="973175" y="2561375"/>
            <a:ext cx="2372400" cy="12414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lvl="0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SzPts val="1200"/>
              <a:buFont typeface="Abel"/>
              <a:buNone/>
              <a:defRPr sz="1200">
                <a:latin typeface="Abel"/>
                <a:ea typeface="Abel"/>
                <a:cs typeface="Abel"/>
                <a:sym typeface="Abel"/>
              </a:defRPr>
            </a:lvl1pPr>
            <a:lvl2pPr lvl="1" rtl="0" algn="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Font typeface="Abel"/>
              <a:buNone/>
              <a:defRPr sz="1200">
                <a:latin typeface="Abel"/>
                <a:ea typeface="Abel"/>
                <a:cs typeface="Abel"/>
                <a:sym typeface="Abel"/>
              </a:defRPr>
            </a:lvl2pPr>
            <a:lvl3pPr lvl="2" rtl="0" algn="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Font typeface="Abel"/>
              <a:buNone/>
              <a:defRPr sz="1200">
                <a:latin typeface="Abel"/>
                <a:ea typeface="Abel"/>
                <a:cs typeface="Abel"/>
                <a:sym typeface="Abel"/>
              </a:defRPr>
            </a:lvl3pPr>
            <a:lvl4pPr lvl="3" rtl="0" algn="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Font typeface="Abel"/>
              <a:buNone/>
              <a:defRPr sz="1200">
                <a:latin typeface="Abel"/>
                <a:ea typeface="Abel"/>
                <a:cs typeface="Abel"/>
                <a:sym typeface="Abel"/>
              </a:defRPr>
            </a:lvl4pPr>
            <a:lvl5pPr lvl="4" rtl="0" algn="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Font typeface="Abel"/>
              <a:buNone/>
              <a:defRPr sz="1200">
                <a:latin typeface="Abel"/>
                <a:ea typeface="Abel"/>
                <a:cs typeface="Abel"/>
                <a:sym typeface="Abel"/>
              </a:defRPr>
            </a:lvl5pPr>
            <a:lvl6pPr lvl="5" rtl="0" algn="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Font typeface="Abel"/>
              <a:buNone/>
              <a:defRPr sz="1200">
                <a:latin typeface="Abel"/>
                <a:ea typeface="Abel"/>
                <a:cs typeface="Abel"/>
                <a:sym typeface="Abel"/>
              </a:defRPr>
            </a:lvl6pPr>
            <a:lvl7pPr lvl="6" rtl="0" algn="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Font typeface="Abel"/>
              <a:buNone/>
              <a:defRPr sz="1200">
                <a:latin typeface="Abel"/>
                <a:ea typeface="Abel"/>
                <a:cs typeface="Abel"/>
                <a:sym typeface="Abel"/>
              </a:defRPr>
            </a:lvl7pPr>
            <a:lvl8pPr lvl="7" rtl="0" algn="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Font typeface="Abel"/>
              <a:buNone/>
              <a:defRPr sz="1200">
                <a:latin typeface="Abel"/>
                <a:ea typeface="Abel"/>
                <a:cs typeface="Abel"/>
                <a:sym typeface="Abel"/>
              </a:defRPr>
            </a:lvl8pPr>
            <a:lvl9pPr lvl="8" rtl="0" algn="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Font typeface="Abel"/>
              <a:buNone/>
              <a:defRPr sz="1200">
                <a:latin typeface="Abel"/>
                <a:ea typeface="Abel"/>
                <a:cs typeface="Abel"/>
                <a:sym typeface="Abel"/>
              </a:defRPr>
            </a:lvl9pPr>
          </a:lstStyle>
          <a:p/>
        </p:txBody>
      </p:sp>
      <p:sp>
        <p:nvSpPr>
          <p:cNvPr id="2934" name="Google Shape;2934;p45"/>
          <p:cNvSpPr/>
          <p:nvPr/>
        </p:nvSpPr>
        <p:spPr>
          <a:xfrm>
            <a:off x="8636100" y="4635600"/>
            <a:ext cx="507900" cy="507900"/>
          </a:xfrm>
          <a:prstGeom prst="rect">
            <a:avLst/>
          </a:prstGeom>
          <a:solidFill>
            <a:srgbClr val="FF457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COLUMNS">
  <p:cSld name="1_Título y objetos_4_1_1">
    <p:bg>
      <p:bgPr>
        <a:solidFill>
          <a:srgbClr val="F3F3F3"/>
        </a:solidFill>
      </p:bgPr>
    </p:bg>
    <p:spTree>
      <p:nvGrpSpPr>
        <p:cNvPr id="2935" name="Shape 29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36" name="Google Shape;2936;p46"/>
          <p:cNvSpPr txBox="1"/>
          <p:nvPr>
            <p:ph idx="1" type="subTitle"/>
          </p:nvPr>
        </p:nvSpPr>
        <p:spPr>
          <a:xfrm flipH="1">
            <a:off x="2842350" y="2539033"/>
            <a:ext cx="1426500" cy="1023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1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9pPr>
          </a:lstStyle>
          <a:p/>
        </p:txBody>
      </p:sp>
      <p:sp>
        <p:nvSpPr>
          <p:cNvPr id="2937" name="Google Shape;2937;p46"/>
          <p:cNvSpPr txBox="1"/>
          <p:nvPr>
            <p:ph idx="2" type="subTitle"/>
          </p:nvPr>
        </p:nvSpPr>
        <p:spPr>
          <a:xfrm flipH="1">
            <a:off x="2677175" y="2248000"/>
            <a:ext cx="1756800" cy="356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Fjalla One"/>
              <a:buNone/>
              <a:defRPr sz="1400">
                <a:latin typeface="Saira SemiCondensed SemiBold"/>
                <a:ea typeface="Saira SemiCondensed SemiBold"/>
                <a:cs typeface="Saira SemiCondensed SemiBold"/>
                <a:sym typeface="Saira SemiCondensed SemiBol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Fjalla One"/>
              <a:buNone/>
              <a:defRPr sz="1800">
                <a:latin typeface="Fjalla One"/>
                <a:ea typeface="Fjalla One"/>
                <a:cs typeface="Fjalla One"/>
                <a:sym typeface="Fjalla One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Fjalla One"/>
              <a:buNone/>
              <a:defRPr sz="1800">
                <a:latin typeface="Fjalla One"/>
                <a:ea typeface="Fjalla One"/>
                <a:cs typeface="Fjalla One"/>
                <a:sym typeface="Fjalla One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Fjalla One"/>
              <a:buNone/>
              <a:defRPr sz="1800">
                <a:latin typeface="Fjalla One"/>
                <a:ea typeface="Fjalla One"/>
                <a:cs typeface="Fjalla One"/>
                <a:sym typeface="Fjalla One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Fjalla One"/>
              <a:buNone/>
              <a:defRPr sz="1800">
                <a:latin typeface="Fjalla One"/>
                <a:ea typeface="Fjalla One"/>
                <a:cs typeface="Fjalla One"/>
                <a:sym typeface="Fjalla One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Fjalla One"/>
              <a:buNone/>
              <a:defRPr sz="1800">
                <a:latin typeface="Fjalla One"/>
                <a:ea typeface="Fjalla One"/>
                <a:cs typeface="Fjalla One"/>
                <a:sym typeface="Fjalla One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Fjalla One"/>
              <a:buNone/>
              <a:defRPr sz="1800">
                <a:latin typeface="Fjalla One"/>
                <a:ea typeface="Fjalla One"/>
                <a:cs typeface="Fjalla One"/>
                <a:sym typeface="Fjalla One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Fjalla One"/>
              <a:buNone/>
              <a:defRPr sz="1800">
                <a:latin typeface="Fjalla One"/>
                <a:ea typeface="Fjalla One"/>
                <a:cs typeface="Fjalla One"/>
                <a:sym typeface="Fjalla One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Fjalla One"/>
              <a:buNone/>
              <a:defRPr sz="1800">
                <a:latin typeface="Fjalla One"/>
                <a:ea typeface="Fjalla One"/>
                <a:cs typeface="Fjalla One"/>
                <a:sym typeface="Fjalla One"/>
              </a:defRPr>
            </a:lvl9pPr>
          </a:lstStyle>
          <a:p/>
        </p:txBody>
      </p:sp>
      <p:sp>
        <p:nvSpPr>
          <p:cNvPr id="2938" name="Google Shape;2938;p46"/>
          <p:cNvSpPr txBox="1"/>
          <p:nvPr>
            <p:ph idx="3" type="subTitle"/>
          </p:nvPr>
        </p:nvSpPr>
        <p:spPr>
          <a:xfrm flipH="1">
            <a:off x="4903700" y="2539033"/>
            <a:ext cx="1426500" cy="1023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1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9pPr>
          </a:lstStyle>
          <a:p/>
        </p:txBody>
      </p:sp>
      <p:sp>
        <p:nvSpPr>
          <p:cNvPr id="2939" name="Google Shape;2939;p46"/>
          <p:cNvSpPr txBox="1"/>
          <p:nvPr>
            <p:ph idx="4" type="subTitle"/>
          </p:nvPr>
        </p:nvSpPr>
        <p:spPr>
          <a:xfrm flipH="1">
            <a:off x="4738525" y="2248000"/>
            <a:ext cx="1756800" cy="356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Fjalla One"/>
              <a:buNone/>
              <a:defRPr sz="1400">
                <a:latin typeface="Saira SemiCondensed SemiBold"/>
                <a:ea typeface="Saira SemiCondensed SemiBold"/>
                <a:cs typeface="Saira SemiCondensed SemiBold"/>
                <a:sym typeface="Saira SemiCondensed SemiBol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Fjalla One"/>
              <a:buNone/>
              <a:defRPr sz="1800">
                <a:latin typeface="Fjalla One"/>
                <a:ea typeface="Fjalla One"/>
                <a:cs typeface="Fjalla One"/>
                <a:sym typeface="Fjalla One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Fjalla One"/>
              <a:buNone/>
              <a:defRPr sz="1800">
                <a:latin typeface="Fjalla One"/>
                <a:ea typeface="Fjalla One"/>
                <a:cs typeface="Fjalla One"/>
                <a:sym typeface="Fjalla One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Fjalla One"/>
              <a:buNone/>
              <a:defRPr sz="1800">
                <a:latin typeface="Fjalla One"/>
                <a:ea typeface="Fjalla One"/>
                <a:cs typeface="Fjalla One"/>
                <a:sym typeface="Fjalla One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Fjalla One"/>
              <a:buNone/>
              <a:defRPr sz="1800">
                <a:latin typeface="Fjalla One"/>
                <a:ea typeface="Fjalla One"/>
                <a:cs typeface="Fjalla One"/>
                <a:sym typeface="Fjalla One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Fjalla One"/>
              <a:buNone/>
              <a:defRPr sz="1800">
                <a:latin typeface="Fjalla One"/>
                <a:ea typeface="Fjalla One"/>
                <a:cs typeface="Fjalla One"/>
                <a:sym typeface="Fjalla One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Fjalla One"/>
              <a:buNone/>
              <a:defRPr sz="1800">
                <a:latin typeface="Fjalla One"/>
                <a:ea typeface="Fjalla One"/>
                <a:cs typeface="Fjalla One"/>
                <a:sym typeface="Fjalla One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Fjalla One"/>
              <a:buNone/>
              <a:defRPr sz="1800">
                <a:latin typeface="Fjalla One"/>
                <a:ea typeface="Fjalla One"/>
                <a:cs typeface="Fjalla One"/>
                <a:sym typeface="Fjalla One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Fjalla One"/>
              <a:buNone/>
              <a:defRPr sz="1800">
                <a:latin typeface="Fjalla One"/>
                <a:ea typeface="Fjalla One"/>
                <a:cs typeface="Fjalla One"/>
                <a:sym typeface="Fjalla One"/>
              </a:defRPr>
            </a:lvl9pPr>
          </a:lstStyle>
          <a:p/>
        </p:txBody>
      </p:sp>
      <p:sp>
        <p:nvSpPr>
          <p:cNvPr id="2940" name="Google Shape;2940;p46"/>
          <p:cNvSpPr txBox="1"/>
          <p:nvPr>
            <p:ph idx="5" type="subTitle"/>
          </p:nvPr>
        </p:nvSpPr>
        <p:spPr>
          <a:xfrm flipH="1">
            <a:off x="6965050" y="2539033"/>
            <a:ext cx="1426500" cy="1023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1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9pPr>
          </a:lstStyle>
          <a:p/>
        </p:txBody>
      </p:sp>
      <p:sp>
        <p:nvSpPr>
          <p:cNvPr id="2941" name="Google Shape;2941;p46"/>
          <p:cNvSpPr txBox="1"/>
          <p:nvPr>
            <p:ph idx="6" type="subTitle"/>
          </p:nvPr>
        </p:nvSpPr>
        <p:spPr>
          <a:xfrm flipH="1">
            <a:off x="6799875" y="2248000"/>
            <a:ext cx="1756800" cy="356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Fjalla One"/>
              <a:buNone/>
              <a:defRPr sz="1400">
                <a:latin typeface="Saira SemiCondensed SemiBold"/>
                <a:ea typeface="Saira SemiCondensed SemiBold"/>
                <a:cs typeface="Saira SemiCondensed SemiBold"/>
                <a:sym typeface="Saira SemiCondensed SemiBol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Fjalla One"/>
              <a:buNone/>
              <a:defRPr sz="1800">
                <a:latin typeface="Fjalla One"/>
                <a:ea typeface="Fjalla One"/>
                <a:cs typeface="Fjalla One"/>
                <a:sym typeface="Fjalla One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Fjalla One"/>
              <a:buNone/>
              <a:defRPr sz="1800">
                <a:latin typeface="Fjalla One"/>
                <a:ea typeface="Fjalla One"/>
                <a:cs typeface="Fjalla One"/>
                <a:sym typeface="Fjalla One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Fjalla One"/>
              <a:buNone/>
              <a:defRPr sz="1800">
                <a:latin typeface="Fjalla One"/>
                <a:ea typeface="Fjalla One"/>
                <a:cs typeface="Fjalla One"/>
                <a:sym typeface="Fjalla One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Fjalla One"/>
              <a:buNone/>
              <a:defRPr sz="1800">
                <a:latin typeface="Fjalla One"/>
                <a:ea typeface="Fjalla One"/>
                <a:cs typeface="Fjalla One"/>
                <a:sym typeface="Fjalla One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Fjalla One"/>
              <a:buNone/>
              <a:defRPr sz="1800">
                <a:latin typeface="Fjalla One"/>
                <a:ea typeface="Fjalla One"/>
                <a:cs typeface="Fjalla One"/>
                <a:sym typeface="Fjalla One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Fjalla One"/>
              <a:buNone/>
              <a:defRPr sz="1800">
                <a:latin typeface="Fjalla One"/>
                <a:ea typeface="Fjalla One"/>
                <a:cs typeface="Fjalla One"/>
                <a:sym typeface="Fjalla One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Fjalla One"/>
              <a:buNone/>
              <a:defRPr sz="1800">
                <a:latin typeface="Fjalla One"/>
                <a:ea typeface="Fjalla One"/>
                <a:cs typeface="Fjalla One"/>
                <a:sym typeface="Fjalla One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Fjalla One"/>
              <a:buNone/>
              <a:defRPr sz="1800">
                <a:latin typeface="Fjalla One"/>
                <a:ea typeface="Fjalla One"/>
                <a:cs typeface="Fjalla One"/>
                <a:sym typeface="Fjalla One"/>
              </a:defRPr>
            </a:lvl9pPr>
          </a:lstStyle>
          <a:p/>
        </p:txBody>
      </p:sp>
      <p:sp>
        <p:nvSpPr>
          <p:cNvPr id="2942" name="Google Shape;2942;p46"/>
          <p:cNvSpPr/>
          <p:nvPr/>
        </p:nvSpPr>
        <p:spPr>
          <a:xfrm>
            <a:off x="0" y="0"/>
            <a:ext cx="722700" cy="5143500"/>
          </a:xfrm>
          <a:prstGeom prst="rect">
            <a:avLst/>
          </a:prstGeom>
          <a:solidFill>
            <a:srgbClr val="4F47B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43" name="Google Shape;2943;p46"/>
          <p:cNvSpPr txBox="1"/>
          <p:nvPr>
            <p:ph type="ctrTitle"/>
          </p:nvPr>
        </p:nvSpPr>
        <p:spPr>
          <a:xfrm flipH="1">
            <a:off x="973500" y="1951175"/>
            <a:ext cx="1245900" cy="1241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Font typeface="Saira SemiCondensed SemiBold"/>
              <a:buNone/>
              <a:defRPr sz="1800">
                <a:latin typeface="Saira SemiCondensed SemiBold"/>
                <a:ea typeface="Saira SemiCondensed SemiBold"/>
                <a:cs typeface="Saira SemiCondensed SemiBold"/>
                <a:sym typeface="Saira SemiCondensed SemiBold"/>
              </a:defRPr>
            </a:lvl1pPr>
            <a:lvl2pPr lvl="1" rtl="0" algn="r">
              <a:spcBef>
                <a:spcPts val="0"/>
              </a:spcBef>
              <a:spcAft>
                <a:spcPts val="0"/>
              </a:spcAft>
              <a:buSzPts val="1800"/>
              <a:buFont typeface="Saira SemiCondensed SemiBold"/>
              <a:buNone/>
              <a:defRPr sz="1800">
                <a:latin typeface="Saira SemiCondensed SemiBold"/>
                <a:ea typeface="Saira SemiCondensed SemiBold"/>
                <a:cs typeface="Saira SemiCondensed SemiBold"/>
                <a:sym typeface="Saira SemiCondensed SemiBold"/>
              </a:defRPr>
            </a:lvl2pPr>
            <a:lvl3pPr lvl="2" rtl="0" algn="r">
              <a:spcBef>
                <a:spcPts val="0"/>
              </a:spcBef>
              <a:spcAft>
                <a:spcPts val="0"/>
              </a:spcAft>
              <a:buSzPts val="1800"/>
              <a:buFont typeface="Saira SemiCondensed SemiBold"/>
              <a:buNone/>
              <a:defRPr sz="1800">
                <a:latin typeface="Saira SemiCondensed SemiBold"/>
                <a:ea typeface="Saira SemiCondensed SemiBold"/>
                <a:cs typeface="Saira SemiCondensed SemiBold"/>
                <a:sym typeface="Saira SemiCondensed SemiBold"/>
              </a:defRPr>
            </a:lvl3pPr>
            <a:lvl4pPr lvl="3" rtl="0" algn="r">
              <a:spcBef>
                <a:spcPts val="0"/>
              </a:spcBef>
              <a:spcAft>
                <a:spcPts val="0"/>
              </a:spcAft>
              <a:buSzPts val="1800"/>
              <a:buFont typeface="Saira SemiCondensed SemiBold"/>
              <a:buNone/>
              <a:defRPr sz="1800">
                <a:latin typeface="Saira SemiCondensed SemiBold"/>
                <a:ea typeface="Saira SemiCondensed SemiBold"/>
                <a:cs typeface="Saira SemiCondensed SemiBold"/>
                <a:sym typeface="Saira SemiCondensed SemiBold"/>
              </a:defRPr>
            </a:lvl4pPr>
            <a:lvl5pPr lvl="4" rtl="0" algn="r">
              <a:spcBef>
                <a:spcPts val="0"/>
              </a:spcBef>
              <a:spcAft>
                <a:spcPts val="0"/>
              </a:spcAft>
              <a:buSzPts val="1800"/>
              <a:buFont typeface="Saira SemiCondensed SemiBold"/>
              <a:buNone/>
              <a:defRPr sz="1800">
                <a:latin typeface="Saira SemiCondensed SemiBold"/>
                <a:ea typeface="Saira SemiCondensed SemiBold"/>
                <a:cs typeface="Saira SemiCondensed SemiBold"/>
                <a:sym typeface="Saira SemiCondensed SemiBold"/>
              </a:defRPr>
            </a:lvl5pPr>
            <a:lvl6pPr lvl="5" rtl="0" algn="r">
              <a:spcBef>
                <a:spcPts val="0"/>
              </a:spcBef>
              <a:spcAft>
                <a:spcPts val="0"/>
              </a:spcAft>
              <a:buSzPts val="1800"/>
              <a:buFont typeface="Saira SemiCondensed SemiBold"/>
              <a:buNone/>
              <a:defRPr sz="1800">
                <a:latin typeface="Saira SemiCondensed SemiBold"/>
                <a:ea typeface="Saira SemiCondensed SemiBold"/>
                <a:cs typeface="Saira SemiCondensed SemiBold"/>
                <a:sym typeface="Saira SemiCondensed SemiBold"/>
              </a:defRPr>
            </a:lvl6pPr>
            <a:lvl7pPr lvl="6" rtl="0" algn="r">
              <a:spcBef>
                <a:spcPts val="0"/>
              </a:spcBef>
              <a:spcAft>
                <a:spcPts val="0"/>
              </a:spcAft>
              <a:buSzPts val="1800"/>
              <a:buFont typeface="Saira SemiCondensed SemiBold"/>
              <a:buNone/>
              <a:defRPr sz="1800">
                <a:latin typeface="Saira SemiCondensed SemiBold"/>
                <a:ea typeface="Saira SemiCondensed SemiBold"/>
                <a:cs typeface="Saira SemiCondensed SemiBold"/>
                <a:sym typeface="Saira SemiCondensed SemiBold"/>
              </a:defRPr>
            </a:lvl7pPr>
            <a:lvl8pPr lvl="7" rtl="0" algn="r">
              <a:spcBef>
                <a:spcPts val="0"/>
              </a:spcBef>
              <a:spcAft>
                <a:spcPts val="0"/>
              </a:spcAft>
              <a:buSzPts val="1800"/>
              <a:buFont typeface="Saira SemiCondensed SemiBold"/>
              <a:buNone/>
              <a:defRPr sz="1800">
                <a:latin typeface="Saira SemiCondensed SemiBold"/>
                <a:ea typeface="Saira SemiCondensed SemiBold"/>
                <a:cs typeface="Saira SemiCondensed SemiBold"/>
                <a:sym typeface="Saira SemiCondensed SemiBold"/>
              </a:defRPr>
            </a:lvl8pPr>
            <a:lvl9pPr lvl="8" rtl="0" algn="r">
              <a:spcBef>
                <a:spcPts val="0"/>
              </a:spcBef>
              <a:spcAft>
                <a:spcPts val="0"/>
              </a:spcAft>
              <a:buSzPts val="1800"/>
              <a:buFont typeface="Saira SemiCondensed SemiBold"/>
              <a:buNone/>
              <a:defRPr sz="1800">
                <a:latin typeface="Saira SemiCondensed SemiBold"/>
                <a:ea typeface="Saira SemiCondensed SemiBold"/>
                <a:cs typeface="Saira SemiCondensed SemiBold"/>
                <a:sym typeface="Saira SemiCondensed SemiBold"/>
              </a:defRPr>
            </a:lvl9pPr>
          </a:lstStyle>
          <a:p/>
        </p:txBody>
      </p:sp>
      <p:sp>
        <p:nvSpPr>
          <p:cNvPr id="2944" name="Google Shape;2944;p46"/>
          <p:cNvSpPr/>
          <p:nvPr/>
        </p:nvSpPr>
        <p:spPr>
          <a:xfrm>
            <a:off x="8636100" y="4635600"/>
            <a:ext cx="507900" cy="507900"/>
          </a:xfrm>
          <a:prstGeom prst="rect">
            <a:avLst/>
          </a:prstGeom>
          <a:solidFill>
            <a:srgbClr val="FF457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COLUMNS 1">
  <p:cSld name="1_Título y objetos_4_2_1">
    <p:bg>
      <p:bgPr>
        <a:solidFill>
          <a:srgbClr val="F3F3F3"/>
        </a:solidFill>
      </p:bgPr>
    </p:bg>
    <p:spTree>
      <p:nvGrpSpPr>
        <p:cNvPr id="2945" name="Shape 29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46" name="Google Shape;2946;p47"/>
          <p:cNvSpPr txBox="1"/>
          <p:nvPr>
            <p:ph idx="1" type="subTitle"/>
          </p:nvPr>
        </p:nvSpPr>
        <p:spPr>
          <a:xfrm flipH="1">
            <a:off x="5056793" y="2571750"/>
            <a:ext cx="1426500" cy="61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>
                <a:solidFill>
                  <a:srgbClr val="21204D"/>
                </a:solidFill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9pPr>
          </a:lstStyle>
          <a:p/>
        </p:txBody>
      </p:sp>
      <p:sp>
        <p:nvSpPr>
          <p:cNvPr id="2947" name="Google Shape;2947;p47"/>
          <p:cNvSpPr txBox="1"/>
          <p:nvPr>
            <p:ph idx="2" type="subTitle"/>
          </p:nvPr>
        </p:nvSpPr>
        <p:spPr>
          <a:xfrm flipH="1">
            <a:off x="3178324" y="2571750"/>
            <a:ext cx="1426500" cy="61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>
                <a:solidFill>
                  <a:srgbClr val="21204D"/>
                </a:solidFill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9pPr>
          </a:lstStyle>
          <a:p/>
        </p:txBody>
      </p:sp>
      <p:sp>
        <p:nvSpPr>
          <p:cNvPr id="2948" name="Google Shape;2948;p47"/>
          <p:cNvSpPr txBox="1"/>
          <p:nvPr>
            <p:ph idx="3" type="subTitle"/>
          </p:nvPr>
        </p:nvSpPr>
        <p:spPr>
          <a:xfrm flipH="1">
            <a:off x="1299842" y="2571750"/>
            <a:ext cx="1426500" cy="61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>
                <a:solidFill>
                  <a:srgbClr val="21204D"/>
                </a:solidFill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9pPr>
          </a:lstStyle>
          <a:p/>
        </p:txBody>
      </p:sp>
      <p:sp>
        <p:nvSpPr>
          <p:cNvPr id="2949" name="Google Shape;2949;p47"/>
          <p:cNvSpPr/>
          <p:nvPr/>
        </p:nvSpPr>
        <p:spPr>
          <a:xfrm flipH="1">
            <a:off x="8421300" y="0"/>
            <a:ext cx="722700" cy="5143500"/>
          </a:xfrm>
          <a:prstGeom prst="rect">
            <a:avLst/>
          </a:prstGeom>
          <a:solidFill>
            <a:srgbClr val="4F47B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50" name="Google Shape;2950;p47"/>
          <p:cNvSpPr txBox="1"/>
          <p:nvPr>
            <p:ph type="ctrTitle"/>
          </p:nvPr>
        </p:nvSpPr>
        <p:spPr>
          <a:xfrm>
            <a:off x="6924600" y="1951175"/>
            <a:ext cx="1245900" cy="1241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rtl="0" algn="r">
              <a:spcBef>
                <a:spcPts val="0"/>
              </a:spcBef>
              <a:spcAft>
                <a:spcPts val="0"/>
              </a:spcAft>
              <a:buSzPts val="1800"/>
              <a:buFont typeface="Saira SemiCondensed SemiBold"/>
              <a:buNone/>
              <a:defRPr sz="1800">
                <a:latin typeface="Saira SemiCondensed SemiBold"/>
                <a:ea typeface="Saira SemiCondensed SemiBold"/>
                <a:cs typeface="Saira SemiCondensed SemiBold"/>
                <a:sym typeface="Saira SemiCondensed SemiBold"/>
              </a:defRPr>
            </a:lvl1pPr>
            <a:lvl2pPr lvl="1" rtl="0" algn="r">
              <a:spcBef>
                <a:spcPts val="0"/>
              </a:spcBef>
              <a:spcAft>
                <a:spcPts val="0"/>
              </a:spcAft>
              <a:buSzPts val="1800"/>
              <a:buFont typeface="Saira SemiCondensed SemiBold"/>
              <a:buNone/>
              <a:defRPr sz="1800">
                <a:latin typeface="Saira SemiCondensed SemiBold"/>
                <a:ea typeface="Saira SemiCondensed SemiBold"/>
                <a:cs typeface="Saira SemiCondensed SemiBold"/>
                <a:sym typeface="Saira SemiCondensed SemiBold"/>
              </a:defRPr>
            </a:lvl2pPr>
            <a:lvl3pPr lvl="2" rtl="0" algn="r">
              <a:spcBef>
                <a:spcPts val="0"/>
              </a:spcBef>
              <a:spcAft>
                <a:spcPts val="0"/>
              </a:spcAft>
              <a:buSzPts val="1800"/>
              <a:buFont typeface="Saira SemiCondensed SemiBold"/>
              <a:buNone/>
              <a:defRPr sz="1800">
                <a:latin typeface="Saira SemiCondensed SemiBold"/>
                <a:ea typeface="Saira SemiCondensed SemiBold"/>
                <a:cs typeface="Saira SemiCondensed SemiBold"/>
                <a:sym typeface="Saira SemiCondensed SemiBold"/>
              </a:defRPr>
            </a:lvl3pPr>
            <a:lvl4pPr lvl="3" rtl="0" algn="r">
              <a:spcBef>
                <a:spcPts val="0"/>
              </a:spcBef>
              <a:spcAft>
                <a:spcPts val="0"/>
              </a:spcAft>
              <a:buSzPts val="1800"/>
              <a:buFont typeface="Saira SemiCondensed SemiBold"/>
              <a:buNone/>
              <a:defRPr sz="1800">
                <a:latin typeface="Saira SemiCondensed SemiBold"/>
                <a:ea typeface="Saira SemiCondensed SemiBold"/>
                <a:cs typeface="Saira SemiCondensed SemiBold"/>
                <a:sym typeface="Saira SemiCondensed SemiBold"/>
              </a:defRPr>
            </a:lvl4pPr>
            <a:lvl5pPr lvl="4" rtl="0" algn="r">
              <a:spcBef>
                <a:spcPts val="0"/>
              </a:spcBef>
              <a:spcAft>
                <a:spcPts val="0"/>
              </a:spcAft>
              <a:buSzPts val="1800"/>
              <a:buFont typeface="Saira SemiCondensed SemiBold"/>
              <a:buNone/>
              <a:defRPr sz="1800">
                <a:latin typeface="Saira SemiCondensed SemiBold"/>
                <a:ea typeface="Saira SemiCondensed SemiBold"/>
                <a:cs typeface="Saira SemiCondensed SemiBold"/>
                <a:sym typeface="Saira SemiCondensed SemiBold"/>
              </a:defRPr>
            </a:lvl5pPr>
            <a:lvl6pPr lvl="5" rtl="0" algn="r">
              <a:spcBef>
                <a:spcPts val="0"/>
              </a:spcBef>
              <a:spcAft>
                <a:spcPts val="0"/>
              </a:spcAft>
              <a:buSzPts val="1800"/>
              <a:buFont typeface="Saira SemiCondensed SemiBold"/>
              <a:buNone/>
              <a:defRPr sz="1800">
                <a:latin typeface="Saira SemiCondensed SemiBold"/>
                <a:ea typeface="Saira SemiCondensed SemiBold"/>
                <a:cs typeface="Saira SemiCondensed SemiBold"/>
                <a:sym typeface="Saira SemiCondensed SemiBold"/>
              </a:defRPr>
            </a:lvl6pPr>
            <a:lvl7pPr lvl="6" rtl="0" algn="r">
              <a:spcBef>
                <a:spcPts val="0"/>
              </a:spcBef>
              <a:spcAft>
                <a:spcPts val="0"/>
              </a:spcAft>
              <a:buSzPts val="1800"/>
              <a:buFont typeface="Saira SemiCondensed SemiBold"/>
              <a:buNone/>
              <a:defRPr sz="1800">
                <a:latin typeface="Saira SemiCondensed SemiBold"/>
                <a:ea typeface="Saira SemiCondensed SemiBold"/>
                <a:cs typeface="Saira SemiCondensed SemiBold"/>
                <a:sym typeface="Saira SemiCondensed SemiBold"/>
              </a:defRPr>
            </a:lvl7pPr>
            <a:lvl8pPr lvl="7" rtl="0" algn="r">
              <a:spcBef>
                <a:spcPts val="0"/>
              </a:spcBef>
              <a:spcAft>
                <a:spcPts val="0"/>
              </a:spcAft>
              <a:buSzPts val="1800"/>
              <a:buFont typeface="Saira SemiCondensed SemiBold"/>
              <a:buNone/>
              <a:defRPr sz="1800">
                <a:latin typeface="Saira SemiCondensed SemiBold"/>
                <a:ea typeface="Saira SemiCondensed SemiBold"/>
                <a:cs typeface="Saira SemiCondensed SemiBold"/>
                <a:sym typeface="Saira SemiCondensed SemiBold"/>
              </a:defRPr>
            </a:lvl8pPr>
            <a:lvl9pPr lvl="8" rtl="0" algn="r">
              <a:spcBef>
                <a:spcPts val="0"/>
              </a:spcBef>
              <a:spcAft>
                <a:spcPts val="0"/>
              </a:spcAft>
              <a:buSzPts val="1800"/>
              <a:buFont typeface="Saira SemiCondensed SemiBold"/>
              <a:buNone/>
              <a:defRPr sz="1800">
                <a:latin typeface="Saira SemiCondensed SemiBold"/>
                <a:ea typeface="Saira SemiCondensed SemiBold"/>
                <a:cs typeface="Saira SemiCondensed SemiBold"/>
                <a:sym typeface="Saira SemiCondensed SemiBold"/>
              </a:defRPr>
            </a:lvl9pPr>
          </a:lstStyle>
          <a:p/>
        </p:txBody>
      </p:sp>
      <p:sp>
        <p:nvSpPr>
          <p:cNvPr id="2951" name="Google Shape;2951;p47"/>
          <p:cNvSpPr/>
          <p:nvPr/>
        </p:nvSpPr>
        <p:spPr>
          <a:xfrm>
            <a:off x="0" y="4635600"/>
            <a:ext cx="507900" cy="507900"/>
          </a:xfrm>
          <a:prstGeom prst="rect">
            <a:avLst/>
          </a:prstGeom>
          <a:solidFill>
            <a:srgbClr val="FF457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52" name="Google Shape;2952;p47"/>
          <p:cNvSpPr txBox="1"/>
          <p:nvPr>
            <p:ph idx="4" type="subTitle"/>
          </p:nvPr>
        </p:nvSpPr>
        <p:spPr>
          <a:xfrm flipH="1">
            <a:off x="5056793" y="2322843"/>
            <a:ext cx="1426500" cy="2490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Saira SemiCondensed SemiBold"/>
              <a:buNone/>
              <a:defRPr sz="1400">
                <a:solidFill>
                  <a:srgbClr val="21204D"/>
                </a:solidFill>
                <a:latin typeface="Saira SemiCondensed SemiBold"/>
                <a:ea typeface="Saira SemiCondensed SemiBold"/>
                <a:cs typeface="Saira SemiCondensed SemiBold"/>
                <a:sym typeface="Saira SemiCondensed SemiBol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Saira SemiCondensed SemiBold"/>
              <a:buNone/>
              <a:defRPr sz="1200">
                <a:latin typeface="Saira SemiCondensed SemiBold"/>
                <a:ea typeface="Saira SemiCondensed SemiBold"/>
                <a:cs typeface="Saira SemiCondensed SemiBold"/>
                <a:sym typeface="Saira SemiCondensed SemiBold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Saira SemiCondensed SemiBold"/>
              <a:buNone/>
              <a:defRPr sz="1200">
                <a:latin typeface="Saira SemiCondensed SemiBold"/>
                <a:ea typeface="Saira SemiCondensed SemiBold"/>
                <a:cs typeface="Saira SemiCondensed SemiBold"/>
                <a:sym typeface="Saira SemiCondensed SemiBold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Saira SemiCondensed SemiBold"/>
              <a:buNone/>
              <a:defRPr sz="1200">
                <a:latin typeface="Saira SemiCondensed SemiBold"/>
                <a:ea typeface="Saira SemiCondensed SemiBold"/>
                <a:cs typeface="Saira SemiCondensed SemiBold"/>
                <a:sym typeface="Saira SemiCondensed SemiBold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Saira SemiCondensed SemiBold"/>
              <a:buNone/>
              <a:defRPr sz="1200">
                <a:latin typeface="Saira SemiCondensed SemiBold"/>
                <a:ea typeface="Saira SemiCondensed SemiBold"/>
                <a:cs typeface="Saira SemiCondensed SemiBold"/>
                <a:sym typeface="Saira SemiCondensed SemiBold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Saira SemiCondensed SemiBold"/>
              <a:buNone/>
              <a:defRPr sz="1200">
                <a:latin typeface="Saira SemiCondensed SemiBold"/>
                <a:ea typeface="Saira SemiCondensed SemiBold"/>
                <a:cs typeface="Saira SemiCondensed SemiBold"/>
                <a:sym typeface="Saira SemiCondensed SemiBold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Saira SemiCondensed SemiBold"/>
              <a:buNone/>
              <a:defRPr sz="1200">
                <a:latin typeface="Saira SemiCondensed SemiBold"/>
                <a:ea typeface="Saira SemiCondensed SemiBold"/>
                <a:cs typeface="Saira SemiCondensed SemiBold"/>
                <a:sym typeface="Saira SemiCondensed SemiBold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Saira SemiCondensed SemiBold"/>
              <a:buNone/>
              <a:defRPr sz="1200">
                <a:latin typeface="Saira SemiCondensed SemiBold"/>
                <a:ea typeface="Saira SemiCondensed SemiBold"/>
                <a:cs typeface="Saira SemiCondensed SemiBold"/>
                <a:sym typeface="Saira SemiCondensed SemiBold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Saira SemiCondensed SemiBold"/>
              <a:buNone/>
              <a:defRPr sz="1200">
                <a:latin typeface="Saira SemiCondensed SemiBold"/>
                <a:ea typeface="Saira SemiCondensed SemiBold"/>
                <a:cs typeface="Saira SemiCondensed SemiBold"/>
                <a:sym typeface="Saira SemiCondensed SemiBold"/>
              </a:defRPr>
            </a:lvl9pPr>
          </a:lstStyle>
          <a:p/>
        </p:txBody>
      </p:sp>
      <p:sp>
        <p:nvSpPr>
          <p:cNvPr id="2953" name="Google Shape;2953;p47"/>
          <p:cNvSpPr txBox="1"/>
          <p:nvPr>
            <p:ph idx="5" type="subTitle"/>
          </p:nvPr>
        </p:nvSpPr>
        <p:spPr>
          <a:xfrm flipH="1">
            <a:off x="3178324" y="2322843"/>
            <a:ext cx="1426500" cy="2490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Saira SemiCondensed SemiBold"/>
              <a:buNone/>
              <a:defRPr sz="1400">
                <a:solidFill>
                  <a:srgbClr val="21204D"/>
                </a:solidFill>
                <a:latin typeface="Saira SemiCondensed SemiBold"/>
                <a:ea typeface="Saira SemiCondensed SemiBold"/>
                <a:cs typeface="Saira SemiCondensed SemiBold"/>
                <a:sym typeface="Saira SemiCondensed SemiBol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Saira SemiCondensed SemiBold"/>
              <a:buNone/>
              <a:defRPr sz="1200">
                <a:latin typeface="Saira SemiCondensed SemiBold"/>
                <a:ea typeface="Saira SemiCondensed SemiBold"/>
                <a:cs typeface="Saira SemiCondensed SemiBold"/>
                <a:sym typeface="Saira SemiCondensed SemiBold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Saira SemiCondensed SemiBold"/>
              <a:buNone/>
              <a:defRPr sz="1200">
                <a:latin typeface="Saira SemiCondensed SemiBold"/>
                <a:ea typeface="Saira SemiCondensed SemiBold"/>
                <a:cs typeface="Saira SemiCondensed SemiBold"/>
                <a:sym typeface="Saira SemiCondensed SemiBold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Saira SemiCondensed SemiBold"/>
              <a:buNone/>
              <a:defRPr sz="1200">
                <a:latin typeface="Saira SemiCondensed SemiBold"/>
                <a:ea typeface="Saira SemiCondensed SemiBold"/>
                <a:cs typeface="Saira SemiCondensed SemiBold"/>
                <a:sym typeface="Saira SemiCondensed SemiBold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Saira SemiCondensed SemiBold"/>
              <a:buNone/>
              <a:defRPr sz="1200">
                <a:latin typeface="Saira SemiCondensed SemiBold"/>
                <a:ea typeface="Saira SemiCondensed SemiBold"/>
                <a:cs typeface="Saira SemiCondensed SemiBold"/>
                <a:sym typeface="Saira SemiCondensed SemiBold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Saira SemiCondensed SemiBold"/>
              <a:buNone/>
              <a:defRPr sz="1200">
                <a:latin typeface="Saira SemiCondensed SemiBold"/>
                <a:ea typeface="Saira SemiCondensed SemiBold"/>
                <a:cs typeface="Saira SemiCondensed SemiBold"/>
                <a:sym typeface="Saira SemiCondensed SemiBold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Saira SemiCondensed SemiBold"/>
              <a:buNone/>
              <a:defRPr sz="1200">
                <a:latin typeface="Saira SemiCondensed SemiBold"/>
                <a:ea typeface="Saira SemiCondensed SemiBold"/>
                <a:cs typeface="Saira SemiCondensed SemiBold"/>
                <a:sym typeface="Saira SemiCondensed SemiBold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Saira SemiCondensed SemiBold"/>
              <a:buNone/>
              <a:defRPr sz="1200">
                <a:latin typeface="Saira SemiCondensed SemiBold"/>
                <a:ea typeface="Saira SemiCondensed SemiBold"/>
                <a:cs typeface="Saira SemiCondensed SemiBold"/>
                <a:sym typeface="Saira SemiCondensed SemiBold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Saira SemiCondensed SemiBold"/>
              <a:buNone/>
              <a:defRPr sz="1200">
                <a:latin typeface="Saira SemiCondensed SemiBold"/>
                <a:ea typeface="Saira SemiCondensed SemiBold"/>
                <a:cs typeface="Saira SemiCondensed SemiBold"/>
                <a:sym typeface="Saira SemiCondensed SemiBold"/>
              </a:defRPr>
            </a:lvl9pPr>
          </a:lstStyle>
          <a:p/>
        </p:txBody>
      </p:sp>
      <p:sp>
        <p:nvSpPr>
          <p:cNvPr id="2954" name="Google Shape;2954;p47"/>
          <p:cNvSpPr txBox="1"/>
          <p:nvPr>
            <p:ph idx="6" type="subTitle"/>
          </p:nvPr>
        </p:nvSpPr>
        <p:spPr>
          <a:xfrm flipH="1">
            <a:off x="1299842" y="2322843"/>
            <a:ext cx="1426500" cy="2490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Saira SemiCondensed SemiBold"/>
              <a:buNone/>
              <a:defRPr sz="1400">
                <a:solidFill>
                  <a:srgbClr val="21204D"/>
                </a:solidFill>
                <a:latin typeface="Saira SemiCondensed SemiBold"/>
                <a:ea typeface="Saira SemiCondensed SemiBold"/>
                <a:cs typeface="Saira SemiCondensed SemiBold"/>
                <a:sym typeface="Saira SemiCondensed SemiBol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Saira SemiCondensed SemiBold"/>
              <a:buNone/>
              <a:defRPr sz="1200">
                <a:latin typeface="Saira SemiCondensed SemiBold"/>
                <a:ea typeface="Saira SemiCondensed SemiBold"/>
                <a:cs typeface="Saira SemiCondensed SemiBold"/>
                <a:sym typeface="Saira SemiCondensed SemiBold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Saira SemiCondensed SemiBold"/>
              <a:buNone/>
              <a:defRPr sz="1200">
                <a:latin typeface="Saira SemiCondensed SemiBold"/>
                <a:ea typeface="Saira SemiCondensed SemiBold"/>
                <a:cs typeface="Saira SemiCondensed SemiBold"/>
                <a:sym typeface="Saira SemiCondensed SemiBold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Saira SemiCondensed SemiBold"/>
              <a:buNone/>
              <a:defRPr sz="1200">
                <a:latin typeface="Saira SemiCondensed SemiBold"/>
                <a:ea typeface="Saira SemiCondensed SemiBold"/>
                <a:cs typeface="Saira SemiCondensed SemiBold"/>
                <a:sym typeface="Saira SemiCondensed SemiBold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Saira SemiCondensed SemiBold"/>
              <a:buNone/>
              <a:defRPr sz="1200">
                <a:latin typeface="Saira SemiCondensed SemiBold"/>
                <a:ea typeface="Saira SemiCondensed SemiBold"/>
                <a:cs typeface="Saira SemiCondensed SemiBold"/>
                <a:sym typeface="Saira SemiCondensed SemiBold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Saira SemiCondensed SemiBold"/>
              <a:buNone/>
              <a:defRPr sz="1200">
                <a:latin typeface="Saira SemiCondensed SemiBold"/>
                <a:ea typeface="Saira SemiCondensed SemiBold"/>
                <a:cs typeface="Saira SemiCondensed SemiBold"/>
                <a:sym typeface="Saira SemiCondensed SemiBold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Saira SemiCondensed SemiBold"/>
              <a:buNone/>
              <a:defRPr sz="1200">
                <a:latin typeface="Saira SemiCondensed SemiBold"/>
                <a:ea typeface="Saira SemiCondensed SemiBold"/>
                <a:cs typeface="Saira SemiCondensed SemiBold"/>
                <a:sym typeface="Saira SemiCondensed SemiBold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Saira SemiCondensed SemiBold"/>
              <a:buNone/>
              <a:defRPr sz="1200">
                <a:latin typeface="Saira SemiCondensed SemiBold"/>
                <a:ea typeface="Saira SemiCondensed SemiBold"/>
                <a:cs typeface="Saira SemiCondensed SemiBold"/>
                <a:sym typeface="Saira SemiCondensed SemiBold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Saira SemiCondensed SemiBold"/>
              <a:buNone/>
              <a:defRPr sz="1200">
                <a:latin typeface="Saira SemiCondensed SemiBold"/>
                <a:ea typeface="Saira SemiCondensed SemiBold"/>
                <a:cs typeface="Saira SemiCondensed SemiBold"/>
                <a:sym typeface="Saira SemiCondensed SemiBol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+ DESIGN 4">
  <p:cSld name="CUSTOM_1_1_1_2_1">
    <p:bg>
      <p:bgPr>
        <a:solidFill>
          <a:srgbClr val="F3F3F3"/>
        </a:solidFill>
      </p:bgPr>
    </p:bg>
    <p:spTree>
      <p:nvGrpSpPr>
        <p:cNvPr id="2955" name="Shape 29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56" name="Google Shape;2956;p48"/>
          <p:cNvSpPr/>
          <p:nvPr/>
        </p:nvSpPr>
        <p:spPr>
          <a:xfrm flipH="1">
            <a:off x="8421300" y="0"/>
            <a:ext cx="722700" cy="5143500"/>
          </a:xfrm>
          <a:prstGeom prst="rect">
            <a:avLst/>
          </a:prstGeom>
          <a:solidFill>
            <a:srgbClr val="4F47B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57" name="Google Shape;2957;p48"/>
          <p:cNvSpPr txBox="1"/>
          <p:nvPr>
            <p:ph type="ctrTitle"/>
          </p:nvPr>
        </p:nvSpPr>
        <p:spPr>
          <a:xfrm>
            <a:off x="6924600" y="1951175"/>
            <a:ext cx="1245900" cy="1241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rtl="0" algn="r">
              <a:spcBef>
                <a:spcPts val="0"/>
              </a:spcBef>
              <a:spcAft>
                <a:spcPts val="0"/>
              </a:spcAft>
              <a:buSzPts val="1800"/>
              <a:buFont typeface="Saira SemiCondensed SemiBold"/>
              <a:buNone/>
              <a:defRPr sz="1800">
                <a:latin typeface="Saira SemiCondensed SemiBold"/>
                <a:ea typeface="Saira SemiCondensed SemiBold"/>
                <a:cs typeface="Saira SemiCondensed SemiBold"/>
                <a:sym typeface="Saira SemiCondensed SemiBold"/>
              </a:defRPr>
            </a:lvl1pPr>
            <a:lvl2pPr lvl="1" rtl="0" algn="r">
              <a:spcBef>
                <a:spcPts val="0"/>
              </a:spcBef>
              <a:spcAft>
                <a:spcPts val="0"/>
              </a:spcAft>
              <a:buSzPts val="1800"/>
              <a:buFont typeface="Saira SemiCondensed SemiBold"/>
              <a:buNone/>
              <a:defRPr sz="1800">
                <a:latin typeface="Saira SemiCondensed SemiBold"/>
                <a:ea typeface="Saira SemiCondensed SemiBold"/>
                <a:cs typeface="Saira SemiCondensed SemiBold"/>
                <a:sym typeface="Saira SemiCondensed SemiBold"/>
              </a:defRPr>
            </a:lvl2pPr>
            <a:lvl3pPr lvl="2" rtl="0" algn="r">
              <a:spcBef>
                <a:spcPts val="0"/>
              </a:spcBef>
              <a:spcAft>
                <a:spcPts val="0"/>
              </a:spcAft>
              <a:buSzPts val="1800"/>
              <a:buFont typeface="Saira SemiCondensed SemiBold"/>
              <a:buNone/>
              <a:defRPr sz="1800">
                <a:latin typeface="Saira SemiCondensed SemiBold"/>
                <a:ea typeface="Saira SemiCondensed SemiBold"/>
                <a:cs typeface="Saira SemiCondensed SemiBold"/>
                <a:sym typeface="Saira SemiCondensed SemiBold"/>
              </a:defRPr>
            </a:lvl3pPr>
            <a:lvl4pPr lvl="3" rtl="0" algn="r">
              <a:spcBef>
                <a:spcPts val="0"/>
              </a:spcBef>
              <a:spcAft>
                <a:spcPts val="0"/>
              </a:spcAft>
              <a:buSzPts val="1800"/>
              <a:buFont typeface="Saira SemiCondensed SemiBold"/>
              <a:buNone/>
              <a:defRPr sz="1800">
                <a:latin typeface="Saira SemiCondensed SemiBold"/>
                <a:ea typeface="Saira SemiCondensed SemiBold"/>
                <a:cs typeface="Saira SemiCondensed SemiBold"/>
                <a:sym typeface="Saira SemiCondensed SemiBold"/>
              </a:defRPr>
            </a:lvl4pPr>
            <a:lvl5pPr lvl="4" rtl="0" algn="r">
              <a:spcBef>
                <a:spcPts val="0"/>
              </a:spcBef>
              <a:spcAft>
                <a:spcPts val="0"/>
              </a:spcAft>
              <a:buSzPts val="1800"/>
              <a:buFont typeface="Saira SemiCondensed SemiBold"/>
              <a:buNone/>
              <a:defRPr sz="1800">
                <a:latin typeface="Saira SemiCondensed SemiBold"/>
                <a:ea typeface="Saira SemiCondensed SemiBold"/>
                <a:cs typeface="Saira SemiCondensed SemiBold"/>
                <a:sym typeface="Saira SemiCondensed SemiBold"/>
              </a:defRPr>
            </a:lvl5pPr>
            <a:lvl6pPr lvl="5" rtl="0" algn="r">
              <a:spcBef>
                <a:spcPts val="0"/>
              </a:spcBef>
              <a:spcAft>
                <a:spcPts val="0"/>
              </a:spcAft>
              <a:buSzPts val="1800"/>
              <a:buFont typeface="Saira SemiCondensed SemiBold"/>
              <a:buNone/>
              <a:defRPr sz="1800">
                <a:latin typeface="Saira SemiCondensed SemiBold"/>
                <a:ea typeface="Saira SemiCondensed SemiBold"/>
                <a:cs typeface="Saira SemiCondensed SemiBold"/>
                <a:sym typeface="Saira SemiCondensed SemiBold"/>
              </a:defRPr>
            </a:lvl6pPr>
            <a:lvl7pPr lvl="6" rtl="0" algn="r">
              <a:spcBef>
                <a:spcPts val="0"/>
              </a:spcBef>
              <a:spcAft>
                <a:spcPts val="0"/>
              </a:spcAft>
              <a:buSzPts val="1800"/>
              <a:buFont typeface="Saira SemiCondensed SemiBold"/>
              <a:buNone/>
              <a:defRPr sz="1800">
                <a:latin typeface="Saira SemiCondensed SemiBold"/>
                <a:ea typeface="Saira SemiCondensed SemiBold"/>
                <a:cs typeface="Saira SemiCondensed SemiBold"/>
                <a:sym typeface="Saira SemiCondensed SemiBold"/>
              </a:defRPr>
            </a:lvl7pPr>
            <a:lvl8pPr lvl="7" rtl="0" algn="r">
              <a:spcBef>
                <a:spcPts val="0"/>
              </a:spcBef>
              <a:spcAft>
                <a:spcPts val="0"/>
              </a:spcAft>
              <a:buSzPts val="1800"/>
              <a:buFont typeface="Saira SemiCondensed SemiBold"/>
              <a:buNone/>
              <a:defRPr sz="1800">
                <a:latin typeface="Saira SemiCondensed SemiBold"/>
                <a:ea typeface="Saira SemiCondensed SemiBold"/>
                <a:cs typeface="Saira SemiCondensed SemiBold"/>
                <a:sym typeface="Saira SemiCondensed SemiBold"/>
              </a:defRPr>
            </a:lvl8pPr>
            <a:lvl9pPr lvl="8" rtl="0" algn="r">
              <a:spcBef>
                <a:spcPts val="0"/>
              </a:spcBef>
              <a:spcAft>
                <a:spcPts val="0"/>
              </a:spcAft>
              <a:buSzPts val="1800"/>
              <a:buFont typeface="Saira SemiCondensed SemiBold"/>
              <a:buNone/>
              <a:defRPr sz="1800">
                <a:latin typeface="Saira SemiCondensed SemiBold"/>
                <a:ea typeface="Saira SemiCondensed SemiBold"/>
                <a:cs typeface="Saira SemiCondensed SemiBold"/>
                <a:sym typeface="Saira SemiCondensed SemiBold"/>
              </a:defRPr>
            </a:lvl9pPr>
          </a:lstStyle>
          <a:p/>
        </p:txBody>
      </p:sp>
      <p:sp>
        <p:nvSpPr>
          <p:cNvPr id="2958" name="Google Shape;2958;p48"/>
          <p:cNvSpPr/>
          <p:nvPr/>
        </p:nvSpPr>
        <p:spPr>
          <a:xfrm>
            <a:off x="0" y="4635600"/>
            <a:ext cx="507900" cy="507900"/>
          </a:xfrm>
          <a:prstGeom prst="rect">
            <a:avLst/>
          </a:prstGeom>
          <a:solidFill>
            <a:srgbClr val="FF457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 SLIDE">
  <p:cSld name="CUSTOM_2">
    <p:spTree>
      <p:nvGrpSpPr>
        <p:cNvPr id="2959" name="Shape 295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IX COLUMNS">
  <p:cSld name="1_Título y objetos_4">
    <p:bg>
      <p:bgPr>
        <a:solidFill>
          <a:srgbClr val="F3F3F3"/>
        </a:solidFill>
      </p:bgPr>
    </p:bg>
    <p:spTree>
      <p:nvGrpSpPr>
        <p:cNvPr id="2960" name="Shape 29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1" name="Google Shape;2961;p50"/>
          <p:cNvSpPr txBox="1"/>
          <p:nvPr>
            <p:ph type="ctrTitle"/>
          </p:nvPr>
        </p:nvSpPr>
        <p:spPr>
          <a:xfrm flipH="1">
            <a:off x="973500" y="1951175"/>
            <a:ext cx="1245900" cy="1241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Font typeface="Saira SemiCondensed SemiBold"/>
              <a:buNone/>
              <a:defRPr sz="1800">
                <a:latin typeface="Saira SemiCondensed SemiBold"/>
                <a:ea typeface="Saira SemiCondensed SemiBold"/>
                <a:cs typeface="Saira SemiCondensed SemiBold"/>
                <a:sym typeface="Saira SemiCondensed SemiBold"/>
              </a:defRPr>
            </a:lvl1pPr>
            <a:lvl2pPr lvl="1" rtl="0" algn="r">
              <a:spcBef>
                <a:spcPts val="0"/>
              </a:spcBef>
              <a:spcAft>
                <a:spcPts val="0"/>
              </a:spcAft>
              <a:buSzPts val="1800"/>
              <a:buFont typeface="Saira SemiCondensed SemiBold"/>
              <a:buNone/>
              <a:defRPr sz="1800">
                <a:latin typeface="Saira SemiCondensed SemiBold"/>
                <a:ea typeface="Saira SemiCondensed SemiBold"/>
                <a:cs typeface="Saira SemiCondensed SemiBold"/>
                <a:sym typeface="Saira SemiCondensed SemiBold"/>
              </a:defRPr>
            </a:lvl2pPr>
            <a:lvl3pPr lvl="2" rtl="0" algn="r">
              <a:spcBef>
                <a:spcPts val="0"/>
              </a:spcBef>
              <a:spcAft>
                <a:spcPts val="0"/>
              </a:spcAft>
              <a:buSzPts val="1800"/>
              <a:buFont typeface="Saira SemiCondensed SemiBold"/>
              <a:buNone/>
              <a:defRPr sz="1800">
                <a:latin typeface="Saira SemiCondensed SemiBold"/>
                <a:ea typeface="Saira SemiCondensed SemiBold"/>
                <a:cs typeface="Saira SemiCondensed SemiBold"/>
                <a:sym typeface="Saira SemiCondensed SemiBold"/>
              </a:defRPr>
            </a:lvl3pPr>
            <a:lvl4pPr lvl="3" rtl="0" algn="r">
              <a:spcBef>
                <a:spcPts val="0"/>
              </a:spcBef>
              <a:spcAft>
                <a:spcPts val="0"/>
              </a:spcAft>
              <a:buSzPts val="1800"/>
              <a:buFont typeface="Saira SemiCondensed SemiBold"/>
              <a:buNone/>
              <a:defRPr sz="1800">
                <a:latin typeface="Saira SemiCondensed SemiBold"/>
                <a:ea typeface="Saira SemiCondensed SemiBold"/>
                <a:cs typeface="Saira SemiCondensed SemiBold"/>
                <a:sym typeface="Saira SemiCondensed SemiBold"/>
              </a:defRPr>
            </a:lvl4pPr>
            <a:lvl5pPr lvl="4" rtl="0" algn="r">
              <a:spcBef>
                <a:spcPts val="0"/>
              </a:spcBef>
              <a:spcAft>
                <a:spcPts val="0"/>
              </a:spcAft>
              <a:buSzPts val="1800"/>
              <a:buFont typeface="Saira SemiCondensed SemiBold"/>
              <a:buNone/>
              <a:defRPr sz="1800">
                <a:latin typeface="Saira SemiCondensed SemiBold"/>
                <a:ea typeface="Saira SemiCondensed SemiBold"/>
                <a:cs typeface="Saira SemiCondensed SemiBold"/>
                <a:sym typeface="Saira SemiCondensed SemiBold"/>
              </a:defRPr>
            </a:lvl5pPr>
            <a:lvl6pPr lvl="5" rtl="0" algn="r">
              <a:spcBef>
                <a:spcPts val="0"/>
              </a:spcBef>
              <a:spcAft>
                <a:spcPts val="0"/>
              </a:spcAft>
              <a:buSzPts val="1800"/>
              <a:buFont typeface="Saira SemiCondensed SemiBold"/>
              <a:buNone/>
              <a:defRPr sz="1800">
                <a:latin typeface="Saira SemiCondensed SemiBold"/>
                <a:ea typeface="Saira SemiCondensed SemiBold"/>
                <a:cs typeface="Saira SemiCondensed SemiBold"/>
                <a:sym typeface="Saira SemiCondensed SemiBold"/>
              </a:defRPr>
            </a:lvl6pPr>
            <a:lvl7pPr lvl="6" rtl="0" algn="r">
              <a:spcBef>
                <a:spcPts val="0"/>
              </a:spcBef>
              <a:spcAft>
                <a:spcPts val="0"/>
              </a:spcAft>
              <a:buSzPts val="1800"/>
              <a:buFont typeface="Saira SemiCondensed SemiBold"/>
              <a:buNone/>
              <a:defRPr sz="1800">
                <a:latin typeface="Saira SemiCondensed SemiBold"/>
                <a:ea typeface="Saira SemiCondensed SemiBold"/>
                <a:cs typeface="Saira SemiCondensed SemiBold"/>
                <a:sym typeface="Saira SemiCondensed SemiBold"/>
              </a:defRPr>
            </a:lvl7pPr>
            <a:lvl8pPr lvl="7" rtl="0" algn="r">
              <a:spcBef>
                <a:spcPts val="0"/>
              </a:spcBef>
              <a:spcAft>
                <a:spcPts val="0"/>
              </a:spcAft>
              <a:buSzPts val="1800"/>
              <a:buFont typeface="Saira SemiCondensed SemiBold"/>
              <a:buNone/>
              <a:defRPr sz="1800">
                <a:latin typeface="Saira SemiCondensed SemiBold"/>
                <a:ea typeface="Saira SemiCondensed SemiBold"/>
                <a:cs typeface="Saira SemiCondensed SemiBold"/>
                <a:sym typeface="Saira SemiCondensed SemiBold"/>
              </a:defRPr>
            </a:lvl8pPr>
            <a:lvl9pPr lvl="8" rtl="0" algn="r">
              <a:spcBef>
                <a:spcPts val="0"/>
              </a:spcBef>
              <a:spcAft>
                <a:spcPts val="0"/>
              </a:spcAft>
              <a:buSzPts val="1800"/>
              <a:buFont typeface="Saira SemiCondensed SemiBold"/>
              <a:buNone/>
              <a:defRPr sz="1800">
                <a:latin typeface="Saira SemiCondensed SemiBold"/>
                <a:ea typeface="Saira SemiCondensed SemiBold"/>
                <a:cs typeface="Saira SemiCondensed SemiBold"/>
                <a:sym typeface="Saira SemiCondensed SemiBold"/>
              </a:defRPr>
            </a:lvl9pPr>
          </a:lstStyle>
          <a:p/>
        </p:txBody>
      </p:sp>
      <p:sp>
        <p:nvSpPr>
          <p:cNvPr id="2962" name="Google Shape;2962;p50"/>
          <p:cNvSpPr/>
          <p:nvPr/>
        </p:nvSpPr>
        <p:spPr>
          <a:xfrm>
            <a:off x="0" y="0"/>
            <a:ext cx="722700" cy="3873900"/>
          </a:xfrm>
          <a:prstGeom prst="rect">
            <a:avLst/>
          </a:prstGeom>
          <a:solidFill>
            <a:srgbClr val="4F47B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63" name="Google Shape;2963;p50"/>
          <p:cNvSpPr/>
          <p:nvPr/>
        </p:nvSpPr>
        <p:spPr>
          <a:xfrm>
            <a:off x="8636100" y="4635600"/>
            <a:ext cx="507900" cy="507900"/>
          </a:xfrm>
          <a:prstGeom prst="rect">
            <a:avLst/>
          </a:prstGeom>
          <a:solidFill>
            <a:srgbClr val="FF457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64" name="Google Shape;2964;p50"/>
          <p:cNvSpPr txBox="1"/>
          <p:nvPr>
            <p:ph idx="1" type="subTitle"/>
          </p:nvPr>
        </p:nvSpPr>
        <p:spPr>
          <a:xfrm flipH="1">
            <a:off x="2770106" y="1902449"/>
            <a:ext cx="1426500" cy="830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1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9pPr>
          </a:lstStyle>
          <a:p/>
        </p:txBody>
      </p:sp>
      <p:sp>
        <p:nvSpPr>
          <p:cNvPr id="2965" name="Google Shape;2965;p50"/>
          <p:cNvSpPr txBox="1"/>
          <p:nvPr>
            <p:ph idx="2" type="subTitle"/>
          </p:nvPr>
        </p:nvSpPr>
        <p:spPr>
          <a:xfrm flipH="1">
            <a:off x="4691069" y="1902462"/>
            <a:ext cx="1426500" cy="830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1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9pPr>
          </a:lstStyle>
          <a:p/>
        </p:txBody>
      </p:sp>
      <p:sp>
        <p:nvSpPr>
          <p:cNvPr id="2966" name="Google Shape;2966;p50"/>
          <p:cNvSpPr txBox="1"/>
          <p:nvPr>
            <p:ph idx="3" type="subTitle"/>
          </p:nvPr>
        </p:nvSpPr>
        <p:spPr>
          <a:xfrm flipH="1">
            <a:off x="6612050" y="1902449"/>
            <a:ext cx="1426500" cy="830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1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9pPr>
          </a:lstStyle>
          <a:p/>
        </p:txBody>
      </p:sp>
      <p:sp>
        <p:nvSpPr>
          <p:cNvPr id="2967" name="Google Shape;2967;p50"/>
          <p:cNvSpPr txBox="1"/>
          <p:nvPr>
            <p:ph idx="4" type="subTitle"/>
          </p:nvPr>
        </p:nvSpPr>
        <p:spPr>
          <a:xfrm flipH="1">
            <a:off x="2770106" y="3274561"/>
            <a:ext cx="1426500" cy="830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1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9pPr>
          </a:lstStyle>
          <a:p/>
        </p:txBody>
      </p:sp>
      <p:sp>
        <p:nvSpPr>
          <p:cNvPr id="2968" name="Google Shape;2968;p50"/>
          <p:cNvSpPr txBox="1"/>
          <p:nvPr>
            <p:ph idx="5" type="subTitle"/>
          </p:nvPr>
        </p:nvSpPr>
        <p:spPr>
          <a:xfrm flipH="1">
            <a:off x="4691069" y="3274561"/>
            <a:ext cx="1426500" cy="830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1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9pPr>
          </a:lstStyle>
          <a:p/>
        </p:txBody>
      </p:sp>
      <p:sp>
        <p:nvSpPr>
          <p:cNvPr id="2969" name="Google Shape;2969;p50"/>
          <p:cNvSpPr txBox="1"/>
          <p:nvPr>
            <p:ph idx="6" type="subTitle"/>
          </p:nvPr>
        </p:nvSpPr>
        <p:spPr>
          <a:xfrm flipH="1">
            <a:off x="6612050" y="3274561"/>
            <a:ext cx="1426500" cy="830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1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9pPr>
          </a:lstStyle>
          <a:p/>
        </p:txBody>
      </p:sp>
    </p:spTree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+ TEXT 2">
  <p:cSld name="1_Título y objetos_4_2_1_1">
    <p:bg>
      <p:bgPr>
        <a:solidFill>
          <a:srgbClr val="F3F3F3"/>
        </a:solidFill>
      </p:bgPr>
    </p:bg>
    <p:spTree>
      <p:nvGrpSpPr>
        <p:cNvPr id="2970" name="Shape 29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71" name="Google Shape;2971;p51"/>
          <p:cNvSpPr txBox="1"/>
          <p:nvPr>
            <p:ph type="ctrTitle"/>
          </p:nvPr>
        </p:nvSpPr>
        <p:spPr>
          <a:xfrm flipH="1">
            <a:off x="5711003" y="955400"/>
            <a:ext cx="2737800" cy="12414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Autofit/>
          </a:bodyPr>
          <a:lstStyle>
            <a:lvl1pPr lvl="0" rtl="0" algn="r">
              <a:spcBef>
                <a:spcPts val="0"/>
              </a:spcBef>
              <a:spcAft>
                <a:spcPts val="0"/>
              </a:spcAft>
              <a:buSzPts val="4800"/>
              <a:buFont typeface="Advent Pro SemiBold"/>
              <a:buNone/>
              <a:defRPr sz="4300">
                <a:latin typeface="Saira SemiCondensed SemiBold"/>
                <a:ea typeface="Saira SemiCondensed SemiBold"/>
                <a:cs typeface="Saira SemiCondensed SemiBold"/>
                <a:sym typeface="Saira SemiCondensed SemiBold"/>
              </a:defRPr>
            </a:lvl1pPr>
            <a:lvl2pPr lvl="1" rtl="0" algn="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 algn="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 algn="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 algn="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 algn="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 algn="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 algn="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 algn="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972" name="Google Shape;2972;p51"/>
          <p:cNvSpPr txBox="1"/>
          <p:nvPr>
            <p:ph idx="1" type="subTitle"/>
          </p:nvPr>
        </p:nvSpPr>
        <p:spPr>
          <a:xfrm flipH="1">
            <a:off x="5900011" y="2967450"/>
            <a:ext cx="2548800" cy="564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lvl="0" rtl="0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>
                <a:latin typeface="Abel"/>
                <a:ea typeface="Abel"/>
                <a:cs typeface="Abel"/>
                <a:sym typeface="Abel"/>
              </a:defRPr>
            </a:lvl1pPr>
            <a:lvl2pPr lvl="1" rtl="0" algn="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9pPr>
          </a:lstStyle>
          <a:p/>
        </p:txBody>
      </p:sp>
      <p:sp>
        <p:nvSpPr>
          <p:cNvPr id="2973" name="Google Shape;2973;p51"/>
          <p:cNvSpPr/>
          <p:nvPr/>
        </p:nvSpPr>
        <p:spPr>
          <a:xfrm flipH="1">
            <a:off x="0" y="0"/>
            <a:ext cx="4196935" cy="5143530"/>
          </a:xfrm>
          <a:custGeom>
            <a:rect b="b" l="l" r="r" t="t"/>
            <a:pathLst>
              <a:path extrusionOk="0" h="65892" w="140542">
                <a:moveTo>
                  <a:pt x="0" y="0"/>
                </a:moveTo>
                <a:lnTo>
                  <a:pt x="0" y="65891"/>
                </a:lnTo>
                <a:lnTo>
                  <a:pt x="140541" y="65891"/>
                </a:lnTo>
                <a:lnTo>
                  <a:pt x="140541" y="0"/>
                </a:lnTo>
                <a:close/>
              </a:path>
            </a:pathLst>
          </a:custGeom>
          <a:solidFill>
            <a:srgbClr val="4F47B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74" name="Google Shape;2974;p51"/>
          <p:cNvSpPr/>
          <p:nvPr/>
        </p:nvSpPr>
        <p:spPr>
          <a:xfrm>
            <a:off x="8636100" y="4635600"/>
            <a:ext cx="507900" cy="507900"/>
          </a:xfrm>
          <a:prstGeom prst="rect">
            <a:avLst/>
          </a:prstGeom>
          <a:solidFill>
            <a:srgbClr val="FF457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40" Type="http://schemas.openxmlformats.org/officeDocument/2006/relationships/slideLayout" Target="../slideLayouts/slideLayout40.xml"/><Relationship Id="rId42" Type="http://schemas.openxmlformats.org/officeDocument/2006/relationships/slideLayout" Target="../slideLayouts/slideLayout42.xml"/><Relationship Id="rId41" Type="http://schemas.openxmlformats.org/officeDocument/2006/relationships/slideLayout" Target="../slideLayouts/slideLayout41.xml"/><Relationship Id="rId44" Type="http://schemas.openxmlformats.org/officeDocument/2006/relationships/slideLayout" Target="../slideLayouts/slideLayout44.xml"/><Relationship Id="rId43" Type="http://schemas.openxmlformats.org/officeDocument/2006/relationships/slideLayout" Target="../slideLayouts/slideLayout43.xml"/><Relationship Id="rId46" Type="http://schemas.openxmlformats.org/officeDocument/2006/relationships/slideLayout" Target="../slideLayouts/slideLayout46.xml"/><Relationship Id="rId45" Type="http://schemas.openxmlformats.org/officeDocument/2006/relationships/slideLayout" Target="../slideLayouts/slideLayout45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48" Type="http://schemas.openxmlformats.org/officeDocument/2006/relationships/slideLayout" Target="../slideLayouts/slideLayout48.xml"/><Relationship Id="rId47" Type="http://schemas.openxmlformats.org/officeDocument/2006/relationships/slideLayout" Target="../slideLayouts/slideLayout47.xml"/><Relationship Id="rId49" Type="http://schemas.openxmlformats.org/officeDocument/2006/relationships/slideLayout" Target="../slideLayouts/slideLayout4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31" Type="http://schemas.openxmlformats.org/officeDocument/2006/relationships/slideLayout" Target="../slideLayouts/slideLayout31.xml"/><Relationship Id="rId30" Type="http://schemas.openxmlformats.org/officeDocument/2006/relationships/slideLayout" Target="../slideLayouts/slideLayout30.xml"/><Relationship Id="rId33" Type="http://schemas.openxmlformats.org/officeDocument/2006/relationships/slideLayout" Target="../slideLayouts/slideLayout33.xml"/><Relationship Id="rId32" Type="http://schemas.openxmlformats.org/officeDocument/2006/relationships/slideLayout" Target="../slideLayouts/slideLayout32.xml"/><Relationship Id="rId35" Type="http://schemas.openxmlformats.org/officeDocument/2006/relationships/slideLayout" Target="../slideLayouts/slideLayout35.xml"/><Relationship Id="rId34" Type="http://schemas.openxmlformats.org/officeDocument/2006/relationships/slideLayout" Target="../slideLayouts/slideLayout34.xml"/><Relationship Id="rId37" Type="http://schemas.openxmlformats.org/officeDocument/2006/relationships/slideLayout" Target="../slideLayouts/slideLayout37.xml"/><Relationship Id="rId36" Type="http://schemas.openxmlformats.org/officeDocument/2006/relationships/slideLayout" Target="../slideLayouts/slideLayout36.xml"/><Relationship Id="rId39" Type="http://schemas.openxmlformats.org/officeDocument/2006/relationships/slideLayout" Target="../slideLayouts/slideLayout39.xml"/><Relationship Id="rId38" Type="http://schemas.openxmlformats.org/officeDocument/2006/relationships/slideLayout" Target="../slideLayouts/slideLayout38.xml"/><Relationship Id="rId20" Type="http://schemas.openxmlformats.org/officeDocument/2006/relationships/slideLayout" Target="../slideLayouts/slideLayout20.xml"/><Relationship Id="rId22" Type="http://schemas.openxmlformats.org/officeDocument/2006/relationships/slideLayout" Target="../slideLayouts/slideLayout22.xml"/><Relationship Id="rId21" Type="http://schemas.openxmlformats.org/officeDocument/2006/relationships/slideLayout" Target="../slideLayouts/slideLayout21.xml"/><Relationship Id="rId24" Type="http://schemas.openxmlformats.org/officeDocument/2006/relationships/slideLayout" Target="../slideLayouts/slideLayout24.xml"/><Relationship Id="rId23" Type="http://schemas.openxmlformats.org/officeDocument/2006/relationships/slideLayout" Target="../slideLayouts/slideLayout23.xml"/><Relationship Id="rId26" Type="http://schemas.openxmlformats.org/officeDocument/2006/relationships/slideLayout" Target="../slideLayouts/slideLayout26.xml"/><Relationship Id="rId25" Type="http://schemas.openxmlformats.org/officeDocument/2006/relationships/slideLayout" Target="../slideLayouts/slideLayout25.xml"/><Relationship Id="rId28" Type="http://schemas.openxmlformats.org/officeDocument/2006/relationships/slideLayout" Target="../slideLayouts/slideLayout28.xml"/><Relationship Id="rId27" Type="http://schemas.openxmlformats.org/officeDocument/2006/relationships/slideLayout" Target="../slideLayouts/slideLayout27.xml"/><Relationship Id="rId29" Type="http://schemas.openxmlformats.org/officeDocument/2006/relationships/slideLayout" Target="../slideLayouts/slideLayout29.xml"/><Relationship Id="rId51" Type="http://schemas.openxmlformats.org/officeDocument/2006/relationships/theme" Target="../theme/theme2.xml"/><Relationship Id="rId50" Type="http://schemas.openxmlformats.org/officeDocument/2006/relationships/slideLayout" Target="../slideLayouts/slideLayout50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5" Type="http://schemas.openxmlformats.org/officeDocument/2006/relationships/slideLayout" Target="../slideLayouts/slideLayout15.xml"/><Relationship Id="rId14" Type="http://schemas.openxmlformats.org/officeDocument/2006/relationships/slideLayout" Target="../slideLayouts/slideLayout14.xml"/><Relationship Id="rId17" Type="http://schemas.openxmlformats.org/officeDocument/2006/relationships/slideLayout" Target="../slideLayouts/slideLayout17.xml"/><Relationship Id="rId16" Type="http://schemas.openxmlformats.org/officeDocument/2006/relationships/slideLayout" Target="../slideLayouts/slideLayout16.xml"/><Relationship Id="rId19" Type="http://schemas.openxmlformats.org/officeDocument/2006/relationships/slideLayout" Target="../slideLayouts/slideLayout19.xml"/><Relationship Id="rId18" Type="http://schemas.openxmlformats.org/officeDocument/2006/relationships/slideLayout" Target="../slideLayouts/slideLayout1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dk2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"/>
          <p:cNvSpPr txBox="1"/>
          <p:nvPr>
            <p:ph type="title"/>
          </p:nvPr>
        </p:nvSpPr>
        <p:spPr>
          <a:xfrm>
            <a:off x="713225" y="530352"/>
            <a:ext cx="77175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 Deca"/>
              <a:buNone/>
              <a:defRPr b="1" sz="2800">
                <a:solidFill>
                  <a:schemeClr val="dk1"/>
                </a:solidFill>
                <a:latin typeface="Lexend Deca"/>
                <a:ea typeface="Lexend Deca"/>
                <a:cs typeface="Lexend Deca"/>
                <a:sym typeface="Lexend Deca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1" name="Google Shape;11;p1"/>
          <p:cNvSpPr txBox="1"/>
          <p:nvPr>
            <p:ph idx="1" type="body"/>
          </p:nvPr>
        </p:nvSpPr>
        <p:spPr>
          <a:xfrm>
            <a:off x="713225" y="1152475"/>
            <a:ext cx="7717500" cy="3447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302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Raleway"/>
              <a:buChar char="●"/>
              <a:defRPr sz="16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1pPr>
            <a:lvl2pPr indent="-330200" lvl="1" marL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Raleway"/>
              <a:buChar char="○"/>
              <a:defRPr sz="16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2pPr>
            <a:lvl3pPr indent="-330200" lvl="2" marL="1371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Raleway"/>
              <a:buChar char="■"/>
              <a:defRPr sz="16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3pPr>
            <a:lvl4pPr indent="-330200" lvl="3" marL="1828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Raleway"/>
              <a:buChar char="●"/>
              <a:defRPr sz="16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4pPr>
            <a:lvl5pPr indent="-330200" lvl="4" marL="2286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Raleway"/>
              <a:buChar char="○"/>
              <a:defRPr sz="16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5pPr>
            <a:lvl6pPr indent="-330200" lvl="5" marL="2743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Raleway"/>
              <a:buChar char="■"/>
              <a:defRPr sz="16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6pPr>
            <a:lvl7pPr indent="-330200" lvl="6" marL="3200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Raleway"/>
              <a:buChar char="●"/>
              <a:defRPr sz="16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7pPr>
            <a:lvl8pPr indent="-330200" lvl="7" marL="3657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Raleway"/>
              <a:buChar char="○"/>
              <a:defRPr sz="16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8pPr>
            <a:lvl9pPr indent="-330200" lvl="8" marL="411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Raleway"/>
              <a:buChar char="■"/>
              <a:defRPr sz="16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  <p:sldLayoutId id="2147483668" r:id="rId21"/>
    <p:sldLayoutId id="2147483669" r:id="rId22"/>
    <p:sldLayoutId id="2147483670" r:id="rId23"/>
    <p:sldLayoutId id="2147483671" r:id="rId24"/>
    <p:sldLayoutId id="2147483672" r:id="rId25"/>
    <p:sldLayoutId id="2147483673" r:id="rId26"/>
    <p:sldLayoutId id="2147483674" r:id="rId27"/>
    <p:sldLayoutId id="2147483675" r:id="rId28"/>
    <p:sldLayoutId id="2147483676" r:id="rId29"/>
    <p:sldLayoutId id="2147483677" r:id="rId30"/>
    <p:sldLayoutId id="2147483678" r:id="rId31"/>
    <p:sldLayoutId id="2147483679" r:id="rId32"/>
    <p:sldLayoutId id="2147483680" r:id="rId33"/>
    <p:sldLayoutId id="2147483681" r:id="rId34"/>
    <p:sldLayoutId id="2147483682" r:id="rId35"/>
    <p:sldLayoutId id="2147483683" r:id="rId36"/>
    <p:sldLayoutId id="2147483684" r:id="rId37"/>
    <p:sldLayoutId id="2147483685" r:id="rId38"/>
    <p:sldLayoutId id="2147483686" r:id="rId39"/>
    <p:sldLayoutId id="2147483687" r:id="rId40"/>
    <p:sldLayoutId id="2147483688" r:id="rId41"/>
    <p:sldLayoutId id="2147483689" r:id="rId42"/>
    <p:sldLayoutId id="2147483690" r:id="rId43"/>
    <p:sldLayoutId id="2147483691" r:id="rId44"/>
    <p:sldLayoutId id="2147483692" r:id="rId45"/>
    <p:sldLayoutId id="2147483693" r:id="rId46"/>
    <p:sldLayoutId id="2147483694" r:id="rId47"/>
    <p:sldLayoutId id="2147483695" r:id="rId48"/>
    <p:sldLayoutId id="2147483696" r:id="rId49"/>
    <p:sldLayoutId id="2147483697" r:id="rId50"/>
  </p:sldLayoutIdLst>
  <p:transition>
    <p:fade/>
  </p:transition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png"/><Relationship Id="rId4" Type="http://schemas.openxmlformats.org/officeDocument/2006/relationships/image" Target="../media/image1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6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7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8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9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33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0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9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9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5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3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4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5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6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7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7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26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7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7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12.jp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7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7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7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20.png"/><Relationship Id="rId4" Type="http://schemas.openxmlformats.org/officeDocument/2006/relationships/image" Target="../media/image10.png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7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14.png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8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19.png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8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9.png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8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image75.png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8.xml"/><Relationship Id="rId2" Type="http://schemas.openxmlformats.org/officeDocument/2006/relationships/notesSlide" Target="../notesSlides/notesSlide27.xml"/><Relationship Id="rId3" Type="http://schemas.openxmlformats.org/officeDocument/2006/relationships/image" Target="../media/image6.png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8.xml"/><Relationship Id="rId2" Type="http://schemas.openxmlformats.org/officeDocument/2006/relationships/notesSlide" Target="../notesSlides/notesSlide28.xml"/><Relationship Id="rId3" Type="http://schemas.openxmlformats.org/officeDocument/2006/relationships/image" Target="../media/image11.png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8.xml"/><Relationship Id="rId2" Type="http://schemas.openxmlformats.org/officeDocument/2006/relationships/notesSlide" Target="../notesSlides/notesSlide29.xml"/><Relationship Id="rId3" Type="http://schemas.openxmlformats.org/officeDocument/2006/relationships/image" Target="../media/image21.png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8.xml"/><Relationship Id="rId2" Type="http://schemas.openxmlformats.org/officeDocument/2006/relationships/notesSlide" Target="../notesSlides/notesSlide30.xml"/><Relationship Id="rId3" Type="http://schemas.openxmlformats.org/officeDocument/2006/relationships/image" Target="../media/image15.png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8.xml"/><Relationship Id="rId2" Type="http://schemas.openxmlformats.org/officeDocument/2006/relationships/notesSlide" Target="../notesSlides/notesSlide31.xml"/><Relationship Id="rId3" Type="http://schemas.openxmlformats.org/officeDocument/2006/relationships/image" Target="../media/image17.png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8.xml"/><Relationship Id="rId2" Type="http://schemas.openxmlformats.org/officeDocument/2006/relationships/notesSlide" Target="../notesSlides/notesSlide32.xml"/><Relationship Id="rId3" Type="http://schemas.openxmlformats.org/officeDocument/2006/relationships/image" Target="../media/image13.png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8.xml"/><Relationship Id="rId2" Type="http://schemas.openxmlformats.org/officeDocument/2006/relationships/notesSlide" Target="../notesSlides/notesSlide33.xml"/><Relationship Id="rId3" Type="http://schemas.openxmlformats.org/officeDocument/2006/relationships/image" Target="../media/image16.png"/></Relationships>
</file>

<file path=ppt/slides/_rels/slide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8.xml"/><Relationship Id="rId2" Type="http://schemas.openxmlformats.org/officeDocument/2006/relationships/notesSlide" Target="../notesSlides/notesSlide34.xml"/><Relationship Id="rId3" Type="http://schemas.openxmlformats.org/officeDocument/2006/relationships/image" Target="../media/image8.png"/></Relationships>
</file>

<file path=ppt/slides/_rels/slide3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8.xml"/><Relationship Id="rId2" Type="http://schemas.openxmlformats.org/officeDocument/2006/relationships/notesSlide" Target="../notesSlides/notesSlide35.xml"/><Relationship Id="rId3" Type="http://schemas.openxmlformats.org/officeDocument/2006/relationships/image" Target="../media/image7.png"/></Relationships>
</file>

<file path=ppt/slides/_rels/slide3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8.xml"/><Relationship Id="rId2" Type="http://schemas.openxmlformats.org/officeDocument/2006/relationships/notesSlide" Target="../notesSlides/notesSlide36.xml"/><Relationship Id="rId3" Type="http://schemas.openxmlformats.org/officeDocument/2006/relationships/image" Target="../media/image25.png"/></Relationships>
</file>

<file path=ppt/slides/_rels/slide3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8.xml"/><Relationship Id="rId2" Type="http://schemas.openxmlformats.org/officeDocument/2006/relationships/notesSlide" Target="../notesSlides/notesSlide37.xml"/><Relationship Id="rId3" Type="http://schemas.openxmlformats.org/officeDocument/2006/relationships/image" Target="../media/image18.png"/></Relationships>
</file>

<file path=ppt/slides/_rels/slide3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8.xml"/><Relationship Id="rId2" Type="http://schemas.openxmlformats.org/officeDocument/2006/relationships/notesSlide" Target="../notesSlides/notesSlide38.xml"/><Relationship Id="rId3" Type="http://schemas.openxmlformats.org/officeDocument/2006/relationships/image" Target="../media/image23.png"/></Relationships>
</file>

<file path=ppt/slides/_rels/slide3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8.xml"/><Relationship Id="rId2" Type="http://schemas.openxmlformats.org/officeDocument/2006/relationships/notesSlide" Target="../notesSlides/notesSlide39.xml"/><Relationship Id="rId3" Type="http://schemas.openxmlformats.org/officeDocument/2006/relationships/image" Target="../media/image37.png"/></Relationships>
</file>

<file path=ppt/slides/_rels/slide4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8.xml"/><Relationship Id="rId2" Type="http://schemas.openxmlformats.org/officeDocument/2006/relationships/notesSlide" Target="../notesSlides/notesSlide40.xml"/><Relationship Id="rId3" Type="http://schemas.openxmlformats.org/officeDocument/2006/relationships/image" Target="../media/image27.png"/></Relationships>
</file>

<file path=ppt/slides/_rels/slide4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8.xml"/><Relationship Id="rId2" Type="http://schemas.openxmlformats.org/officeDocument/2006/relationships/notesSlide" Target="../notesSlides/notesSlide41.xml"/><Relationship Id="rId3" Type="http://schemas.openxmlformats.org/officeDocument/2006/relationships/image" Target="../media/image28.png"/></Relationships>
</file>

<file path=ppt/slides/_rels/slide4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8.xml"/><Relationship Id="rId2" Type="http://schemas.openxmlformats.org/officeDocument/2006/relationships/notesSlide" Target="../notesSlides/notesSlide42.xml"/><Relationship Id="rId3" Type="http://schemas.openxmlformats.org/officeDocument/2006/relationships/image" Target="../media/image29.png"/></Relationships>
</file>

<file path=ppt/slides/_rels/slide4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8.xml"/><Relationship Id="rId2" Type="http://schemas.openxmlformats.org/officeDocument/2006/relationships/notesSlide" Target="../notesSlides/notesSlide43.xml"/><Relationship Id="rId3" Type="http://schemas.openxmlformats.org/officeDocument/2006/relationships/image" Target="../media/image32.png"/></Relationships>
</file>

<file path=ppt/slides/_rels/slide4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8.xml"/><Relationship Id="rId2" Type="http://schemas.openxmlformats.org/officeDocument/2006/relationships/notesSlide" Target="../notesSlides/notesSlide44.xml"/><Relationship Id="rId3" Type="http://schemas.openxmlformats.org/officeDocument/2006/relationships/image" Target="../media/image31.png"/></Relationships>
</file>

<file path=ppt/slides/_rels/slide4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8.xml"/><Relationship Id="rId2" Type="http://schemas.openxmlformats.org/officeDocument/2006/relationships/notesSlide" Target="../notesSlides/notesSlide45.xml"/><Relationship Id="rId3" Type="http://schemas.openxmlformats.org/officeDocument/2006/relationships/image" Target="../media/image35.png"/></Relationships>
</file>

<file path=ppt/slides/_rels/slide4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8.xml"/><Relationship Id="rId2" Type="http://schemas.openxmlformats.org/officeDocument/2006/relationships/notesSlide" Target="../notesSlides/notesSlide46.xml"/><Relationship Id="rId3" Type="http://schemas.openxmlformats.org/officeDocument/2006/relationships/image" Target="../media/image22.png"/></Relationships>
</file>

<file path=ppt/slides/_rels/slide4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8.xml"/><Relationship Id="rId2" Type="http://schemas.openxmlformats.org/officeDocument/2006/relationships/notesSlide" Target="../notesSlides/notesSlide47.xml"/><Relationship Id="rId3" Type="http://schemas.openxmlformats.org/officeDocument/2006/relationships/image" Target="../media/image34.png"/></Relationships>
</file>

<file path=ppt/slides/_rels/slide4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8.xml"/><Relationship Id="rId2" Type="http://schemas.openxmlformats.org/officeDocument/2006/relationships/notesSlide" Target="../notesSlides/notesSlide48.xml"/><Relationship Id="rId3" Type="http://schemas.openxmlformats.org/officeDocument/2006/relationships/image" Target="../media/image40.png"/></Relationships>
</file>

<file path=ppt/slides/_rels/slide4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8.xml"/><Relationship Id="rId2" Type="http://schemas.openxmlformats.org/officeDocument/2006/relationships/notesSlide" Target="../notesSlides/notesSlide49.xml"/><Relationship Id="rId3" Type="http://schemas.openxmlformats.org/officeDocument/2006/relationships/image" Target="../media/image24.png"/></Relationships>
</file>

<file path=ppt/slides/_rels/slide5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8.xml"/><Relationship Id="rId2" Type="http://schemas.openxmlformats.org/officeDocument/2006/relationships/notesSlide" Target="../notesSlides/notesSlide50.xml"/><Relationship Id="rId3" Type="http://schemas.openxmlformats.org/officeDocument/2006/relationships/image" Target="../media/image39.png"/></Relationships>
</file>

<file path=ppt/slides/_rels/slide5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8.xml"/><Relationship Id="rId2" Type="http://schemas.openxmlformats.org/officeDocument/2006/relationships/notesSlide" Target="../notesSlides/notesSlide51.xml"/><Relationship Id="rId3" Type="http://schemas.openxmlformats.org/officeDocument/2006/relationships/image" Target="../media/image36.png"/></Relationships>
</file>

<file path=ppt/slides/_rels/slide5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8.xml"/><Relationship Id="rId2" Type="http://schemas.openxmlformats.org/officeDocument/2006/relationships/notesSlide" Target="../notesSlides/notesSlide52.xml"/><Relationship Id="rId3" Type="http://schemas.openxmlformats.org/officeDocument/2006/relationships/image" Target="../media/image30.png"/></Relationships>
</file>

<file path=ppt/slides/_rels/slide5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8.xml"/><Relationship Id="rId2" Type="http://schemas.openxmlformats.org/officeDocument/2006/relationships/notesSlide" Target="../notesSlides/notesSlide53.xml"/><Relationship Id="rId3" Type="http://schemas.openxmlformats.org/officeDocument/2006/relationships/image" Target="../media/image38.png"/></Relationships>
</file>

<file path=ppt/slides/_rels/slide5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8.xml"/><Relationship Id="rId2" Type="http://schemas.openxmlformats.org/officeDocument/2006/relationships/notesSlide" Target="../notesSlides/notesSlide54.xml"/><Relationship Id="rId3" Type="http://schemas.openxmlformats.org/officeDocument/2006/relationships/image" Target="../media/image41.png"/></Relationships>
</file>

<file path=ppt/slides/_rels/slide5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8.xml"/><Relationship Id="rId2" Type="http://schemas.openxmlformats.org/officeDocument/2006/relationships/notesSlide" Target="../notesSlides/notesSlide55.xml"/><Relationship Id="rId3" Type="http://schemas.openxmlformats.org/officeDocument/2006/relationships/image" Target="../media/image44.png"/></Relationships>
</file>

<file path=ppt/slides/_rels/slide5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8.xml"/><Relationship Id="rId2" Type="http://schemas.openxmlformats.org/officeDocument/2006/relationships/notesSlide" Target="../notesSlides/notesSlide56.xml"/><Relationship Id="rId3" Type="http://schemas.openxmlformats.org/officeDocument/2006/relationships/image" Target="../media/image42.png"/></Relationships>
</file>

<file path=ppt/slides/_rels/slide5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8.xml"/><Relationship Id="rId2" Type="http://schemas.openxmlformats.org/officeDocument/2006/relationships/notesSlide" Target="../notesSlides/notesSlide57.xml"/><Relationship Id="rId3" Type="http://schemas.openxmlformats.org/officeDocument/2006/relationships/image" Target="../media/image47.png"/></Relationships>
</file>

<file path=ppt/slides/_rels/slide5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8.xml"/><Relationship Id="rId2" Type="http://schemas.openxmlformats.org/officeDocument/2006/relationships/notesSlide" Target="../notesSlides/notesSlide58.xml"/><Relationship Id="rId3" Type="http://schemas.openxmlformats.org/officeDocument/2006/relationships/image" Target="../media/image51.png"/></Relationships>
</file>

<file path=ppt/slides/_rels/slide5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8.xml"/><Relationship Id="rId2" Type="http://schemas.openxmlformats.org/officeDocument/2006/relationships/notesSlide" Target="../notesSlides/notesSlide59.xml"/><Relationship Id="rId3" Type="http://schemas.openxmlformats.org/officeDocument/2006/relationships/image" Target="../media/image43.png"/></Relationships>
</file>

<file path=ppt/slides/_rels/slide6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8.xml"/><Relationship Id="rId2" Type="http://schemas.openxmlformats.org/officeDocument/2006/relationships/notesSlide" Target="../notesSlides/notesSlide60.xml"/><Relationship Id="rId3" Type="http://schemas.openxmlformats.org/officeDocument/2006/relationships/image" Target="../media/image49.png"/></Relationships>
</file>

<file path=ppt/slides/_rels/slide6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8.xml"/><Relationship Id="rId2" Type="http://schemas.openxmlformats.org/officeDocument/2006/relationships/notesSlide" Target="../notesSlides/notesSlide61.xml"/><Relationship Id="rId3" Type="http://schemas.openxmlformats.org/officeDocument/2006/relationships/image" Target="../media/image48.png"/></Relationships>
</file>

<file path=ppt/slides/_rels/slide6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8.xml"/><Relationship Id="rId2" Type="http://schemas.openxmlformats.org/officeDocument/2006/relationships/notesSlide" Target="../notesSlides/notesSlide62.xml"/><Relationship Id="rId3" Type="http://schemas.openxmlformats.org/officeDocument/2006/relationships/image" Target="../media/image48.png"/><Relationship Id="rId4" Type="http://schemas.openxmlformats.org/officeDocument/2006/relationships/image" Target="../media/image45.png"/></Relationships>
</file>

<file path=ppt/slides/_rels/slide6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8.xml"/><Relationship Id="rId2" Type="http://schemas.openxmlformats.org/officeDocument/2006/relationships/notesSlide" Target="../notesSlides/notesSlide63.xml"/><Relationship Id="rId3" Type="http://schemas.openxmlformats.org/officeDocument/2006/relationships/image" Target="../media/image56.png"/></Relationships>
</file>

<file path=ppt/slides/_rels/slide6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8.xml"/><Relationship Id="rId2" Type="http://schemas.openxmlformats.org/officeDocument/2006/relationships/notesSlide" Target="../notesSlides/notesSlide64.xml"/><Relationship Id="rId3" Type="http://schemas.openxmlformats.org/officeDocument/2006/relationships/image" Target="../media/image54.png"/></Relationships>
</file>

<file path=ppt/slides/_rels/slide6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8.xml"/><Relationship Id="rId2" Type="http://schemas.openxmlformats.org/officeDocument/2006/relationships/notesSlide" Target="../notesSlides/notesSlide65.xml"/><Relationship Id="rId3" Type="http://schemas.openxmlformats.org/officeDocument/2006/relationships/image" Target="../media/image46.png"/></Relationships>
</file>

<file path=ppt/slides/_rels/slide6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8.xml"/><Relationship Id="rId2" Type="http://schemas.openxmlformats.org/officeDocument/2006/relationships/notesSlide" Target="../notesSlides/notesSlide66.xml"/><Relationship Id="rId3" Type="http://schemas.openxmlformats.org/officeDocument/2006/relationships/image" Target="../media/image63.png"/></Relationships>
</file>

<file path=ppt/slides/_rels/slide6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8.xml"/><Relationship Id="rId2" Type="http://schemas.openxmlformats.org/officeDocument/2006/relationships/notesSlide" Target="../notesSlides/notesSlide67.xml"/><Relationship Id="rId3" Type="http://schemas.openxmlformats.org/officeDocument/2006/relationships/image" Target="../media/image52.png"/></Relationships>
</file>

<file path=ppt/slides/_rels/slide6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8.xml"/><Relationship Id="rId2" Type="http://schemas.openxmlformats.org/officeDocument/2006/relationships/notesSlide" Target="../notesSlides/notesSlide68.xml"/><Relationship Id="rId3" Type="http://schemas.openxmlformats.org/officeDocument/2006/relationships/image" Target="../media/image53.png"/></Relationships>
</file>

<file path=ppt/slides/_rels/slide6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8.xml"/><Relationship Id="rId2" Type="http://schemas.openxmlformats.org/officeDocument/2006/relationships/notesSlide" Target="../notesSlides/notesSlide69.xml"/><Relationship Id="rId3" Type="http://schemas.openxmlformats.org/officeDocument/2006/relationships/image" Target="../media/image57.png"/></Relationships>
</file>

<file path=ppt/slides/_rels/slide7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8.xml"/><Relationship Id="rId2" Type="http://schemas.openxmlformats.org/officeDocument/2006/relationships/notesSlide" Target="../notesSlides/notesSlide70.xml"/><Relationship Id="rId3" Type="http://schemas.openxmlformats.org/officeDocument/2006/relationships/image" Target="../media/image60.png"/></Relationships>
</file>

<file path=ppt/slides/_rels/slide7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8.xml"/><Relationship Id="rId2" Type="http://schemas.openxmlformats.org/officeDocument/2006/relationships/notesSlide" Target="../notesSlides/notesSlide71.xml"/><Relationship Id="rId3" Type="http://schemas.openxmlformats.org/officeDocument/2006/relationships/image" Target="../media/image61.png"/></Relationships>
</file>

<file path=ppt/slides/_rels/slide7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8.xml"/><Relationship Id="rId2" Type="http://schemas.openxmlformats.org/officeDocument/2006/relationships/notesSlide" Target="../notesSlides/notesSlide72.xml"/><Relationship Id="rId3" Type="http://schemas.openxmlformats.org/officeDocument/2006/relationships/image" Target="../media/image50.png"/></Relationships>
</file>

<file path=ppt/slides/_rels/slide7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8.xml"/><Relationship Id="rId2" Type="http://schemas.openxmlformats.org/officeDocument/2006/relationships/notesSlide" Target="../notesSlides/notesSlide73.xml"/><Relationship Id="rId3" Type="http://schemas.openxmlformats.org/officeDocument/2006/relationships/image" Target="../media/image55.png"/></Relationships>
</file>

<file path=ppt/slides/_rels/slide7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8.xml"/><Relationship Id="rId2" Type="http://schemas.openxmlformats.org/officeDocument/2006/relationships/notesSlide" Target="../notesSlides/notesSlide74.xml"/><Relationship Id="rId3" Type="http://schemas.openxmlformats.org/officeDocument/2006/relationships/image" Target="../media/image62.png"/></Relationships>
</file>

<file path=ppt/slides/_rels/slide7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8.xml"/><Relationship Id="rId2" Type="http://schemas.openxmlformats.org/officeDocument/2006/relationships/notesSlide" Target="../notesSlides/notesSlide75.xml"/><Relationship Id="rId3" Type="http://schemas.openxmlformats.org/officeDocument/2006/relationships/image" Target="../media/image58.png"/></Relationships>
</file>

<file path=ppt/slides/_rels/slide7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8.xml"/><Relationship Id="rId2" Type="http://schemas.openxmlformats.org/officeDocument/2006/relationships/notesSlide" Target="../notesSlides/notesSlide76.xml"/><Relationship Id="rId3" Type="http://schemas.openxmlformats.org/officeDocument/2006/relationships/image" Target="../media/image68.png"/></Relationships>
</file>

<file path=ppt/slides/_rels/slide7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8.xml"/><Relationship Id="rId2" Type="http://schemas.openxmlformats.org/officeDocument/2006/relationships/notesSlide" Target="../notesSlides/notesSlide77.xml"/><Relationship Id="rId3" Type="http://schemas.openxmlformats.org/officeDocument/2006/relationships/image" Target="../media/image66.png"/></Relationships>
</file>

<file path=ppt/slides/_rels/slide7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8.xml"/><Relationship Id="rId2" Type="http://schemas.openxmlformats.org/officeDocument/2006/relationships/notesSlide" Target="../notesSlides/notesSlide78.xml"/><Relationship Id="rId3" Type="http://schemas.openxmlformats.org/officeDocument/2006/relationships/image" Target="../media/image70.png"/></Relationships>
</file>

<file path=ppt/slides/_rels/slide7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8.xml"/><Relationship Id="rId2" Type="http://schemas.openxmlformats.org/officeDocument/2006/relationships/notesSlide" Target="../notesSlides/notesSlide79.xml"/><Relationship Id="rId3" Type="http://schemas.openxmlformats.org/officeDocument/2006/relationships/image" Target="../media/image59.png"/></Relationships>
</file>

<file path=ppt/slides/_rels/slide8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8.xml"/><Relationship Id="rId2" Type="http://schemas.openxmlformats.org/officeDocument/2006/relationships/notesSlide" Target="../notesSlides/notesSlide80.xml"/><Relationship Id="rId3" Type="http://schemas.openxmlformats.org/officeDocument/2006/relationships/image" Target="../media/image67.png"/></Relationships>
</file>

<file path=ppt/slides/_rels/slide8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4.xml"/><Relationship Id="rId2" Type="http://schemas.openxmlformats.org/officeDocument/2006/relationships/notesSlide" Target="../notesSlides/notesSlide81.xml"/></Relationships>
</file>

<file path=ppt/slides/_rels/slide8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4.xml"/><Relationship Id="rId2" Type="http://schemas.openxmlformats.org/officeDocument/2006/relationships/notesSlide" Target="../notesSlides/notesSlide82.xml"/></Relationships>
</file>

<file path=ppt/slides/_rels/slide8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8.xml"/><Relationship Id="rId2" Type="http://schemas.openxmlformats.org/officeDocument/2006/relationships/notesSlide" Target="../notesSlides/notesSlide83.xml"/><Relationship Id="rId3" Type="http://schemas.openxmlformats.org/officeDocument/2006/relationships/image" Target="../media/image64.png"/></Relationships>
</file>

<file path=ppt/slides/_rels/slide8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8.xml"/><Relationship Id="rId2" Type="http://schemas.openxmlformats.org/officeDocument/2006/relationships/notesSlide" Target="../notesSlides/notesSlide84.xml"/><Relationship Id="rId3" Type="http://schemas.openxmlformats.org/officeDocument/2006/relationships/image" Target="../media/image69.png"/></Relationships>
</file>

<file path=ppt/slides/_rels/slide8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9.xml"/><Relationship Id="rId2" Type="http://schemas.openxmlformats.org/officeDocument/2006/relationships/notesSlide" Target="../notesSlides/notesSlide85.xml"/><Relationship Id="rId3" Type="http://schemas.openxmlformats.org/officeDocument/2006/relationships/image" Target="../media/image73.gif"/><Relationship Id="rId4" Type="http://schemas.openxmlformats.org/officeDocument/2006/relationships/image" Target="../media/image72.png"/></Relationships>
</file>

<file path=ppt/slides/_rels/slide8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9.xml"/><Relationship Id="rId2" Type="http://schemas.openxmlformats.org/officeDocument/2006/relationships/notesSlide" Target="../notesSlides/notesSlide86.xml"/></Relationships>
</file>

<file path=ppt/slides/_rels/slide8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2.xml"/><Relationship Id="rId2" Type="http://schemas.openxmlformats.org/officeDocument/2006/relationships/notesSlide" Target="../notesSlides/notesSlide87.xml"/><Relationship Id="rId3" Type="http://schemas.openxmlformats.org/officeDocument/2006/relationships/image" Target="../media/image71.png"/><Relationship Id="rId4" Type="http://schemas.openxmlformats.org/officeDocument/2006/relationships/image" Target="../media/image65.png"/><Relationship Id="rId5" Type="http://schemas.openxmlformats.org/officeDocument/2006/relationships/image" Target="../media/image74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78" name="Shape 29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79" name="Google Shape;2979;p52"/>
          <p:cNvSpPr txBox="1"/>
          <p:nvPr>
            <p:ph idx="1" type="subTitle"/>
          </p:nvPr>
        </p:nvSpPr>
        <p:spPr>
          <a:xfrm>
            <a:off x="4304753" y="3981274"/>
            <a:ext cx="3442200" cy="548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Present by </a:t>
            </a:r>
            <a:r>
              <a:rPr b="1" lang="en"/>
              <a:t>Chi Nguyen</a:t>
            </a:r>
            <a:endParaRPr b="1"/>
          </a:p>
        </p:txBody>
      </p:sp>
      <p:sp>
        <p:nvSpPr>
          <p:cNvPr id="2980" name="Google Shape;2980;p52"/>
          <p:cNvSpPr txBox="1"/>
          <p:nvPr>
            <p:ph type="ctrTitle"/>
          </p:nvPr>
        </p:nvSpPr>
        <p:spPr>
          <a:xfrm>
            <a:off x="4304753" y="1706651"/>
            <a:ext cx="4114800" cy="1371600"/>
          </a:xfrm>
          <a:prstGeom prst="rect">
            <a:avLst/>
          </a:prstGeom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800"/>
              <a:t>Human - Computer</a:t>
            </a:r>
            <a:endParaRPr sz="3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800"/>
              <a:t>Interaction</a:t>
            </a:r>
            <a:endParaRPr sz="3800"/>
          </a:p>
        </p:txBody>
      </p:sp>
      <p:sp>
        <p:nvSpPr>
          <p:cNvPr id="2981" name="Google Shape;2981;p52"/>
          <p:cNvSpPr/>
          <p:nvPr/>
        </p:nvSpPr>
        <p:spPr>
          <a:xfrm>
            <a:off x="1252001" y="3089798"/>
            <a:ext cx="190181" cy="91179"/>
          </a:xfrm>
          <a:custGeom>
            <a:rect b="b" l="l" r="r" t="t"/>
            <a:pathLst>
              <a:path extrusionOk="0" h="1352" w="2820">
                <a:moveTo>
                  <a:pt x="2681" y="0"/>
                </a:moveTo>
                <a:cubicBezTo>
                  <a:pt x="1393" y="0"/>
                  <a:pt x="17" y="1299"/>
                  <a:pt x="0" y="1312"/>
                </a:cubicBezTo>
                <a:lnTo>
                  <a:pt x="37" y="1352"/>
                </a:lnTo>
                <a:cubicBezTo>
                  <a:pt x="53" y="1339"/>
                  <a:pt x="1410" y="56"/>
                  <a:pt x="2673" y="56"/>
                </a:cubicBezTo>
                <a:cubicBezTo>
                  <a:pt x="2719" y="56"/>
                  <a:pt x="2767" y="59"/>
                  <a:pt x="2813" y="63"/>
                </a:cubicBezTo>
                <a:lnTo>
                  <a:pt x="2820" y="6"/>
                </a:lnTo>
                <a:cubicBezTo>
                  <a:pt x="2774" y="2"/>
                  <a:pt x="2727" y="0"/>
                  <a:pt x="2681" y="0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982" name="Google Shape;2982;p52"/>
          <p:cNvPicPr preferRelativeResize="0"/>
          <p:nvPr/>
        </p:nvPicPr>
        <p:blipFill rotWithShape="1">
          <a:blip r:embed="rId3">
            <a:alphaModFix/>
          </a:blip>
          <a:srcRect b="30194" l="16779" r="16792" t="30186"/>
          <a:stretch/>
        </p:blipFill>
        <p:spPr>
          <a:xfrm>
            <a:off x="4357300" y="362300"/>
            <a:ext cx="1279626" cy="763224"/>
          </a:xfrm>
          <a:prstGeom prst="rect">
            <a:avLst/>
          </a:prstGeom>
          <a:noFill/>
          <a:ln>
            <a:noFill/>
          </a:ln>
        </p:spPr>
      </p:pic>
      <p:pic>
        <p:nvPicPr>
          <p:cNvPr id="2983" name="Google Shape;2983;p5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-131476" y="985750"/>
            <a:ext cx="4373200" cy="327990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3F3F3"/>
        </a:solidFill>
      </p:bgPr>
    </p:bg>
    <p:spTree>
      <p:nvGrpSpPr>
        <p:cNvPr id="2987" name="Shape 29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88" name="Google Shape;2988;p53"/>
          <p:cNvSpPr txBox="1"/>
          <p:nvPr>
            <p:ph type="ctrTitle"/>
          </p:nvPr>
        </p:nvSpPr>
        <p:spPr>
          <a:xfrm flipH="1">
            <a:off x="393950" y="1721700"/>
            <a:ext cx="1816500" cy="1700100"/>
          </a:xfrm>
          <a:prstGeom prst="rect">
            <a:avLst/>
          </a:prstGeom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solidFill>
                  <a:srgbClr val="F3F3F3"/>
                </a:solidFill>
              </a:rPr>
              <a:t>CONTENTS </a:t>
            </a:r>
            <a:r>
              <a:rPr lang="en" sz="2400"/>
              <a:t>OF THIS CHAPTER</a:t>
            </a:r>
            <a:endParaRPr sz="2400">
              <a:solidFill>
                <a:srgbClr val="F3F3F3"/>
              </a:solidFill>
            </a:endParaRPr>
          </a:p>
        </p:txBody>
      </p:sp>
      <p:sp>
        <p:nvSpPr>
          <p:cNvPr id="2989" name="Google Shape;2989;p53"/>
          <p:cNvSpPr txBox="1"/>
          <p:nvPr>
            <p:ph idx="1" type="body"/>
          </p:nvPr>
        </p:nvSpPr>
        <p:spPr>
          <a:xfrm>
            <a:off x="3303750" y="1136650"/>
            <a:ext cx="4422600" cy="2870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-3238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49476E"/>
              </a:buClr>
              <a:buSzPts val="1500"/>
              <a:buAutoNum type="arabicPeriod"/>
            </a:pPr>
            <a:r>
              <a:rPr b="1" lang="en" sz="1500">
                <a:solidFill>
                  <a:srgbClr val="49476E"/>
                </a:solidFill>
              </a:rPr>
              <a:t>Interaction design basics</a:t>
            </a:r>
            <a:endParaRPr b="1" sz="1500">
              <a:solidFill>
                <a:srgbClr val="49476E"/>
              </a:solidFill>
            </a:endParaRPr>
          </a:p>
          <a:p>
            <a:pPr indent="-3238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49476E"/>
              </a:buClr>
              <a:buSzPts val="1500"/>
              <a:buAutoNum type="arabicPeriod"/>
            </a:pPr>
            <a:r>
              <a:rPr b="1" lang="en" sz="1500">
                <a:solidFill>
                  <a:srgbClr val="49476E"/>
                </a:solidFill>
              </a:rPr>
              <a:t>Persona</a:t>
            </a:r>
            <a:endParaRPr b="1" sz="1500">
              <a:solidFill>
                <a:srgbClr val="49476E"/>
              </a:solidFill>
            </a:endParaRPr>
          </a:p>
          <a:p>
            <a:pPr indent="-3238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49476E"/>
              </a:buClr>
              <a:buSzPts val="1500"/>
              <a:buAutoNum type="arabicPeriod"/>
            </a:pPr>
            <a:r>
              <a:rPr b="1" lang="en" sz="1500">
                <a:solidFill>
                  <a:srgbClr val="49476E"/>
                </a:solidFill>
              </a:rPr>
              <a:t>Central message</a:t>
            </a:r>
            <a:endParaRPr b="1" sz="1500">
              <a:solidFill>
                <a:srgbClr val="49476E"/>
              </a:solidFill>
            </a:endParaRPr>
          </a:p>
          <a:p>
            <a:pPr indent="-3238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49476E"/>
              </a:buClr>
              <a:buSzPts val="1500"/>
              <a:buAutoNum type="arabicPeriod"/>
            </a:pPr>
            <a:r>
              <a:rPr b="1" lang="en" sz="1500">
                <a:solidFill>
                  <a:srgbClr val="49476E"/>
                </a:solidFill>
              </a:rPr>
              <a:t>The process of design</a:t>
            </a:r>
            <a:endParaRPr sz="1300">
              <a:solidFill>
                <a:srgbClr val="49476E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94" name="Shape 29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95" name="Google Shape;2995;p54"/>
          <p:cNvSpPr txBox="1"/>
          <p:nvPr>
            <p:ph idx="4294967295" type="ctrTitle"/>
          </p:nvPr>
        </p:nvSpPr>
        <p:spPr>
          <a:xfrm>
            <a:off x="0" y="0"/>
            <a:ext cx="9144000" cy="1578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INTERACTION DESIGN BASICS</a:t>
            </a:r>
            <a:endParaRPr/>
          </a:p>
        </p:txBody>
      </p:sp>
      <p:sp>
        <p:nvSpPr>
          <p:cNvPr id="2996" name="Google Shape;2996;p54"/>
          <p:cNvSpPr txBox="1"/>
          <p:nvPr>
            <p:ph idx="4294967295" type="body"/>
          </p:nvPr>
        </p:nvSpPr>
        <p:spPr>
          <a:xfrm>
            <a:off x="1857275" y="1369975"/>
            <a:ext cx="4422600" cy="2870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238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9476E"/>
              </a:buClr>
              <a:buSzPts val="1500"/>
              <a:buChar char="●"/>
            </a:pPr>
            <a:r>
              <a:rPr lang="en" sz="1500">
                <a:solidFill>
                  <a:srgbClr val="49476E"/>
                </a:solidFill>
              </a:rPr>
              <a:t>Design</a:t>
            </a:r>
            <a:endParaRPr sz="1500">
              <a:solidFill>
                <a:srgbClr val="49476E"/>
              </a:solidFill>
            </a:endParaRPr>
          </a:p>
          <a:p>
            <a:pPr indent="-311150" lvl="1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9476E"/>
              </a:buClr>
              <a:buSzPts val="1300"/>
              <a:buChar char="○"/>
            </a:pPr>
            <a:r>
              <a:rPr lang="en" sz="1300">
                <a:solidFill>
                  <a:srgbClr val="49476E"/>
                </a:solidFill>
              </a:rPr>
              <a:t>What it is, interventions, goals, constraints…</a:t>
            </a:r>
            <a:endParaRPr sz="1300">
              <a:solidFill>
                <a:srgbClr val="49476E"/>
              </a:solidFill>
            </a:endParaRPr>
          </a:p>
          <a:p>
            <a:pPr indent="-323850" lvl="0" marL="45720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49476E"/>
              </a:buClr>
              <a:buSzPts val="1500"/>
              <a:buChar char="●"/>
            </a:pPr>
            <a:r>
              <a:rPr lang="en" sz="1500">
                <a:solidFill>
                  <a:srgbClr val="49476E"/>
                </a:solidFill>
              </a:rPr>
              <a:t>The design process</a:t>
            </a:r>
            <a:endParaRPr sz="1500">
              <a:solidFill>
                <a:srgbClr val="49476E"/>
              </a:solidFill>
            </a:endParaRPr>
          </a:p>
          <a:p>
            <a:pPr indent="-311150" lvl="1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9476E"/>
              </a:buClr>
              <a:buSzPts val="1300"/>
              <a:buChar char="○"/>
            </a:pPr>
            <a:r>
              <a:rPr lang="en" sz="1300">
                <a:solidFill>
                  <a:srgbClr val="49476E"/>
                </a:solidFill>
              </a:rPr>
              <a:t>What happens when</a:t>
            </a:r>
            <a:endParaRPr sz="1300">
              <a:solidFill>
                <a:srgbClr val="49476E"/>
              </a:solidFill>
            </a:endParaRPr>
          </a:p>
          <a:p>
            <a:pPr indent="-323850" lvl="0" marL="45720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49476E"/>
              </a:buClr>
              <a:buSzPts val="1500"/>
              <a:buChar char="●"/>
            </a:pPr>
            <a:r>
              <a:rPr lang="en" sz="1500">
                <a:solidFill>
                  <a:srgbClr val="49476E"/>
                </a:solidFill>
              </a:rPr>
              <a:t>Users</a:t>
            </a:r>
            <a:endParaRPr sz="1500">
              <a:solidFill>
                <a:srgbClr val="49476E"/>
              </a:solidFill>
            </a:endParaRPr>
          </a:p>
          <a:p>
            <a:pPr indent="-311150" lvl="1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9476E"/>
              </a:buClr>
              <a:buSzPts val="1300"/>
              <a:buChar char="○"/>
            </a:pPr>
            <a:r>
              <a:rPr lang="en" sz="1300">
                <a:solidFill>
                  <a:srgbClr val="49476E"/>
                </a:solidFill>
              </a:rPr>
              <a:t>Why they are, what they are like...</a:t>
            </a:r>
            <a:endParaRPr sz="1300">
              <a:solidFill>
                <a:srgbClr val="49476E"/>
              </a:solidFill>
            </a:endParaRPr>
          </a:p>
          <a:p>
            <a:pPr indent="-323850" lvl="0" marL="45720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49476E"/>
              </a:buClr>
              <a:buSzPts val="1500"/>
              <a:buChar char="●"/>
            </a:pPr>
            <a:r>
              <a:rPr lang="en" sz="1500">
                <a:solidFill>
                  <a:srgbClr val="49476E"/>
                </a:solidFill>
              </a:rPr>
              <a:t>Scenarios</a:t>
            </a:r>
            <a:endParaRPr sz="1500">
              <a:solidFill>
                <a:srgbClr val="49476E"/>
              </a:solidFill>
            </a:endParaRPr>
          </a:p>
          <a:p>
            <a:pPr indent="-311150" lvl="1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9476E"/>
              </a:buClr>
              <a:buSzPts val="1300"/>
              <a:buChar char="○"/>
            </a:pPr>
            <a:r>
              <a:rPr lang="en" sz="1300">
                <a:solidFill>
                  <a:srgbClr val="49476E"/>
                </a:solidFill>
              </a:rPr>
              <a:t>Rich stories of design</a:t>
            </a:r>
            <a:endParaRPr sz="1300">
              <a:solidFill>
                <a:srgbClr val="49476E"/>
              </a:solidFill>
            </a:endParaRPr>
          </a:p>
          <a:p>
            <a:pPr indent="-323850" lvl="0" marL="45720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49476E"/>
              </a:buClr>
              <a:buSzPts val="1500"/>
              <a:buChar char="●"/>
            </a:pPr>
            <a:r>
              <a:rPr lang="en" sz="1500">
                <a:solidFill>
                  <a:srgbClr val="49476E"/>
                </a:solidFill>
              </a:rPr>
              <a:t>Navigation</a:t>
            </a:r>
            <a:endParaRPr sz="1500">
              <a:solidFill>
                <a:srgbClr val="49476E"/>
              </a:solidFill>
            </a:endParaRPr>
          </a:p>
          <a:p>
            <a:pPr indent="-311150" lvl="1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9476E"/>
              </a:buClr>
              <a:buSzPts val="1300"/>
              <a:buChar char="○"/>
            </a:pPr>
            <a:r>
              <a:rPr lang="en" sz="1300">
                <a:solidFill>
                  <a:srgbClr val="49476E"/>
                </a:solidFill>
              </a:rPr>
              <a:t>Finding your way around a system</a:t>
            </a:r>
            <a:endParaRPr sz="1300">
              <a:solidFill>
                <a:srgbClr val="49476E"/>
              </a:solidFill>
            </a:endParaRPr>
          </a:p>
          <a:p>
            <a:pPr indent="-323850" lvl="0" marL="45720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49476E"/>
              </a:buClr>
              <a:buSzPts val="1500"/>
              <a:buChar char="●"/>
            </a:pPr>
            <a:r>
              <a:rPr lang="en" sz="1500">
                <a:solidFill>
                  <a:srgbClr val="49476E"/>
                </a:solidFill>
              </a:rPr>
              <a:t>Iteration and prototypes</a:t>
            </a:r>
            <a:endParaRPr sz="1500">
              <a:solidFill>
                <a:srgbClr val="49476E"/>
              </a:solidFill>
            </a:endParaRPr>
          </a:p>
          <a:p>
            <a:pPr indent="-311150" lvl="1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9476E"/>
              </a:buClr>
              <a:buSzPts val="1300"/>
              <a:buChar char="○"/>
            </a:pPr>
            <a:r>
              <a:rPr lang="en" sz="1300">
                <a:solidFill>
                  <a:srgbClr val="49476E"/>
                </a:solidFill>
              </a:rPr>
              <a:t>Never get it right first time!</a:t>
            </a:r>
            <a:endParaRPr sz="1300">
              <a:solidFill>
                <a:srgbClr val="49476E"/>
              </a:solidFill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3F3F3"/>
        </a:solidFill>
      </p:bgPr>
    </p:bg>
    <p:spTree>
      <p:nvGrpSpPr>
        <p:cNvPr id="3000" name="Shape 30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01" name="Google Shape;3001;p55"/>
          <p:cNvSpPr/>
          <p:nvPr/>
        </p:nvSpPr>
        <p:spPr>
          <a:xfrm>
            <a:off x="3078800" y="568475"/>
            <a:ext cx="2409600" cy="3961500"/>
          </a:xfrm>
          <a:prstGeom prst="rect">
            <a:avLst/>
          </a:prstGeom>
          <a:solidFill>
            <a:srgbClr val="4F47B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02" name="Google Shape;3002;p55"/>
          <p:cNvSpPr/>
          <p:nvPr/>
        </p:nvSpPr>
        <p:spPr>
          <a:xfrm>
            <a:off x="5754269" y="568475"/>
            <a:ext cx="2409600" cy="3961500"/>
          </a:xfrm>
          <a:prstGeom prst="rect">
            <a:avLst/>
          </a:prstGeom>
          <a:solidFill>
            <a:srgbClr val="4F47B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03" name="Google Shape;3003;p55"/>
          <p:cNvSpPr/>
          <p:nvPr/>
        </p:nvSpPr>
        <p:spPr>
          <a:xfrm>
            <a:off x="4029650" y="1513988"/>
            <a:ext cx="507900" cy="507900"/>
          </a:xfrm>
          <a:prstGeom prst="rect">
            <a:avLst/>
          </a:prstGeom>
          <a:solidFill>
            <a:srgbClr val="F3F3F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04" name="Google Shape;3004;p55"/>
          <p:cNvSpPr/>
          <p:nvPr/>
        </p:nvSpPr>
        <p:spPr>
          <a:xfrm>
            <a:off x="6705125" y="1513988"/>
            <a:ext cx="507900" cy="507900"/>
          </a:xfrm>
          <a:prstGeom prst="rect">
            <a:avLst/>
          </a:prstGeom>
          <a:solidFill>
            <a:srgbClr val="F3F3F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3005" name="Google Shape;3005;p55"/>
          <p:cNvGrpSpPr/>
          <p:nvPr/>
        </p:nvGrpSpPr>
        <p:grpSpPr>
          <a:xfrm>
            <a:off x="6815964" y="1603591"/>
            <a:ext cx="286221" cy="328679"/>
            <a:chOff x="2212084" y="1960358"/>
            <a:chExt cx="324698" cy="372863"/>
          </a:xfrm>
        </p:grpSpPr>
        <p:sp>
          <p:nvSpPr>
            <p:cNvPr id="3006" name="Google Shape;3006;p55"/>
            <p:cNvSpPr/>
            <p:nvPr/>
          </p:nvSpPr>
          <p:spPr>
            <a:xfrm>
              <a:off x="2291371" y="2128011"/>
              <a:ext cx="166888" cy="166888"/>
            </a:xfrm>
            <a:custGeom>
              <a:rect b="b" l="l" r="r" t="t"/>
              <a:pathLst>
                <a:path extrusionOk="0" h="5239" w="5239">
                  <a:moveTo>
                    <a:pt x="2620" y="357"/>
                  </a:moveTo>
                  <a:cubicBezTo>
                    <a:pt x="3870" y="357"/>
                    <a:pt x="4894" y="1369"/>
                    <a:pt x="4894" y="2631"/>
                  </a:cubicBezTo>
                  <a:cubicBezTo>
                    <a:pt x="4894" y="3882"/>
                    <a:pt x="3882" y="4906"/>
                    <a:pt x="2620" y="4906"/>
                  </a:cubicBezTo>
                  <a:cubicBezTo>
                    <a:pt x="1369" y="4906"/>
                    <a:pt x="346" y="3894"/>
                    <a:pt x="346" y="2631"/>
                  </a:cubicBezTo>
                  <a:cubicBezTo>
                    <a:pt x="346" y="1369"/>
                    <a:pt x="1369" y="357"/>
                    <a:pt x="2620" y="357"/>
                  </a:cubicBezTo>
                  <a:close/>
                  <a:moveTo>
                    <a:pt x="2620" y="0"/>
                  </a:moveTo>
                  <a:cubicBezTo>
                    <a:pt x="1179" y="0"/>
                    <a:pt x="0" y="1167"/>
                    <a:pt x="0" y="2620"/>
                  </a:cubicBezTo>
                  <a:cubicBezTo>
                    <a:pt x="0" y="4060"/>
                    <a:pt x="1179" y="5239"/>
                    <a:pt x="2620" y="5239"/>
                  </a:cubicBezTo>
                  <a:cubicBezTo>
                    <a:pt x="4060" y="5239"/>
                    <a:pt x="5239" y="4060"/>
                    <a:pt x="5239" y="2620"/>
                  </a:cubicBezTo>
                  <a:cubicBezTo>
                    <a:pt x="5239" y="1167"/>
                    <a:pt x="4060" y="0"/>
                    <a:pt x="2620" y="0"/>
                  </a:cubicBezTo>
                  <a:close/>
                </a:path>
              </a:pathLst>
            </a:custGeom>
            <a:solidFill>
              <a:srgbClr val="2F2E6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07" name="Google Shape;3007;p55"/>
            <p:cNvSpPr/>
            <p:nvPr/>
          </p:nvSpPr>
          <p:spPr>
            <a:xfrm>
              <a:off x="2212084" y="1960358"/>
              <a:ext cx="324698" cy="372863"/>
            </a:xfrm>
            <a:custGeom>
              <a:rect b="b" l="l" r="r" t="t"/>
              <a:pathLst>
                <a:path extrusionOk="0" h="11705" w="10193">
                  <a:moveTo>
                    <a:pt x="7502" y="358"/>
                  </a:moveTo>
                  <a:lnTo>
                    <a:pt x="6383" y="2644"/>
                  </a:lnTo>
                  <a:lnTo>
                    <a:pt x="3811" y="2644"/>
                  </a:lnTo>
                  <a:lnTo>
                    <a:pt x="2692" y="358"/>
                  </a:lnTo>
                  <a:close/>
                  <a:moveTo>
                    <a:pt x="6228" y="3001"/>
                  </a:moveTo>
                  <a:lnTo>
                    <a:pt x="5692" y="4096"/>
                  </a:lnTo>
                  <a:cubicBezTo>
                    <a:pt x="5490" y="4073"/>
                    <a:pt x="5299" y="4049"/>
                    <a:pt x="5109" y="4049"/>
                  </a:cubicBezTo>
                  <a:cubicBezTo>
                    <a:pt x="4918" y="4049"/>
                    <a:pt x="4716" y="4073"/>
                    <a:pt x="4525" y="4096"/>
                  </a:cubicBezTo>
                  <a:lnTo>
                    <a:pt x="3989" y="3001"/>
                  </a:lnTo>
                  <a:close/>
                  <a:moveTo>
                    <a:pt x="2334" y="405"/>
                  </a:moveTo>
                  <a:lnTo>
                    <a:pt x="4168" y="4156"/>
                  </a:lnTo>
                  <a:cubicBezTo>
                    <a:pt x="3382" y="4370"/>
                    <a:pt x="2692" y="4799"/>
                    <a:pt x="2180" y="5406"/>
                  </a:cubicBezTo>
                  <a:lnTo>
                    <a:pt x="608" y="2227"/>
                  </a:lnTo>
                  <a:cubicBezTo>
                    <a:pt x="406" y="1787"/>
                    <a:pt x="584" y="1275"/>
                    <a:pt x="1013" y="1060"/>
                  </a:cubicBezTo>
                  <a:lnTo>
                    <a:pt x="2334" y="405"/>
                  </a:lnTo>
                  <a:close/>
                  <a:moveTo>
                    <a:pt x="2418" y="1"/>
                  </a:moveTo>
                  <a:cubicBezTo>
                    <a:pt x="2382" y="1"/>
                    <a:pt x="2358" y="1"/>
                    <a:pt x="2334" y="24"/>
                  </a:cubicBezTo>
                  <a:lnTo>
                    <a:pt x="846" y="751"/>
                  </a:lnTo>
                  <a:cubicBezTo>
                    <a:pt x="251" y="1048"/>
                    <a:pt x="1" y="1775"/>
                    <a:pt x="298" y="2370"/>
                  </a:cubicBezTo>
                  <a:lnTo>
                    <a:pt x="1942" y="5704"/>
                  </a:lnTo>
                  <a:cubicBezTo>
                    <a:pt x="1525" y="6311"/>
                    <a:pt x="1263" y="7073"/>
                    <a:pt x="1263" y="7883"/>
                  </a:cubicBezTo>
                  <a:cubicBezTo>
                    <a:pt x="1263" y="8275"/>
                    <a:pt x="1322" y="8680"/>
                    <a:pt x="1441" y="9049"/>
                  </a:cubicBezTo>
                  <a:cubicBezTo>
                    <a:pt x="1470" y="9126"/>
                    <a:pt x="1544" y="9179"/>
                    <a:pt x="1616" y="9179"/>
                  </a:cubicBezTo>
                  <a:cubicBezTo>
                    <a:pt x="1633" y="9179"/>
                    <a:pt x="1651" y="9176"/>
                    <a:pt x="1668" y="9168"/>
                  </a:cubicBezTo>
                  <a:cubicBezTo>
                    <a:pt x="1763" y="9145"/>
                    <a:pt x="1822" y="9037"/>
                    <a:pt x="1787" y="8954"/>
                  </a:cubicBezTo>
                  <a:cubicBezTo>
                    <a:pt x="1668" y="8609"/>
                    <a:pt x="1620" y="8240"/>
                    <a:pt x="1620" y="7883"/>
                  </a:cubicBezTo>
                  <a:cubicBezTo>
                    <a:pt x="1620" y="5954"/>
                    <a:pt x="3192" y="4394"/>
                    <a:pt x="5109" y="4394"/>
                  </a:cubicBezTo>
                  <a:cubicBezTo>
                    <a:pt x="7026" y="4394"/>
                    <a:pt x="8585" y="5954"/>
                    <a:pt x="8585" y="7883"/>
                  </a:cubicBezTo>
                  <a:cubicBezTo>
                    <a:pt x="8585" y="9799"/>
                    <a:pt x="7026" y="11359"/>
                    <a:pt x="5109" y="11359"/>
                  </a:cubicBezTo>
                  <a:cubicBezTo>
                    <a:pt x="3823" y="11359"/>
                    <a:pt x="2656" y="10657"/>
                    <a:pt x="2037" y="9526"/>
                  </a:cubicBezTo>
                  <a:cubicBezTo>
                    <a:pt x="2012" y="9468"/>
                    <a:pt x="1953" y="9433"/>
                    <a:pt x="1887" y="9433"/>
                  </a:cubicBezTo>
                  <a:cubicBezTo>
                    <a:pt x="1858" y="9433"/>
                    <a:pt x="1828" y="9440"/>
                    <a:pt x="1799" y="9454"/>
                  </a:cubicBezTo>
                  <a:cubicBezTo>
                    <a:pt x="1715" y="9502"/>
                    <a:pt x="1680" y="9597"/>
                    <a:pt x="1727" y="9692"/>
                  </a:cubicBezTo>
                  <a:cubicBezTo>
                    <a:pt x="2394" y="10931"/>
                    <a:pt x="3692" y="11704"/>
                    <a:pt x="5109" y="11704"/>
                  </a:cubicBezTo>
                  <a:cubicBezTo>
                    <a:pt x="7216" y="11704"/>
                    <a:pt x="8942" y="9978"/>
                    <a:pt x="8942" y="7859"/>
                  </a:cubicBezTo>
                  <a:cubicBezTo>
                    <a:pt x="8942" y="7061"/>
                    <a:pt x="8692" y="6311"/>
                    <a:pt x="8276" y="5692"/>
                  </a:cubicBezTo>
                  <a:lnTo>
                    <a:pt x="8966" y="4299"/>
                  </a:lnTo>
                  <a:cubicBezTo>
                    <a:pt x="9002" y="4215"/>
                    <a:pt x="8966" y="4108"/>
                    <a:pt x="8883" y="4061"/>
                  </a:cubicBezTo>
                  <a:cubicBezTo>
                    <a:pt x="8861" y="4051"/>
                    <a:pt x="8838" y="4047"/>
                    <a:pt x="8814" y="4047"/>
                  </a:cubicBezTo>
                  <a:cubicBezTo>
                    <a:pt x="8748" y="4047"/>
                    <a:pt x="8680" y="4082"/>
                    <a:pt x="8645" y="4144"/>
                  </a:cubicBezTo>
                  <a:lnTo>
                    <a:pt x="8038" y="5370"/>
                  </a:lnTo>
                  <a:cubicBezTo>
                    <a:pt x="7537" y="4763"/>
                    <a:pt x="6835" y="4334"/>
                    <a:pt x="6049" y="4120"/>
                  </a:cubicBezTo>
                  <a:lnTo>
                    <a:pt x="7871" y="370"/>
                  </a:lnTo>
                  <a:lnTo>
                    <a:pt x="9204" y="1025"/>
                  </a:lnTo>
                  <a:cubicBezTo>
                    <a:pt x="9633" y="1239"/>
                    <a:pt x="9812" y="1763"/>
                    <a:pt x="9597" y="2191"/>
                  </a:cubicBezTo>
                  <a:lnTo>
                    <a:pt x="8942" y="3513"/>
                  </a:lnTo>
                  <a:cubicBezTo>
                    <a:pt x="8907" y="3608"/>
                    <a:pt x="8942" y="3703"/>
                    <a:pt x="9026" y="3751"/>
                  </a:cubicBezTo>
                  <a:cubicBezTo>
                    <a:pt x="9049" y="3764"/>
                    <a:pt x="9074" y="3770"/>
                    <a:pt x="9099" y="3770"/>
                  </a:cubicBezTo>
                  <a:cubicBezTo>
                    <a:pt x="9164" y="3770"/>
                    <a:pt x="9230" y="3731"/>
                    <a:pt x="9264" y="3680"/>
                  </a:cubicBezTo>
                  <a:lnTo>
                    <a:pt x="9919" y="2358"/>
                  </a:lnTo>
                  <a:cubicBezTo>
                    <a:pt x="10193" y="1775"/>
                    <a:pt x="9943" y="1048"/>
                    <a:pt x="9347" y="751"/>
                  </a:cubicBezTo>
                  <a:lnTo>
                    <a:pt x="7859" y="24"/>
                  </a:lnTo>
                  <a:cubicBezTo>
                    <a:pt x="7835" y="1"/>
                    <a:pt x="7811" y="1"/>
                    <a:pt x="7788" y="1"/>
                  </a:cubicBezTo>
                  <a:close/>
                </a:path>
              </a:pathLst>
            </a:custGeom>
            <a:solidFill>
              <a:srgbClr val="2F2E6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08" name="Google Shape;3008;p55"/>
            <p:cNvSpPr/>
            <p:nvPr/>
          </p:nvSpPr>
          <p:spPr>
            <a:xfrm>
              <a:off x="2319435" y="2157190"/>
              <a:ext cx="108880" cy="103210"/>
            </a:xfrm>
            <a:custGeom>
              <a:rect b="b" l="l" r="r" t="t"/>
              <a:pathLst>
                <a:path extrusionOk="0" h="3240" w="3418">
                  <a:moveTo>
                    <a:pt x="1739" y="346"/>
                  </a:moveTo>
                  <a:cubicBezTo>
                    <a:pt x="1822" y="346"/>
                    <a:pt x="1881" y="394"/>
                    <a:pt x="1929" y="465"/>
                  </a:cubicBezTo>
                  <a:lnTo>
                    <a:pt x="2096" y="787"/>
                  </a:lnTo>
                  <a:cubicBezTo>
                    <a:pt x="2179" y="953"/>
                    <a:pt x="2334" y="1073"/>
                    <a:pt x="2513" y="1108"/>
                  </a:cubicBezTo>
                  <a:lnTo>
                    <a:pt x="2870" y="1144"/>
                  </a:lnTo>
                  <a:cubicBezTo>
                    <a:pt x="2953" y="1168"/>
                    <a:pt x="3013" y="1203"/>
                    <a:pt x="3048" y="1299"/>
                  </a:cubicBezTo>
                  <a:cubicBezTo>
                    <a:pt x="3072" y="1370"/>
                    <a:pt x="3048" y="1465"/>
                    <a:pt x="2989" y="1525"/>
                  </a:cubicBezTo>
                  <a:lnTo>
                    <a:pt x="2739" y="1775"/>
                  </a:lnTo>
                  <a:cubicBezTo>
                    <a:pt x="2596" y="1906"/>
                    <a:pt x="2536" y="2085"/>
                    <a:pt x="2572" y="2263"/>
                  </a:cubicBezTo>
                  <a:lnTo>
                    <a:pt x="2632" y="2620"/>
                  </a:lnTo>
                  <a:cubicBezTo>
                    <a:pt x="2643" y="2692"/>
                    <a:pt x="2620" y="2787"/>
                    <a:pt x="2536" y="2823"/>
                  </a:cubicBezTo>
                  <a:cubicBezTo>
                    <a:pt x="2493" y="2852"/>
                    <a:pt x="2450" y="2867"/>
                    <a:pt x="2407" y="2867"/>
                  </a:cubicBezTo>
                  <a:cubicBezTo>
                    <a:pt x="2378" y="2867"/>
                    <a:pt x="2350" y="2861"/>
                    <a:pt x="2322" y="2847"/>
                  </a:cubicBezTo>
                  <a:lnTo>
                    <a:pt x="2001" y="2680"/>
                  </a:lnTo>
                  <a:cubicBezTo>
                    <a:pt x="1917" y="2632"/>
                    <a:pt x="1822" y="2620"/>
                    <a:pt x="1739" y="2620"/>
                  </a:cubicBezTo>
                  <a:cubicBezTo>
                    <a:pt x="1643" y="2620"/>
                    <a:pt x="1560" y="2632"/>
                    <a:pt x="1465" y="2680"/>
                  </a:cubicBezTo>
                  <a:lnTo>
                    <a:pt x="1155" y="2847"/>
                  </a:lnTo>
                  <a:cubicBezTo>
                    <a:pt x="1128" y="2865"/>
                    <a:pt x="1097" y="2872"/>
                    <a:pt x="1066" y="2872"/>
                  </a:cubicBezTo>
                  <a:cubicBezTo>
                    <a:pt x="1016" y="2872"/>
                    <a:pt x="966" y="2852"/>
                    <a:pt x="929" y="2823"/>
                  </a:cubicBezTo>
                  <a:cubicBezTo>
                    <a:pt x="858" y="2787"/>
                    <a:pt x="822" y="2692"/>
                    <a:pt x="846" y="2620"/>
                  </a:cubicBezTo>
                  <a:lnTo>
                    <a:pt x="905" y="2263"/>
                  </a:lnTo>
                  <a:cubicBezTo>
                    <a:pt x="929" y="2085"/>
                    <a:pt x="869" y="1894"/>
                    <a:pt x="738" y="1775"/>
                  </a:cubicBezTo>
                  <a:lnTo>
                    <a:pt x="488" y="1525"/>
                  </a:lnTo>
                  <a:cubicBezTo>
                    <a:pt x="429" y="1465"/>
                    <a:pt x="393" y="1382"/>
                    <a:pt x="429" y="1299"/>
                  </a:cubicBezTo>
                  <a:cubicBezTo>
                    <a:pt x="453" y="1227"/>
                    <a:pt x="512" y="1168"/>
                    <a:pt x="608" y="1144"/>
                  </a:cubicBezTo>
                  <a:lnTo>
                    <a:pt x="965" y="1108"/>
                  </a:lnTo>
                  <a:cubicBezTo>
                    <a:pt x="1143" y="1073"/>
                    <a:pt x="1298" y="953"/>
                    <a:pt x="1381" y="787"/>
                  </a:cubicBezTo>
                  <a:lnTo>
                    <a:pt x="1548" y="465"/>
                  </a:lnTo>
                  <a:cubicBezTo>
                    <a:pt x="1572" y="394"/>
                    <a:pt x="1643" y="346"/>
                    <a:pt x="1739" y="346"/>
                  </a:cubicBezTo>
                  <a:close/>
                  <a:moveTo>
                    <a:pt x="1703" y="1"/>
                  </a:moveTo>
                  <a:cubicBezTo>
                    <a:pt x="1489" y="1"/>
                    <a:pt x="1310" y="120"/>
                    <a:pt x="1203" y="311"/>
                  </a:cubicBezTo>
                  <a:lnTo>
                    <a:pt x="1036" y="644"/>
                  </a:lnTo>
                  <a:cubicBezTo>
                    <a:pt x="1012" y="703"/>
                    <a:pt x="953" y="739"/>
                    <a:pt x="869" y="763"/>
                  </a:cubicBezTo>
                  <a:lnTo>
                    <a:pt x="512" y="811"/>
                  </a:lnTo>
                  <a:cubicBezTo>
                    <a:pt x="310" y="834"/>
                    <a:pt x="131" y="989"/>
                    <a:pt x="60" y="1192"/>
                  </a:cubicBezTo>
                  <a:cubicBezTo>
                    <a:pt x="0" y="1406"/>
                    <a:pt x="36" y="1620"/>
                    <a:pt x="203" y="1775"/>
                  </a:cubicBezTo>
                  <a:lnTo>
                    <a:pt x="500" y="2025"/>
                  </a:lnTo>
                  <a:cubicBezTo>
                    <a:pt x="548" y="2073"/>
                    <a:pt x="572" y="2144"/>
                    <a:pt x="560" y="2216"/>
                  </a:cubicBezTo>
                  <a:lnTo>
                    <a:pt x="500" y="2573"/>
                  </a:lnTo>
                  <a:cubicBezTo>
                    <a:pt x="477" y="2787"/>
                    <a:pt x="548" y="2989"/>
                    <a:pt x="727" y="3120"/>
                  </a:cubicBezTo>
                  <a:cubicBezTo>
                    <a:pt x="834" y="3204"/>
                    <a:pt x="929" y="3228"/>
                    <a:pt x="1048" y="3228"/>
                  </a:cubicBezTo>
                  <a:cubicBezTo>
                    <a:pt x="1143" y="3228"/>
                    <a:pt x="1227" y="3216"/>
                    <a:pt x="1322" y="3168"/>
                  </a:cubicBezTo>
                  <a:lnTo>
                    <a:pt x="1631" y="3001"/>
                  </a:lnTo>
                  <a:cubicBezTo>
                    <a:pt x="1661" y="2989"/>
                    <a:pt x="1694" y="2983"/>
                    <a:pt x="1727" y="2983"/>
                  </a:cubicBezTo>
                  <a:cubicBezTo>
                    <a:pt x="1759" y="2983"/>
                    <a:pt x="1792" y="2989"/>
                    <a:pt x="1822" y="3001"/>
                  </a:cubicBezTo>
                  <a:lnTo>
                    <a:pt x="2143" y="3168"/>
                  </a:lnTo>
                  <a:cubicBezTo>
                    <a:pt x="2227" y="3215"/>
                    <a:pt x="2318" y="3239"/>
                    <a:pt x="2409" y="3239"/>
                  </a:cubicBezTo>
                  <a:cubicBezTo>
                    <a:pt x="2524" y="3239"/>
                    <a:pt x="2639" y="3200"/>
                    <a:pt x="2739" y="3120"/>
                  </a:cubicBezTo>
                  <a:cubicBezTo>
                    <a:pt x="2917" y="2989"/>
                    <a:pt x="2989" y="2787"/>
                    <a:pt x="2953" y="2573"/>
                  </a:cubicBezTo>
                  <a:lnTo>
                    <a:pt x="2894" y="2216"/>
                  </a:lnTo>
                  <a:cubicBezTo>
                    <a:pt x="2882" y="2144"/>
                    <a:pt x="2917" y="2085"/>
                    <a:pt x="2953" y="2025"/>
                  </a:cubicBezTo>
                  <a:lnTo>
                    <a:pt x="3215" y="1775"/>
                  </a:lnTo>
                  <a:cubicBezTo>
                    <a:pt x="3358" y="1620"/>
                    <a:pt x="3417" y="1406"/>
                    <a:pt x="3358" y="1192"/>
                  </a:cubicBezTo>
                  <a:cubicBezTo>
                    <a:pt x="3298" y="989"/>
                    <a:pt x="3120" y="834"/>
                    <a:pt x="2894" y="811"/>
                  </a:cubicBezTo>
                  <a:lnTo>
                    <a:pt x="2536" y="763"/>
                  </a:lnTo>
                  <a:cubicBezTo>
                    <a:pt x="2465" y="739"/>
                    <a:pt x="2405" y="703"/>
                    <a:pt x="2382" y="644"/>
                  </a:cubicBezTo>
                  <a:lnTo>
                    <a:pt x="2215" y="311"/>
                  </a:lnTo>
                  <a:cubicBezTo>
                    <a:pt x="2120" y="120"/>
                    <a:pt x="1929" y="1"/>
                    <a:pt x="1703" y="1"/>
                  </a:cubicBezTo>
                  <a:close/>
                </a:path>
              </a:pathLst>
            </a:custGeom>
            <a:solidFill>
              <a:srgbClr val="2F2E6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3009" name="Google Shape;3009;p55"/>
          <p:cNvSpPr txBox="1"/>
          <p:nvPr>
            <p:ph idx="1" type="subTitle"/>
          </p:nvPr>
        </p:nvSpPr>
        <p:spPr>
          <a:xfrm flipH="1">
            <a:off x="5992495" y="2165238"/>
            <a:ext cx="1933200" cy="61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F3F3F3"/>
                </a:solidFill>
              </a:rPr>
              <a:t>DESIGN INTERVENTIONS</a:t>
            </a:r>
            <a:endParaRPr sz="1200">
              <a:solidFill>
                <a:srgbClr val="F3F3F3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F3F3F3"/>
                </a:solidFill>
              </a:rPr>
              <a:t>NOT JUST ARTEFACTS</a:t>
            </a:r>
            <a:endParaRPr sz="1200">
              <a:solidFill>
                <a:srgbClr val="F3F3F3"/>
              </a:solidFill>
            </a:endParaRPr>
          </a:p>
        </p:txBody>
      </p:sp>
      <p:sp>
        <p:nvSpPr>
          <p:cNvPr id="3010" name="Google Shape;3010;p55"/>
          <p:cNvSpPr txBox="1"/>
          <p:nvPr>
            <p:ph idx="2" type="subTitle"/>
          </p:nvPr>
        </p:nvSpPr>
        <p:spPr>
          <a:xfrm flipH="1">
            <a:off x="3317034" y="2165238"/>
            <a:ext cx="1933200" cy="61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F3F3F3"/>
                </a:solidFill>
              </a:rPr>
              <a:t>DESIGN INTERACTIONS</a:t>
            </a:r>
            <a:endParaRPr sz="1200">
              <a:solidFill>
                <a:srgbClr val="F3F3F3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F3F3F3"/>
                </a:solidFill>
              </a:rPr>
              <a:t>NOT JUST INTERFACE</a:t>
            </a:r>
            <a:endParaRPr sz="1200">
              <a:solidFill>
                <a:srgbClr val="F3F3F3"/>
              </a:solidFill>
            </a:endParaRPr>
          </a:p>
        </p:txBody>
      </p:sp>
      <p:sp>
        <p:nvSpPr>
          <p:cNvPr id="3011" name="Google Shape;3011;p55"/>
          <p:cNvSpPr txBox="1"/>
          <p:nvPr>
            <p:ph idx="3" type="subTitle"/>
          </p:nvPr>
        </p:nvSpPr>
        <p:spPr>
          <a:xfrm flipH="1">
            <a:off x="5992495" y="568463"/>
            <a:ext cx="1933200" cy="611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3F3F3"/>
                </a:solidFill>
              </a:rPr>
              <a:t>INTERVENTIONS</a:t>
            </a:r>
            <a:endParaRPr>
              <a:solidFill>
                <a:srgbClr val="F3F3F3"/>
              </a:solidFill>
            </a:endParaRPr>
          </a:p>
        </p:txBody>
      </p:sp>
      <p:sp>
        <p:nvSpPr>
          <p:cNvPr id="3012" name="Google Shape;3012;p55"/>
          <p:cNvSpPr txBox="1"/>
          <p:nvPr>
            <p:ph idx="4" type="subTitle"/>
          </p:nvPr>
        </p:nvSpPr>
        <p:spPr>
          <a:xfrm flipH="1">
            <a:off x="3317034" y="568463"/>
            <a:ext cx="1933200" cy="611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3F3F3"/>
                </a:solidFill>
              </a:rPr>
              <a:t>INTERACTIONS</a:t>
            </a:r>
            <a:endParaRPr>
              <a:solidFill>
                <a:srgbClr val="F3F3F3"/>
              </a:solidFill>
            </a:endParaRPr>
          </a:p>
        </p:txBody>
      </p:sp>
      <p:sp>
        <p:nvSpPr>
          <p:cNvPr id="3013" name="Google Shape;3013;p55"/>
          <p:cNvSpPr txBox="1"/>
          <p:nvPr>
            <p:ph type="ctrTitle"/>
          </p:nvPr>
        </p:nvSpPr>
        <p:spPr>
          <a:xfrm flipH="1">
            <a:off x="973400" y="1951175"/>
            <a:ext cx="1720500" cy="1241400"/>
          </a:xfrm>
          <a:prstGeom prst="rect">
            <a:avLst/>
          </a:prstGeom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INTERACTIONS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&amp;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INTERVENTIONS</a:t>
            </a:r>
            <a:endParaRPr/>
          </a:p>
        </p:txBody>
      </p:sp>
      <p:sp>
        <p:nvSpPr>
          <p:cNvPr id="3014" name="Google Shape;3014;p55"/>
          <p:cNvSpPr/>
          <p:nvPr/>
        </p:nvSpPr>
        <p:spPr>
          <a:xfrm>
            <a:off x="4111931" y="1596280"/>
            <a:ext cx="343335" cy="343303"/>
          </a:xfrm>
          <a:custGeom>
            <a:rect b="b" l="l" r="r" t="t"/>
            <a:pathLst>
              <a:path extrusionOk="0" h="10811" w="10812">
                <a:moveTo>
                  <a:pt x="2769" y="2858"/>
                </a:moveTo>
                <a:cubicBezTo>
                  <a:pt x="2830" y="2858"/>
                  <a:pt x="2892" y="2866"/>
                  <a:pt x="2954" y="2881"/>
                </a:cubicBezTo>
                <a:cubicBezTo>
                  <a:pt x="3251" y="2941"/>
                  <a:pt x="3489" y="3191"/>
                  <a:pt x="3549" y="3489"/>
                </a:cubicBezTo>
                <a:cubicBezTo>
                  <a:pt x="3608" y="3774"/>
                  <a:pt x="3501" y="4036"/>
                  <a:pt x="3275" y="4227"/>
                </a:cubicBezTo>
                <a:cubicBezTo>
                  <a:pt x="3132" y="4346"/>
                  <a:pt x="3037" y="4548"/>
                  <a:pt x="3037" y="4739"/>
                </a:cubicBezTo>
                <a:lnTo>
                  <a:pt x="3037" y="5084"/>
                </a:lnTo>
                <a:cubicBezTo>
                  <a:pt x="3037" y="5346"/>
                  <a:pt x="3263" y="5572"/>
                  <a:pt x="3525" y="5572"/>
                </a:cubicBezTo>
                <a:lnTo>
                  <a:pt x="5228" y="5572"/>
                </a:lnTo>
                <a:lnTo>
                  <a:pt x="5228" y="7263"/>
                </a:lnTo>
                <a:cubicBezTo>
                  <a:pt x="5228" y="7370"/>
                  <a:pt x="5156" y="7441"/>
                  <a:pt x="5049" y="7441"/>
                </a:cubicBezTo>
                <a:lnTo>
                  <a:pt x="4704" y="7441"/>
                </a:lnTo>
                <a:cubicBezTo>
                  <a:pt x="4597" y="7441"/>
                  <a:pt x="4513" y="7406"/>
                  <a:pt x="4442" y="7322"/>
                </a:cubicBezTo>
                <a:cubicBezTo>
                  <a:pt x="4225" y="7076"/>
                  <a:pt x="3925" y="6935"/>
                  <a:pt x="3599" y="6935"/>
                </a:cubicBezTo>
                <a:cubicBezTo>
                  <a:pt x="3532" y="6935"/>
                  <a:pt x="3463" y="6941"/>
                  <a:pt x="3394" y="6953"/>
                </a:cubicBezTo>
                <a:cubicBezTo>
                  <a:pt x="2965" y="7025"/>
                  <a:pt x="2620" y="7370"/>
                  <a:pt x="2537" y="7787"/>
                </a:cubicBezTo>
                <a:cubicBezTo>
                  <a:pt x="2453" y="8120"/>
                  <a:pt x="2549" y="8454"/>
                  <a:pt x="2751" y="8715"/>
                </a:cubicBezTo>
                <a:cubicBezTo>
                  <a:pt x="2965" y="8965"/>
                  <a:pt x="3275" y="9108"/>
                  <a:pt x="3608" y="9108"/>
                </a:cubicBezTo>
                <a:cubicBezTo>
                  <a:pt x="3930" y="9108"/>
                  <a:pt x="4227" y="8965"/>
                  <a:pt x="4442" y="8715"/>
                </a:cubicBezTo>
                <a:cubicBezTo>
                  <a:pt x="4501" y="8632"/>
                  <a:pt x="4585" y="8608"/>
                  <a:pt x="4692" y="8608"/>
                </a:cubicBezTo>
                <a:lnTo>
                  <a:pt x="5037" y="8608"/>
                </a:lnTo>
                <a:cubicBezTo>
                  <a:pt x="5132" y="8608"/>
                  <a:pt x="5216" y="8680"/>
                  <a:pt x="5216" y="8787"/>
                </a:cubicBezTo>
                <a:lnTo>
                  <a:pt x="5216" y="10501"/>
                </a:lnTo>
                <a:lnTo>
                  <a:pt x="846" y="10501"/>
                </a:lnTo>
                <a:cubicBezTo>
                  <a:pt x="572" y="10501"/>
                  <a:pt x="334" y="10263"/>
                  <a:pt x="334" y="9977"/>
                </a:cubicBezTo>
                <a:lnTo>
                  <a:pt x="334" y="5572"/>
                </a:lnTo>
                <a:lnTo>
                  <a:pt x="2025" y="5572"/>
                </a:lnTo>
                <a:cubicBezTo>
                  <a:pt x="2299" y="5572"/>
                  <a:pt x="2513" y="5346"/>
                  <a:pt x="2513" y="5084"/>
                </a:cubicBezTo>
                <a:lnTo>
                  <a:pt x="2513" y="4727"/>
                </a:lnTo>
                <a:cubicBezTo>
                  <a:pt x="2513" y="4513"/>
                  <a:pt x="2430" y="4334"/>
                  <a:pt x="2299" y="4215"/>
                </a:cubicBezTo>
                <a:cubicBezTo>
                  <a:pt x="2120" y="4072"/>
                  <a:pt x="2013" y="3858"/>
                  <a:pt x="2013" y="3620"/>
                </a:cubicBezTo>
                <a:cubicBezTo>
                  <a:pt x="2013" y="3381"/>
                  <a:pt x="2120" y="3179"/>
                  <a:pt x="2299" y="3024"/>
                </a:cubicBezTo>
                <a:cubicBezTo>
                  <a:pt x="2431" y="2919"/>
                  <a:pt x="2596" y="2858"/>
                  <a:pt x="2769" y="2858"/>
                </a:cubicBezTo>
                <a:close/>
                <a:moveTo>
                  <a:pt x="10014" y="298"/>
                </a:moveTo>
                <a:cubicBezTo>
                  <a:pt x="10300" y="298"/>
                  <a:pt x="10538" y="536"/>
                  <a:pt x="10538" y="822"/>
                </a:cubicBezTo>
                <a:lnTo>
                  <a:pt x="10538" y="5239"/>
                </a:lnTo>
                <a:lnTo>
                  <a:pt x="10312" y="5239"/>
                </a:lnTo>
                <a:cubicBezTo>
                  <a:pt x="10228" y="5239"/>
                  <a:pt x="10157" y="5322"/>
                  <a:pt x="10157" y="5406"/>
                </a:cubicBezTo>
                <a:cubicBezTo>
                  <a:pt x="10157" y="5501"/>
                  <a:pt x="10228" y="5572"/>
                  <a:pt x="10312" y="5572"/>
                </a:cubicBezTo>
                <a:lnTo>
                  <a:pt x="10490" y="5572"/>
                </a:lnTo>
                <a:lnTo>
                  <a:pt x="10490" y="9977"/>
                </a:lnTo>
                <a:cubicBezTo>
                  <a:pt x="10490" y="10263"/>
                  <a:pt x="10252" y="10501"/>
                  <a:pt x="9978" y="10501"/>
                </a:cubicBezTo>
                <a:lnTo>
                  <a:pt x="5573" y="10501"/>
                </a:lnTo>
                <a:lnTo>
                  <a:pt x="5573" y="8799"/>
                </a:lnTo>
                <a:cubicBezTo>
                  <a:pt x="5573" y="8537"/>
                  <a:pt x="5347" y="8311"/>
                  <a:pt x="5073" y="8311"/>
                </a:cubicBezTo>
                <a:lnTo>
                  <a:pt x="4739" y="8311"/>
                </a:lnTo>
                <a:cubicBezTo>
                  <a:pt x="4525" y="8311"/>
                  <a:pt x="4347" y="8394"/>
                  <a:pt x="4227" y="8537"/>
                </a:cubicBezTo>
                <a:cubicBezTo>
                  <a:pt x="4085" y="8715"/>
                  <a:pt x="3870" y="8811"/>
                  <a:pt x="3632" y="8811"/>
                </a:cubicBezTo>
                <a:cubicBezTo>
                  <a:pt x="3394" y="8811"/>
                  <a:pt x="3192" y="8715"/>
                  <a:pt x="3037" y="8537"/>
                </a:cubicBezTo>
                <a:cubicBezTo>
                  <a:pt x="2894" y="8358"/>
                  <a:pt x="2834" y="8120"/>
                  <a:pt x="2894" y="7882"/>
                </a:cubicBezTo>
                <a:cubicBezTo>
                  <a:pt x="2954" y="7584"/>
                  <a:pt x="3204" y="7346"/>
                  <a:pt x="3501" y="7287"/>
                </a:cubicBezTo>
                <a:cubicBezTo>
                  <a:pt x="3557" y="7275"/>
                  <a:pt x="3612" y="7269"/>
                  <a:pt x="3665" y="7269"/>
                </a:cubicBezTo>
                <a:cubicBezTo>
                  <a:pt x="3887" y="7269"/>
                  <a:pt x="4086" y="7367"/>
                  <a:pt x="4239" y="7549"/>
                </a:cubicBezTo>
                <a:cubicBezTo>
                  <a:pt x="4358" y="7703"/>
                  <a:pt x="4561" y="7787"/>
                  <a:pt x="4751" y="7787"/>
                </a:cubicBezTo>
                <a:lnTo>
                  <a:pt x="5097" y="7787"/>
                </a:lnTo>
                <a:cubicBezTo>
                  <a:pt x="5359" y="7787"/>
                  <a:pt x="5585" y="7561"/>
                  <a:pt x="5585" y="7299"/>
                </a:cubicBezTo>
                <a:lnTo>
                  <a:pt x="5585" y="5596"/>
                </a:lnTo>
                <a:lnTo>
                  <a:pt x="7275" y="5596"/>
                </a:lnTo>
                <a:cubicBezTo>
                  <a:pt x="7383" y="5596"/>
                  <a:pt x="7454" y="5679"/>
                  <a:pt x="7454" y="5775"/>
                </a:cubicBezTo>
                <a:lnTo>
                  <a:pt x="7454" y="6120"/>
                </a:lnTo>
                <a:cubicBezTo>
                  <a:pt x="7454" y="6227"/>
                  <a:pt x="7418" y="6310"/>
                  <a:pt x="7335" y="6394"/>
                </a:cubicBezTo>
                <a:cubicBezTo>
                  <a:pt x="7037" y="6644"/>
                  <a:pt x="6894" y="7025"/>
                  <a:pt x="6966" y="7430"/>
                </a:cubicBezTo>
                <a:cubicBezTo>
                  <a:pt x="7037" y="7858"/>
                  <a:pt x="7383" y="8203"/>
                  <a:pt x="7799" y="8299"/>
                </a:cubicBezTo>
                <a:cubicBezTo>
                  <a:pt x="7871" y="8311"/>
                  <a:pt x="7954" y="8323"/>
                  <a:pt x="8037" y="8323"/>
                </a:cubicBezTo>
                <a:cubicBezTo>
                  <a:pt x="8288" y="8323"/>
                  <a:pt x="8526" y="8239"/>
                  <a:pt x="8728" y="8084"/>
                </a:cubicBezTo>
                <a:cubicBezTo>
                  <a:pt x="8978" y="7882"/>
                  <a:pt x="9121" y="7561"/>
                  <a:pt x="9121" y="7239"/>
                </a:cubicBezTo>
                <a:cubicBezTo>
                  <a:pt x="9121" y="6906"/>
                  <a:pt x="8978" y="6608"/>
                  <a:pt x="8728" y="6406"/>
                </a:cubicBezTo>
                <a:cubicBezTo>
                  <a:pt x="8645" y="6346"/>
                  <a:pt x="8621" y="6251"/>
                  <a:pt x="8621" y="6132"/>
                </a:cubicBezTo>
                <a:lnTo>
                  <a:pt x="8621" y="5798"/>
                </a:lnTo>
                <a:cubicBezTo>
                  <a:pt x="8621" y="5691"/>
                  <a:pt x="8692" y="5620"/>
                  <a:pt x="8799" y="5620"/>
                </a:cubicBezTo>
                <a:lnTo>
                  <a:pt x="9645" y="5620"/>
                </a:lnTo>
                <a:cubicBezTo>
                  <a:pt x="9740" y="5620"/>
                  <a:pt x="9812" y="5536"/>
                  <a:pt x="9812" y="5453"/>
                </a:cubicBezTo>
                <a:cubicBezTo>
                  <a:pt x="9812" y="5358"/>
                  <a:pt x="9740" y="5286"/>
                  <a:pt x="9645" y="5286"/>
                </a:cubicBezTo>
                <a:lnTo>
                  <a:pt x="8799" y="5286"/>
                </a:lnTo>
                <a:cubicBezTo>
                  <a:pt x="8526" y="5286"/>
                  <a:pt x="8311" y="5513"/>
                  <a:pt x="8311" y="5775"/>
                </a:cubicBezTo>
                <a:lnTo>
                  <a:pt x="8311" y="6120"/>
                </a:lnTo>
                <a:cubicBezTo>
                  <a:pt x="8311" y="6334"/>
                  <a:pt x="8395" y="6513"/>
                  <a:pt x="8526" y="6632"/>
                </a:cubicBezTo>
                <a:cubicBezTo>
                  <a:pt x="8704" y="6775"/>
                  <a:pt x="8811" y="6989"/>
                  <a:pt x="8811" y="7227"/>
                </a:cubicBezTo>
                <a:cubicBezTo>
                  <a:pt x="8811" y="7465"/>
                  <a:pt x="8704" y="7668"/>
                  <a:pt x="8526" y="7822"/>
                </a:cubicBezTo>
                <a:cubicBezTo>
                  <a:pt x="8394" y="7928"/>
                  <a:pt x="8229" y="7988"/>
                  <a:pt x="8056" y="7988"/>
                </a:cubicBezTo>
                <a:cubicBezTo>
                  <a:pt x="7995" y="7988"/>
                  <a:pt x="7933" y="7981"/>
                  <a:pt x="7871" y="7965"/>
                </a:cubicBezTo>
                <a:cubicBezTo>
                  <a:pt x="7573" y="7906"/>
                  <a:pt x="7335" y="7656"/>
                  <a:pt x="7275" y="7358"/>
                </a:cubicBezTo>
                <a:cubicBezTo>
                  <a:pt x="7216" y="7072"/>
                  <a:pt x="7323" y="6810"/>
                  <a:pt x="7549" y="6608"/>
                </a:cubicBezTo>
                <a:cubicBezTo>
                  <a:pt x="7692" y="6489"/>
                  <a:pt x="7787" y="6298"/>
                  <a:pt x="7787" y="6108"/>
                </a:cubicBezTo>
                <a:lnTo>
                  <a:pt x="7787" y="5763"/>
                </a:lnTo>
                <a:cubicBezTo>
                  <a:pt x="7787" y="5501"/>
                  <a:pt x="7561" y="5275"/>
                  <a:pt x="7287" y="5275"/>
                </a:cubicBezTo>
                <a:lnTo>
                  <a:pt x="5597" y="5275"/>
                </a:lnTo>
                <a:lnTo>
                  <a:pt x="5597" y="3572"/>
                </a:lnTo>
                <a:cubicBezTo>
                  <a:pt x="5597" y="3477"/>
                  <a:pt x="5668" y="3393"/>
                  <a:pt x="5775" y="3393"/>
                </a:cubicBezTo>
                <a:lnTo>
                  <a:pt x="6121" y="3393"/>
                </a:lnTo>
                <a:cubicBezTo>
                  <a:pt x="6216" y="3393"/>
                  <a:pt x="6311" y="3441"/>
                  <a:pt x="6383" y="3512"/>
                </a:cubicBezTo>
                <a:cubicBezTo>
                  <a:pt x="6592" y="3762"/>
                  <a:pt x="6901" y="3911"/>
                  <a:pt x="7234" y="3911"/>
                </a:cubicBezTo>
                <a:cubicBezTo>
                  <a:pt x="7299" y="3911"/>
                  <a:pt x="7364" y="3905"/>
                  <a:pt x="7430" y="3893"/>
                </a:cubicBezTo>
                <a:cubicBezTo>
                  <a:pt x="7859" y="3810"/>
                  <a:pt x="8204" y="3477"/>
                  <a:pt x="8288" y="3060"/>
                </a:cubicBezTo>
                <a:cubicBezTo>
                  <a:pt x="8359" y="2727"/>
                  <a:pt x="8276" y="2381"/>
                  <a:pt x="8061" y="2131"/>
                </a:cubicBezTo>
                <a:cubicBezTo>
                  <a:pt x="7859" y="1881"/>
                  <a:pt x="7549" y="1726"/>
                  <a:pt x="7216" y="1726"/>
                </a:cubicBezTo>
                <a:cubicBezTo>
                  <a:pt x="6894" y="1726"/>
                  <a:pt x="6597" y="1881"/>
                  <a:pt x="6383" y="2131"/>
                </a:cubicBezTo>
                <a:cubicBezTo>
                  <a:pt x="6323" y="2203"/>
                  <a:pt x="6240" y="2238"/>
                  <a:pt x="6132" y="2238"/>
                </a:cubicBezTo>
                <a:lnTo>
                  <a:pt x="5787" y="2238"/>
                </a:lnTo>
                <a:cubicBezTo>
                  <a:pt x="5680" y="2238"/>
                  <a:pt x="5609" y="2167"/>
                  <a:pt x="5609" y="2060"/>
                </a:cubicBezTo>
                <a:lnTo>
                  <a:pt x="5609" y="1215"/>
                </a:lnTo>
                <a:cubicBezTo>
                  <a:pt x="5609" y="1119"/>
                  <a:pt x="5537" y="1048"/>
                  <a:pt x="5442" y="1048"/>
                </a:cubicBezTo>
                <a:cubicBezTo>
                  <a:pt x="5359" y="1048"/>
                  <a:pt x="5287" y="1119"/>
                  <a:pt x="5287" y="1215"/>
                </a:cubicBezTo>
                <a:lnTo>
                  <a:pt x="5287" y="2060"/>
                </a:lnTo>
                <a:cubicBezTo>
                  <a:pt x="5287" y="2322"/>
                  <a:pt x="5501" y="2548"/>
                  <a:pt x="5775" y="2548"/>
                </a:cubicBezTo>
                <a:lnTo>
                  <a:pt x="6121" y="2548"/>
                </a:lnTo>
                <a:cubicBezTo>
                  <a:pt x="6323" y="2548"/>
                  <a:pt x="6502" y="2465"/>
                  <a:pt x="6621" y="2322"/>
                </a:cubicBezTo>
                <a:cubicBezTo>
                  <a:pt x="6775" y="2143"/>
                  <a:pt x="6978" y="2048"/>
                  <a:pt x="7216" y="2048"/>
                </a:cubicBezTo>
                <a:cubicBezTo>
                  <a:pt x="7454" y="2048"/>
                  <a:pt x="7668" y="2143"/>
                  <a:pt x="7811" y="2322"/>
                </a:cubicBezTo>
                <a:cubicBezTo>
                  <a:pt x="7966" y="2500"/>
                  <a:pt x="8026" y="2739"/>
                  <a:pt x="7966" y="2977"/>
                </a:cubicBezTo>
                <a:cubicBezTo>
                  <a:pt x="7907" y="3274"/>
                  <a:pt x="7656" y="3512"/>
                  <a:pt x="7359" y="3572"/>
                </a:cubicBezTo>
                <a:cubicBezTo>
                  <a:pt x="7303" y="3584"/>
                  <a:pt x="7248" y="3589"/>
                  <a:pt x="7193" y="3589"/>
                </a:cubicBezTo>
                <a:cubicBezTo>
                  <a:pt x="6969" y="3589"/>
                  <a:pt x="6762" y="3492"/>
                  <a:pt x="6609" y="3310"/>
                </a:cubicBezTo>
                <a:cubicBezTo>
                  <a:pt x="6490" y="3155"/>
                  <a:pt x="6299" y="3072"/>
                  <a:pt x="6097" y="3072"/>
                </a:cubicBezTo>
                <a:lnTo>
                  <a:pt x="5763" y="3072"/>
                </a:lnTo>
                <a:cubicBezTo>
                  <a:pt x="5490" y="3072"/>
                  <a:pt x="5275" y="3298"/>
                  <a:pt x="5275" y="3560"/>
                </a:cubicBezTo>
                <a:lnTo>
                  <a:pt x="5275" y="5263"/>
                </a:lnTo>
                <a:lnTo>
                  <a:pt x="3573" y="5263"/>
                </a:lnTo>
                <a:cubicBezTo>
                  <a:pt x="3465" y="5263"/>
                  <a:pt x="3394" y="5179"/>
                  <a:pt x="3394" y="5084"/>
                </a:cubicBezTo>
                <a:lnTo>
                  <a:pt x="3394" y="4727"/>
                </a:lnTo>
                <a:cubicBezTo>
                  <a:pt x="3394" y="4620"/>
                  <a:pt x="3442" y="4524"/>
                  <a:pt x="3513" y="4453"/>
                </a:cubicBezTo>
                <a:cubicBezTo>
                  <a:pt x="3811" y="4203"/>
                  <a:pt x="3954" y="3810"/>
                  <a:pt x="3882" y="3417"/>
                </a:cubicBezTo>
                <a:cubicBezTo>
                  <a:pt x="3811" y="2977"/>
                  <a:pt x="3465" y="2643"/>
                  <a:pt x="3049" y="2548"/>
                </a:cubicBezTo>
                <a:cubicBezTo>
                  <a:pt x="2973" y="2531"/>
                  <a:pt x="2896" y="2523"/>
                  <a:pt x="2820" y="2523"/>
                </a:cubicBezTo>
                <a:cubicBezTo>
                  <a:pt x="2570" y="2523"/>
                  <a:pt x="2323" y="2610"/>
                  <a:pt x="2132" y="2774"/>
                </a:cubicBezTo>
                <a:cubicBezTo>
                  <a:pt x="1870" y="2977"/>
                  <a:pt x="1727" y="3298"/>
                  <a:pt x="1727" y="3620"/>
                </a:cubicBezTo>
                <a:cubicBezTo>
                  <a:pt x="1727" y="3941"/>
                  <a:pt x="1870" y="4239"/>
                  <a:pt x="2132" y="4453"/>
                </a:cubicBezTo>
                <a:cubicBezTo>
                  <a:pt x="2203" y="4513"/>
                  <a:pt x="2227" y="4608"/>
                  <a:pt x="2227" y="4703"/>
                </a:cubicBezTo>
                <a:lnTo>
                  <a:pt x="2227" y="5048"/>
                </a:lnTo>
                <a:cubicBezTo>
                  <a:pt x="2227" y="5155"/>
                  <a:pt x="2156" y="5227"/>
                  <a:pt x="2049" y="5227"/>
                </a:cubicBezTo>
                <a:lnTo>
                  <a:pt x="358" y="5227"/>
                </a:lnTo>
                <a:lnTo>
                  <a:pt x="358" y="822"/>
                </a:lnTo>
                <a:cubicBezTo>
                  <a:pt x="358" y="536"/>
                  <a:pt x="596" y="298"/>
                  <a:pt x="882" y="298"/>
                </a:cubicBezTo>
                <a:lnTo>
                  <a:pt x="5287" y="298"/>
                </a:lnTo>
                <a:lnTo>
                  <a:pt x="5287" y="476"/>
                </a:lnTo>
                <a:cubicBezTo>
                  <a:pt x="5287" y="572"/>
                  <a:pt x="5359" y="643"/>
                  <a:pt x="5442" y="643"/>
                </a:cubicBezTo>
                <a:cubicBezTo>
                  <a:pt x="5537" y="643"/>
                  <a:pt x="5609" y="572"/>
                  <a:pt x="5609" y="476"/>
                </a:cubicBezTo>
                <a:lnTo>
                  <a:pt x="5609" y="298"/>
                </a:lnTo>
                <a:close/>
                <a:moveTo>
                  <a:pt x="834" y="0"/>
                </a:moveTo>
                <a:cubicBezTo>
                  <a:pt x="370" y="0"/>
                  <a:pt x="1" y="381"/>
                  <a:pt x="1" y="834"/>
                </a:cubicBezTo>
                <a:lnTo>
                  <a:pt x="1" y="9977"/>
                </a:lnTo>
                <a:cubicBezTo>
                  <a:pt x="1" y="10442"/>
                  <a:pt x="370" y="10811"/>
                  <a:pt x="834" y="10811"/>
                </a:cubicBezTo>
                <a:lnTo>
                  <a:pt x="9978" y="10811"/>
                </a:lnTo>
                <a:cubicBezTo>
                  <a:pt x="10431" y="10811"/>
                  <a:pt x="10812" y="10442"/>
                  <a:pt x="10812" y="9977"/>
                </a:cubicBezTo>
                <a:lnTo>
                  <a:pt x="10812" y="834"/>
                </a:lnTo>
                <a:cubicBezTo>
                  <a:pt x="10812" y="381"/>
                  <a:pt x="10431" y="0"/>
                  <a:pt x="9978" y="0"/>
                </a:cubicBezTo>
                <a:close/>
              </a:path>
            </a:pathLst>
          </a:custGeom>
          <a:solidFill>
            <a:srgbClr val="21204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15" name="Google Shape;3015;p55"/>
          <p:cNvSpPr txBox="1"/>
          <p:nvPr>
            <p:ph idx="1" type="subTitle"/>
          </p:nvPr>
        </p:nvSpPr>
        <p:spPr>
          <a:xfrm flipH="1">
            <a:off x="5754275" y="2889125"/>
            <a:ext cx="2409600" cy="1640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1200">
                <a:solidFill>
                  <a:srgbClr val="F3F3F3"/>
                </a:solidFill>
              </a:rPr>
              <a:t>Not just the system, but also…</a:t>
            </a:r>
            <a:endParaRPr b="0" sz="1200">
              <a:solidFill>
                <a:srgbClr val="F3F3F3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200">
              <a:solidFill>
                <a:srgbClr val="F3F3F3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200">
              <a:solidFill>
                <a:srgbClr val="F3F3F3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1200">
                <a:solidFill>
                  <a:srgbClr val="F3F3F3"/>
                </a:solidFill>
              </a:rPr>
              <a:t>- </a:t>
            </a:r>
            <a:r>
              <a:rPr b="0" lang="en" sz="1200">
                <a:solidFill>
                  <a:srgbClr val="F3F3F3"/>
                </a:solidFill>
              </a:rPr>
              <a:t>Documentation, manuals, tutorials</a:t>
            </a:r>
            <a:endParaRPr b="0" sz="1200">
              <a:solidFill>
                <a:srgbClr val="F3F3F3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1200">
                <a:solidFill>
                  <a:srgbClr val="F3F3F3"/>
                </a:solidFill>
              </a:rPr>
              <a:t>- What we say and do as well as </a:t>
            </a:r>
            <a:br>
              <a:rPr b="0" lang="en" sz="1200">
                <a:solidFill>
                  <a:srgbClr val="F3F3F3"/>
                </a:solidFill>
              </a:rPr>
            </a:br>
            <a:r>
              <a:rPr b="0" lang="en" sz="1200">
                <a:solidFill>
                  <a:srgbClr val="F3F3F3"/>
                </a:solidFill>
              </a:rPr>
              <a:t>what we make</a:t>
            </a:r>
            <a:endParaRPr b="0" sz="1200">
              <a:solidFill>
                <a:srgbClr val="F3F3F3"/>
              </a:solidFill>
            </a:endParaRPr>
          </a:p>
        </p:txBody>
      </p:sp>
      <p:sp>
        <p:nvSpPr>
          <p:cNvPr id="3016" name="Google Shape;3016;p55"/>
          <p:cNvSpPr txBox="1"/>
          <p:nvPr>
            <p:ph idx="2" type="subTitle"/>
          </p:nvPr>
        </p:nvSpPr>
        <p:spPr>
          <a:xfrm flipH="1">
            <a:off x="3078798" y="2776650"/>
            <a:ext cx="2409600" cy="61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1200">
                <a:solidFill>
                  <a:srgbClr val="F3F3F3"/>
                </a:solidFill>
              </a:rPr>
              <a:t>Not just the immediate interaction</a:t>
            </a:r>
            <a:endParaRPr b="0" sz="1200">
              <a:solidFill>
                <a:srgbClr val="F3F3F3"/>
              </a:solidFill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3021" name="Shape 30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22" name="Google Shape;3022;p56"/>
          <p:cNvSpPr txBox="1"/>
          <p:nvPr>
            <p:ph type="ctrTitle"/>
          </p:nvPr>
        </p:nvSpPr>
        <p:spPr>
          <a:xfrm>
            <a:off x="0" y="2284725"/>
            <a:ext cx="9144000" cy="1655100"/>
          </a:xfrm>
          <a:prstGeom prst="rect">
            <a:avLst/>
          </a:prstGeom>
          <a:solidFill>
            <a:srgbClr val="1A1A1A">
              <a:alpha val="48600"/>
            </a:srgbClr>
          </a:solidFill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4200">
                <a:solidFill>
                  <a:srgbClr val="F3F3F3"/>
                </a:solidFill>
              </a:rPr>
              <a:t>WHAT IS DESIGN?</a:t>
            </a:r>
            <a:endParaRPr sz="4200">
              <a:solidFill>
                <a:srgbClr val="F3F3F3"/>
              </a:solidFill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3F3F3"/>
        </a:solidFill>
      </p:bgPr>
    </p:bg>
    <p:spTree>
      <p:nvGrpSpPr>
        <p:cNvPr id="3026" name="Shape 30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27" name="Google Shape;3027;p57"/>
          <p:cNvSpPr txBox="1"/>
          <p:nvPr>
            <p:ph type="ctrTitle"/>
          </p:nvPr>
        </p:nvSpPr>
        <p:spPr>
          <a:xfrm flipH="1">
            <a:off x="973500" y="1951175"/>
            <a:ext cx="1245900" cy="1241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unito Sans Black"/>
              <a:buNone/>
            </a:pPr>
            <a:r>
              <a:rPr lang="en"/>
              <a:t>WHAT </a:t>
            </a:r>
            <a:endParaRPr/>
          </a:p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unito Sans Black"/>
              <a:buNone/>
            </a:pPr>
            <a:r>
              <a:rPr lang="en"/>
              <a:t>IS </a:t>
            </a:r>
            <a:endParaRPr/>
          </a:p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unito Sans Black"/>
              <a:buNone/>
            </a:pPr>
            <a:r>
              <a:rPr lang="en"/>
              <a:t>DESIGN?</a:t>
            </a:r>
            <a:endParaRPr/>
          </a:p>
        </p:txBody>
      </p:sp>
      <p:sp>
        <p:nvSpPr>
          <p:cNvPr id="3028" name="Google Shape;3028;p57"/>
          <p:cNvSpPr txBox="1"/>
          <p:nvPr>
            <p:ph idx="4294967295" type="subTitle"/>
          </p:nvPr>
        </p:nvSpPr>
        <p:spPr>
          <a:xfrm>
            <a:off x="4785832" y="1583750"/>
            <a:ext cx="1557600" cy="743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/>
              <a:t>Materials</a:t>
            </a:r>
            <a:endParaRPr sz="1100"/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/>
              <a:t>Platforms </a:t>
            </a:r>
            <a:endParaRPr sz="1100"/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/>
              <a:t>… </a:t>
            </a:r>
            <a:endParaRPr sz="1100"/>
          </a:p>
        </p:txBody>
      </p:sp>
      <p:sp>
        <p:nvSpPr>
          <p:cNvPr id="3029" name="Google Shape;3029;p57"/>
          <p:cNvSpPr txBox="1"/>
          <p:nvPr>
            <p:ph idx="4294967295" type="subTitle"/>
          </p:nvPr>
        </p:nvSpPr>
        <p:spPr>
          <a:xfrm>
            <a:off x="3138948" y="1583750"/>
            <a:ext cx="1557600" cy="743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/>
              <a:t>Who is it for</a:t>
            </a:r>
            <a:endParaRPr sz="1100"/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/>
              <a:t>Why do they want it</a:t>
            </a:r>
            <a:endParaRPr sz="1100"/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/>
              <a:t>… </a:t>
            </a:r>
            <a:endParaRPr sz="1100"/>
          </a:p>
        </p:txBody>
      </p:sp>
      <p:sp>
        <p:nvSpPr>
          <p:cNvPr id="3030" name="Google Shape;3030;p57"/>
          <p:cNvSpPr txBox="1"/>
          <p:nvPr>
            <p:ph idx="4294967295" type="subTitle"/>
          </p:nvPr>
        </p:nvSpPr>
        <p:spPr>
          <a:xfrm>
            <a:off x="6559143" y="1247575"/>
            <a:ext cx="1302300" cy="336300"/>
          </a:xfrm>
          <a:prstGeom prst="rect">
            <a:avLst/>
          </a:prstGeom>
          <a:solidFill>
            <a:srgbClr val="FF457A"/>
          </a:solidFill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3F3F3"/>
                </a:solidFill>
                <a:latin typeface="Saira SemiCondensed SemiBold"/>
                <a:ea typeface="Saira SemiCondensed SemiBold"/>
                <a:cs typeface="Saira SemiCondensed SemiBold"/>
                <a:sym typeface="Saira SemiCondensed SemiBold"/>
              </a:rPr>
              <a:t>TRADE-OFFS</a:t>
            </a:r>
            <a:endParaRPr>
              <a:solidFill>
                <a:srgbClr val="F3F3F3"/>
              </a:solidFill>
              <a:latin typeface="Saira SemiCondensed SemiBold"/>
              <a:ea typeface="Saira SemiCondensed SemiBold"/>
              <a:cs typeface="Saira SemiCondensed SemiBold"/>
              <a:sym typeface="Saira SemiCondensed SemiBold"/>
            </a:endParaRPr>
          </a:p>
        </p:txBody>
      </p:sp>
      <p:sp>
        <p:nvSpPr>
          <p:cNvPr id="3031" name="Google Shape;3031;p57"/>
          <p:cNvSpPr txBox="1"/>
          <p:nvPr>
            <p:ph idx="4294967295" type="subTitle"/>
          </p:nvPr>
        </p:nvSpPr>
        <p:spPr>
          <a:xfrm>
            <a:off x="4913489" y="1247575"/>
            <a:ext cx="1302300" cy="336300"/>
          </a:xfrm>
          <a:prstGeom prst="rect">
            <a:avLst/>
          </a:prstGeom>
          <a:solidFill>
            <a:srgbClr val="FF457A"/>
          </a:solidFill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3F3F3"/>
                </a:solidFill>
                <a:latin typeface="Saira SemiCondensed SemiBold"/>
                <a:ea typeface="Saira SemiCondensed SemiBold"/>
                <a:cs typeface="Saira SemiCondensed SemiBold"/>
                <a:sym typeface="Saira SemiCondensed SemiBold"/>
              </a:rPr>
              <a:t>CONTRAINTS</a:t>
            </a:r>
            <a:endParaRPr>
              <a:solidFill>
                <a:srgbClr val="F3F3F3"/>
              </a:solidFill>
              <a:latin typeface="Saira SemiCondensed SemiBold"/>
              <a:ea typeface="Saira SemiCondensed SemiBold"/>
              <a:cs typeface="Saira SemiCondensed SemiBold"/>
              <a:sym typeface="Saira SemiCondensed SemiBold"/>
            </a:endParaRPr>
          </a:p>
        </p:txBody>
      </p:sp>
      <p:sp>
        <p:nvSpPr>
          <p:cNvPr id="3032" name="Google Shape;3032;p57"/>
          <p:cNvSpPr txBox="1"/>
          <p:nvPr>
            <p:ph idx="4294967295" type="subTitle"/>
          </p:nvPr>
        </p:nvSpPr>
        <p:spPr>
          <a:xfrm>
            <a:off x="3267801" y="1247575"/>
            <a:ext cx="1302300" cy="336300"/>
          </a:xfrm>
          <a:prstGeom prst="rect">
            <a:avLst/>
          </a:prstGeom>
          <a:solidFill>
            <a:srgbClr val="FF457A"/>
          </a:solidFill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3F3F3"/>
                </a:solidFill>
                <a:latin typeface="Saira SemiCondensed SemiBold"/>
                <a:ea typeface="Saira SemiCondensed SemiBold"/>
                <a:cs typeface="Saira SemiCondensed SemiBold"/>
                <a:sym typeface="Saira SemiCondensed SemiBold"/>
              </a:rPr>
              <a:t>GOALS</a:t>
            </a:r>
            <a:endParaRPr>
              <a:solidFill>
                <a:srgbClr val="F3F3F3"/>
              </a:solidFill>
              <a:latin typeface="Saira SemiCondensed SemiBold"/>
              <a:ea typeface="Saira SemiCondensed SemiBold"/>
              <a:cs typeface="Saira SemiCondensed SemiBold"/>
              <a:sym typeface="Saira SemiCondensed SemiBold"/>
            </a:endParaRPr>
          </a:p>
        </p:txBody>
      </p:sp>
      <p:cxnSp>
        <p:nvCxnSpPr>
          <p:cNvPr id="3033" name="Google Shape;3033;p57"/>
          <p:cNvCxnSpPr>
            <a:stCxn id="3029" idx="2"/>
          </p:cNvCxnSpPr>
          <p:nvPr/>
        </p:nvCxnSpPr>
        <p:spPr>
          <a:xfrm>
            <a:off x="3917748" y="2326850"/>
            <a:ext cx="0" cy="379500"/>
          </a:xfrm>
          <a:prstGeom prst="straightConnector1">
            <a:avLst/>
          </a:prstGeom>
          <a:noFill/>
          <a:ln cap="flat" cmpd="sng" w="9525">
            <a:solidFill>
              <a:srgbClr val="1B1A44"/>
            </a:solidFill>
            <a:prstDash val="solid"/>
            <a:round/>
            <a:headEnd len="med" w="med" type="none"/>
            <a:tailEnd len="med" w="med" type="diamond"/>
          </a:ln>
        </p:spPr>
      </p:cxnSp>
      <p:cxnSp>
        <p:nvCxnSpPr>
          <p:cNvPr id="3034" name="Google Shape;3034;p57"/>
          <p:cNvCxnSpPr>
            <a:stCxn id="3028" idx="2"/>
          </p:cNvCxnSpPr>
          <p:nvPr/>
        </p:nvCxnSpPr>
        <p:spPr>
          <a:xfrm>
            <a:off x="5564632" y="2326850"/>
            <a:ext cx="0" cy="379500"/>
          </a:xfrm>
          <a:prstGeom prst="straightConnector1">
            <a:avLst/>
          </a:prstGeom>
          <a:noFill/>
          <a:ln cap="flat" cmpd="sng" w="9525">
            <a:solidFill>
              <a:srgbClr val="1B1A44"/>
            </a:solidFill>
            <a:prstDash val="solid"/>
            <a:round/>
            <a:headEnd len="med" w="med" type="none"/>
            <a:tailEnd len="med" w="med" type="diamond"/>
          </a:ln>
        </p:spPr>
      </p:cxnSp>
      <p:cxnSp>
        <p:nvCxnSpPr>
          <p:cNvPr id="3035" name="Google Shape;3035;p57"/>
          <p:cNvCxnSpPr>
            <a:stCxn id="3036" idx="2"/>
          </p:cNvCxnSpPr>
          <p:nvPr/>
        </p:nvCxnSpPr>
        <p:spPr>
          <a:xfrm>
            <a:off x="7211550" y="2326850"/>
            <a:ext cx="0" cy="379500"/>
          </a:xfrm>
          <a:prstGeom prst="straightConnector1">
            <a:avLst/>
          </a:prstGeom>
          <a:noFill/>
          <a:ln cap="flat" cmpd="sng" w="9525">
            <a:solidFill>
              <a:srgbClr val="1B1A44"/>
            </a:solidFill>
            <a:prstDash val="solid"/>
            <a:round/>
            <a:headEnd len="med" w="med" type="none"/>
            <a:tailEnd len="med" w="med" type="diamond"/>
          </a:ln>
        </p:spPr>
      </p:cxnSp>
      <p:grpSp>
        <p:nvGrpSpPr>
          <p:cNvPr id="3037" name="Google Shape;3037;p57"/>
          <p:cNvGrpSpPr/>
          <p:nvPr/>
        </p:nvGrpSpPr>
        <p:grpSpPr>
          <a:xfrm>
            <a:off x="0" y="2882806"/>
            <a:ext cx="9143955" cy="1490093"/>
            <a:chOff x="0" y="2882806"/>
            <a:chExt cx="9143955" cy="1490093"/>
          </a:xfrm>
        </p:grpSpPr>
        <p:grpSp>
          <p:nvGrpSpPr>
            <p:cNvPr id="3038" name="Google Shape;3038;p57"/>
            <p:cNvGrpSpPr/>
            <p:nvPr/>
          </p:nvGrpSpPr>
          <p:grpSpPr>
            <a:xfrm>
              <a:off x="5655782" y="2882806"/>
              <a:ext cx="631757" cy="1490048"/>
              <a:chOff x="5655782" y="2882806"/>
              <a:chExt cx="631757" cy="1490048"/>
            </a:xfrm>
          </p:grpSpPr>
          <p:sp>
            <p:nvSpPr>
              <p:cNvPr id="3039" name="Google Shape;3039;p57"/>
              <p:cNvSpPr/>
              <p:nvPr/>
            </p:nvSpPr>
            <p:spPr>
              <a:xfrm>
                <a:off x="5777729" y="2990839"/>
                <a:ext cx="219112" cy="60634"/>
              </a:xfrm>
              <a:custGeom>
                <a:rect b="b" l="l" r="r" t="t"/>
                <a:pathLst>
                  <a:path extrusionOk="0" h="1887" w="6819">
                    <a:moveTo>
                      <a:pt x="6360" y="458"/>
                    </a:moveTo>
                    <a:lnTo>
                      <a:pt x="6360" y="1429"/>
                    </a:lnTo>
                    <a:lnTo>
                      <a:pt x="458" y="1429"/>
                    </a:lnTo>
                    <a:lnTo>
                      <a:pt x="458" y="458"/>
                    </a:lnTo>
                    <a:close/>
                    <a:moveTo>
                      <a:pt x="0" y="0"/>
                    </a:moveTo>
                    <a:lnTo>
                      <a:pt x="0" y="1887"/>
                    </a:lnTo>
                    <a:lnTo>
                      <a:pt x="6819" y="1887"/>
                    </a:lnTo>
                    <a:lnTo>
                      <a:pt x="6819" y="0"/>
                    </a:lnTo>
                    <a:close/>
                  </a:path>
                </a:pathLst>
              </a:custGeom>
              <a:solidFill>
                <a:srgbClr val="21204D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040" name="Google Shape;3040;p57"/>
              <p:cNvSpPr/>
              <p:nvPr/>
            </p:nvSpPr>
            <p:spPr>
              <a:xfrm>
                <a:off x="5777729" y="3111307"/>
                <a:ext cx="219112" cy="60634"/>
              </a:xfrm>
              <a:custGeom>
                <a:rect b="b" l="l" r="r" t="t"/>
                <a:pathLst>
                  <a:path extrusionOk="0" h="1887" w="6819">
                    <a:moveTo>
                      <a:pt x="6360" y="458"/>
                    </a:moveTo>
                    <a:lnTo>
                      <a:pt x="6360" y="1429"/>
                    </a:lnTo>
                    <a:lnTo>
                      <a:pt x="458" y="1429"/>
                    </a:lnTo>
                    <a:lnTo>
                      <a:pt x="458" y="458"/>
                    </a:lnTo>
                    <a:close/>
                    <a:moveTo>
                      <a:pt x="0" y="0"/>
                    </a:moveTo>
                    <a:lnTo>
                      <a:pt x="0" y="1887"/>
                    </a:lnTo>
                    <a:lnTo>
                      <a:pt x="6819" y="1887"/>
                    </a:lnTo>
                    <a:lnTo>
                      <a:pt x="6819" y="0"/>
                    </a:lnTo>
                    <a:close/>
                  </a:path>
                </a:pathLst>
              </a:custGeom>
              <a:solidFill>
                <a:srgbClr val="21204D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041" name="Google Shape;3041;p57"/>
              <p:cNvSpPr/>
              <p:nvPr/>
            </p:nvSpPr>
            <p:spPr>
              <a:xfrm>
                <a:off x="5777729" y="3231744"/>
                <a:ext cx="219112" cy="60666"/>
              </a:xfrm>
              <a:custGeom>
                <a:rect b="b" l="l" r="r" t="t"/>
                <a:pathLst>
                  <a:path extrusionOk="0" h="1888" w="6819">
                    <a:moveTo>
                      <a:pt x="6360" y="459"/>
                    </a:moveTo>
                    <a:lnTo>
                      <a:pt x="6360" y="1430"/>
                    </a:lnTo>
                    <a:lnTo>
                      <a:pt x="458" y="1430"/>
                    </a:lnTo>
                    <a:lnTo>
                      <a:pt x="458" y="459"/>
                    </a:lnTo>
                    <a:close/>
                    <a:moveTo>
                      <a:pt x="0" y="1"/>
                    </a:moveTo>
                    <a:lnTo>
                      <a:pt x="0" y="1887"/>
                    </a:lnTo>
                    <a:lnTo>
                      <a:pt x="6819" y="1887"/>
                    </a:lnTo>
                    <a:lnTo>
                      <a:pt x="6819" y="1"/>
                    </a:lnTo>
                    <a:close/>
                  </a:path>
                </a:pathLst>
              </a:custGeom>
              <a:solidFill>
                <a:srgbClr val="21204D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042" name="Google Shape;3042;p57"/>
              <p:cNvSpPr/>
              <p:nvPr/>
            </p:nvSpPr>
            <p:spPr>
              <a:xfrm>
                <a:off x="5777729" y="3352212"/>
                <a:ext cx="219112" cy="60698"/>
              </a:xfrm>
              <a:custGeom>
                <a:rect b="b" l="l" r="r" t="t"/>
                <a:pathLst>
                  <a:path extrusionOk="0" h="1889" w="6819">
                    <a:moveTo>
                      <a:pt x="6360" y="458"/>
                    </a:moveTo>
                    <a:lnTo>
                      <a:pt x="6360" y="1429"/>
                    </a:lnTo>
                    <a:lnTo>
                      <a:pt x="458" y="1429"/>
                    </a:lnTo>
                    <a:lnTo>
                      <a:pt x="458" y="458"/>
                    </a:lnTo>
                    <a:close/>
                    <a:moveTo>
                      <a:pt x="0" y="1"/>
                    </a:moveTo>
                    <a:lnTo>
                      <a:pt x="0" y="1888"/>
                    </a:lnTo>
                    <a:lnTo>
                      <a:pt x="6819" y="1888"/>
                    </a:lnTo>
                    <a:lnTo>
                      <a:pt x="6819" y="1"/>
                    </a:lnTo>
                    <a:close/>
                  </a:path>
                </a:pathLst>
              </a:custGeom>
              <a:solidFill>
                <a:srgbClr val="21204D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043" name="Google Shape;3043;p57"/>
              <p:cNvSpPr/>
              <p:nvPr/>
            </p:nvSpPr>
            <p:spPr>
              <a:xfrm>
                <a:off x="5777729" y="3472681"/>
                <a:ext cx="219112" cy="60698"/>
              </a:xfrm>
              <a:custGeom>
                <a:rect b="b" l="l" r="r" t="t"/>
                <a:pathLst>
                  <a:path extrusionOk="0" h="1889" w="6819">
                    <a:moveTo>
                      <a:pt x="6360" y="458"/>
                    </a:moveTo>
                    <a:lnTo>
                      <a:pt x="6360" y="1430"/>
                    </a:lnTo>
                    <a:lnTo>
                      <a:pt x="458" y="1430"/>
                    </a:lnTo>
                    <a:lnTo>
                      <a:pt x="458" y="458"/>
                    </a:lnTo>
                    <a:close/>
                    <a:moveTo>
                      <a:pt x="0" y="0"/>
                    </a:moveTo>
                    <a:lnTo>
                      <a:pt x="0" y="1888"/>
                    </a:lnTo>
                    <a:lnTo>
                      <a:pt x="6819" y="1888"/>
                    </a:lnTo>
                    <a:lnTo>
                      <a:pt x="6819" y="0"/>
                    </a:lnTo>
                    <a:close/>
                  </a:path>
                </a:pathLst>
              </a:custGeom>
              <a:solidFill>
                <a:srgbClr val="21204D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044" name="Google Shape;3044;p57"/>
              <p:cNvSpPr/>
              <p:nvPr/>
            </p:nvSpPr>
            <p:spPr>
              <a:xfrm>
                <a:off x="5777729" y="3593149"/>
                <a:ext cx="219112" cy="60666"/>
              </a:xfrm>
              <a:custGeom>
                <a:rect b="b" l="l" r="r" t="t"/>
                <a:pathLst>
                  <a:path extrusionOk="0" h="1888" w="6819">
                    <a:moveTo>
                      <a:pt x="6360" y="459"/>
                    </a:moveTo>
                    <a:lnTo>
                      <a:pt x="6360" y="1430"/>
                    </a:lnTo>
                    <a:lnTo>
                      <a:pt x="458" y="1430"/>
                    </a:lnTo>
                    <a:lnTo>
                      <a:pt x="458" y="459"/>
                    </a:lnTo>
                    <a:close/>
                    <a:moveTo>
                      <a:pt x="0" y="0"/>
                    </a:moveTo>
                    <a:lnTo>
                      <a:pt x="0" y="1888"/>
                    </a:lnTo>
                    <a:lnTo>
                      <a:pt x="6819" y="1888"/>
                    </a:lnTo>
                    <a:lnTo>
                      <a:pt x="6819" y="0"/>
                    </a:lnTo>
                    <a:close/>
                  </a:path>
                </a:pathLst>
              </a:custGeom>
              <a:solidFill>
                <a:srgbClr val="21204D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045" name="Google Shape;3045;p57"/>
              <p:cNvSpPr/>
              <p:nvPr/>
            </p:nvSpPr>
            <p:spPr>
              <a:xfrm>
                <a:off x="5777729" y="3713649"/>
                <a:ext cx="219112" cy="60634"/>
              </a:xfrm>
              <a:custGeom>
                <a:rect b="b" l="l" r="r" t="t"/>
                <a:pathLst>
                  <a:path extrusionOk="0" h="1887" w="6819">
                    <a:moveTo>
                      <a:pt x="6360" y="458"/>
                    </a:moveTo>
                    <a:lnTo>
                      <a:pt x="6360" y="1429"/>
                    </a:lnTo>
                    <a:lnTo>
                      <a:pt x="458" y="1429"/>
                    </a:lnTo>
                    <a:lnTo>
                      <a:pt x="458" y="458"/>
                    </a:lnTo>
                    <a:close/>
                    <a:moveTo>
                      <a:pt x="0" y="0"/>
                    </a:moveTo>
                    <a:lnTo>
                      <a:pt x="0" y="1886"/>
                    </a:lnTo>
                    <a:lnTo>
                      <a:pt x="6819" y="1886"/>
                    </a:lnTo>
                    <a:lnTo>
                      <a:pt x="6819" y="0"/>
                    </a:lnTo>
                    <a:close/>
                  </a:path>
                </a:pathLst>
              </a:custGeom>
              <a:solidFill>
                <a:srgbClr val="21204D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046" name="Google Shape;3046;p57"/>
              <p:cNvSpPr/>
              <p:nvPr/>
            </p:nvSpPr>
            <p:spPr>
              <a:xfrm>
                <a:off x="5777729" y="3834086"/>
                <a:ext cx="219112" cy="60666"/>
              </a:xfrm>
              <a:custGeom>
                <a:rect b="b" l="l" r="r" t="t"/>
                <a:pathLst>
                  <a:path extrusionOk="0" h="1888" w="6819">
                    <a:moveTo>
                      <a:pt x="6360" y="459"/>
                    </a:moveTo>
                    <a:lnTo>
                      <a:pt x="6360" y="1430"/>
                    </a:lnTo>
                    <a:lnTo>
                      <a:pt x="458" y="1430"/>
                    </a:lnTo>
                    <a:lnTo>
                      <a:pt x="458" y="459"/>
                    </a:lnTo>
                    <a:close/>
                    <a:moveTo>
                      <a:pt x="0" y="1"/>
                    </a:moveTo>
                    <a:lnTo>
                      <a:pt x="0" y="1887"/>
                    </a:lnTo>
                    <a:lnTo>
                      <a:pt x="6819" y="1887"/>
                    </a:lnTo>
                    <a:lnTo>
                      <a:pt x="6819" y="1"/>
                    </a:lnTo>
                    <a:close/>
                  </a:path>
                </a:pathLst>
              </a:custGeom>
              <a:solidFill>
                <a:srgbClr val="21204D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047" name="Google Shape;3047;p57"/>
              <p:cNvSpPr/>
              <p:nvPr/>
            </p:nvSpPr>
            <p:spPr>
              <a:xfrm>
                <a:off x="5655782" y="2882806"/>
                <a:ext cx="631757" cy="1490048"/>
              </a:xfrm>
              <a:custGeom>
                <a:rect b="b" l="l" r="r" t="t"/>
                <a:pathLst>
                  <a:path extrusionOk="0" h="46372" w="19661">
                    <a:moveTo>
                      <a:pt x="1410" y="0"/>
                    </a:moveTo>
                    <a:lnTo>
                      <a:pt x="1410" y="45914"/>
                    </a:lnTo>
                    <a:lnTo>
                      <a:pt x="0" y="45914"/>
                    </a:lnTo>
                    <a:lnTo>
                      <a:pt x="0" y="46371"/>
                    </a:lnTo>
                    <a:lnTo>
                      <a:pt x="1868" y="46371"/>
                    </a:lnTo>
                    <a:lnTo>
                      <a:pt x="1868" y="458"/>
                    </a:lnTo>
                    <a:lnTo>
                      <a:pt x="12893" y="458"/>
                    </a:lnTo>
                    <a:lnTo>
                      <a:pt x="12893" y="46371"/>
                    </a:lnTo>
                    <a:lnTo>
                      <a:pt x="19661" y="46371"/>
                    </a:lnTo>
                    <a:lnTo>
                      <a:pt x="19661" y="45914"/>
                    </a:lnTo>
                    <a:lnTo>
                      <a:pt x="13351" y="45914"/>
                    </a:lnTo>
                    <a:lnTo>
                      <a:pt x="13351" y="0"/>
                    </a:lnTo>
                    <a:close/>
                  </a:path>
                </a:pathLst>
              </a:custGeom>
              <a:solidFill>
                <a:srgbClr val="21204D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3048" name="Google Shape;3048;p57"/>
            <p:cNvGrpSpPr/>
            <p:nvPr/>
          </p:nvGrpSpPr>
          <p:grpSpPr>
            <a:xfrm>
              <a:off x="4677832" y="3709569"/>
              <a:ext cx="609457" cy="663311"/>
              <a:chOff x="4677832" y="3709569"/>
              <a:chExt cx="609457" cy="663311"/>
            </a:xfrm>
          </p:grpSpPr>
          <p:sp>
            <p:nvSpPr>
              <p:cNvPr id="3049" name="Google Shape;3049;p57"/>
              <p:cNvSpPr/>
              <p:nvPr/>
            </p:nvSpPr>
            <p:spPr>
              <a:xfrm>
                <a:off x="5055721" y="3771201"/>
                <a:ext cx="138587" cy="33321"/>
              </a:xfrm>
              <a:custGeom>
                <a:rect b="b" l="l" r="r" t="t"/>
                <a:pathLst>
                  <a:path extrusionOk="0" h="1037" w="4313">
                    <a:moveTo>
                      <a:pt x="3855" y="458"/>
                    </a:moveTo>
                    <a:lnTo>
                      <a:pt x="3855" y="579"/>
                    </a:lnTo>
                    <a:lnTo>
                      <a:pt x="459" y="579"/>
                    </a:lnTo>
                    <a:lnTo>
                      <a:pt x="459" y="458"/>
                    </a:lnTo>
                    <a:close/>
                    <a:moveTo>
                      <a:pt x="1" y="0"/>
                    </a:moveTo>
                    <a:lnTo>
                      <a:pt x="1" y="1036"/>
                    </a:lnTo>
                    <a:lnTo>
                      <a:pt x="4312" y="1036"/>
                    </a:lnTo>
                    <a:lnTo>
                      <a:pt x="4312" y="0"/>
                    </a:lnTo>
                    <a:close/>
                  </a:path>
                </a:pathLst>
              </a:custGeom>
              <a:solidFill>
                <a:srgbClr val="21204D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050" name="Google Shape;3050;p57"/>
              <p:cNvSpPr/>
              <p:nvPr/>
            </p:nvSpPr>
            <p:spPr>
              <a:xfrm>
                <a:off x="5055721" y="3839420"/>
                <a:ext cx="138587" cy="33354"/>
              </a:xfrm>
              <a:custGeom>
                <a:rect b="b" l="l" r="r" t="t"/>
                <a:pathLst>
                  <a:path extrusionOk="0" h="1038" w="4313">
                    <a:moveTo>
                      <a:pt x="3855" y="458"/>
                    </a:moveTo>
                    <a:lnTo>
                      <a:pt x="3855" y="579"/>
                    </a:lnTo>
                    <a:lnTo>
                      <a:pt x="459" y="579"/>
                    </a:lnTo>
                    <a:lnTo>
                      <a:pt x="459" y="458"/>
                    </a:lnTo>
                    <a:close/>
                    <a:moveTo>
                      <a:pt x="1" y="0"/>
                    </a:moveTo>
                    <a:lnTo>
                      <a:pt x="1" y="1038"/>
                    </a:lnTo>
                    <a:lnTo>
                      <a:pt x="4312" y="1038"/>
                    </a:lnTo>
                    <a:lnTo>
                      <a:pt x="4312" y="0"/>
                    </a:lnTo>
                    <a:close/>
                  </a:path>
                </a:pathLst>
              </a:custGeom>
              <a:solidFill>
                <a:srgbClr val="21204D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051" name="Google Shape;3051;p57"/>
              <p:cNvSpPr/>
              <p:nvPr/>
            </p:nvSpPr>
            <p:spPr>
              <a:xfrm>
                <a:off x="5055721" y="3907479"/>
                <a:ext cx="138587" cy="33354"/>
              </a:xfrm>
              <a:custGeom>
                <a:rect b="b" l="l" r="r" t="t"/>
                <a:pathLst>
                  <a:path extrusionOk="0" h="1038" w="4313">
                    <a:moveTo>
                      <a:pt x="3855" y="460"/>
                    </a:moveTo>
                    <a:lnTo>
                      <a:pt x="3855" y="580"/>
                    </a:lnTo>
                    <a:lnTo>
                      <a:pt x="459" y="580"/>
                    </a:lnTo>
                    <a:lnTo>
                      <a:pt x="459" y="460"/>
                    </a:lnTo>
                    <a:close/>
                    <a:moveTo>
                      <a:pt x="1" y="1"/>
                    </a:moveTo>
                    <a:lnTo>
                      <a:pt x="1" y="1038"/>
                    </a:lnTo>
                    <a:lnTo>
                      <a:pt x="4312" y="1038"/>
                    </a:lnTo>
                    <a:lnTo>
                      <a:pt x="4312" y="1"/>
                    </a:lnTo>
                    <a:close/>
                  </a:path>
                </a:pathLst>
              </a:custGeom>
              <a:solidFill>
                <a:srgbClr val="21204D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052" name="Google Shape;3052;p57"/>
              <p:cNvSpPr/>
              <p:nvPr/>
            </p:nvSpPr>
            <p:spPr>
              <a:xfrm>
                <a:off x="5055721" y="3975730"/>
                <a:ext cx="138587" cy="33354"/>
              </a:xfrm>
              <a:custGeom>
                <a:rect b="b" l="l" r="r" t="t"/>
                <a:pathLst>
                  <a:path extrusionOk="0" h="1038" w="4313">
                    <a:moveTo>
                      <a:pt x="3855" y="459"/>
                    </a:moveTo>
                    <a:lnTo>
                      <a:pt x="3855" y="579"/>
                    </a:lnTo>
                    <a:lnTo>
                      <a:pt x="459" y="579"/>
                    </a:lnTo>
                    <a:lnTo>
                      <a:pt x="459" y="459"/>
                    </a:lnTo>
                    <a:close/>
                    <a:moveTo>
                      <a:pt x="1" y="1"/>
                    </a:moveTo>
                    <a:lnTo>
                      <a:pt x="1" y="1037"/>
                    </a:lnTo>
                    <a:lnTo>
                      <a:pt x="4312" y="1037"/>
                    </a:lnTo>
                    <a:lnTo>
                      <a:pt x="4312" y="1"/>
                    </a:lnTo>
                    <a:close/>
                  </a:path>
                </a:pathLst>
              </a:custGeom>
              <a:solidFill>
                <a:srgbClr val="21204D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053" name="Google Shape;3053;p57"/>
              <p:cNvSpPr/>
              <p:nvPr/>
            </p:nvSpPr>
            <p:spPr>
              <a:xfrm>
                <a:off x="5055721" y="4043982"/>
                <a:ext cx="138587" cy="33321"/>
              </a:xfrm>
              <a:custGeom>
                <a:rect b="b" l="l" r="r" t="t"/>
                <a:pathLst>
                  <a:path extrusionOk="0" h="1037" w="4313">
                    <a:moveTo>
                      <a:pt x="3855" y="458"/>
                    </a:moveTo>
                    <a:lnTo>
                      <a:pt x="3855" y="579"/>
                    </a:lnTo>
                    <a:lnTo>
                      <a:pt x="459" y="579"/>
                    </a:lnTo>
                    <a:lnTo>
                      <a:pt x="459" y="458"/>
                    </a:lnTo>
                    <a:close/>
                    <a:moveTo>
                      <a:pt x="1" y="0"/>
                    </a:moveTo>
                    <a:lnTo>
                      <a:pt x="1" y="1036"/>
                    </a:lnTo>
                    <a:lnTo>
                      <a:pt x="4312" y="1036"/>
                    </a:lnTo>
                    <a:lnTo>
                      <a:pt x="4312" y="0"/>
                    </a:lnTo>
                    <a:close/>
                  </a:path>
                </a:pathLst>
              </a:custGeom>
              <a:solidFill>
                <a:srgbClr val="21204D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054" name="Google Shape;3054;p57"/>
              <p:cNvSpPr/>
              <p:nvPr/>
            </p:nvSpPr>
            <p:spPr>
              <a:xfrm>
                <a:off x="4677832" y="3709569"/>
                <a:ext cx="609457" cy="663311"/>
              </a:xfrm>
              <a:custGeom>
                <a:rect b="b" l="l" r="r" t="t"/>
                <a:pathLst>
                  <a:path extrusionOk="0" h="20643" w="18967">
                    <a:moveTo>
                      <a:pt x="10124" y="0"/>
                    </a:moveTo>
                    <a:lnTo>
                      <a:pt x="10124" y="20185"/>
                    </a:lnTo>
                    <a:lnTo>
                      <a:pt x="0" y="20185"/>
                    </a:lnTo>
                    <a:lnTo>
                      <a:pt x="0" y="20642"/>
                    </a:lnTo>
                    <a:lnTo>
                      <a:pt x="10583" y="20642"/>
                    </a:lnTo>
                    <a:lnTo>
                      <a:pt x="10583" y="459"/>
                    </a:lnTo>
                    <a:lnTo>
                      <a:pt x="17331" y="459"/>
                    </a:lnTo>
                    <a:lnTo>
                      <a:pt x="17331" y="20642"/>
                    </a:lnTo>
                    <a:lnTo>
                      <a:pt x="18966" y="20642"/>
                    </a:lnTo>
                    <a:lnTo>
                      <a:pt x="18966" y="20185"/>
                    </a:lnTo>
                    <a:lnTo>
                      <a:pt x="17789" y="20185"/>
                    </a:lnTo>
                    <a:lnTo>
                      <a:pt x="17789" y="0"/>
                    </a:lnTo>
                    <a:close/>
                  </a:path>
                </a:pathLst>
              </a:custGeom>
              <a:solidFill>
                <a:srgbClr val="21204D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3055" name="Google Shape;3055;p57"/>
            <p:cNvGrpSpPr/>
            <p:nvPr/>
          </p:nvGrpSpPr>
          <p:grpSpPr>
            <a:xfrm>
              <a:off x="5287275" y="3262945"/>
              <a:ext cx="368528" cy="1109921"/>
              <a:chOff x="5287275" y="3262945"/>
              <a:chExt cx="368528" cy="1109921"/>
            </a:xfrm>
          </p:grpSpPr>
          <p:sp>
            <p:nvSpPr>
              <p:cNvPr id="3056" name="Google Shape;3056;p57"/>
              <p:cNvSpPr/>
              <p:nvPr/>
            </p:nvSpPr>
            <p:spPr>
              <a:xfrm>
                <a:off x="5391581" y="3366447"/>
                <a:ext cx="60024" cy="109508"/>
              </a:xfrm>
              <a:custGeom>
                <a:rect b="b" l="l" r="r" t="t"/>
                <a:pathLst>
                  <a:path extrusionOk="0" h="3408" w="1868">
                    <a:moveTo>
                      <a:pt x="936" y="459"/>
                    </a:moveTo>
                    <a:cubicBezTo>
                      <a:pt x="1197" y="459"/>
                      <a:pt x="1409" y="670"/>
                      <a:pt x="1409" y="932"/>
                    </a:cubicBezTo>
                    <a:lnTo>
                      <a:pt x="1409" y="2477"/>
                    </a:lnTo>
                    <a:cubicBezTo>
                      <a:pt x="1409" y="2738"/>
                      <a:pt x="1197" y="2949"/>
                      <a:pt x="936" y="2949"/>
                    </a:cubicBezTo>
                    <a:cubicBezTo>
                      <a:pt x="674" y="2949"/>
                      <a:pt x="458" y="2738"/>
                      <a:pt x="458" y="2477"/>
                    </a:cubicBezTo>
                    <a:lnTo>
                      <a:pt x="458" y="932"/>
                    </a:lnTo>
                    <a:cubicBezTo>
                      <a:pt x="458" y="670"/>
                      <a:pt x="674" y="459"/>
                      <a:pt x="936" y="459"/>
                    </a:cubicBezTo>
                    <a:close/>
                    <a:moveTo>
                      <a:pt x="936" y="1"/>
                    </a:moveTo>
                    <a:cubicBezTo>
                      <a:pt x="423" y="1"/>
                      <a:pt x="0" y="419"/>
                      <a:pt x="0" y="932"/>
                    </a:cubicBezTo>
                    <a:lnTo>
                      <a:pt x="0" y="2477"/>
                    </a:lnTo>
                    <a:cubicBezTo>
                      <a:pt x="0" y="2990"/>
                      <a:pt x="423" y="3408"/>
                      <a:pt x="936" y="3408"/>
                    </a:cubicBezTo>
                    <a:cubicBezTo>
                      <a:pt x="1450" y="3408"/>
                      <a:pt x="1867" y="2990"/>
                      <a:pt x="1867" y="2477"/>
                    </a:cubicBezTo>
                    <a:lnTo>
                      <a:pt x="1867" y="932"/>
                    </a:lnTo>
                    <a:cubicBezTo>
                      <a:pt x="1867" y="419"/>
                      <a:pt x="1450" y="1"/>
                      <a:pt x="936" y="1"/>
                    </a:cubicBezTo>
                    <a:close/>
                  </a:path>
                </a:pathLst>
              </a:custGeom>
              <a:solidFill>
                <a:srgbClr val="21204D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057" name="Google Shape;3057;p57"/>
              <p:cNvSpPr/>
              <p:nvPr/>
            </p:nvSpPr>
            <p:spPr>
              <a:xfrm>
                <a:off x="5485346" y="3366447"/>
                <a:ext cx="60024" cy="109508"/>
              </a:xfrm>
              <a:custGeom>
                <a:rect b="b" l="l" r="r" t="t"/>
                <a:pathLst>
                  <a:path extrusionOk="0" h="3408" w="1868">
                    <a:moveTo>
                      <a:pt x="936" y="459"/>
                    </a:moveTo>
                    <a:cubicBezTo>
                      <a:pt x="1198" y="459"/>
                      <a:pt x="1410" y="670"/>
                      <a:pt x="1410" y="932"/>
                    </a:cubicBezTo>
                    <a:lnTo>
                      <a:pt x="1410" y="2477"/>
                    </a:lnTo>
                    <a:cubicBezTo>
                      <a:pt x="1410" y="2738"/>
                      <a:pt x="1198" y="2949"/>
                      <a:pt x="936" y="2949"/>
                    </a:cubicBezTo>
                    <a:cubicBezTo>
                      <a:pt x="675" y="2949"/>
                      <a:pt x="459" y="2738"/>
                      <a:pt x="459" y="2477"/>
                    </a:cubicBezTo>
                    <a:lnTo>
                      <a:pt x="459" y="932"/>
                    </a:lnTo>
                    <a:cubicBezTo>
                      <a:pt x="459" y="670"/>
                      <a:pt x="675" y="459"/>
                      <a:pt x="936" y="459"/>
                    </a:cubicBezTo>
                    <a:close/>
                    <a:moveTo>
                      <a:pt x="936" y="1"/>
                    </a:moveTo>
                    <a:cubicBezTo>
                      <a:pt x="418" y="1"/>
                      <a:pt x="0" y="419"/>
                      <a:pt x="0" y="932"/>
                    </a:cubicBezTo>
                    <a:lnTo>
                      <a:pt x="0" y="2477"/>
                    </a:lnTo>
                    <a:cubicBezTo>
                      <a:pt x="0" y="2990"/>
                      <a:pt x="418" y="3408"/>
                      <a:pt x="936" y="3408"/>
                    </a:cubicBezTo>
                    <a:cubicBezTo>
                      <a:pt x="1449" y="3408"/>
                      <a:pt x="1867" y="2990"/>
                      <a:pt x="1867" y="2477"/>
                    </a:cubicBezTo>
                    <a:lnTo>
                      <a:pt x="1867" y="932"/>
                    </a:lnTo>
                    <a:cubicBezTo>
                      <a:pt x="1867" y="419"/>
                      <a:pt x="1449" y="1"/>
                      <a:pt x="936" y="1"/>
                    </a:cubicBezTo>
                    <a:close/>
                  </a:path>
                </a:pathLst>
              </a:custGeom>
              <a:solidFill>
                <a:srgbClr val="21204D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058" name="Google Shape;3058;p57"/>
              <p:cNvSpPr/>
              <p:nvPr/>
            </p:nvSpPr>
            <p:spPr>
              <a:xfrm>
                <a:off x="5391581" y="3529460"/>
                <a:ext cx="60024" cy="109508"/>
              </a:xfrm>
              <a:custGeom>
                <a:rect b="b" l="l" r="r" t="t"/>
                <a:pathLst>
                  <a:path extrusionOk="0" h="3408" w="1868">
                    <a:moveTo>
                      <a:pt x="936" y="458"/>
                    </a:moveTo>
                    <a:cubicBezTo>
                      <a:pt x="1197" y="458"/>
                      <a:pt x="1409" y="669"/>
                      <a:pt x="1409" y="931"/>
                    </a:cubicBezTo>
                    <a:lnTo>
                      <a:pt x="1409" y="2471"/>
                    </a:lnTo>
                    <a:cubicBezTo>
                      <a:pt x="1409" y="2737"/>
                      <a:pt x="1197" y="2948"/>
                      <a:pt x="936" y="2948"/>
                    </a:cubicBezTo>
                    <a:cubicBezTo>
                      <a:pt x="674" y="2948"/>
                      <a:pt x="458" y="2737"/>
                      <a:pt x="458" y="2471"/>
                    </a:cubicBezTo>
                    <a:lnTo>
                      <a:pt x="458" y="931"/>
                    </a:lnTo>
                    <a:cubicBezTo>
                      <a:pt x="458" y="669"/>
                      <a:pt x="674" y="458"/>
                      <a:pt x="936" y="458"/>
                    </a:cubicBezTo>
                    <a:close/>
                    <a:moveTo>
                      <a:pt x="936" y="0"/>
                    </a:moveTo>
                    <a:cubicBezTo>
                      <a:pt x="423" y="0"/>
                      <a:pt x="0" y="418"/>
                      <a:pt x="0" y="931"/>
                    </a:cubicBezTo>
                    <a:lnTo>
                      <a:pt x="0" y="2471"/>
                    </a:lnTo>
                    <a:cubicBezTo>
                      <a:pt x="0" y="2989"/>
                      <a:pt x="423" y="3407"/>
                      <a:pt x="936" y="3407"/>
                    </a:cubicBezTo>
                    <a:cubicBezTo>
                      <a:pt x="1450" y="3407"/>
                      <a:pt x="1867" y="2989"/>
                      <a:pt x="1867" y="2471"/>
                    </a:cubicBezTo>
                    <a:lnTo>
                      <a:pt x="1867" y="931"/>
                    </a:lnTo>
                    <a:cubicBezTo>
                      <a:pt x="1867" y="418"/>
                      <a:pt x="1450" y="0"/>
                      <a:pt x="936" y="0"/>
                    </a:cubicBezTo>
                    <a:close/>
                  </a:path>
                </a:pathLst>
              </a:custGeom>
              <a:solidFill>
                <a:srgbClr val="21204D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059" name="Google Shape;3059;p57"/>
              <p:cNvSpPr/>
              <p:nvPr/>
            </p:nvSpPr>
            <p:spPr>
              <a:xfrm>
                <a:off x="5485346" y="3529460"/>
                <a:ext cx="60024" cy="109508"/>
              </a:xfrm>
              <a:custGeom>
                <a:rect b="b" l="l" r="r" t="t"/>
                <a:pathLst>
                  <a:path extrusionOk="0" h="3408" w="1868">
                    <a:moveTo>
                      <a:pt x="936" y="458"/>
                    </a:moveTo>
                    <a:cubicBezTo>
                      <a:pt x="1198" y="458"/>
                      <a:pt x="1410" y="669"/>
                      <a:pt x="1410" y="931"/>
                    </a:cubicBezTo>
                    <a:lnTo>
                      <a:pt x="1410" y="2471"/>
                    </a:lnTo>
                    <a:cubicBezTo>
                      <a:pt x="1410" y="2737"/>
                      <a:pt x="1198" y="2948"/>
                      <a:pt x="936" y="2948"/>
                    </a:cubicBezTo>
                    <a:cubicBezTo>
                      <a:pt x="675" y="2948"/>
                      <a:pt x="459" y="2737"/>
                      <a:pt x="459" y="2471"/>
                    </a:cubicBezTo>
                    <a:lnTo>
                      <a:pt x="459" y="931"/>
                    </a:lnTo>
                    <a:cubicBezTo>
                      <a:pt x="459" y="669"/>
                      <a:pt x="675" y="458"/>
                      <a:pt x="936" y="458"/>
                    </a:cubicBezTo>
                    <a:close/>
                    <a:moveTo>
                      <a:pt x="936" y="0"/>
                    </a:moveTo>
                    <a:cubicBezTo>
                      <a:pt x="418" y="0"/>
                      <a:pt x="0" y="418"/>
                      <a:pt x="0" y="931"/>
                    </a:cubicBezTo>
                    <a:lnTo>
                      <a:pt x="0" y="2471"/>
                    </a:lnTo>
                    <a:cubicBezTo>
                      <a:pt x="0" y="2989"/>
                      <a:pt x="418" y="3407"/>
                      <a:pt x="936" y="3407"/>
                    </a:cubicBezTo>
                    <a:cubicBezTo>
                      <a:pt x="1449" y="3407"/>
                      <a:pt x="1867" y="2989"/>
                      <a:pt x="1867" y="2471"/>
                    </a:cubicBezTo>
                    <a:lnTo>
                      <a:pt x="1867" y="931"/>
                    </a:lnTo>
                    <a:cubicBezTo>
                      <a:pt x="1867" y="418"/>
                      <a:pt x="1449" y="0"/>
                      <a:pt x="936" y="0"/>
                    </a:cubicBezTo>
                    <a:close/>
                  </a:path>
                </a:pathLst>
              </a:custGeom>
              <a:solidFill>
                <a:srgbClr val="21204D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060" name="Google Shape;3060;p57"/>
              <p:cNvSpPr/>
              <p:nvPr/>
            </p:nvSpPr>
            <p:spPr>
              <a:xfrm>
                <a:off x="5391581" y="3692441"/>
                <a:ext cx="60024" cy="109508"/>
              </a:xfrm>
              <a:custGeom>
                <a:rect b="b" l="l" r="r" t="t"/>
                <a:pathLst>
                  <a:path extrusionOk="0" h="3408" w="1868">
                    <a:moveTo>
                      <a:pt x="936" y="454"/>
                    </a:moveTo>
                    <a:cubicBezTo>
                      <a:pt x="1197" y="454"/>
                      <a:pt x="1409" y="670"/>
                      <a:pt x="1409" y="932"/>
                    </a:cubicBezTo>
                    <a:lnTo>
                      <a:pt x="1409" y="2472"/>
                    </a:lnTo>
                    <a:cubicBezTo>
                      <a:pt x="1409" y="2732"/>
                      <a:pt x="1197" y="2949"/>
                      <a:pt x="936" y="2949"/>
                    </a:cubicBezTo>
                    <a:cubicBezTo>
                      <a:pt x="674" y="2949"/>
                      <a:pt x="458" y="2732"/>
                      <a:pt x="458" y="2472"/>
                    </a:cubicBezTo>
                    <a:lnTo>
                      <a:pt x="458" y="932"/>
                    </a:lnTo>
                    <a:cubicBezTo>
                      <a:pt x="458" y="670"/>
                      <a:pt x="674" y="454"/>
                      <a:pt x="936" y="454"/>
                    </a:cubicBezTo>
                    <a:close/>
                    <a:moveTo>
                      <a:pt x="936" y="1"/>
                    </a:moveTo>
                    <a:cubicBezTo>
                      <a:pt x="423" y="1"/>
                      <a:pt x="0" y="419"/>
                      <a:pt x="0" y="932"/>
                    </a:cubicBezTo>
                    <a:lnTo>
                      <a:pt x="0" y="2472"/>
                    </a:lnTo>
                    <a:cubicBezTo>
                      <a:pt x="0" y="2985"/>
                      <a:pt x="423" y="3408"/>
                      <a:pt x="936" y="3408"/>
                    </a:cubicBezTo>
                    <a:cubicBezTo>
                      <a:pt x="1450" y="3408"/>
                      <a:pt x="1867" y="2985"/>
                      <a:pt x="1867" y="2472"/>
                    </a:cubicBezTo>
                    <a:lnTo>
                      <a:pt x="1867" y="932"/>
                    </a:lnTo>
                    <a:cubicBezTo>
                      <a:pt x="1867" y="419"/>
                      <a:pt x="1450" y="1"/>
                      <a:pt x="936" y="1"/>
                    </a:cubicBezTo>
                    <a:close/>
                  </a:path>
                </a:pathLst>
              </a:custGeom>
              <a:solidFill>
                <a:srgbClr val="21204D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061" name="Google Shape;3061;p57"/>
              <p:cNvSpPr/>
              <p:nvPr/>
            </p:nvSpPr>
            <p:spPr>
              <a:xfrm>
                <a:off x="5485346" y="3692441"/>
                <a:ext cx="60024" cy="109508"/>
              </a:xfrm>
              <a:custGeom>
                <a:rect b="b" l="l" r="r" t="t"/>
                <a:pathLst>
                  <a:path extrusionOk="0" h="3408" w="1868">
                    <a:moveTo>
                      <a:pt x="936" y="454"/>
                    </a:moveTo>
                    <a:cubicBezTo>
                      <a:pt x="1198" y="454"/>
                      <a:pt x="1410" y="670"/>
                      <a:pt x="1410" y="932"/>
                    </a:cubicBezTo>
                    <a:lnTo>
                      <a:pt x="1410" y="2472"/>
                    </a:lnTo>
                    <a:cubicBezTo>
                      <a:pt x="1410" y="2732"/>
                      <a:pt x="1198" y="2949"/>
                      <a:pt x="936" y="2949"/>
                    </a:cubicBezTo>
                    <a:cubicBezTo>
                      <a:pt x="675" y="2949"/>
                      <a:pt x="459" y="2732"/>
                      <a:pt x="459" y="2472"/>
                    </a:cubicBezTo>
                    <a:lnTo>
                      <a:pt x="459" y="932"/>
                    </a:lnTo>
                    <a:cubicBezTo>
                      <a:pt x="459" y="670"/>
                      <a:pt x="675" y="454"/>
                      <a:pt x="936" y="454"/>
                    </a:cubicBezTo>
                    <a:close/>
                    <a:moveTo>
                      <a:pt x="936" y="1"/>
                    </a:moveTo>
                    <a:cubicBezTo>
                      <a:pt x="418" y="1"/>
                      <a:pt x="0" y="419"/>
                      <a:pt x="0" y="932"/>
                    </a:cubicBezTo>
                    <a:lnTo>
                      <a:pt x="0" y="2472"/>
                    </a:lnTo>
                    <a:cubicBezTo>
                      <a:pt x="0" y="2985"/>
                      <a:pt x="418" y="3408"/>
                      <a:pt x="936" y="3408"/>
                    </a:cubicBezTo>
                    <a:cubicBezTo>
                      <a:pt x="1449" y="3408"/>
                      <a:pt x="1867" y="2985"/>
                      <a:pt x="1867" y="2472"/>
                    </a:cubicBezTo>
                    <a:lnTo>
                      <a:pt x="1867" y="932"/>
                    </a:lnTo>
                    <a:cubicBezTo>
                      <a:pt x="1867" y="419"/>
                      <a:pt x="1449" y="1"/>
                      <a:pt x="936" y="1"/>
                    </a:cubicBezTo>
                    <a:close/>
                  </a:path>
                </a:pathLst>
              </a:custGeom>
              <a:solidFill>
                <a:srgbClr val="21204D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062" name="Google Shape;3062;p57"/>
              <p:cNvSpPr/>
              <p:nvPr/>
            </p:nvSpPr>
            <p:spPr>
              <a:xfrm>
                <a:off x="5287275" y="3262945"/>
                <a:ext cx="368528" cy="1109921"/>
              </a:xfrm>
              <a:custGeom>
                <a:rect b="b" l="l" r="r" t="t"/>
                <a:pathLst>
                  <a:path extrusionOk="0" h="34542" w="11469">
                    <a:moveTo>
                      <a:pt x="1158" y="1"/>
                    </a:moveTo>
                    <a:lnTo>
                      <a:pt x="1158" y="34084"/>
                    </a:lnTo>
                    <a:lnTo>
                      <a:pt x="0" y="34084"/>
                    </a:lnTo>
                    <a:lnTo>
                      <a:pt x="0" y="34541"/>
                    </a:lnTo>
                    <a:lnTo>
                      <a:pt x="1611" y="34541"/>
                    </a:lnTo>
                    <a:lnTo>
                      <a:pt x="1611" y="459"/>
                    </a:lnTo>
                    <a:lnTo>
                      <a:pt x="9818" y="459"/>
                    </a:lnTo>
                    <a:lnTo>
                      <a:pt x="9818" y="34541"/>
                    </a:lnTo>
                    <a:lnTo>
                      <a:pt x="11468" y="34541"/>
                    </a:lnTo>
                    <a:lnTo>
                      <a:pt x="11468" y="34084"/>
                    </a:lnTo>
                    <a:lnTo>
                      <a:pt x="10276" y="34084"/>
                    </a:lnTo>
                    <a:lnTo>
                      <a:pt x="10276" y="1"/>
                    </a:lnTo>
                    <a:close/>
                  </a:path>
                </a:pathLst>
              </a:custGeom>
              <a:solidFill>
                <a:srgbClr val="21204D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3063" name="Google Shape;3063;p57"/>
            <p:cNvGrpSpPr/>
            <p:nvPr/>
          </p:nvGrpSpPr>
          <p:grpSpPr>
            <a:xfrm>
              <a:off x="6287526" y="3953751"/>
              <a:ext cx="935441" cy="419136"/>
              <a:chOff x="6287526" y="3953751"/>
              <a:chExt cx="935441" cy="419136"/>
            </a:xfrm>
          </p:grpSpPr>
          <p:sp>
            <p:nvSpPr>
              <p:cNvPr id="3064" name="Google Shape;3064;p57"/>
              <p:cNvSpPr/>
              <p:nvPr/>
            </p:nvSpPr>
            <p:spPr>
              <a:xfrm>
                <a:off x="6617569" y="4021199"/>
                <a:ext cx="64876" cy="157353"/>
              </a:xfrm>
              <a:custGeom>
                <a:rect b="b" l="l" r="r" t="t"/>
                <a:pathLst>
                  <a:path extrusionOk="0" h="4897" w="2019">
                    <a:moveTo>
                      <a:pt x="1561" y="458"/>
                    </a:moveTo>
                    <a:lnTo>
                      <a:pt x="1561" y="4439"/>
                    </a:lnTo>
                    <a:lnTo>
                      <a:pt x="459" y="4439"/>
                    </a:lnTo>
                    <a:lnTo>
                      <a:pt x="459" y="458"/>
                    </a:lnTo>
                    <a:close/>
                    <a:moveTo>
                      <a:pt x="0" y="0"/>
                    </a:moveTo>
                    <a:lnTo>
                      <a:pt x="0" y="4896"/>
                    </a:lnTo>
                    <a:lnTo>
                      <a:pt x="2018" y="4896"/>
                    </a:lnTo>
                    <a:lnTo>
                      <a:pt x="2018" y="0"/>
                    </a:lnTo>
                    <a:close/>
                  </a:path>
                </a:pathLst>
              </a:custGeom>
              <a:solidFill>
                <a:srgbClr val="21204D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065" name="Google Shape;3065;p57"/>
              <p:cNvSpPr/>
              <p:nvPr/>
            </p:nvSpPr>
            <p:spPr>
              <a:xfrm>
                <a:off x="6747903" y="4021199"/>
                <a:ext cx="64908" cy="157353"/>
              </a:xfrm>
              <a:custGeom>
                <a:rect b="b" l="l" r="r" t="t"/>
                <a:pathLst>
                  <a:path extrusionOk="0" h="4897" w="2020">
                    <a:moveTo>
                      <a:pt x="1560" y="458"/>
                    </a:moveTo>
                    <a:lnTo>
                      <a:pt x="1560" y="4439"/>
                    </a:lnTo>
                    <a:lnTo>
                      <a:pt x="459" y="4439"/>
                    </a:lnTo>
                    <a:lnTo>
                      <a:pt x="459" y="458"/>
                    </a:lnTo>
                    <a:close/>
                    <a:moveTo>
                      <a:pt x="1" y="0"/>
                    </a:moveTo>
                    <a:lnTo>
                      <a:pt x="1" y="4896"/>
                    </a:lnTo>
                    <a:lnTo>
                      <a:pt x="2019" y="4896"/>
                    </a:lnTo>
                    <a:lnTo>
                      <a:pt x="2019" y="0"/>
                    </a:lnTo>
                    <a:close/>
                  </a:path>
                </a:pathLst>
              </a:custGeom>
              <a:solidFill>
                <a:srgbClr val="21204D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066" name="Google Shape;3066;p57"/>
              <p:cNvSpPr/>
              <p:nvPr/>
            </p:nvSpPr>
            <p:spPr>
              <a:xfrm>
                <a:off x="6878397" y="4021199"/>
                <a:ext cx="64876" cy="157353"/>
              </a:xfrm>
              <a:custGeom>
                <a:rect b="b" l="l" r="r" t="t"/>
                <a:pathLst>
                  <a:path extrusionOk="0" h="4897" w="2019">
                    <a:moveTo>
                      <a:pt x="1561" y="458"/>
                    </a:moveTo>
                    <a:lnTo>
                      <a:pt x="1561" y="4439"/>
                    </a:lnTo>
                    <a:lnTo>
                      <a:pt x="458" y="4439"/>
                    </a:lnTo>
                    <a:lnTo>
                      <a:pt x="458" y="458"/>
                    </a:lnTo>
                    <a:close/>
                    <a:moveTo>
                      <a:pt x="0" y="0"/>
                    </a:moveTo>
                    <a:lnTo>
                      <a:pt x="0" y="4896"/>
                    </a:lnTo>
                    <a:lnTo>
                      <a:pt x="2018" y="4896"/>
                    </a:lnTo>
                    <a:lnTo>
                      <a:pt x="2018" y="0"/>
                    </a:lnTo>
                    <a:close/>
                  </a:path>
                </a:pathLst>
              </a:custGeom>
              <a:solidFill>
                <a:srgbClr val="21204D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067" name="Google Shape;3067;p57"/>
              <p:cNvSpPr/>
              <p:nvPr/>
            </p:nvSpPr>
            <p:spPr>
              <a:xfrm>
                <a:off x="7008762" y="4021199"/>
                <a:ext cx="64811" cy="157353"/>
              </a:xfrm>
              <a:custGeom>
                <a:rect b="b" l="l" r="r" t="t"/>
                <a:pathLst>
                  <a:path extrusionOk="0" h="4897" w="2017">
                    <a:moveTo>
                      <a:pt x="1559" y="458"/>
                    </a:moveTo>
                    <a:lnTo>
                      <a:pt x="1559" y="4439"/>
                    </a:lnTo>
                    <a:lnTo>
                      <a:pt x="458" y="4439"/>
                    </a:lnTo>
                    <a:lnTo>
                      <a:pt x="458" y="458"/>
                    </a:lnTo>
                    <a:close/>
                    <a:moveTo>
                      <a:pt x="0" y="0"/>
                    </a:moveTo>
                    <a:lnTo>
                      <a:pt x="0" y="4896"/>
                    </a:lnTo>
                    <a:lnTo>
                      <a:pt x="2017" y="4896"/>
                    </a:lnTo>
                    <a:lnTo>
                      <a:pt x="2017" y="0"/>
                    </a:lnTo>
                    <a:close/>
                  </a:path>
                </a:pathLst>
              </a:custGeom>
              <a:solidFill>
                <a:srgbClr val="21204D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068" name="Google Shape;3068;p57"/>
              <p:cNvSpPr/>
              <p:nvPr/>
            </p:nvSpPr>
            <p:spPr>
              <a:xfrm>
                <a:off x="6287526" y="3953751"/>
                <a:ext cx="935441" cy="419136"/>
              </a:xfrm>
              <a:custGeom>
                <a:rect b="b" l="l" r="r" t="t"/>
                <a:pathLst>
                  <a:path extrusionOk="0" h="13044" w="29112">
                    <a:moveTo>
                      <a:pt x="7519" y="0"/>
                    </a:moveTo>
                    <a:lnTo>
                      <a:pt x="7519" y="12586"/>
                    </a:lnTo>
                    <a:lnTo>
                      <a:pt x="1" y="12586"/>
                    </a:lnTo>
                    <a:lnTo>
                      <a:pt x="1" y="13043"/>
                    </a:lnTo>
                    <a:lnTo>
                      <a:pt x="7977" y="13043"/>
                    </a:lnTo>
                    <a:lnTo>
                      <a:pt x="7977" y="458"/>
                    </a:lnTo>
                    <a:lnTo>
                      <a:pt x="26802" y="458"/>
                    </a:lnTo>
                    <a:lnTo>
                      <a:pt x="26802" y="13043"/>
                    </a:lnTo>
                    <a:lnTo>
                      <a:pt x="29112" y="13043"/>
                    </a:lnTo>
                    <a:lnTo>
                      <a:pt x="29112" y="12586"/>
                    </a:lnTo>
                    <a:lnTo>
                      <a:pt x="27260" y="12586"/>
                    </a:lnTo>
                    <a:lnTo>
                      <a:pt x="27260" y="0"/>
                    </a:lnTo>
                    <a:close/>
                  </a:path>
                </a:pathLst>
              </a:custGeom>
              <a:solidFill>
                <a:srgbClr val="21204D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sp>
          <p:nvSpPr>
            <p:cNvPr id="3069" name="Google Shape;3069;p57"/>
            <p:cNvSpPr/>
            <p:nvPr/>
          </p:nvSpPr>
          <p:spPr>
            <a:xfrm>
              <a:off x="7682537" y="4358151"/>
              <a:ext cx="1461418" cy="14749"/>
            </a:xfrm>
            <a:custGeom>
              <a:rect b="b" l="l" r="r" t="t"/>
              <a:pathLst>
                <a:path extrusionOk="0" h="459" w="45481">
                  <a:moveTo>
                    <a:pt x="0" y="1"/>
                  </a:moveTo>
                  <a:lnTo>
                    <a:pt x="0" y="458"/>
                  </a:lnTo>
                  <a:lnTo>
                    <a:pt x="45480" y="458"/>
                  </a:lnTo>
                  <a:lnTo>
                    <a:pt x="45480" y="1"/>
                  </a:lnTo>
                  <a:close/>
                </a:path>
              </a:pathLst>
            </a:custGeom>
            <a:solidFill>
              <a:srgbClr val="21204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70" name="Google Shape;3070;p57"/>
            <p:cNvSpPr/>
            <p:nvPr/>
          </p:nvSpPr>
          <p:spPr>
            <a:xfrm>
              <a:off x="7222964" y="3598644"/>
              <a:ext cx="459591" cy="774233"/>
            </a:xfrm>
            <a:custGeom>
              <a:rect b="b" l="l" r="r" t="t"/>
              <a:pathLst>
                <a:path extrusionOk="0" h="24095" w="14303">
                  <a:moveTo>
                    <a:pt x="2060" y="1"/>
                  </a:moveTo>
                  <a:lnTo>
                    <a:pt x="2060" y="23637"/>
                  </a:lnTo>
                  <a:lnTo>
                    <a:pt x="1" y="23637"/>
                  </a:lnTo>
                  <a:lnTo>
                    <a:pt x="1" y="24094"/>
                  </a:lnTo>
                  <a:lnTo>
                    <a:pt x="2513" y="24094"/>
                  </a:lnTo>
                  <a:lnTo>
                    <a:pt x="2513" y="458"/>
                  </a:lnTo>
                  <a:lnTo>
                    <a:pt x="8757" y="458"/>
                  </a:lnTo>
                  <a:lnTo>
                    <a:pt x="8757" y="24094"/>
                  </a:lnTo>
                  <a:lnTo>
                    <a:pt x="14302" y="24094"/>
                  </a:lnTo>
                  <a:lnTo>
                    <a:pt x="14302" y="23637"/>
                  </a:lnTo>
                  <a:lnTo>
                    <a:pt x="9215" y="23637"/>
                  </a:lnTo>
                  <a:lnTo>
                    <a:pt x="9215" y="1"/>
                  </a:lnTo>
                  <a:close/>
                </a:path>
              </a:pathLst>
            </a:custGeom>
            <a:solidFill>
              <a:srgbClr val="21204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3071" name="Google Shape;3071;p57"/>
            <p:cNvGrpSpPr/>
            <p:nvPr/>
          </p:nvGrpSpPr>
          <p:grpSpPr>
            <a:xfrm>
              <a:off x="0" y="3136532"/>
              <a:ext cx="4677721" cy="1236330"/>
              <a:chOff x="0" y="3136532"/>
              <a:chExt cx="4677721" cy="1236330"/>
            </a:xfrm>
          </p:grpSpPr>
          <p:sp>
            <p:nvSpPr>
              <p:cNvPr id="3072" name="Google Shape;3072;p57"/>
              <p:cNvSpPr/>
              <p:nvPr/>
            </p:nvSpPr>
            <p:spPr>
              <a:xfrm>
                <a:off x="3819836" y="3223325"/>
                <a:ext cx="225281" cy="38045"/>
              </a:xfrm>
              <a:custGeom>
                <a:rect b="b" l="l" r="r" t="t"/>
                <a:pathLst>
                  <a:path extrusionOk="0" h="1184" w="7011">
                    <a:moveTo>
                      <a:pt x="6421" y="459"/>
                    </a:moveTo>
                    <a:cubicBezTo>
                      <a:pt x="6492" y="459"/>
                      <a:pt x="6553" y="519"/>
                      <a:pt x="6553" y="595"/>
                    </a:cubicBezTo>
                    <a:cubicBezTo>
                      <a:pt x="6553" y="665"/>
                      <a:pt x="6492" y="725"/>
                      <a:pt x="6421" y="725"/>
                    </a:cubicBezTo>
                    <a:lnTo>
                      <a:pt x="594" y="725"/>
                    </a:lnTo>
                    <a:cubicBezTo>
                      <a:pt x="519" y="725"/>
                      <a:pt x="459" y="665"/>
                      <a:pt x="459" y="595"/>
                    </a:cubicBezTo>
                    <a:cubicBezTo>
                      <a:pt x="459" y="519"/>
                      <a:pt x="519" y="459"/>
                      <a:pt x="594" y="459"/>
                    </a:cubicBezTo>
                    <a:close/>
                    <a:moveTo>
                      <a:pt x="594" y="1"/>
                    </a:moveTo>
                    <a:cubicBezTo>
                      <a:pt x="268" y="1"/>
                      <a:pt x="1" y="268"/>
                      <a:pt x="1" y="595"/>
                    </a:cubicBezTo>
                    <a:cubicBezTo>
                      <a:pt x="1" y="917"/>
                      <a:pt x="268" y="1183"/>
                      <a:pt x="594" y="1183"/>
                    </a:cubicBezTo>
                    <a:lnTo>
                      <a:pt x="6421" y="1183"/>
                    </a:lnTo>
                    <a:cubicBezTo>
                      <a:pt x="6748" y="1183"/>
                      <a:pt x="7011" y="917"/>
                      <a:pt x="7011" y="595"/>
                    </a:cubicBezTo>
                    <a:cubicBezTo>
                      <a:pt x="7011" y="268"/>
                      <a:pt x="6748" y="1"/>
                      <a:pt x="6421" y="1"/>
                    </a:cubicBezTo>
                    <a:close/>
                  </a:path>
                </a:pathLst>
              </a:custGeom>
              <a:solidFill>
                <a:srgbClr val="21204D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073" name="Google Shape;3073;p57"/>
              <p:cNvSpPr/>
              <p:nvPr/>
            </p:nvSpPr>
            <p:spPr>
              <a:xfrm>
                <a:off x="3819836" y="3318118"/>
                <a:ext cx="225281" cy="38013"/>
              </a:xfrm>
              <a:custGeom>
                <a:rect b="b" l="l" r="r" t="t"/>
                <a:pathLst>
                  <a:path extrusionOk="0" h="1183" w="7011">
                    <a:moveTo>
                      <a:pt x="6421" y="458"/>
                    </a:moveTo>
                    <a:cubicBezTo>
                      <a:pt x="6492" y="458"/>
                      <a:pt x="6553" y="518"/>
                      <a:pt x="6553" y="594"/>
                    </a:cubicBezTo>
                    <a:cubicBezTo>
                      <a:pt x="6553" y="664"/>
                      <a:pt x="6492" y="725"/>
                      <a:pt x="6421" y="725"/>
                    </a:cubicBezTo>
                    <a:lnTo>
                      <a:pt x="594" y="725"/>
                    </a:lnTo>
                    <a:cubicBezTo>
                      <a:pt x="519" y="725"/>
                      <a:pt x="459" y="664"/>
                      <a:pt x="459" y="594"/>
                    </a:cubicBezTo>
                    <a:cubicBezTo>
                      <a:pt x="459" y="518"/>
                      <a:pt x="519" y="458"/>
                      <a:pt x="594" y="458"/>
                    </a:cubicBezTo>
                    <a:close/>
                    <a:moveTo>
                      <a:pt x="594" y="0"/>
                    </a:moveTo>
                    <a:cubicBezTo>
                      <a:pt x="268" y="0"/>
                      <a:pt x="1" y="267"/>
                      <a:pt x="1" y="594"/>
                    </a:cubicBezTo>
                    <a:cubicBezTo>
                      <a:pt x="1" y="915"/>
                      <a:pt x="268" y="1182"/>
                      <a:pt x="594" y="1182"/>
                    </a:cubicBezTo>
                    <a:lnTo>
                      <a:pt x="6421" y="1182"/>
                    </a:lnTo>
                    <a:cubicBezTo>
                      <a:pt x="6748" y="1182"/>
                      <a:pt x="7011" y="915"/>
                      <a:pt x="7011" y="594"/>
                    </a:cubicBezTo>
                    <a:cubicBezTo>
                      <a:pt x="7011" y="267"/>
                      <a:pt x="6748" y="0"/>
                      <a:pt x="6421" y="0"/>
                    </a:cubicBezTo>
                    <a:close/>
                  </a:path>
                </a:pathLst>
              </a:custGeom>
              <a:solidFill>
                <a:srgbClr val="21204D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074" name="Google Shape;3074;p57"/>
              <p:cNvSpPr/>
              <p:nvPr/>
            </p:nvSpPr>
            <p:spPr>
              <a:xfrm>
                <a:off x="3819836" y="3412880"/>
                <a:ext cx="225281" cy="38013"/>
              </a:xfrm>
              <a:custGeom>
                <a:rect b="b" l="l" r="r" t="t"/>
                <a:pathLst>
                  <a:path extrusionOk="0" h="1183" w="7011">
                    <a:moveTo>
                      <a:pt x="6421" y="458"/>
                    </a:moveTo>
                    <a:cubicBezTo>
                      <a:pt x="6492" y="458"/>
                      <a:pt x="6553" y="518"/>
                      <a:pt x="6553" y="593"/>
                    </a:cubicBezTo>
                    <a:cubicBezTo>
                      <a:pt x="6553" y="665"/>
                      <a:pt x="6492" y="725"/>
                      <a:pt x="6421" y="725"/>
                    </a:cubicBezTo>
                    <a:lnTo>
                      <a:pt x="594" y="725"/>
                    </a:lnTo>
                    <a:cubicBezTo>
                      <a:pt x="519" y="725"/>
                      <a:pt x="459" y="665"/>
                      <a:pt x="459" y="593"/>
                    </a:cubicBezTo>
                    <a:cubicBezTo>
                      <a:pt x="459" y="518"/>
                      <a:pt x="519" y="458"/>
                      <a:pt x="594" y="458"/>
                    </a:cubicBezTo>
                    <a:close/>
                    <a:moveTo>
                      <a:pt x="594" y="0"/>
                    </a:moveTo>
                    <a:cubicBezTo>
                      <a:pt x="268" y="0"/>
                      <a:pt x="1" y="266"/>
                      <a:pt x="1" y="593"/>
                    </a:cubicBezTo>
                    <a:cubicBezTo>
                      <a:pt x="1" y="921"/>
                      <a:pt x="268" y="1183"/>
                      <a:pt x="594" y="1183"/>
                    </a:cubicBezTo>
                    <a:lnTo>
                      <a:pt x="6421" y="1183"/>
                    </a:lnTo>
                    <a:cubicBezTo>
                      <a:pt x="6748" y="1183"/>
                      <a:pt x="7011" y="921"/>
                      <a:pt x="7011" y="593"/>
                    </a:cubicBezTo>
                    <a:cubicBezTo>
                      <a:pt x="7011" y="266"/>
                      <a:pt x="6748" y="0"/>
                      <a:pt x="6421" y="0"/>
                    </a:cubicBezTo>
                    <a:close/>
                  </a:path>
                </a:pathLst>
              </a:custGeom>
              <a:solidFill>
                <a:srgbClr val="21204D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075" name="Google Shape;3075;p57"/>
              <p:cNvSpPr/>
              <p:nvPr/>
            </p:nvSpPr>
            <p:spPr>
              <a:xfrm>
                <a:off x="3819836" y="3507610"/>
                <a:ext cx="225281" cy="38013"/>
              </a:xfrm>
              <a:custGeom>
                <a:rect b="b" l="l" r="r" t="t"/>
                <a:pathLst>
                  <a:path extrusionOk="0" h="1183" w="7011">
                    <a:moveTo>
                      <a:pt x="6421" y="458"/>
                    </a:moveTo>
                    <a:cubicBezTo>
                      <a:pt x="6492" y="458"/>
                      <a:pt x="6553" y="518"/>
                      <a:pt x="6553" y="594"/>
                    </a:cubicBezTo>
                    <a:cubicBezTo>
                      <a:pt x="6553" y="665"/>
                      <a:pt x="6492" y="725"/>
                      <a:pt x="6421" y="725"/>
                    </a:cubicBezTo>
                    <a:lnTo>
                      <a:pt x="594" y="725"/>
                    </a:lnTo>
                    <a:cubicBezTo>
                      <a:pt x="519" y="725"/>
                      <a:pt x="459" y="665"/>
                      <a:pt x="459" y="594"/>
                    </a:cubicBezTo>
                    <a:cubicBezTo>
                      <a:pt x="459" y="518"/>
                      <a:pt x="519" y="458"/>
                      <a:pt x="594" y="458"/>
                    </a:cubicBezTo>
                    <a:close/>
                    <a:moveTo>
                      <a:pt x="594" y="0"/>
                    </a:moveTo>
                    <a:cubicBezTo>
                      <a:pt x="268" y="0"/>
                      <a:pt x="1" y="267"/>
                      <a:pt x="1" y="594"/>
                    </a:cubicBezTo>
                    <a:cubicBezTo>
                      <a:pt x="1" y="922"/>
                      <a:pt x="268" y="1183"/>
                      <a:pt x="594" y="1183"/>
                    </a:cubicBezTo>
                    <a:lnTo>
                      <a:pt x="6421" y="1183"/>
                    </a:lnTo>
                    <a:cubicBezTo>
                      <a:pt x="6748" y="1183"/>
                      <a:pt x="7011" y="922"/>
                      <a:pt x="7011" y="594"/>
                    </a:cubicBezTo>
                    <a:cubicBezTo>
                      <a:pt x="7011" y="267"/>
                      <a:pt x="6748" y="0"/>
                      <a:pt x="6421" y="0"/>
                    </a:cubicBezTo>
                    <a:close/>
                  </a:path>
                </a:pathLst>
              </a:custGeom>
              <a:solidFill>
                <a:srgbClr val="21204D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076" name="Google Shape;3076;p57"/>
              <p:cNvSpPr/>
              <p:nvPr/>
            </p:nvSpPr>
            <p:spPr>
              <a:xfrm>
                <a:off x="3819836" y="3602371"/>
                <a:ext cx="225281" cy="38173"/>
              </a:xfrm>
              <a:custGeom>
                <a:rect b="b" l="l" r="r" t="t"/>
                <a:pathLst>
                  <a:path extrusionOk="0" h="1188" w="7011">
                    <a:moveTo>
                      <a:pt x="6421" y="458"/>
                    </a:moveTo>
                    <a:cubicBezTo>
                      <a:pt x="6492" y="458"/>
                      <a:pt x="6553" y="519"/>
                      <a:pt x="6553" y="595"/>
                    </a:cubicBezTo>
                    <a:cubicBezTo>
                      <a:pt x="6553" y="670"/>
                      <a:pt x="6492" y="730"/>
                      <a:pt x="6421" y="730"/>
                    </a:cubicBezTo>
                    <a:lnTo>
                      <a:pt x="594" y="730"/>
                    </a:lnTo>
                    <a:cubicBezTo>
                      <a:pt x="519" y="730"/>
                      <a:pt x="459" y="670"/>
                      <a:pt x="459" y="595"/>
                    </a:cubicBezTo>
                    <a:cubicBezTo>
                      <a:pt x="459" y="519"/>
                      <a:pt x="519" y="458"/>
                      <a:pt x="594" y="458"/>
                    </a:cubicBezTo>
                    <a:close/>
                    <a:moveTo>
                      <a:pt x="594" y="1"/>
                    </a:moveTo>
                    <a:cubicBezTo>
                      <a:pt x="268" y="1"/>
                      <a:pt x="1" y="267"/>
                      <a:pt x="1" y="595"/>
                    </a:cubicBezTo>
                    <a:cubicBezTo>
                      <a:pt x="1" y="921"/>
                      <a:pt x="268" y="1188"/>
                      <a:pt x="594" y="1188"/>
                    </a:cubicBezTo>
                    <a:lnTo>
                      <a:pt x="6421" y="1188"/>
                    </a:lnTo>
                    <a:cubicBezTo>
                      <a:pt x="6748" y="1188"/>
                      <a:pt x="7011" y="921"/>
                      <a:pt x="7011" y="595"/>
                    </a:cubicBezTo>
                    <a:cubicBezTo>
                      <a:pt x="7011" y="267"/>
                      <a:pt x="6748" y="1"/>
                      <a:pt x="6421" y="1"/>
                    </a:cubicBezTo>
                    <a:close/>
                  </a:path>
                </a:pathLst>
              </a:custGeom>
              <a:solidFill>
                <a:srgbClr val="21204D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077" name="Google Shape;3077;p57"/>
              <p:cNvSpPr/>
              <p:nvPr/>
            </p:nvSpPr>
            <p:spPr>
              <a:xfrm>
                <a:off x="3819836" y="3697133"/>
                <a:ext cx="225281" cy="38173"/>
              </a:xfrm>
              <a:custGeom>
                <a:rect b="b" l="l" r="r" t="t"/>
                <a:pathLst>
                  <a:path extrusionOk="0" h="1188" w="7011">
                    <a:moveTo>
                      <a:pt x="6421" y="458"/>
                    </a:moveTo>
                    <a:cubicBezTo>
                      <a:pt x="6492" y="458"/>
                      <a:pt x="6553" y="519"/>
                      <a:pt x="6553" y="594"/>
                    </a:cubicBezTo>
                    <a:cubicBezTo>
                      <a:pt x="6553" y="670"/>
                      <a:pt x="6492" y="730"/>
                      <a:pt x="6421" y="730"/>
                    </a:cubicBezTo>
                    <a:lnTo>
                      <a:pt x="594" y="730"/>
                    </a:lnTo>
                    <a:cubicBezTo>
                      <a:pt x="519" y="730"/>
                      <a:pt x="459" y="670"/>
                      <a:pt x="459" y="594"/>
                    </a:cubicBezTo>
                    <a:cubicBezTo>
                      <a:pt x="459" y="519"/>
                      <a:pt x="519" y="458"/>
                      <a:pt x="594" y="458"/>
                    </a:cubicBezTo>
                    <a:close/>
                    <a:moveTo>
                      <a:pt x="594" y="1"/>
                    </a:moveTo>
                    <a:cubicBezTo>
                      <a:pt x="268" y="1"/>
                      <a:pt x="1" y="266"/>
                      <a:pt x="1" y="594"/>
                    </a:cubicBezTo>
                    <a:cubicBezTo>
                      <a:pt x="1" y="921"/>
                      <a:pt x="268" y="1188"/>
                      <a:pt x="594" y="1188"/>
                    </a:cubicBezTo>
                    <a:lnTo>
                      <a:pt x="6421" y="1188"/>
                    </a:lnTo>
                    <a:cubicBezTo>
                      <a:pt x="6748" y="1188"/>
                      <a:pt x="7011" y="921"/>
                      <a:pt x="7011" y="594"/>
                    </a:cubicBezTo>
                    <a:cubicBezTo>
                      <a:pt x="7011" y="266"/>
                      <a:pt x="6748" y="1"/>
                      <a:pt x="6421" y="1"/>
                    </a:cubicBezTo>
                    <a:close/>
                  </a:path>
                </a:pathLst>
              </a:custGeom>
              <a:solidFill>
                <a:srgbClr val="21204D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078" name="Google Shape;3078;p57"/>
              <p:cNvSpPr/>
              <p:nvPr/>
            </p:nvSpPr>
            <p:spPr>
              <a:xfrm>
                <a:off x="3819836" y="3791862"/>
                <a:ext cx="225281" cy="38238"/>
              </a:xfrm>
              <a:custGeom>
                <a:rect b="b" l="l" r="r" t="t"/>
                <a:pathLst>
                  <a:path extrusionOk="0" h="1190" w="7011">
                    <a:moveTo>
                      <a:pt x="6421" y="459"/>
                    </a:moveTo>
                    <a:cubicBezTo>
                      <a:pt x="6492" y="459"/>
                      <a:pt x="6553" y="519"/>
                      <a:pt x="6553" y="595"/>
                    </a:cubicBezTo>
                    <a:cubicBezTo>
                      <a:pt x="6553" y="670"/>
                      <a:pt x="6492" y="730"/>
                      <a:pt x="6421" y="730"/>
                    </a:cubicBezTo>
                    <a:lnTo>
                      <a:pt x="594" y="730"/>
                    </a:lnTo>
                    <a:cubicBezTo>
                      <a:pt x="519" y="730"/>
                      <a:pt x="459" y="670"/>
                      <a:pt x="459" y="595"/>
                    </a:cubicBezTo>
                    <a:cubicBezTo>
                      <a:pt x="459" y="519"/>
                      <a:pt x="519" y="459"/>
                      <a:pt x="594" y="459"/>
                    </a:cubicBezTo>
                    <a:close/>
                    <a:moveTo>
                      <a:pt x="594" y="1"/>
                    </a:moveTo>
                    <a:cubicBezTo>
                      <a:pt x="268" y="1"/>
                      <a:pt x="1" y="268"/>
                      <a:pt x="1" y="595"/>
                    </a:cubicBezTo>
                    <a:cubicBezTo>
                      <a:pt x="1" y="922"/>
                      <a:pt x="268" y="1189"/>
                      <a:pt x="594" y="1189"/>
                    </a:cubicBezTo>
                    <a:lnTo>
                      <a:pt x="6421" y="1189"/>
                    </a:lnTo>
                    <a:cubicBezTo>
                      <a:pt x="6748" y="1189"/>
                      <a:pt x="7011" y="922"/>
                      <a:pt x="7011" y="595"/>
                    </a:cubicBezTo>
                    <a:cubicBezTo>
                      <a:pt x="7011" y="268"/>
                      <a:pt x="6748" y="1"/>
                      <a:pt x="6421" y="1"/>
                    </a:cubicBezTo>
                    <a:close/>
                  </a:path>
                </a:pathLst>
              </a:custGeom>
              <a:solidFill>
                <a:srgbClr val="21204D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079" name="Google Shape;3079;p57"/>
              <p:cNvSpPr/>
              <p:nvPr/>
            </p:nvSpPr>
            <p:spPr>
              <a:xfrm>
                <a:off x="3819836" y="3886785"/>
                <a:ext cx="225281" cy="38045"/>
              </a:xfrm>
              <a:custGeom>
                <a:rect b="b" l="l" r="r" t="t"/>
                <a:pathLst>
                  <a:path extrusionOk="0" h="1184" w="7011">
                    <a:moveTo>
                      <a:pt x="6421" y="459"/>
                    </a:moveTo>
                    <a:cubicBezTo>
                      <a:pt x="6492" y="459"/>
                      <a:pt x="6553" y="519"/>
                      <a:pt x="6553" y="590"/>
                    </a:cubicBezTo>
                    <a:cubicBezTo>
                      <a:pt x="6553" y="665"/>
                      <a:pt x="6492" y="725"/>
                      <a:pt x="6421" y="725"/>
                    </a:cubicBezTo>
                    <a:lnTo>
                      <a:pt x="594" y="725"/>
                    </a:lnTo>
                    <a:cubicBezTo>
                      <a:pt x="519" y="725"/>
                      <a:pt x="459" y="665"/>
                      <a:pt x="459" y="590"/>
                    </a:cubicBezTo>
                    <a:cubicBezTo>
                      <a:pt x="459" y="519"/>
                      <a:pt x="519" y="459"/>
                      <a:pt x="594" y="459"/>
                    </a:cubicBezTo>
                    <a:close/>
                    <a:moveTo>
                      <a:pt x="594" y="1"/>
                    </a:moveTo>
                    <a:cubicBezTo>
                      <a:pt x="268" y="1"/>
                      <a:pt x="1" y="263"/>
                      <a:pt x="1" y="590"/>
                    </a:cubicBezTo>
                    <a:cubicBezTo>
                      <a:pt x="1" y="916"/>
                      <a:pt x="268" y="1183"/>
                      <a:pt x="594" y="1183"/>
                    </a:cubicBezTo>
                    <a:lnTo>
                      <a:pt x="6421" y="1183"/>
                    </a:lnTo>
                    <a:cubicBezTo>
                      <a:pt x="6748" y="1183"/>
                      <a:pt x="7011" y="916"/>
                      <a:pt x="7011" y="590"/>
                    </a:cubicBezTo>
                    <a:cubicBezTo>
                      <a:pt x="7011" y="263"/>
                      <a:pt x="6748" y="1"/>
                      <a:pt x="6421" y="1"/>
                    </a:cubicBezTo>
                    <a:close/>
                  </a:path>
                </a:pathLst>
              </a:custGeom>
              <a:solidFill>
                <a:srgbClr val="21204D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080" name="Google Shape;3080;p57"/>
              <p:cNvSpPr/>
              <p:nvPr/>
            </p:nvSpPr>
            <p:spPr>
              <a:xfrm>
                <a:off x="3819836" y="3981578"/>
                <a:ext cx="225281" cy="38013"/>
              </a:xfrm>
              <a:custGeom>
                <a:rect b="b" l="l" r="r" t="t"/>
                <a:pathLst>
                  <a:path extrusionOk="0" h="1183" w="7011">
                    <a:moveTo>
                      <a:pt x="6421" y="458"/>
                    </a:moveTo>
                    <a:cubicBezTo>
                      <a:pt x="6492" y="458"/>
                      <a:pt x="6553" y="518"/>
                      <a:pt x="6553" y="588"/>
                    </a:cubicBezTo>
                    <a:cubicBezTo>
                      <a:pt x="6553" y="664"/>
                      <a:pt x="6492" y="725"/>
                      <a:pt x="6421" y="725"/>
                    </a:cubicBezTo>
                    <a:lnTo>
                      <a:pt x="594" y="725"/>
                    </a:lnTo>
                    <a:cubicBezTo>
                      <a:pt x="519" y="725"/>
                      <a:pt x="459" y="664"/>
                      <a:pt x="459" y="588"/>
                    </a:cubicBezTo>
                    <a:cubicBezTo>
                      <a:pt x="459" y="518"/>
                      <a:pt x="519" y="458"/>
                      <a:pt x="594" y="458"/>
                    </a:cubicBezTo>
                    <a:close/>
                    <a:moveTo>
                      <a:pt x="594" y="0"/>
                    </a:moveTo>
                    <a:cubicBezTo>
                      <a:pt x="268" y="0"/>
                      <a:pt x="1" y="261"/>
                      <a:pt x="1" y="588"/>
                    </a:cubicBezTo>
                    <a:cubicBezTo>
                      <a:pt x="1" y="916"/>
                      <a:pt x="268" y="1182"/>
                      <a:pt x="594" y="1182"/>
                    </a:cubicBezTo>
                    <a:lnTo>
                      <a:pt x="6421" y="1182"/>
                    </a:lnTo>
                    <a:cubicBezTo>
                      <a:pt x="6748" y="1182"/>
                      <a:pt x="7011" y="916"/>
                      <a:pt x="7011" y="588"/>
                    </a:cubicBezTo>
                    <a:cubicBezTo>
                      <a:pt x="7011" y="261"/>
                      <a:pt x="6748" y="0"/>
                      <a:pt x="6421" y="0"/>
                    </a:cubicBezTo>
                    <a:close/>
                  </a:path>
                </a:pathLst>
              </a:custGeom>
              <a:solidFill>
                <a:srgbClr val="21204D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081" name="Google Shape;3081;p57"/>
              <p:cNvSpPr/>
              <p:nvPr/>
            </p:nvSpPr>
            <p:spPr>
              <a:xfrm>
                <a:off x="3819836" y="4076308"/>
                <a:ext cx="225281" cy="38045"/>
              </a:xfrm>
              <a:custGeom>
                <a:rect b="b" l="l" r="r" t="t"/>
                <a:pathLst>
                  <a:path extrusionOk="0" h="1184" w="7011">
                    <a:moveTo>
                      <a:pt x="6421" y="459"/>
                    </a:moveTo>
                    <a:cubicBezTo>
                      <a:pt x="6492" y="459"/>
                      <a:pt x="6553" y="519"/>
                      <a:pt x="6553" y="589"/>
                    </a:cubicBezTo>
                    <a:cubicBezTo>
                      <a:pt x="6553" y="664"/>
                      <a:pt x="6492" y="725"/>
                      <a:pt x="6421" y="725"/>
                    </a:cubicBezTo>
                    <a:lnTo>
                      <a:pt x="594" y="725"/>
                    </a:lnTo>
                    <a:cubicBezTo>
                      <a:pt x="519" y="725"/>
                      <a:pt x="459" y="664"/>
                      <a:pt x="459" y="589"/>
                    </a:cubicBezTo>
                    <a:cubicBezTo>
                      <a:pt x="459" y="519"/>
                      <a:pt x="519" y="459"/>
                      <a:pt x="594" y="459"/>
                    </a:cubicBezTo>
                    <a:close/>
                    <a:moveTo>
                      <a:pt x="594" y="0"/>
                    </a:moveTo>
                    <a:cubicBezTo>
                      <a:pt x="268" y="0"/>
                      <a:pt x="1" y="267"/>
                      <a:pt x="1" y="589"/>
                    </a:cubicBezTo>
                    <a:cubicBezTo>
                      <a:pt x="1" y="917"/>
                      <a:pt x="268" y="1184"/>
                      <a:pt x="594" y="1184"/>
                    </a:cubicBezTo>
                    <a:lnTo>
                      <a:pt x="6421" y="1184"/>
                    </a:lnTo>
                    <a:cubicBezTo>
                      <a:pt x="6748" y="1184"/>
                      <a:pt x="7011" y="917"/>
                      <a:pt x="7011" y="589"/>
                    </a:cubicBezTo>
                    <a:cubicBezTo>
                      <a:pt x="7011" y="267"/>
                      <a:pt x="6748" y="0"/>
                      <a:pt x="6421" y="0"/>
                    </a:cubicBezTo>
                    <a:close/>
                  </a:path>
                </a:pathLst>
              </a:custGeom>
              <a:solidFill>
                <a:srgbClr val="21204D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082" name="Google Shape;3082;p57"/>
              <p:cNvSpPr/>
              <p:nvPr/>
            </p:nvSpPr>
            <p:spPr>
              <a:xfrm>
                <a:off x="3819836" y="4171070"/>
                <a:ext cx="225281" cy="38013"/>
              </a:xfrm>
              <a:custGeom>
                <a:rect b="b" l="l" r="r" t="t"/>
                <a:pathLst>
                  <a:path extrusionOk="0" h="1183" w="7011">
                    <a:moveTo>
                      <a:pt x="6421" y="458"/>
                    </a:moveTo>
                    <a:cubicBezTo>
                      <a:pt x="6492" y="458"/>
                      <a:pt x="6553" y="518"/>
                      <a:pt x="6553" y="590"/>
                    </a:cubicBezTo>
                    <a:cubicBezTo>
                      <a:pt x="6553" y="665"/>
                      <a:pt x="6492" y="725"/>
                      <a:pt x="6421" y="725"/>
                    </a:cubicBezTo>
                    <a:lnTo>
                      <a:pt x="594" y="725"/>
                    </a:lnTo>
                    <a:cubicBezTo>
                      <a:pt x="519" y="725"/>
                      <a:pt x="459" y="665"/>
                      <a:pt x="459" y="590"/>
                    </a:cubicBezTo>
                    <a:cubicBezTo>
                      <a:pt x="459" y="518"/>
                      <a:pt x="519" y="458"/>
                      <a:pt x="594" y="458"/>
                    </a:cubicBezTo>
                    <a:close/>
                    <a:moveTo>
                      <a:pt x="594" y="0"/>
                    </a:moveTo>
                    <a:cubicBezTo>
                      <a:pt x="268" y="0"/>
                      <a:pt x="1" y="267"/>
                      <a:pt x="1" y="590"/>
                    </a:cubicBezTo>
                    <a:cubicBezTo>
                      <a:pt x="1" y="916"/>
                      <a:pt x="268" y="1183"/>
                      <a:pt x="594" y="1183"/>
                    </a:cubicBezTo>
                    <a:lnTo>
                      <a:pt x="6421" y="1183"/>
                    </a:lnTo>
                    <a:cubicBezTo>
                      <a:pt x="6748" y="1183"/>
                      <a:pt x="7011" y="916"/>
                      <a:pt x="7011" y="590"/>
                    </a:cubicBezTo>
                    <a:cubicBezTo>
                      <a:pt x="7011" y="267"/>
                      <a:pt x="6748" y="0"/>
                      <a:pt x="6421" y="0"/>
                    </a:cubicBezTo>
                    <a:close/>
                  </a:path>
                </a:pathLst>
              </a:custGeom>
              <a:solidFill>
                <a:srgbClr val="21204D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083" name="Google Shape;3083;p57"/>
              <p:cNvSpPr/>
              <p:nvPr/>
            </p:nvSpPr>
            <p:spPr>
              <a:xfrm>
                <a:off x="4162346" y="3723804"/>
                <a:ext cx="59831" cy="109508"/>
              </a:xfrm>
              <a:custGeom>
                <a:rect b="b" l="l" r="r" t="t"/>
                <a:pathLst>
                  <a:path extrusionOk="0" h="3408" w="1862">
                    <a:moveTo>
                      <a:pt x="931" y="458"/>
                    </a:moveTo>
                    <a:cubicBezTo>
                      <a:pt x="1192" y="458"/>
                      <a:pt x="1403" y="670"/>
                      <a:pt x="1403" y="932"/>
                    </a:cubicBezTo>
                    <a:lnTo>
                      <a:pt x="1403" y="2476"/>
                    </a:lnTo>
                    <a:cubicBezTo>
                      <a:pt x="1403" y="2738"/>
                      <a:pt x="1192" y="2950"/>
                      <a:pt x="931" y="2950"/>
                    </a:cubicBezTo>
                    <a:cubicBezTo>
                      <a:pt x="669" y="2950"/>
                      <a:pt x="458" y="2738"/>
                      <a:pt x="458" y="2476"/>
                    </a:cubicBezTo>
                    <a:lnTo>
                      <a:pt x="458" y="932"/>
                    </a:lnTo>
                    <a:cubicBezTo>
                      <a:pt x="458" y="670"/>
                      <a:pt x="669" y="458"/>
                      <a:pt x="931" y="458"/>
                    </a:cubicBezTo>
                    <a:close/>
                    <a:moveTo>
                      <a:pt x="931" y="0"/>
                    </a:moveTo>
                    <a:cubicBezTo>
                      <a:pt x="418" y="0"/>
                      <a:pt x="0" y="418"/>
                      <a:pt x="0" y="932"/>
                    </a:cubicBezTo>
                    <a:lnTo>
                      <a:pt x="0" y="2476"/>
                    </a:lnTo>
                    <a:cubicBezTo>
                      <a:pt x="0" y="2990"/>
                      <a:pt x="418" y="3407"/>
                      <a:pt x="931" y="3407"/>
                    </a:cubicBezTo>
                    <a:cubicBezTo>
                      <a:pt x="1444" y="3407"/>
                      <a:pt x="1861" y="2990"/>
                      <a:pt x="1861" y="2476"/>
                    </a:cubicBezTo>
                    <a:lnTo>
                      <a:pt x="1861" y="932"/>
                    </a:lnTo>
                    <a:cubicBezTo>
                      <a:pt x="1861" y="418"/>
                      <a:pt x="1444" y="0"/>
                      <a:pt x="931" y="0"/>
                    </a:cubicBezTo>
                    <a:close/>
                  </a:path>
                </a:pathLst>
              </a:custGeom>
              <a:solidFill>
                <a:srgbClr val="21204D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084" name="Google Shape;3084;p57"/>
              <p:cNvSpPr/>
              <p:nvPr/>
            </p:nvSpPr>
            <p:spPr>
              <a:xfrm>
                <a:off x="4255951" y="3723804"/>
                <a:ext cx="60024" cy="109508"/>
              </a:xfrm>
              <a:custGeom>
                <a:rect b="b" l="l" r="r" t="t"/>
                <a:pathLst>
                  <a:path extrusionOk="0" h="3408" w="1868">
                    <a:moveTo>
                      <a:pt x="936" y="458"/>
                    </a:moveTo>
                    <a:cubicBezTo>
                      <a:pt x="1198" y="458"/>
                      <a:pt x="1409" y="670"/>
                      <a:pt x="1409" y="932"/>
                    </a:cubicBezTo>
                    <a:lnTo>
                      <a:pt x="1409" y="2476"/>
                    </a:lnTo>
                    <a:cubicBezTo>
                      <a:pt x="1409" y="2738"/>
                      <a:pt x="1198" y="2950"/>
                      <a:pt x="936" y="2950"/>
                    </a:cubicBezTo>
                    <a:cubicBezTo>
                      <a:pt x="675" y="2950"/>
                      <a:pt x="458" y="2738"/>
                      <a:pt x="458" y="2476"/>
                    </a:cubicBezTo>
                    <a:lnTo>
                      <a:pt x="458" y="932"/>
                    </a:lnTo>
                    <a:cubicBezTo>
                      <a:pt x="458" y="670"/>
                      <a:pt x="675" y="458"/>
                      <a:pt x="936" y="458"/>
                    </a:cubicBezTo>
                    <a:close/>
                    <a:moveTo>
                      <a:pt x="936" y="0"/>
                    </a:moveTo>
                    <a:cubicBezTo>
                      <a:pt x="423" y="0"/>
                      <a:pt x="0" y="418"/>
                      <a:pt x="0" y="932"/>
                    </a:cubicBezTo>
                    <a:lnTo>
                      <a:pt x="0" y="2476"/>
                    </a:lnTo>
                    <a:cubicBezTo>
                      <a:pt x="0" y="2990"/>
                      <a:pt x="423" y="3407"/>
                      <a:pt x="936" y="3407"/>
                    </a:cubicBezTo>
                    <a:cubicBezTo>
                      <a:pt x="1449" y="3407"/>
                      <a:pt x="1867" y="2990"/>
                      <a:pt x="1867" y="2476"/>
                    </a:cubicBezTo>
                    <a:lnTo>
                      <a:pt x="1867" y="932"/>
                    </a:lnTo>
                    <a:cubicBezTo>
                      <a:pt x="1867" y="418"/>
                      <a:pt x="1449" y="0"/>
                      <a:pt x="936" y="0"/>
                    </a:cubicBezTo>
                    <a:close/>
                  </a:path>
                </a:pathLst>
              </a:custGeom>
              <a:solidFill>
                <a:srgbClr val="21204D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085" name="Google Shape;3085;p57"/>
              <p:cNvSpPr/>
              <p:nvPr/>
            </p:nvSpPr>
            <p:spPr>
              <a:xfrm>
                <a:off x="4162346" y="3886785"/>
                <a:ext cx="59831" cy="109508"/>
              </a:xfrm>
              <a:custGeom>
                <a:rect b="b" l="l" r="r" t="t"/>
                <a:pathLst>
                  <a:path extrusionOk="0" h="3408" w="1862">
                    <a:moveTo>
                      <a:pt x="931" y="459"/>
                    </a:moveTo>
                    <a:cubicBezTo>
                      <a:pt x="1192" y="459"/>
                      <a:pt x="1403" y="670"/>
                      <a:pt x="1403" y="932"/>
                    </a:cubicBezTo>
                    <a:lnTo>
                      <a:pt x="1403" y="2472"/>
                    </a:lnTo>
                    <a:cubicBezTo>
                      <a:pt x="1403" y="2734"/>
                      <a:pt x="1192" y="2950"/>
                      <a:pt x="931" y="2950"/>
                    </a:cubicBezTo>
                    <a:cubicBezTo>
                      <a:pt x="669" y="2950"/>
                      <a:pt x="458" y="2734"/>
                      <a:pt x="458" y="2472"/>
                    </a:cubicBezTo>
                    <a:lnTo>
                      <a:pt x="458" y="932"/>
                    </a:lnTo>
                    <a:cubicBezTo>
                      <a:pt x="458" y="670"/>
                      <a:pt x="669" y="459"/>
                      <a:pt x="931" y="459"/>
                    </a:cubicBezTo>
                    <a:close/>
                    <a:moveTo>
                      <a:pt x="931" y="1"/>
                    </a:moveTo>
                    <a:cubicBezTo>
                      <a:pt x="418" y="1"/>
                      <a:pt x="0" y="419"/>
                      <a:pt x="0" y="932"/>
                    </a:cubicBezTo>
                    <a:lnTo>
                      <a:pt x="0" y="2472"/>
                    </a:lnTo>
                    <a:cubicBezTo>
                      <a:pt x="0" y="2985"/>
                      <a:pt x="418" y="3408"/>
                      <a:pt x="931" y="3408"/>
                    </a:cubicBezTo>
                    <a:cubicBezTo>
                      <a:pt x="1444" y="3408"/>
                      <a:pt x="1861" y="2985"/>
                      <a:pt x="1861" y="2472"/>
                    </a:cubicBezTo>
                    <a:lnTo>
                      <a:pt x="1861" y="932"/>
                    </a:lnTo>
                    <a:cubicBezTo>
                      <a:pt x="1861" y="419"/>
                      <a:pt x="1444" y="1"/>
                      <a:pt x="931" y="1"/>
                    </a:cubicBezTo>
                    <a:close/>
                  </a:path>
                </a:pathLst>
              </a:custGeom>
              <a:solidFill>
                <a:srgbClr val="21204D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086" name="Google Shape;3086;p57"/>
              <p:cNvSpPr/>
              <p:nvPr/>
            </p:nvSpPr>
            <p:spPr>
              <a:xfrm>
                <a:off x="4255951" y="3886785"/>
                <a:ext cx="60024" cy="109508"/>
              </a:xfrm>
              <a:custGeom>
                <a:rect b="b" l="l" r="r" t="t"/>
                <a:pathLst>
                  <a:path extrusionOk="0" h="3408" w="1868">
                    <a:moveTo>
                      <a:pt x="936" y="459"/>
                    </a:moveTo>
                    <a:cubicBezTo>
                      <a:pt x="1198" y="459"/>
                      <a:pt x="1409" y="670"/>
                      <a:pt x="1409" y="932"/>
                    </a:cubicBezTo>
                    <a:lnTo>
                      <a:pt x="1409" y="2472"/>
                    </a:lnTo>
                    <a:cubicBezTo>
                      <a:pt x="1409" y="2734"/>
                      <a:pt x="1198" y="2950"/>
                      <a:pt x="936" y="2950"/>
                    </a:cubicBezTo>
                    <a:cubicBezTo>
                      <a:pt x="675" y="2950"/>
                      <a:pt x="458" y="2734"/>
                      <a:pt x="458" y="2472"/>
                    </a:cubicBezTo>
                    <a:lnTo>
                      <a:pt x="458" y="932"/>
                    </a:lnTo>
                    <a:cubicBezTo>
                      <a:pt x="458" y="670"/>
                      <a:pt x="675" y="459"/>
                      <a:pt x="936" y="459"/>
                    </a:cubicBezTo>
                    <a:close/>
                    <a:moveTo>
                      <a:pt x="936" y="1"/>
                    </a:moveTo>
                    <a:cubicBezTo>
                      <a:pt x="423" y="1"/>
                      <a:pt x="0" y="419"/>
                      <a:pt x="0" y="932"/>
                    </a:cubicBezTo>
                    <a:lnTo>
                      <a:pt x="0" y="2472"/>
                    </a:lnTo>
                    <a:cubicBezTo>
                      <a:pt x="0" y="2985"/>
                      <a:pt x="423" y="3408"/>
                      <a:pt x="936" y="3408"/>
                    </a:cubicBezTo>
                    <a:cubicBezTo>
                      <a:pt x="1449" y="3408"/>
                      <a:pt x="1867" y="2985"/>
                      <a:pt x="1867" y="2472"/>
                    </a:cubicBezTo>
                    <a:lnTo>
                      <a:pt x="1867" y="932"/>
                    </a:lnTo>
                    <a:cubicBezTo>
                      <a:pt x="1867" y="419"/>
                      <a:pt x="1449" y="1"/>
                      <a:pt x="936" y="1"/>
                    </a:cubicBezTo>
                    <a:close/>
                  </a:path>
                </a:pathLst>
              </a:custGeom>
              <a:solidFill>
                <a:srgbClr val="21204D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087" name="Google Shape;3087;p57"/>
              <p:cNvSpPr/>
              <p:nvPr/>
            </p:nvSpPr>
            <p:spPr>
              <a:xfrm>
                <a:off x="4162346" y="4049637"/>
                <a:ext cx="59831" cy="109508"/>
              </a:xfrm>
              <a:custGeom>
                <a:rect b="b" l="l" r="r" t="t"/>
                <a:pathLst>
                  <a:path extrusionOk="0" h="3408" w="1862">
                    <a:moveTo>
                      <a:pt x="931" y="458"/>
                    </a:moveTo>
                    <a:cubicBezTo>
                      <a:pt x="1192" y="458"/>
                      <a:pt x="1403" y="674"/>
                      <a:pt x="1403" y="936"/>
                    </a:cubicBezTo>
                    <a:lnTo>
                      <a:pt x="1403" y="2476"/>
                    </a:lnTo>
                    <a:cubicBezTo>
                      <a:pt x="1403" y="2738"/>
                      <a:pt x="1192" y="2950"/>
                      <a:pt x="931" y="2950"/>
                    </a:cubicBezTo>
                    <a:cubicBezTo>
                      <a:pt x="669" y="2950"/>
                      <a:pt x="458" y="2738"/>
                      <a:pt x="458" y="2476"/>
                    </a:cubicBezTo>
                    <a:lnTo>
                      <a:pt x="458" y="936"/>
                    </a:lnTo>
                    <a:cubicBezTo>
                      <a:pt x="458" y="674"/>
                      <a:pt x="669" y="458"/>
                      <a:pt x="931" y="458"/>
                    </a:cubicBezTo>
                    <a:close/>
                    <a:moveTo>
                      <a:pt x="931" y="0"/>
                    </a:moveTo>
                    <a:cubicBezTo>
                      <a:pt x="418" y="0"/>
                      <a:pt x="0" y="418"/>
                      <a:pt x="0" y="936"/>
                    </a:cubicBezTo>
                    <a:lnTo>
                      <a:pt x="0" y="2476"/>
                    </a:lnTo>
                    <a:cubicBezTo>
                      <a:pt x="0" y="2990"/>
                      <a:pt x="418" y="3407"/>
                      <a:pt x="931" y="3407"/>
                    </a:cubicBezTo>
                    <a:cubicBezTo>
                      <a:pt x="1444" y="3407"/>
                      <a:pt x="1861" y="2990"/>
                      <a:pt x="1861" y="2476"/>
                    </a:cubicBezTo>
                    <a:lnTo>
                      <a:pt x="1861" y="936"/>
                    </a:lnTo>
                    <a:cubicBezTo>
                      <a:pt x="1861" y="418"/>
                      <a:pt x="1444" y="0"/>
                      <a:pt x="931" y="0"/>
                    </a:cubicBezTo>
                    <a:close/>
                  </a:path>
                </a:pathLst>
              </a:custGeom>
              <a:solidFill>
                <a:srgbClr val="21204D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088" name="Google Shape;3088;p57"/>
              <p:cNvSpPr/>
              <p:nvPr/>
            </p:nvSpPr>
            <p:spPr>
              <a:xfrm>
                <a:off x="0" y="3136532"/>
                <a:ext cx="4677721" cy="1236330"/>
              </a:xfrm>
              <a:custGeom>
                <a:rect b="b" l="l" r="r" t="t"/>
                <a:pathLst>
                  <a:path extrusionOk="0" h="38476" w="145576">
                    <a:moveTo>
                      <a:pt x="117270" y="0"/>
                    </a:moveTo>
                    <a:lnTo>
                      <a:pt x="117270" y="38018"/>
                    </a:lnTo>
                    <a:lnTo>
                      <a:pt x="1" y="38018"/>
                    </a:lnTo>
                    <a:lnTo>
                      <a:pt x="1" y="38475"/>
                    </a:lnTo>
                    <a:lnTo>
                      <a:pt x="117728" y="38475"/>
                    </a:lnTo>
                    <a:lnTo>
                      <a:pt x="117728" y="458"/>
                    </a:lnTo>
                    <a:lnTo>
                      <a:pt x="127575" y="458"/>
                    </a:lnTo>
                    <a:lnTo>
                      <a:pt x="127575" y="16651"/>
                    </a:lnTo>
                    <a:lnTo>
                      <a:pt x="135572" y="16651"/>
                    </a:lnTo>
                    <a:lnTo>
                      <a:pt x="135572" y="38475"/>
                    </a:lnTo>
                    <a:lnTo>
                      <a:pt x="145575" y="38475"/>
                    </a:lnTo>
                    <a:lnTo>
                      <a:pt x="145575" y="38018"/>
                    </a:lnTo>
                    <a:lnTo>
                      <a:pt x="136029" y="38018"/>
                    </a:lnTo>
                    <a:lnTo>
                      <a:pt x="136029" y="16193"/>
                    </a:lnTo>
                    <a:lnTo>
                      <a:pt x="128033" y="16193"/>
                    </a:lnTo>
                    <a:lnTo>
                      <a:pt x="128033" y="0"/>
                    </a:lnTo>
                    <a:close/>
                  </a:path>
                </a:pathLst>
              </a:custGeom>
              <a:solidFill>
                <a:srgbClr val="21204D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089" name="Google Shape;3089;p57"/>
              <p:cNvSpPr/>
              <p:nvPr/>
            </p:nvSpPr>
            <p:spPr>
              <a:xfrm>
                <a:off x="4255951" y="4049785"/>
                <a:ext cx="60024" cy="109508"/>
              </a:xfrm>
              <a:custGeom>
                <a:rect b="b" l="l" r="r" t="t"/>
                <a:pathLst>
                  <a:path extrusionOk="0" h="3408" w="1868">
                    <a:moveTo>
                      <a:pt x="936" y="459"/>
                    </a:moveTo>
                    <a:cubicBezTo>
                      <a:pt x="1198" y="459"/>
                      <a:pt x="1409" y="670"/>
                      <a:pt x="1409" y="932"/>
                    </a:cubicBezTo>
                    <a:lnTo>
                      <a:pt x="1409" y="2472"/>
                    </a:lnTo>
                    <a:cubicBezTo>
                      <a:pt x="1409" y="2734"/>
                      <a:pt x="1198" y="2950"/>
                      <a:pt x="936" y="2950"/>
                    </a:cubicBezTo>
                    <a:cubicBezTo>
                      <a:pt x="675" y="2950"/>
                      <a:pt x="458" y="2734"/>
                      <a:pt x="458" y="2472"/>
                    </a:cubicBezTo>
                    <a:lnTo>
                      <a:pt x="458" y="932"/>
                    </a:lnTo>
                    <a:cubicBezTo>
                      <a:pt x="458" y="670"/>
                      <a:pt x="675" y="459"/>
                      <a:pt x="936" y="459"/>
                    </a:cubicBezTo>
                    <a:close/>
                    <a:moveTo>
                      <a:pt x="936" y="1"/>
                    </a:moveTo>
                    <a:cubicBezTo>
                      <a:pt x="423" y="1"/>
                      <a:pt x="0" y="419"/>
                      <a:pt x="0" y="932"/>
                    </a:cubicBezTo>
                    <a:lnTo>
                      <a:pt x="0" y="2472"/>
                    </a:lnTo>
                    <a:cubicBezTo>
                      <a:pt x="0" y="2985"/>
                      <a:pt x="423" y="3408"/>
                      <a:pt x="936" y="3408"/>
                    </a:cubicBezTo>
                    <a:cubicBezTo>
                      <a:pt x="1449" y="3408"/>
                      <a:pt x="1867" y="2985"/>
                      <a:pt x="1867" y="2472"/>
                    </a:cubicBezTo>
                    <a:lnTo>
                      <a:pt x="1867" y="932"/>
                    </a:lnTo>
                    <a:cubicBezTo>
                      <a:pt x="1867" y="419"/>
                      <a:pt x="1449" y="1"/>
                      <a:pt x="936" y="1"/>
                    </a:cubicBezTo>
                    <a:close/>
                  </a:path>
                </a:pathLst>
              </a:custGeom>
              <a:solidFill>
                <a:srgbClr val="21204D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sp>
        <p:nvSpPr>
          <p:cNvPr id="3090" name="Google Shape;3090;p57"/>
          <p:cNvSpPr txBox="1"/>
          <p:nvPr>
            <p:ph idx="4294967295" type="subTitle"/>
          </p:nvPr>
        </p:nvSpPr>
        <p:spPr>
          <a:xfrm>
            <a:off x="6432707" y="1583750"/>
            <a:ext cx="1557600" cy="743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/>
              <a:t>Choosing solution</a:t>
            </a:r>
            <a:br>
              <a:rPr lang="en" sz="1100"/>
            </a:br>
            <a:r>
              <a:rPr lang="en" sz="1100"/>
              <a:t>between goals or constraints</a:t>
            </a:r>
            <a:endParaRPr sz="110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95" name="Shape 30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096" name="Google Shape;3096;p58"/>
          <p:cNvGrpSpPr/>
          <p:nvPr/>
        </p:nvGrpSpPr>
        <p:grpSpPr>
          <a:xfrm rot="1478491">
            <a:off x="6707183" y="273302"/>
            <a:ext cx="1723262" cy="3318575"/>
            <a:chOff x="5030877" y="58800"/>
            <a:chExt cx="1332028" cy="2565156"/>
          </a:xfrm>
        </p:grpSpPr>
        <p:sp>
          <p:nvSpPr>
            <p:cNvPr id="3097" name="Google Shape;3097;p58"/>
            <p:cNvSpPr/>
            <p:nvPr/>
          </p:nvSpPr>
          <p:spPr>
            <a:xfrm>
              <a:off x="5526893" y="1166314"/>
              <a:ext cx="828610" cy="958479"/>
            </a:xfrm>
            <a:custGeom>
              <a:rect b="b" l="l" r="r" t="t"/>
              <a:pathLst>
                <a:path extrusionOk="0" h="10148" w="8773">
                  <a:moveTo>
                    <a:pt x="5676" y="1"/>
                  </a:moveTo>
                  <a:cubicBezTo>
                    <a:pt x="2690" y="1"/>
                    <a:pt x="1503" y="2363"/>
                    <a:pt x="1921" y="4177"/>
                  </a:cubicBezTo>
                  <a:cubicBezTo>
                    <a:pt x="2346" y="6004"/>
                    <a:pt x="1116" y="5891"/>
                    <a:pt x="474" y="7571"/>
                  </a:cubicBezTo>
                  <a:cubicBezTo>
                    <a:pt x="471" y="7581"/>
                    <a:pt x="465" y="7595"/>
                    <a:pt x="462" y="7608"/>
                  </a:cubicBezTo>
                  <a:cubicBezTo>
                    <a:pt x="1" y="8838"/>
                    <a:pt x="909" y="10147"/>
                    <a:pt x="2222" y="10147"/>
                  </a:cubicBezTo>
                  <a:lnTo>
                    <a:pt x="6204" y="10147"/>
                  </a:lnTo>
                  <a:cubicBezTo>
                    <a:pt x="7424" y="10147"/>
                    <a:pt x="8322" y="9005"/>
                    <a:pt x="8028" y="7822"/>
                  </a:cubicBezTo>
                  <a:cubicBezTo>
                    <a:pt x="7801" y="6903"/>
                    <a:pt x="7484" y="6028"/>
                    <a:pt x="7794" y="5323"/>
                  </a:cubicBezTo>
                  <a:cubicBezTo>
                    <a:pt x="8480" y="3762"/>
                    <a:pt x="8773" y="34"/>
                    <a:pt x="5740" y="1"/>
                  </a:cubicBezTo>
                  <a:cubicBezTo>
                    <a:pt x="5719" y="1"/>
                    <a:pt x="5697" y="1"/>
                    <a:pt x="5676" y="1"/>
                  </a:cubicBezTo>
                  <a:close/>
                </a:path>
              </a:pathLst>
            </a:custGeom>
            <a:solidFill>
              <a:srgbClr val="65A2E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98" name="Google Shape;3098;p58"/>
            <p:cNvSpPr/>
            <p:nvPr/>
          </p:nvSpPr>
          <p:spPr>
            <a:xfrm>
              <a:off x="5030877" y="58800"/>
              <a:ext cx="1332028" cy="1483810"/>
            </a:xfrm>
            <a:custGeom>
              <a:rect b="b" l="l" r="r" t="t"/>
              <a:pathLst>
                <a:path extrusionOk="0" h="15710" w="14103">
                  <a:moveTo>
                    <a:pt x="4313" y="0"/>
                  </a:moveTo>
                  <a:cubicBezTo>
                    <a:pt x="3967" y="0"/>
                    <a:pt x="3610" y="54"/>
                    <a:pt x="3245" y="172"/>
                  </a:cubicBezTo>
                  <a:cubicBezTo>
                    <a:pt x="565" y="1037"/>
                    <a:pt x="1" y="4628"/>
                    <a:pt x="1905" y="6660"/>
                  </a:cubicBezTo>
                  <a:cubicBezTo>
                    <a:pt x="3810" y="8694"/>
                    <a:pt x="1224" y="8978"/>
                    <a:pt x="1645" y="12112"/>
                  </a:cubicBezTo>
                  <a:cubicBezTo>
                    <a:pt x="2075" y="15291"/>
                    <a:pt x="5673" y="15709"/>
                    <a:pt x="7539" y="15709"/>
                  </a:cubicBezTo>
                  <a:cubicBezTo>
                    <a:pt x="8207" y="15709"/>
                    <a:pt x="8653" y="15656"/>
                    <a:pt x="8653" y="15656"/>
                  </a:cubicBezTo>
                  <a:cubicBezTo>
                    <a:pt x="14102" y="12760"/>
                    <a:pt x="12693" y="8059"/>
                    <a:pt x="9906" y="7093"/>
                  </a:cubicBezTo>
                  <a:cubicBezTo>
                    <a:pt x="8352" y="6552"/>
                    <a:pt x="8480" y="5794"/>
                    <a:pt x="8349" y="3849"/>
                  </a:cubicBezTo>
                  <a:cubicBezTo>
                    <a:pt x="8237" y="2167"/>
                    <a:pt x="6510" y="0"/>
                    <a:pt x="4313" y="0"/>
                  </a:cubicBezTo>
                  <a:close/>
                </a:path>
              </a:pathLst>
            </a:custGeom>
            <a:solidFill>
              <a:srgbClr val="4F47B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99" name="Google Shape;3099;p58"/>
            <p:cNvSpPr/>
            <p:nvPr/>
          </p:nvSpPr>
          <p:spPr>
            <a:xfrm>
              <a:off x="5313657" y="77123"/>
              <a:ext cx="768729" cy="2251499"/>
            </a:xfrm>
            <a:custGeom>
              <a:rect b="b" l="l" r="r" t="t"/>
              <a:pathLst>
                <a:path extrusionOk="0" h="23838" w="8139">
                  <a:moveTo>
                    <a:pt x="56" y="1"/>
                  </a:moveTo>
                  <a:cubicBezTo>
                    <a:pt x="51" y="1"/>
                    <a:pt x="45" y="2"/>
                    <a:pt x="40" y="4"/>
                  </a:cubicBezTo>
                  <a:cubicBezTo>
                    <a:pt x="14" y="11"/>
                    <a:pt x="0" y="38"/>
                    <a:pt x="11" y="64"/>
                  </a:cubicBezTo>
                  <a:lnTo>
                    <a:pt x="5446" y="15475"/>
                  </a:lnTo>
                  <a:lnTo>
                    <a:pt x="8041" y="23805"/>
                  </a:lnTo>
                  <a:cubicBezTo>
                    <a:pt x="8049" y="23825"/>
                    <a:pt x="8065" y="23837"/>
                    <a:pt x="8085" y="23837"/>
                  </a:cubicBezTo>
                  <a:cubicBezTo>
                    <a:pt x="8092" y="23837"/>
                    <a:pt x="8095" y="23837"/>
                    <a:pt x="8098" y="23834"/>
                  </a:cubicBezTo>
                  <a:cubicBezTo>
                    <a:pt x="8125" y="23828"/>
                    <a:pt x="8138" y="23801"/>
                    <a:pt x="8132" y="23777"/>
                  </a:cubicBezTo>
                  <a:lnTo>
                    <a:pt x="5536" y="15449"/>
                  </a:lnTo>
                  <a:lnTo>
                    <a:pt x="100" y="31"/>
                  </a:lnTo>
                  <a:cubicBezTo>
                    <a:pt x="93" y="13"/>
                    <a:pt x="75" y="1"/>
                    <a:pt x="56" y="1"/>
                  </a:cubicBezTo>
                  <a:close/>
                </a:path>
              </a:pathLst>
            </a:custGeom>
            <a:solidFill>
              <a:srgbClr val="65A2E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00" name="Google Shape;3100;p58"/>
            <p:cNvSpPr/>
            <p:nvPr/>
          </p:nvSpPr>
          <p:spPr>
            <a:xfrm>
              <a:off x="5738298" y="789922"/>
              <a:ext cx="344081" cy="500302"/>
            </a:xfrm>
            <a:custGeom>
              <a:rect b="b" l="l" r="r" t="t"/>
              <a:pathLst>
                <a:path extrusionOk="0" h="5297" w="3643">
                  <a:moveTo>
                    <a:pt x="3592" y="1"/>
                  </a:moveTo>
                  <a:cubicBezTo>
                    <a:pt x="3576" y="1"/>
                    <a:pt x="3559" y="8"/>
                    <a:pt x="3548" y="21"/>
                  </a:cubicBezTo>
                  <a:lnTo>
                    <a:pt x="14" y="5219"/>
                  </a:lnTo>
                  <a:cubicBezTo>
                    <a:pt x="1" y="5242"/>
                    <a:pt x="5" y="5273"/>
                    <a:pt x="28" y="5286"/>
                  </a:cubicBezTo>
                  <a:cubicBezTo>
                    <a:pt x="34" y="5293"/>
                    <a:pt x="45" y="5296"/>
                    <a:pt x="54" y="5296"/>
                  </a:cubicBezTo>
                  <a:cubicBezTo>
                    <a:pt x="68" y="5296"/>
                    <a:pt x="85" y="5286"/>
                    <a:pt x="91" y="5273"/>
                  </a:cubicBezTo>
                  <a:lnTo>
                    <a:pt x="3629" y="74"/>
                  </a:lnTo>
                  <a:cubicBezTo>
                    <a:pt x="3642" y="51"/>
                    <a:pt x="3639" y="24"/>
                    <a:pt x="3616" y="8"/>
                  </a:cubicBezTo>
                  <a:cubicBezTo>
                    <a:pt x="3609" y="3"/>
                    <a:pt x="3601" y="1"/>
                    <a:pt x="3592" y="1"/>
                  </a:cubicBezTo>
                  <a:close/>
                </a:path>
              </a:pathLst>
            </a:custGeom>
            <a:solidFill>
              <a:srgbClr val="65A2E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01" name="Google Shape;3101;p58"/>
            <p:cNvSpPr/>
            <p:nvPr/>
          </p:nvSpPr>
          <p:spPr>
            <a:xfrm>
              <a:off x="5236587" y="920922"/>
              <a:ext cx="400846" cy="55253"/>
            </a:xfrm>
            <a:custGeom>
              <a:rect b="b" l="l" r="r" t="t"/>
              <a:pathLst>
                <a:path extrusionOk="0" h="585" w="4244">
                  <a:moveTo>
                    <a:pt x="49" y="0"/>
                  </a:moveTo>
                  <a:cubicBezTo>
                    <a:pt x="28" y="0"/>
                    <a:pt x="8" y="19"/>
                    <a:pt x="5" y="41"/>
                  </a:cubicBezTo>
                  <a:cubicBezTo>
                    <a:pt x="1" y="67"/>
                    <a:pt x="18" y="90"/>
                    <a:pt x="45" y="93"/>
                  </a:cubicBezTo>
                  <a:lnTo>
                    <a:pt x="4187" y="585"/>
                  </a:lnTo>
                  <a:lnTo>
                    <a:pt x="4194" y="585"/>
                  </a:lnTo>
                  <a:cubicBezTo>
                    <a:pt x="4217" y="585"/>
                    <a:pt x="4237" y="568"/>
                    <a:pt x="4241" y="542"/>
                  </a:cubicBezTo>
                  <a:cubicBezTo>
                    <a:pt x="4244" y="518"/>
                    <a:pt x="4224" y="494"/>
                    <a:pt x="4200" y="491"/>
                  </a:cubicBezTo>
                  <a:lnTo>
                    <a:pt x="54" y="0"/>
                  </a:lnTo>
                  <a:cubicBezTo>
                    <a:pt x="53" y="0"/>
                    <a:pt x="51" y="0"/>
                    <a:pt x="49" y="0"/>
                  </a:cubicBezTo>
                  <a:close/>
                </a:path>
              </a:pathLst>
            </a:custGeom>
            <a:solidFill>
              <a:srgbClr val="65A2E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02" name="Google Shape;3102;p58"/>
            <p:cNvSpPr/>
            <p:nvPr/>
          </p:nvSpPr>
          <p:spPr>
            <a:xfrm>
              <a:off x="5499437" y="225123"/>
              <a:ext cx="249065" cy="388190"/>
            </a:xfrm>
            <a:custGeom>
              <a:rect b="b" l="l" r="r" t="t"/>
              <a:pathLst>
                <a:path extrusionOk="0" h="4110" w="2637">
                  <a:moveTo>
                    <a:pt x="2583" y="1"/>
                  </a:moveTo>
                  <a:cubicBezTo>
                    <a:pt x="2568" y="1"/>
                    <a:pt x="2552" y="9"/>
                    <a:pt x="2543" y="24"/>
                  </a:cubicBezTo>
                  <a:lnTo>
                    <a:pt x="14" y="4037"/>
                  </a:lnTo>
                  <a:cubicBezTo>
                    <a:pt x="1" y="4060"/>
                    <a:pt x="8" y="4086"/>
                    <a:pt x="31" y="4100"/>
                  </a:cubicBezTo>
                  <a:cubicBezTo>
                    <a:pt x="38" y="4107"/>
                    <a:pt x="48" y="4110"/>
                    <a:pt x="54" y="4110"/>
                  </a:cubicBezTo>
                  <a:cubicBezTo>
                    <a:pt x="71" y="4110"/>
                    <a:pt x="88" y="4100"/>
                    <a:pt x="95" y="4086"/>
                  </a:cubicBezTo>
                  <a:lnTo>
                    <a:pt x="2623" y="74"/>
                  </a:lnTo>
                  <a:cubicBezTo>
                    <a:pt x="2637" y="51"/>
                    <a:pt x="2630" y="21"/>
                    <a:pt x="2607" y="8"/>
                  </a:cubicBezTo>
                  <a:cubicBezTo>
                    <a:pt x="2600" y="3"/>
                    <a:pt x="2591" y="1"/>
                    <a:pt x="2583" y="1"/>
                  </a:cubicBezTo>
                  <a:close/>
                </a:path>
              </a:pathLst>
            </a:custGeom>
            <a:solidFill>
              <a:srgbClr val="65A2E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03" name="Google Shape;3103;p58"/>
            <p:cNvSpPr/>
            <p:nvPr/>
          </p:nvSpPr>
          <p:spPr>
            <a:xfrm>
              <a:off x="5565995" y="1383072"/>
              <a:ext cx="580962" cy="1240884"/>
            </a:xfrm>
            <a:custGeom>
              <a:rect b="b" l="l" r="r" t="t"/>
              <a:pathLst>
                <a:path extrusionOk="0" h="13138" w="6151">
                  <a:moveTo>
                    <a:pt x="6093" y="1"/>
                  </a:moveTo>
                  <a:cubicBezTo>
                    <a:pt x="6072" y="1"/>
                    <a:pt x="6051" y="11"/>
                    <a:pt x="6044" y="31"/>
                  </a:cubicBezTo>
                  <a:lnTo>
                    <a:pt x="14" y="13061"/>
                  </a:lnTo>
                  <a:cubicBezTo>
                    <a:pt x="0" y="13087"/>
                    <a:pt x="14" y="13118"/>
                    <a:pt x="37" y="13130"/>
                  </a:cubicBezTo>
                  <a:cubicBezTo>
                    <a:pt x="48" y="13134"/>
                    <a:pt x="54" y="13138"/>
                    <a:pt x="60" y="13138"/>
                  </a:cubicBezTo>
                  <a:cubicBezTo>
                    <a:pt x="80" y="13138"/>
                    <a:pt x="97" y="13124"/>
                    <a:pt x="108" y="13104"/>
                  </a:cubicBezTo>
                  <a:lnTo>
                    <a:pt x="6137" y="75"/>
                  </a:lnTo>
                  <a:cubicBezTo>
                    <a:pt x="6151" y="48"/>
                    <a:pt x="6137" y="18"/>
                    <a:pt x="6114" y="4"/>
                  </a:cubicBezTo>
                  <a:cubicBezTo>
                    <a:pt x="6107" y="2"/>
                    <a:pt x="6100" y="1"/>
                    <a:pt x="6093" y="1"/>
                  </a:cubicBezTo>
                  <a:close/>
                </a:path>
              </a:pathLst>
            </a:custGeom>
            <a:solidFill>
              <a:srgbClr val="FF457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04" name="Google Shape;3104;p58"/>
            <p:cNvSpPr/>
            <p:nvPr/>
          </p:nvSpPr>
          <p:spPr>
            <a:xfrm>
              <a:off x="5855953" y="1603325"/>
              <a:ext cx="132608" cy="131380"/>
            </a:xfrm>
            <a:custGeom>
              <a:rect b="b" l="l" r="r" t="t"/>
              <a:pathLst>
                <a:path extrusionOk="0" h="1391" w="1404">
                  <a:moveTo>
                    <a:pt x="57" y="0"/>
                  </a:moveTo>
                  <a:cubicBezTo>
                    <a:pt x="44" y="0"/>
                    <a:pt x="30" y="6"/>
                    <a:pt x="20" y="17"/>
                  </a:cubicBezTo>
                  <a:cubicBezTo>
                    <a:pt x="0" y="38"/>
                    <a:pt x="0" y="68"/>
                    <a:pt x="20" y="88"/>
                  </a:cubicBezTo>
                  <a:lnTo>
                    <a:pt x="1311" y="1377"/>
                  </a:lnTo>
                  <a:cubicBezTo>
                    <a:pt x="1320" y="1388"/>
                    <a:pt x="1334" y="1391"/>
                    <a:pt x="1347" y="1391"/>
                  </a:cubicBezTo>
                  <a:cubicBezTo>
                    <a:pt x="1360" y="1391"/>
                    <a:pt x="1371" y="1388"/>
                    <a:pt x="1383" y="1377"/>
                  </a:cubicBezTo>
                  <a:cubicBezTo>
                    <a:pt x="1404" y="1357"/>
                    <a:pt x="1404" y="1324"/>
                    <a:pt x="1383" y="1304"/>
                  </a:cubicBezTo>
                  <a:lnTo>
                    <a:pt x="94" y="17"/>
                  </a:lnTo>
                  <a:cubicBezTo>
                    <a:pt x="84" y="6"/>
                    <a:pt x="71" y="0"/>
                    <a:pt x="57" y="0"/>
                  </a:cubicBezTo>
                  <a:close/>
                </a:path>
              </a:pathLst>
            </a:custGeom>
            <a:solidFill>
              <a:srgbClr val="FF457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3105" name="Google Shape;3105;p58"/>
          <p:cNvSpPr/>
          <p:nvPr/>
        </p:nvSpPr>
        <p:spPr>
          <a:xfrm>
            <a:off x="2967781" y="677457"/>
            <a:ext cx="34332" cy="26485"/>
          </a:xfrm>
          <a:custGeom>
            <a:rect b="b" l="l" r="r" t="t"/>
            <a:pathLst>
              <a:path extrusionOk="0" h="496" w="643">
                <a:moveTo>
                  <a:pt x="321" y="1"/>
                </a:moveTo>
                <a:cubicBezTo>
                  <a:pt x="0" y="1"/>
                  <a:pt x="0" y="495"/>
                  <a:pt x="321" y="495"/>
                </a:cubicBezTo>
                <a:cubicBezTo>
                  <a:pt x="642" y="495"/>
                  <a:pt x="642" y="1"/>
                  <a:pt x="321" y="1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06" name="Google Shape;3106;p58"/>
          <p:cNvSpPr/>
          <p:nvPr/>
        </p:nvSpPr>
        <p:spPr>
          <a:xfrm>
            <a:off x="3253822" y="578164"/>
            <a:ext cx="44851" cy="41756"/>
          </a:xfrm>
          <a:custGeom>
            <a:rect b="b" l="l" r="r" t="t"/>
            <a:pathLst>
              <a:path extrusionOk="0" h="782" w="840">
                <a:moveTo>
                  <a:pt x="193" y="0"/>
                </a:moveTo>
                <a:cubicBezTo>
                  <a:pt x="172" y="0"/>
                  <a:pt x="153" y="20"/>
                  <a:pt x="156" y="42"/>
                </a:cubicBezTo>
                <a:lnTo>
                  <a:pt x="194" y="260"/>
                </a:lnTo>
                <a:cubicBezTo>
                  <a:pt x="194" y="273"/>
                  <a:pt x="189" y="283"/>
                  <a:pt x="180" y="292"/>
                </a:cubicBezTo>
                <a:lnTo>
                  <a:pt x="24" y="449"/>
                </a:lnTo>
                <a:cubicBezTo>
                  <a:pt x="0" y="467"/>
                  <a:pt x="15" y="505"/>
                  <a:pt x="48" y="510"/>
                </a:cubicBezTo>
                <a:lnTo>
                  <a:pt x="265" y="543"/>
                </a:lnTo>
                <a:cubicBezTo>
                  <a:pt x="274" y="543"/>
                  <a:pt x="283" y="552"/>
                  <a:pt x="293" y="562"/>
                </a:cubicBezTo>
                <a:lnTo>
                  <a:pt x="387" y="760"/>
                </a:lnTo>
                <a:cubicBezTo>
                  <a:pt x="395" y="774"/>
                  <a:pt x="409" y="781"/>
                  <a:pt x="422" y="781"/>
                </a:cubicBezTo>
                <a:cubicBezTo>
                  <a:pt x="436" y="781"/>
                  <a:pt x="448" y="774"/>
                  <a:pt x="453" y="760"/>
                </a:cubicBezTo>
                <a:lnTo>
                  <a:pt x="552" y="562"/>
                </a:lnTo>
                <a:cubicBezTo>
                  <a:pt x="557" y="552"/>
                  <a:pt x="566" y="543"/>
                  <a:pt x="581" y="543"/>
                </a:cubicBezTo>
                <a:lnTo>
                  <a:pt x="798" y="510"/>
                </a:lnTo>
                <a:cubicBezTo>
                  <a:pt x="831" y="505"/>
                  <a:pt x="840" y="467"/>
                  <a:pt x="816" y="449"/>
                </a:cubicBezTo>
                <a:lnTo>
                  <a:pt x="661" y="292"/>
                </a:lnTo>
                <a:cubicBezTo>
                  <a:pt x="651" y="283"/>
                  <a:pt x="646" y="273"/>
                  <a:pt x="651" y="260"/>
                </a:cubicBezTo>
                <a:lnTo>
                  <a:pt x="689" y="42"/>
                </a:lnTo>
                <a:cubicBezTo>
                  <a:pt x="693" y="20"/>
                  <a:pt x="673" y="0"/>
                  <a:pt x="651" y="0"/>
                </a:cubicBezTo>
                <a:cubicBezTo>
                  <a:pt x="645" y="0"/>
                  <a:pt x="639" y="2"/>
                  <a:pt x="633" y="5"/>
                </a:cubicBezTo>
                <a:lnTo>
                  <a:pt x="439" y="109"/>
                </a:lnTo>
                <a:cubicBezTo>
                  <a:pt x="435" y="111"/>
                  <a:pt x="429" y="112"/>
                  <a:pt x="423" y="112"/>
                </a:cubicBezTo>
                <a:cubicBezTo>
                  <a:pt x="417" y="112"/>
                  <a:pt x="411" y="111"/>
                  <a:pt x="406" y="109"/>
                </a:cubicBezTo>
                <a:lnTo>
                  <a:pt x="208" y="5"/>
                </a:lnTo>
                <a:cubicBezTo>
                  <a:pt x="203" y="2"/>
                  <a:pt x="198" y="0"/>
                  <a:pt x="193" y="0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07" name="Google Shape;3107;p58"/>
          <p:cNvSpPr/>
          <p:nvPr/>
        </p:nvSpPr>
        <p:spPr>
          <a:xfrm>
            <a:off x="422999" y="376700"/>
            <a:ext cx="7077060" cy="4457608"/>
          </a:xfrm>
          <a:custGeom>
            <a:rect b="b" l="l" r="r" t="t"/>
            <a:pathLst>
              <a:path extrusionOk="0" h="38110" w="51954">
                <a:moveTo>
                  <a:pt x="3144" y="0"/>
                </a:moveTo>
                <a:cubicBezTo>
                  <a:pt x="1407" y="0"/>
                  <a:pt x="0" y="1408"/>
                  <a:pt x="0" y="3141"/>
                </a:cubicBezTo>
                <a:lnTo>
                  <a:pt x="0" y="34969"/>
                </a:lnTo>
                <a:cubicBezTo>
                  <a:pt x="0" y="36703"/>
                  <a:pt x="1407" y="38110"/>
                  <a:pt x="3144" y="38110"/>
                </a:cubicBezTo>
                <a:lnTo>
                  <a:pt x="48810" y="38110"/>
                </a:lnTo>
                <a:cubicBezTo>
                  <a:pt x="50547" y="38110"/>
                  <a:pt x="51953" y="36703"/>
                  <a:pt x="51953" y="34969"/>
                </a:cubicBezTo>
                <a:lnTo>
                  <a:pt x="51953" y="3141"/>
                </a:lnTo>
                <a:cubicBezTo>
                  <a:pt x="51953" y="1408"/>
                  <a:pt x="50547" y="0"/>
                  <a:pt x="48810" y="0"/>
                </a:cubicBezTo>
                <a:close/>
              </a:path>
            </a:pathLst>
          </a:custGeom>
          <a:solidFill>
            <a:srgbClr val="21204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08" name="Google Shape;3108;p58"/>
          <p:cNvSpPr/>
          <p:nvPr/>
        </p:nvSpPr>
        <p:spPr>
          <a:xfrm>
            <a:off x="846202" y="442775"/>
            <a:ext cx="6164977" cy="4325435"/>
          </a:xfrm>
          <a:custGeom>
            <a:rect b="b" l="l" r="r" t="t"/>
            <a:pathLst>
              <a:path extrusionOk="0" h="36980" w="44280">
                <a:moveTo>
                  <a:pt x="1" y="1"/>
                </a:moveTo>
                <a:lnTo>
                  <a:pt x="1" y="36979"/>
                </a:lnTo>
                <a:lnTo>
                  <a:pt x="44280" y="36979"/>
                </a:lnTo>
                <a:lnTo>
                  <a:pt x="44280" y="1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09" name="Google Shape;3109;p58"/>
          <p:cNvSpPr/>
          <p:nvPr/>
        </p:nvSpPr>
        <p:spPr>
          <a:xfrm>
            <a:off x="7118598" y="2480179"/>
            <a:ext cx="250192" cy="250543"/>
          </a:xfrm>
          <a:custGeom>
            <a:rect b="b" l="l" r="r" t="t"/>
            <a:pathLst>
              <a:path extrusionOk="0" h="2142" w="2139">
                <a:moveTo>
                  <a:pt x="1069" y="1"/>
                </a:moveTo>
                <a:cubicBezTo>
                  <a:pt x="478" y="1"/>
                  <a:pt x="1" y="482"/>
                  <a:pt x="1" y="1073"/>
                </a:cubicBezTo>
                <a:cubicBezTo>
                  <a:pt x="1" y="1660"/>
                  <a:pt x="478" y="2141"/>
                  <a:pt x="1069" y="2141"/>
                </a:cubicBezTo>
                <a:cubicBezTo>
                  <a:pt x="1661" y="2141"/>
                  <a:pt x="2139" y="1660"/>
                  <a:pt x="2139" y="1073"/>
                </a:cubicBezTo>
                <a:cubicBezTo>
                  <a:pt x="2139" y="482"/>
                  <a:pt x="1661" y="1"/>
                  <a:pt x="1069" y="1"/>
                </a:cubicBezTo>
                <a:close/>
              </a:path>
            </a:pathLst>
          </a:custGeom>
          <a:solidFill>
            <a:srgbClr val="71B6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10" name="Google Shape;3110;p58"/>
          <p:cNvSpPr/>
          <p:nvPr/>
        </p:nvSpPr>
        <p:spPr>
          <a:xfrm>
            <a:off x="587811" y="2205898"/>
            <a:ext cx="56378" cy="799118"/>
          </a:xfrm>
          <a:custGeom>
            <a:rect b="b" l="l" r="r" t="t"/>
            <a:pathLst>
              <a:path extrusionOk="0" h="6832" w="482">
                <a:moveTo>
                  <a:pt x="241" y="0"/>
                </a:moveTo>
                <a:cubicBezTo>
                  <a:pt x="108" y="0"/>
                  <a:pt x="1" y="110"/>
                  <a:pt x="1" y="241"/>
                </a:cubicBezTo>
                <a:lnTo>
                  <a:pt x="1" y="6591"/>
                </a:lnTo>
                <a:cubicBezTo>
                  <a:pt x="1" y="6725"/>
                  <a:pt x="108" y="6832"/>
                  <a:pt x="241" y="6832"/>
                </a:cubicBezTo>
                <a:cubicBezTo>
                  <a:pt x="375" y="6832"/>
                  <a:pt x="482" y="6725"/>
                  <a:pt x="482" y="6591"/>
                </a:cubicBezTo>
                <a:lnTo>
                  <a:pt x="482" y="241"/>
                </a:lnTo>
                <a:cubicBezTo>
                  <a:pt x="482" y="110"/>
                  <a:pt x="375" y="0"/>
                  <a:pt x="241" y="0"/>
                </a:cubicBezTo>
                <a:close/>
              </a:path>
            </a:pathLst>
          </a:custGeom>
          <a:solidFill>
            <a:srgbClr val="71B6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11" name="Google Shape;3111;p58"/>
          <p:cNvSpPr/>
          <p:nvPr/>
        </p:nvSpPr>
        <p:spPr>
          <a:xfrm flipH="1">
            <a:off x="5488344" y="4151996"/>
            <a:ext cx="1803512" cy="456873"/>
          </a:xfrm>
          <a:custGeom>
            <a:rect b="b" l="l" r="r" t="t"/>
            <a:pathLst>
              <a:path extrusionOk="0" h="3906" w="15419">
                <a:moveTo>
                  <a:pt x="3846" y="0"/>
                </a:moveTo>
                <a:cubicBezTo>
                  <a:pt x="1721" y="0"/>
                  <a:pt x="0" y="1724"/>
                  <a:pt x="0" y="3846"/>
                </a:cubicBezTo>
                <a:lnTo>
                  <a:pt x="0" y="3906"/>
                </a:lnTo>
                <a:lnTo>
                  <a:pt x="15418" y="3906"/>
                </a:lnTo>
                <a:cubicBezTo>
                  <a:pt x="15264" y="2686"/>
                  <a:pt x="14222" y="1747"/>
                  <a:pt x="12963" y="1747"/>
                </a:cubicBezTo>
                <a:cubicBezTo>
                  <a:pt x="12532" y="1747"/>
                  <a:pt x="12128" y="1855"/>
                  <a:pt x="11776" y="2048"/>
                </a:cubicBezTo>
                <a:cubicBezTo>
                  <a:pt x="11604" y="2142"/>
                  <a:pt x="11414" y="2189"/>
                  <a:pt x="11226" y="2189"/>
                </a:cubicBezTo>
                <a:cubicBezTo>
                  <a:pt x="10998" y="2189"/>
                  <a:pt x="10772" y="2120"/>
                  <a:pt x="10581" y="1981"/>
                </a:cubicBezTo>
                <a:cubicBezTo>
                  <a:pt x="10060" y="1597"/>
                  <a:pt x="9418" y="1374"/>
                  <a:pt x="8720" y="1374"/>
                </a:cubicBezTo>
                <a:cubicBezTo>
                  <a:pt x="8396" y="1374"/>
                  <a:pt x="8082" y="1423"/>
                  <a:pt x="7787" y="1514"/>
                </a:cubicBezTo>
                <a:cubicBezTo>
                  <a:pt x="7680" y="1547"/>
                  <a:pt x="7569" y="1564"/>
                  <a:pt x="7460" y="1564"/>
                </a:cubicBezTo>
                <a:cubicBezTo>
                  <a:pt x="7156" y="1564"/>
                  <a:pt x="6858" y="1438"/>
                  <a:pt x="6642" y="1210"/>
                </a:cubicBezTo>
                <a:cubicBezTo>
                  <a:pt x="5940" y="464"/>
                  <a:pt x="4948" y="0"/>
                  <a:pt x="3846" y="0"/>
                </a:cubicBezTo>
                <a:close/>
              </a:path>
            </a:pathLst>
          </a:custGeom>
          <a:solidFill>
            <a:srgbClr val="71B6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12" name="Google Shape;3112;p58"/>
          <p:cNvSpPr/>
          <p:nvPr/>
        </p:nvSpPr>
        <p:spPr>
          <a:xfrm>
            <a:off x="1544003" y="1086665"/>
            <a:ext cx="1409685" cy="1410036"/>
          </a:xfrm>
          <a:custGeom>
            <a:rect b="b" l="l" r="r" t="t"/>
            <a:pathLst>
              <a:path extrusionOk="0" h="12055" w="12052">
                <a:moveTo>
                  <a:pt x="6028" y="1"/>
                </a:moveTo>
                <a:cubicBezTo>
                  <a:pt x="2697" y="1"/>
                  <a:pt x="1" y="2700"/>
                  <a:pt x="1" y="6028"/>
                </a:cubicBezTo>
                <a:cubicBezTo>
                  <a:pt x="1" y="9355"/>
                  <a:pt x="2697" y="12055"/>
                  <a:pt x="6028" y="12055"/>
                </a:cubicBezTo>
                <a:cubicBezTo>
                  <a:pt x="9356" y="12055"/>
                  <a:pt x="12051" y="9355"/>
                  <a:pt x="12051" y="6028"/>
                </a:cubicBezTo>
                <a:cubicBezTo>
                  <a:pt x="12051" y="2700"/>
                  <a:pt x="9356" y="1"/>
                  <a:pt x="6028" y="1"/>
                </a:cubicBezTo>
                <a:close/>
              </a:path>
            </a:pathLst>
          </a:custGeom>
          <a:solidFill>
            <a:srgbClr val="C4C4C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13" name="Google Shape;3113;p58"/>
          <p:cNvSpPr/>
          <p:nvPr/>
        </p:nvSpPr>
        <p:spPr>
          <a:xfrm>
            <a:off x="1900396" y="1953372"/>
            <a:ext cx="600391" cy="538516"/>
          </a:xfrm>
          <a:custGeom>
            <a:rect b="b" l="l" r="r" t="t"/>
            <a:pathLst>
              <a:path extrusionOk="0" h="4604" w="5133">
                <a:moveTo>
                  <a:pt x="1060" y="1"/>
                </a:moveTo>
                <a:lnTo>
                  <a:pt x="1060" y="1"/>
                </a:lnTo>
                <a:cubicBezTo>
                  <a:pt x="1060" y="1"/>
                  <a:pt x="1444" y="2710"/>
                  <a:pt x="1060" y="3171"/>
                </a:cubicBezTo>
                <a:cubicBezTo>
                  <a:pt x="676" y="3632"/>
                  <a:pt x="1" y="3856"/>
                  <a:pt x="1" y="3856"/>
                </a:cubicBezTo>
                <a:cubicBezTo>
                  <a:pt x="1" y="3856"/>
                  <a:pt x="901" y="4604"/>
                  <a:pt x="2761" y="4604"/>
                </a:cubicBezTo>
                <a:cubicBezTo>
                  <a:pt x="3427" y="4604"/>
                  <a:pt x="4217" y="4508"/>
                  <a:pt x="5132" y="4247"/>
                </a:cubicBezTo>
                <a:cubicBezTo>
                  <a:pt x="5132" y="4247"/>
                  <a:pt x="3860" y="3663"/>
                  <a:pt x="3752" y="3171"/>
                </a:cubicBezTo>
                <a:cubicBezTo>
                  <a:pt x="3643" y="2681"/>
                  <a:pt x="3536" y="1414"/>
                  <a:pt x="3536" y="1414"/>
                </a:cubicBezTo>
                <a:lnTo>
                  <a:pt x="1060" y="1"/>
                </a:lnTo>
                <a:close/>
              </a:path>
            </a:pathLst>
          </a:custGeom>
          <a:solidFill>
            <a:srgbClr val="FF457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14" name="Google Shape;3114;p58"/>
          <p:cNvSpPr/>
          <p:nvPr/>
        </p:nvSpPr>
        <p:spPr>
          <a:xfrm>
            <a:off x="1898408" y="1396504"/>
            <a:ext cx="704375" cy="737242"/>
          </a:xfrm>
          <a:custGeom>
            <a:rect b="b" l="l" r="r" t="t"/>
            <a:pathLst>
              <a:path extrusionOk="0" h="6303" w="6022">
                <a:moveTo>
                  <a:pt x="2919" y="1"/>
                </a:moveTo>
                <a:cubicBezTo>
                  <a:pt x="1921" y="1"/>
                  <a:pt x="1110" y="315"/>
                  <a:pt x="1051" y="1304"/>
                </a:cubicBezTo>
                <a:cubicBezTo>
                  <a:pt x="967" y="2697"/>
                  <a:pt x="960" y="3368"/>
                  <a:pt x="960" y="3368"/>
                </a:cubicBezTo>
                <a:cubicBezTo>
                  <a:pt x="960" y="3368"/>
                  <a:pt x="823" y="3156"/>
                  <a:pt x="604" y="3156"/>
                </a:cubicBezTo>
                <a:cubicBezTo>
                  <a:pt x="533" y="3156"/>
                  <a:pt x="453" y="3179"/>
                  <a:pt x="366" y="3239"/>
                </a:cubicBezTo>
                <a:cubicBezTo>
                  <a:pt x="15" y="3479"/>
                  <a:pt x="1" y="4585"/>
                  <a:pt x="382" y="4812"/>
                </a:cubicBezTo>
                <a:cubicBezTo>
                  <a:pt x="491" y="4878"/>
                  <a:pt x="589" y="4902"/>
                  <a:pt x="674" y="4902"/>
                </a:cubicBezTo>
                <a:cubicBezTo>
                  <a:pt x="882" y="4902"/>
                  <a:pt x="1007" y="4759"/>
                  <a:pt x="1007" y="4759"/>
                </a:cubicBezTo>
                <a:cubicBezTo>
                  <a:pt x="1007" y="4759"/>
                  <a:pt x="1552" y="5724"/>
                  <a:pt x="2878" y="6051"/>
                </a:cubicBezTo>
                <a:cubicBezTo>
                  <a:pt x="2878" y="6051"/>
                  <a:pt x="4043" y="6302"/>
                  <a:pt x="4838" y="6302"/>
                </a:cubicBezTo>
                <a:cubicBezTo>
                  <a:pt x="5061" y="6302"/>
                  <a:pt x="5256" y="6282"/>
                  <a:pt x="5387" y="6232"/>
                </a:cubicBezTo>
                <a:cubicBezTo>
                  <a:pt x="5985" y="5998"/>
                  <a:pt x="6022" y="5200"/>
                  <a:pt x="5834" y="4064"/>
                </a:cubicBezTo>
                <a:cubicBezTo>
                  <a:pt x="5650" y="2924"/>
                  <a:pt x="5701" y="412"/>
                  <a:pt x="4207" y="135"/>
                </a:cubicBezTo>
                <a:cubicBezTo>
                  <a:pt x="3772" y="54"/>
                  <a:pt x="3330" y="1"/>
                  <a:pt x="2919" y="1"/>
                </a:cubicBezTo>
                <a:close/>
              </a:path>
            </a:pathLst>
          </a:custGeom>
          <a:solidFill>
            <a:srgbClr val="FF457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15" name="Google Shape;3115;p58"/>
          <p:cNvSpPr/>
          <p:nvPr/>
        </p:nvSpPr>
        <p:spPr>
          <a:xfrm>
            <a:off x="2152924" y="1679909"/>
            <a:ext cx="145507" cy="79888"/>
          </a:xfrm>
          <a:custGeom>
            <a:rect b="b" l="l" r="r" t="t"/>
            <a:pathLst>
              <a:path extrusionOk="0" h="683" w="1244">
                <a:moveTo>
                  <a:pt x="591" y="0"/>
                </a:moveTo>
                <a:cubicBezTo>
                  <a:pt x="572" y="0"/>
                  <a:pt x="552" y="1"/>
                  <a:pt x="531" y="3"/>
                </a:cubicBezTo>
                <a:cubicBezTo>
                  <a:pt x="0" y="57"/>
                  <a:pt x="17" y="484"/>
                  <a:pt x="17" y="484"/>
                </a:cubicBezTo>
                <a:cubicBezTo>
                  <a:pt x="17" y="484"/>
                  <a:pt x="370" y="682"/>
                  <a:pt x="807" y="682"/>
                </a:cubicBezTo>
                <a:cubicBezTo>
                  <a:pt x="946" y="682"/>
                  <a:pt x="1095" y="662"/>
                  <a:pt x="1243" y="609"/>
                </a:cubicBezTo>
                <a:cubicBezTo>
                  <a:pt x="1243" y="609"/>
                  <a:pt x="1079" y="0"/>
                  <a:pt x="591" y="0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16" name="Google Shape;3116;p58"/>
          <p:cNvSpPr/>
          <p:nvPr/>
        </p:nvSpPr>
        <p:spPr>
          <a:xfrm>
            <a:off x="2421243" y="1649615"/>
            <a:ext cx="101410" cy="90532"/>
          </a:xfrm>
          <a:custGeom>
            <a:rect b="b" l="l" r="r" t="t"/>
            <a:pathLst>
              <a:path extrusionOk="0" h="774" w="867">
                <a:moveTo>
                  <a:pt x="562" y="0"/>
                </a:moveTo>
                <a:cubicBezTo>
                  <a:pt x="518" y="0"/>
                  <a:pt x="469" y="10"/>
                  <a:pt x="412" y="32"/>
                </a:cubicBezTo>
                <a:cubicBezTo>
                  <a:pt x="1" y="193"/>
                  <a:pt x="175" y="774"/>
                  <a:pt x="175" y="774"/>
                </a:cubicBezTo>
                <a:cubicBezTo>
                  <a:pt x="175" y="774"/>
                  <a:pt x="776" y="667"/>
                  <a:pt x="867" y="370"/>
                </a:cubicBezTo>
                <a:cubicBezTo>
                  <a:pt x="867" y="370"/>
                  <a:pt x="832" y="0"/>
                  <a:pt x="562" y="0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17" name="Google Shape;3117;p58"/>
          <p:cNvSpPr/>
          <p:nvPr/>
        </p:nvSpPr>
        <p:spPr>
          <a:xfrm>
            <a:off x="2149883" y="1673710"/>
            <a:ext cx="148548" cy="77432"/>
          </a:xfrm>
          <a:custGeom>
            <a:rect b="b" l="l" r="r" t="t"/>
            <a:pathLst>
              <a:path extrusionOk="0" h="662" w="1270">
                <a:moveTo>
                  <a:pt x="588" y="0"/>
                </a:moveTo>
                <a:cubicBezTo>
                  <a:pt x="193" y="0"/>
                  <a:pt x="1" y="367"/>
                  <a:pt x="16" y="545"/>
                </a:cubicBezTo>
                <a:lnTo>
                  <a:pt x="43" y="537"/>
                </a:lnTo>
                <a:cubicBezTo>
                  <a:pt x="43" y="537"/>
                  <a:pt x="133" y="133"/>
                  <a:pt x="581" y="90"/>
                </a:cubicBezTo>
                <a:cubicBezTo>
                  <a:pt x="596" y="89"/>
                  <a:pt x="611" y="88"/>
                  <a:pt x="626" y="88"/>
                </a:cubicBezTo>
                <a:cubicBezTo>
                  <a:pt x="1042" y="88"/>
                  <a:pt x="1269" y="662"/>
                  <a:pt x="1269" y="662"/>
                </a:cubicBezTo>
                <a:cubicBezTo>
                  <a:pt x="1269" y="662"/>
                  <a:pt x="1138" y="67"/>
                  <a:pt x="681" y="7"/>
                </a:cubicBezTo>
                <a:cubicBezTo>
                  <a:pt x="649" y="2"/>
                  <a:pt x="618" y="0"/>
                  <a:pt x="588" y="0"/>
                </a:cubicBezTo>
                <a:close/>
              </a:path>
            </a:pathLst>
          </a:custGeom>
          <a:solidFill>
            <a:srgbClr val="21204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18" name="Google Shape;3118;p58"/>
          <p:cNvSpPr/>
          <p:nvPr/>
        </p:nvSpPr>
        <p:spPr>
          <a:xfrm>
            <a:off x="2426506" y="1644118"/>
            <a:ext cx="96147" cy="96030"/>
          </a:xfrm>
          <a:custGeom>
            <a:rect b="b" l="l" r="r" t="t"/>
            <a:pathLst>
              <a:path extrusionOk="0" h="821" w="822">
                <a:moveTo>
                  <a:pt x="498" y="1"/>
                </a:moveTo>
                <a:cubicBezTo>
                  <a:pt x="465" y="1"/>
                  <a:pt x="428" y="7"/>
                  <a:pt x="387" y="19"/>
                </a:cubicBezTo>
                <a:cubicBezTo>
                  <a:pt x="0" y="136"/>
                  <a:pt x="36" y="607"/>
                  <a:pt x="130" y="821"/>
                </a:cubicBezTo>
                <a:cubicBezTo>
                  <a:pt x="130" y="821"/>
                  <a:pt x="13" y="403"/>
                  <a:pt x="334" y="133"/>
                </a:cubicBezTo>
                <a:cubicBezTo>
                  <a:pt x="397" y="80"/>
                  <a:pt x="455" y="58"/>
                  <a:pt x="506" y="58"/>
                </a:cubicBezTo>
                <a:cubicBezTo>
                  <a:pt x="716" y="58"/>
                  <a:pt x="822" y="417"/>
                  <a:pt x="822" y="417"/>
                </a:cubicBezTo>
                <a:cubicBezTo>
                  <a:pt x="822" y="417"/>
                  <a:pt x="787" y="1"/>
                  <a:pt x="498" y="1"/>
                </a:cubicBezTo>
                <a:close/>
              </a:path>
            </a:pathLst>
          </a:custGeom>
          <a:solidFill>
            <a:srgbClr val="21204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19" name="Google Shape;3119;p58"/>
          <p:cNvSpPr/>
          <p:nvPr/>
        </p:nvSpPr>
        <p:spPr>
          <a:xfrm>
            <a:off x="2207547" y="1681663"/>
            <a:ext cx="47021" cy="63396"/>
          </a:xfrm>
          <a:custGeom>
            <a:rect b="b" l="l" r="r" t="t"/>
            <a:pathLst>
              <a:path extrusionOk="0" h="542" w="402">
                <a:moveTo>
                  <a:pt x="181" y="0"/>
                </a:moveTo>
                <a:cubicBezTo>
                  <a:pt x="174" y="0"/>
                  <a:pt x="168" y="1"/>
                  <a:pt x="161" y="2"/>
                </a:cubicBezTo>
                <a:cubicBezTo>
                  <a:pt x="61" y="16"/>
                  <a:pt x="1" y="149"/>
                  <a:pt x="24" y="299"/>
                </a:cubicBezTo>
                <a:cubicBezTo>
                  <a:pt x="46" y="436"/>
                  <a:pt x="132" y="542"/>
                  <a:pt x="224" y="542"/>
                </a:cubicBezTo>
                <a:cubicBezTo>
                  <a:pt x="231" y="542"/>
                  <a:pt x="238" y="541"/>
                  <a:pt x="244" y="540"/>
                </a:cubicBezTo>
                <a:cubicBezTo>
                  <a:pt x="341" y="526"/>
                  <a:pt x="402" y="393"/>
                  <a:pt x="378" y="243"/>
                </a:cubicBezTo>
                <a:cubicBezTo>
                  <a:pt x="357" y="106"/>
                  <a:pt x="271" y="0"/>
                  <a:pt x="181" y="0"/>
                </a:cubicBezTo>
                <a:close/>
              </a:path>
            </a:pathLst>
          </a:custGeom>
          <a:solidFill>
            <a:srgbClr val="21204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20" name="Google Shape;3120;p58"/>
          <p:cNvSpPr/>
          <p:nvPr/>
        </p:nvSpPr>
        <p:spPr>
          <a:xfrm>
            <a:off x="2446741" y="1658153"/>
            <a:ext cx="47021" cy="63513"/>
          </a:xfrm>
          <a:custGeom>
            <a:rect b="b" l="l" r="r" t="t"/>
            <a:pathLst>
              <a:path extrusionOk="0" h="543" w="402">
                <a:moveTo>
                  <a:pt x="177" y="1"/>
                </a:moveTo>
                <a:cubicBezTo>
                  <a:pt x="171" y="1"/>
                  <a:pt x="164" y="1"/>
                  <a:pt x="157" y="3"/>
                </a:cubicBezTo>
                <a:cubicBezTo>
                  <a:pt x="60" y="16"/>
                  <a:pt x="0" y="149"/>
                  <a:pt x="24" y="300"/>
                </a:cubicBezTo>
                <a:cubicBezTo>
                  <a:pt x="42" y="437"/>
                  <a:pt x="131" y="542"/>
                  <a:pt x="221" y="542"/>
                </a:cubicBezTo>
                <a:cubicBezTo>
                  <a:pt x="228" y="542"/>
                  <a:pt x="234" y="542"/>
                  <a:pt x="241" y="541"/>
                </a:cubicBezTo>
                <a:cubicBezTo>
                  <a:pt x="338" y="527"/>
                  <a:pt x="401" y="394"/>
                  <a:pt x="378" y="243"/>
                </a:cubicBezTo>
                <a:cubicBezTo>
                  <a:pt x="356" y="106"/>
                  <a:pt x="268" y="1"/>
                  <a:pt x="177" y="1"/>
                </a:cubicBezTo>
                <a:close/>
              </a:path>
            </a:pathLst>
          </a:custGeom>
          <a:solidFill>
            <a:srgbClr val="21204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21" name="Google Shape;3121;p58"/>
          <p:cNvSpPr/>
          <p:nvPr/>
        </p:nvSpPr>
        <p:spPr>
          <a:xfrm>
            <a:off x="2360304" y="1709618"/>
            <a:ext cx="90064" cy="162584"/>
          </a:xfrm>
          <a:custGeom>
            <a:rect b="b" l="l" r="r" t="t"/>
            <a:pathLst>
              <a:path extrusionOk="0" h="1390" w="770">
                <a:moveTo>
                  <a:pt x="81" y="0"/>
                </a:moveTo>
                <a:cubicBezTo>
                  <a:pt x="81" y="0"/>
                  <a:pt x="1" y="765"/>
                  <a:pt x="165" y="836"/>
                </a:cubicBezTo>
                <a:cubicBezTo>
                  <a:pt x="274" y="880"/>
                  <a:pt x="459" y="887"/>
                  <a:pt x="571" y="887"/>
                </a:cubicBezTo>
                <a:cubicBezTo>
                  <a:pt x="628" y="887"/>
                  <a:pt x="666" y="885"/>
                  <a:pt x="666" y="885"/>
                </a:cubicBezTo>
                <a:lnTo>
                  <a:pt x="666" y="885"/>
                </a:lnTo>
                <a:lnTo>
                  <a:pt x="165" y="1350"/>
                </a:lnTo>
                <a:cubicBezTo>
                  <a:pt x="165" y="1350"/>
                  <a:pt x="157" y="1390"/>
                  <a:pt x="192" y="1390"/>
                </a:cubicBezTo>
                <a:cubicBezTo>
                  <a:pt x="197" y="1390"/>
                  <a:pt x="204" y="1389"/>
                  <a:pt x="212" y="1387"/>
                </a:cubicBezTo>
                <a:cubicBezTo>
                  <a:pt x="272" y="1373"/>
                  <a:pt x="770" y="879"/>
                  <a:pt x="763" y="865"/>
                </a:cubicBezTo>
                <a:cubicBezTo>
                  <a:pt x="759" y="852"/>
                  <a:pt x="235" y="832"/>
                  <a:pt x="185" y="745"/>
                </a:cubicBezTo>
                <a:cubicBezTo>
                  <a:pt x="135" y="659"/>
                  <a:pt x="118" y="20"/>
                  <a:pt x="81" y="0"/>
                </a:cubicBezTo>
                <a:close/>
              </a:path>
            </a:pathLst>
          </a:custGeom>
          <a:solidFill>
            <a:srgbClr val="70257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22" name="Google Shape;3122;p58"/>
          <p:cNvSpPr/>
          <p:nvPr/>
        </p:nvSpPr>
        <p:spPr>
          <a:xfrm>
            <a:off x="1603889" y="1384340"/>
            <a:ext cx="946847" cy="519567"/>
          </a:xfrm>
          <a:custGeom>
            <a:rect b="b" l="l" r="r" t="t"/>
            <a:pathLst>
              <a:path extrusionOk="0" h="4442" w="8095">
                <a:moveTo>
                  <a:pt x="5416" y="0"/>
                </a:moveTo>
                <a:cubicBezTo>
                  <a:pt x="5289" y="0"/>
                  <a:pt x="5156" y="3"/>
                  <a:pt x="5018" y="9"/>
                </a:cubicBezTo>
                <a:cubicBezTo>
                  <a:pt x="2599" y="105"/>
                  <a:pt x="1537" y="1047"/>
                  <a:pt x="1537" y="1047"/>
                </a:cubicBezTo>
                <a:cubicBezTo>
                  <a:pt x="1" y="2053"/>
                  <a:pt x="2646" y="4442"/>
                  <a:pt x="2646" y="4442"/>
                </a:cubicBezTo>
                <a:cubicBezTo>
                  <a:pt x="2603" y="4071"/>
                  <a:pt x="2656" y="3443"/>
                  <a:pt x="2980" y="3319"/>
                </a:cubicBezTo>
                <a:cubicBezTo>
                  <a:pt x="3027" y="3302"/>
                  <a:pt x="3071" y="3294"/>
                  <a:pt x="3112" y="3294"/>
                </a:cubicBezTo>
                <a:cubicBezTo>
                  <a:pt x="3358" y="3294"/>
                  <a:pt x="3505" y="3563"/>
                  <a:pt x="3505" y="3563"/>
                </a:cubicBezTo>
                <a:cubicBezTo>
                  <a:pt x="3505" y="3563"/>
                  <a:pt x="3569" y="3589"/>
                  <a:pt x="3681" y="3589"/>
                </a:cubicBezTo>
                <a:cubicBezTo>
                  <a:pt x="3818" y="3589"/>
                  <a:pt x="4028" y="3550"/>
                  <a:pt x="4283" y="3376"/>
                </a:cubicBezTo>
                <a:cubicBezTo>
                  <a:pt x="4751" y="3059"/>
                  <a:pt x="3856" y="2410"/>
                  <a:pt x="3856" y="2410"/>
                </a:cubicBezTo>
                <a:cubicBezTo>
                  <a:pt x="3856" y="2410"/>
                  <a:pt x="6956" y="1685"/>
                  <a:pt x="7544" y="1191"/>
                </a:cubicBezTo>
                <a:cubicBezTo>
                  <a:pt x="8095" y="725"/>
                  <a:pt x="7509" y="0"/>
                  <a:pt x="5416" y="0"/>
                </a:cubicBezTo>
                <a:close/>
              </a:path>
            </a:pathLst>
          </a:custGeom>
          <a:solidFill>
            <a:srgbClr val="70257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23" name="Google Shape;3123;p58"/>
          <p:cNvSpPr/>
          <p:nvPr/>
        </p:nvSpPr>
        <p:spPr>
          <a:xfrm>
            <a:off x="2166258" y="1781083"/>
            <a:ext cx="71935" cy="70414"/>
          </a:xfrm>
          <a:custGeom>
            <a:rect b="b" l="l" r="r" t="t"/>
            <a:pathLst>
              <a:path extrusionOk="0" h="602" w="615">
                <a:moveTo>
                  <a:pt x="309" y="0"/>
                </a:moveTo>
                <a:cubicBezTo>
                  <a:pt x="147" y="0"/>
                  <a:pt x="13" y="128"/>
                  <a:pt x="7" y="288"/>
                </a:cubicBezTo>
                <a:cubicBezTo>
                  <a:pt x="0" y="455"/>
                  <a:pt x="130" y="595"/>
                  <a:pt x="294" y="602"/>
                </a:cubicBezTo>
                <a:cubicBezTo>
                  <a:pt x="298" y="602"/>
                  <a:pt x="303" y="602"/>
                  <a:pt x="307" y="602"/>
                </a:cubicBezTo>
                <a:cubicBezTo>
                  <a:pt x="469" y="602"/>
                  <a:pt x="602" y="477"/>
                  <a:pt x="608" y="315"/>
                </a:cubicBezTo>
                <a:cubicBezTo>
                  <a:pt x="614" y="151"/>
                  <a:pt x="488" y="11"/>
                  <a:pt x="321" y="0"/>
                </a:cubicBezTo>
                <a:cubicBezTo>
                  <a:pt x="317" y="0"/>
                  <a:pt x="313" y="0"/>
                  <a:pt x="309" y="0"/>
                </a:cubicBezTo>
                <a:close/>
              </a:path>
            </a:pathLst>
          </a:custGeom>
          <a:solidFill>
            <a:srgbClr val="65A2E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24" name="Google Shape;3124;p58"/>
          <p:cNvSpPr/>
          <p:nvPr/>
        </p:nvSpPr>
        <p:spPr>
          <a:xfrm>
            <a:off x="2464754" y="1756404"/>
            <a:ext cx="72052" cy="70531"/>
          </a:xfrm>
          <a:custGeom>
            <a:rect b="b" l="l" r="r" t="t"/>
            <a:pathLst>
              <a:path extrusionOk="0" h="603" w="616">
                <a:moveTo>
                  <a:pt x="309" y="1"/>
                </a:moveTo>
                <a:cubicBezTo>
                  <a:pt x="151" y="1"/>
                  <a:pt x="17" y="126"/>
                  <a:pt x="7" y="288"/>
                </a:cubicBezTo>
                <a:cubicBezTo>
                  <a:pt x="0" y="452"/>
                  <a:pt x="130" y="592"/>
                  <a:pt x="294" y="603"/>
                </a:cubicBezTo>
                <a:cubicBezTo>
                  <a:pt x="298" y="603"/>
                  <a:pt x="302" y="603"/>
                  <a:pt x="306" y="603"/>
                </a:cubicBezTo>
                <a:cubicBezTo>
                  <a:pt x="468" y="603"/>
                  <a:pt x="602" y="475"/>
                  <a:pt x="608" y="315"/>
                </a:cubicBezTo>
                <a:cubicBezTo>
                  <a:pt x="615" y="148"/>
                  <a:pt x="488" y="8"/>
                  <a:pt x="321" y="1"/>
                </a:cubicBezTo>
                <a:cubicBezTo>
                  <a:pt x="317" y="1"/>
                  <a:pt x="313" y="1"/>
                  <a:pt x="309" y="1"/>
                </a:cubicBezTo>
                <a:close/>
              </a:path>
            </a:pathLst>
          </a:custGeom>
          <a:solidFill>
            <a:srgbClr val="65A2E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25" name="Google Shape;3125;p58"/>
          <p:cNvSpPr/>
          <p:nvPr/>
        </p:nvSpPr>
        <p:spPr>
          <a:xfrm>
            <a:off x="1942971" y="1818746"/>
            <a:ext cx="67022" cy="129365"/>
          </a:xfrm>
          <a:custGeom>
            <a:rect b="b" l="l" r="r" t="t"/>
            <a:pathLst>
              <a:path extrusionOk="0" h="1106" w="573">
                <a:moveTo>
                  <a:pt x="253" y="1"/>
                </a:moveTo>
                <a:cubicBezTo>
                  <a:pt x="126" y="1"/>
                  <a:pt x="13" y="141"/>
                  <a:pt x="1" y="156"/>
                </a:cubicBezTo>
                <a:lnTo>
                  <a:pt x="71" y="213"/>
                </a:lnTo>
                <a:cubicBezTo>
                  <a:pt x="98" y="179"/>
                  <a:pt x="181" y="93"/>
                  <a:pt x="249" y="93"/>
                </a:cubicBezTo>
                <a:cubicBezTo>
                  <a:pt x="256" y="93"/>
                  <a:pt x="262" y="94"/>
                  <a:pt x="269" y="96"/>
                </a:cubicBezTo>
                <a:cubicBezTo>
                  <a:pt x="301" y="106"/>
                  <a:pt x="366" y="153"/>
                  <a:pt x="395" y="377"/>
                </a:cubicBezTo>
                <a:cubicBezTo>
                  <a:pt x="469" y="925"/>
                  <a:pt x="261" y="1018"/>
                  <a:pt x="261" y="1018"/>
                </a:cubicBezTo>
                <a:lnTo>
                  <a:pt x="292" y="1105"/>
                </a:lnTo>
                <a:cubicBezTo>
                  <a:pt x="305" y="1101"/>
                  <a:pt x="572" y="995"/>
                  <a:pt x="486" y="367"/>
                </a:cubicBezTo>
                <a:cubicBezTo>
                  <a:pt x="455" y="150"/>
                  <a:pt x="395" y="33"/>
                  <a:pt x="295" y="6"/>
                </a:cubicBezTo>
                <a:cubicBezTo>
                  <a:pt x="281" y="3"/>
                  <a:pt x="267" y="1"/>
                  <a:pt x="253" y="1"/>
                </a:cubicBezTo>
                <a:close/>
              </a:path>
            </a:pathLst>
          </a:custGeom>
          <a:solidFill>
            <a:srgbClr val="70257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26" name="Google Shape;3126;p58"/>
          <p:cNvSpPr/>
          <p:nvPr/>
        </p:nvSpPr>
        <p:spPr>
          <a:xfrm>
            <a:off x="1783197" y="1391826"/>
            <a:ext cx="583899" cy="122113"/>
          </a:xfrm>
          <a:custGeom>
            <a:rect b="b" l="l" r="r" t="t"/>
            <a:pathLst>
              <a:path extrusionOk="0" h="1044" w="4992">
                <a:moveTo>
                  <a:pt x="4959" y="1"/>
                </a:moveTo>
                <a:cubicBezTo>
                  <a:pt x="4166" y="853"/>
                  <a:pt x="2241" y="996"/>
                  <a:pt x="1037" y="996"/>
                </a:cubicBezTo>
                <a:cubicBezTo>
                  <a:pt x="437" y="996"/>
                  <a:pt x="17" y="961"/>
                  <a:pt x="4" y="960"/>
                </a:cubicBezTo>
                <a:lnTo>
                  <a:pt x="1" y="1007"/>
                </a:lnTo>
                <a:cubicBezTo>
                  <a:pt x="14" y="1007"/>
                  <a:pt x="435" y="1043"/>
                  <a:pt x="1036" y="1043"/>
                </a:cubicBezTo>
                <a:cubicBezTo>
                  <a:pt x="2246" y="1043"/>
                  <a:pt x="4190" y="900"/>
                  <a:pt x="4992" y="34"/>
                </a:cubicBezTo>
                <a:lnTo>
                  <a:pt x="4959" y="1"/>
                </a:lnTo>
                <a:close/>
              </a:path>
            </a:pathLst>
          </a:custGeom>
          <a:solidFill>
            <a:srgbClr val="21204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27" name="Google Shape;3127;p58"/>
          <p:cNvSpPr/>
          <p:nvPr/>
        </p:nvSpPr>
        <p:spPr>
          <a:xfrm>
            <a:off x="1728106" y="1433699"/>
            <a:ext cx="753150" cy="180597"/>
          </a:xfrm>
          <a:custGeom>
            <a:rect b="b" l="l" r="r" t="t"/>
            <a:pathLst>
              <a:path extrusionOk="0" h="1544" w="6439">
                <a:moveTo>
                  <a:pt x="6395" y="0"/>
                </a:moveTo>
                <a:cubicBezTo>
                  <a:pt x="6341" y="284"/>
                  <a:pt x="5573" y="986"/>
                  <a:pt x="3546" y="1351"/>
                </a:cubicBezTo>
                <a:cubicBezTo>
                  <a:pt x="2938" y="1461"/>
                  <a:pt x="2374" y="1499"/>
                  <a:pt x="1884" y="1499"/>
                </a:cubicBezTo>
                <a:cubicBezTo>
                  <a:pt x="763" y="1499"/>
                  <a:pt x="22" y="1299"/>
                  <a:pt x="11" y="1297"/>
                </a:cubicBezTo>
                <a:lnTo>
                  <a:pt x="1" y="1340"/>
                </a:lnTo>
                <a:cubicBezTo>
                  <a:pt x="11" y="1343"/>
                  <a:pt x="755" y="1544"/>
                  <a:pt x="1888" y="1544"/>
                </a:cubicBezTo>
                <a:cubicBezTo>
                  <a:pt x="2379" y="1544"/>
                  <a:pt x="2944" y="1507"/>
                  <a:pt x="3555" y="1397"/>
                </a:cubicBezTo>
                <a:cubicBezTo>
                  <a:pt x="5533" y="1043"/>
                  <a:pt x="6375" y="358"/>
                  <a:pt x="6439" y="8"/>
                </a:cubicBezTo>
                <a:lnTo>
                  <a:pt x="6395" y="0"/>
                </a:lnTo>
                <a:close/>
              </a:path>
            </a:pathLst>
          </a:custGeom>
          <a:solidFill>
            <a:srgbClr val="21204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28" name="Google Shape;3128;p58"/>
          <p:cNvSpPr/>
          <p:nvPr/>
        </p:nvSpPr>
        <p:spPr>
          <a:xfrm>
            <a:off x="1747639" y="1411826"/>
            <a:ext cx="690689" cy="151355"/>
          </a:xfrm>
          <a:custGeom>
            <a:rect b="b" l="l" r="r" t="t"/>
            <a:pathLst>
              <a:path extrusionOk="0" h="1294" w="5905">
                <a:moveTo>
                  <a:pt x="5857" y="1"/>
                </a:moveTo>
                <a:cubicBezTo>
                  <a:pt x="5857" y="7"/>
                  <a:pt x="5777" y="672"/>
                  <a:pt x="3715" y="1069"/>
                </a:cubicBezTo>
                <a:cubicBezTo>
                  <a:pt x="3022" y="1204"/>
                  <a:pt x="2380" y="1248"/>
                  <a:pt x="1832" y="1248"/>
                </a:cubicBezTo>
                <a:cubicBezTo>
                  <a:pt x="741" y="1248"/>
                  <a:pt x="22" y="1072"/>
                  <a:pt x="11" y="1069"/>
                </a:cubicBezTo>
                <a:lnTo>
                  <a:pt x="1" y="1113"/>
                </a:lnTo>
                <a:cubicBezTo>
                  <a:pt x="11" y="1117"/>
                  <a:pt x="733" y="1293"/>
                  <a:pt x="1828" y="1293"/>
                </a:cubicBezTo>
                <a:cubicBezTo>
                  <a:pt x="2383" y="1293"/>
                  <a:pt x="3027" y="1250"/>
                  <a:pt x="3726" y="1113"/>
                </a:cubicBezTo>
                <a:cubicBezTo>
                  <a:pt x="5820" y="709"/>
                  <a:pt x="5900" y="34"/>
                  <a:pt x="5904" y="4"/>
                </a:cubicBezTo>
                <a:lnTo>
                  <a:pt x="5857" y="1"/>
                </a:lnTo>
                <a:close/>
              </a:path>
            </a:pathLst>
          </a:custGeom>
          <a:solidFill>
            <a:srgbClr val="21204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29" name="Google Shape;3129;p58"/>
          <p:cNvSpPr/>
          <p:nvPr/>
        </p:nvSpPr>
        <p:spPr>
          <a:xfrm>
            <a:off x="2136081" y="1639088"/>
            <a:ext cx="213114" cy="40938"/>
          </a:xfrm>
          <a:custGeom>
            <a:rect b="b" l="l" r="r" t="t"/>
            <a:pathLst>
              <a:path extrusionOk="0" h="350" w="1822">
                <a:moveTo>
                  <a:pt x="1075" y="1"/>
                </a:moveTo>
                <a:cubicBezTo>
                  <a:pt x="608" y="1"/>
                  <a:pt x="1" y="189"/>
                  <a:pt x="1" y="189"/>
                </a:cubicBezTo>
                <a:cubicBezTo>
                  <a:pt x="216" y="168"/>
                  <a:pt x="408" y="159"/>
                  <a:pt x="577" y="159"/>
                </a:cubicBezTo>
                <a:cubicBezTo>
                  <a:pt x="1365" y="159"/>
                  <a:pt x="1664" y="349"/>
                  <a:pt x="1664" y="349"/>
                </a:cubicBezTo>
                <a:lnTo>
                  <a:pt x="1728" y="296"/>
                </a:lnTo>
                <a:cubicBezTo>
                  <a:pt x="1728" y="296"/>
                  <a:pt x="1822" y="189"/>
                  <a:pt x="1387" y="42"/>
                </a:cubicBezTo>
                <a:cubicBezTo>
                  <a:pt x="1299" y="13"/>
                  <a:pt x="1191" y="1"/>
                  <a:pt x="1075" y="1"/>
                </a:cubicBezTo>
                <a:close/>
              </a:path>
            </a:pathLst>
          </a:custGeom>
          <a:solidFill>
            <a:srgbClr val="21204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30" name="Google Shape;3130;p58"/>
          <p:cNvSpPr/>
          <p:nvPr/>
        </p:nvSpPr>
        <p:spPr>
          <a:xfrm>
            <a:off x="2403698" y="1599437"/>
            <a:ext cx="105270" cy="74391"/>
          </a:xfrm>
          <a:custGeom>
            <a:rect b="b" l="l" r="r" t="t"/>
            <a:pathLst>
              <a:path extrusionOk="0" h="636" w="900">
                <a:moveTo>
                  <a:pt x="900" y="0"/>
                </a:moveTo>
                <a:lnTo>
                  <a:pt x="900" y="0"/>
                </a:lnTo>
                <a:cubicBezTo>
                  <a:pt x="900" y="0"/>
                  <a:pt x="191" y="127"/>
                  <a:pt x="95" y="381"/>
                </a:cubicBezTo>
                <a:cubicBezTo>
                  <a:pt x="0" y="632"/>
                  <a:pt x="39" y="635"/>
                  <a:pt x="41" y="635"/>
                </a:cubicBezTo>
                <a:cubicBezTo>
                  <a:pt x="41" y="635"/>
                  <a:pt x="41" y="635"/>
                  <a:pt x="41" y="635"/>
                </a:cubicBezTo>
                <a:lnTo>
                  <a:pt x="900" y="0"/>
                </a:lnTo>
                <a:close/>
              </a:path>
            </a:pathLst>
          </a:custGeom>
          <a:solidFill>
            <a:srgbClr val="21204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31" name="Google Shape;3131;p58"/>
          <p:cNvSpPr/>
          <p:nvPr/>
        </p:nvSpPr>
        <p:spPr>
          <a:xfrm>
            <a:off x="2298312" y="1889626"/>
            <a:ext cx="217675" cy="127611"/>
          </a:xfrm>
          <a:custGeom>
            <a:rect b="b" l="l" r="r" t="t"/>
            <a:pathLst>
              <a:path extrusionOk="0" h="1091" w="1861">
                <a:moveTo>
                  <a:pt x="1047" y="1"/>
                </a:moveTo>
                <a:cubicBezTo>
                  <a:pt x="935" y="1"/>
                  <a:pt x="820" y="26"/>
                  <a:pt x="715" y="95"/>
                </a:cubicBezTo>
                <a:cubicBezTo>
                  <a:pt x="304" y="366"/>
                  <a:pt x="0" y="1090"/>
                  <a:pt x="0" y="1090"/>
                </a:cubicBezTo>
                <a:cubicBezTo>
                  <a:pt x="0" y="1090"/>
                  <a:pt x="1613" y="629"/>
                  <a:pt x="1677" y="623"/>
                </a:cubicBezTo>
                <a:cubicBezTo>
                  <a:pt x="1744" y="616"/>
                  <a:pt x="1861" y="389"/>
                  <a:pt x="1677" y="215"/>
                </a:cubicBezTo>
                <a:cubicBezTo>
                  <a:pt x="1677" y="215"/>
                  <a:pt x="1372" y="1"/>
                  <a:pt x="1047" y="1"/>
                </a:cubicBezTo>
                <a:close/>
              </a:path>
            </a:pathLst>
          </a:custGeom>
          <a:solidFill>
            <a:srgbClr val="21204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32" name="Google Shape;3132;p58"/>
          <p:cNvSpPr/>
          <p:nvPr/>
        </p:nvSpPr>
        <p:spPr>
          <a:xfrm>
            <a:off x="2364982" y="1887872"/>
            <a:ext cx="94392" cy="45851"/>
          </a:xfrm>
          <a:custGeom>
            <a:rect b="b" l="l" r="r" t="t"/>
            <a:pathLst>
              <a:path extrusionOk="0" h="392" w="807">
                <a:moveTo>
                  <a:pt x="470" y="1"/>
                </a:moveTo>
                <a:cubicBezTo>
                  <a:pt x="435" y="1"/>
                  <a:pt x="402" y="5"/>
                  <a:pt x="372" y="17"/>
                </a:cubicBezTo>
                <a:cubicBezTo>
                  <a:pt x="201" y="77"/>
                  <a:pt x="1" y="227"/>
                  <a:pt x="1" y="227"/>
                </a:cubicBezTo>
                <a:cubicBezTo>
                  <a:pt x="1" y="227"/>
                  <a:pt x="105" y="367"/>
                  <a:pt x="372" y="390"/>
                </a:cubicBezTo>
                <a:cubicBezTo>
                  <a:pt x="382" y="391"/>
                  <a:pt x="392" y="391"/>
                  <a:pt x="402" y="391"/>
                </a:cubicBezTo>
                <a:cubicBezTo>
                  <a:pt x="654" y="391"/>
                  <a:pt x="807" y="100"/>
                  <a:pt x="807" y="100"/>
                </a:cubicBezTo>
                <a:cubicBezTo>
                  <a:pt x="807" y="100"/>
                  <a:pt x="628" y="1"/>
                  <a:pt x="470" y="1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33" name="Google Shape;3133;p58"/>
          <p:cNvSpPr/>
          <p:nvPr/>
        </p:nvSpPr>
        <p:spPr>
          <a:xfrm>
            <a:off x="2313868" y="1872081"/>
            <a:ext cx="180714" cy="113107"/>
          </a:xfrm>
          <a:custGeom>
            <a:rect b="b" l="l" r="r" t="t"/>
            <a:pathLst>
              <a:path extrusionOk="0" h="967" w="1545">
                <a:moveTo>
                  <a:pt x="912" y="1"/>
                </a:moveTo>
                <a:cubicBezTo>
                  <a:pt x="605" y="1"/>
                  <a:pt x="144" y="447"/>
                  <a:pt x="1" y="966"/>
                </a:cubicBezTo>
                <a:cubicBezTo>
                  <a:pt x="1" y="966"/>
                  <a:pt x="468" y="265"/>
                  <a:pt x="879" y="215"/>
                </a:cubicBezTo>
                <a:cubicBezTo>
                  <a:pt x="923" y="210"/>
                  <a:pt x="965" y="208"/>
                  <a:pt x="1005" y="208"/>
                </a:cubicBezTo>
                <a:cubicBezTo>
                  <a:pt x="1344" y="208"/>
                  <a:pt x="1544" y="365"/>
                  <a:pt x="1544" y="365"/>
                </a:cubicBezTo>
                <a:cubicBezTo>
                  <a:pt x="1544" y="365"/>
                  <a:pt x="1224" y="4"/>
                  <a:pt x="916" y="1"/>
                </a:cubicBezTo>
                <a:cubicBezTo>
                  <a:pt x="915" y="1"/>
                  <a:pt x="914" y="1"/>
                  <a:pt x="912" y="1"/>
                </a:cubicBezTo>
                <a:close/>
              </a:path>
            </a:pathLst>
          </a:custGeom>
          <a:solidFill>
            <a:srgbClr val="65A2E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34" name="Google Shape;3134;p58"/>
          <p:cNvSpPr/>
          <p:nvPr/>
        </p:nvSpPr>
        <p:spPr>
          <a:xfrm>
            <a:off x="2298312" y="1960857"/>
            <a:ext cx="199312" cy="56378"/>
          </a:xfrm>
          <a:custGeom>
            <a:rect b="b" l="l" r="r" t="t"/>
            <a:pathLst>
              <a:path extrusionOk="0" h="482" w="1704">
                <a:moveTo>
                  <a:pt x="1704" y="0"/>
                </a:moveTo>
                <a:lnTo>
                  <a:pt x="0" y="481"/>
                </a:lnTo>
                <a:cubicBezTo>
                  <a:pt x="0" y="481"/>
                  <a:pt x="1086" y="475"/>
                  <a:pt x="1366" y="404"/>
                </a:cubicBezTo>
                <a:cubicBezTo>
                  <a:pt x="1650" y="338"/>
                  <a:pt x="1704" y="0"/>
                  <a:pt x="1704" y="0"/>
                </a:cubicBezTo>
                <a:close/>
              </a:path>
            </a:pathLst>
          </a:custGeom>
          <a:solidFill>
            <a:srgbClr val="65A2E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35" name="Google Shape;3135;p58"/>
          <p:cNvSpPr/>
          <p:nvPr/>
        </p:nvSpPr>
        <p:spPr>
          <a:xfrm>
            <a:off x="2016192" y="1953021"/>
            <a:ext cx="312652" cy="308091"/>
          </a:xfrm>
          <a:custGeom>
            <a:rect b="b" l="l" r="r" t="t"/>
            <a:pathLst>
              <a:path extrusionOk="0" h="2634" w="2673">
                <a:moveTo>
                  <a:pt x="0" y="1"/>
                </a:moveTo>
                <a:cubicBezTo>
                  <a:pt x="0" y="1"/>
                  <a:pt x="437" y="1313"/>
                  <a:pt x="1159" y="1898"/>
                </a:cubicBezTo>
                <a:cubicBezTo>
                  <a:pt x="1880" y="2483"/>
                  <a:pt x="2673" y="2633"/>
                  <a:pt x="2673" y="2633"/>
                </a:cubicBezTo>
                <a:lnTo>
                  <a:pt x="2609" y="1427"/>
                </a:lnTo>
                <a:lnTo>
                  <a:pt x="1697" y="1244"/>
                </a:lnTo>
                <a:cubicBezTo>
                  <a:pt x="785" y="1060"/>
                  <a:pt x="0" y="1"/>
                  <a:pt x="0" y="1"/>
                </a:cubicBezTo>
                <a:close/>
              </a:path>
            </a:pathLst>
          </a:custGeom>
          <a:solidFill>
            <a:srgbClr val="70257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3136" name="Google Shape;3136;p58"/>
          <p:cNvGrpSpPr/>
          <p:nvPr/>
        </p:nvGrpSpPr>
        <p:grpSpPr>
          <a:xfrm>
            <a:off x="3209940" y="2293314"/>
            <a:ext cx="857008" cy="186445"/>
            <a:chOff x="3209940" y="2312102"/>
            <a:chExt cx="857008" cy="186445"/>
          </a:xfrm>
        </p:grpSpPr>
        <p:sp>
          <p:nvSpPr>
            <p:cNvPr id="3137" name="Google Shape;3137;p58"/>
            <p:cNvSpPr/>
            <p:nvPr/>
          </p:nvSpPr>
          <p:spPr>
            <a:xfrm>
              <a:off x="3209940" y="2312102"/>
              <a:ext cx="208435" cy="186445"/>
            </a:xfrm>
            <a:custGeom>
              <a:rect b="b" l="l" r="r" t="t"/>
              <a:pathLst>
                <a:path extrusionOk="0" h="1594" w="1782">
                  <a:moveTo>
                    <a:pt x="799" y="128"/>
                  </a:moveTo>
                  <a:cubicBezTo>
                    <a:pt x="1166" y="128"/>
                    <a:pt x="1467" y="428"/>
                    <a:pt x="1467" y="796"/>
                  </a:cubicBezTo>
                  <a:cubicBezTo>
                    <a:pt x="1467" y="903"/>
                    <a:pt x="1443" y="1003"/>
                    <a:pt x="1396" y="1097"/>
                  </a:cubicBezTo>
                  <a:cubicBezTo>
                    <a:pt x="1387" y="1117"/>
                    <a:pt x="1387" y="1140"/>
                    <a:pt x="1400" y="1160"/>
                  </a:cubicBezTo>
                  <a:lnTo>
                    <a:pt x="1564" y="1418"/>
                  </a:lnTo>
                  <a:lnTo>
                    <a:pt x="1263" y="1321"/>
                  </a:lnTo>
                  <a:cubicBezTo>
                    <a:pt x="1256" y="1318"/>
                    <a:pt x="1249" y="1317"/>
                    <a:pt x="1242" y="1317"/>
                  </a:cubicBezTo>
                  <a:cubicBezTo>
                    <a:pt x="1228" y="1317"/>
                    <a:pt x="1214" y="1322"/>
                    <a:pt x="1203" y="1330"/>
                  </a:cubicBezTo>
                  <a:cubicBezTo>
                    <a:pt x="1086" y="1421"/>
                    <a:pt x="946" y="1467"/>
                    <a:pt x="799" y="1467"/>
                  </a:cubicBezTo>
                  <a:cubicBezTo>
                    <a:pt x="428" y="1467"/>
                    <a:pt x="127" y="1167"/>
                    <a:pt x="127" y="796"/>
                  </a:cubicBezTo>
                  <a:cubicBezTo>
                    <a:pt x="127" y="428"/>
                    <a:pt x="428" y="128"/>
                    <a:pt x="799" y="128"/>
                  </a:cubicBezTo>
                  <a:close/>
                  <a:moveTo>
                    <a:pt x="799" y="1"/>
                  </a:moveTo>
                  <a:cubicBezTo>
                    <a:pt x="358" y="1"/>
                    <a:pt x="0" y="358"/>
                    <a:pt x="0" y="796"/>
                  </a:cubicBezTo>
                  <a:cubicBezTo>
                    <a:pt x="0" y="1237"/>
                    <a:pt x="358" y="1594"/>
                    <a:pt x="799" y="1594"/>
                  </a:cubicBezTo>
                  <a:cubicBezTo>
                    <a:pt x="962" y="1594"/>
                    <a:pt x="1120" y="1544"/>
                    <a:pt x="1253" y="1450"/>
                  </a:cubicBezTo>
                  <a:lnTo>
                    <a:pt x="1694" y="1591"/>
                  </a:lnTo>
                  <a:cubicBezTo>
                    <a:pt x="1697" y="1594"/>
                    <a:pt x="1704" y="1594"/>
                    <a:pt x="1710" y="1594"/>
                  </a:cubicBezTo>
                  <a:cubicBezTo>
                    <a:pt x="1731" y="1594"/>
                    <a:pt x="1751" y="1584"/>
                    <a:pt x="1761" y="1571"/>
                  </a:cubicBezTo>
                  <a:cubicBezTo>
                    <a:pt x="1777" y="1547"/>
                    <a:pt x="1781" y="1521"/>
                    <a:pt x="1764" y="1498"/>
                  </a:cubicBezTo>
                  <a:lnTo>
                    <a:pt x="1524" y="1123"/>
                  </a:lnTo>
                  <a:cubicBezTo>
                    <a:pt x="1570" y="1020"/>
                    <a:pt x="1593" y="909"/>
                    <a:pt x="1593" y="796"/>
                  </a:cubicBezTo>
                  <a:cubicBezTo>
                    <a:pt x="1593" y="358"/>
                    <a:pt x="1236" y="1"/>
                    <a:pt x="799" y="1"/>
                  </a:cubicBezTo>
                  <a:close/>
                </a:path>
              </a:pathLst>
            </a:custGeom>
            <a:solidFill>
              <a:srgbClr val="C4C4C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38" name="Google Shape;3138;p58"/>
            <p:cNvSpPr/>
            <p:nvPr/>
          </p:nvSpPr>
          <p:spPr>
            <a:xfrm>
              <a:off x="3531828" y="2312102"/>
              <a:ext cx="208786" cy="186094"/>
            </a:xfrm>
            <a:custGeom>
              <a:rect b="b" l="l" r="r" t="t"/>
              <a:pathLst>
                <a:path extrusionOk="0" h="1591" w="1785">
                  <a:moveTo>
                    <a:pt x="1247" y="124"/>
                  </a:moveTo>
                  <a:cubicBezTo>
                    <a:pt x="1478" y="124"/>
                    <a:pt x="1665" y="311"/>
                    <a:pt x="1665" y="542"/>
                  </a:cubicBezTo>
                  <a:cubicBezTo>
                    <a:pt x="1665" y="639"/>
                    <a:pt x="1628" y="729"/>
                    <a:pt x="1564" y="806"/>
                  </a:cubicBezTo>
                  <a:cubicBezTo>
                    <a:pt x="1564" y="809"/>
                    <a:pt x="1561" y="809"/>
                    <a:pt x="1561" y="812"/>
                  </a:cubicBezTo>
                  <a:lnTo>
                    <a:pt x="869" y="1447"/>
                  </a:lnTo>
                  <a:lnTo>
                    <a:pt x="228" y="812"/>
                  </a:lnTo>
                  <a:lnTo>
                    <a:pt x="221" y="806"/>
                  </a:lnTo>
                  <a:cubicBezTo>
                    <a:pt x="158" y="729"/>
                    <a:pt x="124" y="639"/>
                    <a:pt x="124" y="542"/>
                  </a:cubicBezTo>
                  <a:cubicBezTo>
                    <a:pt x="124" y="311"/>
                    <a:pt x="312" y="124"/>
                    <a:pt x="542" y="124"/>
                  </a:cubicBezTo>
                  <a:cubicBezTo>
                    <a:pt x="659" y="124"/>
                    <a:pt x="769" y="175"/>
                    <a:pt x="849" y="261"/>
                  </a:cubicBezTo>
                  <a:cubicBezTo>
                    <a:pt x="860" y="275"/>
                    <a:pt x="876" y="281"/>
                    <a:pt x="893" y="281"/>
                  </a:cubicBezTo>
                  <a:cubicBezTo>
                    <a:pt x="909" y="281"/>
                    <a:pt x="926" y="275"/>
                    <a:pt x="940" y="261"/>
                  </a:cubicBezTo>
                  <a:cubicBezTo>
                    <a:pt x="1020" y="175"/>
                    <a:pt x="1130" y="124"/>
                    <a:pt x="1247" y="124"/>
                  </a:cubicBezTo>
                  <a:close/>
                  <a:moveTo>
                    <a:pt x="542" y="1"/>
                  </a:moveTo>
                  <a:cubicBezTo>
                    <a:pt x="245" y="1"/>
                    <a:pt x="1" y="245"/>
                    <a:pt x="1" y="542"/>
                  </a:cubicBezTo>
                  <a:cubicBezTo>
                    <a:pt x="1" y="659"/>
                    <a:pt x="41" y="772"/>
                    <a:pt x="118" y="869"/>
                  </a:cubicBezTo>
                  <a:cubicBezTo>
                    <a:pt x="121" y="876"/>
                    <a:pt x="124" y="883"/>
                    <a:pt x="132" y="889"/>
                  </a:cubicBezTo>
                  <a:lnTo>
                    <a:pt x="826" y="1574"/>
                  </a:lnTo>
                  <a:cubicBezTo>
                    <a:pt x="836" y="1588"/>
                    <a:pt x="853" y="1591"/>
                    <a:pt x="869" y="1591"/>
                  </a:cubicBezTo>
                  <a:cubicBezTo>
                    <a:pt x="883" y="1591"/>
                    <a:pt x="900" y="1588"/>
                    <a:pt x="909" y="1578"/>
                  </a:cubicBezTo>
                  <a:lnTo>
                    <a:pt x="1658" y="889"/>
                  </a:lnTo>
                  <a:cubicBezTo>
                    <a:pt x="1661" y="886"/>
                    <a:pt x="1668" y="880"/>
                    <a:pt x="1671" y="869"/>
                  </a:cubicBezTo>
                  <a:cubicBezTo>
                    <a:pt x="1745" y="776"/>
                    <a:pt x="1785" y="662"/>
                    <a:pt x="1785" y="542"/>
                  </a:cubicBezTo>
                  <a:cubicBezTo>
                    <a:pt x="1785" y="245"/>
                    <a:pt x="1544" y="1"/>
                    <a:pt x="1247" y="1"/>
                  </a:cubicBezTo>
                  <a:cubicBezTo>
                    <a:pt x="1117" y="1"/>
                    <a:pt x="993" y="51"/>
                    <a:pt x="893" y="135"/>
                  </a:cubicBezTo>
                  <a:cubicBezTo>
                    <a:pt x="796" y="51"/>
                    <a:pt x="669" y="1"/>
                    <a:pt x="542" y="1"/>
                  </a:cubicBezTo>
                  <a:close/>
                </a:path>
              </a:pathLst>
            </a:custGeom>
            <a:solidFill>
              <a:srgbClr val="C4C4C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39" name="Google Shape;3139;p58"/>
            <p:cNvSpPr/>
            <p:nvPr/>
          </p:nvSpPr>
          <p:spPr>
            <a:xfrm>
              <a:off x="3857343" y="2319938"/>
              <a:ext cx="209605" cy="47021"/>
            </a:xfrm>
            <a:custGeom>
              <a:rect b="b" l="l" r="r" t="t"/>
              <a:pathLst>
                <a:path extrusionOk="0" h="402" w="1792">
                  <a:moveTo>
                    <a:pt x="1591" y="111"/>
                  </a:moveTo>
                  <a:cubicBezTo>
                    <a:pt x="1638" y="111"/>
                    <a:pt x="1678" y="151"/>
                    <a:pt x="1678" y="201"/>
                  </a:cubicBezTo>
                  <a:cubicBezTo>
                    <a:pt x="1678" y="251"/>
                    <a:pt x="1638" y="291"/>
                    <a:pt x="1591" y="291"/>
                  </a:cubicBezTo>
                  <a:lnTo>
                    <a:pt x="201" y="291"/>
                  </a:lnTo>
                  <a:cubicBezTo>
                    <a:pt x="151" y="291"/>
                    <a:pt x="111" y="251"/>
                    <a:pt x="111" y="201"/>
                  </a:cubicBezTo>
                  <a:cubicBezTo>
                    <a:pt x="111" y="151"/>
                    <a:pt x="151" y="111"/>
                    <a:pt x="201" y="111"/>
                  </a:cubicBezTo>
                  <a:close/>
                  <a:moveTo>
                    <a:pt x="201" y="0"/>
                  </a:moveTo>
                  <a:cubicBezTo>
                    <a:pt x="91" y="0"/>
                    <a:pt x="1" y="91"/>
                    <a:pt x="1" y="201"/>
                  </a:cubicBezTo>
                  <a:cubicBezTo>
                    <a:pt x="1" y="311"/>
                    <a:pt x="91" y="401"/>
                    <a:pt x="201" y="401"/>
                  </a:cubicBezTo>
                  <a:lnTo>
                    <a:pt x="1591" y="401"/>
                  </a:lnTo>
                  <a:cubicBezTo>
                    <a:pt x="1701" y="401"/>
                    <a:pt x="1791" y="311"/>
                    <a:pt x="1791" y="201"/>
                  </a:cubicBezTo>
                  <a:cubicBezTo>
                    <a:pt x="1791" y="91"/>
                    <a:pt x="1701" y="0"/>
                    <a:pt x="1591" y="0"/>
                  </a:cubicBezTo>
                  <a:close/>
                </a:path>
              </a:pathLst>
            </a:custGeom>
            <a:solidFill>
              <a:srgbClr val="C4C4C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40" name="Google Shape;3140;p58"/>
            <p:cNvSpPr/>
            <p:nvPr/>
          </p:nvSpPr>
          <p:spPr>
            <a:xfrm>
              <a:off x="3857343" y="2381695"/>
              <a:ext cx="209605" cy="47372"/>
            </a:xfrm>
            <a:custGeom>
              <a:rect b="b" l="l" r="r" t="t"/>
              <a:pathLst>
                <a:path extrusionOk="0" h="405" w="1792">
                  <a:moveTo>
                    <a:pt x="1591" y="114"/>
                  </a:moveTo>
                  <a:cubicBezTo>
                    <a:pt x="1638" y="114"/>
                    <a:pt x="1678" y="154"/>
                    <a:pt x="1678" y="201"/>
                  </a:cubicBezTo>
                  <a:cubicBezTo>
                    <a:pt x="1678" y="251"/>
                    <a:pt x="1638" y="291"/>
                    <a:pt x="1591" y="291"/>
                  </a:cubicBezTo>
                  <a:lnTo>
                    <a:pt x="201" y="291"/>
                  </a:lnTo>
                  <a:cubicBezTo>
                    <a:pt x="151" y="291"/>
                    <a:pt x="111" y="251"/>
                    <a:pt x="111" y="201"/>
                  </a:cubicBezTo>
                  <a:cubicBezTo>
                    <a:pt x="111" y="154"/>
                    <a:pt x="151" y="114"/>
                    <a:pt x="201" y="114"/>
                  </a:cubicBezTo>
                  <a:close/>
                  <a:moveTo>
                    <a:pt x="201" y="1"/>
                  </a:moveTo>
                  <a:cubicBezTo>
                    <a:pt x="91" y="1"/>
                    <a:pt x="1" y="91"/>
                    <a:pt x="1" y="201"/>
                  </a:cubicBezTo>
                  <a:cubicBezTo>
                    <a:pt x="1" y="314"/>
                    <a:pt x="91" y="405"/>
                    <a:pt x="201" y="405"/>
                  </a:cubicBezTo>
                  <a:lnTo>
                    <a:pt x="1591" y="405"/>
                  </a:lnTo>
                  <a:cubicBezTo>
                    <a:pt x="1701" y="405"/>
                    <a:pt x="1791" y="314"/>
                    <a:pt x="1791" y="201"/>
                  </a:cubicBezTo>
                  <a:cubicBezTo>
                    <a:pt x="1791" y="91"/>
                    <a:pt x="1701" y="1"/>
                    <a:pt x="1591" y="1"/>
                  </a:cubicBezTo>
                  <a:close/>
                </a:path>
              </a:pathLst>
            </a:custGeom>
            <a:solidFill>
              <a:srgbClr val="C4C4C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41" name="Google Shape;3141;p58"/>
            <p:cNvSpPr/>
            <p:nvPr/>
          </p:nvSpPr>
          <p:spPr>
            <a:xfrm>
              <a:off x="3857343" y="2443803"/>
              <a:ext cx="209605" cy="47021"/>
            </a:xfrm>
            <a:custGeom>
              <a:rect b="b" l="l" r="r" t="t"/>
              <a:pathLst>
                <a:path extrusionOk="0" h="402" w="1792">
                  <a:moveTo>
                    <a:pt x="1591" y="111"/>
                  </a:moveTo>
                  <a:cubicBezTo>
                    <a:pt x="1638" y="111"/>
                    <a:pt x="1678" y="151"/>
                    <a:pt x="1678" y="201"/>
                  </a:cubicBezTo>
                  <a:cubicBezTo>
                    <a:pt x="1678" y="252"/>
                    <a:pt x="1638" y="292"/>
                    <a:pt x="1591" y="292"/>
                  </a:cubicBezTo>
                  <a:lnTo>
                    <a:pt x="201" y="292"/>
                  </a:lnTo>
                  <a:cubicBezTo>
                    <a:pt x="151" y="292"/>
                    <a:pt x="111" y="252"/>
                    <a:pt x="111" y="201"/>
                  </a:cubicBezTo>
                  <a:cubicBezTo>
                    <a:pt x="111" y="151"/>
                    <a:pt x="151" y="111"/>
                    <a:pt x="201" y="111"/>
                  </a:cubicBezTo>
                  <a:close/>
                  <a:moveTo>
                    <a:pt x="201" y="1"/>
                  </a:moveTo>
                  <a:cubicBezTo>
                    <a:pt x="91" y="1"/>
                    <a:pt x="1" y="91"/>
                    <a:pt x="1" y="201"/>
                  </a:cubicBezTo>
                  <a:cubicBezTo>
                    <a:pt x="1" y="312"/>
                    <a:pt x="91" y="401"/>
                    <a:pt x="201" y="401"/>
                  </a:cubicBezTo>
                  <a:lnTo>
                    <a:pt x="1591" y="401"/>
                  </a:lnTo>
                  <a:cubicBezTo>
                    <a:pt x="1701" y="401"/>
                    <a:pt x="1791" y="312"/>
                    <a:pt x="1791" y="201"/>
                  </a:cubicBezTo>
                  <a:cubicBezTo>
                    <a:pt x="1791" y="91"/>
                    <a:pt x="1701" y="1"/>
                    <a:pt x="1591" y="1"/>
                  </a:cubicBezTo>
                  <a:close/>
                </a:path>
              </a:pathLst>
            </a:custGeom>
            <a:solidFill>
              <a:srgbClr val="C4C4C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3142" name="Google Shape;3142;p58"/>
          <p:cNvSpPr/>
          <p:nvPr/>
        </p:nvSpPr>
        <p:spPr>
          <a:xfrm>
            <a:off x="1497217" y="168594"/>
            <a:ext cx="880176" cy="784146"/>
          </a:xfrm>
          <a:custGeom>
            <a:rect b="b" l="l" r="r" t="t"/>
            <a:pathLst>
              <a:path extrusionOk="0" h="6704" w="7525">
                <a:moveTo>
                  <a:pt x="3351" y="1"/>
                </a:moveTo>
                <a:cubicBezTo>
                  <a:pt x="1500" y="1"/>
                  <a:pt x="0" y="1501"/>
                  <a:pt x="0" y="3352"/>
                </a:cubicBezTo>
                <a:cubicBezTo>
                  <a:pt x="0" y="5203"/>
                  <a:pt x="1500" y="6703"/>
                  <a:pt x="3351" y="6703"/>
                </a:cubicBezTo>
                <a:cubicBezTo>
                  <a:pt x="4112" y="6703"/>
                  <a:pt x="4818" y="6443"/>
                  <a:pt x="5379" y="6011"/>
                </a:cubicBezTo>
                <a:lnTo>
                  <a:pt x="7524" y="6703"/>
                </a:lnTo>
                <a:lnTo>
                  <a:pt x="7524" y="6703"/>
                </a:lnTo>
                <a:lnTo>
                  <a:pt x="6341" y="4852"/>
                </a:lnTo>
                <a:cubicBezTo>
                  <a:pt x="6568" y="4401"/>
                  <a:pt x="6702" y="3894"/>
                  <a:pt x="6702" y="3352"/>
                </a:cubicBezTo>
                <a:cubicBezTo>
                  <a:pt x="6702" y="1501"/>
                  <a:pt x="5202" y="1"/>
                  <a:pt x="3351" y="1"/>
                </a:cubicBezTo>
                <a:close/>
              </a:path>
            </a:pathLst>
          </a:custGeom>
          <a:solidFill>
            <a:srgbClr val="71B6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43" name="Google Shape;3143;p58"/>
          <p:cNvSpPr/>
          <p:nvPr/>
        </p:nvSpPr>
        <p:spPr>
          <a:xfrm>
            <a:off x="1662489" y="516096"/>
            <a:ext cx="89246" cy="89246"/>
          </a:xfrm>
          <a:custGeom>
            <a:rect b="b" l="l" r="r" t="t"/>
            <a:pathLst>
              <a:path extrusionOk="0" h="763" w="763">
                <a:moveTo>
                  <a:pt x="382" y="1"/>
                </a:moveTo>
                <a:cubicBezTo>
                  <a:pt x="171" y="1"/>
                  <a:pt x="1" y="171"/>
                  <a:pt x="1" y="381"/>
                </a:cubicBezTo>
                <a:cubicBezTo>
                  <a:pt x="1" y="592"/>
                  <a:pt x="171" y="762"/>
                  <a:pt x="382" y="762"/>
                </a:cubicBezTo>
                <a:cubicBezTo>
                  <a:pt x="592" y="762"/>
                  <a:pt x="762" y="592"/>
                  <a:pt x="762" y="381"/>
                </a:cubicBezTo>
                <a:cubicBezTo>
                  <a:pt x="762" y="171"/>
                  <a:pt x="592" y="1"/>
                  <a:pt x="382" y="1"/>
                </a:cubicBezTo>
                <a:close/>
              </a:path>
            </a:pathLst>
          </a:custGeom>
          <a:solidFill>
            <a:srgbClr val="FF457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44" name="Google Shape;3144;p58"/>
          <p:cNvSpPr/>
          <p:nvPr/>
        </p:nvSpPr>
        <p:spPr>
          <a:xfrm>
            <a:off x="1838755" y="516096"/>
            <a:ext cx="89129" cy="89246"/>
          </a:xfrm>
          <a:custGeom>
            <a:rect b="b" l="l" r="r" t="t"/>
            <a:pathLst>
              <a:path extrusionOk="0" h="763" w="762">
                <a:moveTo>
                  <a:pt x="381" y="1"/>
                </a:moveTo>
                <a:cubicBezTo>
                  <a:pt x="170" y="1"/>
                  <a:pt x="0" y="171"/>
                  <a:pt x="0" y="381"/>
                </a:cubicBezTo>
                <a:cubicBezTo>
                  <a:pt x="0" y="592"/>
                  <a:pt x="170" y="762"/>
                  <a:pt x="381" y="762"/>
                </a:cubicBezTo>
                <a:cubicBezTo>
                  <a:pt x="591" y="762"/>
                  <a:pt x="762" y="592"/>
                  <a:pt x="762" y="381"/>
                </a:cubicBezTo>
                <a:cubicBezTo>
                  <a:pt x="762" y="171"/>
                  <a:pt x="591" y="1"/>
                  <a:pt x="381" y="1"/>
                </a:cubicBezTo>
                <a:close/>
              </a:path>
            </a:pathLst>
          </a:custGeom>
          <a:solidFill>
            <a:srgbClr val="FF457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45" name="Google Shape;3145;p58"/>
          <p:cNvSpPr/>
          <p:nvPr/>
        </p:nvSpPr>
        <p:spPr>
          <a:xfrm>
            <a:off x="2014554" y="516096"/>
            <a:ext cx="89246" cy="89246"/>
          </a:xfrm>
          <a:custGeom>
            <a:rect b="b" l="l" r="r" t="t"/>
            <a:pathLst>
              <a:path extrusionOk="0" h="763" w="763">
                <a:moveTo>
                  <a:pt x="381" y="1"/>
                </a:moveTo>
                <a:cubicBezTo>
                  <a:pt x="171" y="1"/>
                  <a:pt x="1" y="171"/>
                  <a:pt x="1" y="381"/>
                </a:cubicBezTo>
                <a:cubicBezTo>
                  <a:pt x="1" y="592"/>
                  <a:pt x="171" y="762"/>
                  <a:pt x="381" y="762"/>
                </a:cubicBezTo>
                <a:cubicBezTo>
                  <a:pt x="592" y="762"/>
                  <a:pt x="762" y="592"/>
                  <a:pt x="762" y="381"/>
                </a:cubicBezTo>
                <a:cubicBezTo>
                  <a:pt x="762" y="171"/>
                  <a:pt x="592" y="1"/>
                  <a:pt x="381" y="1"/>
                </a:cubicBezTo>
                <a:close/>
              </a:path>
            </a:pathLst>
          </a:custGeom>
          <a:solidFill>
            <a:srgbClr val="FF457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46" name="Google Shape;3146;p58"/>
          <p:cNvSpPr/>
          <p:nvPr/>
        </p:nvSpPr>
        <p:spPr>
          <a:xfrm>
            <a:off x="1546459" y="2701359"/>
            <a:ext cx="1410036" cy="1409919"/>
          </a:xfrm>
          <a:custGeom>
            <a:rect b="b" l="l" r="r" t="t"/>
            <a:pathLst>
              <a:path extrusionOk="0" h="12054" w="12055">
                <a:moveTo>
                  <a:pt x="6027" y="0"/>
                </a:moveTo>
                <a:cubicBezTo>
                  <a:pt x="2700" y="0"/>
                  <a:pt x="0" y="2700"/>
                  <a:pt x="0" y="6027"/>
                </a:cubicBezTo>
                <a:cubicBezTo>
                  <a:pt x="0" y="9355"/>
                  <a:pt x="2700" y="12054"/>
                  <a:pt x="6027" y="12054"/>
                </a:cubicBezTo>
                <a:cubicBezTo>
                  <a:pt x="9355" y="12054"/>
                  <a:pt x="12054" y="9355"/>
                  <a:pt x="12054" y="6027"/>
                </a:cubicBezTo>
                <a:cubicBezTo>
                  <a:pt x="12054" y="2700"/>
                  <a:pt x="9355" y="0"/>
                  <a:pt x="6027" y="0"/>
                </a:cubicBezTo>
                <a:close/>
              </a:path>
            </a:pathLst>
          </a:custGeom>
          <a:solidFill>
            <a:srgbClr val="C4C4C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47" name="Google Shape;3147;p58"/>
          <p:cNvSpPr/>
          <p:nvPr/>
        </p:nvSpPr>
        <p:spPr>
          <a:xfrm>
            <a:off x="1814544" y="2949324"/>
            <a:ext cx="753501" cy="788474"/>
          </a:xfrm>
          <a:custGeom>
            <a:rect b="b" l="l" r="r" t="t"/>
            <a:pathLst>
              <a:path extrusionOk="0" h="6741" w="6442">
                <a:moveTo>
                  <a:pt x="3574" y="0"/>
                </a:moveTo>
                <a:cubicBezTo>
                  <a:pt x="2510" y="0"/>
                  <a:pt x="1295" y="441"/>
                  <a:pt x="1143" y="1221"/>
                </a:cubicBezTo>
                <a:cubicBezTo>
                  <a:pt x="915" y="2400"/>
                  <a:pt x="1019" y="3089"/>
                  <a:pt x="1019" y="3089"/>
                </a:cubicBezTo>
                <a:cubicBezTo>
                  <a:pt x="1019" y="3089"/>
                  <a:pt x="929" y="2961"/>
                  <a:pt x="754" y="2961"/>
                </a:cubicBezTo>
                <a:cubicBezTo>
                  <a:pt x="685" y="2961"/>
                  <a:pt x="603" y="2980"/>
                  <a:pt x="508" y="3035"/>
                </a:cubicBezTo>
                <a:cubicBezTo>
                  <a:pt x="174" y="3229"/>
                  <a:pt x="0" y="4108"/>
                  <a:pt x="421" y="4478"/>
                </a:cubicBezTo>
                <a:cubicBezTo>
                  <a:pt x="589" y="4623"/>
                  <a:pt x="762" y="4667"/>
                  <a:pt x="910" y="4667"/>
                </a:cubicBezTo>
                <a:cubicBezTo>
                  <a:pt x="1136" y="4667"/>
                  <a:pt x="1303" y="4565"/>
                  <a:pt x="1303" y="4565"/>
                </a:cubicBezTo>
                <a:cubicBezTo>
                  <a:pt x="1303" y="4565"/>
                  <a:pt x="1476" y="5163"/>
                  <a:pt x="2479" y="5901"/>
                </a:cubicBezTo>
                <a:cubicBezTo>
                  <a:pt x="3157" y="6401"/>
                  <a:pt x="4560" y="6740"/>
                  <a:pt x="5457" y="6740"/>
                </a:cubicBezTo>
                <a:cubicBezTo>
                  <a:pt x="5891" y="6740"/>
                  <a:pt x="6206" y="6661"/>
                  <a:pt x="6264" y="6483"/>
                </a:cubicBezTo>
                <a:cubicBezTo>
                  <a:pt x="6441" y="5938"/>
                  <a:pt x="5823" y="1081"/>
                  <a:pt x="4927" y="359"/>
                </a:cubicBezTo>
                <a:cubicBezTo>
                  <a:pt x="4624" y="115"/>
                  <a:pt x="4118" y="0"/>
                  <a:pt x="3574" y="0"/>
                </a:cubicBezTo>
                <a:close/>
              </a:path>
            </a:pathLst>
          </a:custGeom>
          <a:solidFill>
            <a:srgbClr val="FF457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48" name="Google Shape;3148;p58"/>
          <p:cNvSpPr/>
          <p:nvPr/>
        </p:nvSpPr>
        <p:spPr>
          <a:xfrm>
            <a:off x="1882851" y="2888151"/>
            <a:ext cx="688584" cy="441199"/>
          </a:xfrm>
          <a:custGeom>
            <a:rect b="b" l="l" r="r" t="t"/>
            <a:pathLst>
              <a:path extrusionOk="0" h="3772" w="5887">
                <a:moveTo>
                  <a:pt x="3533" y="1"/>
                </a:moveTo>
                <a:cubicBezTo>
                  <a:pt x="2785" y="1"/>
                  <a:pt x="1886" y="159"/>
                  <a:pt x="1236" y="448"/>
                </a:cubicBezTo>
                <a:cubicBezTo>
                  <a:pt x="151" y="935"/>
                  <a:pt x="1" y="1640"/>
                  <a:pt x="104" y="2101"/>
                </a:cubicBezTo>
                <a:cubicBezTo>
                  <a:pt x="208" y="2566"/>
                  <a:pt x="379" y="3555"/>
                  <a:pt x="379" y="3555"/>
                </a:cubicBezTo>
                <a:cubicBezTo>
                  <a:pt x="379" y="3555"/>
                  <a:pt x="609" y="3771"/>
                  <a:pt x="923" y="3771"/>
                </a:cubicBezTo>
                <a:cubicBezTo>
                  <a:pt x="982" y="3771"/>
                  <a:pt x="1045" y="3764"/>
                  <a:pt x="1110" y="3745"/>
                </a:cubicBezTo>
                <a:cubicBezTo>
                  <a:pt x="1514" y="3629"/>
                  <a:pt x="1190" y="2876"/>
                  <a:pt x="1180" y="2529"/>
                </a:cubicBezTo>
                <a:cubicBezTo>
                  <a:pt x="1167" y="2181"/>
                  <a:pt x="2082" y="1720"/>
                  <a:pt x="2800" y="1720"/>
                </a:cubicBezTo>
                <a:cubicBezTo>
                  <a:pt x="3145" y="1720"/>
                  <a:pt x="3703" y="1772"/>
                  <a:pt x="4230" y="1772"/>
                </a:cubicBezTo>
                <a:cubicBezTo>
                  <a:pt x="4796" y="1772"/>
                  <a:pt x="5326" y="1712"/>
                  <a:pt x="5516" y="1467"/>
                </a:cubicBezTo>
                <a:cubicBezTo>
                  <a:pt x="5887" y="992"/>
                  <a:pt x="4824" y="692"/>
                  <a:pt x="4824" y="692"/>
                </a:cubicBezTo>
                <a:cubicBezTo>
                  <a:pt x="4824" y="692"/>
                  <a:pt x="5322" y="611"/>
                  <a:pt x="4721" y="227"/>
                </a:cubicBezTo>
                <a:cubicBezTo>
                  <a:pt x="4477" y="74"/>
                  <a:pt x="4039" y="1"/>
                  <a:pt x="3533" y="1"/>
                </a:cubicBezTo>
                <a:close/>
              </a:path>
            </a:pathLst>
          </a:custGeom>
          <a:solidFill>
            <a:srgbClr val="21204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49" name="Google Shape;3149;p58"/>
          <p:cNvSpPr/>
          <p:nvPr/>
        </p:nvSpPr>
        <p:spPr>
          <a:xfrm>
            <a:off x="2088359" y="3221266"/>
            <a:ext cx="137670" cy="55910"/>
          </a:xfrm>
          <a:custGeom>
            <a:rect b="b" l="l" r="r" t="t"/>
            <a:pathLst>
              <a:path extrusionOk="0" h="478" w="1177">
                <a:moveTo>
                  <a:pt x="608" y="1"/>
                </a:moveTo>
                <a:cubicBezTo>
                  <a:pt x="338" y="1"/>
                  <a:pt x="1" y="32"/>
                  <a:pt x="1" y="32"/>
                </a:cubicBezTo>
                <a:cubicBezTo>
                  <a:pt x="1" y="32"/>
                  <a:pt x="151" y="295"/>
                  <a:pt x="341" y="423"/>
                </a:cubicBezTo>
                <a:cubicBezTo>
                  <a:pt x="406" y="464"/>
                  <a:pt x="520" y="478"/>
                  <a:pt x="644" y="478"/>
                </a:cubicBezTo>
                <a:cubicBezTo>
                  <a:pt x="892" y="478"/>
                  <a:pt x="1177" y="423"/>
                  <a:pt x="1177" y="423"/>
                </a:cubicBezTo>
                <a:cubicBezTo>
                  <a:pt x="1177" y="423"/>
                  <a:pt x="1067" y="102"/>
                  <a:pt x="913" y="32"/>
                </a:cubicBezTo>
                <a:cubicBezTo>
                  <a:pt x="862" y="8"/>
                  <a:pt x="743" y="1"/>
                  <a:pt x="608" y="1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50" name="Google Shape;3150;p58"/>
          <p:cNvSpPr/>
          <p:nvPr/>
        </p:nvSpPr>
        <p:spPr>
          <a:xfrm>
            <a:off x="2361239" y="3172960"/>
            <a:ext cx="90649" cy="88895"/>
          </a:xfrm>
          <a:custGeom>
            <a:rect b="b" l="l" r="r" t="t"/>
            <a:pathLst>
              <a:path extrusionOk="0" h="760" w="775">
                <a:moveTo>
                  <a:pt x="731" y="1"/>
                </a:moveTo>
                <a:cubicBezTo>
                  <a:pt x="731" y="1"/>
                  <a:pt x="297" y="87"/>
                  <a:pt x="150" y="247"/>
                </a:cubicBezTo>
                <a:cubicBezTo>
                  <a:pt x="0" y="408"/>
                  <a:pt x="33" y="759"/>
                  <a:pt x="33" y="759"/>
                </a:cubicBezTo>
                <a:cubicBezTo>
                  <a:pt x="33" y="759"/>
                  <a:pt x="491" y="562"/>
                  <a:pt x="631" y="315"/>
                </a:cubicBezTo>
                <a:cubicBezTo>
                  <a:pt x="775" y="67"/>
                  <a:pt x="731" y="1"/>
                  <a:pt x="731" y="1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51" name="Google Shape;3151;p58"/>
          <p:cNvSpPr/>
          <p:nvPr/>
        </p:nvSpPr>
        <p:spPr>
          <a:xfrm>
            <a:off x="2354572" y="3172726"/>
            <a:ext cx="92287" cy="89129"/>
          </a:xfrm>
          <a:custGeom>
            <a:rect b="b" l="l" r="r" t="t"/>
            <a:pathLst>
              <a:path extrusionOk="0" h="762" w="789">
                <a:moveTo>
                  <a:pt x="721" y="0"/>
                </a:moveTo>
                <a:cubicBezTo>
                  <a:pt x="592" y="0"/>
                  <a:pt x="308" y="22"/>
                  <a:pt x="174" y="197"/>
                </a:cubicBezTo>
                <a:cubicBezTo>
                  <a:pt x="0" y="427"/>
                  <a:pt x="90" y="761"/>
                  <a:pt x="90" y="761"/>
                </a:cubicBezTo>
                <a:cubicBezTo>
                  <a:pt x="90" y="761"/>
                  <a:pt x="87" y="477"/>
                  <a:pt x="204" y="286"/>
                </a:cubicBezTo>
                <a:cubicBezTo>
                  <a:pt x="321" y="100"/>
                  <a:pt x="788" y="3"/>
                  <a:pt x="788" y="3"/>
                </a:cubicBezTo>
                <a:cubicBezTo>
                  <a:pt x="788" y="3"/>
                  <a:pt x="763" y="0"/>
                  <a:pt x="721" y="0"/>
                </a:cubicBezTo>
                <a:close/>
              </a:path>
            </a:pathLst>
          </a:custGeom>
          <a:solidFill>
            <a:srgbClr val="21204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52" name="Google Shape;3152;p58"/>
          <p:cNvSpPr/>
          <p:nvPr/>
        </p:nvSpPr>
        <p:spPr>
          <a:xfrm>
            <a:off x="2340887" y="3108863"/>
            <a:ext cx="95796" cy="53688"/>
          </a:xfrm>
          <a:custGeom>
            <a:rect b="b" l="l" r="r" t="t"/>
            <a:pathLst>
              <a:path extrusionOk="0" h="459" w="819">
                <a:moveTo>
                  <a:pt x="494" y="1"/>
                </a:moveTo>
                <a:cubicBezTo>
                  <a:pt x="417" y="1"/>
                  <a:pt x="335" y="15"/>
                  <a:pt x="257" y="54"/>
                </a:cubicBezTo>
                <a:cubicBezTo>
                  <a:pt x="3" y="184"/>
                  <a:pt x="0" y="459"/>
                  <a:pt x="0" y="459"/>
                </a:cubicBezTo>
                <a:cubicBezTo>
                  <a:pt x="0" y="459"/>
                  <a:pt x="147" y="178"/>
                  <a:pt x="374" y="114"/>
                </a:cubicBezTo>
                <a:cubicBezTo>
                  <a:pt x="507" y="77"/>
                  <a:pt x="635" y="70"/>
                  <a:pt x="719" y="70"/>
                </a:cubicBezTo>
                <a:cubicBezTo>
                  <a:pt x="780" y="70"/>
                  <a:pt x="819" y="74"/>
                  <a:pt x="819" y="74"/>
                </a:cubicBezTo>
                <a:cubicBezTo>
                  <a:pt x="819" y="74"/>
                  <a:pt x="671" y="1"/>
                  <a:pt x="494" y="1"/>
                </a:cubicBezTo>
                <a:close/>
              </a:path>
            </a:pathLst>
          </a:custGeom>
          <a:solidFill>
            <a:srgbClr val="21204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53" name="Google Shape;3153;p58"/>
          <p:cNvSpPr/>
          <p:nvPr/>
        </p:nvSpPr>
        <p:spPr>
          <a:xfrm>
            <a:off x="2088359" y="3216353"/>
            <a:ext cx="137670" cy="54390"/>
          </a:xfrm>
          <a:custGeom>
            <a:rect b="b" l="l" r="r" t="t"/>
            <a:pathLst>
              <a:path extrusionOk="0" h="465" w="1177">
                <a:moveTo>
                  <a:pt x="575" y="1"/>
                </a:moveTo>
                <a:cubicBezTo>
                  <a:pt x="334" y="1"/>
                  <a:pt x="60" y="36"/>
                  <a:pt x="1" y="74"/>
                </a:cubicBezTo>
                <a:cubicBezTo>
                  <a:pt x="1" y="74"/>
                  <a:pt x="124" y="69"/>
                  <a:pt x="279" y="69"/>
                </a:cubicBezTo>
                <a:cubicBezTo>
                  <a:pt x="468" y="69"/>
                  <a:pt x="704" y="76"/>
                  <a:pt x="816" y="107"/>
                </a:cubicBezTo>
                <a:cubicBezTo>
                  <a:pt x="1016" y="161"/>
                  <a:pt x="1177" y="465"/>
                  <a:pt x="1177" y="465"/>
                </a:cubicBezTo>
                <a:cubicBezTo>
                  <a:pt x="1177" y="465"/>
                  <a:pt x="1097" y="127"/>
                  <a:pt x="916" y="44"/>
                </a:cubicBezTo>
                <a:cubicBezTo>
                  <a:pt x="848" y="13"/>
                  <a:pt x="717" y="1"/>
                  <a:pt x="575" y="1"/>
                </a:cubicBezTo>
                <a:close/>
              </a:path>
            </a:pathLst>
          </a:custGeom>
          <a:solidFill>
            <a:srgbClr val="21204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54" name="Google Shape;3154;p58"/>
          <p:cNvSpPr/>
          <p:nvPr/>
        </p:nvSpPr>
        <p:spPr>
          <a:xfrm>
            <a:off x="2072452" y="3151204"/>
            <a:ext cx="148197" cy="35909"/>
          </a:xfrm>
          <a:custGeom>
            <a:rect b="b" l="l" r="r" t="t"/>
            <a:pathLst>
              <a:path extrusionOk="0" h="307" w="1267">
                <a:moveTo>
                  <a:pt x="665" y="1"/>
                </a:moveTo>
                <a:cubicBezTo>
                  <a:pt x="377" y="1"/>
                  <a:pt x="63" y="92"/>
                  <a:pt x="0" y="263"/>
                </a:cubicBezTo>
                <a:cubicBezTo>
                  <a:pt x="0" y="263"/>
                  <a:pt x="287" y="95"/>
                  <a:pt x="655" y="95"/>
                </a:cubicBezTo>
                <a:cubicBezTo>
                  <a:pt x="678" y="95"/>
                  <a:pt x="701" y="95"/>
                  <a:pt x="725" y="97"/>
                </a:cubicBezTo>
                <a:cubicBezTo>
                  <a:pt x="1126" y="117"/>
                  <a:pt x="1266" y="307"/>
                  <a:pt x="1266" y="307"/>
                </a:cubicBezTo>
                <a:cubicBezTo>
                  <a:pt x="1266" y="307"/>
                  <a:pt x="1159" y="63"/>
                  <a:pt x="838" y="13"/>
                </a:cubicBezTo>
                <a:cubicBezTo>
                  <a:pt x="783" y="5"/>
                  <a:pt x="724" y="1"/>
                  <a:pt x="665" y="1"/>
                </a:cubicBezTo>
                <a:close/>
              </a:path>
            </a:pathLst>
          </a:custGeom>
          <a:solidFill>
            <a:srgbClr val="21204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55" name="Google Shape;3155;p58"/>
          <p:cNvSpPr/>
          <p:nvPr/>
        </p:nvSpPr>
        <p:spPr>
          <a:xfrm>
            <a:off x="2150936" y="3226529"/>
            <a:ext cx="35675" cy="45383"/>
          </a:xfrm>
          <a:custGeom>
            <a:rect b="b" l="l" r="r" t="t"/>
            <a:pathLst>
              <a:path extrusionOk="0" h="388" w="305">
                <a:moveTo>
                  <a:pt x="151" y="0"/>
                </a:moveTo>
                <a:cubicBezTo>
                  <a:pt x="67" y="0"/>
                  <a:pt x="0" y="87"/>
                  <a:pt x="0" y="194"/>
                </a:cubicBezTo>
                <a:cubicBezTo>
                  <a:pt x="0" y="301"/>
                  <a:pt x="67" y="388"/>
                  <a:pt x="151" y="388"/>
                </a:cubicBezTo>
                <a:cubicBezTo>
                  <a:pt x="235" y="388"/>
                  <a:pt x="304" y="301"/>
                  <a:pt x="304" y="194"/>
                </a:cubicBezTo>
                <a:cubicBezTo>
                  <a:pt x="304" y="87"/>
                  <a:pt x="235" y="0"/>
                  <a:pt x="151" y="0"/>
                </a:cubicBezTo>
                <a:close/>
              </a:path>
            </a:pathLst>
          </a:custGeom>
          <a:solidFill>
            <a:srgbClr val="21204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56" name="Google Shape;3156;p58"/>
          <p:cNvSpPr/>
          <p:nvPr/>
        </p:nvSpPr>
        <p:spPr>
          <a:xfrm>
            <a:off x="2376796" y="3193896"/>
            <a:ext cx="38482" cy="45032"/>
          </a:xfrm>
          <a:custGeom>
            <a:rect b="b" l="l" r="r" t="t"/>
            <a:pathLst>
              <a:path extrusionOk="0" h="385" w="329">
                <a:moveTo>
                  <a:pt x="156" y="0"/>
                </a:moveTo>
                <a:cubicBezTo>
                  <a:pt x="150" y="0"/>
                  <a:pt x="144" y="1"/>
                  <a:pt x="137" y="2"/>
                </a:cubicBezTo>
                <a:cubicBezTo>
                  <a:pt x="54" y="12"/>
                  <a:pt x="0" y="105"/>
                  <a:pt x="14" y="213"/>
                </a:cubicBezTo>
                <a:cubicBezTo>
                  <a:pt x="26" y="311"/>
                  <a:pt x="96" y="384"/>
                  <a:pt x="172" y="384"/>
                </a:cubicBezTo>
                <a:cubicBezTo>
                  <a:pt x="178" y="384"/>
                  <a:pt x="185" y="384"/>
                  <a:pt x="191" y="383"/>
                </a:cubicBezTo>
                <a:cubicBezTo>
                  <a:pt x="274" y="373"/>
                  <a:pt x="328" y="276"/>
                  <a:pt x="314" y="173"/>
                </a:cubicBezTo>
                <a:cubicBezTo>
                  <a:pt x="302" y="74"/>
                  <a:pt x="233" y="0"/>
                  <a:pt x="156" y="0"/>
                </a:cubicBezTo>
                <a:close/>
              </a:path>
            </a:pathLst>
          </a:custGeom>
          <a:solidFill>
            <a:srgbClr val="21204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57" name="Google Shape;3157;p58"/>
          <p:cNvSpPr/>
          <p:nvPr/>
        </p:nvSpPr>
        <p:spPr>
          <a:xfrm>
            <a:off x="2284159" y="3201499"/>
            <a:ext cx="86555" cy="194282"/>
          </a:xfrm>
          <a:custGeom>
            <a:rect b="b" l="l" r="r" t="t"/>
            <a:pathLst>
              <a:path extrusionOk="0" h="1661" w="740">
                <a:moveTo>
                  <a:pt x="75" y="0"/>
                </a:moveTo>
                <a:lnTo>
                  <a:pt x="1" y="31"/>
                </a:lnTo>
                <a:lnTo>
                  <a:pt x="599" y="1527"/>
                </a:lnTo>
                <a:lnTo>
                  <a:pt x="50" y="1326"/>
                </a:lnTo>
                <a:lnTo>
                  <a:pt x="24" y="1403"/>
                </a:lnTo>
                <a:lnTo>
                  <a:pt x="739" y="1661"/>
                </a:lnTo>
                <a:lnTo>
                  <a:pt x="75" y="0"/>
                </a:lnTo>
                <a:close/>
              </a:path>
            </a:pathLst>
          </a:custGeom>
          <a:solidFill>
            <a:srgbClr val="70257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58" name="Google Shape;3158;p58"/>
          <p:cNvSpPr/>
          <p:nvPr/>
        </p:nvSpPr>
        <p:spPr>
          <a:xfrm>
            <a:off x="1891390" y="3348055"/>
            <a:ext cx="65034" cy="49711"/>
          </a:xfrm>
          <a:custGeom>
            <a:rect b="b" l="l" r="r" t="t"/>
            <a:pathLst>
              <a:path extrusionOk="0" h="425" w="556">
                <a:moveTo>
                  <a:pt x="1" y="10"/>
                </a:moveTo>
                <a:lnTo>
                  <a:pt x="5" y="90"/>
                </a:lnTo>
                <a:cubicBezTo>
                  <a:pt x="5" y="90"/>
                  <a:pt x="6" y="90"/>
                  <a:pt x="8" y="90"/>
                </a:cubicBezTo>
                <a:cubicBezTo>
                  <a:pt x="46" y="90"/>
                  <a:pt x="379" y="96"/>
                  <a:pt x="479" y="425"/>
                </a:cubicBezTo>
                <a:lnTo>
                  <a:pt x="556" y="401"/>
                </a:lnTo>
                <a:cubicBezTo>
                  <a:pt x="432" y="0"/>
                  <a:pt x="8" y="13"/>
                  <a:pt x="1" y="10"/>
                </a:cubicBezTo>
                <a:close/>
              </a:path>
            </a:pathLst>
          </a:custGeom>
          <a:solidFill>
            <a:srgbClr val="70257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59" name="Google Shape;3159;p58"/>
          <p:cNvSpPr/>
          <p:nvPr/>
        </p:nvSpPr>
        <p:spPr>
          <a:xfrm>
            <a:off x="2180996" y="3418117"/>
            <a:ext cx="206447" cy="89480"/>
          </a:xfrm>
          <a:custGeom>
            <a:rect b="b" l="l" r="r" t="t"/>
            <a:pathLst>
              <a:path extrusionOk="0" h="765" w="1765">
                <a:moveTo>
                  <a:pt x="44" y="1"/>
                </a:moveTo>
                <a:cubicBezTo>
                  <a:pt x="39" y="1"/>
                  <a:pt x="35" y="1"/>
                  <a:pt x="30" y="3"/>
                </a:cubicBezTo>
                <a:cubicBezTo>
                  <a:pt x="10" y="12"/>
                  <a:pt x="1" y="36"/>
                  <a:pt x="10" y="56"/>
                </a:cubicBezTo>
                <a:cubicBezTo>
                  <a:pt x="21" y="83"/>
                  <a:pt x="308" y="744"/>
                  <a:pt x="1725" y="765"/>
                </a:cubicBezTo>
                <a:lnTo>
                  <a:pt x="1728" y="765"/>
                </a:lnTo>
                <a:cubicBezTo>
                  <a:pt x="1748" y="765"/>
                  <a:pt x="1765" y="748"/>
                  <a:pt x="1765" y="724"/>
                </a:cubicBezTo>
                <a:cubicBezTo>
                  <a:pt x="1765" y="704"/>
                  <a:pt x="1748" y="684"/>
                  <a:pt x="1728" y="684"/>
                </a:cubicBezTo>
                <a:cubicBezTo>
                  <a:pt x="368" y="667"/>
                  <a:pt x="84" y="32"/>
                  <a:pt x="81" y="26"/>
                </a:cubicBezTo>
                <a:cubicBezTo>
                  <a:pt x="76" y="10"/>
                  <a:pt x="60" y="1"/>
                  <a:pt x="44" y="1"/>
                </a:cubicBezTo>
                <a:close/>
              </a:path>
            </a:pathLst>
          </a:custGeom>
          <a:solidFill>
            <a:srgbClr val="21204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60" name="Google Shape;3160;p58"/>
          <p:cNvSpPr/>
          <p:nvPr/>
        </p:nvSpPr>
        <p:spPr>
          <a:xfrm>
            <a:off x="1897706" y="3559410"/>
            <a:ext cx="600391" cy="538516"/>
          </a:xfrm>
          <a:custGeom>
            <a:rect b="b" l="l" r="r" t="t"/>
            <a:pathLst>
              <a:path extrusionOk="0" h="4604" w="5133">
                <a:moveTo>
                  <a:pt x="1057" y="1"/>
                </a:moveTo>
                <a:cubicBezTo>
                  <a:pt x="1057" y="1"/>
                  <a:pt x="1441" y="2710"/>
                  <a:pt x="1057" y="3171"/>
                </a:cubicBezTo>
                <a:cubicBezTo>
                  <a:pt x="672" y="3632"/>
                  <a:pt x="1" y="3856"/>
                  <a:pt x="1" y="3856"/>
                </a:cubicBezTo>
                <a:cubicBezTo>
                  <a:pt x="1" y="3856"/>
                  <a:pt x="899" y="4604"/>
                  <a:pt x="2759" y="4604"/>
                </a:cubicBezTo>
                <a:cubicBezTo>
                  <a:pt x="3426" y="4604"/>
                  <a:pt x="4216" y="4508"/>
                  <a:pt x="5132" y="4247"/>
                </a:cubicBezTo>
                <a:cubicBezTo>
                  <a:pt x="5132" y="4247"/>
                  <a:pt x="3860" y="3663"/>
                  <a:pt x="3749" y="3171"/>
                </a:cubicBezTo>
                <a:cubicBezTo>
                  <a:pt x="3642" y="2680"/>
                  <a:pt x="3532" y="1413"/>
                  <a:pt x="3532" y="1413"/>
                </a:cubicBezTo>
                <a:lnTo>
                  <a:pt x="1057" y="1"/>
                </a:lnTo>
                <a:close/>
              </a:path>
            </a:pathLst>
          </a:custGeom>
          <a:solidFill>
            <a:srgbClr val="FF457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61" name="Google Shape;3161;p58"/>
          <p:cNvSpPr/>
          <p:nvPr/>
        </p:nvSpPr>
        <p:spPr>
          <a:xfrm>
            <a:off x="2012917" y="3555901"/>
            <a:ext cx="313237" cy="308091"/>
          </a:xfrm>
          <a:custGeom>
            <a:rect b="b" l="l" r="r" t="t"/>
            <a:pathLst>
              <a:path extrusionOk="0" h="2634" w="2678">
                <a:moveTo>
                  <a:pt x="1" y="0"/>
                </a:moveTo>
                <a:cubicBezTo>
                  <a:pt x="1" y="0"/>
                  <a:pt x="442" y="1314"/>
                  <a:pt x="1164" y="1898"/>
                </a:cubicBezTo>
                <a:cubicBezTo>
                  <a:pt x="1882" y="2483"/>
                  <a:pt x="2677" y="2633"/>
                  <a:pt x="2677" y="2633"/>
                </a:cubicBezTo>
                <a:lnTo>
                  <a:pt x="2610" y="1427"/>
                </a:lnTo>
                <a:lnTo>
                  <a:pt x="1698" y="1243"/>
                </a:lnTo>
                <a:cubicBezTo>
                  <a:pt x="786" y="1059"/>
                  <a:pt x="1" y="0"/>
                  <a:pt x="1" y="0"/>
                </a:cubicBezTo>
                <a:close/>
              </a:path>
            </a:pathLst>
          </a:custGeom>
          <a:solidFill>
            <a:srgbClr val="70257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62" name="Google Shape;3162;p58"/>
          <p:cNvSpPr txBox="1"/>
          <p:nvPr>
            <p:ph idx="4294967295" type="subTitle"/>
          </p:nvPr>
        </p:nvSpPr>
        <p:spPr>
          <a:xfrm flipH="1">
            <a:off x="3131700" y="1765050"/>
            <a:ext cx="3040500" cy="405300"/>
          </a:xfrm>
          <a:prstGeom prst="rect">
            <a:avLst/>
          </a:prstGeom>
        </p:spPr>
        <p:txBody>
          <a:bodyPr anchorCtr="0" anchor="ctr" bIns="91425" lIns="91425" spcFirstLastPara="1" rIns="91425" wrap="square" tIns="360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rgbClr val="21204D"/>
                </a:solidFill>
              </a:rPr>
              <a:t>“</a:t>
            </a:r>
            <a:r>
              <a:rPr lang="en" sz="1400"/>
              <a:t>Understand your materials</a:t>
            </a:r>
            <a:r>
              <a:rPr lang="en" sz="1400">
                <a:solidFill>
                  <a:srgbClr val="21204D"/>
                </a:solidFill>
              </a:rPr>
              <a:t>”</a:t>
            </a:r>
            <a:endParaRPr sz="1400">
              <a:solidFill>
                <a:srgbClr val="21204D"/>
              </a:solidFill>
            </a:endParaRPr>
          </a:p>
        </p:txBody>
      </p:sp>
      <p:sp>
        <p:nvSpPr>
          <p:cNvPr id="3163" name="Google Shape;3163;p58"/>
          <p:cNvSpPr txBox="1"/>
          <p:nvPr>
            <p:ph idx="4294967295" type="subTitle"/>
          </p:nvPr>
        </p:nvSpPr>
        <p:spPr>
          <a:xfrm flipH="1">
            <a:off x="3131725" y="1507038"/>
            <a:ext cx="2006100" cy="258000"/>
          </a:xfrm>
          <a:prstGeom prst="rect">
            <a:avLst/>
          </a:prstGeom>
        </p:spPr>
        <p:txBody>
          <a:bodyPr anchorCtr="0" anchor="ctr" bIns="91425" lIns="91425" spcFirstLastPara="1" rIns="91425" wrap="square" tIns="360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Saira SemiCondensed SemiBold"/>
                <a:ea typeface="Saira SemiCondensed SemiBold"/>
                <a:cs typeface="Saira SemiCondensed SemiBold"/>
                <a:sym typeface="Saira SemiCondensed SemiBold"/>
              </a:rPr>
              <a:t>OF DESIGN</a:t>
            </a:r>
            <a:endParaRPr>
              <a:solidFill>
                <a:srgbClr val="21204D"/>
              </a:solidFill>
              <a:latin typeface="Saira SemiCondensed SemiBold"/>
              <a:ea typeface="Saira SemiCondensed SemiBold"/>
              <a:cs typeface="Saira SemiCondensed SemiBold"/>
              <a:sym typeface="Saira SemiCondensed SemiBold"/>
            </a:endParaRPr>
          </a:p>
        </p:txBody>
      </p:sp>
      <p:sp>
        <p:nvSpPr>
          <p:cNvPr id="3164" name="Google Shape;3164;p58"/>
          <p:cNvSpPr txBox="1"/>
          <p:nvPr>
            <p:ph type="ctrTitle"/>
          </p:nvPr>
        </p:nvSpPr>
        <p:spPr>
          <a:xfrm>
            <a:off x="3172500" y="346100"/>
            <a:ext cx="2824500" cy="828600"/>
          </a:xfrm>
          <a:prstGeom prst="rect">
            <a:avLst/>
          </a:prstGeom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000">
                <a:latin typeface="Saira Semi Condensed"/>
                <a:ea typeface="Saira Semi Condensed"/>
                <a:cs typeface="Saira Semi Condensed"/>
                <a:sym typeface="Saira Semi Condensed"/>
              </a:rPr>
              <a:t>GOLDEN RULES</a:t>
            </a:r>
            <a:endParaRPr b="1" sz="3000">
              <a:solidFill>
                <a:srgbClr val="21204D"/>
              </a:solidFill>
              <a:latin typeface="Saira Semi Condensed"/>
              <a:ea typeface="Saira Semi Condensed"/>
              <a:cs typeface="Saira Semi Condensed"/>
              <a:sym typeface="Saira Semi Condensed"/>
            </a:endParaRPr>
          </a:p>
        </p:txBody>
      </p:sp>
      <p:sp>
        <p:nvSpPr>
          <p:cNvPr id="3165" name="Google Shape;3165;p58"/>
          <p:cNvSpPr txBox="1"/>
          <p:nvPr>
            <p:ph idx="4294967295" type="subTitle"/>
          </p:nvPr>
        </p:nvSpPr>
        <p:spPr>
          <a:xfrm flipH="1">
            <a:off x="3131700" y="3342125"/>
            <a:ext cx="3040500" cy="405300"/>
          </a:xfrm>
          <a:prstGeom prst="rect">
            <a:avLst/>
          </a:prstGeom>
        </p:spPr>
        <p:txBody>
          <a:bodyPr anchorCtr="0" anchor="ctr" bIns="91425" lIns="91425" spcFirstLastPara="1" rIns="91425" wrap="square" tIns="360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rgbClr val="21204D"/>
                </a:solidFill>
              </a:rPr>
              <a:t>“</a:t>
            </a:r>
            <a:r>
              <a:rPr lang="en" sz="1400"/>
              <a:t>Understand your materials</a:t>
            </a:r>
            <a:r>
              <a:rPr lang="en" sz="1400">
                <a:solidFill>
                  <a:srgbClr val="21204D"/>
                </a:solidFill>
              </a:rPr>
              <a:t>”...</a:t>
            </a:r>
            <a:endParaRPr sz="1400">
              <a:solidFill>
                <a:srgbClr val="21204D"/>
              </a:solidFill>
            </a:endParaRPr>
          </a:p>
        </p:txBody>
      </p:sp>
      <p:sp>
        <p:nvSpPr>
          <p:cNvPr id="3166" name="Google Shape;3166;p58"/>
          <p:cNvSpPr txBox="1"/>
          <p:nvPr>
            <p:ph idx="4294967295" type="subTitle"/>
          </p:nvPr>
        </p:nvSpPr>
        <p:spPr>
          <a:xfrm flipH="1">
            <a:off x="3131825" y="3084125"/>
            <a:ext cx="3186300" cy="258000"/>
          </a:xfrm>
          <a:prstGeom prst="rect">
            <a:avLst/>
          </a:prstGeom>
        </p:spPr>
        <p:txBody>
          <a:bodyPr anchorCtr="0" anchor="ctr" bIns="91425" lIns="91425" spcFirstLastPara="1" rIns="91425" wrap="square" tIns="360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Saira SemiCondensed SemiBold"/>
                <a:ea typeface="Saira SemiCondensed SemiBold"/>
                <a:cs typeface="Saira SemiCondensed SemiBold"/>
                <a:sym typeface="Saira SemiCondensed SemiBold"/>
              </a:rPr>
              <a:t>f</a:t>
            </a:r>
            <a:r>
              <a:rPr lang="en">
                <a:latin typeface="Saira SemiCondensed SemiBold"/>
                <a:ea typeface="Saira SemiCondensed SemiBold"/>
                <a:cs typeface="Saira SemiCondensed SemiBold"/>
                <a:sym typeface="Saira SemiCondensed SemiBold"/>
              </a:rPr>
              <a:t>or Human-Computer Interaction</a:t>
            </a:r>
            <a:endParaRPr>
              <a:solidFill>
                <a:srgbClr val="21204D"/>
              </a:solidFill>
              <a:latin typeface="Saira SemiCondensed SemiBold"/>
              <a:ea typeface="Saira SemiCondensed SemiBold"/>
              <a:cs typeface="Saira SemiCondensed SemiBold"/>
              <a:sym typeface="Saira SemiCondensed SemiBold"/>
            </a:endParaRPr>
          </a:p>
        </p:txBody>
      </p:sp>
      <p:grpSp>
        <p:nvGrpSpPr>
          <p:cNvPr id="3167" name="Google Shape;3167;p58"/>
          <p:cNvGrpSpPr/>
          <p:nvPr/>
        </p:nvGrpSpPr>
        <p:grpSpPr>
          <a:xfrm>
            <a:off x="3209940" y="3911489"/>
            <a:ext cx="857009" cy="186446"/>
            <a:chOff x="3209940" y="2312102"/>
            <a:chExt cx="857009" cy="186446"/>
          </a:xfrm>
        </p:grpSpPr>
        <p:sp>
          <p:nvSpPr>
            <p:cNvPr id="3168" name="Google Shape;3168;p58"/>
            <p:cNvSpPr/>
            <p:nvPr/>
          </p:nvSpPr>
          <p:spPr>
            <a:xfrm>
              <a:off x="3209940" y="2312102"/>
              <a:ext cx="208436" cy="186446"/>
            </a:xfrm>
            <a:custGeom>
              <a:rect b="b" l="l" r="r" t="t"/>
              <a:pathLst>
                <a:path extrusionOk="0" h="1594" w="1782">
                  <a:moveTo>
                    <a:pt x="799" y="128"/>
                  </a:moveTo>
                  <a:cubicBezTo>
                    <a:pt x="1166" y="128"/>
                    <a:pt x="1467" y="428"/>
                    <a:pt x="1467" y="796"/>
                  </a:cubicBezTo>
                  <a:cubicBezTo>
                    <a:pt x="1467" y="903"/>
                    <a:pt x="1443" y="1003"/>
                    <a:pt x="1396" y="1097"/>
                  </a:cubicBezTo>
                  <a:cubicBezTo>
                    <a:pt x="1387" y="1117"/>
                    <a:pt x="1387" y="1140"/>
                    <a:pt x="1400" y="1160"/>
                  </a:cubicBezTo>
                  <a:lnTo>
                    <a:pt x="1564" y="1418"/>
                  </a:lnTo>
                  <a:lnTo>
                    <a:pt x="1263" y="1321"/>
                  </a:lnTo>
                  <a:cubicBezTo>
                    <a:pt x="1256" y="1318"/>
                    <a:pt x="1249" y="1317"/>
                    <a:pt x="1242" y="1317"/>
                  </a:cubicBezTo>
                  <a:cubicBezTo>
                    <a:pt x="1228" y="1317"/>
                    <a:pt x="1214" y="1322"/>
                    <a:pt x="1203" y="1330"/>
                  </a:cubicBezTo>
                  <a:cubicBezTo>
                    <a:pt x="1086" y="1421"/>
                    <a:pt x="946" y="1467"/>
                    <a:pt x="799" y="1467"/>
                  </a:cubicBezTo>
                  <a:cubicBezTo>
                    <a:pt x="428" y="1467"/>
                    <a:pt x="127" y="1167"/>
                    <a:pt x="127" y="796"/>
                  </a:cubicBezTo>
                  <a:cubicBezTo>
                    <a:pt x="127" y="428"/>
                    <a:pt x="428" y="128"/>
                    <a:pt x="799" y="128"/>
                  </a:cubicBezTo>
                  <a:close/>
                  <a:moveTo>
                    <a:pt x="799" y="1"/>
                  </a:moveTo>
                  <a:cubicBezTo>
                    <a:pt x="358" y="1"/>
                    <a:pt x="0" y="358"/>
                    <a:pt x="0" y="796"/>
                  </a:cubicBezTo>
                  <a:cubicBezTo>
                    <a:pt x="0" y="1237"/>
                    <a:pt x="358" y="1594"/>
                    <a:pt x="799" y="1594"/>
                  </a:cubicBezTo>
                  <a:cubicBezTo>
                    <a:pt x="962" y="1594"/>
                    <a:pt x="1120" y="1544"/>
                    <a:pt x="1253" y="1450"/>
                  </a:cubicBezTo>
                  <a:lnTo>
                    <a:pt x="1694" y="1591"/>
                  </a:lnTo>
                  <a:cubicBezTo>
                    <a:pt x="1697" y="1594"/>
                    <a:pt x="1704" y="1594"/>
                    <a:pt x="1710" y="1594"/>
                  </a:cubicBezTo>
                  <a:cubicBezTo>
                    <a:pt x="1731" y="1594"/>
                    <a:pt x="1751" y="1584"/>
                    <a:pt x="1761" y="1571"/>
                  </a:cubicBezTo>
                  <a:cubicBezTo>
                    <a:pt x="1777" y="1547"/>
                    <a:pt x="1781" y="1521"/>
                    <a:pt x="1764" y="1498"/>
                  </a:cubicBezTo>
                  <a:lnTo>
                    <a:pt x="1524" y="1123"/>
                  </a:lnTo>
                  <a:cubicBezTo>
                    <a:pt x="1570" y="1020"/>
                    <a:pt x="1593" y="909"/>
                    <a:pt x="1593" y="796"/>
                  </a:cubicBezTo>
                  <a:cubicBezTo>
                    <a:pt x="1593" y="358"/>
                    <a:pt x="1236" y="1"/>
                    <a:pt x="799" y="1"/>
                  </a:cubicBezTo>
                  <a:close/>
                </a:path>
              </a:pathLst>
            </a:custGeom>
            <a:solidFill>
              <a:srgbClr val="C4C4C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69" name="Google Shape;3169;p58"/>
            <p:cNvSpPr/>
            <p:nvPr/>
          </p:nvSpPr>
          <p:spPr>
            <a:xfrm>
              <a:off x="3531828" y="2312102"/>
              <a:ext cx="208787" cy="186095"/>
            </a:xfrm>
            <a:custGeom>
              <a:rect b="b" l="l" r="r" t="t"/>
              <a:pathLst>
                <a:path extrusionOk="0" h="1591" w="1785">
                  <a:moveTo>
                    <a:pt x="1247" y="124"/>
                  </a:moveTo>
                  <a:cubicBezTo>
                    <a:pt x="1478" y="124"/>
                    <a:pt x="1665" y="311"/>
                    <a:pt x="1665" y="542"/>
                  </a:cubicBezTo>
                  <a:cubicBezTo>
                    <a:pt x="1665" y="639"/>
                    <a:pt x="1628" y="729"/>
                    <a:pt x="1564" y="806"/>
                  </a:cubicBezTo>
                  <a:cubicBezTo>
                    <a:pt x="1564" y="809"/>
                    <a:pt x="1561" y="809"/>
                    <a:pt x="1561" y="812"/>
                  </a:cubicBezTo>
                  <a:lnTo>
                    <a:pt x="869" y="1447"/>
                  </a:lnTo>
                  <a:lnTo>
                    <a:pt x="228" y="812"/>
                  </a:lnTo>
                  <a:lnTo>
                    <a:pt x="221" y="806"/>
                  </a:lnTo>
                  <a:cubicBezTo>
                    <a:pt x="158" y="729"/>
                    <a:pt x="124" y="639"/>
                    <a:pt x="124" y="542"/>
                  </a:cubicBezTo>
                  <a:cubicBezTo>
                    <a:pt x="124" y="311"/>
                    <a:pt x="312" y="124"/>
                    <a:pt x="542" y="124"/>
                  </a:cubicBezTo>
                  <a:cubicBezTo>
                    <a:pt x="659" y="124"/>
                    <a:pt x="769" y="175"/>
                    <a:pt x="849" y="261"/>
                  </a:cubicBezTo>
                  <a:cubicBezTo>
                    <a:pt x="860" y="275"/>
                    <a:pt x="876" y="281"/>
                    <a:pt x="893" y="281"/>
                  </a:cubicBezTo>
                  <a:cubicBezTo>
                    <a:pt x="909" y="281"/>
                    <a:pt x="926" y="275"/>
                    <a:pt x="940" y="261"/>
                  </a:cubicBezTo>
                  <a:cubicBezTo>
                    <a:pt x="1020" y="175"/>
                    <a:pt x="1130" y="124"/>
                    <a:pt x="1247" y="124"/>
                  </a:cubicBezTo>
                  <a:close/>
                  <a:moveTo>
                    <a:pt x="542" y="1"/>
                  </a:moveTo>
                  <a:cubicBezTo>
                    <a:pt x="245" y="1"/>
                    <a:pt x="1" y="245"/>
                    <a:pt x="1" y="542"/>
                  </a:cubicBezTo>
                  <a:cubicBezTo>
                    <a:pt x="1" y="659"/>
                    <a:pt x="41" y="772"/>
                    <a:pt x="118" y="869"/>
                  </a:cubicBezTo>
                  <a:cubicBezTo>
                    <a:pt x="121" y="876"/>
                    <a:pt x="124" y="883"/>
                    <a:pt x="132" y="889"/>
                  </a:cubicBezTo>
                  <a:lnTo>
                    <a:pt x="826" y="1574"/>
                  </a:lnTo>
                  <a:cubicBezTo>
                    <a:pt x="836" y="1588"/>
                    <a:pt x="853" y="1591"/>
                    <a:pt x="869" y="1591"/>
                  </a:cubicBezTo>
                  <a:cubicBezTo>
                    <a:pt x="883" y="1591"/>
                    <a:pt x="900" y="1588"/>
                    <a:pt x="909" y="1578"/>
                  </a:cubicBezTo>
                  <a:lnTo>
                    <a:pt x="1658" y="889"/>
                  </a:lnTo>
                  <a:cubicBezTo>
                    <a:pt x="1661" y="886"/>
                    <a:pt x="1668" y="880"/>
                    <a:pt x="1671" y="869"/>
                  </a:cubicBezTo>
                  <a:cubicBezTo>
                    <a:pt x="1745" y="776"/>
                    <a:pt x="1785" y="662"/>
                    <a:pt x="1785" y="542"/>
                  </a:cubicBezTo>
                  <a:cubicBezTo>
                    <a:pt x="1785" y="245"/>
                    <a:pt x="1544" y="1"/>
                    <a:pt x="1247" y="1"/>
                  </a:cubicBezTo>
                  <a:cubicBezTo>
                    <a:pt x="1117" y="1"/>
                    <a:pt x="993" y="51"/>
                    <a:pt x="893" y="135"/>
                  </a:cubicBezTo>
                  <a:cubicBezTo>
                    <a:pt x="796" y="51"/>
                    <a:pt x="669" y="1"/>
                    <a:pt x="542" y="1"/>
                  </a:cubicBezTo>
                  <a:close/>
                </a:path>
              </a:pathLst>
            </a:custGeom>
            <a:solidFill>
              <a:srgbClr val="C4C4C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70" name="Google Shape;3170;p58"/>
            <p:cNvSpPr/>
            <p:nvPr/>
          </p:nvSpPr>
          <p:spPr>
            <a:xfrm>
              <a:off x="3857343" y="2319938"/>
              <a:ext cx="209606" cy="47021"/>
            </a:xfrm>
            <a:custGeom>
              <a:rect b="b" l="l" r="r" t="t"/>
              <a:pathLst>
                <a:path extrusionOk="0" h="402" w="1792">
                  <a:moveTo>
                    <a:pt x="1591" y="111"/>
                  </a:moveTo>
                  <a:cubicBezTo>
                    <a:pt x="1638" y="111"/>
                    <a:pt x="1678" y="151"/>
                    <a:pt x="1678" y="201"/>
                  </a:cubicBezTo>
                  <a:cubicBezTo>
                    <a:pt x="1678" y="251"/>
                    <a:pt x="1638" y="291"/>
                    <a:pt x="1591" y="291"/>
                  </a:cubicBezTo>
                  <a:lnTo>
                    <a:pt x="201" y="291"/>
                  </a:lnTo>
                  <a:cubicBezTo>
                    <a:pt x="151" y="291"/>
                    <a:pt x="111" y="251"/>
                    <a:pt x="111" y="201"/>
                  </a:cubicBezTo>
                  <a:cubicBezTo>
                    <a:pt x="111" y="151"/>
                    <a:pt x="151" y="111"/>
                    <a:pt x="201" y="111"/>
                  </a:cubicBezTo>
                  <a:close/>
                  <a:moveTo>
                    <a:pt x="201" y="0"/>
                  </a:moveTo>
                  <a:cubicBezTo>
                    <a:pt x="91" y="0"/>
                    <a:pt x="1" y="91"/>
                    <a:pt x="1" y="201"/>
                  </a:cubicBezTo>
                  <a:cubicBezTo>
                    <a:pt x="1" y="311"/>
                    <a:pt x="91" y="401"/>
                    <a:pt x="201" y="401"/>
                  </a:cubicBezTo>
                  <a:lnTo>
                    <a:pt x="1591" y="401"/>
                  </a:lnTo>
                  <a:cubicBezTo>
                    <a:pt x="1701" y="401"/>
                    <a:pt x="1791" y="311"/>
                    <a:pt x="1791" y="201"/>
                  </a:cubicBezTo>
                  <a:cubicBezTo>
                    <a:pt x="1791" y="91"/>
                    <a:pt x="1701" y="0"/>
                    <a:pt x="1591" y="0"/>
                  </a:cubicBezTo>
                  <a:close/>
                </a:path>
              </a:pathLst>
            </a:custGeom>
            <a:solidFill>
              <a:srgbClr val="C4C4C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71" name="Google Shape;3171;p58"/>
            <p:cNvSpPr/>
            <p:nvPr/>
          </p:nvSpPr>
          <p:spPr>
            <a:xfrm>
              <a:off x="3857343" y="2381695"/>
              <a:ext cx="209606" cy="47372"/>
            </a:xfrm>
            <a:custGeom>
              <a:rect b="b" l="l" r="r" t="t"/>
              <a:pathLst>
                <a:path extrusionOk="0" h="405" w="1792">
                  <a:moveTo>
                    <a:pt x="1591" y="114"/>
                  </a:moveTo>
                  <a:cubicBezTo>
                    <a:pt x="1638" y="114"/>
                    <a:pt x="1678" y="154"/>
                    <a:pt x="1678" y="201"/>
                  </a:cubicBezTo>
                  <a:cubicBezTo>
                    <a:pt x="1678" y="251"/>
                    <a:pt x="1638" y="291"/>
                    <a:pt x="1591" y="291"/>
                  </a:cubicBezTo>
                  <a:lnTo>
                    <a:pt x="201" y="291"/>
                  </a:lnTo>
                  <a:cubicBezTo>
                    <a:pt x="151" y="291"/>
                    <a:pt x="111" y="251"/>
                    <a:pt x="111" y="201"/>
                  </a:cubicBezTo>
                  <a:cubicBezTo>
                    <a:pt x="111" y="154"/>
                    <a:pt x="151" y="114"/>
                    <a:pt x="201" y="114"/>
                  </a:cubicBezTo>
                  <a:close/>
                  <a:moveTo>
                    <a:pt x="201" y="1"/>
                  </a:moveTo>
                  <a:cubicBezTo>
                    <a:pt x="91" y="1"/>
                    <a:pt x="1" y="91"/>
                    <a:pt x="1" y="201"/>
                  </a:cubicBezTo>
                  <a:cubicBezTo>
                    <a:pt x="1" y="314"/>
                    <a:pt x="91" y="405"/>
                    <a:pt x="201" y="405"/>
                  </a:cubicBezTo>
                  <a:lnTo>
                    <a:pt x="1591" y="405"/>
                  </a:lnTo>
                  <a:cubicBezTo>
                    <a:pt x="1701" y="405"/>
                    <a:pt x="1791" y="314"/>
                    <a:pt x="1791" y="201"/>
                  </a:cubicBezTo>
                  <a:cubicBezTo>
                    <a:pt x="1791" y="91"/>
                    <a:pt x="1701" y="1"/>
                    <a:pt x="1591" y="1"/>
                  </a:cubicBezTo>
                  <a:close/>
                </a:path>
              </a:pathLst>
            </a:custGeom>
            <a:solidFill>
              <a:srgbClr val="C4C4C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72" name="Google Shape;3172;p58"/>
            <p:cNvSpPr/>
            <p:nvPr/>
          </p:nvSpPr>
          <p:spPr>
            <a:xfrm>
              <a:off x="3857343" y="2443803"/>
              <a:ext cx="209606" cy="47021"/>
            </a:xfrm>
            <a:custGeom>
              <a:rect b="b" l="l" r="r" t="t"/>
              <a:pathLst>
                <a:path extrusionOk="0" h="402" w="1792">
                  <a:moveTo>
                    <a:pt x="1591" y="111"/>
                  </a:moveTo>
                  <a:cubicBezTo>
                    <a:pt x="1638" y="111"/>
                    <a:pt x="1678" y="151"/>
                    <a:pt x="1678" y="201"/>
                  </a:cubicBezTo>
                  <a:cubicBezTo>
                    <a:pt x="1678" y="252"/>
                    <a:pt x="1638" y="292"/>
                    <a:pt x="1591" y="292"/>
                  </a:cubicBezTo>
                  <a:lnTo>
                    <a:pt x="201" y="292"/>
                  </a:lnTo>
                  <a:cubicBezTo>
                    <a:pt x="151" y="292"/>
                    <a:pt x="111" y="252"/>
                    <a:pt x="111" y="201"/>
                  </a:cubicBezTo>
                  <a:cubicBezTo>
                    <a:pt x="111" y="151"/>
                    <a:pt x="151" y="111"/>
                    <a:pt x="201" y="111"/>
                  </a:cubicBezTo>
                  <a:close/>
                  <a:moveTo>
                    <a:pt x="201" y="1"/>
                  </a:moveTo>
                  <a:cubicBezTo>
                    <a:pt x="91" y="1"/>
                    <a:pt x="1" y="91"/>
                    <a:pt x="1" y="201"/>
                  </a:cubicBezTo>
                  <a:cubicBezTo>
                    <a:pt x="1" y="312"/>
                    <a:pt x="91" y="401"/>
                    <a:pt x="201" y="401"/>
                  </a:cubicBezTo>
                  <a:lnTo>
                    <a:pt x="1591" y="401"/>
                  </a:lnTo>
                  <a:cubicBezTo>
                    <a:pt x="1701" y="401"/>
                    <a:pt x="1791" y="312"/>
                    <a:pt x="1791" y="201"/>
                  </a:cubicBezTo>
                  <a:cubicBezTo>
                    <a:pt x="1791" y="91"/>
                    <a:pt x="1701" y="1"/>
                    <a:pt x="1591" y="1"/>
                  </a:cubicBezTo>
                  <a:close/>
                </a:path>
              </a:pathLst>
            </a:custGeom>
            <a:solidFill>
              <a:srgbClr val="C4C4C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77" name="Shape 3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8" name="Google Shape;3178;p59"/>
          <p:cNvSpPr txBox="1"/>
          <p:nvPr>
            <p:ph type="ctrTitle"/>
          </p:nvPr>
        </p:nvSpPr>
        <p:spPr>
          <a:xfrm>
            <a:off x="917900" y="0"/>
            <a:ext cx="7479600" cy="1578600"/>
          </a:xfrm>
          <a:prstGeom prst="rect">
            <a:avLst/>
          </a:prstGeom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THE PROCESS OF DESIGN</a:t>
            </a:r>
            <a:endParaRPr/>
          </a:p>
        </p:txBody>
      </p:sp>
      <p:sp>
        <p:nvSpPr>
          <p:cNvPr id="3179" name="Google Shape;3179;p59"/>
          <p:cNvSpPr txBox="1"/>
          <p:nvPr/>
        </p:nvSpPr>
        <p:spPr>
          <a:xfrm>
            <a:off x="1213450" y="1489725"/>
            <a:ext cx="6482100" cy="2299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Font typeface="Abel"/>
              <a:buChar char="●"/>
            </a:pPr>
            <a:r>
              <a:rPr lang="en" sz="1600">
                <a:latin typeface="Abel"/>
                <a:ea typeface="Abel"/>
                <a:cs typeface="Abel"/>
                <a:sym typeface="Abel"/>
              </a:rPr>
              <a:t>Often HCI professionals complain that they are called in too late.</a:t>
            </a:r>
            <a:endParaRPr sz="1600">
              <a:latin typeface="Abel"/>
              <a:ea typeface="Abel"/>
              <a:cs typeface="Abel"/>
              <a:sym typeface="Abel"/>
            </a:endParaRPr>
          </a:p>
          <a:p>
            <a:pPr indent="-3302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Font typeface="Abel"/>
              <a:buChar char="○"/>
            </a:pPr>
            <a:r>
              <a:rPr lang="en" sz="1600">
                <a:latin typeface="Abel"/>
                <a:ea typeface="Abel"/>
                <a:cs typeface="Abel"/>
                <a:sym typeface="Abel"/>
              </a:rPr>
              <a:t>A system has been designed and built, and only when it proves unusable do they think to ask how to do it right!</a:t>
            </a:r>
            <a:endParaRPr sz="1600">
              <a:latin typeface="Abel"/>
              <a:ea typeface="Abel"/>
              <a:cs typeface="Abel"/>
              <a:sym typeface="Abel"/>
            </a:endParaRPr>
          </a:p>
          <a:p>
            <a:pPr indent="-3302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Font typeface="Abel"/>
              <a:buChar char="○"/>
            </a:pPr>
            <a:r>
              <a:rPr lang="en" sz="1600">
                <a:latin typeface="Abel"/>
                <a:ea typeface="Abel"/>
                <a:cs typeface="Abel"/>
                <a:sym typeface="Abel"/>
              </a:rPr>
              <a:t>In other companies usability is seen as equivalent to testing called checking.</a:t>
            </a:r>
            <a:endParaRPr sz="1600">
              <a:latin typeface="Abel"/>
              <a:ea typeface="Abel"/>
              <a:cs typeface="Abel"/>
              <a:sym typeface="Abel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84" name="Shape 3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85" name="Google Shape;3185;p60"/>
          <p:cNvSpPr txBox="1"/>
          <p:nvPr>
            <p:ph type="ctrTitle"/>
          </p:nvPr>
        </p:nvSpPr>
        <p:spPr>
          <a:xfrm>
            <a:off x="917900" y="0"/>
            <a:ext cx="7479600" cy="1578600"/>
          </a:xfrm>
          <a:prstGeom prst="rect">
            <a:avLst/>
          </a:prstGeom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THE PROCESS OF DESIGN</a:t>
            </a:r>
            <a:endParaRPr/>
          </a:p>
        </p:txBody>
      </p:sp>
      <p:pic>
        <p:nvPicPr>
          <p:cNvPr id="3186" name="Google Shape;3186;p6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096238" y="1269875"/>
            <a:ext cx="6951535" cy="32600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3F3F3"/>
        </a:solidFill>
      </p:bgPr>
    </p:bg>
    <p:spTree>
      <p:nvGrpSpPr>
        <p:cNvPr id="3190" name="Shape 3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91" name="Google Shape;3191;p61"/>
          <p:cNvSpPr txBox="1"/>
          <p:nvPr>
            <p:ph idx="3" type="subTitle"/>
          </p:nvPr>
        </p:nvSpPr>
        <p:spPr>
          <a:xfrm>
            <a:off x="2449570" y="3716650"/>
            <a:ext cx="2025000" cy="402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lang="en"/>
              <a:t>Here you could describe the topic of the section</a:t>
            </a:r>
            <a:endParaRPr/>
          </a:p>
        </p:txBody>
      </p:sp>
      <p:sp>
        <p:nvSpPr>
          <p:cNvPr id="3192" name="Google Shape;3192;p61"/>
          <p:cNvSpPr txBox="1"/>
          <p:nvPr>
            <p:ph idx="5" type="subTitle"/>
          </p:nvPr>
        </p:nvSpPr>
        <p:spPr>
          <a:xfrm>
            <a:off x="5804722" y="1847400"/>
            <a:ext cx="2025000" cy="402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Here you could describe the topic of the section</a:t>
            </a:r>
            <a:endParaRPr/>
          </a:p>
        </p:txBody>
      </p:sp>
      <p:sp>
        <p:nvSpPr>
          <p:cNvPr id="3193" name="Google Shape;3193;p61"/>
          <p:cNvSpPr txBox="1"/>
          <p:nvPr>
            <p:ph idx="7" type="subTitle"/>
          </p:nvPr>
        </p:nvSpPr>
        <p:spPr>
          <a:xfrm>
            <a:off x="5804722" y="3716650"/>
            <a:ext cx="2025000" cy="402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Here you could describe the topic of the section</a:t>
            </a:r>
            <a:endParaRPr/>
          </a:p>
        </p:txBody>
      </p:sp>
      <p:sp>
        <p:nvSpPr>
          <p:cNvPr id="3194" name="Google Shape;3194;p61"/>
          <p:cNvSpPr txBox="1"/>
          <p:nvPr>
            <p:ph type="title"/>
          </p:nvPr>
        </p:nvSpPr>
        <p:spPr>
          <a:xfrm>
            <a:off x="1066795" y="1325725"/>
            <a:ext cx="1373400" cy="507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01</a:t>
            </a:r>
            <a:endParaRPr/>
          </a:p>
        </p:txBody>
      </p:sp>
      <p:sp>
        <p:nvSpPr>
          <p:cNvPr id="3195" name="Google Shape;3195;p61"/>
          <p:cNvSpPr txBox="1"/>
          <p:nvPr>
            <p:ph idx="8" type="title"/>
          </p:nvPr>
        </p:nvSpPr>
        <p:spPr>
          <a:xfrm>
            <a:off x="1066795" y="3198675"/>
            <a:ext cx="1373400" cy="507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02</a:t>
            </a:r>
            <a:endParaRPr/>
          </a:p>
        </p:txBody>
      </p:sp>
      <p:sp>
        <p:nvSpPr>
          <p:cNvPr id="3196" name="Google Shape;3196;p61"/>
          <p:cNvSpPr txBox="1"/>
          <p:nvPr>
            <p:ph idx="9" type="title"/>
          </p:nvPr>
        </p:nvSpPr>
        <p:spPr>
          <a:xfrm>
            <a:off x="4431346" y="1325725"/>
            <a:ext cx="1373400" cy="507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</a:rPr>
              <a:t>03</a:t>
            </a:r>
            <a:endParaRPr>
              <a:solidFill>
                <a:srgbClr val="FFFFFF"/>
              </a:solidFill>
            </a:endParaRPr>
          </a:p>
        </p:txBody>
      </p:sp>
      <p:sp>
        <p:nvSpPr>
          <p:cNvPr id="3197" name="Google Shape;3197;p61"/>
          <p:cNvSpPr txBox="1"/>
          <p:nvPr>
            <p:ph idx="13" type="title"/>
          </p:nvPr>
        </p:nvSpPr>
        <p:spPr>
          <a:xfrm>
            <a:off x="4431346" y="3198675"/>
            <a:ext cx="1373400" cy="507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</a:rPr>
              <a:t>04</a:t>
            </a:r>
            <a:endParaRPr>
              <a:solidFill>
                <a:srgbClr val="FFFFFF"/>
              </a:solidFill>
            </a:endParaRPr>
          </a:p>
        </p:txBody>
      </p:sp>
      <p:sp>
        <p:nvSpPr>
          <p:cNvPr id="3198" name="Google Shape;3198;p61"/>
          <p:cNvSpPr txBox="1"/>
          <p:nvPr>
            <p:ph idx="1" type="subTitle"/>
          </p:nvPr>
        </p:nvSpPr>
        <p:spPr>
          <a:xfrm flipH="1">
            <a:off x="2449175" y="1429450"/>
            <a:ext cx="2223300" cy="597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REQUIREMENTS</a:t>
            </a:r>
            <a:endParaRPr/>
          </a:p>
        </p:txBody>
      </p:sp>
      <p:sp>
        <p:nvSpPr>
          <p:cNvPr id="3199" name="Google Shape;3199;p61"/>
          <p:cNvSpPr txBox="1"/>
          <p:nvPr>
            <p:ph idx="2" type="subTitle"/>
          </p:nvPr>
        </p:nvSpPr>
        <p:spPr>
          <a:xfrm flipH="1">
            <a:off x="2449551" y="3298475"/>
            <a:ext cx="1657800" cy="597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ANALYSIS</a:t>
            </a:r>
            <a:endParaRPr/>
          </a:p>
        </p:txBody>
      </p:sp>
      <p:sp>
        <p:nvSpPr>
          <p:cNvPr id="3200" name="Google Shape;3200;p61"/>
          <p:cNvSpPr txBox="1"/>
          <p:nvPr>
            <p:ph idx="4" type="subTitle"/>
          </p:nvPr>
        </p:nvSpPr>
        <p:spPr>
          <a:xfrm flipH="1">
            <a:off x="5804745" y="1429450"/>
            <a:ext cx="1373100" cy="597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DESIGN</a:t>
            </a:r>
            <a:endParaRPr/>
          </a:p>
        </p:txBody>
      </p:sp>
      <p:sp>
        <p:nvSpPr>
          <p:cNvPr id="3201" name="Google Shape;3201;p61"/>
          <p:cNvSpPr txBox="1"/>
          <p:nvPr>
            <p:ph idx="6" type="subTitle"/>
          </p:nvPr>
        </p:nvSpPr>
        <p:spPr>
          <a:xfrm flipH="1">
            <a:off x="5804745" y="3298475"/>
            <a:ext cx="1373100" cy="597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OUR TEAM</a:t>
            </a:r>
            <a:endParaRPr/>
          </a:p>
        </p:txBody>
      </p:sp>
      <p:sp>
        <p:nvSpPr>
          <p:cNvPr id="3202" name="Google Shape;3202;p61"/>
          <p:cNvSpPr txBox="1"/>
          <p:nvPr>
            <p:ph idx="14" type="subTitle"/>
          </p:nvPr>
        </p:nvSpPr>
        <p:spPr>
          <a:xfrm>
            <a:off x="2449572" y="1847400"/>
            <a:ext cx="2025000" cy="402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Here you could describe the topic of the section</a:t>
            </a:r>
            <a:endParaRPr/>
          </a:p>
        </p:txBody>
      </p:sp>
      <p:sp>
        <p:nvSpPr>
          <p:cNvPr id="3203" name="Google Shape;3203;p61"/>
          <p:cNvSpPr txBox="1"/>
          <p:nvPr>
            <p:ph idx="4294967295" type="ctrTitle"/>
          </p:nvPr>
        </p:nvSpPr>
        <p:spPr>
          <a:xfrm flipH="1">
            <a:off x="374850" y="0"/>
            <a:ext cx="1570500" cy="1241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unito Sans Black"/>
              <a:buNone/>
            </a:pPr>
            <a:r>
              <a:rPr lang="en">
                <a:solidFill>
                  <a:srgbClr val="FFFFFF"/>
                </a:solidFill>
              </a:rPr>
              <a:t>STEPS</a:t>
            </a:r>
            <a:endParaRPr>
              <a:solidFill>
                <a:srgbClr val="FFFFFF"/>
              </a:solidFill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3F3F3"/>
        </a:solidFill>
      </p:bgPr>
    </p:bg>
    <p:spTree>
      <p:nvGrpSpPr>
        <p:cNvPr id="3207" name="Shape 3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208" name="Google Shape;3208;p62"/>
          <p:cNvGrpSpPr/>
          <p:nvPr/>
        </p:nvGrpSpPr>
        <p:grpSpPr>
          <a:xfrm>
            <a:off x="5721116" y="1318143"/>
            <a:ext cx="2604522" cy="2460300"/>
            <a:chOff x="6254516" y="1318143"/>
            <a:chExt cx="2604522" cy="2460300"/>
          </a:xfrm>
        </p:grpSpPr>
        <p:sp>
          <p:nvSpPr>
            <p:cNvPr id="3209" name="Google Shape;3209;p62"/>
            <p:cNvSpPr/>
            <p:nvPr/>
          </p:nvSpPr>
          <p:spPr>
            <a:xfrm rot="2700000">
              <a:off x="7239866" y="1053398"/>
              <a:ext cx="489601" cy="2989789"/>
            </a:xfrm>
            <a:prstGeom prst="roundRect">
              <a:avLst>
                <a:gd fmla="val 50000" name="adj"/>
              </a:avLst>
            </a:prstGeom>
            <a:solidFill>
              <a:srgbClr val="9225A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600"/>
            </a:p>
          </p:txBody>
        </p:sp>
        <p:sp>
          <p:nvSpPr>
            <p:cNvPr id="3210" name="Google Shape;3210;p62"/>
            <p:cNvSpPr/>
            <p:nvPr/>
          </p:nvSpPr>
          <p:spPr>
            <a:xfrm>
              <a:off x="6443962" y="3255512"/>
              <a:ext cx="326100" cy="326100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ffectLst>
              <a:outerShdw blurRad="228600" rotWithShape="0" algn="tl" dir="5400000" dist="50800">
                <a:srgbClr val="000000">
                  <a:alpha val="54900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100">
                  <a:solidFill>
                    <a:srgbClr val="9225A5"/>
                  </a:solidFill>
                  <a:latin typeface="Roboto"/>
                  <a:ea typeface="Roboto"/>
                  <a:cs typeface="Roboto"/>
                  <a:sym typeface="Roboto"/>
                </a:rPr>
                <a:t>5</a:t>
              </a:r>
              <a:endParaRPr b="1" sz="1100">
                <a:solidFill>
                  <a:srgbClr val="9225A5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3211" name="Google Shape;3211;p62"/>
            <p:cNvSpPr txBox="1"/>
            <p:nvPr/>
          </p:nvSpPr>
          <p:spPr>
            <a:xfrm rot="-2700000">
              <a:off x="6375763" y="2297099"/>
              <a:ext cx="2378424" cy="34280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300">
                  <a:solidFill>
                    <a:srgbClr val="FFFFFF"/>
                  </a:solidFill>
                  <a:latin typeface="Roboto"/>
                  <a:ea typeface="Roboto"/>
                  <a:cs typeface="Roboto"/>
                  <a:sym typeface="Roboto"/>
                </a:rPr>
                <a:t>IMPLEMENT &amp; DEPLOYENT</a:t>
              </a:r>
              <a:endParaRPr b="1" sz="13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3212" name="Google Shape;3212;p62"/>
            <p:cNvSpPr txBox="1"/>
            <p:nvPr/>
          </p:nvSpPr>
          <p:spPr>
            <a:xfrm rot="-2700000">
              <a:off x="6788358" y="2571061"/>
              <a:ext cx="2242660" cy="44250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1600"/>
                </a:spcAft>
                <a:buNone/>
              </a:pPr>
              <a:r>
                <a:rPr lang="en" sz="1000">
                  <a:latin typeface="Roboto"/>
                  <a:ea typeface="Roboto"/>
                  <a:cs typeface="Roboto"/>
                  <a:sym typeface="Roboto"/>
                </a:rPr>
                <a:t>Making it and getting it out there</a:t>
              </a:r>
              <a:endParaRPr b="1" sz="1000"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grpSp>
        <p:nvGrpSpPr>
          <p:cNvPr id="3213" name="Google Shape;3213;p62"/>
          <p:cNvGrpSpPr/>
          <p:nvPr/>
        </p:nvGrpSpPr>
        <p:grpSpPr>
          <a:xfrm>
            <a:off x="4304218" y="1318143"/>
            <a:ext cx="2604522" cy="2460300"/>
            <a:chOff x="4761418" y="1318143"/>
            <a:chExt cx="2604522" cy="2460300"/>
          </a:xfrm>
        </p:grpSpPr>
        <p:sp>
          <p:nvSpPr>
            <p:cNvPr id="3214" name="Google Shape;3214;p62"/>
            <p:cNvSpPr/>
            <p:nvPr/>
          </p:nvSpPr>
          <p:spPr>
            <a:xfrm rot="2700000">
              <a:off x="5746767" y="1053398"/>
              <a:ext cx="489601" cy="2989789"/>
            </a:xfrm>
            <a:prstGeom prst="roundRect">
              <a:avLst>
                <a:gd fmla="val 50000" name="adj"/>
              </a:avLst>
            </a:prstGeom>
            <a:solidFill>
              <a:srgbClr val="7F209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600"/>
            </a:p>
          </p:txBody>
        </p:sp>
        <p:sp>
          <p:nvSpPr>
            <p:cNvPr id="3215" name="Google Shape;3215;p62"/>
            <p:cNvSpPr/>
            <p:nvPr/>
          </p:nvSpPr>
          <p:spPr>
            <a:xfrm>
              <a:off x="4950863" y="3255512"/>
              <a:ext cx="326100" cy="326100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ffectLst>
              <a:outerShdw blurRad="228600" rotWithShape="0" algn="tl" dir="5400000" dist="50800">
                <a:srgbClr val="000000">
                  <a:alpha val="54900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100">
                  <a:solidFill>
                    <a:srgbClr val="7F2090"/>
                  </a:solidFill>
                  <a:latin typeface="Roboto"/>
                  <a:ea typeface="Roboto"/>
                  <a:cs typeface="Roboto"/>
                  <a:sym typeface="Roboto"/>
                </a:rPr>
                <a:t>4</a:t>
              </a:r>
              <a:endParaRPr b="1" sz="1100">
                <a:solidFill>
                  <a:srgbClr val="7F2090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3216" name="Google Shape;3216;p62"/>
            <p:cNvSpPr txBox="1"/>
            <p:nvPr/>
          </p:nvSpPr>
          <p:spPr>
            <a:xfrm rot="-2700000">
              <a:off x="4896424" y="2302799"/>
              <a:ext cx="2362302" cy="34280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300">
                  <a:solidFill>
                    <a:srgbClr val="FFFFFF"/>
                  </a:solidFill>
                  <a:latin typeface="Roboto"/>
                  <a:ea typeface="Roboto"/>
                  <a:cs typeface="Roboto"/>
                  <a:sym typeface="Roboto"/>
                </a:rPr>
                <a:t>ITERATION &amp; PROTOTYPING</a:t>
              </a:r>
              <a:endParaRPr b="1" sz="13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3217" name="Google Shape;3217;p62"/>
            <p:cNvSpPr txBox="1"/>
            <p:nvPr/>
          </p:nvSpPr>
          <p:spPr>
            <a:xfrm rot="-2700000">
              <a:off x="5295260" y="2571061"/>
              <a:ext cx="2242660" cy="44250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1600"/>
                </a:spcAft>
                <a:buNone/>
              </a:pPr>
              <a:r>
                <a:rPr lang="en" sz="1000">
                  <a:latin typeface="Roboto"/>
                  <a:ea typeface="Roboto"/>
                  <a:cs typeface="Roboto"/>
                  <a:sym typeface="Roboto"/>
                </a:rPr>
                <a:t>Getting it right … and finding what is really needed!</a:t>
              </a:r>
              <a:endParaRPr b="1" sz="1000"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grpSp>
        <p:nvGrpSpPr>
          <p:cNvPr id="3218" name="Google Shape;3218;p62"/>
          <p:cNvGrpSpPr/>
          <p:nvPr/>
        </p:nvGrpSpPr>
        <p:grpSpPr>
          <a:xfrm>
            <a:off x="2964951" y="1318143"/>
            <a:ext cx="2604522" cy="2460300"/>
            <a:chOff x="3269751" y="1318143"/>
            <a:chExt cx="2604522" cy="2460300"/>
          </a:xfrm>
        </p:grpSpPr>
        <p:sp>
          <p:nvSpPr>
            <p:cNvPr id="3219" name="Google Shape;3219;p62"/>
            <p:cNvSpPr/>
            <p:nvPr/>
          </p:nvSpPr>
          <p:spPr>
            <a:xfrm rot="2700000">
              <a:off x="4255100" y="1053398"/>
              <a:ext cx="489601" cy="2989789"/>
            </a:xfrm>
            <a:prstGeom prst="roundRect">
              <a:avLst>
                <a:gd fmla="val 50000" name="adj"/>
              </a:avLst>
            </a:prstGeom>
            <a:solidFill>
              <a:srgbClr val="761E8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600"/>
            </a:p>
          </p:txBody>
        </p:sp>
        <p:sp>
          <p:nvSpPr>
            <p:cNvPr id="3220" name="Google Shape;3220;p62"/>
            <p:cNvSpPr/>
            <p:nvPr/>
          </p:nvSpPr>
          <p:spPr>
            <a:xfrm>
              <a:off x="3459197" y="3255512"/>
              <a:ext cx="326100" cy="326100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ffectLst>
              <a:outerShdw blurRad="228600" rotWithShape="0" algn="tl" dir="5400000" dist="50800">
                <a:srgbClr val="000000">
                  <a:alpha val="54900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100">
                  <a:solidFill>
                    <a:srgbClr val="761E86"/>
                  </a:solidFill>
                  <a:latin typeface="Roboto"/>
                  <a:ea typeface="Roboto"/>
                  <a:cs typeface="Roboto"/>
                  <a:sym typeface="Roboto"/>
                </a:rPr>
                <a:t>3</a:t>
              </a:r>
              <a:endParaRPr b="1" sz="1100">
                <a:solidFill>
                  <a:srgbClr val="761E86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3221" name="Google Shape;3221;p62"/>
            <p:cNvSpPr txBox="1"/>
            <p:nvPr/>
          </p:nvSpPr>
          <p:spPr>
            <a:xfrm rot="-2700000">
              <a:off x="3404724" y="2302799"/>
              <a:ext cx="2362302" cy="34280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300">
                  <a:solidFill>
                    <a:srgbClr val="FFFFFF"/>
                  </a:solidFill>
                  <a:latin typeface="Roboto"/>
                  <a:ea typeface="Roboto"/>
                  <a:cs typeface="Roboto"/>
                  <a:sym typeface="Roboto"/>
                </a:rPr>
                <a:t>DESIGN</a:t>
              </a:r>
              <a:endParaRPr b="1" sz="13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3222" name="Google Shape;3222;p62"/>
            <p:cNvSpPr txBox="1"/>
            <p:nvPr/>
          </p:nvSpPr>
          <p:spPr>
            <a:xfrm rot="-2700000">
              <a:off x="3803593" y="2571061"/>
              <a:ext cx="2242660" cy="44250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1600"/>
                </a:spcAft>
                <a:buNone/>
              </a:pPr>
              <a:r>
                <a:rPr lang="en" sz="1000">
                  <a:latin typeface="Roboto"/>
                  <a:ea typeface="Roboto"/>
                  <a:cs typeface="Roboto"/>
                  <a:sym typeface="Roboto"/>
                </a:rPr>
                <a:t>What to do and how to decide</a:t>
              </a:r>
              <a:endParaRPr b="1" sz="1000"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grpSp>
        <p:nvGrpSpPr>
          <p:cNvPr id="3223" name="Google Shape;3223;p62"/>
          <p:cNvGrpSpPr/>
          <p:nvPr/>
        </p:nvGrpSpPr>
        <p:grpSpPr>
          <a:xfrm>
            <a:off x="1624226" y="1318143"/>
            <a:ext cx="2604522" cy="2460300"/>
            <a:chOff x="1776626" y="1318143"/>
            <a:chExt cx="2604522" cy="2460300"/>
          </a:xfrm>
        </p:grpSpPr>
        <p:grpSp>
          <p:nvGrpSpPr>
            <p:cNvPr id="3224" name="Google Shape;3224;p62"/>
            <p:cNvGrpSpPr/>
            <p:nvPr/>
          </p:nvGrpSpPr>
          <p:grpSpPr>
            <a:xfrm>
              <a:off x="1776626" y="1318143"/>
              <a:ext cx="2604522" cy="2460300"/>
              <a:chOff x="1776626" y="1318143"/>
              <a:chExt cx="2604522" cy="2460300"/>
            </a:xfrm>
          </p:grpSpPr>
          <p:sp>
            <p:nvSpPr>
              <p:cNvPr id="3225" name="Google Shape;3225;p62"/>
              <p:cNvSpPr/>
              <p:nvPr/>
            </p:nvSpPr>
            <p:spPr>
              <a:xfrm rot="2700000">
                <a:off x="2761975" y="1053398"/>
                <a:ext cx="489601" cy="2989789"/>
              </a:xfrm>
              <a:prstGeom prst="roundRect">
                <a:avLst>
                  <a:gd fmla="val 50000" name="adj"/>
                </a:avLst>
              </a:prstGeom>
              <a:solidFill>
                <a:srgbClr val="701C7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600"/>
              </a:p>
            </p:txBody>
          </p:sp>
          <p:sp>
            <p:nvSpPr>
              <p:cNvPr id="3226" name="Google Shape;3226;p62"/>
              <p:cNvSpPr txBox="1"/>
              <p:nvPr/>
            </p:nvSpPr>
            <p:spPr>
              <a:xfrm rot="-2700000">
                <a:off x="1899549" y="2297849"/>
                <a:ext cx="2376303" cy="34280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lnSpc>
                    <a:spcPct val="115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" sz="1300">
                    <a:solidFill>
                      <a:srgbClr val="FFFFFF"/>
                    </a:solidFill>
                    <a:latin typeface="Roboto"/>
                    <a:ea typeface="Roboto"/>
                    <a:cs typeface="Roboto"/>
                    <a:sym typeface="Roboto"/>
                  </a:rPr>
                  <a:t>ANALYSIS</a:t>
                </a:r>
                <a:endParaRPr b="1" sz="1300">
                  <a:solidFill>
                    <a:srgbClr val="FFFFFF"/>
                  </a:solidFill>
                  <a:latin typeface="Roboto"/>
                  <a:ea typeface="Roboto"/>
                  <a:cs typeface="Roboto"/>
                  <a:sym typeface="Roboto"/>
                </a:endParaRPr>
              </a:p>
            </p:txBody>
          </p:sp>
          <p:sp>
            <p:nvSpPr>
              <p:cNvPr id="3227" name="Google Shape;3227;p62"/>
              <p:cNvSpPr txBox="1"/>
              <p:nvPr/>
            </p:nvSpPr>
            <p:spPr>
              <a:xfrm rot="-2700000">
                <a:off x="2310468" y="2571061"/>
                <a:ext cx="2242660" cy="44250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1600"/>
                  </a:spcAft>
                  <a:buNone/>
                </a:pPr>
                <a:r>
                  <a:rPr lang="en" sz="1000">
                    <a:latin typeface="Roboto"/>
                    <a:ea typeface="Roboto"/>
                    <a:cs typeface="Roboto"/>
                    <a:sym typeface="Roboto"/>
                  </a:rPr>
                  <a:t>Ordering and understanding</a:t>
                </a:r>
                <a:endParaRPr b="1" sz="1000">
                  <a:latin typeface="Roboto"/>
                  <a:ea typeface="Roboto"/>
                  <a:cs typeface="Roboto"/>
                  <a:sym typeface="Roboto"/>
                </a:endParaRPr>
              </a:p>
            </p:txBody>
          </p:sp>
        </p:grpSp>
        <p:sp>
          <p:nvSpPr>
            <p:cNvPr id="3228" name="Google Shape;3228;p62"/>
            <p:cNvSpPr/>
            <p:nvPr/>
          </p:nvSpPr>
          <p:spPr>
            <a:xfrm>
              <a:off x="1966072" y="3255512"/>
              <a:ext cx="326100" cy="326100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ffectLst>
              <a:outerShdw blurRad="228600" rotWithShape="0" algn="tl" dir="5400000" dist="50800">
                <a:srgbClr val="000000">
                  <a:alpha val="54900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100">
                  <a:solidFill>
                    <a:srgbClr val="701C7F"/>
                  </a:solidFill>
                  <a:latin typeface="Roboto"/>
                  <a:ea typeface="Roboto"/>
                  <a:cs typeface="Roboto"/>
                  <a:sym typeface="Roboto"/>
                </a:rPr>
                <a:t>2</a:t>
              </a:r>
              <a:endParaRPr b="1" sz="1100">
                <a:solidFill>
                  <a:srgbClr val="701C7F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grpSp>
        <p:nvGrpSpPr>
          <p:cNvPr id="3229" name="Google Shape;3229;p62"/>
          <p:cNvGrpSpPr/>
          <p:nvPr/>
        </p:nvGrpSpPr>
        <p:grpSpPr>
          <a:xfrm>
            <a:off x="284959" y="1318143"/>
            <a:ext cx="2604522" cy="2460300"/>
            <a:chOff x="284959" y="1318143"/>
            <a:chExt cx="2604522" cy="2460300"/>
          </a:xfrm>
        </p:grpSpPr>
        <p:sp>
          <p:nvSpPr>
            <p:cNvPr id="3230" name="Google Shape;3230;p62"/>
            <p:cNvSpPr/>
            <p:nvPr/>
          </p:nvSpPr>
          <p:spPr>
            <a:xfrm rot="2700000">
              <a:off x="1270309" y="1053398"/>
              <a:ext cx="489601" cy="2989789"/>
            </a:xfrm>
            <a:prstGeom prst="roundRect">
              <a:avLst>
                <a:gd fmla="val 50000" name="adj"/>
              </a:avLst>
            </a:prstGeom>
            <a:solidFill>
              <a:srgbClr val="55156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600"/>
            </a:p>
          </p:txBody>
        </p:sp>
        <p:sp>
          <p:nvSpPr>
            <p:cNvPr id="3231" name="Google Shape;3231;p62"/>
            <p:cNvSpPr/>
            <p:nvPr/>
          </p:nvSpPr>
          <p:spPr>
            <a:xfrm>
              <a:off x="472955" y="3255512"/>
              <a:ext cx="326100" cy="326100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ffectLst>
              <a:outerShdw blurRad="228600" rotWithShape="0" algn="tl" dir="5400000" dist="50800">
                <a:srgbClr val="000000">
                  <a:alpha val="54900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100">
                  <a:solidFill>
                    <a:srgbClr val="551561"/>
                  </a:solidFill>
                  <a:latin typeface="Roboto"/>
                  <a:ea typeface="Roboto"/>
                  <a:cs typeface="Roboto"/>
                  <a:sym typeface="Roboto"/>
                </a:rPr>
                <a:t>1</a:t>
              </a:r>
              <a:endParaRPr b="1" sz="1100">
                <a:solidFill>
                  <a:srgbClr val="551561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3232" name="Google Shape;3232;p62"/>
            <p:cNvSpPr txBox="1"/>
            <p:nvPr/>
          </p:nvSpPr>
          <p:spPr>
            <a:xfrm rot="-2700000">
              <a:off x="414317" y="2300549"/>
              <a:ext cx="2368666" cy="34280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300">
                  <a:solidFill>
                    <a:srgbClr val="FFFFFF"/>
                  </a:solidFill>
                  <a:latin typeface="Roboto"/>
                  <a:ea typeface="Roboto"/>
                  <a:cs typeface="Roboto"/>
                  <a:sym typeface="Roboto"/>
                </a:rPr>
                <a:t>REQUIREMENT</a:t>
              </a:r>
              <a:endParaRPr b="1" sz="13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3233" name="Google Shape;3233;p62"/>
            <p:cNvSpPr txBox="1"/>
            <p:nvPr/>
          </p:nvSpPr>
          <p:spPr>
            <a:xfrm rot="-2700000">
              <a:off x="818801" y="2571061"/>
              <a:ext cx="2242660" cy="44250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1600"/>
                </a:spcAft>
                <a:buNone/>
              </a:pPr>
              <a:r>
                <a:rPr lang="en" sz="1000">
                  <a:latin typeface="Roboto"/>
                  <a:ea typeface="Roboto"/>
                  <a:cs typeface="Roboto"/>
                  <a:sym typeface="Roboto"/>
                </a:rPr>
                <a:t>What is there and what is wanted</a:t>
              </a:r>
              <a:endParaRPr b="1" sz="1000"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sp>
        <p:nvSpPr>
          <p:cNvPr id="3234" name="Google Shape;3234;p62"/>
          <p:cNvSpPr txBox="1"/>
          <p:nvPr>
            <p:ph type="ctrTitle"/>
          </p:nvPr>
        </p:nvSpPr>
        <p:spPr>
          <a:xfrm>
            <a:off x="3572325" y="76750"/>
            <a:ext cx="1598100" cy="1241400"/>
          </a:xfrm>
          <a:prstGeom prst="rect">
            <a:avLst/>
          </a:prstGeom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>
                <a:latin typeface="Saira Semi Condensed"/>
                <a:ea typeface="Saira Semi Condensed"/>
                <a:cs typeface="Saira Semi Condensed"/>
                <a:sym typeface="Saira Semi Condensed"/>
              </a:rPr>
              <a:t>STEPS</a:t>
            </a:r>
            <a:endParaRPr b="1" sz="2400">
              <a:latin typeface="Saira Semi Condensed"/>
              <a:ea typeface="Saira Semi Condensed"/>
              <a:cs typeface="Saira Semi Condensed"/>
              <a:sym typeface="Saira Semi Condensed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3F3F3"/>
        </a:solidFill>
      </p:bgPr>
    </p:bg>
    <p:spTree>
      <p:nvGrpSpPr>
        <p:cNvPr id="3238" name="Shape 32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39" name="Google Shape;3239;p63"/>
          <p:cNvSpPr txBox="1"/>
          <p:nvPr>
            <p:ph type="ctrTitle"/>
          </p:nvPr>
        </p:nvSpPr>
        <p:spPr>
          <a:xfrm>
            <a:off x="3572325" y="76750"/>
            <a:ext cx="1598100" cy="1241400"/>
          </a:xfrm>
          <a:prstGeom prst="rect">
            <a:avLst/>
          </a:prstGeom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>
                <a:latin typeface="Saira Semi Condensed"/>
                <a:ea typeface="Saira Semi Condensed"/>
                <a:cs typeface="Saira Semi Condensed"/>
                <a:sym typeface="Saira Semi Condensed"/>
              </a:rPr>
              <a:t>HOW CAN I DO IT ALL?</a:t>
            </a:r>
            <a:endParaRPr b="1" sz="2400">
              <a:latin typeface="Saira Semi Condensed"/>
              <a:ea typeface="Saira Semi Condensed"/>
              <a:cs typeface="Saira Semi Condensed"/>
              <a:sym typeface="Saira Semi Condensed"/>
            </a:endParaRPr>
          </a:p>
        </p:txBody>
      </p:sp>
      <p:sp>
        <p:nvSpPr>
          <p:cNvPr id="3240" name="Google Shape;3240;p63"/>
          <p:cNvSpPr txBox="1"/>
          <p:nvPr/>
        </p:nvSpPr>
        <p:spPr>
          <a:xfrm>
            <a:off x="1213450" y="1489725"/>
            <a:ext cx="6482100" cy="2299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Font typeface="Abel"/>
              <a:buChar char="●"/>
            </a:pPr>
            <a:r>
              <a:rPr b="1" lang="en" sz="1600">
                <a:latin typeface="Abel"/>
                <a:ea typeface="Abel"/>
                <a:cs typeface="Abel"/>
                <a:sym typeface="Abel"/>
              </a:rPr>
              <a:t>Limited time</a:t>
            </a:r>
            <a:r>
              <a:rPr lang="en" sz="1600">
                <a:latin typeface="Abel"/>
                <a:ea typeface="Abel"/>
                <a:cs typeface="Abel"/>
                <a:sym typeface="Abel"/>
              </a:rPr>
              <a:t> ⇒  design trade-off</a:t>
            </a:r>
            <a:br>
              <a:rPr lang="en" sz="1600">
                <a:latin typeface="Abel"/>
                <a:ea typeface="Abel"/>
                <a:cs typeface="Abel"/>
                <a:sym typeface="Abel"/>
              </a:rPr>
            </a:br>
            <a:endParaRPr sz="1600">
              <a:latin typeface="Abel"/>
              <a:ea typeface="Abel"/>
              <a:cs typeface="Abel"/>
              <a:sym typeface="Abel"/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Font typeface="Abel"/>
              <a:buChar char="●"/>
            </a:pPr>
            <a:r>
              <a:rPr b="1" lang="en" sz="1600">
                <a:latin typeface="Abel"/>
                <a:ea typeface="Abel"/>
                <a:cs typeface="Abel"/>
                <a:sym typeface="Abel"/>
              </a:rPr>
              <a:t>Usability?</a:t>
            </a:r>
            <a:br>
              <a:rPr lang="en" sz="1600">
                <a:latin typeface="Abel"/>
                <a:ea typeface="Abel"/>
                <a:cs typeface="Abel"/>
                <a:sym typeface="Abel"/>
              </a:rPr>
            </a:br>
            <a:r>
              <a:rPr lang="en" sz="1600">
                <a:latin typeface="Abel"/>
                <a:ea typeface="Abel"/>
                <a:cs typeface="Abel"/>
                <a:sym typeface="Abel"/>
              </a:rPr>
              <a:t>– finding problems and fixing them? </a:t>
            </a:r>
            <a:br>
              <a:rPr lang="en" sz="1600">
                <a:latin typeface="Abel"/>
                <a:ea typeface="Abel"/>
                <a:cs typeface="Abel"/>
                <a:sym typeface="Abel"/>
              </a:rPr>
            </a:br>
            <a:r>
              <a:rPr lang="en" sz="1600">
                <a:latin typeface="Abel"/>
                <a:ea typeface="Abel"/>
                <a:cs typeface="Abel"/>
                <a:sym typeface="Abel"/>
              </a:rPr>
              <a:t>– deciding what to fix?</a:t>
            </a:r>
            <a:br>
              <a:rPr lang="en" sz="1600">
                <a:latin typeface="Abel"/>
                <a:ea typeface="Abel"/>
                <a:cs typeface="Abel"/>
                <a:sym typeface="Abel"/>
              </a:rPr>
            </a:br>
            <a:endParaRPr sz="1600">
              <a:latin typeface="Abel"/>
              <a:ea typeface="Abel"/>
              <a:cs typeface="Abel"/>
              <a:sym typeface="Abel"/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Font typeface="Abel"/>
              <a:buChar char="●"/>
            </a:pPr>
            <a:r>
              <a:rPr b="1" lang="en" sz="1600">
                <a:latin typeface="Abel"/>
                <a:ea typeface="Abel"/>
                <a:cs typeface="Abel"/>
                <a:sym typeface="Abel"/>
              </a:rPr>
              <a:t>A perfect system is badly designed</a:t>
            </a:r>
            <a:br>
              <a:rPr lang="en" sz="1600">
                <a:latin typeface="Abel"/>
                <a:ea typeface="Abel"/>
                <a:cs typeface="Abel"/>
                <a:sym typeface="Abel"/>
              </a:rPr>
            </a:br>
            <a:r>
              <a:rPr lang="en" sz="1600">
                <a:latin typeface="Abel"/>
                <a:ea typeface="Abel"/>
                <a:cs typeface="Abel"/>
                <a:sym typeface="Abel"/>
              </a:rPr>
              <a:t>– too good Þ too much effort in design</a:t>
            </a:r>
            <a:endParaRPr sz="1600">
              <a:latin typeface="Abel"/>
              <a:ea typeface="Abel"/>
              <a:cs typeface="Abel"/>
              <a:sym typeface="Abel"/>
            </a:endParaRPr>
          </a:p>
        </p:txBody>
      </p:sp>
      <p:pic>
        <p:nvPicPr>
          <p:cNvPr id="3241" name="Google Shape;3241;p6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630050" y="2636776"/>
            <a:ext cx="350625" cy="350625"/>
          </a:xfrm>
          <a:prstGeom prst="rect">
            <a:avLst/>
          </a:prstGeom>
          <a:noFill/>
          <a:ln>
            <a:noFill/>
          </a:ln>
        </p:spPr>
      </p:pic>
      <p:pic>
        <p:nvPicPr>
          <p:cNvPr id="3242" name="Google Shape;3242;p6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530650" y="2337058"/>
            <a:ext cx="241050" cy="3506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46" name="Shape 32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47" name="Google Shape;3247;p64"/>
          <p:cNvSpPr/>
          <p:nvPr/>
        </p:nvSpPr>
        <p:spPr>
          <a:xfrm flipH="1">
            <a:off x="2392409" y="1448966"/>
            <a:ext cx="2262103" cy="580872"/>
          </a:xfrm>
          <a:custGeom>
            <a:rect b="b" l="l" r="r" t="t"/>
            <a:pathLst>
              <a:path extrusionOk="0" h="4659" w="18144">
                <a:moveTo>
                  <a:pt x="13410" y="0"/>
                </a:moveTo>
                <a:cubicBezTo>
                  <a:pt x="11887" y="0"/>
                  <a:pt x="10530" y="722"/>
                  <a:pt x="9665" y="1841"/>
                </a:cubicBezTo>
                <a:cubicBezTo>
                  <a:pt x="9360" y="2236"/>
                  <a:pt x="8896" y="2450"/>
                  <a:pt x="8423" y="2450"/>
                </a:cubicBezTo>
                <a:cubicBezTo>
                  <a:pt x="8171" y="2450"/>
                  <a:pt x="7917" y="2389"/>
                  <a:pt x="7684" y="2262"/>
                </a:cubicBezTo>
                <a:cubicBezTo>
                  <a:pt x="7210" y="2002"/>
                  <a:pt x="6665" y="1858"/>
                  <a:pt x="6084" y="1858"/>
                </a:cubicBezTo>
                <a:cubicBezTo>
                  <a:pt x="5265" y="1858"/>
                  <a:pt x="4513" y="2148"/>
                  <a:pt x="3932" y="2637"/>
                </a:cubicBezTo>
                <a:cubicBezTo>
                  <a:pt x="3291" y="3175"/>
                  <a:pt x="2489" y="3475"/>
                  <a:pt x="1654" y="3475"/>
                </a:cubicBezTo>
                <a:lnTo>
                  <a:pt x="592" y="3475"/>
                </a:lnTo>
                <a:cubicBezTo>
                  <a:pt x="264" y="3475"/>
                  <a:pt x="0" y="3739"/>
                  <a:pt x="0" y="4066"/>
                </a:cubicBezTo>
                <a:cubicBezTo>
                  <a:pt x="0" y="4394"/>
                  <a:pt x="264" y="4658"/>
                  <a:pt x="592" y="4658"/>
                </a:cubicBezTo>
                <a:lnTo>
                  <a:pt x="18144" y="4658"/>
                </a:lnTo>
                <a:cubicBezTo>
                  <a:pt x="18104" y="2079"/>
                  <a:pt x="15999" y="0"/>
                  <a:pt x="13410" y="0"/>
                </a:cubicBezTo>
                <a:close/>
              </a:path>
            </a:pathLst>
          </a:custGeom>
          <a:solidFill>
            <a:srgbClr val="D9D9D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48" name="Google Shape;3248;p64"/>
          <p:cNvSpPr txBox="1"/>
          <p:nvPr>
            <p:ph type="ctrTitle"/>
          </p:nvPr>
        </p:nvSpPr>
        <p:spPr>
          <a:xfrm flipH="1">
            <a:off x="973300" y="1269725"/>
            <a:ext cx="2616300" cy="1241400"/>
          </a:xfrm>
          <a:prstGeom prst="rect">
            <a:avLst/>
          </a:prstGeom>
        </p:spPr>
        <p:txBody>
          <a:bodyPr anchorCtr="0" anchor="b" bIns="34275" lIns="68575" spcFirstLastPara="1" rIns="68575" wrap="square" tIns="342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Nunito Sans Black"/>
              <a:buNone/>
            </a:pPr>
            <a:r>
              <a:rPr lang="en"/>
              <a:t>USER FOCUS</a:t>
            </a:r>
            <a:endParaRPr>
              <a:solidFill>
                <a:srgbClr val="21204D"/>
              </a:solidFill>
            </a:endParaRPr>
          </a:p>
        </p:txBody>
      </p:sp>
      <p:sp>
        <p:nvSpPr>
          <p:cNvPr id="3249" name="Google Shape;3249;p64"/>
          <p:cNvSpPr/>
          <p:nvPr/>
        </p:nvSpPr>
        <p:spPr>
          <a:xfrm flipH="1">
            <a:off x="4924325" y="4367575"/>
            <a:ext cx="2886300" cy="218400"/>
          </a:xfrm>
          <a:prstGeom prst="ellipse">
            <a:avLst/>
          </a:prstGeom>
          <a:solidFill>
            <a:srgbClr val="21204D">
              <a:alpha val="2143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50" name="Google Shape;3250;p64"/>
          <p:cNvSpPr txBox="1"/>
          <p:nvPr>
            <p:ph idx="1" type="subTitle"/>
          </p:nvPr>
        </p:nvSpPr>
        <p:spPr>
          <a:xfrm flipH="1">
            <a:off x="973175" y="2561375"/>
            <a:ext cx="2372400" cy="1241400"/>
          </a:xfrm>
          <a:prstGeom prst="rect">
            <a:avLst/>
          </a:prstGeom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-330200" lvl="0" marL="457200" rtl="0" algn="l">
              <a:spcBef>
                <a:spcPts val="800"/>
              </a:spcBef>
              <a:spcAft>
                <a:spcPts val="0"/>
              </a:spcAft>
              <a:buSzPts val="1600"/>
              <a:buChar char="●"/>
            </a:pPr>
            <a:r>
              <a:rPr lang="en" sz="1600"/>
              <a:t>K</a:t>
            </a:r>
            <a:r>
              <a:rPr lang="en" sz="1600"/>
              <a:t>now your user</a:t>
            </a:r>
            <a:endParaRPr sz="1600"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 sz="1600"/>
              <a:t>Persona</a:t>
            </a:r>
            <a:endParaRPr sz="1600"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 sz="1600"/>
              <a:t>Cultural probes</a:t>
            </a:r>
            <a:endParaRPr sz="1600"/>
          </a:p>
        </p:txBody>
      </p:sp>
      <p:sp>
        <p:nvSpPr>
          <p:cNvPr id="3251" name="Google Shape;3251;p64"/>
          <p:cNvSpPr/>
          <p:nvPr/>
        </p:nvSpPr>
        <p:spPr>
          <a:xfrm flipH="1">
            <a:off x="0" y="2742433"/>
            <a:ext cx="9143937" cy="1631293"/>
          </a:xfrm>
          <a:custGeom>
            <a:rect b="b" l="l" r="r" t="t"/>
            <a:pathLst>
              <a:path extrusionOk="0" h="24803" w="139029">
                <a:moveTo>
                  <a:pt x="9825" y="1"/>
                </a:moveTo>
                <a:lnTo>
                  <a:pt x="9825" y="24104"/>
                </a:lnTo>
                <a:lnTo>
                  <a:pt x="0" y="24104"/>
                </a:lnTo>
                <a:lnTo>
                  <a:pt x="0" y="24348"/>
                </a:lnTo>
                <a:lnTo>
                  <a:pt x="10069" y="24348"/>
                </a:lnTo>
                <a:lnTo>
                  <a:pt x="10069" y="248"/>
                </a:lnTo>
                <a:lnTo>
                  <a:pt x="15014" y="248"/>
                </a:lnTo>
                <a:lnTo>
                  <a:pt x="15014" y="24348"/>
                </a:lnTo>
                <a:lnTo>
                  <a:pt x="17031" y="24348"/>
                </a:lnTo>
                <a:lnTo>
                  <a:pt x="17031" y="7521"/>
                </a:lnTo>
                <a:lnTo>
                  <a:pt x="21140" y="7521"/>
                </a:lnTo>
                <a:lnTo>
                  <a:pt x="21140" y="24803"/>
                </a:lnTo>
                <a:lnTo>
                  <a:pt x="139028" y="24803"/>
                </a:lnTo>
                <a:lnTo>
                  <a:pt x="139028" y="24559"/>
                </a:lnTo>
                <a:lnTo>
                  <a:pt x="21388" y="24559"/>
                </a:lnTo>
                <a:lnTo>
                  <a:pt x="21388" y="7277"/>
                </a:lnTo>
                <a:lnTo>
                  <a:pt x="16784" y="7277"/>
                </a:lnTo>
                <a:lnTo>
                  <a:pt x="16784" y="24104"/>
                </a:lnTo>
                <a:lnTo>
                  <a:pt x="15257" y="24104"/>
                </a:lnTo>
                <a:lnTo>
                  <a:pt x="15257" y="1"/>
                </a:lnTo>
                <a:close/>
              </a:path>
            </a:pathLst>
          </a:custGeom>
          <a:solidFill>
            <a:srgbClr val="21204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52" name="Google Shape;3252;p64"/>
          <p:cNvSpPr/>
          <p:nvPr/>
        </p:nvSpPr>
        <p:spPr>
          <a:xfrm>
            <a:off x="5199250" y="1650499"/>
            <a:ext cx="1419579" cy="2804599"/>
          </a:xfrm>
          <a:custGeom>
            <a:rect b="b" l="l" r="r" t="t"/>
            <a:pathLst>
              <a:path extrusionOk="0" h="37147" w="18803">
                <a:moveTo>
                  <a:pt x="4066" y="0"/>
                </a:moveTo>
                <a:cubicBezTo>
                  <a:pt x="1821" y="0"/>
                  <a:pt x="0" y="1821"/>
                  <a:pt x="0" y="4066"/>
                </a:cubicBezTo>
                <a:lnTo>
                  <a:pt x="0" y="33077"/>
                </a:lnTo>
                <a:cubicBezTo>
                  <a:pt x="0" y="35326"/>
                  <a:pt x="1821" y="37146"/>
                  <a:pt x="4066" y="37146"/>
                </a:cubicBezTo>
                <a:lnTo>
                  <a:pt x="14737" y="37146"/>
                </a:lnTo>
                <a:cubicBezTo>
                  <a:pt x="16982" y="37146"/>
                  <a:pt x="18802" y="35326"/>
                  <a:pt x="18802" y="33077"/>
                </a:cubicBezTo>
                <a:lnTo>
                  <a:pt x="18802" y="4066"/>
                </a:lnTo>
                <a:cubicBezTo>
                  <a:pt x="18802" y="1821"/>
                  <a:pt x="16982" y="0"/>
                  <a:pt x="14737" y="0"/>
                </a:cubicBezTo>
                <a:close/>
              </a:path>
            </a:pathLst>
          </a:custGeom>
          <a:solidFill>
            <a:srgbClr val="21204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53" name="Google Shape;3253;p64"/>
          <p:cNvSpPr/>
          <p:nvPr/>
        </p:nvSpPr>
        <p:spPr>
          <a:xfrm>
            <a:off x="5111672" y="1650499"/>
            <a:ext cx="1419655" cy="2804599"/>
          </a:xfrm>
          <a:custGeom>
            <a:rect b="b" l="l" r="r" t="t"/>
            <a:pathLst>
              <a:path extrusionOk="0" h="37147" w="18804">
                <a:moveTo>
                  <a:pt x="3322" y="0"/>
                </a:moveTo>
                <a:cubicBezTo>
                  <a:pt x="1488" y="0"/>
                  <a:pt x="1" y="1487"/>
                  <a:pt x="1" y="3321"/>
                </a:cubicBezTo>
                <a:lnTo>
                  <a:pt x="1" y="33826"/>
                </a:lnTo>
                <a:cubicBezTo>
                  <a:pt x="1" y="35660"/>
                  <a:pt x="1488" y="37146"/>
                  <a:pt x="3322" y="37146"/>
                </a:cubicBezTo>
                <a:lnTo>
                  <a:pt x="15482" y="37146"/>
                </a:lnTo>
                <a:cubicBezTo>
                  <a:pt x="17317" y="37146"/>
                  <a:pt x="18803" y="35660"/>
                  <a:pt x="18803" y="33826"/>
                </a:cubicBezTo>
                <a:lnTo>
                  <a:pt x="18803" y="3321"/>
                </a:lnTo>
                <a:cubicBezTo>
                  <a:pt x="18803" y="1487"/>
                  <a:pt x="17317" y="0"/>
                  <a:pt x="15482" y="0"/>
                </a:cubicBezTo>
                <a:close/>
              </a:path>
            </a:pathLst>
          </a:custGeom>
          <a:solidFill>
            <a:srgbClr val="4F47B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54" name="Google Shape;3254;p64"/>
          <p:cNvSpPr/>
          <p:nvPr/>
        </p:nvSpPr>
        <p:spPr>
          <a:xfrm>
            <a:off x="5142248" y="1845664"/>
            <a:ext cx="1358502" cy="2390557"/>
          </a:xfrm>
          <a:custGeom>
            <a:rect b="b" l="l" r="r" t="t"/>
            <a:pathLst>
              <a:path extrusionOk="0" h="31663" w="17994">
                <a:moveTo>
                  <a:pt x="0" y="1"/>
                </a:moveTo>
                <a:lnTo>
                  <a:pt x="0" y="31662"/>
                </a:lnTo>
                <a:lnTo>
                  <a:pt x="17994" y="31662"/>
                </a:lnTo>
                <a:lnTo>
                  <a:pt x="17994" y="1"/>
                </a:lnTo>
                <a:close/>
              </a:path>
            </a:pathLst>
          </a:custGeom>
          <a:solidFill>
            <a:srgbClr val="21204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55" name="Google Shape;3255;p64"/>
          <p:cNvSpPr/>
          <p:nvPr/>
        </p:nvSpPr>
        <p:spPr>
          <a:xfrm>
            <a:off x="5763750" y="4289569"/>
            <a:ext cx="115511" cy="115289"/>
          </a:xfrm>
          <a:custGeom>
            <a:rect b="b" l="l" r="r" t="t"/>
            <a:pathLst>
              <a:path extrusionOk="0" h="1527" w="1530">
                <a:moveTo>
                  <a:pt x="765" y="0"/>
                </a:moveTo>
                <a:cubicBezTo>
                  <a:pt x="344" y="0"/>
                  <a:pt x="0" y="341"/>
                  <a:pt x="0" y="762"/>
                </a:cubicBezTo>
                <a:cubicBezTo>
                  <a:pt x="0" y="1186"/>
                  <a:pt x="344" y="1527"/>
                  <a:pt x="765" y="1527"/>
                </a:cubicBezTo>
                <a:cubicBezTo>
                  <a:pt x="1186" y="1527"/>
                  <a:pt x="1530" y="1186"/>
                  <a:pt x="1530" y="762"/>
                </a:cubicBezTo>
                <a:cubicBezTo>
                  <a:pt x="1530" y="341"/>
                  <a:pt x="1186" y="0"/>
                  <a:pt x="765" y="0"/>
                </a:cubicBezTo>
                <a:close/>
              </a:path>
            </a:pathLst>
          </a:custGeom>
          <a:solidFill>
            <a:srgbClr val="21204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56" name="Google Shape;3256;p64"/>
          <p:cNvSpPr/>
          <p:nvPr/>
        </p:nvSpPr>
        <p:spPr>
          <a:xfrm>
            <a:off x="5332202" y="2860447"/>
            <a:ext cx="252011" cy="402113"/>
          </a:xfrm>
          <a:custGeom>
            <a:rect b="b" l="l" r="r" t="t"/>
            <a:pathLst>
              <a:path extrusionOk="0" h="5326" w="3338">
                <a:moveTo>
                  <a:pt x="1690" y="491"/>
                </a:moveTo>
                <a:cubicBezTo>
                  <a:pt x="2255" y="491"/>
                  <a:pt x="2582" y="895"/>
                  <a:pt x="2582" y="1403"/>
                </a:cubicBezTo>
                <a:cubicBezTo>
                  <a:pt x="2582" y="1780"/>
                  <a:pt x="2389" y="2121"/>
                  <a:pt x="2041" y="2432"/>
                </a:cubicBezTo>
                <a:cubicBezTo>
                  <a:pt x="1427" y="2188"/>
                  <a:pt x="858" y="1928"/>
                  <a:pt x="858" y="1316"/>
                </a:cubicBezTo>
                <a:cubicBezTo>
                  <a:pt x="858" y="822"/>
                  <a:pt x="1212" y="491"/>
                  <a:pt x="1690" y="491"/>
                </a:cubicBezTo>
                <a:close/>
                <a:moveTo>
                  <a:pt x="1313" y="2736"/>
                </a:moveTo>
                <a:cubicBezTo>
                  <a:pt x="2054" y="3034"/>
                  <a:pt x="2702" y="3271"/>
                  <a:pt x="2702" y="3936"/>
                </a:cubicBezTo>
                <a:cubicBezTo>
                  <a:pt x="2702" y="4463"/>
                  <a:pt x="2295" y="4834"/>
                  <a:pt x="1697" y="4834"/>
                </a:cubicBezTo>
                <a:cubicBezTo>
                  <a:pt x="1069" y="4834"/>
                  <a:pt x="594" y="4420"/>
                  <a:pt x="594" y="3855"/>
                </a:cubicBezTo>
                <a:cubicBezTo>
                  <a:pt x="594" y="3384"/>
                  <a:pt x="902" y="3007"/>
                  <a:pt x="1313" y="2736"/>
                </a:cubicBezTo>
                <a:close/>
                <a:moveTo>
                  <a:pt x="1700" y="0"/>
                </a:moveTo>
                <a:cubicBezTo>
                  <a:pt x="878" y="0"/>
                  <a:pt x="250" y="528"/>
                  <a:pt x="250" y="1316"/>
                </a:cubicBezTo>
                <a:cubicBezTo>
                  <a:pt x="250" y="1857"/>
                  <a:pt x="585" y="2238"/>
                  <a:pt x="965" y="2502"/>
                </a:cubicBezTo>
                <a:lnTo>
                  <a:pt x="965" y="2536"/>
                </a:lnTo>
                <a:cubicBezTo>
                  <a:pt x="484" y="2793"/>
                  <a:pt x="0" y="3248"/>
                  <a:pt x="0" y="3915"/>
                </a:cubicBezTo>
                <a:cubicBezTo>
                  <a:pt x="0" y="4731"/>
                  <a:pt x="711" y="5325"/>
                  <a:pt x="1684" y="5325"/>
                </a:cubicBezTo>
                <a:cubicBezTo>
                  <a:pt x="2676" y="5325"/>
                  <a:pt x="3337" y="4724"/>
                  <a:pt x="3337" y="3956"/>
                </a:cubicBezTo>
                <a:cubicBezTo>
                  <a:pt x="3337" y="3268"/>
                  <a:pt x="2903" y="2907"/>
                  <a:pt x="2446" y="2636"/>
                </a:cubicBezTo>
                <a:lnTo>
                  <a:pt x="2446" y="2602"/>
                </a:lnTo>
                <a:cubicBezTo>
                  <a:pt x="2759" y="2366"/>
                  <a:pt x="3154" y="1905"/>
                  <a:pt x="3154" y="1367"/>
                </a:cubicBezTo>
                <a:cubicBezTo>
                  <a:pt x="3154" y="568"/>
                  <a:pt x="2599" y="0"/>
                  <a:pt x="1700" y="0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57" name="Google Shape;3257;p64"/>
          <p:cNvSpPr/>
          <p:nvPr/>
        </p:nvSpPr>
        <p:spPr>
          <a:xfrm>
            <a:off x="5648690" y="2967127"/>
            <a:ext cx="72176" cy="295431"/>
          </a:xfrm>
          <a:custGeom>
            <a:rect b="b" l="l" r="r" t="t"/>
            <a:pathLst>
              <a:path extrusionOk="0" h="3913" w="956">
                <a:moveTo>
                  <a:pt x="479" y="0"/>
                </a:moveTo>
                <a:cubicBezTo>
                  <a:pt x="214" y="0"/>
                  <a:pt x="1" y="207"/>
                  <a:pt x="1" y="512"/>
                </a:cubicBezTo>
                <a:cubicBezTo>
                  <a:pt x="1" y="805"/>
                  <a:pt x="214" y="1013"/>
                  <a:pt x="479" y="1013"/>
                </a:cubicBezTo>
                <a:cubicBezTo>
                  <a:pt x="742" y="1013"/>
                  <a:pt x="956" y="805"/>
                  <a:pt x="956" y="512"/>
                </a:cubicBezTo>
                <a:cubicBezTo>
                  <a:pt x="956" y="207"/>
                  <a:pt x="742" y="0"/>
                  <a:pt x="479" y="0"/>
                </a:cubicBezTo>
                <a:close/>
                <a:moveTo>
                  <a:pt x="479" y="2900"/>
                </a:moveTo>
                <a:cubicBezTo>
                  <a:pt x="214" y="2900"/>
                  <a:pt x="1" y="3107"/>
                  <a:pt x="1" y="3411"/>
                </a:cubicBezTo>
                <a:cubicBezTo>
                  <a:pt x="1" y="3705"/>
                  <a:pt x="214" y="3912"/>
                  <a:pt x="479" y="3912"/>
                </a:cubicBezTo>
                <a:cubicBezTo>
                  <a:pt x="742" y="3912"/>
                  <a:pt x="956" y="3705"/>
                  <a:pt x="956" y="3411"/>
                </a:cubicBezTo>
                <a:cubicBezTo>
                  <a:pt x="956" y="3107"/>
                  <a:pt x="742" y="2900"/>
                  <a:pt x="479" y="2900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58" name="Google Shape;3258;p64"/>
          <p:cNvSpPr/>
          <p:nvPr/>
        </p:nvSpPr>
        <p:spPr>
          <a:xfrm>
            <a:off x="5637064" y="1726376"/>
            <a:ext cx="368881" cy="26047"/>
          </a:xfrm>
          <a:custGeom>
            <a:rect b="b" l="l" r="r" t="t"/>
            <a:pathLst>
              <a:path extrusionOk="0" h="345" w="4886">
                <a:moveTo>
                  <a:pt x="175" y="0"/>
                </a:moveTo>
                <a:cubicBezTo>
                  <a:pt x="78" y="0"/>
                  <a:pt x="1" y="77"/>
                  <a:pt x="1" y="171"/>
                </a:cubicBezTo>
                <a:cubicBezTo>
                  <a:pt x="1" y="268"/>
                  <a:pt x="78" y="344"/>
                  <a:pt x="175" y="344"/>
                </a:cubicBezTo>
                <a:lnTo>
                  <a:pt x="4715" y="344"/>
                </a:lnTo>
                <a:cubicBezTo>
                  <a:pt x="4808" y="344"/>
                  <a:pt x="4885" y="268"/>
                  <a:pt x="4885" y="171"/>
                </a:cubicBezTo>
                <a:cubicBezTo>
                  <a:pt x="4885" y="77"/>
                  <a:pt x="4808" y="0"/>
                  <a:pt x="4715" y="0"/>
                </a:cubicBezTo>
                <a:close/>
              </a:path>
            </a:pathLst>
          </a:custGeom>
          <a:solidFill>
            <a:srgbClr val="21204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59" name="Google Shape;3259;p64"/>
          <p:cNvSpPr/>
          <p:nvPr/>
        </p:nvSpPr>
        <p:spPr>
          <a:xfrm>
            <a:off x="6436137" y="1908781"/>
            <a:ext cx="29067" cy="47490"/>
          </a:xfrm>
          <a:custGeom>
            <a:rect b="b" l="l" r="r" t="t"/>
            <a:pathLst>
              <a:path extrusionOk="0" h="629" w="385">
                <a:moveTo>
                  <a:pt x="318" y="60"/>
                </a:moveTo>
                <a:lnTo>
                  <a:pt x="318" y="568"/>
                </a:lnTo>
                <a:lnTo>
                  <a:pt x="64" y="568"/>
                </a:lnTo>
                <a:lnTo>
                  <a:pt x="64" y="60"/>
                </a:lnTo>
                <a:close/>
                <a:moveTo>
                  <a:pt x="0" y="0"/>
                </a:moveTo>
                <a:lnTo>
                  <a:pt x="0" y="628"/>
                </a:lnTo>
                <a:lnTo>
                  <a:pt x="385" y="628"/>
                </a:lnTo>
                <a:lnTo>
                  <a:pt x="385" y="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60" name="Google Shape;3260;p64"/>
          <p:cNvSpPr/>
          <p:nvPr/>
        </p:nvSpPr>
        <p:spPr>
          <a:xfrm>
            <a:off x="6442403" y="1943587"/>
            <a:ext cx="16232" cy="6115"/>
          </a:xfrm>
          <a:custGeom>
            <a:rect b="b" l="l" r="r" t="t"/>
            <a:pathLst>
              <a:path extrusionOk="0" h="81" w="215">
                <a:moveTo>
                  <a:pt x="1" y="0"/>
                </a:moveTo>
                <a:lnTo>
                  <a:pt x="1" y="81"/>
                </a:lnTo>
                <a:lnTo>
                  <a:pt x="215" y="81"/>
                </a:lnTo>
                <a:lnTo>
                  <a:pt x="215" y="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61" name="Google Shape;3261;p64"/>
          <p:cNvSpPr/>
          <p:nvPr/>
        </p:nvSpPr>
        <p:spPr>
          <a:xfrm>
            <a:off x="6445196" y="1905762"/>
            <a:ext cx="10947" cy="6115"/>
          </a:xfrm>
          <a:custGeom>
            <a:rect b="b" l="l" r="r" t="t"/>
            <a:pathLst>
              <a:path extrusionOk="0" h="81" w="145">
                <a:moveTo>
                  <a:pt x="1" y="0"/>
                </a:moveTo>
                <a:lnTo>
                  <a:pt x="1" y="80"/>
                </a:lnTo>
                <a:lnTo>
                  <a:pt x="144" y="80"/>
                </a:lnTo>
                <a:lnTo>
                  <a:pt x="144" y="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62" name="Google Shape;3262;p64"/>
          <p:cNvSpPr/>
          <p:nvPr/>
        </p:nvSpPr>
        <p:spPr>
          <a:xfrm>
            <a:off x="6297673" y="1909461"/>
            <a:ext cx="28840" cy="44998"/>
          </a:xfrm>
          <a:custGeom>
            <a:rect b="b" l="l" r="r" t="t"/>
            <a:pathLst>
              <a:path extrusionOk="0" h="596" w="382">
                <a:moveTo>
                  <a:pt x="177" y="1"/>
                </a:moveTo>
                <a:cubicBezTo>
                  <a:pt x="104" y="1"/>
                  <a:pt x="50" y="38"/>
                  <a:pt x="1" y="92"/>
                </a:cubicBezTo>
                <a:lnTo>
                  <a:pt x="44" y="135"/>
                </a:lnTo>
                <a:cubicBezTo>
                  <a:pt x="77" y="95"/>
                  <a:pt x="121" y="64"/>
                  <a:pt x="168" y="64"/>
                </a:cubicBezTo>
                <a:cubicBezTo>
                  <a:pt x="244" y="64"/>
                  <a:pt x="281" y="112"/>
                  <a:pt x="281" y="178"/>
                </a:cubicBezTo>
                <a:cubicBezTo>
                  <a:pt x="281" y="272"/>
                  <a:pt x="181" y="379"/>
                  <a:pt x="4" y="553"/>
                </a:cubicBezTo>
                <a:lnTo>
                  <a:pt x="4" y="596"/>
                </a:lnTo>
                <a:lnTo>
                  <a:pt x="382" y="596"/>
                </a:lnTo>
                <a:lnTo>
                  <a:pt x="382" y="533"/>
                </a:lnTo>
                <a:lnTo>
                  <a:pt x="214" y="533"/>
                </a:lnTo>
                <a:cubicBezTo>
                  <a:pt x="184" y="533"/>
                  <a:pt x="147" y="536"/>
                  <a:pt x="114" y="536"/>
                </a:cubicBezTo>
                <a:cubicBezTo>
                  <a:pt x="254" y="392"/>
                  <a:pt x="354" y="285"/>
                  <a:pt x="354" y="175"/>
                </a:cubicBezTo>
                <a:cubicBezTo>
                  <a:pt x="354" y="71"/>
                  <a:pt x="285" y="1"/>
                  <a:pt x="177" y="1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63" name="Google Shape;3263;p64"/>
          <p:cNvSpPr/>
          <p:nvPr/>
        </p:nvSpPr>
        <p:spPr>
          <a:xfrm>
            <a:off x="6332704" y="1909461"/>
            <a:ext cx="28312" cy="46055"/>
          </a:xfrm>
          <a:custGeom>
            <a:rect b="b" l="l" r="r" t="t"/>
            <a:pathLst>
              <a:path extrusionOk="0" h="610" w="375">
                <a:moveTo>
                  <a:pt x="188" y="61"/>
                </a:moveTo>
                <a:cubicBezTo>
                  <a:pt x="254" y="61"/>
                  <a:pt x="302" y="132"/>
                  <a:pt x="302" y="302"/>
                </a:cubicBezTo>
                <a:cubicBezTo>
                  <a:pt x="302" y="472"/>
                  <a:pt x="254" y="545"/>
                  <a:pt x="188" y="545"/>
                </a:cubicBezTo>
                <a:cubicBezTo>
                  <a:pt x="118" y="545"/>
                  <a:pt x="74" y="472"/>
                  <a:pt x="74" y="302"/>
                </a:cubicBezTo>
                <a:cubicBezTo>
                  <a:pt x="74" y="132"/>
                  <a:pt x="118" y="61"/>
                  <a:pt x="188" y="61"/>
                </a:cubicBezTo>
                <a:close/>
                <a:moveTo>
                  <a:pt x="188" y="1"/>
                </a:moveTo>
                <a:cubicBezTo>
                  <a:pt x="71" y="1"/>
                  <a:pt x="1" y="108"/>
                  <a:pt x="1" y="302"/>
                </a:cubicBezTo>
                <a:cubicBezTo>
                  <a:pt x="1" y="499"/>
                  <a:pt x="71" y="609"/>
                  <a:pt x="188" y="609"/>
                </a:cubicBezTo>
                <a:cubicBezTo>
                  <a:pt x="302" y="609"/>
                  <a:pt x="375" y="499"/>
                  <a:pt x="375" y="302"/>
                </a:cubicBezTo>
                <a:cubicBezTo>
                  <a:pt x="375" y="108"/>
                  <a:pt x="302" y="1"/>
                  <a:pt x="188" y="1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64" name="Google Shape;3264;p64"/>
          <p:cNvSpPr/>
          <p:nvPr/>
        </p:nvSpPr>
        <p:spPr>
          <a:xfrm>
            <a:off x="6366301" y="1908253"/>
            <a:ext cx="52244" cy="47263"/>
          </a:xfrm>
          <a:custGeom>
            <a:rect b="b" l="l" r="r" t="t"/>
            <a:pathLst>
              <a:path extrusionOk="0" h="626" w="692">
                <a:moveTo>
                  <a:pt x="137" y="47"/>
                </a:moveTo>
                <a:cubicBezTo>
                  <a:pt x="184" y="47"/>
                  <a:pt x="217" y="94"/>
                  <a:pt x="217" y="191"/>
                </a:cubicBezTo>
                <a:cubicBezTo>
                  <a:pt x="217" y="285"/>
                  <a:pt x="184" y="334"/>
                  <a:pt x="137" y="334"/>
                </a:cubicBezTo>
                <a:cubicBezTo>
                  <a:pt x="90" y="334"/>
                  <a:pt x="57" y="285"/>
                  <a:pt x="57" y="191"/>
                </a:cubicBezTo>
                <a:cubicBezTo>
                  <a:pt x="57" y="94"/>
                  <a:pt x="90" y="47"/>
                  <a:pt x="137" y="47"/>
                </a:cubicBezTo>
                <a:close/>
                <a:moveTo>
                  <a:pt x="137" y="0"/>
                </a:moveTo>
                <a:cubicBezTo>
                  <a:pt x="54" y="0"/>
                  <a:pt x="0" y="71"/>
                  <a:pt x="0" y="191"/>
                </a:cubicBezTo>
                <a:cubicBezTo>
                  <a:pt x="0" y="311"/>
                  <a:pt x="54" y="381"/>
                  <a:pt x="137" y="381"/>
                </a:cubicBezTo>
                <a:cubicBezTo>
                  <a:pt x="217" y="381"/>
                  <a:pt x="274" y="311"/>
                  <a:pt x="274" y="191"/>
                </a:cubicBezTo>
                <a:cubicBezTo>
                  <a:pt x="274" y="71"/>
                  <a:pt x="217" y="0"/>
                  <a:pt x="137" y="0"/>
                </a:cubicBezTo>
                <a:close/>
                <a:moveTo>
                  <a:pt x="555" y="291"/>
                </a:moveTo>
                <a:cubicBezTo>
                  <a:pt x="602" y="291"/>
                  <a:pt x="635" y="338"/>
                  <a:pt x="635" y="435"/>
                </a:cubicBezTo>
                <a:cubicBezTo>
                  <a:pt x="635" y="528"/>
                  <a:pt x="602" y="578"/>
                  <a:pt x="555" y="578"/>
                </a:cubicBezTo>
                <a:cubicBezTo>
                  <a:pt x="508" y="578"/>
                  <a:pt x="475" y="528"/>
                  <a:pt x="475" y="435"/>
                </a:cubicBezTo>
                <a:cubicBezTo>
                  <a:pt x="475" y="338"/>
                  <a:pt x="508" y="291"/>
                  <a:pt x="555" y="291"/>
                </a:cubicBezTo>
                <a:close/>
                <a:moveTo>
                  <a:pt x="484" y="0"/>
                </a:moveTo>
                <a:lnTo>
                  <a:pt x="154" y="625"/>
                </a:lnTo>
                <a:lnTo>
                  <a:pt x="204" y="625"/>
                </a:lnTo>
                <a:lnTo>
                  <a:pt x="535" y="0"/>
                </a:lnTo>
                <a:close/>
                <a:moveTo>
                  <a:pt x="555" y="245"/>
                </a:moveTo>
                <a:cubicBezTo>
                  <a:pt x="475" y="245"/>
                  <a:pt x="418" y="314"/>
                  <a:pt x="418" y="435"/>
                </a:cubicBezTo>
                <a:cubicBezTo>
                  <a:pt x="418" y="555"/>
                  <a:pt x="475" y="625"/>
                  <a:pt x="555" y="625"/>
                </a:cubicBezTo>
                <a:cubicBezTo>
                  <a:pt x="638" y="625"/>
                  <a:pt x="691" y="555"/>
                  <a:pt x="691" y="435"/>
                </a:cubicBezTo>
                <a:cubicBezTo>
                  <a:pt x="691" y="314"/>
                  <a:pt x="638" y="245"/>
                  <a:pt x="555" y="245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65" name="Google Shape;3265;p64"/>
          <p:cNvSpPr/>
          <p:nvPr/>
        </p:nvSpPr>
        <p:spPr>
          <a:xfrm>
            <a:off x="5770771" y="2867695"/>
            <a:ext cx="274282" cy="387542"/>
          </a:xfrm>
          <a:custGeom>
            <a:rect b="b" l="l" r="r" t="t"/>
            <a:pathLst>
              <a:path extrusionOk="0" h="5133" w="3633">
                <a:moveTo>
                  <a:pt x="2345" y="713"/>
                </a:moveTo>
                <a:cubicBezTo>
                  <a:pt x="2329" y="980"/>
                  <a:pt x="2305" y="1424"/>
                  <a:pt x="2305" y="1695"/>
                </a:cubicBezTo>
                <a:lnTo>
                  <a:pt x="2305" y="3188"/>
                </a:lnTo>
                <a:lnTo>
                  <a:pt x="695" y="3188"/>
                </a:lnTo>
                <a:lnTo>
                  <a:pt x="1895" y="1434"/>
                </a:lnTo>
                <a:cubicBezTo>
                  <a:pt x="2038" y="1180"/>
                  <a:pt x="2182" y="956"/>
                  <a:pt x="2312" y="713"/>
                </a:cubicBezTo>
                <a:close/>
                <a:moveTo>
                  <a:pt x="2195" y="1"/>
                </a:moveTo>
                <a:lnTo>
                  <a:pt x="0" y="3278"/>
                </a:lnTo>
                <a:lnTo>
                  <a:pt x="0" y="3716"/>
                </a:lnTo>
                <a:lnTo>
                  <a:pt x="2305" y="3716"/>
                </a:lnTo>
                <a:lnTo>
                  <a:pt x="2305" y="5132"/>
                </a:lnTo>
                <a:lnTo>
                  <a:pt x="2934" y="5132"/>
                </a:lnTo>
                <a:lnTo>
                  <a:pt x="2934" y="3716"/>
                </a:lnTo>
                <a:lnTo>
                  <a:pt x="3632" y="3716"/>
                </a:lnTo>
                <a:lnTo>
                  <a:pt x="3632" y="3188"/>
                </a:lnTo>
                <a:lnTo>
                  <a:pt x="2934" y="3188"/>
                </a:lnTo>
                <a:lnTo>
                  <a:pt x="2934" y="1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66" name="Google Shape;3266;p64"/>
          <p:cNvSpPr/>
          <p:nvPr/>
        </p:nvSpPr>
        <p:spPr>
          <a:xfrm>
            <a:off x="6086051" y="2860447"/>
            <a:ext cx="248311" cy="402113"/>
          </a:xfrm>
          <a:custGeom>
            <a:rect b="b" l="l" r="r" t="t"/>
            <a:pathLst>
              <a:path extrusionOk="0" h="5326" w="3289">
                <a:moveTo>
                  <a:pt x="1517" y="521"/>
                </a:moveTo>
                <a:cubicBezTo>
                  <a:pt x="2167" y="521"/>
                  <a:pt x="2564" y="1057"/>
                  <a:pt x="2647" y="2054"/>
                </a:cubicBezTo>
                <a:lnTo>
                  <a:pt x="2647" y="2054"/>
                </a:lnTo>
                <a:cubicBezTo>
                  <a:pt x="2303" y="2547"/>
                  <a:pt x="1899" y="2736"/>
                  <a:pt x="1574" y="2736"/>
                </a:cubicBezTo>
                <a:cubicBezTo>
                  <a:pt x="940" y="2736"/>
                  <a:pt x="625" y="2315"/>
                  <a:pt x="625" y="1647"/>
                </a:cubicBezTo>
                <a:cubicBezTo>
                  <a:pt x="625" y="972"/>
                  <a:pt x="1016" y="521"/>
                  <a:pt x="1517" y="521"/>
                </a:cubicBezTo>
                <a:close/>
                <a:moveTo>
                  <a:pt x="1517" y="0"/>
                </a:moveTo>
                <a:cubicBezTo>
                  <a:pt x="692" y="0"/>
                  <a:pt x="1" y="665"/>
                  <a:pt x="1" y="1647"/>
                </a:cubicBezTo>
                <a:cubicBezTo>
                  <a:pt x="1" y="2699"/>
                  <a:pt x="575" y="3234"/>
                  <a:pt x="1464" y="3234"/>
                </a:cubicBezTo>
                <a:cubicBezTo>
                  <a:pt x="1881" y="3234"/>
                  <a:pt x="2343" y="2983"/>
                  <a:pt x="2663" y="2580"/>
                </a:cubicBezTo>
                <a:lnTo>
                  <a:pt x="2663" y="2580"/>
                </a:lnTo>
                <a:cubicBezTo>
                  <a:pt x="2636" y="4215"/>
                  <a:pt x="2032" y="4774"/>
                  <a:pt x="1307" y="4774"/>
                </a:cubicBezTo>
                <a:cubicBezTo>
                  <a:pt x="986" y="4774"/>
                  <a:pt x="672" y="4617"/>
                  <a:pt x="465" y="4370"/>
                </a:cubicBezTo>
                <a:lnTo>
                  <a:pt x="98" y="4784"/>
                </a:lnTo>
                <a:cubicBezTo>
                  <a:pt x="378" y="5092"/>
                  <a:pt x="782" y="5325"/>
                  <a:pt x="1333" y="5325"/>
                </a:cubicBezTo>
                <a:cubicBezTo>
                  <a:pt x="2356" y="5325"/>
                  <a:pt x="3288" y="4530"/>
                  <a:pt x="3288" y="2469"/>
                </a:cubicBezTo>
                <a:cubicBezTo>
                  <a:pt x="3288" y="822"/>
                  <a:pt x="2530" y="0"/>
                  <a:pt x="1517" y="0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67" name="Google Shape;3267;p64"/>
          <p:cNvSpPr/>
          <p:nvPr/>
        </p:nvSpPr>
        <p:spPr>
          <a:xfrm>
            <a:off x="6270947" y="1908782"/>
            <a:ext cx="7625" cy="44469"/>
          </a:xfrm>
          <a:custGeom>
            <a:rect b="b" l="l" r="r" t="t"/>
            <a:pathLst>
              <a:path extrusionOk="0" h="589" w="101">
                <a:moveTo>
                  <a:pt x="0" y="0"/>
                </a:moveTo>
                <a:lnTo>
                  <a:pt x="0" y="588"/>
                </a:lnTo>
                <a:lnTo>
                  <a:pt x="101" y="588"/>
                </a:lnTo>
                <a:lnTo>
                  <a:pt x="101" y="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68" name="Google Shape;3268;p64"/>
          <p:cNvSpPr/>
          <p:nvPr/>
        </p:nvSpPr>
        <p:spPr>
          <a:xfrm>
            <a:off x="6256828" y="1928185"/>
            <a:ext cx="7852" cy="25066"/>
          </a:xfrm>
          <a:custGeom>
            <a:rect b="b" l="l" r="r" t="t"/>
            <a:pathLst>
              <a:path extrusionOk="0" h="332" w="104">
                <a:moveTo>
                  <a:pt x="1" y="1"/>
                </a:moveTo>
                <a:lnTo>
                  <a:pt x="1" y="331"/>
                </a:lnTo>
                <a:lnTo>
                  <a:pt x="104" y="331"/>
                </a:lnTo>
                <a:lnTo>
                  <a:pt x="104" y="1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69" name="Google Shape;3269;p64"/>
          <p:cNvSpPr/>
          <p:nvPr/>
        </p:nvSpPr>
        <p:spPr>
          <a:xfrm>
            <a:off x="6242408" y="1940567"/>
            <a:ext cx="7625" cy="12684"/>
          </a:xfrm>
          <a:custGeom>
            <a:rect b="b" l="l" r="r" t="t"/>
            <a:pathLst>
              <a:path extrusionOk="0" h="168" w="101">
                <a:moveTo>
                  <a:pt x="1" y="0"/>
                </a:moveTo>
                <a:lnTo>
                  <a:pt x="1" y="167"/>
                </a:lnTo>
                <a:lnTo>
                  <a:pt x="101" y="167"/>
                </a:lnTo>
                <a:lnTo>
                  <a:pt x="101" y="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3270" name="Google Shape;3270;p64"/>
          <p:cNvGrpSpPr/>
          <p:nvPr/>
        </p:nvGrpSpPr>
        <p:grpSpPr>
          <a:xfrm>
            <a:off x="6494032" y="1739574"/>
            <a:ext cx="1210421" cy="2715505"/>
            <a:chOff x="4314813" y="3219875"/>
            <a:chExt cx="770625" cy="1728850"/>
          </a:xfrm>
        </p:grpSpPr>
        <p:sp>
          <p:nvSpPr>
            <p:cNvPr id="3271" name="Google Shape;3271;p64"/>
            <p:cNvSpPr/>
            <p:nvPr/>
          </p:nvSpPr>
          <p:spPr>
            <a:xfrm>
              <a:off x="4653338" y="3935425"/>
              <a:ext cx="284075" cy="208425"/>
            </a:xfrm>
            <a:custGeom>
              <a:rect b="b" l="l" r="r" t="t"/>
              <a:pathLst>
                <a:path extrusionOk="0" h="8337" w="11363">
                  <a:moveTo>
                    <a:pt x="5683" y="0"/>
                  </a:moveTo>
                  <a:cubicBezTo>
                    <a:pt x="2544" y="0"/>
                    <a:pt x="1" y="1864"/>
                    <a:pt x="1" y="4170"/>
                  </a:cubicBezTo>
                  <a:cubicBezTo>
                    <a:pt x="1" y="6471"/>
                    <a:pt x="2544" y="8336"/>
                    <a:pt x="5683" y="8336"/>
                  </a:cubicBezTo>
                  <a:cubicBezTo>
                    <a:pt x="8819" y="8336"/>
                    <a:pt x="11362" y="6471"/>
                    <a:pt x="11362" y="4170"/>
                  </a:cubicBezTo>
                  <a:cubicBezTo>
                    <a:pt x="11362" y="1864"/>
                    <a:pt x="8819" y="0"/>
                    <a:pt x="5683" y="0"/>
                  </a:cubicBezTo>
                  <a:close/>
                </a:path>
              </a:pathLst>
            </a:custGeom>
            <a:solidFill>
              <a:srgbClr val="14132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72" name="Google Shape;3272;p64"/>
            <p:cNvSpPr/>
            <p:nvPr/>
          </p:nvSpPr>
          <p:spPr>
            <a:xfrm>
              <a:off x="4362313" y="3619900"/>
              <a:ext cx="367275" cy="170975"/>
            </a:xfrm>
            <a:custGeom>
              <a:rect b="b" l="l" r="r" t="t"/>
              <a:pathLst>
                <a:path extrusionOk="0" h="6839" w="14691">
                  <a:moveTo>
                    <a:pt x="2809" y="1"/>
                  </a:moveTo>
                  <a:cubicBezTo>
                    <a:pt x="1675" y="1"/>
                    <a:pt x="852" y="149"/>
                    <a:pt x="648" y="507"/>
                  </a:cubicBezTo>
                  <a:cubicBezTo>
                    <a:pt x="1" y="1641"/>
                    <a:pt x="971" y="2485"/>
                    <a:pt x="3392" y="3770"/>
                  </a:cubicBezTo>
                  <a:cubicBezTo>
                    <a:pt x="5086" y="4671"/>
                    <a:pt x="9144" y="6839"/>
                    <a:pt x="11953" y="6839"/>
                  </a:cubicBezTo>
                  <a:cubicBezTo>
                    <a:pt x="13164" y="6839"/>
                    <a:pt x="14142" y="6436"/>
                    <a:pt x="14599" y="5356"/>
                  </a:cubicBezTo>
                  <a:cubicBezTo>
                    <a:pt x="14599" y="5356"/>
                    <a:pt x="14690" y="2558"/>
                    <a:pt x="11423" y="1454"/>
                  </a:cubicBezTo>
                  <a:cubicBezTo>
                    <a:pt x="9186" y="697"/>
                    <a:pt x="5267" y="1"/>
                    <a:pt x="2809" y="1"/>
                  </a:cubicBezTo>
                  <a:close/>
                </a:path>
              </a:pathLst>
            </a:custGeom>
            <a:solidFill>
              <a:srgbClr val="70257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73" name="Google Shape;3273;p64"/>
            <p:cNvSpPr/>
            <p:nvPr/>
          </p:nvSpPr>
          <p:spPr>
            <a:xfrm>
              <a:off x="4344888" y="3383025"/>
              <a:ext cx="97725" cy="311125"/>
            </a:xfrm>
            <a:custGeom>
              <a:rect b="b" l="l" r="r" t="t"/>
              <a:pathLst>
                <a:path extrusionOk="0" h="12445" w="3909">
                  <a:moveTo>
                    <a:pt x="2175" y="1"/>
                  </a:moveTo>
                  <a:lnTo>
                    <a:pt x="124" y="83"/>
                  </a:lnTo>
                  <a:cubicBezTo>
                    <a:pt x="92" y="2502"/>
                    <a:pt x="46" y="5893"/>
                    <a:pt x="27" y="7626"/>
                  </a:cubicBezTo>
                  <a:cubicBezTo>
                    <a:pt x="0" y="10492"/>
                    <a:pt x="1258" y="11230"/>
                    <a:pt x="1258" y="11230"/>
                  </a:cubicBezTo>
                  <a:cubicBezTo>
                    <a:pt x="2242" y="12254"/>
                    <a:pt x="3520" y="12445"/>
                    <a:pt x="3834" y="12445"/>
                  </a:cubicBezTo>
                  <a:cubicBezTo>
                    <a:pt x="3882" y="12445"/>
                    <a:pt x="3908" y="12440"/>
                    <a:pt x="3906" y="12433"/>
                  </a:cubicBezTo>
                  <a:cubicBezTo>
                    <a:pt x="3897" y="12397"/>
                    <a:pt x="2781" y="4362"/>
                    <a:pt x="2175" y="1"/>
                  </a:cubicBezTo>
                  <a:close/>
                </a:path>
              </a:pathLst>
            </a:custGeom>
            <a:solidFill>
              <a:srgbClr val="70257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74" name="Google Shape;3274;p64"/>
            <p:cNvSpPr/>
            <p:nvPr/>
          </p:nvSpPr>
          <p:spPr>
            <a:xfrm>
              <a:off x="4314813" y="3219875"/>
              <a:ext cx="75000" cy="96725"/>
            </a:xfrm>
            <a:custGeom>
              <a:rect b="b" l="l" r="r" t="t"/>
              <a:pathLst>
                <a:path extrusionOk="0" h="3869" w="3000">
                  <a:moveTo>
                    <a:pt x="1101" y="1"/>
                  </a:moveTo>
                  <a:cubicBezTo>
                    <a:pt x="1089" y="1"/>
                    <a:pt x="1077" y="2"/>
                    <a:pt x="1066" y="4"/>
                  </a:cubicBezTo>
                  <a:cubicBezTo>
                    <a:pt x="848" y="50"/>
                    <a:pt x="1140" y="2575"/>
                    <a:pt x="971" y="2657"/>
                  </a:cubicBezTo>
                  <a:cubicBezTo>
                    <a:pt x="962" y="2661"/>
                    <a:pt x="953" y="2663"/>
                    <a:pt x="943" y="2663"/>
                  </a:cubicBezTo>
                  <a:cubicBezTo>
                    <a:pt x="764" y="2663"/>
                    <a:pt x="425" y="2006"/>
                    <a:pt x="292" y="1864"/>
                  </a:cubicBezTo>
                  <a:cubicBezTo>
                    <a:pt x="280" y="1852"/>
                    <a:pt x="268" y="1846"/>
                    <a:pt x="257" y="1846"/>
                  </a:cubicBezTo>
                  <a:cubicBezTo>
                    <a:pt x="126" y="1846"/>
                    <a:pt x="0" y="2552"/>
                    <a:pt x="100" y="3263"/>
                  </a:cubicBezTo>
                  <a:cubicBezTo>
                    <a:pt x="170" y="3782"/>
                    <a:pt x="707" y="3869"/>
                    <a:pt x="1057" y="3869"/>
                  </a:cubicBezTo>
                  <a:cubicBezTo>
                    <a:pt x="1233" y="3869"/>
                    <a:pt x="1363" y="3847"/>
                    <a:pt x="1363" y="3847"/>
                  </a:cubicBezTo>
                  <a:lnTo>
                    <a:pt x="2999" y="3782"/>
                  </a:lnTo>
                  <a:cubicBezTo>
                    <a:pt x="2999" y="3782"/>
                    <a:pt x="2416" y="1609"/>
                    <a:pt x="2133" y="993"/>
                  </a:cubicBezTo>
                  <a:cubicBezTo>
                    <a:pt x="1865" y="404"/>
                    <a:pt x="1340" y="1"/>
                    <a:pt x="1101" y="1"/>
                  </a:cubicBezTo>
                  <a:close/>
                </a:path>
              </a:pathLst>
            </a:custGeom>
            <a:solidFill>
              <a:srgbClr val="FF457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75" name="Google Shape;3275;p64"/>
            <p:cNvSpPr/>
            <p:nvPr/>
          </p:nvSpPr>
          <p:spPr>
            <a:xfrm>
              <a:off x="4727288" y="3499250"/>
              <a:ext cx="200775" cy="193425"/>
            </a:xfrm>
            <a:custGeom>
              <a:rect b="b" l="l" r="r" t="t"/>
              <a:pathLst>
                <a:path extrusionOk="0" h="7737" w="8031">
                  <a:moveTo>
                    <a:pt x="5118" y="0"/>
                  </a:moveTo>
                  <a:lnTo>
                    <a:pt x="3278" y="1427"/>
                  </a:lnTo>
                  <a:cubicBezTo>
                    <a:pt x="3278" y="1427"/>
                    <a:pt x="3227" y="4909"/>
                    <a:pt x="0" y="6112"/>
                  </a:cubicBezTo>
                  <a:cubicBezTo>
                    <a:pt x="0" y="6112"/>
                    <a:pt x="1708" y="7737"/>
                    <a:pt x="3908" y="7737"/>
                  </a:cubicBezTo>
                  <a:cubicBezTo>
                    <a:pt x="4119" y="7737"/>
                    <a:pt x="4334" y="7722"/>
                    <a:pt x="4553" y="7689"/>
                  </a:cubicBezTo>
                  <a:cubicBezTo>
                    <a:pt x="7056" y="7311"/>
                    <a:pt x="8030" y="6463"/>
                    <a:pt x="8030" y="6463"/>
                  </a:cubicBezTo>
                  <a:cubicBezTo>
                    <a:pt x="8030" y="6463"/>
                    <a:pt x="6690" y="6436"/>
                    <a:pt x="5962" y="4685"/>
                  </a:cubicBezTo>
                  <a:cubicBezTo>
                    <a:pt x="5228" y="2931"/>
                    <a:pt x="5118" y="0"/>
                    <a:pt x="5118" y="0"/>
                  </a:cubicBezTo>
                  <a:close/>
                </a:path>
              </a:pathLst>
            </a:custGeom>
            <a:solidFill>
              <a:srgbClr val="FF457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76" name="Google Shape;3276;p64"/>
            <p:cNvSpPr/>
            <p:nvPr/>
          </p:nvSpPr>
          <p:spPr>
            <a:xfrm>
              <a:off x="4803613" y="3509150"/>
              <a:ext cx="37875" cy="58250"/>
            </a:xfrm>
            <a:custGeom>
              <a:rect b="b" l="l" r="r" t="t"/>
              <a:pathLst>
                <a:path extrusionOk="0" h="2330" w="1515">
                  <a:moveTo>
                    <a:pt x="1514" y="0"/>
                  </a:moveTo>
                  <a:lnTo>
                    <a:pt x="225" y="1031"/>
                  </a:lnTo>
                  <a:lnTo>
                    <a:pt x="215" y="1086"/>
                  </a:lnTo>
                  <a:lnTo>
                    <a:pt x="0" y="2329"/>
                  </a:lnTo>
                  <a:cubicBezTo>
                    <a:pt x="0" y="2329"/>
                    <a:pt x="885" y="1673"/>
                    <a:pt x="1172" y="1031"/>
                  </a:cubicBezTo>
                  <a:cubicBezTo>
                    <a:pt x="1459" y="383"/>
                    <a:pt x="1514" y="1"/>
                    <a:pt x="1514" y="0"/>
                  </a:cubicBezTo>
                  <a:close/>
                </a:path>
              </a:pathLst>
            </a:custGeom>
            <a:solidFill>
              <a:srgbClr val="70257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77" name="Google Shape;3277;p64"/>
            <p:cNvSpPr/>
            <p:nvPr/>
          </p:nvSpPr>
          <p:spPr>
            <a:xfrm>
              <a:off x="4759638" y="3414275"/>
              <a:ext cx="119875" cy="125525"/>
            </a:xfrm>
            <a:custGeom>
              <a:rect b="b" l="l" r="r" t="t"/>
              <a:pathLst>
                <a:path extrusionOk="0" h="5021" w="4795">
                  <a:moveTo>
                    <a:pt x="2134" y="0"/>
                  </a:moveTo>
                  <a:cubicBezTo>
                    <a:pt x="1729" y="0"/>
                    <a:pt x="1353" y="86"/>
                    <a:pt x="1126" y="268"/>
                  </a:cubicBezTo>
                  <a:cubicBezTo>
                    <a:pt x="457" y="806"/>
                    <a:pt x="0" y="4424"/>
                    <a:pt x="128" y="4830"/>
                  </a:cubicBezTo>
                  <a:cubicBezTo>
                    <a:pt x="171" y="4962"/>
                    <a:pt x="406" y="5021"/>
                    <a:pt x="729" y="5021"/>
                  </a:cubicBezTo>
                  <a:cubicBezTo>
                    <a:pt x="1398" y="5021"/>
                    <a:pt x="2445" y="4769"/>
                    <a:pt x="2949" y="4397"/>
                  </a:cubicBezTo>
                  <a:cubicBezTo>
                    <a:pt x="3696" y="3846"/>
                    <a:pt x="3824" y="3399"/>
                    <a:pt x="3824" y="3399"/>
                  </a:cubicBezTo>
                  <a:cubicBezTo>
                    <a:pt x="3824" y="3399"/>
                    <a:pt x="3949" y="3476"/>
                    <a:pt x="4117" y="3476"/>
                  </a:cubicBezTo>
                  <a:cubicBezTo>
                    <a:pt x="4227" y="3476"/>
                    <a:pt x="4356" y="3443"/>
                    <a:pt x="4481" y="3335"/>
                  </a:cubicBezTo>
                  <a:cubicBezTo>
                    <a:pt x="4795" y="3061"/>
                    <a:pt x="4663" y="2405"/>
                    <a:pt x="4417" y="2260"/>
                  </a:cubicBezTo>
                  <a:cubicBezTo>
                    <a:pt x="4347" y="2220"/>
                    <a:pt x="4286" y="2206"/>
                    <a:pt x="4235" y="2206"/>
                  </a:cubicBezTo>
                  <a:cubicBezTo>
                    <a:pt x="4103" y="2206"/>
                    <a:pt x="4034" y="2301"/>
                    <a:pt x="4034" y="2301"/>
                  </a:cubicBezTo>
                  <a:cubicBezTo>
                    <a:pt x="4034" y="2301"/>
                    <a:pt x="4117" y="1790"/>
                    <a:pt x="3943" y="911"/>
                  </a:cubicBezTo>
                  <a:cubicBezTo>
                    <a:pt x="3831" y="329"/>
                    <a:pt x="2927" y="0"/>
                    <a:pt x="2134" y="0"/>
                  </a:cubicBezTo>
                  <a:close/>
                </a:path>
              </a:pathLst>
            </a:custGeom>
            <a:solidFill>
              <a:srgbClr val="FF457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78" name="Google Shape;3278;p64"/>
            <p:cNvSpPr/>
            <p:nvPr/>
          </p:nvSpPr>
          <p:spPr>
            <a:xfrm>
              <a:off x="4813988" y="3457625"/>
              <a:ext cx="21900" cy="8875"/>
            </a:xfrm>
            <a:custGeom>
              <a:rect b="b" l="l" r="r" t="t"/>
              <a:pathLst>
                <a:path extrusionOk="0" h="355" w="876">
                  <a:moveTo>
                    <a:pt x="423" y="0"/>
                  </a:moveTo>
                  <a:cubicBezTo>
                    <a:pt x="323" y="0"/>
                    <a:pt x="235" y="6"/>
                    <a:pt x="197" y="25"/>
                  </a:cubicBezTo>
                  <a:cubicBezTo>
                    <a:pt x="83" y="75"/>
                    <a:pt x="1" y="311"/>
                    <a:pt x="1" y="311"/>
                  </a:cubicBezTo>
                  <a:cubicBezTo>
                    <a:pt x="1" y="311"/>
                    <a:pt x="213" y="354"/>
                    <a:pt x="398" y="354"/>
                  </a:cubicBezTo>
                  <a:cubicBezTo>
                    <a:pt x="490" y="354"/>
                    <a:pt x="576" y="343"/>
                    <a:pt x="624" y="311"/>
                  </a:cubicBezTo>
                  <a:cubicBezTo>
                    <a:pt x="767" y="221"/>
                    <a:pt x="876" y="25"/>
                    <a:pt x="876" y="25"/>
                  </a:cubicBezTo>
                  <a:cubicBezTo>
                    <a:pt x="876" y="25"/>
                    <a:pt x="625" y="0"/>
                    <a:pt x="423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79" name="Google Shape;3279;p64"/>
            <p:cNvSpPr/>
            <p:nvPr/>
          </p:nvSpPr>
          <p:spPr>
            <a:xfrm>
              <a:off x="4778088" y="3449925"/>
              <a:ext cx="14375" cy="14125"/>
            </a:xfrm>
            <a:custGeom>
              <a:rect b="b" l="l" r="r" t="t"/>
              <a:pathLst>
                <a:path extrusionOk="0" h="565" w="575">
                  <a:moveTo>
                    <a:pt x="32" y="0"/>
                  </a:moveTo>
                  <a:cubicBezTo>
                    <a:pt x="32" y="0"/>
                    <a:pt x="1" y="49"/>
                    <a:pt x="106" y="232"/>
                  </a:cubicBezTo>
                  <a:cubicBezTo>
                    <a:pt x="211" y="415"/>
                    <a:pt x="552" y="565"/>
                    <a:pt x="552" y="565"/>
                  </a:cubicBezTo>
                  <a:cubicBezTo>
                    <a:pt x="552" y="565"/>
                    <a:pt x="575" y="301"/>
                    <a:pt x="466" y="182"/>
                  </a:cubicBezTo>
                  <a:cubicBezTo>
                    <a:pt x="356" y="64"/>
                    <a:pt x="33" y="0"/>
                    <a:pt x="32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80" name="Google Shape;3280;p64"/>
            <p:cNvSpPr/>
            <p:nvPr/>
          </p:nvSpPr>
          <p:spPr>
            <a:xfrm>
              <a:off x="4778888" y="3449875"/>
              <a:ext cx="14725" cy="14175"/>
            </a:xfrm>
            <a:custGeom>
              <a:rect b="b" l="l" r="r" t="t"/>
              <a:pathLst>
                <a:path extrusionOk="0" h="567" w="589">
                  <a:moveTo>
                    <a:pt x="51" y="1"/>
                  </a:moveTo>
                  <a:cubicBezTo>
                    <a:pt x="20" y="1"/>
                    <a:pt x="0" y="2"/>
                    <a:pt x="0" y="2"/>
                  </a:cubicBezTo>
                  <a:cubicBezTo>
                    <a:pt x="0" y="2"/>
                    <a:pt x="347" y="74"/>
                    <a:pt x="434" y="211"/>
                  </a:cubicBezTo>
                  <a:cubicBezTo>
                    <a:pt x="520" y="352"/>
                    <a:pt x="520" y="567"/>
                    <a:pt x="520" y="567"/>
                  </a:cubicBezTo>
                  <a:cubicBezTo>
                    <a:pt x="520" y="567"/>
                    <a:pt x="589" y="316"/>
                    <a:pt x="457" y="143"/>
                  </a:cubicBezTo>
                  <a:cubicBezTo>
                    <a:pt x="357" y="16"/>
                    <a:pt x="148" y="1"/>
                    <a:pt x="51" y="1"/>
                  </a:cubicBezTo>
                  <a:close/>
                </a:path>
              </a:pathLst>
            </a:custGeom>
            <a:solidFill>
              <a:srgbClr val="21204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81" name="Google Shape;3281;p64"/>
            <p:cNvSpPr/>
            <p:nvPr/>
          </p:nvSpPr>
          <p:spPr>
            <a:xfrm>
              <a:off x="4780488" y="3439725"/>
              <a:ext cx="15300" cy="8500"/>
            </a:xfrm>
            <a:custGeom>
              <a:rect b="b" l="l" r="r" t="t"/>
              <a:pathLst>
                <a:path extrusionOk="0" h="340" w="612">
                  <a:moveTo>
                    <a:pt x="246" y="1"/>
                  </a:moveTo>
                  <a:cubicBezTo>
                    <a:pt x="114" y="1"/>
                    <a:pt x="1" y="57"/>
                    <a:pt x="1" y="57"/>
                  </a:cubicBezTo>
                  <a:cubicBezTo>
                    <a:pt x="1" y="57"/>
                    <a:pt x="37" y="52"/>
                    <a:pt x="93" y="52"/>
                  </a:cubicBezTo>
                  <a:cubicBezTo>
                    <a:pt x="155" y="52"/>
                    <a:pt x="240" y="58"/>
                    <a:pt x="329" y="84"/>
                  </a:cubicBezTo>
                  <a:cubicBezTo>
                    <a:pt x="502" y="129"/>
                    <a:pt x="611" y="339"/>
                    <a:pt x="611" y="339"/>
                  </a:cubicBezTo>
                  <a:cubicBezTo>
                    <a:pt x="611" y="339"/>
                    <a:pt x="607" y="135"/>
                    <a:pt x="416" y="38"/>
                  </a:cubicBezTo>
                  <a:cubicBezTo>
                    <a:pt x="360" y="10"/>
                    <a:pt x="302" y="1"/>
                    <a:pt x="246" y="1"/>
                  </a:cubicBezTo>
                  <a:close/>
                </a:path>
              </a:pathLst>
            </a:custGeom>
            <a:solidFill>
              <a:srgbClr val="21204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82" name="Google Shape;3282;p64"/>
            <p:cNvSpPr/>
            <p:nvPr/>
          </p:nvSpPr>
          <p:spPr>
            <a:xfrm>
              <a:off x="4813988" y="3456800"/>
              <a:ext cx="21900" cy="8625"/>
            </a:xfrm>
            <a:custGeom>
              <a:rect b="b" l="l" r="r" t="t"/>
              <a:pathLst>
                <a:path extrusionOk="0" h="345" w="876">
                  <a:moveTo>
                    <a:pt x="438" y="1"/>
                  </a:moveTo>
                  <a:cubicBezTo>
                    <a:pt x="337" y="1"/>
                    <a:pt x="246" y="9"/>
                    <a:pt x="197" y="30"/>
                  </a:cubicBezTo>
                  <a:cubicBezTo>
                    <a:pt x="60" y="94"/>
                    <a:pt x="1" y="344"/>
                    <a:pt x="1" y="344"/>
                  </a:cubicBezTo>
                  <a:cubicBezTo>
                    <a:pt x="1" y="344"/>
                    <a:pt x="119" y="121"/>
                    <a:pt x="269" y="81"/>
                  </a:cubicBezTo>
                  <a:cubicBezTo>
                    <a:pt x="349" y="59"/>
                    <a:pt x="513" y="54"/>
                    <a:pt x="651" y="54"/>
                  </a:cubicBezTo>
                  <a:cubicBezTo>
                    <a:pt x="774" y="54"/>
                    <a:pt x="876" y="58"/>
                    <a:pt x="876" y="58"/>
                  </a:cubicBezTo>
                  <a:cubicBezTo>
                    <a:pt x="832" y="28"/>
                    <a:pt x="620" y="1"/>
                    <a:pt x="438" y="1"/>
                  </a:cubicBezTo>
                  <a:close/>
                </a:path>
              </a:pathLst>
            </a:custGeom>
            <a:solidFill>
              <a:srgbClr val="21204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83" name="Google Shape;3283;p64"/>
            <p:cNvSpPr/>
            <p:nvPr/>
          </p:nvSpPr>
          <p:spPr>
            <a:xfrm>
              <a:off x="4814913" y="3446475"/>
              <a:ext cx="23575" cy="5725"/>
            </a:xfrm>
            <a:custGeom>
              <a:rect b="b" l="l" r="r" t="t"/>
              <a:pathLst>
                <a:path extrusionOk="0" h="229" w="943">
                  <a:moveTo>
                    <a:pt x="451" y="1"/>
                  </a:moveTo>
                  <a:cubicBezTo>
                    <a:pt x="406" y="1"/>
                    <a:pt x="361" y="4"/>
                    <a:pt x="319" y="10"/>
                  </a:cubicBezTo>
                  <a:cubicBezTo>
                    <a:pt x="82" y="46"/>
                    <a:pt x="0" y="229"/>
                    <a:pt x="0" y="229"/>
                  </a:cubicBezTo>
                  <a:cubicBezTo>
                    <a:pt x="0" y="229"/>
                    <a:pt x="105" y="88"/>
                    <a:pt x="401" y="69"/>
                  </a:cubicBezTo>
                  <a:cubicBezTo>
                    <a:pt x="419" y="68"/>
                    <a:pt x="437" y="68"/>
                    <a:pt x="455" y="68"/>
                  </a:cubicBezTo>
                  <a:cubicBezTo>
                    <a:pt x="730" y="68"/>
                    <a:pt x="943" y="197"/>
                    <a:pt x="943" y="197"/>
                  </a:cubicBezTo>
                  <a:cubicBezTo>
                    <a:pt x="894" y="69"/>
                    <a:pt x="663" y="1"/>
                    <a:pt x="451" y="1"/>
                  </a:cubicBezTo>
                  <a:close/>
                </a:path>
              </a:pathLst>
            </a:custGeom>
            <a:solidFill>
              <a:srgbClr val="21204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84" name="Google Shape;3284;p64"/>
            <p:cNvSpPr/>
            <p:nvPr/>
          </p:nvSpPr>
          <p:spPr>
            <a:xfrm>
              <a:off x="4820363" y="3458450"/>
              <a:ext cx="5600" cy="7225"/>
            </a:xfrm>
            <a:custGeom>
              <a:rect b="b" l="l" r="r" t="t"/>
              <a:pathLst>
                <a:path extrusionOk="0" h="289" w="224">
                  <a:moveTo>
                    <a:pt x="110" y="0"/>
                  </a:moveTo>
                  <a:cubicBezTo>
                    <a:pt x="51" y="0"/>
                    <a:pt x="1" y="64"/>
                    <a:pt x="1" y="142"/>
                  </a:cubicBezTo>
                  <a:cubicBezTo>
                    <a:pt x="1" y="224"/>
                    <a:pt x="51" y="288"/>
                    <a:pt x="110" y="288"/>
                  </a:cubicBezTo>
                  <a:cubicBezTo>
                    <a:pt x="174" y="288"/>
                    <a:pt x="224" y="224"/>
                    <a:pt x="224" y="142"/>
                  </a:cubicBezTo>
                  <a:cubicBezTo>
                    <a:pt x="224" y="64"/>
                    <a:pt x="174" y="0"/>
                    <a:pt x="110" y="0"/>
                  </a:cubicBezTo>
                  <a:close/>
                </a:path>
              </a:pathLst>
            </a:custGeom>
            <a:solidFill>
              <a:srgbClr val="21204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85" name="Google Shape;3285;p64"/>
            <p:cNvSpPr/>
            <p:nvPr/>
          </p:nvSpPr>
          <p:spPr>
            <a:xfrm>
              <a:off x="4783913" y="3453175"/>
              <a:ext cx="6175" cy="7250"/>
            </a:xfrm>
            <a:custGeom>
              <a:rect b="b" l="l" r="r" t="t"/>
              <a:pathLst>
                <a:path extrusionOk="0" h="290" w="247">
                  <a:moveTo>
                    <a:pt x="129" y="1"/>
                  </a:moveTo>
                  <a:cubicBezTo>
                    <a:pt x="70" y="1"/>
                    <a:pt x="22" y="57"/>
                    <a:pt x="9" y="129"/>
                  </a:cubicBezTo>
                  <a:cubicBezTo>
                    <a:pt x="1" y="207"/>
                    <a:pt x="41" y="280"/>
                    <a:pt x="100" y="289"/>
                  </a:cubicBezTo>
                  <a:cubicBezTo>
                    <a:pt x="105" y="290"/>
                    <a:pt x="109" y="290"/>
                    <a:pt x="113" y="290"/>
                  </a:cubicBezTo>
                  <a:cubicBezTo>
                    <a:pt x="172" y="290"/>
                    <a:pt x="224" y="234"/>
                    <a:pt x="233" y="161"/>
                  </a:cubicBezTo>
                  <a:cubicBezTo>
                    <a:pt x="247" y="79"/>
                    <a:pt x="205" y="11"/>
                    <a:pt x="142" y="1"/>
                  </a:cubicBezTo>
                  <a:cubicBezTo>
                    <a:pt x="138" y="1"/>
                    <a:pt x="133" y="1"/>
                    <a:pt x="129" y="1"/>
                  </a:cubicBezTo>
                  <a:close/>
                </a:path>
              </a:pathLst>
            </a:custGeom>
            <a:solidFill>
              <a:srgbClr val="21204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86" name="Google Shape;3286;p64"/>
            <p:cNvSpPr/>
            <p:nvPr/>
          </p:nvSpPr>
          <p:spPr>
            <a:xfrm>
              <a:off x="4790963" y="3454450"/>
              <a:ext cx="13825" cy="30900"/>
            </a:xfrm>
            <a:custGeom>
              <a:rect b="b" l="l" r="r" t="t"/>
              <a:pathLst>
                <a:path extrusionOk="0" h="1236" w="553">
                  <a:moveTo>
                    <a:pt x="498" y="1"/>
                  </a:moveTo>
                  <a:lnTo>
                    <a:pt x="1" y="1236"/>
                  </a:lnTo>
                  <a:lnTo>
                    <a:pt x="534" y="1044"/>
                  </a:lnTo>
                  <a:lnTo>
                    <a:pt x="516" y="990"/>
                  </a:lnTo>
                  <a:lnTo>
                    <a:pt x="106" y="1136"/>
                  </a:lnTo>
                  <a:lnTo>
                    <a:pt x="552" y="24"/>
                  </a:lnTo>
                  <a:lnTo>
                    <a:pt x="498" y="1"/>
                  </a:lnTo>
                  <a:close/>
                </a:path>
              </a:pathLst>
            </a:custGeom>
            <a:solidFill>
              <a:srgbClr val="70257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87" name="Google Shape;3287;p64"/>
            <p:cNvSpPr/>
            <p:nvPr/>
          </p:nvSpPr>
          <p:spPr>
            <a:xfrm>
              <a:off x="4856938" y="3477950"/>
              <a:ext cx="10275" cy="7750"/>
            </a:xfrm>
            <a:custGeom>
              <a:rect b="b" l="l" r="r" t="t"/>
              <a:pathLst>
                <a:path extrusionOk="0" h="310" w="411">
                  <a:moveTo>
                    <a:pt x="410" y="0"/>
                  </a:moveTo>
                  <a:cubicBezTo>
                    <a:pt x="374" y="0"/>
                    <a:pt x="88" y="9"/>
                    <a:pt x="0" y="291"/>
                  </a:cubicBezTo>
                  <a:lnTo>
                    <a:pt x="55" y="310"/>
                  </a:lnTo>
                  <a:cubicBezTo>
                    <a:pt x="134" y="64"/>
                    <a:pt x="384" y="59"/>
                    <a:pt x="409" y="59"/>
                  </a:cubicBezTo>
                  <a:cubicBezTo>
                    <a:pt x="410" y="59"/>
                    <a:pt x="410" y="59"/>
                    <a:pt x="410" y="59"/>
                  </a:cubicBezTo>
                  <a:lnTo>
                    <a:pt x="410" y="0"/>
                  </a:lnTo>
                  <a:close/>
                </a:path>
              </a:pathLst>
            </a:custGeom>
            <a:solidFill>
              <a:srgbClr val="70257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88" name="Google Shape;3288;p64"/>
            <p:cNvSpPr/>
            <p:nvPr/>
          </p:nvSpPr>
          <p:spPr>
            <a:xfrm>
              <a:off x="4787763" y="3412875"/>
              <a:ext cx="76600" cy="22375"/>
            </a:xfrm>
            <a:custGeom>
              <a:rect b="b" l="l" r="r" t="t"/>
              <a:pathLst>
                <a:path extrusionOk="0" h="895" w="3064">
                  <a:moveTo>
                    <a:pt x="995" y="1"/>
                  </a:moveTo>
                  <a:cubicBezTo>
                    <a:pt x="396" y="1"/>
                    <a:pt x="33" y="182"/>
                    <a:pt x="1" y="324"/>
                  </a:cubicBezTo>
                  <a:cubicBezTo>
                    <a:pt x="1" y="324"/>
                    <a:pt x="461" y="894"/>
                    <a:pt x="1186" y="894"/>
                  </a:cubicBezTo>
                  <a:cubicBezTo>
                    <a:pt x="1225" y="894"/>
                    <a:pt x="1264" y="893"/>
                    <a:pt x="1305" y="889"/>
                  </a:cubicBezTo>
                  <a:cubicBezTo>
                    <a:pt x="2093" y="820"/>
                    <a:pt x="2795" y="807"/>
                    <a:pt x="2795" y="807"/>
                  </a:cubicBezTo>
                  <a:cubicBezTo>
                    <a:pt x="2795" y="807"/>
                    <a:pt x="3064" y="420"/>
                    <a:pt x="1925" y="128"/>
                  </a:cubicBezTo>
                  <a:cubicBezTo>
                    <a:pt x="1574" y="37"/>
                    <a:pt x="1261" y="1"/>
                    <a:pt x="995" y="1"/>
                  </a:cubicBezTo>
                  <a:close/>
                </a:path>
              </a:pathLst>
            </a:custGeom>
            <a:solidFill>
              <a:srgbClr val="21204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89" name="Google Shape;3289;p64"/>
            <p:cNvSpPr/>
            <p:nvPr/>
          </p:nvSpPr>
          <p:spPr>
            <a:xfrm>
              <a:off x="4856938" y="3433050"/>
              <a:ext cx="9600" cy="38775"/>
            </a:xfrm>
            <a:custGeom>
              <a:rect b="b" l="l" r="r" t="t"/>
              <a:pathLst>
                <a:path extrusionOk="0" h="1551" w="384">
                  <a:moveTo>
                    <a:pt x="0" y="0"/>
                  </a:moveTo>
                  <a:cubicBezTo>
                    <a:pt x="23" y="51"/>
                    <a:pt x="42" y="105"/>
                    <a:pt x="51" y="160"/>
                  </a:cubicBezTo>
                  <a:cubicBezTo>
                    <a:pt x="225" y="1039"/>
                    <a:pt x="142" y="1550"/>
                    <a:pt x="142" y="1550"/>
                  </a:cubicBezTo>
                  <a:cubicBezTo>
                    <a:pt x="142" y="1550"/>
                    <a:pt x="383" y="615"/>
                    <a:pt x="28" y="0"/>
                  </a:cubicBezTo>
                  <a:close/>
                </a:path>
              </a:pathLst>
            </a:custGeom>
            <a:solidFill>
              <a:srgbClr val="68688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90" name="Google Shape;3290;p64"/>
            <p:cNvSpPr/>
            <p:nvPr/>
          </p:nvSpPr>
          <p:spPr>
            <a:xfrm>
              <a:off x="4839738" y="3433050"/>
              <a:ext cx="22825" cy="44000"/>
            </a:xfrm>
            <a:custGeom>
              <a:rect b="b" l="l" r="r" t="t"/>
              <a:pathLst>
                <a:path extrusionOk="0" h="1760" w="913">
                  <a:moveTo>
                    <a:pt x="688" y="0"/>
                  </a:moveTo>
                  <a:lnTo>
                    <a:pt x="0" y="28"/>
                  </a:lnTo>
                  <a:lnTo>
                    <a:pt x="174" y="1016"/>
                  </a:lnTo>
                  <a:cubicBezTo>
                    <a:pt x="174" y="1016"/>
                    <a:pt x="402" y="1039"/>
                    <a:pt x="497" y="1304"/>
                  </a:cubicBezTo>
                  <a:cubicBezTo>
                    <a:pt x="589" y="1563"/>
                    <a:pt x="616" y="1759"/>
                    <a:pt x="616" y="1759"/>
                  </a:cubicBezTo>
                  <a:lnTo>
                    <a:pt x="830" y="1550"/>
                  </a:lnTo>
                  <a:cubicBezTo>
                    <a:pt x="830" y="1550"/>
                    <a:pt x="913" y="1039"/>
                    <a:pt x="739" y="160"/>
                  </a:cubicBezTo>
                  <a:cubicBezTo>
                    <a:pt x="730" y="105"/>
                    <a:pt x="711" y="51"/>
                    <a:pt x="688" y="0"/>
                  </a:cubicBezTo>
                  <a:close/>
                </a:path>
              </a:pathLst>
            </a:custGeom>
            <a:solidFill>
              <a:srgbClr val="682C5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91" name="Google Shape;3291;p64"/>
            <p:cNvSpPr/>
            <p:nvPr/>
          </p:nvSpPr>
          <p:spPr>
            <a:xfrm>
              <a:off x="4752588" y="3472400"/>
              <a:ext cx="105425" cy="76925"/>
            </a:xfrm>
            <a:custGeom>
              <a:rect b="b" l="l" r="r" t="t"/>
              <a:pathLst>
                <a:path extrusionOk="0" h="3077" w="4217">
                  <a:moveTo>
                    <a:pt x="4122" y="1"/>
                  </a:moveTo>
                  <a:cubicBezTo>
                    <a:pt x="4107" y="1"/>
                    <a:pt x="4089" y="4"/>
                    <a:pt x="4065" y="12"/>
                  </a:cubicBezTo>
                  <a:cubicBezTo>
                    <a:pt x="4065" y="12"/>
                    <a:pt x="3696" y="1179"/>
                    <a:pt x="3486" y="1371"/>
                  </a:cubicBezTo>
                  <a:cubicBezTo>
                    <a:pt x="3282" y="1557"/>
                    <a:pt x="2287" y="1672"/>
                    <a:pt x="2119" y="1890"/>
                  </a:cubicBezTo>
                  <a:cubicBezTo>
                    <a:pt x="1950" y="2114"/>
                    <a:pt x="1814" y="2291"/>
                    <a:pt x="1591" y="2341"/>
                  </a:cubicBezTo>
                  <a:cubicBezTo>
                    <a:pt x="1577" y="2344"/>
                    <a:pt x="1565" y="2346"/>
                    <a:pt x="1553" y="2346"/>
                  </a:cubicBezTo>
                  <a:cubicBezTo>
                    <a:pt x="1362" y="2346"/>
                    <a:pt x="1310" y="1954"/>
                    <a:pt x="1048" y="1817"/>
                  </a:cubicBezTo>
                  <a:cubicBezTo>
                    <a:pt x="992" y="1788"/>
                    <a:pt x="945" y="1776"/>
                    <a:pt x="905" y="1776"/>
                  </a:cubicBezTo>
                  <a:cubicBezTo>
                    <a:pt x="757" y="1776"/>
                    <a:pt x="698" y="1933"/>
                    <a:pt x="581" y="1933"/>
                  </a:cubicBezTo>
                  <a:cubicBezTo>
                    <a:pt x="573" y="1933"/>
                    <a:pt x="565" y="1933"/>
                    <a:pt x="556" y="1931"/>
                  </a:cubicBezTo>
                  <a:cubicBezTo>
                    <a:pt x="387" y="1899"/>
                    <a:pt x="478" y="1649"/>
                    <a:pt x="428" y="1607"/>
                  </a:cubicBezTo>
                  <a:cubicBezTo>
                    <a:pt x="427" y="1606"/>
                    <a:pt x="426" y="1606"/>
                    <a:pt x="425" y="1606"/>
                  </a:cubicBezTo>
                  <a:cubicBezTo>
                    <a:pt x="360" y="1606"/>
                    <a:pt x="1" y="2692"/>
                    <a:pt x="287" y="2947"/>
                  </a:cubicBezTo>
                  <a:cubicBezTo>
                    <a:pt x="389" y="3038"/>
                    <a:pt x="672" y="3077"/>
                    <a:pt x="1018" y="3077"/>
                  </a:cubicBezTo>
                  <a:cubicBezTo>
                    <a:pt x="1680" y="3077"/>
                    <a:pt x="2574" y="2936"/>
                    <a:pt x="2894" y="2751"/>
                  </a:cubicBezTo>
                  <a:cubicBezTo>
                    <a:pt x="3387" y="2469"/>
                    <a:pt x="3696" y="1689"/>
                    <a:pt x="3783" y="1470"/>
                  </a:cubicBezTo>
                  <a:cubicBezTo>
                    <a:pt x="3865" y="1252"/>
                    <a:pt x="4152" y="140"/>
                    <a:pt x="4152" y="140"/>
                  </a:cubicBezTo>
                  <a:cubicBezTo>
                    <a:pt x="4152" y="140"/>
                    <a:pt x="4217" y="1"/>
                    <a:pt x="4122" y="1"/>
                  </a:cubicBezTo>
                  <a:close/>
                </a:path>
              </a:pathLst>
            </a:custGeom>
            <a:solidFill>
              <a:srgbClr val="21204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92" name="Google Shape;3292;p64"/>
            <p:cNvSpPr/>
            <p:nvPr/>
          </p:nvSpPr>
          <p:spPr>
            <a:xfrm>
              <a:off x="4764788" y="3486100"/>
              <a:ext cx="57300" cy="28350"/>
            </a:xfrm>
            <a:custGeom>
              <a:rect b="b" l="l" r="r" t="t"/>
              <a:pathLst>
                <a:path extrusionOk="0" h="1134" w="2292">
                  <a:moveTo>
                    <a:pt x="1138" y="0"/>
                  </a:moveTo>
                  <a:cubicBezTo>
                    <a:pt x="685" y="0"/>
                    <a:pt x="287" y="312"/>
                    <a:pt x="287" y="312"/>
                  </a:cubicBezTo>
                  <a:cubicBezTo>
                    <a:pt x="118" y="512"/>
                    <a:pt x="0" y="872"/>
                    <a:pt x="109" y="922"/>
                  </a:cubicBezTo>
                  <a:cubicBezTo>
                    <a:pt x="116" y="926"/>
                    <a:pt x="124" y="927"/>
                    <a:pt x="134" y="927"/>
                  </a:cubicBezTo>
                  <a:cubicBezTo>
                    <a:pt x="279" y="927"/>
                    <a:pt x="725" y="566"/>
                    <a:pt x="918" y="566"/>
                  </a:cubicBezTo>
                  <a:cubicBezTo>
                    <a:pt x="924" y="566"/>
                    <a:pt x="929" y="566"/>
                    <a:pt x="934" y="567"/>
                  </a:cubicBezTo>
                  <a:cubicBezTo>
                    <a:pt x="1126" y="589"/>
                    <a:pt x="1839" y="1133"/>
                    <a:pt x="2065" y="1133"/>
                  </a:cubicBezTo>
                  <a:cubicBezTo>
                    <a:pt x="2070" y="1133"/>
                    <a:pt x="2074" y="1133"/>
                    <a:pt x="2078" y="1132"/>
                  </a:cubicBezTo>
                  <a:cubicBezTo>
                    <a:pt x="2292" y="1110"/>
                    <a:pt x="2146" y="426"/>
                    <a:pt x="1553" y="102"/>
                  </a:cubicBezTo>
                  <a:cubicBezTo>
                    <a:pt x="1416" y="28"/>
                    <a:pt x="1275" y="0"/>
                    <a:pt x="1138" y="0"/>
                  </a:cubicBezTo>
                  <a:close/>
                </a:path>
              </a:pathLst>
            </a:custGeom>
            <a:solidFill>
              <a:srgbClr val="21204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93" name="Google Shape;3293;p64"/>
            <p:cNvSpPr/>
            <p:nvPr/>
          </p:nvSpPr>
          <p:spPr>
            <a:xfrm>
              <a:off x="4699838" y="4066100"/>
              <a:ext cx="72225" cy="407700"/>
            </a:xfrm>
            <a:custGeom>
              <a:rect b="b" l="l" r="r" t="t"/>
              <a:pathLst>
                <a:path extrusionOk="0" h="16308" w="2889">
                  <a:moveTo>
                    <a:pt x="72" y="1"/>
                  </a:moveTo>
                  <a:cubicBezTo>
                    <a:pt x="32" y="1"/>
                    <a:pt x="0" y="33"/>
                    <a:pt x="0" y="74"/>
                  </a:cubicBezTo>
                  <a:lnTo>
                    <a:pt x="0" y="16230"/>
                  </a:lnTo>
                  <a:cubicBezTo>
                    <a:pt x="0" y="16272"/>
                    <a:pt x="32" y="16308"/>
                    <a:pt x="72" y="16308"/>
                  </a:cubicBezTo>
                  <a:lnTo>
                    <a:pt x="2817" y="16308"/>
                  </a:lnTo>
                  <a:cubicBezTo>
                    <a:pt x="2857" y="16308"/>
                    <a:pt x="2889" y="16272"/>
                    <a:pt x="2889" y="16230"/>
                  </a:cubicBezTo>
                  <a:lnTo>
                    <a:pt x="2889" y="74"/>
                  </a:lnTo>
                  <a:cubicBezTo>
                    <a:pt x="2889" y="33"/>
                    <a:pt x="2857" y="1"/>
                    <a:pt x="2817" y="1"/>
                  </a:cubicBezTo>
                  <a:close/>
                </a:path>
              </a:pathLst>
            </a:custGeom>
            <a:solidFill>
              <a:srgbClr val="14132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94" name="Google Shape;3294;p64"/>
            <p:cNvSpPr/>
            <p:nvPr/>
          </p:nvSpPr>
          <p:spPr>
            <a:xfrm>
              <a:off x="4712563" y="4481425"/>
              <a:ext cx="33900" cy="367375"/>
            </a:xfrm>
            <a:custGeom>
              <a:rect b="b" l="l" r="r" t="t"/>
              <a:pathLst>
                <a:path extrusionOk="0" h="14695" w="1356">
                  <a:moveTo>
                    <a:pt x="1" y="0"/>
                  </a:moveTo>
                  <a:lnTo>
                    <a:pt x="1" y="14695"/>
                  </a:lnTo>
                  <a:lnTo>
                    <a:pt x="1355" y="14695"/>
                  </a:lnTo>
                  <a:lnTo>
                    <a:pt x="1355" y="0"/>
                  </a:lnTo>
                  <a:close/>
                </a:path>
              </a:pathLst>
            </a:custGeom>
            <a:solidFill>
              <a:srgbClr val="FF457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95" name="Google Shape;3295;p64"/>
            <p:cNvSpPr/>
            <p:nvPr/>
          </p:nvSpPr>
          <p:spPr>
            <a:xfrm>
              <a:off x="4699838" y="4724925"/>
              <a:ext cx="72225" cy="48325"/>
            </a:xfrm>
            <a:custGeom>
              <a:rect b="b" l="l" r="r" t="t"/>
              <a:pathLst>
                <a:path extrusionOk="0" h="1933" w="2889">
                  <a:moveTo>
                    <a:pt x="0" y="1"/>
                  </a:moveTo>
                  <a:lnTo>
                    <a:pt x="0" y="1932"/>
                  </a:lnTo>
                  <a:lnTo>
                    <a:pt x="2889" y="1932"/>
                  </a:lnTo>
                  <a:lnTo>
                    <a:pt x="2889" y="1"/>
                  </a:lnTo>
                  <a:close/>
                </a:path>
              </a:pathLst>
            </a:custGeom>
            <a:solidFill>
              <a:srgbClr val="65A2E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96" name="Google Shape;3296;p64"/>
            <p:cNvSpPr/>
            <p:nvPr/>
          </p:nvSpPr>
          <p:spPr>
            <a:xfrm>
              <a:off x="4699838" y="4412025"/>
              <a:ext cx="72225" cy="312925"/>
            </a:xfrm>
            <a:custGeom>
              <a:rect b="b" l="l" r="r" t="t"/>
              <a:pathLst>
                <a:path extrusionOk="0" h="12517" w="2889">
                  <a:moveTo>
                    <a:pt x="1180" y="1"/>
                  </a:moveTo>
                  <a:cubicBezTo>
                    <a:pt x="528" y="1"/>
                    <a:pt x="0" y="534"/>
                    <a:pt x="0" y="1181"/>
                  </a:cubicBezTo>
                  <a:lnTo>
                    <a:pt x="0" y="12517"/>
                  </a:lnTo>
                  <a:lnTo>
                    <a:pt x="2889" y="12517"/>
                  </a:lnTo>
                  <a:lnTo>
                    <a:pt x="2889" y="1181"/>
                  </a:lnTo>
                  <a:cubicBezTo>
                    <a:pt x="2889" y="534"/>
                    <a:pt x="2361" y="1"/>
                    <a:pt x="1709" y="1"/>
                  </a:cubicBezTo>
                  <a:close/>
                </a:path>
              </a:pathLst>
            </a:custGeom>
            <a:solidFill>
              <a:srgbClr val="14132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97" name="Google Shape;3297;p64"/>
            <p:cNvSpPr/>
            <p:nvPr/>
          </p:nvSpPr>
          <p:spPr>
            <a:xfrm>
              <a:off x="4551488" y="4923875"/>
              <a:ext cx="194975" cy="24850"/>
            </a:xfrm>
            <a:custGeom>
              <a:rect b="b" l="l" r="r" t="t"/>
              <a:pathLst>
                <a:path extrusionOk="0" h="994" w="7799">
                  <a:moveTo>
                    <a:pt x="186" y="0"/>
                  </a:moveTo>
                  <a:cubicBezTo>
                    <a:pt x="32" y="893"/>
                    <a:pt x="0" y="994"/>
                    <a:pt x="0" y="994"/>
                  </a:cubicBezTo>
                  <a:lnTo>
                    <a:pt x="7798" y="994"/>
                  </a:lnTo>
                  <a:lnTo>
                    <a:pt x="7798" y="0"/>
                  </a:lnTo>
                  <a:close/>
                </a:path>
              </a:pathLst>
            </a:custGeom>
            <a:solidFill>
              <a:srgbClr val="FF457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98" name="Google Shape;3298;p64"/>
            <p:cNvSpPr/>
            <p:nvPr/>
          </p:nvSpPr>
          <p:spPr>
            <a:xfrm>
              <a:off x="4556113" y="4833625"/>
              <a:ext cx="190350" cy="90275"/>
            </a:xfrm>
            <a:custGeom>
              <a:rect b="b" l="l" r="r" t="t"/>
              <a:pathLst>
                <a:path extrusionOk="0" h="3611" w="7614">
                  <a:moveTo>
                    <a:pt x="5694" y="1"/>
                  </a:moveTo>
                  <a:cubicBezTo>
                    <a:pt x="5694" y="1"/>
                    <a:pt x="5918" y="2092"/>
                    <a:pt x="4336" y="2243"/>
                  </a:cubicBezTo>
                  <a:cubicBezTo>
                    <a:pt x="2759" y="2393"/>
                    <a:pt x="175" y="2607"/>
                    <a:pt x="11" y="3550"/>
                  </a:cubicBezTo>
                  <a:cubicBezTo>
                    <a:pt x="6" y="3573"/>
                    <a:pt x="1" y="3592"/>
                    <a:pt x="1" y="3610"/>
                  </a:cubicBezTo>
                  <a:lnTo>
                    <a:pt x="7613" y="3610"/>
                  </a:lnTo>
                  <a:lnTo>
                    <a:pt x="7613" y="1"/>
                  </a:lnTo>
                  <a:close/>
                </a:path>
              </a:pathLst>
            </a:custGeom>
            <a:solidFill>
              <a:srgbClr val="65A2E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99" name="Google Shape;3299;p64"/>
            <p:cNvSpPr/>
            <p:nvPr/>
          </p:nvSpPr>
          <p:spPr>
            <a:xfrm>
              <a:off x="4570838" y="4903525"/>
              <a:ext cx="87075" cy="20600"/>
            </a:xfrm>
            <a:custGeom>
              <a:rect b="b" l="l" r="r" t="t"/>
              <a:pathLst>
                <a:path extrusionOk="0" h="824" w="3483">
                  <a:moveTo>
                    <a:pt x="1250" y="1"/>
                  </a:moveTo>
                  <a:cubicBezTo>
                    <a:pt x="590" y="1"/>
                    <a:pt x="6" y="21"/>
                    <a:pt x="0" y="21"/>
                  </a:cubicBezTo>
                  <a:lnTo>
                    <a:pt x="0" y="71"/>
                  </a:lnTo>
                  <a:cubicBezTo>
                    <a:pt x="9" y="71"/>
                    <a:pt x="592" y="51"/>
                    <a:pt x="1251" y="51"/>
                  </a:cubicBezTo>
                  <a:cubicBezTo>
                    <a:pt x="1580" y="51"/>
                    <a:pt x="1929" y="56"/>
                    <a:pt x="2234" y="71"/>
                  </a:cubicBezTo>
                  <a:cubicBezTo>
                    <a:pt x="3131" y="117"/>
                    <a:pt x="3432" y="814"/>
                    <a:pt x="3437" y="823"/>
                  </a:cubicBezTo>
                  <a:lnTo>
                    <a:pt x="3482" y="805"/>
                  </a:lnTo>
                  <a:cubicBezTo>
                    <a:pt x="3478" y="796"/>
                    <a:pt x="3168" y="71"/>
                    <a:pt x="2234" y="21"/>
                  </a:cubicBezTo>
                  <a:cubicBezTo>
                    <a:pt x="1929" y="6"/>
                    <a:pt x="1579" y="1"/>
                    <a:pt x="1250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00" name="Google Shape;3300;p64"/>
            <p:cNvSpPr/>
            <p:nvPr/>
          </p:nvSpPr>
          <p:spPr>
            <a:xfrm>
              <a:off x="4657088" y="4833625"/>
              <a:ext cx="66125" cy="63150"/>
            </a:xfrm>
            <a:custGeom>
              <a:rect b="b" l="l" r="r" t="t"/>
              <a:pathLst>
                <a:path extrusionOk="0" h="2526" w="2645">
                  <a:moveTo>
                    <a:pt x="2580" y="1"/>
                  </a:moveTo>
                  <a:cubicBezTo>
                    <a:pt x="2580" y="18"/>
                    <a:pt x="2594" y="2111"/>
                    <a:pt x="1833" y="2380"/>
                  </a:cubicBezTo>
                  <a:cubicBezTo>
                    <a:pt x="1638" y="2449"/>
                    <a:pt x="1427" y="2475"/>
                    <a:pt x="1218" y="2475"/>
                  </a:cubicBezTo>
                  <a:cubicBezTo>
                    <a:pt x="606" y="2475"/>
                    <a:pt x="26" y="2251"/>
                    <a:pt x="19" y="2247"/>
                  </a:cubicBezTo>
                  <a:lnTo>
                    <a:pt x="0" y="2292"/>
                  </a:lnTo>
                  <a:cubicBezTo>
                    <a:pt x="5" y="2298"/>
                    <a:pt x="593" y="2525"/>
                    <a:pt x="1218" y="2525"/>
                  </a:cubicBezTo>
                  <a:cubicBezTo>
                    <a:pt x="1431" y="2525"/>
                    <a:pt x="1650" y="2498"/>
                    <a:pt x="1851" y="2429"/>
                  </a:cubicBezTo>
                  <a:cubicBezTo>
                    <a:pt x="2644" y="2147"/>
                    <a:pt x="2630" y="87"/>
                    <a:pt x="2630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01" name="Google Shape;3301;p64"/>
            <p:cNvSpPr/>
            <p:nvPr/>
          </p:nvSpPr>
          <p:spPr>
            <a:xfrm>
              <a:off x="4696738" y="4839900"/>
              <a:ext cx="25775" cy="17675"/>
            </a:xfrm>
            <a:custGeom>
              <a:rect b="b" l="l" r="r" t="t"/>
              <a:pathLst>
                <a:path extrusionOk="0" h="707" w="1031">
                  <a:moveTo>
                    <a:pt x="1004" y="0"/>
                  </a:moveTo>
                  <a:lnTo>
                    <a:pt x="1" y="665"/>
                  </a:lnTo>
                  <a:lnTo>
                    <a:pt x="28" y="707"/>
                  </a:lnTo>
                  <a:lnTo>
                    <a:pt x="1031" y="41"/>
                  </a:lnTo>
                  <a:lnTo>
                    <a:pt x="1004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02" name="Google Shape;3302;p64"/>
            <p:cNvSpPr/>
            <p:nvPr/>
          </p:nvSpPr>
          <p:spPr>
            <a:xfrm>
              <a:off x="4698313" y="4844575"/>
              <a:ext cx="22600" cy="13000"/>
            </a:xfrm>
            <a:custGeom>
              <a:rect b="b" l="l" r="r" t="t"/>
              <a:pathLst>
                <a:path extrusionOk="0" h="520" w="904">
                  <a:moveTo>
                    <a:pt x="24" y="0"/>
                  </a:moveTo>
                  <a:lnTo>
                    <a:pt x="1" y="41"/>
                  </a:lnTo>
                  <a:lnTo>
                    <a:pt x="882" y="520"/>
                  </a:lnTo>
                  <a:lnTo>
                    <a:pt x="903" y="478"/>
                  </a:lnTo>
                  <a:lnTo>
                    <a:pt x="24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03" name="Google Shape;3303;p64"/>
            <p:cNvSpPr/>
            <p:nvPr/>
          </p:nvSpPr>
          <p:spPr>
            <a:xfrm>
              <a:off x="4689563" y="4864250"/>
              <a:ext cx="29975" cy="11650"/>
            </a:xfrm>
            <a:custGeom>
              <a:rect b="b" l="l" r="r" t="t"/>
              <a:pathLst>
                <a:path extrusionOk="0" h="466" w="1199">
                  <a:moveTo>
                    <a:pt x="1181" y="1"/>
                  </a:moveTo>
                  <a:lnTo>
                    <a:pt x="1" y="416"/>
                  </a:lnTo>
                  <a:lnTo>
                    <a:pt x="14" y="466"/>
                  </a:lnTo>
                  <a:lnTo>
                    <a:pt x="1199" y="47"/>
                  </a:lnTo>
                  <a:lnTo>
                    <a:pt x="1181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04" name="Google Shape;3304;p64"/>
            <p:cNvSpPr/>
            <p:nvPr/>
          </p:nvSpPr>
          <p:spPr>
            <a:xfrm>
              <a:off x="4694588" y="4864250"/>
              <a:ext cx="21200" cy="14975"/>
            </a:xfrm>
            <a:custGeom>
              <a:rect b="b" l="l" r="r" t="t"/>
              <a:pathLst>
                <a:path extrusionOk="0" h="599" w="848">
                  <a:moveTo>
                    <a:pt x="27" y="1"/>
                  </a:moveTo>
                  <a:lnTo>
                    <a:pt x="0" y="47"/>
                  </a:lnTo>
                  <a:lnTo>
                    <a:pt x="820" y="598"/>
                  </a:lnTo>
                  <a:lnTo>
                    <a:pt x="848" y="558"/>
                  </a:lnTo>
                  <a:lnTo>
                    <a:pt x="27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05" name="Google Shape;3305;p64"/>
            <p:cNvSpPr/>
            <p:nvPr/>
          </p:nvSpPr>
          <p:spPr>
            <a:xfrm>
              <a:off x="4801013" y="4066100"/>
              <a:ext cx="72250" cy="407700"/>
            </a:xfrm>
            <a:custGeom>
              <a:rect b="b" l="l" r="r" t="t"/>
              <a:pathLst>
                <a:path extrusionOk="0" h="16308" w="2890">
                  <a:moveTo>
                    <a:pt x="73" y="1"/>
                  </a:moveTo>
                  <a:cubicBezTo>
                    <a:pt x="32" y="1"/>
                    <a:pt x="0" y="33"/>
                    <a:pt x="0" y="74"/>
                  </a:cubicBezTo>
                  <a:lnTo>
                    <a:pt x="0" y="16230"/>
                  </a:lnTo>
                  <a:cubicBezTo>
                    <a:pt x="0" y="16272"/>
                    <a:pt x="32" y="16308"/>
                    <a:pt x="73" y="16308"/>
                  </a:cubicBezTo>
                  <a:lnTo>
                    <a:pt x="2817" y="16308"/>
                  </a:lnTo>
                  <a:cubicBezTo>
                    <a:pt x="2857" y="16308"/>
                    <a:pt x="2889" y="16272"/>
                    <a:pt x="2889" y="16230"/>
                  </a:cubicBezTo>
                  <a:lnTo>
                    <a:pt x="2889" y="74"/>
                  </a:lnTo>
                  <a:cubicBezTo>
                    <a:pt x="2889" y="33"/>
                    <a:pt x="2857" y="1"/>
                    <a:pt x="2817" y="1"/>
                  </a:cubicBezTo>
                  <a:close/>
                </a:path>
              </a:pathLst>
            </a:custGeom>
            <a:solidFill>
              <a:srgbClr val="14132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06" name="Google Shape;3306;p64"/>
            <p:cNvSpPr/>
            <p:nvPr/>
          </p:nvSpPr>
          <p:spPr>
            <a:xfrm>
              <a:off x="4816838" y="4481425"/>
              <a:ext cx="33750" cy="367375"/>
            </a:xfrm>
            <a:custGeom>
              <a:rect b="b" l="l" r="r" t="t"/>
              <a:pathLst>
                <a:path extrusionOk="0" h="14695" w="1350">
                  <a:moveTo>
                    <a:pt x="1" y="0"/>
                  </a:moveTo>
                  <a:lnTo>
                    <a:pt x="1" y="14695"/>
                  </a:lnTo>
                  <a:lnTo>
                    <a:pt x="1349" y="14695"/>
                  </a:lnTo>
                  <a:lnTo>
                    <a:pt x="1349" y="0"/>
                  </a:lnTo>
                  <a:close/>
                </a:path>
              </a:pathLst>
            </a:custGeom>
            <a:solidFill>
              <a:srgbClr val="FF457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07" name="Google Shape;3307;p64"/>
            <p:cNvSpPr/>
            <p:nvPr/>
          </p:nvSpPr>
          <p:spPr>
            <a:xfrm>
              <a:off x="4801013" y="4412025"/>
              <a:ext cx="72250" cy="312925"/>
            </a:xfrm>
            <a:custGeom>
              <a:rect b="b" l="l" r="r" t="t"/>
              <a:pathLst>
                <a:path extrusionOk="0" h="12517" w="2890">
                  <a:moveTo>
                    <a:pt x="1181" y="1"/>
                  </a:moveTo>
                  <a:cubicBezTo>
                    <a:pt x="529" y="1"/>
                    <a:pt x="0" y="534"/>
                    <a:pt x="0" y="1181"/>
                  </a:cubicBezTo>
                  <a:lnTo>
                    <a:pt x="0" y="12517"/>
                  </a:lnTo>
                  <a:lnTo>
                    <a:pt x="2889" y="12517"/>
                  </a:lnTo>
                  <a:lnTo>
                    <a:pt x="2889" y="1181"/>
                  </a:lnTo>
                  <a:cubicBezTo>
                    <a:pt x="2889" y="534"/>
                    <a:pt x="2356" y="1"/>
                    <a:pt x="1709" y="1"/>
                  </a:cubicBezTo>
                  <a:close/>
                </a:path>
              </a:pathLst>
            </a:custGeom>
            <a:solidFill>
              <a:srgbClr val="14132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08" name="Google Shape;3308;p64"/>
            <p:cNvSpPr/>
            <p:nvPr/>
          </p:nvSpPr>
          <p:spPr>
            <a:xfrm>
              <a:off x="4801013" y="4724925"/>
              <a:ext cx="72250" cy="48325"/>
            </a:xfrm>
            <a:custGeom>
              <a:rect b="b" l="l" r="r" t="t"/>
              <a:pathLst>
                <a:path extrusionOk="0" h="1933" w="2890">
                  <a:moveTo>
                    <a:pt x="0" y="1"/>
                  </a:moveTo>
                  <a:lnTo>
                    <a:pt x="0" y="1932"/>
                  </a:lnTo>
                  <a:lnTo>
                    <a:pt x="2889" y="1932"/>
                  </a:lnTo>
                  <a:lnTo>
                    <a:pt x="2889" y="1"/>
                  </a:lnTo>
                  <a:close/>
                </a:path>
              </a:pathLst>
            </a:custGeom>
            <a:solidFill>
              <a:srgbClr val="65A2E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09" name="Google Shape;3309;p64"/>
            <p:cNvSpPr/>
            <p:nvPr/>
          </p:nvSpPr>
          <p:spPr>
            <a:xfrm>
              <a:off x="4661538" y="4923875"/>
              <a:ext cx="194975" cy="24850"/>
            </a:xfrm>
            <a:custGeom>
              <a:rect b="b" l="l" r="r" t="t"/>
              <a:pathLst>
                <a:path extrusionOk="0" h="994" w="7799">
                  <a:moveTo>
                    <a:pt x="182" y="0"/>
                  </a:moveTo>
                  <a:cubicBezTo>
                    <a:pt x="28" y="893"/>
                    <a:pt x="1" y="994"/>
                    <a:pt x="1" y="994"/>
                  </a:cubicBezTo>
                  <a:lnTo>
                    <a:pt x="7799" y="994"/>
                  </a:lnTo>
                  <a:lnTo>
                    <a:pt x="7799" y="0"/>
                  </a:lnTo>
                  <a:close/>
                </a:path>
              </a:pathLst>
            </a:custGeom>
            <a:solidFill>
              <a:srgbClr val="FF457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10" name="Google Shape;3310;p64"/>
            <p:cNvSpPr/>
            <p:nvPr/>
          </p:nvSpPr>
          <p:spPr>
            <a:xfrm>
              <a:off x="4666088" y="4833625"/>
              <a:ext cx="190425" cy="90275"/>
            </a:xfrm>
            <a:custGeom>
              <a:rect b="b" l="l" r="r" t="t"/>
              <a:pathLst>
                <a:path extrusionOk="0" h="3611" w="7617">
                  <a:moveTo>
                    <a:pt x="5698" y="1"/>
                  </a:moveTo>
                  <a:cubicBezTo>
                    <a:pt x="5698" y="1"/>
                    <a:pt x="5921" y="2092"/>
                    <a:pt x="4340" y="2243"/>
                  </a:cubicBezTo>
                  <a:cubicBezTo>
                    <a:pt x="2762" y="2393"/>
                    <a:pt x="174" y="2607"/>
                    <a:pt x="10" y="3550"/>
                  </a:cubicBezTo>
                  <a:cubicBezTo>
                    <a:pt x="10" y="3573"/>
                    <a:pt x="5" y="3592"/>
                    <a:pt x="0" y="3610"/>
                  </a:cubicBezTo>
                  <a:lnTo>
                    <a:pt x="7617" y="3610"/>
                  </a:lnTo>
                  <a:lnTo>
                    <a:pt x="7617" y="1"/>
                  </a:lnTo>
                  <a:close/>
                </a:path>
              </a:pathLst>
            </a:custGeom>
            <a:solidFill>
              <a:srgbClr val="65A2E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11" name="Google Shape;3311;p64"/>
            <p:cNvSpPr/>
            <p:nvPr/>
          </p:nvSpPr>
          <p:spPr>
            <a:xfrm>
              <a:off x="4680788" y="4903525"/>
              <a:ext cx="87075" cy="20600"/>
            </a:xfrm>
            <a:custGeom>
              <a:rect b="b" l="l" r="r" t="t"/>
              <a:pathLst>
                <a:path extrusionOk="0" h="824" w="3483">
                  <a:moveTo>
                    <a:pt x="1252" y="1"/>
                  </a:moveTo>
                  <a:cubicBezTo>
                    <a:pt x="592" y="1"/>
                    <a:pt x="10" y="21"/>
                    <a:pt x="1" y="21"/>
                  </a:cubicBezTo>
                  <a:lnTo>
                    <a:pt x="5" y="71"/>
                  </a:lnTo>
                  <a:cubicBezTo>
                    <a:pt x="11" y="71"/>
                    <a:pt x="592" y="51"/>
                    <a:pt x="1251" y="51"/>
                  </a:cubicBezTo>
                  <a:cubicBezTo>
                    <a:pt x="1580" y="51"/>
                    <a:pt x="1928" y="56"/>
                    <a:pt x="2233" y="71"/>
                  </a:cubicBezTo>
                  <a:cubicBezTo>
                    <a:pt x="3136" y="117"/>
                    <a:pt x="3437" y="814"/>
                    <a:pt x="3437" y="823"/>
                  </a:cubicBezTo>
                  <a:lnTo>
                    <a:pt x="3483" y="805"/>
                  </a:lnTo>
                  <a:cubicBezTo>
                    <a:pt x="3483" y="796"/>
                    <a:pt x="3169" y="71"/>
                    <a:pt x="2239" y="21"/>
                  </a:cubicBezTo>
                  <a:cubicBezTo>
                    <a:pt x="1932" y="6"/>
                    <a:pt x="1582" y="1"/>
                    <a:pt x="1252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12" name="Google Shape;3312;p64"/>
            <p:cNvSpPr/>
            <p:nvPr/>
          </p:nvSpPr>
          <p:spPr>
            <a:xfrm>
              <a:off x="4767038" y="4833625"/>
              <a:ext cx="66125" cy="63150"/>
            </a:xfrm>
            <a:custGeom>
              <a:rect b="b" l="l" r="r" t="t"/>
              <a:pathLst>
                <a:path extrusionOk="0" h="2526" w="2645">
                  <a:moveTo>
                    <a:pt x="2580" y="1"/>
                  </a:moveTo>
                  <a:cubicBezTo>
                    <a:pt x="2580" y="18"/>
                    <a:pt x="2594" y="2111"/>
                    <a:pt x="1833" y="2380"/>
                  </a:cubicBezTo>
                  <a:cubicBezTo>
                    <a:pt x="1639" y="2449"/>
                    <a:pt x="1427" y="2475"/>
                    <a:pt x="1219" y="2475"/>
                  </a:cubicBezTo>
                  <a:cubicBezTo>
                    <a:pt x="608" y="2475"/>
                    <a:pt x="29" y="2251"/>
                    <a:pt x="19" y="2247"/>
                  </a:cubicBezTo>
                  <a:lnTo>
                    <a:pt x="1" y="2292"/>
                  </a:lnTo>
                  <a:cubicBezTo>
                    <a:pt x="10" y="2298"/>
                    <a:pt x="598" y="2525"/>
                    <a:pt x="1223" y="2525"/>
                  </a:cubicBezTo>
                  <a:cubicBezTo>
                    <a:pt x="1436" y="2525"/>
                    <a:pt x="1650" y="2498"/>
                    <a:pt x="1852" y="2429"/>
                  </a:cubicBezTo>
                  <a:cubicBezTo>
                    <a:pt x="2645" y="2147"/>
                    <a:pt x="2630" y="87"/>
                    <a:pt x="2630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13" name="Google Shape;3313;p64"/>
            <p:cNvSpPr/>
            <p:nvPr/>
          </p:nvSpPr>
          <p:spPr>
            <a:xfrm>
              <a:off x="4806688" y="4839900"/>
              <a:ext cx="25900" cy="17675"/>
            </a:xfrm>
            <a:custGeom>
              <a:rect b="b" l="l" r="r" t="t"/>
              <a:pathLst>
                <a:path extrusionOk="0" h="707" w="1036">
                  <a:moveTo>
                    <a:pt x="1008" y="0"/>
                  </a:moveTo>
                  <a:lnTo>
                    <a:pt x="1" y="665"/>
                  </a:lnTo>
                  <a:lnTo>
                    <a:pt x="28" y="707"/>
                  </a:lnTo>
                  <a:lnTo>
                    <a:pt x="1036" y="41"/>
                  </a:lnTo>
                  <a:lnTo>
                    <a:pt x="1008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14" name="Google Shape;3314;p64"/>
            <p:cNvSpPr/>
            <p:nvPr/>
          </p:nvSpPr>
          <p:spPr>
            <a:xfrm>
              <a:off x="4808288" y="4844575"/>
              <a:ext cx="22575" cy="13000"/>
            </a:xfrm>
            <a:custGeom>
              <a:rect b="b" l="l" r="r" t="t"/>
              <a:pathLst>
                <a:path extrusionOk="0" h="520" w="903">
                  <a:moveTo>
                    <a:pt x="23" y="0"/>
                  </a:moveTo>
                  <a:lnTo>
                    <a:pt x="0" y="41"/>
                  </a:lnTo>
                  <a:lnTo>
                    <a:pt x="880" y="520"/>
                  </a:lnTo>
                  <a:lnTo>
                    <a:pt x="903" y="478"/>
                  </a:lnTo>
                  <a:lnTo>
                    <a:pt x="23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15" name="Google Shape;3315;p64"/>
            <p:cNvSpPr/>
            <p:nvPr/>
          </p:nvSpPr>
          <p:spPr>
            <a:xfrm>
              <a:off x="4799513" y="4864250"/>
              <a:ext cx="30000" cy="11650"/>
            </a:xfrm>
            <a:custGeom>
              <a:rect b="b" l="l" r="r" t="t"/>
              <a:pathLst>
                <a:path extrusionOk="0" h="466" w="1200">
                  <a:moveTo>
                    <a:pt x="1186" y="1"/>
                  </a:moveTo>
                  <a:lnTo>
                    <a:pt x="0" y="416"/>
                  </a:lnTo>
                  <a:lnTo>
                    <a:pt x="19" y="466"/>
                  </a:lnTo>
                  <a:lnTo>
                    <a:pt x="1199" y="47"/>
                  </a:lnTo>
                  <a:lnTo>
                    <a:pt x="1186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16" name="Google Shape;3316;p64"/>
            <p:cNvSpPr/>
            <p:nvPr/>
          </p:nvSpPr>
          <p:spPr>
            <a:xfrm>
              <a:off x="4804538" y="4864250"/>
              <a:ext cx="21325" cy="14975"/>
            </a:xfrm>
            <a:custGeom>
              <a:rect b="b" l="l" r="r" t="t"/>
              <a:pathLst>
                <a:path extrusionOk="0" h="599" w="853">
                  <a:moveTo>
                    <a:pt x="28" y="1"/>
                  </a:moveTo>
                  <a:lnTo>
                    <a:pt x="0" y="47"/>
                  </a:lnTo>
                  <a:lnTo>
                    <a:pt x="825" y="598"/>
                  </a:lnTo>
                  <a:lnTo>
                    <a:pt x="853" y="558"/>
                  </a:lnTo>
                  <a:lnTo>
                    <a:pt x="28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17" name="Google Shape;3317;p64"/>
            <p:cNvSpPr/>
            <p:nvPr/>
          </p:nvSpPr>
          <p:spPr>
            <a:xfrm>
              <a:off x="4577788" y="3646925"/>
              <a:ext cx="463425" cy="420575"/>
            </a:xfrm>
            <a:custGeom>
              <a:rect b="b" l="l" r="r" t="t"/>
              <a:pathLst>
                <a:path extrusionOk="0" h="16823" w="18537">
                  <a:moveTo>
                    <a:pt x="6368" y="0"/>
                  </a:moveTo>
                  <a:cubicBezTo>
                    <a:pt x="6368" y="0"/>
                    <a:pt x="1349" y="615"/>
                    <a:pt x="675" y="1404"/>
                  </a:cubicBezTo>
                  <a:cubicBezTo>
                    <a:pt x="0" y="2192"/>
                    <a:pt x="2175" y="15838"/>
                    <a:pt x="3149" y="16663"/>
                  </a:cubicBezTo>
                  <a:cubicBezTo>
                    <a:pt x="3214" y="16722"/>
                    <a:pt x="3318" y="16772"/>
                    <a:pt x="3455" y="16822"/>
                  </a:cubicBezTo>
                  <a:lnTo>
                    <a:pt x="14174" y="16822"/>
                  </a:lnTo>
                  <a:cubicBezTo>
                    <a:pt x="15082" y="15022"/>
                    <a:pt x="18463" y="4197"/>
                    <a:pt x="18500" y="2680"/>
                  </a:cubicBezTo>
                  <a:cubicBezTo>
                    <a:pt x="18537" y="1067"/>
                    <a:pt x="16723" y="724"/>
                    <a:pt x="14403" y="351"/>
                  </a:cubicBezTo>
                  <a:lnTo>
                    <a:pt x="6368" y="0"/>
                  </a:lnTo>
                  <a:close/>
                </a:path>
              </a:pathLst>
            </a:custGeom>
            <a:solidFill>
              <a:srgbClr val="70257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18" name="Google Shape;3318;p64"/>
            <p:cNvSpPr/>
            <p:nvPr/>
          </p:nvSpPr>
          <p:spPr>
            <a:xfrm>
              <a:off x="4736963" y="3630400"/>
              <a:ext cx="174925" cy="75100"/>
            </a:xfrm>
            <a:custGeom>
              <a:rect b="b" l="l" r="r" t="t"/>
              <a:pathLst>
                <a:path extrusionOk="0" h="3004" w="6997">
                  <a:moveTo>
                    <a:pt x="3629" y="1"/>
                  </a:moveTo>
                  <a:lnTo>
                    <a:pt x="1" y="661"/>
                  </a:lnTo>
                  <a:lnTo>
                    <a:pt x="2197" y="3003"/>
                  </a:lnTo>
                  <a:lnTo>
                    <a:pt x="6997" y="966"/>
                  </a:lnTo>
                  <a:lnTo>
                    <a:pt x="3629" y="1"/>
                  </a:lnTo>
                  <a:close/>
                </a:path>
              </a:pathLst>
            </a:custGeom>
            <a:solidFill>
              <a:srgbClr val="FF457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19" name="Google Shape;3319;p64"/>
            <p:cNvSpPr/>
            <p:nvPr/>
          </p:nvSpPr>
          <p:spPr>
            <a:xfrm>
              <a:off x="4717938" y="3646925"/>
              <a:ext cx="219925" cy="78750"/>
            </a:xfrm>
            <a:custGeom>
              <a:rect b="b" l="l" r="r" t="t"/>
              <a:pathLst>
                <a:path extrusionOk="0" h="3150" w="8797">
                  <a:moveTo>
                    <a:pt x="762" y="0"/>
                  </a:moveTo>
                  <a:lnTo>
                    <a:pt x="0" y="105"/>
                  </a:lnTo>
                  <a:lnTo>
                    <a:pt x="2798" y="3149"/>
                  </a:lnTo>
                  <a:lnTo>
                    <a:pt x="8560" y="342"/>
                  </a:lnTo>
                  <a:lnTo>
                    <a:pt x="8797" y="351"/>
                  </a:lnTo>
                  <a:lnTo>
                    <a:pt x="8797" y="351"/>
                  </a:lnTo>
                  <a:lnTo>
                    <a:pt x="7758" y="305"/>
                  </a:lnTo>
                  <a:lnTo>
                    <a:pt x="2958" y="2342"/>
                  </a:lnTo>
                  <a:lnTo>
                    <a:pt x="762" y="0"/>
                  </a:lnTo>
                  <a:close/>
                </a:path>
              </a:pathLst>
            </a:custGeom>
            <a:solidFill>
              <a:srgbClr val="B0257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20" name="Google Shape;3320;p64"/>
            <p:cNvSpPr/>
            <p:nvPr/>
          </p:nvSpPr>
          <p:spPr>
            <a:xfrm>
              <a:off x="4916313" y="3674150"/>
              <a:ext cx="169125" cy="370000"/>
            </a:xfrm>
            <a:custGeom>
              <a:rect b="b" l="l" r="r" t="t"/>
              <a:pathLst>
                <a:path extrusionOk="0" h="14800" w="6765">
                  <a:moveTo>
                    <a:pt x="3870" y="1"/>
                  </a:moveTo>
                  <a:cubicBezTo>
                    <a:pt x="0" y="392"/>
                    <a:pt x="1569" y="8478"/>
                    <a:pt x="2088" y="11171"/>
                  </a:cubicBezTo>
                  <a:cubicBezTo>
                    <a:pt x="2557" y="13607"/>
                    <a:pt x="3026" y="14799"/>
                    <a:pt x="4052" y="14799"/>
                  </a:cubicBezTo>
                  <a:cubicBezTo>
                    <a:pt x="4162" y="14799"/>
                    <a:pt x="4279" y="14785"/>
                    <a:pt x="4403" y="14758"/>
                  </a:cubicBezTo>
                  <a:cubicBezTo>
                    <a:pt x="5675" y="14476"/>
                    <a:pt x="6764" y="7630"/>
                    <a:pt x="6668" y="4179"/>
                  </a:cubicBezTo>
                  <a:cubicBezTo>
                    <a:pt x="6573" y="734"/>
                    <a:pt x="3870" y="1"/>
                    <a:pt x="3870" y="1"/>
                  </a:cubicBezTo>
                  <a:close/>
                </a:path>
              </a:pathLst>
            </a:custGeom>
            <a:solidFill>
              <a:srgbClr val="70257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21" name="Google Shape;3321;p64"/>
            <p:cNvSpPr/>
            <p:nvPr/>
          </p:nvSpPr>
          <p:spPr>
            <a:xfrm>
              <a:off x="4972038" y="3939375"/>
              <a:ext cx="95650" cy="312500"/>
            </a:xfrm>
            <a:custGeom>
              <a:rect b="b" l="l" r="r" t="t"/>
              <a:pathLst>
                <a:path extrusionOk="0" h="12500" w="3826">
                  <a:moveTo>
                    <a:pt x="3771" y="1"/>
                  </a:moveTo>
                  <a:cubicBezTo>
                    <a:pt x="3495" y="1"/>
                    <a:pt x="2190" y="229"/>
                    <a:pt x="1226" y="1315"/>
                  </a:cubicBezTo>
                  <a:cubicBezTo>
                    <a:pt x="1226" y="1315"/>
                    <a:pt x="0" y="2102"/>
                    <a:pt x="141" y="4965"/>
                  </a:cubicBezTo>
                  <a:cubicBezTo>
                    <a:pt x="228" y="6696"/>
                    <a:pt x="406" y="10083"/>
                    <a:pt x="533" y="12499"/>
                  </a:cubicBezTo>
                  <a:lnTo>
                    <a:pt x="2584" y="12499"/>
                  </a:lnTo>
                  <a:cubicBezTo>
                    <a:pt x="3021" y="8114"/>
                    <a:pt x="3819" y="47"/>
                    <a:pt x="3824" y="11"/>
                  </a:cubicBezTo>
                  <a:cubicBezTo>
                    <a:pt x="3826" y="4"/>
                    <a:pt x="3807" y="1"/>
                    <a:pt x="3771" y="1"/>
                  </a:cubicBezTo>
                  <a:close/>
                </a:path>
              </a:pathLst>
            </a:custGeom>
            <a:solidFill>
              <a:srgbClr val="70257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22" name="Google Shape;3322;p64"/>
            <p:cNvSpPr/>
            <p:nvPr/>
          </p:nvSpPr>
          <p:spPr>
            <a:xfrm>
              <a:off x="4985338" y="4251850"/>
              <a:ext cx="51300" cy="68925"/>
            </a:xfrm>
            <a:custGeom>
              <a:rect b="b" l="l" r="r" t="t"/>
              <a:pathLst>
                <a:path extrusionOk="0" h="2757" w="2052">
                  <a:moveTo>
                    <a:pt x="1" y="0"/>
                  </a:moveTo>
                  <a:cubicBezTo>
                    <a:pt x="83" y="1586"/>
                    <a:pt x="148" y="2757"/>
                    <a:pt x="148" y="2757"/>
                  </a:cubicBezTo>
                  <a:lnTo>
                    <a:pt x="1783" y="2757"/>
                  </a:lnTo>
                  <a:cubicBezTo>
                    <a:pt x="1783" y="2757"/>
                    <a:pt x="1892" y="1635"/>
                    <a:pt x="2052" y="0"/>
                  </a:cubicBezTo>
                  <a:close/>
                </a:path>
              </a:pathLst>
            </a:custGeom>
            <a:solidFill>
              <a:srgbClr val="B0257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23" name="Google Shape;3323;p64"/>
            <p:cNvSpPr/>
            <p:nvPr/>
          </p:nvSpPr>
          <p:spPr>
            <a:xfrm>
              <a:off x="4956238" y="4320475"/>
              <a:ext cx="73675" cy="96650"/>
            </a:xfrm>
            <a:custGeom>
              <a:rect b="b" l="l" r="r" t="t"/>
              <a:pathLst>
                <a:path extrusionOk="0" h="3866" w="2947">
                  <a:moveTo>
                    <a:pt x="1092" y="0"/>
                  </a:moveTo>
                  <a:cubicBezTo>
                    <a:pt x="750" y="0"/>
                    <a:pt x="124" y="79"/>
                    <a:pt x="71" y="646"/>
                  </a:cubicBezTo>
                  <a:cubicBezTo>
                    <a:pt x="0" y="1358"/>
                    <a:pt x="154" y="2055"/>
                    <a:pt x="282" y="2055"/>
                  </a:cubicBezTo>
                  <a:cubicBezTo>
                    <a:pt x="294" y="2055"/>
                    <a:pt x="306" y="2048"/>
                    <a:pt x="317" y="2035"/>
                  </a:cubicBezTo>
                  <a:cubicBezTo>
                    <a:pt x="443" y="1889"/>
                    <a:pt x="763" y="1209"/>
                    <a:pt x="939" y="1209"/>
                  </a:cubicBezTo>
                  <a:cubicBezTo>
                    <a:pt x="948" y="1209"/>
                    <a:pt x="957" y="1211"/>
                    <a:pt x="965" y="1215"/>
                  </a:cubicBezTo>
                  <a:cubicBezTo>
                    <a:pt x="1138" y="1293"/>
                    <a:pt x="946" y="3827"/>
                    <a:pt x="1165" y="3863"/>
                  </a:cubicBezTo>
                  <a:cubicBezTo>
                    <a:pt x="1174" y="3865"/>
                    <a:pt x="1183" y="3865"/>
                    <a:pt x="1192" y="3865"/>
                  </a:cubicBezTo>
                  <a:cubicBezTo>
                    <a:pt x="1427" y="3865"/>
                    <a:pt x="1941" y="3438"/>
                    <a:pt x="2191" y="2834"/>
                  </a:cubicBezTo>
                  <a:cubicBezTo>
                    <a:pt x="2450" y="2205"/>
                    <a:pt x="2947" y="12"/>
                    <a:pt x="2947" y="12"/>
                  </a:cubicBezTo>
                  <a:lnTo>
                    <a:pt x="1312" y="12"/>
                  </a:lnTo>
                  <a:cubicBezTo>
                    <a:pt x="1312" y="12"/>
                    <a:pt x="1222" y="0"/>
                    <a:pt x="1092" y="0"/>
                  </a:cubicBezTo>
                  <a:close/>
                </a:path>
              </a:pathLst>
            </a:custGeom>
            <a:solidFill>
              <a:srgbClr val="FF457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28" name="Shape 33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29" name="Google Shape;3329;p65"/>
          <p:cNvSpPr/>
          <p:nvPr/>
        </p:nvSpPr>
        <p:spPr>
          <a:xfrm>
            <a:off x="4727875" y="568475"/>
            <a:ext cx="1778100" cy="3961500"/>
          </a:xfrm>
          <a:prstGeom prst="rect">
            <a:avLst/>
          </a:prstGeom>
          <a:solidFill>
            <a:srgbClr val="FF457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30" name="Google Shape;3330;p65"/>
          <p:cNvSpPr/>
          <p:nvPr/>
        </p:nvSpPr>
        <p:spPr>
          <a:xfrm>
            <a:off x="6783250" y="568475"/>
            <a:ext cx="1778100" cy="3961500"/>
          </a:xfrm>
          <a:prstGeom prst="rect">
            <a:avLst/>
          </a:prstGeom>
          <a:noFill/>
          <a:ln cap="flat" cmpd="sng" w="19050">
            <a:solidFill>
              <a:srgbClr val="FF457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31" name="Google Shape;3331;p65"/>
          <p:cNvSpPr/>
          <p:nvPr/>
        </p:nvSpPr>
        <p:spPr>
          <a:xfrm>
            <a:off x="2672500" y="568475"/>
            <a:ext cx="1778100" cy="3961500"/>
          </a:xfrm>
          <a:prstGeom prst="rect">
            <a:avLst/>
          </a:prstGeom>
          <a:noFill/>
          <a:ln cap="flat" cmpd="sng" w="19050">
            <a:solidFill>
              <a:srgbClr val="FF457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32" name="Google Shape;3332;p65"/>
          <p:cNvSpPr txBox="1"/>
          <p:nvPr>
            <p:ph type="ctrTitle"/>
          </p:nvPr>
        </p:nvSpPr>
        <p:spPr>
          <a:xfrm flipH="1">
            <a:off x="973500" y="1951175"/>
            <a:ext cx="1245900" cy="1241400"/>
          </a:xfrm>
          <a:prstGeom prst="rect">
            <a:avLst/>
          </a:prstGeom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>
                <a:latin typeface="Saira Semi Condensed"/>
                <a:ea typeface="Saira Semi Condensed"/>
                <a:cs typeface="Saira Semi Condensed"/>
                <a:sym typeface="Saira Semi Condensed"/>
              </a:rPr>
              <a:t>USER</a:t>
            </a:r>
            <a:endParaRPr b="1" sz="2400">
              <a:latin typeface="Saira Semi Condensed"/>
              <a:ea typeface="Saira Semi Condensed"/>
              <a:cs typeface="Saira Semi Condensed"/>
              <a:sym typeface="Saira Semi Condensed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>
                <a:latin typeface="Saira Semi Condensed"/>
                <a:ea typeface="Saira Semi Condensed"/>
                <a:cs typeface="Saira Semi Condensed"/>
                <a:sym typeface="Saira Semi Condensed"/>
              </a:rPr>
              <a:t>FOCUS</a:t>
            </a:r>
            <a:endParaRPr b="1" sz="2400">
              <a:latin typeface="Saira Semi Condensed"/>
              <a:ea typeface="Saira Semi Condensed"/>
              <a:cs typeface="Saira Semi Condensed"/>
              <a:sym typeface="Saira Semi Condensed"/>
            </a:endParaRPr>
          </a:p>
        </p:txBody>
      </p:sp>
      <p:sp>
        <p:nvSpPr>
          <p:cNvPr id="3333" name="Google Shape;3333;p65"/>
          <p:cNvSpPr txBox="1"/>
          <p:nvPr>
            <p:ph idx="1" type="subTitle"/>
          </p:nvPr>
        </p:nvSpPr>
        <p:spPr>
          <a:xfrm flipH="1">
            <a:off x="2677225" y="2107725"/>
            <a:ext cx="1756800" cy="2205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177800" lvl="0" marL="228600" rtl="0" algn="l">
              <a:spcBef>
                <a:spcPts val="1000"/>
              </a:spcBef>
              <a:spcAft>
                <a:spcPts val="0"/>
              </a:spcAft>
              <a:buSzPts val="1000"/>
              <a:buChar char="●"/>
            </a:pPr>
            <a:r>
              <a:rPr lang="en"/>
              <a:t>Who are they?</a:t>
            </a:r>
            <a:endParaRPr/>
          </a:p>
          <a:p>
            <a:pPr indent="-177800" lvl="0" marL="228600" rtl="0" algn="l">
              <a:spcBef>
                <a:spcPts val="1000"/>
              </a:spcBef>
              <a:spcAft>
                <a:spcPts val="0"/>
              </a:spcAft>
              <a:buSzPts val="1000"/>
              <a:buChar char="●"/>
            </a:pPr>
            <a:r>
              <a:rPr lang="en"/>
              <a:t>Probably not like you!</a:t>
            </a:r>
            <a:endParaRPr/>
          </a:p>
          <a:p>
            <a:pPr indent="-177800" lvl="0" marL="228600" rtl="0" algn="l">
              <a:spcBef>
                <a:spcPts val="1000"/>
              </a:spcBef>
              <a:spcAft>
                <a:spcPts val="0"/>
              </a:spcAft>
              <a:buSzPts val="1000"/>
              <a:buChar char="●"/>
            </a:pPr>
            <a:r>
              <a:rPr lang="en"/>
              <a:t>Talk to them</a:t>
            </a:r>
            <a:endParaRPr/>
          </a:p>
          <a:p>
            <a:pPr indent="-177800" lvl="0" marL="228600" rtl="0" algn="l">
              <a:spcBef>
                <a:spcPts val="1000"/>
              </a:spcBef>
              <a:spcAft>
                <a:spcPts val="0"/>
              </a:spcAft>
              <a:buSzPts val="1000"/>
              <a:buChar char="●"/>
            </a:pPr>
            <a:r>
              <a:rPr lang="en"/>
              <a:t>Watch them</a:t>
            </a:r>
            <a:endParaRPr/>
          </a:p>
          <a:p>
            <a:pPr indent="-177800" lvl="0" marL="228600" rtl="0" algn="l">
              <a:spcBef>
                <a:spcPts val="1000"/>
              </a:spcBef>
              <a:spcAft>
                <a:spcPts val="0"/>
              </a:spcAft>
              <a:buSzPts val="1000"/>
              <a:buChar char="●"/>
            </a:pPr>
            <a:r>
              <a:rPr lang="en"/>
              <a:t>Use your imagination</a:t>
            </a:r>
            <a:endParaRPr/>
          </a:p>
        </p:txBody>
      </p:sp>
      <p:sp>
        <p:nvSpPr>
          <p:cNvPr id="3334" name="Google Shape;3334;p65"/>
          <p:cNvSpPr txBox="1"/>
          <p:nvPr>
            <p:ph idx="2" type="subTitle"/>
          </p:nvPr>
        </p:nvSpPr>
        <p:spPr>
          <a:xfrm flipH="1">
            <a:off x="2677175" y="1751025"/>
            <a:ext cx="1756800" cy="356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1270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1600"/>
              <a:t>KNOW YOUR USER</a:t>
            </a:r>
            <a:endParaRPr/>
          </a:p>
        </p:txBody>
      </p:sp>
      <p:sp>
        <p:nvSpPr>
          <p:cNvPr id="3335" name="Google Shape;3335;p65"/>
          <p:cNvSpPr txBox="1"/>
          <p:nvPr>
            <p:ph idx="3" type="subTitle"/>
          </p:nvPr>
        </p:nvSpPr>
        <p:spPr>
          <a:xfrm flipH="1">
            <a:off x="4738575" y="2107725"/>
            <a:ext cx="1756800" cy="2205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177800" lvl="0" marL="22860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000"/>
              <a:buChar char="●"/>
            </a:pPr>
            <a:r>
              <a:rPr lang="en"/>
              <a:t>Description of an ‘example’ user</a:t>
            </a:r>
            <a:br>
              <a:rPr lang="en"/>
            </a:br>
            <a:r>
              <a:rPr b="0" lang="en" sz="900"/>
              <a:t>– not necessarily a real person</a:t>
            </a:r>
            <a:endParaRPr b="0" sz="900"/>
          </a:p>
          <a:p>
            <a:pPr indent="-177800" lvl="0" marL="22860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000"/>
              <a:buChar char="●"/>
            </a:pPr>
            <a:r>
              <a:rPr lang="en"/>
              <a:t>Use as surrogate user</a:t>
            </a:r>
            <a:br>
              <a:rPr lang="en"/>
            </a:br>
            <a:r>
              <a:rPr b="0" lang="en" sz="900"/>
              <a:t>– what would Betty think</a:t>
            </a:r>
            <a:endParaRPr b="0" sz="900"/>
          </a:p>
          <a:p>
            <a:pPr indent="-177800" lvl="0" marL="22860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000"/>
              <a:buChar char="●"/>
            </a:pPr>
            <a:r>
              <a:rPr lang="en"/>
              <a:t>details matter</a:t>
            </a:r>
            <a:br>
              <a:rPr lang="en"/>
            </a:br>
            <a:r>
              <a:rPr b="0" lang="en" sz="900"/>
              <a:t>– makes her ‘real’</a:t>
            </a:r>
            <a:endParaRPr b="0" sz="900"/>
          </a:p>
        </p:txBody>
      </p:sp>
      <p:sp>
        <p:nvSpPr>
          <p:cNvPr id="3336" name="Google Shape;3336;p65"/>
          <p:cNvSpPr txBox="1"/>
          <p:nvPr>
            <p:ph idx="4" type="subTitle"/>
          </p:nvPr>
        </p:nvSpPr>
        <p:spPr>
          <a:xfrm flipH="1">
            <a:off x="4738525" y="1751025"/>
            <a:ext cx="1756800" cy="356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1270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r>
              <a:rPr b="0" lang="en" sz="1600"/>
              <a:t>PERSONA</a:t>
            </a:r>
            <a:endParaRPr>
              <a:solidFill>
                <a:srgbClr val="21204D"/>
              </a:solidFill>
            </a:endParaRPr>
          </a:p>
        </p:txBody>
      </p:sp>
      <p:sp>
        <p:nvSpPr>
          <p:cNvPr id="3337" name="Google Shape;3337;p65"/>
          <p:cNvSpPr txBox="1"/>
          <p:nvPr>
            <p:ph idx="5" type="subTitle"/>
          </p:nvPr>
        </p:nvSpPr>
        <p:spPr>
          <a:xfrm flipH="1">
            <a:off x="6799900" y="2107725"/>
            <a:ext cx="1756800" cy="2205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177800" lvl="0" marL="228600" rtl="0" algn="l">
              <a:spcBef>
                <a:spcPts val="1000"/>
              </a:spcBef>
              <a:spcAft>
                <a:spcPts val="0"/>
              </a:spcAft>
              <a:buClr>
                <a:srgbClr val="21204D"/>
              </a:buClr>
              <a:buSzPts val="1000"/>
              <a:buChar char="●"/>
            </a:pPr>
            <a:r>
              <a:rPr lang="en"/>
              <a:t>Direct observation</a:t>
            </a:r>
            <a:br>
              <a:rPr lang="en"/>
            </a:br>
            <a:r>
              <a:rPr b="0" lang="en" sz="900"/>
              <a:t>- Sometimes hard</a:t>
            </a:r>
            <a:endParaRPr b="0" sz="900"/>
          </a:p>
          <a:p>
            <a:pPr indent="-171450" lvl="1" marL="571500" rtl="0" algn="l">
              <a:spcBef>
                <a:spcPts val="0"/>
              </a:spcBef>
              <a:spcAft>
                <a:spcPts val="0"/>
              </a:spcAft>
              <a:buSzPts val="900"/>
              <a:buChar char="○"/>
            </a:pPr>
            <a:r>
              <a:rPr lang="en" sz="900"/>
              <a:t>In the home</a:t>
            </a:r>
            <a:endParaRPr sz="900"/>
          </a:p>
          <a:p>
            <a:pPr indent="-171450" lvl="1" marL="571500" rtl="0" algn="l">
              <a:spcBef>
                <a:spcPts val="0"/>
              </a:spcBef>
              <a:spcAft>
                <a:spcPts val="0"/>
              </a:spcAft>
              <a:buSzPts val="900"/>
              <a:buChar char="○"/>
            </a:pPr>
            <a:r>
              <a:rPr lang="en" sz="900"/>
              <a:t>Psychiatric patients..</a:t>
            </a:r>
            <a:endParaRPr/>
          </a:p>
          <a:p>
            <a:pPr indent="-177800" lvl="0" marL="228600" rtl="0" algn="l">
              <a:spcBef>
                <a:spcPts val="1000"/>
              </a:spcBef>
              <a:spcAft>
                <a:spcPts val="0"/>
              </a:spcAft>
              <a:buClr>
                <a:srgbClr val="21204D"/>
              </a:buClr>
              <a:buSzPts val="1000"/>
              <a:buChar char="●"/>
            </a:pPr>
            <a:r>
              <a:rPr lang="en"/>
              <a:t>Probes packs</a:t>
            </a:r>
            <a:br>
              <a:rPr lang="en"/>
            </a:br>
            <a:r>
              <a:rPr b="0" lang="en" sz="900"/>
              <a:t>- Items to prompt responses</a:t>
            </a:r>
            <a:br>
              <a:rPr b="0" lang="en" sz="900"/>
            </a:br>
            <a:r>
              <a:rPr b="0" lang="en" sz="900"/>
              <a:t>- Given to people to open in their own environment they record what is meaningful to them</a:t>
            </a:r>
            <a:endParaRPr b="0" sz="900"/>
          </a:p>
          <a:p>
            <a:pPr indent="-177800" lvl="0" marL="228600" rtl="0" algn="l">
              <a:spcBef>
                <a:spcPts val="1000"/>
              </a:spcBef>
              <a:spcAft>
                <a:spcPts val="0"/>
              </a:spcAft>
              <a:buClr>
                <a:srgbClr val="21204D"/>
              </a:buClr>
              <a:buSzPts val="1000"/>
              <a:buChar char="●"/>
            </a:pPr>
            <a:r>
              <a:rPr lang="en"/>
              <a:t>Used to...</a:t>
            </a:r>
            <a:br>
              <a:rPr lang="en"/>
            </a:br>
            <a:r>
              <a:rPr b="0" lang="en" sz="900"/>
              <a:t>- inform interviews, prompt ideas, enculture designers.</a:t>
            </a:r>
            <a:endParaRPr sz="900"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900"/>
          </a:p>
        </p:txBody>
      </p:sp>
      <p:sp>
        <p:nvSpPr>
          <p:cNvPr id="3338" name="Google Shape;3338;p65"/>
          <p:cNvSpPr txBox="1"/>
          <p:nvPr>
            <p:ph idx="6" type="subTitle"/>
          </p:nvPr>
        </p:nvSpPr>
        <p:spPr>
          <a:xfrm flipH="1">
            <a:off x="6799875" y="1751025"/>
            <a:ext cx="1756800" cy="356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1270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r>
              <a:rPr b="0" lang="en" sz="1600"/>
              <a:t>CULTURAL PROBES</a:t>
            </a:r>
            <a:endParaRPr>
              <a:solidFill>
                <a:srgbClr val="21204D"/>
              </a:solidFill>
            </a:endParaRPr>
          </a:p>
        </p:txBody>
      </p:sp>
      <p:grpSp>
        <p:nvGrpSpPr>
          <p:cNvPr id="3339" name="Google Shape;3339;p65"/>
          <p:cNvGrpSpPr/>
          <p:nvPr/>
        </p:nvGrpSpPr>
        <p:grpSpPr>
          <a:xfrm>
            <a:off x="7500711" y="911161"/>
            <a:ext cx="355230" cy="356725"/>
            <a:chOff x="3972749" y="2894211"/>
            <a:chExt cx="355230" cy="356725"/>
          </a:xfrm>
        </p:grpSpPr>
        <p:sp>
          <p:nvSpPr>
            <p:cNvPr id="3340" name="Google Shape;3340;p65"/>
            <p:cNvSpPr/>
            <p:nvPr/>
          </p:nvSpPr>
          <p:spPr>
            <a:xfrm>
              <a:off x="3973512" y="3208508"/>
              <a:ext cx="351795" cy="10623"/>
            </a:xfrm>
            <a:custGeom>
              <a:rect b="b" l="l" r="r" t="t"/>
              <a:pathLst>
                <a:path extrusionOk="0" h="334" w="11061">
                  <a:moveTo>
                    <a:pt x="167" y="0"/>
                  </a:moveTo>
                  <a:cubicBezTo>
                    <a:pt x="83" y="0"/>
                    <a:pt x="0" y="84"/>
                    <a:pt x="0" y="167"/>
                  </a:cubicBezTo>
                  <a:cubicBezTo>
                    <a:pt x="0" y="262"/>
                    <a:pt x="83" y="334"/>
                    <a:pt x="167" y="334"/>
                  </a:cubicBezTo>
                  <a:lnTo>
                    <a:pt x="10906" y="334"/>
                  </a:lnTo>
                  <a:cubicBezTo>
                    <a:pt x="10990" y="334"/>
                    <a:pt x="11061" y="262"/>
                    <a:pt x="11061" y="167"/>
                  </a:cubicBezTo>
                  <a:cubicBezTo>
                    <a:pt x="11061" y="84"/>
                    <a:pt x="10990" y="0"/>
                    <a:pt x="10906" y="0"/>
                  </a:cubicBezTo>
                  <a:close/>
                </a:path>
              </a:pathLst>
            </a:custGeom>
            <a:solidFill>
              <a:srgbClr val="21204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41" name="Google Shape;3341;p65"/>
            <p:cNvSpPr/>
            <p:nvPr/>
          </p:nvSpPr>
          <p:spPr>
            <a:xfrm>
              <a:off x="4116253" y="3052091"/>
              <a:ext cx="142804" cy="140546"/>
            </a:xfrm>
            <a:custGeom>
              <a:rect b="b" l="l" r="r" t="t"/>
              <a:pathLst>
                <a:path extrusionOk="0" h="4419" w="4490">
                  <a:moveTo>
                    <a:pt x="3799" y="322"/>
                  </a:moveTo>
                  <a:cubicBezTo>
                    <a:pt x="3882" y="322"/>
                    <a:pt x="3977" y="358"/>
                    <a:pt x="4049" y="430"/>
                  </a:cubicBezTo>
                  <a:cubicBezTo>
                    <a:pt x="4120" y="501"/>
                    <a:pt x="4156" y="596"/>
                    <a:pt x="4156" y="692"/>
                  </a:cubicBezTo>
                  <a:cubicBezTo>
                    <a:pt x="4156" y="727"/>
                    <a:pt x="4156" y="751"/>
                    <a:pt x="4132" y="799"/>
                  </a:cubicBezTo>
                  <a:lnTo>
                    <a:pt x="3680" y="334"/>
                  </a:lnTo>
                  <a:cubicBezTo>
                    <a:pt x="3704" y="322"/>
                    <a:pt x="3751" y="322"/>
                    <a:pt x="3799" y="322"/>
                  </a:cubicBezTo>
                  <a:close/>
                  <a:moveTo>
                    <a:pt x="3406" y="549"/>
                  </a:moveTo>
                  <a:lnTo>
                    <a:pt x="3930" y="1061"/>
                  </a:lnTo>
                  <a:lnTo>
                    <a:pt x="3823" y="1168"/>
                  </a:lnTo>
                  <a:lnTo>
                    <a:pt x="3299" y="656"/>
                  </a:lnTo>
                  <a:lnTo>
                    <a:pt x="3406" y="549"/>
                  </a:lnTo>
                  <a:close/>
                  <a:moveTo>
                    <a:pt x="584" y="3489"/>
                  </a:moveTo>
                  <a:lnTo>
                    <a:pt x="953" y="3870"/>
                  </a:lnTo>
                  <a:lnTo>
                    <a:pt x="417" y="4025"/>
                  </a:lnTo>
                  <a:lnTo>
                    <a:pt x="417" y="4025"/>
                  </a:lnTo>
                  <a:lnTo>
                    <a:pt x="584" y="3489"/>
                  </a:lnTo>
                  <a:close/>
                  <a:moveTo>
                    <a:pt x="3799" y="1"/>
                  </a:moveTo>
                  <a:cubicBezTo>
                    <a:pt x="3608" y="1"/>
                    <a:pt x="3442" y="72"/>
                    <a:pt x="3299" y="191"/>
                  </a:cubicBezTo>
                  <a:lnTo>
                    <a:pt x="477" y="2989"/>
                  </a:lnTo>
                  <a:cubicBezTo>
                    <a:pt x="441" y="3013"/>
                    <a:pt x="417" y="3049"/>
                    <a:pt x="406" y="3073"/>
                  </a:cubicBezTo>
                  <a:cubicBezTo>
                    <a:pt x="382" y="3085"/>
                    <a:pt x="382" y="3108"/>
                    <a:pt x="370" y="3108"/>
                  </a:cubicBezTo>
                  <a:cubicBezTo>
                    <a:pt x="334" y="3144"/>
                    <a:pt x="322" y="3192"/>
                    <a:pt x="310" y="3228"/>
                  </a:cubicBezTo>
                  <a:lnTo>
                    <a:pt x="13" y="4204"/>
                  </a:lnTo>
                  <a:cubicBezTo>
                    <a:pt x="1" y="4263"/>
                    <a:pt x="13" y="4323"/>
                    <a:pt x="60" y="4371"/>
                  </a:cubicBezTo>
                  <a:cubicBezTo>
                    <a:pt x="84" y="4406"/>
                    <a:pt x="132" y="4418"/>
                    <a:pt x="179" y="4418"/>
                  </a:cubicBezTo>
                  <a:lnTo>
                    <a:pt x="215" y="4418"/>
                  </a:lnTo>
                  <a:lnTo>
                    <a:pt x="1203" y="4120"/>
                  </a:lnTo>
                  <a:cubicBezTo>
                    <a:pt x="1287" y="4085"/>
                    <a:pt x="1382" y="4025"/>
                    <a:pt x="1453" y="3966"/>
                  </a:cubicBezTo>
                  <a:lnTo>
                    <a:pt x="2953" y="2477"/>
                  </a:lnTo>
                  <a:cubicBezTo>
                    <a:pt x="3013" y="2418"/>
                    <a:pt x="3013" y="2311"/>
                    <a:pt x="2953" y="2239"/>
                  </a:cubicBezTo>
                  <a:cubicBezTo>
                    <a:pt x="2930" y="2210"/>
                    <a:pt x="2891" y="2195"/>
                    <a:pt x="2848" y="2195"/>
                  </a:cubicBezTo>
                  <a:cubicBezTo>
                    <a:pt x="2805" y="2195"/>
                    <a:pt x="2757" y="2210"/>
                    <a:pt x="2715" y="2239"/>
                  </a:cubicBezTo>
                  <a:lnTo>
                    <a:pt x="1263" y="3680"/>
                  </a:lnTo>
                  <a:lnTo>
                    <a:pt x="739" y="3168"/>
                  </a:lnTo>
                  <a:lnTo>
                    <a:pt x="3061" y="870"/>
                  </a:lnTo>
                  <a:lnTo>
                    <a:pt x="3584" y="1394"/>
                  </a:lnTo>
                  <a:lnTo>
                    <a:pt x="3180" y="1787"/>
                  </a:lnTo>
                  <a:cubicBezTo>
                    <a:pt x="3120" y="1846"/>
                    <a:pt x="3120" y="1942"/>
                    <a:pt x="3180" y="2025"/>
                  </a:cubicBezTo>
                  <a:cubicBezTo>
                    <a:pt x="3209" y="2055"/>
                    <a:pt x="3251" y="2070"/>
                    <a:pt x="3294" y="2070"/>
                  </a:cubicBezTo>
                  <a:cubicBezTo>
                    <a:pt x="3337" y="2070"/>
                    <a:pt x="3382" y="2055"/>
                    <a:pt x="3418" y="2025"/>
                  </a:cubicBezTo>
                  <a:lnTo>
                    <a:pt x="3906" y="1525"/>
                  </a:lnTo>
                  <a:cubicBezTo>
                    <a:pt x="3930" y="1525"/>
                    <a:pt x="3930" y="1513"/>
                    <a:pt x="3942" y="1513"/>
                  </a:cubicBezTo>
                  <a:cubicBezTo>
                    <a:pt x="3954" y="1501"/>
                    <a:pt x="3954" y="1501"/>
                    <a:pt x="3954" y="1489"/>
                  </a:cubicBezTo>
                  <a:lnTo>
                    <a:pt x="4287" y="1168"/>
                  </a:lnTo>
                  <a:cubicBezTo>
                    <a:pt x="4418" y="1037"/>
                    <a:pt x="4489" y="858"/>
                    <a:pt x="4489" y="680"/>
                  </a:cubicBezTo>
                  <a:cubicBezTo>
                    <a:pt x="4477" y="489"/>
                    <a:pt x="4406" y="322"/>
                    <a:pt x="4275" y="191"/>
                  </a:cubicBezTo>
                  <a:cubicBezTo>
                    <a:pt x="4132" y="72"/>
                    <a:pt x="3977" y="1"/>
                    <a:pt x="3799" y="1"/>
                  </a:cubicBezTo>
                  <a:close/>
                </a:path>
              </a:pathLst>
            </a:custGeom>
            <a:solidFill>
              <a:srgbClr val="21204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42" name="Google Shape;3342;p65"/>
            <p:cNvSpPr/>
            <p:nvPr/>
          </p:nvSpPr>
          <p:spPr>
            <a:xfrm>
              <a:off x="3995839" y="2992647"/>
              <a:ext cx="54927" cy="37148"/>
            </a:xfrm>
            <a:custGeom>
              <a:rect b="b" l="l" r="r" t="t"/>
              <a:pathLst>
                <a:path extrusionOk="0" h="1168" w="1727">
                  <a:moveTo>
                    <a:pt x="1394" y="346"/>
                  </a:moveTo>
                  <a:lnTo>
                    <a:pt x="1394" y="834"/>
                  </a:lnTo>
                  <a:lnTo>
                    <a:pt x="334" y="834"/>
                  </a:lnTo>
                  <a:lnTo>
                    <a:pt x="334" y="346"/>
                  </a:lnTo>
                  <a:close/>
                  <a:moveTo>
                    <a:pt x="286" y="1"/>
                  </a:moveTo>
                  <a:cubicBezTo>
                    <a:pt x="143" y="1"/>
                    <a:pt x="1" y="144"/>
                    <a:pt x="1" y="286"/>
                  </a:cubicBezTo>
                  <a:lnTo>
                    <a:pt x="1" y="882"/>
                  </a:lnTo>
                  <a:cubicBezTo>
                    <a:pt x="1" y="1037"/>
                    <a:pt x="143" y="1167"/>
                    <a:pt x="286" y="1167"/>
                  </a:cubicBezTo>
                  <a:lnTo>
                    <a:pt x="1453" y="1167"/>
                  </a:lnTo>
                  <a:cubicBezTo>
                    <a:pt x="1596" y="1167"/>
                    <a:pt x="1727" y="1037"/>
                    <a:pt x="1727" y="882"/>
                  </a:cubicBezTo>
                  <a:lnTo>
                    <a:pt x="1727" y="286"/>
                  </a:lnTo>
                  <a:cubicBezTo>
                    <a:pt x="1727" y="144"/>
                    <a:pt x="1596" y="1"/>
                    <a:pt x="1453" y="1"/>
                  </a:cubicBezTo>
                  <a:close/>
                </a:path>
              </a:pathLst>
            </a:custGeom>
            <a:solidFill>
              <a:srgbClr val="21204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43" name="Google Shape;3343;p65"/>
            <p:cNvSpPr/>
            <p:nvPr/>
          </p:nvSpPr>
          <p:spPr>
            <a:xfrm>
              <a:off x="4249548" y="2992647"/>
              <a:ext cx="54959" cy="37148"/>
            </a:xfrm>
            <a:custGeom>
              <a:rect b="b" l="l" r="r" t="t"/>
              <a:pathLst>
                <a:path extrusionOk="0" h="1168" w="1728">
                  <a:moveTo>
                    <a:pt x="1394" y="346"/>
                  </a:moveTo>
                  <a:lnTo>
                    <a:pt x="1394" y="834"/>
                  </a:lnTo>
                  <a:lnTo>
                    <a:pt x="334" y="834"/>
                  </a:lnTo>
                  <a:lnTo>
                    <a:pt x="334" y="346"/>
                  </a:lnTo>
                  <a:close/>
                  <a:moveTo>
                    <a:pt x="286" y="1"/>
                  </a:moveTo>
                  <a:cubicBezTo>
                    <a:pt x="144" y="1"/>
                    <a:pt x="1" y="144"/>
                    <a:pt x="1" y="286"/>
                  </a:cubicBezTo>
                  <a:lnTo>
                    <a:pt x="1" y="882"/>
                  </a:lnTo>
                  <a:cubicBezTo>
                    <a:pt x="1" y="1037"/>
                    <a:pt x="144" y="1167"/>
                    <a:pt x="286" y="1167"/>
                  </a:cubicBezTo>
                  <a:lnTo>
                    <a:pt x="1453" y="1167"/>
                  </a:lnTo>
                  <a:cubicBezTo>
                    <a:pt x="1596" y="1167"/>
                    <a:pt x="1727" y="1037"/>
                    <a:pt x="1727" y="882"/>
                  </a:cubicBezTo>
                  <a:lnTo>
                    <a:pt x="1727" y="286"/>
                  </a:lnTo>
                  <a:cubicBezTo>
                    <a:pt x="1727" y="144"/>
                    <a:pt x="1596" y="1"/>
                    <a:pt x="1453" y="1"/>
                  </a:cubicBezTo>
                  <a:close/>
                </a:path>
              </a:pathLst>
            </a:custGeom>
            <a:solidFill>
              <a:srgbClr val="21204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44" name="Google Shape;3344;p65"/>
            <p:cNvSpPr/>
            <p:nvPr/>
          </p:nvSpPr>
          <p:spPr>
            <a:xfrm>
              <a:off x="3972749" y="2894211"/>
              <a:ext cx="355230" cy="356725"/>
            </a:xfrm>
            <a:custGeom>
              <a:rect b="b" l="l" r="r" t="t"/>
              <a:pathLst>
                <a:path extrusionOk="0" h="11216" w="11169">
                  <a:moveTo>
                    <a:pt x="9775" y="0"/>
                  </a:moveTo>
                  <a:cubicBezTo>
                    <a:pt x="9692" y="0"/>
                    <a:pt x="9620" y="83"/>
                    <a:pt x="9620" y="167"/>
                  </a:cubicBezTo>
                  <a:lnTo>
                    <a:pt x="9620" y="560"/>
                  </a:lnTo>
                  <a:cubicBezTo>
                    <a:pt x="9620" y="881"/>
                    <a:pt x="9347" y="1155"/>
                    <a:pt x="9025" y="1155"/>
                  </a:cubicBezTo>
                  <a:lnTo>
                    <a:pt x="6382" y="1155"/>
                  </a:lnTo>
                  <a:cubicBezTo>
                    <a:pt x="5882" y="1155"/>
                    <a:pt x="5453" y="1572"/>
                    <a:pt x="5453" y="2084"/>
                  </a:cubicBezTo>
                  <a:lnTo>
                    <a:pt x="5453" y="2369"/>
                  </a:lnTo>
                  <a:lnTo>
                    <a:pt x="750" y="2369"/>
                  </a:lnTo>
                  <a:cubicBezTo>
                    <a:pt x="346" y="2369"/>
                    <a:pt x="12" y="2703"/>
                    <a:pt x="12" y="3096"/>
                  </a:cubicBezTo>
                  <a:lnTo>
                    <a:pt x="12" y="7596"/>
                  </a:lnTo>
                  <a:cubicBezTo>
                    <a:pt x="12" y="7680"/>
                    <a:pt x="95" y="7763"/>
                    <a:pt x="179" y="7763"/>
                  </a:cubicBezTo>
                  <a:cubicBezTo>
                    <a:pt x="274" y="7763"/>
                    <a:pt x="346" y="7680"/>
                    <a:pt x="346" y="7596"/>
                  </a:cubicBezTo>
                  <a:lnTo>
                    <a:pt x="346" y="4822"/>
                  </a:lnTo>
                  <a:lnTo>
                    <a:pt x="10835" y="4822"/>
                  </a:lnTo>
                  <a:lnTo>
                    <a:pt x="10835" y="10478"/>
                  </a:lnTo>
                  <a:cubicBezTo>
                    <a:pt x="10835" y="10704"/>
                    <a:pt x="10656" y="10882"/>
                    <a:pt x="10430" y="10882"/>
                  </a:cubicBezTo>
                  <a:lnTo>
                    <a:pt x="727" y="10882"/>
                  </a:lnTo>
                  <a:cubicBezTo>
                    <a:pt x="512" y="10882"/>
                    <a:pt x="322" y="10704"/>
                    <a:pt x="322" y="10478"/>
                  </a:cubicBezTo>
                  <a:lnTo>
                    <a:pt x="322" y="8263"/>
                  </a:lnTo>
                  <a:cubicBezTo>
                    <a:pt x="322" y="8180"/>
                    <a:pt x="250" y="8096"/>
                    <a:pt x="167" y="8096"/>
                  </a:cubicBezTo>
                  <a:cubicBezTo>
                    <a:pt x="72" y="8096"/>
                    <a:pt x="0" y="8180"/>
                    <a:pt x="0" y="8263"/>
                  </a:cubicBezTo>
                  <a:lnTo>
                    <a:pt x="0" y="10478"/>
                  </a:lnTo>
                  <a:cubicBezTo>
                    <a:pt x="0" y="10882"/>
                    <a:pt x="322" y="11216"/>
                    <a:pt x="727" y="11216"/>
                  </a:cubicBezTo>
                  <a:lnTo>
                    <a:pt x="10418" y="11216"/>
                  </a:lnTo>
                  <a:cubicBezTo>
                    <a:pt x="10823" y="11216"/>
                    <a:pt x="11144" y="10882"/>
                    <a:pt x="11144" y="10478"/>
                  </a:cubicBezTo>
                  <a:lnTo>
                    <a:pt x="11144" y="3096"/>
                  </a:lnTo>
                  <a:cubicBezTo>
                    <a:pt x="11168" y="2691"/>
                    <a:pt x="10835" y="2369"/>
                    <a:pt x="10430" y="2369"/>
                  </a:cubicBezTo>
                  <a:lnTo>
                    <a:pt x="8823" y="2369"/>
                  </a:lnTo>
                  <a:cubicBezTo>
                    <a:pt x="8739" y="2369"/>
                    <a:pt x="8668" y="2441"/>
                    <a:pt x="8668" y="2536"/>
                  </a:cubicBezTo>
                  <a:cubicBezTo>
                    <a:pt x="8668" y="2619"/>
                    <a:pt x="8739" y="2703"/>
                    <a:pt x="8823" y="2703"/>
                  </a:cubicBezTo>
                  <a:lnTo>
                    <a:pt x="10430" y="2703"/>
                  </a:lnTo>
                  <a:cubicBezTo>
                    <a:pt x="10656" y="2703"/>
                    <a:pt x="10835" y="2881"/>
                    <a:pt x="10835" y="3096"/>
                  </a:cubicBezTo>
                  <a:lnTo>
                    <a:pt x="10835" y="4501"/>
                  </a:lnTo>
                  <a:lnTo>
                    <a:pt x="346" y="4501"/>
                  </a:lnTo>
                  <a:lnTo>
                    <a:pt x="346" y="3096"/>
                  </a:lnTo>
                  <a:cubicBezTo>
                    <a:pt x="346" y="2881"/>
                    <a:pt x="524" y="2703"/>
                    <a:pt x="750" y="2703"/>
                  </a:cubicBezTo>
                  <a:lnTo>
                    <a:pt x="8168" y="2703"/>
                  </a:lnTo>
                  <a:cubicBezTo>
                    <a:pt x="8263" y="2703"/>
                    <a:pt x="8335" y="2619"/>
                    <a:pt x="8335" y="2536"/>
                  </a:cubicBezTo>
                  <a:cubicBezTo>
                    <a:pt x="8335" y="2441"/>
                    <a:pt x="8263" y="2369"/>
                    <a:pt x="8168" y="2369"/>
                  </a:cubicBezTo>
                  <a:lnTo>
                    <a:pt x="5775" y="2369"/>
                  </a:lnTo>
                  <a:lnTo>
                    <a:pt x="5775" y="2084"/>
                  </a:lnTo>
                  <a:cubicBezTo>
                    <a:pt x="5775" y="1762"/>
                    <a:pt x="6049" y="1488"/>
                    <a:pt x="6370" y="1488"/>
                  </a:cubicBezTo>
                  <a:lnTo>
                    <a:pt x="9001" y="1488"/>
                  </a:lnTo>
                  <a:cubicBezTo>
                    <a:pt x="9513" y="1488"/>
                    <a:pt x="9942" y="1072"/>
                    <a:pt x="9942" y="560"/>
                  </a:cubicBezTo>
                  <a:lnTo>
                    <a:pt x="9942" y="167"/>
                  </a:lnTo>
                  <a:cubicBezTo>
                    <a:pt x="9942" y="83"/>
                    <a:pt x="9871" y="0"/>
                    <a:pt x="9775" y="0"/>
                  </a:cubicBezTo>
                  <a:close/>
                </a:path>
              </a:pathLst>
            </a:custGeom>
            <a:solidFill>
              <a:srgbClr val="21204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3345" name="Google Shape;3345;p65"/>
          <p:cNvGrpSpPr/>
          <p:nvPr/>
        </p:nvGrpSpPr>
        <p:grpSpPr>
          <a:xfrm flipH="1">
            <a:off x="1693476" y="4184112"/>
            <a:ext cx="2570506" cy="984896"/>
            <a:chOff x="1440175" y="4172575"/>
            <a:chExt cx="1621975" cy="621425"/>
          </a:xfrm>
        </p:grpSpPr>
        <p:sp>
          <p:nvSpPr>
            <p:cNvPr id="3346" name="Google Shape;3346;p65"/>
            <p:cNvSpPr/>
            <p:nvPr/>
          </p:nvSpPr>
          <p:spPr>
            <a:xfrm>
              <a:off x="1440175" y="4172575"/>
              <a:ext cx="1621975" cy="609825"/>
            </a:xfrm>
            <a:custGeom>
              <a:rect b="b" l="l" r="r" t="t"/>
              <a:pathLst>
                <a:path extrusionOk="0" h="24393" w="64879">
                  <a:moveTo>
                    <a:pt x="19559" y="0"/>
                  </a:moveTo>
                  <a:cubicBezTo>
                    <a:pt x="17224" y="0"/>
                    <a:pt x="14591" y="1033"/>
                    <a:pt x="11575" y="3632"/>
                  </a:cubicBezTo>
                  <a:cubicBezTo>
                    <a:pt x="11167" y="3987"/>
                    <a:pt x="10746" y="4372"/>
                    <a:pt x="10322" y="4786"/>
                  </a:cubicBezTo>
                  <a:cubicBezTo>
                    <a:pt x="1" y="14837"/>
                    <a:pt x="13979" y="24328"/>
                    <a:pt x="13979" y="24328"/>
                  </a:cubicBezTo>
                  <a:lnTo>
                    <a:pt x="32302" y="24353"/>
                  </a:lnTo>
                  <a:lnTo>
                    <a:pt x="43916" y="24373"/>
                  </a:lnTo>
                  <a:lnTo>
                    <a:pt x="55288" y="24392"/>
                  </a:lnTo>
                  <a:cubicBezTo>
                    <a:pt x="55288" y="24392"/>
                    <a:pt x="64879" y="15138"/>
                    <a:pt x="58174" y="10115"/>
                  </a:cubicBezTo>
                  <a:cubicBezTo>
                    <a:pt x="57646" y="9720"/>
                    <a:pt x="57014" y="9350"/>
                    <a:pt x="56274" y="9015"/>
                  </a:cubicBezTo>
                  <a:cubicBezTo>
                    <a:pt x="55020" y="8447"/>
                    <a:pt x="53738" y="8217"/>
                    <a:pt x="52444" y="8217"/>
                  </a:cubicBezTo>
                  <a:cubicBezTo>
                    <a:pt x="49694" y="8217"/>
                    <a:pt x="46895" y="9257"/>
                    <a:pt x="44217" y="10297"/>
                  </a:cubicBezTo>
                  <a:cubicBezTo>
                    <a:pt x="41536" y="11339"/>
                    <a:pt x="38977" y="12381"/>
                    <a:pt x="36709" y="12381"/>
                  </a:cubicBezTo>
                  <a:cubicBezTo>
                    <a:pt x="34895" y="12381"/>
                    <a:pt x="33267" y="11714"/>
                    <a:pt x="31912" y="9848"/>
                  </a:cubicBezTo>
                  <a:cubicBezTo>
                    <a:pt x="31148" y="8798"/>
                    <a:pt x="30353" y="7692"/>
                    <a:pt x="29514" y="6617"/>
                  </a:cubicBezTo>
                  <a:lnTo>
                    <a:pt x="27491" y="8728"/>
                  </a:lnTo>
                  <a:lnTo>
                    <a:pt x="28573" y="5453"/>
                  </a:lnTo>
                  <a:cubicBezTo>
                    <a:pt x="28118" y="4910"/>
                    <a:pt x="27649" y="4387"/>
                    <a:pt x="27166" y="3889"/>
                  </a:cubicBezTo>
                  <a:lnTo>
                    <a:pt x="25246" y="10140"/>
                  </a:lnTo>
                  <a:lnTo>
                    <a:pt x="25246" y="2157"/>
                  </a:lnTo>
                  <a:cubicBezTo>
                    <a:pt x="23554" y="852"/>
                    <a:pt x="21679" y="0"/>
                    <a:pt x="19559" y="0"/>
                  </a:cubicBezTo>
                  <a:close/>
                </a:path>
              </a:pathLst>
            </a:custGeom>
            <a:solidFill>
              <a:srgbClr val="4F47B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47" name="Google Shape;3347;p65"/>
            <p:cNvSpPr/>
            <p:nvPr/>
          </p:nvSpPr>
          <p:spPr>
            <a:xfrm>
              <a:off x="1824900" y="4356100"/>
              <a:ext cx="437875" cy="437900"/>
            </a:xfrm>
            <a:custGeom>
              <a:rect b="b" l="l" r="r" t="t"/>
              <a:pathLst>
                <a:path extrusionOk="0" h="17516" w="17515">
                  <a:moveTo>
                    <a:pt x="143" y="1"/>
                  </a:moveTo>
                  <a:lnTo>
                    <a:pt x="0" y="144"/>
                  </a:lnTo>
                  <a:lnTo>
                    <a:pt x="17372" y="17515"/>
                  </a:lnTo>
                  <a:lnTo>
                    <a:pt x="17515" y="17372"/>
                  </a:lnTo>
                  <a:lnTo>
                    <a:pt x="143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48" name="Google Shape;3348;p65"/>
            <p:cNvSpPr/>
            <p:nvPr/>
          </p:nvSpPr>
          <p:spPr>
            <a:xfrm>
              <a:off x="1868825" y="4648425"/>
              <a:ext cx="251000" cy="5200"/>
            </a:xfrm>
            <a:custGeom>
              <a:rect b="b" l="l" r="r" t="t"/>
              <a:pathLst>
                <a:path extrusionOk="0" h="208" w="10040">
                  <a:moveTo>
                    <a:pt x="0" y="0"/>
                  </a:moveTo>
                  <a:lnTo>
                    <a:pt x="0" y="208"/>
                  </a:lnTo>
                  <a:lnTo>
                    <a:pt x="10040" y="208"/>
                  </a:lnTo>
                  <a:lnTo>
                    <a:pt x="10040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49" name="Google Shape;3349;p65"/>
            <p:cNvSpPr/>
            <p:nvPr/>
          </p:nvSpPr>
          <p:spPr>
            <a:xfrm>
              <a:off x="2025200" y="4382500"/>
              <a:ext cx="5100" cy="176400"/>
            </a:xfrm>
            <a:custGeom>
              <a:rect b="b" l="l" r="r" t="t"/>
              <a:pathLst>
                <a:path extrusionOk="0" h="7056" w="204">
                  <a:moveTo>
                    <a:pt x="1" y="1"/>
                  </a:moveTo>
                  <a:lnTo>
                    <a:pt x="1" y="7056"/>
                  </a:lnTo>
                  <a:lnTo>
                    <a:pt x="203" y="7056"/>
                  </a:lnTo>
                  <a:lnTo>
                    <a:pt x="203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50" name="Google Shape;3350;p65"/>
            <p:cNvSpPr/>
            <p:nvPr/>
          </p:nvSpPr>
          <p:spPr>
            <a:xfrm>
              <a:off x="2472825" y="4508200"/>
              <a:ext cx="275425" cy="275425"/>
            </a:xfrm>
            <a:custGeom>
              <a:rect b="b" l="l" r="r" t="t"/>
              <a:pathLst>
                <a:path extrusionOk="0" h="11017" w="11017">
                  <a:moveTo>
                    <a:pt x="10873" y="0"/>
                  </a:moveTo>
                  <a:lnTo>
                    <a:pt x="0" y="10874"/>
                  </a:lnTo>
                  <a:lnTo>
                    <a:pt x="148" y="11017"/>
                  </a:lnTo>
                  <a:lnTo>
                    <a:pt x="11017" y="144"/>
                  </a:lnTo>
                  <a:lnTo>
                    <a:pt x="10873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51" name="Google Shape;3351;p65"/>
            <p:cNvSpPr/>
            <p:nvPr/>
          </p:nvSpPr>
          <p:spPr>
            <a:xfrm>
              <a:off x="2634775" y="4619200"/>
              <a:ext cx="190550" cy="5100"/>
            </a:xfrm>
            <a:custGeom>
              <a:rect b="b" l="l" r="r" t="t"/>
              <a:pathLst>
                <a:path extrusionOk="0" h="204" w="7622">
                  <a:moveTo>
                    <a:pt x="0" y="1"/>
                  </a:moveTo>
                  <a:lnTo>
                    <a:pt x="0" y="203"/>
                  </a:lnTo>
                  <a:lnTo>
                    <a:pt x="7622" y="203"/>
                  </a:lnTo>
                  <a:lnTo>
                    <a:pt x="7622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52" name="Google Shape;3352;p65"/>
            <p:cNvSpPr/>
            <p:nvPr/>
          </p:nvSpPr>
          <p:spPr>
            <a:xfrm>
              <a:off x="2567650" y="4558875"/>
              <a:ext cx="5225" cy="127450"/>
            </a:xfrm>
            <a:custGeom>
              <a:rect b="b" l="l" r="r" t="t"/>
              <a:pathLst>
                <a:path extrusionOk="0" h="5098" w="209">
                  <a:moveTo>
                    <a:pt x="1" y="1"/>
                  </a:moveTo>
                  <a:lnTo>
                    <a:pt x="1" y="5098"/>
                  </a:lnTo>
                  <a:lnTo>
                    <a:pt x="208" y="5098"/>
                  </a:lnTo>
                  <a:lnTo>
                    <a:pt x="208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3353" name="Google Shape;3353;p65"/>
          <p:cNvGrpSpPr/>
          <p:nvPr/>
        </p:nvGrpSpPr>
        <p:grpSpPr>
          <a:xfrm>
            <a:off x="5426471" y="919710"/>
            <a:ext cx="380910" cy="339594"/>
            <a:chOff x="855096" y="1504485"/>
            <a:chExt cx="380910" cy="339594"/>
          </a:xfrm>
        </p:grpSpPr>
        <p:sp>
          <p:nvSpPr>
            <p:cNvPr id="3354" name="Google Shape;3354;p65"/>
            <p:cNvSpPr/>
            <p:nvPr/>
          </p:nvSpPr>
          <p:spPr>
            <a:xfrm>
              <a:off x="1092707" y="1504485"/>
              <a:ext cx="107299" cy="136837"/>
            </a:xfrm>
            <a:custGeom>
              <a:rect b="b" l="l" r="r" t="t"/>
              <a:pathLst>
                <a:path extrusionOk="0" h="4299" w="3371">
                  <a:moveTo>
                    <a:pt x="1691" y="357"/>
                  </a:moveTo>
                  <a:cubicBezTo>
                    <a:pt x="2418" y="357"/>
                    <a:pt x="3013" y="953"/>
                    <a:pt x="3013" y="1679"/>
                  </a:cubicBezTo>
                  <a:cubicBezTo>
                    <a:pt x="3013" y="2250"/>
                    <a:pt x="2644" y="2750"/>
                    <a:pt x="2108" y="2929"/>
                  </a:cubicBezTo>
                  <a:lnTo>
                    <a:pt x="2418" y="1726"/>
                  </a:lnTo>
                  <a:cubicBezTo>
                    <a:pt x="2453" y="1643"/>
                    <a:pt x="2394" y="1536"/>
                    <a:pt x="2287" y="1512"/>
                  </a:cubicBezTo>
                  <a:cubicBezTo>
                    <a:pt x="2273" y="1509"/>
                    <a:pt x="2258" y="1507"/>
                    <a:pt x="2244" y="1507"/>
                  </a:cubicBezTo>
                  <a:cubicBezTo>
                    <a:pt x="2162" y="1507"/>
                    <a:pt x="2082" y="1564"/>
                    <a:pt x="2072" y="1655"/>
                  </a:cubicBezTo>
                  <a:lnTo>
                    <a:pt x="2060" y="1715"/>
                  </a:lnTo>
                  <a:lnTo>
                    <a:pt x="1322" y="1715"/>
                  </a:lnTo>
                  <a:lnTo>
                    <a:pt x="1298" y="1655"/>
                  </a:lnTo>
                  <a:cubicBezTo>
                    <a:pt x="1277" y="1568"/>
                    <a:pt x="1195" y="1511"/>
                    <a:pt x="1117" y="1511"/>
                  </a:cubicBezTo>
                  <a:cubicBezTo>
                    <a:pt x="1110" y="1511"/>
                    <a:pt x="1103" y="1511"/>
                    <a:pt x="1096" y="1512"/>
                  </a:cubicBezTo>
                  <a:cubicBezTo>
                    <a:pt x="1001" y="1548"/>
                    <a:pt x="941" y="1631"/>
                    <a:pt x="965" y="1726"/>
                  </a:cubicBezTo>
                  <a:lnTo>
                    <a:pt x="1275" y="2929"/>
                  </a:lnTo>
                  <a:cubicBezTo>
                    <a:pt x="751" y="2750"/>
                    <a:pt x="370" y="2262"/>
                    <a:pt x="370" y="1679"/>
                  </a:cubicBezTo>
                  <a:cubicBezTo>
                    <a:pt x="370" y="953"/>
                    <a:pt x="965" y="357"/>
                    <a:pt x="1691" y="357"/>
                  </a:cubicBezTo>
                  <a:close/>
                  <a:moveTo>
                    <a:pt x="1989" y="2036"/>
                  </a:moveTo>
                  <a:lnTo>
                    <a:pt x="1751" y="3012"/>
                  </a:lnTo>
                  <a:lnTo>
                    <a:pt x="1656" y="3012"/>
                  </a:lnTo>
                  <a:lnTo>
                    <a:pt x="1406" y="2036"/>
                  </a:lnTo>
                  <a:close/>
                  <a:moveTo>
                    <a:pt x="2072" y="3310"/>
                  </a:moveTo>
                  <a:lnTo>
                    <a:pt x="2072" y="3739"/>
                  </a:lnTo>
                  <a:lnTo>
                    <a:pt x="1322" y="3751"/>
                  </a:lnTo>
                  <a:cubicBezTo>
                    <a:pt x="1322" y="3751"/>
                    <a:pt x="1298" y="3751"/>
                    <a:pt x="1298" y="3739"/>
                  </a:cubicBezTo>
                  <a:lnTo>
                    <a:pt x="1298" y="3310"/>
                  </a:lnTo>
                  <a:cubicBezTo>
                    <a:pt x="1417" y="3334"/>
                    <a:pt x="1560" y="3346"/>
                    <a:pt x="1691" y="3346"/>
                  </a:cubicBezTo>
                  <a:cubicBezTo>
                    <a:pt x="1822" y="3346"/>
                    <a:pt x="1953" y="3334"/>
                    <a:pt x="2072" y="3310"/>
                  </a:cubicBezTo>
                  <a:close/>
                  <a:moveTo>
                    <a:pt x="1691" y="0"/>
                  </a:moveTo>
                  <a:cubicBezTo>
                    <a:pt x="763" y="0"/>
                    <a:pt x="1" y="750"/>
                    <a:pt x="1" y="1679"/>
                  </a:cubicBezTo>
                  <a:cubicBezTo>
                    <a:pt x="1" y="2334"/>
                    <a:pt x="394" y="2917"/>
                    <a:pt x="941" y="3191"/>
                  </a:cubicBezTo>
                  <a:lnTo>
                    <a:pt x="941" y="3751"/>
                  </a:lnTo>
                  <a:cubicBezTo>
                    <a:pt x="941" y="3941"/>
                    <a:pt x="1108" y="4108"/>
                    <a:pt x="1298" y="4108"/>
                  </a:cubicBezTo>
                  <a:lnTo>
                    <a:pt x="1501" y="4108"/>
                  </a:lnTo>
                  <a:lnTo>
                    <a:pt x="1501" y="4120"/>
                  </a:lnTo>
                  <a:cubicBezTo>
                    <a:pt x="1501" y="4227"/>
                    <a:pt x="1572" y="4298"/>
                    <a:pt x="1679" y="4298"/>
                  </a:cubicBezTo>
                  <a:cubicBezTo>
                    <a:pt x="1775" y="4298"/>
                    <a:pt x="1858" y="4227"/>
                    <a:pt x="1858" y="4120"/>
                  </a:cubicBezTo>
                  <a:lnTo>
                    <a:pt x="1858" y="4108"/>
                  </a:lnTo>
                  <a:lnTo>
                    <a:pt x="2048" y="4108"/>
                  </a:lnTo>
                  <a:cubicBezTo>
                    <a:pt x="2239" y="4108"/>
                    <a:pt x="2406" y="3941"/>
                    <a:pt x="2406" y="3751"/>
                  </a:cubicBezTo>
                  <a:lnTo>
                    <a:pt x="2406" y="3191"/>
                  </a:lnTo>
                  <a:cubicBezTo>
                    <a:pt x="2953" y="2917"/>
                    <a:pt x="3346" y="2334"/>
                    <a:pt x="3346" y="1679"/>
                  </a:cubicBezTo>
                  <a:cubicBezTo>
                    <a:pt x="3370" y="750"/>
                    <a:pt x="2608" y="0"/>
                    <a:pt x="1691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55" name="Google Shape;3355;p65"/>
            <p:cNvSpPr/>
            <p:nvPr/>
          </p:nvSpPr>
          <p:spPr>
            <a:xfrm>
              <a:off x="855096" y="1521896"/>
              <a:ext cx="214152" cy="322183"/>
            </a:xfrm>
            <a:custGeom>
              <a:rect b="b" l="l" r="r" t="t"/>
              <a:pathLst>
                <a:path extrusionOk="0" h="10122" w="6728">
                  <a:moveTo>
                    <a:pt x="3346" y="358"/>
                  </a:moveTo>
                  <a:cubicBezTo>
                    <a:pt x="3870" y="358"/>
                    <a:pt x="4299" y="703"/>
                    <a:pt x="4299" y="1120"/>
                  </a:cubicBezTo>
                  <a:cubicBezTo>
                    <a:pt x="4001" y="1001"/>
                    <a:pt x="3691" y="941"/>
                    <a:pt x="3346" y="941"/>
                  </a:cubicBezTo>
                  <a:cubicBezTo>
                    <a:pt x="3001" y="941"/>
                    <a:pt x="2691" y="1001"/>
                    <a:pt x="2394" y="1120"/>
                  </a:cubicBezTo>
                  <a:cubicBezTo>
                    <a:pt x="2394" y="703"/>
                    <a:pt x="2810" y="358"/>
                    <a:pt x="3346" y="358"/>
                  </a:cubicBezTo>
                  <a:close/>
                  <a:moveTo>
                    <a:pt x="3370" y="1299"/>
                  </a:moveTo>
                  <a:cubicBezTo>
                    <a:pt x="4620" y="1299"/>
                    <a:pt x="5620" y="2311"/>
                    <a:pt x="5620" y="3561"/>
                  </a:cubicBezTo>
                  <a:cubicBezTo>
                    <a:pt x="5620" y="3882"/>
                    <a:pt x="5549" y="4216"/>
                    <a:pt x="5418" y="4513"/>
                  </a:cubicBezTo>
                  <a:lnTo>
                    <a:pt x="5418" y="4347"/>
                  </a:lnTo>
                  <a:cubicBezTo>
                    <a:pt x="5418" y="4144"/>
                    <a:pt x="5322" y="3930"/>
                    <a:pt x="5168" y="3799"/>
                  </a:cubicBezTo>
                  <a:cubicBezTo>
                    <a:pt x="4811" y="3489"/>
                    <a:pt x="4025" y="2953"/>
                    <a:pt x="2632" y="2811"/>
                  </a:cubicBezTo>
                  <a:cubicBezTo>
                    <a:pt x="2626" y="2810"/>
                    <a:pt x="2619" y="2809"/>
                    <a:pt x="2613" y="2809"/>
                  </a:cubicBezTo>
                  <a:cubicBezTo>
                    <a:pt x="2535" y="2809"/>
                    <a:pt x="2452" y="2878"/>
                    <a:pt x="2441" y="2977"/>
                  </a:cubicBezTo>
                  <a:cubicBezTo>
                    <a:pt x="2429" y="3073"/>
                    <a:pt x="2501" y="3156"/>
                    <a:pt x="2608" y="3168"/>
                  </a:cubicBezTo>
                  <a:cubicBezTo>
                    <a:pt x="3882" y="3311"/>
                    <a:pt x="4632" y="3787"/>
                    <a:pt x="4941" y="4061"/>
                  </a:cubicBezTo>
                  <a:cubicBezTo>
                    <a:pt x="5013" y="4144"/>
                    <a:pt x="5072" y="4239"/>
                    <a:pt x="5072" y="4347"/>
                  </a:cubicBezTo>
                  <a:lnTo>
                    <a:pt x="5072" y="4680"/>
                  </a:lnTo>
                  <a:cubicBezTo>
                    <a:pt x="5072" y="5609"/>
                    <a:pt x="4310" y="6371"/>
                    <a:pt x="3382" y="6371"/>
                  </a:cubicBezTo>
                  <a:cubicBezTo>
                    <a:pt x="3374" y="6371"/>
                    <a:pt x="3367" y="6371"/>
                    <a:pt x="3359" y="6371"/>
                  </a:cubicBezTo>
                  <a:cubicBezTo>
                    <a:pt x="2405" y="6371"/>
                    <a:pt x="1643" y="5625"/>
                    <a:pt x="1643" y="4692"/>
                  </a:cubicBezTo>
                  <a:lnTo>
                    <a:pt x="1643" y="4549"/>
                  </a:lnTo>
                  <a:cubicBezTo>
                    <a:pt x="1643" y="4466"/>
                    <a:pt x="1679" y="4406"/>
                    <a:pt x="1739" y="4382"/>
                  </a:cubicBezTo>
                  <a:cubicBezTo>
                    <a:pt x="1965" y="4263"/>
                    <a:pt x="2251" y="4025"/>
                    <a:pt x="2382" y="3620"/>
                  </a:cubicBezTo>
                  <a:cubicBezTo>
                    <a:pt x="2405" y="3525"/>
                    <a:pt x="2370" y="3430"/>
                    <a:pt x="2274" y="3394"/>
                  </a:cubicBezTo>
                  <a:cubicBezTo>
                    <a:pt x="2258" y="3389"/>
                    <a:pt x="2240" y="3387"/>
                    <a:pt x="2222" y="3387"/>
                  </a:cubicBezTo>
                  <a:cubicBezTo>
                    <a:pt x="2152" y="3387"/>
                    <a:pt x="2079" y="3425"/>
                    <a:pt x="2060" y="3501"/>
                  </a:cubicBezTo>
                  <a:cubicBezTo>
                    <a:pt x="1953" y="3799"/>
                    <a:pt x="1739" y="3966"/>
                    <a:pt x="1584" y="4061"/>
                  </a:cubicBezTo>
                  <a:cubicBezTo>
                    <a:pt x="1417" y="4156"/>
                    <a:pt x="1310" y="4335"/>
                    <a:pt x="1310" y="4513"/>
                  </a:cubicBezTo>
                  <a:cubicBezTo>
                    <a:pt x="1179" y="4216"/>
                    <a:pt x="1108" y="3882"/>
                    <a:pt x="1108" y="3561"/>
                  </a:cubicBezTo>
                  <a:cubicBezTo>
                    <a:pt x="1108" y="2311"/>
                    <a:pt x="2120" y="1299"/>
                    <a:pt x="3370" y="1299"/>
                  </a:cubicBezTo>
                  <a:close/>
                  <a:moveTo>
                    <a:pt x="4108" y="6585"/>
                  </a:moveTo>
                  <a:lnTo>
                    <a:pt x="4108" y="7002"/>
                  </a:lnTo>
                  <a:cubicBezTo>
                    <a:pt x="4108" y="7228"/>
                    <a:pt x="4239" y="7418"/>
                    <a:pt x="4430" y="7502"/>
                  </a:cubicBezTo>
                  <a:lnTo>
                    <a:pt x="4691" y="7621"/>
                  </a:lnTo>
                  <a:cubicBezTo>
                    <a:pt x="4441" y="8133"/>
                    <a:pt x="3918" y="8442"/>
                    <a:pt x="3346" y="8442"/>
                  </a:cubicBezTo>
                  <a:cubicBezTo>
                    <a:pt x="2786" y="8442"/>
                    <a:pt x="2263" y="8133"/>
                    <a:pt x="2013" y="7621"/>
                  </a:cubicBezTo>
                  <a:lnTo>
                    <a:pt x="2263" y="7502"/>
                  </a:lnTo>
                  <a:cubicBezTo>
                    <a:pt x="2453" y="7418"/>
                    <a:pt x="2584" y="7228"/>
                    <a:pt x="2584" y="7002"/>
                  </a:cubicBezTo>
                  <a:lnTo>
                    <a:pt x="2584" y="6585"/>
                  </a:lnTo>
                  <a:cubicBezTo>
                    <a:pt x="2822" y="6668"/>
                    <a:pt x="3084" y="6728"/>
                    <a:pt x="3346" y="6728"/>
                  </a:cubicBezTo>
                  <a:cubicBezTo>
                    <a:pt x="3620" y="6728"/>
                    <a:pt x="3870" y="6668"/>
                    <a:pt x="4108" y="6585"/>
                  </a:cubicBezTo>
                  <a:close/>
                  <a:moveTo>
                    <a:pt x="3346" y="1"/>
                  </a:moveTo>
                  <a:cubicBezTo>
                    <a:pt x="2632" y="1"/>
                    <a:pt x="2060" y="513"/>
                    <a:pt x="2060" y="1120"/>
                  </a:cubicBezTo>
                  <a:cubicBezTo>
                    <a:pt x="2060" y="1179"/>
                    <a:pt x="2060" y="1227"/>
                    <a:pt x="2072" y="1287"/>
                  </a:cubicBezTo>
                  <a:cubicBezTo>
                    <a:pt x="1286" y="1727"/>
                    <a:pt x="750" y="2572"/>
                    <a:pt x="750" y="3561"/>
                  </a:cubicBezTo>
                  <a:cubicBezTo>
                    <a:pt x="750" y="4204"/>
                    <a:pt x="989" y="4811"/>
                    <a:pt x="1405" y="5287"/>
                  </a:cubicBezTo>
                  <a:cubicBezTo>
                    <a:pt x="1548" y="5751"/>
                    <a:pt x="1846" y="6156"/>
                    <a:pt x="2251" y="6406"/>
                  </a:cubicBezTo>
                  <a:lnTo>
                    <a:pt x="2251" y="7014"/>
                  </a:lnTo>
                  <a:cubicBezTo>
                    <a:pt x="2251" y="7085"/>
                    <a:pt x="2203" y="7168"/>
                    <a:pt x="2132" y="7192"/>
                  </a:cubicBezTo>
                  <a:lnTo>
                    <a:pt x="548" y="7895"/>
                  </a:lnTo>
                  <a:cubicBezTo>
                    <a:pt x="203" y="8037"/>
                    <a:pt x="0" y="8371"/>
                    <a:pt x="0" y="8740"/>
                  </a:cubicBezTo>
                  <a:lnTo>
                    <a:pt x="0" y="9942"/>
                  </a:lnTo>
                  <a:cubicBezTo>
                    <a:pt x="0" y="10050"/>
                    <a:pt x="72" y="10121"/>
                    <a:pt x="179" y="10121"/>
                  </a:cubicBezTo>
                  <a:cubicBezTo>
                    <a:pt x="286" y="10121"/>
                    <a:pt x="358" y="10050"/>
                    <a:pt x="358" y="9942"/>
                  </a:cubicBezTo>
                  <a:lnTo>
                    <a:pt x="358" y="8740"/>
                  </a:lnTo>
                  <a:cubicBezTo>
                    <a:pt x="358" y="8514"/>
                    <a:pt x="489" y="8311"/>
                    <a:pt x="703" y="8216"/>
                  </a:cubicBezTo>
                  <a:lnTo>
                    <a:pt x="1691" y="7776"/>
                  </a:lnTo>
                  <a:cubicBezTo>
                    <a:pt x="2013" y="8395"/>
                    <a:pt x="2644" y="8799"/>
                    <a:pt x="3358" y="8799"/>
                  </a:cubicBezTo>
                  <a:cubicBezTo>
                    <a:pt x="4072" y="8799"/>
                    <a:pt x="4715" y="8395"/>
                    <a:pt x="5025" y="7776"/>
                  </a:cubicBezTo>
                  <a:lnTo>
                    <a:pt x="6025" y="8216"/>
                  </a:lnTo>
                  <a:cubicBezTo>
                    <a:pt x="6239" y="8311"/>
                    <a:pt x="6370" y="8514"/>
                    <a:pt x="6370" y="8740"/>
                  </a:cubicBezTo>
                  <a:lnTo>
                    <a:pt x="6370" y="9942"/>
                  </a:lnTo>
                  <a:cubicBezTo>
                    <a:pt x="6370" y="10050"/>
                    <a:pt x="6442" y="10121"/>
                    <a:pt x="6549" y="10121"/>
                  </a:cubicBezTo>
                  <a:cubicBezTo>
                    <a:pt x="6656" y="10121"/>
                    <a:pt x="6727" y="10050"/>
                    <a:pt x="6727" y="9942"/>
                  </a:cubicBezTo>
                  <a:lnTo>
                    <a:pt x="6727" y="8740"/>
                  </a:lnTo>
                  <a:cubicBezTo>
                    <a:pt x="6704" y="8371"/>
                    <a:pt x="6489" y="8037"/>
                    <a:pt x="6144" y="7895"/>
                  </a:cubicBezTo>
                  <a:lnTo>
                    <a:pt x="4572" y="7192"/>
                  </a:lnTo>
                  <a:cubicBezTo>
                    <a:pt x="4501" y="7168"/>
                    <a:pt x="4453" y="7085"/>
                    <a:pt x="4453" y="7014"/>
                  </a:cubicBezTo>
                  <a:lnTo>
                    <a:pt x="4453" y="6406"/>
                  </a:lnTo>
                  <a:cubicBezTo>
                    <a:pt x="4858" y="6156"/>
                    <a:pt x="5156" y="5751"/>
                    <a:pt x="5299" y="5287"/>
                  </a:cubicBezTo>
                  <a:cubicBezTo>
                    <a:pt x="5715" y="4811"/>
                    <a:pt x="5954" y="4204"/>
                    <a:pt x="5954" y="3561"/>
                  </a:cubicBezTo>
                  <a:cubicBezTo>
                    <a:pt x="5954" y="2596"/>
                    <a:pt x="5418" y="1727"/>
                    <a:pt x="4632" y="1287"/>
                  </a:cubicBezTo>
                  <a:cubicBezTo>
                    <a:pt x="4644" y="1227"/>
                    <a:pt x="4644" y="1179"/>
                    <a:pt x="4644" y="1120"/>
                  </a:cubicBezTo>
                  <a:cubicBezTo>
                    <a:pt x="4644" y="513"/>
                    <a:pt x="4060" y="1"/>
                    <a:pt x="3346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56" name="Google Shape;3356;p65"/>
            <p:cNvSpPr/>
            <p:nvPr/>
          </p:nvSpPr>
          <p:spPr>
            <a:xfrm>
              <a:off x="896411" y="1808780"/>
              <a:ext cx="11395" cy="34918"/>
            </a:xfrm>
            <a:custGeom>
              <a:rect b="b" l="l" r="r" t="t"/>
              <a:pathLst>
                <a:path extrusionOk="0" h="1097" w="358">
                  <a:moveTo>
                    <a:pt x="179" y="1"/>
                  </a:moveTo>
                  <a:cubicBezTo>
                    <a:pt x="72" y="1"/>
                    <a:pt x="0" y="72"/>
                    <a:pt x="0" y="179"/>
                  </a:cubicBezTo>
                  <a:lnTo>
                    <a:pt x="0" y="918"/>
                  </a:lnTo>
                  <a:cubicBezTo>
                    <a:pt x="0" y="1025"/>
                    <a:pt x="72" y="1096"/>
                    <a:pt x="179" y="1096"/>
                  </a:cubicBezTo>
                  <a:cubicBezTo>
                    <a:pt x="286" y="1096"/>
                    <a:pt x="357" y="1025"/>
                    <a:pt x="357" y="918"/>
                  </a:cubicBezTo>
                  <a:lnTo>
                    <a:pt x="357" y="179"/>
                  </a:lnTo>
                  <a:cubicBezTo>
                    <a:pt x="345" y="84"/>
                    <a:pt x="262" y="1"/>
                    <a:pt x="179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57" name="Google Shape;3357;p65"/>
            <p:cNvSpPr/>
            <p:nvPr/>
          </p:nvSpPr>
          <p:spPr>
            <a:xfrm>
              <a:off x="1015391" y="1808780"/>
              <a:ext cx="11395" cy="34918"/>
            </a:xfrm>
            <a:custGeom>
              <a:rect b="b" l="l" r="r" t="t"/>
              <a:pathLst>
                <a:path extrusionOk="0" h="1097" w="358">
                  <a:moveTo>
                    <a:pt x="179" y="1"/>
                  </a:moveTo>
                  <a:cubicBezTo>
                    <a:pt x="72" y="1"/>
                    <a:pt x="1" y="72"/>
                    <a:pt x="1" y="179"/>
                  </a:cubicBezTo>
                  <a:lnTo>
                    <a:pt x="1" y="918"/>
                  </a:lnTo>
                  <a:cubicBezTo>
                    <a:pt x="1" y="1025"/>
                    <a:pt x="72" y="1096"/>
                    <a:pt x="179" y="1096"/>
                  </a:cubicBezTo>
                  <a:cubicBezTo>
                    <a:pt x="275" y="1096"/>
                    <a:pt x="346" y="1025"/>
                    <a:pt x="346" y="918"/>
                  </a:cubicBezTo>
                  <a:lnTo>
                    <a:pt x="346" y="179"/>
                  </a:lnTo>
                  <a:cubicBezTo>
                    <a:pt x="358" y="84"/>
                    <a:pt x="275" y="1"/>
                    <a:pt x="179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58" name="Google Shape;3358;p65"/>
            <p:cNvSpPr/>
            <p:nvPr/>
          </p:nvSpPr>
          <p:spPr>
            <a:xfrm>
              <a:off x="1057471" y="1522660"/>
              <a:ext cx="178534" cy="186110"/>
            </a:xfrm>
            <a:custGeom>
              <a:rect b="b" l="l" r="r" t="t"/>
              <a:pathLst>
                <a:path extrusionOk="0" h="5847" w="5609">
                  <a:moveTo>
                    <a:pt x="739" y="1"/>
                  </a:moveTo>
                  <a:cubicBezTo>
                    <a:pt x="346" y="1"/>
                    <a:pt x="0" y="322"/>
                    <a:pt x="0" y="739"/>
                  </a:cubicBezTo>
                  <a:lnTo>
                    <a:pt x="0" y="3751"/>
                  </a:lnTo>
                  <a:cubicBezTo>
                    <a:pt x="0" y="4144"/>
                    <a:pt x="322" y="4489"/>
                    <a:pt x="739" y="4489"/>
                  </a:cubicBezTo>
                  <a:lnTo>
                    <a:pt x="1084" y="4489"/>
                  </a:lnTo>
                  <a:lnTo>
                    <a:pt x="834" y="5513"/>
                  </a:lnTo>
                  <a:cubicBezTo>
                    <a:pt x="798" y="5620"/>
                    <a:pt x="846" y="5739"/>
                    <a:pt x="941" y="5799"/>
                  </a:cubicBezTo>
                  <a:cubicBezTo>
                    <a:pt x="977" y="5823"/>
                    <a:pt x="1036" y="5847"/>
                    <a:pt x="1084" y="5847"/>
                  </a:cubicBezTo>
                  <a:cubicBezTo>
                    <a:pt x="1143" y="5847"/>
                    <a:pt x="1191" y="5823"/>
                    <a:pt x="1250" y="5799"/>
                  </a:cubicBezTo>
                  <a:lnTo>
                    <a:pt x="3048" y="4489"/>
                  </a:lnTo>
                  <a:lnTo>
                    <a:pt x="4870" y="4489"/>
                  </a:lnTo>
                  <a:cubicBezTo>
                    <a:pt x="5263" y="4489"/>
                    <a:pt x="5608" y="4156"/>
                    <a:pt x="5608" y="3739"/>
                  </a:cubicBezTo>
                  <a:lnTo>
                    <a:pt x="5608" y="739"/>
                  </a:lnTo>
                  <a:cubicBezTo>
                    <a:pt x="5596" y="322"/>
                    <a:pt x="5263" y="1"/>
                    <a:pt x="4870" y="1"/>
                  </a:cubicBezTo>
                  <a:cubicBezTo>
                    <a:pt x="4763" y="1"/>
                    <a:pt x="4691" y="72"/>
                    <a:pt x="4691" y="179"/>
                  </a:cubicBezTo>
                  <a:cubicBezTo>
                    <a:pt x="4691" y="274"/>
                    <a:pt x="4763" y="346"/>
                    <a:pt x="4870" y="346"/>
                  </a:cubicBezTo>
                  <a:cubicBezTo>
                    <a:pt x="5072" y="346"/>
                    <a:pt x="5251" y="524"/>
                    <a:pt x="5251" y="739"/>
                  </a:cubicBezTo>
                  <a:lnTo>
                    <a:pt x="5251" y="3739"/>
                  </a:lnTo>
                  <a:cubicBezTo>
                    <a:pt x="5251" y="3953"/>
                    <a:pt x="5072" y="4132"/>
                    <a:pt x="4870" y="4132"/>
                  </a:cubicBezTo>
                  <a:lnTo>
                    <a:pt x="2989" y="4132"/>
                  </a:lnTo>
                  <a:cubicBezTo>
                    <a:pt x="2965" y="4132"/>
                    <a:pt x="2917" y="4144"/>
                    <a:pt x="2882" y="4156"/>
                  </a:cubicBezTo>
                  <a:lnTo>
                    <a:pt x="1215" y="5382"/>
                  </a:lnTo>
                  <a:lnTo>
                    <a:pt x="1477" y="4358"/>
                  </a:lnTo>
                  <a:cubicBezTo>
                    <a:pt x="1489" y="4299"/>
                    <a:pt x="1477" y="4251"/>
                    <a:pt x="1441" y="4203"/>
                  </a:cubicBezTo>
                  <a:cubicBezTo>
                    <a:pt x="1417" y="4156"/>
                    <a:pt x="1358" y="4132"/>
                    <a:pt x="1310" y="4132"/>
                  </a:cubicBezTo>
                  <a:lnTo>
                    <a:pt x="739" y="4132"/>
                  </a:lnTo>
                  <a:cubicBezTo>
                    <a:pt x="536" y="4132"/>
                    <a:pt x="358" y="3953"/>
                    <a:pt x="358" y="3739"/>
                  </a:cubicBezTo>
                  <a:lnTo>
                    <a:pt x="358" y="739"/>
                  </a:lnTo>
                  <a:cubicBezTo>
                    <a:pt x="358" y="524"/>
                    <a:pt x="536" y="346"/>
                    <a:pt x="739" y="346"/>
                  </a:cubicBezTo>
                  <a:cubicBezTo>
                    <a:pt x="846" y="346"/>
                    <a:pt x="917" y="274"/>
                    <a:pt x="917" y="179"/>
                  </a:cubicBezTo>
                  <a:cubicBezTo>
                    <a:pt x="917" y="72"/>
                    <a:pt x="846" y="1"/>
                    <a:pt x="739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3359" name="Google Shape;3359;p65"/>
          <p:cNvGrpSpPr/>
          <p:nvPr/>
        </p:nvGrpSpPr>
        <p:grpSpPr>
          <a:xfrm>
            <a:off x="3350326" y="919689"/>
            <a:ext cx="382828" cy="358601"/>
            <a:chOff x="2753373" y="2902523"/>
            <a:chExt cx="347552" cy="325557"/>
          </a:xfrm>
        </p:grpSpPr>
        <p:sp>
          <p:nvSpPr>
            <p:cNvPr id="3360" name="Google Shape;3360;p65"/>
            <p:cNvSpPr/>
            <p:nvPr/>
          </p:nvSpPr>
          <p:spPr>
            <a:xfrm>
              <a:off x="2807962" y="3018575"/>
              <a:ext cx="86418" cy="29506"/>
            </a:xfrm>
            <a:custGeom>
              <a:rect b="b" l="l" r="r" t="t"/>
              <a:pathLst>
                <a:path extrusionOk="0" h="927" w="2715">
                  <a:moveTo>
                    <a:pt x="1070" y="0"/>
                  </a:moveTo>
                  <a:cubicBezTo>
                    <a:pt x="752" y="0"/>
                    <a:pt x="464" y="31"/>
                    <a:pt x="274" y="57"/>
                  </a:cubicBezTo>
                  <a:cubicBezTo>
                    <a:pt x="107" y="93"/>
                    <a:pt x="0" y="224"/>
                    <a:pt x="0" y="390"/>
                  </a:cubicBezTo>
                  <a:lnTo>
                    <a:pt x="0" y="759"/>
                  </a:lnTo>
                  <a:cubicBezTo>
                    <a:pt x="0" y="843"/>
                    <a:pt x="72" y="926"/>
                    <a:pt x="155" y="926"/>
                  </a:cubicBezTo>
                  <a:cubicBezTo>
                    <a:pt x="250" y="926"/>
                    <a:pt x="322" y="843"/>
                    <a:pt x="322" y="759"/>
                  </a:cubicBezTo>
                  <a:lnTo>
                    <a:pt x="322" y="390"/>
                  </a:lnTo>
                  <a:cubicBezTo>
                    <a:pt x="322" y="390"/>
                    <a:pt x="322" y="367"/>
                    <a:pt x="334" y="367"/>
                  </a:cubicBezTo>
                  <a:cubicBezTo>
                    <a:pt x="493" y="349"/>
                    <a:pt x="758" y="318"/>
                    <a:pt x="1059" y="318"/>
                  </a:cubicBezTo>
                  <a:cubicBezTo>
                    <a:pt x="1163" y="318"/>
                    <a:pt x="1271" y="322"/>
                    <a:pt x="1381" y="331"/>
                  </a:cubicBezTo>
                  <a:cubicBezTo>
                    <a:pt x="1870" y="355"/>
                    <a:pt x="2239" y="486"/>
                    <a:pt x="2453" y="700"/>
                  </a:cubicBezTo>
                  <a:cubicBezTo>
                    <a:pt x="2483" y="730"/>
                    <a:pt x="2524" y="745"/>
                    <a:pt x="2566" y="745"/>
                  </a:cubicBezTo>
                  <a:cubicBezTo>
                    <a:pt x="2608" y="745"/>
                    <a:pt x="2649" y="730"/>
                    <a:pt x="2679" y="700"/>
                  </a:cubicBezTo>
                  <a:cubicBezTo>
                    <a:pt x="2715" y="640"/>
                    <a:pt x="2715" y="533"/>
                    <a:pt x="2655" y="474"/>
                  </a:cubicBezTo>
                  <a:cubicBezTo>
                    <a:pt x="2276" y="95"/>
                    <a:pt x="1627" y="0"/>
                    <a:pt x="1070" y="0"/>
                  </a:cubicBezTo>
                  <a:close/>
                </a:path>
              </a:pathLst>
            </a:custGeom>
            <a:solidFill>
              <a:srgbClr val="21204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61" name="Google Shape;3361;p65"/>
            <p:cNvSpPr/>
            <p:nvPr/>
          </p:nvSpPr>
          <p:spPr>
            <a:xfrm>
              <a:off x="2753373" y="2973376"/>
              <a:ext cx="195213" cy="254704"/>
            </a:xfrm>
            <a:custGeom>
              <a:rect b="b" l="l" r="r" t="t"/>
              <a:pathLst>
                <a:path extrusionOk="0" h="8002" w="6133">
                  <a:moveTo>
                    <a:pt x="4787" y="298"/>
                  </a:moveTo>
                  <a:lnTo>
                    <a:pt x="4787" y="1846"/>
                  </a:lnTo>
                  <a:cubicBezTo>
                    <a:pt x="4787" y="2084"/>
                    <a:pt x="4751" y="2310"/>
                    <a:pt x="4644" y="2513"/>
                  </a:cubicBezTo>
                  <a:cubicBezTo>
                    <a:pt x="4632" y="2537"/>
                    <a:pt x="4632" y="2560"/>
                    <a:pt x="4632" y="2596"/>
                  </a:cubicBezTo>
                  <a:lnTo>
                    <a:pt x="4632" y="3037"/>
                  </a:lnTo>
                  <a:cubicBezTo>
                    <a:pt x="4632" y="3465"/>
                    <a:pt x="4442" y="3870"/>
                    <a:pt x="4132" y="4168"/>
                  </a:cubicBezTo>
                  <a:cubicBezTo>
                    <a:pt x="3852" y="4437"/>
                    <a:pt x="3484" y="4590"/>
                    <a:pt x="3099" y="4590"/>
                  </a:cubicBezTo>
                  <a:cubicBezTo>
                    <a:pt x="3059" y="4590"/>
                    <a:pt x="3018" y="4588"/>
                    <a:pt x="2977" y="4584"/>
                  </a:cubicBezTo>
                  <a:cubicBezTo>
                    <a:pt x="2156" y="4525"/>
                    <a:pt x="1513" y="3811"/>
                    <a:pt x="1513" y="2977"/>
                  </a:cubicBezTo>
                  <a:lnTo>
                    <a:pt x="1513" y="2572"/>
                  </a:lnTo>
                  <a:cubicBezTo>
                    <a:pt x="1513" y="2549"/>
                    <a:pt x="1513" y="2537"/>
                    <a:pt x="1501" y="2501"/>
                  </a:cubicBezTo>
                  <a:cubicBezTo>
                    <a:pt x="1394" y="2298"/>
                    <a:pt x="1358" y="2072"/>
                    <a:pt x="1358" y="1834"/>
                  </a:cubicBezTo>
                  <a:lnTo>
                    <a:pt x="1358" y="1513"/>
                  </a:lnTo>
                  <a:cubicBezTo>
                    <a:pt x="1358" y="834"/>
                    <a:pt x="1894" y="298"/>
                    <a:pt x="2561" y="298"/>
                  </a:cubicBezTo>
                  <a:close/>
                  <a:moveTo>
                    <a:pt x="3930" y="4680"/>
                  </a:moveTo>
                  <a:lnTo>
                    <a:pt x="3930" y="4977"/>
                  </a:lnTo>
                  <a:lnTo>
                    <a:pt x="3061" y="5573"/>
                  </a:lnTo>
                  <a:lnTo>
                    <a:pt x="2203" y="4977"/>
                  </a:lnTo>
                  <a:lnTo>
                    <a:pt x="2203" y="4680"/>
                  </a:lnTo>
                  <a:cubicBezTo>
                    <a:pt x="2430" y="4799"/>
                    <a:pt x="2680" y="4870"/>
                    <a:pt x="2942" y="4882"/>
                  </a:cubicBezTo>
                  <a:lnTo>
                    <a:pt x="3061" y="4882"/>
                  </a:lnTo>
                  <a:cubicBezTo>
                    <a:pt x="3358" y="4882"/>
                    <a:pt x="3656" y="4811"/>
                    <a:pt x="3930" y="4680"/>
                  </a:cubicBezTo>
                  <a:close/>
                  <a:moveTo>
                    <a:pt x="2084" y="5275"/>
                  </a:moveTo>
                  <a:lnTo>
                    <a:pt x="2846" y="5787"/>
                  </a:lnTo>
                  <a:lnTo>
                    <a:pt x="2430" y="6180"/>
                  </a:lnTo>
                  <a:lnTo>
                    <a:pt x="2406" y="6180"/>
                  </a:lnTo>
                  <a:lnTo>
                    <a:pt x="1918" y="5442"/>
                  </a:lnTo>
                  <a:lnTo>
                    <a:pt x="2084" y="5275"/>
                  </a:lnTo>
                  <a:close/>
                  <a:moveTo>
                    <a:pt x="4073" y="5251"/>
                  </a:moveTo>
                  <a:lnTo>
                    <a:pt x="4239" y="5418"/>
                  </a:lnTo>
                  <a:lnTo>
                    <a:pt x="3739" y="6180"/>
                  </a:lnTo>
                  <a:lnTo>
                    <a:pt x="3716" y="6180"/>
                  </a:lnTo>
                  <a:lnTo>
                    <a:pt x="3311" y="5775"/>
                  </a:lnTo>
                  <a:lnTo>
                    <a:pt x="4073" y="5251"/>
                  </a:lnTo>
                  <a:close/>
                  <a:moveTo>
                    <a:pt x="2549" y="1"/>
                  </a:moveTo>
                  <a:cubicBezTo>
                    <a:pt x="1715" y="1"/>
                    <a:pt x="1025" y="691"/>
                    <a:pt x="1025" y="1525"/>
                  </a:cubicBezTo>
                  <a:lnTo>
                    <a:pt x="1025" y="1870"/>
                  </a:lnTo>
                  <a:cubicBezTo>
                    <a:pt x="1025" y="2132"/>
                    <a:pt x="1084" y="2406"/>
                    <a:pt x="1191" y="2644"/>
                  </a:cubicBezTo>
                  <a:lnTo>
                    <a:pt x="1191" y="3001"/>
                  </a:lnTo>
                  <a:cubicBezTo>
                    <a:pt x="1191" y="3596"/>
                    <a:pt x="1453" y="4132"/>
                    <a:pt x="1870" y="4489"/>
                  </a:cubicBezTo>
                  <a:lnTo>
                    <a:pt x="1870" y="5025"/>
                  </a:lnTo>
                  <a:lnTo>
                    <a:pt x="1572" y="5335"/>
                  </a:lnTo>
                  <a:cubicBezTo>
                    <a:pt x="1549" y="5358"/>
                    <a:pt x="1537" y="5406"/>
                    <a:pt x="1537" y="5454"/>
                  </a:cubicBezTo>
                  <a:lnTo>
                    <a:pt x="548" y="5811"/>
                  </a:lnTo>
                  <a:cubicBezTo>
                    <a:pt x="227" y="5930"/>
                    <a:pt x="1" y="6239"/>
                    <a:pt x="1" y="6597"/>
                  </a:cubicBezTo>
                  <a:lnTo>
                    <a:pt x="1" y="7823"/>
                  </a:lnTo>
                  <a:cubicBezTo>
                    <a:pt x="1" y="7906"/>
                    <a:pt x="72" y="7978"/>
                    <a:pt x="167" y="7978"/>
                  </a:cubicBezTo>
                  <a:cubicBezTo>
                    <a:pt x="251" y="7978"/>
                    <a:pt x="322" y="7906"/>
                    <a:pt x="322" y="7823"/>
                  </a:cubicBezTo>
                  <a:lnTo>
                    <a:pt x="322" y="6597"/>
                  </a:lnTo>
                  <a:cubicBezTo>
                    <a:pt x="322" y="6370"/>
                    <a:pt x="465" y="6180"/>
                    <a:pt x="668" y="6108"/>
                  </a:cubicBezTo>
                  <a:lnTo>
                    <a:pt x="1691" y="5739"/>
                  </a:lnTo>
                  <a:lnTo>
                    <a:pt x="2120" y="6370"/>
                  </a:lnTo>
                  <a:cubicBezTo>
                    <a:pt x="2180" y="6466"/>
                    <a:pt x="2275" y="6501"/>
                    <a:pt x="2358" y="6525"/>
                  </a:cubicBezTo>
                  <a:lnTo>
                    <a:pt x="2394" y="6525"/>
                  </a:lnTo>
                  <a:cubicBezTo>
                    <a:pt x="2489" y="6525"/>
                    <a:pt x="2561" y="6489"/>
                    <a:pt x="2632" y="6430"/>
                  </a:cubicBezTo>
                  <a:lnTo>
                    <a:pt x="2906" y="6168"/>
                  </a:lnTo>
                  <a:lnTo>
                    <a:pt x="2906" y="7835"/>
                  </a:lnTo>
                  <a:cubicBezTo>
                    <a:pt x="2906" y="7918"/>
                    <a:pt x="2977" y="8002"/>
                    <a:pt x="3061" y="8002"/>
                  </a:cubicBezTo>
                  <a:cubicBezTo>
                    <a:pt x="3156" y="8002"/>
                    <a:pt x="3227" y="7918"/>
                    <a:pt x="3227" y="7835"/>
                  </a:cubicBezTo>
                  <a:lnTo>
                    <a:pt x="3227" y="6168"/>
                  </a:lnTo>
                  <a:lnTo>
                    <a:pt x="3501" y="6430"/>
                  </a:lnTo>
                  <a:cubicBezTo>
                    <a:pt x="3549" y="6489"/>
                    <a:pt x="3644" y="6525"/>
                    <a:pt x="3739" y="6525"/>
                  </a:cubicBezTo>
                  <a:lnTo>
                    <a:pt x="3763" y="6525"/>
                  </a:lnTo>
                  <a:cubicBezTo>
                    <a:pt x="3870" y="6501"/>
                    <a:pt x="3954" y="6466"/>
                    <a:pt x="4001" y="6370"/>
                  </a:cubicBezTo>
                  <a:lnTo>
                    <a:pt x="4430" y="5739"/>
                  </a:lnTo>
                  <a:lnTo>
                    <a:pt x="5466" y="6108"/>
                  </a:lnTo>
                  <a:cubicBezTo>
                    <a:pt x="5668" y="6180"/>
                    <a:pt x="5799" y="6370"/>
                    <a:pt x="5799" y="6597"/>
                  </a:cubicBezTo>
                  <a:lnTo>
                    <a:pt x="5799" y="7823"/>
                  </a:lnTo>
                  <a:cubicBezTo>
                    <a:pt x="5799" y="7906"/>
                    <a:pt x="5882" y="7978"/>
                    <a:pt x="5966" y="7978"/>
                  </a:cubicBezTo>
                  <a:cubicBezTo>
                    <a:pt x="6061" y="7978"/>
                    <a:pt x="6133" y="7906"/>
                    <a:pt x="6133" y="7823"/>
                  </a:cubicBezTo>
                  <a:lnTo>
                    <a:pt x="6133" y="6597"/>
                  </a:lnTo>
                  <a:cubicBezTo>
                    <a:pt x="6121" y="6228"/>
                    <a:pt x="5894" y="5918"/>
                    <a:pt x="5561" y="5787"/>
                  </a:cubicBezTo>
                  <a:lnTo>
                    <a:pt x="4585" y="5442"/>
                  </a:lnTo>
                  <a:cubicBezTo>
                    <a:pt x="4585" y="5394"/>
                    <a:pt x="4561" y="5346"/>
                    <a:pt x="4537" y="5323"/>
                  </a:cubicBezTo>
                  <a:lnTo>
                    <a:pt x="4239" y="5001"/>
                  </a:lnTo>
                  <a:lnTo>
                    <a:pt x="4239" y="4489"/>
                  </a:lnTo>
                  <a:cubicBezTo>
                    <a:pt x="4275" y="4454"/>
                    <a:pt x="4299" y="4430"/>
                    <a:pt x="4335" y="4406"/>
                  </a:cubicBezTo>
                  <a:cubicBezTo>
                    <a:pt x="4704" y="4049"/>
                    <a:pt x="4930" y="3561"/>
                    <a:pt x="4930" y="3060"/>
                  </a:cubicBezTo>
                  <a:lnTo>
                    <a:pt x="4930" y="2644"/>
                  </a:lnTo>
                  <a:cubicBezTo>
                    <a:pt x="5037" y="2382"/>
                    <a:pt x="5085" y="2132"/>
                    <a:pt x="5085" y="1870"/>
                  </a:cubicBezTo>
                  <a:lnTo>
                    <a:pt x="5085" y="167"/>
                  </a:lnTo>
                  <a:cubicBezTo>
                    <a:pt x="5085" y="84"/>
                    <a:pt x="5013" y="1"/>
                    <a:pt x="4930" y="1"/>
                  </a:cubicBezTo>
                  <a:close/>
                </a:path>
              </a:pathLst>
            </a:custGeom>
            <a:solidFill>
              <a:srgbClr val="21204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62" name="Google Shape;3362;p65"/>
            <p:cNvSpPr/>
            <p:nvPr/>
          </p:nvSpPr>
          <p:spPr>
            <a:xfrm>
              <a:off x="2905361" y="3195072"/>
              <a:ext cx="10631" cy="32244"/>
            </a:xfrm>
            <a:custGeom>
              <a:rect b="b" l="l" r="r" t="t"/>
              <a:pathLst>
                <a:path extrusionOk="0" h="1013" w="334">
                  <a:moveTo>
                    <a:pt x="167" y="1"/>
                  </a:moveTo>
                  <a:cubicBezTo>
                    <a:pt x="72" y="1"/>
                    <a:pt x="0" y="84"/>
                    <a:pt x="0" y="167"/>
                  </a:cubicBezTo>
                  <a:lnTo>
                    <a:pt x="0" y="858"/>
                  </a:lnTo>
                  <a:cubicBezTo>
                    <a:pt x="0" y="941"/>
                    <a:pt x="72" y="1013"/>
                    <a:pt x="167" y="1013"/>
                  </a:cubicBezTo>
                  <a:cubicBezTo>
                    <a:pt x="250" y="1013"/>
                    <a:pt x="334" y="941"/>
                    <a:pt x="334" y="858"/>
                  </a:cubicBezTo>
                  <a:lnTo>
                    <a:pt x="334" y="167"/>
                  </a:lnTo>
                  <a:cubicBezTo>
                    <a:pt x="334" y="60"/>
                    <a:pt x="250" y="1"/>
                    <a:pt x="167" y="1"/>
                  </a:cubicBezTo>
                  <a:close/>
                </a:path>
              </a:pathLst>
            </a:custGeom>
            <a:solidFill>
              <a:srgbClr val="21204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63" name="Google Shape;3363;p65"/>
            <p:cNvSpPr/>
            <p:nvPr/>
          </p:nvSpPr>
          <p:spPr>
            <a:xfrm>
              <a:off x="2939069" y="2934735"/>
              <a:ext cx="161856" cy="169049"/>
            </a:xfrm>
            <a:custGeom>
              <a:rect b="b" l="l" r="r" t="t"/>
              <a:pathLst>
                <a:path extrusionOk="0" h="5311" w="5085">
                  <a:moveTo>
                    <a:pt x="668" y="0"/>
                  </a:moveTo>
                  <a:cubicBezTo>
                    <a:pt x="299" y="0"/>
                    <a:pt x="1" y="298"/>
                    <a:pt x="1" y="667"/>
                  </a:cubicBezTo>
                  <a:lnTo>
                    <a:pt x="1" y="3393"/>
                  </a:lnTo>
                  <a:cubicBezTo>
                    <a:pt x="1" y="3763"/>
                    <a:pt x="299" y="4060"/>
                    <a:pt x="668" y="4060"/>
                  </a:cubicBezTo>
                  <a:lnTo>
                    <a:pt x="977" y="4060"/>
                  </a:lnTo>
                  <a:lnTo>
                    <a:pt x="739" y="5001"/>
                  </a:lnTo>
                  <a:cubicBezTo>
                    <a:pt x="715" y="5108"/>
                    <a:pt x="763" y="5203"/>
                    <a:pt x="846" y="5263"/>
                  </a:cubicBezTo>
                  <a:cubicBezTo>
                    <a:pt x="894" y="5298"/>
                    <a:pt x="941" y="5310"/>
                    <a:pt x="977" y="5310"/>
                  </a:cubicBezTo>
                  <a:cubicBezTo>
                    <a:pt x="1025" y="5310"/>
                    <a:pt x="1084" y="5298"/>
                    <a:pt x="1132" y="5263"/>
                  </a:cubicBezTo>
                  <a:lnTo>
                    <a:pt x="2763" y="4072"/>
                  </a:lnTo>
                  <a:lnTo>
                    <a:pt x="4418" y="4072"/>
                  </a:lnTo>
                  <a:cubicBezTo>
                    <a:pt x="4787" y="4072"/>
                    <a:pt x="5085" y="3774"/>
                    <a:pt x="5085" y="3405"/>
                  </a:cubicBezTo>
                  <a:lnTo>
                    <a:pt x="5085" y="679"/>
                  </a:lnTo>
                  <a:cubicBezTo>
                    <a:pt x="5061" y="298"/>
                    <a:pt x="4751" y="0"/>
                    <a:pt x="4394" y="0"/>
                  </a:cubicBezTo>
                  <a:lnTo>
                    <a:pt x="3537" y="0"/>
                  </a:lnTo>
                  <a:cubicBezTo>
                    <a:pt x="3454" y="0"/>
                    <a:pt x="3370" y="72"/>
                    <a:pt x="3370" y="167"/>
                  </a:cubicBezTo>
                  <a:cubicBezTo>
                    <a:pt x="3370" y="250"/>
                    <a:pt x="3454" y="322"/>
                    <a:pt x="3537" y="322"/>
                  </a:cubicBezTo>
                  <a:lnTo>
                    <a:pt x="4394" y="322"/>
                  </a:lnTo>
                  <a:cubicBezTo>
                    <a:pt x="4585" y="322"/>
                    <a:pt x="4751" y="488"/>
                    <a:pt x="4751" y="679"/>
                  </a:cubicBezTo>
                  <a:lnTo>
                    <a:pt x="4751" y="3405"/>
                  </a:lnTo>
                  <a:cubicBezTo>
                    <a:pt x="4751" y="3596"/>
                    <a:pt x="4585" y="3763"/>
                    <a:pt x="4394" y="3763"/>
                  </a:cubicBezTo>
                  <a:lnTo>
                    <a:pt x="2692" y="3763"/>
                  </a:lnTo>
                  <a:cubicBezTo>
                    <a:pt x="2668" y="3763"/>
                    <a:pt x="2632" y="3774"/>
                    <a:pt x="2608" y="3798"/>
                  </a:cubicBezTo>
                  <a:lnTo>
                    <a:pt x="1084" y="4894"/>
                  </a:lnTo>
                  <a:lnTo>
                    <a:pt x="1322" y="3953"/>
                  </a:lnTo>
                  <a:cubicBezTo>
                    <a:pt x="1334" y="3917"/>
                    <a:pt x="1322" y="3858"/>
                    <a:pt x="1287" y="3822"/>
                  </a:cubicBezTo>
                  <a:cubicBezTo>
                    <a:pt x="1263" y="3774"/>
                    <a:pt x="1215" y="3763"/>
                    <a:pt x="1180" y="3763"/>
                  </a:cubicBezTo>
                  <a:lnTo>
                    <a:pt x="668" y="3763"/>
                  </a:lnTo>
                  <a:cubicBezTo>
                    <a:pt x="477" y="3763"/>
                    <a:pt x="310" y="3596"/>
                    <a:pt x="310" y="3405"/>
                  </a:cubicBezTo>
                  <a:lnTo>
                    <a:pt x="310" y="679"/>
                  </a:lnTo>
                  <a:cubicBezTo>
                    <a:pt x="310" y="488"/>
                    <a:pt x="477" y="322"/>
                    <a:pt x="668" y="322"/>
                  </a:cubicBezTo>
                  <a:lnTo>
                    <a:pt x="1513" y="322"/>
                  </a:lnTo>
                  <a:cubicBezTo>
                    <a:pt x="1608" y="322"/>
                    <a:pt x="1680" y="250"/>
                    <a:pt x="1680" y="167"/>
                  </a:cubicBezTo>
                  <a:cubicBezTo>
                    <a:pt x="1680" y="72"/>
                    <a:pt x="1608" y="0"/>
                    <a:pt x="1513" y="0"/>
                  </a:cubicBezTo>
                  <a:close/>
                </a:path>
              </a:pathLst>
            </a:custGeom>
            <a:solidFill>
              <a:srgbClr val="21204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64" name="Google Shape;3364;p65"/>
            <p:cNvSpPr/>
            <p:nvPr/>
          </p:nvSpPr>
          <p:spPr>
            <a:xfrm>
              <a:off x="3002379" y="2902523"/>
              <a:ext cx="32244" cy="96668"/>
            </a:xfrm>
            <a:custGeom>
              <a:rect b="b" l="l" r="r" t="t"/>
              <a:pathLst>
                <a:path extrusionOk="0" h="3037" w="1013">
                  <a:moveTo>
                    <a:pt x="691" y="310"/>
                  </a:moveTo>
                  <a:lnTo>
                    <a:pt x="536" y="2727"/>
                  </a:lnTo>
                  <a:lnTo>
                    <a:pt x="500" y="2727"/>
                  </a:lnTo>
                  <a:lnTo>
                    <a:pt x="345" y="310"/>
                  </a:lnTo>
                  <a:close/>
                  <a:moveTo>
                    <a:pt x="167" y="0"/>
                  </a:moveTo>
                  <a:cubicBezTo>
                    <a:pt x="119" y="0"/>
                    <a:pt x="84" y="12"/>
                    <a:pt x="48" y="48"/>
                  </a:cubicBezTo>
                  <a:cubicBezTo>
                    <a:pt x="24" y="72"/>
                    <a:pt x="0" y="119"/>
                    <a:pt x="0" y="167"/>
                  </a:cubicBezTo>
                  <a:lnTo>
                    <a:pt x="167" y="2881"/>
                  </a:lnTo>
                  <a:cubicBezTo>
                    <a:pt x="167" y="2977"/>
                    <a:pt x="238" y="3036"/>
                    <a:pt x="334" y="3036"/>
                  </a:cubicBezTo>
                  <a:lnTo>
                    <a:pt x="679" y="3036"/>
                  </a:lnTo>
                  <a:cubicBezTo>
                    <a:pt x="762" y="3036"/>
                    <a:pt x="822" y="2977"/>
                    <a:pt x="834" y="2881"/>
                  </a:cubicBezTo>
                  <a:lnTo>
                    <a:pt x="1000" y="167"/>
                  </a:lnTo>
                  <a:cubicBezTo>
                    <a:pt x="1012" y="119"/>
                    <a:pt x="1000" y="72"/>
                    <a:pt x="977" y="48"/>
                  </a:cubicBezTo>
                  <a:cubicBezTo>
                    <a:pt x="941" y="12"/>
                    <a:pt x="893" y="0"/>
                    <a:pt x="857" y="0"/>
                  </a:cubicBezTo>
                  <a:close/>
                </a:path>
              </a:pathLst>
            </a:custGeom>
            <a:solidFill>
              <a:srgbClr val="21204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65" name="Google Shape;3365;p65"/>
            <p:cNvSpPr/>
            <p:nvPr/>
          </p:nvSpPr>
          <p:spPr>
            <a:xfrm>
              <a:off x="3003143" y="3005206"/>
              <a:ext cx="32244" cy="32244"/>
            </a:xfrm>
            <a:custGeom>
              <a:rect b="b" l="l" r="r" t="t"/>
              <a:pathLst>
                <a:path extrusionOk="0" h="1013" w="1013">
                  <a:moveTo>
                    <a:pt x="500" y="322"/>
                  </a:moveTo>
                  <a:cubicBezTo>
                    <a:pt x="607" y="322"/>
                    <a:pt x="679" y="406"/>
                    <a:pt x="679" y="513"/>
                  </a:cubicBezTo>
                  <a:cubicBezTo>
                    <a:pt x="679" y="608"/>
                    <a:pt x="595" y="691"/>
                    <a:pt x="500" y="691"/>
                  </a:cubicBezTo>
                  <a:cubicBezTo>
                    <a:pt x="393" y="691"/>
                    <a:pt x="321" y="608"/>
                    <a:pt x="321" y="513"/>
                  </a:cubicBezTo>
                  <a:cubicBezTo>
                    <a:pt x="321" y="406"/>
                    <a:pt x="393" y="322"/>
                    <a:pt x="500" y="322"/>
                  </a:cubicBezTo>
                  <a:close/>
                  <a:moveTo>
                    <a:pt x="500" y="1"/>
                  </a:moveTo>
                  <a:cubicBezTo>
                    <a:pt x="214" y="1"/>
                    <a:pt x="0" y="227"/>
                    <a:pt x="0" y="513"/>
                  </a:cubicBezTo>
                  <a:cubicBezTo>
                    <a:pt x="0" y="787"/>
                    <a:pt x="214" y="1013"/>
                    <a:pt x="500" y="1013"/>
                  </a:cubicBezTo>
                  <a:cubicBezTo>
                    <a:pt x="786" y="1013"/>
                    <a:pt x="1012" y="787"/>
                    <a:pt x="1012" y="513"/>
                  </a:cubicBezTo>
                  <a:cubicBezTo>
                    <a:pt x="988" y="227"/>
                    <a:pt x="762" y="1"/>
                    <a:pt x="500" y="1"/>
                  </a:cubicBezTo>
                  <a:close/>
                </a:path>
              </a:pathLst>
            </a:custGeom>
            <a:solidFill>
              <a:srgbClr val="21204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3F3F3"/>
        </a:solidFill>
      </p:bgPr>
    </p:bg>
    <p:spTree>
      <p:nvGrpSpPr>
        <p:cNvPr id="3369" name="Shape 33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0" name="Google Shape;3370;p66"/>
          <p:cNvSpPr/>
          <p:nvPr/>
        </p:nvSpPr>
        <p:spPr>
          <a:xfrm>
            <a:off x="7524325" y="0"/>
            <a:ext cx="1624800" cy="1968000"/>
          </a:xfrm>
          <a:prstGeom prst="rect">
            <a:avLst/>
          </a:prstGeom>
          <a:solidFill>
            <a:srgbClr val="4F47B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71" name="Google Shape;3371;p66"/>
          <p:cNvSpPr/>
          <p:nvPr/>
        </p:nvSpPr>
        <p:spPr>
          <a:xfrm>
            <a:off x="3637631" y="0"/>
            <a:ext cx="507900" cy="5143500"/>
          </a:xfrm>
          <a:prstGeom prst="rect">
            <a:avLst/>
          </a:prstGeom>
          <a:solidFill>
            <a:srgbClr val="FF457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72" name="Google Shape;3372;p66"/>
          <p:cNvSpPr/>
          <p:nvPr/>
        </p:nvSpPr>
        <p:spPr>
          <a:xfrm>
            <a:off x="5975400" y="0"/>
            <a:ext cx="507900" cy="5143500"/>
          </a:xfrm>
          <a:prstGeom prst="rect">
            <a:avLst/>
          </a:prstGeom>
          <a:solidFill>
            <a:srgbClr val="FF457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73" name="Google Shape;3373;p66"/>
          <p:cNvSpPr/>
          <p:nvPr/>
        </p:nvSpPr>
        <p:spPr>
          <a:xfrm>
            <a:off x="1299850" y="0"/>
            <a:ext cx="507900" cy="5143500"/>
          </a:xfrm>
          <a:prstGeom prst="rect">
            <a:avLst/>
          </a:prstGeom>
          <a:solidFill>
            <a:srgbClr val="FF457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74" name="Google Shape;3374;p66"/>
          <p:cNvSpPr txBox="1"/>
          <p:nvPr>
            <p:ph type="ctrTitle"/>
          </p:nvPr>
        </p:nvSpPr>
        <p:spPr>
          <a:xfrm>
            <a:off x="7524325" y="400675"/>
            <a:ext cx="1245900" cy="1241400"/>
          </a:xfrm>
          <a:prstGeom prst="rect">
            <a:avLst/>
          </a:prstGeom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>
                <a:solidFill>
                  <a:srgbClr val="FFFFFF"/>
                </a:solidFill>
                <a:latin typeface="Saira Semi Condensed"/>
                <a:ea typeface="Saira Semi Condensed"/>
                <a:cs typeface="Saira Semi Condensed"/>
                <a:sym typeface="Saira Semi Condensed"/>
              </a:rPr>
              <a:t>USER</a:t>
            </a:r>
            <a:endParaRPr b="1" sz="2400">
              <a:solidFill>
                <a:srgbClr val="FFFFFF"/>
              </a:solidFill>
              <a:latin typeface="Saira Semi Condensed"/>
              <a:ea typeface="Saira Semi Condensed"/>
              <a:cs typeface="Saira Semi Condensed"/>
              <a:sym typeface="Saira Semi Condensed"/>
            </a:endParaRPr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>
                <a:solidFill>
                  <a:srgbClr val="FFFFFF"/>
                </a:solidFill>
                <a:latin typeface="Saira Semi Condensed"/>
                <a:ea typeface="Saira Semi Condensed"/>
                <a:cs typeface="Saira Semi Condensed"/>
                <a:sym typeface="Saira Semi Condensed"/>
              </a:rPr>
              <a:t>FOCUS</a:t>
            </a:r>
            <a:endParaRPr b="1" sz="2400">
              <a:solidFill>
                <a:srgbClr val="FFFFFF"/>
              </a:solidFill>
              <a:latin typeface="Saira Semi Condensed"/>
              <a:ea typeface="Saira Semi Condensed"/>
              <a:cs typeface="Saira Semi Condensed"/>
              <a:sym typeface="Saira Semi Condensed"/>
            </a:endParaRPr>
          </a:p>
        </p:txBody>
      </p:sp>
      <p:sp>
        <p:nvSpPr>
          <p:cNvPr id="3375" name="Google Shape;3375;p66"/>
          <p:cNvSpPr txBox="1"/>
          <p:nvPr>
            <p:ph idx="3" type="subTitle"/>
          </p:nvPr>
        </p:nvSpPr>
        <p:spPr>
          <a:xfrm flipH="1">
            <a:off x="453400" y="1687475"/>
            <a:ext cx="2085600" cy="891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196850" lvl="0" marL="228600" rtl="0" algn="l">
              <a:spcBef>
                <a:spcPts val="1000"/>
              </a:spcBef>
              <a:spcAft>
                <a:spcPts val="0"/>
              </a:spcAft>
              <a:buSzPts val="1300"/>
              <a:buChar char="●"/>
            </a:pPr>
            <a:r>
              <a:rPr lang="en" sz="1400"/>
              <a:t>Who are they?</a:t>
            </a:r>
            <a:endParaRPr sz="1400"/>
          </a:p>
          <a:p>
            <a:pPr indent="-196850" lvl="0" marL="228600" rtl="0" algn="l">
              <a:spcBef>
                <a:spcPts val="1000"/>
              </a:spcBef>
              <a:spcAft>
                <a:spcPts val="0"/>
              </a:spcAft>
              <a:buSzPts val="1300"/>
              <a:buChar char="●"/>
            </a:pPr>
            <a:r>
              <a:rPr lang="en" sz="1400"/>
              <a:t>Probably not like you!</a:t>
            </a:r>
            <a:endParaRPr sz="1400"/>
          </a:p>
          <a:p>
            <a:pPr indent="-196850" lvl="0" marL="228600" rtl="0" algn="l">
              <a:spcBef>
                <a:spcPts val="1000"/>
              </a:spcBef>
              <a:spcAft>
                <a:spcPts val="0"/>
              </a:spcAft>
              <a:buSzPts val="1300"/>
              <a:buChar char="●"/>
            </a:pPr>
            <a:r>
              <a:rPr lang="en" sz="1400"/>
              <a:t>Talk to them</a:t>
            </a:r>
            <a:endParaRPr sz="1400"/>
          </a:p>
          <a:p>
            <a:pPr indent="-196850" lvl="0" marL="228600" rtl="0" algn="l">
              <a:spcBef>
                <a:spcPts val="1000"/>
              </a:spcBef>
              <a:spcAft>
                <a:spcPts val="0"/>
              </a:spcAft>
              <a:buSzPts val="1300"/>
              <a:buChar char="●"/>
            </a:pPr>
            <a:r>
              <a:rPr lang="en" sz="1400"/>
              <a:t>Watch them</a:t>
            </a:r>
            <a:endParaRPr sz="1400"/>
          </a:p>
          <a:p>
            <a:pPr indent="-196850" lvl="0" marL="228600" rtl="0" algn="l">
              <a:spcBef>
                <a:spcPts val="1000"/>
              </a:spcBef>
              <a:spcAft>
                <a:spcPts val="0"/>
              </a:spcAft>
              <a:buSzPts val="1300"/>
              <a:buChar char="●"/>
            </a:pPr>
            <a:r>
              <a:rPr lang="en" sz="1400"/>
              <a:t>Use your imagination</a:t>
            </a:r>
            <a:endParaRPr sz="14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/>
          </a:p>
        </p:txBody>
      </p:sp>
      <p:sp>
        <p:nvSpPr>
          <p:cNvPr id="3376" name="Google Shape;3376;p66"/>
          <p:cNvSpPr txBox="1"/>
          <p:nvPr>
            <p:ph idx="1" type="subTitle"/>
          </p:nvPr>
        </p:nvSpPr>
        <p:spPr>
          <a:xfrm flipH="1">
            <a:off x="5244138" y="1687475"/>
            <a:ext cx="2085600" cy="891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177800" lvl="0" marL="228600" rtl="0" algn="l">
              <a:spcBef>
                <a:spcPts val="1000"/>
              </a:spcBef>
              <a:spcAft>
                <a:spcPts val="0"/>
              </a:spcAft>
              <a:buSzPts val="1000"/>
              <a:buChar char="●"/>
            </a:pPr>
            <a:r>
              <a:rPr lang="en" sz="1400"/>
              <a:t>Direct observation</a:t>
            </a:r>
            <a:br>
              <a:rPr lang="en" sz="1400"/>
            </a:br>
            <a:r>
              <a:rPr b="0" lang="en" sz="1200"/>
              <a:t>- Sometimes hard</a:t>
            </a:r>
            <a:endParaRPr b="0" sz="1200"/>
          </a:p>
          <a:p>
            <a:pPr indent="-190500" lvl="1" marL="571500" rtl="0" algn="l">
              <a:spcBef>
                <a:spcPts val="0"/>
              </a:spcBef>
              <a:spcAft>
                <a:spcPts val="0"/>
              </a:spcAft>
              <a:buSzPts val="1200"/>
              <a:buChar char="○"/>
            </a:pPr>
            <a:r>
              <a:rPr lang="en" sz="1200"/>
              <a:t>In the home</a:t>
            </a:r>
            <a:endParaRPr sz="1200"/>
          </a:p>
          <a:p>
            <a:pPr indent="-190500" lvl="1" marL="571500" rtl="0" algn="l">
              <a:spcBef>
                <a:spcPts val="0"/>
              </a:spcBef>
              <a:spcAft>
                <a:spcPts val="0"/>
              </a:spcAft>
              <a:buSzPts val="1200"/>
              <a:buChar char="○"/>
            </a:pPr>
            <a:r>
              <a:rPr lang="en" sz="1200"/>
              <a:t>Psychiatric patients..</a:t>
            </a:r>
            <a:endParaRPr sz="1300"/>
          </a:p>
          <a:p>
            <a:pPr indent="-177800" lvl="0" marL="228600" rtl="0" algn="l">
              <a:spcBef>
                <a:spcPts val="1000"/>
              </a:spcBef>
              <a:spcAft>
                <a:spcPts val="0"/>
              </a:spcAft>
              <a:buSzPts val="1000"/>
              <a:buChar char="●"/>
            </a:pPr>
            <a:r>
              <a:rPr lang="en" sz="1400"/>
              <a:t>Probes packs</a:t>
            </a:r>
            <a:br>
              <a:rPr lang="en" sz="1400"/>
            </a:br>
            <a:r>
              <a:rPr b="0" lang="en" sz="1200"/>
              <a:t>- Items to prompt responses</a:t>
            </a:r>
            <a:br>
              <a:rPr b="0" lang="en" sz="1200"/>
            </a:br>
            <a:r>
              <a:rPr b="0" lang="en" sz="1200"/>
              <a:t>- Given to people to open in their own environment they record what is meaningful to them</a:t>
            </a:r>
            <a:endParaRPr b="0" sz="1200"/>
          </a:p>
          <a:p>
            <a:pPr indent="-177800" lvl="0" marL="228600" rtl="0" algn="l">
              <a:spcBef>
                <a:spcPts val="1000"/>
              </a:spcBef>
              <a:spcAft>
                <a:spcPts val="0"/>
              </a:spcAft>
              <a:buSzPts val="1000"/>
              <a:buChar char="●"/>
            </a:pPr>
            <a:r>
              <a:rPr lang="en" sz="1400"/>
              <a:t>Used to...</a:t>
            </a:r>
            <a:br>
              <a:rPr lang="en" sz="1400"/>
            </a:br>
            <a:r>
              <a:rPr b="0" lang="en" sz="1200"/>
              <a:t>- inform interviews, prompt ideas, enculture designers.</a:t>
            </a:r>
            <a:endParaRPr sz="1200"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/>
          </a:p>
        </p:txBody>
      </p:sp>
      <p:sp>
        <p:nvSpPr>
          <p:cNvPr id="3377" name="Google Shape;3377;p66"/>
          <p:cNvSpPr txBox="1"/>
          <p:nvPr>
            <p:ph idx="2" type="subTitle"/>
          </p:nvPr>
        </p:nvSpPr>
        <p:spPr>
          <a:xfrm flipH="1">
            <a:off x="2848772" y="1687475"/>
            <a:ext cx="2085600" cy="891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177800" lvl="0" marL="228600" rtl="0" algn="l">
              <a:spcBef>
                <a:spcPts val="1000"/>
              </a:spcBef>
              <a:spcAft>
                <a:spcPts val="0"/>
              </a:spcAft>
              <a:buSzPts val="1000"/>
              <a:buChar char="●"/>
            </a:pPr>
            <a:r>
              <a:rPr lang="en" sz="1400"/>
              <a:t>Description of an ‘example’ user</a:t>
            </a:r>
            <a:br>
              <a:rPr lang="en" sz="1400"/>
            </a:br>
            <a:r>
              <a:rPr b="0" lang="en" sz="1200"/>
              <a:t>– not necessarily a real person</a:t>
            </a:r>
            <a:endParaRPr b="0" sz="1200"/>
          </a:p>
          <a:p>
            <a:pPr indent="-177800" lvl="0" marL="228600" rtl="0" algn="l">
              <a:spcBef>
                <a:spcPts val="1000"/>
              </a:spcBef>
              <a:spcAft>
                <a:spcPts val="0"/>
              </a:spcAft>
              <a:buSzPts val="1000"/>
              <a:buChar char="●"/>
            </a:pPr>
            <a:r>
              <a:rPr lang="en" sz="1400"/>
              <a:t>Use as surrogate user</a:t>
            </a:r>
            <a:br>
              <a:rPr lang="en" sz="1400"/>
            </a:br>
            <a:r>
              <a:rPr b="0" lang="en" sz="1200"/>
              <a:t>– what would Betty think</a:t>
            </a:r>
            <a:endParaRPr b="0" sz="1200"/>
          </a:p>
          <a:p>
            <a:pPr indent="-177800" lvl="0" marL="228600" rtl="0" algn="l">
              <a:spcBef>
                <a:spcPts val="1000"/>
              </a:spcBef>
              <a:spcAft>
                <a:spcPts val="0"/>
              </a:spcAft>
              <a:buSzPts val="1000"/>
              <a:buChar char="●"/>
            </a:pPr>
            <a:r>
              <a:rPr lang="en" sz="1400"/>
              <a:t>details matter</a:t>
            </a:r>
            <a:br>
              <a:rPr lang="en" sz="1400"/>
            </a:br>
            <a:r>
              <a:rPr b="0" lang="en" sz="1200"/>
              <a:t>– makes her ‘real’</a:t>
            </a:r>
            <a:endParaRPr b="0" sz="12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/>
          </a:p>
        </p:txBody>
      </p:sp>
      <p:sp>
        <p:nvSpPr>
          <p:cNvPr id="3378" name="Google Shape;3378;p66"/>
          <p:cNvSpPr txBox="1"/>
          <p:nvPr>
            <p:ph idx="4" type="subTitle"/>
          </p:nvPr>
        </p:nvSpPr>
        <p:spPr>
          <a:xfrm flipH="1">
            <a:off x="5516093" y="1438568"/>
            <a:ext cx="1426500" cy="2490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/>
              <a:t>CULTURAL PROBES</a:t>
            </a:r>
            <a:endParaRPr sz="1600"/>
          </a:p>
        </p:txBody>
      </p:sp>
      <p:sp>
        <p:nvSpPr>
          <p:cNvPr id="3379" name="Google Shape;3379;p66"/>
          <p:cNvSpPr txBox="1"/>
          <p:nvPr>
            <p:ph idx="5" type="subTitle"/>
          </p:nvPr>
        </p:nvSpPr>
        <p:spPr>
          <a:xfrm flipH="1">
            <a:off x="3178324" y="1242168"/>
            <a:ext cx="1426500" cy="2490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1270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1600"/>
              <a:t>PERSONA</a:t>
            </a:r>
            <a:endParaRPr/>
          </a:p>
        </p:txBody>
      </p:sp>
      <p:sp>
        <p:nvSpPr>
          <p:cNvPr id="3380" name="Google Shape;3380;p66"/>
          <p:cNvSpPr txBox="1"/>
          <p:nvPr>
            <p:ph idx="6" type="subTitle"/>
          </p:nvPr>
        </p:nvSpPr>
        <p:spPr>
          <a:xfrm flipH="1">
            <a:off x="840542" y="1438568"/>
            <a:ext cx="1426500" cy="2490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1270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1600"/>
              <a:t>KNOW YOUR USER</a:t>
            </a:r>
            <a:endParaRPr/>
          </a:p>
        </p:txBody>
      </p:sp>
      <p:grpSp>
        <p:nvGrpSpPr>
          <p:cNvPr id="3381" name="Google Shape;3381;p66"/>
          <p:cNvGrpSpPr/>
          <p:nvPr/>
        </p:nvGrpSpPr>
        <p:grpSpPr>
          <a:xfrm>
            <a:off x="6051736" y="530161"/>
            <a:ext cx="355230" cy="356725"/>
            <a:chOff x="3972749" y="2894211"/>
            <a:chExt cx="355230" cy="356725"/>
          </a:xfrm>
        </p:grpSpPr>
        <p:sp>
          <p:nvSpPr>
            <p:cNvPr id="3382" name="Google Shape;3382;p66"/>
            <p:cNvSpPr/>
            <p:nvPr/>
          </p:nvSpPr>
          <p:spPr>
            <a:xfrm>
              <a:off x="3973512" y="3208508"/>
              <a:ext cx="351795" cy="10623"/>
            </a:xfrm>
            <a:custGeom>
              <a:rect b="b" l="l" r="r" t="t"/>
              <a:pathLst>
                <a:path extrusionOk="0" h="334" w="11061">
                  <a:moveTo>
                    <a:pt x="167" y="0"/>
                  </a:moveTo>
                  <a:cubicBezTo>
                    <a:pt x="83" y="0"/>
                    <a:pt x="0" y="84"/>
                    <a:pt x="0" y="167"/>
                  </a:cubicBezTo>
                  <a:cubicBezTo>
                    <a:pt x="0" y="262"/>
                    <a:pt x="83" y="334"/>
                    <a:pt x="167" y="334"/>
                  </a:cubicBezTo>
                  <a:lnTo>
                    <a:pt x="10906" y="334"/>
                  </a:lnTo>
                  <a:cubicBezTo>
                    <a:pt x="10990" y="334"/>
                    <a:pt x="11061" y="262"/>
                    <a:pt x="11061" y="167"/>
                  </a:cubicBezTo>
                  <a:cubicBezTo>
                    <a:pt x="11061" y="84"/>
                    <a:pt x="10990" y="0"/>
                    <a:pt x="10906" y="0"/>
                  </a:cubicBezTo>
                  <a:close/>
                </a:path>
              </a:pathLst>
            </a:custGeom>
            <a:solidFill>
              <a:srgbClr val="21204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83" name="Google Shape;3383;p66"/>
            <p:cNvSpPr/>
            <p:nvPr/>
          </p:nvSpPr>
          <p:spPr>
            <a:xfrm>
              <a:off x="4116253" y="3052091"/>
              <a:ext cx="142804" cy="140546"/>
            </a:xfrm>
            <a:custGeom>
              <a:rect b="b" l="l" r="r" t="t"/>
              <a:pathLst>
                <a:path extrusionOk="0" h="4419" w="4490">
                  <a:moveTo>
                    <a:pt x="3799" y="322"/>
                  </a:moveTo>
                  <a:cubicBezTo>
                    <a:pt x="3882" y="322"/>
                    <a:pt x="3977" y="358"/>
                    <a:pt x="4049" y="430"/>
                  </a:cubicBezTo>
                  <a:cubicBezTo>
                    <a:pt x="4120" y="501"/>
                    <a:pt x="4156" y="596"/>
                    <a:pt x="4156" y="692"/>
                  </a:cubicBezTo>
                  <a:cubicBezTo>
                    <a:pt x="4156" y="727"/>
                    <a:pt x="4156" y="751"/>
                    <a:pt x="4132" y="799"/>
                  </a:cubicBezTo>
                  <a:lnTo>
                    <a:pt x="3680" y="334"/>
                  </a:lnTo>
                  <a:cubicBezTo>
                    <a:pt x="3704" y="322"/>
                    <a:pt x="3751" y="322"/>
                    <a:pt x="3799" y="322"/>
                  </a:cubicBezTo>
                  <a:close/>
                  <a:moveTo>
                    <a:pt x="3406" y="549"/>
                  </a:moveTo>
                  <a:lnTo>
                    <a:pt x="3930" y="1061"/>
                  </a:lnTo>
                  <a:lnTo>
                    <a:pt x="3823" y="1168"/>
                  </a:lnTo>
                  <a:lnTo>
                    <a:pt x="3299" y="656"/>
                  </a:lnTo>
                  <a:lnTo>
                    <a:pt x="3406" y="549"/>
                  </a:lnTo>
                  <a:close/>
                  <a:moveTo>
                    <a:pt x="584" y="3489"/>
                  </a:moveTo>
                  <a:lnTo>
                    <a:pt x="953" y="3870"/>
                  </a:lnTo>
                  <a:lnTo>
                    <a:pt x="417" y="4025"/>
                  </a:lnTo>
                  <a:lnTo>
                    <a:pt x="417" y="4025"/>
                  </a:lnTo>
                  <a:lnTo>
                    <a:pt x="584" y="3489"/>
                  </a:lnTo>
                  <a:close/>
                  <a:moveTo>
                    <a:pt x="3799" y="1"/>
                  </a:moveTo>
                  <a:cubicBezTo>
                    <a:pt x="3608" y="1"/>
                    <a:pt x="3442" y="72"/>
                    <a:pt x="3299" y="191"/>
                  </a:cubicBezTo>
                  <a:lnTo>
                    <a:pt x="477" y="2989"/>
                  </a:lnTo>
                  <a:cubicBezTo>
                    <a:pt x="441" y="3013"/>
                    <a:pt x="417" y="3049"/>
                    <a:pt x="406" y="3073"/>
                  </a:cubicBezTo>
                  <a:cubicBezTo>
                    <a:pt x="382" y="3085"/>
                    <a:pt x="382" y="3108"/>
                    <a:pt x="370" y="3108"/>
                  </a:cubicBezTo>
                  <a:cubicBezTo>
                    <a:pt x="334" y="3144"/>
                    <a:pt x="322" y="3192"/>
                    <a:pt x="310" y="3228"/>
                  </a:cubicBezTo>
                  <a:lnTo>
                    <a:pt x="13" y="4204"/>
                  </a:lnTo>
                  <a:cubicBezTo>
                    <a:pt x="1" y="4263"/>
                    <a:pt x="13" y="4323"/>
                    <a:pt x="60" y="4371"/>
                  </a:cubicBezTo>
                  <a:cubicBezTo>
                    <a:pt x="84" y="4406"/>
                    <a:pt x="132" y="4418"/>
                    <a:pt x="179" y="4418"/>
                  </a:cubicBezTo>
                  <a:lnTo>
                    <a:pt x="215" y="4418"/>
                  </a:lnTo>
                  <a:lnTo>
                    <a:pt x="1203" y="4120"/>
                  </a:lnTo>
                  <a:cubicBezTo>
                    <a:pt x="1287" y="4085"/>
                    <a:pt x="1382" y="4025"/>
                    <a:pt x="1453" y="3966"/>
                  </a:cubicBezTo>
                  <a:lnTo>
                    <a:pt x="2953" y="2477"/>
                  </a:lnTo>
                  <a:cubicBezTo>
                    <a:pt x="3013" y="2418"/>
                    <a:pt x="3013" y="2311"/>
                    <a:pt x="2953" y="2239"/>
                  </a:cubicBezTo>
                  <a:cubicBezTo>
                    <a:pt x="2930" y="2210"/>
                    <a:pt x="2891" y="2195"/>
                    <a:pt x="2848" y="2195"/>
                  </a:cubicBezTo>
                  <a:cubicBezTo>
                    <a:pt x="2805" y="2195"/>
                    <a:pt x="2757" y="2210"/>
                    <a:pt x="2715" y="2239"/>
                  </a:cubicBezTo>
                  <a:lnTo>
                    <a:pt x="1263" y="3680"/>
                  </a:lnTo>
                  <a:lnTo>
                    <a:pt x="739" y="3168"/>
                  </a:lnTo>
                  <a:lnTo>
                    <a:pt x="3061" y="870"/>
                  </a:lnTo>
                  <a:lnTo>
                    <a:pt x="3584" y="1394"/>
                  </a:lnTo>
                  <a:lnTo>
                    <a:pt x="3180" y="1787"/>
                  </a:lnTo>
                  <a:cubicBezTo>
                    <a:pt x="3120" y="1846"/>
                    <a:pt x="3120" y="1942"/>
                    <a:pt x="3180" y="2025"/>
                  </a:cubicBezTo>
                  <a:cubicBezTo>
                    <a:pt x="3209" y="2055"/>
                    <a:pt x="3251" y="2070"/>
                    <a:pt x="3294" y="2070"/>
                  </a:cubicBezTo>
                  <a:cubicBezTo>
                    <a:pt x="3337" y="2070"/>
                    <a:pt x="3382" y="2055"/>
                    <a:pt x="3418" y="2025"/>
                  </a:cubicBezTo>
                  <a:lnTo>
                    <a:pt x="3906" y="1525"/>
                  </a:lnTo>
                  <a:cubicBezTo>
                    <a:pt x="3930" y="1525"/>
                    <a:pt x="3930" y="1513"/>
                    <a:pt x="3942" y="1513"/>
                  </a:cubicBezTo>
                  <a:cubicBezTo>
                    <a:pt x="3954" y="1501"/>
                    <a:pt x="3954" y="1501"/>
                    <a:pt x="3954" y="1489"/>
                  </a:cubicBezTo>
                  <a:lnTo>
                    <a:pt x="4287" y="1168"/>
                  </a:lnTo>
                  <a:cubicBezTo>
                    <a:pt x="4418" y="1037"/>
                    <a:pt x="4489" y="858"/>
                    <a:pt x="4489" y="680"/>
                  </a:cubicBezTo>
                  <a:cubicBezTo>
                    <a:pt x="4477" y="489"/>
                    <a:pt x="4406" y="322"/>
                    <a:pt x="4275" y="191"/>
                  </a:cubicBezTo>
                  <a:cubicBezTo>
                    <a:pt x="4132" y="72"/>
                    <a:pt x="3977" y="1"/>
                    <a:pt x="3799" y="1"/>
                  </a:cubicBezTo>
                  <a:close/>
                </a:path>
              </a:pathLst>
            </a:custGeom>
            <a:solidFill>
              <a:srgbClr val="21204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84" name="Google Shape;3384;p66"/>
            <p:cNvSpPr/>
            <p:nvPr/>
          </p:nvSpPr>
          <p:spPr>
            <a:xfrm>
              <a:off x="3995839" y="2992647"/>
              <a:ext cx="54927" cy="37148"/>
            </a:xfrm>
            <a:custGeom>
              <a:rect b="b" l="l" r="r" t="t"/>
              <a:pathLst>
                <a:path extrusionOk="0" h="1168" w="1727">
                  <a:moveTo>
                    <a:pt x="1394" y="346"/>
                  </a:moveTo>
                  <a:lnTo>
                    <a:pt x="1394" y="834"/>
                  </a:lnTo>
                  <a:lnTo>
                    <a:pt x="334" y="834"/>
                  </a:lnTo>
                  <a:lnTo>
                    <a:pt x="334" y="346"/>
                  </a:lnTo>
                  <a:close/>
                  <a:moveTo>
                    <a:pt x="286" y="1"/>
                  </a:moveTo>
                  <a:cubicBezTo>
                    <a:pt x="143" y="1"/>
                    <a:pt x="1" y="144"/>
                    <a:pt x="1" y="286"/>
                  </a:cubicBezTo>
                  <a:lnTo>
                    <a:pt x="1" y="882"/>
                  </a:lnTo>
                  <a:cubicBezTo>
                    <a:pt x="1" y="1037"/>
                    <a:pt x="143" y="1167"/>
                    <a:pt x="286" y="1167"/>
                  </a:cubicBezTo>
                  <a:lnTo>
                    <a:pt x="1453" y="1167"/>
                  </a:lnTo>
                  <a:cubicBezTo>
                    <a:pt x="1596" y="1167"/>
                    <a:pt x="1727" y="1037"/>
                    <a:pt x="1727" y="882"/>
                  </a:cubicBezTo>
                  <a:lnTo>
                    <a:pt x="1727" y="286"/>
                  </a:lnTo>
                  <a:cubicBezTo>
                    <a:pt x="1727" y="144"/>
                    <a:pt x="1596" y="1"/>
                    <a:pt x="1453" y="1"/>
                  </a:cubicBezTo>
                  <a:close/>
                </a:path>
              </a:pathLst>
            </a:custGeom>
            <a:solidFill>
              <a:srgbClr val="21204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85" name="Google Shape;3385;p66"/>
            <p:cNvSpPr/>
            <p:nvPr/>
          </p:nvSpPr>
          <p:spPr>
            <a:xfrm>
              <a:off x="4249548" y="2992647"/>
              <a:ext cx="54959" cy="37148"/>
            </a:xfrm>
            <a:custGeom>
              <a:rect b="b" l="l" r="r" t="t"/>
              <a:pathLst>
                <a:path extrusionOk="0" h="1168" w="1728">
                  <a:moveTo>
                    <a:pt x="1394" y="346"/>
                  </a:moveTo>
                  <a:lnTo>
                    <a:pt x="1394" y="834"/>
                  </a:lnTo>
                  <a:lnTo>
                    <a:pt x="334" y="834"/>
                  </a:lnTo>
                  <a:lnTo>
                    <a:pt x="334" y="346"/>
                  </a:lnTo>
                  <a:close/>
                  <a:moveTo>
                    <a:pt x="286" y="1"/>
                  </a:moveTo>
                  <a:cubicBezTo>
                    <a:pt x="144" y="1"/>
                    <a:pt x="1" y="144"/>
                    <a:pt x="1" y="286"/>
                  </a:cubicBezTo>
                  <a:lnTo>
                    <a:pt x="1" y="882"/>
                  </a:lnTo>
                  <a:cubicBezTo>
                    <a:pt x="1" y="1037"/>
                    <a:pt x="144" y="1167"/>
                    <a:pt x="286" y="1167"/>
                  </a:cubicBezTo>
                  <a:lnTo>
                    <a:pt x="1453" y="1167"/>
                  </a:lnTo>
                  <a:cubicBezTo>
                    <a:pt x="1596" y="1167"/>
                    <a:pt x="1727" y="1037"/>
                    <a:pt x="1727" y="882"/>
                  </a:cubicBezTo>
                  <a:lnTo>
                    <a:pt x="1727" y="286"/>
                  </a:lnTo>
                  <a:cubicBezTo>
                    <a:pt x="1727" y="144"/>
                    <a:pt x="1596" y="1"/>
                    <a:pt x="1453" y="1"/>
                  </a:cubicBezTo>
                  <a:close/>
                </a:path>
              </a:pathLst>
            </a:custGeom>
            <a:solidFill>
              <a:srgbClr val="21204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86" name="Google Shape;3386;p66"/>
            <p:cNvSpPr/>
            <p:nvPr/>
          </p:nvSpPr>
          <p:spPr>
            <a:xfrm>
              <a:off x="3972749" y="2894211"/>
              <a:ext cx="355230" cy="356725"/>
            </a:xfrm>
            <a:custGeom>
              <a:rect b="b" l="l" r="r" t="t"/>
              <a:pathLst>
                <a:path extrusionOk="0" h="11216" w="11169">
                  <a:moveTo>
                    <a:pt x="9775" y="0"/>
                  </a:moveTo>
                  <a:cubicBezTo>
                    <a:pt x="9692" y="0"/>
                    <a:pt x="9620" y="83"/>
                    <a:pt x="9620" y="167"/>
                  </a:cubicBezTo>
                  <a:lnTo>
                    <a:pt x="9620" y="560"/>
                  </a:lnTo>
                  <a:cubicBezTo>
                    <a:pt x="9620" y="881"/>
                    <a:pt x="9347" y="1155"/>
                    <a:pt x="9025" y="1155"/>
                  </a:cubicBezTo>
                  <a:lnTo>
                    <a:pt x="6382" y="1155"/>
                  </a:lnTo>
                  <a:cubicBezTo>
                    <a:pt x="5882" y="1155"/>
                    <a:pt x="5453" y="1572"/>
                    <a:pt x="5453" y="2084"/>
                  </a:cubicBezTo>
                  <a:lnTo>
                    <a:pt x="5453" y="2369"/>
                  </a:lnTo>
                  <a:lnTo>
                    <a:pt x="750" y="2369"/>
                  </a:lnTo>
                  <a:cubicBezTo>
                    <a:pt x="346" y="2369"/>
                    <a:pt x="12" y="2703"/>
                    <a:pt x="12" y="3096"/>
                  </a:cubicBezTo>
                  <a:lnTo>
                    <a:pt x="12" y="7596"/>
                  </a:lnTo>
                  <a:cubicBezTo>
                    <a:pt x="12" y="7680"/>
                    <a:pt x="95" y="7763"/>
                    <a:pt x="179" y="7763"/>
                  </a:cubicBezTo>
                  <a:cubicBezTo>
                    <a:pt x="274" y="7763"/>
                    <a:pt x="346" y="7680"/>
                    <a:pt x="346" y="7596"/>
                  </a:cubicBezTo>
                  <a:lnTo>
                    <a:pt x="346" y="4822"/>
                  </a:lnTo>
                  <a:lnTo>
                    <a:pt x="10835" y="4822"/>
                  </a:lnTo>
                  <a:lnTo>
                    <a:pt x="10835" y="10478"/>
                  </a:lnTo>
                  <a:cubicBezTo>
                    <a:pt x="10835" y="10704"/>
                    <a:pt x="10656" y="10882"/>
                    <a:pt x="10430" y="10882"/>
                  </a:cubicBezTo>
                  <a:lnTo>
                    <a:pt x="727" y="10882"/>
                  </a:lnTo>
                  <a:cubicBezTo>
                    <a:pt x="512" y="10882"/>
                    <a:pt x="322" y="10704"/>
                    <a:pt x="322" y="10478"/>
                  </a:cubicBezTo>
                  <a:lnTo>
                    <a:pt x="322" y="8263"/>
                  </a:lnTo>
                  <a:cubicBezTo>
                    <a:pt x="322" y="8180"/>
                    <a:pt x="250" y="8096"/>
                    <a:pt x="167" y="8096"/>
                  </a:cubicBezTo>
                  <a:cubicBezTo>
                    <a:pt x="72" y="8096"/>
                    <a:pt x="0" y="8180"/>
                    <a:pt x="0" y="8263"/>
                  </a:cubicBezTo>
                  <a:lnTo>
                    <a:pt x="0" y="10478"/>
                  </a:lnTo>
                  <a:cubicBezTo>
                    <a:pt x="0" y="10882"/>
                    <a:pt x="322" y="11216"/>
                    <a:pt x="727" y="11216"/>
                  </a:cubicBezTo>
                  <a:lnTo>
                    <a:pt x="10418" y="11216"/>
                  </a:lnTo>
                  <a:cubicBezTo>
                    <a:pt x="10823" y="11216"/>
                    <a:pt x="11144" y="10882"/>
                    <a:pt x="11144" y="10478"/>
                  </a:cubicBezTo>
                  <a:lnTo>
                    <a:pt x="11144" y="3096"/>
                  </a:lnTo>
                  <a:cubicBezTo>
                    <a:pt x="11168" y="2691"/>
                    <a:pt x="10835" y="2369"/>
                    <a:pt x="10430" y="2369"/>
                  </a:cubicBezTo>
                  <a:lnTo>
                    <a:pt x="8823" y="2369"/>
                  </a:lnTo>
                  <a:cubicBezTo>
                    <a:pt x="8739" y="2369"/>
                    <a:pt x="8668" y="2441"/>
                    <a:pt x="8668" y="2536"/>
                  </a:cubicBezTo>
                  <a:cubicBezTo>
                    <a:pt x="8668" y="2619"/>
                    <a:pt x="8739" y="2703"/>
                    <a:pt x="8823" y="2703"/>
                  </a:cubicBezTo>
                  <a:lnTo>
                    <a:pt x="10430" y="2703"/>
                  </a:lnTo>
                  <a:cubicBezTo>
                    <a:pt x="10656" y="2703"/>
                    <a:pt x="10835" y="2881"/>
                    <a:pt x="10835" y="3096"/>
                  </a:cubicBezTo>
                  <a:lnTo>
                    <a:pt x="10835" y="4501"/>
                  </a:lnTo>
                  <a:lnTo>
                    <a:pt x="346" y="4501"/>
                  </a:lnTo>
                  <a:lnTo>
                    <a:pt x="346" y="3096"/>
                  </a:lnTo>
                  <a:cubicBezTo>
                    <a:pt x="346" y="2881"/>
                    <a:pt x="524" y="2703"/>
                    <a:pt x="750" y="2703"/>
                  </a:cubicBezTo>
                  <a:lnTo>
                    <a:pt x="8168" y="2703"/>
                  </a:lnTo>
                  <a:cubicBezTo>
                    <a:pt x="8263" y="2703"/>
                    <a:pt x="8335" y="2619"/>
                    <a:pt x="8335" y="2536"/>
                  </a:cubicBezTo>
                  <a:cubicBezTo>
                    <a:pt x="8335" y="2441"/>
                    <a:pt x="8263" y="2369"/>
                    <a:pt x="8168" y="2369"/>
                  </a:cubicBezTo>
                  <a:lnTo>
                    <a:pt x="5775" y="2369"/>
                  </a:lnTo>
                  <a:lnTo>
                    <a:pt x="5775" y="2084"/>
                  </a:lnTo>
                  <a:cubicBezTo>
                    <a:pt x="5775" y="1762"/>
                    <a:pt x="6049" y="1488"/>
                    <a:pt x="6370" y="1488"/>
                  </a:cubicBezTo>
                  <a:lnTo>
                    <a:pt x="9001" y="1488"/>
                  </a:lnTo>
                  <a:cubicBezTo>
                    <a:pt x="9513" y="1488"/>
                    <a:pt x="9942" y="1072"/>
                    <a:pt x="9942" y="560"/>
                  </a:cubicBezTo>
                  <a:lnTo>
                    <a:pt x="9942" y="167"/>
                  </a:lnTo>
                  <a:cubicBezTo>
                    <a:pt x="9942" y="83"/>
                    <a:pt x="9871" y="0"/>
                    <a:pt x="9775" y="0"/>
                  </a:cubicBezTo>
                  <a:close/>
                </a:path>
              </a:pathLst>
            </a:custGeom>
            <a:solidFill>
              <a:srgbClr val="21204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3387" name="Google Shape;3387;p66"/>
          <p:cNvGrpSpPr/>
          <p:nvPr/>
        </p:nvGrpSpPr>
        <p:grpSpPr>
          <a:xfrm>
            <a:off x="3714908" y="538710"/>
            <a:ext cx="380910" cy="339594"/>
            <a:chOff x="855096" y="1504485"/>
            <a:chExt cx="380910" cy="339594"/>
          </a:xfrm>
        </p:grpSpPr>
        <p:sp>
          <p:nvSpPr>
            <p:cNvPr id="3388" name="Google Shape;3388;p66"/>
            <p:cNvSpPr/>
            <p:nvPr/>
          </p:nvSpPr>
          <p:spPr>
            <a:xfrm>
              <a:off x="1092707" y="1504485"/>
              <a:ext cx="107299" cy="136837"/>
            </a:xfrm>
            <a:custGeom>
              <a:rect b="b" l="l" r="r" t="t"/>
              <a:pathLst>
                <a:path extrusionOk="0" h="4299" w="3371">
                  <a:moveTo>
                    <a:pt x="1691" y="357"/>
                  </a:moveTo>
                  <a:cubicBezTo>
                    <a:pt x="2418" y="357"/>
                    <a:pt x="3013" y="953"/>
                    <a:pt x="3013" y="1679"/>
                  </a:cubicBezTo>
                  <a:cubicBezTo>
                    <a:pt x="3013" y="2250"/>
                    <a:pt x="2644" y="2750"/>
                    <a:pt x="2108" y="2929"/>
                  </a:cubicBezTo>
                  <a:lnTo>
                    <a:pt x="2418" y="1726"/>
                  </a:lnTo>
                  <a:cubicBezTo>
                    <a:pt x="2453" y="1643"/>
                    <a:pt x="2394" y="1536"/>
                    <a:pt x="2287" y="1512"/>
                  </a:cubicBezTo>
                  <a:cubicBezTo>
                    <a:pt x="2273" y="1509"/>
                    <a:pt x="2258" y="1507"/>
                    <a:pt x="2244" y="1507"/>
                  </a:cubicBezTo>
                  <a:cubicBezTo>
                    <a:pt x="2162" y="1507"/>
                    <a:pt x="2082" y="1564"/>
                    <a:pt x="2072" y="1655"/>
                  </a:cubicBezTo>
                  <a:lnTo>
                    <a:pt x="2060" y="1715"/>
                  </a:lnTo>
                  <a:lnTo>
                    <a:pt x="1322" y="1715"/>
                  </a:lnTo>
                  <a:lnTo>
                    <a:pt x="1298" y="1655"/>
                  </a:lnTo>
                  <a:cubicBezTo>
                    <a:pt x="1277" y="1568"/>
                    <a:pt x="1195" y="1511"/>
                    <a:pt x="1117" y="1511"/>
                  </a:cubicBezTo>
                  <a:cubicBezTo>
                    <a:pt x="1110" y="1511"/>
                    <a:pt x="1103" y="1511"/>
                    <a:pt x="1096" y="1512"/>
                  </a:cubicBezTo>
                  <a:cubicBezTo>
                    <a:pt x="1001" y="1548"/>
                    <a:pt x="941" y="1631"/>
                    <a:pt x="965" y="1726"/>
                  </a:cubicBezTo>
                  <a:lnTo>
                    <a:pt x="1275" y="2929"/>
                  </a:lnTo>
                  <a:cubicBezTo>
                    <a:pt x="751" y="2750"/>
                    <a:pt x="370" y="2262"/>
                    <a:pt x="370" y="1679"/>
                  </a:cubicBezTo>
                  <a:cubicBezTo>
                    <a:pt x="370" y="953"/>
                    <a:pt x="965" y="357"/>
                    <a:pt x="1691" y="357"/>
                  </a:cubicBezTo>
                  <a:close/>
                  <a:moveTo>
                    <a:pt x="1989" y="2036"/>
                  </a:moveTo>
                  <a:lnTo>
                    <a:pt x="1751" y="3012"/>
                  </a:lnTo>
                  <a:lnTo>
                    <a:pt x="1656" y="3012"/>
                  </a:lnTo>
                  <a:lnTo>
                    <a:pt x="1406" y="2036"/>
                  </a:lnTo>
                  <a:close/>
                  <a:moveTo>
                    <a:pt x="2072" y="3310"/>
                  </a:moveTo>
                  <a:lnTo>
                    <a:pt x="2072" y="3739"/>
                  </a:lnTo>
                  <a:lnTo>
                    <a:pt x="1322" y="3751"/>
                  </a:lnTo>
                  <a:cubicBezTo>
                    <a:pt x="1322" y="3751"/>
                    <a:pt x="1298" y="3751"/>
                    <a:pt x="1298" y="3739"/>
                  </a:cubicBezTo>
                  <a:lnTo>
                    <a:pt x="1298" y="3310"/>
                  </a:lnTo>
                  <a:cubicBezTo>
                    <a:pt x="1417" y="3334"/>
                    <a:pt x="1560" y="3346"/>
                    <a:pt x="1691" y="3346"/>
                  </a:cubicBezTo>
                  <a:cubicBezTo>
                    <a:pt x="1822" y="3346"/>
                    <a:pt x="1953" y="3334"/>
                    <a:pt x="2072" y="3310"/>
                  </a:cubicBezTo>
                  <a:close/>
                  <a:moveTo>
                    <a:pt x="1691" y="0"/>
                  </a:moveTo>
                  <a:cubicBezTo>
                    <a:pt x="763" y="0"/>
                    <a:pt x="1" y="750"/>
                    <a:pt x="1" y="1679"/>
                  </a:cubicBezTo>
                  <a:cubicBezTo>
                    <a:pt x="1" y="2334"/>
                    <a:pt x="394" y="2917"/>
                    <a:pt x="941" y="3191"/>
                  </a:cubicBezTo>
                  <a:lnTo>
                    <a:pt x="941" y="3751"/>
                  </a:lnTo>
                  <a:cubicBezTo>
                    <a:pt x="941" y="3941"/>
                    <a:pt x="1108" y="4108"/>
                    <a:pt x="1298" y="4108"/>
                  </a:cubicBezTo>
                  <a:lnTo>
                    <a:pt x="1501" y="4108"/>
                  </a:lnTo>
                  <a:lnTo>
                    <a:pt x="1501" y="4120"/>
                  </a:lnTo>
                  <a:cubicBezTo>
                    <a:pt x="1501" y="4227"/>
                    <a:pt x="1572" y="4298"/>
                    <a:pt x="1679" y="4298"/>
                  </a:cubicBezTo>
                  <a:cubicBezTo>
                    <a:pt x="1775" y="4298"/>
                    <a:pt x="1858" y="4227"/>
                    <a:pt x="1858" y="4120"/>
                  </a:cubicBezTo>
                  <a:lnTo>
                    <a:pt x="1858" y="4108"/>
                  </a:lnTo>
                  <a:lnTo>
                    <a:pt x="2048" y="4108"/>
                  </a:lnTo>
                  <a:cubicBezTo>
                    <a:pt x="2239" y="4108"/>
                    <a:pt x="2406" y="3941"/>
                    <a:pt x="2406" y="3751"/>
                  </a:cubicBezTo>
                  <a:lnTo>
                    <a:pt x="2406" y="3191"/>
                  </a:lnTo>
                  <a:cubicBezTo>
                    <a:pt x="2953" y="2917"/>
                    <a:pt x="3346" y="2334"/>
                    <a:pt x="3346" y="1679"/>
                  </a:cubicBezTo>
                  <a:cubicBezTo>
                    <a:pt x="3370" y="750"/>
                    <a:pt x="2608" y="0"/>
                    <a:pt x="1691" y="0"/>
                  </a:cubicBezTo>
                  <a:close/>
                </a:path>
              </a:pathLst>
            </a:custGeom>
            <a:solidFill>
              <a:srgbClr val="21204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89" name="Google Shape;3389;p66"/>
            <p:cNvSpPr/>
            <p:nvPr/>
          </p:nvSpPr>
          <p:spPr>
            <a:xfrm>
              <a:off x="855096" y="1521896"/>
              <a:ext cx="214152" cy="322183"/>
            </a:xfrm>
            <a:custGeom>
              <a:rect b="b" l="l" r="r" t="t"/>
              <a:pathLst>
                <a:path extrusionOk="0" h="10122" w="6728">
                  <a:moveTo>
                    <a:pt x="3346" y="358"/>
                  </a:moveTo>
                  <a:cubicBezTo>
                    <a:pt x="3870" y="358"/>
                    <a:pt x="4299" y="703"/>
                    <a:pt x="4299" y="1120"/>
                  </a:cubicBezTo>
                  <a:cubicBezTo>
                    <a:pt x="4001" y="1001"/>
                    <a:pt x="3691" y="941"/>
                    <a:pt x="3346" y="941"/>
                  </a:cubicBezTo>
                  <a:cubicBezTo>
                    <a:pt x="3001" y="941"/>
                    <a:pt x="2691" y="1001"/>
                    <a:pt x="2394" y="1120"/>
                  </a:cubicBezTo>
                  <a:cubicBezTo>
                    <a:pt x="2394" y="703"/>
                    <a:pt x="2810" y="358"/>
                    <a:pt x="3346" y="358"/>
                  </a:cubicBezTo>
                  <a:close/>
                  <a:moveTo>
                    <a:pt x="3370" y="1299"/>
                  </a:moveTo>
                  <a:cubicBezTo>
                    <a:pt x="4620" y="1299"/>
                    <a:pt x="5620" y="2311"/>
                    <a:pt x="5620" y="3561"/>
                  </a:cubicBezTo>
                  <a:cubicBezTo>
                    <a:pt x="5620" y="3882"/>
                    <a:pt x="5549" y="4216"/>
                    <a:pt x="5418" y="4513"/>
                  </a:cubicBezTo>
                  <a:lnTo>
                    <a:pt x="5418" y="4347"/>
                  </a:lnTo>
                  <a:cubicBezTo>
                    <a:pt x="5418" y="4144"/>
                    <a:pt x="5322" y="3930"/>
                    <a:pt x="5168" y="3799"/>
                  </a:cubicBezTo>
                  <a:cubicBezTo>
                    <a:pt x="4811" y="3489"/>
                    <a:pt x="4025" y="2953"/>
                    <a:pt x="2632" y="2811"/>
                  </a:cubicBezTo>
                  <a:cubicBezTo>
                    <a:pt x="2626" y="2810"/>
                    <a:pt x="2619" y="2809"/>
                    <a:pt x="2613" y="2809"/>
                  </a:cubicBezTo>
                  <a:cubicBezTo>
                    <a:pt x="2535" y="2809"/>
                    <a:pt x="2452" y="2878"/>
                    <a:pt x="2441" y="2977"/>
                  </a:cubicBezTo>
                  <a:cubicBezTo>
                    <a:pt x="2429" y="3073"/>
                    <a:pt x="2501" y="3156"/>
                    <a:pt x="2608" y="3168"/>
                  </a:cubicBezTo>
                  <a:cubicBezTo>
                    <a:pt x="3882" y="3311"/>
                    <a:pt x="4632" y="3787"/>
                    <a:pt x="4941" y="4061"/>
                  </a:cubicBezTo>
                  <a:cubicBezTo>
                    <a:pt x="5013" y="4144"/>
                    <a:pt x="5072" y="4239"/>
                    <a:pt x="5072" y="4347"/>
                  </a:cubicBezTo>
                  <a:lnTo>
                    <a:pt x="5072" y="4680"/>
                  </a:lnTo>
                  <a:cubicBezTo>
                    <a:pt x="5072" y="5609"/>
                    <a:pt x="4310" y="6371"/>
                    <a:pt x="3382" y="6371"/>
                  </a:cubicBezTo>
                  <a:cubicBezTo>
                    <a:pt x="3374" y="6371"/>
                    <a:pt x="3367" y="6371"/>
                    <a:pt x="3359" y="6371"/>
                  </a:cubicBezTo>
                  <a:cubicBezTo>
                    <a:pt x="2405" y="6371"/>
                    <a:pt x="1643" y="5625"/>
                    <a:pt x="1643" y="4692"/>
                  </a:cubicBezTo>
                  <a:lnTo>
                    <a:pt x="1643" y="4549"/>
                  </a:lnTo>
                  <a:cubicBezTo>
                    <a:pt x="1643" y="4466"/>
                    <a:pt x="1679" y="4406"/>
                    <a:pt x="1739" y="4382"/>
                  </a:cubicBezTo>
                  <a:cubicBezTo>
                    <a:pt x="1965" y="4263"/>
                    <a:pt x="2251" y="4025"/>
                    <a:pt x="2382" y="3620"/>
                  </a:cubicBezTo>
                  <a:cubicBezTo>
                    <a:pt x="2405" y="3525"/>
                    <a:pt x="2370" y="3430"/>
                    <a:pt x="2274" y="3394"/>
                  </a:cubicBezTo>
                  <a:cubicBezTo>
                    <a:pt x="2258" y="3389"/>
                    <a:pt x="2240" y="3387"/>
                    <a:pt x="2222" y="3387"/>
                  </a:cubicBezTo>
                  <a:cubicBezTo>
                    <a:pt x="2152" y="3387"/>
                    <a:pt x="2079" y="3425"/>
                    <a:pt x="2060" y="3501"/>
                  </a:cubicBezTo>
                  <a:cubicBezTo>
                    <a:pt x="1953" y="3799"/>
                    <a:pt x="1739" y="3966"/>
                    <a:pt x="1584" y="4061"/>
                  </a:cubicBezTo>
                  <a:cubicBezTo>
                    <a:pt x="1417" y="4156"/>
                    <a:pt x="1310" y="4335"/>
                    <a:pt x="1310" y="4513"/>
                  </a:cubicBezTo>
                  <a:cubicBezTo>
                    <a:pt x="1179" y="4216"/>
                    <a:pt x="1108" y="3882"/>
                    <a:pt x="1108" y="3561"/>
                  </a:cubicBezTo>
                  <a:cubicBezTo>
                    <a:pt x="1108" y="2311"/>
                    <a:pt x="2120" y="1299"/>
                    <a:pt x="3370" y="1299"/>
                  </a:cubicBezTo>
                  <a:close/>
                  <a:moveTo>
                    <a:pt x="4108" y="6585"/>
                  </a:moveTo>
                  <a:lnTo>
                    <a:pt x="4108" y="7002"/>
                  </a:lnTo>
                  <a:cubicBezTo>
                    <a:pt x="4108" y="7228"/>
                    <a:pt x="4239" y="7418"/>
                    <a:pt x="4430" y="7502"/>
                  </a:cubicBezTo>
                  <a:lnTo>
                    <a:pt x="4691" y="7621"/>
                  </a:lnTo>
                  <a:cubicBezTo>
                    <a:pt x="4441" y="8133"/>
                    <a:pt x="3918" y="8442"/>
                    <a:pt x="3346" y="8442"/>
                  </a:cubicBezTo>
                  <a:cubicBezTo>
                    <a:pt x="2786" y="8442"/>
                    <a:pt x="2263" y="8133"/>
                    <a:pt x="2013" y="7621"/>
                  </a:cubicBezTo>
                  <a:lnTo>
                    <a:pt x="2263" y="7502"/>
                  </a:lnTo>
                  <a:cubicBezTo>
                    <a:pt x="2453" y="7418"/>
                    <a:pt x="2584" y="7228"/>
                    <a:pt x="2584" y="7002"/>
                  </a:cubicBezTo>
                  <a:lnTo>
                    <a:pt x="2584" y="6585"/>
                  </a:lnTo>
                  <a:cubicBezTo>
                    <a:pt x="2822" y="6668"/>
                    <a:pt x="3084" y="6728"/>
                    <a:pt x="3346" y="6728"/>
                  </a:cubicBezTo>
                  <a:cubicBezTo>
                    <a:pt x="3620" y="6728"/>
                    <a:pt x="3870" y="6668"/>
                    <a:pt x="4108" y="6585"/>
                  </a:cubicBezTo>
                  <a:close/>
                  <a:moveTo>
                    <a:pt x="3346" y="1"/>
                  </a:moveTo>
                  <a:cubicBezTo>
                    <a:pt x="2632" y="1"/>
                    <a:pt x="2060" y="513"/>
                    <a:pt x="2060" y="1120"/>
                  </a:cubicBezTo>
                  <a:cubicBezTo>
                    <a:pt x="2060" y="1179"/>
                    <a:pt x="2060" y="1227"/>
                    <a:pt x="2072" y="1287"/>
                  </a:cubicBezTo>
                  <a:cubicBezTo>
                    <a:pt x="1286" y="1727"/>
                    <a:pt x="750" y="2572"/>
                    <a:pt x="750" y="3561"/>
                  </a:cubicBezTo>
                  <a:cubicBezTo>
                    <a:pt x="750" y="4204"/>
                    <a:pt x="989" y="4811"/>
                    <a:pt x="1405" y="5287"/>
                  </a:cubicBezTo>
                  <a:cubicBezTo>
                    <a:pt x="1548" y="5751"/>
                    <a:pt x="1846" y="6156"/>
                    <a:pt x="2251" y="6406"/>
                  </a:cubicBezTo>
                  <a:lnTo>
                    <a:pt x="2251" y="7014"/>
                  </a:lnTo>
                  <a:cubicBezTo>
                    <a:pt x="2251" y="7085"/>
                    <a:pt x="2203" y="7168"/>
                    <a:pt x="2132" y="7192"/>
                  </a:cubicBezTo>
                  <a:lnTo>
                    <a:pt x="548" y="7895"/>
                  </a:lnTo>
                  <a:cubicBezTo>
                    <a:pt x="203" y="8037"/>
                    <a:pt x="0" y="8371"/>
                    <a:pt x="0" y="8740"/>
                  </a:cubicBezTo>
                  <a:lnTo>
                    <a:pt x="0" y="9942"/>
                  </a:lnTo>
                  <a:cubicBezTo>
                    <a:pt x="0" y="10050"/>
                    <a:pt x="72" y="10121"/>
                    <a:pt x="179" y="10121"/>
                  </a:cubicBezTo>
                  <a:cubicBezTo>
                    <a:pt x="286" y="10121"/>
                    <a:pt x="358" y="10050"/>
                    <a:pt x="358" y="9942"/>
                  </a:cubicBezTo>
                  <a:lnTo>
                    <a:pt x="358" y="8740"/>
                  </a:lnTo>
                  <a:cubicBezTo>
                    <a:pt x="358" y="8514"/>
                    <a:pt x="489" y="8311"/>
                    <a:pt x="703" y="8216"/>
                  </a:cubicBezTo>
                  <a:lnTo>
                    <a:pt x="1691" y="7776"/>
                  </a:lnTo>
                  <a:cubicBezTo>
                    <a:pt x="2013" y="8395"/>
                    <a:pt x="2644" y="8799"/>
                    <a:pt x="3358" y="8799"/>
                  </a:cubicBezTo>
                  <a:cubicBezTo>
                    <a:pt x="4072" y="8799"/>
                    <a:pt x="4715" y="8395"/>
                    <a:pt x="5025" y="7776"/>
                  </a:cubicBezTo>
                  <a:lnTo>
                    <a:pt x="6025" y="8216"/>
                  </a:lnTo>
                  <a:cubicBezTo>
                    <a:pt x="6239" y="8311"/>
                    <a:pt x="6370" y="8514"/>
                    <a:pt x="6370" y="8740"/>
                  </a:cubicBezTo>
                  <a:lnTo>
                    <a:pt x="6370" y="9942"/>
                  </a:lnTo>
                  <a:cubicBezTo>
                    <a:pt x="6370" y="10050"/>
                    <a:pt x="6442" y="10121"/>
                    <a:pt x="6549" y="10121"/>
                  </a:cubicBezTo>
                  <a:cubicBezTo>
                    <a:pt x="6656" y="10121"/>
                    <a:pt x="6727" y="10050"/>
                    <a:pt x="6727" y="9942"/>
                  </a:cubicBezTo>
                  <a:lnTo>
                    <a:pt x="6727" y="8740"/>
                  </a:lnTo>
                  <a:cubicBezTo>
                    <a:pt x="6704" y="8371"/>
                    <a:pt x="6489" y="8037"/>
                    <a:pt x="6144" y="7895"/>
                  </a:cubicBezTo>
                  <a:lnTo>
                    <a:pt x="4572" y="7192"/>
                  </a:lnTo>
                  <a:cubicBezTo>
                    <a:pt x="4501" y="7168"/>
                    <a:pt x="4453" y="7085"/>
                    <a:pt x="4453" y="7014"/>
                  </a:cubicBezTo>
                  <a:lnTo>
                    <a:pt x="4453" y="6406"/>
                  </a:lnTo>
                  <a:cubicBezTo>
                    <a:pt x="4858" y="6156"/>
                    <a:pt x="5156" y="5751"/>
                    <a:pt x="5299" y="5287"/>
                  </a:cubicBezTo>
                  <a:cubicBezTo>
                    <a:pt x="5715" y="4811"/>
                    <a:pt x="5954" y="4204"/>
                    <a:pt x="5954" y="3561"/>
                  </a:cubicBezTo>
                  <a:cubicBezTo>
                    <a:pt x="5954" y="2596"/>
                    <a:pt x="5418" y="1727"/>
                    <a:pt x="4632" y="1287"/>
                  </a:cubicBezTo>
                  <a:cubicBezTo>
                    <a:pt x="4644" y="1227"/>
                    <a:pt x="4644" y="1179"/>
                    <a:pt x="4644" y="1120"/>
                  </a:cubicBezTo>
                  <a:cubicBezTo>
                    <a:pt x="4644" y="513"/>
                    <a:pt x="4060" y="1"/>
                    <a:pt x="3346" y="1"/>
                  </a:cubicBezTo>
                  <a:close/>
                </a:path>
              </a:pathLst>
            </a:custGeom>
            <a:solidFill>
              <a:srgbClr val="21204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90" name="Google Shape;3390;p66"/>
            <p:cNvSpPr/>
            <p:nvPr/>
          </p:nvSpPr>
          <p:spPr>
            <a:xfrm>
              <a:off x="896411" y="1808780"/>
              <a:ext cx="11395" cy="34918"/>
            </a:xfrm>
            <a:custGeom>
              <a:rect b="b" l="l" r="r" t="t"/>
              <a:pathLst>
                <a:path extrusionOk="0" h="1097" w="358">
                  <a:moveTo>
                    <a:pt x="179" y="1"/>
                  </a:moveTo>
                  <a:cubicBezTo>
                    <a:pt x="72" y="1"/>
                    <a:pt x="0" y="72"/>
                    <a:pt x="0" y="179"/>
                  </a:cubicBezTo>
                  <a:lnTo>
                    <a:pt x="0" y="918"/>
                  </a:lnTo>
                  <a:cubicBezTo>
                    <a:pt x="0" y="1025"/>
                    <a:pt x="72" y="1096"/>
                    <a:pt x="179" y="1096"/>
                  </a:cubicBezTo>
                  <a:cubicBezTo>
                    <a:pt x="286" y="1096"/>
                    <a:pt x="357" y="1025"/>
                    <a:pt x="357" y="918"/>
                  </a:cubicBezTo>
                  <a:lnTo>
                    <a:pt x="357" y="179"/>
                  </a:lnTo>
                  <a:cubicBezTo>
                    <a:pt x="345" y="84"/>
                    <a:pt x="262" y="1"/>
                    <a:pt x="179" y="1"/>
                  </a:cubicBezTo>
                  <a:close/>
                </a:path>
              </a:pathLst>
            </a:custGeom>
            <a:solidFill>
              <a:srgbClr val="21204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91" name="Google Shape;3391;p66"/>
            <p:cNvSpPr/>
            <p:nvPr/>
          </p:nvSpPr>
          <p:spPr>
            <a:xfrm>
              <a:off x="1015391" y="1808780"/>
              <a:ext cx="11395" cy="34918"/>
            </a:xfrm>
            <a:custGeom>
              <a:rect b="b" l="l" r="r" t="t"/>
              <a:pathLst>
                <a:path extrusionOk="0" h="1097" w="358">
                  <a:moveTo>
                    <a:pt x="179" y="1"/>
                  </a:moveTo>
                  <a:cubicBezTo>
                    <a:pt x="72" y="1"/>
                    <a:pt x="1" y="72"/>
                    <a:pt x="1" y="179"/>
                  </a:cubicBezTo>
                  <a:lnTo>
                    <a:pt x="1" y="918"/>
                  </a:lnTo>
                  <a:cubicBezTo>
                    <a:pt x="1" y="1025"/>
                    <a:pt x="72" y="1096"/>
                    <a:pt x="179" y="1096"/>
                  </a:cubicBezTo>
                  <a:cubicBezTo>
                    <a:pt x="275" y="1096"/>
                    <a:pt x="346" y="1025"/>
                    <a:pt x="346" y="918"/>
                  </a:cubicBezTo>
                  <a:lnTo>
                    <a:pt x="346" y="179"/>
                  </a:lnTo>
                  <a:cubicBezTo>
                    <a:pt x="358" y="84"/>
                    <a:pt x="275" y="1"/>
                    <a:pt x="179" y="1"/>
                  </a:cubicBezTo>
                  <a:close/>
                </a:path>
              </a:pathLst>
            </a:custGeom>
            <a:solidFill>
              <a:srgbClr val="21204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92" name="Google Shape;3392;p66"/>
            <p:cNvSpPr/>
            <p:nvPr/>
          </p:nvSpPr>
          <p:spPr>
            <a:xfrm>
              <a:off x="1057471" y="1522660"/>
              <a:ext cx="178534" cy="186110"/>
            </a:xfrm>
            <a:custGeom>
              <a:rect b="b" l="l" r="r" t="t"/>
              <a:pathLst>
                <a:path extrusionOk="0" h="5847" w="5609">
                  <a:moveTo>
                    <a:pt x="739" y="1"/>
                  </a:moveTo>
                  <a:cubicBezTo>
                    <a:pt x="346" y="1"/>
                    <a:pt x="0" y="322"/>
                    <a:pt x="0" y="739"/>
                  </a:cubicBezTo>
                  <a:lnTo>
                    <a:pt x="0" y="3751"/>
                  </a:lnTo>
                  <a:cubicBezTo>
                    <a:pt x="0" y="4144"/>
                    <a:pt x="322" y="4489"/>
                    <a:pt x="739" y="4489"/>
                  </a:cubicBezTo>
                  <a:lnTo>
                    <a:pt x="1084" y="4489"/>
                  </a:lnTo>
                  <a:lnTo>
                    <a:pt x="834" y="5513"/>
                  </a:lnTo>
                  <a:cubicBezTo>
                    <a:pt x="798" y="5620"/>
                    <a:pt x="846" y="5739"/>
                    <a:pt x="941" y="5799"/>
                  </a:cubicBezTo>
                  <a:cubicBezTo>
                    <a:pt x="977" y="5823"/>
                    <a:pt x="1036" y="5847"/>
                    <a:pt x="1084" y="5847"/>
                  </a:cubicBezTo>
                  <a:cubicBezTo>
                    <a:pt x="1143" y="5847"/>
                    <a:pt x="1191" y="5823"/>
                    <a:pt x="1250" y="5799"/>
                  </a:cubicBezTo>
                  <a:lnTo>
                    <a:pt x="3048" y="4489"/>
                  </a:lnTo>
                  <a:lnTo>
                    <a:pt x="4870" y="4489"/>
                  </a:lnTo>
                  <a:cubicBezTo>
                    <a:pt x="5263" y="4489"/>
                    <a:pt x="5608" y="4156"/>
                    <a:pt x="5608" y="3739"/>
                  </a:cubicBezTo>
                  <a:lnTo>
                    <a:pt x="5608" y="739"/>
                  </a:lnTo>
                  <a:cubicBezTo>
                    <a:pt x="5596" y="322"/>
                    <a:pt x="5263" y="1"/>
                    <a:pt x="4870" y="1"/>
                  </a:cubicBezTo>
                  <a:cubicBezTo>
                    <a:pt x="4763" y="1"/>
                    <a:pt x="4691" y="72"/>
                    <a:pt x="4691" y="179"/>
                  </a:cubicBezTo>
                  <a:cubicBezTo>
                    <a:pt x="4691" y="274"/>
                    <a:pt x="4763" y="346"/>
                    <a:pt x="4870" y="346"/>
                  </a:cubicBezTo>
                  <a:cubicBezTo>
                    <a:pt x="5072" y="346"/>
                    <a:pt x="5251" y="524"/>
                    <a:pt x="5251" y="739"/>
                  </a:cubicBezTo>
                  <a:lnTo>
                    <a:pt x="5251" y="3739"/>
                  </a:lnTo>
                  <a:cubicBezTo>
                    <a:pt x="5251" y="3953"/>
                    <a:pt x="5072" y="4132"/>
                    <a:pt x="4870" y="4132"/>
                  </a:cubicBezTo>
                  <a:lnTo>
                    <a:pt x="2989" y="4132"/>
                  </a:lnTo>
                  <a:cubicBezTo>
                    <a:pt x="2965" y="4132"/>
                    <a:pt x="2917" y="4144"/>
                    <a:pt x="2882" y="4156"/>
                  </a:cubicBezTo>
                  <a:lnTo>
                    <a:pt x="1215" y="5382"/>
                  </a:lnTo>
                  <a:lnTo>
                    <a:pt x="1477" y="4358"/>
                  </a:lnTo>
                  <a:cubicBezTo>
                    <a:pt x="1489" y="4299"/>
                    <a:pt x="1477" y="4251"/>
                    <a:pt x="1441" y="4203"/>
                  </a:cubicBezTo>
                  <a:cubicBezTo>
                    <a:pt x="1417" y="4156"/>
                    <a:pt x="1358" y="4132"/>
                    <a:pt x="1310" y="4132"/>
                  </a:cubicBezTo>
                  <a:lnTo>
                    <a:pt x="739" y="4132"/>
                  </a:lnTo>
                  <a:cubicBezTo>
                    <a:pt x="536" y="4132"/>
                    <a:pt x="358" y="3953"/>
                    <a:pt x="358" y="3739"/>
                  </a:cubicBezTo>
                  <a:lnTo>
                    <a:pt x="358" y="739"/>
                  </a:lnTo>
                  <a:cubicBezTo>
                    <a:pt x="358" y="524"/>
                    <a:pt x="536" y="346"/>
                    <a:pt x="739" y="346"/>
                  </a:cubicBezTo>
                  <a:cubicBezTo>
                    <a:pt x="846" y="346"/>
                    <a:pt x="917" y="274"/>
                    <a:pt x="917" y="179"/>
                  </a:cubicBezTo>
                  <a:cubicBezTo>
                    <a:pt x="917" y="72"/>
                    <a:pt x="846" y="1"/>
                    <a:pt x="739" y="1"/>
                  </a:cubicBezTo>
                  <a:close/>
                </a:path>
              </a:pathLst>
            </a:custGeom>
            <a:solidFill>
              <a:srgbClr val="21204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3393" name="Google Shape;3393;p66"/>
          <p:cNvGrpSpPr/>
          <p:nvPr/>
        </p:nvGrpSpPr>
        <p:grpSpPr>
          <a:xfrm>
            <a:off x="1348589" y="538689"/>
            <a:ext cx="382828" cy="358601"/>
            <a:chOff x="2753373" y="2902523"/>
            <a:chExt cx="347552" cy="325557"/>
          </a:xfrm>
        </p:grpSpPr>
        <p:sp>
          <p:nvSpPr>
            <p:cNvPr id="3394" name="Google Shape;3394;p66"/>
            <p:cNvSpPr/>
            <p:nvPr/>
          </p:nvSpPr>
          <p:spPr>
            <a:xfrm>
              <a:off x="2807962" y="3018575"/>
              <a:ext cx="86418" cy="29506"/>
            </a:xfrm>
            <a:custGeom>
              <a:rect b="b" l="l" r="r" t="t"/>
              <a:pathLst>
                <a:path extrusionOk="0" h="927" w="2715">
                  <a:moveTo>
                    <a:pt x="1070" y="0"/>
                  </a:moveTo>
                  <a:cubicBezTo>
                    <a:pt x="752" y="0"/>
                    <a:pt x="464" y="31"/>
                    <a:pt x="274" y="57"/>
                  </a:cubicBezTo>
                  <a:cubicBezTo>
                    <a:pt x="107" y="93"/>
                    <a:pt x="0" y="224"/>
                    <a:pt x="0" y="390"/>
                  </a:cubicBezTo>
                  <a:lnTo>
                    <a:pt x="0" y="759"/>
                  </a:lnTo>
                  <a:cubicBezTo>
                    <a:pt x="0" y="843"/>
                    <a:pt x="72" y="926"/>
                    <a:pt x="155" y="926"/>
                  </a:cubicBezTo>
                  <a:cubicBezTo>
                    <a:pt x="250" y="926"/>
                    <a:pt x="322" y="843"/>
                    <a:pt x="322" y="759"/>
                  </a:cubicBezTo>
                  <a:lnTo>
                    <a:pt x="322" y="390"/>
                  </a:lnTo>
                  <a:cubicBezTo>
                    <a:pt x="322" y="390"/>
                    <a:pt x="322" y="367"/>
                    <a:pt x="334" y="367"/>
                  </a:cubicBezTo>
                  <a:cubicBezTo>
                    <a:pt x="493" y="349"/>
                    <a:pt x="758" y="318"/>
                    <a:pt x="1059" y="318"/>
                  </a:cubicBezTo>
                  <a:cubicBezTo>
                    <a:pt x="1163" y="318"/>
                    <a:pt x="1271" y="322"/>
                    <a:pt x="1381" y="331"/>
                  </a:cubicBezTo>
                  <a:cubicBezTo>
                    <a:pt x="1870" y="355"/>
                    <a:pt x="2239" y="486"/>
                    <a:pt x="2453" y="700"/>
                  </a:cubicBezTo>
                  <a:cubicBezTo>
                    <a:pt x="2483" y="730"/>
                    <a:pt x="2524" y="745"/>
                    <a:pt x="2566" y="745"/>
                  </a:cubicBezTo>
                  <a:cubicBezTo>
                    <a:pt x="2608" y="745"/>
                    <a:pt x="2649" y="730"/>
                    <a:pt x="2679" y="700"/>
                  </a:cubicBezTo>
                  <a:cubicBezTo>
                    <a:pt x="2715" y="640"/>
                    <a:pt x="2715" y="533"/>
                    <a:pt x="2655" y="474"/>
                  </a:cubicBezTo>
                  <a:cubicBezTo>
                    <a:pt x="2276" y="95"/>
                    <a:pt x="1627" y="0"/>
                    <a:pt x="1070" y="0"/>
                  </a:cubicBezTo>
                  <a:close/>
                </a:path>
              </a:pathLst>
            </a:custGeom>
            <a:solidFill>
              <a:srgbClr val="21204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95" name="Google Shape;3395;p66"/>
            <p:cNvSpPr/>
            <p:nvPr/>
          </p:nvSpPr>
          <p:spPr>
            <a:xfrm>
              <a:off x="2753373" y="2973376"/>
              <a:ext cx="195213" cy="254704"/>
            </a:xfrm>
            <a:custGeom>
              <a:rect b="b" l="l" r="r" t="t"/>
              <a:pathLst>
                <a:path extrusionOk="0" h="8002" w="6133">
                  <a:moveTo>
                    <a:pt x="4787" y="298"/>
                  </a:moveTo>
                  <a:lnTo>
                    <a:pt x="4787" y="1846"/>
                  </a:lnTo>
                  <a:cubicBezTo>
                    <a:pt x="4787" y="2084"/>
                    <a:pt x="4751" y="2310"/>
                    <a:pt x="4644" y="2513"/>
                  </a:cubicBezTo>
                  <a:cubicBezTo>
                    <a:pt x="4632" y="2537"/>
                    <a:pt x="4632" y="2560"/>
                    <a:pt x="4632" y="2596"/>
                  </a:cubicBezTo>
                  <a:lnTo>
                    <a:pt x="4632" y="3037"/>
                  </a:lnTo>
                  <a:cubicBezTo>
                    <a:pt x="4632" y="3465"/>
                    <a:pt x="4442" y="3870"/>
                    <a:pt x="4132" y="4168"/>
                  </a:cubicBezTo>
                  <a:cubicBezTo>
                    <a:pt x="3852" y="4437"/>
                    <a:pt x="3484" y="4590"/>
                    <a:pt x="3099" y="4590"/>
                  </a:cubicBezTo>
                  <a:cubicBezTo>
                    <a:pt x="3059" y="4590"/>
                    <a:pt x="3018" y="4588"/>
                    <a:pt x="2977" y="4584"/>
                  </a:cubicBezTo>
                  <a:cubicBezTo>
                    <a:pt x="2156" y="4525"/>
                    <a:pt x="1513" y="3811"/>
                    <a:pt x="1513" y="2977"/>
                  </a:cubicBezTo>
                  <a:lnTo>
                    <a:pt x="1513" y="2572"/>
                  </a:lnTo>
                  <a:cubicBezTo>
                    <a:pt x="1513" y="2549"/>
                    <a:pt x="1513" y="2537"/>
                    <a:pt x="1501" y="2501"/>
                  </a:cubicBezTo>
                  <a:cubicBezTo>
                    <a:pt x="1394" y="2298"/>
                    <a:pt x="1358" y="2072"/>
                    <a:pt x="1358" y="1834"/>
                  </a:cubicBezTo>
                  <a:lnTo>
                    <a:pt x="1358" y="1513"/>
                  </a:lnTo>
                  <a:cubicBezTo>
                    <a:pt x="1358" y="834"/>
                    <a:pt x="1894" y="298"/>
                    <a:pt x="2561" y="298"/>
                  </a:cubicBezTo>
                  <a:close/>
                  <a:moveTo>
                    <a:pt x="3930" y="4680"/>
                  </a:moveTo>
                  <a:lnTo>
                    <a:pt x="3930" y="4977"/>
                  </a:lnTo>
                  <a:lnTo>
                    <a:pt x="3061" y="5573"/>
                  </a:lnTo>
                  <a:lnTo>
                    <a:pt x="2203" y="4977"/>
                  </a:lnTo>
                  <a:lnTo>
                    <a:pt x="2203" y="4680"/>
                  </a:lnTo>
                  <a:cubicBezTo>
                    <a:pt x="2430" y="4799"/>
                    <a:pt x="2680" y="4870"/>
                    <a:pt x="2942" y="4882"/>
                  </a:cubicBezTo>
                  <a:lnTo>
                    <a:pt x="3061" y="4882"/>
                  </a:lnTo>
                  <a:cubicBezTo>
                    <a:pt x="3358" y="4882"/>
                    <a:pt x="3656" y="4811"/>
                    <a:pt x="3930" y="4680"/>
                  </a:cubicBezTo>
                  <a:close/>
                  <a:moveTo>
                    <a:pt x="2084" y="5275"/>
                  </a:moveTo>
                  <a:lnTo>
                    <a:pt x="2846" y="5787"/>
                  </a:lnTo>
                  <a:lnTo>
                    <a:pt x="2430" y="6180"/>
                  </a:lnTo>
                  <a:lnTo>
                    <a:pt x="2406" y="6180"/>
                  </a:lnTo>
                  <a:lnTo>
                    <a:pt x="1918" y="5442"/>
                  </a:lnTo>
                  <a:lnTo>
                    <a:pt x="2084" y="5275"/>
                  </a:lnTo>
                  <a:close/>
                  <a:moveTo>
                    <a:pt x="4073" y="5251"/>
                  </a:moveTo>
                  <a:lnTo>
                    <a:pt x="4239" y="5418"/>
                  </a:lnTo>
                  <a:lnTo>
                    <a:pt x="3739" y="6180"/>
                  </a:lnTo>
                  <a:lnTo>
                    <a:pt x="3716" y="6180"/>
                  </a:lnTo>
                  <a:lnTo>
                    <a:pt x="3311" y="5775"/>
                  </a:lnTo>
                  <a:lnTo>
                    <a:pt x="4073" y="5251"/>
                  </a:lnTo>
                  <a:close/>
                  <a:moveTo>
                    <a:pt x="2549" y="1"/>
                  </a:moveTo>
                  <a:cubicBezTo>
                    <a:pt x="1715" y="1"/>
                    <a:pt x="1025" y="691"/>
                    <a:pt x="1025" y="1525"/>
                  </a:cubicBezTo>
                  <a:lnTo>
                    <a:pt x="1025" y="1870"/>
                  </a:lnTo>
                  <a:cubicBezTo>
                    <a:pt x="1025" y="2132"/>
                    <a:pt x="1084" y="2406"/>
                    <a:pt x="1191" y="2644"/>
                  </a:cubicBezTo>
                  <a:lnTo>
                    <a:pt x="1191" y="3001"/>
                  </a:lnTo>
                  <a:cubicBezTo>
                    <a:pt x="1191" y="3596"/>
                    <a:pt x="1453" y="4132"/>
                    <a:pt x="1870" y="4489"/>
                  </a:cubicBezTo>
                  <a:lnTo>
                    <a:pt x="1870" y="5025"/>
                  </a:lnTo>
                  <a:lnTo>
                    <a:pt x="1572" y="5335"/>
                  </a:lnTo>
                  <a:cubicBezTo>
                    <a:pt x="1549" y="5358"/>
                    <a:pt x="1537" y="5406"/>
                    <a:pt x="1537" y="5454"/>
                  </a:cubicBezTo>
                  <a:lnTo>
                    <a:pt x="548" y="5811"/>
                  </a:lnTo>
                  <a:cubicBezTo>
                    <a:pt x="227" y="5930"/>
                    <a:pt x="1" y="6239"/>
                    <a:pt x="1" y="6597"/>
                  </a:cubicBezTo>
                  <a:lnTo>
                    <a:pt x="1" y="7823"/>
                  </a:lnTo>
                  <a:cubicBezTo>
                    <a:pt x="1" y="7906"/>
                    <a:pt x="72" y="7978"/>
                    <a:pt x="167" y="7978"/>
                  </a:cubicBezTo>
                  <a:cubicBezTo>
                    <a:pt x="251" y="7978"/>
                    <a:pt x="322" y="7906"/>
                    <a:pt x="322" y="7823"/>
                  </a:cubicBezTo>
                  <a:lnTo>
                    <a:pt x="322" y="6597"/>
                  </a:lnTo>
                  <a:cubicBezTo>
                    <a:pt x="322" y="6370"/>
                    <a:pt x="465" y="6180"/>
                    <a:pt x="668" y="6108"/>
                  </a:cubicBezTo>
                  <a:lnTo>
                    <a:pt x="1691" y="5739"/>
                  </a:lnTo>
                  <a:lnTo>
                    <a:pt x="2120" y="6370"/>
                  </a:lnTo>
                  <a:cubicBezTo>
                    <a:pt x="2180" y="6466"/>
                    <a:pt x="2275" y="6501"/>
                    <a:pt x="2358" y="6525"/>
                  </a:cubicBezTo>
                  <a:lnTo>
                    <a:pt x="2394" y="6525"/>
                  </a:lnTo>
                  <a:cubicBezTo>
                    <a:pt x="2489" y="6525"/>
                    <a:pt x="2561" y="6489"/>
                    <a:pt x="2632" y="6430"/>
                  </a:cubicBezTo>
                  <a:lnTo>
                    <a:pt x="2906" y="6168"/>
                  </a:lnTo>
                  <a:lnTo>
                    <a:pt x="2906" y="7835"/>
                  </a:lnTo>
                  <a:cubicBezTo>
                    <a:pt x="2906" y="7918"/>
                    <a:pt x="2977" y="8002"/>
                    <a:pt x="3061" y="8002"/>
                  </a:cubicBezTo>
                  <a:cubicBezTo>
                    <a:pt x="3156" y="8002"/>
                    <a:pt x="3227" y="7918"/>
                    <a:pt x="3227" y="7835"/>
                  </a:cubicBezTo>
                  <a:lnTo>
                    <a:pt x="3227" y="6168"/>
                  </a:lnTo>
                  <a:lnTo>
                    <a:pt x="3501" y="6430"/>
                  </a:lnTo>
                  <a:cubicBezTo>
                    <a:pt x="3549" y="6489"/>
                    <a:pt x="3644" y="6525"/>
                    <a:pt x="3739" y="6525"/>
                  </a:cubicBezTo>
                  <a:lnTo>
                    <a:pt x="3763" y="6525"/>
                  </a:lnTo>
                  <a:cubicBezTo>
                    <a:pt x="3870" y="6501"/>
                    <a:pt x="3954" y="6466"/>
                    <a:pt x="4001" y="6370"/>
                  </a:cubicBezTo>
                  <a:lnTo>
                    <a:pt x="4430" y="5739"/>
                  </a:lnTo>
                  <a:lnTo>
                    <a:pt x="5466" y="6108"/>
                  </a:lnTo>
                  <a:cubicBezTo>
                    <a:pt x="5668" y="6180"/>
                    <a:pt x="5799" y="6370"/>
                    <a:pt x="5799" y="6597"/>
                  </a:cubicBezTo>
                  <a:lnTo>
                    <a:pt x="5799" y="7823"/>
                  </a:lnTo>
                  <a:cubicBezTo>
                    <a:pt x="5799" y="7906"/>
                    <a:pt x="5882" y="7978"/>
                    <a:pt x="5966" y="7978"/>
                  </a:cubicBezTo>
                  <a:cubicBezTo>
                    <a:pt x="6061" y="7978"/>
                    <a:pt x="6133" y="7906"/>
                    <a:pt x="6133" y="7823"/>
                  </a:cubicBezTo>
                  <a:lnTo>
                    <a:pt x="6133" y="6597"/>
                  </a:lnTo>
                  <a:cubicBezTo>
                    <a:pt x="6121" y="6228"/>
                    <a:pt x="5894" y="5918"/>
                    <a:pt x="5561" y="5787"/>
                  </a:cubicBezTo>
                  <a:lnTo>
                    <a:pt x="4585" y="5442"/>
                  </a:lnTo>
                  <a:cubicBezTo>
                    <a:pt x="4585" y="5394"/>
                    <a:pt x="4561" y="5346"/>
                    <a:pt x="4537" y="5323"/>
                  </a:cubicBezTo>
                  <a:lnTo>
                    <a:pt x="4239" y="5001"/>
                  </a:lnTo>
                  <a:lnTo>
                    <a:pt x="4239" y="4489"/>
                  </a:lnTo>
                  <a:cubicBezTo>
                    <a:pt x="4275" y="4454"/>
                    <a:pt x="4299" y="4430"/>
                    <a:pt x="4335" y="4406"/>
                  </a:cubicBezTo>
                  <a:cubicBezTo>
                    <a:pt x="4704" y="4049"/>
                    <a:pt x="4930" y="3561"/>
                    <a:pt x="4930" y="3060"/>
                  </a:cubicBezTo>
                  <a:lnTo>
                    <a:pt x="4930" y="2644"/>
                  </a:lnTo>
                  <a:cubicBezTo>
                    <a:pt x="5037" y="2382"/>
                    <a:pt x="5085" y="2132"/>
                    <a:pt x="5085" y="1870"/>
                  </a:cubicBezTo>
                  <a:lnTo>
                    <a:pt x="5085" y="167"/>
                  </a:lnTo>
                  <a:cubicBezTo>
                    <a:pt x="5085" y="84"/>
                    <a:pt x="5013" y="1"/>
                    <a:pt x="4930" y="1"/>
                  </a:cubicBezTo>
                  <a:close/>
                </a:path>
              </a:pathLst>
            </a:custGeom>
            <a:solidFill>
              <a:srgbClr val="21204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96" name="Google Shape;3396;p66"/>
            <p:cNvSpPr/>
            <p:nvPr/>
          </p:nvSpPr>
          <p:spPr>
            <a:xfrm>
              <a:off x="2905361" y="3195072"/>
              <a:ext cx="10631" cy="32244"/>
            </a:xfrm>
            <a:custGeom>
              <a:rect b="b" l="l" r="r" t="t"/>
              <a:pathLst>
                <a:path extrusionOk="0" h="1013" w="334">
                  <a:moveTo>
                    <a:pt x="167" y="1"/>
                  </a:moveTo>
                  <a:cubicBezTo>
                    <a:pt x="72" y="1"/>
                    <a:pt x="0" y="84"/>
                    <a:pt x="0" y="167"/>
                  </a:cubicBezTo>
                  <a:lnTo>
                    <a:pt x="0" y="858"/>
                  </a:lnTo>
                  <a:cubicBezTo>
                    <a:pt x="0" y="941"/>
                    <a:pt x="72" y="1013"/>
                    <a:pt x="167" y="1013"/>
                  </a:cubicBezTo>
                  <a:cubicBezTo>
                    <a:pt x="250" y="1013"/>
                    <a:pt x="334" y="941"/>
                    <a:pt x="334" y="858"/>
                  </a:cubicBezTo>
                  <a:lnTo>
                    <a:pt x="334" y="167"/>
                  </a:lnTo>
                  <a:cubicBezTo>
                    <a:pt x="334" y="60"/>
                    <a:pt x="250" y="1"/>
                    <a:pt x="167" y="1"/>
                  </a:cubicBezTo>
                  <a:close/>
                </a:path>
              </a:pathLst>
            </a:custGeom>
            <a:solidFill>
              <a:srgbClr val="21204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97" name="Google Shape;3397;p66"/>
            <p:cNvSpPr/>
            <p:nvPr/>
          </p:nvSpPr>
          <p:spPr>
            <a:xfrm>
              <a:off x="2939069" y="2934735"/>
              <a:ext cx="161856" cy="169049"/>
            </a:xfrm>
            <a:custGeom>
              <a:rect b="b" l="l" r="r" t="t"/>
              <a:pathLst>
                <a:path extrusionOk="0" h="5311" w="5085">
                  <a:moveTo>
                    <a:pt x="668" y="0"/>
                  </a:moveTo>
                  <a:cubicBezTo>
                    <a:pt x="299" y="0"/>
                    <a:pt x="1" y="298"/>
                    <a:pt x="1" y="667"/>
                  </a:cubicBezTo>
                  <a:lnTo>
                    <a:pt x="1" y="3393"/>
                  </a:lnTo>
                  <a:cubicBezTo>
                    <a:pt x="1" y="3763"/>
                    <a:pt x="299" y="4060"/>
                    <a:pt x="668" y="4060"/>
                  </a:cubicBezTo>
                  <a:lnTo>
                    <a:pt x="977" y="4060"/>
                  </a:lnTo>
                  <a:lnTo>
                    <a:pt x="739" y="5001"/>
                  </a:lnTo>
                  <a:cubicBezTo>
                    <a:pt x="715" y="5108"/>
                    <a:pt x="763" y="5203"/>
                    <a:pt x="846" y="5263"/>
                  </a:cubicBezTo>
                  <a:cubicBezTo>
                    <a:pt x="894" y="5298"/>
                    <a:pt x="941" y="5310"/>
                    <a:pt x="977" y="5310"/>
                  </a:cubicBezTo>
                  <a:cubicBezTo>
                    <a:pt x="1025" y="5310"/>
                    <a:pt x="1084" y="5298"/>
                    <a:pt x="1132" y="5263"/>
                  </a:cubicBezTo>
                  <a:lnTo>
                    <a:pt x="2763" y="4072"/>
                  </a:lnTo>
                  <a:lnTo>
                    <a:pt x="4418" y="4072"/>
                  </a:lnTo>
                  <a:cubicBezTo>
                    <a:pt x="4787" y="4072"/>
                    <a:pt x="5085" y="3774"/>
                    <a:pt x="5085" y="3405"/>
                  </a:cubicBezTo>
                  <a:lnTo>
                    <a:pt x="5085" y="679"/>
                  </a:lnTo>
                  <a:cubicBezTo>
                    <a:pt x="5061" y="298"/>
                    <a:pt x="4751" y="0"/>
                    <a:pt x="4394" y="0"/>
                  </a:cubicBezTo>
                  <a:lnTo>
                    <a:pt x="3537" y="0"/>
                  </a:lnTo>
                  <a:cubicBezTo>
                    <a:pt x="3454" y="0"/>
                    <a:pt x="3370" y="72"/>
                    <a:pt x="3370" y="167"/>
                  </a:cubicBezTo>
                  <a:cubicBezTo>
                    <a:pt x="3370" y="250"/>
                    <a:pt x="3454" y="322"/>
                    <a:pt x="3537" y="322"/>
                  </a:cubicBezTo>
                  <a:lnTo>
                    <a:pt x="4394" y="322"/>
                  </a:lnTo>
                  <a:cubicBezTo>
                    <a:pt x="4585" y="322"/>
                    <a:pt x="4751" y="488"/>
                    <a:pt x="4751" y="679"/>
                  </a:cubicBezTo>
                  <a:lnTo>
                    <a:pt x="4751" y="3405"/>
                  </a:lnTo>
                  <a:cubicBezTo>
                    <a:pt x="4751" y="3596"/>
                    <a:pt x="4585" y="3763"/>
                    <a:pt x="4394" y="3763"/>
                  </a:cubicBezTo>
                  <a:lnTo>
                    <a:pt x="2692" y="3763"/>
                  </a:lnTo>
                  <a:cubicBezTo>
                    <a:pt x="2668" y="3763"/>
                    <a:pt x="2632" y="3774"/>
                    <a:pt x="2608" y="3798"/>
                  </a:cubicBezTo>
                  <a:lnTo>
                    <a:pt x="1084" y="4894"/>
                  </a:lnTo>
                  <a:lnTo>
                    <a:pt x="1322" y="3953"/>
                  </a:lnTo>
                  <a:cubicBezTo>
                    <a:pt x="1334" y="3917"/>
                    <a:pt x="1322" y="3858"/>
                    <a:pt x="1287" y="3822"/>
                  </a:cubicBezTo>
                  <a:cubicBezTo>
                    <a:pt x="1263" y="3774"/>
                    <a:pt x="1215" y="3763"/>
                    <a:pt x="1180" y="3763"/>
                  </a:cubicBezTo>
                  <a:lnTo>
                    <a:pt x="668" y="3763"/>
                  </a:lnTo>
                  <a:cubicBezTo>
                    <a:pt x="477" y="3763"/>
                    <a:pt x="310" y="3596"/>
                    <a:pt x="310" y="3405"/>
                  </a:cubicBezTo>
                  <a:lnTo>
                    <a:pt x="310" y="679"/>
                  </a:lnTo>
                  <a:cubicBezTo>
                    <a:pt x="310" y="488"/>
                    <a:pt x="477" y="322"/>
                    <a:pt x="668" y="322"/>
                  </a:cubicBezTo>
                  <a:lnTo>
                    <a:pt x="1513" y="322"/>
                  </a:lnTo>
                  <a:cubicBezTo>
                    <a:pt x="1608" y="322"/>
                    <a:pt x="1680" y="250"/>
                    <a:pt x="1680" y="167"/>
                  </a:cubicBezTo>
                  <a:cubicBezTo>
                    <a:pt x="1680" y="72"/>
                    <a:pt x="1608" y="0"/>
                    <a:pt x="1513" y="0"/>
                  </a:cubicBezTo>
                  <a:close/>
                </a:path>
              </a:pathLst>
            </a:custGeom>
            <a:solidFill>
              <a:srgbClr val="21204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98" name="Google Shape;3398;p66"/>
            <p:cNvSpPr/>
            <p:nvPr/>
          </p:nvSpPr>
          <p:spPr>
            <a:xfrm>
              <a:off x="3002379" y="2902523"/>
              <a:ext cx="32244" cy="96668"/>
            </a:xfrm>
            <a:custGeom>
              <a:rect b="b" l="l" r="r" t="t"/>
              <a:pathLst>
                <a:path extrusionOk="0" h="3037" w="1013">
                  <a:moveTo>
                    <a:pt x="691" y="310"/>
                  </a:moveTo>
                  <a:lnTo>
                    <a:pt x="536" y="2727"/>
                  </a:lnTo>
                  <a:lnTo>
                    <a:pt x="500" y="2727"/>
                  </a:lnTo>
                  <a:lnTo>
                    <a:pt x="345" y="310"/>
                  </a:lnTo>
                  <a:close/>
                  <a:moveTo>
                    <a:pt x="167" y="0"/>
                  </a:moveTo>
                  <a:cubicBezTo>
                    <a:pt x="119" y="0"/>
                    <a:pt x="84" y="12"/>
                    <a:pt x="48" y="48"/>
                  </a:cubicBezTo>
                  <a:cubicBezTo>
                    <a:pt x="24" y="72"/>
                    <a:pt x="0" y="119"/>
                    <a:pt x="0" y="167"/>
                  </a:cubicBezTo>
                  <a:lnTo>
                    <a:pt x="167" y="2881"/>
                  </a:lnTo>
                  <a:cubicBezTo>
                    <a:pt x="167" y="2977"/>
                    <a:pt x="238" y="3036"/>
                    <a:pt x="334" y="3036"/>
                  </a:cubicBezTo>
                  <a:lnTo>
                    <a:pt x="679" y="3036"/>
                  </a:lnTo>
                  <a:cubicBezTo>
                    <a:pt x="762" y="3036"/>
                    <a:pt x="822" y="2977"/>
                    <a:pt x="834" y="2881"/>
                  </a:cubicBezTo>
                  <a:lnTo>
                    <a:pt x="1000" y="167"/>
                  </a:lnTo>
                  <a:cubicBezTo>
                    <a:pt x="1012" y="119"/>
                    <a:pt x="1000" y="72"/>
                    <a:pt x="977" y="48"/>
                  </a:cubicBezTo>
                  <a:cubicBezTo>
                    <a:pt x="941" y="12"/>
                    <a:pt x="893" y="0"/>
                    <a:pt x="857" y="0"/>
                  </a:cubicBezTo>
                  <a:close/>
                </a:path>
              </a:pathLst>
            </a:custGeom>
            <a:solidFill>
              <a:srgbClr val="21204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99" name="Google Shape;3399;p66"/>
            <p:cNvSpPr/>
            <p:nvPr/>
          </p:nvSpPr>
          <p:spPr>
            <a:xfrm>
              <a:off x="3003143" y="3005206"/>
              <a:ext cx="32244" cy="32244"/>
            </a:xfrm>
            <a:custGeom>
              <a:rect b="b" l="l" r="r" t="t"/>
              <a:pathLst>
                <a:path extrusionOk="0" h="1013" w="1013">
                  <a:moveTo>
                    <a:pt x="500" y="322"/>
                  </a:moveTo>
                  <a:cubicBezTo>
                    <a:pt x="607" y="322"/>
                    <a:pt x="679" y="406"/>
                    <a:pt x="679" y="513"/>
                  </a:cubicBezTo>
                  <a:cubicBezTo>
                    <a:pt x="679" y="608"/>
                    <a:pt x="595" y="691"/>
                    <a:pt x="500" y="691"/>
                  </a:cubicBezTo>
                  <a:cubicBezTo>
                    <a:pt x="393" y="691"/>
                    <a:pt x="321" y="608"/>
                    <a:pt x="321" y="513"/>
                  </a:cubicBezTo>
                  <a:cubicBezTo>
                    <a:pt x="321" y="406"/>
                    <a:pt x="393" y="322"/>
                    <a:pt x="500" y="322"/>
                  </a:cubicBezTo>
                  <a:close/>
                  <a:moveTo>
                    <a:pt x="500" y="1"/>
                  </a:moveTo>
                  <a:cubicBezTo>
                    <a:pt x="214" y="1"/>
                    <a:pt x="0" y="227"/>
                    <a:pt x="0" y="513"/>
                  </a:cubicBezTo>
                  <a:cubicBezTo>
                    <a:pt x="0" y="787"/>
                    <a:pt x="214" y="1013"/>
                    <a:pt x="500" y="1013"/>
                  </a:cubicBezTo>
                  <a:cubicBezTo>
                    <a:pt x="786" y="1013"/>
                    <a:pt x="1012" y="787"/>
                    <a:pt x="1012" y="513"/>
                  </a:cubicBezTo>
                  <a:cubicBezTo>
                    <a:pt x="988" y="227"/>
                    <a:pt x="762" y="1"/>
                    <a:pt x="500" y="1"/>
                  </a:cubicBezTo>
                  <a:close/>
                </a:path>
              </a:pathLst>
            </a:custGeom>
            <a:solidFill>
              <a:srgbClr val="21204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04" name="Shape 34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05" name="Google Shape;3405;p67"/>
          <p:cNvSpPr txBox="1"/>
          <p:nvPr>
            <p:ph type="ctrTitle"/>
          </p:nvPr>
        </p:nvSpPr>
        <p:spPr>
          <a:xfrm>
            <a:off x="6549875" y="533200"/>
            <a:ext cx="1620600" cy="1241400"/>
          </a:xfrm>
          <a:prstGeom prst="rect">
            <a:avLst/>
          </a:prstGeom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>
                <a:latin typeface="Saira Semi Condensed"/>
                <a:ea typeface="Saira Semi Condensed"/>
                <a:cs typeface="Saira Semi Condensed"/>
                <a:sym typeface="Saira Semi Condensed"/>
              </a:rPr>
              <a:t>SCENARIOS</a:t>
            </a:r>
            <a:endParaRPr b="1" sz="2400">
              <a:latin typeface="Saira Semi Condensed"/>
              <a:ea typeface="Saira Semi Condensed"/>
              <a:cs typeface="Saira Semi Condensed"/>
              <a:sym typeface="Saira Semi Condensed"/>
            </a:endParaRPr>
          </a:p>
        </p:txBody>
      </p:sp>
      <p:sp>
        <p:nvSpPr>
          <p:cNvPr id="3406" name="Google Shape;3406;p67"/>
          <p:cNvSpPr/>
          <p:nvPr/>
        </p:nvSpPr>
        <p:spPr>
          <a:xfrm>
            <a:off x="380000" y="807000"/>
            <a:ext cx="3290700" cy="693900"/>
          </a:xfrm>
          <a:prstGeom prst="rect">
            <a:avLst/>
          </a:prstGeom>
          <a:solidFill>
            <a:srgbClr val="FF457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07" name="Google Shape;3407;p67"/>
          <p:cNvSpPr/>
          <p:nvPr/>
        </p:nvSpPr>
        <p:spPr>
          <a:xfrm>
            <a:off x="2007700" y="1636550"/>
            <a:ext cx="4214100" cy="1971300"/>
          </a:xfrm>
          <a:prstGeom prst="rect">
            <a:avLst/>
          </a:prstGeom>
          <a:solidFill>
            <a:srgbClr val="FF457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08" name="Google Shape;3408;p67"/>
          <p:cNvSpPr txBox="1"/>
          <p:nvPr>
            <p:ph idx="4294967295" type="subTitle"/>
          </p:nvPr>
        </p:nvSpPr>
        <p:spPr>
          <a:xfrm flipH="1">
            <a:off x="2469450" y="2197250"/>
            <a:ext cx="3290700" cy="1013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-203200" lvl="0" marL="114300" rtl="0" algn="l">
              <a:spcBef>
                <a:spcPts val="1000"/>
              </a:spcBef>
              <a:spcAft>
                <a:spcPts val="0"/>
              </a:spcAft>
              <a:buSzPts val="1400"/>
              <a:buChar char="●"/>
            </a:pPr>
            <a:r>
              <a:rPr lang="en" sz="1400"/>
              <a:t>What can they see (sketches, screen shots)</a:t>
            </a:r>
            <a:endParaRPr sz="1400"/>
          </a:p>
          <a:p>
            <a:pPr indent="-203200" lvl="0" marL="114300" rtl="0" algn="l">
              <a:spcBef>
                <a:spcPts val="1000"/>
              </a:spcBef>
              <a:spcAft>
                <a:spcPts val="0"/>
              </a:spcAft>
              <a:buSzPts val="1400"/>
              <a:buChar char="●"/>
            </a:pPr>
            <a:r>
              <a:rPr lang="en" sz="1400"/>
              <a:t>What do they do (keyboard, mouse …)</a:t>
            </a:r>
            <a:endParaRPr sz="1400"/>
          </a:p>
          <a:p>
            <a:pPr indent="-203200" lvl="0" marL="114300" rtl="0" algn="l">
              <a:spcBef>
                <a:spcPts val="1000"/>
              </a:spcBef>
              <a:spcAft>
                <a:spcPts val="0"/>
              </a:spcAft>
              <a:buSzPts val="1400"/>
              <a:buChar char="●"/>
            </a:pPr>
            <a:r>
              <a:rPr lang="en" sz="1400"/>
              <a:t>What are they thinking?</a:t>
            </a:r>
            <a:endParaRPr sz="1400"/>
          </a:p>
        </p:txBody>
      </p:sp>
      <p:sp>
        <p:nvSpPr>
          <p:cNvPr id="3409" name="Google Shape;3409;p67"/>
          <p:cNvSpPr/>
          <p:nvPr/>
        </p:nvSpPr>
        <p:spPr>
          <a:xfrm>
            <a:off x="3667475" y="3746275"/>
            <a:ext cx="3588600" cy="693900"/>
          </a:xfrm>
          <a:prstGeom prst="rect">
            <a:avLst/>
          </a:prstGeom>
          <a:solidFill>
            <a:srgbClr val="FF457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10" name="Google Shape;3410;p67"/>
          <p:cNvSpPr txBox="1"/>
          <p:nvPr>
            <p:ph idx="4294967295" type="subTitle"/>
          </p:nvPr>
        </p:nvSpPr>
        <p:spPr>
          <a:xfrm flipH="1">
            <a:off x="3826525" y="3829075"/>
            <a:ext cx="3270300" cy="484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1000"/>
              </a:spcBef>
              <a:spcAft>
                <a:spcPts val="0"/>
              </a:spcAft>
              <a:buNone/>
            </a:pPr>
            <a:r>
              <a:rPr lang="en"/>
              <a:t>USE AND REUSE THROUGHOUT DESIGN</a:t>
            </a:r>
            <a:endParaRPr/>
          </a:p>
        </p:txBody>
      </p:sp>
      <p:sp>
        <p:nvSpPr>
          <p:cNvPr id="3411" name="Google Shape;3411;p67"/>
          <p:cNvSpPr txBox="1"/>
          <p:nvPr>
            <p:ph idx="4294967295" type="subTitle"/>
          </p:nvPr>
        </p:nvSpPr>
        <p:spPr>
          <a:xfrm flipH="1">
            <a:off x="2479600" y="1774600"/>
            <a:ext cx="3270300" cy="484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1000"/>
              </a:spcBef>
              <a:spcAft>
                <a:spcPts val="0"/>
              </a:spcAft>
              <a:buNone/>
            </a:pPr>
            <a:r>
              <a:rPr lang="en"/>
              <a:t>STEP-BY-STEP WALKTHROUGH</a:t>
            </a:r>
            <a:endParaRPr/>
          </a:p>
        </p:txBody>
      </p:sp>
      <p:sp>
        <p:nvSpPr>
          <p:cNvPr id="3412" name="Google Shape;3412;p67"/>
          <p:cNvSpPr txBox="1"/>
          <p:nvPr>
            <p:ph idx="4294967295" type="subTitle"/>
          </p:nvPr>
        </p:nvSpPr>
        <p:spPr>
          <a:xfrm flipH="1">
            <a:off x="390200" y="911650"/>
            <a:ext cx="3270300" cy="484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1000"/>
              </a:spcBef>
              <a:spcAft>
                <a:spcPts val="0"/>
              </a:spcAft>
              <a:buNone/>
            </a:pPr>
            <a:r>
              <a:rPr lang="en"/>
              <a:t>WHAT WILL USERS WANT TO DO?</a:t>
            </a:r>
            <a:endParaRPr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17" name="Shape 34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18" name="Google Shape;3418;p68"/>
          <p:cNvSpPr txBox="1"/>
          <p:nvPr>
            <p:ph type="ctrTitle"/>
          </p:nvPr>
        </p:nvSpPr>
        <p:spPr>
          <a:xfrm>
            <a:off x="6549875" y="533200"/>
            <a:ext cx="1620600" cy="1241400"/>
          </a:xfrm>
          <a:prstGeom prst="rect">
            <a:avLst/>
          </a:prstGeom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>
                <a:latin typeface="Saira Semi Condensed"/>
                <a:ea typeface="Saira Semi Condensed"/>
                <a:cs typeface="Saira Semi Condensed"/>
                <a:sym typeface="Saira Semi Condensed"/>
              </a:rPr>
              <a:t>PLAY ACT</a:t>
            </a:r>
            <a:endParaRPr b="1" sz="2400">
              <a:latin typeface="Saira Semi Condensed"/>
              <a:ea typeface="Saira Semi Condensed"/>
              <a:cs typeface="Saira Semi Condensed"/>
              <a:sym typeface="Saira Semi Condensed"/>
            </a:endParaRPr>
          </a:p>
        </p:txBody>
      </p:sp>
      <p:sp>
        <p:nvSpPr>
          <p:cNvPr id="3419" name="Google Shape;3419;p68"/>
          <p:cNvSpPr/>
          <p:nvPr/>
        </p:nvSpPr>
        <p:spPr>
          <a:xfrm>
            <a:off x="397575" y="324575"/>
            <a:ext cx="4214100" cy="1971300"/>
          </a:xfrm>
          <a:prstGeom prst="rect">
            <a:avLst/>
          </a:prstGeom>
          <a:solidFill>
            <a:srgbClr val="FF457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20" name="Google Shape;3420;p68"/>
          <p:cNvSpPr txBox="1"/>
          <p:nvPr>
            <p:ph idx="4294967295" type="subTitle"/>
          </p:nvPr>
        </p:nvSpPr>
        <p:spPr>
          <a:xfrm flipH="1">
            <a:off x="859475" y="885275"/>
            <a:ext cx="3633000" cy="1013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-215900" lvl="0" marL="114300" rtl="0" algn="l">
              <a:spcBef>
                <a:spcPts val="1000"/>
              </a:spcBef>
              <a:spcAft>
                <a:spcPts val="0"/>
              </a:spcAft>
              <a:buSzPts val="1600"/>
              <a:buChar char="●"/>
            </a:pPr>
            <a:r>
              <a:rPr lang="en"/>
              <a:t>Mock up device</a:t>
            </a:r>
            <a:endParaRPr/>
          </a:p>
          <a:p>
            <a:pPr indent="-215900" lvl="0" marL="114300" rtl="0" algn="l">
              <a:spcBef>
                <a:spcPts val="1000"/>
              </a:spcBef>
              <a:spcAft>
                <a:spcPts val="0"/>
              </a:spcAft>
              <a:buSzPts val="1600"/>
              <a:buChar char="●"/>
            </a:pPr>
            <a:r>
              <a:rPr lang="en"/>
              <a:t>Pretend you are doing it</a:t>
            </a:r>
            <a:endParaRPr/>
          </a:p>
        </p:txBody>
      </p:sp>
      <p:pic>
        <p:nvPicPr>
          <p:cNvPr id="3421" name="Google Shape;3421;p6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474300" y="2448275"/>
            <a:ext cx="5607021" cy="25428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26" name="Shape 34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27" name="Google Shape;3427;p69"/>
          <p:cNvSpPr txBox="1"/>
          <p:nvPr>
            <p:ph type="ctrTitle"/>
          </p:nvPr>
        </p:nvSpPr>
        <p:spPr>
          <a:xfrm>
            <a:off x="6549875" y="533200"/>
            <a:ext cx="1620600" cy="1241400"/>
          </a:xfrm>
          <a:prstGeom prst="rect">
            <a:avLst/>
          </a:prstGeom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>
                <a:latin typeface="Saira Semi Condensed"/>
                <a:ea typeface="Saira Semi Condensed"/>
                <a:cs typeface="Saira Semi Condensed"/>
                <a:sym typeface="Saira Semi Condensed"/>
              </a:rPr>
              <a:t>EXPLORE THE DEPTHS</a:t>
            </a:r>
            <a:endParaRPr b="1" sz="2400">
              <a:latin typeface="Saira Semi Condensed"/>
              <a:ea typeface="Saira Semi Condensed"/>
              <a:cs typeface="Saira Semi Condensed"/>
              <a:sym typeface="Saira Semi Condensed"/>
            </a:endParaRPr>
          </a:p>
        </p:txBody>
      </p:sp>
      <p:sp>
        <p:nvSpPr>
          <p:cNvPr id="3428" name="Google Shape;3428;p69"/>
          <p:cNvSpPr/>
          <p:nvPr/>
        </p:nvSpPr>
        <p:spPr>
          <a:xfrm>
            <a:off x="954175" y="980550"/>
            <a:ext cx="4880100" cy="3263400"/>
          </a:xfrm>
          <a:prstGeom prst="rect">
            <a:avLst/>
          </a:prstGeom>
          <a:solidFill>
            <a:srgbClr val="FF457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29" name="Google Shape;3429;p69"/>
          <p:cNvSpPr txBox="1"/>
          <p:nvPr>
            <p:ph idx="4294967295" type="subTitle"/>
          </p:nvPr>
        </p:nvSpPr>
        <p:spPr>
          <a:xfrm flipH="1">
            <a:off x="1489025" y="1669775"/>
            <a:ext cx="4207200" cy="1917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-241300" lvl="0" marL="114300" rtl="0" algn="l">
              <a:spcBef>
                <a:spcPts val="1000"/>
              </a:spcBef>
              <a:spcAft>
                <a:spcPts val="0"/>
              </a:spcAft>
              <a:buSzPts val="2000"/>
              <a:buChar char="●"/>
            </a:pPr>
            <a:r>
              <a:rPr lang="en" sz="2000"/>
              <a:t>EXPLORE INTERACTION</a:t>
            </a:r>
            <a:br>
              <a:rPr lang="en" sz="2000"/>
            </a:br>
            <a:r>
              <a:rPr b="0" lang="en" sz="1800"/>
              <a:t>- What happens when</a:t>
            </a:r>
            <a:endParaRPr b="0" sz="1800"/>
          </a:p>
          <a:p>
            <a:pPr indent="-241300" lvl="0" marL="114300" rtl="0" algn="l">
              <a:spcBef>
                <a:spcPts val="1000"/>
              </a:spcBef>
              <a:spcAft>
                <a:spcPts val="0"/>
              </a:spcAft>
              <a:buSzPts val="2000"/>
              <a:buChar char="●"/>
            </a:pPr>
            <a:r>
              <a:rPr lang="en" sz="2000"/>
              <a:t>EXPLORE COGNITION</a:t>
            </a:r>
            <a:br>
              <a:rPr lang="en" sz="2000"/>
            </a:br>
            <a:r>
              <a:rPr b="0" lang="en" sz="1800"/>
              <a:t>- What are the users thinking</a:t>
            </a:r>
            <a:endParaRPr b="0" sz="1800"/>
          </a:p>
          <a:p>
            <a:pPr indent="-241300" lvl="0" marL="114300" rtl="0" algn="l">
              <a:spcBef>
                <a:spcPts val="1000"/>
              </a:spcBef>
              <a:spcAft>
                <a:spcPts val="0"/>
              </a:spcAft>
              <a:buSzPts val="2000"/>
              <a:buChar char="●"/>
            </a:pPr>
            <a:r>
              <a:rPr lang="en" sz="2000"/>
              <a:t>EXPLORE ARCHITECTURE</a:t>
            </a:r>
            <a:br>
              <a:rPr lang="en" sz="2000"/>
            </a:br>
            <a:r>
              <a:rPr b="0" lang="en" sz="1800"/>
              <a:t>- What is happening inside</a:t>
            </a:r>
            <a:endParaRPr b="0" sz="180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34" name="Shape 34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35" name="Google Shape;3435;p70"/>
          <p:cNvSpPr txBox="1"/>
          <p:nvPr>
            <p:ph type="ctrTitle"/>
          </p:nvPr>
        </p:nvSpPr>
        <p:spPr>
          <a:xfrm>
            <a:off x="6549875" y="533200"/>
            <a:ext cx="1620600" cy="1241400"/>
          </a:xfrm>
          <a:prstGeom prst="rect">
            <a:avLst/>
          </a:prstGeom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>
                <a:latin typeface="Saira Semi Condensed"/>
                <a:ea typeface="Saira Semi Condensed"/>
                <a:cs typeface="Saira Semi Condensed"/>
                <a:sym typeface="Saira Semi Condensed"/>
              </a:rPr>
              <a:t>SCENARIOS</a:t>
            </a:r>
            <a:endParaRPr b="1" sz="2400">
              <a:latin typeface="Saira Semi Condensed"/>
              <a:ea typeface="Saira Semi Condensed"/>
              <a:cs typeface="Saira Semi Condensed"/>
              <a:sym typeface="Saira Semi Condensed"/>
            </a:endParaRPr>
          </a:p>
        </p:txBody>
      </p:sp>
      <p:sp>
        <p:nvSpPr>
          <p:cNvPr id="3436" name="Google Shape;3436;p70"/>
          <p:cNvSpPr/>
          <p:nvPr/>
        </p:nvSpPr>
        <p:spPr>
          <a:xfrm>
            <a:off x="2812775" y="3114950"/>
            <a:ext cx="3177600" cy="1380900"/>
          </a:xfrm>
          <a:prstGeom prst="rect">
            <a:avLst/>
          </a:prstGeom>
          <a:solidFill>
            <a:srgbClr val="FF457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3437" name="Google Shape;3437;p70"/>
          <p:cNvGrpSpPr/>
          <p:nvPr/>
        </p:nvGrpSpPr>
        <p:grpSpPr>
          <a:xfrm>
            <a:off x="5543725" y="2514250"/>
            <a:ext cx="1194418" cy="2381737"/>
            <a:chOff x="5543725" y="2361850"/>
            <a:chExt cx="1194418" cy="2381737"/>
          </a:xfrm>
        </p:grpSpPr>
        <p:sp>
          <p:nvSpPr>
            <p:cNvPr id="3438" name="Google Shape;3438;p70"/>
            <p:cNvSpPr/>
            <p:nvPr/>
          </p:nvSpPr>
          <p:spPr>
            <a:xfrm>
              <a:off x="5583950" y="2554500"/>
              <a:ext cx="1126800" cy="1995900"/>
            </a:xfrm>
            <a:prstGeom prst="rect">
              <a:avLst/>
            </a:prstGeom>
            <a:solidFill>
              <a:srgbClr val="F3F3F3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39" name="Google Shape;3439;p70"/>
            <p:cNvSpPr/>
            <p:nvPr/>
          </p:nvSpPr>
          <p:spPr>
            <a:xfrm>
              <a:off x="5543725" y="2361850"/>
              <a:ext cx="1194418" cy="2381737"/>
            </a:xfrm>
            <a:custGeom>
              <a:rect b="b" l="l" r="r" t="t"/>
              <a:pathLst>
                <a:path extrusionOk="0" h="206345" w="103480">
                  <a:moveTo>
                    <a:pt x="61741" y="8558"/>
                  </a:moveTo>
                  <a:cubicBezTo>
                    <a:pt x="62649" y="8558"/>
                    <a:pt x="62637" y="9975"/>
                    <a:pt x="61704" y="9975"/>
                  </a:cubicBezTo>
                  <a:cubicBezTo>
                    <a:pt x="61677" y="9975"/>
                    <a:pt x="61650" y="9973"/>
                    <a:pt x="61623" y="9971"/>
                  </a:cubicBezTo>
                  <a:lnTo>
                    <a:pt x="40979" y="9971"/>
                  </a:lnTo>
                  <a:cubicBezTo>
                    <a:pt x="40952" y="9973"/>
                    <a:pt x="40925" y="9975"/>
                    <a:pt x="40898" y="9975"/>
                  </a:cubicBezTo>
                  <a:cubicBezTo>
                    <a:pt x="39965" y="9975"/>
                    <a:pt x="39952" y="8558"/>
                    <a:pt x="40861" y="8558"/>
                  </a:cubicBezTo>
                  <a:cubicBezTo>
                    <a:pt x="40899" y="8558"/>
                    <a:pt x="40938" y="8561"/>
                    <a:pt x="40979" y="8566"/>
                  </a:cubicBezTo>
                  <a:lnTo>
                    <a:pt x="61623" y="8566"/>
                  </a:lnTo>
                  <a:cubicBezTo>
                    <a:pt x="61664" y="8561"/>
                    <a:pt x="61703" y="8558"/>
                    <a:pt x="61741" y="8558"/>
                  </a:cubicBezTo>
                  <a:close/>
                  <a:moveTo>
                    <a:pt x="100713" y="16164"/>
                  </a:moveTo>
                  <a:lnTo>
                    <a:pt x="100713" y="189567"/>
                  </a:lnTo>
                  <a:lnTo>
                    <a:pt x="2987" y="189567"/>
                  </a:lnTo>
                  <a:lnTo>
                    <a:pt x="2987" y="16164"/>
                  </a:lnTo>
                  <a:close/>
                  <a:moveTo>
                    <a:pt x="22357" y="196638"/>
                  </a:moveTo>
                  <a:lnTo>
                    <a:pt x="22313" y="197165"/>
                  </a:lnTo>
                  <a:lnTo>
                    <a:pt x="18448" y="197165"/>
                  </a:lnTo>
                  <a:lnTo>
                    <a:pt x="18448" y="196638"/>
                  </a:lnTo>
                  <a:close/>
                  <a:moveTo>
                    <a:pt x="53277" y="196726"/>
                  </a:moveTo>
                  <a:cubicBezTo>
                    <a:pt x="53365" y="196726"/>
                    <a:pt x="53453" y="196814"/>
                    <a:pt x="53453" y="196945"/>
                  </a:cubicBezTo>
                  <a:lnTo>
                    <a:pt x="53453" y="199976"/>
                  </a:lnTo>
                  <a:cubicBezTo>
                    <a:pt x="53453" y="200064"/>
                    <a:pt x="53365" y="200152"/>
                    <a:pt x="53234" y="200152"/>
                  </a:cubicBezTo>
                  <a:lnTo>
                    <a:pt x="50203" y="200152"/>
                  </a:lnTo>
                  <a:cubicBezTo>
                    <a:pt x="50071" y="200152"/>
                    <a:pt x="49983" y="200064"/>
                    <a:pt x="49983" y="199976"/>
                  </a:cubicBezTo>
                  <a:lnTo>
                    <a:pt x="49983" y="196945"/>
                  </a:lnTo>
                  <a:cubicBezTo>
                    <a:pt x="49983" y="196814"/>
                    <a:pt x="50071" y="196726"/>
                    <a:pt x="50203" y="196726"/>
                  </a:cubicBezTo>
                  <a:close/>
                  <a:moveTo>
                    <a:pt x="80706" y="196517"/>
                  </a:moveTo>
                  <a:cubicBezTo>
                    <a:pt x="80761" y="196517"/>
                    <a:pt x="80816" y="196528"/>
                    <a:pt x="80860" y="196550"/>
                  </a:cubicBezTo>
                  <a:cubicBezTo>
                    <a:pt x="80948" y="196638"/>
                    <a:pt x="80948" y="196770"/>
                    <a:pt x="80860" y="196858"/>
                  </a:cubicBezTo>
                  <a:lnTo>
                    <a:pt x="79455" y="198263"/>
                  </a:lnTo>
                  <a:cubicBezTo>
                    <a:pt x="79367" y="198351"/>
                    <a:pt x="79323" y="198439"/>
                    <a:pt x="79323" y="198527"/>
                  </a:cubicBezTo>
                  <a:cubicBezTo>
                    <a:pt x="79323" y="198614"/>
                    <a:pt x="79367" y="198702"/>
                    <a:pt x="79455" y="198790"/>
                  </a:cubicBezTo>
                  <a:lnTo>
                    <a:pt x="80860" y="200196"/>
                  </a:lnTo>
                  <a:cubicBezTo>
                    <a:pt x="80948" y="200284"/>
                    <a:pt x="80948" y="200415"/>
                    <a:pt x="80860" y="200503"/>
                  </a:cubicBezTo>
                  <a:cubicBezTo>
                    <a:pt x="80816" y="200547"/>
                    <a:pt x="80761" y="200569"/>
                    <a:pt x="80706" y="200569"/>
                  </a:cubicBezTo>
                  <a:cubicBezTo>
                    <a:pt x="80652" y="200569"/>
                    <a:pt x="80597" y="200547"/>
                    <a:pt x="80553" y="200503"/>
                  </a:cubicBezTo>
                  <a:lnTo>
                    <a:pt x="79147" y="199098"/>
                  </a:lnTo>
                  <a:cubicBezTo>
                    <a:pt x="79015" y="198922"/>
                    <a:pt x="78928" y="198746"/>
                    <a:pt x="78928" y="198527"/>
                  </a:cubicBezTo>
                  <a:cubicBezTo>
                    <a:pt x="78928" y="198307"/>
                    <a:pt x="79015" y="198131"/>
                    <a:pt x="79147" y="198000"/>
                  </a:cubicBezTo>
                  <a:lnTo>
                    <a:pt x="80553" y="196550"/>
                  </a:lnTo>
                  <a:cubicBezTo>
                    <a:pt x="80597" y="196528"/>
                    <a:pt x="80652" y="196517"/>
                    <a:pt x="80706" y="196517"/>
                  </a:cubicBezTo>
                  <a:close/>
                  <a:moveTo>
                    <a:pt x="15461" y="1"/>
                  </a:moveTo>
                  <a:cubicBezTo>
                    <a:pt x="6940" y="1"/>
                    <a:pt x="1" y="6941"/>
                    <a:pt x="1" y="15461"/>
                  </a:cubicBezTo>
                  <a:lnTo>
                    <a:pt x="1" y="190884"/>
                  </a:lnTo>
                  <a:cubicBezTo>
                    <a:pt x="1" y="199405"/>
                    <a:pt x="6940" y="206345"/>
                    <a:pt x="15461" y="206345"/>
                  </a:cubicBezTo>
                  <a:lnTo>
                    <a:pt x="88019" y="206345"/>
                  </a:lnTo>
                  <a:cubicBezTo>
                    <a:pt x="96540" y="206345"/>
                    <a:pt x="103480" y="199405"/>
                    <a:pt x="103480" y="190884"/>
                  </a:cubicBezTo>
                  <a:lnTo>
                    <a:pt x="103480" y="15461"/>
                  </a:lnTo>
                  <a:cubicBezTo>
                    <a:pt x="103480" y="6941"/>
                    <a:pt x="96540" y="1"/>
                    <a:pt x="88019" y="1"/>
                  </a:cubicBezTo>
                  <a:close/>
                </a:path>
              </a:pathLst>
            </a:custGeom>
            <a:noFill/>
            <a:ln cap="flat" cmpd="sng" w="19050">
              <a:solidFill>
                <a:srgbClr val="21204D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3440" name="Google Shape;3440;p70"/>
            <p:cNvGrpSpPr/>
            <p:nvPr/>
          </p:nvGrpSpPr>
          <p:grpSpPr>
            <a:xfrm>
              <a:off x="5587350" y="2673535"/>
              <a:ext cx="1110975" cy="1867190"/>
              <a:chOff x="5587945" y="2521135"/>
              <a:chExt cx="1110975" cy="1867190"/>
            </a:xfrm>
          </p:grpSpPr>
          <p:sp>
            <p:nvSpPr>
              <p:cNvPr id="3441" name="Google Shape;3441;p70"/>
              <p:cNvSpPr/>
              <p:nvPr/>
            </p:nvSpPr>
            <p:spPr>
              <a:xfrm>
                <a:off x="5707720" y="3810686"/>
                <a:ext cx="483600" cy="122400"/>
              </a:xfrm>
              <a:prstGeom prst="roundRect">
                <a:avLst>
                  <a:gd fmla="val 16667" name="adj"/>
                </a:avLst>
              </a:prstGeom>
              <a:solidFill>
                <a:srgbClr val="FF3C68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442" name="Google Shape;3442;p70"/>
              <p:cNvSpPr/>
              <p:nvPr/>
            </p:nvSpPr>
            <p:spPr>
              <a:xfrm>
                <a:off x="5707720" y="2521135"/>
                <a:ext cx="162587" cy="207973"/>
              </a:xfrm>
              <a:custGeom>
                <a:rect b="b" l="l" r="r" t="t"/>
                <a:pathLst>
                  <a:path extrusionOk="0" h="5390" w="4214">
                    <a:moveTo>
                      <a:pt x="3479" y="716"/>
                    </a:moveTo>
                    <a:lnTo>
                      <a:pt x="3479" y="4264"/>
                    </a:lnTo>
                    <a:lnTo>
                      <a:pt x="1166" y="716"/>
                    </a:lnTo>
                    <a:close/>
                    <a:moveTo>
                      <a:pt x="733" y="1644"/>
                    </a:moveTo>
                    <a:lnTo>
                      <a:pt x="2710" y="4678"/>
                    </a:lnTo>
                    <a:lnTo>
                      <a:pt x="733" y="4678"/>
                    </a:lnTo>
                    <a:lnTo>
                      <a:pt x="733" y="1644"/>
                    </a:lnTo>
                    <a:close/>
                    <a:moveTo>
                      <a:pt x="1" y="1"/>
                    </a:moveTo>
                    <a:lnTo>
                      <a:pt x="1" y="716"/>
                    </a:lnTo>
                    <a:lnTo>
                      <a:pt x="1" y="4678"/>
                    </a:lnTo>
                    <a:lnTo>
                      <a:pt x="1" y="5390"/>
                    </a:lnTo>
                    <a:lnTo>
                      <a:pt x="4213" y="5390"/>
                    </a:lnTo>
                    <a:lnTo>
                      <a:pt x="4213" y="4678"/>
                    </a:lnTo>
                    <a:lnTo>
                      <a:pt x="4213" y="716"/>
                    </a:lnTo>
                    <a:lnTo>
                      <a:pt x="4213" y="1"/>
                    </a:lnTo>
                    <a:close/>
                  </a:path>
                </a:pathLst>
              </a:custGeom>
              <a:solidFill>
                <a:srgbClr val="FF457A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cxnSp>
            <p:nvCxnSpPr>
              <p:cNvPr id="3443" name="Google Shape;3443;p70"/>
              <p:cNvCxnSpPr/>
              <p:nvPr/>
            </p:nvCxnSpPr>
            <p:spPr>
              <a:xfrm>
                <a:off x="6413100" y="2552389"/>
                <a:ext cx="162600" cy="0"/>
              </a:xfrm>
              <a:prstGeom prst="straightConnector1">
                <a:avLst/>
              </a:prstGeom>
              <a:noFill/>
              <a:ln cap="flat" cmpd="sng" w="19050">
                <a:solidFill>
                  <a:srgbClr val="21204D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3444" name="Google Shape;3444;p70"/>
              <p:cNvCxnSpPr/>
              <p:nvPr/>
            </p:nvCxnSpPr>
            <p:spPr>
              <a:xfrm>
                <a:off x="6413100" y="2624875"/>
                <a:ext cx="162600" cy="0"/>
              </a:xfrm>
              <a:prstGeom prst="straightConnector1">
                <a:avLst/>
              </a:prstGeom>
              <a:noFill/>
              <a:ln cap="flat" cmpd="sng" w="19050">
                <a:solidFill>
                  <a:srgbClr val="21204D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3445" name="Google Shape;3445;p70"/>
              <p:cNvCxnSpPr/>
              <p:nvPr/>
            </p:nvCxnSpPr>
            <p:spPr>
              <a:xfrm>
                <a:off x="6413100" y="2699910"/>
                <a:ext cx="162600" cy="0"/>
              </a:xfrm>
              <a:prstGeom prst="straightConnector1">
                <a:avLst/>
              </a:prstGeom>
              <a:noFill/>
              <a:ln cap="flat" cmpd="sng" w="19050">
                <a:solidFill>
                  <a:srgbClr val="21204D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grpSp>
            <p:nvGrpSpPr>
              <p:cNvPr id="3446" name="Google Shape;3446;p70"/>
              <p:cNvGrpSpPr/>
              <p:nvPr/>
            </p:nvGrpSpPr>
            <p:grpSpPr>
              <a:xfrm flipH="1">
                <a:off x="6308932" y="3622939"/>
                <a:ext cx="176666" cy="306433"/>
                <a:chOff x="7281325" y="2522625"/>
                <a:chExt cx="230725" cy="400200"/>
              </a:xfrm>
            </p:grpSpPr>
            <p:sp>
              <p:nvSpPr>
                <p:cNvPr id="3447" name="Google Shape;3447;p70"/>
                <p:cNvSpPr/>
                <p:nvPr/>
              </p:nvSpPr>
              <p:spPr>
                <a:xfrm>
                  <a:off x="7281325" y="2522625"/>
                  <a:ext cx="230725" cy="399600"/>
                </a:xfrm>
                <a:custGeom>
                  <a:rect b="b" l="l" r="r" t="t"/>
                  <a:pathLst>
                    <a:path extrusionOk="0" h="15984" w="9229">
                      <a:moveTo>
                        <a:pt x="5655" y="0"/>
                      </a:moveTo>
                      <a:cubicBezTo>
                        <a:pt x="5365" y="0"/>
                        <a:pt x="5080" y="96"/>
                        <a:pt x="4829" y="305"/>
                      </a:cubicBezTo>
                      <a:cubicBezTo>
                        <a:pt x="3436" y="1461"/>
                        <a:pt x="4999" y="3542"/>
                        <a:pt x="3743" y="4501"/>
                      </a:cubicBezTo>
                      <a:cubicBezTo>
                        <a:pt x="2487" y="5460"/>
                        <a:pt x="2093" y="6155"/>
                        <a:pt x="2059" y="8203"/>
                      </a:cubicBezTo>
                      <a:cubicBezTo>
                        <a:pt x="2025" y="10250"/>
                        <a:pt x="3413" y="11109"/>
                        <a:pt x="1705" y="12165"/>
                      </a:cubicBezTo>
                      <a:cubicBezTo>
                        <a:pt x="1" y="13217"/>
                        <a:pt x="506" y="15983"/>
                        <a:pt x="506" y="15983"/>
                      </a:cubicBezTo>
                      <a:lnTo>
                        <a:pt x="8668" y="15983"/>
                      </a:lnTo>
                      <a:cubicBezTo>
                        <a:pt x="8668" y="15983"/>
                        <a:pt x="8039" y="15141"/>
                        <a:pt x="8634" y="13588"/>
                      </a:cubicBezTo>
                      <a:cubicBezTo>
                        <a:pt x="9229" y="12034"/>
                        <a:pt x="8500" y="10845"/>
                        <a:pt x="7545" y="9589"/>
                      </a:cubicBezTo>
                      <a:cubicBezTo>
                        <a:pt x="6586" y="8333"/>
                        <a:pt x="6552" y="7013"/>
                        <a:pt x="7575" y="4237"/>
                      </a:cubicBezTo>
                      <a:cubicBezTo>
                        <a:pt x="8415" y="1963"/>
                        <a:pt x="6971" y="0"/>
                        <a:pt x="5655" y="0"/>
                      </a:cubicBezTo>
                      <a:close/>
                    </a:path>
                  </a:pathLst>
                </a:custGeom>
                <a:solidFill>
                  <a:srgbClr val="FF3C68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3448" name="Google Shape;3448;p70"/>
                <p:cNvSpPr/>
                <p:nvPr/>
              </p:nvSpPr>
              <p:spPr>
                <a:xfrm>
                  <a:off x="7338725" y="2545775"/>
                  <a:ext cx="116275" cy="229725"/>
                </a:xfrm>
                <a:custGeom>
                  <a:rect b="b" l="l" r="r" t="t"/>
                  <a:pathLst>
                    <a:path extrusionOk="0" h="9189" w="4651">
                      <a:moveTo>
                        <a:pt x="2092" y="0"/>
                      </a:moveTo>
                      <a:lnTo>
                        <a:pt x="2035" y="14"/>
                      </a:lnTo>
                      <a:cubicBezTo>
                        <a:pt x="2042" y="34"/>
                        <a:pt x="2523" y="2085"/>
                        <a:pt x="3669" y="2807"/>
                      </a:cubicBezTo>
                      <a:cubicBezTo>
                        <a:pt x="4313" y="3218"/>
                        <a:pt x="4591" y="3872"/>
                        <a:pt x="4450" y="4661"/>
                      </a:cubicBezTo>
                      <a:cubicBezTo>
                        <a:pt x="4253" y="5736"/>
                        <a:pt x="3348" y="6706"/>
                        <a:pt x="2339" y="6916"/>
                      </a:cubicBezTo>
                      <a:cubicBezTo>
                        <a:pt x="1450" y="7103"/>
                        <a:pt x="712" y="7568"/>
                        <a:pt x="311" y="8189"/>
                      </a:cubicBezTo>
                      <a:cubicBezTo>
                        <a:pt x="90" y="8533"/>
                        <a:pt x="0" y="8897"/>
                        <a:pt x="67" y="9188"/>
                      </a:cubicBezTo>
                      <a:lnTo>
                        <a:pt x="124" y="9174"/>
                      </a:lnTo>
                      <a:cubicBezTo>
                        <a:pt x="61" y="8897"/>
                        <a:pt x="147" y="8550"/>
                        <a:pt x="361" y="8219"/>
                      </a:cubicBezTo>
                      <a:cubicBezTo>
                        <a:pt x="752" y="7611"/>
                        <a:pt x="1477" y="7156"/>
                        <a:pt x="2352" y="6973"/>
                      </a:cubicBezTo>
                      <a:cubicBezTo>
                        <a:pt x="3382" y="6755"/>
                        <a:pt x="4307" y="5767"/>
                        <a:pt x="4507" y="4671"/>
                      </a:cubicBezTo>
                      <a:cubicBezTo>
                        <a:pt x="4651" y="3859"/>
                        <a:pt x="4367" y="3181"/>
                        <a:pt x="3698" y="2760"/>
                      </a:cubicBezTo>
                      <a:cubicBezTo>
                        <a:pt x="2573" y="2048"/>
                        <a:pt x="2095" y="20"/>
                        <a:pt x="2092" y="0"/>
                      </a:cubicBezTo>
                      <a:close/>
                    </a:path>
                  </a:pathLst>
                </a:custGeom>
                <a:solidFill>
                  <a:srgbClr val="4F47BF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3449" name="Google Shape;3449;p70"/>
                <p:cNvSpPr/>
                <p:nvPr/>
              </p:nvSpPr>
              <p:spPr>
                <a:xfrm>
                  <a:off x="7332125" y="2585200"/>
                  <a:ext cx="100500" cy="142675"/>
                </a:xfrm>
                <a:custGeom>
                  <a:rect b="b" l="l" r="r" t="t"/>
                  <a:pathLst>
                    <a:path extrusionOk="0" h="5707" w="4020">
                      <a:moveTo>
                        <a:pt x="2232" y="0"/>
                      </a:moveTo>
                      <a:lnTo>
                        <a:pt x="2175" y="7"/>
                      </a:lnTo>
                      <a:cubicBezTo>
                        <a:pt x="2178" y="24"/>
                        <a:pt x="2329" y="1698"/>
                        <a:pt x="3338" y="2435"/>
                      </a:cubicBezTo>
                      <a:cubicBezTo>
                        <a:pt x="3782" y="2760"/>
                        <a:pt x="3959" y="3305"/>
                        <a:pt x="3786" y="3823"/>
                      </a:cubicBezTo>
                      <a:cubicBezTo>
                        <a:pt x="3624" y="4306"/>
                        <a:pt x="3107" y="4821"/>
                        <a:pt x="2148" y="4821"/>
                      </a:cubicBezTo>
                      <a:cubicBezTo>
                        <a:pt x="2133" y="4821"/>
                        <a:pt x="2118" y="4821"/>
                        <a:pt x="2102" y="4821"/>
                      </a:cubicBezTo>
                      <a:lnTo>
                        <a:pt x="2025" y="4821"/>
                      </a:lnTo>
                      <a:cubicBezTo>
                        <a:pt x="294" y="4821"/>
                        <a:pt x="10" y="5653"/>
                        <a:pt x="1" y="5690"/>
                      </a:cubicBezTo>
                      <a:lnTo>
                        <a:pt x="54" y="5707"/>
                      </a:lnTo>
                      <a:cubicBezTo>
                        <a:pt x="58" y="5700"/>
                        <a:pt x="341" y="4878"/>
                        <a:pt x="2025" y="4878"/>
                      </a:cubicBezTo>
                      <a:lnTo>
                        <a:pt x="2098" y="4878"/>
                      </a:lnTo>
                      <a:cubicBezTo>
                        <a:pt x="2114" y="4878"/>
                        <a:pt x="2129" y="4878"/>
                        <a:pt x="2145" y="4878"/>
                      </a:cubicBezTo>
                      <a:cubicBezTo>
                        <a:pt x="3137" y="4878"/>
                        <a:pt x="3672" y="4346"/>
                        <a:pt x="3839" y="3843"/>
                      </a:cubicBezTo>
                      <a:cubicBezTo>
                        <a:pt x="4019" y="3297"/>
                        <a:pt x="3839" y="2730"/>
                        <a:pt x="3371" y="2389"/>
                      </a:cubicBezTo>
                      <a:cubicBezTo>
                        <a:pt x="2386" y="1667"/>
                        <a:pt x="2235" y="17"/>
                        <a:pt x="2232" y="0"/>
                      </a:cubicBezTo>
                      <a:close/>
                    </a:path>
                  </a:pathLst>
                </a:custGeom>
                <a:solidFill>
                  <a:srgbClr val="4F47BF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3450" name="Google Shape;3450;p70"/>
                <p:cNvSpPr/>
                <p:nvPr/>
              </p:nvSpPr>
              <p:spPr>
                <a:xfrm>
                  <a:off x="7323600" y="2727025"/>
                  <a:ext cx="128250" cy="195800"/>
                </a:xfrm>
                <a:custGeom>
                  <a:rect b="b" l="l" r="r" t="t"/>
                  <a:pathLst>
                    <a:path extrusionOk="0" h="7832" w="5130">
                      <a:moveTo>
                        <a:pt x="5109" y="0"/>
                      </a:moveTo>
                      <a:cubicBezTo>
                        <a:pt x="5085" y="6"/>
                        <a:pt x="2847" y="839"/>
                        <a:pt x="2266" y="2449"/>
                      </a:cubicBezTo>
                      <a:cubicBezTo>
                        <a:pt x="2098" y="2920"/>
                        <a:pt x="1995" y="3457"/>
                        <a:pt x="1885" y="4029"/>
                      </a:cubicBezTo>
                      <a:cubicBezTo>
                        <a:pt x="1628" y="5389"/>
                        <a:pt x="1334" y="6932"/>
                        <a:pt x="1" y="7784"/>
                      </a:cubicBezTo>
                      <a:lnTo>
                        <a:pt x="31" y="7831"/>
                      </a:lnTo>
                      <a:cubicBezTo>
                        <a:pt x="1384" y="6965"/>
                        <a:pt x="1682" y="5412"/>
                        <a:pt x="1942" y="4039"/>
                      </a:cubicBezTo>
                      <a:cubicBezTo>
                        <a:pt x="2052" y="3471"/>
                        <a:pt x="2152" y="2933"/>
                        <a:pt x="2323" y="2469"/>
                      </a:cubicBezTo>
                      <a:cubicBezTo>
                        <a:pt x="2891" y="885"/>
                        <a:pt x="5105" y="60"/>
                        <a:pt x="5129" y="54"/>
                      </a:cubicBezTo>
                      <a:lnTo>
                        <a:pt x="5109" y="0"/>
                      </a:lnTo>
                      <a:close/>
                    </a:path>
                  </a:pathLst>
                </a:custGeom>
                <a:solidFill>
                  <a:srgbClr val="4F47BF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3451" name="Google Shape;3451;p70"/>
                <p:cNvSpPr/>
                <p:nvPr/>
              </p:nvSpPr>
              <p:spPr>
                <a:xfrm>
                  <a:off x="7368950" y="2806025"/>
                  <a:ext cx="128575" cy="32000"/>
                </a:xfrm>
                <a:custGeom>
                  <a:rect b="b" l="l" r="r" t="t"/>
                  <a:pathLst>
                    <a:path extrusionOk="0" h="1280" w="5143">
                      <a:moveTo>
                        <a:pt x="5099" y="1"/>
                      </a:moveTo>
                      <a:cubicBezTo>
                        <a:pt x="4932" y="187"/>
                        <a:pt x="4706" y="357"/>
                        <a:pt x="4068" y="357"/>
                      </a:cubicBezTo>
                      <a:cubicBezTo>
                        <a:pt x="3721" y="357"/>
                        <a:pt x="3252" y="307"/>
                        <a:pt x="2606" y="181"/>
                      </a:cubicBezTo>
                      <a:cubicBezTo>
                        <a:pt x="2405" y="142"/>
                        <a:pt x="2216" y="125"/>
                        <a:pt x="2040" y="125"/>
                      </a:cubicBezTo>
                      <a:cubicBezTo>
                        <a:pt x="623" y="125"/>
                        <a:pt x="7" y="1241"/>
                        <a:pt x="1" y="1253"/>
                      </a:cubicBezTo>
                      <a:lnTo>
                        <a:pt x="51" y="1280"/>
                      </a:lnTo>
                      <a:cubicBezTo>
                        <a:pt x="57" y="1268"/>
                        <a:pt x="657" y="182"/>
                        <a:pt x="2040" y="182"/>
                      </a:cubicBezTo>
                      <a:cubicBezTo>
                        <a:pt x="2213" y="182"/>
                        <a:pt x="2399" y="199"/>
                        <a:pt x="2597" y="237"/>
                      </a:cubicBezTo>
                      <a:cubicBezTo>
                        <a:pt x="3242" y="362"/>
                        <a:pt x="3713" y="413"/>
                        <a:pt x="4065" y="413"/>
                      </a:cubicBezTo>
                      <a:cubicBezTo>
                        <a:pt x="4729" y="413"/>
                        <a:pt x="4967" y="233"/>
                        <a:pt x="5143" y="37"/>
                      </a:cubicBezTo>
                      <a:lnTo>
                        <a:pt x="5099" y="1"/>
                      </a:lnTo>
                      <a:close/>
                    </a:path>
                  </a:pathLst>
                </a:custGeom>
                <a:solidFill>
                  <a:srgbClr val="4F47BF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3452" name="Google Shape;3452;p70"/>
                <p:cNvSpPr/>
                <p:nvPr/>
              </p:nvSpPr>
              <p:spPr>
                <a:xfrm>
                  <a:off x="7367450" y="2729350"/>
                  <a:ext cx="14400" cy="77600"/>
                </a:xfrm>
                <a:custGeom>
                  <a:rect b="b" l="l" r="r" t="t"/>
                  <a:pathLst>
                    <a:path extrusionOk="0" h="3104" w="576">
                      <a:moveTo>
                        <a:pt x="104" y="1"/>
                      </a:moveTo>
                      <a:lnTo>
                        <a:pt x="68" y="47"/>
                      </a:lnTo>
                      <a:cubicBezTo>
                        <a:pt x="71" y="51"/>
                        <a:pt x="512" y="422"/>
                        <a:pt x="372" y="1244"/>
                      </a:cubicBezTo>
                      <a:cubicBezTo>
                        <a:pt x="332" y="1480"/>
                        <a:pt x="275" y="1685"/>
                        <a:pt x="224" y="1865"/>
                      </a:cubicBezTo>
                      <a:cubicBezTo>
                        <a:pt x="97" y="2349"/>
                        <a:pt x="0" y="2697"/>
                        <a:pt x="312" y="3104"/>
                      </a:cubicBezTo>
                      <a:lnTo>
                        <a:pt x="358" y="3068"/>
                      </a:lnTo>
                      <a:cubicBezTo>
                        <a:pt x="64" y="2687"/>
                        <a:pt x="151" y="2366"/>
                        <a:pt x="281" y="1881"/>
                      </a:cubicBezTo>
                      <a:cubicBezTo>
                        <a:pt x="332" y="1697"/>
                        <a:pt x="385" y="1491"/>
                        <a:pt x="429" y="1253"/>
                      </a:cubicBezTo>
                      <a:cubicBezTo>
                        <a:pt x="575" y="395"/>
                        <a:pt x="121" y="17"/>
                        <a:pt x="104" y="1"/>
                      </a:cubicBezTo>
                      <a:close/>
                    </a:path>
                  </a:pathLst>
                </a:custGeom>
                <a:solidFill>
                  <a:srgbClr val="4F47BF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3453" name="Google Shape;3453;p70"/>
                <p:cNvSpPr/>
                <p:nvPr/>
              </p:nvSpPr>
              <p:spPr>
                <a:xfrm>
                  <a:off x="7354925" y="2851675"/>
                  <a:ext cx="145925" cy="33800"/>
                </a:xfrm>
                <a:custGeom>
                  <a:rect b="b" l="l" r="r" t="t"/>
                  <a:pathLst>
                    <a:path extrusionOk="0" h="1352" w="5837">
                      <a:moveTo>
                        <a:pt x="2135" y="1"/>
                      </a:moveTo>
                      <a:cubicBezTo>
                        <a:pt x="706" y="1"/>
                        <a:pt x="10" y="1310"/>
                        <a:pt x="0" y="1325"/>
                      </a:cubicBezTo>
                      <a:lnTo>
                        <a:pt x="54" y="1351"/>
                      </a:lnTo>
                      <a:cubicBezTo>
                        <a:pt x="60" y="1336"/>
                        <a:pt x="740" y="59"/>
                        <a:pt x="2134" y="59"/>
                      </a:cubicBezTo>
                      <a:cubicBezTo>
                        <a:pt x="2284" y="59"/>
                        <a:pt x="2441" y="73"/>
                        <a:pt x="2606" y="105"/>
                      </a:cubicBezTo>
                      <a:cubicBezTo>
                        <a:pt x="2944" y="169"/>
                        <a:pt x="3248" y="235"/>
                        <a:pt x="3515" y="295"/>
                      </a:cubicBezTo>
                      <a:cubicBezTo>
                        <a:pt x="4057" y="416"/>
                        <a:pt x="4485" y="511"/>
                        <a:pt x="4841" y="511"/>
                      </a:cubicBezTo>
                      <a:cubicBezTo>
                        <a:pt x="5244" y="511"/>
                        <a:pt x="5555" y="390"/>
                        <a:pt x="5837" y="49"/>
                      </a:cubicBezTo>
                      <a:lnTo>
                        <a:pt x="5793" y="12"/>
                      </a:lnTo>
                      <a:cubicBezTo>
                        <a:pt x="5524" y="337"/>
                        <a:pt x="5224" y="453"/>
                        <a:pt x="4835" y="453"/>
                      </a:cubicBezTo>
                      <a:cubicBezTo>
                        <a:pt x="4485" y="453"/>
                        <a:pt x="4063" y="359"/>
                        <a:pt x="3528" y="239"/>
                      </a:cubicBezTo>
                      <a:cubicBezTo>
                        <a:pt x="3258" y="179"/>
                        <a:pt x="2954" y="112"/>
                        <a:pt x="2617" y="49"/>
                      </a:cubicBezTo>
                      <a:cubicBezTo>
                        <a:pt x="2448" y="16"/>
                        <a:pt x="2288" y="1"/>
                        <a:pt x="2135" y="1"/>
                      </a:cubicBezTo>
                      <a:close/>
                    </a:path>
                  </a:pathLst>
                </a:custGeom>
                <a:solidFill>
                  <a:srgbClr val="4F47BF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3454" name="Google Shape;3454;p70"/>
                <p:cNvSpPr/>
                <p:nvPr/>
              </p:nvSpPr>
              <p:spPr>
                <a:xfrm>
                  <a:off x="7415900" y="2534675"/>
                  <a:ext cx="37675" cy="82700"/>
                </a:xfrm>
                <a:custGeom>
                  <a:rect b="b" l="l" r="r" t="t"/>
                  <a:pathLst>
                    <a:path extrusionOk="0" h="3308" w="1507">
                      <a:moveTo>
                        <a:pt x="1453" y="0"/>
                      </a:moveTo>
                      <a:lnTo>
                        <a:pt x="1397" y="10"/>
                      </a:lnTo>
                      <a:cubicBezTo>
                        <a:pt x="1447" y="281"/>
                        <a:pt x="1377" y="371"/>
                        <a:pt x="989" y="872"/>
                      </a:cubicBezTo>
                      <a:cubicBezTo>
                        <a:pt x="899" y="985"/>
                        <a:pt x="796" y="1123"/>
                        <a:pt x="672" y="1286"/>
                      </a:cubicBezTo>
                      <a:cubicBezTo>
                        <a:pt x="0" y="2175"/>
                        <a:pt x="662" y="3298"/>
                        <a:pt x="668" y="3307"/>
                      </a:cubicBezTo>
                      <a:lnTo>
                        <a:pt x="719" y="3281"/>
                      </a:lnTo>
                      <a:cubicBezTo>
                        <a:pt x="712" y="3267"/>
                        <a:pt x="67" y="2179"/>
                        <a:pt x="719" y="1320"/>
                      </a:cubicBezTo>
                      <a:cubicBezTo>
                        <a:pt x="842" y="1156"/>
                        <a:pt x="946" y="1022"/>
                        <a:pt x="1032" y="905"/>
                      </a:cubicBezTo>
                      <a:cubicBezTo>
                        <a:pt x="1427" y="401"/>
                        <a:pt x="1507" y="294"/>
                        <a:pt x="1453" y="0"/>
                      </a:cubicBezTo>
                      <a:close/>
                    </a:path>
                  </a:pathLst>
                </a:custGeom>
                <a:solidFill>
                  <a:srgbClr val="4F47BF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  <p:grpSp>
            <p:nvGrpSpPr>
              <p:cNvPr id="3455" name="Google Shape;3455;p70"/>
              <p:cNvGrpSpPr/>
              <p:nvPr/>
            </p:nvGrpSpPr>
            <p:grpSpPr>
              <a:xfrm flipH="1">
                <a:off x="6321389" y="3472785"/>
                <a:ext cx="335204" cy="456587"/>
                <a:chOff x="6802225" y="2313150"/>
                <a:chExt cx="437775" cy="596300"/>
              </a:xfrm>
            </p:grpSpPr>
            <p:sp>
              <p:nvSpPr>
                <p:cNvPr id="3456" name="Google Shape;3456;p70"/>
                <p:cNvSpPr/>
                <p:nvPr/>
              </p:nvSpPr>
              <p:spPr>
                <a:xfrm>
                  <a:off x="6802225" y="2313150"/>
                  <a:ext cx="437775" cy="596300"/>
                </a:xfrm>
                <a:custGeom>
                  <a:rect b="b" l="l" r="r" t="t"/>
                  <a:pathLst>
                    <a:path extrusionOk="0" h="23852" w="17511">
                      <a:moveTo>
                        <a:pt x="9288" y="1"/>
                      </a:moveTo>
                      <a:cubicBezTo>
                        <a:pt x="9209" y="1"/>
                        <a:pt x="9130" y="3"/>
                        <a:pt x="9050" y="8"/>
                      </a:cubicBezTo>
                      <a:cubicBezTo>
                        <a:pt x="7561" y="99"/>
                        <a:pt x="6572" y="763"/>
                        <a:pt x="5960" y="1775"/>
                      </a:cubicBezTo>
                      <a:cubicBezTo>
                        <a:pt x="4875" y="3570"/>
                        <a:pt x="4978" y="6463"/>
                        <a:pt x="5596" y="9196"/>
                      </a:cubicBezTo>
                      <a:cubicBezTo>
                        <a:pt x="5623" y="9316"/>
                        <a:pt x="5650" y="9432"/>
                        <a:pt x="5680" y="9549"/>
                      </a:cubicBezTo>
                      <a:cubicBezTo>
                        <a:pt x="6384" y="12450"/>
                        <a:pt x="4861" y="12269"/>
                        <a:pt x="3358" y="12991"/>
                      </a:cubicBezTo>
                      <a:cubicBezTo>
                        <a:pt x="2593" y="13355"/>
                        <a:pt x="1834" y="13953"/>
                        <a:pt x="1373" y="15299"/>
                      </a:cubicBezTo>
                      <a:cubicBezTo>
                        <a:pt x="0" y="19298"/>
                        <a:pt x="4617" y="23852"/>
                        <a:pt x="4617" y="23852"/>
                      </a:cubicBezTo>
                      <a:lnTo>
                        <a:pt x="15475" y="23852"/>
                      </a:lnTo>
                      <a:cubicBezTo>
                        <a:pt x="16484" y="23150"/>
                        <a:pt x="17015" y="22005"/>
                        <a:pt x="17176" y="20775"/>
                      </a:cubicBezTo>
                      <a:cubicBezTo>
                        <a:pt x="17511" y="18216"/>
                        <a:pt x="16234" y="15299"/>
                        <a:pt x="14275" y="15299"/>
                      </a:cubicBezTo>
                      <a:cubicBezTo>
                        <a:pt x="14260" y="15299"/>
                        <a:pt x="14245" y="15299"/>
                        <a:pt x="14229" y="15299"/>
                      </a:cubicBezTo>
                      <a:cubicBezTo>
                        <a:pt x="14181" y="15300"/>
                        <a:pt x="14132" y="15301"/>
                        <a:pt x="14085" y="15301"/>
                      </a:cubicBezTo>
                      <a:cubicBezTo>
                        <a:pt x="11259" y="15301"/>
                        <a:pt x="10216" y="13360"/>
                        <a:pt x="12792" y="9897"/>
                      </a:cubicBezTo>
                      <a:cubicBezTo>
                        <a:pt x="12979" y="9643"/>
                        <a:pt x="13143" y="9376"/>
                        <a:pt x="13284" y="9099"/>
                      </a:cubicBezTo>
                      <a:cubicBezTo>
                        <a:pt x="15064" y="5534"/>
                        <a:pt x="13074" y="1"/>
                        <a:pt x="9288" y="1"/>
                      </a:cubicBezTo>
                      <a:close/>
                    </a:path>
                  </a:pathLst>
                </a:custGeom>
                <a:solidFill>
                  <a:srgbClr val="4F47BF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3457" name="Google Shape;3457;p70"/>
                <p:cNvSpPr/>
                <p:nvPr/>
              </p:nvSpPr>
              <p:spPr>
                <a:xfrm>
                  <a:off x="6902800" y="2699475"/>
                  <a:ext cx="209875" cy="209975"/>
                </a:xfrm>
                <a:custGeom>
                  <a:rect b="b" l="l" r="r" t="t"/>
                  <a:pathLst>
                    <a:path extrusionOk="0" h="8399" w="8395">
                      <a:moveTo>
                        <a:pt x="60" y="0"/>
                      </a:moveTo>
                      <a:lnTo>
                        <a:pt x="0" y="63"/>
                      </a:lnTo>
                      <a:lnTo>
                        <a:pt x="8335" y="8399"/>
                      </a:lnTo>
                      <a:lnTo>
                        <a:pt x="8395" y="8336"/>
                      </a:lnTo>
                      <a:lnTo>
                        <a:pt x="60" y="0"/>
                      </a:ln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3458" name="Google Shape;3458;p70"/>
                <p:cNvSpPr/>
                <p:nvPr/>
              </p:nvSpPr>
              <p:spPr>
                <a:xfrm>
                  <a:off x="6941025" y="2439375"/>
                  <a:ext cx="126400" cy="299875"/>
                </a:xfrm>
                <a:custGeom>
                  <a:rect b="b" l="l" r="r" t="t"/>
                  <a:pathLst>
                    <a:path extrusionOk="0" h="11995" w="5056">
                      <a:moveTo>
                        <a:pt x="4972" y="1"/>
                      </a:moveTo>
                      <a:lnTo>
                        <a:pt x="1" y="11960"/>
                      </a:lnTo>
                      <a:lnTo>
                        <a:pt x="84" y="11994"/>
                      </a:lnTo>
                      <a:lnTo>
                        <a:pt x="5055" y="34"/>
                      </a:lnTo>
                      <a:lnTo>
                        <a:pt x="4972" y="1"/>
                      </a:ln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3459" name="Google Shape;3459;p70"/>
                <p:cNvSpPr/>
                <p:nvPr/>
              </p:nvSpPr>
              <p:spPr>
                <a:xfrm>
                  <a:off x="7031150" y="2492425"/>
                  <a:ext cx="73200" cy="32100"/>
                </a:xfrm>
                <a:custGeom>
                  <a:rect b="b" l="l" r="r" t="t"/>
                  <a:pathLst>
                    <a:path extrusionOk="0" h="1284" w="2928">
                      <a:moveTo>
                        <a:pt x="2894" y="0"/>
                      </a:moveTo>
                      <a:lnTo>
                        <a:pt x="1" y="1203"/>
                      </a:lnTo>
                      <a:lnTo>
                        <a:pt x="34" y="1283"/>
                      </a:lnTo>
                      <a:lnTo>
                        <a:pt x="2927" y="80"/>
                      </a:lnTo>
                      <a:lnTo>
                        <a:pt x="2894" y="0"/>
                      </a:ln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3460" name="Google Shape;3460;p70"/>
                <p:cNvSpPr/>
                <p:nvPr/>
              </p:nvSpPr>
              <p:spPr>
                <a:xfrm>
                  <a:off x="6971600" y="2493000"/>
                  <a:ext cx="37200" cy="83375"/>
                </a:xfrm>
                <a:custGeom>
                  <a:rect b="b" l="l" r="r" t="t"/>
                  <a:pathLst>
                    <a:path extrusionOk="0" h="3335" w="1488">
                      <a:moveTo>
                        <a:pt x="81" y="1"/>
                      </a:moveTo>
                      <a:lnTo>
                        <a:pt x="1" y="33"/>
                      </a:lnTo>
                      <a:lnTo>
                        <a:pt x="1404" y="3334"/>
                      </a:lnTo>
                      <a:lnTo>
                        <a:pt x="1487" y="3298"/>
                      </a:lnTo>
                      <a:lnTo>
                        <a:pt x="81" y="1"/>
                      </a:ln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3461" name="Google Shape;3461;p70"/>
                <p:cNvSpPr/>
                <p:nvPr/>
              </p:nvSpPr>
              <p:spPr>
                <a:xfrm>
                  <a:off x="7058950" y="2771450"/>
                  <a:ext cx="2225" cy="85300"/>
                </a:xfrm>
                <a:custGeom>
                  <a:rect b="b" l="l" r="r" t="t"/>
                  <a:pathLst>
                    <a:path extrusionOk="0" h="3412" w="89">
                      <a:moveTo>
                        <a:pt x="1" y="0"/>
                      </a:moveTo>
                      <a:lnTo>
                        <a:pt x="1" y="3412"/>
                      </a:lnTo>
                      <a:lnTo>
                        <a:pt x="88" y="3412"/>
                      </a:lnTo>
                      <a:lnTo>
                        <a:pt x="88" y="0"/>
                      </a:ln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3462" name="Google Shape;3462;p70"/>
                <p:cNvSpPr/>
                <p:nvPr/>
              </p:nvSpPr>
              <p:spPr>
                <a:xfrm>
                  <a:off x="6915475" y="2804950"/>
                  <a:ext cx="93900" cy="2275"/>
                </a:xfrm>
                <a:custGeom>
                  <a:rect b="b" l="l" r="r" t="t"/>
                  <a:pathLst>
                    <a:path extrusionOk="0" h="91" w="3756">
                      <a:moveTo>
                        <a:pt x="1" y="0"/>
                      </a:moveTo>
                      <a:lnTo>
                        <a:pt x="1" y="91"/>
                      </a:lnTo>
                      <a:lnTo>
                        <a:pt x="3755" y="91"/>
                      </a:lnTo>
                      <a:lnTo>
                        <a:pt x="3755" y="0"/>
                      </a:ln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  <p:sp>
            <p:nvSpPr>
              <p:cNvPr id="3463" name="Google Shape;3463;p70"/>
              <p:cNvSpPr/>
              <p:nvPr/>
            </p:nvSpPr>
            <p:spPr>
              <a:xfrm>
                <a:off x="5587945" y="4208025"/>
                <a:ext cx="1110900" cy="180300"/>
              </a:xfrm>
              <a:prstGeom prst="rect">
                <a:avLst/>
              </a:prstGeom>
              <a:solidFill>
                <a:srgbClr val="4F47B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cxnSp>
            <p:nvCxnSpPr>
              <p:cNvPr id="3464" name="Google Shape;3464;p70"/>
              <p:cNvCxnSpPr/>
              <p:nvPr/>
            </p:nvCxnSpPr>
            <p:spPr>
              <a:xfrm>
                <a:off x="6266021" y="3929870"/>
                <a:ext cx="432900" cy="0"/>
              </a:xfrm>
              <a:prstGeom prst="straightConnector1">
                <a:avLst/>
              </a:prstGeom>
              <a:noFill/>
              <a:ln cap="flat" cmpd="sng" w="19050">
                <a:solidFill>
                  <a:srgbClr val="4F47BF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</p:grpSp>
      </p:grpSp>
      <p:sp>
        <p:nvSpPr>
          <p:cNvPr id="3465" name="Google Shape;3465;p70"/>
          <p:cNvSpPr txBox="1"/>
          <p:nvPr>
            <p:ph type="ctrTitle"/>
          </p:nvPr>
        </p:nvSpPr>
        <p:spPr>
          <a:xfrm>
            <a:off x="5624975" y="3169550"/>
            <a:ext cx="1113300" cy="719400"/>
          </a:xfrm>
          <a:prstGeom prst="rect">
            <a:avLst/>
          </a:prstGeom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Nunito Sans Black"/>
              <a:buNone/>
            </a:pPr>
            <a:r>
              <a:rPr b="1" lang="en" sz="1600">
                <a:latin typeface="Saira Semi Condensed"/>
                <a:ea typeface="Saira Semi Condensed"/>
                <a:cs typeface="Saira Semi Condensed"/>
                <a:sym typeface="Saira Semi Condensed"/>
              </a:rPr>
              <a:t>LINEARITY</a:t>
            </a:r>
            <a:endParaRPr b="1" sz="1600">
              <a:latin typeface="Saira Semi Condensed"/>
              <a:ea typeface="Saira Semi Condensed"/>
              <a:cs typeface="Saira Semi Condensed"/>
              <a:sym typeface="Saira Semi Condensed"/>
            </a:endParaRPr>
          </a:p>
        </p:txBody>
      </p:sp>
      <p:sp>
        <p:nvSpPr>
          <p:cNvPr id="3466" name="Google Shape;3466;p70"/>
          <p:cNvSpPr/>
          <p:nvPr/>
        </p:nvSpPr>
        <p:spPr>
          <a:xfrm>
            <a:off x="3483350" y="976825"/>
            <a:ext cx="2916000" cy="1241400"/>
          </a:xfrm>
          <a:prstGeom prst="rect">
            <a:avLst/>
          </a:prstGeom>
          <a:solidFill>
            <a:srgbClr val="FF457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3467" name="Google Shape;3467;p70"/>
          <p:cNvPicPr preferRelativeResize="0"/>
          <p:nvPr/>
        </p:nvPicPr>
        <p:blipFill rotWithShape="1">
          <a:blip r:embed="rId3">
            <a:alphaModFix/>
          </a:blip>
          <a:srcRect b="0" l="2750" r="2740" t="0"/>
          <a:stretch/>
        </p:blipFill>
        <p:spPr>
          <a:xfrm>
            <a:off x="638575" y="643664"/>
            <a:ext cx="3120650" cy="1907725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3468" name="Google Shape;3468;p70"/>
          <p:cNvGrpSpPr/>
          <p:nvPr/>
        </p:nvGrpSpPr>
        <p:grpSpPr>
          <a:xfrm>
            <a:off x="529221" y="533208"/>
            <a:ext cx="3339358" cy="2543396"/>
            <a:chOff x="3804623" y="931514"/>
            <a:chExt cx="4311631" cy="3283920"/>
          </a:xfrm>
        </p:grpSpPr>
        <p:grpSp>
          <p:nvGrpSpPr>
            <p:cNvPr id="3469" name="Google Shape;3469;p70"/>
            <p:cNvGrpSpPr/>
            <p:nvPr/>
          </p:nvGrpSpPr>
          <p:grpSpPr>
            <a:xfrm>
              <a:off x="3804623" y="931514"/>
              <a:ext cx="4311631" cy="3283920"/>
              <a:chOff x="3420275" y="729475"/>
              <a:chExt cx="4831500" cy="3679875"/>
            </a:xfrm>
          </p:grpSpPr>
          <p:sp>
            <p:nvSpPr>
              <p:cNvPr id="3470" name="Google Shape;3470;p70"/>
              <p:cNvSpPr/>
              <p:nvPr/>
            </p:nvSpPr>
            <p:spPr>
              <a:xfrm>
                <a:off x="3586250" y="883825"/>
                <a:ext cx="4503600" cy="2746200"/>
              </a:xfrm>
              <a:prstGeom prst="rect">
                <a:avLst/>
              </a:prstGeom>
              <a:noFill/>
              <a:ln cap="flat" cmpd="sng" w="19050">
                <a:solidFill>
                  <a:srgbClr val="21204D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471" name="Google Shape;3471;p70"/>
              <p:cNvSpPr/>
              <p:nvPr/>
            </p:nvSpPr>
            <p:spPr>
              <a:xfrm>
                <a:off x="5009044" y="3786200"/>
                <a:ext cx="1649975" cy="623150"/>
              </a:xfrm>
              <a:custGeom>
                <a:rect b="b" l="l" r="r" t="t"/>
                <a:pathLst>
                  <a:path extrusionOk="0" h="24926" w="65999">
                    <a:moveTo>
                      <a:pt x="13372" y="0"/>
                    </a:moveTo>
                    <a:cubicBezTo>
                      <a:pt x="13051" y="1881"/>
                      <a:pt x="12653" y="8225"/>
                      <a:pt x="11445" y="11283"/>
                    </a:cubicBezTo>
                    <a:cubicBezTo>
                      <a:pt x="10237" y="14341"/>
                      <a:pt x="7883" y="16511"/>
                      <a:pt x="6125" y="18346"/>
                    </a:cubicBezTo>
                    <a:cubicBezTo>
                      <a:pt x="4367" y="20181"/>
                      <a:pt x="1875" y="21297"/>
                      <a:pt x="896" y="22291"/>
                    </a:cubicBezTo>
                    <a:cubicBezTo>
                      <a:pt x="-82" y="23285"/>
                      <a:pt x="-174" y="23896"/>
                      <a:pt x="254" y="24309"/>
                    </a:cubicBezTo>
                    <a:cubicBezTo>
                      <a:pt x="682" y="24722"/>
                      <a:pt x="805" y="24692"/>
                      <a:pt x="3465" y="24768"/>
                    </a:cubicBezTo>
                    <a:cubicBezTo>
                      <a:pt x="6125" y="24845"/>
                      <a:pt x="10925" y="24768"/>
                      <a:pt x="16215" y="24768"/>
                    </a:cubicBezTo>
                    <a:cubicBezTo>
                      <a:pt x="21505" y="24768"/>
                      <a:pt x="28630" y="24768"/>
                      <a:pt x="35204" y="24768"/>
                    </a:cubicBezTo>
                    <a:cubicBezTo>
                      <a:pt x="41778" y="24768"/>
                      <a:pt x="50783" y="24768"/>
                      <a:pt x="55660" y="24768"/>
                    </a:cubicBezTo>
                    <a:cubicBezTo>
                      <a:pt x="60537" y="24768"/>
                      <a:pt x="62754" y="25104"/>
                      <a:pt x="64466" y="24768"/>
                    </a:cubicBezTo>
                    <a:cubicBezTo>
                      <a:pt x="66178" y="24432"/>
                      <a:pt x="66056" y="23346"/>
                      <a:pt x="65934" y="22750"/>
                    </a:cubicBezTo>
                    <a:cubicBezTo>
                      <a:pt x="65812" y="22154"/>
                      <a:pt x="65353" y="22765"/>
                      <a:pt x="63732" y="21190"/>
                    </a:cubicBezTo>
                    <a:cubicBezTo>
                      <a:pt x="62111" y="19615"/>
                      <a:pt x="57999" y="16512"/>
                      <a:pt x="56210" y="13301"/>
                    </a:cubicBezTo>
                    <a:cubicBezTo>
                      <a:pt x="54421" y="10091"/>
                      <a:pt x="53505" y="4083"/>
                      <a:pt x="53000" y="1927"/>
                    </a:cubicBezTo>
                    <a:cubicBezTo>
                      <a:pt x="52496" y="-229"/>
                      <a:pt x="53153" y="627"/>
                      <a:pt x="53183" y="367"/>
                    </a:cubicBezTo>
                  </a:path>
                </a:pathLst>
              </a:custGeom>
              <a:noFill/>
              <a:ln cap="flat" cmpd="sng" w="19050">
                <a:solidFill>
                  <a:srgbClr val="21204D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sp>
          <p:sp>
            <p:nvSpPr>
              <p:cNvPr id="3472" name="Google Shape;3472;p70"/>
              <p:cNvSpPr/>
              <p:nvPr/>
            </p:nvSpPr>
            <p:spPr>
              <a:xfrm>
                <a:off x="3420275" y="729475"/>
                <a:ext cx="4831500" cy="3056700"/>
              </a:xfrm>
              <a:prstGeom prst="roundRect">
                <a:avLst>
                  <a:gd fmla="val 3857" name="adj"/>
                </a:avLst>
              </a:prstGeom>
              <a:noFill/>
              <a:ln cap="flat" cmpd="sng" w="19050">
                <a:solidFill>
                  <a:srgbClr val="21204D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473" name="Google Shape;3473;p70"/>
              <p:cNvSpPr/>
              <p:nvPr/>
            </p:nvSpPr>
            <p:spPr>
              <a:xfrm>
                <a:off x="3453125" y="762775"/>
                <a:ext cx="4765800" cy="2990100"/>
              </a:xfrm>
              <a:prstGeom prst="roundRect">
                <a:avLst>
                  <a:gd fmla="val 3282" name="adj"/>
                </a:avLst>
              </a:prstGeom>
              <a:noFill/>
              <a:ln cap="flat" cmpd="sng" w="19050">
                <a:solidFill>
                  <a:srgbClr val="21204D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cxnSp>
          <p:nvCxnSpPr>
            <p:cNvPr id="3474" name="Google Shape;3474;p70"/>
            <p:cNvCxnSpPr/>
            <p:nvPr/>
          </p:nvCxnSpPr>
          <p:spPr>
            <a:xfrm>
              <a:off x="5238353" y="4162783"/>
              <a:ext cx="1451100" cy="0"/>
            </a:xfrm>
            <a:prstGeom prst="straightConnector1">
              <a:avLst/>
            </a:prstGeom>
            <a:noFill/>
            <a:ln cap="flat" cmpd="sng" w="19050">
              <a:solidFill>
                <a:srgbClr val="21204D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sp>
        <p:nvSpPr>
          <p:cNvPr id="3475" name="Google Shape;3475;p70"/>
          <p:cNvSpPr txBox="1"/>
          <p:nvPr>
            <p:ph idx="4294967295" type="subTitle"/>
          </p:nvPr>
        </p:nvSpPr>
        <p:spPr>
          <a:xfrm flipH="1">
            <a:off x="4065225" y="976825"/>
            <a:ext cx="2277000" cy="1197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-203200" lvl="0" marL="114300" rtl="0" algn="l">
              <a:spcBef>
                <a:spcPts val="1000"/>
              </a:spcBef>
              <a:spcAft>
                <a:spcPts val="0"/>
              </a:spcAft>
              <a:buSzPts val="1400"/>
              <a:buChar char="●"/>
            </a:pPr>
            <a:r>
              <a:rPr lang="en" sz="1400"/>
              <a:t>Communicate with others</a:t>
            </a:r>
            <a:endParaRPr sz="1400"/>
          </a:p>
          <a:p>
            <a:pPr indent="-203200" lvl="0" marL="114300" rtl="0" algn="l">
              <a:spcBef>
                <a:spcPts val="1000"/>
              </a:spcBef>
              <a:spcAft>
                <a:spcPts val="0"/>
              </a:spcAft>
              <a:buSzPts val="1400"/>
              <a:buChar char="●"/>
            </a:pPr>
            <a:r>
              <a:rPr lang="en" sz="1400"/>
              <a:t>Validate other models</a:t>
            </a:r>
            <a:endParaRPr sz="1400"/>
          </a:p>
          <a:p>
            <a:pPr indent="-203200" lvl="0" marL="114300" rtl="0" algn="l">
              <a:spcBef>
                <a:spcPts val="1000"/>
              </a:spcBef>
              <a:spcAft>
                <a:spcPts val="0"/>
              </a:spcAft>
              <a:buSzPts val="1400"/>
              <a:buChar char="●"/>
            </a:pPr>
            <a:r>
              <a:rPr lang="en" sz="1400"/>
              <a:t>Understand dynamics</a:t>
            </a:r>
            <a:endParaRPr sz="1400"/>
          </a:p>
        </p:txBody>
      </p:sp>
      <p:cxnSp>
        <p:nvCxnSpPr>
          <p:cNvPr id="3476" name="Google Shape;3476;p70"/>
          <p:cNvCxnSpPr/>
          <p:nvPr/>
        </p:nvCxnSpPr>
        <p:spPr>
          <a:xfrm>
            <a:off x="2194875" y="1553850"/>
            <a:ext cx="264600" cy="0"/>
          </a:xfrm>
          <a:prstGeom prst="straightConnector1">
            <a:avLst/>
          </a:prstGeom>
          <a:noFill/>
          <a:ln cap="flat" cmpd="sng" w="28575">
            <a:solidFill>
              <a:srgbClr val="21204D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477" name="Google Shape;3477;p70"/>
          <p:cNvCxnSpPr/>
          <p:nvPr/>
        </p:nvCxnSpPr>
        <p:spPr>
          <a:xfrm>
            <a:off x="2194875" y="1671825"/>
            <a:ext cx="264600" cy="0"/>
          </a:xfrm>
          <a:prstGeom prst="straightConnector1">
            <a:avLst/>
          </a:prstGeom>
          <a:noFill/>
          <a:ln cap="flat" cmpd="sng" w="28575">
            <a:solidFill>
              <a:srgbClr val="21204D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478" name="Google Shape;3478;p70"/>
          <p:cNvCxnSpPr/>
          <p:nvPr/>
        </p:nvCxnSpPr>
        <p:spPr>
          <a:xfrm>
            <a:off x="2194875" y="1793950"/>
            <a:ext cx="264600" cy="0"/>
          </a:xfrm>
          <a:prstGeom prst="straightConnector1">
            <a:avLst/>
          </a:prstGeom>
          <a:noFill/>
          <a:ln cap="flat" cmpd="sng" w="28575">
            <a:solidFill>
              <a:srgbClr val="21204D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479" name="Google Shape;3479;p70"/>
          <p:cNvSpPr txBox="1"/>
          <p:nvPr>
            <p:ph idx="4294967295" type="subTitle"/>
          </p:nvPr>
        </p:nvSpPr>
        <p:spPr>
          <a:xfrm>
            <a:off x="5740749" y="4033425"/>
            <a:ext cx="432900" cy="180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600">
                <a:solidFill>
                  <a:srgbClr val="F3F3F3"/>
                </a:solidFill>
              </a:rPr>
              <a:t>Log in ...</a:t>
            </a:r>
            <a:endParaRPr sz="600">
              <a:solidFill>
                <a:srgbClr val="F3F3F3"/>
              </a:solidFill>
            </a:endParaRPr>
          </a:p>
        </p:txBody>
      </p:sp>
      <p:sp>
        <p:nvSpPr>
          <p:cNvPr id="3480" name="Google Shape;3480;p70"/>
          <p:cNvSpPr/>
          <p:nvPr/>
        </p:nvSpPr>
        <p:spPr>
          <a:xfrm>
            <a:off x="774450" y="1194150"/>
            <a:ext cx="1312800" cy="719400"/>
          </a:xfrm>
          <a:prstGeom prst="rect">
            <a:avLst/>
          </a:prstGeom>
          <a:solidFill>
            <a:srgbClr val="F3F3F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81" name="Google Shape;3481;p70"/>
          <p:cNvSpPr txBox="1"/>
          <p:nvPr>
            <p:ph type="ctrTitle"/>
          </p:nvPr>
        </p:nvSpPr>
        <p:spPr>
          <a:xfrm>
            <a:off x="774450" y="1237838"/>
            <a:ext cx="1113300" cy="719400"/>
          </a:xfrm>
          <a:prstGeom prst="rect">
            <a:avLst/>
          </a:prstGeom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Nunito Sans Black"/>
              <a:buNone/>
            </a:pPr>
            <a:r>
              <a:rPr b="1" lang="en" sz="1600">
                <a:latin typeface="Saira Semi Condensed"/>
                <a:ea typeface="Saira Semi Condensed"/>
                <a:cs typeface="Saira Semi Condensed"/>
                <a:sym typeface="Saira Semi Condensed"/>
              </a:rPr>
              <a:t>STORY FOR DESIGN</a:t>
            </a:r>
            <a:endParaRPr b="1" sz="1600">
              <a:latin typeface="Saira Semi Condensed"/>
              <a:ea typeface="Saira Semi Condensed"/>
              <a:cs typeface="Saira Semi Condensed"/>
              <a:sym typeface="Saira Semi Condensed"/>
            </a:endParaRPr>
          </a:p>
        </p:txBody>
      </p:sp>
      <p:sp>
        <p:nvSpPr>
          <p:cNvPr id="3482" name="Google Shape;3482;p70"/>
          <p:cNvSpPr txBox="1"/>
          <p:nvPr>
            <p:ph idx="4294967295" type="subTitle"/>
          </p:nvPr>
        </p:nvSpPr>
        <p:spPr>
          <a:xfrm flipH="1">
            <a:off x="3061350" y="3206575"/>
            <a:ext cx="2385300" cy="1197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-203200" lvl="0" marL="114300" rtl="0" algn="l">
              <a:spcBef>
                <a:spcPts val="1000"/>
              </a:spcBef>
              <a:spcAft>
                <a:spcPts val="0"/>
              </a:spcAft>
              <a:buSzPts val="1400"/>
              <a:buChar char="●"/>
            </a:pPr>
            <a:r>
              <a:rPr lang="en" sz="1400"/>
              <a:t>Time is linear</a:t>
            </a:r>
            <a:endParaRPr sz="1400"/>
          </a:p>
          <a:p>
            <a:pPr indent="-203200" lvl="0" marL="114300" rtl="0" algn="l">
              <a:spcBef>
                <a:spcPts val="1000"/>
              </a:spcBef>
              <a:spcAft>
                <a:spcPts val="0"/>
              </a:spcAft>
              <a:buSzPts val="1400"/>
              <a:buChar char="●"/>
            </a:pPr>
            <a:r>
              <a:rPr lang="en" sz="1400"/>
              <a:t>Our lives are linear</a:t>
            </a:r>
            <a:endParaRPr sz="1400"/>
          </a:p>
          <a:p>
            <a:pPr indent="-203200" lvl="0" marL="114300" rtl="0" algn="l">
              <a:spcBef>
                <a:spcPts val="1000"/>
              </a:spcBef>
              <a:spcAft>
                <a:spcPts val="0"/>
              </a:spcAft>
              <a:buSzPts val="1400"/>
              <a:buChar char="●"/>
            </a:pPr>
            <a:r>
              <a:rPr lang="en" sz="1400"/>
              <a:t>But don’t show alternatives</a:t>
            </a:r>
            <a:endParaRPr sz="140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87" name="Shape 34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8" name="Google Shape;3488;p71"/>
          <p:cNvSpPr txBox="1"/>
          <p:nvPr>
            <p:ph type="ctrTitle"/>
          </p:nvPr>
        </p:nvSpPr>
        <p:spPr>
          <a:xfrm>
            <a:off x="6549875" y="533200"/>
            <a:ext cx="1620600" cy="1241400"/>
          </a:xfrm>
          <a:prstGeom prst="rect">
            <a:avLst/>
          </a:prstGeom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>
                <a:latin typeface="Saira Semi Condensed"/>
                <a:ea typeface="Saira Semi Condensed"/>
                <a:cs typeface="Saira Semi Condensed"/>
                <a:sym typeface="Saira Semi Condensed"/>
              </a:rPr>
              <a:t>use </a:t>
            </a:r>
            <a:r>
              <a:rPr b="1" lang="en" sz="2400">
                <a:latin typeface="Saira Semi Condensed"/>
                <a:ea typeface="Saira Semi Condensed"/>
                <a:cs typeface="Saira Semi Condensed"/>
                <a:sym typeface="Saira Semi Condensed"/>
              </a:rPr>
              <a:t>SCENARIOS</a:t>
            </a:r>
            <a:endParaRPr b="1" sz="2400">
              <a:latin typeface="Saira Semi Condensed"/>
              <a:ea typeface="Saira Semi Condensed"/>
              <a:cs typeface="Saira Semi Condensed"/>
              <a:sym typeface="Saira Semi Condensed"/>
            </a:endParaRPr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>
                <a:latin typeface="Saira Semi Condensed"/>
                <a:ea typeface="Saira Semi Condensed"/>
                <a:cs typeface="Saira Semi Condensed"/>
                <a:sym typeface="Saira Semi Condensed"/>
              </a:rPr>
              <a:t>to...</a:t>
            </a:r>
            <a:endParaRPr b="1" sz="2400">
              <a:latin typeface="Saira Semi Condensed"/>
              <a:ea typeface="Saira Semi Condensed"/>
              <a:cs typeface="Saira Semi Condensed"/>
              <a:sym typeface="Saira Semi Condensed"/>
            </a:endParaRPr>
          </a:p>
        </p:txBody>
      </p:sp>
      <p:sp>
        <p:nvSpPr>
          <p:cNvPr id="3489" name="Google Shape;3489;p71"/>
          <p:cNvSpPr/>
          <p:nvPr/>
        </p:nvSpPr>
        <p:spPr>
          <a:xfrm>
            <a:off x="954175" y="980550"/>
            <a:ext cx="4880100" cy="3263400"/>
          </a:xfrm>
          <a:prstGeom prst="rect">
            <a:avLst/>
          </a:prstGeom>
          <a:solidFill>
            <a:srgbClr val="FF457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90" name="Google Shape;3490;p71"/>
          <p:cNvSpPr txBox="1"/>
          <p:nvPr>
            <p:ph idx="4294967295" type="subTitle"/>
          </p:nvPr>
        </p:nvSpPr>
        <p:spPr>
          <a:xfrm flipH="1">
            <a:off x="1489025" y="1669775"/>
            <a:ext cx="4207200" cy="1917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-241300" lvl="0" marL="114300" rtl="0" algn="l">
              <a:spcBef>
                <a:spcPts val="1000"/>
              </a:spcBef>
              <a:spcAft>
                <a:spcPts val="0"/>
              </a:spcAft>
              <a:buSzPts val="2000"/>
              <a:buChar char="●"/>
            </a:pPr>
            <a:r>
              <a:rPr lang="en" sz="2000"/>
              <a:t>COMMUNICATE WITH OTHERS</a:t>
            </a:r>
            <a:br>
              <a:rPr lang="en" sz="2000"/>
            </a:br>
            <a:r>
              <a:rPr b="0" lang="en" sz="1800"/>
              <a:t>- designers, clients, users</a:t>
            </a:r>
            <a:endParaRPr b="0" sz="1800"/>
          </a:p>
          <a:p>
            <a:pPr indent="-241300" lvl="0" marL="114300" rtl="0" algn="l">
              <a:spcBef>
                <a:spcPts val="1000"/>
              </a:spcBef>
              <a:spcAft>
                <a:spcPts val="0"/>
              </a:spcAft>
              <a:buSzPts val="2000"/>
              <a:buChar char="●"/>
            </a:pPr>
            <a:r>
              <a:rPr lang="en" sz="2000"/>
              <a:t>VALIDATE OTHER MODELS</a:t>
            </a:r>
            <a:br>
              <a:rPr lang="en" sz="2000"/>
            </a:br>
            <a:r>
              <a:rPr b="0" lang="en" sz="1800"/>
              <a:t>- “play” it against other models</a:t>
            </a:r>
            <a:endParaRPr b="0" sz="1800"/>
          </a:p>
          <a:p>
            <a:pPr indent="-241300" lvl="0" marL="114300" rtl="0" algn="l">
              <a:spcBef>
                <a:spcPts val="1000"/>
              </a:spcBef>
              <a:spcAft>
                <a:spcPts val="0"/>
              </a:spcAft>
              <a:buSzPts val="2000"/>
              <a:buChar char="●"/>
            </a:pPr>
            <a:r>
              <a:rPr lang="en" sz="2000"/>
              <a:t>EXPRESS DYNAMICS</a:t>
            </a:r>
            <a:br>
              <a:rPr lang="en" sz="2000"/>
            </a:br>
            <a:r>
              <a:rPr b="0" lang="en" sz="1800"/>
              <a:t>- Screenshots - appearance</a:t>
            </a:r>
            <a:br>
              <a:rPr b="0" lang="en" sz="1800"/>
            </a:br>
            <a:r>
              <a:rPr b="0" lang="en" sz="1800"/>
              <a:t>- Scenario - behavior</a:t>
            </a:r>
            <a:endParaRPr b="0" sz="180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95" name="Shape 34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96" name="Google Shape;3496;p72"/>
          <p:cNvSpPr txBox="1"/>
          <p:nvPr>
            <p:ph type="ctrTitle"/>
          </p:nvPr>
        </p:nvSpPr>
        <p:spPr>
          <a:xfrm>
            <a:off x="4355550" y="533200"/>
            <a:ext cx="3815100" cy="1241400"/>
          </a:xfrm>
          <a:prstGeom prst="rect">
            <a:avLst/>
          </a:prstGeom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>
                <a:latin typeface="Saira Semi Condensed"/>
                <a:ea typeface="Saira Semi Condensed"/>
                <a:cs typeface="Saira Semi Condensed"/>
                <a:sym typeface="Saira Semi Condensed"/>
              </a:rPr>
              <a:t>SCENARIOS</a:t>
            </a:r>
            <a:endParaRPr b="1" sz="2400">
              <a:latin typeface="Saira Semi Condensed"/>
              <a:ea typeface="Saira Semi Condensed"/>
              <a:cs typeface="Saira Semi Condensed"/>
              <a:sym typeface="Saira Semi Condensed"/>
            </a:endParaRPr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>
                <a:latin typeface="Saira Semi Condensed"/>
                <a:ea typeface="Saira Semi Condensed"/>
                <a:cs typeface="Saira Semi Condensed"/>
                <a:sym typeface="Saira Semi Condensed"/>
              </a:rPr>
              <a:t>-</a:t>
            </a:r>
            <a:endParaRPr b="1" sz="2400">
              <a:latin typeface="Saira Semi Condensed"/>
              <a:ea typeface="Saira Semi Condensed"/>
              <a:cs typeface="Saira Semi Condensed"/>
              <a:sym typeface="Saira Semi Condensed"/>
            </a:endParaRPr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>
                <a:latin typeface="Saira Semi Condensed"/>
                <a:ea typeface="Saira Semi Condensed"/>
                <a:cs typeface="Saira Semi Condensed"/>
                <a:sym typeface="Saira Semi Condensed"/>
              </a:rPr>
              <a:t>LINEARITY</a:t>
            </a:r>
            <a:endParaRPr b="1" sz="2400">
              <a:latin typeface="Saira Semi Condensed"/>
              <a:ea typeface="Saira Semi Condensed"/>
              <a:cs typeface="Saira Semi Condensed"/>
              <a:sym typeface="Saira Semi Condensed"/>
            </a:endParaRPr>
          </a:p>
        </p:txBody>
      </p:sp>
      <p:sp>
        <p:nvSpPr>
          <p:cNvPr id="3497" name="Google Shape;3497;p72"/>
          <p:cNvSpPr/>
          <p:nvPr/>
        </p:nvSpPr>
        <p:spPr>
          <a:xfrm>
            <a:off x="531425" y="820375"/>
            <a:ext cx="5670300" cy="3823800"/>
          </a:xfrm>
          <a:prstGeom prst="rect">
            <a:avLst/>
          </a:prstGeom>
          <a:solidFill>
            <a:srgbClr val="FF457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98" name="Google Shape;3498;p72"/>
          <p:cNvSpPr txBox="1"/>
          <p:nvPr>
            <p:ph idx="4294967295" type="subTitle"/>
          </p:nvPr>
        </p:nvSpPr>
        <p:spPr>
          <a:xfrm flipH="1">
            <a:off x="920375" y="1713550"/>
            <a:ext cx="5514900" cy="1917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b="0" lang="en" sz="2000"/>
              <a:t>One line path through system</a:t>
            </a:r>
            <a:endParaRPr b="0" sz="2000"/>
          </a:p>
          <a:p>
            <a:pPr indent="-241300" lvl="0" marL="114300" rtl="0" algn="l">
              <a:spcBef>
                <a:spcPts val="1000"/>
              </a:spcBef>
              <a:spcAft>
                <a:spcPts val="0"/>
              </a:spcAft>
              <a:buSzPts val="2000"/>
              <a:buChar char="●"/>
            </a:pPr>
            <a:r>
              <a:rPr lang="en" sz="2000"/>
              <a:t>Pros:</a:t>
            </a:r>
            <a:br>
              <a:rPr lang="en" sz="2000"/>
            </a:br>
            <a:r>
              <a:rPr b="0" lang="en" sz="1800"/>
              <a:t>- Life and time are linear</a:t>
            </a:r>
            <a:br>
              <a:rPr b="0" lang="en" sz="1800"/>
            </a:br>
            <a:r>
              <a:rPr b="0" lang="en" sz="1800"/>
              <a:t>- Easy to understand (stories and narrative are natural)</a:t>
            </a:r>
            <a:br>
              <a:rPr b="0" lang="en" sz="1800"/>
            </a:br>
            <a:r>
              <a:rPr b="0" lang="en" sz="1800"/>
              <a:t>- Concrete (errors less likely)</a:t>
            </a:r>
            <a:endParaRPr b="0" sz="1800"/>
          </a:p>
          <a:p>
            <a:pPr indent="-241300" lvl="0" marL="114300" rtl="0" algn="l">
              <a:spcBef>
                <a:spcPts val="1000"/>
              </a:spcBef>
              <a:spcAft>
                <a:spcPts val="0"/>
              </a:spcAft>
              <a:buSzPts val="2000"/>
              <a:buChar char="●"/>
            </a:pPr>
            <a:r>
              <a:rPr lang="en" sz="2000"/>
              <a:t>Cons:</a:t>
            </a:r>
            <a:br>
              <a:rPr lang="en" sz="2000"/>
            </a:br>
            <a:r>
              <a:rPr b="0" lang="en" sz="1800"/>
              <a:t>- No choice, no branches, no special conditions</a:t>
            </a:r>
            <a:br>
              <a:rPr b="0" lang="en" sz="1800"/>
            </a:br>
            <a:r>
              <a:rPr b="0" lang="en" sz="1800"/>
              <a:t>- Miss the unintended</a:t>
            </a:r>
            <a:endParaRPr b="0" sz="1800"/>
          </a:p>
          <a:p>
            <a:pPr indent="-241300" lvl="0" marL="114300" rtl="0" algn="l">
              <a:spcBef>
                <a:spcPts val="1000"/>
              </a:spcBef>
              <a:spcAft>
                <a:spcPts val="0"/>
              </a:spcAft>
              <a:buSzPts val="2000"/>
              <a:buChar char="●"/>
            </a:pPr>
            <a:r>
              <a:rPr lang="en" sz="2000"/>
              <a:t>So:</a:t>
            </a:r>
            <a:br>
              <a:rPr lang="en" sz="2000"/>
            </a:br>
            <a:r>
              <a:rPr b="0" lang="en" sz="1800"/>
              <a:t>- Use several scenarios</a:t>
            </a:r>
            <a:br>
              <a:rPr b="0" lang="en" sz="1800"/>
            </a:br>
            <a:r>
              <a:rPr b="0" lang="en" sz="1800"/>
              <a:t>- Use several methods</a:t>
            </a:r>
            <a:endParaRPr b="0" sz="180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03" name="Shape 35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04" name="Google Shape;3504;p73"/>
          <p:cNvSpPr txBox="1"/>
          <p:nvPr>
            <p:ph type="ctrTitle"/>
          </p:nvPr>
        </p:nvSpPr>
        <p:spPr>
          <a:xfrm>
            <a:off x="6924600" y="152400"/>
            <a:ext cx="1245900" cy="1241400"/>
          </a:xfrm>
          <a:prstGeom prst="rect">
            <a:avLst/>
          </a:prstGeom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Example</a:t>
            </a:r>
            <a:endParaRPr/>
          </a:p>
        </p:txBody>
      </p:sp>
      <p:pic>
        <p:nvPicPr>
          <p:cNvPr id="3505" name="Google Shape;3505;p7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92300" y="152400"/>
            <a:ext cx="3144039" cy="4838699"/>
          </a:xfrm>
          <a:prstGeom prst="rect">
            <a:avLst/>
          </a:prstGeom>
          <a:noFill/>
          <a:ln>
            <a:noFill/>
          </a:ln>
        </p:spPr>
      </p:pic>
      <p:pic>
        <p:nvPicPr>
          <p:cNvPr id="3506" name="Google Shape;3506;p7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652664" y="2165250"/>
            <a:ext cx="3323362" cy="279303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11" name="Shape 35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12" name="Google Shape;3512;p74"/>
          <p:cNvSpPr txBox="1"/>
          <p:nvPr>
            <p:ph type="ctrTitle"/>
          </p:nvPr>
        </p:nvSpPr>
        <p:spPr>
          <a:xfrm>
            <a:off x="4355550" y="533200"/>
            <a:ext cx="3815100" cy="1241400"/>
          </a:xfrm>
          <a:prstGeom prst="rect">
            <a:avLst/>
          </a:prstGeom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>
                <a:latin typeface="Saira Semi Condensed"/>
                <a:ea typeface="Saira Semi Condensed"/>
                <a:cs typeface="Saira Semi Condensed"/>
                <a:sym typeface="Saira Semi Condensed"/>
              </a:rPr>
              <a:t>SCENARIOS</a:t>
            </a:r>
            <a:endParaRPr b="1" sz="2400">
              <a:latin typeface="Saira Semi Condensed"/>
              <a:ea typeface="Saira Semi Condensed"/>
              <a:cs typeface="Saira Semi Condensed"/>
              <a:sym typeface="Saira Semi Condensed"/>
            </a:endParaRPr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>
                <a:latin typeface="Saira Semi Condensed"/>
                <a:ea typeface="Saira Semi Condensed"/>
                <a:cs typeface="Saira Semi Condensed"/>
                <a:sym typeface="Saira Semi Condensed"/>
              </a:rPr>
              <a:t>-</a:t>
            </a:r>
            <a:endParaRPr b="1" sz="2400">
              <a:latin typeface="Saira Semi Condensed"/>
              <a:ea typeface="Saira Semi Condensed"/>
              <a:cs typeface="Saira Semi Condensed"/>
              <a:sym typeface="Saira Semi Condensed"/>
            </a:endParaRPr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>
                <a:latin typeface="Saira Semi Condensed"/>
                <a:ea typeface="Saira Semi Condensed"/>
                <a:cs typeface="Saira Semi Condensed"/>
                <a:sym typeface="Saira Semi Condensed"/>
              </a:rPr>
              <a:t>LINEARITY</a:t>
            </a:r>
            <a:endParaRPr b="1" sz="2400">
              <a:latin typeface="Saira Semi Condensed"/>
              <a:ea typeface="Saira Semi Condensed"/>
              <a:cs typeface="Saira Semi Condensed"/>
              <a:sym typeface="Saira Semi Condensed"/>
            </a:endParaRPr>
          </a:p>
        </p:txBody>
      </p:sp>
      <p:sp>
        <p:nvSpPr>
          <p:cNvPr id="3513" name="Google Shape;3513;p74"/>
          <p:cNvSpPr/>
          <p:nvPr/>
        </p:nvSpPr>
        <p:spPr>
          <a:xfrm>
            <a:off x="531425" y="820375"/>
            <a:ext cx="5670300" cy="3823800"/>
          </a:xfrm>
          <a:prstGeom prst="rect">
            <a:avLst/>
          </a:prstGeom>
          <a:solidFill>
            <a:srgbClr val="FF457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14" name="Google Shape;3514;p74"/>
          <p:cNvSpPr txBox="1"/>
          <p:nvPr>
            <p:ph idx="4294967295" type="subTitle"/>
          </p:nvPr>
        </p:nvSpPr>
        <p:spPr>
          <a:xfrm flipH="1">
            <a:off x="920375" y="1713550"/>
            <a:ext cx="5514900" cy="1917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b="0" lang="en" sz="2000"/>
              <a:t>One line path through system</a:t>
            </a:r>
            <a:endParaRPr b="0" sz="2000"/>
          </a:p>
          <a:p>
            <a:pPr indent="-241300" lvl="0" marL="114300" rtl="0" algn="l">
              <a:spcBef>
                <a:spcPts val="1000"/>
              </a:spcBef>
              <a:spcAft>
                <a:spcPts val="0"/>
              </a:spcAft>
              <a:buSzPts val="2000"/>
              <a:buChar char="●"/>
            </a:pPr>
            <a:r>
              <a:rPr lang="en" sz="2000"/>
              <a:t>Pros:</a:t>
            </a:r>
            <a:br>
              <a:rPr lang="en" sz="2000"/>
            </a:br>
            <a:r>
              <a:rPr b="0" lang="en" sz="1800"/>
              <a:t>- Life and time are linear</a:t>
            </a:r>
            <a:br>
              <a:rPr b="0" lang="en" sz="1800"/>
            </a:br>
            <a:r>
              <a:rPr b="0" lang="en" sz="1800"/>
              <a:t>- Easy to understand (stories and narrative are natural)</a:t>
            </a:r>
            <a:br>
              <a:rPr b="0" lang="en" sz="1800"/>
            </a:br>
            <a:r>
              <a:rPr b="0" lang="en" sz="1800"/>
              <a:t>- Concrete (errors less likely)</a:t>
            </a:r>
            <a:endParaRPr b="0" sz="1800"/>
          </a:p>
          <a:p>
            <a:pPr indent="-241300" lvl="0" marL="114300" rtl="0" algn="l">
              <a:spcBef>
                <a:spcPts val="1000"/>
              </a:spcBef>
              <a:spcAft>
                <a:spcPts val="0"/>
              </a:spcAft>
              <a:buSzPts val="2000"/>
              <a:buChar char="●"/>
            </a:pPr>
            <a:r>
              <a:rPr lang="en" sz="2000"/>
              <a:t>Cons:</a:t>
            </a:r>
            <a:br>
              <a:rPr lang="en" sz="2000"/>
            </a:br>
            <a:r>
              <a:rPr b="0" lang="en" sz="1800"/>
              <a:t>- No choice, no branches, no special conditions</a:t>
            </a:r>
            <a:br>
              <a:rPr b="0" lang="en" sz="1800"/>
            </a:br>
            <a:r>
              <a:rPr b="0" lang="en" sz="1800"/>
              <a:t>- Miss the unintended</a:t>
            </a:r>
            <a:endParaRPr b="0" sz="1800"/>
          </a:p>
          <a:p>
            <a:pPr indent="-241300" lvl="0" marL="114300" rtl="0" algn="l">
              <a:spcBef>
                <a:spcPts val="1000"/>
              </a:spcBef>
              <a:spcAft>
                <a:spcPts val="0"/>
              </a:spcAft>
              <a:buSzPts val="2000"/>
              <a:buChar char="●"/>
            </a:pPr>
            <a:r>
              <a:rPr lang="en" sz="2000"/>
              <a:t>So:</a:t>
            </a:r>
            <a:br>
              <a:rPr lang="en" sz="2000"/>
            </a:br>
            <a:r>
              <a:rPr b="0" lang="en" sz="1800"/>
              <a:t>- Use several scenarios</a:t>
            </a:r>
            <a:br>
              <a:rPr b="0" lang="en" sz="1800"/>
            </a:br>
            <a:r>
              <a:rPr b="0" lang="en" sz="1800"/>
              <a:t>- Use several methods</a:t>
            </a:r>
            <a:endParaRPr b="0" sz="1800"/>
          </a:p>
        </p:txBody>
      </p:sp>
      <p:pic>
        <p:nvPicPr>
          <p:cNvPr id="3515" name="Google Shape;3515;p7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03734" y="0"/>
            <a:ext cx="8536531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20" name="Shape 35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521" name="Google Shape;3521;p7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52400"/>
            <a:ext cx="6767686" cy="48387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26" name="Shape 35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527" name="Google Shape;3527;p7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52400"/>
            <a:ext cx="8734711" cy="4838700"/>
          </a:xfrm>
          <a:prstGeom prst="rect">
            <a:avLst/>
          </a:prstGeom>
          <a:noFill/>
          <a:ln>
            <a:noFill/>
          </a:ln>
        </p:spPr>
      </p:pic>
      <p:sp>
        <p:nvSpPr>
          <p:cNvPr id="3528" name="Google Shape;3528;p76"/>
          <p:cNvSpPr/>
          <p:nvPr/>
        </p:nvSpPr>
        <p:spPr>
          <a:xfrm>
            <a:off x="7186300" y="80250"/>
            <a:ext cx="1838400" cy="7587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33" name="Shape 35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534" name="Google Shape;3534;p7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52400"/>
            <a:ext cx="8839201" cy="4362378"/>
          </a:xfrm>
          <a:prstGeom prst="rect">
            <a:avLst/>
          </a:prstGeom>
          <a:noFill/>
          <a:ln>
            <a:noFill/>
          </a:ln>
        </p:spPr>
      </p:pic>
      <p:sp>
        <p:nvSpPr>
          <p:cNvPr id="3535" name="Google Shape;3535;p77"/>
          <p:cNvSpPr/>
          <p:nvPr/>
        </p:nvSpPr>
        <p:spPr>
          <a:xfrm>
            <a:off x="7186300" y="80250"/>
            <a:ext cx="1838400" cy="7587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40" name="Shape 35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541" name="Google Shape;3541;p7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31775" y="152400"/>
            <a:ext cx="7432763" cy="4838699"/>
          </a:xfrm>
          <a:prstGeom prst="rect">
            <a:avLst/>
          </a:prstGeom>
          <a:noFill/>
          <a:ln>
            <a:noFill/>
          </a:ln>
        </p:spPr>
      </p:pic>
      <p:sp>
        <p:nvSpPr>
          <p:cNvPr id="3542" name="Google Shape;3542;p78"/>
          <p:cNvSpPr/>
          <p:nvPr/>
        </p:nvSpPr>
        <p:spPr>
          <a:xfrm>
            <a:off x="6887175" y="58375"/>
            <a:ext cx="1838400" cy="7587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47" name="Shape 35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548" name="Google Shape;3548;p7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52400"/>
            <a:ext cx="6721500" cy="28096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53" name="Shape 35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554" name="Google Shape;3554;p8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132050" y="600049"/>
            <a:ext cx="6879901" cy="3665325"/>
          </a:xfrm>
          <a:prstGeom prst="rect">
            <a:avLst/>
          </a:prstGeom>
          <a:noFill/>
          <a:ln>
            <a:noFill/>
          </a:ln>
        </p:spPr>
      </p:pic>
      <p:sp>
        <p:nvSpPr>
          <p:cNvPr id="3555" name="Google Shape;3555;p80"/>
          <p:cNvSpPr/>
          <p:nvPr/>
        </p:nvSpPr>
        <p:spPr>
          <a:xfrm>
            <a:off x="6887175" y="58375"/>
            <a:ext cx="1838400" cy="7587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60" name="Shape 35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561" name="Google Shape;3561;p8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224000" y="537355"/>
            <a:ext cx="6696001" cy="4068789"/>
          </a:xfrm>
          <a:prstGeom prst="rect">
            <a:avLst/>
          </a:prstGeom>
          <a:noFill/>
          <a:ln>
            <a:noFill/>
          </a:ln>
        </p:spPr>
      </p:pic>
      <p:sp>
        <p:nvSpPr>
          <p:cNvPr id="3562" name="Google Shape;3562;p81"/>
          <p:cNvSpPr/>
          <p:nvPr/>
        </p:nvSpPr>
        <p:spPr>
          <a:xfrm>
            <a:off x="6887175" y="58375"/>
            <a:ext cx="1838400" cy="7587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67" name="Shape 35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568" name="Google Shape;3568;p8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323644" y="537350"/>
            <a:ext cx="6496711" cy="4068799"/>
          </a:xfrm>
          <a:prstGeom prst="rect">
            <a:avLst/>
          </a:prstGeom>
          <a:noFill/>
          <a:ln>
            <a:noFill/>
          </a:ln>
        </p:spPr>
      </p:pic>
      <p:sp>
        <p:nvSpPr>
          <p:cNvPr id="3569" name="Google Shape;3569;p82"/>
          <p:cNvSpPr/>
          <p:nvPr/>
        </p:nvSpPr>
        <p:spPr>
          <a:xfrm>
            <a:off x="6887175" y="58375"/>
            <a:ext cx="1838400" cy="7587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74" name="Shape 35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575" name="Google Shape;3575;p8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323650" y="605572"/>
            <a:ext cx="6496699" cy="3932355"/>
          </a:xfrm>
          <a:prstGeom prst="rect">
            <a:avLst/>
          </a:prstGeom>
          <a:noFill/>
          <a:ln>
            <a:noFill/>
          </a:ln>
        </p:spPr>
      </p:pic>
      <p:sp>
        <p:nvSpPr>
          <p:cNvPr id="3576" name="Google Shape;3576;p83"/>
          <p:cNvSpPr/>
          <p:nvPr/>
        </p:nvSpPr>
        <p:spPr>
          <a:xfrm>
            <a:off x="6887175" y="58375"/>
            <a:ext cx="1838400" cy="7587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81" name="Shape 35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582" name="Google Shape;3582;p8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064375" y="503000"/>
            <a:ext cx="5598426" cy="41375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87" name="Shape 35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588" name="Google Shape;3588;p8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014925" y="382975"/>
            <a:ext cx="7114149" cy="4505976"/>
          </a:xfrm>
          <a:prstGeom prst="rect">
            <a:avLst/>
          </a:prstGeom>
          <a:noFill/>
          <a:ln>
            <a:noFill/>
          </a:ln>
        </p:spPr>
      </p:pic>
      <p:sp>
        <p:nvSpPr>
          <p:cNvPr id="3589" name="Google Shape;3589;p85"/>
          <p:cNvSpPr/>
          <p:nvPr/>
        </p:nvSpPr>
        <p:spPr>
          <a:xfrm>
            <a:off x="6887175" y="58375"/>
            <a:ext cx="1838400" cy="7587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94" name="Shape 35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595" name="Google Shape;3595;p86"/>
          <p:cNvPicPr preferRelativeResize="0"/>
          <p:nvPr/>
        </p:nvPicPr>
        <p:blipFill rotWithShape="1">
          <a:blip r:embed="rId3">
            <a:alphaModFix/>
          </a:blip>
          <a:srcRect b="0" l="7484" r="0" t="0"/>
          <a:stretch/>
        </p:blipFill>
        <p:spPr>
          <a:xfrm>
            <a:off x="1079775" y="152400"/>
            <a:ext cx="5870600" cy="48387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00" name="Shape 36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601" name="Google Shape;3601;p8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661200" y="555600"/>
            <a:ext cx="5821599" cy="4158276"/>
          </a:xfrm>
          <a:prstGeom prst="rect">
            <a:avLst/>
          </a:prstGeom>
          <a:noFill/>
          <a:ln>
            <a:noFill/>
          </a:ln>
        </p:spPr>
      </p:pic>
      <p:sp>
        <p:nvSpPr>
          <p:cNvPr id="3602" name="Google Shape;3602;p87"/>
          <p:cNvSpPr/>
          <p:nvPr/>
        </p:nvSpPr>
        <p:spPr>
          <a:xfrm>
            <a:off x="6398350" y="153225"/>
            <a:ext cx="1838400" cy="7587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07" name="Shape 36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608" name="Google Shape;3608;p8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302475" y="719413"/>
            <a:ext cx="5240401" cy="265822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13" name="Shape 36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614" name="Google Shape;3614;p8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680163" y="524800"/>
            <a:ext cx="5783675" cy="4093901"/>
          </a:xfrm>
          <a:prstGeom prst="rect">
            <a:avLst/>
          </a:prstGeom>
          <a:noFill/>
          <a:ln>
            <a:noFill/>
          </a:ln>
        </p:spPr>
      </p:pic>
      <p:sp>
        <p:nvSpPr>
          <p:cNvPr id="3615" name="Google Shape;3615;p89"/>
          <p:cNvSpPr/>
          <p:nvPr/>
        </p:nvSpPr>
        <p:spPr>
          <a:xfrm>
            <a:off x="6398350" y="153225"/>
            <a:ext cx="1838400" cy="7587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20" name="Shape 36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621" name="Google Shape;3621;p9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094349" y="768375"/>
            <a:ext cx="6457425" cy="4222725"/>
          </a:xfrm>
          <a:prstGeom prst="rect">
            <a:avLst/>
          </a:prstGeom>
          <a:noFill/>
          <a:ln>
            <a:noFill/>
          </a:ln>
        </p:spPr>
      </p:pic>
      <p:sp>
        <p:nvSpPr>
          <p:cNvPr id="3622" name="Google Shape;3622;p90"/>
          <p:cNvSpPr/>
          <p:nvPr/>
        </p:nvSpPr>
        <p:spPr>
          <a:xfrm>
            <a:off x="6325375" y="313725"/>
            <a:ext cx="1838400" cy="7587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27" name="Shape 36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628" name="Google Shape;3628;p9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764800" y="486875"/>
            <a:ext cx="5290225" cy="40956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33" name="Shape 36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634" name="Google Shape;3634;p9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363400" y="587850"/>
            <a:ext cx="6417199" cy="3967801"/>
          </a:xfrm>
          <a:prstGeom prst="rect">
            <a:avLst/>
          </a:prstGeom>
          <a:noFill/>
          <a:ln>
            <a:noFill/>
          </a:ln>
        </p:spPr>
      </p:pic>
      <p:sp>
        <p:nvSpPr>
          <p:cNvPr id="3635" name="Google Shape;3635;p92"/>
          <p:cNvSpPr/>
          <p:nvPr/>
        </p:nvSpPr>
        <p:spPr>
          <a:xfrm>
            <a:off x="6186750" y="226150"/>
            <a:ext cx="1838400" cy="7587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40" name="Shape 36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641" name="Google Shape;3641;p9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397361" y="599050"/>
            <a:ext cx="6349275" cy="4239650"/>
          </a:xfrm>
          <a:prstGeom prst="rect">
            <a:avLst/>
          </a:prstGeom>
          <a:noFill/>
          <a:ln>
            <a:noFill/>
          </a:ln>
        </p:spPr>
      </p:pic>
      <p:sp>
        <p:nvSpPr>
          <p:cNvPr id="3642" name="Google Shape;3642;p93"/>
          <p:cNvSpPr/>
          <p:nvPr/>
        </p:nvSpPr>
        <p:spPr>
          <a:xfrm>
            <a:off x="6186750" y="226150"/>
            <a:ext cx="1838400" cy="7587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47" name="Shape 36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648" name="Google Shape;3648;p9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56399" y="657675"/>
            <a:ext cx="6031200" cy="3828149"/>
          </a:xfrm>
          <a:prstGeom prst="rect">
            <a:avLst/>
          </a:prstGeom>
          <a:noFill/>
          <a:ln>
            <a:noFill/>
          </a:ln>
        </p:spPr>
      </p:pic>
      <p:sp>
        <p:nvSpPr>
          <p:cNvPr id="3649" name="Google Shape;3649;p94"/>
          <p:cNvSpPr/>
          <p:nvPr/>
        </p:nvSpPr>
        <p:spPr>
          <a:xfrm>
            <a:off x="6186750" y="226150"/>
            <a:ext cx="1838400" cy="7587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54" name="Shape 36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655" name="Google Shape;3655;p9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935040" y="802525"/>
            <a:ext cx="5273926" cy="3538451"/>
          </a:xfrm>
          <a:prstGeom prst="rect">
            <a:avLst/>
          </a:prstGeom>
          <a:noFill/>
          <a:ln>
            <a:noFill/>
          </a:ln>
        </p:spPr>
      </p:pic>
      <p:sp>
        <p:nvSpPr>
          <p:cNvPr id="3656" name="Google Shape;3656;p95"/>
          <p:cNvSpPr/>
          <p:nvPr/>
        </p:nvSpPr>
        <p:spPr>
          <a:xfrm>
            <a:off x="6150275" y="350175"/>
            <a:ext cx="1838400" cy="7587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61" name="Shape 36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662" name="Google Shape;3662;p9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189225" y="727150"/>
            <a:ext cx="6022551" cy="33973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67" name="Shape 36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668" name="Google Shape;3668;p9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030276" y="634725"/>
            <a:ext cx="5083449" cy="38740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73" name="Shape 36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674" name="Google Shape;3674;p9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39000" y="180900"/>
            <a:ext cx="6251324" cy="4781700"/>
          </a:xfrm>
          <a:prstGeom prst="rect">
            <a:avLst/>
          </a:prstGeom>
          <a:noFill/>
          <a:ln>
            <a:noFill/>
          </a:ln>
        </p:spPr>
      </p:pic>
      <p:sp>
        <p:nvSpPr>
          <p:cNvPr id="3675" name="Google Shape;3675;p98"/>
          <p:cNvSpPr/>
          <p:nvPr/>
        </p:nvSpPr>
        <p:spPr>
          <a:xfrm>
            <a:off x="5719825" y="124025"/>
            <a:ext cx="1838400" cy="10944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80" name="Shape 36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681" name="Google Shape;3681;p9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247575" y="792200"/>
            <a:ext cx="6092401" cy="3559100"/>
          </a:xfrm>
          <a:prstGeom prst="rect">
            <a:avLst/>
          </a:prstGeom>
          <a:noFill/>
          <a:ln>
            <a:noFill/>
          </a:ln>
        </p:spPr>
      </p:pic>
      <p:sp>
        <p:nvSpPr>
          <p:cNvPr id="3682" name="Google Shape;3682;p99"/>
          <p:cNvSpPr/>
          <p:nvPr/>
        </p:nvSpPr>
        <p:spPr>
          <a:xfrm>
            <a:off x="6081600" y="175100"/>
            <a:ext cx="1838400" cy="10944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87" name="Shape 36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688" name="Google Shape;3688;p10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955250" y="808500"/>
            <a:ext cx="5233501" cy="35264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93" name="Shape 36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694" name="Google Shape;3694;p10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429975" y="554225"/>
            <a:ext cx="5576276" cy="4035051"/>
          </a:xfrm>
          <a:prstGeom prst="rect">
            <a:avLst/>
          </a:prstGeom>
          <a:noFill/>
          <a:ln>
            <a:noFill/>
          </a:ln>
        </p:spPr>
      </p:pic>
      <p:sp>
        <p:nvSpPr>
          <p:cNvPr id="3695" name="Google Shape;3695;p101"/>
          <p:cNvSpPr/>
          <p:nvPr/>
        </p:nvSpPr>
        <p:spPr>
          <a:xfrm>
            <a:off x="6081600" y="175100"/>
            <a:ext cx="1838400" cy="10944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00" name="Shape 37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701" name="Google Shape;3701;p10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072000" y="573200"/>
            <a:ext cx="4999999" cy="39971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06" name="Shape 37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707" name="Google Shape;3707;p10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911475" y="595625"/>
            <a:ext cx="5321051" cy="3952251"/>
          </a:xfrm>
          <a:prstGeom prst="rect">
            <a:avLst/>
          </a:prstGeom>
          <a:noFill/>
          <a:ln>
            <a:noFill/>
          </a:ln>
        </p:spPr>
      </p:pic>
      <p:sp>
        <p:nvSpPr>
          <p:cNvPr id="3708" name="Google Shape;3708;p103"/>
          <p:cNvSpPr/>
          <p:nvPr/>
        </p:nvSpPr>
        <p:spPr>
          <a:xfrm>
            <a:off x="6081600" y="175100"/>
            <a:ext cx="1838400" cy="10944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13" name="Shape 37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714" name="Google Shape;3714;p10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97775" y="574300"/>
            <a:ext cx="5948451" cy="3994901"/>
          </a:xfrm>
          <a:prstGeom prst="rect">
            <a:avLst/>
          </a:prstGeom>
          <a:noFill/>
          <a:ln>
            <a:noFill/>
          </a:ln>
        </p:spPr>
      </p:pic>
      <p:sp>
        <p:nvSpPr>
          <p:cNvPr id="3715" name="Google Shape;3715;p104"/>
          <p:cNvSpPr/>
          <p:nvPr/>
        </p:nvSpPr>
        <p:spPr>
          <a:xfrm>
            <a:off x="6081600" y="175100"/>
            <a:ext cx="1838400" cy="10944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20" name="Shape 37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721" name="Google Shape;3721;p10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801025" y="751875"/>
            <a:ext cx="5541949" cy="3639749"/>
          </a:xfrm>
          <a:prstGeom prst="rect">
            <a:avLst/>
          </a:prstGeom>
          <a:noFill/>
          <a:ln>
            <a:noFill/>
          </a:ln>
        </p:spPr>
      </p:pic>
      <p:sp>
        <p:nvSpPr>
          <p:cNvPr id="3722" name="Google Shape;3722;p105"/>
          <p:cNvSpPr/>
          <p:nvPr/>
        </p:nvSpPr>
        <p:spPr>
          <a:xfrm>
            <a:off x="6081600" y="175100"/>
            <a:ext cx="1838400" cy="10944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27" name="Shape 37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728" name="Google Shape;3728;p10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478838" y="710925"/>
            <a:ext cx="4186326" cy="372165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33" name="Shape 37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734" name="Google Shape;3734;p10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664737" y="671200"/>
            <a:ext cx="5814525" cy="3801100"/>
          </a:xfrm>
          <a:prstGeom prst="rect">
            <a:avLst/>
          </a:prstGeom>
          <a:noFill/>
          <a:ln>
            <a:noFill/>
          </a:ln>
        </p:spPr>
      </p:pic>
      <p:sp>
        <p:nvSpPr>
          <p:cNvPr id="3735" name="Google Shape;3735;p107"/>
          <p:cNvSpPr/>
          <p:nvPr/>
        </p:nvSpPr>
        <p:spPr>
          <a:xfrm>
            <a:off x="6081600" y="175100"/>
            <a:ext cx="1838400" cy="10944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40" name="Shape 37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741" name="Google Shape;3741;p10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653764" y="739300"/>
            <a:ext cx="5836474" cy="3664901"/>
          </a:xfrm>
          <a:prstGeom prst="rect">
            <a:avLst/>
          </a:prstGeom>
          <a:noFill/>
          <a:ln>
            <a:noFill/>
          </a:ln>
        </p:spPr>
      </p:pic>
      <p:sp>
        <p:nvSpPr>
          <p:cNvPr id="3742" name="Google Shape;3742;p108"/>
          <p:cNvSpPr/>
          <p:nvPr/>
        </p:nvSpPr>
        <p:spPr>
          <a:xfrm>
            <a:off x="6081600" y="175100"/>
            <a:ext cx="1838400" cy="10944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47" name="Shape 37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748" name="Google Shape;3748;p10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684325" y="766050"/>
            <a:ext cx="5775351" cy="3611401"/>
          </a:xfrm>
          <a:prstGeom prst="rect">
            <a:avLst/>
          </a:prstGeom>
          <a:noFill/>
          <a:ln>
            <a:noFill/>
          </a:ln>
        </p:spPr>
      </p:pic>
      <p:sp>
        <p:nvSpPr>
          <p:cNvPr id="3749" name="Google Shape;3749;p109"/>
          <p:cNvSpPr/>
          <p:nvPr/>
        </p:nvSpPr>
        <p:spPr>
          <a:xfrm>
            <a:off x="6081600" y="175100"/>
            <a:ext cx="1838400" cy="10944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54" name="Shape 37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755" name="Google Shape;3755;p11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798650" y="693100"/>
            <a:ext cx="5546700" cy="3757275"/>
          </a:xfrm>
          <a:prstGeom prst="rect">
            <a:avLst/>
          </a:prstGeom>
          <a:noFill/>
          <a:ln>
            <a:noFill/>
          </a:ln>
        </p:spPr>
      </p:pic>
      <p:sp>
        <p:nvSpPr>
          <p:cNvPr id="3756" name="Google Shape;3756;p110"/>
          <p:cNvSpPr/>
          <p:nvPr/>
        </p:nvSpPr>
        <p:spPr>
          <a:xfrm>
            <a:off x="6081600" y="175100"/>
            <a:ext cx="1838400" cy="10944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61" name="Shape 37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762" name="Google Shape;3762;p11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811533" y="693100"/>
            <a:ext cx="5520934" cy="3757300"/>
          </a:xfrm>
          <a:prstGeom prst="rect">
            <a:avLst/>
          </a:prstGeom>
          <a:noFill/>
          <a:ln>
            <a:noFill/>
          </a:ln>
        </p:spPr>
      </p:pic>
      <p:sp>
        <p:nvSpPr>
          <p:cNvPr id="3763" name="Google Shape;3763;p111"/>
          <p:cNvSpPr/>
          <p:nvPr/>
        </p:nvSpPr>
        <p:spPr>
          <a:xfrm>
            <a:off x="6081600" y="175100"/>
            <a:ext cx="1838400" cy="10944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68" name="Shape 37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769" name="Google Shape;3769;p11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95225" y="607650"/>
            <a:ext cx="6036049" cy="28405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74" name="Shape 37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775" name="Google Shape;3775;p11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95225" y="607650"/>
            <a:ext cx="6036049" cy="2840525"/>
          </a:xfrm>
          <a:prstGeom prst="rect">
            <a:avLst/>
          </a:prstGeom>
          <a:noFill/>
          <a:ln>
            <a:noFill/>
          </a:ln>
        </p:spPr>
      </p:pic>
      <p:pic>
        <p:nvPicPr>
          <p:cNvPr id="3776" name="Google Shape;3776;p11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56500" y="607650"/>
            <a:ext cx="7600150" cy="3717475"/>
          </a:xfrm>
          <a:prstGeom prst="rect">
            <a:avLst/>
          </a:prstGeom>
          <a:noFill/>
          <a:ln>
            <a:noFill/>
          </a:ln>
        </p:spPr>
      </p:pic>
      <p:sp>
        <p:nvSpPr>
          <p:cNvPr id="3777" name="Google Shape;3777;p113"/>
          <p:cNvSpPr/>
          <p:nvPr/>
        </p:nvSpPr>
        <p:spPr>
          <a:xfrm>
            <a:off x="6081600" y="175100"/>
            <a:ext cx="2126100" cy="10944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82" name="Shape 37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783" name="Google Shape;3783;p1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364275" y="553675"/>
            <a:ext cx="4851375" cy="40361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88" name="Shape 37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789" name="Google Shape;3789;p1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364275" y="553675"/>
            <a:ext cx="5472939" cy="403614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94" name="Shape 37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795" name="Google Shape;3795;p1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835525" y="564661"/>
            <a:ext cx="5472949" cy="401417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800" name="Shape 38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801" name="Google Shape;3801;p117"/>
          <p:cNvPicPr preferRelativeResize="0"/>
          <p:nvPr/>
        </p:nvPicPr>
        <p:blipFill rotWithShape="1">
          <a:blip r:embed="rId3">
            <a:alphaModFix/>
          </a:blip>
          <a:srcRect b="616" l="0" r="0" t="0"/>
          <a:stretch/>
        </p:blipFill>
        <p:spPr>
          <a:xfrm>
            <a:off x="1320550" y="532550"/>
            <a:ext cx="5876499" cy="4078401"/>
          </a:xfrm>
          <a:prstGeom prst="rect">
            <a:avLst/>
          </a:prstGeom>
          <a:noFill/>
          <a:ln>
            <a:noFill/>
          </a:ln>
        </p:spPr>
      </p:pic>
      <p:sp>
        <p:nvSpPr>
          <p:cNvPr id="3802" name="Google Shape;3802;p117"/>
          <p:cNvSpPr/>
          <p:nvPr/>
        </p:nvSpPr>
        <p:spPr>
          <a:xfrm>
            <a:off x="6081600" y="175100"/>
            <a:ext cx="2126100" cy="802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807" name="Shape 38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808" name="Google Shape;3808;p1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424894" y="532550"/>
            <a:ext cx="5772165" cy="4078400"/>
          </a:xfrm>
          <a:prstGeom prst="rect">
            <a:avLst/>
          </a:prstGeom>
          <a:noFill/>
          <a:ln>
            <a:noFill/>
          </a:ln>
        </p:spPr>
      </p:pic>
      <p:sp>
        <p:nvSpPr>
          <p:cNvPr id="3809" name="Google Shape;3809;p118"/>
          <p:cNvSpPr/>
          <p:nvPr/>
        </p:nvSpPr>
        <p:spPr>
          <a:xfrm>
            <a:off x="6081600" y="175100"/>
            <a:ext cx="2126100" cy="802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814" name="Shape 38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815" name="Google Shape;3815;p1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685925" y="518025"/>
            <a:ext cx="5772149" cy="4107449"/>
          </a:xfrm>
          <a:prstGeom prst="rect">
            <a:avLst/>
          </a:prstGeom>
          <a:noFill/>
          <a:ln>
            <a:noFill/>
          </a:ln>
        </p:spPr>
      </p:pic>
      <p:sp>
        <p:nvSpPr>
          <p:cNvPr id="3816" name="Google Shape;3816;p119"/>
          <p:cNvSpPr/>
          <p:nvPr/>
        </p:nvSpPr>
        <p:spPr>
          <a:xfrm>
            <a:off x="6081600" y="175100"/>
            <a:ext cx="2126100" cy="802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821" name="Shape 38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822" name="Google Shape;3822;p1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685925" y="507659"/>
            <a:ext cx="5772151" cy="4128182"/>
          </a:xfrm>
          <a:prstGeom prst="rect">
            <a:avLst/>
          </a:prstGeom>
          <a:noFill/>
          <a:ln>
            <a:noFill/>
          </a:ln>
        </p:spPr>
      </p:pic>
      <p:sp>
        <p:nvSpPr>
          <p:cNvPr id="3823" name="Google Shape;3823;p120"/>
          <p:cNvSpPr/>
          <p:nvPr/>
        </p:nvSpPr>
        <p:spPr>
          <a:xfrm>
            <a:off x="6081600" y="175100"/>
            <a:ext cx="2126100" cy="802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828" name="Shape 38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829" name="Google Shape;3829;p1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685925" y="527359"/>
            <a:ext cx="5772149" cy="4088783"/>
          </a:xfrm>
          <a:prstGeom prst="rect">
            <a:avLst/>
          </a:prstGeom>
          <a:noFill/>
          <a:ln>
            <a:noFill/>
          </a:ln>
        </p:spPr>
      </p:pic>
      <p:sp>
        <p:nvSpPr>
          <p:cNvPr id="3830" name="Google Shape;3830;p121"/>
          <p:cNvSpPr/>
          <p:nvPr/>
        </p:nvSpPr>
        <p:spPr>
          <a:xfrm>
            <a:off x="6081600" y="175100"/>
            <a:ext cx="2126100" cy="802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835" name="Shape 38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836" name="Google Shape;3836;p12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766850" y="791775"/>
            <a:ext cx="5610301" cy="35599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841" name="Shape 38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842" name="Google Shape;3842;p12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80651" y="536225"/>
            <a:ext cx="6663523" cy="4071049"/>
          </a:xfrm>
          <a:prstGeom prst="rect">
            <a:avLst/>
          </a:prstGeom>
          <a:noFill/>
          <a:ln>
            <a:noFill/>
          </a:ln>
        </p:spPr>
      </p:pic>
      <p:sp>
        <p:nvSpPr>
          <p:cNvPr id="3843" name="Google Shape;3843;p123"/>
          <p:cNvSpPr/>
          <p:nvPr/>
        </p:nvSpPr>
        <p:spPr>
          <a:xfrm>
            <a:off x="5994050" y="87550"/>
            <a:ext cx="2126100" cy="634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848" name="Shape 38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849" name="Google Shape;3849;p12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410475" y="510700"/>
            <a:ext cx="5996249" cy="4122099"/>
          </a:xfrm>
          <a:prstGeom prst="rect">
            <a:avLst/>
          </a:prstGeom>
          <a:noFill/>
          <a:ln>
            <a:noFill/>
          </a:ln>
        </p:spPr>
      </p:pic>
      <p:sp>
        <p:nvSpPr>
          <p:cNvPr id="3850" name="Google Shape;3850;p124"/>
          <p:cNvSpPr/>
          <p:nvPr/>
        </p:nvSpPr>
        <p:spPr>
          <a:xfrm>
            <a:off x="6008650" y="145900"/>
            <a:ext cx="2126100" cy="634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855" name="Shape 38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856" name="Google Shape;3856;p12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306400" y="409025"/>
            <a:ext cx="6531201" cy="4325449"/>
          </a:xfrm>
          <a:prstGeom prst="rect">
            <a:avLst/>
          </a:prstGeom>
          <a:noFill/>
          <a:ln>
            <a:noFill/>
          </a:ln>
        </p:spPr>
      </p:pic>
      <p:sp>
        <p:nvSpPr>
          <p:cNvPr id="3857" name="Google Shape;3857;p125"/>
          <p:cNvSpPr/>
          <p:nvPr/>
        </p:nvSpPr>
        <p:spPr>
          <a:xfrm>
            <a:off x="6008650" y="11325"/>
            <a:ext cx="2126100" cy="634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862" name="Shape 38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863" name="Google Shape;3863;p12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313225" y="609050"/>
            <a:ext cx="6517551" cy="3925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868" name="Shape 38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869" name="Google Shape;3869;p12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24425" y="550075"/>
            <a:ext cx="6832926" cy="4043350"/>
          </a:xfrm>
          <a:prstGeom prst="rect">
            <a:avLst/>
          </a:prstGeom>
          <a:noFill/>
          <a:ln>
            <a:noFill/>
          </a:ln>
        </p:spPr>
      </p:pic>
      <p:sp>
        <p:nvSpPr>
          <p:cNvPr id="3870" name="Google Shape;3870;p127"/>
          <p:cNvSpPr/>
          <p:nvPr/>
        </p:nvSpPr>
        <p:spPr>
          <a:xfrm>
            <a:off x="6008650" y="128050"/>
            <a:ext cx="2126100" cy="634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875" name="Shape 38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876" name="Google Shape;3876;p12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408075" y="493075"/>
            <a:ext cx="5974725" cy="4157349"/>
          </a:xfrm>
          <a:prstGeom prst="rect">
            <a:avLst/>
          </a:prstGeom>
          <a:noFill/>
          <a:ln>
            <a:noFill/>
          </a:ln>
        </p:spPr>
      </p:pic>
      <p:sp>
        <p:nvSpPr>
          <p:cNvPr id="3877" name="Google Shape;3877;p128"/>
          <p:cNvSpPr/>
          <p:nvPr/>
        </p:nvSpPr>
        <p:spPr>
          <a:xfrm>
            <a:off x="6001375" y="230200"/>
            <a:ext cx="2126100" cy="634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882" name="Shape 38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883" name="Google Shape;3883;p12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33287" y="475125"/>
            <a:ext cx="6077426" cy="4193251"/>
          </a:xfrm>
          <a:prstGeom prst="rect">
            <a:avLst/>
          </a:prstGeom>
          <a:noFill/>
          <a:ln>
            <a:noFill/>
          </a:ln>
        </p:spPr>
      </p:pic>
      <p:sp>
        <p:nvSpPr>
          <p:cNvPr id="3884" name="Google Shape;3884;p129"/>
          <p:cNvSpPr/>
          <p:nvPr/>
        </p:nvSpPr>
        <p:spPr>
          <a:xfrm>
            <a:off x="6001375" y="230200"/>
            <a:ext cx="2126100" cy="634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889" name="Shape 38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890" name="Google Shape;3890;p13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311200" y="606939"/>
            <a:ext cx="6049759" cy="3906660"/>
          </a:xfrm>
          <a:prstGeom prst="rect">
            <a:avLst/>
          </a:prstGeom>
          <a:noFill/>
          <a:ln>
            <a:noFill/>
          </a:ln>
        </p:spPr>
      </p:pic>
      <p:sp>
        <p:nvSpPr>
          <p:cNvPr id="3891" name="Google Shape;3891;p130"/>
          <p:cNvSpPr/>
          <p:nvPr/>
        </p:nvSpPr>
        <p:spPr>
          <a:xfrm>
            <a:off x="6086198" y="510700"/>
            <a:ext cx="1746600" cy="5124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896" name="Shape 38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897" name="Google Shape;3897;p13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774250" y="488825"/>
            <a:ext cx="5595499" cy="4165850"/>
          </a:xfrm>
          <a:prstGeom prst="rect">
            <a:avLst/>
          </a:prstGeom>
          <a:noFill/>
          <a:ln>
            <a:noFill/>
          </a:ln>
        </p:spPr>
      </p:pic>
      <p:sp>
        <p:nvSpPr>
          <p:cNvPr id="3898" name="Google Shape;3898;p131"/>
          <p:cNvSpPr/>
          <p:nvPr/>
        </p:nvSpPr>
        <p:spPr>
          <a:xfrm>
            <a:off x="6757398" y="248050"/>
            <a:ext cx="1746600" cy="5124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902" name="Shape 39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03" name="Google Shape;3903;p132"/>
          <p:cNvSpPr/>
          <p:nvPr/>
        </p:nvSpPr>
        <p:spPr>
          <a:xfrm flipH="1">
            <a:off x="2392409" y="1448966"/>
            <a:ext cx="2262103" cy="580872"/>
          </a:xfrm>
          <a:custGeom>
            <a:rect b="b" l="l" r="r" t="t"/>
            <a:pathLst>
              <a:path extrusionOk="0" h="4659" w="18144">
                <a:moveTo>
                  <a:pt x="13410" y="0"/>
                </a:moveTo>
                <a:cubicBezTo>
                  <a:pt x="11887" y="0"/>
                  <a:pt x="10530" y="722"/>
                  <a:pt x="9665" y="1841"/>
                </a:cubicBezTo>
                <a:cubicBezTo>
                  <a:pt x="9360" y="2236"/>
                  <a:pt x="8896" y="2450"/>
                  <a:pt x="8423" y="2450"/>
                </a:cubicBezTo>
                <a:cubicBezTo>
                  <a:pt x="8171" y="2450"/>
                  <a:pt x="7917" y="2389"/>
                  <a:pt x="7684" y="2262"/>
                </a:cubicBezTo>
                <a:cubicBezTo>
                  <a:pt x="7210" y="2002"/>
                  <a:pt x="6665" y="1858"/>
                  <a:pt x="6084" y="1858"/>
                </a:cubicBezTo>
                <a:cubicBezTo>
                  <a:pt x="5265" y="1858"/>
                  <a:pt x="4513" y="2148"/>
                  <a:pt x="3932" y="2637"/>
                </a:cubicBezTo>
                <a:cubicBezTo>
                  <a:pt x="3291" y="3175"/>
                  <a:pt x="2489" y="3475"/>
                  <a:pt x="1654" y="3475"/>
                </a:cubicBezTo>
                <a:lnTo>
                  <a:pt x="592" y="3475"/>
                </a:lnTo>
                <a:cubicBezTo>
                  <a:pt x="264" y="3475"/>
                  <a:pt x="0" y="3739"/>
                  <a:pt x="0" y="4066"/>
                </a:cubicBezTo>
                <a:cubicBezTo>
                  <a:pt x="0" y="4394"/>
                  <a:pt x="264" y="4658"/>
                  <a:pt x="592" y="4658"/>
                </a:cubicBezTo>
                <a:lnTo>
                  <a:pt x="18144" y="4658"/>
                </a:lnTo>
                <a:cubicBezTo>
                  <a:pt x="18104" y="2079"/>
                  <a:pt x="15999" y="0"/>
                  <a:pt x="13410" y="0"/>
                </a:cubicBezTo>
                <a:close/>
              </a:path>
            </a:pathLst>
          </a:custGeom>
          <a:solidFill>
            <a:srgbClr val="D9D9D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04" name="Google Shape;3904;p132"/>
          <p:cNvSpPr txBox="1"/>
          <p:nvPr>
            <p:ph type="ctrTitle"/>
          </p:nvPr>
        </p:nvSpPr>
        <p:spPr>
          <a:xfrm flipH="1">
            <a:off x="973200" y="1269725"/>
            <a:ext cx="4359000" cy="1241400"/>
          </a:xfrm>
          <a:prstGeom prst="rect">
            <a:avLst/>
          </a:prstGeom>
        </p:spPr>
        <p:txBody>
          <a:bodyPr anchorCtr="0" anchor="b" bIns="34275" lIns="68575" spcFirstLastPara="1" rIns="68575" wrap="square" tIns="342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Nunito Sans Black"/>
              <a:buNone/>
            </a:pPr>
            <a:r>
              <a:rPr lang="en"/>
              <a:t>PROTOTYPING</a:t>
            </a:r>
            <a:endParaRPr>
              <a:solidFill>
                <a:srgbClr val="21204D"/>
              </a:solidFill>
            </a:endParaRPr>
          </a:p>
        </p:txBody>
      </p:sp>
      <p:sp>
        <p:nvSpPr>
          <p:cNvPr id="3905" name="Google Shape;3905;p132"/>
          <p:cNvSpPr/>
          <p:nvPr/>
        </p:nvSpPr>
        <p:spPr>
          <a:xfrm flipH="1">
            <a:off x="4924325" y="4367575"/>
            <a:ext cx="2886300" cy="218400"/>
          </a:xfrm>
          <a:prstGeom prst="ellipse">
            <a:avLst/>
          </a:prstGeom>
          <a:solidFill>
            <a:srgbClr val="21204D">
              <a:alpha val="2143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06" name="Google Shape;3906;p132"/>
          <p:cNvSpPr/>
          <p:nvPr/>
        </p:nvSpPr>
        <p:spPr>
          <a:xfrm flipH="1">
            <a:off x="0" y="2742433"/>
            <a:ext cx="9143937" cy="1631293"/>
          </a:xfrm>
          <a:custGeom>
            <a:rect b="b" l="l" r="r" t="t"/>
            <a:pathLst>
              <a:path extrusionOk="0" h="24803" w="139029">
                <a:moveTo>
                  <a:pt x="9825" y="1"/>
                </a:moveTo>
                <a:lnTo>
                  <a:pt x="9825" y="24104"/>
                </a:lnTo>
                <a:lnTo>
                  <a:pt x="0" y="24104"/>
                </a:lnTo>
                <a:lnTo>
                  <a:pt x="0" y="24348"/>
                </a:lnTo>
                <a:lnTo>
                  <a:pt x="10069" y="24348"/>
                </a:lnTo>
                <a:lnTo>
                  <a:pt x="10069" y="248"/>
                </a:lnTo>
                <a:lnTo>
                  <a:pt x="15014" y="248"/>
                </a:lnTo>
                <a:lnTo>
                  <a:pt x="15014" y="24348"/>
                </a:lnTo>
                <a:lnTo>
                  <a:pt x="17031" y="24348"/>
                </a:lnTo>
                <a:lnTo>
                  <a:pt x="17031" y="7521"/>
                </a:lnTo>
                <a:lnTo>
                  <a:pt x="21140" y="7521"/>
                </a:lnTo>
                <a:lnTo>
                  <a:pt x="21140" y="24803"/>
                </a:lnTo>
                <a:lnTo>
                  <a:pt x="139028" y="24803"/>
                </a:lnTo>
                <a:lnTo>
                  <a:pt x="139028" y="24559"/>
                </a:lnTo>
                <a:lnTo>
                  <a:pt x="21388" y="24559"/>
                </a:lnTo>
                <a:lnTo>
                  <a:pt x="21388" y="7277"/>
                </a:lnTo>
                <a:lnTo>
                  <a:pt x="16784" y="7277"/>
                </a:lnTo>
                <a:lnTo>
                  <a:pt x="16784" y="24104"/>
                </a:lnTo>
                <a:lnTo>
                  <a:pt x="15257" y="24104"/>
                </a:lnTo>
                <a:lnTo>
                  <a:pt x="15257" y="1"/>
                </a:lnTo>
                <a:close/>
              </a:path>
            </a:pathLst>
          </a:custGeom>
          <a:solidFill>
            <a:srgbClr val="21204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07" name="Google Shape;3907;p132"/>
          <p:cNvSpPr/>
          <p:nvPr/>
        </p:nvSpPr>
        <p:spPr>
          <a:xfrm>
            <a:off x="5199250" y="1650499"/>
            <a:ext cx="1419579" cy="2804599"/>
          </a:xfrm>
          <a:custGeom>
            <a:rect b="b" l="l" r="r" t="t"/>
            <a:pathLst>
              <a:path extrusionOk="0" h="37147" w="18803">
                <a:moveTo>
                  <a:pt x="4066" y="0"/>
                </a:moveTo>
                <a:cubicBezTo>
                  <a:pt x="1821" y="0"/>
                  <a:pt x="0" y="1821"/>
                  <a:pt x="0" y="4066"/>
                </a:cubicBezTo>
                <a:lnTo>
                  <a:pt x="0" y="33077"/>
                </a:lnTo>
                <a:cubicBezTo>
                  <a:pt x="0" y="35326"/>
                  <a:pt x="1821" y="37146"/>
                  <a:pt x="4066" y="37146"/>
                </a:cubicBezTo>
                <a:lnTo>
                  <a:pt x="14737" y="37146"/>
                </a:lnTo>
                <a:cubicBezTo>
                  <a:pt x="16982" y="37146"/>
                  <a:pt x="18802" y="35326"/>
                  <a:pt x="18802" y="33077"/>
                </a:cubicBezTo>
                <a:lnTo>
                  <a:pt x="18802" y="4066"/>
                </a:lnTo>
                <a:cubicBezTo>
                  <a:pt x="18802" y="1821"/>
                  <a:pt x="16982" y="0"/>
                  <a:pt x="14737" y="0"/>
                </a:cubicBezTo>
                <a:close/>
              </a:path>
            </a:pathLst>
          </a:custGeom>
          <a:solidFill>
            <a:srgbClr val="21204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08" name="Google Shape;3908;p132"/>
          <p:cNvSpPr/>
          <p:nvPr/>
        </p:nvSpPr>
        <p:spPr>
          <a:xfrm>
            <a:off x="5111672" y="1650499"/>
            <a:ext cx="1419655" cy="2804599"/>
          </a:xfrm>
          <a:custGeom>
            <a:rect b="b" l="l" r="r" t="t"/>
            <a:pathLst>
              <a:path extrusionOk="0" h="37147" w="18804">
                <a:moveTo>
                  <a:pt x="3322" y="0"/>
                </a:moveTo>
                <a:cubicBezTo>
                  <a:pt x="1488" y="0"/>
                  <a:pt x="1" y="1487"/>
                  <a:pt x="1" y="3321"/>
                </a:cubicBezTo>
                <a:lnTo>
                  <a:pt x="1" y="33826"/>
                </a:lnTo>
                <a:cubicBezTo>
                  <a:pt x="1" y="35660"/>
                  <a:pt x="1488" y="37146"/>
                  <a:pt x="3322" y="37146"/>
                </a:cubicBezTo>
                <a:lnTo>
                  <a:pt x="15482" y="37146"/>
                </a:lnTo>
                <a:cubicBezTo>
                  <a:pt x="17317" y="37146"/>
                  <a:pt x="18803" y="35660"/>
                  <a:pt x="18803" y="33826"/>
                </a:cubicBezTo>
                <a:lnTo>
                  <a:pt x="18803" y="3321"/>
                </a:lnTo>
                <a:cubicBezTo>
                  <a:pt x="18803" y="1487"/>
                  <a:pt x="17317" y="0"/>
                  <a:pt x="15482" y="0"/>
                </a:cubicBezTo>
                <a:close/>
              </a:path>
            </a:pathLst>
          </a:custGeom>
          <a:solidFill>
            <a:srgbClr val="4F47B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09" name="Google Shape;3909;p132"/>
          <p:cNvSpPr/>
          <p:nvPr/>
        </p:nvSpPr>
        <p:spPr>
          <a:xfrm>
            <a:off x="5142248" y="1845664"/>
            <a:ext cx="1358502" cy="2390557"/>
          </a:xfrm>
          <a:custGeom>
            <a:rect b="b" l="l" r="r" t="t"/>
            <a:pathLst>
              <a:path extrusionOk="0" h="31663" w="17994">
                <a:moveTo>
                  <a:pt x="0" y="1"/>
                </a:moveTo>
                <a:lnTo>
                  <a:pt x="0" y="31662"/>
                </a:lnTo>
                <a:lnTo>
                  <a:pt x="17994" y="31662"/>
                </a:lnTo>
                <a:lnTo>
                  <a:pt x="17994" y="1"/>
                </a:lnTo>
                <a:close/>
              </a:path>
            </a:pathLst>
          </a:custGeom>
          <a:solidFill>
            <a:srgbClr val="21204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10" name="Google Shape;3910;p132"/>
          <p:cNvSpPr/>
          <p:nvPr/>
        </p:nvSpPr>
        <p:spPr>
          <a:xfrm>
            <a:off x="5763750" y="4289569"/>
            <a:ext cx="115511" cy="115289"/>
          </a:xfrm>
          <a:custGeom>
            <a:rect b="b" l="l" r="r" t="t"/>
            <a:pathLst>
              <a:path extrusionOk="0" h="1527" w="1530">
                <a:moveTo>
                  <a:pt x="765" y="0"/>
                </a:moveTo>
                <a:cubicBezTo>
                  <a:pt x="344" y="0"/>
                  <a:pt x="0" y="341"/>
                  <a:pt x="0" y="762"/>
                </a:cubicBezTo>
                <a:cubicBezTo>
                  <a:pt x="0" y="1186"/>
                  <a:pt x="344" y="1527"/>
                  <a:pt x="765" y="1527"/>
                </a:cubicBezTo>
                <a:cubicBezTo>
                  <a:pt x="1186" y="1527"/>
                  <a:pt x="1530" y="1186"/>
                  <a:pt x="1530" y="762"/>
                </a:cubicBezTo>
                <a:cubicBezTo>
                  <a:pt x="1530" y="341"/>
                  <a:pt x="1186" y="0"/>
                  <a:pt x="765" y="0"/>
                </a:cubicBezTo>
                <a:close/>
              </a:path>
            </a:pathLst>
          </a:custGeom>
          <a:solidFill>
            <a:srgbClr val="21204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11" name="Google Shape;3911;p132"/>
          <p:cNvSpPr/>
          <p:nvPr/>
        </p:nvSpPr>
        <p:spPr>
          <a:xfrm>
            <a:off x="5332202" y="2860447"/>
            <a:ext cx="252011" cy="402113"/>
          </a:xfrm>
          <a:custGeom>
            <a:rect b="b" l="l" r="r" t="t"/>
            <a:pathLst>
              <a:path extrusionOk="0" h="5326" w="3338">
                <a:moveTo>
                  <a:pt x="1690" y="491"/>
                </a:moveTo>
                <a:cubicBezTo>
                  <a:pt x="2255" y="491"/>
                  <a:pt x="2582" y="895"/>
                  <a:pt x="2582" y="1403"/>
                </a:cubicBezTo>
                <a:cubicBezTo>
                  <a:pt x="2582" y="1780"/>
                  <a:pt x="2389" y="2121"/>
                  <a:pt x="2041" y="2432"/>
                </a:cubicBezTo>
                <a:cubicBezTo>
                  <a:pt x="1427" y="2188"/>
                  <a:pt x="858" y="1928"/>
                  <a:pt x="858" y="1316"/>
                </a:cubicBezTo>
                <a:cubicBezTo>
                  <a:pt x="858" y="822"/>
                  <a:pt x="1212" y="491"/>
                  <a:pt x="1690" y="491"/>
                </a:cubicBezTo>
                <a:close/>
                <a:moveTo>
                  <a:pt x="1313" y="2736"/>
                </a:moveTo>
                <a:cubicBezTo>
                  <a:pt x="2054" y="3034"/>
                  <a:pt x="2702" y="3271"/>
                  <a:pt x="2702" y="3936"/>
                </a:cubicBezTo>
                <a:cubicBezTo>
                  <a:pt x="2702" y="4463"/>
                  <a:pt x="2295" y="4834"/>
                  <a:pt x="1697" y="4834"/>
                </a:cubicBezTo>
                <a:cubicBezTo>
                  <a:pt x="1069" y="4834"/>
                  <a:pt x="594" y="4420"/>
                  <a:pt x="594" y="3855"/>
                </a:cubicBezTo>
                <a:cubicBezTo>
                  <a:pt x="594" y="3384"/>
                  <a:pt x="902" y="3007"/>
                  <a:pt x="1313" y="2736"/>
                </a:cubicBezTo>
                <a:close/>
                <a:moveTo>
                  <a:pt x="1700" y="0"/>
                </a:moveTo>
                <a:cubicBezTo>
                  <a:pt x="878" y="0"/>
                  <a:pt x="250" y="528"/>
                  <a:pt x="250" y="1316"/>
                </a:cubicBezTo>
                <a:cubicBezTo>
                  <a:pt x="250" y="1857"/>
                  <a:pt x="585" y="2238"/>
                  <a:pt x="965" y="2502"/>
                </a:cubicBezTo>
                <a:lnTo>
                  <a:pt x="965" y="2536"/>
                </a:lnTo>
                <a:cubicBezTo>
                  <a:pt x="484" y="2793"/>
                  <a:pt x="0" y="3248"/>
                  <a:pt x="0" y="3915"/>
                </a:cubicBezTo>
                <a:cubicBezTo>
                  <a:pt x="0" y="4731"/>
                  <a:pt x="711" y="5325"/>
                  <a:pt x="1684" y="5325"/>
                </a:cubicBezTo>
                <a:cubicBezTo>
                  <a:pt x="2676" y="5325"/>
                  <a:pt x="3337" y="4724"/>
                  <a:pt x="3337" y="3956"/>
                </a:cubicBezTo>
                <a:cubicBezTo>
                  <a:pt x="3337" y="3268"/>
                  <a:pt x="2903" y="2907"/>
                  <a:pt x="2446" y="2636"/>
                </a:cubicBezTo>
                <a:lnTo>
                  <a:pt x="2446" y="2602"/>
                </a:lnTo>
                <a:cubicBezTo>
                  <a:pt x="2759" y="2366"/>
                  <a:pt x="3154" y="1905"/>
                  <a:pt x="3154" y="1367"/>
                </a:cubicBezTo>
                <a:cubicBezTo>
                  <a:pt x="3154" y="568"/>
                  <a:pt x="2599" y="0"/>
                  <a:pt x="1700" y="0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12" name="Google Shape;3912;p132"/>
          <p:cNvSpPr/>
          <p:nvPr/>
        </p:nvSpPr>
        <p:spPr>
          <a:xfrm>
            <a:off x="5648690" y="2967127"/>
            <a:ext cx="72176" cy="295431"/>
          </a:xfrm>
          <a:custGeom>
            <a:rect b="b" l="l" r="r" t="t"/>
            <a:pathLst>
              <a:path extrusionOk="0" h="3913" w="956">
                <a:moveTo>
                  <a:pt x="479" y="0"/>
                </a:moveTo>
                <a:cubicBezTo>
                  <a:pt x="214" y="0"/>
                  <a:pt x="1" y="207"/>
                  <a:pt x="1" y="512"/>
                </a:cubicBezTo>
                <a:cubicBezTo>
                  <a:pt x="1" y="805"/>
                  <a:pt x="214" y="1013"/>
                  <a:pt x="479" y="1013"/>
                </a:cubicBezTo>
                <a:cubicBezTo>
                  <a:pt x="742" y="1013"/>
                  <a:pt x="956" y="805"/>
                  <a:pt x="956" y="512"/>
                </a:cubicBezTo>
                <a:cubicBezTo>
                  <a:pt x="956" y="207"/>
                  <a:pt x="742" y="0"/>
                  <a:pt x="479" y="0"/>
                </a:cubicBezTo>
                <a:close/>
                <a:moveTo>
                  <a:pt x="479" y="2900"/>
                </a:moveTo>
                <a:cubicBezTo>
                  <a:pt x="214" y="2900"/>
                  <a:pt x="1" y="3107"/>
                  <a:pt x="1" y="3411"/>
                </a:cubicBezTo>
                <a:cubicBezTo>
                  <a:pt x="1" y="3705"/>
                  <a:pt x="214" y="3912"/>
                  <a:pt x="479" y="3912"/>
                </a:cubicBezTo>
                <a:cubicBezTo>
                  <a:pt x="742" y="3912"/>
                  <a:pt x="956" y="3705"/>
                  <a:pt x="956" y="3411"/>
                </a:cubicBezTo>
                <a:cubicBezTo>
                  <a:pt x="956" y="3107"/>
                  <a:pt x="742" y="2900"/>
                  <a:pt x="479" y="2900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13" name="Google Shape;3913;p132"/>
          <p:cNvSpPr/>
          <p:nvPr/>
        </p:nvSpPr>
        <p:spPr>
          <a:xfrm>
            <a:off x="5637064" y="1726376"/>
            <a:ext cx="368881" cy="26047"/>
          </a:xfrm>
          <a:custGeom>
            <a:rect b="b" l="l" r="r" t="t"/>
            <a:pathLst>
              <a:path extrusionOk="0" h="345" w="4886">
                <a:moveTo>
                  <a:pt x="175" y="0"/>
                </a:moveTo>
                <a:cubicBezTo>
                  <a:pt x="78" y="0"/>
                  <a:pt x="1" y="77"/>
                  <a:pt x="1" y="171"/>
                </a:cubicBezTo>
                <a:cubicBezTo>
                  <a:pt x="1" y="268"/>
                  <a:pt x="78" y="344"/>
                  <a:pt x="175" y="344"/>
                </a:cubicBezTo>
                <a:lnTo>
                  <a:pt x="4715" y="344"/>
                </a:lnTo>
                <a:cubicBezTo>
                  <a:pt x="4808" y="344"/>
                  <a:pt x="4885" y="268"/>
                  <a:pt x="4885" y="171"/>
                </a:cubicBezTo>
                <a:cubicBezTo>
                  <a:pt x="4885" y="77"/>
                  <a:pt x="4808" y="0"/>
                  <a:pt x="4715" y="0"/>
                </a:cubicBezTo>
                <a:close/>
              </a:path>
            </a:pathLst>
          </a:custGeom>
          <a:solidFill>
            <a:srgbClr val="21204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14" name="Google Shape;3914;p132"/>
          <p:cNvSpPr/>
          <p:nvPr/>
        </p:nvSpPr>
        <p:spPr>
          <a:xfrm>
            <a:off x="6436137" y="1908781"/>
            <a:ext cx="29067" cy="47490"/>
          </a:xfrm>
          <a:custGeom>
            <a:rect b="b" l="l" r="r" t="t"/>
            <a:pathLst>
              <a:path extrusionOk="0" h="629" w="385">
                <a:moveTo>
                  <a:pt x="318" y="60"/>
                </a:moveTo>
                <a:lnTo>
                  <a:pt x="318" y="568"/>
                </a:lnTo>
                <a:lnTo>
                  <a:pt x="64" y="568"/>
                </a:lnTo>
                <a:lnTo>
                  <a:pt x="64" y="60"/>
                </a:lnTo>
                <a:close/>
                <a:moveTo>
                  <a:pt x="0" y="0"/>
                </a:moveTo>
                <a:lnTo>
                  <a:pt x="0" y="628"/>
                </a:lnTo>
                <a:lnTo>
                  <a:pt x="385" y="628"/>
                </a:lnTo>
                <a:lnTo>
                  <a:pt x="385" y="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15" name="Google Shape;3915;p132"/>
          <p:cNvSpPr/>
          <p:nvPr/>
        </p:nvSpPr>
        <p:spPr>
          <a:xfrm>
            <a:off x="6442403" y="1943587"/>
            <a:ext cx="16232" cy="6115"/>
          </a:xfrm>
          <a:custGeom>
            <a:rect b="b" l="l" r="r" t="t"/>
            <a:pathLst>
              <a:path extrusionOk="0" h="81" w="215">
                <a:moveTo>
                  <a:pt x="1" y="0"/>
                </a:moveTo>
                <a:lnTo>
                  <a:pt x="1" y="81"/>
                </a:lnTo>
                <a:lnTo>
                  <a:pt x="215" y="81"/>
                </a:lnTo>
                <a:lnTo>
                  <a:pt x="215" y="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16" name="Google Shape;3916;p132"/>
          <p:cNvSpPr/>
          <p:nvPr/>
        </p:nvSpPr>
        <p:spPr>
          <a:xfrm>
            <a:off x="6445196" y="1905762"/>
            <a:ext cx="10947" cy="6115"/>
          </a:xfrm>
          <a:custGeom>
            <a:rect b="b" l="l" r="r" t="t"/>
            <a:pathLst>
              <a:path extrusionOk="0" h="81" w="145">
                <a:moveTo>
                  <a:pt x="1" y="0"/>
                </a:moveTo>
                <a:lnTo>
                  <a:pt x="1" y="80"/>
                </a:lnTo>
                <a:lnTo>
                  <a:pt x="144" y="80"/>
                </a:lnTo>
                <a:lnTo>
                  <a:pt x="144" y="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17" name="Google Shape;3917;p132"/>
          <p:cNvSpPr/>
          <p:nvPr/>
        </p:nvSpPr>
        <p:spPr>
          <a:xfrm>
            <a:off x="6297673" y="1909461"/>
            <a:ext cx="28840" cy="44998"/>
          </a:xfrm>
          <a:custGeom>
            <a:rect b="b" l="l" r="r" t="t"/>
            <a:pathLst>
              <a:path extrusionOk="0" h="596" w="382">
                <a:moveTo>
                  <a:pt x="177" y="1"/>
                </a:moveTo>
                <a:cubicBezTo>
                  <a:pt x="104" y="1"/>
                  <a:pt x="50" y="38"/>
                  <a:pt x="1" y="92"/>
                </a:cubicBezTo>
                <a:lnTo>
                  <a:pt x="44" y="135"/>
                </a:lnTo>
                <a:cubicBezTo>
                  <a:pt x="77" y="95"/>
                  <a:pt x="121" y="64"/>
                  <a:pt x="168" y="64"/>
                </a:cubicBezTo>
                <a:cubicBezTo>
                  <a:pt x="244" y="64"/>
                  <a:pt x="281" y="112"/>
                  <a:pt x="281" y="178"/>
                </a:cubicBezTo>
                <a:cubicBezTo>
                  <a:pt x="281" y="272"/>
                  <a:pt x="181" y="379"/>
                  <a:pt x="4" y="553"/>
                </a:cubicBezTo>
                <a:lnTo>
                  <a:pt x="4" y="596"/>
                </a:lnTo>
                <a:lnTo>
                  <a:pt x="382" y="596"/>
                </a:lnTo>
                <a:lnTo>
                  <a:pt x="382" y="533"/>
                </a:lnTo>
                <a:lnTo>
                  <a:pt x="214" y="533"/>
                </a:lnTo>
                <a:cubicBezTo>
                  <a:pt x="184" y="533"/>
                  <a:pt x="147" y="536"/>
                  <a:pt x="114" y="536"/>
                </a:cubicBezTo>
                <a:cubicBezTo>
                  <a:pt x="254" y="392"/>
                  <a:pt x="354" y="285"/>
                  <a:pt x="354" y="175"/>
                </a:cubicBezTo>
                <a:cubicBezTo>
                  <a:pt x="354" y="71"/>
                  <a:pt x="285" y="1"/>
                  <a:pt x="177" y="1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18" name="Google Shape;3918;p132"/>
          <p:cNvSpPr/>
          <p:nvPr/>
        </p:nvSpPr>
        <p:spPr>
          <a:xfrm>
            <a:off x="6332704" y="1909461"/>
            <a:ext cx="28312" cy="46055"/>
          </a:xfrm>
          <a:custGeom>
            <a:rect b="b" l="l" r="r" t="t"/>
            <a:pathLst>
              <a:path extrusionOk="0" h="610" w="375">
                <a:moveTo>
                  <a:pt x="188" y="61"/>
                </a:moveTo>
                <a:cubicBezTo>
                  <a:pt x="254" y="61"/>
                  <a:pt x="302" y="132"/>
                  <a:pt x="302" y="302"/>
                </a:cubicBezTo>
                <a:cubicBezTo>
                  <a:pt x="302" y="472"/>
                  <a:pt x="254" y="545"/>
                  <a:pt x="188" y="545"/>
                </a:cubicBezTo>
                <a:cubicBezTo>
                  <a:pt x="118" y="545"/>
                  <a:pt x="74" y="472"/>
                  <a:pt x="74" y="302"/>
                </a:cubicBezTo>
                <a:cubicBezTo>
                  <a:pt x="74" y="132"/>
                  <a:pt x="118" y="61"/>
                  <a:pt x="188" y="61"/>
                </a:cubicBezTo>
                <a:close/>
                <a:moveTo>
                  <a:pt x="188" y="1"/>
                </a:moveTo>
                <a:cubicBezTo>
                  <a:pt x="71" y="1"/>
                  <a:pt x="1" y="108"/>
                  <a:pt x="1" y="302"/>
                </a:cubicBezTo>
                <a:cubicBezTo>
                  <a:pt x="1" y="499"/>
                  <a:pt x="71" y="609"/>
                  <a:pt x="188" y="609"/>
                </a:cubicBezTo>
                <a:cubicBezTo>
                  <a:pt x="302" y="609"/>
                  <a:pt x="375" y="499"/>
                  <a:pt x="375" y="302"/>
                </a:cubicBezTo>
                <a:cubicBezTo>
                  <a:pt x="375" y="108"/>
                  <a:pt x="302" y="1"/>
                  <a:pt x="188" y="1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19" name="Google Shape;3919;p132"/>
          <p:cNvSpPr/>
          <p:nvPr/>
        </p:nvSpPr>
        <p:spPr>
          <a:xfrm>
            <a:off x="6366301" y="1908253"/>
            <a:ext cx="52244" cy="47263"/>
          </a:xfrm>
          <a:custGeom>
            <a:rect b="b" l="l" r="r" t="t"/>
            <a:pathLst>
              <a:path extrusionOk="0" h="626" w="692">
                <a:moveTo>
                  <a:pt x="137" y="47"/>
                </a:moveTo>
                <a:cubicBezTo>
                  <a:pt x="184" y="47"/>
                  <a:pt x="217" y="94"/>
                  <a:pt x="217" y="191"/>
                </a:cubicBezTo>
                <a:cubicBezTo>
                  <a:pt x="217" y="285"/>
                  <a:pt x="184" y="334"/>
                  <a:pt x="137" y="334"/>
                </a:cubicBezTo>
                <a:cubicBezTo>
                  <a:pt x="90" y="334"/>
                  <a:pt x="57" y="285"/>
                  <a:pt x="57" y="191"/>
                </a:cubicBezTo>
                <a:cubicBezTo>
                  <a:pt x="57" y="94"/>
                  <a:pt x="90" y="47"/>
                  <a:pt x="137" y="47"/>
                </a:cubicBezTo>
                <a:close/>
                <a:moveTo>
                  <a:pt x="137" y="0"/>
                </a:moveTo>
                <a:cubicBezTo>
                  <a:pt x="54" y="0"/>
                  <a:pt x="0" y="71"/>
                  <a:pt x="0" y="191"/>
                </a:cubicBezTo>
                <a:cubicBezTo>
                  <a:pt x="0" y="311"/>
                  <a:pt x="54" y="381"/>
                  <a:pt x="137" y="381"/>
                </a:cubicBezTo>
                <a:cubicBezTo>
                  <a:pt x="217" y="381"/>
                  <a:pt x="274" y="311"/>
                  <a:pt x="274" y="191"/>
                </a:cubicBezTo>
                <a:cubicBezTo>
                  <a:pt x="274" y="71"/>
                  <a:pt x="217" y="0"/>
                  <a:pt x="137" y="0"/>
                </a:cubicBezTo>
                <a:close/>
                <a:moveTo>
                  <a:pt x="555" y="291"/>
                </a:moveTo>
                <a:cubicBezTo>
                  <a:pt x="602" y="291"/>
                  <a:pt x="635" y="338"/>
                  <a:pt x="635" y="435"/>
                </a:cubicBezTo>
                <a:cubicBezTo>
                  <a:pt x="635" y="528"/>
                  <a:pt x="602" y="578"/>
                  <a:pt x="555" y="578"/>
                </a:cubicBezTo>
                <a:cubicBezTo>
                  <a:pt x="508" y="578"/>
                  <a:pt x="475" y="528"/>
                  <a:pt x="475" y="435"/>
                </a:cubicBezTo>
                <a:cubicBezTo>
                  <a:pt x="475" y="338"/>
                  <a:pt x="508" y="291"/>
                  <a:pt x="555" y="291"/>
                </a:cubicBezTo>
                <a:close/>
                <a:moveTo>
                  <a:pt x="484" y="0"/>
                </a:moveTo>
                <a:lnTo>
                  <a:pt x="154" y="625"/>
                </a:lnTo>
                <a:lnTo>
                  <a:pt x="204" y="625"/>
                </a:lnTo>
                <a:lnTo>
                  <a:pt x="535" y="0"/>
                </a:lnTo>
                <a:close/>
                <a:moveTo>
                  <a:pt x="555" y="245"/>
                </a:moveTo>
                <a:cubicBezTo>
                  <a:pt x="475" y="245"/>
                  <a:pt x="418" y="314"/>
                  <a:pt x="418" y="435"/>
                </a:cubicBezTo>
                <a:cubicBezTo>
                  <a:pt x="418" y="555"/>
                  <a:pt x="475" y="625"/>
                  <a:pt x="555" y="625"/>
                </a:cubicBezTo>
                <a:cubicBezTo>
                  <a:pt x="638" y="625"/>
                  <a:pt x="691" y="555"/>
                  <a:pt x="691" y="435"/>
                </a:cubicBezTo>
                <a:cubicBezTo>
                  <a:pt x="691" y="314"/>
                  <a:pt x="638" y="245"/>
                  <a:pt x="555" y="245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20" name="Google Shape;3920;p132"/>
          <p:cNvSpPr/>
          <p:nvPr/>
        </p:nvSpPr>
        <p:spPr>
          <a:xfrm>
            <a:off x="5770771" y="2867695"/>
            <a:ext cx="274282" cy="387542"/>
          </a:xfrm>
          <a:custGeom>
            <a:rect b="b" l="l" r="r" t="t"/>
            <a:pathLst>
              <a:path extrusionOk="0" h="5133" w="3633">
                <a:moveTo>
                  <a:pt x="2345" y="713"/>
                </a:moveTo>
                <a:cubicBezTo>
                  <a:pt x="2329" y="980"/>
                  <a:pt x="2305" y="1424"/>
                  <a:pt x="2305" y="1695"/>
                </a:cubicBezTo>
                <a:lnTo>
                  <a:pt x="2305" y="3188"/>
                </a:lnTo>
                <a:lnTo>
                  <a:pt x="695" y="3188"/>
                </a:lnTo>
                <a:lnTo>
                  <a:pt x="1895" y="1434"/>
                </a:lnTo>
                <a:cubicBezTo>
                  <a:pt x="2038" y="1180"/>
                  <a:pt x="2182" y="956"/>
                  <a:pt x="2312" y="713"/>
                </a:cubicBezTo>
                <a:close/>
                <a:moveTo>
                  <a:pt x="2195" y="1"/>
                </a:moveTo>
                <a:lnTo>
                  <a:pt x="0" y="3278"/>
                </a:lnTo>
                <a:lnTo>
                  <a:pt x="0" y="3716"/>
                </a:lnTo>
                <a:lnTo>
                  <a:pt x="2305" y="3716"/>
                </a:lnTo>
                <a:lnTo>
                  <a:pt x="2305" y="5132"/>
                </a:lnTo>
                <a:lnTo>
                  <a:pt x="2934" y="5132"/>
                </a:lnTo>
                <a:lnTo>
                  <a:pt x="2934" y="3716"/>
                </a:lnTo>
                <a:lnTo>
                  <a:pt x="3632" y="3716"/>
                </a:lnTo>
                <a:lnTo>
                  <a:pt x="3632" y="3188"/>
                </a:lnTo>
                <a:lnTo>
                  <a:pt x="2934" y="3188"/>
                </a:lnTo>
                <a:lnTo>
                  <a:pt x="2934" y="1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21" name="Google Shape;3921;p132"/>
          <p:cNvSpPr/>
          <p:nvPr/>
        </p:nvSpPr>
        <p:spPr>
          <a:xfrm>
            <a:off x="6086051" y="2860447"/>
            <a:ext cx="248311" cy="402113"/>
          </a:xfrm>
          <a:custGeom>
            <a:rect b="b" l="l" r="r" t="t"/>
            <a:pathLst>
              <a:path extrusionOk="0" h="5326" w="3289">
                <a:moveTo>
                  <a:pt x="1517" y="521"/>
                </a:moveTo>
                <a:cubicBezTo>
                  <a:pt x="2167" y="521"/>
                  <a:pt x="2564" y="1057"/>
                  <a:pt x="2647" y="2054"/>
                </a:cubicBezTo>
                <a:lnTo>
                  <a:pt x="2647" y="2054"/>
                </a:lnTo>
                <a:cubicBezTo>
                  <a:pt x="2303" y="2547"/>
                  <a:pt x="1899" y="2736"/>
                  <a:pt x="1574" y="2736"/>
                </a:cubicBezTo>
                <a:cubicBezTo>
                  <a:pt x="940" y="2736"/>
                  <a:pt x="625" y="2315"/>
                  <a:pt x="625" y="1647"/>
                </a:cubicBezTo>
                <a:cubicBezTo>
                  <a:pt x="625" y="972"/>
                  <a:pt x="1016" y="521"/>
                  <a:pt x="1517" y="521"/>
                </a:cubicBezTo>
                <a:close/>
                <a:moveTo>
                  <a:pt x="1517" y="0"/>
                </a:moveTo>
                <a:cubicBezTo>
                  <a:pt x="692" y="0"/>
                  <a:pt x="1" y="665"/>
                  <a:pt x="1" y="1647"/>
                </a:cubicBezTo>
                <a:cubicBezTo>
                  <a:pt x="1" y="2699"/>
                  <a:pt x="575" y="3234"/>
                  <a:pt x="1464" y="3234"/>
                </a:cubicBezTo>
                <a:cubicBezTo>
                  <a:pt x="1881" y="3234"/>
                  <a:pt x="2343" y="2983"/>
                  <a:pt x="2663" y="2580"/>
                </a:cubicBezTo>
                <a:lnTo>
                  <a:pt x="2663" y="2580"/>
                </a:lnTo>
                <a:cubicBezTo>
                  <a:pt x="2636" y="4215"/>
                  <a:pt x="2032" y="4774"/>
                  <a:pt x="1307" y="4774"/>
                </a:cubicBezTo>
                <a:cubicBezTo>
                  <a:pt x="986" y="4774"/>
                  <a:pt x="672" y="4617"/>
                  <a:pt x="465" y="4370"/>
                </a:cubicBezTo>
                <a:lnTo>
                  <a:pt x="98" y="4784"/>
                </a:lnTo>
                <a:cubicBezTo>
                  <a:pt x="378" y="5092"/>
                  <a:pt x="782" y="5325"/>
                  <a:pt x="1333" y="5325"/>
                </a:cubicBezTo>
                <a:cubicBezTo>
                  <a:pt x="2356" y="5325"/>
                  <a:pt x="3288" y="4530"/>
                  <a:pt x="3288" y="2469"/>
                </a:cubicBezTo>
                <a:cubicBezTo>
                  <a:pt x="3288" y="822"/>
                  <a:pt x="2530" y="0"/>
                  <a:pt x="1517" y="0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22" name="Google Shape;3922;p132"/>
          <p:cNvSpPr/>
          <p:nvPr/>
        </p:nvSpPr>
        <p:spPr>
          <a:xfrm>
            <a:off x="6270947" y="1908782"/>
            <a:ext cx="7625" cy="44469"/>
          </a:xfrm>
          <a:custGeom>
            <a:rect b="b" l="l" r="r" t="t"/>
            <a:pathLst>
              <a:path extrusionOk="0" h="589" w="101">
                <a:moveTo>
                  <a:pt x="0" y="0"/>
                </a:moveTo>
                <a:lnTo>
                  <a:pt x="0" y="588"/>
                </a:lnTo>
                <a:lnTo>
                  <a:pt x="101" y="588"/>
                </a:lnTo>
                <a:lnTo>
                  <a:pt x="101" y="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23" name="Google Shape;3923;p132"/>
          <p:cNvSpPr/>
          <p:nvPr/>
        </p:nvSpPr>
        <p:spPr>
          <a:xfrm>
            <a:off x="6256828" y="1928185"/>
            <a:ext cx="7852" cy="25066"/>
          </a:xfrm>
          <a:custGeom>
            <a:rect b="b" l="l" r="r" t="t"/>
            <a:pathLst>
              <a:path extrusionOk="0" h="332" w="104">
                <a:moveTo>
                  <a:pt x="1" y="1"/>
                </a:moveTo>
                <a:lnTo>
                  <a:pt x="1" y="331"/>
                </a:lnTo>
                <a:lnTo>
                  <a:pt x="104" y="331"/>
                </a:lnTo>
                <a:lnTo>
                  <a:pt x="104" y="1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24" name="Google Shape;3924;p132"/>
          <p:cNvSpPr/>
          <p:nvPr/>
        </p:nvSpPr>
        <p:spPr>
          <a:xfrm>
            <a:off x="6242408" y="1940567"/>
            <a:ext cx="7625" cy="12684"/>
          </a:xfrm>
          <a:custGeom>
            <a:rect b="b" l="l" r="r" t="t"/>
            <a:pathLst>
              <a:path extrusionOk="0" h="168" w="101">
                <a:moveTo>
                  <a:pt x="1" y="0"/>
                </a:moveTo>
                <a:lnTo>
                  <a:pt x="1" y="167"/>
                </a:lnTo>
                <a:lnTo>
                  <a:pt x="101" y="167"/>
                </a:lnTo>
                <a:lnTo>
                  <a:pt x="101" y="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3925" name="Google Shape;3925;p132"/>
          <p:cNvGrpSpPr/>
          <p:nvPr/>
        </p:nvGrpSpPr>
        <p:grpSpPr>
          <a:xfrm>
            <a:off x="6494032" y="1739574"/>
            <a:ext cx="1210421" cy="2715505"/>
            <a:chOff x="4314813" y="3219875"/>
            <a:chExt cx="770625" cy="1728850"/>
          </a:xfrm>
        </p:grpSpPr>
        <p:sp>
          <p:nvSpPr>
            <p:cNvPr id="3926" name="Google Shape;3926;p132"/>
            <p:cNvSpPr/>
            <p:nvPr/>
          </p:nvSpPr>
          <p:spPr>
            <a:xfrm>
              <a:off x="4653338" y="3935425"/>
              <a:ext cx="284075" cy="208425"/>
            </a:xfrm>
            <a:custGeom>
              <a:rect b="b" l="l" r="r" t="t"/>
              <a:pathLst>
                <a:path extrusionOk="0" h="8337" w="11363">
                  <a:moveTo>
                    <a:pt x="5683" y="0"/>
                  </a:moveTo>
                  <a:cubicBezTo>
                    <a:pt x="2544" y="0"/>
                    <a:pt x="1" y="1864"/>
                    <a:pt x="1" y="4170"/>
                  </a:cubicBezTo>
                  <a:cubicBezTo>
                    <a:pt x="1" y="6471"/>
                    <a:pt x="2544" y="8336"/>
                    <a:pt x="5683" y="8336"/>
                  </a:cubicBezTo>
                  <a:cubicBezTo>
                    <a:pt x="8819" y="8336"/>
                    <a:pt x="11362" y="6471"/>
                    <a:pt x="11362" y="4170"/>
                  </a:cubicBezTo>
                  <a:cubicBezTo>
                    <a:pt x="11362" y="1864"/>
                    <a:pt x="8819" y="0"/>
                    <a:pt x="5683" y="0"/>
                  </a:cubicBezTo>
                  <a:close/>
                </a:path>
              </a:pathLst>
            </a:custGeom>
            <a:solidFill>
              <a:srgbClr val="14132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27" name="Google Shape;3927;p132"/>
            <p:cNvSpPr/>
            <p:nvPr/>
          </p:nvSpPr>
          <p:spPr>
            <a:xfrm>
              <a:off x="4362313" y="3619900"/>
              <a:ext cx="367275" cy="170975"/>
            </a:xfrm>
            <a:custGeom>
              <a:rect b="b" l="l" r="r" t="t"/>
              <a:pathLst>
                <a:path extrusionOk="0" h="6839" w="14691">
                  <a:moveTo>
                    <a:pt x="2809" y="1"/>
                  </a:moveTo>
                  <a:cubicBezTo>
                    <a:pt x="1675" y="1"/>
                    <a:pt x="852" y="149"/>
                    <a:pt x="648" y="507"/>
                  </a:cubicBezTo>
                  <a:cubicBezTo>
                    <a:pt x="1" y="1641"/>
                    <a:pt x="971" y="2485"/>
                    <a:pt x="3392" y="3770"/>
                  </a:cubicBezTo>
                  <a:cubicBezTo>
                    <a:pt x="5086" y="4671"/>
                    <a:pt x="9144" y="6839"/>
                    <a:pt x="11953" y="6839"/>
                  </a:cubicBezTo>
                  <a:cubicBezTo>
                    <a:pt x="13164" y="6839"/>
                    <a:pt x="14142" y="6436"/>
                    <a:pt x="14599" y="5356"/>
                  </a:cubicBezTo>
                  <a:cubicBezTo>
                    <a:pt x="14599" y="5356"/>
                    <a:pt x="14690" y="2558"/>
                    <a:pt x="11423" y="1454"/>
                  </a:cubicBezTo>
                  <a:cubicBezTo>
                    <a:pt x="9186" y="697"/>
                    <a:pt x="5267" y="1"/>
                    <a:pt x="2809" y="1"/>
                  </a:cubicBezTo>
                  <a:close/>
                </a:path>
              </a:pathLst>
            </a:custGeom>
            <a:solidFill>
              <a:srgbClr val="70257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28" name="Google Shape;3928;p132"/>
            <p:cNvSpPr/>
            <p:nvPr/>
          </p:nvSpPr>
          <p:spPr>
            <a:xfrm>
              <a:off x="4344888" y="3383025"/>
              <a:ext cx="97725" cy="311125"/>
            </a:xfrm>
            <a:custGeom>
              <a:rect b="b" l="l" r="r" t="t"/>
              <a:pathLst>
                <a:path extrusionOk="0" h="12445" w="3909">
                  <a:moveTo>
                    <a:pt x="2175" y="1"/>
                  </a:moveTo>
                  <a:lnTo>
                    <a:pt x="124" y="83"/>
                  </a:lnTo>
                  <a:cubicBezTo>
                    <a:pt x="92" y="2502"/>
                    <a:pt x="46" y="5893"/>
                    <a:pt x="27" y="7626"/>
                  </a:cubicBezTo>
                  <a:cubicBezTo>
                    <a:pt x="0" y="10492"/>
                    <a:pt x="1258" y="11230"/>
                    <a:pt x="1258" y="11230"/>
                  </a:cubicBezTo>
                  <a:cubicBezTo>
                    <a:pt x="2242" y="12254"/>
                    <a:pt x="3520" y="12445"/>
                    <a:pt x="3834" y="12445"/>
                  </a:cubicBezTo>
                  <a:cubicBezTo>
                    <a:pt x="3882" y="12445"/>
                    <a:pt x="3908" y="12440"/>
                    <a:pt x="3906" y="12433"/>
                  </a:cubicBezTo>
                  <a:cubicBezTo>
                    <a:pt x="3897" y="12397"/>
                    <a:pt x="2781" y="4362"/>
                    <a:pt x="2175" y="1"/>
                  </a:cubicBezTo>
                  <a:close/>
                </a:path>
              </a:pathLst>
            </a:custGeom>
            <a:solidFill>
              <a:srgbClr val="70257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29" name="Google Shape;3929;p132"/>
            <p:cNvSpPr/>
            <p:nvPr/>
          </p:nvSpPr>
          <p:spPr>
            <a:xfrm>
              <a:off x="4314813" y="3219875"/>
              <a:ext cx="75000" cy="96725"/>
            </a:xfrm>
            <a:custGeom>
              <a:rect b="b" l="l" r="r" t="t"/>
              <a:pathLst>
                <a:path extrusionOk="0" h="3869" w="3000">
                  <a:moveTo>
                    <a:pt x="1101" y="1"/>
                  </a:moveTo>
                  <a:cubicBezTo>
                    <a:pt x="1089" y="1"/>
                    <a:pt x="1077" y="2"/>
                    <a:pt x="1066" y="4"/>
                  </a:cubicBezTo>
                  <a:cubicBezTo>
                    <a:pt x="848" y="50"/>
                    <a:pt x="1140" y="2575"/>
                    <a:pt x="971" y="2657"/>
                  </a:cubicBezTo>
                  <a:cubicBezTo>
                    <a:pt x="962" y="2661"/>
                    <a:pt x="953" y="2663"/>
                    <a:pt x="943" y="2663"/>
                  </a:cubicBezTo>
                  <a:cubicBezTo>
                    <a:pt x="764" y="2663"/>
                    <a:pt x="425" y="2006"/>
                    <a:pt x="292" y="1864"/>
                  </a:cubicBezTo>
                  <a:cubicBezTo>
                    <a:pt x="280" y="1852"/>
                    <a:pt x="268" y="1846"/>
                    <a:pt x="257" y="1846"/>
                  </a:cubicBezTo>
                  <a:cubicBezTo>
                    <a:pt x="126" y="1846"/>
                    <a:pt x="0" y="2552"/>
                    <a:pt x="100" y="3263"/>
                  </a:cubicBezTo>
                  <a:cubicBezTo>
                    <a:pt x="170" y="3782"/>
                    <a:pt x="707" y="3869"/>
                    <a:pt x="1057" y="3869"/>
                  </a:cubicBezTo>
                  <a:cubicBezTo>
                    <a:pt x="1233" y="3869"/>
                    <a:pt x="1363" y="3847"/>
                    <a:pt x="1363" y="3847"/>
                  </a:cubicBezTo>
                  <a:lnTo>
                    <a:pt x="2999" y="3782"/>
                  </a:lnTo>
                  <a:cubicBezTo>
                    <a:pt x="2999" y="3782"/>
                    <a:pt x="2416" y="1609"/>
                    <a:pt x="2133" y="993"/>
                  </a:cubicBezTo>
                  <a:cubicBezTo>
                    <a:pt x="1865" y="404"/>
                    <a:pt x="1340" y="1"/>
                    <a:pt x="1101" y="1"/>
                  </a:cubicBezTo>
                  <a:close/>
                </a:path>
              </a:pathLst>
            </a:custGeom>
            <a:solidFill>
              <a:srgbClr val="FF457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30" name="Google Shape;3930;p132"/>
            <p:cNvSpPr/>
            <p:nvPr/>
          </p:nvSpPr>
          <p:spPr>
            <a:xfrm>
              <a:off x="4727288" y="3499250"/>
              <a:ext cx="200775" cy="193425"/>
            </a:xfrm>
            <a:custGeom>
              <a:rect b="b" l="l" r="r" t="t"/>
              <a:pathLst>
                <a:path extrusionOk="0" h="7737" w="8031">
                  <a:moveTo>
                    <a:pt x="5118" y="0"/>
                  </a:moveTo>
                  <a:lnTo>
                    <a:pt x="3278" y="1427"/>
                  </a:lnTo>
                  <a:cubicBezTo>
                    <a:pt x="3278" y="1427"/>
                    <a:pt x="3227" y="4909"/>
                    <a:pt x="0" y="6112"/>
                  </a:cubicBezTo>
                  <a:cubicBezTo>
                    <a:pt x="0" y="6112"/>
                    <a:pt x="1708" y="7737"/>
                    <a:pt x="3908" y="7737"/>
                  </a:cubicBezTo>
                  <a:cubicBezTo>
                    <a:pt x="4119" y="7737"/>
                    <a:pt x="4334" y="7722"/>
                    <a:pt x="4553" y="7689"/>
                  </a:cubicBezTo>
                  <a:cubicBezTo>
                    <a:pt x="7056" y="7311"/>
                    <a:pt x="8030" y="6463"/>
                    <a:pt x="8030" y="6463"/>
                  </a:cubicBezTo>
                  <a:cubicBezTo>
                    <a:pt x="8030" y="6463"/>
                    <a:pt x="6690" y="6436"/>
                    <a:pt x="5962" y="4685"/>
                  </a:cubicBezTo>
                  <a:cubicBezTo>
                    <a:pt x="5228" y="2931"/>
                    <a:pt x="5118" y="0"/>
                    <a:pt x="5118" y="0"/>
                  </a:cubicBezTo>
                  <a:close/>
                </a:path>
              </a:pathLst>
            </a:custGeom>
            <a:solidFill>
              <a:srgbClr val="FF457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31" name="Google Shape;3931;p132"/>
            <p:cNvSpPr/>
            <p:nvPr/>
          </p:nvSpPr>
          <p:spPr>
            <a:xfrm>
              <a:off x="4803613" y="3509150"/>
              <a:ext cx="37875" cy="58250"/>
            </a:xfrm>
            <a:custGeom>
              <a:rect b="b" l="l" r="r" t="t"/>
              <a:pathLst>
                <a:path extrusionOk="0" h="2330" w="1515">
                  <a:moveTo>
                    <a:pt x="1514" y="0"/>
                  </a:moveTo>
                  <a:lnTo>
                    <a:pt x="225" y="1031"/>
                  </a:lnTo>
                  <a:lnTo>
                    <a:pt x="215" y="1086"/>
                  </a:lnTo>
                  <a:lnTo>
                    <a:pt x="0" y="2329"/>
                  </a:lnTo>
                  <a:cubicBezTo>
                    <a:pt x="0" y="2329"/>
                    <a:pt x="885" y="1673"/>
                    <a:pt x="1172" y="1031"/>
                  </a:cubicBezTo>
                  <a:cubicBezTo>
                    <a:pt x="1459" y="383"/>
                    <a:pt x="1514" y="1"/>
                    <a:pt x="1514" y="0"/>
                  </a:cubicBezTo>
                  <a:close/>
                </a:path>
              </a:pathLst>
            </a:custGeom>
            <a:solidFill>
              <a:srgbClr val="70257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32" name="Google Shape;3932;p132"/>
            <p:cNvSpPr/>
            <p:nvPr/>
          </p:nvSpPr>
          <p:spPr>
            <a:xfrm>
              <a:off x="4759638" y="3414275"/>
              <a:ext cx="119875" cy="125525"/>
            </a:xfrm>
            <a:custGeom>
              <a:rect b="b" l="l" r="r" t="t"/>
              <a:pathLst>
                <a:path extrusionOk="0" h="5021" w="4795">
                  <a:moveTo>
                    <a:pt x="2134" y="0"/>
                  </a:moveTo>
                  <a:cubicBezTo>
                    <a:pt x="1729" y="0"/>
                    <a:pt x="1353" y="86"/>
                    <a:pt x="1126" y="268"/>
                  </a:cubicBezTo>
                  <a:cubicBezTo>
                    <a:pt x="457" y="806"/>
                    <a:pt x="0" y="4424"/>
                    <a:pt x="128" y="4830"/>
                  </a:cubicBezTo>
                  <a:cubicBezTo>
                    <a:pt x="171" y="4962"/>
                    <a:pt x="406" y="5021"/>
                    <a:pt x="729" y="5021"/>
                  </a:cubicBezTo>
                  <a:cubicBezTo>
                    <a:pt x="1398" y="5021"/>
                    <a:pt x="2445" y="4769"/>
                    <a:pt x="2949" y="4397"/>
                  </a:cubicBezTo>
                  <a:cubicBezTo>
                    <a:pt x="3696" y="3846"/>
                    <a:pt x="3824" y="3399"/>
                    <a:pt x="3824" y="3399"/>
                  </a:cubicBezTo>
                  <a:cubicBezTo>
                    <a:pt x="3824" y="3399"/>
                    <a:pt x="3949" y="3476"/>
                    <a:pt x="4117" y="3476"/>
                  </a:cubicBezTo>
                  <a:cubicBezTo>
                    <a:pt x="4227" y="3476"/>
                    <a:pt x="4356" y="3443"/>
                    <a:pt x="4481" y="3335"/>
                  </a:cubicBezTo>
                  <a:cubicBezTo>
                    <a:pt x="4795" y="3061"/>
                    <a:pt x="4663" y="2405"/>
                    <a:pt x="4417" y="2260"/>
                  </a:cubicBezTo>
                  <a:cubicBezTo>
                    <a:pt x="4347" y="2220"/>
                    <a:pt x="4286" y="2206"/>
                    <a:pt x="4235" y="2206"/>
                  </a:cubicBezTo>
                  <a:cubicBezTo>
                    <a:pt x="4103" y="2206"/>
                    <a:pt x="4034" y="2301"/>
                    <a:pt x="4034" y="2301"/>
                  </a:cubicBezTo>
                  <a:cubicBezTo>
                    <a:pt x="4034" y="2301"/>
                    <a:pt x="4117" y="1790"/>
                    <a:pt x="3943" y="911"/>
                  </a:cubicBezTo>
                  <a:cubicBezTo>
                    <a:pt x="3831" y="329"/>
                    <a:pt x="2927" y="0"/>
                    <a:pt x="2134" y="0"/>
                  </a:cubicBezTo>
                  <a:close/>
                </a:path>
              </a:pathLst>
            </a:custGeom>
            <a:solidFill>
              <a:srgbClr val="FF457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33" name="Google Shape;3933;p132"/>
            <p:cNvSpPr/>
            <p:nvPr/>
          </p:nvSpPr>
          <p:spPr>
            <a:xfrm>
              <a:off x="4813988" y="3457625"/>
              <a:ext cx="21900" cy="8875"/>
            </a:xfrm>
            <a:custGeom>
              <a:rect b="b" l="l" r="r" t="t"/>
              <a:pathLst>
                <a:path extrusionOk="0" h="355" w="876">
                  <a:moveTo>
                    <a:pt x="423" y="0"/>
                  </a:moveTo>
                  <a:cubicBezTo>
                    <a:pt x="323" y="0"/>
                    <a:pt x="235" y="6"/>
                    <a:pt x="197" y="25"/>
                  </a:cubicBezTo>
                  <a:cubicBezTo>
                    <a:pt x="83" y="75"/>
                    <a:pt x="1" y="311"/>
                    <a:pt x="1" y="311"/>
                  </a:cubicBezTo>
                  <a:cubicBezTo>
                    <a:pt x="1" y="311"/>
                    <a:pt x="213" y="354"/>
                    <a:pt x="398" y="354"/>
                  </a:cubicBezTo>
                  <a:cubicBezTo>
                    <a:pt x="490" y="354"/>
                    <a:pt x="576" y="343"/>
                    <a:pt x="624" y="311"/>
                  </a:cubicBezTo>
                  <a:cubicBezTo>
                    <a:pt x="767" y="221"/>
                    <a:pt x="876" y="25"/>
                    <a:pt x="876" y="25"/>
                  </a:cubicBezTo>
                  <a:cubicBezTo>
                    <a:pt x="876" y="25"/>
                    <a:pt x="625" y="0"/>
                    <a:pt x="423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34" name="Google Shape;3934;p132"/>
            <p:cNvSpPr/>
            <p:nvPr/>
          </p:nvSpPr>
          <p:spPr>
            <a:xfrm>
              <a:off x="4778088" y="3449925"/>
              <a:ext cx="14375" cy="14125"/>
            </a:xfrm>
            <a:custGeom>
              <a:rect b="b" l="l" r="r" t="t"/>
              <a:pathLst>
                <a:path extrusionOk="0" h="565" w="575">
                  <a:moveTo>
                    <a:pt x="32" y="0"/>
                  </a:moveTo>
                  <a:cubicBezTo>
                    <a:pt x="32" y="0"/>
                    <a:pt x="1" y="49"/>
                    <a:pt x="106" y="232"/>
                  </a:cubicBezTo>
                  <a:cubicBezTo>
                    <a:pt x="211" y="415"/>
                    <a:pt x="552" y="565"/>
                    <a:pt x="552" y="565"/>
                  </a:cubicBezTo>
                  <a:cubicBezTo>
                    <a:pt x="552" y="565"/>
                    <a:pt x="575" y="301"/>
                    <a:pt x="466" y="182"/>
                  </a:cubicBezTo>
                  <a:cubicBezTo>
                    <a:pt x="356" y="64"/>
                    <a:pt x="33" y="0"/>
                    <a:pt x="32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35" name="Google Shape;3935;p132"/>
            <p:cNvSpPr/>
            <p:nvPr/>
          </p:nvSpPr>
          <p:spPr>
            <a:xfrm>
              <a:off x="4778888" y="3449875"/>
              <a:ext cx="14725" cy="14175"/>
            </a:xfrm>
            <a:custGeom>
              <a:rect b="b" l="l" r="r" t="t"/>
              <a:pathLst>
                <a:path extrusionOk="0" h="567" w="589">
                  <a:moveTo>
                    <a:pt x="51" y="1"/>
                  </a:moveTo>
                  <a:cubicBezTo>
                    <a:pt x="20" y="1"/>
                    <a:pt x="0" y="2"/>
                    <a:pt x="0" y="2"/>
                  </a:cubicBezTo>
                  <a:cubicBezTo>
                    <a:pt x="0" y="2"/>
                    <a:pt x="347" y="74"/>
                    <a:pt x="434" y="211"/>
                  </a:cubicBezTo>
                  <a:cubicBezTo>
                    <a:pt x="520" y="352"/>
                    <a:pt x="520" y="567"/>
                    <a:pt x="520" y="567"/>
                  </a:cubicBezTo>
                  <a:cubicBezTo>
                    <a:pt x="520" y="567"/>
                    <a:pt x="589" y="316"/>
                    <a:pt x="457" y="143"/>
                  </a:cubicBezTo>
                  <a:cubicBezTo>
                    <a:pt x="357" y="16"/>
                    <a:pt x="148" y="1"/>
                    <a:pt x="51" y="1"/>
                  </a:cubicBezTo>
                  <a:close/>
                </a:path>
              </a:pathLst>
            </a:custGeom>
            <a:solidFill>
              <a:srgbClr val="21204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36" name="Google Shape;3936;p132"/>
            <p:cNvSpPr/>
            <p:nvPr/>
          </p:nvSpPr>
          <p:spPr>
            <a:xfrm>
              <a:off x="4780488" y="3439725"/>
              <a:ext cx="15300" cy="8500"/>
            </a:xfrm>
            <a:custGeom>
              <a:rect b="b" l="l" r="r" t="t"/>
              <a:pathLst>
                <a:path extrusionOk="0" h="340" w="612">
                  <a:moveTo>
                    <a:pt x="246" y="1"/>
                  </a:moveTo>
                  <a:cubicBezTo>
                    <a:pt x="114" y="1"/>
                    <a:pt x="1" y="57"/>
                    <a:pt x="1" y="57"/>
                  </a:cubicBezTo>
                  <a:cubicBezTo>
                    <a:pt x="1" y="57"/>
                    <a:pt x="37" y="52"/>
                    <a:pt x="93" y="52"/>
                  </a:cubicBezTo>
                  <a:cubicBezTo>
                    <a:pt x="155" y="52"/>
                    <a:pt x="240" y="58"/>
                    <a:pt x="329" y="84"/>
                  </a:cubicBezTo>
                  <a:cubicBezTo>
                    <a:pt x="502" y="129"/>
                    <a:pt x="611" y="339"/>
                    <a:pt x="611" y="339"/>
                  </a:cubicBezTo>
                  <a:cubicBezTo>
                    <a:pt x="611" y="339"/>
                    <a:pt x="607" y="135"/>
                    <a:pt x="416" y="38"/>
                  </a:cubicBezTo>
                  <a:cubicBezTo>
                    <a:pt x="360" y="10"/>
                    <a:pt x="302" y="1"/>
                    <a:pt x="246" y="1"/>
                  </a:cubicBezTo>
                  <a:close/>
                </a:path>
              </a:pathLst>
            </a:custGeom>
            <a:solidFill>
              <a:srgbClr val="21204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37" name="Google Shape;3937;p132"/>
            <p:cNvSpPr/>
            <p:nvPr/>
          </p:nvSpPr>
          <p:spPr>
            <a:xfrm>
              <a:off x="4813988" y="3456800"/>
              <a:ext cx="21900" cy="8625"/>
            </a:xfrm>
            <a:custGeom>
              <a:rect b="b" l="l" r="r" t="t"/>
              <a:pathLst>
                <a:path extrusionOk="0" h="345" w="876">
                  <a:moveTo>
                    <a:pt x="438" y="1"/>
                  </a:moveTo>
                  <a:cubicBezTo>
                    <a:pt x="337" y="1"/>
                    <a:pt x="246" y="9"/>
                    <a:pt x="197" y="30"/>
                  </a:cubicBezTo>
                  <a:cubicBezTo>
                    <a:pt x="60" y="94"/>
                    <a:pt x="1" y="344"/>
                    <a:pt x="1" y="344"/>
                  </a:cubicBezTo>
                  <a:cubicBezTo>
                    <a:pt x="1" y="344"/>
                    <a:pt x="119" y="121"/>
                    <a:pt x="269" y="81"/>
                  </a:cubicBezTo>
                  <a:cubicBezTo>
                    <a:pt x="349" y="59"/>
                    <a:pt x="513" y="54"/>
                    <a:pt x="651" y="54"/>
                  </a:cubicBezTo>
                  <a:cubicBezTo>
                    <a:pt x="774" y="54"/>
                    <a:pt x="876" y="58"/>
                    <a:pt x="876" y="58"/>
                  </a:cubicBezTo>
                  <a:cubicBezTo>
                    <a:pt x="832" y="28"/>
                    <a:pt x="620" y="1"/>
                    <a:pt x="438" y="1"/>
                  </a:cubicBezTo>
                  <a:close/>
                </a:path>
              </a:pathLst>
            </a:custGeom>
            <a:solidFill>
              <a:srgbClr val="21204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38" name="Google Shape;3938;p132"/>
            <p:cNvSpPr/>
            <p:nvPr/>
          </p:nvSpPr>
          <p:spPr>
            <a:xfrm>
              <a:off x="4814913" y="3446475"/>
              <a:ext cx="23575" cy="5725"/>
            </a:xfrm>
            <a:custGeom>
              <a:rect b="b" l="l" r="r" t="t"/>
              <a:pathLst>
                <a:path extrusionOk="0" h="229" w="943">
                  <a:moveTo>
                    <a:pt x="451" y="1"/>
                  </a:moveTo>
                  <a:cubicBezTo>
                    <a:pt x="406" y="1"/>
                    <a:pt x="361" y="4"/>
                    <a:pt x="319" y="10"/>
                  </a:cubicBezTo>
                  <a:cubicBezTo>
                    <a:pt x="82" y="46"/>
                    <a:pt x="0" y="229"/>
                    <a:pt x="0" y="229"/>
                  </a:cubicBezTo>
                  <a:cubicBezTo>
                    <a:pt x="0" y="229"/>
                    <a:pt x="105" y="88"/>
                    <a:pt x="401" y="69"/>
                  </a:cubicBezTo>
                  <a:cubicBezTo>
                    <a:pt x="419" y="68"/>
                    <a:pt x="437" y="68"/>
                    <a:pt x="455" y="68"/>
                  </a:cubicBezTo>
                  <a:cubicBezTo>
                    <a:pt x="730" y="68"/>
                    <a:pt x="943" y="197"/>
                    <a:pt x="943" y="197"/>
                  </a:cubicBezTo>
                  <a:cubicBezTo>
                    <a:pt x="894" y="69"/>
                    <a:pt x="663" y="1"/>
                    <a:pt x="451" y="1"/>
                  </a:cubicBezTo>
                  <a:close/>
                </a:path>
              </a:pathLst>
            </a:custGeom>
            <a:solidFill>
              <a:srgbClr val="21204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39" name="Google Shape;3939;p132"/>
            <p:cNvSpPr/>
            <p:nvPr/>
          </p:nvSpPr>
          <p:spPr>
            <a:xfrm>
              <a:off x="4820363" y="3458450"/>
              <a:ext cx="5600" cy="7225"/>
            </a:xfrm>
            <a:custGeom>
              <a:rect b="b" l="l" r="r" t="t"/>
              <a:pathLst>
                <a:path extrusionOk="0" h="289" w="224">
                  <a:moveTo>
                    <a:pt x="110" y="0"/>
                  </a:moveTo>
                  <a:cubicBezTo>
                    <a:pt x="51" y="0"/>
                    <a:pt x="1" y="64"/>
                    <a:pt x="1" y="142"/>
                  </a:cubicBezTo>
                  <a:cubicBezTo>
                    <a:pt x="1" y="224"/>
                    <a:pt x="51" y="288"/>
                    <a:pt x="110" y="288"/>
                  </a:cubicBezTo>
                  <a:cubicBezTo>
                    <a:pt x="174" y="288"/>
                    <a:pt x="224" y="224"/>
                    <a:pt x="224" y="142"/>
                  </a:cubicBezTo>
                  <a:cubicBezTo>
                    <a:pt x="224" y="64"/>
                    <a:pt x="174" y="0"/>
                    <a:pt x="110" y="0"/>
                  </a:cubicBezTo>
                  <a:close/>
                </a:path>
              </a:pathLst>
            </a:custGeom>
            <a:solidFill>
              <a:srgbClr val="21204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40" name="Google Shape;3940;p132"/>
            <p:cNvSpPr/>
            <p:nvPr/>
          </p:nvSpPr>
          <p:spPr>
            <a:xfrm>
              <a:off x="4783913" y="3453175"/>
              <a:ext cx="6175" cy="7250"/>
            </a:xfrm>
            <a:custGeom>
              <a:rect b="b" l="l" r="r" t="t"/>
              <a:pathLst>
                <a:path extrusionOk="0" h="290" w="247">
                  <a:moveTo>
                    <a:pt x="129" y="1"/>
                  </a:moveTo>
                  <a:cubicBezTo>
                    <a:pt x="70" y="1"/>
                    <a:pt x="22" y="57"/>
                    <a:pt x="9" y="129"/>
                  </a:cubicBezTo>
                  <a:cubicBezTo>
                    <a:pt x="1" y="207"/>
                    <a:pt x="41" y="280"/>
                    <a:pt x="100" y="289"/>
                  </a:cubicBezTo>
                  <a:cubicBezTo>
                    <a:pt x="105" y="290"/>
                    <a:pt x="109" y="290"/>
                    <a:pt x="113" y="290"/>
                  </a:cubicBezTo>
                  <a:cubicBezTo>
                    <a:pt x="172" y="290"/>
                    <a:pt x="224" y="234"/>
                    <a:pt x="233" y="161"/>
                  </a:cubicBezTo>
                  <a:cubicBezTo>
                    <a:pt x="247" y="79"/>
                    <a:pt x="205" y="11"/>
                    <a:pt x="142" y="1"/>
                  </a:cubicBezTo>
                  <a:cubicBezTo>
                    <a:pt x="138" y="1"/>
                    <a:pt x="133" y="1"/>
                    <a:pt x="129" y="1"/>
                  </a:cubicBezTo>
                  <a:close/>
                </a:path>
              </a:pathLst>
            </a:custGeom>
            <a:solidFill>
              <a:srgbClr val="21204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41" name="Google Shape;3941;p132"/>
            <p:cNvSpPr/>
            <p:nvPr/>
          </p:nvSpPr>
          <p:spPr>
            <a:xfrm>
              <a:off x="4790963" y="3454450"/>
              <a:ext cx="13825" cy="30900"/>
            </a:xfrm>
            <a:custGeom>
              <a:rect b="b" l="l" r="r" t="t"/>
              <a:pathLst>
                <a:path extrusionOk="0" h="1236" w="553">
                  <a:moveTo>
                    <a:pt x="498" y="1"/>
                  </a:moveTo>
                  <a:lnTo>
                    <a:pt x="1" y="1236"/>
                  </a:lnTo>
                  <a:lnTo>
                    <a:pt x="534" y="1044"/>
                  </a:lnTo>
                  <a:lnTo>
                    <a:pt x="516" y="990"/>
                  </a:lnTo>
                  <a:lnTo>
                    <a:pt x="106" y="1136"/>
                  </a:lnTo>
                  <a:lnTo>
                    <a:pt x="552" y="24"/>
                  </a:lnTo>
                  <a:lnTo>
                    <a:pt x="498" y="1"/>
                  </a:lnTo>
                  <a:close/>
                </a:path>
              </a:pathLst>
            </a:custGeom>
            <a:solidFill>
              <a:srgbClr val="70257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42" name="Google Shape;3942;p132"/>
            <p:cNvSpPr/>
            <p:nvPr/>
          </p:nvSpPr>
          <p:spPr>
            <a:xfrm>
              <a:off x="4856938" y="3477950"/>
              <a:ext cx="10275" cy="7750"/>
            </a:xfrm>
            <a:custGeom>
              <a:rect b="b" l="l" r="r" t="t"/>
              <a:pathLst>
                <a:path extrusionOk="0" h="310" w="411">
                  <a:moveTo>
                    <a:pt x="410" y="0"/>
                  </a:moveTo>
                  <a:cubicBezTo>
                    <a:pt x="374" y="0"/>
                    <a:pt x="88" y="9"/>
                    <a:pt x="0" y="291"/>
                  </a:cubicBezTo>
                  <a:lnTo>
                    <a:pt x="55" y="310"/>
                  </a:lnTo>
                  <a:cubicBezTo>
                    <a:pt x="134" y="64"/>
                    <a:pt x="384" y="59"/>
                    <a:pt x="409" y="59"/>
                  </a:cubicBezTo>
                  <a:cubicBezTo>
                    <a:pt x="410" y="59"/>
                    <a:pt x="410" y="59"/>
                    <a:pt x="410" y="59"/>
                  </a:cubicBezTo>
                  <a:lnTo>
                    <a:pt x="410" y="0"/>
                  </a:lnTo>
                  <a:close/>
                </a:path>
              </a:pathLst>
            </a:custGeom>
            <a:solidFill>
              <a:srgbClr val="70257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43" name="Google Shape;3943;p132"/>
            <p:cNvSpPr/>
            <p:nvPr/>
          </p:nvSpPr>
          <p:spPr>
            <a:xfrm>
              <a:off x="4787763" y="3412875"/>
              <a:ext cx="76600" cy="22375"/>
            </a:xfrm>
            <a:custGeom>
              <a:rect b="b" l="l" r="r" t="t"/>
              <a:pathLst>
                <a:path extrusionOk="0" h="895" w="3064">
                  <a:moveTo>
                    <a:pt x="995" y="1"/>
                  </a:moveTo>
                  <a:cubicBezTo>
                    <a:pt x="396" y="1"/>
                    <a:pt x="33" y="182"/>
                    <a:pt x="1" y="324"/>
                  </a:cubicBezTo>
                  <a:cubicBezTo>
                    <a:pt x="1" y="324"/>
                    <a:pt x="461" y="894"/>
                    <a:pt x="1186" y="894"/>
                  </a:cubicBezTo>
                  <a:cubicBezTo>
                    <a:pt x="1225" y="894"/>
                    <a:pt x="1264" y="893"/>
                    <a:pt x="1305" y="889"/>
                  </a:cubicBezTo>
                  <a:cubicBezTo>
                    <a:pt x="2093" y="820"/>
                    <a:pt x="2795" y="807"/>
                    <a:pt x="2795" y="807"/>
                  </a:cubicBezTo>
                  <a:cubicBezTo>
                    <a:pt x="2795" y="807"/>
                    <a:pt x="3064" y="420"/>
                    <a:pt x="1925" y="128"/>
                  </a:cubicBezTo>
                  <a:cubicBezTo>
                    <a:pt x="1574" y="37"/>
                    <a:pt x="1261" y="1"/>
                    <a:pt x="995" y="1"/>
                  </a:cubicBezTo>
                  <a:close/>
                </a:path>
              </a:pathLst>
            </a:custGeom>
            <a:solidFill>
              <a:srgbClr val="21204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44" name="Google Shape;3944;p132"/>
            <p:cNvSpPr/>
            <p:nvPr/>
          </p:nvSpPr>
          <p:spPr>
            <a:xfrm>
              <a:off x="4856938" y="3433050"/>
              <a:ext cx="9600" cy="38775"/>
            </a:xfrm>
            <a:custGeom>
              <a:rect b="b" l="l" r="r" t="t"/>
              <a:pathLst>
                <a:path extrusionOk="0" h="1551" w="384">
                  <a:moveTo>
                    <a:pt x="0" y="0"/>
                  </a:moveTo>
                  <a:cubicBezTo>
                    <a:pt x="23" y="51"/>
                    <a:pt x="42" y="105"/>
                    <a:pt x="51" y="160"/>
                  </a:cubicBezTo>
                  <a:cubicBezTo>
                    <a:pt x="225" y="1039"/>
                    <a:pt x="142" y="1550"/>
                    <a:pt x="142" y="1550"/>
                  </a:cubicBezTo>
                  <a:cubicBezTo>
                    <a:pt x="142" y="1550"/>
                    <a:pt x="383" y="615"/>
                    <a:pt x="28" y="0"/>
                  </a:cubicBezTo>
                  <a:close/>
                </a:path>
              </a:pathLst>
            </a:custGeom>
            <a:solidFill>
              <a:srgbClr val="68688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45" name="Google Shape;3945;p132"/>
            <p:cNvSpPr/>
            <p:nvPr/>
          </p:nvSpPr>
          <p:spPr>
            <a:xfrm>
              <a:off x="4839738" y="3433050"/>
              <a:ext cx="22825" cy="44000"/>
            </a:xfrm>
            <a:custGeom>
              <a:rect b="b" l="l" r="r" t="t"/>
              <a:pathLst>
                <a:path extrusionOk="0" h="1760" w="913">
                  <a:moveTo>
                    <a:pt x="688" y="0"/>
                  </a:moveTo>
                  <a:lnTo>
                    <a:pt x="0" y="28"/>
                  </a:lnTo>
                  <a:lnTo>
                    <a:pt x="174" y="1016"/>
                  </a:lnTo>
                  <a:cubicBezTo>
                    <a:pt x="174" y="1016"/>
                    <a:pt x="402" y="1039"/>
                    <a:pt x="497" y="1304"/>
                  </a:cubicBezTo>
                  <a:cubicBezTo>
                    <a:pt x="589" y="1563"/>
                    <a:pt x="616" y="1759"/>
                    <a:pt x="616" y="1759"/>
                  </a:cubicBezTo>
                  <a:lnTo>
                    <a:pt x="830" y="1550"/>
                  </a:lnTo>
                  <a:cubicBezTo>
                    <a:pt x="830" y="1550"/>
                    <a:pt x="913" y="1039"/>
                    <a:pt x="739" y="160"/>
                  </a:cubicBezTo>
                  <a:cubicBezTo>
                    <a:pt x="730" y="105"/>
                    <a:pt x="711" y="51"/>
                    <a:pt x="688" y="0"/>
                  </a:cubicBezTo>
                  <a:close/>
                </a:path>
              </a:pathLst>
            </a:custGeom>
            <a:solidFill>
              <a:srgbClr val="682C5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46" name="Google Shape;3946;p132"/>
            <p:cNvSpPr/>
            <p:nvPr/>
          </p:nvSpPr>
          <p:spPr>
            <a:xfrm>
              <a:off x="4752588" y="3472400"/>
              <a:ext cx="105425" cy="76925"/>
            </a:xfrm>
            <a:custGeom>
              <a:rect b="b" l="l" r="r" t="t"/>
              <a:pathLst>
                <a:path extrusionOk="0" h="3077" w="4217">
                  <a:moveTo>
                    <a:pt x="4122" y="1"/>
                  </a:moveTo>
                  <a:cubicBezTo>
                    <a:pt x="4107" y="1"/>
                    <a:pt x="4089" y="4"/>
                    <a:pt x="4065" y="12"/>
                  </a:cubicBezTo>
                  <a:cubicBezTo>
                    <a:pt x="4065" y="12"/>
                    <a:pt x="3696" y="1179"/>
                    <a:pt x="3486" y="1371"/>
                  </a:cubicBezTo>
                  <a:cubicBezTo>
                    <a:pt x="3282" y="1557"/>
                    <a:pt x="2287" y="1672"/>
                    <a:pt x="2119" y="1890"/>
                  </a:cubicBezTo>
                  <a:cubicBezTo>
                    <a:pt x="1950" y="2114"/>
                    <a:pt x="1814" y="2291"/>
                    <a:pt x="1591" y="2341"/>
                  </a:cubicBezTo>
                  <a:cubicBezTo>
                    <a:pt x="1577" y="2344"/>
                    <a:pt x="1565" y="2346"/>
                    <a:pt x="1553" y="2346"/>
                  </a:cubicBezTo>
                  <a:cubicBezTo>
                    <a:pt x="1362" y="2346"/>
                    <a:pt x="1310" y="1954"/>
                    <a:pt x="1048" y="1817"/>
                  </a:cubicBezTo>
                  <a:cubicBezTo>
                    <a:pt x="992" y="1788"/>
                    <a:pt x="945" y="1776"/>
                    <a:pt x="905" y="1776"/>
                  </a:cubicBezTo>
                  <a:cubicBezTo>
                    <a:pt x="757" y="1776"/>
                    <a:pt x="698" y="1933"/>
                    <a:pt x="581" y="1933"/>
                  </a:cubicBezTo>
                  <a:cubicBezTo>
                    <a:pt x="573" y="1933"/>
                    <a:pt x="565" y="1933"/>
                    <a:pt x="556" y="1931"/>
                  </a:cubicBezTo>
                  <a:cubicBezTo>
                    <a:pt x="387" y="1899"/>
                    <a:pt x="478" y="1649"/>
                    <a:pt x="428" y="1607"/>
                  </a:cubicBezTo>
                  <a:cubicBezTo>
                    <a:pt x="427" y="1606"/>
                    <a:pt x="426" y="1606"/>
                    <a:pt x="425" y="1606"/>
                  </a:cubicBezTo>
                  <a:cubicBezTo>
                    <a:pt x="360" y="1606"/>
                    <a:pt x="1" y="2692"/>
                    <a:pt x="287" y="2947"/>
                  </a:cubicBezTo>
                  <a:cubicBezTo>
                    <a:pt x="389" y="3038"/>
                    <a:pt x="672" y="3077"/>
                    <a:pt x="1018" y="3077"/>
                  </a:cubicBezTo>
                  <a:cubicBezTo>
                    <a:pt x="1680" y="3077"/>
                    <a:pt x="2574" y="2936"/>
                    <a:pt x="2894" y="2751"/>
                  </a:cubicBezTo>
                  <a:cubicBezTo>
                    <a:pt x="3387" y="2469"/>
                    <a:pt x="3696" y="1689"/>
                    <a:pt x="3783" y="1470"/>
                  </a:cubicBezTo>
                  <a:cubicBezTo>
                    <a:pt x="3865" y="1252"/>
                    <a:pt x="4152" y="140"/>
                    <a:pt x="4152" y="140"/>
                  </a:cubicBezTo>
                  <a:cubicBezTo>
                    <a:pt x="4152" y="140"/>
                    <a:pt x="4217" y="1"/>
                    <a:pt x="4122" y="1"/>
                  </a:cubicBezTo>
                  <a:close/>
                </a:path>
              </a:pathLst>
            </a:custGeom>
            <a:solidFill>
              <a:srgbClr val="21204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47" name="Google Shape;3947;p132"/>
            <p:cNvSpPr/>
            <p:nvPr/>
          </p:nvSpPr>
          <p:spPr>
            <a:xfrm>
              <a:off x="4764788" y="3486100"/>
              <a:ext cx="57300" cy="28350"/>
            </a:xfrm>
            <a:custGeom>
              <a:rect b="b" l="l" r="r" t="t"/>
              <a:pathLst>
                <a:path extrusionOk="0" h="1134" w="2292">
                  <a:moveTo>
                    <a:pt x="1138" y="0"/>
                  </a:moveTo>
                  <a:cubicBezTo>
                    <a:pt x="685" y="0"/>
                    <a:pt x="287" y="312"/>
                    <a:pt x="287" y="312"/>
                  </a:cubicBezTo>
                  <a:cubicBezTo>
                    <a:pt x="118" y="512"/>
                    <a:pt x="0" y="872"/>
                    <a:pt x="109" y="922"/>
                  </a:cubicBezTo>
                  <a:cubicBezTo>
                    <a:pt x="116" y="926"/>
                    <a:pt x="124" y="927"/>
                    <a:pt x="134" y="927"/>
                  </a:cubicBezTo>
                  <a:cubicBezTo>
                    <a:pt x="279" y="927"/>
                    <a:pt x="725" y="566"/>
                    <a:pt x="918" y="566"/>
                  </a:cubicBezTo>
                  <a:cubicBezTo>
                    <a:pt x="924" y="566"/>
                    <a:pt x="929" y="566"/>
                    <a:pt x="934" y="567"/>
                  </a:cubicBezTo>
                  <a:cubicBezTo>
                    <a:pt x="1126" y="589"/>
                    <a:pt x="1839" y="1133"/>
                    <a:pt x="2065" y="1133"/>
                  </a:cubicBezTo>
                  <a:cubicBezTo>
                    <a:pt x="2070" y="1133"/>
                    <a:pt x="2074" y="1133"/>
                    <a:pt x="2078" y="1132"/>
                  </a:cubicBezTo>
                  <a:cubicBezTo>
                    <a:pt x="2292" y="1110"/>
                    <a:pt x="2146" y="426"/>
                    <a:pt x="1553" y="102"/>
                  </a:cubicBezTo>
                  <a:cubicBezTo>
                    <a:pt x="1416" y="28"/>
                    <a:pt x="1275" y="0"/>
                    <a:pt x="1138" y="0"/>
                  </a:cubicBezTo>
                  <a:close/>
                </a:path>
              </a:pathLst>
            </a:custGeom>
            <a:solidFill>
              <a:srgbClr val="21204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48" name="Google Shape;3948;p132"/>
            <p:cNvSpPr/>
            <p:nvPr/>
          </p:nvSpPr>
          <p:spPr>
            <a:xfrm>
              <a:off x="4699838" y="4066100"/>
              <a:ext cx="72225" cy="407700"/>
            </a:xfrm>
            <a:custGeom>
              <a:rect b="b" l="l" r="r" t="t"/>
              <a:pathLst>
                <a:path extrusionOk="0" h="16308" w="2889">
                  <a:moveTo>
                    <a:pt x="72" y="1"/>
                  </a:moveTo>
                  <a:cubicBezTo>
                    <a:pt x="32" y="1"/>
                    <a:pt x="0" y="33"/>
                    <a:pt x="0" y="74"/>
                  </a:cubicBezTo>
                  <a:lnTo>
                    <a:pt x="0" y="16230"/>
                  </a:lnTo>
                  <a:cubicBezTo>
                    <a:pt x="0" y="16272"/>
                    <a:pt x="32" y="16308"/>
                    <a:pt x="72" y="16308"/>
                  </a:cubicBezTo>
                  <a:lnTo>
                    <a:pt x="2817" y="16308"/>
                  </a:lnTo>
                  <a:cubicBezTo>
                    <a:pt x="2857" y="16308"/>
                    <a:pt x="2889" y="16272"/>
                    <a:pt x="2889" y="16230"/>
                  </a:cubicBezTo>
                  <a:lnTo>
                    <a:pt x="2889" y="74"/>
                  </a:lnTo>
                  <a:cubicBezTo>
                    <a:pt x="2889" y="33"/>
                    <a:pt x="2857" y="1"/>
                    <a:pt x="2817" y="1"/>
                  </a:cubicBezTo>
                  <a:close/>
                </a:path>
              </a:pathLst>
            </a:custGeom>
            <a:solidFill>
              <a:srgbClr val="14132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49" name="Google Shape;3949;p132"/>
            <p:cNvSpPr/>
            <p:nvPr/>
          </p:nvSpPr>
          <p:spPr>
            <a:xfrm>
              <a:off x="4712563" y="4481425"/>
              <a:ext cx="33900" cy="367375"/>
            </a:xfrm>
            <a:custGeom>
              <a:rect b="b" l="l" r="r" t="t"/>
              <a:pathLst>
                <a:path extrusionOk="0" h="14695" w="1356">
                  <a:moveTo>
                    <a:pt x="1" y="0"/>
                  </a:moveTo>
                  <a:lnTo>
                    <a:pt x="1" y="14695"/>
                  </a:lnTo>
                  <a:lnTo>
                    <a:pt x="1355" y="14695"/>
                  </a:lnTo>
                  <a:lnTo>
                    <a:pt x="1355" y="0"/>
                  </a:lnTo>
                  <a:close/>
                </a:path>
              </a:pathLst>
            </a:custGeom>
            <a:solidFill>
              <a:srgbClr val="FF457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50" name="Google Shape;3950;p132"/>
            <p:cNvSpPr/>
            <p:nvPr/>
          </p:nvSpPr>
          <p:spPr>
            <a:xfrm>
              <a:off x="4699838" y="4724925"/>
              <a:ext cx="72225" cy="48325"/>
            </a:xfrm>
            <a:custGeom>
              <a:rect b="b" l="l" r="r" t="t"/>
              <a:pathLst>
                <a:path extrusionOk="0" h="1933" w="2889">
                  <a:moveTo>
                    <a:pt x="0" y="1"/>
                  </a:moveTo>
                  <a:lnTo>
                    <a:pt x="0" y="1932"/>
                  </a:lnTo>
                  <a:lnTo>
                    <a:pt x="2889" y="1932"/>
                  </a:lnTo>
                  <a:lnTo>
                    <a:pt x="2889" y="1"/>
                  </a:lnTo>
                  <a:close/>
                </a:path>
              </a:pathLst>
            </a:custGeom>
            <a:solidFill>
              <a:srgbClr val="65A2E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51" name="Google Shape;3951;p132"/>
            <p:cNvSpPr/>
            <p:nvPr/>
          </p:nvSpPr>
          <p:spPr>
            <a:xfrm>
              <a:off x="4699838" y="4412025"/>
              <a:ext cx="72225" cy="312925"/>
            </a:xfrm>
            <a:custGeom>
              <a:rect b="b" l="l" r="r" t="t"/>
              <a:pathLst>
                <a:path extrusionOk="0" h="12517" w="2889">
                  <a:moveTo>
                    <a:pt x="1180" y="1"/>
                  </a:moveTo>
                  <a:cubicBezTo>
                    <a:pt x="528" y="1"/>
                    <a:pt x="0" y="534"/>
                    <a:pt x="0" y="1181"/>
                  </a:cubicBezTo>
                  <a:lnTo>
                    <a:pt x="0" y="12517"/>
                  </a:lnTo>
                  <a:lnTo>
                    <a:pt x="2889" y="12517"/>
                  </a:lnTo>
                  <a:lnTo>
                    <a:pt x="2889" y="1181"/>
                  </a:lnTo>
                  <a:cubicBezTo>
                    <a:pt x="2889" y="534"/>
                    <a:pt x="2361" y="1"/>
                    <a:pt x="1709" y="1"/>
                  </a:cubicBezTo>
                  <a:close/>
                </a:path>
              </a:pathLst>
            </a:custGeom>
            <a:solidFill>
              <a:srgbClr val="14132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52" name="Google Shape;3952;p132"/>
            <p:cNvSpPr/>
            <p:nvPr/>
          </p:nvSpPr>
          <p:spPr>
            <a:xfrm>
              <a:off x="4551488" y="4923875"/>
              <a:ext cx="194975" cy="24850"/>
            </a:xfrm>
            <a:custGeom>
              <a:rect b="b" l="l" r="r" t="t"/>
              <a:pathLst>
                <a:path extrusionOk="0" h="994" w="7799">
                  <a:moveTo>
                    <a:pt x="186" y="0"/>
                  </a:moveTo>
                  <a:cubicBezTo>
                    <a:pt x="32" y="893"/>
                    <a:pt x="0" y="994"/>
                    <a:pt x="0" y="994"/>
                  </a:cubicBezTo>
                  <a:lnTo>
                    <a:pt x="7798" y="994"/>
                  </a:lnTo>
                  <a:lnTo>
                    <a:pt x="7798" y="0"/>
                  </a:lnTo>
                  <a:close/>
                </a:path>
              </a:pathLst>
            </a:custGeom>
            <a:solidFill>
              <a:srgbClr val="FF457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53" name="Google Shape;3953;p132"/>
            <p:cNvSpPr/>
            <p:nvPr/>
          </p:nvSpPr>
          <p:spPr>
            <a:xfrm>
              <a:off x="4556113" y="4833625"/>
              <a:ext cx="190350" cy="90275"/>
            </a:xfrm>
            <a:custGeom>
              <a:rect b="b" l="l" r="r" t="t"/>
              <a:pathLst>
                <a:path extrusionOk="0" h="3611" w="7614">
                  <a:moveTo>
                    <a:pt x="5694" y="1"/>
                  </a:moveTo>
                  <a:cubicBezTo>
                    <a:pt x="5694" y="1"/>
                    <a:pt x="5918" y="2092"/>
                    <a:pt x="4336" y="2243"/>
                  </a:cubicBezTo>
                  <a:cubicBezTo>
                    <a:pt x="2759" y="2393"/>
                    <a:pt x="175" y="2607"/>
                    <a:pt x="11" y="3550"/>
                  </a:cubicBezTo>
                  <a:cubicBezTo>
                    <a:pt x="6" y="3573"/>
                    <a:pt x="1" y="3592"/>
                    <a:pt x="1" y="3610"/>
                  </a:cubicBezTo>
                  <a:lnTo>
                    <a:pt x="7613" y="3610"/>
                  </a:lnTo>
                  <a:lnTo>
                    <a:pt x="7613" y="1"/>
                  </a:lnTo>
                  <a:close/>
                </a:path>
              </a:pathLst>
            </a:custGeom>
            <a:solidFill>
              <a:srgbClr val="65A2E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54" name="Google Shape;3954;p132"/>
            <p:cNvSpPr/>
            <p:nvPr/>
          </p:nvSpPr>
          <p:spPr>
            <a:xfrm>
              <a:off x="4570838" y="4903525"/>
              <a:ext cx="87075" cy="20600"/>
            </a:xfrm>
            <a:custGeom>
              <a:rect b="b" l="l" r="r" t="t"/>
              <a:pathLst>
                <a:path extrusionOk="0" h="824" w="3483">
                  <a:moveTo>
                    <a:pt x="1250" y="1"/>
                  </a:moveTo>
                  <a:cubicBezTo>
                    <a:pt x="590" y="1"/>
                    <a:pt x="6" y="21"/>
                    <a:pt x="0" y="21"/>
                  </a:cubicBezTo>
                  <a:lnTo>
                    <a:pt x="0" y="71"/>
                  </a:lnTo>
                  <a:cubicBezTo>
                    <a:pt x="9" y="71"/>
                    <a:pt x="592" y="51"/>
                    <a:pt x="1251" y="51"/>
                  </a:cubicBezTo>
                  <a:cubicBezTo>
                    <a:pt x="1580" y="51"/>
                    <a:pt x="1929" y="56"/>
                    <a:pt x="2234" y="71"/>
                  </a:cubicBezTo>
                  <a:cubicBezTo>
                    <a:pt x="3131" y="117"/>
                    <a:pt x="3432" y="814"/>
                    <a:pt x="3437" y="823"/>
                  </a:cubicBezTo>
                  <a:lnTo>
                    <a:pt x="3482" y="805"/>
                  </a:lnTo>
                  <a:cubicBezTo>
                    <a:pt x="3478" y="796"/>
                    <a:pt x="3168" y="71"/>
                    <a:pt x="2234" y="21"/>
                  </a:cubicBezTo>
                  <a:cubicBezTo>
                    <a:pt x="1929" y="6"/>
                    <a:pt x="1579" y="1"/>
                    <a:pt x="1250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55" name="Google Shape;3955;p132"/>
            <p:cNvSpPr/>
            <p:nvPr/>
          </p:nvSpPr>
          <p:spPr>
            <a:xfrm>
              <a:off x="4657088" y="4833625"/>
              <a:ext cx="66125" cy="63150"/>
            </a:xfrm>
            <a:custGeom>
              <a:rect b="b" l="l" r="r" t="t"/>
              <a:pathLst>
                <a:path extrusionOk="0" h="2526" w="2645">
                  <a:moveTo>
                    <a:pt x="2580" y="1"/>
                  </a:moveTo>
                  <a:cubicBezTo>
                    <a:pt x="2580" y="18"/>
                    <a:pt x="2594" y="2111"/>
                    <a:pt x="1833" y="2380"/>
                  </a:cubicBezTo>
                  <a:cubicBezTo>
                    <a:pt x="1638" y="2449"/>
                    <a:pt x="1427" y="2475"/>
                    <a:pt x="1218" y="2475"/>
                  </a:cubicBezTo>
                  <a:cubicBezTo>
                    <a:pt x="606" y="2475"/>
                    <a:pt x="26" y="2251"/>
                    <a:pt x="19" y="2247"/>
                  </a:cubicBezTo>
                  <a:lnTo>
                    <a:pt x="0" y="2292"/>
                  </a:lnTo>
                  <a:cubicBezTo>
                    <a:pt x="5" y="2298"/>
                    <a:pt x="593" y="2525"/>
                    <a:pt x="1218" y="2525"/>
                  </a:cubicBezTo>
                  <a:cubicBezTo>
                    <a:pt x="1431" y="2525"/>
                    <a:pt x="1650" y="2498"/>
                    <a:pt x="1851" y="2429"/>
                  </a:cubicBezTo>
                  <a:cubicBezTo>
                    <a:pt x="2644" y="2147"/>
                    <a:pt x="2630" y="87"/>
                    <a:pt x="2630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56" name="Google Shape;3956;p132"/>
            <p:cNvSpPr/>
            <p:nvPr/>
          </p:nvSpPr>
          <p:spPr>
            <a:xfrm>
              <a:off x="4696738" y="4839900"/>
              <a:ext cx="25775" cy="17675"/>
            </a:xfrm>
            <a:custGeom>
              <a:rect b="b" l="l" r="r" t="t"/>
              <a:pathLst>
                <a:path extrusionOk="0" h="707" w="1031">
                  <a:moveTo>
                    <a:pt x="1004" y="0"/>
                  </a:moveTo>
                  <a:lnTo>
                    <a:pt x="1" y="665"/>
                  </a:lnTo>
                  <a:lnTo>
                    <a:pt x="28" y="707"/>
                  </a:lnTo>
                  <a:lnTo>
                    <a:pt x="1031" y="41"/>
                  </a:lnTo>
                  <a:lnTo>
                    <a:pt x="1004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57" name="Google Shape;3957;p132"/>
            <p:cNvSpPr/>
            <p:nvPr/>
          </p:nvSpPr>
          <p:spPr>
            <a:xfrm>
              <a:off x="4698313" y="4844575"/>
              <a:ext cx="22600" cy="13000"/>
            </a:xfrm>
            <a:custGeom>
              <a:rect b="b" l="l" r="r" t="t"/>
              <a:pathLst>
                <a:path extrusionOk="0" h="520" w="904">
                  <a:moveTo>
                    <a:pt x="24" y="0"/>
                  </a:moveTo>
                  <a:lnTo>
                    <a:pt x="1" y="41"/>
                  </a:lnTo>
                  <a:lnTo>
                    <a:pt x="882" y="520"/>
                  </a:lnTo>
                  <a:lnTo>
                    <a:pt x="903" y="478"/>
                  </a:lnTo>
                  <a:lnTo>
                    <a:pt x="24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58" name="Google Shape;3958;p132"/>
            <p:cNvSpPr/>
            <p:nvPr/>
          </p:nvSpPr>
          <p:spPr>
            <a:xfrm>
              <a:off x="4689563" y="4864250"/>
              <a:ext cx="29975" cy="11650"/>
            </a:xfrm>
            <a:custGeom>
              <a:rect b="b" l="l" r="r" t="t"/>
              <a:pathLst>
                <a:path extrusionOk="0" h="466" w="1199">
                  <a:moveTo>
                    <a:pt x="1181" y="1"/>
                  </a:moveTo>
                  <a:lnTo>
                    <a:pt x="1" y="416"/>
                  </a:lnTo>
                  <a:lnTo>
                    <a:pt x="14" y="466"/>
                  </a:lnTo>
                  <a:lnTo>
                    <a:pt x="1199" y="47"/>
                  </a:lnTo>
                  <a:lnTo>
                    <a:pt x="1181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59" name="Google Shape;3959;p132"/>
            <p:cNvSpPr/>
            <p:nvPr/>
          </p:nvSpPr>
          <p:spPr>
            <a:xfrm>
              <a:off x="4694588" y="4864250"/>
              <a:ext cx="21200" cy="14975"/>
            </a:xfrm>
            <a:custGeom>
              <a:rect b="b" l="l" r="r" t="t"/>
              <a:pathLst>
                <a:path extrusionOk="0" h="599" w="848">
                  <a:moveTo>
                    <a:pt x="27" y="1"/>
                  </a:moveTo>
                  <a:lnTo>
                    <a:pt x="0" y="47"/>
                  </a:lnTo>
                  <a:lnTo>
                    <a:pt x="820" y="598"/>
                  </a:lnTo>
                  <a:lnTo>
                    <a:pt x="848" y="558"/>
                  </a:lnTo>
                  <a:lnTo>
                    <a:pt x="27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60" name="Google Shape;3960;p132"/>
            <p:cNvSpPr/>
            <p:nvPr/>
          </p:nvSpPr>
          <p:spPr>
            <a:xfrm>
              <a:off x="4801013" y="4066100"/>
              <a:ext cx="72250" cy="407700"/>
            </a:xfrm>
            <a:custGeom>
              <a:rect b="b" l="l" r="r" t="t"/>
              <a:pathLst>
                <a:path extrusionOk="0" h="16308" w="2890">
                  <a:moveTo>
                    <a:pt x="73" y="1"/>
                  </a:moveTo>
                  <a:cubicBezTo>
                    <a:pt x="32" y="1"/>
                    <a:pt x="0" y="33"/>
                    <a:pt x="0" y="74"/>
                  </a:cubicBezTo>
                  <a:lnTo>
                    <a:pt x="0" y="16230"/>
                  </a:lnTo>
                  <a:cubicBezTo>
                    <a:pt x="0" y="16272"/>
                    <a:pt x="32" y="16308"/>
                    <a:pt x="73" y="16308"/>
                  </a:cubicBezTo>
                  <a:lnTo>
                    <a:pt x="2817" y="16308"/>
                  </a:lnTo>
                  <a:cubicBezTo>
                    <a:pt x="2857" y="16308"/>
                    <a:pt x="2889" y="16272"/>
                    <a:pt x="2889" y="16230"/>
                  </a:cubicBezTo>
                  <a:lnTo>
                    <a:pt x="2889" y="74"/>
                  </a:lnTo>
                  <a:cubicBezTo>
                    <a:pt x="2889" y="33"/>
                    <a:pt x="2857" y="1"/>
                    <a:pt x="2817" y="1"/>
                  </a:cubicBezTo>
                  <a:close/>
                </a:path>
              </a:pathLst>
            </a:custGeom>
            <a:solidFill>
              <a:srgbClr val="14132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61" name="Google Shape;3961;p132"/>
            <p:cNvSpPr/>
            <p:nvPr/>
          </p:nvSpPr>
          <p:spPr>
            <a:xfrm>
              <a:off x="4816838" y="4481425"/>
              <a:ext cx="33750" cy="367375"/>
            </a:xfrm>
            <a:custGeom>
              <a:rect b="b" l="l" r="r" t="t"/>
              <a:pathLst>
                <a:path extrusionOk="0" h="14695" w="1350">
                  <a:moveTo>
                    <a:pt x="1" y="0"/>
                  </a:moveTo>
                  <a:lnTo>
                    <a:pt x="1" y="14695"/>
                  </a:lnTo>
                  <a:lnTo>
                    <a:pt x="1349" y="14695"/>
                  </a:lnTo>
                  <a:lnTo>
                    <a:pt x="1349" y="0"/>
                  </a:lnTo>
                  <a:close/>
                </a:path>
              </a:pathLst>
            </a:custGeom>
            <a:solidFill>
              <a:srgbClr val="FF457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62" name="Google Shape;3962;p132"/>
            <p:cNvSpPr/>
            <p:nvPr/>
          </p:nvSpPr>
          <p:spPr>
            <a:xfrm>
              <a:off x="4801013" y="4412025"/>
              <a:ext cx="72250" cy="312925"/>
            </a:xfrm>
            <a:custGeom>
              <a:rect b="b" l="l" r="r" t="t"/>
              <a:pathLst>
                <a:path extrusionOk="0" h="12517" w="2890">
                  <a:moveTo>
                    <a:pt x="1181" y="1"/>
                  </a:moveTo>
                  <a:cubicBezTo>
                    <a:pt x="529" y="1"/>
                    <a:pt x="0" y="534"/>
                    <a:pt x="0" y="1181"/>
                  </a:cubicBezTo>
                  <a:lnTo>
                    <a:pt x="0" y="12517"/>
                  </a:lnTo>
                  <a:lnTo>
                    <a:pt x="2889" y="12517"/>
                  </a:lnTo>
                  <a:lnTo>
                    <a:pt x="2889" y="1181"/>
                  </a:lnTo>
                  <a:cubicBezTo>
                    <a:pt x="2889" y="534"/>
                    <a:pt x="2356" y="1"/>
                    <a:pt x="1709" y="1"/>
                  </a:cubicBezTo>
                  <a:close/>
                </a:path>
              </a:pathLst>
            </a:custGeom>
            <a:solidFill>
              <a:srgbClr val="14132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63" name="Google Shape;3963;p132"/>
            <p:cNvSpPr/>
            <p:nvPr/>
          </p:nvSpPr>
          <p:spPr>
            <a:xfrm>
              <a:off x="4801013" y="4724925"/>
              <a:ext cx="72250" cy="48325"/>
            </a:xfrm>
            <a:custGeom>
              <a:rect b="b" l="l" r="r" t="t"/>
              <a:pathLst>
                <a:path extrusionOk="0" h="1933" w="2890">
                  <a:moveTo>
                    <a:pt x="0" y="1"/>
                  </a:moveTo>
                  <a:lnTo>
                    <a:pt x="0" y="1932"/>
                  </a:lnTo>
                  <a:lnTo>
                    <a:pt x="2889" y="1932"/>
                  </a:lnTo>
                  <a:lnTo>
                    <a:pt x="2889" y="1"/>
                  </a:lnTo>
                  <a:close/>
                </a:path>
              </a:pathLst>
            </a:custGeom>
            <a:solidFill>
              <a:srgbClr val="65A2E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64" name="Google Shape;3964;p132"/>
            <p:cNvSpPr/>
            <p:nvPr/>
          </p:nvSpPr>
          <p:spPr>
            <a:xfrm>
              <a:off x="4661538" y="4923875"/>
              <a:ext cx="194975" cy="24850"/>
            </a:xfrm>
            <a:custGeom>
              <a:rect b="b" l="l" r="r" t="t"/>
              <a:pathLst>
                <a:path extrusionOk="0" h="994" w="7799">
                  <a:moveTo>
                    <a:pt x="182" y="0"/>
                  </a:moveTo>
                  <a:cubicBezTo>
                    <a:pt x="28" y="893"/>
                    <a:pt x="1" y="994"/>
                    <a:pt x="1" y="994"/>
                  </a:cubicBezTo>
                  <a:lnTo>
                    <a:pt x="7799" y="994"/>
                  </a:lnTo>
                  <a:lnTo>
                    <a:pt x="7799" y="0"/>
                  </a:lnTo>
                  <a:close/>
                </a:path>
              </a:pathLst>
            </a:custGeom>
            <a:solidFill>
              <a:srgbClr val="FF457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65" name="Google Shape;3965;p132"/>
            <p:cNvSpPr/>
            <p:nvPr/>
          </p:nvSpPr>
          <p:spPr>
            <a:xfrm>
              <a:off x="4666088" y="4833625"/>
              <a:ext cx="190425" cy="90275"/>
            </a:xfrm>
            <a:custGeom>
              <a:rect b="b" l="l" r="r" t="t"/>
              <a:pathLst>
                <a:path extrusionOk="0" h="3611" w="7617">
                  <a:moveTo>
                    <a:pt x="5698" y="1"/>
                  </a:moveTo>
                  <a:cubicBezTo>
                    <a:pt x="5698" y="1"/>
                    <a:pt x="5921" y="2092"/>
                    <a:pt x="4340" y="2243"/>
                  </a:cubicBezTo>
                  <a:cubicBezTo>
                    <a:pt x="2762" y="2393"/>
                    <a:pt x="174" y="2607"/>
                    <a:pt x="10" y="3550"/>
                  </a:cubicBezTo>
                  <a:cubicBezTo>
                    <a:pt x="10" y="3573"/>
                    <a:pt x="5" y="3592"/>
                    <a:pt x="0" y="3610"/>
                  </a:cubicBezTo>
                  <a:lnTo>
                    <a:pt x="7617" y="3610"/>
                  </a:lnTo>
                  <a:lnTo>
                    <a:pt x="7617" y="1"/>
                  </a:lnTo>
                  <a:close/>
                </a:path>
              </a:pathLst>
            </a:custGeom>
            <a:solidFill>
              <a:srgbClr val="65A2E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66" name="Google Shape;3966;p132"/>
            <p:cNvSpPr/>
            <p:nvPr/>
          </p:nvSpPr>
          <p:spPr>
            <a:xfrm>
              <a:off x="4680788" y="4903525"/>
              <a:ext cx="87075" cy="20600"/>
            </a:xfrm>
            <a:custGeom>
              <a:rect b="b" l="l" r="r" t="t"/>
              <a:pathLst>
                <a:path extrusionOk="0" h="824" w="3483">
                  <a:moveTo>
                    <a:pt x="1252" y="1"/>
                  </a:moveTo>
                  <a:cubicBezTo>
                    <a:pt x="592" y="1"/>
                    <a:pt x="10" y="21"/>
                    <a:pt x="1" y="21"/>
                  </a:cubicBezTo>
                  <a:lnTo>
                    <a:pt x="5" y="71"/>
                  </a:lnTo>
                  <a:cubicBezTo>
                    <a:pt x="11" y="71"/>
                    <a:pt x="592" y="51"/>
                    <a:pt x="1251" y="51"/>
                  </a:cubicBezTo>
                  <a:cubicBezTo>
                    <a:pt x="1580" y="51"/>
                    <a:pt x="1928" y="56"/>
                    <a:pt x="2233" y="71"/>
                  </a:cubicBezTo>
                  <a:cubicBezTo>
                    <a:pt x="3136" y="117"/>
                    <a:pt x="3437" y="814"/>
                    <a:pt x="3437" y="823"/>
                  </a:cubicBezTo>
                  <a:lnTo>
                    <a:pt x="3483" y="805"/>
                  </a:lnTo>
                  <a:cubicBezTo>
                    <a:pt x="3483" y="796"/>
                    <a:pt x="3169" y="71"/>
                    <a:pt x="2239" y="21"/>
                  </a:cubicBezTo>
                  <a:cubicBezTo>
                    <a:pt x="1932" y="6"/>
                    <a:pt x="1582" y="1"/>
                    <a:pt x="1252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67" name="Google Shape;3967;p132"/>
            <p:cNvSpPr/>
            <p:nvPr/>
          </p:nvSpPr>
          <p:spPr>
            <a:xfrm>
              <a:off x="4767038" y="4833625"/>
              <a:ext cx="66125" cy="63150"/>
            </a:xfrm>
            <a:custGeom>
              <a:rect b="b" l="l" r="r" t="t"/>
              <a:pathLst>
                <a:path extrusionOk="0" h="2526" w="2645">
                  <a:moveTo>
                    <a:pt x="2580" y="1"/>
                  </a:moveTo>
                  <a:cubicBezTo>
                    <a:pt x="2580" y="18"/>
                    <a:pt x="2594" y="2111"/>
                    <a:pt x="1833" y="2380"/>
                  </a:cubicBezTo>
                  <a:cubicBezTo>
                    <a:pt x="1639" y="2449"/>
                    <a:pt x="1427" y="2475"/>
                    <a:pt x="1219" y="2475"/>
                  </a:cubicBezTo>
                  <a:cubicBezTo>
                    <a:pt x="608" y="2475"/>
                    <a:pt x="29" y="2251"/>
                    <a:pt x="19" y="2247"/>
                  </a:cubicBezTo>
                  <a:lnTo>
                    <a:pt x="1" y="2292"/>
                  </a:lnTo>
                  <a:cubicBezTo>
                    <a:pt x="10" y="2298"/>
                    <a:pt x="598" y="2525"/>
                    <a:pt x="1223" y="2525"/>
                  </a:cubicBezTo>
                  <a:cubicBezTo>
                    <a:pt x="1436" y="2525"/>
                    <a:pt x="1650" y="2498"/>
                    <a:pt x="1852" y="2429"/>
                  </a:cubicBezTo>
                  <a:cubicBezTo>
                    <a:pt x="2645" y="2147"/>
                    <a:pt x="2630" y="87"/>
                    <a:pt x="2630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68" name="Google Shape;3968;p132"/>
            <p:cNvSpPr/>
            <p:nvPr/>
          </p:nvSpPr>
          <p:spPr>
            <a:xfrm>
              <a:off x="4806688" y="4839900"/>
              <a:ext cx="25900" cy="17675"/>
            </a:xfrm>
            <a:custGeom>
              <a:rect b="b" l="l" r="r" t="t"/>
              <a:pathLst>
                <a:path extrusionOk="0" h="707" w="1036">
                  <a:moveTo>
                    <a:pt x="1008" y="0"/>
                  </a:moveTo>
                  <a:lnTo>
                    <a:pt x="1" y="665"/>
                  </a:lnTo>
                  <a:lnTo>
                    <a:pt x="28" y="707"/>
                  </a:lnTo>
                  <a:lnTo>
                    <a:pt x="1036" y="41"/>
                  </a:lnTo>
                  <a:lnTo>
                    <a:pt x="1008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69" name="Google Shape;3969;p132"/>
            <p:cNvSpPr/>
            <p:nvPr/>
          </p:nvSpPr>
          <p:spPr>
            <a:xfrm>
              <a:off x="4808288" y="4844575"/>
              <a:ext cx="22575" cy="13000"/>
            </a:xfrm>
            <a:custGeom>
              <a:rect b="b" l="l" r="r" t="t"/>
              <a:pathLst>
                <a:path extrusionOk="0" h="520" w="903">
                  <a:moveTo>
                    <a:pt x="23" y="0"/>
                  </a:moveTo>
                  <a:lnTo>
                    <a:pt x="0" y="41"/>
                  </a:lnTo>
                  <a:lnTo>
                    <a:pt x="880" y="520"/>
                  </a:lnTo>
                  <a:lnTo>
                    <a:pt x="903" y="478"/>
                  </a:lnTo>
                  <a:lnTo>
                    <a:pt x="23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70" name="Google Shape;3970;p132"/>
            <p:cNvSpPr/>
            <p:nvPr/>
          </p:nvSpPr>
          <p:spPr>
            <a:xfrm>
              <a:off x="4799513" y="4864250"/>
              <a:ext cx="30000" cy="11650"/>
            </a:xfrm>
            <a:custGeom>
              <a:rect b="b" l="l" r="r" t="t"/>
              <a:pathLst>
                <a:path extrusionOk="0" h="466" w="1200">
                  <a:moveTo>
                    <a:pt x="1186" y="1"/>
                  </a:moveTo>
                  <a:lnTo>
                    <a:pt x="0" y="416"/>
                  </a:lnTo>
                  <a:lnTo>
                    <a:pt x="19" y="466"/>
                  </a:lnTo>
                  <a:lnTo>
                    <a:pt x="1199" y="47"/>
                  </a:lnTo>
                  <a:lnTo>
                    <a:pt x="1186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71" name="Google Shape;3971;p132"/>
            <p:cNvSpPr/>
            <p:nvPr/>
          </p:nvSpPr>
          <p:spPr>
            <a:xfrm>
              <a:off x="4804538" y="4864250"/>
              <a:ext cx="21325" cy="14975"/>
            </a:xfrm>
            <a:custGeom>
              <a:rect b="b" l="l" r="r" t="t"/>
              <a:pathLst>
                <a:path extrusionOk="0" h="599" w="853">
                  <a:moveTo>
                    <a:pt x="28" y="1"/>
                  </a:moveTo>
                  <a:lnTo>
                    <a:pt x="0" y="47"/>
                  </a:lnTo>
                  <a:lnTo>
                    <a:pt x="825" y="598"/>
                  </a:lnTo>
                  <a:lnTo>
                    <a:pt x="853" y="558"/>
                  </a:lnTo>
                  <a:lnTo>
                    <a:pt x="28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72" name="Google Shape;3972;p132"/>
            <p:cNvSpPr/>
            <p:nvPr/>
          </p:nvSpPr>
          <p:spPr>
            <a:xfrm>
              <a:off x="4577788" y="3646925"/>
              <a:ext cx="463425" cy="420575"/>
            </a:xfrm>
            <a:custGeom>
              <a:rect b="b" l="l" r="r" t="t"/>
              <a:pathLst>
                <a:path extrusionOk="0" h="16823" w="18537">
                  <a:moveTo>
                    <a:pt x="6368" y="0"/>
                  </a:moveTo>
                  <a:cubicBezTo>
                    <a:pt x="6368" y="0"/>
                    <a:pt x="1349" y="615"/>
                    <a:pt x="675" y="1404"/>
                  </a:cubicBezTo>
                  <a:cubicBezTo>
                    <a:pt x="0" y="2192"/>
                    <a:pt x="2175" y="15838"/>
                    <a:pt x="3149" y="16663"/>
                  </a:cubicBezTo>
                  <a:cubicBezTo>
                    <a:pt x="3214" y="16722"/>
                    <a:pt x="3318" y="16772"/>
                    <a:pt x="3455" y="16822"/>
                  </a:cubicBezTo>
                  <a:lnTo>
                    <a:pt x="14174" y="16822"/>
                  </a:lnTo>
                  <a:cubicBezTo>
                    <a:pt x="15082" y="15022"/>
                    <a:pt x="18463" y="4197"/>
                    <a:pt x="18500" y="2680"/>
                  </a:cubicBezTo>
                  <a:cubicBezTo>
                    <a:pt x="18537" y="1067"/>
                    <a:pt x="16723" y="724"/>
                    <a:pt x="14403" y="351"/>
                  </a:cubicBezTo>
                  <a:lnTo>
                    <a:pt x="6368" y="0"/>
                  </a:lnTo>
                  <a:close/>
                </a:path>
              </a:pathLst>
            </a:custGeom>
            <a:solidFill>
              <a:srgbClr val="70257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73" name="Google Shape;3973;p132"/>
            <p:cNvSpPr/>
            <p:nvPr/>
          </p:nvSpPr>
          <p:spPr>
            <a:xfrm>
              <a:off x="4736963" y="3630400"/>
              <a:ext cx="174925" cy="75100"/>
            </a:xfrm>
            <a:custGeom>
              <a:rect b="b" l="l" r="r" t="t"/>
              <a:pathLst>
                <a:path extrusionOk="0" h="3004" w="6997">
                  <a:moveTo>
                    <a:pt x="3629" y="1"/>
                  </a:moveTo>
                  <a:lnTo>
                    <a:pt x="1" y="661"/>
                  </a:lnTo>
                  <a:lnTo>
                    <a:pt x="2197" y="3003"/>
                  </a:lnTo>
                  <a:lnTo>
                    <a:pt x="6997" y="966"/>
                  </a:lnTo>
                  <a:lnTo>
                    <a:pt x="3629" y="1"/>
                  </a:lnTo>
                  <a:close/>
                </a:path>
              </a:pathLst>
            </a:custGeom>
            <a:solidFill>
              <a:srgbClr val="FF457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74" name="Google Shape;3974;p132"/>
            <p:cNvSpPr/>
            <p:nvPr/>
          </p:nvSpPr>
          <p:spPr>
            <a:xfrm>
              <a:off x="4717938" y="3646925"/>
              <a:ext cx="219925" cy="78750"/>
            </a:xfrm>
            <a:custGeom>
              <a:rect b="b" l="l" r="r" t="t"/>
              <a:pathLst>
                <a:path extrusionOk="0" h="3150" w="8797">
                  <a:moveTo>
                    <a:pt x="762" y="0"/>
                  </a:moveTo>
                  <a:lnTo>
                    <a:pt x="0" y="105"/>
                  </a:lnTo>
                  <a:lnTo>
                    <a:pt x="2798" y="3149"/>
                  </a:lnTo>
                  <a:lnTo>
                    <a:pt x="8560" y="342"/>
                  </a:lnTo>
                  <a:lnTo>
                    <a:pt x="8797" y="351"/>
                  </a:lnTo>
                  <a:lnTo>
                    <a:pt x="8797" y="351"/>
                  </a:lnTo>
                  <a:lnTo>
                    <a:pt x="7758" y="305"/>
                  </a:lnTo>
                  <a:lnTo>
                    <a:pt x="2958" y="2342"/>
                  </a:lnTo>
                  <a:lnTo>
                    <a:pt x="762" y="0"/>
                  </a:lnTo>
                  <a:close/>
                </a:path>
              </a:pathLst>
            </a:custGeom>
            <a:solidFill>
              <a:srgbClr val="B0257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75" name="Google Shape;3975;p132"/>
            <p:cNvSpPr/>
            <p:nvPr/>
          </p:nvSpPr>
          <p:spPr>
            <a:xfrm>
              <a:off x="4916313" y="3674150"/>
              <a:ext cx="169125" cy="370000"/>
            </a:xfrm>
            <a:custGeom>
              <a:rect b="b" l="l" r="r" t="t"/>
              <a:pathLst>
                <a:path extrusionOk="0" h="14800" w="6765">
                  <a:moveTo>
                    <a:pt x="3870" y="1"/>
                  </a:moveTo>
                  <a:cubicBezTo>
                    <a:pt x="0" y="392"/>
                    <a:pt x="1569" y="8478"/>
                    <a:pt x="2088" y="11171"/>
                  </a:cubicBezTo>
                  <a:cubicBezTo>
                    <a:pt x="2557" y="13607"/>
                    <a:pt x="3026" y="14799"/>
                    <a:pt x="4052" y="14799"/>
                  </a:cubicBezTo>
                  <a:cubicBezTo>
                    <a:pt x="4162" y="14799"/>
                    <a:pt x="4279" y="14785"/>
                    <a:pt x="4403" y="14758"/>
                  </a:cubicBezTo>
                  <a:cubicBezTo>
                    <a:pt x="5675" y="14476"/>
                    <a:pt x="6764" y="7630"/>
                    <a:pt x="6668" y="4179"/>
                  </a:cubicBezTo>
                  <a:cubicBezTo>
                    <a:pt x="6573" y="734"/>
                    <a:pt x="3870" y="1"/>
                    <a:pt x="3870" y="1"/>
                  </a:cubicBezTo>
                  <a:close/>
                </a:path>
              </a:pathLst>
            </a:custGeom>
            <a:solidFill>
              <a:srgbClr val="70257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76" name="Google Shape;3976;p132"/>
            <p:cNvSpPr/>
            <p:nvPr/>
          </p:nvSpPr>
          <p:spPr>
            <a:xfrm>
              <a:off x="4972038" y="3939375"/>
              <a:ext cx="95650" cy="312500"/>
            </a:xfrm>
            <a:custGeom>
              <a:rect b="b" l="l" r="r" t="t"/>
              <a:pathLst>
                <a:path extrusionOk="0" h="12500" w="3826">
                  <a:moveTo>
                    <a:pt x="3771" y="1"/>
                  </a:moveTo>
                  <a:cubicBezTo>
                    <a:pt x="3495" y="1"/>
                    <a:pt x="2190" y="229"/>
                    <a:pt x="1226" y="1315"/>
                  </a:cubicBezTo>
                  <a:cubicBezTo>
                    <a:pt x="1226" y="1315"/>
                    <a:pt x="0" y="2102"/>
                    <a:pt x="141" y="4965"/>
                  </a:cubicBezTo>
                  <a:cubicBezTo>
                    <a:pt x="228" y="6696"/>
                    <a:pt x="406" y="10083"/>
                    <a:pt x="533" y="12499"/>
                  </a:cubicBezTo>
                  <a:lnTo>
                    <a:pt x="2584" y="12499"/>
                  </a:lnTo>
                  <a:cubicBezTo>
                    <a:pt x="3021" y="8114"/>
                    <a:pt x="3819" y="47"/>
                    <a:pt x="3824" y="11"/>
                  </a:cubicBezTo>
                  <a:cubicBezTo>
                    <a:pt x="3826" y="4"/>
                    <a:pt x="3807" y="1"/>
                    <a:pt x="3771" y="1"/>
                  </a:cubicBezTo>
                  <a:close/>
                </a:path>
              </a:pathLst>
            </a:custGeom>
            <a:solidFill>
              <a:srgbClr val="70257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77" name="Google Shape;3977;p132"/>
            <p:cNvSpPr/>
            <p:nvPr/>
          </p:nvSpPr>
          <p:spPr>
            <a:xfrm>
              <a:off x="4985338" y="4251850"/>
              <a:ext cx="51300" cy="68925"/>
            </a:xfrm>
            <a:custGeom>
              <a:rect b="b" l="l" r="r" t="t"/>
              <a:pathLst>
                <a:path extrusionOk="0" h="2757" w="2052">
                  <a:moveTo>
                    <a:pt x="1" y="0"/>
                  </a:moveTo>
                  <a:cubicBezTo>
                    <a:pt x="83" y="1586"/>
                    <a:pt x="148" y="2757"/>
                    <a:pt x="148" y="2757"/>
                  </a:cubicBezTo>
                  <a:lnTo>
                    <a:pt x="1783" y="2757"/>
                  </a:lnTo>
                  <a:cubicBezTo>
                    <a:pt x="1783" y="2757"/>
                    <a:pt x="1892" y="1635"/>
                    <a:pt x="2052" y="0"/>
                  </a:cubicBezTo>
                  <a:close/>
                </a:path>
              </a:pathLst>
            </a:custGeom>
            <a:solidFill>
              <a:srgbClr val="B0257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78" name="Google Shape;3978;p132"/>
            <p:cNvSpPr/>
            <p:nvPr/>
          </p:nvSpPr>
          <p:spPr>
            <a:xfrm>
              <a:off x="4956238" y="4320475"/>
              <a:ext cx="73675" cy="96650"/>
            </a:xfrm>
            <a:custGeom>
              <a:rect b="b" l="l" r="r" t="t"/>
              <a:pathLst>
                <a:path extrusionOk="0" h="3866" w="2947">
                  <a:moveTo>
                    <a:pt x="1092" y="0"/>
                  </a:moveTo>
                  <a:cubicBezTo>
                    <a:pt x="750" y="0"/>
                    <a:pt x="124" y="79"/>
                    <a:pt x="71" y="646"/>
                  </a:cubicBezTo>
                  <a:cubicBezTo>
                    <a:pt x="0" y="1358"/>
                    <a:pt x="154" y="2055"/>
                    <a:pt x="282" y="2055"/>
                  </a:cubicBezTo>
                  <a:cubicBezTo>
                    <a:pt x="294" y="2055"/>
                    <a:pt x="306" y="2048"/>
                    <a:pt x="317" y="2035"/>
                  </a:cubicBezTo>
                  <a:cubicBezTo>
                    <a:pt x="443" y="1889"/>
                    <a:pt x="763" y="1209"/>
                    <a:pt x="939" y="1209"/>
                  </a:cubicBezTo>
                  <a:cubicBezTo>
                    <a:pt x="948" y="1209"/>
                    <a:pt x="957" y="1211"/>
                    <a:pt x="965" y="1215"/>
                  </a:cubicBezTo>
                  <a:cubicBezTo>
                    <a:pt x="1138" y="1293"/>
                    <a:pt x="946" y="3827"/>
                    <a:pt x="1165" y="3863"/>
                  </a:cubicBezTo>
                  <a:cubicBezTo>
                    <a:pt x="1174" y="3865"/>
                    <a:pt x="1183" y="3865"/>
                    <a:pt x="1192" y="3865"/>
                  </a:cubicBezTo>
                  <a:cubicBezTo>
                    <a:pt x="1427" y="3865"/>
                    <a:pt x="1941" y="3438"/>
                    <a:pt x="2191" y="2834"/>
                  </a:cubicBezTo>
                  <a:cubicBezTo>
                    <a:pt x="2450" y="2205"/>
                    <a:pt x="2947" y="12"/>
                    <a:pt x="2947" y="12"/>
                  </a:cubicBezTo>
                  <a:lnTo>
                    <a:pt x="1312" y="12"/>
                  </a:lnTo>
                  <a:cubicBezTo>
                    <a:pt x="1312" y="12"/>
                    <a:pt x="1222" y="0"/>
                    <a:pt x="1092" y="0"/>
                  </a:cubicBezTo>
                  <a:close/>
                </a:path>
              </a:pathLst>
            </a:custGeom>
            <a:solidFill>
              <a:srgbClr val="FF457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>
</file>

<file path=ppt/slides/slide8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982" name="Shape 39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83" name="Google Shape;3983;p133"/>
          <p:cNvSpPr/>
          <p:nvPr/>
        </p:nvSpPr>
        <p:spPr>
          <a:xfrm flipH="1">
            <a:off x="2392409" y="1448966"/>
            <a:ext cx="2262103" cy="580872"/>
          </a:xfrm>
          <a:custGeom>
            <a:rect b="b" l="l" r="r" t="t"/>
            <a:pathLst>
              <a:path extrusionOk="0" h="4659" w="18144">
                <a:moveTo>
                  <a:pt x="13410" y="0"/>
                </a:moveTo>
                <a:cubicBezTo>
                  <a:pt x="11887" y="0"/>
                  <a:pt x="10530" y="722"/>
                  <a:pt x="9665" y="1841"/>
                </a:cubicBezTo>
                <a:cubicBezTo>
                  <a:pt x="9360" y="2236"/>
                  <a:pt x="8896" y="2450"/>
                  <a:pt x="8423" y="2450"/>
                </a:cubicBezTo>
                <a:cubicBezTo>
                  <a:pt x="8171" y="2450"/>
                  <a:pt x="7917" y="2389"/>
                  <a:pt x="7684" y="2262"/>
                </a:cubicBezTo>
                <a:cubicBezTo>
                  <a:pt x="7210" y="2002"/>
                  <a:pt x="6665" y="1858"/>
                  <a:pt x="6084" y="1858"/>
                </a:cubicBezTo>
                <a:cubicBezTo>
                  <a:pt x="5265" y="1858"/>
                  <a:pt x="4513" y="2148"/>
                  <a:pt x="3932" y="2637"/>
                </a:cubicBezTo>
                <a:cubicBezTo>
                  <a:pt x="3291" y="3175"/>
                  <a:pt x="2489" y="3475"/>
                  <a:pt x="1654" y="3475"/>
                </a:cubicBezTo>
                <a:lnTo>
                  <a:pt x="592" y="3475"/>
                </a:lnTo>
                <a:cubicBezTo>
                  <a:pt x="264" y="3475"/>
                  <a:pt x="0" y="3739"/>
                  <a:pt x="0" y="4066"/>
                </a:cubicBezTo>
                <a:cubicBezTo>
                  <a:pt x="0" y="4394"/>
                  <a:pt x="264" y="4658"/>
                  <a:pt x="592" y="4658"/>
                </a:cubicBezTo>
                <a:lnTo>
                  <a:pt x="18144" y="4658"/>
                </a:lnTo>
                <a:cubicBezTo>
                  <a:pt x="18104" y="2079"/>
                  <a:pt x="15999" y="0"/>
                  <a:pt x="13410" y="0"/>
                </a:cubicBezTo>
                <a:close/>
              </a:path>
            </a:pathLst>
          </a:custGeom>
          <a:solidFill>
            <a:srgbClr val="D9D9D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84" name="Google Shape;3984;p133"/>
          <p:cNvSpPr txBox="1"/>
          <p:nvPr>
            <p:ph type="ctrTitle"/>
          </p:nvPr>
        </p:nvSpPr>
        <p:spPr>
          <a:xfrm flipH="1">
            <a:off x="973175" y="1269725"/>
            <a:ext cx="4138500" cy="1241400"/>
          </a:xfrm>
          <a:prstGeom prst="rect">
            <a:avLst/>
          </a:prstGeom>
        </p:spPr>
        <p:txBody>
          <a:bodyPr anchorCtr="0" anchor="b" bIns="34275" lIns="68575" spcFirstLastPara="1" rIns="68575" wrap="square" tIns="342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Nunito Sans Black"/>
              <a:buNone/>
            </a:pPr>
            <a:r>
              <a:rPr lang="en" sz="3100"/>
              <a:t>INTERATION</a:t>
            </a:r>
            <a:endParaRPr sz="31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Nunito Sans Black"/>
              <a:buNone/>
            </a:pPr>
            <a:r>
              <a:rPr lang="en" sz="3100"/>
              <a:t>AND</a:t>
            </a:r>
            <a:endParaRPr sz="31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Nunito Sans Black"/>
              <a:buNone/>
            </a:pPr>
            <a:r>
              <a:rPr lang="en" sz="3100"/>
              <a:t>PROTOTYPING</a:t>
            </a:r>
            <a:endParaRPr sz="3100"/>
          </a:p>
        </p:txBody>
      </p:sp>
      <p:sp>
        <p:nvSpPr>
          <p:cNvPr id="3985" name="Google Shape;3985;p133"/>
          <p:cNvSpPr/>
          <p:nvPr/>
        </p:nvSpPr>
        <p:spPr>
          <a:xfrm flipH="1">
            <a:off x="4924325" y="4367575"/>
            <a:ext cx="2886300" cy="218400"/>
          </a:xfrm>
          <a:prstGeom prst="ellipse">
            <a:avLst/>
          </a:prstGeom>
          <a:solidFill>
            <a:srgbClr val="21204D">
              <a:alpha val="2143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86" name="Google Shape;3986;p133"/>
          <p:cNvSpPr txBox="1"/>
          <p:nvPr>
            <p:ph idx="1" type="subTitle"/>
          </p:nvPr>
        </p:nvSpPr>
        <p:spPr>
          <a:xfrm flipH="1">
            <a:off x="973175" y="2561375"/>
            <a:ext cx="2372400" cy="1241400"/>
          </a:xfrm>
          <a:prstGeom prst="rect">
            <a:avLst/>
          </a:prstGeom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lang="en"/>
              <a:t>Getting better…</a:t>
            </a:r>
            <a:endParaRPr/>
          </a:p>
          <a:p>
            <a:pPr indent="0" lvl="0" marL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lang="en"/>
              <a:t>… and starting well</a:t>
            </a:r>
            <a:endParaRPr/>
          </a:p>
        </p:txBody>
      </p:sp>
      <p:sp>
        <p:nvSpPr>
          <p:cNvPr id="3987" name="Google Shape;3987;p133"/>
          <p:cNvSpPr/>
          <p:nvPr/>
        </p:nvSpPr>
        <p:spPr>
          <a:xfrm flipH="1">
            <a:off x="0" y="2742433"/>
            <a:ext cx="9143937" cy="1631293"/>
          </a:xfrm>
          <a:custGeom>
            <a:rect b="b" l="l" r="r" t="t"/>
            <a:pathLst>
              <a:path extrusionOk="0" h="24803" w="139029">
                <a:moveTo>
                  <a:pt x="9825" y="1"/>
                </a:moveTo>
                <a:lnTo>
                  <a:pt x="9825" y="24104"/>
                </a:lnTo>
                <a:lnTo>
                  <a:pt x="0" y="24104"/>
                </a:lnTo>
                <a:lnTo>
                  <a:pt x="0" y="24348"/>
                </a:lnTo>
                <a:lnTo>
                  <a:pt x="10069" y="24348"/>
                </a:lnTo>
                <a:lnTo>
                  <a:pt x="10069" y="248"/>
                </a:lnTo>
                <a:lnTo>
                  <a:pt x="15014" y="248"/>
                </a:lnTo>
                <a:lnTo>
                  <a:pt x="15014" y="24348"/>
                </a:lnTo>
                <a:lnTo>
                  <a:pt x="17031" y="24348"/>
                </a:lnTo>
                <a:lnTo>
                  <a:pt x="17031" y="7521"/>
                </a:lnTo>
                <a:lnTo>
                  <a:pt x="21140" y="7521"/>
                </a:lnTo>
                <a:lnTo>
                  <a:pt x="21140" y="24803"/>
                </a:lnTo>
                <a:lnTo>
                  <a:pt x="139028" y="24803"/>
                </a:lnTo>
                <a:lnTo>
                  <a:pt x="139028" y="24559"/>
                </a:lnTo>
                <a:lnTo>
                  <a:pt x="21388" y="24559"/>
                </a:lnTo>
                <a:lnTo>
                  <a:pt x="21388" y="7277"/>
                </a:lnTo>
                <a:lnTo>
                  <a:pt x="16784" y="7277"/>
                </a:lnTo>
                <a:lnTo>
                  <a:pt x="16784" y="24104"/>
                </a:lnTo>
                <a:lnTo>
                  <a:pt x="15257" y="24104"/>
                </a:lnTo>
                <a:lnTo>
                  <a:pt x="15257" y="1"/>
                </a:lnTo>
                <a:close/>
              </a:path>
            </a:pathLst>
          </a:custGeom>
          <a:solidFill>
            <a:srgbClr val="21204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88" name="Google Shape;3988;p133"/>
          <p:cNvSpPr/>
          <p:nvPr/>
        </p:nvSpPr>
        <p:spPr>
          <a:xfrm>
            <a:off x="5199250" y="1650499"/>
            <a:ext cx="1419579" cy="2804599"/>
          </a:xfrm>
          <a:custGeom>
            <a:rect b="b" l="l" r="r" t="t"/>
            <a:pathLst>
              <a:path extrusionOk="0" h="37147" w="18803">
                <a:moveTo>
                  <a:pt x="4066" y="0"/>
                </a:moveTo>
                <a:cubicBezTo>
                  <a:pt x="1821" y="0"/>
                  <a:pt x="0" y="1821"/>
                  <a:pt x="0" y="4066"/>
                </a:cubicBezTo>
                <a:lnTo>
                  <a:pt x="0" y="33077"/>
                </a:lnTo>
                <a:cubicBezTo>
                  <a:pt x="0" y="35326"/>
                  <a:pt x="1821" y="37146"/>
                  <a:pt x="4066" y="37146"/>
                </a:cubicBezTo>
                <a:lnTo>
                  <a:pt x="14737" y="37146"/>
                </a:lnTo>
                <a:cubicBezTo>
                  <a:pt x="16982" y="37146"/>
                  <a:pt x="18802" y="35326"/>
                  <a:pt x="18802" y="33077"/>
                </a:cubicBezTo>
                <a:lnTo>
                  <a:pt x="18802" y="4066"/>
                </a:lnTo>
                <a:cubicBezTo>
                  <a:pt x="18802" y="1821"/>
                  <a:pt x="16982" y="0"/>
                  <a:pt x="14737" y="0"/>
                </a:cubicBezTo>
                <a:close/>
              </a:path>
            </a:pathLst>
          </a:custGeom>
          <a:solidFill>
            <a:srgbClr val="21204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89" name="Google Shape;3989;p133"/>
          <p:cNvSpPr/>
          <p:nvPr/>
        </p:nvSpPr>
        <p:spPr>
          <a:xfrm>
            <a:off x="5111672" y="1650499"/>
            <a:ext cx="1419655" cy="2804599"/>
          </a:xfrm>
          <a:custGeom>
            <a:rect b="b" l="l" r="r" t="t"/>
            <a:pathLst>
              <a:path extrusionOk="0" h="37147" w="18804">
                <a:moveTo>
                  <a:pt x="3322" y="0"/>
                </a:moveTo>
                <a:cubicBezTo>
                  <a:pt x="1488" y="0"/>
                  <a:pt x="1" y="1487"/>
                  <a:pt x="1" y="3321"/>
                </a:cubicBezTo>
                <a:lnTo>
                  <a:pt x="1" y="33826"/>
                </a:lnTo>
                <a:cubicBezTo>
                  <a:pt x="1" y="35660"/>
                  <a:pt x="1488" y="37146"/>
                  <a:pt x="3322" y="37146"/>
                </a:cubicBezTo>
                <a:lnTo>
                  <a:pt x="15482" y="37146"/>
                </a:lnTo>
                <a:cubicBezTo>
                  <a:pt x="17317" y="37146"/>
                  <a:pt x="18803" y="35660"/>
                  <a:pt x="18803" y="33826"/>
                </a:cubicBezTo>
                <a:lnTo>
                  <a:pt x="18803" y="3321"/>
                </a:lnTo>
                <a:cubicBezTo>
                  <a:pt x="18803" y="1487"/>
                  <a:pt x="17317" y="0"/>
                  <a:pt x="15482" y="0"/>
                </a:cubicBezTo>
                <a:close/>
              </a:path>
            </a:pathLst>
          </a:custGeom>
          <a:solidFill>
            <a:srgbClr val="4F47B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90" name="Google Shape;3990;p133"/>
          <p:cNvSpPr/>
          <p:nvPr/>
        </p:nvSpPr>
        <p:spPr>
          <a:xfrm>
            <a:off x="5142248" y="1845664"/>
            <a:ext cx="1358502" cy="2390557"/>
          </a:xfrm>
          <a:custGeom>
            <a:rect b="b" l="l" r="r" t="t"/>
            <a:pathLst>
              <a:path extrusionOk="0" h="31663" w="17994">
                <a:moveTo>
                  <a:pt x="0" y="1"/>
                </a:moveTo>
                <a:lnTo>
                  <a:pt x="0" y="31662"/>
                </a:lnTo>
                <a:lnTo>
                  <a:pt x="17994" y="31662"/>
                </a:lnTo>
                <a:lnTo>
                  <a:pt x="17994" y="1"/>
                </a:lnTo>
                <a:close/>
              </a:path>
            </a:pathLst>
          </a:custGeom>
          <a:solidFill>
            <a:srgbClr val="21204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91" name="Google Shape;3991;p133"/>
          <p:cNvSpPr/>
          <p:nvPr/>
        </p:nvSpPr>
        <p:spPr>
          <a:xfrm>
            <a:off x="5763750" y="4289569"/>
            <a:ext cx="115511" cy="115289"/>
          </a:xfrm>
          <a:custGeom>
            <a:rect b="b" l="l" r="r" t="t"/>
            <a:pathLst>
              <a:path extrusionOk="0" h="1527" w="1530">
                <a:moveTo>
                  <a:pt x="765" y="0"/>
                </a:moveTo>
                <a:cubicBezTo>
                  <a:pt x="344" y="0"/>
                  <a:pt x="0" y="341"/>
                  <a:pt x="0" y="762"/>
                </a:cubicBezTo>
                <a:cubicBezTo>
                  <a:pt x="0" y="1186"/>
                  <a:pt x="344" y="1527"/>
                  <a:pt x="765" y="1527"/>
                </a:cubicBezTo>
                <a:cubicBezTo>
                  <a:pt x="1186" y="1527"/>
                  <a:pt x="1530" y="1186"/>
                  <a:pt x="1530" y="762"/>
                </a:cubicBezTo>
                <a:cubicBezTo>
                  <a:pt x="1530" y="341"/>
                  <a:pt x="1186" y="0"/>
                  <a:pt x="765" y="0"/>
                </a:cubicBezTo>
                <a:close/>
              </a:path>
            </a:pathLst>
          </a:custGeom>
          <a:solidFill>
            <a:srgbClr val="21204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92" name="Google Shape;3992;p133"/>
          <p:cNvSpPr/>
          <p:nvPr/>
        </p:nvSpPr>
        <p:spPr>
          <a:xfrm>
            <a:off x="5332202" y="2860447"/>
            <a:ext cx="252011" cy="402113"/>
          </a:xfrm>
          <a:custGeom>
            <a:rect b="b" l="l" r="r" t="t"/>
            <a:pathLst>
              <a:path extrusionOk="0" h="5326" w="3338">
                <a:moveTo>
                  <a:pt x="1690" y="491"/>
                </a:moveTo>
                <a:cubicBezTo>
                  <a:pt x="2255" y="491"/>
                  <a:pt x="2582" y="895"/>
                  <a:pt x="2582" y="1403"/>
                </a:cubicBezTo>
                <a:cubicBezTo>
                  <a:pt x="2582" y="1780"/>
                  <a:pt x="2389" y="2121"/>
                  <a:pt x="2041" y="2432"/>
                </a:cubicBezTo>
                <a:cubicBezTo>
                  <a:pt x="1427" y="2188"/>
                  <a:pt x="858" y="1928"/>
                  <a:pt x="858" y="1316"/>
                </a:cubicBezTo>
                <a:cubicBezTo>
                  <a:pt x="858" y="822"/>
                  <a:pt x="1212" y="491"/>
                  <a:pt x="1690" y="491"/>
                </a:cubicBezTo>
                <a:close/>
                <a:moveTo>
                  <a:pt x="1313" y="2736"/>
                </a:moveTo>
                <a:cubicBezTo>
                  <a:pt x="2054" y="3034"/>
                  <a:pt x="2702" y="3271"/>
                  <a:pt x="2702" y="3936"/>
                </a:cubicBezTo>
                <a:cubicBezTo>
                  <a:pt x="2702" y="4463"/>
                  <a:pt x="2295" y="4834"/>
                  <a:pt x="1697" y="4834"/>
                </a:cubicBezTo>
                <a:cubicBezTo>
                  <a:pt x="1069" y="4834"/>
                  <a:pt x="594" y="4420"/>
                  <a:pt x="594" y="3855"/>
                </a:cubicBezTo>
                <a:cubicBezTo>
                  <a:pt x="594" y="3384"/>
                  <a:pt x="902" y="3007"/>
                  <a:pt x="1313" y="2736"/>
                </a:cubicBezTo>
                <a:close/>
                <a:moveTo>
                  <a:pt x="1700" y="0"/>
                </a:moveTo>
                <a:cubicBezTo>
                  <a:pt x="878" y="0"/>
                  <a:pt x="250" y="528"/>
                  <a:pt x="250" y="1316"/>
                </a:cubicBezTo>
                <a:cubicBezTo>
                  <a:pt x="250" y="1857"/>
                  <a:pt x="585" y="2238"/>
                  <a:pt x="965" y="2502"/>
                </a:cubicBezTo>
                <a:lnTo>
                  <a:pt x="965" y="2536"/>
                </a:lnTo>
                <a:cubicBezTo>
                  <a:pt x="484" y="2793"/>
                  <a:pt x="0" y="3248"/>
                  <a:pt x="0" y="3915"/>
                </a:cubicBezTo>
                <a:cubicBezTo>
                  <a:pt x="0" y="4731"/>
                  <a:pt x="711" y="5325"/>
                  <a:pt x="1684" y="5325"/>
                </a:cubicBezTo>
                <a:cubicBezTo>
                  <a:pt x="2676" y="5325"/>
                  <a:pt x="3337" y="4724"/>
                  <a:pt x="3337" y="3956"/>
                </a:cubicBezTo>
                <a:cubicBezTo>
                  <a:pt x="3337" y="3268"/>
                  <a:pt x="2903" y="2907"/>
                  <a:pt x="2446" y="2636"/>
                </a:cubicBezTo>
                <a:lnTo>
                  <a:pt x="2446" y="2602"/>
                </a:lnTo>
                <a:cubicBezTo>
                  <a:pt x="2759" y="2366"/>
                  <a:pt x="3154" y="1905"/>
                  <a:pt x="3154" y="1367"/>
                </a:cubicBezTo>
                <a:cubicBezTo>
                  <a:pt x="3154" y="568"/>
                  <a:pt x="2599" y="0"/>
                  <a:pt x="1700" y="0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93" name="Google Shape;3993;p133"/>
          <p:cNvSpPr/>
          <p:nvPr/>
        </p:nvSpPr>
        <p:spPr>
          <a:xfrm>
            <a:off x="5648690" y="2967127"/>
            <a:ext cx="72176" cy="295431"/>
          </a:xfrm>
          <a:custGeom>
            <a:rect b="b" l="l" r="r" t="t"/>
            <a:pathLst>
              <a:path extrusionOk="0" h="3913" w="956">
                <a:moveTo>
                  <a:pt x="479" y="0"/>
                </a:moveTo>
                <a:cubicBezTo>
                  <a:pt x="214" y="0"/>
                  <a:pt x="1" y="207"/>
                  <a:pt x="1" y="512"/>
                </a:cubicBezTo>
                <a:cubicBezTo>
                  <a:pt x="1" y="805"/>
                  <a:pt x="214" y="1013"/>
                  <a:pt x="479" y="1013"/>
                </a:cubicBezTo>
                <a:cubicBezTo>
                  <a:pt x="742" y="1013"/>
                  <a:pt x="956" y="805"/>
                  <a:pt x="956" y="512"/>
                </a:cubicBezTo>
                <a:cubicBezTo>
                  <a:pt x="956" y="207"/>
                  <a:pt x="742" y="0"/>
                  <a:pt x="479" y="0"/>
                </a:cubicBezTo>
                <a:close/>
                <a:moveTo>
                  <a:pt x="479" y="2900"/>
                </a:moveTo>
                <a:cubicBezTo>
                  <a:pt x="214" y="2900"/>
                  <a:pt x="1" y="3107"/>
                  <a:pt x="1" y="3411"/>
                </a:cubicBezTo>
                <a:cubicBezTo>
                  <a:pt x="1" y="3705"/>
                  <a:pt x="214" y="3912"/>
                  <a:pt x="479" y="3912"/>
                </a:cubicBezTo>
                <a:cubicBezTo>
                  <a:pt x="742" y="3912"/>
                  <a:pt x="956" y="3705"/>
                  <a:pt x="956" y="3411"/>
                </a:cubicBezTo>
                <a:cubicBezTo>
                  <a:pt x="956" y="3107"/>
                  <a:pt x="742" y="2900"/>
                  <a:pt x="479" y="2900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94" name="Google Shape;3994;p133"/>
          <p:cNvSpPr/>
          <p:nvPr/>
        </p:nvSpPr>
        <p:spPr>
          <a:xfrm>
            <a:off x="5637064" y="1726376"/>
            <a:ext cx="368881" cy="26047"/>
          </a:xfrm>
          <a:custGeom>
            <a:rect b="b" l="l" r="r" t="t"/>
            <a:pathLst>
              <a:path extrusionOk="0" h="345" w="4886">
                <a:moveTo>
                  <a:pt x="175" y="0"/>
                </a:moveTo>
                <a:cubicBezTo>
                  <a:pt x="78" y="0"/>
                  <a:pt x="1" y="77"/>
                  <a:pt x="1" y="171"/>
                </a:cubicBezTo>
                <a:cubicBezTo>
                  <a:pt x="1" y="268"/>
                  <a:pt x="78" y="344"/>
                  <a:pt x="175" y="344"/>
                </a:cubicBezTo>
                <a:lnTo>
                  <a:pt x="4715" y="344"/>
                </a:lnTo>
                <a:cubicBezTo>
                  <a:pt x="4808" y="344"/>
                  <a:pt x="4885" y="268"/>
                  <a:pt x="4885" y="171"/>
                </a:cubicBezTo>
                <a:cubicBezTo>
                  <a:pt x="4885" y="77"/>
                  <a:pt x="4808" y="0"/>
                  <a:pt x="4715" y="0"/>
                </a:cubicBezTo>
                <a:close/>
              </a:path>
            </a:pathLst>
          </a:custGeom>
          <a:solidFill>
            <a:srgbClr val="21204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95" name="Google Shape;3995;p133"/>
          <p:cNvSpPr/>
          <p:nvPr/>
        </p:nvSpPr>
        <p:spPr>
          <a:xfrm>
            <a:off x="6436137" y="1908781"/>
            <a:ext cx="29067" cy="47490"/>
          </a:xfrm>
          <a:custGeom>
            <a:rect b="b" l="l" r="r" t="t"/>
            <a:pathLst>
              <a:path extrusionOk="0" h="629" w="385">
                <a:moveTo>
                  <a:pt x="318" y="60"/>
                </a:moveTo>
                <a:lnTo>
                  <a:pt x="318" y="568"/>
                </a:lnTo>
                <a:lnTo>
                  <a:pt x="64" y="568"/>
                </a:lnTo>
                <a:lnTo>
                  <a:pt x="64" y="60"/>
                </a:lnTo>
                <a:close/>
                <a:moveTo>
                  <a:pt x="0" y="0"/>
                </a:moveTo>
                <a:lnTo>
                  <a:pt x="0" y="628"/>
                </a:lnTo>
                <a:lnTo>
                  <a:pt x="385" y="628"/>
                </a:lnTo>
                <a:lnTo>
                  <a:pt x="385" y="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96" name="Google Shape;3996;p133"/>
          <p:cNvSpPr/>
          <p:nvPr/>
        </p:nvSpPr>
        <p:spPr>
          <a:xfrm>
            <a:off x="6442403" y="1943587"/>
            <a:ext cx="16232" cy="6115"/>
          </a:xfrm>
          <a:custGeom>
            <a:rect b="b" l="l" r="r" t="t"/>
            <a:pathLst>
              <a:path extrusionOk="0" h="81" w="215">
                <a:moveTo>
                  <a:pt x="1" y="0"/>
                </a:moveTo>
                <a:lnTo>
                  <a:pt x="1" y="81"/>
                </a:lnTo>
                <a:lnTo>
                  <a:pt x="215" y="81"/>
                </a:lnTo>
                <a:lnTo>
                  <a:pt x="215" y="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97" name="Google Shape;3997;p133"/>
          <p:cNvSpPr/>
          <p:nvPr/>
        </p:nvSpPr>
        <p:spPr>
          <a:xfrm>
            <a:off x="6445196" y="1905762"/>
            <a:ext cx="10947" cy="6115"/>
          </a:xfrm>
          <a:custGeom>
            <a:rect b="b" l="l" r="r" t="t"/>
            <a:pathLst>
              <a:path extrusionOk="0" h="81" w="145">
                <a:moveTo>
                  <a:pt x="1" y="0"/>
                </a:moveTo>
                <a:lnTo>
                  <a:pt x="1" y="80"/>
                </a:lnTo>
                <a:lnTo>
                  <a:pt x="144" y="80"/>
                </a:lnTo>
                <a:lnTo>
                  <a:pt x="144" y="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98" name="Google Shape;3998;p133"/>
          <p:cNvSpPr/>
          <p:nvPr/>
        </p:nvSpPr>
        <p:spPr>
          <a:xfrm>
            <a:off x="6297673" y="1909461"/>
            <a:ext cx="28840" cy="44998"/>
          </a:xfrm>
          <a:custGeom>
            <a:rect b="b" l="l" r="r" t="t"/>
            <a:pathLst>
              <a:path extrusionOk="0" h="596" w="382">
                <a:moveTo>
                  <a:pt x="177" y="1"/>
                </a:moveTo>
                <a:cubicBezTo>
                  <a:pt x="104" y="1"/>
                  <a:pt x="50" y="38"/>
                  <a:pt x="1" y="92"/>
                </a:cubicBezTo>
                <a:lnTo>
                  <a:pt x="44" y="135"/>
                </a:lnTo>
                <a:cubicBezTo>
                  <a:pt x="77" y="95"/>
                  <a:pt x="121" y="64"/>
                  <a:pt x="168" y="64"/>
                </a:cubicBezTo>
                <a:cubicBezTo>
                  <a:pt x="244" y="64"/>
                  <a:pt x="281" y="112"/>
                  <a:pt x="281" y="178"/>
                </a:cubicBezTo>
                <a:cubicBezTo>
                  <a:pt x="281" y="272"/>
                  <a:pt x="181" y="379"/>
                  <a:pt x="4" y="553"/>
                </a:cubicBezTo>
                <a:lnTo>
                  <a:pt x="4" y="596"/>
                </a:lnTo>
                <a:lnTo>
                  <a:pt x="382" y="596"/>
                </a:lnTo>
                <a:lnTo>
                  <a:pt x="382" y="533"/>
                </a:lnTo>
                <a:lnTo>
                  <a:pt x="214" y="533"/>
                </a:lnTo>
                <a:cubicBezTo>
                  <a:pt x="184" y="533"/>
                  <a:pt x="147" y="536"/>
                  <a:pt x="114" y="536"/>
                </a:cubicBezTo>
                <a:cubicBezTo>
                  <a:pt x="254" y="392"/>
                  <a:pt x="354" y="285"/>
                  <a:pt x="354" y="175"/>
                </a:cubicBezTo>
                <a:cubicBezTo>
                  <a:pt x="354" y="71"/>
                  <a:pt x="285" y="1"/>
                  <a:pt x="177" y="1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99" name="Google Shape;3999;p133"/>
          <p:cNvSpPr/>
          <p:nvPr/>
        </p:nvSpPr>
        <p:spPr>
          <a:xfrm>
            <a:off x="6332704" y="1909461"/>
            <a:ext cx="28312" cy="46055"/>
          </a:xfrm>
          <a:custGeom>
            <a:rect b="b" l="l" r="r" t="t"/>
            <a:pathLst>
              <a:path extrusionOk="0" h="610" w="375">
                <a:moveTo>
                  <a:pt x="188" y="61"/>
                </a:moveTo>
                <a:cubicBezTo>
                  <a:pt x="254" y="61"/>
                  <a:pt x="302" y="132"/>
                  <a:pt x="302" y="302"/>
                </a:cubicBezTo>
                <a:cubicBezTo>
                  <a:pt x="302" y="472"/>
                  <a:pt x="254" y="545"/>
                  <a:pt x="188" y="545"/>
                </a:cubicBezTo>
                <a:cubicBezTo>
                  <a:pt x="118" y="545"/>
                  <a:pt x="74" y="472"/>
                  <a:pt x="74" y="302"/>
                </a:cubicBezTo>
                <a:cubicBezTo>
                  <a:pt x="74" y="132"/>
                  <a:pt x="118" y="61"/>
                  <a:pt x="188" y="61"/>
                </a:cubicBezTo>
                <a:close/>
                <a:moveTo>
                  <a:pt x="188" y="1"/>
                </a:moveTo>
                <a:cubicBezTo>
                  <a:pt x="71" y="1"/>
                  <a:pt x="1" y="108"/>
                  <a:pt x="1" y="302"/>
                </a:cubicBezTo>
                <a:cubicBezTo>
                  <a:pt x="1" y="499"/>
                  <a:pt x="71" y="609"/>
                  <a:pt x="188" y="609"/>
                </a:cubicBezTo>
                <a:cubicBezTo>
                  <a:pt x="302" y="609"/>
                  <a:pt x="375" y="499"/>
                  <a:pt x="375" y="302"/>
                </a:cubicBezTo>
                <a:cubicBezTo>
                  <a:pt x="375" y="108"/>
                  <a:pt x="302" y="1"/>
                  <a:pt x="188" y="1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00" name="Google Shape;4000;p133"/>
          <p:cNvSpPr/>
          <p:nvPr/>
        </p:nvSpPr>
        <p:spPr>
          <a:xfrm>
            <a:off x="6366301" y="1908253"/>
            <a:ext cx="52244" cy="47263"/>
          </a:xfrm>
          <a:custGeom>
            <a:rect b="b" l="l" r="r" t="t"/>
            <a:pathLst>
              <a:path extrusionOk="0" h="626" w="692">
                <a:moveTo>
                  <a:pt x="137" y="47"/>
                </a:moveTo>
                <a:cubicBezTo>
                  <a:pt x="184" y="47"/>
                  <a:pt x="217" y="94"/>
                  <a:pt x="217" y="191"/>
                </a:cubicBezTo>
                <a:cubicBezTo>
                  <a:pt x="217" y="285"/>
                  <a:pt x="184" y="334"/>
                  <a:pt x="137" y="334"/>
                </a:cubicBezTo>
                <a:cubicBezTo>
                  <a:pt x="90" y="334"/>
                  <a:pt x="57" y="285"/>
                  <a:pt x="57" y="191"/>
                </a:cubicBezTo>
                <a:cubicBezTo>
                  <a:pt x="57" y="94"/>
                  <a:pt x="90" y="47"/>
                  <a:pt x="137" y="47"/>
                </a:cubicBezTo>
                <a:close/>
                <a:moveTo>
                  <a:pt x="137" y="0"/>
                </a:moveTo>
                <a:cubicBezTo>
                  <a:pt x="54" y="0"/>
                  <a:pt x="0" y="71"/>
                  <a:pt x="0" y="191"/>
                </a:cubicBezTo>
                <a:cubicBezTo>
                  <a:pt x="0" y="311"/>
                  <a:pt x="54" y="381"/>
                  <a:pt x="137" y="381"/>
                </a:cubicBezTo>
                <a:cubicBezTo>
                  <a:pt x="217" y="381"/>
                  <a:pt x="274" y="311"/>
                  <a:pt x="274" y="191"/>
                </a:cubicBezTo>
                <a:cubicBezTo>
                  <a:pt x="274" y="71"/>
                  <a:pt x="217" y="0"/>
                  <a:pt x="137" y="0"/>
                </a:cubicBezTo>
                <a:close/>
                <a:moveTo>
                  <a:pt x="555" y="291"/>
                </a:moveTo>
                <a:cubicBezTo>
                  <a:pt x="602" y="291"/>
                  <a:pt x="635" y="338"/>
                  <a:pt x="635" y="435"/>
                </a:cubicBezTo>
                <a:cubicBezTo>
                  <a:pt x="635" y="528"/>
                  <a:pt x="602" y="578"/>
                  <a:pt x="555" y="578"/>
                </a:cubicBezTo>
                <a:cubicBezTo>
                  <a:pt x="508" y="578"/>
                  <a:pt x="475" y="528"/>
                  <a:pt x="475" y="435"/>
                </a:cubicBezTo>
                <a:cubicBezTo>
                  <a:pt x="475" y="338"/>
                  <a:pt x="508" y="291"/>
                  <a:pt x="555" y="291"/>
                </a:cubicBezTo>
                <a:close/>
                <a:moveTo>
                  <a:pt x="484" y="0"/>
                </a:moveTo>
                <a:lnTo>
                  <a:pt x="154" y="625"/>
                </a:lnTo>
                <a:lnTo>
                  <a:pt x="204" y="625"/>
                </a:lnTo>
                <a:lnTo>
                  <a:pt x="535" y="0"/>
                </a:lnTo>
                <a:close/>
                <a:moveTo>
                  <a:pt x="555" y="245"/>
                </a:moveTo>
                <a:cubicBezTo>
                  <a:pt x="475" y="245"/>
                  <a:pt x="418" y="314"/>
                  <a:pt x="418" y="435"/>
                </a:cubicBezTo>
                <a:cubicBezTo>
                  <a:pt x="418" y="555"/>
                  <a:pt x="475" y="625"/>
                  <a:pt x="555" y="625"/>
                </a:cubicBezTo>
                <a:cubicBezTo>
                  <a:pt x="638" y="625"/>
                  <a:pt x="691" y="555"/>
                  <a:pt x="691" y="435"/>
                </a:cubicBezTo>
                <a:cubicBezTo>
                  <a:pt x="691" y="314"/>
                  <a:pt x="638" y="245"/>
                  <a:pt x="555" y="245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01" name="Google Shape;4001;p133"/>
          <p:cNvSpPr/>
          <p:nvPr/>
        </p:nvSpPr>
        <p:spPr>
          <a:xfrm>
            <a:off x="5770771" y="2867695"/>
            <a:ext cx="274282" cy="387542"/>
          </a:xfrm>
          <a:custGeom>
            <a:rect b="b" l="l" r="r" t="t"/>
            <a:pathLst>
              <a:path extrusionOk="0" h="5133" w="3633">
                <a:moveTo>
                  <a:pt x="2345" y="713"/>
                </a:moveTo>
                <a:cubicBezTo>
                  <a:pt x="2329" y="980"/>
                  <a:pt x="2305" y="1424"/>
                  <a:pt x="2305" y="1695"/>
                </a:cubicBezTo>
                <a:lnTo>
                  <a:pt x="2305" y="3188"/>
                </a:lnTo>
                <a:lnTo>
                  <a:pt x="695" y="3188"/>
                </a:lnTo>
                <a:lnTo>
                  <a:pt x="1895" y="1434"/>
                </a:lnTo>
                <a:cubicBezTo>
                  <a:pt x="2038" y="1180"/>
                  <a:pt x="2182" y="956"/>
                  <a:pt x="2312" y="713"/>
                </a:cubicBezTo>
                <a:close/>
                <a:moveTo>
                  <a:pt x="2195" y="1"/>
                </a:moveTo>
                <a:lnTo>
                  <a:pt x="0" y="3278"/>
                </a:lnTo>
                <a:lnTo>
                  <a:pt x="0" y="3716"/>
                </a:lnTo>
                <a:lnTo>
                  <a:pt x="2305" y="3716"/>
                </a:lnTo>
                <a:lnTo>
                  <a:pt x="2305" y="5132"/>
                </a:lnTo>
                <a:lnTo>
                  <a:pt x="2934" y="5132"/>
                </a:lnTo>
                <a:lnTo>
                  <a:pt x="2934" y="3716"/>
                </a:lnTo>
                <a:lnTo>
                  <a:pt x="3632" y="3716"/>
                </a:lnTo>
                <a:lnTo>
                  <a:pt x="3632" y="3188"/>
                </a:lnTo>
                <a:lnTo>
                  <a:pt x="2934" y="3188"/>
                </a:lnTo>
                <a:lnTo>
                  <a:pt x="2934" y="1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02" name="Google Shape;4002;p133"/>
          <p:cNvSpPr/>
          <p:nvPr/>
        </p:nvSpPr>
        <p:spPr>
          <a:xfrm>
            <a:off x="6086051" y="2860447"/>
            <a:ext cx="248311" cy="402113"/>
          </a:xfrm>
          <a:custGeom>
            <a:rect b="b" l="l" r="r" t="t"/>
            <a:pathLst>
              <a:path extrusionOk="0" h="5326" w="3289">
                <a:moveTo>
                  <a:pt x="1517" y="521"/>
                </a:moveTo>
                <a:cubicBezTo>
                  <a:pt x="2167" y="521"/>
                  <a:pt x="2564" y="1057"/>
                  <a:pt x="2647" y="2054"/>
                </a:cubicBezTo>
                <a:lnTo>
                  <a:pt x="2647" y="2054"/>
                </a:lnTo>
                <a:cubicBezTo>
                  <a:pt x="2303" y="2547"/>
                  <a:pt x="1899" y="2736"/>
                  <a:pt x="1574" y="2736"/>
                </a:cubicBezTo>
                <a:cubicBezTo>
                  <a:pt x="940" y="2736"/>
                  <a:pt x="625" y="2315"/>
                  <a:pt x="625" y="1647"/>
                </a:cubicBezTo>
                <a:cubicBezTo>
                  <a:pt x="625" y="972"/>
                  <a:pt x="1016" y="521"/>
                  <a:pt x="1517" y="521"/>
                </a:cubicBezTo>
                <a:close/>
                <a:moveTo>
                  <a:pt x="1517" y="0"/>
                </a:moveTo>
                <a:cubicBezTo>
                  <a:pt x="692" y="0"/>
                  <a:pt x="1" y="665"/>
                  <a:pt x="1" y="1647"/>
                </a:cubicBezTo>
                <a:cubicBezTo>
                  <a:pt x="1" y="2699"/>
                  <a:pt x="575" y="3234"/>
                  <a:pt x="1464" y="3234"/>
                </a:cubicBezTo>
                <a:cubicBezTo>
                  <a:pt x="1881" y="3234"/>
                  <a:pt x="2343" y="2983"/>
                  <a:pt x="2663" y="2580"/>
                </a:cubicBezTo>
                <a:lnTo>
                  <a:pt x="2663" y="2580"/>
                </a:lnTo>
                <a:cubicBezTo>
                  <a:pt x="2636" y="4215"/>
                  <a:pt x="2032" y="4774"/>
                  <a:pt x="1307" y="4774"/>
                </a:cubicBezTo>
                <a:cubicBezTo>
                  <a:pt x="986" y="4774"/>
                  <a:pt x="672" y="4617"/>
                  <a:pt x="465" y="4370"/>
                </a:cubicBezTo>
                <a:lnTo>
                  <a:pt x="98" y="4784"/>
                </a:lnTo>
                <a:cubicBezTo>
                  <a:pt x="378" y="5092"/>
                  <a:pt x="782" y="5325"/>
                  <a:pt x="1333" y="5325"/>
                </a:cubicBezTo>
                <a:cubicBezTo>
                  <a:pt x="2356" y="5325"/>
                  <a:pt x="3288" y="4530"/>
                  <a:pt x="3288" y="2469"/>
                </a:cubicBezTo>
                <a:cubicBezTo>
                  <a:pt x="3288" y="822"/>
                  <a:pt x="2530" y="0"/>
                  <a:pt x="1517" y="0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03" name="Google Shape;4003;p133"/>
          <p:cNvSpPr/>
          <p:nvPr/>
        </p:nvSpPr>
        <p:spPr>
          <a:xfrm>
            <a:off x="6270947" y="1908782"/>
            <a:ext cx="7625" cy="44469"/>
          </a:xfrm>
          <a:custGeom>
            <a:rect b="b" l="l" r="r" t="t"/>
            <a:pathLst>
              <a:path extrusionOk="0" h="589" w="101">
                <a:moveTo>
                  <a:pt x="0" y="0"/>
                </a:moveTo>
                <a:lnTo>
                  <a:pt x="0" y="588"/>
                </a:lnTo>
                <a:lnTo>
                  <a:pt x="101" y="588"/>
                </a:lnTo>
                <a:lnTo>
                  <a:pt x="101" y="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04" name="Google Shape;4004;p133"/>
          <p:cNvSpPr/>
          <p:nvPr/>
        </p:nvSpPr>
        <p:spPr>
          <a:xfrm>
            <a:off x="6256828" y="1928185"/>
            <a:ext cx="7852" cy="25066"/>
          </a:xfrm>
          <a:custGeom>
            <a:rect b="b" l="l" r="r" t="t"/>
            <a:pathLst>
              <a:path extrusionOk="0" h="332" w="104">
                <a:moveTo>
                  <a:pt x="1" y="1"/>
                </a:moveTo>
                <a:lnTo>
                  <a:pt x="1" y="331"/>
                </a:lnTo>
                <a:lnTo>
                  <a:pt x="104" y="331"/>
                </a:lnTo>
                <a:lnTo>
                  <a:pt x="104" y="1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05" name="Google Shape;4005;p133"/>
          <p:cNvSpPr/>
          <p:nvPr/>
        </p:nvSpPr>
        <p:spPr>
          <a:xfrm>
            <a:off x="6242408" y="1940567"/>
            <a:ext cx="7625" cy="12684"/>
          </a:xfrm>
          <a:custGeom>
            <a:rect b="b" l="l" r="r" t="t"/>
            <a:pathLst>
              <a:path extrusionOk="0" h="168" w="101">
                <a:moveTo>
                  <a:pt x="1" y="0"/>
                </a:moveTo>
                <a:lnTo>
                  <a:pt x="1" y="167"/>
                </a:lnTo>
                <a:lnTo>
                  <a:pt x="101" y="167"/>
                </a:lnTo>
                <a:lnTo>
                  <a:pt x="101" y="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4006" name="Google Shape;4006;p133"/>
          <p:cNvGrpSpPr/>
          <p:nvPr/>
        </p:nvGrpSpPr>
        <p:grpSpPr>
          <a:xfrm>
            <a:off x="6494032" y="1739574"/>
            <a:ext cx="1210421" cy="2715505"/>
            <a:chOff x="4314813" y="3219875"/>
            <a:chExt cx="770625" cy="1728850"/>
          </a:xfrm>
        </p:grpSpPr>
        <p:sp>
          <p:nvSpPr>
            <p:cNvPr id="4007" name="Google Shape;4007;p133"/>
            <p:cNvSpPr/>
            <p:nvPr/>
          </p:nvSpPr>
          <p:spPr>
            <a:xfrm>
              <a:off x="4653338" y="3935425"/>
              <a:ext cx="284075" cy="208425"/>
            </a:xfrm>
            <a:custGeom>
              <a:rect b="b" l="l" r="r" t="t"/>
              <a:pathLst>
                <a:path extrusionOk="0" h="8337" w="11363">
                  <a:moveTo>
                    <a:pt x="5683" y="0"/>
                  </a:moveTo>
                  <a:cubicBezTo>
                    <a:pt x="2544" y="0"/>
                    <a:pt x="1" y="1864"/>
                    <a:pt x="1" y="4170"/>
                  </a:cubicBezTo>
                  <a:cubicBezTo>
                    <a:pt x="1" y="6471"/>
                    <a:pt x="2544" y="8336"/>
                    <a:pt x="5683" y="8336"/>
                  </a:cubicBezTo>
                  <a:cubicBezTo>
                    <a:pt x="8819" y="8336"/>
                    <a:pt x="11362" y="6471"/>
                    <a:pt x="11362" y="4170"/>
                  </a:cubicBezTo>
                  <a:cubicBezTo>
                    <a:pt x="11362" y="1864"/>
                    <a:pt x="8819" y="0"/>
                    <a:pt x="5683" y="0"/>
                  </a:cubicBezTo>
                  <a:close/>
                </a:path>
              </a:pathLst>
            </a:custGeom>
            <a:solidFill>
              <a:srgbClr val="14132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08" name="Google Shape;4008;p133"/>
            <p:cNvSpPr/>
            <p:nvPr/>
          </p:nvSpPr>
          <p:spPr>
            <a:xfrm>
              <a:off x="4362313" y="3619900"/>
              <a:ext cx="367275" cy="170975"/>
            </a:xfrm>
            <a:custGeom>
              <a:rect b="b" l="l" r="r" t="t"/>
              <a:pathLst>
                <a:path extrusionOk="0" h="6839" w="14691">
                  <a:moveTo>
                    <a:pt x="2809" y="1"/>
                  </a:moveTo>
                  <a:cubicBezTo>
                    <a:pt x="1675" y="1"/>
                    <a:pt x="852" y="149"/>
                    <a:pt x="648" y="507"/>
                  </a:cubicBezTo>
                  <a:cubicBezTo>
                    <a:pt x="1" y="1641"/>
                    <a:pt x="971" y="2485"/>
                    <a:pt x="3392" y="3770"/>
                  </a:cubicBezTo>
                  <a:cubicBezTo>
                    <a:pt x="5086" y="4671"/>
                    <a:pt x="9144" y="6839"/>
                    <a:pt x="11953" y="6839"/>
                  </a:cubicBezTo>
                  <a:cubicBezTo>
                    <a:pt x="13164" y="6839"/>
                    <a:pt x="14142" y="6436"/>
                    <a:pt x="14599" y="5356"/>
                  </a:cubicBezTo>
                  <a:cubicBezTo>
                    <a:pt x="14599" y="5356"/>
                    <a:pt x="14690" y="2558"/>
                    <a:pt x="11423" y="1454"/>
                  </a:cubicBezTo>
                  <a:cubicBezTo>
                    <a:pt x="9186" y="697"/>
                    <a:pt x="5267" y="1"/>
                    <a:pt x="2809" y="1"/>
                  </a:cubicBezTo>
                  <a:close/>
                </a:path>
              </a:pathLst>
            </a:custGeom>
            <a:solidFill>
              <a:srgbClr val="70257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09" name="Google Shape;4009;p133"/>
            <p:cNvSpPr/>
            <p:nvPr/>
          </p:nvSpPr>
          <p:spPr>
            <a:xfrm>
              <a:off x="4344888" y="3383025"/>
              <a:ext cx="97725" cy="311125"/>
            </a:xfrm>
            <a:custGeom>
              <a:rect b="b" l="l" r="r" t="t"/>
              <a:pathLst>
                <a:path extrusionOk="0" h="12445" w="3909">
                  <a:moveTo>
                    <a:pt x="2175" y="1"/>
                  </a:moveTo>
                  <a:lnTo>
                    <a:pt x="124" y="83"/>
                  </a:lnTo>
                  <a:cubicBezTo>
                    <a:pt x="92" y="2502"/>
                    <a:pt x="46" y="5893"/>
                    <a:pt x="27" y="7626"/>
                  </a:cubicBezTo>
                  <a:cubicBezTo>
                    <a:pt x="0" y="10492"/>
                    <a:pt x="1258" y="11230"/>
                    <a:pt x="1258" y="11230"/>
                  </a:cubicBezTo>
                  <a:cubicBezTo>
                    <a:pt x="2242" y="12254"/>
                    <a:pt x="3520" y="12445"/>
                    <a:pt x="3834" y="12445"/>
                  </a:cubicBezTo>
                  <a:cubicBezTo>
                    <a:pt x="3882" y="12445"/>
                    <a:pt x="3908" y="12440"/>
                    <a:pt x="3906" y="12433"/>
                  </a:cubicBezTo>
                  <a:cubicBezTo>
                    <a:pt x="3897" y="12397"/>
                    <a:pt x="2781" y="4362"/>
                    <a:pt x="2175" y="1"/>
                  </a:cubicBezTo>
                  <a:close/>
                </a:path>
              </a:pathLst>
            </a:custGeom>
            <a:solidFill>
              <a:srgbClr val="70257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10" name="Google Shape;4010;p133"/>
            <p:cNvSpPr/>
            <p:nvPr/>
          </p:nvSpPr>
          <p:spPr>
            <a:xfrm>
              <a:off x="4314813" y="3219875"/>
              <a:ext cx="75000" cy="96725"/>
            </a:xfrm>
            <a:custGeom>
              <a:rect b="b" l="l" r="r" t="t"/>
              <a:pathLst>
                <a:path extrusionOk="0" h="3869" w="3000">
                  <a:moveTo>
                    <a:pt x="1101" y="1"/>
                  </a:moveTo>
                  <a:cubicBezTo>
                    <a:pt x="1089" y="1"/>
                    <a:pt x="1077" y="2"/>
                    <a:pt x="1066" y="4"/>
                  </a:cubicBezTo>
                  <a:cubicBezTo>
                    <a:pt x="848" y="50"/>
                    <a:pt x="1140" y="2575"/>
                    <a:pt x="971" y="2657"/>
                  </a:cubicBezTo>
                  <a:cubicBezTo>
                    <a:pt x="962" y="2661"/>
                    <a:pt x="953" y="2663"/>
                    <a:pt x="943" y="2663"/>
                  </a:cubicBezTo>
                  <a:cubicBezTo>
                    <a:pt x="764" y="2663"/>
                    <a:pt x="425" y="2006"/>
                    <a:pt x="292" y="1864"/>
                  </a:cubicBezTo>
                  <a:cubicBezTo>
                    <a:pt x="280" y="1852"/>
                    <a:pt x="268" y="1846"/>
                    <a:pt x="257" y="1846"/>
                  </a:cubicBezTo>
                  <a:cubicBezTo>
                    <a:pt x="126" y="1846"/>
                    <a:pt x="0" y="2552"/>
                    <a:pt x="100" y="3263"/>
                  </a:cubicBezTo>
                  <a:cubicBezTo>
                    <a:pt x="170" y="3782"/>
                    <a:pt x="707" y="3869"/>
                    <a:pt x="1057" y="3869"/>
                  </a:cubicBezTo>
                  <a:cubicBezTo>
                    <a:pt x="1233" y="3869"/>
                    <a:pt x="1363" y="3847"/>
                    <a:pt x="1363" y="3847"/>
                  </a:cubicBezTo>
                  <a:lnTo>
                    <a:pt x="2999" y="3782"/>
                  </a:lnTo>
                  <a:cubicBezTo>
                    <a:pt x="2999" y="3782"/>
                    <a:pt x="2416" y="1609"/>
                    <a:pt x="2133" y="993"/>
                  </a:cubicBezTo>
                  <a:cubicBezTo>
                    <a:pt x="1865" y="404"/>
                    <a:pt x="1340" y="1"/>
                    <a:pt x="1101" y="1"/>
                  </a:cubicBezTo>
                  <a:close/>
                </a:path>
              </a:pathLst>
            </a:custGeom>
            <a:solidFill>
              <a:srgbClr val="FF457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11" name="Google Shape;4011;p133"/>
            <p:cNvSpPr/>
            <p:nvPr/>
          </p:nvSpPr>
          <p:spPr>
            <a:xfrm>
              <a:off x="4727288" y="3499250"/>
              <a:ext cx="200775" cy="193425"/>
            </a:xfrm>
            <a:custGeom>
              <a:rect b="b" l="l" r="r" t="t"/>
              <a:pathLst>
                <a:path extrusionOk="0" h="7737" w="8031">
                  <a:moveTo>
                    <a:pt x="5118" y="0"/>
                  </a:moveTo>
                  <a:lnTo>
                    <a:pt x="3278" y="1427"/>
                  </a:lnTo>
                  <a:cubicBezTo>
                    <a:pt x="3278" y="1427"/>
                    <a:pt x="3227" y="4909"/>
                    <a:pt x="0" y="6112"/>
                  </a:cubicBezTo>
                  <a:cubicBezTo>
                    <a:pt x="0" y="6112"/>
                    <a:pt x="1708" y="7737"/>
                    <a:pt x="3908" y="7737"/>
                  </a:cubicBezTo>
                  <a:cubicBezTo>
                    <a:pt x="4119" y="7737"/>
                    <a:pt x="4334" y="7722"/>
                    <a:pt x="4553" y="7689"/>
                  </a:cubicBezTo>
                  <a:cubicBezTo>
                    <a:pt x="7056" y="7311"/>
                    <a:pt x="8030" y="6463"/>
                    <a:pt x="8030" y="6463"/>
                  </a:cubicBezTo>
                  <a:cubicBezTo>
                    <a:pt x="8030" y="6463"/>
                    <a:pt x="6690" y="6436"/>
                    <a:pt x="5962" y="4685"/>
                  </a:cubicBezTo>
                  <a:cubicBezTo>
                    <a:pt x="5228" y="2931"/>
                    <a:pt x="5118" y="0"/>
                    <a:pt x="5118" y="0"/>
                  </a:cubicBezTo>
                  <a:close/>
                </a:path>
              </a:pathLst>
            </a:custGeom>
            <a:solidFill>
              <a:srgbClr val="FF457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12" name="Google Shape;4012;p133"/>
            <p:cNvSpPr/>
            <p:nvPr/>
          </p:nvSpPr>
          <p:spPr>
            <a:xfrm>
              <a:off x="4803613" y="3509150"/>
              <a:ext cx="37875" cy="58250"/>
            </a:xfrm>
            <a:custGeom>
              <a:rect b="b" l="l" r="r" t="t"/>
              <a:pathLst>
                <a:path extrusionOk="0" h="2330" w="1515">
                  <a:moveTo>
                    <a:pt x="1514" y="0"/>
                  </a:moveTo>
                  <a:lnTo>
                    <a:pt x="225" y="1031"/>
                  </a:lnTo>
                  <a:lnTo>
                    <a:pt x="215" y="1086"/>
                  </a:lnTo>
                  <a:lnTo>
                    <a:pt x="0" y="2329"/>
                  </a:lnTo>
                  <a:cubicBezTo>
                    <a:pt x="0" y="2329"/>
                    <a:pt x="885" y="1673"/>
                    <a:pt x="1172" y="1031"/>
                  </a:cubicBezTo>
                  <a:cubicBezTo>
                    <a:pt x="1459" y="383"/>
                    <a:pt x="1514" y="1"/>
                    <a:pt x="1514" y="0"/>
                  </a:cubicBezTo>
                  <a:close/>
                </a:path>
              </a:pathLst>
            </a:custGeom>
            <a:solidFill>
              <a:srgbClr val="70257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13" name="Google Shape;4013;p133"/>
            <p:cNvSpPr/>
            <p:nvPr/>
          </p:nvSpPr>
          <p:spPr>
            <a:xfrm>
              <a:off x="4759638" y="3414275"/>
              <a:ext cx="119875" cy="125525"/>
            </a:xfrm>
            <a:custGeom>
              <a:rect b="b" l="l" r="r" t="t"/>
              <a:pathLst>
                <a:path extrusionOk="0" h="5021" w="4795">
                  <a:moveTo>
                    <a:pt x="2134" y="0"/>
                  </a:moveTo>
                  <a:cubicBezTo>
                    <a:pt x="1729" y="0"/>
                    <a:pt x="1353" y="86"/>
                    <a:pt x="1126" y="268"/>
                  </a:cubicBezTo>
                  <a:cubicBezTo>
                    <a:pt x="457" y="806"/>
                    <a:pt x="0" y="4424"/>
                    <a:pt x="128" y="4830"/>
                  </a:cubicBezTo>
                  <a:cubicBezTo>
                    <a:pt x="171" y="4962"/>
                    <a:pt x="406" y="5021"/>
                    <a:pt x="729" y="5021"/>
                  </a:cubicBezTo>
                  <a:cubicBezTo>
                    <a:pt x="1398" y="5021"/>
                    <a:pt x="2445" y="4769"/>
                    <a:pt x="2949" y="4397"/>
                  </a:cubicBezTo>
                  <a:cubicBezTo>
                    <a:pt x="3696" y="3846"/>
                    <a:pt x="3824" y="3399"/>
                    <a:pt x="3824" y="3399"/>
                  </a:cubicBezTo>
                  <a:cubicBezTo>
                    <a:pt x="3824" y="3399"/>
                    <a:pt x="3949" y="3476"/>
                    <a:pt x="4117" y="3476"/>
                  </a:cubicBezTo>
                  <a:cubicBezTo>
                    <a:pt x="4227" y="3476"/>
                    <a:pt x="4356" y="3443"/>
                    <a:pt x="4481" y="3335"/>
                  </a:cubicBezTo>
                  <a:cubicBezTo>
                    <a:pt x="4795" y="3061"/>
                    <a:pt x="4663" y="2405"/>
                    <a:pt x="4417" y="2260"/>
                  </a:cubicBezTo>
                  <a:cubicBezTo>
                    <a:pt x="4347" y="2220"/>
                    <a:pt x="4286" y="2206"/>
                    <a:pt x="4235" y="2206"/>
                  </a:cubicBezTo>
                  <a:cubicBezTo>
                    <a:pt x="4103" y="2206"/>
                    <a:pt x="4034" y="2301"/>
                    <a:pt x="4034" y="2301"/>
                  </a:cubicBezTo>
                  <a:cubicBezTo>
                    <a:pt x="4034" y="2301"/>
                    <a:pt x="4117" y="1790"/>
                    <a:pt x="3943" y="911"/>
                  </a:cubicBezTo>
                  <a:cubicBezTo>
                    <a:pt x="3831" y="329"/>
                    <a:pt x="2927" y="0"/>
                    <a:pt x="2134" y="0"/>
                  </a:cubicBezTo>
                  <a:close/>
                </a:path>
              </a:pathLst>
            </a:custGeom>
            <a:solidFill>
              <a:srgbClr val="FF457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14" name="Google Shape;4014;p133"/>
            <p:cNvSpPr/>
            <p:nvPr/>
          </p:nvSpPr>
          <p:spPr>
            <a:xfrm>
              <a:off x="4813988" y="3457625"/>
              <a:ext cx="21900" cy="8875"/>
            </a:xfrm>
            <a:custGeom>
              <a:rect b="b" l="l" r="r" t="t"/>
              <a:pathLst>
                <a:path extrusionOk="0" h="355" w="876">
                  <a:moveTo>
                    <a:pt x="423" y="0"/>
                  </a:moveTo>
                  <a:cubicBezTo>
                    <a:pt x="323" y="0"/>
                    <a:pt x="235" y="6"/>
                    <a:pt x="197" y="25"/>
                  </a:cubicBezTo>
                  <a:cubicBezTo>
                    <a:pt x="83" y="75"/>
                    <a:pt x="1" y="311"/>
                    <a:pt x="1" y="311"/>
                  </a:cubicBezTo>
                  <a:cubicBezTo>
                    <a:pt x="1" y="311"/>
                    <a:pt x="213" y="354"/>
                    <a:pt x="398" y="354"/>
                  </a:cubicBezTo>
                  <a:cubicBezTo>
                    <a:pt x="490" y="354"/>
                    <a:pt x="576" y="343"/>
                    <a:pt x="624" y="311"/>
                  </a:cubicBezTo>
                  <a:cubicBezTo>
                    <a:pt x="767" y="221"/>
                    <a:pt x="876" y="25"/>
                    <a:pt x="876" y="25"/>
                  </a:cubicBezTo>
                  <a:cubicBezTo>
                    <a:pt x="876" y="25"/>
                    <a:pt x="625" y="0"/>
                    <a:pt x="423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15" name="Google Shape;4015;p133"/>
            <p:cNvSpPr/>
            <p:nvPr/>
          </p:nvSpPr>
          <p:spPr>
            <a:xfrm>
              <a:off x="4778088" y="3449925"/>
              <a:ext cx="14375" cy="14125"/>
            </a:xfrm>
            <a:custGeom>
              <a:rect b="b" l="l" r="r" t="t"/>
              <a:pathLst>
                <a:path extrusionOk="0" h="565" w="575">
                  <a:moveTo>
                    <a:pt x="32" y="0"/>
                  </a:moveTo>
                  <a:cubicBezTo>
                    <a:pt x="32" y="0"/>
                    <a:pt x="1" y="49"/>
                    <a:pt x="106" y="232"/>
                  </a:cubicBezTo>
                  <a:cubicBezTo>
                    <a:pt x="211" y="415"/>
                    <a:pt x="552" y="565"/>
                    <a:pt x="552" y="565"/>
                  </a:cubicBezTo>
                  <a:cubicBezTo>
                    <a:pt x="552" y="565"/>
                    <a:pt x="575" y="301"/>
                    <a:pt x="466" y="182"/>
                  </a:cubicBezTo>
                  <a:cubicBezTo>
                    <a:pt x="356" y="64"/>
                    <a:pt x="33" y="0"/>
                    <a:pt x="32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16" name="Google Shape;4016;p133"/>
            <p:cNvSpPr/>
            <p:nvPr/>
          </p:nvSpPr>
          <p:spPr>
            <a:xfrm>
              <a:off x="4778888" y="3449875"/>
              <a:ext cx="14725" cy="14175"/>
            </a:xfrm>
            <a:custGeom>
              <a:rect b="b" l="l" r="r" t="t"/>
              <a:pathLst>
                <a:path extrusionOk="0" h="567" w="589">
                  <a:moveTo>
                    <a:pt x="51" y="1"/>
                  </a:moveTo>
                  <a:cubicBezTo>
                    <a:pt x="20" y="1"/>
                    <a:pt x="0" y="2"/>
                    <a:pt x="0" y="2"/>
                  </a:cubicBezTo>
                  <a:cubicBezTo>
                    <a:pt x="0" y="2"/>
                    <a:pt x="347" y="74"/>
                    <a:pt x="434" y="211"/>
                  </a:cubicBezTo>
                  <a:cubicBezTo>
                    <a:pt x="520" y="352"/>
                    <a:pt x="520" y="567"/>
                    <a:pt x="520" y="567"/>
                  </a:cubicBezTo>
                  <a:cubicBezTo>
                    <a:pt x="520" y="567"/>
                    <a:pt x="589" y="316"/>
                    <a:pt x="457" y="143"/>
                  </a:cubicBezTo>
                  <a:cubicBezTo>
                    <a:pt x="357" y="16"/>
                    <a:pt x="148" y="1"/>
                    <a:pt x="51" y="1"/>
                  </a:cubicBezTo>
                  <a:close/>
                </a:path>
              </a:pathLst>
            </a:custGeom>
            <a:solidFill>
              <a:srgbClr val="21204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17" name="Google Shape;4017;p133"/>
            <p:cNvSpPr/>
            <p:nvPr/>
          </p:nvSpPr>
          <p:spPr>
            <a:xfrm>
              <a:off x="4780488" y="3439725"/>
              <a:ext cx="15300" cy="8500"/>
            </a:xfrm>
            <a:custGeom>
              <a:rect b="b" l="l" r="r" t="t"/>
              <a:pathLst>
                <a:path extrusionOk="0" h="340" w="612">
                  <a:moveTo>
                    <a:pt x="246" y="1"/>
                  </a:moveTo>
                  <a:cubicBezTo>
                    <a:pt x="114" y="1"/>
                    <a:pt x="1" y="57"/>
                    <a:pt x="1" y="57"/>
                  </a:cubicBezTo>
                  <a:cubicBezTo>
                    <a:pt x="1" y="57"/>
                    <a:pt x="37" y="52"/>
                    <a:pt x="93" y="52"/>
                  </a:cubicBezTo>
                  <a:cubicBezTo>
                    <a:pt x="155" y="52"/>
                    <a:pt x="240" y="58"/>
                    <a:pt x="329" y="84"/>
                  </a:cubicBezTo>
                  <a:cubicBezTo>
                    <a:pt x="502" y="129"/>
                    <a:pt x="611" y="339"/>
                    <a:pt x="611" y="339"/>
                  </a:cubicBezTo>
                  <a:cubicBezTo>
                    <a:pt x="611" y="339"/>
                    <a:pt x="607" y="135"/>
                    <a:pt x="416" y="38"/>
                  </a:cubicBezTo>
                  <a:cubicBezTo>
                    <a:pt x="360" y="10"/>
                    <a:pt x="302" y="1"/>
                    <a:pt x="246" y="1"/>
                  </a:cubicBezTo>
                  <a:close/>
                </a:path>
              </a:pathLst>
            </a:custGeom>
            <a:solidFill>
              <a:srgbClr val="21204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18" name="Google Shape;4018;p133"/>
            <p:cNvSpPr/>
            <p:nvPr/>
          </p:nvSpPr>
          <p:spPr>
            <a:xfrm>
              <a:off x="4813988" y="3456800"/>
              <a:ext cx="21900" cy="8625"/>
            </a:xfrm>
            <a:custGeom>
              <a:rect b="b" l="l" r="r" t="t"/>
              <a:pathLst>
                <a:path extrusionOk="0" h="345" w="876">
                  <a:moveTo>
                    <a:pt x="438" y="1"/>
                  </a:moveTo>
                  <a:cubicBezTo>
                    <a:pt x="337" y="1"/>
                    <a:pt x="246" y="9"/>
                    <a:pt x="197" y="30"/>
                  </a:cubicBezTo>
                  <a:cubicBezTo>
                    <a:pt x="60" y="94"/>
                    <a:pt x="1" y="344"/>
                    <a:pt x="1" y="344"/>
                  </a:cubicBezTo>
                  <a:cubicBezTo>
                    <a:pt x="1" y="344"/>
                    <a:pt x="119" y="121"/>
                    <a:pt x="269" y="81"/>
                  </a:cubicBezTo>
                  <a:cubicBezTo>
                    <a:pt x="349" y="59"/>
                    <a:pt x="513" y="54"/>
                    <a:pt x="651" y="54"/>
                  </a:cubicBezTo>
                  <a:cubicBezTo>
                    <a:pt x="774" y="54"/>
                    <a:pt x="876" y="58"/>
                    <a:pt x="876" y="58"/>
                  </a:cubicBezTo>
                  <a:cubicBezTo>
                    <a:pt x="832" y="28"/>
                    <a:pt x="620" y="1"/>
                    <a:pt x="438" y="1"/>
                  </a:cubicBezTo>
                  <a:close/>
                </a:path>
              </a:pathLst>
            </a:custGeom>
            <a:solidFill>
              <a:srgbClr val="21204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19" name="Google Shape;4019;p133"/>
            <p:cNvSpPr/>
            <p:nvPr/>
          </p:nvSpPr>
          <p:spPr>
            <a:xfrm>
              <a:off x="4814913" y="3446475"/>
              <a:ext cx="23575" cy="5725"/>
            </a:xfrm>
            <a:custGeom>
              <a:rect b="b" l="l" r="r" t="t"/>
              <a:pathLst>
                <a:path extrusionOk="0" h="229" w="943">
                  <a:moveTo>
                    <a:pt x="451" y="1"/>
                  </a:moveTo>
                  <a:cubicBezTo>
                    <a:pt x="406" y="1"/>
                    <a:pt x="361" y="4"/>
                    <a:pt x="319" y="10"/>
                  </a:cubicBezTo>
                  <a:cubicBezTo>
                    <a:pt x="82" y="46"/>
                    <a:pt x="0" y="229"/>
                    <a:pt x="0" y="229"/>
                  </a:cubicBezTo>
                  <a:cubicBezTo>
                    <a:pt x="0" y="229"/>
                    <a:pt x="105" y="88"/>
                    <a:pt x="401" y="69"/>
                  </a:cubicBezTo>
                  <a:cubicBezTo>
                    <a:pt x="419" y="68"/>
                    <a:pt x="437" y="68"/>
                    <a:pt x="455" y="68"/>
                  </a:cubicBezTo>
                  <a:cubicBezTo>
                    <a:pt x="730" y="68"/>
                    <a:pt x="943" y="197"/>
                    <a:pt x="943" y="197"/>
                  </a:cubicBezTo>
                  <a:cubicBezTo>
                    <a:pt x="894" y="69"/>
                    <a:pt x="663" y="1"/>
                    <a:pt x="451" y="1"/>
                  </a:cubicBezTo>
                  <a:close/>
                </a:path>
              </a:pathLst>
            </a:custGeom>
            <a:solidFill>
              <a:srgbClr val="21204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20" name="Google Shape;4020;p133"/>
            <p:cNvSpPr/>
            <p:nvPr/>
          </p:nvSpPr>
          <p:spPr>
            <a:xfrm>
              <a:off x="4820363" y="3458450"/>
              <a:ext cx="5600" cy="7225"/>
            </a:xfrm>
            <a:custGeom>
              <a:rect b="b" l="l" r="r" t="t"/>
              <a:pathLst>
                <a:path extrusionOk="0" h="289" w="224">
                  <a:moveTo>
                    <a:pt x="110" y="0"/>
                  </a:moveTo>
                  <a:cubicBezTo>
                    <a:pt x="51" y="0"/>
                    <a:pt x="1" y="64"/>
                    <a:pt x="1" y="142"/>
                  </a:cubicBezTo>
                  <a:cubicBezTo>
                    <a:pt x="1" y="224"/>
                    <a:pt x="51" y="288"/>
                    <a:pt x="110" y="288"/>
                  </a:cubicBezTo>
                  <a:cubicBezTo>
                    <a:pt x="174" y="288"/>
                    <a:pt x="224" y="224"/>
                    <a:pt x="224" y="142"/>
                  </a:cubicBezTo>
                  <a:cubicBezTo>
                    <a:pt x="224" y="64"/>
                    <a:pt x="174" y="0"/>
                    <a:pt x="110" y="0"/>
                  </a:cubicBezTo>
                  <a:close/>
                </a:path>
              </a:pathLst>
            </a:custGeom>
            <a:solidFill>
              <a:srgbClr val="21204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21" name="Google Shape;4021;p133"/>
            <p:cNvSpPr/>
            <p:nvPr/>
          </p:nvSpPr>
          <p:spPr>
            <a:xfrm>
              <a:off x="4783913" y="3453175"/>
              <a:ext cx="6175" cy="7250"/>
            </a:xfrm>
            <a:custGeom>
              <a:rect b="b" l="l" r="r" t="t"/>
              <a:pathLst>
                <a:path extrusionOk="0" h="290" w="247">
                  <a:moveTo>
                    <a:pt x="129" y="1"/>
                  </a:moveTo>
                  <a:cubicBezTo>
                    <a:pt x="70" y="1"/>
                    <a:pt x="22" y="57"/>
                    <a:pt x="9" y="129"/>
                  </a:cubicBezTo>
                  <a:cubicBezTo>
                    <a:pt x="1" y="207"/>
                    <a:pt x="41" y="280"/>
                    <a:pt x="100" y="289"/>
                  </a:cubicBezTo>
                  <a:cubicBezTo>
                    <a:pt x="105" y="290"/>
                    <a:pt x="109" y="290"/>
                    <a:pt x="113" y="290"/>
                  </a:cubicBezTo>
                  <a:cubicBezTo>
                    <a:pt x="172" y="290"/>
                    <a:pt x="224" y="234"/>
                    <a:pt x="233" y="161"/>
                  </a:cubicBezTo>
                  <a:cubicBezTo>
                    <a:pt x="247" y="79"/>
                    <a:pt x="205" y="11"/>
                    <a:pt x="142" y="1"/>
                  </a:cubicBezTo>
                  <a:cubicBezTo>
                    <a:pt x="138" y="1"/>
                    <a:pt x="133" y="1"/>
                    <a:pt x="129" y="1"/>
                  </a:cubicBezTo>
                  <a:close/>
                </a:path>
              </a:pathLst>
            </a:custGeom>
            <a:solidFill>
              <a:srgbClr val="21204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22" name="Google Shape;4022;p133"/>
            <p:cNvSpPr/>
            <p:nvPr/>
          </p:nvSpPr>
          <p:spPr>
            <a:xfrm>
              <a:off x="4790963" y="3454450"/>
              <a:ext cx="13825" cy="30900"/>
            </a:xfrm>
            <a:custGeom>
              <a:rect b="b" l="l" r="r" t="t"/>
              <a:pathLst>
                <a:path extrusionOk="0" h="1236" w="553">
                  <a:moveTo>
                    <a:pt x="498" y="1"/>
                  </a:moveTo>
                  <a:lnTo>
                    <a:pt x="1" y="1236"/>
                  </a:lnTo>
                  <a:lnTo>
                    <a:pt x="534" y="1044"/>
                  </a:lnTo>
                  <a:lnTo>
                    <a:pt x="516" y="990"/>
                  </a:lnTo>
                  <a:lnTo>
                    <a:pt x="106" y="1136"/>
                  </a:lnTo>
                  <a:lnTo>
                    <a:pt x="552" y="24"/>
                  </a:lnTo>
                  <a:lnTo>
                    <a:pt x="498" y="1"/>
                  </a:lnTo>
                  <a:close/>
                </a:path>
              </a:pathLst>
            </a:custGeom>
            <a:solidFill>
              <a:srgbClr val="70257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23" name="Google Shape;4023;p133"/>
            <p:cNvSpPr/>
            <p:nvPr/>
          </p:nvSpPr>
          <p:spPr>
            <a:xfrm>
              <a:off x="4856938" y="3477950"/>
              <a:ext cx="10275" cy="7750"/>
            </a:xfrm>
            <a:custGeom>
              <a:rect b="b" l="l" r="r" t="t"/>
              <a:pathLst>
                <a:path extrusionOk="0" h="310" w="411">
                  <a:moveTo>
                    <a:pt x="410" y="0"/>
                  </a:moveTo>
                  <a:cubicBezTo>
                    <a:pt x="374" y="0"/>
                    <a:pt x="88" y="9"/>
                    <a:pt x="0" y="291"/>
                  </a:cubicBezTo>
                  <a:lnTo>
                    <a:pt x="55" y="310"/>
                  </a:lnTo>
                  <a:cubicBezTo>
                    <a:pt x="134" y="64"/>
                    <a:pt x="384" y="59"/>
                    <a:pt x="409" y="59"/>
                  </a:cubicBezTo>
                  <a:cubicBezTo>
                    <a:pt x="410" y="59"/>
                    <a:pt x="410" y="59"/>
                    <a:pt x="410" y="59"/>
                  </a:cubicBezTo>
                  <a:lnTo>
                    <a:pt x="410" y="0"/>
                  </a:lnTo>
                  <a:close/>
                </a:path>
              </a:pathLst>
            </a:custGeom>
            <a:solidFill>
              <a:srgbClr val="70257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24" name="Google Shape;4024;p133"/>
            <p:cNvSpPr/>
            <p:nvPr/>
          </p:nvSpPr>
          <p:spPr>
            <a:xfrm>
              <a:off x="4787763" y="3412875"/>
              <a:ext cx="76600" cy="22375"/>
            </a:xfrm>
            <a:custGeom>
              <a:rect b="b" l="l" r="r" t="t"/>
              <a:pathLst>
                <a:path extrusionOk="0" h="895" w="3064">
                  <a:moveTo>
                    <a:pt x="995" y="1"/>
                  </a:moveTo>
                  <a:cubicBezTo>
                    <a:pt x="396" y="1"/>
                    <a:pt x="33" y="182"/>
                    <a:pt x="1" y="324"/>
                  </a:cubicBezTo>
                  <a:cubicBezTo>
                    <a:pt x="1" y="324"/>
                    <a:pt x="461" y="894"/>
                    <a:pt x="1186" y="894"/>
                  </a:cubicBezTo>
                  <a:cubicBezTo>
                    <a:pt x="1225" y="894"/>
                    <a:pt x="1264" y="893"/>
                    <a:pt x="1305" y="889"/>
                  </a:cubicBezTo>
                  <a:cubicBezTo>
                    <a:pt x="2093" y="820"/>
                    <a:pt x="2795" y="807"/>
                    <a:pt x="2795" y="807"/>
                  </a:cubicBezTo>
                  <a:cubicBezTo>
                    <a:pt x="2795" y="807"/>
                    <a:pt x="3064" y="420"/>
                    <a:pt x="1925" y="128"/>
                  </a:cubicBezTo>
                  <a:cubicBezTo>
                    <a:pt x="1574" y="37"/>
                    <a:pt x="1261" y="1"/>
                    <a:pt x="995" y="1"/>
                  </a:cubicBezTo>
                  <a:close/>
                </a:path>
              </a:pathLst>
            </a:custGeom>
            <a:solidFill>
              <a:srgbClr val="21204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25" name="Google Shape;4025;p133"/>
            <p:cNvSpPr/>
            <p:nvPr/>
          </p:nvSpPr>
          <p:spPr>
            <a:xfrm>
              <a:off x="4856938" y="3433050"/>
              <a:ext cx="9600" cy="38775"/>
            </a:xfrm>
            <a:custGeom>
              <a:rect b="b" l="l" r="r" t="t"/>
              <a:pathLst>
                <a:path extrusionOk="0" h="1551" w="384">
                  <a:moveTo>
                    <a:pt x="0" y="0"/>
                  </a:moveTo>
                  <a:cubicBezTo>
                    <a:pt x="23" y="51"/>
                    <a:pt x="42" y="105"/>
                    <a:pt x="51" y="160"/>
                  </a:cubicBezTo>
                  <a:cubicBezTo>
                    <a:pt x="225" y="1039"/>
                    <a:pt x="142" y="1550"/>
                    <a:pt x="142" y="1550"/>
                  </a:cubicBezTo>
                  <a:cubicBezTo>
                    <a:pt x="142" y="1550"/>
                    <a:pt x="383" y="615"/>
                    <a:pt x="28" y="0"/>
                  </a:cubicBezTo>
                  <a:close/>
                </a:path>
              </a:pathLst>
            </a:custGeom>
            <a:solidFill>
              <a:srgbClr val="68688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26" name="Google Shape;4026;p133"/>
            <p:cNvSpPr/>
            <p:nvPr/>
          </p:nvSpPr>
          <p:spPr>
            <a:xfrm>
              <a:off x="4839738" y="3433050"/>
              <a:ext cx="22825" cy="44000"/>
            </a:xfrm>
            <a:custGeom>
              <a:rect b="b" l="l" r="r" t="t"/>
              <a:pathLst>
                <a:path extrusionOk="0" h="1760" w="913">
                  <a:moveTo>
                    <a:pt x="688" y="0"/>
                  </a:moveTo>
                  <a:lnTo>
                    <a:pt x="0" y="28"/>
                  </a:lnTo>
                  <a:lnTo>
                    <a:pt x="174" y="1016"/>
                  </a:lnTo>
                  <a:cubicBezTo>
                    <a:pt x="174" y="1016"/>
                    <a:pt x="402" y="1039"/>
                    <a:pt x="497" y="1304"/>
                  </a:cubicBezTo>
                  <a:cubicBezTo>
                    <a:pt x="589" y="1563"/>
                    <a:pt x="616" y="1759"/>
                    <a:pt x="616" y="1759"/>
                  </a:cubicBezTo>
                  <a:lnTo>
                    <a:pt x="830" y="1550"/>
                  </a:lnTo>
                  <a:cubicBezTo>
                    <a:pt x="830" y="1550"/>
                    <a:pt x="913" y="1039"/>
                    <a:pt x="739" y="160"/>
                  </a:cubicBezTo>
                  <a:cubicBezTo>
                    <a:pt x="730" y="105"/>
                    <a:pt x="711" y="51"/>
                    <a:pt x="688" y="0"/>
                  </a:cubicBezTo>
                  <a:close/>
                </a:path>
              </a:pathLst>
            </a:custGeom>
            <a:solidFill>
              <a:srgbClr val="682C5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27" name="Google Shape;4027;p133"/>
            <p:cNvSpPr/>
            <p:nvPr/>
          </p:nvSpPr>
          <p:spPr>
            <a:xfrm>
              <a:off x="4752588" y="3472400"/>
              <a:ext cx="105425" cy="76925"/>
            </a:xfrm>
            <a:custGeom>
              <a:rect b="b" l="l" r="r" t="t"/>
              <a:pathLst>
                <a:path extrusionOk="0" h="3077" w="4217">
                  <a:moveTo>
                    <a:pt x="4122" y="1"/>
                  </a:moveTo>
                  <a:cubicBezTo>
                    <a:pt x="4107" y="1"/>
                    <a:pt x="4089" y="4"/>
                    <a:pt x="4065" y="12"/>
                  </a:cubicBezTo>
                  <a:cubicBezTo>
                    <a:pt x="4065" y="12"/>
                    <a:pt x="3696" y="1179"/>
                    <a:pt x="3486" y="1371"/>
                  </a:cubicBezTo>
                  <a:cubicBezTo>
                    <a:pt x="3282" y="1557"/>
                    <a:pt x="2287" y="1672"/>
                    <a:pt x="2119" y="1890"/>
                  </a:cubicBezTo>
                  <a:cubicBezTo>
                    <a:pt x="1950" y="2114"/>
                    <a:pt x="1814" y="2291"/>
                    <a:pt x="1591" y="2341"/>
                  </a:cubicBezTo>
                  <a:cubicBezTo>
                    <a:pt x="1577" y="2344"/>
                    <a:pt x="1565" y="2346"/>
                    <a:pt x="1553" y="2346"/>
                  </a:cubicBezTo>
                  <a:cubicBezTo>
                    <a:pt x="1362" y="2346"/>
                    <a:pt x="1310" y="1954"/>
                    <a:pt x="1048" y="1817"/>
                  </a:cubicBezTo>
                  <a:cubicBezTo>
                    <a:pt x="992" y="1788"/>
                    <a:pt x="945" y="1776"/>
                    <a:pt x="905" y="1776"/>
                  </a:cubicBezTo>
                  <a:cubicBezTo>
                    <a:pt x="757" y="1776"/>
                    <a:pt x="698" y="1933"/>
                    <a:pt x="581" y="1933"/>
                  </a:cubicBezTo>
                  <a:cubicBezTo>
                    <a:pt x="573" y="1933"/>
                    <a:pt x="565" y="1933"/>
                    <a:pt x="556" y="1931"/>
                  </a:cubicBezTo>
                  <a:cubicBezTo>
                    <a:pt x="387" y="1899"/>
                    <a:pt x="478" y="1649"/>
                    <a:pt x="428" y="1607"/>
                  </a:cubicBezTo>
                  <a:cubicBezTo>
                    <a:pt x="427" y="1606"/>
                    <a:pt x="426" y="1606"/>
                    <a:pt x="425" y="1606"/>
                  </a:cubicBezTo>
                  <a:cubicBezTo>
                    <a:pt x="360" y="1606"/>
                    <a:pt x="1" y="2692"/>
                    <a:pt x="287" y="2947"/>
                  </a:cubicBezTo>
                  <a:cubicBezTo>
                    <a:pt x="389" y="3038"/>
                    <a:pt x="672" y="3077"/>
                    <a:pt x="1018" y="3077"/>
                  </a:cubicBezTo>
                  <a:cubicBezTo>
                    <a:pt x="1680" y="3077"/>
                    <a:pt x="2574" y="2936"/>
                    <a:pt x="2894" y="2751"/>
                  </a:cubicBezTo>
                  <a:cubicBezTo>
                    <a:pt x="3387" y="2469"/>
                    <a:pt x="3696" y="1689"/>
                    <a:pt x="3783" y="1470"/>
                  </a:cubicBezTo>
                  <a:cubicBezTo>
                    <a:pt x="3865" y="1252"/>
                    <a:pt x="4152" y="140"/>
                    <a:pt x="4152" y="140"/>
                  </a:cubicBezTo>
                  <a:cubicBezTo>
                    <a:pt x="4152" y="140"/>
                    <a:pt x="4217" y="1"/>
                    <a:pt x="4122" y="1"/>
                  </a:cubicBezTo>
                  <a:close/>
                </a:path>
              </a:pathLst>
            </a:custGeom>
            <a:solidFill>
              <a:srgbClr val="21204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28" name="Google Shape;4028;p133"/>
            <p:cNvSpPr/>
            <p:nvPr/>
          </p:nvSpPr>
          <p:spPr>
            <a:xfrm>
              <a:off x="4764788" y="3486100"/>
              <a:ext cx="57300" cy="28350"/>
            </a:xfrm>
            <a:custGeom>
              <a:rect b="b" l="l" r="r" t="t"/>
              <a:pathLst>
                <a:path extrusionOk="0" h="1134" w="2292">
                  <a:moveTo>
                    <a:pt x="1138" y="0"/>
                  </a:moveTo>
                  <a:cubicBezTo>
                    <a:pt x="685" y="0"/>
                    <a:pt x="287" y="312"/>
                    <a:pt x="287" y="312"/>
                  </a:cubicBezTo>
                  <a:cubicBezTo>
                    <a:pt x="118" y="512"/>
                    <a:pt x="0" y="872"/>
                    <a:pt x="109" y="922"/>
                  </a:cubicBezTo>
                  <a:cubicBezTo>
                    <a:pt x="116" y="926"/>
                    <a:pt x="124" y="927"/>
                    <a:pt x="134" y="927"/>
                  </a:cubicBezTo>
                  <a:cubicBezTo>
                    <a:pt x="279" y="927"/>
                    <a:pt x="725" y="566"/>
                    <a:pt x="918" y="566"/>
                  </a:cubicBezTo>
                  <a:cubicBezTo>
                    <a:pt x="924" y="566"/>
                    <a:pt x="929" y="566"/>
                    <a:pt x="934" y="567"/>
                  </a:cubicBezTo>
                  <a:cubicBezTo>
                    <a:pt x="1126" y="589"/>
                    <a:pt x="1839" y="1133"/>
                    <a:pt x="2065" y="1133"/>
                  </a:cubicBezTo>
                  <a:cubicBezTo>
                    <a:pt x="2070" y="1133"/>
                    <a:pt x="2074" y="1133"/>
                    <a:pt x="2078" y="1132"/>
                  </a:cubicBezTo>
                  <a:cubicBezTo>
                    <a:pt x="2292" y="1110"/>
                    <a:pt x="2146" y="426"/>
                    <a:pt x="1553" y="102"/>
                  </a:cubicBezTo>
                  <a:cubicBezTo>
                    <a:pt x="1416" y="28"/>
                    <a:pt x="1275" y="0"/>
                    <a:pt x="1138" y="0"/>
                  </a:cubicBezTo>
                  <a:close/>
                </a:path>
              </a:pathLst>
            </a:custGeom>
            <a:solidFill>
              <a:srgbClr val="21204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29" name="Google Shape;4029;p133"/>
            <p:cNvSpPr/>
            <p:nvPr/>
          </p:nvSpPr>
          <p:spPr>
            <a:xfrm>
              <a:off x="4699838" y="4066100"/>
              <a:ext cx="72225" cy="407700"/>
            </a:xfrm>
            <a:custGeom>
              <a:rect b="b" l="l" r="r" t="t"/>
              <a:pathLst>
                <a:path extrusionOk="0" h="16308" w="2889">
                  <a:moveTo>
                    <a:pt x="72" y="1"/>
                  </a:moveTo>
                  <a:cubicBezTo>
                    <a:pt x="32" y="1"/>
                    <a:pt x="0" y="33"/>
                    <a:pt x="0" y="74"/>
                  </a:cubicBezTo>
                  <a:lnTo>
                    <a:pt x="0" y="16230"/>
                  </a:lnTo>
                  <a:cubicBezTo>
                    <a:pt x="0" y="16272"/>
                    <a:pt x="32" y="16308"/>
                    <a:pt x="72" y="16308"/>
                  </a:cubicBezTo>
                  <a:lnTo>
                    <a:pt x="2817" y="16308"/>
                  </a:lnTo>
                  <a:cubicBezTo>
                    <a:pt x="2857" y="16308"/>
                    <a:pt x="2889" y="16272"/>
                    <a:pt x="2889" y="16230"/>
                  </a:cubicBezTo>
                  <a:lnTo>
                    <a:pt x="2889" y="74"/>
                  </a:lnTo>
                  <a:cubicBezTo>
                    <a:pt x="2889" y="33"/>
                    <a:pt x="2857" y="1"/>
                    <a:pt x="2817" y="1"/>
                  </a:cubicBezTo>
                  <a:close/>
                </a:path>
              </a:pathLst>
            </a:custGeom>
            <a:solidFill>
              <a:srgbClr val="14132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30" name="Google Shape;4030;p133"/>
            <p:cNvSpPr/>
            <p:nvPr/>
          </p:nvSpPr>
          <p:spPr>
            <a:xfrm>
              <a:off x="4712563" y="4481425"/>
              <a:ext cx="33900" cy="367375"/>
            </a:xfrm>
            <a:custGeom>
              <a:rect b="b" l="l" r="r" t="t"/>
              <a:pathLst>
                <a:path extrusionOk="0" h="14695" w="1356">
                  <a:moveTo>
                    <a:pt x="1" y="0"/>
                  </a:moveTo>
                  <a:lnTo>
                    <a:pt x="1" y="14695"/>
                  </a:lnTo>
                  <a:lnTo>
                    <a:pt x="1355" y="14695"/>
                  </a:lnTo>
                  <a:lnTo>
                    <a:pt x="1355" y="0"/>
                  </a:lnTo>
                  <a:close/>
                </a:path>
              </a:pathLst>
            </a:custGeom>
            <a:solidFill>
              <a:srgbClr val="FF457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31" name="Google Shape;4031;p133"/>
            <p:cNvSpPr/>
            <p:nvPr/>
          </p:nvSpPr>
          <p:spPr>
            <a:xfrm>
              <a:off x="4699838" y="4724925"/>
              <a:ext cx="72225" cy="48325"/>
            </a:xfrm>
            <a:custGeom>
              <a:rect b="b" l="l" r="r" t="t"/>
              <a:pathLst>
                <a:path extrusionOk="0" h="1933" w="2889">
                  <a:moveTo>
                    <a:pt x="0" y="1"/>
                  </a:moveTo>
                  <a:lnTo>
                    <a:pt x="0" y="1932"/>
                  </a:lnTo>
                  <a:lnTo>
                    <a:pt x="2889" y="1932"/>
                  </a:lnTo>
                  <a:lnTo>
                    <a:pt x="2889" y="1"/>
                  </a:lnTo>
                  <a:close/>
                </a:path>
              </a:pathLst>
            </a:custGeom>
            <a:solidFill>
              <a:srgbClr val="65A2E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32" name="Google Shape;4032;p133"/>
            <p:cNvSpPr/>
            <p:nvPr/>
          </p:nvSpPr>
          <p:spPr>
            <a:xfrm>
              <a:off x="4699838" y="4412025"/>
              <a:ext cx="72225" cy="312925"/>
            </a:xfrm>
            <a:custGeom>
              <a:rect b="b" l="l" r="r" t="t"/>
              <a:pathLst>
                <a:path extrusionOk="0" h="12517" w="2889">
                  <a:moveTo>
                    <a:pt x="1180" y="1"/>
                  </a:moveTo>
                  <a:cubicBezTo>
                    <a:pt x="528" y="1"/>
                    <a:pt x="0" y="534"/>
                    <a:pt x="0" y="1181"/>
                  </a:cubicBezTo>
                  <a:lnTo>
                    <a:pt x="0" y="12517"/>
                  </a:lnTo>
                  <a:lnTo>
                    <a:pt x="2889" y="12517"/>
                  </a:lnTo>
                  <a:lnTo>
                    <a:pt x="2889" y="1181"/>
                  </a:lnTo>
                  <a:cubicBezTo>
                    <a:pt x="2889" y="534"/>
                    <a:pt x="2361" y="1"/>
                    <a:pt x="1709" y="1"/>
                  </a:cubicBezTo>
                  <a:close/>
                </a:path>
              </a:pathLst>
            </a:custGeom>
            <a:solidFill>
              <a:srgbClr val="14132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33" name="Google Shape;4033;p133"/>
            <p:cNvSpPr/>
            <p:nvPr/>
          </p:nvSpPr>
          <p:spPr>
            <a:xfrm>
              <a:off x="4551488" y="4923875"/>
              <a:ext cx="194975" cy="24850"/>
            </a:xfrm>
            <a:custGeom>
              <a:rect b="b" l="l" r="r" t="t"/>
              <a:pathLst>
                <a:path extrusionOk="0" h="994" w="7799">
                  <a:moveTo>
                    <a:pt x="186" y="0"/>
                  </a:moveTo>
                  <a:cubicBezTo>
                    <a:pt x="32" y="893"/>
                    <a:pt x="0" y="994"/>
                    <a:pt x="0" y="994"/>
                  </a:cubicBezTo>
                  <a:lnTo>
                    <a:pt x="7798" y="994"/>
                  </a:lnTo>
                  <a:lnTo>
                    <a:pt x="7798" y="0"/>
                  </a:lnTo>
                  <a:close/>
                </a:path>
              </a:pathLst>
            </a:custGeom>
            <a:solidFill>
              <a:srgbClr val="FF457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34" name="Google Shape;4034;p133"/>
            <p:cNvSpPr/>
            <p:nvPr/>
          </p:nvSpPr>
          <p:spPr>
            <a:xfrm>
              <a:off x="4556113" y="4833625"/>
              <a:ext cx="190350" cy="90275"/>
            </a:xfrm>
            <a:custGeom>
              <a:rect b="b" l="l" r="r" t="t"/>
              <a:pathLst>
                <a:path extrusionOk="0" h="3611" w="7614">
                  <a:moveTo>
                    <a:pt x="5694" y="1"/>
                  </a:moveTo>
                  <a:cubicBezTo>
                    <a:pt x="5694" y="1"/>
                    <a:pt x="5918" y="2092"/>
                    <a:pt x="4336" y="2243"/>
                  </a:cubicBezTo>
                  <a:cubicBezTo>
                    <a:pt x="2759" y="2393"/>
                    <a:pt x="175" y="2607"/>
                    <a:pt x="11" y="3550"/>
                  </a:cubicBezTo>
                  <a:cubicBezTo>
                    <a:pt x="6" y="3573"/>
                    <a:pt x="1" y="3592"/>
                    <a:pt x="1" y="3610"/>
                  </a:cubicBezTo>
                  <a:lnTo>
                    <a:pt x="7613" y="3610"/>
                  </a:lnTo>
                  <a:lnTo>
                    <a:pt x="7613" y="1"/>
                  </a:lnTo>
                  <a:close/>
                </a:path>
              </a:pathLst>
            </a:custGeom>
            <a:solidFill>
              <a:srgbClr val="65A2E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35" name="Google Shape;4035;p133"/>
            <p:cNvSpPr/>
            <p:nvPr/>
          </p:nvSpPr>
          <p:spPr>
            <a:xfrm>
              <a:off x="4570838" y="4903525"/>
              <a:ext cx="87075" cy="20600"/>
            </a:xfrm>
            <a:custGeom>
              <a:rect b="b" l="l" r="r" t="t"/>
              <a:pathLst>
                <a:path extrusionOk="0" h="824" w="3483">
                  <a:moveTo>
                    <a:pt x="1250" y="1"/>
                  </a:moveTo>
                  <a:cubicBezTo>
                    <a:pt x="590" y="1"/>
                    <a:pt x="6" y="21"/>
                    <a:pt x="0" y="21"/>
                  </a:cubicBezTo>
                  <a:lnTo>
                    <a:pt x="0" y="71"/>
                  </a:lnTo>
                  <a:cubicBezTo>
                    <a:pt x="9" y="71"/>
                    <a:pt x="592" y="51"/>
                    <a:pt x="1251" y="51"/>
                  </a:cubicBezTo>
                  <a:cubicBezTo>
                    <a:pt x="1580" y="51"/>
                    <a:pt x="1929" y="56"/>
                    <a:pt x="2234" y="71"/>
                  </a:cubicBezTo>
                  <a:cubicBezTo>
                    <a:pt x="3131" y="117"/>
                    <a:pt x="3432" y="814"/>
                    <a:pt x="3437" y="823"/>
                  </a:cubicBezTo>
                  <a:lnTo>
                    <a:pt x="3482" y="805"/>
                  </a:lnTo>
                  <a:cubicBezTo>
                    <a:pt x="3478" y="796"/>
                    <a:pt x="3168" y="71"/>
                    <a:pt x="2234" y="21"/>
                  </a:cubicBezTo>
                  <a:cubicBezTo>
                    <a:pt x="1929" y="6"/>
                    <a:pt x="1579" y="1"/>
                    <a:pt x="1250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36" name="Google Shape;4036;p133"/>
            <p:cNvSpPr/>
            <p:nvPr/>
          </p:nvSpPr>
          <p:spPr>
            <a:xfrm>
              <a:off x="4657088" y="4833625"/>
              <a:ext cx="66125" cy="63150"/>
            </a:xfrm>
            <a:custGeom>
              <a:rect b="b" l="l" r="r" t="t"/>
              <a:pathLst>
                <a:path extrusionOk="0" h="2526" w="2645">
                  <a:moveTo>
                    <a:pt x="2580" y="1"/>
                  </a:moveTo>
                  <a:cubicBezTo>
                    <a:pt x="2580" y="18"/>
                    <a:pt x="2594" y="2111"/>
                    <a:pt x="1833" y="2380"/>
                  </a:cubicBezTo>
                  <a:cubicBezTo>
                    <a:pt x="1638" y="2449"/>
                    <a:pt x="1427" y="2475"/>
                    <a:pt x="1218" y="2475"/>
                  </a:cubicBezTo>
                  <a:cubicBezTo>
                    <a:pt x="606" y="2475"/>
                    <a:pt x="26" y="2251"/>
                    <a:pt x="19" y="2247"/>
                  </a:cubicBezTo>
                  <a:lnTo>
                    <a:pt x="0" y="2292"/>
                  </a:lnTo>
                  <a:cubicBezTo>
                    <a:pt x="5" y="2298"/>
                    <a:pt x="593" y="2525"/>
                    <a:pt x="1218" y="2525"/>
                  </a:cubicBezTo>
                  <a:cubicBezTo>
                    <a:pt x="1431" y="2525"/>
                    <a:pt x="1650" y="2498"/>
                    <a:pt x="1851" y="2429"/>
                  </a:cubicBezTo>
                  <a:cubicBezTo>
                    <a:pt x="2644" y="2147"/>
                    <a:pt x="2630" y="87"/>
                    <a:pt x="2630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37" name="Google Shape;4037;p133"/>
            <p:cNvSpPr/>
            <p:nvPr/>
          </p:nvSpPr>
          <p:spPr>
            <a:xfrm>
              <a:off x="4696738" y="4839900"/>
              <a:ext cx="25775" cy="17675"/>
            </a:xfrm>
            <a:custGeom>
              <a:rect b="b" l="l" r="r" t="t"/>
              <a:pathLst>
                <a:path extrusionOk="0" h="707" w="1031">
                  <a:moveTo>
                    <a:pt x="1004" y="0"/>
                  </a:moveTo>
                  <a:lnTo>
                    <a:pt x="1" y="665"/>
                  </a:lnTo>
                  <a:lnTo>
                    <a:pt x="28" y="707"/>
                  </a:lnTo>
                  <a:lnTo>
                    <a:pt x="1031" y="41"/>
                  </a:lnTo>
                  <a:lnTo>
                    <a:pt x="1004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38" name="Google Shape;4038;p133"/>
            <p:cNvSpPr/>
            <p:nvPr/>
          </p:nvSpPr>
          <p:spPr>
            <a:xfrm>
              <a:off x="4698313" y="4844575"/>
              <a:ext cx="22600" cy="13000"/>
            </a:xfrm>
            <a:custGeom>
              <a:rect b="b" l="l" r="r" t="t"/>
              <a:pathLst>
                <a:path extrusionOk="0" h="520" w="904">
                  <a:moveTo>
                    <a:pt x="24" y="0"/>
                  </a:moveTo>
                  <a:lnTo>
                    <a:pt x="1" y="41"/>
                  </a:lnTo>
                  <a:lnTo>
                    <a:pt x="882" y="520"/>
                  </a:lnTo>
                  <a:lnTo>
                    <a:pt x="903" y="478"/>
                  </a:lnTo>
                  <a:lnTo>
                    <a:pt x="24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39" name="Google Shape;4039;p133"/>
            <p:cNvSpPr/>
            <p:nvPr/>
          </p:nvSpPr>
          <p:spPr>
            <a:xfrm>
              <a:off x="4689563" y="4864250"/>
              <a:ext cx="29975" cy="11650"/>
            </a:xfrm>
            <a:custGeom>
              <a:rect b="b" l="l" r="r" t="t"/>
              <a:pathLst>
                <a:path extrusionOk="0" h="466" w="1199">
                  <a:moveTo>
                    <a:pt x="1181" y="1"/>
                  </a:moveTo>
                  <a:lnTo>
                    <a:pt x="1" y="416"/>
                  </a:lnTo>
                  <a:lnTo>
                    <a:pt x="14" y="466"/>
                  </a:lnTo>
                  <a:lnTo>
                    <a:pt x="1199" y="47"/>
                  </a:lnTo>
                  <a:lnTo>
                    <a:pt x="1181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40" name="Google Shape;4040;p133"/>
            <p:cNvSpPr/>
            <p:nvPr/>
          </p:nvSpPr>
          <p:spPr>
            <a:xfrm>
              <a:off x="4694588" y="4864250"/>
              <a:ext cx="21200" cy="14975"/>
            </a:xfrm>
            <a:custGeom>
              <a:rect b="b" l="l" r="r" t="t"/>
              <a:pathLst>
                <a:path extrusionOk="0" h="599" w="848">
                  <a:moveTo>
                    <a:pt x="27" y="1"/>
                  </a:moveTo>
                  <a:lnTo>
                    <a:pt x="0" y="47"/>
                  </a:lnTo>
                  <a:lnTo>
                    <a:pt x="820" y="598"/>
                  </a:lnTo>
                  <a:lnTo>
                    <a:pt x="848" y="558"/>
                  </a:lnTo>
                  <a:lnTo>
                    <a:pt x="27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41" name="Google Shape;4041;p133"/>
            <p:cNvSpPr/>
            <p:nvPr/>
          </p:nvSpPr>
          <p:spPr>
            <a:xfrm>
              <a:off x="4801013" y="4066100"/>
              <a:ext cx="72250" cy="407700"/>
            </a:xfrm>
            <a:custGeom>
              <a:rect b="b" l="l" r="r" t="t"/>
              <a:pathLst>
                <a:path extrusionOk="0" h="16308" w="2890">
                  <a:moveTo>
                    <a:pt x="73" y="1"/>
                  </a:moveTo>
                  <a:cubicBezTo>
                    <a:pt x="32" y="1"/>
                    <a:pt x="0" y="33"/>
                    <a:pt x="0" y="74"/>
                  </a:cubicBezTo>
                  <a:lnTo>
                    <a:pt x="0" y="16230"/>
                  </a:lnTo>
                  <a:cubicBezTo>
                    <a:pt x="0" y="16272"/>
                    <a:pt x="32" y="16308"/>
                    <a:pt x="73" y="16308"/>
                  </a:cubicBezTo>
                  <a:lnTo>
                    <a:pt x="2817" y="16308"/>
                  </a:lnTo>
                  <a:cubicBezTo>
                    <a:pt x="2857" y="16308"/>
                    <a:pt x="2889" y="16272"/>
                    <a:pt x="2889" y="16230"/>
                  </a:cubicBezTo>
                  <a:lnTo>
                    <a:pt x="2889" y="74"/>
                  </a:lnTo>
                  <a:cubicBezTo>
                    <a:pt x="2889" y="33"/>
                    <a:pt x="2857" y="1"/>
                    <a:pt x="2817" y="1"/>
                  </a:cubicBezTo>
                  <a:close/>
                </a:path>
              </a:pathLst>
            </a:custGeom>
            <a:solidFill>
              <a:srgbClr val="14132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42" name="Google Shape;4042;p133"/>
            <p:cNvSpPr/>
            <p:nvPr/>
          </p:nvSpPr>
          <p:spPr>
            <a:xfrm>
              <a:off x="4816838" y="4481425"/>
              <a:ext cx="33750" cy="367375"/>
            </a:xfrm>
            <a:custGeom>
              <a:rect b="b" l="l" r="r" t="t"/>
              <a:pathLst>
                <a:path extrusionOk="0" h="14695" w="1350">
                  <a:moveTo>
                    <a:pt x="1" y="0"/>
                  </a:moveTo>
                  <a:lnTo>
                    <a:pt x="1" y="14695"/>
                  </a:lnTo>
                  <a:lnTo>
                    <a:pt x="1349" y="14695"/>
                  </a:lnTo>
                  <a:lnTo>
                    <a:pt x="1349" y="0"/>
                  </a:lnTo>
                  <a:close/>
                </a:path>
              </a:pathLst>
            </a:custGeom>
            <a:solidFill>
              <a:srgbClr val="FF457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43" name="Google Shape;4043;p133"/>
            <p:cNvSpPr/>
            <p:nvPr/>
          </p:nvSpPr>
          <p:spPr>
            <a:xfrm>
              <a:off x="4801013" y="4412025"/>
              <a:ext cx="72250" cy="312925"/>
            </a:xfrm>
            <a:custGeom>
              <a:rect b="b" l="l" r="r" t="t"/>
              <a:pathLst>
                <a:path extrusionOk="0" h="12517" w="2890">
                  <a:moveTo>
                    <a:pt x="1181" y="1"/>
                  </a:moveTo>
                  <a:cubicBezTo>
                    <a:pt x="529" y="1"/>
                    <a:pt x="0" y="534"/>
                    <a:pt x="0" y="1181"/>
                  </a:cubicBezTo>
                  <a:lnTo>
                    <a:pt x="0" y="12517"/>
                  </a:lnTo>
                  <a:lnTo>
                    <a:pt x="2889" y="12517"/>
                  </a:lnTo>
                  <a:lnTo>
                    <a:pt x="2889" y="1181"/>
                  </a:lnTo>
                  <a:cubicBezTo>
                    <a:pt x="2889" y="534"/>
                    <a:pt x="2356" y="1"/>
                    <a:pt x="1709" y="1"/>
                  </a:cubicBezTo>
                  <a:close/>
                </a:path>
              </a:pathLst>
            </a:custGeom>
            <a:solidFill>
              <a:srgbClr val="14132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44" name="Google Shape;4044;p133"/>
            <p:cNvSpPr/>
            <p:nvPr/>
          </p:nvSpPr>
          <p:spPr>
            <a:xfrm>
              <a:off x="4801013" y="4724925"/>
              <a:ext cx="72250" cy="48325"/>
            </a:xfrm>
            <a:custGeom>
              <a:rect b="b" l="l" r="r" t="t"/>
              <a:pathLst>
                <a:path extrusionOk="0" h="1933" w="2890">
                  <a:moveTo>
                    <a:pt x="0" y="1"/>
                  </a:moveTo>
                  <a:lnTo>
                    <a:pt x="0" y="1932"/>
                  </a:lnTo>
                  <a:lnTo>
                    <a:pt x="2889" y="1932"/>
                  </a:lnTo>
                  <a:lnTo>
                    <a:pt x="2889" y="1"/>
                  </a:lnTo>
                  <a:close/>
                </a:path>
              </a:pathLst>
            </a:custGeom>
            <a:solidFill>
              <a:srgbClr val="65A2E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45" name="Google Shape;4045;p133"/>
            <p:cNvSpPr/>
            <p:nvPr/>
          </p:nvSpPr>
          <p:spPr>
            <a:xfrm>
              <a:off x="4661538" y="4923875"/>
              <a:ext cx="194975" cy="24850"/>
            </a:xfrm>
            <a:custGeom>
              <a:rect b="b" l="l" r="r" t="t"/>
              <a:pathLst>
                <a:path extrusionOk="0" h="994" w="7799">
                  <a:moveTo>
                    <a:pt x="182" y="0"/>
                  </a:moveTo>
                  <a:cubicBezTo>
                    <a:pt x="28" y="893"/>
                    <a:pt x="1" y="994"/>
                    <a:pt x="1" y="994"/>
                  </a:cubicBezTo>
                  <a:lnTo>
                    <a:pt x="7799" y="994"/>
                  </a:lnTo>
                  <a:lnTo>
                    <a:pt x="7799" y="0"/>
                  </a:lnTo>
                  <a:close/>
                </a:path>
              </a:pathLst>
            </a:custGeom>
            <a:solidFill>
              <a:srgbClr val="FF457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46" name="Google Shape;4046;p133"/>
            <p:cNvSpPr/>
            <p:nvPr/>
          </p:nvSpPr>
          <p:spPr>
            <a:xfrm>
              <a:off x="4666088" y="4833625"/>
              <a:ext cx="190425" cy="90275"/>
            </a:xfrm>
            <a:custGeom>
              <a:rect b="b" l="l" r="r" t="t"/>
              <a:pathLst>
                <a:path extrusionOk="0" h="3611" w="7617">
                  <a:moveTo>
                    <a:pt x="5698" y="1"/>
                  </a:moveTo>
                  <a:cubicBezTo>
                    <a:pt x="5698" y="1"/>
                    <a:pt x="5921" y="2092"/>
                    <a:pt x="4340" y="2243"/>
                  </a:cubicBezTo>
                  <a:cubicBezTo>
                    <a:pt x="2762" y="2393"/>
                    <a:pt x="174" y="2607"/>
                    <a:pt x="10" y="3550"/>
                  </a:cubicBezTo>
                  <a:cubicBezTo>
                    <a:pt x="10" y="3573"/>
                    <a:pt x="5" y="3592"/>
                    <a:pt x="0" y="3610"/>
                  </a:cubicBezTo>
                  <a:lnTo>
                    <a:pt x="7617" y="3610"/>
                  </a:lnTo>
                  <a:lnTo>
                    <a:pt x="7617" y="1"/>
                  </a:lnTo>
                  <a:close/>
                </a:path>
              </a:pathLst>
            </a:custGeom>
            <a:solidFill>
              <a:srgbClr val="65A2E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47" name="Google Shape;4047;p133"/>
            <p:cNvSpPr/>
            <p:nvPr/>
          </p:nvSpPr>
          <p:spPr>
            <a:xfrm>
              <a:off x="4680788" y="4903525"/>
              <a:ext cx="87075" cy="20600"/>
            </a:xfrm>
            <a:custGeom>
              <a:rect b="b" l="l" r="r" t="t"/>
              <a:pathLst>
                <a:path extrusionOk="0" h="824" w="3483">
                  <a:moveTo>
                    <a:pt x="1252" y="1"/>
                  </a:moveTo>
                  <a:cubicBezTo>
                    <a:pt x="592" y="1"/>
                    <a:pt x="10" y="21"/>
                    <a:pt x="1" y="21"/>
                  </a:cubicBezTo>
                  <a:lnTo>
                    <a:pt x="5" y="71"/>
                  </a:lnTo>
                  <a:cubicBezTo>
                    <a:pt x="11" y="71"/>
                    <a:pt x="592" y="51"/>
                    <a:pt x="1251" y="51"/>
                  </a:cubicBezTo>
                  <a:cubicBezTo>
                    <a:pt x="1580" y="51"/>
                    <a:pt x="1928" y="56"/>
                    <a:pt x="2233" y="71"/>
                  </a:cubicBezTo>
                  <a:cubicBezTo>
                    <a:pt x="3136" y="117"/>
                    <a:pt x="3437" y="814"/>
                    <a:pt x="3437" y="823"/>
                  </a:cubicBezTo>
                  <a:lnTo>
                    <a:pt x="3483" y="805"/>
                  </a:lnTo>
                  <a:cubicBezTo>
                    <a:pt x="3483" y="796"/>
                    <a:pt x="3169" y="71"/>
                    <a:pt x="2239" y="21"/>
                  </a:cubicBezTo>
                  <a:cubicBezTo>
                    <a:pt x="1932" y="6"/>
                    <a:pt x="1582" y="1"/>
                    <a:pt x="1252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48" name="Google Shape;4048;p133"/>
            <p:cNvSpPr/>
            <p:nvPr/>
          </p:nvSpPr>
          <p:spPr>
            <a:xfrm>
              <a:off x="4767038" y="4833625"/>
              <a:ext cx="66125" cy="63150"/>
            </a:xfrm>
            <a:custGeom>
              <a:rect b="b" l="l" r="r" t="t"/>
              <a:pathLst>
                <a:path extrusionOk="0" h="2526" w="2645">
                  <a:moveTo>
                    <a:pt x="2580" y="1"/>
                  </a:moveTo>
                  <a:cubicBezTo>
                    <a:pt x="2580" y="18"/>
                    <a:pt x="2594" y="2111"/>
                    <a:pt x="1833" y="2380"/>
                  </a:cubicBezTo>
                  <a:cubicBezTo>
                    <a:pt x="1639" y="2449"/>
                    <a:pt x="1427" y="2475"/>
                    <a:pt x="1219" y="2475"/>
                  </a:cubicBezTo>
                  <a:cubicBezTo>
                    <a:pt x="608" y="2475"/>
                    <a:pt x="29" y="2251"/>
                    <a:pt x="19" y="2247"/>
                  </a:cubicBezTo>
                  <a:lnTo>
                    <a:pt x="1" y="2292"/>
                  </a:lnTo>
                  <a:cubicBezTo>
                    <a:pt x="10" y="2298"/>
                    <a:pt x="598" y="2525"/>
                    <a:pt x="1223" y="2525"/>
                  </a:cubicBezTo>
                  <a:cubicBezTo>
                    <a:pt x="1436" y="2525"/>
                    <a:pt x="1650" y="2498"/>
                    <a:pt x="1852" y="2429"/>
                  </a:cubicBezTo>
                  <a:cubicBezTo>
                    <a:pt x="2645" y="2147"/>
                    <a:pt x="2630" y="87"/>
                    <a:pt x="2630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49" name="Google Shape;4049;p133"/>
            <p:cNvSpPr/>
            <p:nvPr/>
          </p:nvSpPr>
          <p:spPr>
            <a:xfrm>
              <a:off x="4806688" y="4839900"/>
              <a:ext cx="25900" cy="17675"/>
            </a:xfrm>
            <a:custGeom>
              <a:rect b="b" l="l" r="r" t="t"/>
              <a:pathLst>
                <a:path extrusionOk="0" h="707" w="1036">
                  <a:moveTo>
                    <a:pt x="1008" y="0"/>
                  </a:moveTo>
                  <a:lnTo>
                    <a:pt x="1" y="665"/>
                  </a:lnTo>
                  <a:lnTo>
                    <a:pt x="28" y="707"/>
                  </a:lnTo>
                  <a:lnTo>
                    <a:pt x="1036" y="41"/>
                  </a:lnTo>
                  <a:lnTo>
                    <a:pt x="1008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50" name="Google Shape;4050;p133"/>
            <p:cNvSpPr/>
            <p:nvPr/>
          </p:nvSpPr>
          <p:spPr>
            <a:xfrm>
              <a:off x="4808288" y="4844575"/>
              <a:ext cx="22575" cy="13000"/>
            </a:xfrm>
            <a:custGeom>
              <a:rect b="b" l="l" r="r" t="t"/>
              <a:pathLst>
                <a:path extrusionOk="0" h="520" w="903">
                  <a:moveTo>
                    <a:pt x="23" y="0"/>
                  </a:moveTo>
                  <a:lnTo>
                    <a:pt x="0" y="41"/>
                  </a:lnTo>
                  <a:lnTo>
                    <a:pt x="880" y="520"/>
                  </a:lnTo>
                  <a:lnTo>
                    <a:pt x="903" y="478"/>
                  </a:lnTo>
                  <a:lnTo>
                    <a:pt x="23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51" name="Google Shape;4051;p133"/>
            <p:cNvSpPr/>
            <p:nvPr/>
          </p:nvSpPr>
          <p:spPr>
            <a:xfrm>
              <a:off x="4799513" y="4864250"/>
              <a:ext cx="30000" cy="11650"/>
            </a:xfrm>
            <a:custGeom>
              <a:rect b="b" l="l" r="r" t="t"/>
              <a:pathLst>
                <a:path extrusionOk="0" h="466" w="1200">
                  <a:moveTo>
                    <a:pt x="1186" y="1"/>
                  </a:moveTo>
                  <a:lnTo>
                    <a:pt x="0" y="416"/>
                  </a:lnTo>
                  <a:lnTo>
                    <a:pt x="19" y="466"/>
                  </a:lnTo>
                  <a:lnTo>
                    <a:pt x="1199" y="47"/>
                  </a:lnTo>
                  <a:lnTo>
                    <a:pt x="1186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52" name="Google Shape;4052;p133"/>
            <p:cNvSpPr/>
            <p:nvPr/>
          </p:nvSpPr>
          <p:spPr>
            <a:xfrm>
              <a:off x="4804538" y="4864250"/>
              <a:ext cx="21325" cy="14975"/>
            </a:xfrm>
            <a:custGeom>
              <a:rect b="b" l="l" r="r" t="t"/>
              <a:pathLst>
                <a:path extrusionOk="0" h="599" w="853">
                  <a:moveTo>
                    <a:pt x="28" y="1"/>
                  </a:moveTo>
                  <a:lnTo>
                    <a:pt x="0" y="47"/>
                  </a:lnTo>
                  <a:lnTo>
                    <a:pt x="825" y="598"/>
                  </a:lnTo>
                  <a:lnTo>
                    <a:pt x="853" y="558"/>
                  </a:lnTo>
                  <a:lnTo>
                    <a:pt x="28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53" name="Google Shape;4053;p133"/>
            <p:cNvSpPr/>
            <p:nvPr/>
          </p:nvSpPr>
          <p:spPr>
            <a:xfrm>
              <a:off x="4577788" y="3646925"/>
              <a:ext cx="463425" cy="420575"/>
            </a:xfrm>
            <a:custGeom>
              <a:rect b="b" l="l" r="r" t="t"/>
              <a:pathLst>
                <a:path extrusionOk="0" h="16823" w="18537">
                  <a:moveTo>
                    <a:pt x="6368" y="0"/>
                  </a:moveTo>
                  <a:cubicBezTo>
                    <a:pt x="6368" y="0"/>
                    <a:pt x="1349" y="615"/>
                    <a:pt x="675" y="1404"/>
                  </a:cubicBezTo>
                  <a:cubicBezTo>
                    <a:pt x="0" y="2192"/>
                    <a:pt x="2175" y="15838"/>
                    <a:pt x="3149" y="16663"/>
                  </a:cubicBezTo>
                  <a:cubicBezTo>
                    <a:pt x="3214" y="16722"/>
                    <a:pt x="3318" y="16772"/>
                    <a:pt x="3455" y="16822"/>
                  </a:cubicBezTo>
                  <a:lnTo>
                    <a:pt x="14174" y="16822"/>
                  </a:lnTo>
                  <a:cubicBezTo>
                    <a:pt x="15082" y="15022"/>
                    <a:pt x="18463" y="4197"/>
                    <a:pt x="18500" y="2680"/>
                  </a:cubicBezTo>
                  <a:cubicBezTo>
                    <a:pt x="18537" y="1067"/>
                    <a:pt x="16723" y="724"/>
                    <a:pt x="14403" y="351"/>
                  </a:cubicBezTo>
                  <a:lnTo>
                    <a:pt x="6368" y="0"/>
                  </a:lnTo>
                  <a:close/>
                </a:path>
              </a:pathLst>
            </a:custGeom>
            <a:solidFill>
              <a:srgbClr val="70257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54" name="Google Shape;4054;p133"/>
            <p:cNvSpPr/>
            <p:nvPr/>
          </p:nvSpPr>
          <p:spPr>
            <a:xfrm>
              <a:off x="4736963" y="3630400"/>
              <a:ext cx="174925" cy="75100"/>
            </a:xfrm>
            <a:custGeom>
              <a:rect b="b" l="l" r="r" t="t"/>
              <a:pathLst>
                <a:path extrusionOk="0" h="3004" w="6997">
                  <a:moveTo>
                    <a:pt x="3629" y="1"/>
                  </a:moveTo>
                  <a:lnTo>
                    <a:pt x="1" y="661"/>
                  </a:lnTo>
                  <a:lnTo>
                    <a:pt x="2197" y="3003"/>
                  </a:lnTo>
                  <a:lnTo>
                    <a:pt x="6997" y="966"/>
                  </a:lnTo>
                  <a:lnTo>
                    <a:pt x="3629" y="1"/>
                  </a:lnTo>
                  <a:close/>
                </a:path>
              </a:pathLst>
            </a:custGeom>
            <a:solidFill>
              <a:srgbClr val="FF457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55" name="Google Shape;4055;p133"/>
            <p:cNvSpPr/>
            <p:nvPr/>
          </p:nvSpPr>
          <p:spPr>
            <a:xfrm>
              <a:off x="4717938" y="3646925"/>
              <a:ext cx="219925" cy="78750"/>
            </a:xfrm>
            <a:custGeom>
              <a:rect b="b" l="l" r="r" t="t"/>
              <a:pathLst>
                <a:path extrusionOk="0" h="3150" w="8797">
                  <a:moveTo>
                    <a:pt x="762" y="0"/>
                  </a:moveTo>
                  <a:lnTo>
                    <a:pt x="0" y="105"/>
                  </a:lnTo>
                  <a:lnTo>
                    <a:pt x="2798" y="3149"/>
                  </a:lnTo>
                  <a:lnTo>
                    <a:pt x="8560" y="342"/>
                  </a:lnTo>
                  <a:lnTo>
                    <a:pt x="8797" y="351"/>
                  </a:lnTo>
                  <a:lnTo>
                    <a:pt x="8797" y="351"/>
                  </a:lnTo>
                  <a:lnTo>
                    <a:pt x="7758" y="305"/>
                  </a:lnTo>
                  <a:lnTo>
                    <a:pt x="2958" y="2342"/>
                  </a:lnTo>
                  <a:lnTo>
                    <a:pt x="762" y="0"/>
                  </a:lnTo>
                  <a:close/>
                </a:path>
              </a:pathLst>
            </a:custGeom>
            <a:solidFill>
              <a:srgbClr val="B0257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56" name="Google Shape;4056;p133"/>
            <p:cNvSpPr/>
            <p:nvPr/>
          </p:nvSpPr>
          <p:spPr>
            <a:xfrm>
              <a:off x="4916313" y="3674150"/>
              <a:ext cx="169125" cy="370000"/>
            </a:xfrm>
            <a:custGeom>
              <a:rect b="b" l="l" r="r" t="t"/>
              <a:pathLst>
                <a:path extrusionOk="0" h="14800" w="6765">
                  <a:moveTo>
                    <a:pt x="3870" y="1"/>
                  </a:moveTo>
                  <a:cubicBezTo>
                    <a:pt x="0" y="392"/>
                    <a:pt x="1569" y="8478"/>
                    <a:pt x="2088" y="11171"/>
                  </a:cubicBezTo>
                  <a:cubicBezTo>
                    <a:pt x="2557" y="13607"/>
                    <a:pt x="3026" y="14799"/>
                    <a:pt x="4052" y="14799"/>
                  </a:cubicBezTo>
                  <a:cubicBezTo>
                    <a:pt x="4162" y="14799"/>
                    <a:pt x="4279" y="14785"/>
                    <a:pt x="4403" y="14758"/>
                  </a:cubicBezTo>
                  <a:cubicBezTo>
                    <a:pt x="5675" y="14476"/>
                    <a:pt x="6764" y="7630"/>
                    <a:pt x="6668" y="4179"/>
                  </a:cubicBezTo>
                  <a:cubicBezTo>
                    <a:pt x="6573" y="734"/>
                    <a:pt x="3870" y="1"/>
                    <a:pt x="3870" y="1"/>
                  </a:cubicBezTo>
                  <a:close/>
                </a:path>
              </a:pathLst>
            </a:custGeom>
            <a:solidFill>
              <a:srgbClr val="70257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57" name="Google Shape;4057;p133"/>
            <p:cNvSpPr/>
            <p:nvPr/>
          </p:nvSpPr>
          <p:spPr>
            <a:xfrm>
              <a:off x="4972038" y="3939375"/>
              <a:ext cx="95650" cy="312500"/>
            </a:xfrm>
            <a:custGeom>
              <a:rect b="b" l="l" r="r" t="t"/>
              <a:pathLst>
                <a:path extrusionOk="0" h="12500" w="3826">
                  <a:moveTo>
                    <a:pt x="3771" y="1"/>
                  </a:moveTo>
                  <a:cubicBezTo>
                    <a:pt x="3495" y="1"/>
                    <a:pt x="2190" y="229"/>
                    <a:pt x="1226" y="1315"/>
                  </a:cubicBezTo>
                  <a:cubicBezTo>
                    <a:pt x="1226" y="1315"/>
                    <a:pt x="0" y="2102"/>
                    <a:pt x="141" y="4965"/>
                  </a:cubicBezTo>
                  <a:cubicBezTo>
                    <a:pt x="228" y="6696"/>
                    <a:pt x="406" y="10083"/>
                    <a:pt x="533" y="12499"/>
                  </a:cubicBezTo>
                  <a:lnTo>
                    <a:pt x="2584" y="12499"/>
                  </a:lnTo>
                  <a:cubicBezTo>
                    <a:pt x="3021" y="8114"/>
                    <a:pt x="3819" y="47"/>
                    <a:pt x="3824" y="11"/>
                  </a:cubicBezTo>
                  <a:cubicBezTo>
                    <a:pt x="3826" y="4"/>
                    <a:pt x="3807" y="1"/>
                    <a:pt x="3771" y="1"/>
                  </a:cubicBezTo>
                  <a:close/>
                </a:path>
              </a:pathLst>
            </a:custGeom>
            <a:solidFill>
              <a:srgbClr val="70257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58" name="Google Shape;4058;p133"/>
            <p:cNvSpPr/>
            <p:nvPr/>
          </p:nvSpPr>
          <p:spPr>
            <a:xfrm>
              <a:off x="4985338" y="4251850"/>
              <a:ext cx="51300" cy="68925"/>
            </a:xfrm>
            <a:custGeom>
              <a:rect b="b" l="l" r="r" t="t"/>
              <a:pathLst>
                <a:path extrusionOk="0" h="2757" w="2052">
                  <a:moveTo>
                    <a:pt x="1" y="0"/>
                  </a:moveTo>
                  <a:cubicBezTo>
                    <a:pt x="83" y="1586"/>
                    <a:pt x="148" y="2757"/>
                    <a:pt x="148" y="2757"/>
                  </a:cubicBezTo>
                  <a:lnTo>
                    <a:pt x="1783" y="2757"/>
                  </a:lnTo>
                  <a:cubicBezTo>
                    <a:pt x="1783" y="2757"/>
                    <a:pt x="1892" y="1635"/>
                    <a:pt x="2052" y="0"/>
                  </a:cubicBezTo>
                  <a:close/>
                </a:path>
              </a:pathLst>
            </a:custGeom>
            <a:solidFill>
              <a:srgbClr val="B0257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59" name="Google Shape;4059;p133"/>
            <p:cNvSpPr/>
            <p:nvPr/>
          </p:nvSpPr>
          <p:spPr>
            <a:xfrm>
              <a:off x="4956238" y="4320475"/>
              <a:ext cx="73675" cy="96650"/>
            </a:xfrm>
            <a:custGeom>
              <a:rect b="b" l="l" r="r" t="t"/>
              <a:pathLst>
                <a:path extrusionOk="0" h="3866" w="2947">
                  <a:moveTo>
                    <a:pt x="1092" y="0"/>
                  </a:moveTo>
                  <a:cubicBezTo>
                    <a:pt x="750" y="0"/>
                    <a:pt x="124" y="79"/>
                    <a:pt x="71" y="646"/>
                  </a:cubicBezTo>
                  <a:cubicBezTo>
                    <a:pt x="0" y="1358"/>
                    <a:pt x="154" y="2055"/>
                    <a:pt x="282" y="2055"/>
                  </a:cubicBezTo>
                  <a:cubicBezTo>
                    <a:pt x="294" y="2055"/>
                    <a:pt x="306" y="2048"/>
                    <a:pt x="317" y="2035"/>
                  </a:cubicBezTo>
                  <a:cubicBezTo>
                    <a:pt x="443" y="1889"/>
                    <a:pt x="763" y="1209"/>
                    <a:pt x="939" y="1209"/>
                  </a:cubicBezTo>
                  <a:cubicBezTo>
                    <a:pt x="948" y="1209"/>
                    <a:pt x="957" y="1211"/>
                    <a:pt x="965" y="1215"/>
                  </a:cubicBezTo>
                  <a:cubicBezTo>
                    <a:pt x="1138" y="1293"/>
                    <a:pt x="946" y="3827"/>
                    <a:pt x="1165" y="3863"/>
                  </a:cubicBezTo>
                  <a:cubicBezTo>
                    <a:pt x="1174" y="3865"/>
                    <a:pt x="1183" y="3865"/>
                    <a:pt x="1192" y="3865"/>
                  </a:cubicBezTo>
                  <a:cubicBezTo>
                    <a:pt x="1427" y="3865"/>
                    <a:pt x="1941" y="3438"/>
                    <a:pt x="2191" y="2834"/>
                  </a:cubicBezTo>
                  <a:cubicBezTo>
                    <a:pt x="2450" y="2205"/>
                    <a:pt x="2947" y="12"/>
                    <a:pt x="2947" y="12"/>
                  </a:cubicBezTo>
                  <a:lnTo>
                    <a:pt x="1312" y="12"/>
                  </a:lnTo>
                  <a:cubicBezTo>
                    <a:pt x="1312" y="12"/>
                    <a:pt x="1222" y="0"/>
                    <a:pt x="1092" y="0"/>
                  </a:cubicBezTo>
                  <a:close/>
                </a:path>
              </a:pathLst>
            </a:custGeom>
            <a:solidFill>
              <a:srgbClr val="FF457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>
</file>

<file path=ppt/slides/slide8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064" name="Shape 40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65" name="Google Shape;4065;p13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16000" y="605550"/>
            <a:ext cx="6626201" cy="3932400"/>
          </a:xfrm>
          <a:prstGeom prst="rect">
            <a:avLst/>
          </a:prstGeom>
          <a:noFill/>
          <a:ln>
            <a:noFill/>
          </a:ln>
        </p:spPr>
      </p:pic>
      <p:sp>
        <p:nvSpPr>
          <p:cNvPr id="4066" name="Google Shape;4066;p134"/>
          <p:cNvSpPr/>
          <p:nvPr/>
        </p:nvSpPr>
        <p:spPr>
          <a:xfrm>
            <a:off x="6086198" y="510700"/>
            <a:ext cx="1746600" cy="5124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8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071" name="Shape 40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72" name="Google Shape;4072;p13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440244" y="510700"/>
            <a:ext cx="6263514" cy="4122101"/>
          </a:xfrm>
          <a:prstGeom prst="rect">
            <a:avLst/>
          </a:prstGeom>
          <a:noFill/>
          <a:ln>
            <a:noFill/>
          </a:ln>
        </p:spPr>
      </p:pic>
      <p:sp>
        <p:nvSpPr>
          <p:cNvPr id="4073" name="Google Shape;4073;p135"/>
          <p:cNvSpPr/>
          <p:nvPr/>
        </p:nvSpPr>
        <p:spPr>
          <a:xfrm>
            <a:off x="6173398" y="415875"/>
            <a:ext cx="1746600" cy="5124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8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078" name="Shape 40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79" name="Google Shape;4079;p136"/>
          <p:cNvSpPr txBox="1"/>
          <p:nvPr>
            <p:ph type="ctrTitle"/>
          </p:nvPr>
        </p:nvSpPr>
        <p:spPr>
          <a:xfrm>
            <a:off x="917900" y="0"/>
            <a:ext cx="7479600" cy="1578600"/>
          </a:xfrm>
          <a:prstGeom prst="rect">
            <a:avLst/>
          </a:prstGeom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5 Stages in the Interaction Design Process</a:t>
            </a:r>
            <a:endParaRPr/>
          </a:p>
        </p:txBody>
      </p:sp>
      <p:pic>
        <p:nvPicPr>
          <p:cNvPr id="4080" name="Google Shape;4080;p13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118425" y="1162825"/>
            <a:ext cx="6505301" cy="3659225"/>
          </a:xfrm>
          <a:prstGeom prst="rect">
            <a:avLst/>
          </a:prstGeom>
          <a:noFill/>
          <a:ln>
            <a:noFill/>
          </a:ln>
        </p:spPr>
      </p:pic>
      <p:pic>
        <p:nvPicPr>
          <p:cNvPr id="4081" name="Google Shape;4081;p13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118425" y="1186450"/>
            <a:ext cx="6505301" cy="365925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086" name="Shape 40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087" name="Google Shape;4087;p137"/>
          <p:cNvCxnSpPr>
            <a:stCxn id="4088" idx="3"/>
            <a:endCxn id="4089" idx="1"/>
          </p:cNvCxnSpPr>
          <p:nvPr/>
        </p:nvCxnSpPr>
        <p:spPr>
          <a:xfrm>
            <a:off x="2755422" y="2322044"/>
            <a:ext cx="4561200" cy="0"/>
          </a:xfrm>
          <a:prstGeom prst="straightConnector1">
            <a:avLst/>
          </a:prstGeom>
          <a:noFill/>
          <a:ln cap="flat" cmpd="sng" w="28575">
            <a:solidFill>
              <a:srgbClr val="2F293A"/>
            </a:solidFill>
            <a:prstDash val="solid"/>
            <a:round/>
            <a:headEnd len="med" w="med" type="none"/>
            <a:tailEnd len="med" w="med" type="stealth"/>
          </a:ln>
        </p:spPr>
      </p:cxnSp>
      <p:sp>
        <p:nvSpPr>
          <p:cNvPr id="4090" name="Google Shape;4090;p137"/>
          <p:cNvSpPr txBox="1"/>
          <p:nvPr>
            <p:ph type="ctrTitle"/>
          </p:nvPr>
        </p:nvSpPr>
        <p:spPr>
          <a:xfrm flipH="1">
            <a:off x="2975850" y="73425"/>
            <a:ext cx="3192300" cy="695100"/>
          </a:xfrm>
          <a:prstGeom prst="rect">
            <a:avLst/>
          </a:prstGeom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/>
              <a:t>PROJECT’S PROCESS</a:t>
            </a:r>
            <a:endParaRPr sz="2000"/>
          </a:p>
        </p:txBody>
      </p:sp>
      <p:grpSp>
        <p:nvGrpSpPr>
          <p:cNvPr id="4091" name="Google Shape;4091;p137"/>
          <p:cNvGrpSpPr/>
          <p:nvPr/>
        </p:nvGrpSpPr>
        <p:grpSpPr>
          <a:xfrm>
            <a:off x="1957745" y="3856125"/>
            <a:ext cx="6074775" cy="328200"/>
            <a:chOff x="1729100" y="3830325"/>
            <a:chExt cx="5785500" cy="328200"/>
          </a:xfrm>
        </p:grpSpPr>
        <p:cxnSp>
          <p:nvCxnSpPr>
            <p:cNvPr id="4092" name="Google Shape;4092;p137"/>
            <p:cNvCxnSpPr/>
            <p:nvPr/>
          </p:nvCxnSpPr>
          <p:spPr>
            <a:xfrm>
              <a:off x="1729100" y="4019950"/>
              <a:ext cx="5785500" cy="0"/>
            </a:xfrm>
            <a:prstGeom prst="straightConnector1">
              <a:avLst/>
            </a:prstGeom>
            <a:noFill/>
            <a:ln cap="flat" cmpd="sng" w="19050">
              <a:solidFill>
                <a:srgbClr val="2F293A"/>
              </a:solidFill>
              <a:prstDash val="solid"/>
              <a:round/>
              <a:headEnd len="med" w="med" type="none"/>
              <a:tailEnd len="med" w="med" type="stealth"/>
            </a:ln>
          </p:spPr>
        </p:cxnSp>
        <p:sp>
          <p:nvSpPr>
            <p:cNvPr id="4093" name="Google Shape;4093;p137"/>
            <p:cNvSpPr txBox="1"/>
            <p:nvPr/>
          </p:nvSpPr>
          <p:spPr>
            <a:xfrm>
              <a:off x="3491000" y="3830325"/>
              <a:ext cx="2261700" cy="3282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>
                  <a:latin typeface="Abel"/>
                  <a:ea typeface="Abel"/>
                  <a:cs typeface="Abel"/>
                  <a:sym typeface="Abel"/>
                </a:rPr>
                <a:t>PRESENT TO CLIENTS &amp; TEAM</a:t>
              </a:r>
              <a:endParaRPr>
                <a:latin typeface="Abel"/>
                <a:ea typeface="Abel"/>
                <a:cs typeface="Abel"/>
                <a:sym typeface="Abel"/>
              </a:endParaRPr>
            </a:p>
          </p:txBody>
        </p:sp>
      </p:grpSp>
      <p:grpSp>
        <p:nvGrpSpPr>
          <p:cNvPr id="4094" name="Google Shape;4094;p137"/>
          <p:cNvGrpSpPr/>
          <p:nvPr/>
        </p:nvGrpSpPr>
        <p:grpSpPr>
          <a:xfrm>
            <a:off x="1788379" y="1838386"/>
            <a:ext cx="967111" cy="967179"/>
            <a:chOff x="1528850" y="1999450"/>
            <a:chExt cx="1066275" cy="1066350"/>
          </a:xfrm>
        </p:grpSpPr>
        <p:sp>
          <p:nvSpPr>
            <p:cNvPr id="4095" name="Google Shape;4095;p137"/>
            <p:cNvSpPr/>
            <p:nvPr/>
          </p:nvSpPr>
          <p:spPr>
            <a:xfrm>
              <a:off x="1528925" y="1999450"/>
              <a:ext cx="1066200" cy="1066200"/>
            </a:xfrm>
            <a:prstGeom prst="ellipse">
              <a:avLst/>
            </a:prstGeom>
            <a:solidFill>
              <a:srgbClr val="2F293A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Roboto Condensed"/>
                <a:ea typeface="Roboto Condensed"/>
                <a:cs typeface="Roboto Condensed"/>
                <a:sym typeface="Roboto Condensed"/>
              </a:endParaRPr>
            </a:p>
          </p:txBody>
        </p:sp>
        <p:sp>
          <p:nvSpPr>
            <p:cNvPr id="4088" name="Google Shape;4088;p137"/>
            <p:cNvSpPr txBox="1"/>
            <p:nvPr/>
          </p:nvSpPr>
          <p:spPr>
            <a:xfrm>
              <a:off x="1528850" y="1999600"/>
              <a:ext cx="1066200" cy="1066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>
                  <a:solidFill>
                    <a:srgbClr val="FFFFFF"/>
                  </a:solidFill>
                  <a:latin typeface="Abel"/>
                  <a:ea typeface="Abel"/>
                  <a:cs typeface="Abel"/>
                  <a:sym typeface="Abel"/>
                </a:rPr>
                <a:t>RESEARCH</a:t>
              </a:r>
              <a:endParaRPr>
                <a:solidFill>
                  <a:srgbClr val="FFFFFF"/>
                </a:solidFill>
                <a:latin typeface="Abel"/>
                <a:ea typeface="Abel"/>
                <a:cs typeface="Abel"/>
                <a:sym typeface="Abel"/>
              </a:endParaRPr>
            </a:p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i="1" lang="en" sz="1200">
                  <a:solidFill>
                    <a:srgbClr val="FFFFFF"/>
                  </a:solidFill>
                  <a:latin typeface="Abel"/>
                  <a:ea typeface="Abel"/>
                  <a:cs typeface="Abel"/>
                  <a:sym typeface="Abel"/>
                </a:rPr>
                <a:t>(brief)</a:t>
              </a:r>
              <a:endParaRPr i="1" sz="1200">
                <a:solidFill>
                  <a:srgbClr val="FFFFFF"/>
                </a:solidFill>
                <a:latin typeface="Abel"/>
                <a:ea typeface="Abel"/>
                <a:cs typeface="Abel"/>
                <a:sym typeface="Abel"/>
              </a:endParaRPr>
            </a:p>
          </p:txBody>
        </p:sp>
      </p:grpSp>
      <p:grpSp>
        <p:nvGrpSpPr>
          <p:cNvPr id="4096" name="Google Shape;4096;p137"/>
          <p:cNvGrpSpPr/>
          <p:nvPr/>
        </p:nvGrpSpPr>
        <p:grpSpPr>
          <a:xfrm>
            <a:off x="3153797" y="1838386"/>
            <a:ext cx="967111" cy="967179"/>
            <a:chOff x="1528850" y="1999450"/>
            <a:chExt cx="1066275" cy="1066350"/>
          </a:xfrm>
        </p:grpSpPr>
        <p:sp>
          <p:nvSpPr>
            <p:cNvPr id="4097" name="Google Shape;4097;p137"/>
            <p:cNvSpPr/>
            <p:nvPr/>
          </p:nvSpPr>
          <p:spPr>
            <a:xfrm>
              <a:off x="1528925" y="1999450"/>
              <a:ext cx="1066200" cy="1066200"/>
            </a:xfrm>
            <a:prstGeom prst="ellipse">
              <a:avLst/>
            </a:prstGeom>
            <a:solidFill>
              <a:srgbClr val="2F293A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Roboto Condensed"/>
                <a:ea typeface="Roboto Condensed"/>
                <a:cs typeface="Roboto Condensed"/>
                <a:sym typeface="Roboto Condensed"/>
              </a:endParaRPr>
            </a:p>
          </p:txBody>
        </p:sp>
        <p:sp>
          <p:nvSpPr>
            <p:cNvPr id="4098" name="Google Shape;4098;p137"/>
            <p:cNvSpPr txBox="1"/>
            <p:nvPr/>
          </p:nvSpPr>
          <p:spPr>
            <a:xfrm>
              <a:off x="1528850" y="1999600"/>
              <a:ext cx="1066200" cy="1066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>
                  <a:solidFill>
                    <a:srgbClr val="FFFFFF"/>
                  </a:solidFill>
                  <a:latin typeface="Abel"/>
                  <a:ea typeface="Abel"/>
                  <a:cs typeface="Abel"/>
                  <a:sym typeface="Abel"/>
                </a:rPr>
                <a:t>INSIGHT</a:t>
              </a:r>
              <a:endParaRPr>
                <a:solidFill>
                  <a:srgbClr val="FFFFFF"/>
                </a:solidFill>
                <a:latin typeface="Abel"/>
                <a:ea typeface="Abel"/>
                <a:cs typeface="Abel"/>
                <a:sym typeface="Abel"/>
              </a:endParaRPr>
            </a:p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>
                  <a:solidFill>
                    <a:srgbClr val="FFFFFF"/>
                  </a:solidFill>
                  <a:latin typeface="Abel"/>
                  <a:ea typeface="Abel"/>
                  <a:cs typeface="Abel"/>
                  <a:sym typeface="Abel"/>
                </a:rPr>
                <a:t>&amp;</a:t>
              </a:r>
              <a:endParaRPr>
                <a:solidFill>
                  <a:srgbClr val="FFFFFF"/>
                </a:solidFill>
                <a:latin typeface="Abel"/>
                <a:ea typeface="Abel"/>
                <a:cs typeface="Abel"/>
                <a:sym typeface="Abel"/>
              </a:endParaRPr>
            </a:p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>
                  <a:solidFill>
                    <a:srgbClr val="FFFFFF"/>
                  </a:solidFill>
                  <a:latin typeface="Abel"/>
                  <a:ea typeface="Abel"/>
                  <a:cs typeface="Abel"/>
                  <a:sym typeface="Abel"/>
                </a:rPr>
                <a:t>ANALYSIS</a:t>
              </a:r>
              <a:endParaRPr>
                <a:solidFill>
                  <a:srgbClr val="FFFFFF"/>
                </a:solidFill>
                <a:latin typeface="Abel"/>
                <a:ea typeface="Abel"/>
                <a:cs typeface="Abel"/>
                <a:sym typeface="Abel"/>
              </a:endParaRPr>
            </a:p>
          </p:txBody>
        </p:sp>
      </p:grpSp>
      <p:grpSp>
        <p:nvGrpSpPr>
          <p:cNvPr id="4099" name="Google Shape;4099;p137"/>
          <p:cNvGrpSpPr/>
          <p:nvPr/>
        </p:nvGrpSpPr>
        <p:grpSpPr>
          <a:xfrm>
            <a:off x="4595427" y="1838386"/>
            <a:ext cx="967111" cy="967179"/>
            <a:chOff x="1528850" y="1999450"/>
            <a:chExt cx="1066275" cy="1066350"/>
          </a:xfrm>
        </p:grpSpPr>
        <p:sp>
          <p:nvSpPr>
            <p:cNvPr id="4100" name="Google Shape;4100;p137"/>
            <p:cNvSpPr/>
            <p:nvPr/>
          </p:nvSpPr>
          <p:spPr>
            <a:xfrm>
              <a:off x="1528925" y="1999450"/>
              <a:ext cx="1066200" cy="1066200"/>
            </a:xfrm>
            <a:prstGeom prst="ellipse">
              <a:avLst/>
            </a:prstGeom>
            <a:solidFill>
              <a:srgbClr val="2F293A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Roboto Condensed"/>
                <a:ea typeface="Roboto Condensed"/>
                <a:cs typeface="Roboto Condensed"/>
                <a:sym typeface="Roboto Condensed"/>
              </a:endParaRPr>
            </a:p>
          </p:txBody>
        </p:sp>
        <p:sp>
          <p:nvSpPr>
            <p:cNvPr id="4101" name="Google Shape;4101;p137"/>
            <p:cNvSpPr txBox="1"/>
            <p:nvPr/>
          </p:nvSpPr>
          <p:spPr>
            <a:xfrm>
              <a:off x="1528850" y="1999600"/>
              <a:ext cx="1066200" cy="1066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>
                  <a:solidFill>
                    <a:srgbClr val="FFFFFF"/>
                  </a:solidFill>
                  <a:latin typeface="Abel"/>
                  <a:ea typeface="Abel"/>
                  <a:cs typeface="Abel"/>
                  <a:sym typeface="Abel"/>
                </a:rPr>
                <a:t>UX</a:t>
              </a:r>
              <a:endParaRPr>
                <a:solidFill>
                  <a:srgbClr val="FFFFFF"/>
                </a:solidFill>
                <a:latin typeface="Abel"/>
                <a:ea typeface="Abel"/>
                <a:cs typeface="Abel"/>
                <a:sym typeface="Abel"/>
              </a:endParaRPr>
            </a:p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i="1" lang="en" sz="1200">
                  <a:solidFill>
                    <a:srgbClr val="FFFFFF"/>
                  </a:solidFill>
                  <a:latin typeface="Abel"/>
                  <a:ea typeface="Abel"/>
                  <a:cs typeface="Abel"/>
                  <a:sym typeface="Abel"/>
                </a:rPr>
                <a:t>(Concept/</a:t>
              </a:r>
              <a:br>
                <a:rPr i="1" lang="en" sz="1200">
                  <a:solidFill>
                    <a:srgbClr val="FFFFFF"/>
                  </a:solidFill>
                  <a:latin typeface="Abel"/>
                  <a:ea typeface="Abel"/>
                  <a:cs typeface="Abel"/>
                  <a:sym typeface="Abel"/>
                </a:rPr>
              </a:br>
              <a:r>
                <a:rPr i="1" lang="en" sz="1200">
                  <a:solidFill>
                    <a:srgbClr val="FFFFFF"/>
                  </a:solidFill>
                  <a:latin typeface="Abel"/>
                  <a:ea typeface="Abel"/>
                  <a:cs typeface="Abel"/>
                  <a:sym typeface="Abel"/>
                </a:rPr>
                <a:t>Ideate)</a:t>
              </a:r>
              <a:endParaRPr>
                <a:solidFill>
                  <a:srgbClr val="FFFFFF"/>
                </a:solidFill>
                <a:latin typeface="Abel"/>
                <a:ea typeface="Abel"/>
                <a:cs typeface="Abel"/>
                <a:sym typeface="Abel"/>
              </a:endParaRPr>
            </a:p>
          </p:txBody>
        </p:sp>
      </p:grpSp>
      <p:grpSp>
        <p:nvGrpSpPr>
          <p:cNvPr id="4102" name="Google Shape;4102;p137"/>
          <p:cNvGrpSpPr/>
          <p:nvPr/>
        </p:nvGrpSpPr>
        <p:grpSpPr>
          <a:xfrm>
            <a:off x="5961856" y="1838386"/>
            <a:ext cx="967111" cy="967179"/>
            <a:chOff x="1528850" y="1999450"/>
            <a:chExt cx="1066275" cy="1066350"/>
          </a:xfrm>
        </p:grpSpPr>
        <p:sp>
          <p:nvSpPr>
            <p:cNvPr id="4103" name="Google Shape;4103;p137"/>
            <p:cNvSpPr/>
            <p:nvPr/>
          </p:nvSpPr>
          <p:spPr>
            <a:xfrm>
              <a:off x="1528925" y="1999450"/>
              <a:ext cx="1066200" cy="1066200"/>
            </a:xfrm>
            <a:prstGeom prst="ellipse">
              <a:avLst/>
            </a:prstGeom>
            <a:solidFill>
              <a:srgbClr val="2F293A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Roboto Condensed"/>
                <a:ea typeface="Roboto Condensed"/>
                <a:cs typeface="Roboto Condensed"/>
                <a:sym typeface="Roboto Condensed"/>
              </a:endParaRPr>
            </a:p>
          </p:txBody>
        </p:sp>
        <p:sp>
          <p:nvSpPr>
            <p:cNvPr id="4104" name="Google Shape;4104;p137"/>
            <p:cNvSpPr txBox="1"/>
            <p:nvPr/>
          </p:nvSpPr>
          <p:spPr>
            <a:xfrm>
              <a:off x="1528850" y="1999600"/>
              <a:ext cx="1066200" cy="1066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>
                  <a:solidFill>
                    <a:srgbClr val="FFFFFF"/>
                  </a:solidFill>
                  <a:latin typeface="Abel"/>
                  <a:ea typeface="Abel"/>
                  <a:cs typeface="Abel"/>
                  <a:sym typeface="Abel"/>
                </a:rPr>
                <a:t>UI</a:t>
              </a:r>
              <a:endParaRPr>
                <a:solidFill>
                  <a:srgbClr val="FFFFFF"/>
                </a:solidFill>
                <a:latin typeface="Abel"/>
                <a:ea typeface="Abel"/>
                <a:cs typeface="Abel"/>
                <a:sym typeface="Abel"/>
              </a:endParaRPr>
            </a:p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>
                  <a:solidFill>
                    <a:srgbClr val="FFFFFF"/>
                  </a:solidFill>
                  <a:latin typeface="Abel"/>
                  <a:ea typeface="Abel"/>
                  <a:cs typeface="Abel"/>
                  <a:sym typeface="Abel"/>
                </a:rPr>
                <a:t>DESIGN</a:t>
              </a:r>
              <a:endParaRPr>
                <a:solidFill>
                  <a:srgbClr val="FFFFFF"/>
                </a:solidFill>
                <a:latin typeface="Abel"/>
                <a:ea typeface="Abel"/>
                <a:cs typeface="Abel"/>
                <a:sym typeface="Abel"/>
              </a:endParaRPr>
            </a:p>
          </p:txBody>
        </p:sp>
      </p:grpSp>
      <p:grpSp>
        <p:nvGrpSpPr>
          <p:cNvPr id="4105" name="Google Shape;4105;p137"/>
          <p:cNvGrpSpPr/>
          <p:nvPr/>
        </p:nvGrpSpPr>
        <p:grpSpPr>
          <a:xfrm>
            <a:off x="7316711" y="1838386"/>
            <a:ext cx="967111" cy="967179"/>
            <a:chOff x="1528850" y="1999450"/>
            <a:chExt cx="1066275" cy="1066350"/>
          </a:xfrm>
        </p:grpSpPr>
        <p:sp>
          <p:nvSpPr>
            <p:cNvPr id="4106" name="Google Shape;4106;p137"/>
            <p:cNvSpPr/>
            <p:nvPr/>
          </p:nvSpPr>
          <p:spPr>
            <a:xfrm>
              <a:off x="1528925" y="1999450"/>
              <a:ext cx="1066200" cy="1066200"/>
            </a:xfrm>
            <a:prstGeom prst="ellipse">
              <a:avLst/>
            </a:prstGeom>
            <a:solidFill>
              <a:srgbClr val="2F293A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Roboto Condensed"/>
                <a:ea typeface="Roboto Condensed"/>
                <a:cs typeface="Roboto Condensed"/>
                <a:sym typeface="Roboto Condensed"/>
              </a:endParaRPr>
            </a:p>
          </p:txBody>
        </p:sp>
        <p:sp>
          <p:nvSpPr>
            <p:cNvPr id="4089" name="Google Shape;4089;p137"/>
            <p:cNvSpPr txBox="1"/>
            <p:nvPr/>
          </p:nvSpPr>
          <p:spPr>
            <a:xfrm>
              <a:off x="1528850" y="1999600"/>
              <a:ext cx="1066200" cy="1066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>
                  <a:solidFill>
                    <a:srgbClr val="FFFFFF"/>
                  </a:solidFill>
                  <a:latin typeface="Abel"/>
                  <a:ea typeface="Abel"/>
                  <a:cs typeface="Abel"/>
                  <a:sym typeface="Abel"/>
                </a:rPr>
                <a:t>DEVELOP</a:t>
              </a:r>
              <a:endParaRPr>
                <a:solidFill>
                  <a:srgbClr val="FFFFFF"/>
                </a:solidFill>
                <a:latin typeface="Abel"/>
                <a:ea typeface="Abel"/>
                <a:cs typeface="Abel"/>
                <a:sym typeface="Abel"/>
              </a:endParaRPr>
            </a:p>
          </p:txBody>
        </p:sp>
      </p:grpSp>
      <p:sp>
        <p:nvSpPr>
          <p:cNvPr id="4107" name="Google Shape;4107;p137"/>
          <p:cNvSpPr txBox="1"/>
          <p:nvPr>
            <p:ph idx="4294967295" type="title"/>
          </p:nvPr>
        </p:nvSpPr>
        <p:spPr>
          <a:xfrm>
            <a:off x="0" y="-11325"/>
            <a:ext cx="1276800" cy="864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</a:rPr>
              <a:t>03</a:t>
            </a:r>
            <a:endParaRPr>
              <a:solidFill>
                <a:srgbClr val="FFFFFF"/>
              </a:solidFill>
            </a:endParaRPr>
          </a:p>
        </p:txBody>
      </p:sp>
      <p:grpSp>
        <p:nvGrpSpPr>
          <p:cNvPr id="4108" name="Google Shape;4108;p137"/>
          <p:cNvGrpSpPr/>
          <p:nvPr/>
        </p:nvGrpSpPr>
        <p:grpSpPr>
          <a:xfrm>
            <a:off x="823175" y="972175"/>
            <a:ext cx="1932350" cy="2554248"/>
            <a:chOff x="594575" y="1182775"/>
            <a:chExt cx="1932350" cy="2554248"/>
          </a:xfrm>
        </p:grpSpPr>
        <p:sp>
          <p:nvSpPr>
            <p:cNvPr id="4109" name="Google Shape;4109;p137"/>
            <p:cNvSpPr txBox="1"/>
            <p:nvPr/>
          </p:nvSpPr>
          <p:spPr>
            <a:xfrm>
              <a:off x="1559725" y="1182775"/>
              <a:ext cx="967200" cy="526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200">
                  <a:latin typeface="Abel"/>
                  <a:ea typeface="Abel"/>
                  <a:cs typeface="Abel"/>
                  <a:sym typeface="Abel"/>
                </a:rPr>
                <a:t>Customers</a:t>
              </a:r>
              <a:endParaRPr sz="1200">
                <a:latin typeface="Abel"/>
                <a:ea typeface="Abel"/>
                <a:cs typeface="Abel"/>
                <a:sym typeface="Abel"/>
              </a:endParaRPr>
            </a:p>
          </p:txBody>
        </p:sp>
        <p:sp>
          <p:nvSpPr>
            <p:cNvPr id="4110" name="Google Shape;4110;p137"/>
            <p:cNvSpPr txBox="1"/>
            <p:nvPr/>
          </p:nvSpPr>
          <p:spPr>
            <a:xfrm>
              <a:off x="594575" y="2078150"/>
              <a:ext cx="967200" cy="526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200">
                  <a:latin typeface="Abel"/>
                  <a:ea typeface="Abel"/>
                  <a:cs typeface="Abel"/>
                  <a:sym typeface="Abel"/>
                </a:rPr>
                <a:t>Goals</a:t>
              </a:r>
              <a:endParaRPr sz="1200">
                <a:latin typeface="Abel"/>
                <a:ea typeface="Abel"/>
                <a:cs typeface="Abel"/>
                <a:sym typeface="Abel"/>
              </a:endParaRPr>
            </a:p>
          </p:txBody>
        </p:sp>
        <p:sp>
          <p:nvSpPr>
            <p:cNvPr id="4111" name="Google Shape;4111;p137"/>
            <p:cNvSpPr txBox="1"/>
            <p:nvPr/>
          </p:nvSpPr>
          <p:spPr>
            <a:xfrm>
              <a:off x="761888" y="1317600"/>
              <a:ext cx="967200" cy="526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200">
                  <a:latin typeface="Abel"/>
                  <a:ea typeface="Abel"/>
                  <a:cs typeface="Abel"/>
                  <a:sym typeface="Abel"/>
                </a:rPr>
                <a:t>Brand</a:t>
              </a:r>
              <a:endParaRPr sz="1200">
                <a:latin typeface="Abel"/>
                <a:ea typeface="Abel"/>
                <a:cs typeface="Abel"/>
                <a:sym typeface="Abel"/>
              </a:endParaRPr>
            </a:p>
          </p:txBody>
        </p:sp>
        <p:sp>
          <p:nvSpPr>
            <p:cNvPr id="4112" name="Google Shape;4112;p137"/>
            <p:cNvSpPr txBox="1"/>
            <p:nvPr/>
          </p:nvSpPr>
          <p:spPr>
            <a:xfrm>
              <a:off x="644288" y="2838700"/>
              <a:ext cx="967200" cy="526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200">
                  <a:latin typeface="Abel"/>
                  <a:ea typeface="Abel"/>
                  <a:cs typeface="Abel"/>
                  <a:sym typeface="Abel"/>
                </a:rPr>
                <a:t>Business</a:t>
              </a:r>
              <a:endParaRPr sz="1200">
                <a:latin typeface="Abel"/>
                <a:ea typeface="Abel"/>
                <a:cs typeface="Abel"/>
                <a:sym typeface="Abel"/>
              </a:endParaRPr>
            </a:p>
          </p:txBody>
        </p:sp>
        <p:sp>
          <p:nvSpPr>
            <p:cNvPr id="4113" name="Google Shape;4113;p137"/>
            <p:cNvSpPr txBox="1"/>
            <p:nvPr/>
          </p:nvSpPr>
          <p:spPr>
            <a:xfrm>
              <a:off x="1559725" y="3178413"/>
              <a:ext cx="967200" cy="526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200">
                  <a:latin typeface="Abel"/>
                  <a:ea typeface="Abel"/>
                  <a:cs typeface="Abel"/>
                  <a:sym typeface="Abel"/>
                </a:rPr>
                <a:t>Vision</a:t>
              </a:r>
              <a:endParaRPr sz="1200">
                <a:latin typeface="Abel"/>
                <a:ea typeface="Abel"/>
                <a:cs typeface="Abel"/>
                <a:sym typeface="Abel"/>
              </a:endParaRPr>
            </a:p>
          </p:txBody>
        </p:sp>
        <p:grpSp>
          <p:nvGrpSpPr>
            <p:cNvPr id="4114" name="Google Shape;4114;p137"/>
            <p:cNvGrpSpPr/>
            <p:nvPr/>
          </p:nvGrpSpPr>
          <p:grpSpPr>
            <a:xfrm>
              <a:off x="1915416" y="1561225"/>
              <a:ext cx="255844" cy="187702"/>
              <a:chOff x="5331913" y="3413947"/>
              <a:chExt cx="347143" cy="254684"/>
            </a:xfrm>
          </p:grpSpPr>
          <p:sp>
            <p:nvSpPr>
              <p:cNvPr id="4115" name="Google Shape;4115;p137"/>
              <p:cNvSpPr/>
              <p:nvPr/>
            </p:nvSpPr>
            <p:spPr>
              <a:xfrm>
                <a:off x="5597163" y="3523083"/>
                <a:ext cx="43222" cy="15564"/>
              </a:xfrm>
              <a:custGeom>
                <a:rect b="b" l="l" r="r" t="t"/>
                <a:pathLst>
                  <a:path extrusionOk="0" h="489" w="1358">
                    <a:moveTo>
                      <a:pt x="167" y="0"/>
                    </a:moveTo>
                    <a:cubicBezTo>
                      <a:pt x="84" y="0"/>
                      <a:pt x="0" y="71"/>
                      <a:pt x="0" y="167"/>
                    </a:cubicBezTo>
                    <a:cubicBezTo>
                      <a:pt x="0" y="250"/>
                      <a:pt x="84" y="322"/>
                      <a:pt x="167" y="322"/>
                    </a:cubicBezTo>
                    <a:cubicBezTo>
                      <a:pt x="346" y="322"/>
                      <a:pt x="870" y="357"/>
                      <a:pt x="1120" y="476"/>
                    </a:cubicBezTo>
                    <a:cubicBezTo>
                      <a:pt x="1155" y="488"/>
                      <a:pt x="1167" y="488"/>
                      <a:pt x="1191" y="488"/>
                    </a:cubicBezTo>
                    <a:cubicBezTo>
                      <a:pt x="1251" y="488"/>
                      <a:pt x="1310" y="464"/>
                      <a:pt x="1346" y="405"/>
                    </a:cubicBezTo>
                    <a:cubicBezTo>
                      <a:pt x="1358" y="322"/>
                      <a:pt x="1334" y="226"/>
                      <a:pt x="1251" y="191"/>
                    </a:cubicBezTo>
                    <a:cubicBezTo>
                      <a:pt x="882" y="12"/>
                      <a:pt x="203" y="0"/>
                      <a:pt x="167" y="0"/>
                    </a:cubicBezTo>
                    <a:close/>
                  </a:path>
                </a:pathLst>
              </a:custGeom>
              <a:solidFill>
                <a:srgbClr val="657E9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116" name="Google Shape;4116;p137"/>
              <p:cNvSpPr/>
              <p:nvPr/>
            </p:nvSpPr>
            <p:spPr>
              <a:xfrm>
                <a:off x="5331913" y="3413947"/>
                <a:ext cx="347143" cy="253538"/>
              </a:xfrm>
              <a:custGeom>
                <a:rect b="b" l="l" r="r" t="t"/>
                <a:pathLst>
                  <a:path extrusionOk="0" h="7966" w="10907">
                    <a:moveTo>
                      <a:pt x="7168" y="357"/>
                    </a:moveTo>
                    <a:lnTo>
                      <a:pt x="7168" y="1893"/>
                    </a:lnTo>
                    <a:cubicBezTo>
                      <a:pt x="7168" y="2131"/>
                      <a:pt x="7120" y="2357"/>
                      <a:pt x="7013" y="2560"/>
                    </a:cubicBezTo>
                    <a:cubicBezTo>
                      <a:pt x="7001" y="2584"/>
                      <a:pt x="7001" y="2608"/>
                      <a:pt x="7001" y="2643"/>
                    </a:cubicBezTo>
                    <a:lnTo>
                      <a:pt x="7001" y="3084"/>
                    </a:lnTo>
                    <a:cubicBezTo>
                      <a:pt x="7001" y="3512"/>
                      <a:pt x="6822" y="3917"/>
                      <a:pt x="6513" y="4203"/>
                    </a:cubicBezTo>
                    <a:cubicBezTo>
                      <a:pt x="6465" y="4227"/>
                      <a:pt x="6429" y="4274"/>
                      <a:pt x="6394" y="4310"/>
                    </a:cubicBezTo>
                    <a:cubicBezTo>
                      <a:pt x="6111" y="4514"/>
                      <a:pt x="5775" y="4621"/>
                      <a:pt x="5415" y="4621"/>
                    </a:cubicBezTo>
                    <a:cubicBezTo>
                      <a:pt x="5396" y="4621"/>
                      <a:pt x="5377" y="4620"/>
                      <a:pt x="5358" y="4620"/>
                    </a:cubicBezTo>
                    <a:cubicBezTo>
                      <a:pt x="4536" y="4560"/>
                      <a:pt x="3917" y="3858"/>
                      <a:pt x="3917" y="3024"/>
                    </a:cubicBezTo>
                    <a:lnTo>
                      <a:pt x="3917" y="2643"/>
                    </a:lnTo>
                    <a:cubicBezTo>
                      <a:pt x="3917" y="2608"/>
                      <a:pt x="3917" y="2596"/>
                      <a:pt x="3905" y="2560"/>
                    </a:cubicBezTo>
                    <a:cubicBezTo>
                      <a:pt x="3798" y="2357"/>
                      <a:pt x="3751" y="2131"/>
                      <a:pt x="3751" y="1893"/>
                    </a:cubicBezTo>
                    <a:lnTo>
                      <a:pt x="3751" y="1548"/>
                    </a:lnTo>
                    <a:cubicBezTo>
                      <a:pt x="3751" y="893"/>
                      <a:pt x="4286" y="357"/>
                      <a:pt x="4941" y="357"/>
                    </a:cubicBezTo>
                    <a:close/>
                    <a:moveTo>
                      <a:pt x="10013" y="2905"/>
                    </a:moveTo>
                    <a:lnTo>
                      <a:pt x="10013" y="3560"/>
                    </a:lnTo>
                    <a:cubicBezTo>
                      <a:pt x="10013" y="3667"/>
                      <a:pt x="9989" y="3774"/>
                      <a:pt x="9942" y="3870"/>
                    </a:cubicBezTo>
                    <a:lnTo>
                      <a:pt x="9870" y="4036"/>
                    </a:lnTo>
                    <a:cubicBezTo>
                      <a:pt x="9858" y="4048"/>
                      <a:pt x="9858" y="4084"/>
                      <a:pt x="9858" y="4108"/>
                    </a:cubicBezTo>
                    <a:lnTo>
                      <a:pt x="9858" y="4453"/>
                    </a:lnTo>
                    <a:cubicBezTo>
                      <a:pt x="9870" y="4679"/>
                      <a:pt x="9763" y="4882"/>
                      <a:pt x="9597" y="5048"/>
                    </a:cubicBezTo>
                    <a:cubicBezTo>
                      <a:pt x="9451" y="5205"/>
                      <a:pt x="9244" y="5288"/>
                      <a:pt x="9022" y="5288"/>
                    </a:cubicBezTo>
                    <a:cubicBezTo>
                      <a:pt x="9007" y="5288"/>
                      <a:pt x="8992" y="5287"/>
                      <a:pt x="8977" y="5286"/>
                    </a:cubicBezTo>
                    <a:cubicBezTo>
                      <a:pt x="8513" y="5275"/>
                      <a:pt x="8144" y="4870"/>
                      <a:pt x="8144" y="4382"/>
                    </a:cubicBezTo>
                    <a:lnTo>
                      <a:pt x="8144" y="4084"/>
                    </a:lnTo>
                    <a:cubicBezTo>
                      <a:pt x="8144" y="4048"/>
                      <a:pt x="8144" y="4036"/>
                      <a:pt x="8132" y="4012"/>
                    </a:cubicBezTo>
                    <a:lnTo>
                      <a:pt x="8025" y="3810"/>
                    </a:lnTo>
                    <a:cubicBezTo>
                      <a:pt x="8002" y="3741"/>
                      <a:pt x="7968" y="3672"/>
                      <a:pt x="7966" y="3582"/>
                    </a:cubicBezTo>
                    <a:lnTo>
                      <a:pt x="7966" y="3582"/>
                    </a:lnTo>
                    <a:cubicBezTo>
                      <a:pt x="7973" y="3196"/>
                      <a:pt x="8279" y="2905"/>
                      <a:pt x="8644" y="2905"/>
                    </a:cubicBezTo>
                    <a:close/>
                    <a:moveTo>
                      <a:pt x="1727" y="2893"/>
                    </a:moveTo>
                    <a:cubicBezTo>
                      <a:pt x="2000" y="2893"/>
                      <a:pt x="2250" y="3000"/>
                      <a:pt x="2441" y="3191"/>
                    </a:cubicBezTo>
                    <a:cubicBezTo>
                      <a:pt x="2643" y="3381"/>
                      <a:pt x="2739" y="3655"/>
                      <a:pt x="2774" y="3929"/>
                    </a:cubicBezTo>
                    <a:cubicBezTo>
                      <a:pt x="2774" y="4024"/>
                      <a:pt x="2786" y="4132"/>
                      <a:pt x="2786" y="4227"/>
                    </a:cubicBezTo>
                    <a:lnTo>
                      <a:pt x="2786" y="4262"/>
                    </a:lnTo>
                    <a:cubicBezTo>
                      <a:pt x="2608" y="3989"/>
                      <a:pt x="2358" y="3798"/>
                      <a:pt x="2000" y="3691"/>
                    </a:cubicBezTo>
                    <a:cubicBezTo>
                      <a:pt x="1753" y="3615"/>
                      <a:pt x="1520" y="3607"/>
                      <a:pt x="1431" y="3607"/>
                    </a:cubicBezTo>
                    <a:cubicBezTo>
                      <a:pt x="1409" y="3607"/>
                      <a:pt x="1396" y="3608"/>
                      <a:pt x="1393" y="3608"/>
                    </a:cubicBezTo>
                    <a:cubicBezTo>
                      <a:pt x="1346" y="3608"/>
                      <a:pt x="1310" y="3620"/>
                      <a:pt x="1286" y="3655"/>
                    </a:cubicBezTo>
                    <a:lnTo>
                      <a:pt x="1000" y="3953"/>
                    </a:lnTo>
                    <a:cubicBezTo>
                      <a:pt x="941" y="4012"/>
                      <a:pt x="941" y="4108"/>
                      <a:pt x="1000" y="4167"/>
                    </a:cubicBezTo>
                    <a:cubicBezTo>
                      <a:pt x="1030" y="4197"/>
                      <a:pt x="1072" y="4212"/>
                      <a:pt x="1113" y="4212"/>
                    </a:cubicBezTo>
                    <a:cubicBezTo>
                      <a:pt x="1155" y="4212"/>
                      <a:pt x="1197" y="4197"/>
                      <a:pt x="1226" y="4167"/>
                    </a:cubicBezTo>
                    <a:lnTo>
                      <a:pt x="1465" y="3917"/>
                    </a:lnTo>
                    <a:cubicBezTo>
                      <a:pt x="1667" y="3929"/>
                      <a:pt x="2322" y="4012"/>
                      <a:pt x="2572" y="4572"/>
                    </a:cubicBezTo>
                    <a:cubicBezTo>
                      <a:pt x="2500" y="4989"/>
                      <a:pt x="2143" y="5298"/>
                      <a:pt x="1727" y="5298"/>
                    </a:cubicBezTo>
                    <a:cubicBezTo>
                      <a:pt x="1250" y="5298"/>
                      <a:pt x="869" y="4917"/>
                      <a:pt x="869" y="4441"/>
                    </a:cubicBezTo>
                    <a:cubicBezTo>
                      <a:pt x="869" y="4346"/>
                      <a:pt x="798" y="4274"/>
                      <a:pt x="703" y="4274"/>
                    </a:cubicBezTo>
                    <a:lnTo>
                      <a:pt x="679" y="4274"/>
                    </a:lnTo>
                    <a:lnTo>
                      <a:pt x="679" y="4227"/>
                    </a:lnTo>
                    <a:cubicBezTo>
                      <a:pt x="679" y="4132"/>
                      <a:pt x="679" y="4024"/>
                      <a:pt x="691" y="3929"/>
                    </a:cubicBezTo>
                    <a:cubicBezTo>
                      <a:pt x="703" y="3655"/>
                      <a:pt x="822" y="3381"/>
                      <a:pt x="1012" y="3191"/>
                    </a:cubicBezTo>
                    <a:cubicBezTo>
                      <a:pt x="1215" y="3000"/>
                      <a:pt x="1465" y="2893"/>
                      <a:pt x="1727" y="2893"/>
                    </a:cubicBezTo>
                    <a:close/>
                    <a:moveTo>
                      <a:pt x="643" y="4882"/>
                    </a:moveTo>
                    <a:cubicBezTo>
                      <a:pt x="726" y="5096"/>
                      <a:pt x="881" y="5275"/>
                      <a:pt x="1060" y="5405"/>
                    </a:cubicBezTo>
                    <a:lnTo>
                      <a:pt x="1060" y="5596"/>
                    </a:lnTo>
                    <a:cubicBezTo>
                      <a:pt x="762" y="5501"/>
                      <a:pt x="619" y="5346"/>
                      <a:pt x="560" y="5275"/>
                    </a:cubicBezTo>
                    <a:cubicBezTo>
                      <a:pt x="595" y="5155"/>
                      <a:pt x="631" y="5036"/>
                      <a:pt x="643" y="4882"/>
                    </a:cubicBezTo>
                    <a:close/>
                    <a:moveTo>
                      <a:pt x="2798" y="4882"/>
                    </a:moveTo>
                    <a:cubicBezTo>
                      <a:pt x="2810" y="5024"/>
                      <a:pt x="2846" y="5155"/>
                      <a:pt x="2893" y="5263"/>
                    </a:cubicBezTo>
                    <a:cubicBezTo>
                      <a:pt x="2834" y="5346"/>
                      <a:pt x="2679" y="5477"/>
                      <a:pt x="2381" y="5596"/>
                    </a:cubicBezTo>
                    <a:lnTo>
                      <a:pt x="2381" y="5405"/>
                    </a:lnTo>
                    <a:cubicBezTo>
                      <a:pt x="2560" y="5275"/>
                      <a:pt x="2715" y="5096"/>
                      <a:pt x="2798" y="4882"/>
                    </a:cubicBezTo>
                    <a:close/>
                    <a:moveTo>
                      <a:pt x="6299" y="4727"/>
                    </a:moveTo>
                    <a:lnTo>
                      <a:pt x="6299" y="5001"/>
                    </a:lnTo>
                    <a:lnTo>
                      <a:pt x="5453" y="5596"/>
                    </a:lnTo>
                    <a:lnTo>
                      <a:pt x="4584" y="5024"/>
                    </a:lnTo>
                    <a:lnTo>
                      <a:pt x="4584" y="4727"/>
                    </a:lnTo>
                    <a:cubicBezTo>
                      <a:pt x="4810" y="4846"/>
                      <a:pt x="5060" y="4917"/>
                      <a:pt x="5322" y="4929"/>
                    </a:cubicBezTo>
                    <a:lnTo>
                      <a:pt x="5441" y="4929"/>
                    </a:lnTo>
                    <a:cubicBezTo>
                      <a:pt x="5739" y="4929"/>
                      <a:pt x="6037" y="4858"/>
                      <a:pt x="6299" y="4727"/>
                    </a:cubicBezTo>
                    <a:close/>
                    <a:moveTo>
                      <a:pt x="9347" y="5572"/>
                    </a:moveTo>
                    <a:lnTo>
                      <a:pt x="9347" y="5632"/>
                    </a:lnTo>
                    <a:cubicBezTo>
                      <a:pt x="9347" y="5656"/>
                      <a:pt x="9347" y="5691"/>
                      <a:pt x="9358" y="5715"/>
                    </a:cubicBezTo>
                    <a:lnTo>
                      <a:pt x="9001" y="6072"/>
                    </a:lnTo>
                    <a:lnTo>
                      <a:pt x="8644" y="5715"/>
                    </a:lnTo>
                    <a:cubicBezTo>
                      <a:pt x="8644" y="5691"/>
                      <a:pt x="8668" y="5656"/>
                      <a:pt x="8668" y="5632"/>
                    </a:cubicBezTo>
                    <a:lnTo>
                      <a:pt x="8668" y="5572"/>
                    </a:lnTo>
                    <a:cubicBezTo>
                      <a:pt x="8763" y="5596"/>
                      <a:pt x="8870" y="5632"/>
                      <a:pt x="8977" y="5632"/>
                    </a:cubicBezTo>
                    <a:lnTo>
                      <a:pt x="9001" y="5632"/>
                    </a:lnTo>
                    <a:cubicBezTo>
                      <a:pt x="9120" y="5632"/>
                      <a:pt x="9239" y="5620"/>
                      <a:pt x="9347" y="5572"/>
                    </a:cubicBezTo>
                    <a:close/>
                    <a:moveTo>
                      <a:pt x="2108" y="5572"/>
                    </a:moveTo>
                    <a:lnTo>
                      <a:pt x="2108" y="5739"/>
                    </a:lnTo>
                    <a:cubicBezTo>
                      <a:pt x="2108" y="5798"/>
                      <a:pt x="2119" y="5834"/>
                      <a:pt x="2143" y="5882"/>
                    </a:cubicBezTo>
                    <a:lnTo>
                      <a:pt x="1965" y="6013"/>
                    </a:lnTo>
                    <a:cubicBezTo>
                      <a:pt x="1899" y="6084"/>
                      <a:pt x="1816" y="6120"/>
                      <a:pt x="1731" y="6120"/>
                    </a:cubicBezTo>
                    <a:cubicBezTo>
                      <a:pt x="1646" y="6120"/>
                      <a:pt x="1560" y="6084"/>
                      <a:pt x="1488" y="6013"/>
                    </a:cubicBezTo>
                    <a:lnTo>
                      <a:pt x="1346" y="5882"/>
                    </a:lnTo>
                    <a:cubicBezTo>
                      <a:pt x="1369" y="5834"/>
                      <a:pt x="1381" y="5775"/>
                      <a:pt x="1381" y="5739"/>
                    </a:cubicBezTo>
                    <a:lnTo>
                      <a:pt x="1381" y="5572"/>
                    </a:lnTo>
                    <a:cubicBezTo>
                      <a:pt x="1488" y="5596"/>
                      <a:pt x="1607" y="5632"/>
                      <a:pt x="1750" y="5632"/>
                    </a:cubicBezTo>
                    <a:cubicBezTo>
                      <a:pt x="1857" y="5632"/>
                      <a:pt x="1977" y="5608"/>
                      <a:pt x="2108" y="5572"/>
                    </a:cubicBezTo>
                    <a:close/>
                    <a:moveTo>
                      <a:pt x="4465" y="5298"/>
                    </a:moveTo>
                    <a:lnTo>
                      <a:pt x="5215" y="5810"/>
                    </a:lnTo>
                    <a:lnTo>
                      <a:pt x="4810" y="6215"/>
                    </a:lnTo>
                    <a:lnTo>
                      <a:pt x="4798" y="6215"/>
                    </a:lnTo>
                    <a:lnTo>
                      <a:pt x="4310" y="5465"/>
                    </a:lnTo>
                    <a:lnTo>
                      <a:pt x="4465" y="5298"/>
                    </a:lnTo>
                    <a:close/>
                    <a:moveTo>
                      <a:pt x="6429" y="5298"/>
                    </a:moveTo>
                    <a:lnTo>
                      <a:pt x="6596" y="5465"/>
                    </a:lnTo>
                    <a:lnTo>
                      <a:pt x="6108" y="6215"/>
                    </a:lnTo>
                    <a:lnTo>
                      <a:pt x="6096" y="6215"/>
                    </a:lnTo>
                    <a:lnTo>
                      <a:pt x="5691" y="5810"/>
                    </a:lnTo>
                    <a:lnTo>
                      <a:pt x="6429" y="5298"/>
                    </a:lnTo>
                    <a:close/>
                    <a:moveTo>
                      <a:pt x="4905" y="0"/>
                    </a:moveTo>
                    <a:cubicBezTo>
                      <a:pt x="4072" y="0"/>
                      <a:pt x="3381" y="691"/>
                      <a:pt x="3381" y="1524"/>
                    </a:cubicBezTo>
                    <a:lnTo>
                      <a:pt x="3381" y="1869"/>
                    </a:lnTo>
                    <a:cubicBezTo>
                      <a:pt x="3381" y="2131"/>
                      <a:pt x="3441" y="2381"/>
                      <a:pt x="3548" y="2643"/>
                    </a:cubicBezTo>
                    <a:lnTo>
                      <a:pt x="3548" y="3000"/>
                    </a:lnTo>
                    <a:cubicBezTo>
                      <a:pt x="3548" y="3596"/>
                      <a:pt x="3810" y="4132"/>
                      <a:pt x="4227" y="4465"/>
                    </a:cubicBezTo>
                    <a:lnTo>
                      <a:pt x="4227" y="5001"/>
                    </a:lnTo>
                    <a:lnTo>
                      <a:pt x="3929" y="5322"/>
                    </a:lnTo>
                    <a:cubicBezTo>
                      <a:pt x="3905" y="5346"/>
                      <a:pt x="3893" y="5394"/>
                      <a:pt x="3893" y="5441"/>
                    </a:cubicBezTo>
                    <a:lnTo>
                      <a:pt x="2905" y="5798"/>
                    </a:lnTo>
                    <a:cubicBezTo>
                      <a:pt x="2834" y="5822"/>
                      <a:pt x="2774" y="5858"/>
                      <a:pt x="2715" y="5894"/>
                    </a:cubicBezTo>
                    <a:lnTo>
                      <a:pt x="2560" y="5822"/>
                    </a:lnTo>
                    <a:cubicBezTo>
                      <a:pt x="3024" y="5632"/>
                      <a:pt x="3155" y="5346"/>
                      <a:pt x="3179" y="5334"/>
                    </a:cubicBezTo>
                    <a:cubicBezTo>
                      <a:pt x="3203" y="5286"/>
                      <a:pt x="3203" y="5227"/>
                      <a:pt x="3179" y="5179"/>
                    </a:cubicBezTo>
                    <a:cubicBezTo>
                      <a:pt x="3060" y="4965"/>
                      <a:pt x="3036" y="4524"/>
                      <a:pt x="3036" y="4203"/>
                    </a:cubicBezTo>
                    <a:cubicBezTo>
                      <a:pt x="3036" y="4084"/>
                      <a:pt x="3036" y="3977"/>
                      <a:pt x="3024" y="3893"/>
                    </a:cubicBezTo>
                    <a:cubicBezTo>
                      <a:pt x="2965" y="3131"/>
                      <a:pt x="2405" y="2548"/>
                      <a:pt x="1691" y="2548"/>
                    </a:cubicBezTo>
                    <a:cubicBezTo>
                      <a:pt x="976" y="2548"/>
                      <a:pt x="393" y="3131"/>
                      <a:pt x="345" y="3893"/>
                    </a:cubicBezTo>
                    <a:cubicBezTo>
                      <a:pt x="345" y="3977"/>
                      <a:pt x="333" y="4084"/>
                      <a:pt x="333" y="4203"/>
                    </a:cubicBezTo>
                    <a:cubicBezTo>
                      <a:pt x="322" y="4548"/>
                      <a:pt x="298" y="4965"/>
                      <a:pt x="203" y="5179"/>
                    </a:cubicBezTo>
                    <a:cubicBezTo>
                      <a:pt x="167" y="5227"/>
                      <a:pt x="167" y="5286"/>
                      <a:pt x="203" y="5334"/>
                    </a:cubicBezTo>
                    <a:cubicBezTo>
                      <a:pt x="203" y="5346"/>
                      <a:pt x="345" y="5632"/>
                      <a:pt x="810" y="5822"/>
                    </a:cubicBezTo>
                    <a:lnTo>
                      <a:pt x="369" y="6037"/>
                    </a:lnTo>
                    <a:cubicBezTo>
                      <a:pt x="155" y="6156"/>
                      <a:pt x="0" y="6370"/>
                      <a:pt x="0" y="6632"/>
                    </a:cubicBezTo>
                    <a:lnTo>
                      <a:pt x="0" y="7799"/>
                    </a:lnTo>
                    <a:cubicBezTo>
                      <a:pt x="0" y="7894"/>
                      <a:pt x="72" y="7965"/>
                      <a:pt x="167" y="7965"/>
                    </a:cubicBezTo>
                    <a:cubicBezTo>
                      <a:pt x="250" y="7965"/>
                      <a:pt x="333" y="7894"/>
                      <a:pt x="333" y="7799"/>
                    </a:cubicBezTo>
                    <a:lnTo>
                      <a:pt x="333" y="6632"/>
                    </a:lnTo>
                    <a:cubicBezTo>
                      <a:pt x="333" y="6489"/>
                      <a:pt x="405" y="6370"/>
                      <a:pt x="524" y="6310"/>
                    </a:cubicBezTo>
                    <a:lnTo>
                      <a:pt x="1060" y="6048"/>
                    </a:lnTo>
                    <a:lnTo>
                      <a:pt x="1238" y="6227"/>
                    </a:lnTo>
                    <a:cubicBezTo>
                      <a:pt x="1369" y="6346"/>
                      <a:pt x="1536" y="6406"/>
                      <a:pt x="1703" y="6406"/>
                    </a:cubicBezTo>
                    <a:cubicBezTo>
                      <a:pt x="1857" y="6406"/>
                      <a:pt x="2024" y="6346"/>
                      <a:pt x="2155" y="6227"/>
                    </a:cubicBezTo>
                    <a:lnTo>
                      <a:pt x="2334" y="6048"/>
                    </a:lnTo>
                    <a:lnTo>
                      <a:pt x="2512" y="6132"/>
                    </a:lnTo>
                    <a:cubicBezTo>
                      <a:pt x="2441" y="6275"/>
                      <a:pt x="2381" y="6418"/>
                      <a:pt x="2381" y="6584"/>
                    </a:cubicBezTo>
                    <a:lnTo>
                      <a:pt x="2381" y="7799"/>
                    </a:lnTo>
                    <a:cubicBezTo>
                      <a:pt x="2381" y="7894"/>
                      <a:pt x="2453" y="7965"/>
                      <a:pt x="2548" y="7965"/>
                    </a:cubicBezTo>
                    <a:cubicBezTo>
                      <a:pt x="2631" y="7965"/>
                      <a:pt x="2715" y="7894"/>
                      <a:pt x="2715" y="7799"/>
                    </a:cubicBezTo>
                    <a:lnTo>
                      <a:pt x="2715" y="6584"/>
                    </a:lnTo>
                    <a:cubicBezTo>
                      <a:pt x="2715" y="6358"/>
                      <a:pt x="2846" y="6167"/>
                      <a:pt x="3048" y="6096"/>
                    </a:cubicBezTo>
                    <a:lnTo>
                      <a:pt x="4084" y="5715"/>
                    </a:lnTo>
                    <a:lnTo>
                      <a:pt x="4513" y="6358"/>
                    </a:lnTo>
                    <a:cubicBezTo>
                      <a:pt x="4572" y="6453"/>
                      <a:pt x="4655" y="6489"/>
                      <a:pt x="4751" y="6513"/>
                    </a:cubicBezTo>
                    <a:lnTo>
                      <a:pt x="4775" y="6513"/>
                    </a:lnTo>
                    <a:cubicBezTo>
                      <a:pt x="4870" y="6513"/>
                      <a:pt x="4941" y="6477"/>
                      <a:pt x="5013" y="6418"/>
                    </a:cubicBezTo>
                    <a:lnTo>
                      <a:pt x="5286" y="6156"/>
                    </a:lnTo>
                    <a:lnTo>
                      <a:pt x="5286" y="7799"/>
                    </a:lnTo>
                    <a:cubicBezTo>
                      <a:pt x="5286" y="7894"/>
                      <a:pt x="5358" y="7965"/>
                      <a:pt x="5453" y="7965"/>
                    </a:cubicBezTo>
                    <a:cubicBezTo>
                      <a:pt x="5537" y="7965"/>
                      <a:pt x="5608" y="7894"/>
                      <a:pt x="5608" y="7799"/>
                    </a:cubicBezTo>
                    <a:lnTo>
                      <a:pt x="5608" y="6156"/>
                    </a:lnTo>
                    <a:lnTo>
                      <a:pt x="5882" y="6418"/>
                    </a:lnTo>
                    <a:cubicBezTo>
                      <a:pt x="5941" y="6477"/>
                      <a:pt x="6025" y="6513"/>
                      <a:pt x="6120" y="6513"/>
                    </a:cubicBezTo>
                    <a:lnTo>
                      <a:pt x="6144" y="6513"/>
                    </a:lnTo>
                    <a:cubicBezTo>
                      <a:pt x="6251" y="6489"/>
                      <a:pt x="6322" y="6453"/>
                      <a:pt x="6382" y="6358"/>
                    </a:cubicBezTo>
                    <a:lnTo>
                      <a:pt x="6822" y="5715"/>
                    </a:lnTo>
                    <a:lnTo>
                      <a:pt x="7846" y="6096"/>
                    </a:lnTo>
                    <a:cubicBezTo>
                      <a:pt x="8049" y="6167"/>
                      <a:pt x="8192" y="6358"/>
                      <a:pt x="8192" y="6584"/>
                    </a:cubicBezTo>
                    <a:lnTo>
                      <a:pt x="8192" y="7799"/>
                    </a:lnTo>
                    <a:cubicBezTo>
                      <a:pt x="8192" y="7894"/>
                      <a:pt x="8263" y="7965"/>
                      <a:pt x="8346" y="7965"/>
                    </a:cubicBezTo>
                    <a:cubicBezTo>
                      <a:pt x="8442" y="7965"/>
                      <a:pt x="8513" y="7894"/>
                      <a:pt x="8513" y="7799"/>
                    </a:cubicBezTo>
                    <a:lnTo>
                      <a:pt x="8513" y="6584"/>
                    </a:lnTo>
                    <a:cubicBezTo>
                      <a:pt x="8513" y="6358"/>
                      <a:pt x="8430" y="6156"/>
                      <a:pt x="8275" y="6001"/>
                    </a:cubicBezTo>
                    <a:lnTo>
                      <a:pt x="8323" y="5989"/>
                    </a:lnTo>
                    <a:cubicBezTo>
                      <a:pt x="8370" y="5977"/>
                      <a:pt x="8406" y="5953"/>
                      <a:pt x="8465" y="5929"/>
                    </a:cubicBezTo>
                    <a:lnTo>
                      <a:pt x="8870" y="6334"/>
                    </a:lnTo>
                    <a:lnTo>
                      <a:pt x="8870" y="7787"/>
                    </a:lnTo>
                    <a:cubicBezTo>
                      <a:pt x="8870" y="7882"/>
                      <a:pt x="8942" y="7953"/>
                      <a:pt x="9037" y="7953"/>
                    </a:cubicBezTo>
                    <a:cubicBezTo>
                      <a:pt x="9120" y="7953"/>
                      <a:pt x="9204" y="7882"/>
                      <a:pt x="9204" y="7787"/>
                    </a:cubicBezTo>
                    <a:lnTo>
                      <a:pt x="9204" y="6334"/>
                    </a:lnTo>
                    <a:lnTo>
                      <a:pt x="9597" y="5929"/>
                    </a:lnTo>
                    <a:cubicBezTo>
                      <a:pt x="9620" y="5941"/>
                      <a:pt x="9644" y="5941"/>
                      <a:pt x="9680" y="5953"/>
                    </a:cubicBezTo>
                    <a:lnTo>
                      <a:pt x="10335" y="6156"/>
                    </a:lnTo>
                    <a:cubicBezTo>
                      <a:pt x="10478" y="6191"/>
                      <a:pt x="10585" y="6334"/>
                      <a:pt x="10585" y="6489"/>
                    </a:cubicBezTo>
                    <a:lnTo>
                      <a:pt x="10585" y="7799"/>
                    </a:lnTo>
                    <a:cubicBezTo>
                      <a:pt x="10585" y="7894"/>
                      <a:pt x="10656" y="7965"/>
                      <a:pt x="10751" y="7965"/>
                    </a:cubicBezTo>
                    <a:cubicBezTo>
                      <a:pt x="10835" y="7965"/>
                      <a:pt x="10906" y="7894"/>
                      <a:pt x="10906" y="7799"/>
                    </a:cubicBezTo>
                    <a:lnTo>
                      <a:pt x="10906" y="6489"/>
                    </a:lnTo>
                    <a:cubicBezTo>
                      <a:pt x="10871" y="6227"/>
                      <a:pt x="10656" y="5953"/>
                      <a:pt x="10382" y="5870"/>
                    </a:cubicBezTo>
                    <a:lnTo>
                      <a:pt x="9716" y="5679"/>
                    </a:lnTo>
                    <a:cubicBezTo>
                      <a:pt x="9692" y="5656"/>
                      <a:pt x="9680" y="5644"/>
                      <a:pt x="9680" y="5620"/>
                    </a:cubicBezTo>
                    <a:lnTo>
                      <a:pt x="9680" y="5394"/>
                    </a:lnTo>
                    <a:cubicBezTo>
                      <a:pt x="9739" y="5358"/>
                      <a:pt x="9787" y="5322"/>
                      <a:pt x="9823" y="5275"/>
                    </a:cubicBezTo>
                    <a:cubicBezTo>
                      <a:pt x="10049" y="5048"/>
                      <a:pt x="10180" y="4751"/>
                      <a:pt x="10180" y="4429"/>
                    </a:cubicBezTo>
                    <a:lnTo>
                      <a:pt x="10180" y="4132"/>
                    </a:lnTo>
                    <a:lnTo>
                      <a:pt x="10239" y="3989"/>
                    </a:lnTo>
                    <a:cubicBezTo>
                      <a:pt x="10323" y="3858"/>
                      <a:pt x="10347" y="3691"/>
                      <a:pt x="10347" y="3548"/>
                    </a:cubicBezTo>
                    <a:lnTo>
                      <a:pt x="10347" y="2727"/>
                    </a:lnTo>
                    <a:cubicBezTo>
                      <a:pt x="10347" y="2643"/>
                      <a:pt x="10275" y="2560"/>
                      <a:pt x="10180" y="2560"/>
                    </a:cubicBezTo>
                    <a:lnTo>
                      <a:pt x="8656" y="2560"/>
                    </a:lnTo>
                    <a:cubicBezTo>
                      <a:pt x="8096" y="2560"/>
                      <a:pt x="7644" y="3012"/>
                      <a:pt x="7644" y="3572"/>
                    </a:cubicBezTo>
                    <a:lnTo>
                      <a:pt x="7644" y="3596"/>
                    </a:lnTo>
                    <a:cubicBezTo>
                      <a:pt x="7644" y="3727"/>
                      <a:pt x="7668" y="3846"/>
                      <a:pt x="7727" y="3965"/>
                    </a:cubicBezTo>
                    <a:lnTo>
                      <a:pt x="7799" y="4132"/>
                    </a:lnTo>
                    <a:lnTo>
                      <a:pt x="7799" y="4382"/>
                    </a:lnTo>
                    <a:cubicBezTo>
                      <a:pt x="7799" y="4798"/>
                      <a:pt x="8013" y="5155"/>
                      <a:pt x="8311" y="5382"/>
                    </a:cubicBezTo>
                    <a:lnTo>
                      <a:pt x="8311" y="5596"/>
                    </a:lnTo>
                    <a:cubicBezTo>
                      <a:pt x="8311" y="5632"/>
                      <a:pt x="8311" y="5644"/>
                      <a:pt x="8180" y="5691"/>
                    </a:cubicBezTo>
                    <a:lnTo>
                      <a:pt x="7858" y="5775"/>
                    </a:lnTo>
                    <a:lnTo>
                      <a:pt x="6941" y="5441"/>
                    </a:lnTo>
                    <a:cubicBezTo>
                      <a:pt x="6941" y="5394"/>
                      <a:pt x="6930" y="5346"/>
                      <a:pt x="6894" y="5322"/>
                    </a:cubicBezTo>
                    <a:lnTo>
                      <a:pt x="6596" y="5001"/>
                    </a:lnTo>
                    <a:lnTo>
                      <a:pt x="6596" y="4489"/>
                    </a:lnTo>
                    <a:cubicBezTo>
                      <a:pt x="6632" y="4453"/>
                      <a:pt x="6656" y="4429"/>
                      <a:pt x="6691" y="4405"/>
                    </a:cubicBezTo>
                    <a:cubicBezTo>
                      <a:pt x="7061" y="4072"/>
                      <a:pt x="7263" y="3560"/>
                      <a:pt x="7263" y="3060"/>
                    </a:cubicBezTo>
                    <a:lnTo>
                      <a:pt x="7263" y="2643"/>
                    </a:lnTo>
                    <a:cubicBezTo>
                      <a:pt x="7382" y="2405"/>
                      <a:pt x="7430" y="2131"/>
                      <a:pt x="7430" y="1869"/>
                    </a:cubicBezTo>
                    <a:lnTo>
                      <a:pt x="7430" y="167"/>
                    </a:lnTo>
                    <a:cubicBezTo>
                      <a:pt x="7430" y="83"/>
                      <a:pt x="7358" y="0"/>
                      <a:pt x="7263" y="0"/>
                    </a:cubicBezTo>
                    <a:close/>
                  </a:path>
                </a:pathLst>
              </a:custGeom>
              <a:solidFill>
                <a:srgbClr val="657E9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117" name="Google Shape;4117;p137"/>
              <p:cNvSpPr/>
              <p:nvPr/>
            </p:nvSpPr>
            <p:spPr>
              <a:xfrm>
                <a:off x="5645669" y="3625759"/>
                <a:ext cx="10248" cy="42872"/>
              </a:xfrm>
              <a:custGeom>
                <a:rect b="b" l="l" r="r" t="t"/>
                <a:pathLst>
                  <a:path extrusionOk="0" h="1347" w="322">
                    <a:moveTo>
                      <a:pt x="167" y="1"/>
                    </a:moveTo>
                    <a:cubicBezTo>
                      <a:pt x="72" y="1"/>
                      <a:pt x="0" y="72"/>
                      <a:pt x="0" y="167"/>
                    </a:cubicBezTo>
                    <a:lnTo>
                      <a:pt x="0" y="1179"/>
                    </a:lnTo>
                    <a:cubicBezTo>
                      <a:pt x="0" y="1263"/>
                      <a:pt x="72" y="1346"/>
                      <a:pt x="167" y="1346"/>
                    </a:cubicBezTo>
                    <a:cubicBezTo>
                      <a:pt x="251" y="1346"/>
                      <a:pt x="322" y="1263"/>
                      <a:pt x="322" y="1179"/>
                    </a:cubicBezTo>
                    <a:lnTo>
                      <a:pt x="322" y="167"/>
                    </a:lnTo>
                    <a:cubicBezTo>
                      <a:pt x="322" y="60"/>
                      <a:pt x="251" y="1"/>
                      <a:pt x="167" y="1"/>
                    </a:cubicBezTo>
                    <a:close/>
                  </a:path>
                </a:pathLst>
              </a:custGeom>
              <a:solidFill>
                <a:srgbClr val="657E9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118" name="Google Shape;4118;p137"/>
              <p:cNvSpPr/>
              <p:nvPr/>
            </p:nvSpPr>
            <p:spPr>
              <a:xfrm>
                <a:off x="5462247" y="3461115"/>
                <a:ext cx="86825" cy="29759"/>
              </a:xfrm>
              <a:custGeom>
                <a:rect b="b" l="l" r="r" t="t"/>
                <a:pathLst>
                  <a:path extrusionOk="0" h="935" w="2728">
                    <a:moveTo>
                      <a:pt x="1094" y="0"/>
                    </a:moveTo>
                    <a:cubicBezTo>
                      <a:pt x="768" y="0"/>
                      <a:pt x="473" y="35"/>
                      <a:pt x="287" y="66"/>
                    </a:cubicBezTo>
                    <a:cubicBezTo>
                      <a:pt x="120" y="102"/>
                      <a:pt x="1" y="233"/>
                      <a:pt x="1" y="399"/>
                    </a:cubicBezTo>
                    <a:lnTo>
                      <a:pt x="1" y="768"/>
                    </a:lnTo>
                    <a:cubicBezTo>
                      <a:pt x="1" y="864"/>
                      <a:pt x="72" y="935"/>
                      <a:pt x="168" y="935"/>
                    </a:cubicBezTo>
                    <a:cubicBezTo>
                      <a:pt x="251" y="935"/>
                      <a:pt x="322" y="864"/>
                      <a:pt x="322" y="768"/>
                    </a:cubicBezTo>
                    <a:lnTo>
                      <a:pt x="322" y="399"/>
                    </a:lnTo>
                    <a:cubicBezTo>
                      <a:pt x="322" y="399"/>
                      <a:pt x="322" y="387"/>
                      <a:pt x="346" y="387"/>
                    </a:cubicBezTo>
                    <a:cubicBezTo>
                      <a:pt x="498" y="361"/>
                      <a:pt x="764" y="327"/>
                      <a:pt x="1063" y="327"/>
                    </a:cubicBezTo>
                    <a:cubicBezTo>
                      <a:pt x="1162" y="327"/>
                      <a:pt x="1266" y="331"/>
                      <a:pt x="1370" y="340"/>
                    </a:cubicBezTo>
                    <a:cubicBezTo>
                      <a:pt x="1858" y="364"/>
                      <a:pt x="2215" y="506"/>
                      <a:pt x="2442" y="709"/>
                    </a:cubicBezTo>
                    <a:cubicBezTo>
                      <a:pt x="2471" y="739"/>
                      <a:pt x="2513" y="753"/>
                      <a:pt x="2555" y="753"/>
                    </a:cubicBezTo>
                    <a:cubicBezTo>
                      <a:pt x="2596" y="753"/>
                      <a:pt x="2638" y="739"/>
                      <a:pt x="2668" y="709"/>
                    </a:cubicBezTo>
                    <a:cubicBezTo>
                      <a:pt x="2727" y="637"/>
                      <a:pt x="2727" y="530"/>
                      <a:pt x="2656" y="471"/>
                    </a:cubicBezTo>
                    <a:cubicBezTo>
                      <a:pt x="2283" y="97"/>
                      <a:pt x="1643" y="0"/>
                      <a:pt x="1094" y="0"/>
                    </a:cubicBezTo>
                    <a:close/>
                  </a:path>
                </a:pathLst>
              </a:custGeom>
              <a:solidFill>
                <a:srgbClr val="657E9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119" name="Google Shape;4119;p137"/>
              <p:cNvSpPr/>
              <p:nvPr/>
            </p:nvSpPr>
            <p:spPr>
              <a:xfrm>
                <a:off x="5441050" y="3636389"/>
                <a:ext cx="10248" cy="32241"/>
              </a:xfrm>
              <a:custGeom>
                <a:rect b="b" l="l" r="r" t="t"/>
                <a:pathLst>
                  <a:path extrusionOk="0" h="1013" w="322">
                    <a:moveTo>
                      <a:pt x="167" y="0"/>
                    </a:moveTo>
                    <a:cubicBezTo>
                      <a:pt x="72" y="0"/>
                      <a:pt x="0" y="71"/>
                      <a:pt x="0" y="155"/>
                    </a:cubicBezTo>
                    <a:lnTo>
                      <a:pt x="0" y="845"/>
                    </a:lnTo>
                    <a:cubicBezTo>
                      <a:pt x="0" y="929"/>
                      <a:pt x="72" y="1012"/>
                      <a:pt x="167" y="1012"/>
                    </a:cubicBezTo>
                    <a:cubicBezTo>
                      <a:pt x="250" y="1012"/>
                      <a:pt x="322" y="929"/>
                      <a:pt x="322" y="845"/>
                    </a:cubicBezTo>
                    <a:lnTo>
                      <a:pt x="322" y="155"/>
                    </a:lnTo>
                    <a:cubicBezTo>
                      <a:pt x="310" y="71"/>
                      <a:pt x="250" y="0"/>
                      <a:pt x="167" y="0"/>
                    </a:cubicBezTo>
                    <a:close/>
                  </a:path>
                </a:pathLst>
              </a:custGeom>
              <a:solidFill>
                <a:srgbClr val="657E9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120" name="Google Shape;4120;p137"/>
              <p:cNvSpPr/>
              <p:nvPr/>
            </p:nvSpPr>
            <p:spPr>
              <a:xfrm>
                <a:off x="5559257" y="3636389"/>
                <a:ext cx="10662" cy="32241"/>
              </a:xfrm>
              <a:custGeom>
                <a:rect b="b" l="l" r="r" t="t"/>
                <a:pathLst>
                  <a:path extrusionOk="0" h="1013" w="335">
                    <a:moveTo>
                      <a:pt x="168" y="0"/>
                    </a:moveTo>
                    <a:cubicBezTo>
                      <a:pt x="84" y="0"/>
                      <a:pt x="1" y="71"/>
                      <a:pt x="1" y="155"/>
                    </a:cubicBezTo>
                    <a:lnTo>
                      <a:pt x="1" y="845"/>
                    </a:lnTo>
                    <a:cubicBezTo>
                      <a:pt x="1" y="929"/>
                      <a:pt x="84" y="1012"/>
                      <a:pt x="168" y="1012"/>
                    </a:cubicBezTo>
                    <a:cubicBezTo>
                      <a:pt x="263" y="1012"/>
                      <a:pt x="334" y="929"/>
                      <a:pt x="334" y="845"/>
                    </a:cubicBezTo>
                    <a:lnTo>
                      <a:pt x="334" y="155"/>
                    </a:lnTo>
                    <a:cubicBezTo>
                      <a:pt x="334" y="71"/>
                      <a:pt x="263" y="0"/>
                      <a:pt x="168" y="0"/>
                    </a:cubicBezTo>
                    <a:close/>
                  </a:path>
                </a:pathLst>
              </a:custGeom>
              <a:solidFill>
                <a:srgbClr val="657E9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sp>
          <p:nvSpPr>
            <p:cNvPr id="4121" name="Google Shape;4121;p137"/>
            <p:cNvSpPr/>
            <p:nvPr/>
          </p:nvSpPr>
          <p:spPr>
            <a:xfrm>
              <a:off x="950250" y="2431721"/>
              <a:ext cx="255843" cy="255843"/>
            </a:xfrm>
            <a:custGeom>
              <a:rect b="b" l="l" r="r" t="t"/>
              <a:pathLst>
                <a:path extrusionOk="0" h="11693" w="11693">
                  <a:moveTo>
                    <a:pt x="10252" y="584"/>
                  </a:moveTo>
                  <a:lnTo>
                    <a:pt x="10252" y="1263"/>
                  </a:lnTo>
                  <a:cubicBezTo>
                    <a:pt x="10252" y="1358"/>
                    <a:pt x="10323" y="1429"/>
                    <a:pt x="10406" y="1429"/>
                  </a:cubicBezTo>
                  <a:lnTo>
                    <a:pt x="11097" y="1429"/>
                  </a:lnTo>
                  <a:lnTo>
                    <a:pt x="9609" y="2918"/>
                  </a:lnTo>
                  <a:lnTo>
                    <a:pt x="9001" y="2918"/>
                  </a:lnTo>
                  <a:lnTo>
                    <a:pt x="9978" y="1941"/>
                  </a:lnTo>
                  <a:cubicBezTo>
                    <a:pt x="10037" y="1882"/>
                    <a:pt x="10037" y="1751"/>
                    <a:pt x="9978" y="1691"/>
                  </a:cubicBezTo>
                  <a:cubicBezTo>
                    <a:pt x="9948" y="1667"/>
                    <a:pt x="9903" y="1656"/>
                    <a:pt x="9859" y="1656"/>
                  </a:cubicBezTo>
                  <a:cubicBezTo>
                    <a:pt x="9814" y="1656"/>
                    <a:pt x="9769" y="1667"/>
                    <a:pt x="9740" y="1691"/>
                  </a:cubicBezTo>
                  <a:lnTo>
                    <a:pt x="8763" y="2679"/>
                  </a:lnTo>
                  <a:lnTo>
                    <a:pt x="8763" y="2072"/>
                  </a:lnTo>
                  <a:lnTo>
                    <a:pt x="10252" y="584"/>
                  </a:lnTo>
                  <a:close/>
                  <a:moveTo>
                    <a:pt x="4739" y="2537"/>
                  </a:moveTo>
                  <a:cubicBezTo>
                    <a:pt x="5894" y="2537"/>
                    <a:pt x="6942" y="2977"/>
                    <a:pt x="7739" y="3703"/>
                  </a:cubicBezTo>
                  <a:lnTo>
                    <a:pt x="4620" y="6811"/>
                  </a:lnTo>
                  <a:cubicBezTo>
                    <a:pt x="4560" y="6870"/>
                    <a:pt x="4560" y="7001"/>
                    <a:pt x="4620" y="7049"/>
                  </a:cubicBezTo>
                  <a:cubicBezTo>
                    <a:pt x="4656" y="7085"/>
                    <a:pt x="4703" y="7097"/>
                    <a:pt x="4739" y="7097"/>
                  </a:cubicBezTo>
                  <a:cubicBezTo>
                    <a:pt x="4787" y="7097"/>
                    <a:pt x="4834" y="7085"/>
                    <a:pt x="4858" y="7049"/>
                  </a:cubicBezTo>
                  <a:lnTo>
                    <a:pt x="5632" y="6275"/>
                  </a:lnTo>
                  <a:cubicBezTo>
                    <a:pt x="5775" y="6478"/>
                    <a:pt x="5846" y="6692"/>
                    <a:pt x="5846" y="6930"/>
                  </a:cubicBezTo>
                  <a:cubicBezTo>
                    <a:pt x="5846" y="7549"/>
                    <a:pt x="5358" y="8037"/>
                    <a:pt x="4739" y="8037"/>
                  </a:cubicBezTo>
                  <a:cubicBezTo>
                    <a:pt x="4132" y="8037"/>
                    <a:pt x="3644" y="7549"/>
                    <a:pt x="3644" y="6930"/>
                  </a:cubicBezTo>
                  <a:cubicBezTo>
                    <a:pt x="3644" y="6323"/>
                    <a:pt x="4132" y="5835"/>
                    <a:pt x="4739" y="5835"/>
                  </a:cubicBezTo>
                  <a:cubicBezTo>
                    <a:pt x="4822" y="5835"/>
                    <a:pt x="4882" y="5835"/>
                    <a:pt x="4953" y="5847"/>
                  </a:cubicBezTo>
                  <a:cubicBezTo>
                    <a:pt x="4962" y="5848"/>
                    <a:pt x="4970" y="5848"/>
                    <a:pt x="4979" y="5848"/>
                  </a:cubicBezTo>
                  <a:cubicBezTo>
                    <a:pt x="5055" y="5848"/>
                    <a:pt x="5133" y="5801"/>
                    <a:pt x="5144" y="5716"/>
                  </a:cubicBezTo>
                  <a:cubicBezTo>
                    <a:pt x="5156" y="5620"/>
                    <a:pt x="5096" y="5537"/>
                    <a:pt x="5013" y="5525"/>
                  </a:cubicBezTo>
                  <a:cubicBezTo>
                    <a:pt x="4918" y="5513"/>
                    <a:pt x="4834" y="5489"/>
                    <a:pt x="4739" y="5489"/>
                  </a:cubicBezTo>
                  <a:cubicBezTo>
                    <a:pt x="3941" y="5489"/>
                    <a:pt x="3298" y="6144"/>
                    <a:pt x="3298" y="6942"/>
                  </a:cubicBezTo>
                  <a:cubicBezTo>
                    <a:pt x="3298" y="7740"/>
                    <a:pt x="3953" y="8383"/>
                    <a:pt x="4739" y="8383"/>
                  </a:cubicBezTo>
                  <a:cubicBezTo>
                    <a:pt x="5549" y="8383"/>
                    <a:pt x="6192" y="7728"/>
                    <a:pt x="6192" y="6942"/>
                  </a:cubicBezTo>
                  <a:cubicBezTo>
                    <a:pt x="6192" y="6609"/>
                    <a:pt x="6084" y="6299"/>
                    <a:pt x="5870" y="6049"/>
                  </a:cubicBezTo>
                  <a:lnTo>
                    <a:pt x="6406" y="5513"/>
                  </a:lnTo>
                  <a:cubicBezTo>
                    <a:pt x="6751" y="5906"/>
                    <a:pt x="6942" y="6418"/>
                    <a:pt x="6942" y="6942"/>
                  </a:cubicBezTo>
                  <a:cubicBezTo>
                    <a:pt x="6942" y="8156"/>
                    <a:pt x="5965" y="9133"/>
                    <a:pt x="4739" y="9133"/>
                  </a:cubicBezTo>
                  <a:cubicBezTo>
                    <a:pt x="3525" y="9133"/>
                    <a:pt x="2536" y="8156"/>
                    <a:pt x="2536" y="6942"/>
                  </a:cubicBezTo>
                  <a:cubicBezTo>
                    <a:pt x="2536" y="5716"/>
                    <a:pt x="3525" y="4739"/>
                    <a:pt x="4739" y="4739"/>
                  </a:cubicBezTo>
                  <a:cubicBezTo>
                    <a:pt x="5120" y="4739"/>
                    <a:pt x="5477" y="4823"/>
                    <a:pt x="5787" y="5001"/>
                  </a:cubicBezTo>
                  <a:cubicBezTo>
                    <a:pt x="5812" y="5016"/>
                    <a:pt x="5840" y="5022"/>
                    <a:pt x="5868" y="5022"/>
                  </a:cubicBezTo>
                  <a:cubicBezTo>
                    <a:pt x="5930" y="5022"/>
                    <a:pt x="5992" y="4988"/>
                    <a:pt x="6025" y="4930"/>
                  </a:cubicBezTo>
                  <a:cubicBezTo>
                    <a:pt x="6073" y="4834"/>
                    <a:pt x="6037" y="4739"/>
                    <a:pt x="5953" y="4692"/>
                  </a:cubicBezTo>
                  <a:cubicBezTo>
                    <a:pt x="5572" y="4501"/>
                    <a:pt x="5156" y="4370"/>
                    <a:pt x="4739" y="4370"/>
                  </a:cubicBezTo>
                  <a:cubicBezTo>
                    <a:pt x="3346" y="4370"/>
                    <a:pt x="2203" y="5525"/>
                    <a:pt x="2203" y="6918"/>
                  </a:cubicBezTo>
                  <a:cubicBezTo>
                    <a:pt x="2203" y="8323"/>
                    <a:pt x="3346" y="9466"/>
                    <a:pt x="4739" y="9466"/>
                  </a:cubicBezTo>
                  <a:cubicBezTo>
                    <a:pt x="6144" y="9466"/>
                    <a:pt x="7287" y="8323"/>
                    <a:pt x="7287" y="6918"/>
                  </a:cubicBezTo>
                  <a:cubicBezTo>
                    <a:pt x="7287" y="6299"/>
                    <a:pt x="7061" y="5716"/>
                    <a:pt x="6668" y="5239"/>
                  </a:cubicBezTo>
                  <a:lnTo>
                    <a:pt x="7204" y="4704"/>
                  </a:lnTo>
                  <a:cubicBezTo>
                    <a:pt x="7751" y="5311"/>
                    <a:pt x="8049" y="6085"/>
                    <a:pt x="8049" y="6918"/>
                  </a:cubicBezTo>
                  <a:cubicBezTo>
                    <a:pt x="8049" y="8740"/>
                    <a:pt x="6561" y="10228"/>
                    <a:pt x="4739" y="10228"/>
                  </a:cubicBezTo>
                  <a:cubicBezTo>
                    <a:pt x="2929" y="10228"/>
                    <a:pt x="1441" y="8740"/>
                    <a:pt x="1441" y="6918"/>
                  </a:cubicBezTo>
                  <a:cubicBezTo>
                    <a:pt x="1441" y="5108"/>
                    <a:pt x="2929" y="3620"/>
                    <a:pt x="4739" y="3620"/>
                  </a:cubicBezTo>
                  <a:cubicBezTo>
                    <a:pt x="5382" y="3620"/>
                    <a:pt x="5989" y="3799"/>
                    <a:pt x="6525" y="4132"/>
                  </a:cubicBezTo>
                  <a:cubicBezTo>
                    <a:pt x="6558" y="4151"/>
                    <a:pt x="6594" y="4161"/>
                    <a:pt x="6628" y="4161"/>
                  </a:cubicBezTo>
                  <a:cubicBezTo>
                    <a:pt x="6679" y="4161"/>
                    <a:pt x="6727" y="4139"/>
                    <a:pt x="6763" y="4096"/>
                  </a:cubicBezTo>
                  <a:cubicBezTo>
                    <a:pt x="6811" y="4025"/>
                    <a:pt x="6799" y="3918"/>
                    <a:pt x="6727" y="3858"/>
                  </a:cubicBezTo>
                  <a:cubicBezTo>
                    <a:pt x="6144" y="3477"/>
                    <a:pt x="5453" y="3275"/>
                    <a:pt x="4763" y="3275"/>
                  </a:cubicBezTo>
                  <a:cubicBezTo>
                    <a:pt x="2751" y="3275"/>
                    <a:pt x="1108" y="4918"/>
                    <a:pt x="1108" y="6918"/>
                  </a:cubicBezTo>
                  <a:cubicBezTo>
                    <a:pt x="1108" y="8930"/>
                    <a:pt x="2751" y="10573"/>
                    <a:pt x="4763" y="10573"/>
                  </a:cubicBezTo>
                  <a:cubicBezTo>
                    <a:pt x="6763" y="10573"/>
                    <a:pt x="8406" y="8930"/>
                    <a:pt x="8406" y="6918"/>
                  </a:cubicBezTo>
                  <a:cubicBezTo>
                    <a:pt x="8406" y="6013"/>
                    <a:pt x="8061" y="5132"/>
                    <a:pt x="7454" y="4465"/>
                  </a:cubicBezTo>
                  <a:lnTo>
                    <a:pt x="7989" y="3930"/>
                  </a:lnTo>
                  <a:cubicBezTo>
                    <a:pt x="8704" y="4739"/>
                    <a:pt x="9144" y="5775"/>
                    <a:pt x="9144" y="6942"/>
                  </a:cubicBezTo>
                  <a:cubicBezTo>
                    <a:pt x="9144" y="9359"/>
                    <a:pt x="7168" y="11347"/>
                    <a:pt x="4739" y="11347"/>
                  </a:cubicBezTo>
                  <a:cubicBezTo>
                    <a:pt x="2322" y="11347"/>
                    <a:pt x="334" y="9359"/>
                    <a:pt x="334" y="6942"/>
                  </a:cubicBezTo>
                  <a:cubicBezTo>
                    <a:pt x="334" y="4513"/>
                    <a:pt x="2322" y="2537"/>
                    <a:pt x="4739" y="2537"/>
                  </a:cubicBezTo>
                  <a:close/>
                  <a:moveTo>
                    <a:pt x="10403" y="1"/>
                  </a:moveTo>
                  <a:cubicBezTo>
                    <a:pt x="10360" y="1"/>
                    <a:pt x="10315" y="16"/>
                    <a:pt x="10275" y="48"/>
                  </a:cubicBezTo>
                  <a:lnTo>
                    <a:pt x="8466" y="1882"/>
                  </a:lnTo>
                  <a:cubicBezTo>
                    <a:pt x="8430" y="1906"/>
                    <a:pt x="8418" y="1953"/>
                    <a:pt x="8418" y="1989"/>
                  </a:cubicBezTo>
                  <a:lnTo>
                    <a:pt x="8418" y="3025"/>
                  </a:lnTo>
                  <a:lnTo>
                    <a:pt x="7978" y="3465"/>
                  </a:lnTo>
                  <a:cubicBezTo>
                    <a:pt x="7120" y="2679"/>
                    <a:pt x="5989" y="2203"/>
                    <a:pt x="4739" y="2203"/>
                  </a:cubicBezTo>
                  <a:cubicBezTo>
                    <a:pt x="2120" y="2203"/>
                    <a:pt x="0" y="4334"/>
                    <a:pt x="0" y="6954"/>
                  </a:cubicBezTo>
                  <a:cubicBezTo>
                    <a:pt x="0" y="9573"/>
                    <a:pt x="2120" y="11692"/>
                    <a:pt x="4739" y="11692"/>
                  </a:cubicBezTo>
                  <a:cubicBezTo>
                    <a:pt x="7358" y="11692"/>
                    <a:pt x="9490" y="9573"/>
                    <a:pt x="9490" y="6954"/>
                  </a:cubicBezTo>
                  <a:cubicBezTo>
                    <a:pt x="9490" y="5704"/>
                    <a:pt x="9013" y="4573"/>
                    <a:pt x="8228" y="3715"/>
                  </a:cubicBezTo>
                  <a:lnTo>
                    <a:pt x="8668" y="3275"/>
                  </a:lnTo>
                  <a:lnTo>
                    <a:pt x="9704" y="3275"/>
                  </a:lnTo>
                  <a:cubicBezTo>
                    <a:pt x="9740" y="3275"/>
                    <a:pt x="9787" y="3263"/>
                    <a:pt x="9823" y="3227"/>
                  </a:cubicBezTo>
                  <a:lnTo>
                    <a:pt x="11645" y="1394"/>
                  </a:lnTo>
                  <a:cubicBezTo>
                    <a:pt x="11680" y="1346"/>
                    <a:pt x="11692" y="1263"/>
                    <a:pt x="11668" y="1203"/>
                  </a:cubicBezTo>
                  <a:cubicBezTo>
                    <a:pt x="11633" y="1144"/>
                    <a:pt x="11573" y="1096"/>
                    <a:pt x="11502" y="1096"/>
                  </a:cubicBezTo>
                  <a:lnTo>
                    <a:pt x="10573" y="1096"/>
                  </a:lnTo>
                  <a:lnTo>
                    <a:pt x="10573" y="179"/>
                  </a:lnTo>
                  <a:cubicBezTo>
                    <a:pt x="10573" y="108"/>
                    <a:pt x="10537" y="48"/>
                    <a:pt x="10466" y="12"/>
                  </a:cubicBezTo>
                  <a:cubicBezTo>
                    <a:pt x="10446" y="5"/>
                    <a:pt x="10425" y="1"/>
                    <a:pt x="10403" y="1"/>
                  </a:cubicBezTo>
                  <a:close/>
                </a:path>
              </a:pathLst>
            </a:custGeom>
            <a:solidFill>
              <a:srgbClr val="657E9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4122" name="Google Shape;4122;p137"/>
            <p:cNvGrpSpPr/>
            <p:nvPr/>
          </p:nvGrpSpPr>
          <p:grpSpPr>
            <a:xfrm>
              <a:off x="1137571" y="1709571"/>
              <a:ext cx="215860" cy="255821"/>
              <a:chOff x="3122257" y="1508594"/>
              <a:chExt cx="294850" cy="349434"/>
            </a:xfrm>
          </p:grpSpPr>
          <p:sp>
            <p:nvSpPr>
              <p:cNvPr id="4123" name="Google Shape;4123;p137"/>
              <p:cNvSpPr/>
              <p:nvPr/>
            </p:nvSpPr>
            <p:spPr>
              <a:xfrm>
                <a:off x="3226110" y="1659042"/>
                <a:ext cx="87557" cy="29568"/>
              </a:xfrm>
              <a:custGeom>
                <a:rect b="b" l="l" r="r" t="t"/>
                <a:pathLst>
                  <a:path extrusionOk="0" h="929" w="2751">
                    <a:moveTo>
                      <a:pt x="1099" y="0"/>
                    </a:moveTo>
                    <a:cubicBezTo>
                      <a:pt x="771" y="0"/>
                      <a:pt x="476" y="33"/>
                      <a:pt x="286" y="60"/>
                    </a:cubicBezTo>
                    <a:cubicBezTo>
                      <a:pt x="119" y="96"/>
                      <a:pt x="0" y="227"/>
                      <a:pt x="0" y="393"/>
                    </a:cubicBezTo>
                    <a:lnTo>
                      <a:pt x="0" y="762"/>
                    </a:lnTo>
                    <a:cubicBezTo>
                      <a:pt x="0" y="846"/>
                      <a:pt x="72" y="929"/>
                      <a:pt x="167" y="929"/>
                    </a:cubicBezTo>
                    <a:cubicBezTo>
                      <a:pt x="250" y="929"/>
                      <a:pt x="322" y="846"/>
                      <a:pt x="322" y="762"/>
                    </a:cubicBezTo>
                    <a:lnTo>
                      <a:pt x="322" y="393"/>
                    </a:lnTo>
                    <a:cubicBezTo>
                      <a:pt x="322" y="393"/>
                      <a:pt x="322" y="369"/>
                      <a:pt x="345" y="369"/>
                    </a:cubicBezTo>
                    <a:cubicBezTo>
                      <a:pt x="509" y="350"/>
                      <a:pt x="813" y="315"/>
                      <a:pt x="1144" y="315"/>
                    </a:cubicBezTo>
                    <a:cubicBezTo>
                      <a:pt x="1222" y="315"/>
                      <a:pt x="1302" y="317"/>
                      <a:pt x="1381" y="322"/>
                    </a:cubicBezTo>
                    <a:cubicBezTo>
                      <a:pt x="1893" y="358"/>
                      <a:pt x="2250" y="488"/>
                      <a:pt x="2465" y="703"/>
                    </a:cubicBezTo>
                    <a:cubicBezTo>
                      <a:pt x="2494" y="733"/>
                      <a:pt x="2536" y="747"/>
                      <a:pt x="2578" y="747"/>
                    </a:cubicBezTo>
                    <a:cubicBezTo>
                      <a:pt x="2619" y="747"/>
                      <a:pt x="2661" y="733"/>
                      <a:pt x="2691" y="703"/>
                    </a:cubicBezTo>
                    <a:cubicBezTo>
                      <a:pt x="2750" y="643"/>
                      <a:pt x="2750" y="536"/>
                      <a:pt x="2679" y="477"/>
                    </a:cubicBezTo>
                    <a:cubicBezTo>
                      <a:pt x="2297" y="95"/>
                      <a:pt x="1652" y="0"/>
                      <a:pt x="1099" y="0"/>
                    </a:cubicBezTo>
                    <a:close/>
                  </a:path>
                </a:pathLst>
              </a:custGeom>
              <a:solidFill>
                <a:srgbClr val="657E9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124" name="Google Shape;4124;p137"/>
              <p:cNvSpPr/>
              <p:nvPr/>
            </p:nvSpPr>
            <p:spPr>
              <a:xfrm>
                <a:off x="3171144" y="1612033"/>
                <a:ext cx="196694" cy="245613"/>
              </a:xfrm>
              <a:custGeom>
                <a:rect b="b" l="l" r="r" t="t"/>
                <a:pathLst>
                  <a:path extrusionOk="0" h="7717" w="6180">
                    <a:moveTo>
                      <a:pt x="4835" y="334"/>
                    </a:moveTo>
                    <a:lnTo>
                      <a:pt x="4835" y="1894"/>
                    </a:lnTo>
                    <a:cubicBezTo>
                      <a:pt x="4835" y="2132"/>
                      <a:pt x="4775" y="2358"/>
                      <a:pt x="4692" y="2561"/>
                    </a:cubicBezTo>
                    <a:cubicBezTo>
                      <a:pt x="4668" y="2585"/>
                      <a:pt x="4668" y="2608"/>
                      <a:pt x="4668" y="2644"/>
                    </a:cubicBezTo>
                    <a:lnTo>
                      <a:pt x="4668" y="3097"/>
                    </a:lnTo>
                    <a:cubicBezTo>
                      <a:pt x="4668" y="3537"/>
                      <a:pt x="4489" y="3930"/>
                      <a:pt x="4180" y="4228"/>
                    </a:cubicBezTo>
                    <a:cubicBezTo>
                      <a:pt x="3900" y="4497"/>
                      <a:pt x="3532" y="4649"/>
                      <a:pt x="3129" y="4649"/>
                    </a:cubicBezTo>
                    <a:cubicBezTo>
                      <a:pt x="3087" y="4649"/>
                      <a:pt x="3044" y="4648"/>
                      <a:pt x="3001" y="4644"/>
                    </a:cubicBezTo>
                    <a:cubicBezTo>
                      <a:pt x="2168" y="4597"/>
                      <a:pt x="1537" y="3894"/>
                      <a:pt x="1537" y="3037"/>
                    </a:cubicBezTo>
                    <a:lnTo>
                      <a:pt x="1537" y="2644"/>
                    </a:lnTo>
                    <a:cubicBezTo>
                      <a:pt x="1537" y="2608"/>
                      <a:pt x="1537" y="2597"/>
                      <a:pt x="1513" y="2561"/>
                    </a:cubicBezTo>
                    <a:cubicBezTo>
                      <a:pt x="1418" y="2358"/>
                      <a:pt x="1370" y="2120"/>
                      <a:pt x="1370" y="1894"/>
                    </a:cubicBezTo>
                    <a:lnTo>
                      <a:pt x="1370" y="1549"/>
                    </a:lnTo>
                    <a:cubicBezTo>
                      <a:pt x="1370" y="882"/>
                      <a:pt x="1918" y="334"/>
                      <a:pt x="2584" y="334"/>
                    </a:cubicBezTo>
                    <a:close/>
                    <a:moveTo>
                      <a:pt x="3954" y="4763"/>
                    </a:moveTo>
                    <a:lnTo>
                      <a:pt x="3954" y="5061"/>
                    </a:lnTo>
                    <a:lnTo>
                      <a:pt x="3096" y="5656"/>
                    </a:lnTo>
                    <a:lnTo>
                      <a:pt x="2215" y="5061"/>
                    </a:lnTo>
                    <a:lnTo>
                      <a:pt x="2215" y="4763"/>
                    </a:lnTo>
                    <a:cubicBezTo>
                      <a:pt x="2441" y="4883"/>
                      <a:pt x="2691" y="4966"/>
                      <a:pt x="2965" y="4978"/>
                    </a:cubicBezTo>
                    <a:lnTo>
                      <a:pt x="3096" y="4978"/>
                    </a:lnTo>
                    <a:cubicBezTo>
                      <a:pt x="3406" y="4978"/>
                      <a:pt x="3704" y="4894"/>
                      <a:pt x="3954" y="4763"/>
                    </a:cubicBezTo>
                    <a:close/>
                    <a:moveTo>
                      <a:pt x="2084" y="5359"/>
                    </a:moveTo>
                    <a:lnTo>
                      <a:pt x="2846" y="5883"/>
                    </a:lnTo>
                    <a:lnTo>
                      <a:pt x="2441" y="6276"/>
                    </a:lnTo>
                    <a:lnTo>
                      <a:pt x="2430" y="6276"/>
                    </a:lnTo>
                    <a:lnTo>
                      <a:pt x="1918" y="5525"/>
                    </a:lnTo>
                    <a:lnTo>
                      <a:pt x="2084" y="5359"/>
                    </a:lnTo>
                    <a:close/>
                    <a:moveTo>
                      <a:pt x="4108" y="5347"/>
                    </a:moveTo>
                    <a:lnTo>
                      <a:pt x="4275" y="5514"/>
                    </a:lnTo>
                    <a:lnTo>
                      <a:pt x="3763" y="6276"/>
                    </a:lnTo>
                    <a:lnTo>
                      <a:pt x="3751" y="6276"/>
                    </a:lnTo>
                    <a:lnTo>
                      <a:pt x="3346" y="5871"/>
                    </a:lnTo>
                    <a:lnTo>
                      <a:pt x="4108" y="5347"/>
                    </a:lnTo>
                    <a:close/>
                    <a:moveTo>
                      <a:pt x="2572" y="1"/>
                    </a:moveTo>
                    <a:cubicBezTo>
                      <a:pt x="1727" y="1"/>
                      <a:pt x="1037" y="692"/>
                      <a:pt x="1037" y="1537"/>
                    </a:cubicBezTo>
                    <a:lnTo>
                      <a:pt x="1037" y="1882"/>
                    </a:lnTo>
                    <a:cubicBezTo>
                      <a:pt x="1037" y="2144"/>
                      <a:pt x="1096" y="2418"/>
                      <a:pt x="1215" y="2668"/>
                    </a:cubicBezTo>
                    <a:lnTo>
                      <a:pt x="1215" y="3025"/>
                    </a:lnTo>
                    <a:cubicBezTo>
                      <a:pt x="1215" y="3620"/>
                      <a:pt x="1489" y="4168"/>
                      <a:pt x="1906" y="4525"/>
                    </a:cubicBezTo>
                    <a:lnTo>
                      <a:pt x="1906" y="5061"/>
                    </a:lnTo>
                    <a:lnTo>
                      <a:pt x="1608" y="5383"/>
                    </a:lnTo>
                    <a:cubicBezTo>
                      <a:pt x="1572" y="5406"/>
                      <a:pt x="1560" y="5454"/>
                      <a:pt x="1560" y="5502"/>
                    </a:cubicBezTo>
                    <a:lnTo>
                      <a:pt x="560" y="5859"/>
                    </a:lnTo>
                    <a:cubicBezTo>
                      <a:pt x="239" y="5978"/>
                      <a:pt x="1" y="6299"/>
                      <a:pt x="1" y="6657"/>
                    </a:cubicBezTo>
                    <a:lnTo>
                      <a:pt x="1" y="7549"/>
                    </a:lnTo>
                    <a:cubicBezTo>
                      <a:pt x="1" y="7645"/>
                      <a:pt x="72" y="7716"/>
                      <a:pt x="167" y="7716"/>
                    </a:cubicBezTo>
                    <a:cubicBezTo>
                      <a:pt x="251" y="7716"/>
                      <a:pt x="322" y="7645"/>
                      <a:pt x="322" y="7549"/>
                    </a:cubicBezTo>
                    <a:lnTo>
                      <a:pt x="322" y="6657"/>
                    </a:lnTo>
                    <a:cubicBezTo>
                      <a:pt x="322" y="6430"/>
                      <a:pt x="465" y="6240"/>
                      <a:pt x="667" y="6168"/>
                    </a:cubicBezTo>
                    <a:lnTo>
                      <a:pt x="1715" y="5775"/>
                    </a:lnTo>
                    <a:lnTo>
                      <a:pt x="2144" y="6430"/>
                    </a:lnTo>
                    <a:cubicBezTo>
                      <a:pt x="2203" y="6526"/>
                      <a:pt x="2287" y="6561"/>
                      <a:pt x="2382" y="6585"/>
                    </a:cubicBezTo>
                    <a:lnTo>
                      <a:pt x="2406" y="6585"/>
                    </a:lnTo>
                    <a:cubicBezTo>
                      <a:pt x="2501" y="6585"/>
                      <a:pt x="2584" y="6549"/>
                      <a:pt x="2644" y="6478"/>
                    </a:cubicBezTo>
                    <a:lnTo>
                      <a:pt x="2918" y="6204"/>
                    </a:lnTo>
                    <a:lnTo>
                      <a:pt x="2918" y="7549"/>
                    </a:lnTo>
                    <a:cubicBezTo>
                      <a:pt x="2918" y="7633"/>
                      <a:pt x="2989" y="7716"/>
                      <a:pt x="3084" y="7716"/>
                    </a:cubicBezTo>
                    <a:cubicBezTo>
                      <a:pt x="3168" y="7716"/>
                      <a:pt x="3239" y="7633"/>
                      <a:pt x="3239" y="7549"/>
                    </a:cubicBezTo>
                    <a:lnTo>
                      <a:pt x="3239" y="6204"/>
                    </a:lnTo>
                    <a:lnTo>
                      <a:pt x="3513" y="6478"/>
                    </a:lnTo>
                    <a:cubicBezTo>
                      <a:pt x="3573" y="6537"/>
                      <a:pt x="3656" y="6585"/>
                      <a:pt x="3751" y="6585"/>
                    </a:cubicBezTo>
                    <a:lnTo>
                      <a:pt x="3775" y="6585"/>
                    </a:lnTo>
                    <a:cubicBezTo>
                      <a:pt x="3882" y="6561"/>
                      <a:pt x="3977" y="6526"/>
                      <a:pt x="4013" y="6430"/>
                    </a:cubicBezTo>
                    <a:lnTo>
                      <a:pt x="4454" y="5775"/>
                    </a:lnTo>
                    <a:lnTo>
                      <a:pt x="5489" y="6168"/>
                    </a:lnTo>
                    <a:cubicBezTo>
                      <a:pt x="5704" y="6240"/>
                      <a:pt x="5835" y="6430"/>
                      <a:pt x="5835" y="6657"/>
                    </a:cubicBezTo>
                    <a:lnTo>
                      <a:pt x="5835" y="7549"/>
                    </a:lnTo>
                    <a:cubicBezTo>
                      <a:pt x="5835" y="7645"/>
                      <a:pt x="5906" y="7716"/>
                      <a:pt x="6001" y="7716"/>
                    </a:cubicBezTo>
                    <a:cubicBezTo>
                      <a:pt x="6085" y="7716"/>
                      <a:pt x="6156" y="7645"/>
                      <a:pt x="6156" y="7549"/>
                    </a:cubicBezTo>
                    <a:lnTo>
                      <a:pt x="6156" y="6657"/>
                    </a:lnTo>
                    <a:cubicBezTo>
                      <a:pt x="6180" y="6311"/>
                      <a:pt x="5954" y="6002"/>
                      <a:pt x="5620" y="5883"/>
                    </a:cubicBezTo>
                    <a:lnTo>
                      <a:pt x="4632" y="5525"/>
                    </a:lnTo>
                    <a:cubicBezTo>
                      <a:pt x="4632" y="5478"/>
                      <a:pt x="4608" y="5442"/>
                      <a:pt x="4585" y="5406"/>
                    </a:cubicBezTo>
                    <a:lnTo>
                      <a:pt x="4287" y="5097"/>
                    </a:lnTo>
                    <a:lnTo>
                      <a:pt x="4287" y="4549"/>
                    </a:lnTo>
                    <a:cubicBezTo>
                      <a:pt x="4311" y="4513"/>
                      <a:pt x="4346" y="4490"/>
                      <a:pt x="4370" y="4466"/>
                    </a:cubicBezTo>
                    <a:cubicBezTo>
                      <a:pt x="4751" y="4109"/>
                      <a:pt x="4966" y="3620"/>
                      <a:pt x="4966" y="3097"/>
                    </a:cubicBezTo>
                    <a:lnTo>
                      <a:pt x="4966" y="2680"/>
                    </a:lnTo>
                    <a:cubicBezTo>
                      <a:pt x="5085" y="2430"/>
                      <a:pt x="5144" y="2180"/>
                      <a:pt x="5144" y="1894"/>
                    </a:cubicBezTo>
                    <a:lnTo>
                      <a:pt x="5144" y="168"/>
                    </a:lnTo>
                    <a:cubicBezTo>
                      <a:pt x="5144" y="72"/>
                      <a:pt x="5073" y="1"/>
                      <a:pt x="4989" y="1"/>
                    </a:cubicBezTo>
                    <a:close/>
                  </a:path>
                </a:pathLst>
              </a:custGeom>
              <a:solidFill>
                <a:srgbClr val="657E9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125" name="Google Shape;4125;p137"/>
              <p:cNvSpPr/>
              <p:nvPr/>
            </p:nvSpPr>
            <p:spPr>
              <a:xfrm>
                <a:off x="3204117" y="1836767"/>
                <a:ext cx="10630" cy="21261"/>
              </a:xfrm>
              <a:custGeom>
                <a:rect b="b" l="l" r="r" t="t"/>
                <a:pathLst>
                  <a:path extrusionOk="0" h="668" w="334">
                    <a:moveTo>
                      <a:pt x="167" y="0"/>
                    </a:moveTo>
                    <a:cubicBezTo>
                      <a:pt x="84" y="0"/>
                      <a:pt x="1" y="72"/>
                      <a:pt x="1" y="167"/>
                    </a:cubicBezTo>
                    <a:lnTo>
                      <a:pt x="1" y="500"/>
                    </a:lnTo>
                    <a:cubicBezTo>
                      <a:pt x="1" y="596"/>
                      <a:pt x="84" y="667"/>
                      <a:pt x="167" y="667"/>
                    </a:cubicBezTo>
                    <a:cubicBezTo>
                      <a:pt x="262" y="667"/>
                      <a:pt x="334" y="596"/>
                      <a:pt x="334" y="500"/>
                    </a:cubicBezTo>
                    <a:lnTo>
                      <a:pt x="334" y="167"/>
                    </a:lnTo>
                    <a:cubicBezTo>
                      <a:pt x="334" y="72"/>
                      <a:pt x="262" y="0"/>
                      <a:pt x="167" y="0"/>
                    </a:cubicBezTo>
                    <a:close/>
                  </a:path>
                </a:pathLst>
              </a:custGeom>
              <a:solidFill>
                <a:srgbClr val="657E9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126" name="Google Shape;4126;p137"/>
              <p:cNvSpPr/>
              <p:nvPr/>
            </p:nvSpPr>
            <p:spPr>
              <a:xfrm>
                <a:off x="3324616" y="1836767"/>
                <a:ext cx="10280" cy="21261"/>
              </a:xfrm>
              <a:custGeom>
                <a:rect b="b" l="l" r="r" t="t"/>
                <a:pathLst>
                  <a:path extrusionOk="0" h="668" w="323">
                    <a:moveTo>
                      <a:pt x="167" y="0"/>
                    </a:moveTo>
                    <a:cubicBezTo>
                      <a:pt x="72" y="0"/>
                      <a:pt x="1" y="72"/>
                      <a:pt x="1" y="167"/>
                    </a:cubicBezTo>
                    <a:lnTo>
                      <a:pt x="1" y="500"/>
                    </a:lnTo>
                    <a:cubicBezTo>
                      <a:pt x="1" y="596"/>
                      <a:pt x="72" y="667"/>
                      <a:pt x="167" y="667"/>
                    </a:cubicBezTo>
                    <a:cubicBezTo>
                      <a:pt x="251" y="667"/>
                      <a:pt x="322" y="596"/>
                      <a:pt x="322" y="500"/>
                    </a:cubicBezTo>
                    <a:lnTo>
                      <a:pt x="322" y="167"/>
                    </a:lnTo>
                    <a:cubicBezTo>
                      <a:pt x="322" y="72"/>
                      <a:pt x="251" y="0"/>
                      <a:pt x="167" y="0"/>
                    </a:cubicBezTo>
                    <a:close/>
                  </a:path>
                </a:pathLst>
              </a:custGeom>
              <a:solidFill>
                <a:srgbClr val="657E9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127" name="Google Shape;4127;p137"/>
              <p:cNvSpPr/>
              <p:nvPr/>
            </p:nvSpPr>
            <p:spPr>
              <a:xfrm>
                <a:off x="3122257" y="1508594"/>
                <a:ext cx="294850" cy="278554"/>
              </a:xfrm>
              <a:custGeom>
                <a:rect b="b" l="l" r="r" t="t"/>
                <a:pathLst>
                  <a:path extrusionOk="0" h="8752" w="9264">
                    <a:moveTo>
                      <a:pt x="3096" y="584"/>
                    </a:moveTo>
                    <a:lnTo>
                      <a:pt x="3096" y="584"/>
                    </a:lnTo>
                    <a:cubicBezTo>
                      <a:pt x="2858" y="798"/>
                      <a:pt x="2620" y="1060"/>
                      <a:pt x="2430" y="1382"/>
                    </a:cubicBezTo>
                    <a:cubicBezTo>
                      <a:pt x="2299" y="1584"/>
                      <a:pt x="2156" y="1810"/>
                      <a:pt x="2061" y="2048"/>
                    </a:cubicBezTo>
                    <a:lnTo>
                      <a:pt x="1168" y="2048"/>
                    </a:lnTo>
                    <a:cubicBezTo>
                      <a:pt x="1656" y="1394"/>
                      <a:pt x="2322" y="882"/>
                      <a:pt x="3096" y="584"/>
                    </a:cubicBezTo>
                    <a:close/>
                    <a:moveTo>
                      <a:pt x="4466" y="310"/>
                    </a:moveTo>
                    <a:lnTo>
                      <a:pt x="4466" y="2048"/>
                    </a:lnTo>
                    <a:lnTo>
                      <a:pt x="2418" y="2048"/>
                    </a:lnTo>
                    <a:cubicBezTo>
                      <a:pt x="2894" y="1048"/>
                      <a:pt x="3632" y="382"/>
                      <a:pt x="4466" y="310"/>
                    </a:cubicBezTo>
                    <a:close/>
                    <a:moveTo>
                      <a:pt x="4799" y="310"/>
                    </a:moveTo>
                    <a:cubicBezTo>
                      <a:pt x="5644" y="382"/>
                      <a:pt x="6371" y="1048"/>
                      <a:pt x="6847" y="2048"/>
                    </a:cubicBezTo>
                    <a:lnTo>
                      <a:pt x="4799" y="2048"/>
                    </a:lnTo>
                    <a:lnTo>
                      <a:pt x="4799" y="310"/>
                    </a:lnTo>
                    <a:close/>
                    <a:moveTo>
                      <a:pt x="6168" y="608"/>
                    </a:moveTo>
                    <a:cubicBezTo>
                      <a:pt x="6942" y="905"/>
                      <a:pt x="7609" y="1405"/>
                      <a:pt x="8097" y="2060"/>
                    </a:cubicBezTo>
                    <a:lnTo>
                      <a:pt x="7204" y="2060"/>
                    </a:lnTo>
                    <a:cubicBezTo>
                      <a:pt x="7097" y="1810"/>
                      <a:pt x="6966" y="1584"/>
                      <a:pt x="6835" y="1382"/>
                    </a:cubicBezTo>
                    <a:cubicBezTo>
                      <a:pt x="6621" y="1072"/>
                      <a:pt x="6406" y="810"/>
                      <a:pt x="6168" y="608"/>
                    </a:cubicBezTo>
                    <a:close/>
                    <a:moveTo>
                      <a:pt x="1941" y="2382"/>
                    </a:moveTo>
                    <a:cubicBezTo>
                      <a:pt x="1703" y="3013"/>
                      <a:pt x="1560" y="3715"/>
                      <a:pt x="1549" y="4465"/>
                    </a:cubicBezTo>
                    <a:lnTo>
                      <a:pt x="322" y="4465"/>
                    </a:lnTo>
                    <a:cubicBezTo>
                      <a:pt x="358" y="3703"/>
                      <a:pt x="584" y="2989"/>
                      <a:pt x="953" y="2382"/>
                    </a:cubicBezTo>
                    <a:close/>
                    <a:moveTo>
                      <a:pt x="8323" y="2382"/>
                    </a:moveTo>
                    <a:cubicBezTo>
                      <a:pt x="8692" y="2989"/>
                      <a:pt x="8919" y="3703"/>
                      <a:pt x="8942" y="4465"/>
                    </a:cubicBezTo>
                    <a:lnTo>
                      <a:pt x="7728" y="4465"/>
                    </a:lnTo>
                    <a:cubicBezTo>
                      <a:pt x="7692" y="3715"/>
                      <a:pt x="7561" y="3013"/>
                      <a:pt x="7335" y="2382"/>
                    </a:cubicBezTo>
                    <a:close/>
                    <a:moveTo>
                      <a:pt x="1537" y="4787"/>
                    </a:moveTo>
                    <a:cubicBezTo>
                      <a:pt x="1560" y="5466"/>
                      <a:pt x="1668" y="6132"/>
                      <a:pt x="1882" y="6739"/>
                    </a:cubicBezTo>
                    <a:lnTo>
                      <a:pt x="1918" y="6870"/>
                    </a:lnTo>
                    <a:lnTo>
                      <a:pt x="941" y="6870"/>
                    </a:lnTo>
                    <a:cubicBezTo>
                      <a:pt x="572" y="6239"/>
                      <a:pt x="346" y="5525"/>
                      <a:pt x="310" y="4787"/>
                    </a:cubicBezTo>
                    <a:close/>
                    <a:moveTo>
                      <a:pt x="8919" y="4787"/>
                    </a:moveTo>
                    <a:cubicBezTo>
                      <a:pt x="8919" y="5501"/>
                      <a:pt x="8704" y="6204"/>
                      <a:pt x="8347" y="6811"/>
                    </a:cubicBezTo>
                    <a:cubicBezTo>
                      <a:pt x="8335" y="6823"/>
                      <a:pt x="8323" y="6859"/>
                      <a:pt x="8311" y="6870"/>
                    </a:cubicBezTo>
                    <a:lnTo>
                      <a:pt x="7323" y="6870"/>
                    </a:lnTo>
                    <a:lnTo>
                      <a:pt x="7371" y="6739"/>
                    </a:lnTo>
                    <a:cubicBezTo>
                      <a:pt x="7573" y="6120"/>
                      <a:pt x="7680" y="5466"/>
                      <a:pt x="7692" y="4787"/>
                    </a:cubicBezTo>
                    <a:close/>
                    <a:moveTo>
                      <a:pt x="4632" y="1"/>
                    </a:moveTo>
                    <a:cubicBezTo>
                      <a:pt x="3394" y="1"/>
                      <a:pt x="2239" y="477"/>
                      <a:pt x="1358" y="1346"/>
                    </a:cubicBezTo>
                    <a:cubicBezTo>
                      <a:pt x="477" y="2227"/>
                      <a:pt x="1" y="3382"/>
                      <a:pt x="1" y="4620"/>
                    </a:cubicBezTo>
                    <a:cubicBezTo>
                      <a:pt x="1" y="6358"/>
                      <a:pt x="953" y="7930"/>
                      <a:pt x="2501" y="8728"/>
                    </a:cubicBezTo>
                    <a:cubicBezTo>
                      <a:pt x="2537" y="8752"/>
                      <a:pt x="2549" y="8752"/>
                      <a:pt x="2573" y="8752"/>
                    </a:cubicBezTo>
                    <a:cubicBezTo>
                      <a:pt x="2632" y="8752"/>
                      <a:pt x="2692" y="8716"/>
                      <a:pt x="2727" y="8656"/>
                    </a:cubicBezTo>
                    <a:cubicBezTo>
                      <a:pt x="2775" y="8585"/>
                      <a:pt x="2739" y="8478"/>
                      <a:pt x="2656" y="8430"/>
                    </a:cubicBezTo>
                    <a:cubicBezTo>
                      <a:pt x="2061" y="8121"/>
                      <a:pt x="1560" y="7692"/>
                      <a:pt x="1179" y="7180"/>
                    </a:cubicBezTo>
                    <a:lnTo>
                      <a:pt x="2072" y="7180"/>
                    </a:lnTo>
                    <a:cubicBezTo>
                      <a:pt x="2263" y="7632"/>
                      <a:pt x="2513" y="8013"/>
                      <a:pt x="2799" y="8335"/>
                    </a:cubicBezTo>
                    <a:cubicBezTo>
                      <a:pt x="2831" y="8368"/>
                      <a:pt x="2879" y="8386"/>
                      <a:pt x="2924" y="8386"/>
                    </a:cubicBezTo>
                    <a:cubicBezTo>
                      <a:pt x="2962" y="8386"/>
                      <a:pt x="2998" y="8374"/>
                      <a:pt x="3025" y="8347"/>
                    </a:cubicBezTo>
                    <a:cubicBezTo>
                      <a:pt x="3084" y="8287"/>
                      <a:pt x="3096" y="8180"/>
                      <a:pt x="3037" y="8121"/>
                    </a:cubicBezTo>
                    <a:cubicBezTo>
                      <a:pt x="2799" y="7859"/>
                      <a:pt x="2596" y="7537"/>
                      <a:pt x="2430" y="7180"/>
                    </a:cubicBezTo>
                    <a:cubicBezTo>
                      <a:pt x="2501" y="7168"/>
                      <a:pt x="2561" y="7109"/>
                      <a:pt x="2561" y="7025"/>
                    </a:cubicBezTo>
                    <a:cubicBezTo>
                      <a:pt x="2561" y="6930"/>
                      <a:pt x="2489" y="6859"/>
                      <a:pt x="2394" y="6859"/>
                    </a:cubicBezTo>
                    <a:lnTo>
                      <a:pt x="2275" y="6859"/>
                    </a:lnTo>
                    <a:cubicBezTo>
                      <a:pt x="2025" y="6228"/>
                      <a:pt x="1894" y="5513"/>
                      <a:pt x="1882" y="4775"/>
                    </a:cubicBezTo>
                    <a:lnTo>
                      <a:pt x="2061" y="4775"/>
                    </a:lnTo>
                    <a:cubicBezTo>
                      <a:pt x="2144" y="4775"/>
                      <a:pt x="2215" y="4704"/>
                      <a:pt x="2215" y="4608"/>
                    </a:cubicBezTo>
                    <a:cubicBezTo>
                      <a:pt x="2215" y="4513"/>
                      <a:pt x="2144" y="4442"/>
                      <a:pt x="2061" y="4442"/>
                    </a:cubicBezTo>
                    <a:lnTo>
                      <a:pt x="1882" y="4442"/>
                    </a:lnTo>
                    <a:cubicBezTo>
                      <a:pt x="1894" y="3680"/>
                      <a:pt x="2037" y="2965"/>
                      <a:pt x="2275" y="2358"/>
                    </a:cubicBezTo>
                    <a:lnTo>
                      <a:pt x="4478" y="2358"/>
                    </a:lnTo>
                    <a:lnTo>
                      <a:pt x="4478" y="2715"/>
                    </a:lnTo>
                    <a:cubicBezTo>
                      <a:pt x="4478" y="2810"/>
                      <a:pt x="4561" y="2882"/>
                      <a:pt x="4644" y="2882"/>
                    </a:cubicBezTo>
                    <a:cubicBezTo>
                      <a:pt x="4739" y="2882"/>
                      <a:pt x="4811" y="2810"/>
                      <a:pt x="4811" y="2715"/>
                    </a:cubicBezTo>
                    <a:lnTo>
                      <a:pt x="4811" y="2358"/>
                    </a:lnTo>
                    <a:lnTo>
                      <a:pt x="7014" y="2358"/>
                    </a:lnTo>
                    <a:cubicBezTo>
                      <a:pt x="7252" y="2965"/>
                      <a:pt x="7395" y="3680"/>
                      <a:pt x="7418" y="4442"/>
                    </a:cubicBezTo>
                    <a:lnTo>
                      <a:pt x="7204" y="4442"/>
                    </a:lnTo>
                    <a:cubicBezTo>
                      <a:pt x="7121" y="4442"/>
                      <a:pt x="7037" y="4513"/>
                      <a:pt x="7037" y="4608"/>
                    </a:cubicBezTo>
                    <a:cubicBezTo>
                      <a:pt x="7037" y="4704"/>
                      <a:pt x="7121" y="4775"/>
                      <a:pt x="7204" y="4775"/>
                    </a:cubicBezTo>
                    <a:lnTo>
                      <a:pt x="7383" y="4775"/>
                    </a:lnTo>
                    <a:cubicBezTo>
                      <a:pt x="7371" y="5513"/>
                      <a:pt x="7216" y="6228"/>
                      <a:pt x="6978" y="6859"/>
                    </a:cubicBezTo>
                    <a:lnTo>
                      <a:pt x="6859" y="6859"/>
                    </a:lnTo>
                    <a:cubicBezTo>
                      <a:pt x="6775" y="6859"/>
                      <a:pt x="6704" y="6930"/>
                      <a:pt x="6704" y="7025"/>
                    </a:cubicBezTo>
                    <a:cubicBezTo>
                      <a:pt x="6704" y="7109"/>
                      <a:pt x="6764" y="7168"/>
                      <a:pt x="6835" y="7180"/>
                    </a:cubicBezTo>
                    <a:cubicBezTo>
                      <a:pt x="6668" y="7537"/>
                      <a:pt x="6466" y="7859"/>
                      <a:pt x="6228" y="8121"/>
                    </a:cubicBezTo>
                    <a:cubicBezTo>
                      <a:pt x="6168" y="8180"/>
                      <a:pt x="6168" y="8287"/>
                      <a:pt x="6240" y="8347"/>
                    </a:cubicBezTo>
                    <a:cubicBezTo>
                      <a:pt x="6263" y="8371"/>
                      <a:pt x="6311" y="8394"/>
                      <a:pt x="6347" y="8394"/>
                    </a:cubicBezTo>
                    <a:cubicBezTo>
                      <a:pt x="6383" y="8394"/>
                      <a:pt x="6430" y="8371"/>
                      <a:pt x="6466" y="8335"/>
                    </a:cubicBezTo>
                    <a:cubicBezTo>
                      <a:pt x="6740" y="8013"/>
                      <a:pt x="7002" y="7621"/>
                      <a:pt x="7192" y="7180"/>
                    </a:cubicBezTo>
                    <a:lnTo>
                      <a:pt x="8085" y="7180"/>
                    </a:lnTo>
                    <a:cubicBezTo>
                      <a:pt x="7728" y="7656"/>
                      <a:pt x="7299" y="8061"/>
                      <a:pt x="6775" y="8347"/>
                    </a:cubicBezTo>
                    <a:cubicBezTo>
                      <a:pt x="6704" y="8394"/>
                      <a:pt x="6668" y="8490"/>
                      <a:pt x="6716" y="8573"/>
                    </a:cubicBezTo>
                    <a:cubicBezTo>
                      <a:pt x="6749" y="8622"/>
                      <a:pt x="6804" y="8649"/>
                      <a:pt x="6863" y="8649"/>
                    </a:cubicBezTo>
                    <a:cubicBezTo>
                      <a:pt x="6889" y="8649"/>
                      <a:pt x="6916" y="8644"/>
                      <a:pt x="6942" y="8633"/>
                    </a:cubicBezTo>
                    <a:cubicBezTo>
                      <a:pt x="7621" y="8228"/>
                      <a:pt x="8204" y="7644"/>
                      <a:pt x="8621" y="6966"/>
                    </a:cubicBezTo>
                    <a:cubicBezTo>
                      <a:pt x="9038" y="6251"/>
                      <a:pt x="9264" y="5442"/>
                      <a:pt x="9264" y="4608"/>
                    </a:cubicBezTo>
                    <a:cubicBezTo>
                      <a:pt x="9264" y="3382"/>
                      <a:pt x="8788" y="2227"/>
                      <a:pt x="7907" y="1346"/>
                    </a:cubicBezTo>
                    <a:cubicBezTo>
                      <a:pt x="7025" y="477"/>
                      <a:pt x="5871" y="1"/>
                      <a:pt x="4632" y="1"/>
                    </a:cubicBezTo>
                    <a:close/>
                  </a:path>
                </a:pathLst>
              </a:custGeom>
              <a:solidFill>
                <a:srgbClr val="657E9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4128" name="Google Shape;4128;p137"/>
            <p:cNvGrpSpPr/>
            <p:nvPr/>
          </p:nvGrpSpPr>
          <p:grpSpPr>
            <a:xfrm>
              <a:off x="1117572" y="3223135"/>
              <a:ext cx="255850" cy="254737"/>
              <a:chOff x="3996113" y="4291176"/>
              <a:chExt cx="336512" cy="335048"/>
            </a:xfrm>
          </p:grpSpPr>
          <p:sp>
            <p:nvSpPr>
              <p:cNvPr id="4129" name="Google Shape;4129;p137"/>
              <p:cNvSpPr/>
              <p:nvPr/>
            </p:nvSpPr>
            <p:spPr>
              <a:xfrm>
                <a:off x="4082143" y="4323386"/>
                <a:ext cx="111810" cy="219833"/>
              </a:xfrm>
              <a:custGeom>
                <a:rect b="b" l="l" r="r" t="t"/>
                <a:pathLst>
                  <a:path extrusionOk="0" h="6907" w="3513">
                    <a:moveTo>
                      <a:pt x="1751" y="322"/>
                    </a:moveTo>
                    <a:cubicBezTo>
                      <a:pt x="1846" y="322"/>
                      <a:pt x="1929" y="394"/>
                      <a:pt x="1929" y="501"/>
                    </a:cubicBezTo>
                    <a:lnTo>
                      <a:pt x="1929" y="942"/>
                    </a:lnTo>
                    <a:cubicBezTo>
                      <a:pt x="1929" y="1037"/>
                      <a:pt x="2001" y="1096"/>
                      <a:pt x="2084" y="1096"/>
                    </a:cubicBezTo>
                    <a:cubicBezTo>
                      <a:pt x="2691" y="1108"/>
                      <a:pt x="3179" y="1596"/>
                      <a:pt x="3179" y="2204"/>
                    </a:cubicBezTo>
                    <a:lnTo>
                      <a:pt x="3179" y="2525"/>
                    </a:lnTo>
                    <a:cubicBezTo>
                      <a:pt x="3179" y="2608"/>
                      <a:pt x="3108" y="2704"/>
                      <a:pt x="3001" y="2704"/>
                    </a:cubicBezTo>
                    <a:cubicBezTo>
                      <a:pt x="2917" y="2704"/>
                      <a:pt x="2822" y="2620"/>
                      <a:pt x="2822" y="2525"/>
                    </a:cubicBezTo>
                    <a:lnTo>
                      <a:pt x="2822" y="2204"/>
                    </a:lnTo>
                    <a:cubicBezTo>
                      <a:pt x="2834" y="1787"/>
                      <a:pt x="2501" y="1454"/>
                      <a:pt x="2060" y="1454"/>
                    </a:cubicBezTo>
                    <a:lnTo>
                      <a:pt x="1608" y="1454"/>
                    </a:lnTo>
                    <a:cubicBezTo>
                      <a:pt x="1096" y="1454"/>
                      <a:pt x="679" y="1870"/>
                      <a:pt x="679" y="2370"/>
                    </a:cubicBezTo>
                    <a:cubicBezTo>
                      <a:pt x="679" y="2882"/>
                      <a:pt x="1096" y="3299"/>
                      <a:pt x="1608" y="3299"/>
                    </a:cubicBezTo>
                    <a:lnTo>
                      <a:pt x="1917" y="3299"/>
                    </a:lnTo>
                    <a:cubicBezTo>
                      <a:pt x="2620" y="3299"/>
                      <a:pt x="3191" y="3859"/>
                      <a:pt x="3191" y="4573"/>
                    </a:cubicBezTo>
                    <a:cubicBezTo>
                      <a:pt x="3191" y="5216"/>
                      <a:pt x="2715" y="5764"/>
                      <a:pt x="2084" y="5835"/>
                    </a:cubicBezTo>
                    <a:cubicBezTo>
                      <a:pt x="2001" y="5859"/>
                      <a:pt x="1941" y="5918"/>
                      <a:pt x="1941" y="5990"/>
                    </a:cubicBezTo>
                    <a:lnTo>
                      <a:pt x="1941" y="6454"/>
                    </a:lnTo>
                    <a:cubicBezTo>
                      <a:pt x="1941" y="6538"/>
                      <a:pt x="1870" y="6633"/>
                      <a:pt x="1762" y="6633"/>
                    </a:cubicBezTo>
                    <a:cubicBezTo>
                      <a:pt x="1667" y="6633"/>
                      <a:pt x="1584" y="6549"/>
                      <a:pt x="1584" y="6454"/>
                    </a:cubicBezTo>
                    <a:lnTo>
                      <a:pt x="1584" y="6002"/>
                    </a:lnTo>
                    <a:cubicBezTo>
                      <a:pt x="1584" y="5918"/>
                      <a:pt x="1512" y="5859"/>
                      <a:pt x="1441" y="5859"/>
                    </a:cubicBezTo>
                    <a:cubicBezTo>
                      <a:pt x="834" y="5835"/>
                      <a:pt x="334" y="5347"/>
                      <a:pt x="334" y="4740"/>
                    </a:cubicBezTo>
                    <a:cubicBezTo>
                      <a:pt x="334" y="4644"/>
                      <a:pt x="417" y="4561"/>
                      <a:pt x="512" y="4561"/>
                    </a:cubicBezTo>
                    <a:cubicBezTo>
                      <a:pt x="608" y="4561"/>
                      <a:pt x="691" y="4633"/>
                      <a:pt x="691" y="4740"/>
                    </a:cubicBezTo>
                    <a:cubicBezTo>
                      <a:pt x="691" y="5156"/>
                      <a:pt x="1036" y="5502"/>
                      <a:pt x="1453" y="5502"/>
                    </a:cubicBezTo>
                    <a:lnTo>
                      <a:pt x="1929" y="5502"/>
                    </a:lnTo>
                    <a:cubicBezTo>
                      <a:pt x="2441" y="5502"/>
                      <a:pt x="2858" y="5085"/>
                      <a:pt x="2858" y="4573"/>
                    </a:cubicBezTo>
                    <a:cubicBezTo>
                      <a:pt x="2858" y="4073"/>
                      <a:pt x="2441" y="3656"/>
                      <a:pt x="1929" y="3656"/>
                    </a:cubicBezTo>
                    <a:lnTo>
                      <a:pt x="1608" y="3656"/>
                    </a:lnTo>
                    <a:cubicBezTo>
                      <a:pt x="905" y="3656"/>
                      <a:pt x="322" y="3085"/>
                      <a:pt x="322" y="2370"/>
                    </a:cubicBezTo>
                    <a:cubicBezTo>
                      <a:pt x="322" y="1727"/>
                      <a:pt x="798" y="1180"/>
                      <a:pt x="1441" y="1108"/>
                    </a:cubicBezTo>
                    <a:cubicBezTo>
                      <a:pt x="1512" y="1096"/>
                      <a:pt x="1572" y="1037"/>
                      <a:pt x="1572" y="953"/>
                    </a:cubicBezTo>
                    <a:lnTo>
                      <a:pt x="1572" y="501"/>
                    </a:lnTo>
                    <a:cubicBezTo>
                      <a:pt x="1572" y="406"/>
                      <a:pt x="1643" y="322"/>
                      <a:pt x="1751" y="322"/>
                    </a:cubicBezTo>
                    <a:close/>
                    <a:moveTo>
                      <a:pt x="1762" y="1"/>
                    </a:moveTo>
                    <a:cubicBezTo>
                      <a:pt x="1500" y="1"/>
                      <a:pt x="1274" y="227"/>
                      <a:pt x="1274" y="501"/>
                    </a:cubicBezTo>
                    <a:lnTo>
                      <a:pt x="1274" y="823"/>
                    </a:lnTo>
                    <a:cubicBezTo>
                      <a:pt x="548" y="977"/>
                      <a:pt x="24" y="1608"/>
                      <a:pt x="24" y="2370"/>
                    </a:cubicBezTo>
                    <a:cubicBezTo>
                      <a:pt x="24" y="3251"/>
                      <a:pt x="738" y="3954"/>
                      <a:pt x="1608" y="3954"/>
                    </a:cubicBezTo>
                    <a:lnTo>
                      <a:pt x="1917" y="3954"/>
                    </a:lnTo>
                    <a:cubicBezTo>
                      <a:pt x="2262" y="3954"/>
                      <a:pt x="2524" y="4216"/>
                      <a:pt x="2524" y="4561"/>
                    </a:cubicBezTo>
                    <a:cubicBezTo>
                      <a:pt x="2524" y="4906"/>
                      <a:pt x="2262" y="5168"/>
                      <a:pt x="1917" y="5168"/>
                    </a:cubicBezTo>
                    <a:lnTo>
                      <a:pt x="1441" y="5168"/>
                    </a:lnTo>
                    <a:cubicBezTo>
                      <a:pt x="1191" y="5168"/>
                      <a:pt x="977" y="4966"/>
                      <a:pt x="977" y="4704"/>
                    </a:cubicBezTo>
                    <a:cubicBezTo>
                      <a:pt x="977" y="4442"/>
                      <a:pt x="750" y="4216"/>
                      <a:pt x="488" y="4216"/>
                    </a:cubicBezTo>
                    <a:cubicBezTo>
                      <a:pt x="215" y="4216"/>
                      <a:pt x="0" y="4442"/>
                      <a:pt x="0" y="4704"/>
                    </a:cubicBezTo>
                    <a:cubicBezTo>
                      <a:pt x="0" y="5442"/>
                      <a:pt x="548" y="6037"/>
                      <a:pt x="1250" y="6121"/>
                    </a:cubicBezTo>
                    <a:lnTo>
                      <a:pt x="1250" y="6418"/>
                    </a:lnTo>
                    <a:cubicBezTo>
                      <a:pt x="1250" y="6692"/>
                      <a:pt x="1465" y="6907"/>
                      <a:pt x="1739" y="6907"/>
                    </a:cubicBezTo>
                    <a:cubicBezTo>
                      <a:pt x="2001" y="6907"/>
                      <a:pt x="2227" y="6692"/>
                      <a:pt x="2227" y="6418"/>
                    </a:cubicBezTo>
                    <a:lnTo>
                      <a:pt x="2227" y="6121"/>
                    </a:lnTo>
                    <a:cubicBezTo>
                      <a:pt x="2953" y="5978"/>
                      <a:pt x="3477" y="5335"/>
                      <a:pt x="3477" y="4573"/>
                    </a:cubicBezTo>
                    <a:cubicBezTo>
                      <a:pt x="3477" y="3692"/>
                      <a:pt x="2763" y="3001"/>
                      <a:pt x="1905" y="3001"/>
                    </a:cubicBezTo>
                    <a:lnTo>
                      <a:pt x="1608" y="3001"/>
                    </a:lnTo>
                    <a:cubicBezTo>
                      <a:pt x="1262" y="3001"/>
                      <a:pt x="989" y="2728"/>
                      <a:pt x="989" y="2382"/>
                    </a:cubicBezTo>
                    <a:cubicBezTo>
                      <a:pt x="989" y="2037"/>
                      <a:pt x="1262" y="1775"/>
                      <a:pt x="1608" y="1775"/>
                    </a:cubicBezTo>
                    <a:lnTo>
                      <a:pt x="2084" y="1775"/>
                    </a:lnTo>
                    <a:cubicBezTo>
                      <a:pt x="2334" y="1775"/>
                      <a:pt x="2536" y="1989"/>
                      <a:pt x="2536" y="2239"/>
                    </a:cubicBezTo>
                    <a:lnTo>
                      <a:pt x="2536" y="2549"/>
                    </a:lnTo>
                    <a:cubicBezTo>
                      <a:pt x="2524" y="2799"/>
                      <a:pt x="2751" y="3013"/>
                      <a:pt x="3013" y="3013"/>
                    </a:cubicBezTo>
                    <a:cubicBezTo>
                      <a:pt x="3286" y="3013"/>
                      <a:pt x="3513" y="2787"/>
                      <a:pt x="3513" y="2525"/>
                    </a:cubicBezTo>
                    <a:lnTo>
                      <a:pt x="3513" y="2204"/>
                    </a:lnTo>
                    <a:cubicBezTo>
                      <a:pt x="3513" y="1477"/>
                      <a:pt x="2953" y="882"/>
                      <a:pt x="2262" y="799"/>
                    </a:cubicBezTo>
                    <a:lnTo>
                      <a:pt x="2262" y="501"/>
                    </a:lnTo>
                    <a:cubicBezTo>
                      <a:pt x="2262" y="227"/>
                      <a:pt x="2036" y="1"/>
                      <a:pt x="1762" y="1"/>
                    </a:cubicBezTo>
                    <a:close/>
                  </a:path>
                </a:pathLst>
              </a:custGeom>
              <a:solidFill>
                <a:srgbClr val="657E9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130" name="Google Shape;4130;p137"/>
              <p:cNvSpPr/>
              <p:nvPr/>
            </p:nvSpPr>
            <p:spPr>
              <a:xfrm>
                <a:off x="4226894" y="4523485"/>
                <a:ext cx="52324" cy="51942"/>
              </a:xfrm>
              <a:custGeom>
                <a:rect b="b" l="l" r="r" t="t"/>
                <a:pathLst>
                  <a:path extrusionOk="0" h="1632" w="1644">
                    <a:moveTo>
                      <a:pt x="822" y="310"/>
                    </a:moveTo>
                    <a:cubicBezTo>
                      <a:pt x="1108" y="310"/>
                      <a:pt x="1322" y="536"/>
                      <a:pt x="1322" y="822"/>
                    </a:cubicBezTo>
                    <a:cubicBezTo>
                      <a:pt x="1322" y="1096"/>
                      <a:pt x="1108" y="1322"/>
                      <a:pt x="822" y="1322"/>
                    </a:cubicBezTo>
                    <a:cubicBezTo>
                      <a:pt x="536" y="1322"/>
                      <a:pt x="310" y="1096"/>
                      <a:pt x="310" y="822"/>
                    </a:cubicBezTo>
                    <a:cubicBezTo>
                      <a:pt x="310" y="536"/>
                      <a:pt x="536" y="310"/>
                      <a:pt x="822" y="310"/>
                    </a:cubicBezTo>
                    <a:close/>
                    <a:moveTo>
                      <a:pt x="822" y="0"/>
                    </a:moveTo>
                    <a:cubicBezTo>
                      <a:pt x="370" y="0"/>
                      <a:pt x="0" y="370"/>
                      <a:pt x="0" y="822"/>
                    </a:cubicBezTo>
                    <a:cubicBezTo>
                      <a:pt x="0" y="1263"/>
                      <a:pt x="370" y="1632"/>
                      <a:pt x="822" y="1632"/>
                    </a:cubicBezTo>
                    <a:cubicBezTo>
                      <a:pt x="1263" y="1632"/>
                      <a:pt x="1644" y="1263"/>
                      <a:pt x="1644" y="822"/>
                    </a:cubicBezTo>
                    <a:cubicBezTo>
                      <a:pt x="1644" y="370"/>
                      <a:pt x="1263" y="0"/>
                      <a:pt x="822" y="0"/>
                    </a:cubicBezTo>
                    <a:close/>
                  </a:path>
                </a:pathLst>
              </a:custGeom>
              <a:solidFill>
                <a:srgbClr val="657E9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131" name="Google Shape;4131;p137"/>
              <p:cNvSpPr/>
              <p:nvPr/>
            </p:nvSpPr>
            <p:spPr>
              <a:xfrm>
                <a:off x="3996113" y="4291176"/>
                <a:ext cx="336512" cy="335048"/>
              </a:xfrm>
              <a:custGeom>
                <a:rect b="b" l="l" r="r" t="t"/>
                <a:pathLst>
                  <a:path extrusionOk="0" h="10527" w="10573">
                    <a:moveTo>
                      <a:pt x="8216" y="5930"/>
                    </a:moveTo>
                    <a:lnTo>
                      <a:pt x="8335" y="6537"/>
                    </a:lnTo>
                    <a:cubicBezTo>
                      <a:pt x="8359" y="6597"/>
                      <a:pt x="8394" y="6645"/>
                      <a:pt x="8442" y="6657"/>
                    </a:cubicBezTo>
                    <a:cubicBezTo>
                      <a:pt x="8502" y="6668"/>
                      <a:pt x="8549" y="6692"/>
                      <a:pt x="8609" y="6716"/>
                    </a:cubicBezTo>
                    <a:cubicBezTo>
                      <a:pt x="8631" y="6729"/>
                      <a:pt x="8653" y="6734"/>
                      <a:pt x="8674" y="6734"/>
                    </a:cubicBezTo>
                    <a:cubicBezTo>
                      <a:pt x="8710" y="6734"/>
                      <a:pt x="8745" y="6719"/>
                      <a:pt x="8775" y="6704"/>
                    </a:cubicBezTo>
                    <a:lnTo>
                      <a:pt x="9252" y="6311"/>
                    </a:lnTo>
                    <a:lnTo>
                      <a:pt x="9561" y="6585"/>
                    </a:lnTo>
                    <a:lnTo>
                      <a:pt x="9264" y="7121"/>
                    </a:lnTo>
                    <a:cubicBezTo>
                      <a:pt x="9228" y="7157"/>
                      <a:pt x="9228" y="7216"/>
                      <a:pt x="9264" y="7276"/>
                    </a:cubicBezTo>
                    <a:cubicBezTo>
                      <a:pt x="9287" y="7323"/>
                      <a:pt x="9323" y="7371"/>
                      <a:pt x="9347" y="7430"/>
                    </a:cubicBezTo>
                    <a:cubicBezTo>
                      <a:pt x="9383" y="7478"/>
                      <a:pt x="9430" y="7514"/>
                      <a:pt x="9490" y="7514"/>
                    </a:cubicBezTo>
                    <a:lnTo>
                      <a:pt x="10109" y="7538"/>
                    </a:lnTo>
                    <a:lnTo>
                      <a:pt x="10180" y="7942"/>
                    </a:lnTo>
                    <a:lnTo>
                      <a:pt x="9645" y="8157"/>
                    </a:lnTo>
                    <a:cubicBezTo>
                      <a:pt x="9585" y="8181"/>
                      <a:pt x="9561" y="8240"/>
                      <a:pt x="9549" y="8276"/>
                    </a:cubicBezTo>
                    <a:cubicBezTo>
                      <a:pt x="9549" y="8335"/>
                      <a:pt x="9526" y="8383"/>
                      <a:pt x="9514" y="8442"/>
                    </a:cubicBezTo>
                    <a:cubicBezTo>
                      <a:pt x="9502" y="8502"/>
                      <a:pt x="9514" y="8562"/>
                      <a:pt x="9561" y="8597"/>
                    </a:cubicBezTo>
                    <a:lnTo>
                      <a:pt x="10014" y="8990"/>
                    </a:lnTo>
                    <a:lnTo>
                      <a:pt x="9811" y="9347"/>
                    </a:lnTo>
                    <a:lnTo>
                      <a:pt x="9228" y="9157"/>
                    </a:lnTo>
                    <a:cubicBezTo>
                      <a:pt x="9213" y="9154"/>
                      <a:pt x="9198" y="9152"/>
                      <a:pt x="9184" y="9152"/>
                    </a:cubicBezTo>
                    <a:cubicBezTo>
                      <a:pt x="9141" y="9152"/>
                      <a:pt x="9103" y="9166"/>
                      <a:pt x="9085" y="9193"/>
                    </a:cubicBezTo>
                    <a:cubicBezTo>
                      <a:pt x="9037" y="9228"/>
                      <a:pt x="8990" y="9264"/>
                      <a:pt x="8954" y="9288"/>
                    </a:cubicBezTo>
                    <a:cubicBezTo>
                      <a:pt x="8906" y="9324"/>
                      <a:pt x="8871" y="9383"/>
                      <a:pt x="8895" y="9443"/>
                    </a:cubicBezTo>
                    <a:lnTo>
                      <a:pt x="8978" y="10050"/>
                    </a:lnTo>
                    <a:lnTo>
                      <a:pt x="8597" y="10181"/>
                    </a:lnTo>
                    <a:lnTo>
                      <a:pt x="8264" y="9669"/>
                    </a:lnTo>
                    <a:cubicBezTo>
                      <a:pt x="8228" y="9621"/>
                      <a:pt x="8192" y="9585"/>
                      <a:pt x="8133" y="9585"/>
                    </a:cubicBezTo>
                    <a:lnTo>
                      <a:pt x="7954" y="9585"/>
                    </a:lnTo>
                    <a:cubicBezTo>
                      <a:pt x="7894" y="9585"/>
                      <a:pt x="7847" y="9621"/>
                      <a:pt x="7811" y="9669"/>
                    </a:cubicBezTo>
                    <a:lnTo>
                      <a:pt x="7490" y="10181"/>
                    </a:lnTo>
                    <a:lnTo>
                      <a:pt x="7097" y="10050"/>
                    </a:lnTo>
                    <a:lnTo>
                      <a:pt x="7192" y="9443"/>
                    </a:lnTo>
                    <a:cubicBezTo>
                      <a:pt x="7204" y="9383"/>
                      <a:pt x="7180" y="9324"/>
                      <a:pt x="7132" y="9288"/>
                    </a:cubicBezTo>
                    <a:cubicBezTo>
                      <a:pt x="7085" y="9264"/>
                      <a:pt x="7037" y="9216"/>
                      <a:pt x="7001" y="9193"/>
                    </a:cubicBezTo>
                    <a:cubicBezTo>
                      <a:pt x="6970" y="9161"/>
                      <a:pt x="6933" y="9145"/>
                      <a:pt x="6897" y="9145"/>
                    </a:cubicBezTo>
                    <a:cubicBezTo>
                      <a:pt x="6880" y="9145"/>
                      <a:pt x="6863" y="9149"/>
                      <a:pt x="6847" y="9157"/>
                    </a:cubicBezTo>
                    <a:lnTo>
                      <a:pt x="6275" y="9347"/>
                    </a:lnTo>
                    <a:lnTo>
                      <a:pt x="6061" y="8990"/>
                    </a:lnTo>
                    <a:lnTo>
                      <a:pt x="6525" y="8597"/>
                    </a:lnTo>
                    <a:cubicBezTo>
                      <a:pt x="6573" y="8550"/>
                      <a:pt x="6585" y="8502"/>
                      <a:pt x="6573" y="8442"/>
                    </a:cubicBezTo>
                    <a:cubicBezTo>
                      <a:pt x="6549" y="8383"/>
                      <a:pt x="6537" y="8335"/>
                      <a:pt x="6537" y="8276"/>
                    </a:cubicBezTo>
                    <a:cubicBezTo>
                      <a:pt x="6537" y="8216"/>
                      <a:pt x="6489" y="8169"/>
                      <a:pt x="6430" y="8157"/>
                    </a:cubicBezTo>
                    <a:lnTo>
                      <a:pt x="5847" y="7942"/>
                    </a:lnTo>
                    <a:lnTo>
                      <a:pt x="5930" y="7538"/>
                    </a:lnTo>
                    <a:lnTo>
                      <a:pt x="6549" y="7514"/>
                    </a:lnTo>
                    <a:cubicBezTo>
                      <a:pt x="6609" y="7514"/>
                      <a:pt x="6656" y="7490"/>
                      <a:pt x="6680" y="7430"/>
                    </a:cubicBezTo>
                    <a:cubicBezTo>
                      <a:pt x="6716" y="7383"/>
                      <a:pt x="6740" y="7323"/>
                      <a:pt x="6775" y="7276"/>
                    </a:cubicBezTo>
                    <a:cubicBezTo>
                      <a:pt x="6811" y="7240"/>
                      <a:pt x="6811" y="7180"/>
                      <a:pt x="6775" y="7121"/>
                    </a:cubicBezTo>
                    <a:lnTo>
                      <a:pt x="6478" y="6585"/>
                    </a:lnTo>
                    <a:lnTo>
                      <a:pt x="6787" y="6311"/>
                    </a:lnTo>
                    <a:lnTo>
                      <a:pt x="7263" y="6704"/>
                    </a:lnTo>
                    <a:cubicBezTo>
                      <a:pt x="7293" y="6719"/>
                      <a:pt x="7327" y="6729"/>
                      <a:pt x="7363" y="6729"/>
                    </a:cubicBezTo>
                    <a:cubicBezTo>
                      <a:pt x="7385" y="6729"/>
                      <a:pt x="7407" y="6725"/>
                      <a:pt x="7430" y="6716"/>
                    </a:cubicBezTo>
                    <a:cubicBezTo>
                      <a:pt x="7478" y="6704"/>
                      <a:pt x="7537" y="6668"/>
                      <a:pt x="7597" y="6657"/>
                    </a:cubicBezTo>
                    <a:cubicBezTo>
                      <a:pt x="7656" y="6645"/>
                      <a:pt x="7680" y="6597"/>
                      <a:pt x="7704" y="6537"/>
                    </a:cubicBezTo>
                    <a:lnTo>
                      <a:pt x="7823" y="5930"/>
                    </a:lnTo>
                    <a:close/>
                    <a:moveTo>
                      <a:pt x="4454" y="1"/>
                    </a:moveTo>
                    <a:cubicBezTo>
                      <a:pt x="3739" y="1"/>
                      <a:pt x="3025" y="180"/>
                      <a:pt x="2382" y="513"/>
                    </a:cubicBezTo>
                    <a:cubicBezTo>
                      <a:pt x="2310" y="561"/>
                      <a:pt x="2287" y="644"/>
                      <a:pt x="2322" y="715"/>
                    </a:cubicBezTo>
                    <a:cubicBezTo>
                      <a:pt x="2354" y="770"/>
                      <a:pt x="2405" y="799"/>
                      <a:pt x="2458" y="799"/>
                    </a:cubicBezTo>
                    <a:cubicBezTo>
                      <a:pt x="2485" y="799"/>
                      <a:pt x="2512" y="791"/>
                      <a:pt x="2537" y="775"/>
                    </a:cubicBezTo>
                    <a:cubicBezTo>
                      <a:pt x="3132" y="465"/>
                      <a:pt x="3787" y="299"/>
                      <a:pt x="4454" y="299"/>
                    </a:cubicBezTo>
                    <a:cubicBezTo>
                      <a:pt x="6728" y="299"/>
                      <a:pt x="8597" y="2168"/>
                      <a:pt x="8597" y="4442"/>
                    </a:cubicBezTo>
                    <a:cubicBezTo>
                      <a:pt x="8597" y="4847"/>
                      <a:pt x="8537" y="5228"/>
                      <a:pt x="8430" y="5621"/>
                    </a:cubicBezTo>
                    <a:lnTo>
                      <a:pt x="7740" y="5621"/>
                    </a:lnTo>
                    <a:cubicBezTo>
                      <a:pt x="7668" y="5621"/>
                      <a:pt x="7609" y="5656"/>
                      <a:pt x="7597" y="5728"/>
                    </a:cubicBezTo>
                    <a:lnTo>
                      <a:pt x="7466" y="6371"/>
                    </a:lnTo>
                    <a:lnTo>
                      <a:pt x="7442" y="6371"/>
                    </a:lnTo>
                    <a:lnTo>
                      <a:pt x="6942" y="5966"/>
                    </a:lnTo>
                    <a:cubicBezTo>
                      <a:pt x="6912" y="5948"/>
                      <a:pt x="6879" y="5939"/>
                      <a:pt x="6847" y="5939"/>
                    </a:cubicBezTo>
                    <a:cubicBezTo>
                      <a:pt x="6814" y="5939"/>
                      <a:pt x="6781" y="5948"/>
                      <a:pt x="6751" y="5966"/>
                    </a:cubicBezTo>
                    <a:lnTo>
                      <a:pt x="6239" y="6407"/>
                    </a:lnTo>
                    <a:cubicBezTo>
                      <a:pt x="6180" y="6442"/>
                      <a:pt x="6168" y="6537"/>
                      <a:pt x="6216" y="6597"/>
                    </a:cubicBezTo>
                    <a:lnTo>
                      <a:pt x="6525" y="7180"/>
                    </a:lnTo>
                    <a:cubicBezTo>
                      <a:pt x="6525" y="7180"/>
                      <a:pt x="6525" y="7192"/>
                      <a:pt x="6513" y="7192"/>
                    </a:cubicBezTo>
                    <a:lnTo>
                      <a:pt x="5858" y="7204"/>
                    </a:lnTo>
                    <a:cubicBezTo>
                      <a:pt x="5775" y="7204"/>
                      <a:pt x="5716" y="7264"/>
                      <a:pt x="5704" y="7335"/>
                    </a:cubicBezTo>
                    <a:lnTo>
                      <a:pt x="5585" y="7990"/>
                    </a:lnTo>
                    <a:cubicBezTo>
                      <a:pt x="5573" y="8073"/>
                      <a:pt x="5620" y="8145"/>
                      <a:pt x="5680" y="8157"/>
                    </a:cubicBezTo>
                    <a:lnTo>
                      <a:pt x="6013" y="8288"/>
                    </a:lnTo>
                    <a:cubicBezTo>
                      <a:pt x="5525" y="8502"/>
                      <a:pt x="5001" y="8585"/>
                      <a:pt x="4454" y="8585"/>
                    </a:cubicBezTo>
                    <a:cubicBezTo>
                      <a:pt x="2179" y="8585"/>
                      <a:pt x="322" y="6728"/>
                      <a:pt x="322" y="4454"/>
                    </a:cubicBezTo>
                    <a:cubicBezTo>
                      <a:pt x="322" y="3168"/>
                      <a:pt x="894" y="2001"/>
                      <a:pt x="1894" y="1203"/>
                    </a:cubicBezTo>
                    <a:cubicBezTo>
                      <a:pt x="1965" y="1144"/>
                      <a:pt x="1965" y="1061"/>
                      <a:pt x="1929" y="989"/>
                    </a:cubicBezTo>
                    <a:cubicBezTo>
                      <a:pt x="1895" y="942"/>
                      <a:pt x="1850" y="921"/>
                      <a:pt x="1804" y="921"/>
                    </a:cubicBezTo>
                    <a:cubicBezTo>
                      <a:pt x="1769" y="921"/>
                      <a:pt x="1734" y="933"/>
                      <a:pt x="1703" y="953"/>
                    </a:cubicBezTo>
                    <a:cubicBezTo>
                      <a:pt x="632" y="1799"/>
                      <a:pt x="1" y="3085"/>
                      <a:pt x="1" y="4454"/>
                    </a:cubicBezTo>
                    <a:cubicBezTo>
                      <a:pt x="1" y="5645"/>
                      <a:pt x="465" y="6764"/>
                      <a:pt x="1298" y="7597"/>
                    </a:cubicBezTo>
                    <a:cubicBezTo>
                      <a:pt x="2132" y="8431"/>
                      <a:pt x="3251" y="8883"/>
                      <a:pt x="4442" y="8883"/>
                    </a:cubicBezTo>
                    <a:cubicBezTo>
                      <a:pt x="5001" y="8883"/>
                      <a:pt x="5537" y="8788"/>
                      <a:pt x="6049" y="8585"/>
                    </a:cubicBezTo>
                    <a:lnTo>
                      <a:pt x="6049" y="8585"/>
                    </a:lnTo>
                    <a:lnTo>
                      <a:pt x="5775" y="8823"/>
                    </a:lnTo>
                    <a:cubicBezTo>
                      <a:pt x="5716" y="8871"/>
                      <a:pt x="5704" y="8966"/>
                      <a:pt x="5751" y="9026"/>
                    </a:cubicBezTo>
                    <a:lnTo>
                      <a:pt x="6073" y="9585"/>
                    </a:lnTo>
                    <a:cubicBezTo>
                      <a:pt x="6101" y="9632"/>
                      <a:pt x="6158" y="9664"/>
                      <a:pt x="6211" y="9664"/>
                    </a:cubicBezTo>
                    <a:cubicBezTo>
                      <a:pt x="6225" y="9664"/>
                      <a:pt x="6239" y="9662"/>
                      <a:pt x="6251" y="9657"/>
                    </a:cubicBezTo>
                    <a:lnTo>
                      <a:pt x="6882" y="9455"/>
                    </a:lnTo>
                    <a:cubicBezTo>
                      <a:pt x="6882" y="9455"/>
                      <a:pt x="6894" y="9455"/>
                      <a:pt x="6894" y="9466"/>
                    </a:cubicBezTo>
                    <a:lnTo>
                      <a:pt x="6787" y="10121"/>
                    </a:lnTo>
                    <a:cubicBezTo>
                      <a:pt x="6775" y="10193"/>
                      <a:pt x="6823" y="10276"/>
                      <a:pt x="6894" y="10288"/>
                    </a:cubicBezTo>
                    <a:lnTo>
                      <a:pt x="7525" y="10514"/>
                    </a:lnTo>
                    <a:cubicBezTo>
                      <a:pt x="7537" y="10514"/>
                      <a:pt x="7549" y="10526"/>
                      <a:pt x="7585" y="10526"/>
                    </a:cubicBezTo>
                    <a:cubicBezTo>
                      <a:pt x="7644" y="10526"/>
                      <a:pt x="7680" y="10490"/>
                      <a:pt x="7716" y="10455"/>
                    </a:cubicBezTo>
                    <a:lnTo>
                      <a:pt x="8061" y="9883"/>
                    </a:lnTo>
                    <a:lnTo>
                      <a:pt x="8073" y="9883"/>
                    </a:lnTo>
                    <a:lnTo>
                      <a:pt x="8418" y="10455"/>
                    </a:lnTo>
                    <a:cubicBezTo>
                      <a:pt x="8445" y="10499"/>
                      <a:pt x="8497" y="10523"/>
                      <a:pt x="8547" y="10523"/>
                    </a:cubicBezTo>
                    <a:cubicBezTo>
                      <a:pt x="8565" y="10523"/>
                      <a:pt x="8582" y="10520"/>
                      <a:pt x="8597" y="10514"/>
                    </a:cubicBezTo>
                    <a:lnTo>
                      <a:pt x="9216" y="10288"/>
                    </a:lnTo>
                    <a:cubicBezTo>
                      <a:pt x="9287" y="10252"/>
                      <a:pt x="9323" y="10193"/>
                      <a:pt x="9323" y="10121"/>
                    </a:cubicBezTo>
                    <a:lnTo>
                      <a:pt x="9216" y="9466"/>
                    </a:lnTo>
                    <a:cubicBezTo>
                      <a:pt x="9216" y="9466"/>
                      <a:pt x="9228" y="9466"/>
                      <a:pt x="9228" y="9455"/>
                    </a:cubicBezTo>
                    <a:lnTo>
                      <a:pt x="9859" y="9657"/>
                    </a:lnTo>
                    <a:cubicBezTo>
                      <a:pt x="9878" y="9666"/>
                      <a:pt x="9897" y="9671"/>
                      <a:pt x="9916" y="9671"/>
                    </a:cubicBezTo>
                    <a:cubicBezTo>
                      <a:pt x="9966" y="9671"/>
                      <a:pt x="10011" y="9638"/>
                      <a:pt x="10038" y="9585"/>
                    </a:cubicBezTo>
                    <a:lnTo>
                      <a:pt x="10359" y="9026"/>
                    </a:lnTo>
                    <a:cubicBezTo>
                      <a:pt x="10395" y="8966"/>
                      <a:pt x="10395" y="8871"/>
                      <a:pt x="10335" y="8823"/>
                    </a:cubicBezTo>
                    <a:lnTo>
                      <a:pt x="9847" y="8395"/>
                    </a:lnTo>
                    <a:lnTo>
                      <a:pt x="9847" y="8383"/>
                    </a:lnTo>
                    <a:lnTo>
                      <a:pt x="10454" y="8145"/>
                    </a:lnTo>
                    <a:cubicBezTo>
                      <a:pt x="10460" y="8146"/>
                      <a:pt x="10465" y="8146"/>
                      <a:pt x="10470" y="8146"/>
                    </a:cubicBezTo>
                    <a:cubicBezTo>
                      <a:pt x="10532" y="8146"/>
                      <a:pt x="10572" y="8080"/>
                      <a:pt x="10561" y="8014"/>
                    </a:cubicBezTo>
                    <a:lnTo>
                      <a:pt x="10442" y="7359"/>
                    </a:lnTo>
                    <a:cubicBezTo>
                      <a:pt x="10419" y="7288"/>
                      <a:pt x="10359" y="7240"/>
                      <a:pt x="10288" y="7228"/>
                    </a:cubicBezTo>
                    <a:lnTo>
                      <a:pt x="9633" y="7204"/>
                    </a:lnTo>
                    <a:cubicBezTo>
                      <a:pt x="9633" y="7204"/>
                      <a:pt x="9633" y="7192"/>
                      <a:pt x="9621" y="7192"/>
                    </a:cubicBezTo>
                    <a:lnTo>
                      <a:pt x="9930" y="6609"/>
                    </a:lnTo>
                    <a:cubicBezTo>
                      <a:pt x="9966" y="6549"/>
                      <a:pt x="9942" y="6466"/>
                      <a:pt x="9907" y="6418"/>
                    </a:cubicBezTo>
                    <a:lnTo>
                      <a:pt x="9395" y="5990"/>
                    </a:lnTo>
                    <a:cubicBezTo>
                      <a:pt x="9365" y="5966"/>
                      <a:pt x="9332" y="5954"/>
                      <a:pt x="9299" y="5954"/>
                    </a:cubicBezTo>
                    <a:cubicBezTo>
                      <a:pt x="9267" y="5954"/>
                      <a:pt x="9234" y="5966"/>
                      <a:pt x="9204" y="5990"/>
                    </a:cubicBezTo>
                    <a:lnTo>
                      <a:pt x="8692" y="6395"/>
                    </a:lnTo>
                    <a:lnTo>
                      <a:pt x="8680" y="6395"/>
                    </a:lnTo>
                    <a:lnTo>
                      <a:pt x="8609" y="6049"/>
                    </a:lnTo>
                    <a:lnTo>
                      <a:pt x="8609" y="6037"/>
                    </a:lnTo>
                    <a:cubicBezTo>
                      <a:pt x="8799" y="5525"/>
                      <a:pt x="8895" y="5002"/>
                      <a:pt x="8895" y="4454"/>
                    </a:cubicBezTo>
                    <a:cubicBezTo>
                      <a:pt x="8895" y="3263"/>
                      <a:pt x="8430" y="2144"/>
                      <a:pt x="7597" y="1311"/>
                    </a:cubicBezTo>
                    <a:cubicBezTo>
                      <a:pt x="6763" y="477"/>
                      <a:pt x="5644" y="1"/>
                      <a:pt x="4454" y="1"/>
                    </a:cubicBezTo>
                    <a:close/>
                  </a:path>
                </a:pathLst>
              </a:custGeom>
              <a:solidFill>
                <a:srgbClr val="657E9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4132" name="Google Shape;4132;p137"/>
            <p:cNvGrpSpPr/>
            <p:nvPr/>
          </p:nvGrpSpPr>
          <p:grpSpPr>
            <a:xfrm>
              <a:off x="1901600" y="3538419"/>
              <a:ext cx="283488" cy="198604"/>
              <a:chOff x="4048787" y="2977019"/>
              <a:chExt cx="283488" cy="198604"/>
            </a:xfrm>
          </p:grpSpPr>
          <p:sp>
            <p:nvSpPr>
              <p:cNvPr id="4133" name="Google Shape;4133;p137"/>
              <p:cNvSpPr/>
              <p:nvPr/>
            </p:nvSpPr>
            <p:spPr>
              <a:xfrm>
                <a:off x="4277659" y="3015880"/>
                <a:ext cx="25048" cy="19128"/>
              </a:xfrm>
              <a:custGeom>
                <a:rect b="b" l="l" r="r" t="t"/>
                <a:pathLst>
                  <a:path extrusionOk="0" h="601" w="787">
                    <a:moveTo>
                      <a:pt x="157" y="1"/>
                    </a:moveTo>
                    <a:cubicBezTo>
                      <a:pt x="113" y="1"/>
                      <a:pt x="70" y="22"/>
                      <a:pt x="49" y="65"/>
                    </a:cubicBezTo>
                    <a:cubicBezTo>
                      <a:pt x="1" y="125"/>
                      <a:pt x="13" y="220"/>
                      <a:pt x="84" y="256"/>
                    </a:cubicBezTo>
                    <a:cubicBezTo>
                      <a:pt x="239" y="363"/>
                      <a:pt x="382" y="470"/>
                      <a:pt x="549" y="577"/>
                    </a:cubicBezTo>
                    <a:cubicBezTo>
                      <a:pt x="584" y="589"/>
                      <a:pt x="608" y="601"/>
                      <a:pt x="620" y="601"/>
                    </a:cubicBezTo>
                    <a:cubicBezTo>
                      <a:pt x="668" y="601"/>
                      <a:pt x="715" y="589"/>
                      <a:pt x="739" y="541"/>
                    </a:cubicBezTo>
                    <a:cubicBezTo>
                      <a:pt x="787" y="482"/>
                      <a:pt x="775" y="398"/>
                      <a:pt x="703" y="351"/>
                    </a:cubicBezTo>
                    <a:cubicBezTo>
                      <a:pt x="537" y="232"/>
                      <a:pt x="382" y="125"/>
                      <a:pt x="239" y="29"/>
                    </a:cubicBezTo>
                    <a:cubicBezTo>
                      <a:pt x="215" y="10"/>
                      <a:pt x="186" y="1"/>
                      <a:pt x="157" y="1"/>
                    </a:cubicBezTo>
                    <a:close/>
                  </a:path>
                </a:pathLst>
              </a:custGeom>
              <a:solidFill>
                <a:srgbClr val="657E9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134" name="Google Shape;4134;p137"/>
              <p:cNvSpPr/>
              <p:nvPr/>
            </p:nvSpPr>
            <p:spPr>
              <a:xfrm>
                <a:off x="4101462" y="2977019"/>
                <a:ext cx="165630" cy="42458"/>
              </a:xfrm>
              <a:custGeom>
                <a:rect b="b" l="l" r="r" t="t"/>
                <a:pathLst>
                  <a:path extrusionOk="0" h="1334" w="5204">
                    <a:moveTo>
                      <a:pt x="2810" y="0"/>
                    </a:moveTo>
                    <a:cubicBezTo>
                      <a:pt x="2132" y="0"/>
                      <a:pt x="1239" y="357"/>
                      <a:pt x="84" y="1084"/>
                    </a:cubicBezTo>
                    <a:cubicBezTo>
                      <a:pt x="24" y="1119"/>
                      <a:pt x="1" y="1215"/>
                      <a:pt x="48" y="1274"/>
                    </a:cubicBezTo>
                    <a:cubicBezTo>
                      <a:pt x="72" y="1322"/>
                      <a:pt x="120" y="1334"/>
                      <a:pt x="167" y="1334"/>
                    </a:cubicBezTo>
                    <a:cubicBezTo>
                      <a:pt x="191" y="1334"/>
                      <a:pt x="203" y="1334"/>
                      <a:pt x="239" y="1322"/>
                    </a:cubicBezTo>
                    <a:cubicBezTo>
                      <a:pt x="1334" y="619"/>
                      <a:pt x="2167" y="274"/>
                      <a:pt x="2798" y="274"/>
                    </a:cubicBezTo>
                    <a:cubicBezTo>
                      <a:pt x="3346" y="274"/>
                      <a:pt x="4061" y="524"/>
                      <a:pt x="4965" y="1060"/>
                    </a:cubicBezTo>
                    <a:cubicBezTo>
                      <a:pt x="4987" y="1077"/>
                      <a:pt x="5014" y="1085"/>
                      <a:pt x="5041" y="1085"/>
                    </a:cubicBezTo>
                    <a:cubicBezTo>
                      <a:pt x="5088" y="1085"/>
                      <a:pt x="5138" y="1062"/>
                      <a:pt x="5168" y="1024"/>
                    </a:cubicBezTo>
                    <a:cubicBezTo>
                      <a:pt x="5204" y="953"/>
                      <a:pt x="5180" y="869"/>
                      <a:pt x="5120" y="834"/>
                    </a:cubicBezTo>
                    <a:cubicBezTo>
                      <a:pt x="4168" y="262"/>
                      <a:pt x="3406" y="0"/>
                      <a:pt x="2810" y="0"/>
                    </a:cubicBezTo>
                    <a:close/>
                  </a:path>
                </a:pathLst>
              </a:custGeom>
              <a:solidFill>
                <a:srgbClr val="657E9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135" name="Google Shape;4135;p137"/>
              <p:cNvSpPr/>
              <p:nvPr/>
            </p:nvSpPr>
            <p:spPr>
              <a:xfrm>
                <a:off x="4048787" y="3000508"/>
                <a:ext cx="283488" cy="175115"/>
              </a:xfrm>
              <a:custGeom>
                <a:rect b="b" l="l" r="r" t="t"/>
                <a:pathLst>
                  <a:path extrusionOk="0" h="5502" w="8907">
                    <a:moveTo>
                      <a:pt x="4453" y="286"/>
                    </a:moveTo>
                    <a:cubicBezTo>
                      <a:pt x="5596" y="286"/>
                      <a:pt x="7894" y="2072"/>
                      <a:pt x="8561" y="2620"/>
                    </a:cubicBezTo>
                    <a:cubicBezTo>
                      <a:pt x="8609" y="2655"/>
                      <a:pt x="8621" y="2691"/>
                      <a:pt x="8621" y="2751"/>
                    </a:cubicBezTo>
                    <a:cubicBezTo>
                      <a:pt x="8621" y="2810"/>
                      <a:pt x="8609" y="2858"/>
                      <a:pt x="8561" y="2894"/>
                    </a:cubicBezTo>
                    <a:cubicBezTo>
                      <a:pt x="7894" y="3441"/>
                      <a:pt x="5596" y="5227"/>
                      <a:pt x="4453" y="5227"/>
                    </a:cubicBezTo>
                    <a:cubicBezTo>
                      <a:pt x="3310" y="5227"/>
                      <a:pt x="1013" y="3441"/>
                      <a:pt x="346" y="2894"/>
                    </a:cubicBezTo>
                    <a:cubicBezTo>
                      <a:pt x="298" y="2858"/>
                      <a:pt x="286" y="2810"/>
                      <a:pt x="286" y="2751"/>
                    </a:cubicBezTo>
                    <a:cubicBezTo>
                      <a:pt x="286" y="2691"/>
                      <a:pt x="310" y="2655"/>
                      <a:pt x="346" y="2620"/>
                    </a:cubicBezTo>
                    <a:cubicBezTo>
                      <a:pt x="1013" y="2072"/>
                      <a:pt x="3310" y="286"/>
                      <a:pt x="4453" y="286"/>
                    </a:cubicBezTo>
                    <a:close/>
                    <a:moveTo>
                      <a:pt x="4453" y="0"/>
                    </a:moveTo>
                    <a:cubicBezTo>
                      <a:pt x="3251" y="0"/>
                      <a:pt x="1060" y="1679"/>
                      <a:pt x="167" y="2405"/>
                    </a:cubicBezTo>
                    <a:cubicBezTo>
                      <a:pt x="60" y="2501"/>
                      <a:pt x="1" y="2620"/>
                      <a:pt x="1" y="2751"/>
                    </a:cubicBezTo>
                    <a:cubicBezTo>
                      <a:pt x="1" y="2882"/>
                      <a:pt x="60" y="3025"/>
                      <a:pt x="167" y="3096"/>
                    </a:cubicBezTo>
                    <a:cubicBezTo>
                      <a:pt x="1060" y="3822"/>
                      <a:pt x="3251" y="5501"/>
                      <a:pt x="4453" y="5501"/>
                    </a:cubicBezTo>
                    <a:cubicBezTo>
                      <a:pt x="5656" y="5501"/>
                      <a:pt x="7847" y="3822"/>
                      <a:pt x="8740" y="3096"/>
                    </a:cubicBezTo>
                    <a:cubicBezTo>
                      <a:pt x="8847" y="3001"/>
                      <a:pt x="8906" y="2882"/>
                      <a:pt x="8906" y="2751"/>
                    </a:cubicBezTo>
                    <a:cubicBezTo>
                      <a:pt x="8906" y="2620"/>
                      <a:pt x="8847" y="2501"/>
                      <a:pt x="8740" y="2405"/>
                    </a:cubicBezTo>
                    <a:cubicBezTo>
                      <a:pt x="7847" y="1679"/>
                      <a:pt x="5656" y="0"/>
                      <a:pt x="4453" y="0"/>
                    </a:cubicBezTo>
                    <a:close/>
                  </a:path>
                </a:pathLst>
              </a:custGeom>
              <a:solidFill>
                <a:srgbClr val="657E9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136" name="Google Shape;4136;p137"/>
              <p:cNvSpPr/>
              <p:nvPr/>
            </p:nvSpPr>
            <p:spPr>
              <a:xfrm>
                <a:off x="4126478" y="3024347"/>
                <a:ext cx="129220" cy="127437"/>
              </a:xfrm>
              <a:custGeom>
                <a:rect b="b" l="l" r="r" t="t"/>
                <a:pathLst>
                  <a:path extrusionOk="0" h="4004" w="4060">
                    <a:moveTo>
                      <a:pt x="2016" y="0"/>
                    </a:moveTo>
                    <a:cubicBezTo>
                      <a:pt x="1995" y="0"/>
                      <a:pt x="1974" y="1"/>
                      <a:pt x="1953" y="1"/>
                    </a:cubicBezTo>
                    <a:cubicBezTo>
                      <a:pt x="893" y="25"/>
                      <a:pt x="48" y="894"/>
                      <a:pt x="12" y="1930"/>
                    </a:cubicBezTo>
                    <a:cubicBezTo>
                      <a:pt x="0" y="2454"/>
                      <a:pt x="179" y="2942"/>
                      <a:pt x="512" y="3299"/>
                    </a:cubicBezTo>
                    <a:cubicBezTo>
                      <a:pt x="542" y="3329"/>
                      <a:pt x="578" y="3344"/>
                      <a:pt x="613" y="3344"/>
                    </a:cubicBezTo>
                    <a:cubicBezTo>
                      <a:pt x="649" y="3344"/>
                      <a:pt x="685" y="3329"/>
                      <a:pt x="715" y="3299"/>
                    </a:cubicBezTo>
                    <a:cubicBezTo>
                      <a:pt x="762" y="3252"/>
                      <a:pt x="774" y="3169"/>
                      <a:pt x="715" y="3109"/>
                    </a:cubicBezTo>
                    <a:cubicBezTo>
                      <a:pt x="429" y="2776"/>
                      <a:pt x="286" y="2359"/>
                      <a:pt x="298" y="1906"/>
                    </a:cubicBezTo>
                    <a:cubicBezTo>
                      <a:pt x="346" y="1025"/>
                      <a:pt x="1060" y="299"/>
                      <a:pt x="1941" y="263"/>
                    </a:cubicBezTo>
                    <a:cubicBezTo>
                      <a:pt x="1969" y="262"/>
                      <a:pt x="1996" y="261"/>
                      <a:pt x="2024" y="261"/>
                    </a:cubicBezTo>
                    <a:cubicBezTo>
                      <a:pt x="2975" y="261"/>
                      <a:pt x="3762" y="1053"/>
                      <a:pt x="3739" y="2026"/>
                    </a:cubicBezTo>
                    <a:cubicBezTo>
                      <a:pt x="3727" y="2930"/>
                      <a:pt x="2977" y="3692"/>
                      <a:pt x="2072" y="3716"/>
                    </a:cubicBezTo>
                    <a:cubicBezTo>
                      <a:pt x="2050" y="3717"/>
                      <a:pt x="2027" y="3717"/>
                      <a:pt x="2005" y="3717"/>
                    </a:cubicBezTo>
                    <a:cubicBezTo>
                      <a:pt x="1717" y="3717"/>
                      <a:pt x="1423" y="3646"/>
                      <a:pt x="1191" y="3514"/>
                    </a:cubicBezTo>
                    <a:cubicBezTo>
                      <a:pt x="1167" y="3500"/>
                      <a:pt x="1144" y="3493"/>
                      <a:pt x="1121" y="3493"/>
                    </a:cubicBezTo>
                    <a:cubicBezTo>
                      <a:pt x="1086" y="3493"/>
                      <a:pt x="1053" y="3509"/>
                      <a:pt x="1024" y="3538"/>
                    </a:cubicBezTo>
                    <a:cubicBezTo>
                      <a:pt x="965" y="3597"/>
                      <a:pt x="989" y="3716"/>
                      <a:pt x="1060" y="3764"/>
                    </a:cubicBezTo>
                    <a:cubicBezTo>
                      <a:pt x="1339" y="3920"/>
                      <a:pt x="1660" y="4003"/>
                      <a:pt x="1993" y="4003"/>
                    </a:cubicBezTo>
                    <a:cubicBezTo>
                      <a:pt x="2015" y="4003"/>
                      <a:pt x="2038" y="4003"/>
                      <a:pt x="2060" y="4002"/>
                    </a:cubicBezTo>
                    <a:cubicBezTo>
                      <a:pt x="3108" y="3966"/>
                      <a:pt x="3989" y="3121"/>
                      <a:pt x="4025" y="2061"/>
                    </a:cubicBezTo>
                    <a:cubicBezTo>
                      <a:pt x="4060" y="939"/>
                      <a:pt x="3142" y="0"/>
                      <a:pt x="2016" y="0"/>
                    </a:cubicBezTo>
                    <a:close/>
                  </a:path>
                </a:pathLst>
              </a:custGeom>
              <a:solidFill>
                <a:srgbClr val="657E9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137" name="Google Shape;4137;p137"/>
              <p:cNvSpPr/>
              <p:nvPr/>
            </p:nvSpPr>
            <p:spPr>
              <a:xfrm>
                <a:off x="4156778" y="3054678"/>
                <a:ext cx="68238" cy="68270"/>
              </a:xfrm>
              <a:custGeom>
                <a:rect b="b" l="l" r="r" t="t"/>
                <a:pathLst>
                  <a:path extrusionOk="0" h="2145" w="2144">
                    <a:moveTo>
                      <a:pt x="1072" y="1"/>
                    </a:moveTo>
                    <a:cubicBezTo>
                      <a:pt x="477" y="1"/>
                      <a:pt x="1" y="477"/>
                      <a:pt x="1" y="1073"/>
                    </a:cubicBezTo>
                    <a:cubicBezTo>
                      <a:pt x="1" y="1668"/>
                      <a:pt x="477" y="2144"/>
                      <a:pt x="1072" y="2144"/>
                    </a:cubicBezTo>
                    <a:cubicBezTo>
                      <a:pt x="1668" y="2144"/>
                      <a:pt x="2144" y="1668"/>
                      <a:pt x="2144" y="1073"/>
                    </a:cubicBezTo>
                    <a:cubicBezTo>
                      <a:pt x="2132" y="977"/>
                      <a:pt x="2073" y="918"/>
                      <a:pt x="2001" y="918"/>
                    </a:cubicBezTo>
                    <a:cubicBezTo>
                      <a:pt x="1918" y="918"/>
                      <a:pt x="1858" y="977"/>
                      <a:pt x="1858" y="1049"/>
                    </a:cubicBezTo>
                    <a:cubicBezTo>
                      <a:pt x="1858" y="1489"/>
                      <a:pt x="1501" y="1846"/>
                      <a:pt x="1072" y="1846"/>
                    </a:cubicBezTo>
                    <a:cubicBezTo>
                      <a:pt x="644" y="1846"/>
                      <a:pt x="287" y="1489"/>
                      <a:pt x="287" y="1049"/>
                    </a:cubicBezTo>
                    <a:cubicBezTo>
                      <a:pt x="287" y="620"/>
                      <a:pt x="644" y="263"/>
                      <a:pt x="1072" y="263"/>
                    </a:cubicBezTo>
                    <a:cubicBezTo>
                      <a:pt x="1144" y="263"/>
                      <a:pt x="1203" y="203"/>
                      <a:pt x="1203" y="132"/>
                    </a:cubicBezTo>
                    <a:cubicBezTo>
                      <a:pt x="1203" y="60"/>
                      <a:pt x="1144" y="1"/>
                      <a:pt x="1072" y="1"/>
                    </a:cubicBezTo>
                    <a:close/>
                  </a:path>
                </a:pathLst>
              </a:custGeom>
              <a:solidFill>
                <a:srgbClr val="657E9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138" name="Google Shape;4138;p137"/>
              <p:cNvSpPr/>
              <p:nvPr/>
            </p:nvSpPr>
            <p:spPr>
              <a:xfrm>
                <a:off x="4198090" y="3060375"/>
                <a:ext cx="20879" cy="20879"/>
              </a:xfrm>
              <a:custGeom>
                <a:rect b="b" l="l" r="r" t="t"/>
                <a:pathLst>
                  <a:path extrusionOk="0" h="656" w="656">
                    <a:moveTo>
                      <a:pt x="322" y="1"/>
                    </a:moveTo>
                    <a:cubicBezTo>
                      <a:pt x="143" y="1"/>
                      <a:pt x="1" y="143"/>
                      <a:pt x="1" y="322"/>
                    </a:cubicBezTo>
                    <a:cubicBezTo>
                      <a:pt x="1" y="501"/>
                      <a:pt x="143" y="655"/>
                      <a:pt x="322" y="655"/>
                    </a:cubicBezTo>
                    <a:cubicBezTo>
                      <a:pt x="501" y="655"/>
                      <a:pt x="655" y="501"/>
                      <a:pt x="655" y="322"/>
                    </a:cubicBezTo>
                    <a:cubicBezTo>
                      <a:pt x="655" y="143"/>
                      <a:pt x="501" y="1"/>
                      <a:pt x="322" y="1"/>
                    </a:cubicBezTo>
                    <a:close/>
                  </a:path>
                </a:pathLst>
              </a:custGeom>
              <a:solidFill>
                <a:srgbClr val="657E9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cxnSp>
          <p:nvCxnSpPr>
            <p:cNvPr id="4139" name="Google Shape;4139;p137"/>
            <p:cNvCxnSpPr>
              <a:stCxn id="4088" idx="0"/>
            </p:cNvCxnSpPr>
            <p:nvPr/>
          </p:nvCxnSpPr>
          <p:spPr>
            <a:xfrm flipH="1" rot="10800000">
              <a:off x="2043301" y="1841523"/>
              <a:ext cx="1800" cy="207600"/>
            </a:xfrm>
            <a:prstGeom prst="straightConnector1">
              <a:avLst/>
            </a:prstGeom>
            <a:noFill/>
            <a:ln cap="flat" cmpd="sng" w="9525">
              <a:solidFill>
                <a:srgbClr val="2F293A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4140" name="Google Shape;4140;p137"/>
            <p:cNvCxnSpPr/>
            <p:nvPr/>
          </p:nvCxnSpPr>
          <p:spPr>
            <a:xfrm rot="10800000">
              <a:off x="1571950" y="2034550"/>
              <a:ext cx="153000" cy="153000"/>
            </a:xfrm>
            <a:prstGeom prst="straightConnector1">
              <a:avLst/>
            </a:prstGeom>
            <a:noFill/>
            <a:ln cap="flat" cmpd="sng" w="9525">
              <a:solidFill>
                <a:srgbClr val="2F293A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4141" name="Google Shape;4141;p137"/>
            <p:cNvCxnSpPr/>
            <p:nvPr/>
          </p:nvCxnSpPr>
          <p:spPr>
            <a:xfrm rot="10800000">
              <a:off x="1363150" y="2531450"/>
              <a:ext cx="188100" cy="0"/>
            </a:xfrm>
            <a:prstGeom prst="straightConnector1">
              <a:avLst/>
            </a:prstGeom>
            <a:noFill/>
            <a:ln cap="flat" cmpd="sng" w="9525">
              <a:solidFill>
                <a:srgbClr val="2F293A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4142" name="Google Shape;4142;p137"/>
            <p:cNvCxnSpPr>
              <a:stCxn id="4088" idx="2"/>
              <a:endCxn id="4113" idx="0"/>
            </p:cNvCxnSpPr>
            <p:nvPr/>
          </p:nvCxnSpPr>
          <p:spPr>
            <a:xfrm>
              <a:off x="2043301" y="3016166"/>
              <a:ext cx="0" cy="162300"/>
            </a:xfrm>
            <a:prstGeom prst="straightConnector1">
              <a:avLst/>
            </a:prstGeom>
            <a:noFill/>
            <a:ln cap="flat" cmpd="sng" w="9525">
              <a:solidFill>
                <a:srgbClr val="2F293A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4143" name="Google Shape;4143;p137"/>
            <p:cNvCxnSpPr/>
            <p:nvPr/>
          </p:nvCxnSpPr>
          <p:spPr>
            <a:xfrm flipH="1">
              <a:off x="1560400" y="2869700"/>
              <a:ext cx="133200" cy="133200"/>
            </a:xfrm>
            <a:prstGeom prst="straightConnector1">
              <a:avLst/>
            </a:prstGeom>
            <a:noFill/>
            <a:ln cap="flat" cmpd="sng" w="9525">
              <a:solidFill>
                <a:srgbClr val="2F293A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grpSp>
        <p:nvGrpSpPr>
          <p:cNvPr id="4144" name="Google Shape;4144;p137"/>
          <p:cNvGrpSpPr/>
          <p:nvPr/>
        </p:nvGrpSpPr>
        <p:grpSpPr>
          <a:xfrm>
            <a:off x="2620300" y="830525"/>
            <a:ext cx="2020500" cy="2736945"/>
            <a:chOff x="2391700" y="1041125"/>
            <a:chExt cx="2020500" cy="2736945"/>
          </a:xfrm>
        </p:grpSpPr>
        <p:grpSp>
          <p:nvGrpSpPr>
            <p:cNvPr id="4145" name="Google Shape;4145;p137"/>
            <p:cNvGrpSpPr/>
            <p:nvPr/>
          </p:nvGrpSpPr>
          <p:grpSpPr>
            <a:xfrm>
              <a:off x="3307900" y="3497366"/>
              <a:ext cx="201692" cy="280704"/>
              <a:chOff x="5388757" y="2414659"/>
              <a:chExt cx="260349" cy="362292"/>
            </a:xfrm>
          </p:grpSpPr>
          <p:sp>
            <p:nvSpPr>
              <p:cNvPr id="4146" name="Google Shape;4146;p137"/>
              <p:cNvSpPr/>
              <p:nvPr/>
            </p:nvSpPr>
            <p:spPr>
              <a:xfrm>
                <a:off x="5388757" y="2414659"/>
                <a:ext cx="260349" cy="362292"/>
              </a:xfrm>
              <a:custGeom>
                <a:rect b="b" l="l" r="r" t="t"/>
                <a:pathLst>
                  <a:path extrusionOk="0" h="11383" w="8180">
                    <a:moveTo>
                      <a:pt x="4096" y="322"/>
                    </a:moveTo>
                    <a:cubicBezTo>
                      <a:pt x="4286" y="322"/>
                      <a:pt x="4465" y="429"/>
                      <a:pt x="4572" y="596"/>
                    </a:cubicBezTo>
                    <a:cubicBezTo>
                      <a:pt x="4608" y="643"/>
                      <a:pt x="4655" y="679"/>
                      <a:pt x="4727" y="679"/>
                    </a:cubicBezTo>
                    <a:lnTo>
                      <a:pt x="5358" y="679"/>
                    </a:lnTo>
                    <a:cubicBezTo>
                      <a:pt x="5465" y="679"/>
                      <a:pt x="5548" y="774"/>
                      <a:pt x="5548" y="881"/>
                    </a:cubicBezTo>
                    <a:lnTo>
                      <a:pt x="5548" y="1429"/>
                    </a:lnTo>
                    <a:lnTo>
                      <a:pt x="2679" y="1429"/>
                    </a:lnTo>
                    <a:lnTo>
                      <a:pt x="2679" y="881"/>
                    </a:lnTo>
                    <a:lnTo>
                      <a:pt x="2643" y="881"/>
                    </a:lnTo>
                    <a:cubicBezTo>
                      <a:pt x="2643" y="774"/>
                      <a:pt x="2727" y="679"/>
                      <a:pt x="2834" y="679"/>
                    </a:cubicBezTo>
                    <a:lnTo>
                      <a:pt x="3465" y="679"/>
                    </a:lnTo>
                    <a:cubicBezTo>
                      <a:pt x="3536" y="679"/>
                      <a:pt x="3584" y="655"/>
                      <a:pt x="3620" y="596"/>
                    </a:cubicBezTo>
                    <a:cubicBezTo>
                      <a:pt x="3727" y="417"/>
                      <a:pt x="3905" y="322"/>
                      <a:pt x="4096" y="322"/>
                    </a:cubicBezTo>
                    <a:close/>
                    <a:moveTo>
                      <a:pt x="7477" y="1036"/>
                    </a:moveTo>
                    <a:cubicBezTo>
                      <a:pt x="7680" y="1036"/>
                      <a:pt x="7846" y="1203"/>
                      <a:pt x="7846" y="1417"/>
                    </a:cubicBezTo>
                    <a:lnTo>
                      <a:pt x="7846" y="10680"/>
                    </a:lnTo>
                    <a:lnTo>
                      <a:pt x="7834" y="10680"/>
                    </a:lnTo>
                    <a:cubicBezTo>
                      <a:pt x="7834" y="10895"/>
                      <a:pt x="7668" y="11061"/>
                      <a:pt x="7465" y="11061"/>
                    </a:cubicBezTo>
                    <a:lnTo>
                      <a:pt x="691" y="11061"/>
                    </a:lnTo>
                    <a:cubicBezTo>
                      <a:pt x="476" y="11061"/>
                      <a:pt x="322" y="10895"/>
                      <a:pt x="322" y="10680"/>
                    </a:cubicBezTo>
                    <a:lnTo>
                      <a:pt x="322" y="1417"/>
                    </a:lnTo>
                    <a:cubicBezTo>
                      <a:pt x="322" y="1203"/>
                      <a:pt x="476" y="1036"/>
                      <a:pt x="691" y="1036"/>
                    </a:cubicBezTo>
                    <a:lnTo>
                      <a:pt x="2310" y="1036"/>
                    </a:lnTo>
                    <a:lnTo>
                      <a:pt x="2310" y="1596"/>
                    </a:lnTo>
                    <a:cubicBezTo>
                      <a:pt x="2310" y="1679"/>
                      <a:pt x="2381" y="1751"/>
                      <a:pt x="2477" y="1751"/>
                    </a:cubicBezTo>
                    <a:lnTo>
                      <a:pt x="5691" y="1751"/>
                    </a:lnTo>
                    <a:cubicBezTo>
                      <a:pt x="5775" y="1751"/>
                      <a:pt x="5846" y="1679"/>
                      <a:pt x="5846" y="1596"/>
                    </a:cubicBezTo>
                    <a:lnTo>
                      <a:pt x="5846" y="1036"/>
                    </a:lnTo>
                    <a:close/>
                    <a:moveTo>
                      <a:pt x="4084" y="0"/>
                    </a:moveTo>
                    <a:cubicBezTo>
                      <a:pt x="3798" y="0"/>
                      <a:pt x="3548" y="131"/>
                      <a:pt x="3381" y="358"/>
                    </a:cubicBezTo>
                    <a:lnTo>
                      <a:pt x="2834" y="358"/>
                    </a:lnTo>
                    <a:cubicBezTo>
                      <a:pt x="2608" y="358"/>
                      <a:pt x="2393" y="500"/>
                      <a:pt x="2346" y="715"/>
                    </a:cubicBezTo>
                    <a:lnTo>
                      <a:pt x="703" y="715"/>
                    </a:lnTo>
                    <a:cubicBezTo>
                      <a:pt x="322" y="715"/>
                      <a:pt x="0" y="1024"/>
                      <a:pt x="0" y="1417"/>
                    </a:cubicBezTo>
                    <a:lnTo>
                      <a:pt x="0" y="10680"/>
                    </a:lnTo>
                    <a:cubicBezTo>
                      <a:pt x="0" y="11073"/>
                      <a:pt x="310" y="11383"/>
                      <a:pt x="703" y="11383"/>
                    </a:cubicBezTo>
                    <a:lnTo>
                      <a:pt x="7477" y="11383"/>
                    </a:lnTo>
                    <a:cubicBezTo>
                      <a:pt x="7858" y="11383"/>
                      <a:pt x="8180" y="11073"/>
                      <a:pt x="8180" y="10680"/>
                    </a:cubicBezTo>
                    <a:lnTo>
                      <a:pt x="8180" y="1417"/>
                    </a:lnTo>
                    <a:cubicBezTo>
                      <a:pt x="8156" y="1024"/>
                      <a:pt x="7846" y="715"/>
                      <a:pt x="7465" y="715"/>
                    </a:cubicBezTo>
                    <a:lnTo>
                      <a:pt x="5822" y="715"/>
                    </a:lnTo>
                    <a:cubicBezTo>
                      <a:pt x="5751" y="500"/>
                      <a:pt x="5560" y="358"/>
                      <a:pt x="5334" y="358"/>
                    </a:cubicBezTo>
                    <a:lnTo>
                      <a:pt x="4786" y="358"/>
                    </a:lnTo>
                    <a:cubicBezTo>
                      <a:pt x="4620" y="131"/>
                      <a:pt x="4346" y="0"/>
                      <a:pt x="4084" y="0"/>
                    </a:cubicBezTo>
                    <a:close/>
                  </a:path>
                </a:pathLst>
              </a:custGeom>
              <a:solidFill>
                <a:srgbClr val="657E9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147" name="Google Shape;4147;p137"/>
              <p:cNvSpPr/>
              <p:nvPr/>
            </p:nvSpPr>
            <p:spPr>
              <a:xfrm>
                <a:off x="5513425" y="2437384"/>
                <a:ext cx="10248" cy="10280"/>
              </a:xfrm>
              <a:custGeom>
                <a:rect b="b" l="l" r="r" t="t"/>
                <a:pathLst>
                  <a:path extrusionOk="0" h="323" w="322">
                    <a:moveTo>
                      <a:pt x="167" y="1"/>
                    </a:moveTo>
                    <a:cubicBezTo>
                      <a:pt x="72" y="1"/>
                      <a:pt x="0" y="72"/>
                      <a:pt x="0" y="167"/>
                    </a:cubicBezTo>
                    <a:cubicBezTo>
                      <a:pt x="0" y="251"/>
                      <a:pt x="72" y="322"/>
                      <a:pt x="167" y="322"/>
                    </a:cubicBezTo>
                    <a:cubicBezTo>
                      <a:pt x="250" y="322"/>
                      <a:pt x="322" y="251"/>
                      <a:pt x="322" y="167"/>
                    </a:cubicBezTo>
                    <a:cubicBezTo>
                      <a:pt x="322" y="72"/>
                      <a:pt x="250" y="1"/>
                      <a:pt x="167" y="1"/>
                    </a:cubicBezTo>
                    <a:close/>
                  </a:path>
                </a:pathLst>
              </a:custGeom>
              <a:solidFill>
                <a:srgbClr val="657E9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148" name="Google Shape;4148;p137"/>
              <p:cNvSpPr/>
              <p:nvPr/>
            </p:nvSpPr>
            <p:spPr>
              <a:xfrm>
                <a:off x="5411100" y="2460140"/>
                <a:ext cx="214517" cy="283106"/>
              </a:xfrm>
              <a:custGeom>
                <a:rect b="b" l="l" r="r" t="t"/>
                <a:pathLst>
                  <a:path extrusionOk="0" h="8895" w="6740">
                    <a:moveTo>
                      <a:pt x="5692" y="0"/>
                    </a:moveTo>
                    <a:cubicBezTo>
                      <a:pt x="5596" y="0"/>
                      <a:pt x="5525" y="72"/>
                      <a:pt x="5525" y="167"/>
                    </a:cubicBezTo>
                    <a:cubicBezTo>
                      <a:pt x="5525" y="250"/>
                      <a:pt x="5596" y="322"/>
                      <a:pt x="5692" y="322"/>
                    </a:cubicBezTo>
                    <a:lnTo>
                      <a:pt x="6418" y="322"/>
                    </a:lnTo>
                    <a:lnTo>
                      <a:pt x="6418" y="8561"/>
                    </a:lnTo>
                    <a:lnTo>
                      <a:pt x="334" y="8561"/>
                    </a:lnTo>
                    <a:lnTo>
                      <a:pt x="334" y="345"/>
                    </a:lnTo>
                    <a:lnTo>
                      <a:pt x="1060" y="345"/>
                    </a:lnTo>
                    <a:cubicBezTo>
                      <a:pt x="1144" y="345"/>
                      <a:pt x="1227" y="262"/>
                      <a:pt x="1227" y="179"/>
                    </a:cubicBezTo>
                    <a:cubicBezTo>
                      <a:pt x="1227" y="83"/>
                      <a:pt x="1144" y="12"/>
                      <a:pt x="1060" y="12"/>
                    </a:cubicBezTo>
                    <a:lnTo>
                      <a:pt x="167" y="12"/>
                    </a:lnTo>
                    <a:cubicBezTo>
                      <a:pt x="72" y="12"/>
                      <a:pt x="1" y="83"/>
                      <a:pt x="1" y="179"/>
                    </a:cubicBezTo>
                    <a:lnTo>
                      <a:pt x="1" y="8739"/>
                    </a:lnTo>
                    <a:cubicBezTo>
                      <a:pt x="1" y="8823"/>
                      <a:pt x="72" y="8894"/>
                      <a:pt x="167" y="8894"/>
                    </a:cubicBezTo>
                    <a:lnTo>
                      <a:pt x="6585" y="8894"/>
                    </a:lnTo>
                    <a:cubicBezTo>
                      <a:pt x="6668" y="8894"/>
                      <a:pt x="6739" y="8823"/>
                      <a:pt x="6739" y="8739"/>
                    </a:cubicBezTo>
                    <a:lnTo>
                      <a:pt x="6739" y="179"/>
                    </a:lnTo>
                    <a:cubicBezTo>
                      <a:pt x="6739" y="72"/>
                      <a:pt x="6668" y="0"/>
                      <a:pt x="6585" y="0"/>
                    </a:cubicBezTo>
                    <a:close/>
                  </a:path>
                </a:pathLst>
              </a:custGeom>
              <a:solidFill>
                <a:srgbClr val="657E9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149" name="Google Shape;4149;p137"/>
              <p:cNvSpPr/>
              <p:nvPr/>
            </p:nvSpPr>
            <p:spPr>
              <a:xfrm>
                <a:off x="5439904" y="2488562"/>
                <a:ext cx="78837" cy="106495"/>
              </a:xfrm>
              <a:custGeom>
                <a:rect b="b" l="l" r="r" t="t"/>
                <a:pathLst>
                  <a:path extrusionOk="0" h="3346" w="2477">
                    <a:moveTo>
                      <a:pt x="1405" y="322"/>
                    </a:moveTo>
                    <a:cubicBezTo>
                      <a:pt x="1608" y="322"/>
                      <a:pt x="1774" y="488"/>
                      <a:pt x="1774" y="703"/>
                    </a:cubicBezTo>
                    <a:lnTo>
                      <a:pt x="1774" y="1060"/>
                    </a:lnTo>
                    <a:cubicBezTo>
                      <a:pt x="1774" y="1357"/>
                      <a:pt x="1536" y="1607"/>
                      <a:pt x="1227" y="1607"/>
                    </a:cubicBezTo>
                    <a:cubicBezTo>
                      <a:pt x="929" y="1607"/>
                      <a:pt x="679" y="1357"/>
                      <a:pt x="679" y="1060"/>
                    </a:cubicBezTo>
                    <a:lnTo>
                      <a:pt x="679" y="703"/>
                    </a:lnTo>
                    <a:cubicBezTo>
                      <a:pt x="679" y="488"/>
                      <a:pt x="834" y="322"/>
                      <a:pt x="1048" y="322"/>
                    </a:cubicBezTo>
                    <a:close/>
                    <a:moveTo>
                      <a:pt x="1417" y="1905"/>
                    </a:moveTo>
                    <a:lnTo>
                      <a:pt x="1417" y="2012"/>
                    </a:lnTo>
                    <a:cubicBezTo>
                      <a:pt x="1417" y="2084"/>
                      <a:pt x="1429" y="2143"/>
                      <a:pt x="1465" y="2191"/>
                    </a:cubicBezTo>
                    <a:lnTo>
                      <a:pt x="1239" y="2405"/>
                    </a:lnTo>
                    <a:lnTo>
                      <a:pt x="1215" y="2405"/>
                    </a:lnTo>
                    <a:lnTo>
                      <a:pt x="989" y="2191"/>
                    </a:lnTo>
                    <a:cubicBezTo>
                      <a:pt x="1012" y="2143"/>
                      <a:pt x="1036" y="2084"/>
                      <a:pt x="1036" y="2012"/>
                    </a:cubicBezTo>
                    <a:lnTo>
                      <a:pt x="1036" y="1905"/>
                    </a:lnTo>
                    <a:cubicBezTo>
                      <a:pt x="1096" y="1917"/>
                      <a:pt x="1155" y="1917"/>
                      <a:pt x="1227" y="1917"/>
                    </a:cubicBezTo>
                    <a:cubicBezTo>
                      <a:pt x="1286" y="1917"/>
                      <a:pt x="1358" y="1917"/>
                      <a:pt x="1417" y="1905"/>
                    </a:cubicBezTo>
                    <a:close/>
                    <a:moveTo>
                      <a:pt x="1703" y="2393"/>
                    </a:moveTo>
                    <a:lnTo>
                      <a:pt x="1989" y="2548"/>
                    </a:lnTo>
                    <a:cubicBezTo>
                      <a:pt x="2048" y="2572"/>
                      <a:pt x="2084" y="2643"/>
                      <a:pt x="2084" y="2703"/>
                    </a:cubicBezTo>
                    <a:lnTo>
                      <a:pt x="2084" y="3024"/>
                    </a:lnTo>
                    <a:lnTo>
                      <a:pt x="2120" y="3024"/>
                    </a:lnTo>
                    <a:lnTo>
                      <a:pt x="322" y="3036"/>
                    </a:lnTo>
                    <a:cubicBezTo>
                      <a:pt x="322" y="3036"/>
                      <a:pt x="298" y="3036"/>
                      <a:pt x="298" y="3024"/>
                    </a:cubicBezTo>
                    <a:lnTo>
                      <a:pt x="298" y="2703"/>
                    </a:lnTo>
                    <a:cubicBezTo>
                      <a:pt x="298" y="2631"/>
                      <a:pt x="346" y="2572"/>
                      <a:pt x="405" y="2548"/>
                    </a:cubicBezTo>
                    <a:lnTo>
                      <a:pt x="691" y="2393"/>
                    </a:lnTo>
                    <a:lnTo>
                      <a:pt x="953" y="2667"/>
                    </a:lnTo>
                    <a:cubicBezTo>
                      <a:pt x="1012" y="2715"/>
                      <a:pt x="1108" y="2762"/>
                      <a:pt x="1191" y="2762"/>
                    </a:cubicBezTo>
                    <a:cubicBezTo>
                      <a:pt x="1286" y="2762"/>
                      <a:pt x="1370" y="2738"/>
                      <a:pt x="1429" y="2667"/>
                    </a:cubicBezTo>
                    <a:lnTo>
                      <a:pt x="1703" y="2393"/>
                    </a:lnTo>
                    <a:close/>
                    <a:moveTo>
                      <a:pt x="1048" y="0"/>
                    </a:moveTo>
                    <a:cubicBezTo>
                      <a:pt x="655" y="0"/>
                      <a:pt x="346" y="310"/>
                      <a:pt x="346" y="703"/>
                    </a:cubicBezTo>
                    <a:lnTo>
                      <a:pt x="346" y="1060"/>
                    </a:lnTo>
                    <a:cubicBezTo>
                      <a:pt x="346" y="1334"/>
                      <a:pt x="477" y="1607"/>
                      <a:pt x="703" y="1750"/>
                    </a:cubicBezTo>
                    <a:lnTo>
                      <a:pt x="703" y="2012"/>
                    </a:lnTo>
                    <a:lnTo>
                      <a:pt x="703" y="2024"/>
                    </a:lnTo>
                    <a:lnTo>
                      <a:pt x="286" y="2227"/>
                    </a:lnTo>
                    <a:cubicBezTo>
                      <a:pt x="108" y="2322"/>
                      <a:pt x="0" y="2500"/>
                      <a:pt x="0" y="2691"/>
                    </a:cubicBezTo>
                    <a:lnTo>
                      <a:pt x="0" y="3000"/>
                    </a:lnTo>
                    <a:cubicBezTo>
                      <a:pt x="0" y="3203"/>
                      <a:pt x="155" y="3346"/>
                      <a:pt x="346" y="3346"/>
                    </a:cubicBezTo>
                    <a:lnTo>
                      <a:pt x="2132" y="3346"/>
                    </a:lnTo>
                    <a:cubicBezTo>
                      <a:pt x="2322" y="3346"/>
                      <a:pt x="2477" y="3203"/>
                      <a:pt x="2477" y="3000"/>
                    </a:cubicBezTo>
                    <a:lnTo>
                      <a:pt x="2477" y="2691"/>
                    </a:lnTo>
                    <a:cubicBezTo>
                      <a:pt x="2465" y="2500"/>
                      <a:pt x="2334" y="2322"/>
                      <a:pt x="2167" y="2227"/>
                    </a:cubicBezTo>
                    <a:lnTo>
                      <a:pt x="1751" y="2024"/>
                    </a:lnTo>
                    <a:lnTo>
                      <a:pt x="1751" y="2012"/>
                    </a:lnTo>
                    <a:lnTo>
                      <a:pt x="1751" y="1750"/>
                    </a:lnTo>
                    <a:cubicBezTo>
                      <a:pt x="1965" y="1595"/>
                      <a:pt x="2108" y="1334"/>
                      <a:pt x="2108" y="1060"/>
                    </a:cubicBezTo>
                    <a:lnTo>
                      <a:pt x="2108" y="703"/>
                    </a:lnTo>
                    <a:cubicBezTo>
                      <a:pt x="2108" y="310"/>
                      <a:pt x="1786" y="0"/>
                      <a:pt x="1405" y="0"/>
                    </a:cubicBezTo>
                    <a:close/>
                  </a:path>
                </a:pathLst>
              </a:custGeom>
              <a:solidFill>
                <a:srgbClr val="657E9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150" name="Google Shape;4150;p137"/>
              <p:cNvSpPr/>
              <p:nvPr/>
            </p:nvSpPr>
            <p:spPr>
              <a:xfrm>
                <a:off x="5530103" y="2494228"/>
                <a:ext cx="67856" cy="33005"/>
              </a:xfrm>
              <a:custGeom>
                <a:rect b="b" l="l" r="r" t="t"/>
                <a:pathLst>
                  <a:path extrusionOk="0" h="1037" w="2132">
                    <a:moveTo>
                      <a:pt x="1786" y="346"/>
                    </a:moveTo>
                    <a:lnTo>
                      <a:pt x="1786" y="715"/>
                    </a:lnTo>
                    <a:lnTo>
                      <a:pt x="345" y="715"/>
                    </a:lnTo>
                    <a:lnTo>
                      <a:pt x="345" y="346"/>
                    </a:lnTo>
                    <a:close/>
                    <a:moveTo>
                      <a:pt x="167" y="1"/>
                    </a:moveTo>
                    <a:cubicBezTo>
                      <a:pt x="72" y="1"/>
                      <a:pt x="0" y="72"/>
                      <a:pt x="0" y="167"/>
                    </a:cubicBezTo>
                    <a:lnTo>
                      <a:pt x="0" y="882"/>
                    </a:lnTo>
                    <a:cubicBezTo>
                      <a:pt x="0" y="965"/>
                      <a:pt x="72" y="1036"/>
                      <a:pt x="167" y="1036"/>
                    </a:cubicBezTo>
                    <a:lnTo>
                      <a:pt x="1953" y="1036"/>
                    </a:lnTo>
                    <a:cubicBezTo>
                      <a:pt x="2036" y="1036"/>
                      <a:pt x="2107" y="965"/>
                      <a:pt x="2107" y="882"/>
                    </a:cubicBezTo>
                    <a:lnTo>
                      <a:pt x="2107" y="167"/>
                    </a:lnTo>
                    <a:cubicBezTo>
                      <a:pt x="2131" y="72"/>
                      <a:pt x="2048" y="1"/>
                      <a:pt x="1953" y="1"/>
                    </a:cubicBezTo>
                    <a:close/>
                  </a:path>
                </a:pathLst>
              </a:custGeom>
              <a:solidFill>
                <a:srgbClr val="657E9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151" name="Google Shape;4151;p137"/>
              <p:cNvSpPr/>
              <p:nvPr/>
            </p:nvSpPr>
            <p:spPr>
              <a:xfrm>
                <a:off x="5530103" y="2539709"/>
                <a:ext cx="67092" cy="10248"/>
              </a:xfrm>
              <a:custGeom>
                <a:rect b="b" l="l" r="r" t="t"/>
                <a:pathLst>
                  <a:path extrusionOk="0" h="322" w="2108">
                    <a:moveTo>
                      <a:pt x="167" y="0"/>
                    </a:moveTo>
                    <a:cubicBezTo>
                      <a:pt x="72" y="0"/>
                      <a:pt x="0" y="72"/>
                      <a:pt x="0" y="167"/>
                    </a:cubicBezTo>
                    <a:cubicBezTo>
                      <a:pt x="0" y="250"/>
                      <a:pt x="72" y="322"/>
                      <a:pt x="167" y="322"/>
                    </a:cubicBezTo>
                    <a:lnTo>
                      <a:pt x="1953" y="322"/>
                    </a:lnTo>
                    <a:cubicBezTo>
                      <a:pt x="2036" y="322"/>
                      <a:pt x="2107" y="250"/>
                      <a:pt x="2107" y="167"/>
                    </a:cubicBezTo>
                    <a:cubicBezTo>
                      <a:pt x="2107" y="72"/>
                      <a:pt x="2048" y="0"/>
                      <a:pt x="1953" y="0"/>
                    </a:cubicBezTo>
                    <a:close/>
                  </a:path>
                </a:pathLst>
              </a:custGeom>
              <a:solidFill>
                <a:srgbClr val="657E9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152" name="Google Shape;4152;p137"/>
              <p:cNvSpPr/>
              <p:nvPr/>
            </p:nvSpPr>
            <p:spPr>
              <a:xfrm>
                <a:off x="5530103" y="2562434"/>
                <a:ext cx="32973" cy="10280"/>
              </a:xfrm>
              <a:custGeom>
                <a:rect b="b" l="l" r="r" t="t"/>
                <a:pathLst>
                  <a:path extrusionOk="0" h="323" w="1036">
                    <a:moveTo>
                      <a:pt x="167" y="1"/>
                    </a:moveTo>
                    <a:cubicBezTo>
                      <a:pt x="72" y="1"/>
                      <a:pt x="0" y="72"/>
                      <a:pt x="0" y="167"/>
                    </a:cubicBezTo>
                    <a:cubicBezTo>
                      <a:pt x="0" y="251"/>
                      <a:pt x="72" y="322"/>
                      <a:pt x="167" y="322"/>
                    </a:cubicBezTo>
                    <a:lnTo>
                      <a:pt x="881" y="322"/>
                    </a:lnTo>
                    <a:cubicBezTo>
                      <a:pt x="964" y="322"/>
                      <a:pt x="1036" y="251"/>
                      <a:pt x="1036" y="167"/>
                    </a:cubicBezTo>
                    <a:cubicBezTo>
                      <a:pt x="1036" y="72"/>
                      <a:pt x="976" y="1"/>
                      <a:pt x="881" y="1"/>
                    </a:cubicBezTo>
                    <a:close/>
                  </a:path>
                </a:pathLst>
              </a:custGeom>
              <a:solidFill>
                <a:srgbClr val="657E9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153" name="Google Shape;4153;p137"/>
              <p:cNvSpPr/>
              <p:nvPr/>
            </p:nvSpPr>
            <p:spPr>
              <a:xfrm>
                <a:off x="5439522" y="2607534"/>
                <a:ext cx="158437" cy="10280"/>
              </a:xfrm>
              <a:custGeom>
                <a:rect b="b" l="l" r="r" t="t"/>
                <a:pathLst>
                  <a:path extrusionOk="0" h="323" w="4978">
                    <a:moveTo>
                      <a:pt x="167" y="1"/>
                    </a:moveTo>
                    <a:cubicBezTo>
                      <a:pt x="72" y="1"/>
                      <a:pt x="0" y="72"/>
                      <a:pt x="0" y="155"/>
                    </a:cubicBezTo>
                    <a:cubicBezTo>
                      <a:pt x="0" y="251"/>
                      <a:pt x="72" y="322"/>
                      <a:pt x="167" y="322"/>
                    </a:cubicBezTo>
                    <a:lnTo>
                      <a:pt x="4799" y="322"/>
                    </a:lnTo>
                    <a:cubicBezTo>
                      <a:pt x="4882" y="322"/>
                      <a:pt x="4953" y="251"/>
                      <a:pt x="4953" y="155"/>
                    </a:cubicBezTo>
                    <a:cubicBezTo>
                      <a:pt x="4977" y="72"/>
                      <a:pt x="4894" y="1"/>
                      <a:pt x="4799" y="1"/>
                    </a:cubicBezTo>
                    <a:close/>
                  </a:path>
                </a:pathLst>
              </a:custGeom>
              <a:solidFill>
                <a:srgbClr val="657E9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154" name="Google Shape;4154;p137"/>
              <p:cNvSpPr/>
              <p:nvPr/>
            </p:nvSpPr>
            <p:spPr>
              <a:xfrm>
                <a:off x="5439522" y="2630258"/>
                <a:ext cx="22025" cy="10280"/>
              </a:xfrm>
              <a:custGeom>
                <a:rect b="b" l="l" r="r" t="t"/>
                <a:pathLst>
                  <a:path extrusionOk="0" h="323" w="692">
                    <a:moveTo>
                      <a:pt x="167" y="1"/>
                    </a:moveTo>
                    <a:cubicBezTo>
                      <a:pt x="72" y="1"/>
                      <a:pt x="0" y="72"/>
                      <a:pt x="0" y="156"/>
                    </a:cubicBezTo>
                    <a:cubicBezTo>
                      <a:pt x="0" y="251"/>
                      <a:pt x="72" y="322"/>
                      <a:pt x="167" y="322"/>
                    </a:cubicBezTo>
                    <a:lnTo>
                      <a:pt x="524" y="322"/>
                    </a:lnTo>
                    <a:cubicBezTo>
                      <a:pt x="608" y="322"/>
                      <a:pt x="679" y="251"/>
                      <a:pt x="679" y="156"/>
                    </a:cubicBezTo>
                    <a:cubicBezTo>
                      <a:pt x="691" y="72"/>
                      <a:pt x="608" y="1"/>
                      <a:pt x="524" y="1"/>
                    </a:cubicBezTo>
                    <a:close/>
                  </a:path>
                </a:pathLst>
              </a:custGeom>
              <a:solidFill>
                <a:srgbClr val="657E9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155" name="Google Shape;4155;p137"/>
              <p:cNvSpPr/>
              <p:nvPr/>
            </p:nvSpPr>
            <p:spPr>
              <a:xfrm>
                <a:off x="5439522" y="2698497"/>
                <a:ext cx="22025" cy="10248"/>
              </a:xfrm>
              <a:custGeom>
                <a:rect b="b" l="l" r="r" t="t"/>
                <a:pathLst>
                  <a:path extrusionOk="0" h="322" w="692">
                    <a:moveTo>
                      <a:pt x="167" y="0"/>
                    </a:moveTo>
                    <a:cubicBezTo>
                      <a:pt x="72" y="0"/>
                      <a:pt x="0" y="72"/>
                      <a:pt x="0" y="155"/>
                    </a:cubicBezTo>
                    <a:cubicBezTo>
                      <a:pt x="0" y="250"/>
                      <a:pt x="72" y="322"/>
                      <a:pt x="167" y="322"/>
                    </a:cubicBezTo>
                    <a:lnTo>
                      <a:pt x="524" y="322"/>
                    </a:lnTo>
                    <a:cubicBezTo>
                      <a:pt x="608" y="322"/>
                      <a:pt x="679" y="250"/>
                      <a:pt x="679" y="155"/>
                    </a:cubicBezTo>
                    <a:cubicBezTo>
                      <a:pt x="691" y="72"/>
                      <a:pt x="608" y="0"/>
                      <a:pt x="524" y="0"/>
                    </a:cubicBezTo>
                    <a:close/>
                  </a:path>
                </a:pathLst>
              </a:custGeom>
              <a:solidFill>
                <a:srgbClr val="657E9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156" name="Google Shape;4156;p137"/>
              <p:cNvSpPr/>
              <p:nvPr/>
            </p:nvSpPr>
            <p:spPr>
              <a:xfrm>
                <a:off x="5439522" y="2675740"/>
                <a:ext cx="22025" cy="10280"/>
              </a:xfrm>
              <a:custGeom>
                <a:rect b="b" l="l" r="r" t="t"/>
                <a:pathLst>
                  <a:path extrusionOk="0" h="323" w="692">
                    <a:moveTo>
                      <a:pt x="167" y="1"/>
                    </a:moveTo>
                    <a:cubicBezTo>
                      <a:pt x="72" y="1"/>
                      <a:pt x="0" y="72"/>
                      <a:pt x="0" y="156"/>
                    </a:cubicBezTo>
                    <a:cubicBezTo>
                      <a:pt x="0" y="251"/>
                      <a:pt x="72" y="322"/>
                      <a:pt x="167" y="322"/>
                    </a:cubicBezTo>
                    <a:lnTo>
                      <a:pt x="524" y="322"/>
                    </a:lnTo>
                    <a:cubicBezTo>
                      <a:pt x="608" y="322"/>
                      <a:pt x="679" y="251"/>
                      <a:pt x="679" y="156"/>
                    </a:cubicBezTo>
                    <a:cubicBezTo>
                      <a:pt x="691" y="72"/>
                      <a:pt x="608" y="1"/>
                      <a:pt x="524" y="1"/>
                    </a:cubicBezTo>
                    <a:close/>
                  </a:path>
                </a:pathLst>
              </a:custGeom>
              <a:solidFill>
                <a:srgbClr val="657E9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157" name="Google Shape;4157;p137"/>
              <p:cNvSpPr/>
              <p:nvPr/>
            </p:nvSpPr>
            <p:spPr>
              <a:xfrm>
                <a:off x="5439522" y="2653015"/>
                <a:ext cx="22025" cy="10248"/>
              </a:xfrm>
              <a:custGeom>
                <a:rect b="b" l="l" r="r" t="t"/>
                <a:pathLst>
                  <a:path extrusionOk="0" h="322" w="692">
                    <a:moveTo>
                      <a:pt x="167" y="0"/>
                    </a:moveTo>
                    <a:cubicBezTo>
                      <a:pt x="72" y="0"/>
                      <a:pt x="0" y="72"/>
                      <a:pt x="0" y="155"/>
                    </a:cubicBezTo>
                    <a:cubicBezTo>
                      <a:pt x="0" y="250"/>
                      <a:pt x="72" y="322"/>
                      <a:pt x="167" y="322"/>
                    </a:cubicBezTo>
                    <a:lnTo>
                      <a:pt x="524" y="322"/>
                    </a:lnTo>
                    <a:cubicBezTo>
                      <a:pt x="608" y="322"/>
                      <a:pt x="679" y="250"/>
                      <a:pt x="679" y="155"/>
                    </a:cubicBezTo>
                    <a:cubicBezTo>
                      <a:pt x="691" y="72"/>
                      <a:pt x="608" y="0"/>
                      <a:pt x="524" y="0"/>
                    </a:cubicBezTo>
                    <a:close/>
                  </a:path>
                </a:pathLst>
              </a:custGeom>
              <a:solidFill>
                <a:srgbClr val="657E9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158" name="Google Shape;4158;p137"/>
              <p:cNvSpPr/>
              <p:nvPr/>
            </p:nvSpPr>
            <p:spPr>
              <a:xfrm>
                <a:off x="5473641" y="2630258"/>
                <a:ext cx="44718" cy="10280"/>
              </a:xfrm>
              <a:custGeom>
                <a:rect b="b" l="l" r="r" t="t"/>
                <a:pathLst>
                  <a:path extrusionOk="0" h="323" w="1405">
                    <a:moveTo>
                      <a:pt x="167" y="1"/>
                    </a:moveTo>
                    <a:cubicBezTo>
                      <a:pt x="71" y="1"/>
                      <a:pt x="0" y="72"/>
                      <a:pt x="0" y="156"/>
                    </a:cubicBezTo>
                    <a:cubicBezTo>
                      <a:pt x="0" y="251"/>
                      <a:pt x="71" y="322"/>
                      <a:pt x="167" y="322"/>
                    </a:cubicBezTo>
                    <a:lnTo>
                      <a:pt x="1238" y="322"/>
                    </a:lnTo>
                    <a:cubicBezTo>
                      <a:pt x="1322" y="322"/>
                      <a:pt x="1393" y="251"/>
                      <a:pt x="1393" y="156"/>
                    </a:cubicBezTo>
                    <a:cubicBezTo>
                      <a:pt x="1405" y="72"/>
                      <a:pt x="1322" y="1"/>
                      <a:pt x="1238" y="1"/>
                    </a:cubicBezTo>
                    <a:close/>
                  </a:path>
                </a:pathLst>
              </a:custGeom>
              <a:solidFill>
                <a:srgbClr val="657E9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159" name="Google Shape;4159;p137"/>
              <p:cNvSpPr/>
              <p:nvPr/>
            </p:nvSpPr>
            <p:spPr>
              <a:xfrm>
                <a:off x="5473641" y="2698497"/>
                <a:ext cx="67474" cy="10248"/>
              </a:xfrm>
              <a:custGeom>
                <a:rect b="b" l="l" r="r" t="t"/>
                <a:pathLst>
                  <a:path extrusionOk="0" h="322" w="2120">
                    <a:moveTo>
                      <a:pt x="167" y="0"/>
                    </a:moveTo>
                    <a:cubicBezTo>
                      <a:pt x="71" y="0"/>
                      <a:pt x="0" y="72"/>
                      <a:pt x="0" y="155"/>
                    </a:cubicBezTo>
                    <a:cubicBezTo>
                      <a:pt x="0" y="250"/>
                      <a:pt x="71" y="322"/>
                      <a:pt x="167" y="322"/>
                    </a:cubicBezTo>
                    <a:lnTo>
                      <a:pt x="1953" y="322"/>
                    </a:lnTo>
                    <a:cubicBezTo>
                      <a:pt x="2036" y="322"/>
                      <a:pt x="2107" y="250"/>
                      <a:pt x="2107" y="155"/>
                    </a:cubicBezTo>
                    <a:cubicBezTo>
                      <a:pt x="2119" y="72"/>
                      <a:pt x="2036" y="0"/>
                      <a:pt x="1953" y="0"/>
                    </a:cubicBezTo>
                    <a:close/>
                  </a:path>
                </a:pathLst>
              </a:custGeom>
              <a:solidFill>
                <a:srgbClr val="657E9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160" name="Google Shape;4160;p137"/>
              <p:cNvSpPr/>
              <p:nvPr/>
            </p:nvSpPr>
            <p:spPr>
              <a:xfrm>
                <a:off x="5473641" y="2675740"/>
                <a:ext cx="44718" cy="10280"/>
              </a:xfrm>
              <a:custGeom>
                <a:rect b="b" l="l" r="r" t="t"/>
                <a:pathLst>
                  <a:path extrusionOk="0" h="323" w="1405">
                    <a:moveTo>
                      <a:pt x="167" y="1"/>
                    </a:moveTo>
                    <a:cubicBezTo>
                      <a:pt x="71" y="1"/>
                      <a:pt x="0" y="72"/>
                      <a:pt x="0" y="156"/>
                    </a:cubicBezTo>
                    <a:cubicBezTo>
                      <a:pt x="0" y="251"/>
                      <a:pt x="71" y="322"/>
                      <a:pt x="167" y="322"/>
                    </a:cubicBezTo>
                    <a:lnTo>
                      <a:pt x="1238" y="322"/>
                    </a:lnTo>
                    <a:cubicBezTo>
                      <a:pt x="1322" y="322"/>
                      <a:pt x="1393" y="251"/>
                      <a:pt x="1393" y="156"/>
                    </a:cubicBezTo>
                    <a:cubicBezTo>
                      <a:pt x="1405" y="72"/>
                      <a:pt x="1322" y="1"/>
                      <a:pt x="1238" y="1"/>
                    </a:cubicBezTo>
                    <a:close/>
                  </a:path>
                </a:pathLst>
              </a:custGeom>
              <a:solidFill>
                <a:srgbClr val="657E9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161" name="Google Shape;4161;p137"/>
              <p:cNvSpPr/>
              <p:nvPr/>
            </p:nvSpPr>
            <p:spPr>
              <a:xfrm>
                <a:off x="5473641" y="2653015"/>
                <a:ext cx="67474" cy="10248"/>
              </a:xfrm>
              <a:custGeom>
                <a:rect b="b" l="l" r="r" t="t"/>
                <a:pathLst>
                  <a:path extrusionOk="0" h="322" w="2120">
                    <a:moveTo>
                      <a:pt x="167" y="0"/>
                    </a:moveTo>
                    <a:cubicBezTo>
                      <a:pt x="71" y="0"/>
                      <a:pt x="0" y="72"/>
                      <a:pt x="0" y="155"/>
                    </a:cubicBezTo>
                    <a:cubicBezTo>
                      <a:pt x="0" y="250"/>
                      <a:pt x="71" y="322"/>
                      <a:pt x="167" y="322"/>
                    </a:cubicBezTo>
                    <a:lnTo>
                      <a:pt x="1953" y="322"/>
                    </a:lnTo>
                    <a:cubicBezTo>
                      <a:pt x="2036" y="322"/>
                      <a:pt x="2107" y="250"/>
                      <a:pt x="2107" y="155"/>
                    </a:cubicBezTo>
                    <a:cubicBezTo>
                      <a:pt x="2119" y="72"/>
                      <a:pt x="2036" y="0"/>
                      <a:pt x="1953" y="0"/>
                    </a:cubicBezTo>
                    <a:close/>
                  </a:path>
                </a:pathLst>
              </a:custGeom>
              <a:solidFill>
                <a:srgbClr val="657E9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162" name="Google Shape;4162;p137"/>
              <p:cNvSpPr/>
              <p:nvPr/>
            </p:nvSpPr>
            <p:spPr>
              <a:xfrm>
                <a:off x="5558525" y="2653015"/>
                <a:ext cx="39434" cy="10248"/>
              </a:xfrm>
              <a:custGeom>
                <a:rect b="b" l="l" r="r" t="t"/>
                <a:pathLst>
                  <a:path extrusionOk="0" h="322" w="1239">
                    <a:moveTo>
                      <a:pt x="167" y="0"/>
                    </a:moveTo>
                    <a:cubicBezTo>
                      <a:pt x="71" y="0"/>
                      <a:pt x="0" y="72"/>
                      <a:pt x="0" y="155"/>
                    </a:cubicBezTo>
                    <a:cubicBezTo>
                      <a:pt x="0" y="250"/>
                      <a:pt x="71" y="322"/>
                      <a:pt x="167" y="322"/>
                    </a:cubicBezTo>
                    <a:lnTo>
                      <a:pt x="1060" y="322"/>
                    </a:lnTo>
                    <a:cubicBezTo>
                      <a:pt x="1143" y="322"/>
                      <a:pt x="1214" y="250"/>
                      <a:pt x="1214" y="155"/>
                    </a:cubicBezTo>
                    <a:cubicBezTo>
                      <a:pt x="1238" y="72"/>
                      <a:pt x="1155" y="0"/>
                      <a:pt x="1060" y="0"/>
                    </a:cubicBezTo>
                    <a:close/>
                  </a:path>
                </a:pathLst>
              </a:custGeom>
              <a:solidFill>
                <a:srgbClr val="657E9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163" name="Google Shape;4163;p137"/>
              <p:cNvSpPr/>
              <p:nvPr/>
            </p:nvSpPr>
            <p:spPr>
              <a:xfrm>
                <a:off x="5558525" y="2630258"/>
                <a:ext cx="39434" cy="10280"/>
              </a:xfrm>
              <a:custGeom>
                <a:rect b="b" l="l" r="r" t="t"/>
                <a:pathLst>
                  <a:path extrusionOk="0" h="323" w="1239">
                    <a:moveTo>
                      <a:pt x="167" y="1"/>
                    </a:moveTo>
                    <a:cubicBezTo>
                      <a:pt x="71" y="1"/>
                      <a:pt x="0" y="72"/>
                      <a:pt x="0" y="156"/>
                    </a:cubicBezTo>
                    <a:cubicBezTo>
                      <a:pt x="0" y="251"/>
                      <a:pt x="71" y="322"/>
                      <a:pt x="167" y="322"/>
                    </a:cubicBezTo>
                    <a:lnTo>
                      <a:pt x="1060" y="322"/>
                    </a:lnTo>
                    <a:cubicBezTo>
                      <a:pt x="1143" y="322"/>
                      <a:pt x="1214" y="251"/>
                      <a:pt x="1214" y="156"/>
                    </a:cubicBezTo>
                    <a:cubicBezTo>
                      <a:pt x="1238" y="72"/>
                      <a:pt x="1155" y="1"/>
                      <a:pt x="1060" y="1"/>
                    </a:cubicBezTo>
                    <a:close/>
                  </a:path>
                </a:pathLst>
              </a:custGeom>
              <a:solidFill>
                <a:srgbClr val="657E9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164" name="Google Shape;4164;p137"/>
              <p:cNvSpPr/>
              <p:nvPr/>
            </p:nvSpPr>
            <p:spPr>
              <a:xfrm>
                <a:off x="5558525" y="2675740"/>
                <a:ext cx="39434" cy="10280"/>
              </a:xfrm>
              <a:custGeom>
                <a:rect b="b" l="l" r="r" t="t"/>
                <a:pathLst>
                  <a:path extrusionOk="0" h="323" w="1239">
                    <a:moveTo>
                      <a:pt x="167" y="1"/>
                    </a:moveTo>
                    <a:cubicBezTo>
                      <a:pt x="71" y="1"/>
                      <a:pt x="0" y="72"/>
                      <a:pt x="0" y="156"/>
                    </a:cubicBezTo>
                    <a:cubicBezTo>
                      <a:pt x="0" y="251"/>
                      <a:pt x="71" y="322"/>
                      <a:pt x="167" y="322"/>
                    </a:cubicBezTo>
                    <a:lnTo>
                      <a:pt x="1060" y="322"/>
                    </a:lnTo>
                    <a:cubicBezTo>
                      <a:pt x="1143" y="322"/>
                      <a:pt x="1214" y="251"/>
                      <a:pt x="1214" y="156"/>
                    </a:cubicBezTo>
                    <a:cubicBezTo>
                      <a:pt x="1238" y="72"/>
                      <a:pt x="1155" y="1"/>
                      <a:pt x="1060" y="1"/>
                    </a:cubicBezTo>
                    <a:close/>
                  </a:path>
                </a:pathLst>
              </a:custGeom>
              <a:solidFill>
                <a:srgbClr val="657E9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165" name="Google Shape;4165;p137"/>
              <p:cNvSpPr/>
              <p:nvPr/>
            </p:nvSpPr>
            <p:spPr>
              <a:xfrm>
                <a:off x="5558525" y="2698497"/>
                <a:ext cx="39434" cy="10248"/>
              </a:xfrm>
              <a:custGeom>
                <a:rect b="b" l="l" r="r" t="t"/>
                <a:pathLst>
                  <a:path extrusionOk="0" h="322" w="1239">
                    <a:moveTo>
                      <a:pt x="167" y="0"/>
                    </a:moveTo>
                    <a:cubicBezTo>
                      <a:pt x="71" y="0"/>
                      <a:pt x="0" y="72"/>
                      <a:pt x="0" y="155"/>
                    </a:cubicBezTo>
                    <a:cubicBezTo>
                      <a:pt x="0" y="250"/>
                      <a:pt x="71" y="322"/>
                      <a:pt x="167" y="322"/>
                    </a:cubicBezTo>
                    <a:lnTo>
                      <a:pt x="1060" y="322"/>
                    </a:lnTo>
                    <a:cubicBezTo>
                      <a:pt x="1143" y="322"/>
                      <a:pt x="1214" y="250"/>
                      <a:pt x="1214" y="155"/>
                    </a:cubicBezTo>
                    <a:cubicBezTo>
                      <a:pt x="1238" y="72"/>
                      <a:pt x="1155" y="0"/>
                      <a:pt x="1060" y="0"/>
                    </a:cubicBezTo>
                    <a:close/>
                  </a:path>
                </a:pathLst>
              </a:custGeom>
              <a:solidFill>
                <a:srgbClr val="657E9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sp>
          <p:nvSpPr>
            <p:cNvPr id="4166" name="Google Shape;4166;p137"/>
            <p:cNvSpPr txBox="1"/>
            <p:nvPr/>
          </p:nvSpPr>
          <p:spPr>
            <a:xfrm>
              <a:off x="2925150" y="3228374"/>
              <a:ext cx="967200" cy="274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200">
                  <a:latin typeface="Abel"/>
                  <a:ea typeface="Abel"/>
                  <a:cs typeface="Abel"/>
                  <a:sym typeface="Abel"/>
                </a:rPr>
                <a:t>Personas</a:t>
              </a:r>
              <a:endParaRPr sz="1200">
                <a:latin typeface="Abel"/>
                <a:ea typeface="Abel"/>
                <a:cs typeface="Abel"/>
                <a:sym typeface="Abel"/>
              </a:endParaRPr>
            </a:p>
          </p:txBody>
        </p:sp>
        <p:sp>
          <p:nvSpPr>
            <p:cNvPr id="4167" name="Google Shape;4167;p137"/>
            <p:cNvSpPr txBox="1"/>
            <p:nvPr/>
          </p:nvSpPr>
          <p:spPr>
            <a:xfrm>
              <a:off x="3173800" y="1041125"/>
              <a:ext cx="1238400" cy="526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200">
                  <a:latin typeface="Abel"/>
                  <a:ea typeface="Abel"/>
                  <a:cs typeface="Abel"/>
                  <a:sym typeface="Abel"/>
                </a:rPr>
                <a:t>User </a:t>
              </a:r>
              <a:endParaRPr sz="1200">
                <a:latin typeface="Abel"/>
                <a:ea typeface="Abel"/>
                <a:cs typeface="Abel"/>
                <a:sym typeface="Abel"/>
              </a:endParaRPr>
            </a:p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200">
                  <a:latin typeface="Abel"/>
                  <a:ea typeface="Abel"/>
                  <a:cs typeface="Abel"/>
                  <a:sym typeface="Abel"/>
                </a:rPr>
                <a:t>stories</a:t>
              </a:r>
              <a:endParaRPr sz="1200">
                <a:latin typeface="Abel"/>
                <a:ea typeface="Abel"/>
                <a:cs typeface="Abel"/>
                <a:sym typeface="Abel"/>
              </a:endParaRPr>
            </a:p>
          </p:txBody>
        </p:sp>
        <p:sp>
          <p:nvSpPr>
            <p:cNvPr id="4168" name="Google Shape;4168;p137"/>
            <p:cNvSpPr txBox="1"/>
            <p:nvPr/>
          </p:nvSpPr>
          <p:spPr>
            <a:xfrm>
              <a:off x="2391700" y="1041125"/>
              <a:ext cx="1238400" cy="526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200">
                  <a:latin typeface="Abel"/>
                  <a:ea typeface="Abel"/>
                  <a:cs typeface="Abel"/>
                  <a:sym typeface="Abel"/>
                </a:rPr>
                <a:t>Use </a:t>
              </a:r>
              <a:br>
                <a:rPr lang="en" sz="1200">
                  <a:latin typeface="Abel"/>
                  <a:ea typeface="Abel"/>
                  <a:cs typeface="Abel"/>
                  <a:sym typeface="Abel"/>
                </a:rPr>
              </a:br>
              <a:r>
                <a:rPr lang="en" sz="1200">
                  <a:latin typeface="Abel"/>
                  <a:ea typeface="Abel"/>
                  <a:cs typeface="Abel"/>
                  <a:sym typeface="Abel"/>
                </a:rPr>
                <a:t>cases</a:t>
              </a:r>
              <a:endParaRPr sz="1200">
                <a:latin typeface="Abel"/>
                <a:ea typeface="Abel"/>
                <a:cs typeface="Abel"/>
                <a:sym typeface="Abel"/>
              </a:endParaRPr>
            </a:p>
          </p:txBody>
        </p:sp>
        <p:grpSp>
          <p:nvGrpSpPr>
            <p:cNvPr id="4169" name="Google Shape;4169;p137"/>
            <p:cNvGrpSpPr/>
            <p:nvPr/>
          </p:nvGrpSpPr>
          <p:grpSpPr>
            <a:xfrm>
              <a:off x="3676874" y="1528937"/>
              <a:ext cx="232253" cy="232499"/>
              <a:chOff x="7538896" y="1970156"/>
              <a:chExt cx="361147" cy="361529"/>
            </a:xfrm>
          </p:grpSpPr>
          <p:sp>
            <p:nvSpPr>
              <p:cNvPr id="4170" name="Google Shape;4170;p137"/>
              <p:cNvSpPr/>
              <p:nvPr/>
            </p:nvSpPr>
            <p:spPr>
              <a:xfrm>
                <a:off x="7538896" y="1970156"/>
                <a:ext cx="361147" cy="361529"/>
              </a:xfrm>
              <a:custGeom>
                <a:rect b="b" l="l" r="r" t="t"/>
                <a:pathLst>
                  <a:path extrusionOk="0" h="11359" w="11347">
                    <a:moveTo>
                      <a:pt x="8918" y="584"/>
                    </a:moveTo>
                    <a:lnTo>
                      <a:pt x="9477" y="1155"/>
                    </a:lnTo>
                    <a:lnTo>
                      <a:pt x="9632" y="1298"/>
                    </a:lnTo>
                    <a:lnTo>
                      <a:pt x="10239" y="1905"/>
                    </a:lnTo>
                    <a:lnTo>
                      <a:pt x="10704" y="2370"/>
                    </a:lnTo>
                    <a:lnTo>
                      <a:pt x="8918" y="2370"/>
                    </a:lnTo>
                    <a:lnTo>
                      <a:pt x="8918" y="584"/>
                    </a:lnTo>
                    <a:close/>
                    <a:moveTo>
                      <a:pt x="2631" y="4644"/>
                    </a:moveTo>
                    <a:cubicBezTo>
                      <a:pt x="3322" y="4644"/>
                      <a:pt x="3882" y="5215"/>
                      <a:pt x="3882" y="5894"/>
                    </a:cubicBezTo>
                    <a:lnTo>
                      <a:pt x="3882" y="6192"/>
                    </a:lnTo>
                    <a:lnTo>
                      <a:pt x="3810" y="6192"/>
                    </a:lnTo>
                    <a:cubicBezTo>
                      <a:pt x="3429" y="6108"/>
                      <a:pt x="3310" y="5596"/>
                      <a:pt x="3286" y="5596"/>
                    </a:cubicBezTo>
                    <a:cubicBezTo>
                      <a:pt x="3274" y="5525"/>
                      <a:pt x="3215" y="5477"/>
                      <a:pt x="3155" y="5465"/>
                    </a:cubicBezTo>
                    <a:cubicBezTo>
                      <a:pt x="3143" y="5463"/>
                      <a:pt x="3132" y="5462"/>
                      <a:pt x="3121" y="5462"/>
                    </a:cubicBezTo>
                    <a:cubicBezTo>
                      <a:pt x="3064" y="5462"/>
                      <a:pt x="3016" y="5487"/>
                      <a:pt x="2977" y="5537"/>
                    </a:cubicBezTo>
                    <a:cubicBezTo>
                      <a:pt x="2477" y="6156"/>
                      <a:pt x="1429" y="6156"/>
                      <a:pt x="1417" y="6156"/>
                    </a:cubicBezTo>
                    <a:lnTo>
                      <a:pt x="1298" y="6156"/>
                    </a:lnTo>
                    <a:lnTo>
                      <a:pt x="1286" y="6168"/>
                    </a:lnTo>
                    <a:lnTo>
                      <a:pt x="1262" y="6180"/>
                    </a:lnTo>
                    <a:lnTo>
                      <a:pt x="1262" y="5894"/>
                    </a:lnTo>
                    <a:cubicBezTo>
                      <a:pt x="1262" y="5215"/>
                      <a:pt x="1834" y="4644"/>
                      <a:pt x="2512" y="4644"/>
                    </a:cubicBezTo>
                    <a:close/>
                    <a:moveTo>
                      <a:pt x="1238" y="6644"/>
                    </a:moveTo>
                    <a:lnTo>
                      <a:pt x="1238" y="7192"/>
                    </a:lnTo>
                    <a:cubicBezTo>
                      <a:pt x="1107" y="7180"/>
                      <a:pt x="1000" y="7061"/>
                      <a:pt x="1000" y="6930"/>
                    </a:cubicBezTo>
                    <a:cubicBezTo>
                      <a:pt x="1000" y="6846"/>
                      <a:pt x="1024" y="6775"/>
                      <a:pt x="1084" y="6715"/>
                    </a:cubicBezTo>
                    <a:cubicBezTo>
                      <a:pt x="1143" y="6715"/>
                      <a:pt x="1191" y="6692"/>
                      <a:pt x="1226" y="6644"/>
                    </a:cubicBezTo>
                    <a:close/>
                    <a:moveTo>
                      <a:pt x="3929" y="6656"/>
                    </a:moveTo>
                    <a:cubicBezTo>
                      <a:pt x="3965" y="6680"/>
                      <a:pt x="4001" y="6715"/>
                      <a:pt x="4048" y="6715"/>
                    </a:cubicBezTo>
                    <a:cubicBezTo>
                      <a:pt x="4108" y="6763"/>
                      <a:pt x="4132" y="6835"/>
                      <a:pt x="4132" y="6918"/>
                    </a:cubicBezTo>
                    <a:cubicBezTo>
                      <a:pt x="4155" y="7061"/>
                      <a:pt x="4048" y="7180"/>
                      <a:pt x="3917" y="7192"/>
                    </a:cubicBezTo>
                    <a:lnTo>
                      <a:pt x="3917" y="6656"/>
                    </a:lnTo>
                    <a:close/>
                    <a:moveTo>
                      <a:pt x="3036" y="5942"/>
                    </a:moveTo>
                    <a:cubicBezTo>
                      <a:pt x="3120" y="6132"/>
                      <a:pt x="3286" y="6358"/>
                      <a:pt x="3572" y="6465"/>
                    </a:cubicBezTo>
                    <a:lnTo>
                      <a:pt x="3572" y="7227"/>
                    </a:lnTo>
                    <a:cubicBezTo>
                      <a:pt x="3560" y="7704"/>
                      <a:pt x="3167" y="8085"/>
                      <a:pt x="2691" y="8085"/>
                    </a:cubicBezTo>
                    <a:lnTo>
                      <a:pt x="2477" y="8085"/>
                    </a:lnTo>
                    <a:cubicBezTo>
                      <a:pt x="2000" y="8085"/>
                      <a:pt x="1607" y="7692"/>
                      <a:pt x="1607" y="7227"/>
                    </a:cubicBezTo>
                    <a:lnTo>
                      <a:pt x="1607" y="6501"/>
                    </a:lnTo>
                    <a:cubicBezTo>
                      <a:pt x="1917" y="6477"/>
                      <a:pt x="2572" y="6370"/>
                      <a:pt x="3036" y="5942"/>
                    </a:cubicBezTo>
                    <a:close/>
                    <a:moveTo>
                      <a:pt x="2917" y="8418"/>
                    </a:moveTo>
                    <a:lnTo>
                      <a:pt x="2917" y="8656"/>
                    </a:lnTo>
                    <a:lnTo>
                      <a:pt x="2917" y="8668"/>
                    </a:lnTo>
                    <a:lnTo>
                      <a:pt x="2572" y="9025"/>
                    </a:lnTo>
                    <a:lnTo>
                      <a:pt x="2250" y="8692"/>
                    </a:lnTo>
                    <a:lnTo>
                      <a:pt x="2250" y="8418"/>
                    </a:lnTo>
                    <a:cubicBezTo>
                      <a:pt x="2322" y="8430"/>
                      <a:pt x="2393" y="8430"/>
                      <a:pt x="2477" y="8430"/>
                    </a:cubicBezTo>
                    <a:lnTo>
                      <a:pt x="2691" y="8430"/>
                    </a:lnTo>
                    <a:cubicBezTo>
                      <a:pt x="2774" y="8430"/>
                      <a:pt x="2846" y="8418"/>
                      <a:pt x="2917" y="8418"/>
                    </a:cubicBezTo>
                    <a:close/>
                    <a:moveTo>
                      <a:pt x="8561" y="346"/>
                    </a:moveTo>
                    <a:lnTo>
                      <a:pt x="8561" y="2560"/>
                    </a:lnTo>
                    <a:cubicBezTo>
                      <a:pt x="8561" y="2667"/>
                      <a:pt x="8632" y="2739"/>
                      <a:pt x="8739" y="2739"/>
                    </a:cubicBezTo>
                    <a:lnTo>
                      <a:pt x="10954" y="2739"/>
                    </a:lnTo>
                    <a:lnTo>
                      <a:pt x="10954" y="10954"/>
                    </a:lnTo>
                    <a:lnTo>
                      <a:pt x="5167" y="10954"/>
                    </a:lnTo>
                    <a:lnTo>
                      <a:pt x="5167" y="10263"/>
                    </a:lnTo>
                    <a:cubicBezTo>
                      <a:pt x="5167" y="9454"/>
                      <a:pt x="4608" y="9049"/>
                      <a:pt x="4310" y="8954"/>
                    </a:cubicBezTo>
                    <a:lnTo>
                      <a:pt x="3274" y="8537"/>
                    </a:lnTo>
                    <a:lnTo>
                      <a:pt x="3274" y="8311"/>
                    </a:lnTo>
                    <a:cubicBezTo>
                      <a:pt x="3560" y="8156"/>
                      <a:pt x="3786" y="7894"/>
                      <a:pt x="3870" y="7561"/>
                    </a:cubicBezTo>
                    <a:cubicBezTo>
                      <a:pt x="4215" y="7561"/>
                      <a:pt x="4489" y="7287"/>
                      <a:pt x="4489" y="6930"/>
                    </a:cubicBezTo>
                    <a:cubicBezTo>
                      <a:pt x="4489" y="6715"/>
                      <a:pt x="4394" y="6525"/>
                      <a:pt x="4239" y="6418"/>
                    </a:cubicBezTo>
                    <a:lnTo>
                      <a:pt x="4239" y="5942"/>
                    </a:lnTo>
                    <a:cubicBezTo>
                      <a:pt x="4239" y="5108"/>
                      <a:pt x="3620" y="4429"/>
                      <a:pt x="2810" y="4346"/>
                    </a:cubicBezTo>
                    <a:lnTo>
                      <a:pt x="2810" y="346"/>
                    </a:lnTo>
                    <a:close/>
                    <a:moveTo>
                      <a:pt x="2679" y="0"/>
                    </a:moveTo>
                    <a:cubicBezTo>
                      <a:pt x="2572" y="0"/>
                      <a:pt x="2500" y="72"/>
                      <a:pt x="2500" y="179"/>
                    </a:cubicBezTo>
                    <a:lnTo>
                      <a:pt x="2500" y="4358"/>
                    </a:lnTo>
                    <a:cubicBezTo>
                      <a:pt x="1643" y="4394"/>
                      <a:pt x="953" y="5108"/>
                      <a:pt x="953" y="5965"/>
                    </a:cubicBezTo>
                    <a:lnTo>
                      <a:pt x="953" y="6442"/>
                    </a:lnTo>
                    <a:cubicBezTo>
                      <a:pt x="786" y="6561"/>
                      <a:pt x="691" y="6739"/>
                      <a:pt x="691" y="6954"/>
                    </a:cubicBezTo>
                    <a:cubicBezTo>
                      <a:pt x="691" y="7299"/>
                      <a:pt x="965" y="7597"/>
                      <a:pt x="1322" y="7597"/>
                    </a:cubicBezTo>
                    <a:cubicBezTo>
                      <a:pt x="1417" y="7918"/>
                      <a:pt x="1643" y="8192"/>
                      <a:pt x="1917" y="8335"/>
                    </a:cubicBezTo>
                    <a:lnTo>
                      <a:pt x="1917" y="8561"/>
                    </a:lnTo>
                    <a:lnTo>
                      <a:pt x="845" y="8978"/>
                    </a:lnTo>
                    <a:cubicBezTo>
                      <a:pt x="548" y="9085"/>
                      <a:pt x="0" y="9478"/>
                      <a:pt x="0" y="10287"/>
                    </a:cubicBezTo>
                    <a:lnTo>
                      <a:pt x="0" y="11180"/>
                    </a:lnTo>
                    <a:cubicBezTo>
                      <a:pt x="0" y="11287"/>
                      <a:pt x="72" y="11359"/>
                      <a:pt x="179" y="11359"/>
                    </a:cubicBezTo>
                    <a:lnTo>
                      <a:pt x="965" y="11359"/>
                    </a:lnTo>
                    <a:cubicBezTo>
                      <a:pt x="1072" y="11359"/>
                      <a:pt x="1143" y="11287"/>
                      <a:pt x="1143" y="11180"/>
                    </a:cubicBezTo>
                    <a:cubicBezTo>
                      <a:pt x="1143" y="11073"/>
                      <a:pt x="1072" y="11002"/>
                      <a:pt x="965" y="11002"/>
                    </a:cubicBezTo>
                    <a:lnTo>
                      <a:pt x="357" y="11002"/>
                    </a:lnTo>
                    <a:lnTo>
                      <a:pt x="357" y="10263"/>
                    </a:lnTo>
                    <a:cubicBezTo>
                      <a:pt x="357" y="9513"/>
                      <a:pt x="941" y="9287"/>
                      <a:pt x="965" y="9287"/>
                    </a:cubicBezTo>
                    <a:lnTo>
                      <a:pt x="988" y="9287"/>
                    </a:lnTo>
                    <a:lnTo>
                      <a:pt x="1965" y="8906"/>
                    </a:lnTo>
                    <a:lnTo>
                      <a:pt x="1977" y="8918"/>
                    </a:lnTo>
                    <a:lnTo>
                      <a:pt x="2500" y="9430"/>
                    </a:lnTo>
                    <a:cubicBezTo>
                      <a:pt x="2536" y="9454"/>
                      <a:pt x="2572" y="9466"/>
                      <a:pt x="2619" y="9466"/>
                    </a:cubicBezTo>
                    <a:cubicBezTo>
                      <a:pt x="2667" y="9466"/>
                      <a:pt x="2715" y="9454"/>
                      <a:pt x="2739" y="9406"/>
                    </a:cubicBezTo>
                    <a:lnTo>
                      <a:pt x="3251" y="8894"/>
                    </a:lnTo>
                    <a:lnTo>
                      <a:pt x="4227" y="9275"/>
                    </a:lnTo>
                    <a:lnTo>
                      <a:pt x="4239" y="9275"/>
                    </a:lnTo>
                    <a:cubicBezTo>
                      <a:pt x="4239" y="9275"/>
                      <a:pt x="4858" y="9490"/>
                      <a:pt x="4858" y="10240"/>
                    </a:cubicBezTo>
                    <a:lnTo>
                      <a:pt x="4858" y="10954"/>
                    </a:lnTo>
                    <a:lnTo>
                      <a:pt x="1607" y="10954"/>
                    </a:lnTo>
                    <a:cubicBezTo>
                      <a:pt x="1500" y="10954"/>
                      <a:pt x="1429" y="11037"/>
                      <a:pt x="1429" y="11133"/>
                    </a:cubicBezTo>
                    <a:cubicBezTo>
                      <a:pt x="1429" y="11240"/>
                      <a:pt x="1500" y="11311"/>
                      <a:pt x="1607" y="11311"/>
                    </a:cubicBezTo>
                    <a:lnTo>
                      <a:pt x="11168" y="11311"/>
                    </a:lnTo>
                    <a:cubicBezTo>
                      <a:pt x="11263" y="11311"/>
                      <a:pt x="11347" y="11240"/>
                      <a:pt x="11347" y="11133"/>
                    </a:cubicBezTo>
                    <a:lnTo>
                      <a:pt x="11311" y="2536"/>
                    </a:lnTo>
                    <a:lnTo>
                      <a:pt x="11311" y="2501"/>
                    </a:lnTo>
                    <a:lnTo>
                      <a:pt x="11311" y="2489"/>
                    </a:lnTo>
                    <a:cubicBezTo>
                      <a:pt x="11311" y="2489"/>
                      <a:pt x="11311" y="2477"/>
                      <a:pt x="11299" y="2477"/>
                    </a:cubicBezTo>
                    <a:lnTo>
                      <a:pt x="11287" y="2465"/>
                    </a:lnTo>
                    <a:lnTo>
                      <a:pt x="11263" y="2441"/>
                    </a:lnTo>
                    <a:lnTo>
                      <a:pt x="9882" y="1060"/>
                    </a:lnTo>
                    <a:lnTo>
                      <a:pt x="8870" y="48"/>
                    </a:lnTo>
                    <a:lnTo>
                      <a:pt x="8858" y="36"/>
                    </a:lnTo>
                    <a:lnTo>
                      <a:pt x="8846" y="12"/>
                    </a:lnTo>
                    <a:cubicBezTo>
                      <a:pt x="8846" y="12"/>
                      <a:pt x="8823" y="12"/>
                      <a:pt x="8823" y="0"/>
                    </a:cubicBezTo>
                    <a:close/>
                  </a:path>
                </a:pathLst>
              </a:custGeom>
              <a:solidFill>
                <a:srgbClr val="657E9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171" name="Google Shape;4171;p137"/>
              <p:cNvSpPr/>
              <p:nvPr/>
            </p:nvSpPr>
            <p:spPr>
              <a:xfrm>
                <a:off x="7685907" y="2066784"/>
                <a:ext cx="101211" cy="11394"/>
              </a:xfrm>
              <a:custGeom>
                <a:rect b="b" l="l" r="r" t="t"/>
                <a:pathLst>
                  <a:path extrusionOk="0" h="358" w="3180">
                    <a:moveTo>
                      <a:pt x="179" y="0"/>
                    </a:moveTo>
                    <a:cubicBezTo>
                      <a:pt x="72" y="0"/>
                      <a:pt x="1" y="84"/>
                      <a:pt x="1" y="179"/>
                    </a:cubicBezTo>
                    <a:cubicBezTo>
                      <a:pt x="1" y="286"/>
                      <a:pt x="72" y="358"/>
                      <a:pt x="179" y="358"/>
                    </a:cubicBezTo>
                    <a:lnTo>
                      <a:pt x="3001" y="358"/>
                    </a:lnTo>
                    <a:cubicBezTo>
                      <a:pt x="3108" y="358"/>
                      <a:pt x="3180" y="286"/>
                      <a:pt x="3180" y="179"/>
                    </a:cubicBezTo>
                    <a:cubicBezTo>
                      <a:pt x="3180" y="84"/>
                      <a:pt x="3108" y="0"/>
                      <a:pt x="3001" y="0"/>
                    </a:cubicBezTo>
                    <a:close/>
                  </a:path>
                </a:pathLst>
              </a:custGeom>
              <a:solidFill>
                <a:srgbClr val="657E9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172" name="Google Shape;4172;p137"/>
              <p:cNvSpPr/>
              <p:nvPr/>
            </p:nvSpPr>
            <p:spPr>
              <a:xfrm>
                <a:off x="7685907" y="2106187"/>
                <a:ext cx="147075" cy="11394"/>
              </a:xfrm>
              <a:custGeom>
                <a:rect b="b" l="l" r="r" t="t"/>
                <a:pathLst>
                  <a:path extrusionOk="0" h="358" w="4621">
                    <a:moveTo>
                      <a:pt x="179" y="1"/>
                    </a:moveTo>
                    <a:cubicBezTo>
                      <a:pt x="72" y="1"/>
                      <a:pt x="1" y="72"/>
                      <a:pt x="1" y="179"/>
                    </a:cubicBezTo>
                    <a:cubicBezTo>
                      <a:pt x="1" y="286"/>
                      <a:pt x="72" y="358"/>
                      <a:pt x="179" y="358"/>
                    </a:cubicBezTo>
                    <a:lnTo>
                      <a:pt x="4442" y="358"/>
                    </a:lnTo>
                    <a:cubicBezTo>
                      <a:pt x="4549" y="358"/>
                      <a:pt x="4620" y="286"/>
                      <a:pt x="4620" y="179"/>
                    </a:cubicBezTo>
                    <a:cubicBezTo>
                      <a:pt x="4620" y="72"/>
                      <a:pt x="4549" y="1"/>
                      <a:pt x="4442" y="1"/>
                    </a:cubicBezTo>
                    <a:close/>
                  </a:path>
                </a:pathLst>
              </a:custGeom>
              <a:solidFill>
                <a:srgbClr val="657E9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173" name="Google Shape;4173;p137"/>
              <p:cNvSpPr/>
              <p:nvPr/>
            </p:nvSpPr>
            <p:spPr>
              <a:xfrm>
                <a:off x="7685907" y="2145239"/>
                <a:ext cx="147075" cy="11394"/>
              </a:xfrm>
              <a:custGeom>
                <a:rect b="b" l="l" r="r" t="t"/>
                <a:pathLst>
                  <a:path extrusionOk="0" h="358" w="4621">
                    <a:moveTo>
                      <a:pt x="179" y="0"/>
                    </a:moveTo>
                    <a:cubicBezTo>
                      <a:pt x="72" y="0"/>
                      <a:pt x="1" y="71"/>
                      <a:pt x="1" y="179"/>
                    </a:cubicBezTo>
                    <a:cubicBezTo>
                      <a:pt x="1" y="274"/>
                      <a:pt x="72" y="357"/>
                      <a:pt x="179" y="357"/>
                    </a:cubicBezTo>
                    <a:lnTo>
                      <a:pt x="4442" y="357"/>
                    </a:lnTo>
                    <a:cubicBezTo>
                      <a:pt x="4549" y="357"/>
                      <a:pt x="4620" y="274"/>
                      <a:pt x="4620" y="179"/>
                    </a:cubicBezTo>
                    <a:cubicBezTo>
                      <a:pt x="4620" y="83"/>
                      <a:pt x="4537" y="0"/>
                      <a:pt x="4442" y="0"/>
                    </a:cubicBezTo>
                    <a:close/>
                  </a:path>
                </a:pathLst>
              </a:custGeom>
              <a:solidFill>
                <a:srgbClr val="657E9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174" name="Google Shape;4174;p137"/>
              <p:cNvSpPr/>
              <p:nvPr/>
            </p:nvSpPr>
            <p:spPr>
              <a:xfrm>
                <a:off x="7685907" y="2184260"/>
                <a:ext cx="147075" cy="11394"/>
              </a:xfrm>
              <a:custGeom>
                <a:rect b="b" l="l" r="r" t="t"/>
                <a:pathLst>
                  <a:path extrusionOk="0" h="358" w="4621">
                    <a:moveTo>
                      <a:pt x="179" y="0"/>
                    </a:moveTo>
                    <a:cubicBezTo>
                      <a:pt x="72" y="0"/>
                      <a:pt x="1" y="84"/>
                      <a:pt x="1" y="179"/>
                    </a:cubicBezTo>
                    <a:cubicBezTo>
                      <a:pt x="1" y="286"/>
                      <a:pt x="72" y="358"/>
                      <a:pt x="179" y="358"/>
                    </a:cubicBezTo>
                    <a:lnTo>
                      <a:pt x="4442" y="358"/>
                    </a:lnTo>
                    <a:cubicBezTo>
                      <a:pt x="4549" y="358"/>
                      <a:pt x="4620" y="286"/>
                      <a:pt x="4620" y="179"/>
                    </a:cubicBezTo>
                    <a:cubicBezTo>
                      <a:pt x="4620" y="84"/>
                      <a:pt x="4537" y="0"/>
                      <a:pt x="4442" y="0"/>
                    </a:cubicBezTo>
                    <a:close/>
                  </a:path>
                </a:pathLst>
              </a:custGeom>
              <a:solidFill>
                <a:srgbClr val="657E9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175" name="Google Shape;4175;p137"/>
              <p:cNvSpPr/>
              <p:nvPr/>
            </p:nvSpPr>
            <p:spPr>
              <a:xfrm>
                <a:off x="7685907" y="2223280"/>
                <a:ext cx="147075" cy="11394"/>
              </a:xfrm>
              <a:custGeom>
                <a:rect b="b" l="l" r="r" t="t"/>
                <a:pathLst>
                  <a:path extrusionOk="0" h="358" w="4621">
                    <a:moveTo>
                      <a:pt x="179" y="1"/>
                    </a:moveTo>
                    <a:cubicBezTo>
                      <a:pt x="72" y="1"/>
                      <a:pt x="1" y="72"/>
                      <a:pt x="1" y="179"/>
                    </a:cubicBezTo>
                    <a:cubicBezTo>
                      <a:pt x="1" y="286"/>
                      <a:pt x="72" y="358"/>
                      <a:pt x="179" y="358"/>
                    </a:cubicBezTo>
                    <a:lnTo>
                      <a:pt x="4442" y="358"/>
                    </a:lnTo>
                    <a:cubicBezTo>
                      <a:pt x="4549" y="358"/>
                      <a:pt x="4620" y="286"/>
                      <a:pt x="4620" y="179"/>
                    </a:cubicBezTo>
                    <a:cubicBezTo>
                      <a:pt x="4620" y="84"/>
                      <a:pt x="4537" y="1"/>
                      <a:pt x="4442" y="1"/>
                    </a:cubicBezTo>
                    <a:close/>
                  </a:path>
                </a:pathLst>
              </a:custGeom>
              <a:solidFill>
                <a:srgbClr val="657E9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4176" name="Google Shape;4176;p137"/>
            <p:cNvGrpSpPr/>
            <p:nvPr/>
          </p:nvGrpSpPr>
          <p:grpSpPr>
            <a:xfrm>
              <a:off x="2882985" y="1525029"/>
              <a:ext cx="255836" cy="240305"/>
              <a:chOff x="1749728" y="2894777"/>
              <a:chExt cx="386927" cy="363438"/>
            </a:xfrm>
          </p:grpSpPr>
          <p:sp>
            <p:nvSpPr>
              <p:cNvPr id="4177" name="Google Shape;4177;p137"/>
              <p:cNvSpPr/>
              <p:nvPr/>
            </p:nvSpPr>
            <p:spPr>
              <a:xfrm>
                <a:off x="1809595" y="3025333"/>
                <a:ext cx="97424" cy="32432"/>
              </a:xfrm>
              <a:custGeom>
                <a:rect b="b" l="l" r="r" t="t"/>
                <a:pathLst>
                  <a:path extrusionOk="0" h="1019" w="3061">
                    <a:moveTo>
                      <a:pt x="1208" y="0"/>
                    </a:moveTo>
                    <a:cubicBezTo>
                      <a:pt x="852" y="0"/>
                      <a:pt x="531" y="35"/>
                      <a:pt x="322" y="66"/>
                    </a:cubicBezTo>
                    <a:cubicBezTo>
                      <a:pt x="143" y="101"/>
                      <a:pt x="1" y="244"/>
                      <a:pt x="1" y="423"/>
                    </a:cubicBezTo>
                    <a:lnTo>
                      <a:pt x="1" y="840"/>
                    </a:lnTo>
                    <a:cubicBezTo>
                      <a:pt x="1" y="947"/>
                      <a:pt x="84" y="1018"/>
                      <a:pt x="179" y="1018"/>
                    </a:cubicBezTo>
                    <a:cubicBezTo>
                      <a:pt x="286" y="1018"/>
                      <a:pt x="358" y="947"/>
                      <a:pt x="358" y="840"/>
                    </a:cubicBezTo>
                    <a:lnTo>
                      <a:pt x="358" y="423"/>
                    </a:lnTo>
                    <a:cubicBezTo>
                      <a:pt x="358" y="423"/>
                      <a:pt x="358" y="411"/>
                      <a:pt x="382" y="411"/>
                    </a:cubicBezTo>
                    <a:cubicBezTo>
                      <a:pt x="549" y="383"/>
                      <a:pt x="870" y="340"/>
                      <a:pt x="1231" y="340"/>
                    </a:cubicBezTo>
                    <a:cubicBezTo>
                      <a:pt x="1330" y="340"/>
                      <a:pt x="1433" y="344"/>
                      <a:pt x="1536" y="351"/>
                    </a:cubicBezTo>
                    <a:cubicBezTo>
                      <a:pt x="2084" y="387"/>
                      <a:pt x="2489" y="530"/>
                      <a:pt x="2727" y="768"/>
                    </a:cubicBezTo>
                    <a:cubicBezTo>
                      <a:pt x="2763" y="804"/>
                      <a:pt x="2807" y="822"/>
                      <a:pt x="2852" y="822"/>
                    </a:cubicBezTo>
                    <a:cubicBezTo>
                      <a:pt x="2897" y="822"/>
                      <a:pt x="2941" y="804"/>
                      <a:pt x="2977" y="768"/>
                    </a:cubicBezTo>
                    <a:cubicBezTo>
                      <a:pt x="3060" y="709"/>
                      <a:pt x="3060" y="590"/>
                      <a:pt x="2977" y="530"/>
                    </a:cubicBezTo>
                    <a:cubicBezTo>
                      <a:pt x="2554" y="107"/>
                      <a:pt x="1828" y="0"/>
                      <a:pt x="1208" y="0"/>
                    </a:cubicBezTo>
                    <a:close/>
                  </a:path>
                </a:pathLst>
              </a:custGeom>
              <a:solidFill>
                <a:srgbClr val="657E9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178" name="Google Shape;4178;p137"/>
              <p:cNvSpPr/>
              <p:nvPr/>
            </p:nvSpPr>
            <p:spPr>
              <a:xfrm>
                <a:off x="1749728" y="2974346"/>
                <a:ext cx="216777" cy="283869"/>
              </a:xfrm>
              <a:custGeom>
                <a:rect b="b" l="l" r="r" t="t"/>
                <a:pathLst>
                  <a:path extrusionOk="0" h="8919" w="6811">
                    <a:moveTo>
                      <a:pt x="5311" y="334"/>
                    </a:moveTo>
                    <a:lnTo>
                      <a:pt x="5311" y="2061"/>
                    </a:lnTo>
                    <a:cubicBezTo>
                      <a:pt x="5311" y="2311"/>
                      <a:pt x="5251" y="2561"/>
                      <a:pt x="5132" y="2799"/>
                    </a:cubicBezTo>
                    <a:cubicBezTo>
                      <a:pt x="5120" y="2835"/>
                      <a:pt x="5120" y="2846"/>
                      <a:pt x="5120" y="2882"/>
                    </a:cubicBezTo>
                    <a:lnTo>
                      <a:pt x="5120" y="3382"/>
                    </a:lnTo>
                    <a:cubicBezTo>
                      <a:pt x="5120" y="3858"/>
                      <a:pt x="4918" y="4311"/>
                      <a:pt x="4560" y="4644"/>
                    </a:cubicBezTo>
                    <a:cubicBezTo>
                      <a:pt x="4227" y="4955"/>
                      <a:pt x="3811" y="5111"/>
                      <a:pt x="3369" y="5111"/>
                    </a:cubicBezTo>
                    <a:cubicBezTo>
                      <a:pt x="3338" y="5111"/>
                      <a:pt x="3306" y="5110"/>
                      <a:pt x="3275" y="5109"/>
                    </a:cubicBezTo>
                    <a:cubicBezTo>
                      <a:pt x="2382" y="5061"/>
                      <a:pt x="1679" y="4275"/>
                      <a:pt x="1679" y="3323"/>
                    </a:cubicBezTo>
                    <a:lnTo>
                      <a:pt x="1679" y="2882"/>
                    </a:lnTo>
                    <a:cubicBezTo>
                      <a:pt x="1679" y="2846"/>
                      <a:pt x="1679" y="2823"/>
                      <a:pt x="1667" y="2799"/>
                    </a:cubicBezTo>
                    <a:cubicBezTo>
                      <a:pt x="1548" y="2561"/>
                      <a:pt x="1489" y="2311"/>
                      <a:pt x="1489" y="2061"/>
                    </a:cubicBezTo>
                    <a:lnTo>
                      <a:pt x="1489" y="1668"/>
                    </a:lnTo>
                    <a:cubicBezTo>
                      <a:pt x="1489" y="930"/>
                      <a:pt x="2096" y="334"/>
                      <a:pt x="2822" y="334"/>
                    </a:cubicBezTo>
                    <a:close/>
                    <a:moveTo>
                      <a:pt x="4358" y="5240"/>
                    </a:moveTo>
                    <a:lnTo>
                      <a:pt x="4358" y="5573"/>
                    </a:lnTo>
                    <a:lnTo>
                      <a:pt x="3406" y="6228"/>
                    </a:lnTo>
                    <a:lnTo>
                      <a:pt x="2441" y="5573"/>
                    </a:lnTo>
                    <a:lnTo>
                      <a:pt x="2441" y="5240"/>
                    </a:lnTo>
                    <a:cubicBezTo>
                      <a:pt x="2691" y="5371"/>
                      <a:pt x="2977" y="5466"/>
                      <a:pt x="3251" y="5478"/>
                    </a:cubicBezTo>
                    <a:lnTo>
                      <a:pt x="3394" y="5478"/>
                    </a:lnTo>
                    <a:cubicBezTo>
                      <a:pt x="3727" y="5478"/>
                      <a:pt x="4060" y="5406"/>
                      <a:pt x="4358" y="5240"/>
                    </a:cubicBezTo>
                    <a:close/>
                    <a:moveTo>
                      <a:pt x="2286" y="5883"/>
                    </a:moveTo>
                    <a:lnTo>
                      <a:pt x="3120" y="6466"/>
                    </a:lnTo>
                    <a:lnTo>
                      <a:pt x="2679" y="6906"/>
                    </a:lnTo>
                    <a:lnTo>
                      <a:pt x="2655" y="6906"/>
                    </a:lnTo>
                    <a:lnTo>
                      <a:pt x="2108" y="6073"/>
                    </a:lnTo>
                    <a:lnTo>
                      <a:pt x="2286" y="5883"/>
                    </a:lnTo>
                    <a:close/>
                    <a:moveTo>
                      <a:pt x="4525" y="5883"/>
                    </a:moveTo>
                    <a:lnTo>
                      <a:pt x="4703" y="6073"/>
                    </a:lnTo>
                    <a:lnTo>
                      <a:pt x="4144" y="6906"/>
                    </a:lnTo>
                    <a:lnTo>
                      <a:pt x="4132" y="6906"/>
                    </a:lnTo>
                    <a:lnTo>
                      <a:pt x="3691" y="6466"/>
                    </a:lnTo>
                    <a:lnTo>
                      <a:pt x="4525" y="5883"/>
                    </a:lnTo>
                    <a:close/>
                    <a:moveTo>
                      <a:pt x="2834" y="1"/>
                    </a:moveTo>
                    <a:cubicBezTo>
                      <a:pt x="1905" y="1"/>
                      <a:pt x="1143" y="763"/>
                      <a:pt x="1143" y="1703"/>
                    </a:cubicBezTo>
                    <a:lnTo>
                      <a:pt x="1143" y="2084"/>
                    </a:lnTo>
                    <a:cubicBezTo>
                      <a:pt x="1143" y="2382"/>
                      <a:pt x="1203" y="2680"/>
                      <a:pt x="1334" y="2954"/>
                    </a:cubicBezTo>
                    <a:lnTo>
                      <a:pt x="1334" y="3358"/>
                    </a:lnTo>
                    <a:cubicBezTo>
                      <a:pt x="1334" y="4025"/>
                      <a:pt x="1631" y="4620"/>
                      <a:pt x="2096" y="5025"/>
                    </a:cubicBezTo>
                    <a:lnTo>
                      <a:pt x="2096" y="5621"/>
                    </a:lnTo>
                    <a:lnTo>
                      <a:pt x="1762" y="5954"/>
                    </a:lnTo>
                    <a:cubicBezTo>
                      <a:pt x="1739" y="6002"/>
                      <a:pt x="1703" y="6049"/>
                      <a:pt x="1727" y="6097"/>
                    </a:cubicBezTo>
                    <a:lnTo>
                      <a:pt x="619" y="6490"/>
                    </a:lnTo>
                    <a:cubicBezTo>
                      <a:pt x="250" y="6633"/>
                      <a:pt x="0" y="6990"/>
                      <a:pt x="0" y="7371"/>
                    </a:cubicBezTo>
                    <a:lnTo>
                      <a:pt x="0" y="8740"/>
                    </a:lnTo>
                    <a:cubicBezTo>
                      <a:pt x="0" y="8847"/>
                      <a:pt x="72" y="8919"/>
                      <a:pt x="179" y="8919"/>
                    </a:cubicBezTo>
                    <a:cubicBezTo>
                      <a:pt x="274" y="8919"/>
                      <a:pt x="358" y="8847"/>
                      <a:pt x="358" y="8740"/>
                    </a:cubicBezTo>
                    <a:lnTo>
                      <a:pt x="358" y="7371"/>
                    </a:lnTo>
                    <a:cubicBezTo>
                      <a:pt x="358" y="7133"/>
                      <a:pt x="500" y="6906"/>
                      <a:pt x="739" y="6823"/>
                    </a:cubicBezTo>
                    <a:lnTo>
                      <a:pt x="1905" y="6406"/>
                    </a:lnTo>
                    <a:lnTo>
                      <a:pt x="2382" y="7121"/>
                    </a:lnTo>
                    <a:cubicBezTo>
                      <a:pt x="2441" y="7204"/>
                      <a:pt x="2536" y="7264"/>
                      <a:pt x="2644" y="7287"/>
                    </a:cubicBezTo>
                    <a:lnTo>
                      <a:pt x="2679" y="7287"/>
                    </a:lnTo>
                    <a:cubicBezTo>
                      <a:pt x="2774" y="7287"/>
                      <a:pt x="2870" y="7240"/>
                      <a:pt x="2929" y="7180"/>
                    </a:cubicBezTo>
                    <a:lnTo>
                      <a:pt x="3227" y="6883"/>
                    </a:lnTo>
                    <a:lnTo>
                      <a:pt x="3227" y="8740"/>
                    </a:lnTo>
                    <a:cubicBezTo>
                      <a:pt x="3227" y="8847"/>
                      <a:pt x="3298" y="8919"/>
                      <a:pt x="3406" y="8919"/>
                    </a:cubicBezTo>
                    <a:cubicBezTo>
                      <a:pt x="3513" y="8919"/>
                      <a:pt x="3584" y="8847"/>
                      <a:pt x="3584" y="8740"/>
                    </a:cubicBezTo>
                    <a:lnTo>
                      <a:pt x="3584" y="6883"/>
                    </a:lnTo>
                    <a:lnTo>
                      <a:pt x="3882" y="7180"/>
                    </a:lnTo>
                    <a:cubicBezTo>
                      <a:pt x="3953" y="7252"/>
                      <a:pt x="4048" y="7287"/>
                      <a:pt x="4132" y="7287"/>
                    </a:cubicBezTo>
                    <a:lnTo>
                      <a:pt x="4168" y="7287"/>
                    </a:lnTo>
                    <a:cubicBezTo>
                      <a:pt x="4263" y="7264"/>
                      <a:pt x="4370" y="7204"/>
                      <a:pt x="4429" y="7121"/>
                    </a:cubicBezTo>
                    <a:lnTo>
                      <a:pt x="4906" y="6406"/>
                    </a:lnTo>
                    <a:lnTo>
                      <a:pt x="6073" y="6823"/>
                    </a:lnTo>
                    <a:cubicBezTo>
                      <a:pt x="6287" y="6906"/>
                      <a:pt x="6454" y="7121"/>
                      <a:pt x="6454" y="7371"/>
                    </a:cubicBezTo>
                    <a:lnTo>
                      <a:pt x="6454" y="8740"/>
                    </a:lnTo>
                    <a:cubicBezTo>
                      <a:pt x="6454" y="8847"/>
                      <a:pt x="6525" y="8919"/>
                      <a:pt x="6632" y="8919"/>
                    </a:cubicBezTo>
                    <a:cubicBezTo>
                      <a:pt x="6739" y="8919"/>
                      <a:pt x="6811" y="8847"/>
                      <a:pt x="6811" y="8740"/>
                    </a:cubicBezTo>
                    <a:lnTo>
                      <a:pt x="6811" y="7371"/>
                    </a:lnTo>
                    <a:cubicBezTo>
                      <a:pt x="6811" y="6954"/>
                      <a:pt x="6573" y="6609"/>
                      <a:pt x="6203" y="6478"/>
                    </a:cubicBezTo>
                    <a:lnTo>
                      <a:pt x="5096" y="6073"/>
                    </a:lnTo>
                    <a:cubicBezTo>
                      <a:pt x="5096" y="6037"/>
                      <a:pt x="5084" y="5966"/>
                      <a:pt x="5060" y="5942"/>
                    </a:cubicBezTo>
                    <a:lnTo>
                      <a:pt x="4727" y="5597"/>
                    </a:lnTo>
                    <a:lnTo>
                      <a:pt x="4727" y="5025"/>
                    </a:lnTo>
                    <a:cubicBezTo>
                      <a:pt x="4763" y="4990"/>
                      <a:pt x="4799" y="4966"/>
                      <a:pt x="4834" y="4930"/>
                    </a:cubicBezTo>
                    <a:cubicBezTo>
                      <a:pt x="5251" y="4549"/>
                      <a:pt x="5489" y="3978"/>
                      <a:pt x="5489" y="3418"/>
                    </a:cubicBezTo>
                    <a:lnTo>
                      <a:pt x="5489" y="2954"/>
                    </a:lnTo>
                    <a:cubicBezTo>
                      <a:pt x="5608" y="2680"/>
                      <a:pt x="5680" y="2382"/>
                      <a:pt x="5680" y="2084"/>
                    </a:cubicBezTo>
                    <a:lnTo>
                      <a:pt x="5680" y="179"/>
                    </a:lnTo>
                    <a:cubicBezTo>
                      <a:pt x="5680" y="84"/>
                      <a:pt x="5608" y="1"/>
                      <a:pt x="5501" y="1"/>
                    </a:cubicBezTo>
                    <a:close/>
                  </a:path>
                </a:pathLst>
              </a:custGeom>
              <a:solidFill>
                <a:srgbClr val="657E9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179" name="Google Shape;4179;p137"/>
              <p:cNvSpPr/>
              <p:nvPr/>
            </p:nvSpPr>
            <p:spPr>
              <a:xfrm>
                <a:off x="1785725" y="3222186"/>
                <a:ext cx="11394" cy="35647"/>
              </a:xfrm>
              <a:custGeom>
                <a:rect b="b" l="l" r="r" t="t"/>
                <a:pathLst>
                  <a:path extrusionOk="0" h="1120" w="358">
                    <a:moveTo>
                      <a:pt x="179" y="0"/>
                    </a:moveTo>
                    <a:cubicBezTo>
                      <a:pt x="72" y="0"/>
                      <a:pt x="0" y="72"/>
                      <a:pt x="0" y="179"/>
                    </a:cubicBezTo>
                    <a:lnTo>
                      <a:pt x="0" y="941"/>
                    </a:lnTo>
                    <a:cubicBezTo>
                      <a:pt x="0" y="1048"/>
                      <a:pt x="72" y="1120"/>
                      <a:pt x="179" y="1120"/>
                    </a:cubicBezTo>
                    <a:cubicBezTo>
                      <a:pt x="274" y="1120"/>
                      <a:pt x="358" y="1048"/>
                      <a:pt x="358" y="941"/>
                    </a:cubicBezTo>
                    <a:lnTo>
                      <a:pt x="358" y="179"/>
                    </a:lnTo>
                    <a:cubicBezTo>
                      <a:pt x="358" y="72"/>
                      <a:pt x="274" y="0"/>
                      <a:pt x="179" y="0"/>
                    </a:cubicBezTo>
                    <a:close/>
                  </a:path>
                </a:pathLst>
              </a:custGeom>
              <a:solidFill>
                <a:srgbClr val="657E9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180" name="Google Shape;4180;p137"/>
              <p:cNvSpPr/>
              <p:nvPr/>
            </p:nvSpPr>
            <p:spPr>
              <a:xfrm>
                <a:off x="1919114" y="3222186"/>
                <a:ext cx="11394" cy="35647"/>
              </a:xfrm>
              <a:custGeom>
                <a:rect b="b" l="l" r="r" t="t"/>
                <a:pathLst>
                  <a:path extrusionOk="0" h="1120" w="358">
                    <a:moveTo>
                      <a:pt x="179" y="0"/>
                    </a:moveTo>
                    <a:cubicBezTo>
                      <a:pt x="72" y="0"/>
                      <a:pt x="0" y="72"/>
                      <a:pt x="0" y="179"/>
                    </a:cubicBezTo>
                    <a:lnTo>
                      <a:pt x="0" y="941"/>
                    </a:lnTo>
                    <a:cubicBezTo>
                      <a:pt x="0" y="1048"/>
                      <a:pt x="72" y="1120"/>
                      <a:pt x="179" y="1120"/>
                    </a:cubicBezTo>
                    <a:cubicBezTo>
                      <a:pt x="286" y="1120"/>
                      <a:pt x="358" y="1048"/>
                      <a:pt x="358" y="941"/>
                    </a:cubicBezTo>
                    <a:lnTo>
                      <a:pt x="358" y="179"/>
                    </a:lnTo>
                    <a:cubicBezTo>
                      <a:pt x="358" y="72"/>
                      <a:pt x="274" y="0"/>
                      <a:pt x="179" y="0"/>
                    </a:cubicBezTo>
                    <a:close/>
                  </a:path>
                </a:pathLst>
              </a:custGeom>
              <a:solidFill>
                <a:srgbClr val="657E9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181" name="Google Shape;4181;p137"/>
              <p:cNvSpPr/>
              <p:nvPr/>
            </p:nvSpPr>
            <p:spPr>
              <a:xfrm>
                <a:off x="1956257" y="2931156"/>
                <a:ext cx="180398" cy="188737"/>
              </a:xfrm>
              <a:custGeom>
                <a:rect b="b" l="l" r="r" t="t"/>
                <a:pathLst>
                  <a:path extrusionOk="0" h="5930" w="5668">
                    <a:moveTo>
                      <a:pt x="738" y="1"/>
                    </a:moveTo>
                    <a:cubicBezTo>
                      <a:pt x="322" y="1"/>
                      <a:pt x="0" y="346"/>
                      <a:pt x="0" y="751"/>
                    </a:cubicBezTo>
                    <a:lnTo>
                      <a:pt x="0" y="3799"/>
                    </a:lnTo>
                    <a:cubicBezTo>
                      <a:pt x="0" y="4215"/>
                      <a:pt x="334" y="4549"/>
                      <a:pt x="738" y="4549"/>
                    </a:cubicBezTo>
                    <a:lnTo>
                      <a:pt x="1084" y="4549"/>
                    </a:lnTo>
                    <a:lnTo>
                      <a:pt x="810" y="5585"/>
                    </a:lnTo>
                    <a:cubicBezTo>
                      <a:pt x="786" y="5704"/>
                      <a:pt x="834" y="5811"/>
                      <a:pt x="929" y="5882"/>
                    </a:cubicBezTo>
                    <a:cubicBezTo>
                      <a:pt x="977" y="5918"/>
                      <a:pt x="1036" y="5930"/>
                      <a:pt x="1084" y="5930"/>
                    </a:cubicBezTo>
                    <a:cubicBezTo>
                      <a:pt x="1143" y="5930"/>
                      <a:pt x="1203" y="5918"/>
                      <a:pt x="1250" y="5870"/>
                    </a:cubicBezTo>
                    <a:lnTo>
                      <a:pt x="3072" y="4525"/>
                    </a:lnTo>
                    <a:lnTo>
                      <a:pt x="4918" y="4525"/>
                    </a:lnTo>
                    <a:cubicBezTo>
                      <a:pt x="5334" y="4525"/>
                      <a:pt x="5668" y="4192"/>
                      <a:pt x="5668" y="3787"/>
                    </a:cubicBezTo>
                    <a:lnTo>
                      <a:pt x="5668" y="751"/>
                    </a:lnTo>
                    <a:cubicBezTo>
                      <a:pt x="5656" y="334"/>
                      <a:pt x="5322" y="12"/>
                      <a:pt x="4906" y="12"/>
                    </a:cubicBezTo>
                    <a:lnTo>
                      <a:pt x="3953" y="12"/>
                    </a:lnTo>
                    <a:cubicBezTo>
                      <a:pt x="3846" y="12"/>
                      <a:pt x="3775" y="84"/>
                      <a:pt x="3775" y="191"/>
                    </a:cubicBezTo>
                    <a:cubicBezTo>
                      <a:pt x="3775" y="286"/>
                      <a:pt x="3846" y="370"/>
                      <a:pt x="3953" y="370"/>
                    </a:cubicBezTo>
                    <a:lnTo>
                      <a:pt x="4906" y="370"/>
                    </a:lnTo>
                    <a:cubicBezTo>
                      <a:pt x="5132" y="370"/>
                      <a:pt x="5299" y="548"/>
                      <a:pt x="5299" y="751"/>
                    </a:cubicBezTo>
                    <a:lnTo>
                      <a:pt x="5299" y="3799"/>
                    </a:lnTo>
                    <a:cubicBezTo>
                      <a:pt x="5299" y="4025"/>
                      <a:pt x="5120" y="4192"/>
                      <a:pt x="4906" y="4192"/>
                    </a:cubicBezTo>
                    <a:lnTo>
                      <a:pt x="3001" y="4192"/>
                    </a:lnTo>
                    <a:cubicBezTo>
                      <a:pt x="2953" y="4192"/>
                      <a:pt x="2929" y="4203"/>
                      <a:pt x="2893" y="4215"/>
                    </a:cubicBezTo>
                    <a:lnTo>
                      <a:pt x="1203" y="5454"/>
                    </a:lnTo>
                    <a:lnTo>
                      <a:pt x="1203" y="5454"/>
                    </a:lnTo>
                    <a:lnTo>
                      <a:pt x="1465" y="4418"/>
                    </a:lnTo>
                    <a:cubicBezTo>
                      <a:pt x="1489" y="4358"/>
                      <a:pt x="1465" y="4311"/>
                      <a:pt x="1441" y="4263"/>
                    </a:cubicBezTo>
                    <a:cubicBezTo>
                      <a:pt x="1405" y="4215"/>
                      <a:pt x="1346" y="4192"/>
                      <a:pt x="1310" y="4192"/>
                    </a:cubicBezTo>
                    <a:lnTo>
                      <a:pt x="738" y="4192"/>
                    </a:lnTo>
                    <a:cubicBezTo>
                      <a:pt x="512" y="4192"/>
                      <a:pt x="357" y="4013"/>
                      <a:pt x="357" y="3799"/>
                    </a:cubicBezTo>
                    <a:lnTo>
                      <a:pt x="357" y="751"/>
                    </a:lnTo>
                    <a:cubicBezTo>
                      <a:pt x="357" y="524"/>
                      <a:pt x="536" y="370"/>
                      <a:pt x="738" y="370"/>
                    </a:cubicBezTo>
                    <a:lnTo>
                      <a:pt x="1691" y="370"/>
                    </a:lnTo>
                    <a:cubicBezTo>
                      <a:pt x="1798" y="370"/>
                      <a:pt x="1870" y="286"/>
                      <a:pt x="1870" y="179"/>
                    </a:cubicBezTo>
                    <a:cubicBezTo>
                      <a:pt x="1870" y="84"/>
                      <a:pt x="1798" y="1"/>
                      <a:pt x="1691" y="1"/>
                    </a:cubicBezTo>
                    <a:close/>
                  </a:path>
                </a:pathLst>
              </a:custGeom>
              <a:solidFill>
                <a:srgbClr val="657E9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182" name="Google Shape;4182;p137"/>
              <p:cNvSpPr/>
              <p:nvPr/>
            </p:nvSpPr>
            <p:spPr>
              <a:xfrm>
                <a:off x="2027487" y="2894777"/>
                <a:ext cx="36029" cy="108786"/>
              </a:xfrm>
              <a:custGeom>
                <a:rect b="b" l="l" r="r" t="t"/>
                <a:pathLst>
                  <a:path extrusionOk="0" h="3418" w="1132">
                    <a:moveTo>
                      <a:pt x="775" y="358"/>
                    </a:moveTo>
                    <a:lnTo>
                      <a:pt x="596" y="3049"/>
                    </a:lnTo>
                    <a:lnTo>
                      <a:pt x="560" y="3049"/>
                    </a:lnTo>
                    <a:lnTo>
                      <a:pt x="394" y="358"/>
                    </a:lnTo>
                    <a:close/>
                    <a:moveTo>
                      <a:pt x="179" y="1"/>
                    </a:moveTo>
                    <a:cubicBezTo>
                      <a:pt x="143" y="1"/>
                      <a:pt x="96" y="24"/>
                      <a:pt x="48" y="60"/>
                    </a:cubicBezTo>
                    <a:cubicBezTo>
                      <a:pt x="24" y="96"/>
                      <a:pt x="1" y="155"/>
                      <a:pt x="1" y="203"/>
                    </a:cubicBezTo>
                    <a:lnTo>
                      <a:pt x="203" y="3251"/>
                    </a:lnTo>
                    <a:cubicBezTo>
                      <a:pt x="203" y="3334"/>
                      <a:pt x="286" y="3418"/>
                      <a:pt x="382" y="3418"/>
                    </a:cubicBezTo>
                    <a:lnTo>
                      <a:pt x="763" y="3418"/>
                    </a:lnTo>
                    <a:cubicBezTo>
                      <a:pt x="858" y="3418"/>
                      <a:pt x="941" y="3334"/>
                      <a:pt x="941" y="3251"/>
                    </a:cubicBezTo>
                    <a:lnTo>
                      <a:pt x="1132" y="203"/>
                    </a:lnTo>
                    <a:cubicBezTo>
                      <a:pt x="1132" y="155"/>
                      <a:pt x="1120" y="96"/>
                      <a:pt x="1072" y="60"/>
                    </a:cubicBezTo>
                    <a:cubicBezTo>
                      <a:pt x="1048" y="36"/>
                      <a:pt x="1001" y="1"/>
                      <a:pt x="941" y="1"/>
                    </a:cubicBezTo>
                    <a:close/>
                  </a:path>
                </a:pathLst>
              </a:custGeom>
              <a:solidFill>
                <a:srgbClr val="657E9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183" name="Google Shape;4183;p137"/>
              <p:cNvSpPr/>
              <p:nvPr/>
            </p:nvSpPr>
            <p:spPr>
              <a:xfrm>
                <a:off x="2027487" y="3009992"/>
                <a:ext cx="36029" cy="36029"/>
              </a:xfrm>
              <a:custGeom>
                <a:rect b="b" l="l" r="r" t="t"/>
                <a:pathLst>
                  <a:path extrusionOk="0" h="1132" w="1132">
                    <a:moveTo>
                      <a:pt x="572" y="345"/>
                    </a:moveTo>
                    <a:cubicBezTo>
                      <a:pt x="691" y="345"/>
                      <a:pt x="775" y="429"/>
                      <a:pt x="775" y="548"/>
                    </a:cubicBezTo>
                    <a:cubicBezTo>
                      <a:pt x="775" y="667"/>
                      <a:pt x="691" y="762"/>
                      <a:pt x="572" y="762"/>
                    </a:cubicBezTo>
                    <a:cubicBezTo>
                      <a:pt x="453" y="762"/>
                      <a:pt x="358" y="667"/>
                      <a:pt x="358" y="548"/>
                    </a:cubicBezTo>
                    <a:cubicBezTo>
                      <a:pt x="358" y="429"/>
                      <a:pt x="453" y="345"/>
                      <a:pt x="572" y="345"/>
                    </a:cubicBezTo>
                    <a:close/>
                    <a:moveTo>
                      <a:pt x="572" y="0"/>
                    </a:moveTo>
                    <a:cubicBezTo>
                      <a:pt x="263" y="0"/>
                      <a:pt x="1" y="250"/>
                      <a:pt x="1" y="572"/>
                    </a:cubicBezTo>
                    <a:cubicBezTo>
                      <a:pt x="1" y="881"/>
                      <a:pt x="263" y="1131"/>
                      <a:pt x="572" y="1131"/>
                    </a:cubicBezTo>
                    <a:cubicBezTo>
                      <a:pt x="882" y="1131"/>
                      <a:pt x="1132" y="881"/>
                      <a:pt x="1132" y="572"/>
                    </a:cubicBezTo>
                    <a:cubicBezTo>
                      <a:pt x="1132" y="250"/>
                      <a:pt x="882" y="0"/>
                      <a:pt x="572" y="0"/>
                    </a:cubicBezTo>
                    <a:close/>
                  </a:path>
                </a:pathLst>
              </a:custGeom>
              <a:solidFill>
                <a:srgbClr val="657E9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cxnSp>
          <p:nvCxnSpPr>
            <p:cNvPr id="4184" name="Google Shape;4184;p137"/>
            <p:cNvCxnSpPr/>
            <p:nvPr/>
          </p:nvCxnSpPr>
          <p:spPr>
            <a:xfrm flipH="1">
              <a:off x="3604475" y="1881775"/>
              <a:ext cx="109800" cy="235200"/>
            </a:xfrm>
            <a:prstGeom prst="straightConnector1">
              <a:avLst/>
            </a:prstGeom>
            <a:noFill/>
            <a:ln cap="flat" cmpd="sng" w="9525">
              <a:solidFill>
                <a:srgbClr val="2F293A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4185" name="Google Shape;4185;p137"/>
            <p:cNvCxnSpPr/>
            <p:nvPr/>
          </p:nvCxnSpPr>
          <p:spPr>
            <a:xfrm>
              <a:off x="3079200" y="1881775"/>
              <a:ext cx="117600" cy="274500"/>
            </a:xfrm>
            <a:prstGeom prst="straightConnector1">
              <a:avLst/>
            </a:prstGeom>
            <a:noFill/>
            <a:ln cap="flat" cmpd="sng" w="9525">
              <a:solidFill>
                <a:srgbClr val="2F293A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4186" name="Google Shape;4186;p137"/>
            <p:cNvCxnSpPr>
              <a:stCxn id="4098" idx="2"/>
              <a:endCxn id="4166" idx="0"/>
            </p:cNvCxnSpPr>
            <p:nvPr/>
          </p:nvCxnSpPr>
          <p:spPr>
            <a:xfrm>
              <a:off x="3408719" y="3016166"/>
              <a:ext cx="0" cy="212100"/>
            </a:xfrm>
            <a:prstGeom prst="straightConnector1">
              <a:avLst/>
            </a:prstGeom>
            <a:noFill/>
            <a:ln cap="flat" cmpd="sng" w="9525">
              <a:solidFill>
                <a:srgbClr val="2F293A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grpSp>
        <p:nvGrpSpPr>
          <p:cNvPr id="4187" name="Google Shape;4187;p137"/>
          <p:cNvGrpSpPr/>
          <p:nvPr/>
        </p:nvGrpSpPr>
        <p:grpSpPr>
          <a:xfrm>
            <a:off x="4200350" y="819763"/>
            <a:ext cx="1812175" cy="2758436"/>
            <a:chOff x="3971750" y="1131188"/>
            <a:chExt cx="1812175" cy="2758436"/>
          </a:xfrm>
        </p:grpSpPr>
        <p:grpSp>
          <p:nvGrpSpPr>
            <p:cNvPr id="4188" name="Google Shape;4188;p137"/>
            <p:cNvGrpSpPr/>
            <p:nvPr/>
          </p:nvGrpSpPr>
          <p:grpSpPr>
            <a:xfrm>
              <a:off x="4327440" y="3620301"/>
              <a:ext cx="255817" cy="255543"/>
              <a:chOff x="1749897" y="2894561"/>
              <a:chExt cx="355993" cy="355612"/>
            </a:xfrm>
          </p:grpSpPr>
          <p:sp>
            <p:nvSpPr>
              <p:cNvPr id="4189" name="Google Shape;4189;p137"/>
              <p:cNvSpPr/>
              <p:nvPr/>
            </p:nvSpPr>
            <p:spPr>
              <a:xfrm>
                <a:off x="1899858" y="2895324"/>
                <a:ext cx="206033" cy="161728"/>
              </a:xfrm>
              <a:custGeom>
                <a:rect b="b" l="l" r="r" t="t"/>
                <a:pathLst>
                  <a:path extrusionOk="0" h="5085" w="6478">
                    <a:moveTo>
                      <a:pt x="6156" y="322"/>
                    </a:moveTo>
                    <a:lnTo>
                      <a:pt x="6156" y="4763"/>
                    </a:lnTo>
                    <a:lnTo>
                      <a:pt x="334" y="4763"/>
                    </a:lnTo>
                    <a:lnTo>
                      <a:pt x="334" y="322"/>
                    </a:lnTo>
                    <a:close/>
                    <a:moveTo>
                      <a:pt x="167" y="1"/>
                    </a:moveTo>
                    <a:cubicBezTo>
                      <a:pt x="72" y="1"/>
                      <a:pt x="0" y="72"/>
                      <a:pt x="0" y="167"/>
                    </a:cubicBezTo>
                    <a:lnTo>
                      <a:pt x="0" y="4930"/>
                    </a:lnTo>
                    <a:cubicBezTo>
                      <a:pt x="0" y="5013"/>
                      <a:pt x="72" y="5085"/>
                      <a:pt x="167" y="5085"/>
                    </a:cubicBezTo>
                    <a:lnTo>
                      <a:pt x="6311" y="5085"/>
                    </a:lnTo>
                    <a:cubicBezTo>
                      <a:pt x="6406" y="5085"/>
                      <a:pt x="6477" y="5013"/>
                      <a:pt x="6477" y="4930"/>
                    </a:cubicBezTo>
                    <a:lnTo>
                      <a:pt x="6477" y="167"/>
                    </a:lnTo>
                    <a:cubicBezTo>
                      <a:pt x="6477" y="72"/>
                      <a:pt x="6406" y="1"/>
                      <a:pt x="6311" y="1"/>
                    </a:cubicBezTo>
                    <a:close/>
                  </a:path>
                </a:pathLst>
              </a:custGeom>
              <a:solidFill>
                <a:srgbClr val="657E9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190" name="Google Shape;4190;p137"/>
              <p:cNvSpPr/>
              <p:nvPr/>
            </p:nvSpPr>
            <p:spPr>
              <a:xfrm>
                <a:off x="1751424" y="2894561"/>
                <a:ext cx="135585" cy="161379"/>
              </a:xfrm>
              <a:custGeom>
                <a:rect b="b" l="l" r="r" t="t"/>
                <a:pathLst>
                  <a:path extrusionOk="0" h="5074" w="4263">
                    <a:moveTo>
                      <a:pt x="3643" y="334"/>
                    </a:moveTo>
                    <a:lnTo>
                      <a:pt x="2048" y="2227"/>
                    </a:lnTo>
                    <a:lnTo>
                      <a:pt x="476" y="334"/>
                    </a:lnTo>
                    <a:close/>
                    <a:moveTo>
                      <a:pt x="286" y="632"/>
                    </a:moveTo>
                    <a:lnTo>
                      <a:pt x="1846" y="2489"/>
                    </a:lnTo>
                    <a:lnTo>
                      <a:pt x="286" y="4359"/>
                    </a:lnTo>
                    <a:lnTo>
                      <a:pt x="286" y="632"/>
                    </a:lnTo>
                    <a:close/>
                    <a:moveTo>
                      <a:pt x="3894" y="561"/>
                    </a:moveTo>
                    <a:lnTo>
                      <a:pt x="3894" y="4430"/>
                    </a:lnTo>
                    <a:lnTo>
                      <a:pt x="2274" y="2489"/>
                    </a:lnTo>
                    <a:lnTo>
                      <a:pt x="3894" y="561"/>
                    </a:lnTo>
                    <a:close/>
                    <a:moveTo>
                      <a:pt x="2072" y="2739"/>
                    </a:moveTo>
                    <a:lnTo>
                      <a:pt x="3763" y="4763"/>
                    </a:lnTo>
                    <a:lnTo>
                      <a:pt x="369" y="4763"/>
                    </a:lnTo>
                    <a:lnTo>
                      <a:pt x="2072" y="2739"/>
                    </a:lnTo>
                    <a:close/>
                    <a:moveTo>
                      <a:pt x="36" y="1"/>
                    </a:moveTo>
                    <a:cubicBezTo>
                      <a:pt x="36" y="1"/>
                      <a:pt x="24" y="1"/>
                      <a:pt x="24" y="25"/>
                    </a:cubicBezTo>
                    <a:cubicBezTo>
                      <a:pt x="24" y="25"/>
                      <a:pt x="12" y="25"/>
                      <a:pt x="12" y="37"/>
                    </a:cubicBezTo>
                    <a:lnTo>
                      <a:pt x="0" y="49"/>
                    </a:lnTo>
                    <a:lnTo>
                      <a:pt x="0" y="72"/>
                    </a:lnTo>
                    <a:lnTo>
                      <a:pt x="0" y="84"/>
                    </a:lnTo>
                    <a:lnTo>
                      <a:pt x="0" y="96"/>
                    </a:lnTo>
                    <a:lnTo>
                      <a:pt x="0" y="108"/>
                    </a:lnTo>
                    <a:lnTo>
                      <a:pt x="0" y="132"/>
                    </a:lnTo>
                    <a:lnTo>
                      <a:pt x="0" y="144"/>
                    </a:lnTo>
                    <a:lnTo>
                      <a:pt x="0" y="4906"/>
                    </a:lnTo>
                    <a:cubicBezTo>
                      <a:pt x="0" y="4990"/>
                      <a:pt x="72" y="5073"/>
                      <a:pt x="155" y="5073"/>
                    </a:cubicBezTo>
                    <a:lnTo>
                      <a:pt x="4108" y="5073"/>
                    </a:lnTo>
                    <a:cubicBezTo>
                      <a:pt x="4191" y="5073"/>
                      <a:pt x="4263" y="4990"/>
                      <a:pt x="4263" y="4906"/>
                    </a:cubicBezTo>
                    <a:lnTo>
                      <a:pt x="4263" y="144"/>
                    </a:lnTo>
                    <a:cubicBezTo>
                      <a:pt x="4239" y="84"/>
                      <a:pt x="4167" y="1"/>
                      <a:pt x="4060" y="1"/>
                    </a:cubicBezTo>
                    <a:close/>
                  </a:path>
                </a:pathLst>
              </a:custGeom>
              <a:solidFill>
                <a:srgbClr val="657E9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191" name="Google Shape;4191;p137"/>
              <p:cNvSpPr/>
              <p:nvPr/>
            </p:nvSpPr>
            <p:spPr>
              <a:xfrm>
                <a:off x="1931663" y="2921468"/>
                <a:ext cx="64787" cy="10241"/>
              </a:xfrm>
              <a:custGeom>
                <a:rect b="b" l="l" r="r" t="t"/>
                <a:pathLst>
                  <a:path extrusionOk="0" h="322" w="2037">
                    <a:moveTo>
                      <a:pt x="167" y="0"/>
                    </a:moveTo>
                    <a:cubicBezTo>
                      <a:pt x="72" y="0"/>
                      <a:pt x="1" y="72"/>
                      <a:pt x="1" y="155"/>
                    </a:cubicBezTo>
                    <a:cubicBezTo>
                      <a:pt x="1" y="250"/>
                      <a:pt x="72" y="322"/>
                      <a:pt x="167" y="322"/>
                    </a:cubicBezTo>
                    <a:lnTo>
                      <a:pt x="1882" y="322"/>
                    </a:lnTo>
                    <a:cubicBezTo>
                      <a:pt x="1965" y="322"/>
                      <a:pt x="2037" y="250"/>
                      <a:pt x="2037" y="155"/>
                    </a:cubicBezTo>
                    <a:cubicBezTo>
                      <a:pt x="2037" y="72"/>
                      <a:pt x="1965" y="0"/>
                      <a:pt x="1882" y="0"/>
                    </a:cubicBezTo>
                    <a:close/>
                  </a:path>
                </a:pathLst>
              </a:custGeom>
              <a:solidFill>
                <a:srgbClr val="657E9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192" name="Google Shape;4192;p137"/>
              <p:cNvSpPr/>
              <p:nvPr/>
            </p:nvSpPr>
            <p:spPr>
              <a:xfrm>
                <a:off x="2009681" y="2921468"/>
                <a:ext cx="65168" cy="10241"/>
              </a:xfrm>
              <a:custGeom>
                <a:rect b="b" l="l" r="r" t="t"/>
                <a:pathLst>
                  <a:path extrusionOk="0" h="322" w="2049">
                    <a:moveTo>
                      <a:pt x="167" y="0"/>
                    </a:moveTo>
                    <a:cubicBezTo>
                      <a:pt x="84" y="0"/>
                      <a:pt x="0" y="72"/>
                      <a:pt x="0" y="155"/>
                    </a:cubicBezTo>
                    <a:cubicBezTo>
                      <a:pt x="0" y="250"/>
                      <a:pt x="84" y="322"/>
                      <a:pt x="167" y="322"/>
                    </a:cubicBezTo>
                    <a:lnTo>
                      <a:pt x="1881" y="322"/>
                    </a:lnTo>
                    <a:cubicBezTo>
                      <a:pt x="1965" y="322"/>
                      <a:pt x="2048" y="250"/>
                      <a:pt x="2048" y="155"/>
                    </a:cubicBezTo>
                    <a:cubicBezTo>
                      <a:pt x="2048" y="72"/>
                      <a:pt x="1965" y="0"/>
                      <a:pt x="1881" y="0"/>
                    </a:cubicBezTo>
                    <a:close/>
                  </a:path>
                </a:pathLst>
              </a:custGeom>
              <a:solidFill>
                <a:srgbClr val="657E9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193" name="Google Shape;4193;p137"/>
              <p:cNvSpPr/>
              <p:nvPr/>
            </p:nvSpPr>
            <p:spPr>
              <a:xfrm>
                <a:off x="1931663" y="2954418"/>
                <a:ext cx="64787" cy="10623"/>
              </a:xfrm>
              <a:custGeom>
                <a:rect b="b" l="l" r="r" t="t"/>
                <a:pathLst>
                  <a:path extrusionOk="0" h="334" w="2037">
                    <a:moveTo>
                      <a:pt x="167" y="0"/>
                    </a:moveTo>
                    <a:cubicBezTo>
                      <a:pt x="72" y="0"/>
                      <a:pt x="1" y="72"/>
                      <a:pt x="1" y="167"/>
                    </a:cubicBezTo>
                    <a:cubicBezTo>
                      <a:pt x="1" y="250"/>
                      <a:pt x="72" y="334"/>
                      <a:pt x="167" y="334"/>
                    </a:cubicBezTo>
                    <a:lnTo>
                      <a:pt x="1882" y="334"/>
                    </a:lnTo>
                    <a:cubicBezTo>
                      <a:pt x="1965" y="334"/>
                      <a:pt x="2037" y="250"/>
                      <a:pt x="2037" y="167"/>
                    </a:cubicBezTo>
                    <a:cubicBezTo>
                      <a:pt x="2037" y="72"/>
                      <a:pt x="1965" y="0"/>
                      <a:pt x="1882" y="0"/>
                    </a:cubicBezTo>
                    <a:close/>
                  </a:path>
                </a:pathLst>
              </a:custGeom>
              <a:solidFill>
                <a:srgbClr val="657E9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194" name="Google Shape;4194;p137"/>
              <p:cNvSpPr/>
              <p:nvPr/>
            </p:nvSpPr>
            <p:spPr>
              <a:xfrm>
                <a:off x="2009681" y="2954418"/>
                <a:ext cx="65168" cy="10623"/>
              </a:xfrm>
              <a:custGeom>
                <a:rect b="b" l="l" r="r" t="t"/>
                <a:pathLst>
                  <a:path extrusionOk="0" h="334" w="2049">
                    <a:moveTo>
                      <a:pt x="167" y="0"/>
                    </a:moveTo>
                    <a:cubicBezTo>
                      <a:pt x="84" y="0"/>
                      <a:pt x="0" y="72"/>
                      <a:pt x="0" y="167"/>
                    </a:cubicBezTo>
                    <a:cubicBezTo>
                      <a:pt x="0" y="250"/>
                      <a:pt x="84" y="334"/>
                      <a:pt x="167" y="334"/>
                    </a:cubicBezTo>
                    <a:lnTo>
                      <a:pt x="1881" y="334"/>
                    </a:lnTo>
                    <a:cubicBezTo>
                      <a:pt x="1965" y="334"/>
                      <a:pt x="2048" y="250"/>
                      <a:pt x="2048" y="167"/>
                    </a:cubicBezTo>
                    <a:cubicBezTo>
                      <a:pt x="2048" y="72"/>
                      <a:pt x="1965" y="0"/>
                      <a:pt x="1881" y="0"/>
                    </a:cubicBezTo>
                    <a:close/>
                  </a:path>
                </a:pathLst>
              </a:custGeom>
              <a:solidFill>
                <a:srgbClr val="657E9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195" name="Google Shape;4195;p137"/>
              <p:cNvSpPr/>
              <p:nvPr/>
            </p:nvSpPr>
            <p:spPr>
              <a:xfrm>
                <a:off x="1931663" y="2987718"/>
                <a:ext cx="64787" cy="10273"/>
              </a:xfrm>
              <a:custGeom>
                <a:rect b="b" l="l" r="r" t="t"/>
                <a:pathLst>
                  <a:path extrusionOk="0" h="323" w="2037">
                    <a:moveTo>
                      <a:pt x="167" y="1"/>
                    </a:moveTo>
                    <a:cubicBezTo>
                      <a:pt x="72" y="1"/>
                      <a:pt x="1" y="72"/>
                      <a:pt x="1" y="156"/>
                    </a:cubicBezTo>
                    <a:cubicBezTo>
                      <a:pt x="1" y="251"/>
                      <a:pt x="72" y="322"/>
                      <a:pt x="167" y="322"/>
                    </a:cubicBezTo>
                    <a:lnTo>
                      <a:pt x="1882" y="322"/>
                    </a:lnTo>
                    <a:cubicBezTo>
                      <a:pt x="1965" y="322"/>
                      <a:pt x="2037" y="251"/>
                      <a:pt x="2037" y="156"/>
                    </a:cubicBezTo>
                    <a:cubicBezTo>
                      <a:pt x="2037" y="72"/>
                      <a:pt x="1965" y="1"/>
                      <a:pt x="1882" y="1"/>
                    </a:cubicBezTo>
                    <a:close/>
                  </a:path>
                </a:pathLst>
              </a:custGeom>
              <a:solidFill>
                <a:srgbClr val="657E9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196" name="Google Shape;4196;p137"/>
              <p:cNvSpPr/>
              <p:nvPr/>
            </p:nvSpPr>
            <p:spPr>
              <a:xfrm>
                <a:off x="2009681" y="2987718"/>
                <a:ext cx="65168" cy="10273"/>
              </a:xfrm>
              <a:custGeom>
                <a:rect b="b" l="l" r="r" t="t"/>
                <a:pathLst>
                  <a:path extrusionOk="0" h="323" w="2049">
                    <a:moveTo>
                      <a:pt x="167" y="1"/>
                    </a:moveTo>
                    <a:cubicBezTo>
                      <a:pt x="84" y="1"/>
                      <a:pt x="0" y="72"/>
                      <a:pt x="0" y="156"/>
                    </a:cubicBezTo>
                    <a:cubicBezTo>
                      <a:pt x="0" y="251"/>
                      <a:pt x="84" y="322"/>
                      <a:pt x="167" y="322"/>
                    </a:cubicBezTo>
                    <a:lnTo>
                      <a:pt x="1881" y="322"/>
                    </a:lnTo>
                    <a:cubicBezTo>
                      <a:pt x="1965" y="322"/>
                      <a:pt x="2048" y="251"/>
                      <a:pt x="2048" y="156"/>
                    </a:cubicBezTo>
                    <a:cubicBezTo>
                      <a:pt x="2048" y="72"/>
                      <a:pt x="1965" y="1"/>
                      <a:pt x="1881" y="1"/>
                    </a:cubicBezTo>
                    <a:close/>
                  </a:path>
                </a:pathLst>
              </a:custGeom>
              <a:solidFill>
                <a:srgbClr val="657E9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197" name="Google Shape;4197;p137"/>
              <p:cNvSpPr/>
              <p:nvPr/>
            </p:nvSpPr>
            <p:spPr>
              <a:xfrm>
                <a:off x="1931663" y="3020668"/>
                <a:ext cx="64787" cy="10655"/>
              </a:xfrm>
              <a:custGeom>
                <a:rect b="b" l="l" r="r" t="t"/>
                <a:pathLst>
                  <a:path extrusionOk="0" h="335" w="2037">
                    <a:moveTo>
                      <a:pt x="167" y="1"/>
                    </a:moveTo>
                    <a:cubicBezTo>
                      <a:pt x="72" y="1"/>
                      <a:pt x="1" y="72"/>
                      <a:pt x="1" y="167"/>
                    </a:cubicBezTo>
                    <a:cubicBezTo>
                      <a:pt x="1" y="251"/>
                      <a:pt x="72" y="334"/>
                      <a:pt x="167" y="334"/>
                    </a:cubicBezTo>
                    <a:lnTo>
                      <a:pt x="1882" y="334"/>
                    </a:lnTo>
                    <a:cubicBezTo>
                      <a:pt x="1965" y="334"/>
                      <a:pt x="2037" y="251"/>
                      <a:pt x="2037" y="167"/>
                    </a:cubicBezTo>
                    <a:cubicBezTo>
                      <a:pt x="2037" y="72"/>
                      <a:pt x="1965" y="1"/>
                      <a:pt x="1882" y="1"/>
                    </a:cubicBezTo>
                    <a:close/>
                  </a:path>
                </a:pathLst>
              </a:custGeom>
              <a:solidFill>
                <a:srgbClr val="657E9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198" name="Google Shape;4198;p137"/>
              <p:cNvSpPr/>
              <p:nvPr/>
            </p:nvSpPr>
            <p:spPr>
              <a:xfrm>
                <a:off x="2009681" y="3020668"/>
                <a:ext cx="65168" cy="10655"/>
              </a:xfrm>
              <a:custGeom>
                <a:rect b="b" l="l" r="r" t="t"/>
                <a:pathLst>
                  <a:path extrusionOk="0" h="335" w="2049">
                    <a:moveTo>
                      <a:pt x="167" y="1"/>
                    </a:moveTo>
                    <a:cubicBezTo>
                      <a:pt x="84" y="1"/>
                      <a:pt x="0" y="72"/>
                      <a:pt x="0" y="167"/>
                    </a:cubicBezTo>
                    <a:cubicBezTo>
                      <a:pt x="0" y="251"/>
                      <a:pt x="84" y="334"/>
                      <a:pt x="167" y="334"/>
                    </a:cubicBezTo>
                    <a:lnTo>
                      <a:pt x="1881" y="334"/>
                    </a:lnTo>
                    <a:cubicBezTo>
                      <a:pt x="1965" y="334"/>
                      <a:pt x="2048" y="251"/>
                      <a:pt x="2048" y="167"/>
                    </a:cubicBezTo>
                    <a:cubicBezTo>
                      <a:pt x="2048" y="72"/>
                      <a:pt x="1965" y="1"/>
                      <a:pt x="1881" y="1"/>
                    </a:cubicBezTo>
                    <a:close/>
                  </a:path>
                </a:pathLst>
              </a:custGeom>
              <a:solidFill>
                <a:srgbClr val="657E9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199" name="Google Shape;4199;p137"/>
              <p:cNvSpPr/>
              <p:nvPr/>
            </p:nvSpPr>
            <p:spPr>
              <a:xfrm>
                <a:off x="1749897" y="3069138"/>
                <a:ext cx="355993" cy="181034"/>
              </a:xfrm>
              <a:custGeom>
                <a:rect b="b" l="l" r="r" t="t"/>
                <a:pathLst>
                  <a:path extrusionOk="0" h="5692" w="11193">
                    <a:moveTo>
                      <a:pt x="9859" y="322"/>
                    </a:moveTo>
                    <a:lnTo>
                      <a:pt x="5596" y="1477"/>
                    </a:lnTo>
                    <a:lnTo>
                      <a:pt x="1334" y="322"/>
                    </a:lnTo>
                    <a:close/>
                    <a:moveTo>
                      <a:pt x="334" y="394"/>
                    </a:moveTo>
                    <a:lnTo>
                      <a:pt x="4954" y="1644"/>
                    </a:lnTo>
                    <a:lnTo>
                      <a:pt x="334" y="2894"/>
                    </a:lnTo>
                    <a:lnTo>
                      <a:pt x="334" y="394"/>
                    </a:lnTo>
                    <a:close/>
                    <a:moveTo>
                      <a:pt x="10871" y="417"/>
                    </a:moveTo>
                    <a:lnTo>
                      <a:pt x="10871" y="2918"/>
                    </a:lnTo>
                    <a:lnTo>
                      <a:pt x="6239" y="1668"/>
                    </a:lnTo>
                    <a:lnTo>
                      <a:pt x="10871" y="417"/>
                    </a:lnTo>
                    <a:close/>
                    <a:moveTo>
                      <a:pt x="5596" y="1822"/>
                    </a:moveTo>
                    <a:lnTo>
                      <a:pt x="10252" y="3096"/>
                    </a:lnTo>
                    <a:lnTo>
                      <a:pt x="941" y="3096"/>
                    </a:lnTo>
                    <a:lnTo>
                      <a:pt x="5596" y="1822"/>
                    </a:lnTo>
                    <a:close/>
                    <a:moveTo>
                      <a:pt x="9132" y="3425"/>
                    </a:moveTo>
                    <a:cubicBezTo>
                      <a:pt x="9140" y="3425"/>
                      <a:pt x="9148" y="3427"/>
                      <a:pt x="9156" y="3430"/>
                    </a:cubicBezTo>
                    <a:lnTo>
                      <a:pt x="10669" y="4477"/>
                    </a:lnTo>
                    <a:cubicBezTo>
                      <a:pt x="10692" y="4489"/>
                      <a:pt x="10704" y="4501"/>
                      <a:pt x="10692" y="4537"/>
                    </a:cubicBezTo>
                    <a:cubicBezTo>
                      <a:pt x="10692" y="4549"/>
                      <a:pt x="10669" y="4561"/>
                      <a:pt x="10645" y="4561"/>
                    </a:cubicBezTo>
                    <a:lnTo>
                      <a:pt x="9871" y="4525"/>
                    </a:lnTo>
                    <a:cubicBezTo>
                      <a:pt x="9856" y="4522"/>
                      <a:pt x="9840" y="4521"/>
                      <a:pt x="9825" y="4521"/>
                    </a:cubicBezTo>
                    <a:cubicBezTo>
                      <a:pt x="9708" y="4521"/>
                      <a:pt x="9589" y="4598"/>
                      <a:pt x="9526" y="4704"/>
                    </a:cubicBezTo>
                    <a:cubicBezTo>
                      <a:pt x="9097" y="5382"/>
                      <a:pt x="9121" y="5382"/>
                      <a:pt x="9085" y="5382"/>
                    </a:cubicBezTo>
                    <a:cubicBezTo>
                      <a:pt x="9049" y="5382"/>
                      <a:pt x="9037" y="5370"/>
                      <a:pt x="9037" y="5335"/>
                    </a:cubicBezTo>
                    <a:lnTo>
                      <a:pt x="9085" y="3477"/>
                    </a:lnTo>
                    <a:cubicBezTo>
                      <a:pt x="9085" y="3441"/>
                      <a:pt x="9106" y="3425"/>
                      <a:pt x="9132" y="3425"/>
                    </a:cubicBezTo>
                    <a:close/>
                    <a:moveTo>
                      <a:pt x="334" y="1"/>
                    </a:moveTo>
                    <a:cubicBezTo>
                      <a:pt x="286" y="1"/>
                      <a:pt x="239" y="13"/>
                      <a:pt x="215" y="25"/>
                    </a:cubicBezTo>
                    <a:cubicBezTo>
                      <a:pt x="96" y="72"/>
                      <a:pt x="12" y="191"/>
                      <a:pt x="1" y="310"/>
                    </a:cubicBezTo>
                    <a:lnTo>
                      <a:pt x="1" y="322"/>
                    </a:lnTo>
                    <a:lnTo>
                      <a:pt x="1" y="3096"/>
                    </a:lnTo>
                    <a:cubicBezTo>
                      <a:pt x="1" y="3275"/>
                      <a:pt x="155" y="3418"/>
                      <a:pt x="334" y="3418"/>
                    </a:cubicBezTo>
                    <a:lnTo>
                      <a:pt x="8728" y="3418"/>
                    </a:lnTo>
                    <a:cubicBezTo>
                      <a:pt x="8728" y="3465"/>
                      <a:pt x="8728" y="3346"/>
                      <a:pt x="8680" y="5311"/>
                    </a:cubicBezTo>
                    <a:cubicBezTo>
                      <a:pt x="8680" y="5418"/>
                      <a:pt x="8704" y="5513"/>
                      <a:pt x="8775" y="5573"/>
                    </a:cubicBezTo>
                    <a:cubicBezTo>
                      <a:pt x="8859" y="5656"/>
                      <a:pt x="8954" y="5692"/>
                      <a:pt x="9061" y="5692"/>
                    </a:cubicBezTo>
                    <a:cubicBezTo>
                      <a:pt x="9192" y="5692"/>
                      <a:pt x="9311" y="5620"/>
                      <a:pt x="9395" y="5513"/>
                    </a:cubicBezTo>
                    <a:cubicBezTo>
                      <a:pt x="9823" y="4847"/>
                      <a:pt x="9787" y="4835"/>
                      <a:pt x="9835" y="4835"/>
                    </a:cubicBezTo>
                    <a:cubicBezTo>
                      <a:pt x="10764" y="4882"/>
                      <a:pt x="10621" y="4882"/>
                      <a:pt x="10645" y="4882"/>
                    </a:cubicBezTo>
                    <a:cubicBezTo>
                      <a:pt x="10800" y="4882"/>
                      <a:pt x="10954" y="4775"/>
                      <a:pt x="11002" y="4608"/>
                    </a:cubicBezTo>
                    <a:cubicBezTo>
                      <a:pt x="11038" y="4442"/>
                      <a:pt x="10978" y="4287"/>
                      <a:pt x="10847" y="4180"/>
                    </a:cubicBezTo>
                    <a:lnTo>
                      <a:pt x="9704" y="3406"/>
                    </a:lnTo>
                    <a:lnTo>
                      <a:pt x="10847" y="3406"/>
                    </a:lnTo>
                    <a:cubicBezTo>
                      <a:pt x="11026" y="3406"/>
                      <a:pt x="11181" y="3251"/>
                      <a:pt x="11181" y="3073"/>
                    </a:cubicBezTo>
                    <a:cubicBezTo>
                      <a:pt x="11192" y="2739"/>
                      <a:pt x="11192" y="620"/>
                      <a:pt x="11192" y="310"/>
                    </a:cubicBezTo>
                    <a:cubicBezTo>
                      <a:pt x="11192" y="179"/>
                      <a:pt x="11109" y="72"/>
                      <a:pt x="10990" y="25"/>
                    </a:cubicBezTo>
                    <a:cubicBezTo>
                      <a:pt x="10942" y="13"/>
                      <a:pt x="10907" y="1"/>
                      <a:pt x="10871" y="1"/>
                    </a:cubicBezTo>
                    <a:close/>
                  </a:path>
                </a:pathLst>
              </a:custGeom>
              <a:solidFill>
                <a:srgbClr val="657E9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sp>
          <p:nvSpPr>
            <p:cNvPr id="4200" name="Google Shape;4200;p137"/>
            <p:cNvSpPr txBox="1"/>
            <p:nvPr/>
          </p:nvSpPr>
          <p:spPr>
            <a:xfrm>
              <a:off x="3971750" y="3209463"/>
              <a:ext cx="967200" cy="526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200">
                  <a:latin typeface="Abel"/>
                  <a:ea typeface="Abel"/>
                  <a:cs typeface="Abel"/>
                  <a:sym typeface="Abel"/>
                </a:rPr>
                <a:t>Wireframe</a:t>
              </a:r>
              <a:endParaRPr sz="1200">
                <a:latin typeface="Abel"/>
                <a:ea typeface="Abel"/>
                <a:cs typeface="Abel"/>
                <a:sym typeface="Abel"/>
              </a:endParaRPr>
            </a:p>
          </p:txBody>
        </p:sp>
        <p:grpSp>
          <p:nvGrpSpPr>
            <p:cNvPr id="4201" name="Google Shape;4201;p137"/>
            <p:cNvGrpSpPr/>
            <p:nvPr/>
          </p:nvGrpSpPr>
          <p:grpSpPr>
            <a:xfrm>
              <a:off x="4708598" y="1543593"/>
              <a:ext cx="283464" cy="283189"/>
              <a:chOff x="7978465" y="1969392"/>
              <a:chExt cx="361147" cy="360797"/>
            </a:xfrm>
          </p:grpSpPr>
          <p:sp>
            <p:nvSpPr>
              <p:cNvPr id="4202" name="Google Shape;4202;p137"/>
              <p:cNvSpPr/>
              <p:nvPr/>
            </p:nvSpPr>
            <p:spPr>
              <a:xfrm>
                <a:off x="8136871" y="2285821"/>
                <a:ext cx="44368" cy="44368"/>
              </a:xfrm>
              <a:custGeom>
                <a:rect b="b" l="l" r="r" t="t"/>
                <a:pathLst>
                  <a:path extrusionOk="0" h="1394" w="1394">
                    <a:moveTo>
                      <a:pt x="691" y="322"/>
                    </a:moveTo>
                    <a:cubicBezTo>
                      <a:pt x="905" y="322"/>
                      <a:pt x="1072" y="488"/>
                      <a:pt x="1072" y="703"/>
                    </a:cubicBezTo>
                    <a:cubicBezTo>
                      <a:pt x="1072" y="905"/>
                      <a:pt x="893" y="1072"/>
                      <a:pt x="691" y="1072"/>
                    </a:cubicBezTo>
                    <a:cubicBezTo>
                      <a:pt x="488" y="1072"/>
                      <a:pt x="322" y="905"/>
                      <a:pt x="322" y="703"/>
                    </a:cubicBezTo>
                    <a:cubicBezTo>
                      <a:pt x="322" y="488"/>
                      <a:pt x="488" y="322"/>
                      <a:pt x="691" y="322"/>
                    </a:cubicBezTo>
                    <a:close/>
                    <a:moveTo>
                      <a:pt x="691" y="0"/>
                    </a:moveTo>
                    <a:cubicBezTo>
                      <a:pt x="310" y="0"/>
                      <a:pt x="0" y="310"/>
                      <a:pt x="0" y="703"/>
                    </a:cubicBezTo>
                    <a:cubicBezTo>
                      <a:pt x="0" y="1084"/>
                      <a:pt x="310" y="1393"/>
                      <a:pt x="691" y="1393"/>
                    </a:cubicBezTo>
                    <a:cubicBezTo>
                      <a:pt x="1084" y="1393"/>
                      <a:pt x="1393" y="1084"/>
                      <a:pt x="1393" y="703"/>
                    </a:cubicBezTo>
                    <a:cubicBezTo>
                      <a:pt x="1393" y="310"/>
                      <a:pt x="1084" y="0"/>
                      <a:pt x="691" y="0"/>
                    </a:cubicBezTo>
                    <a:close/>
                  </a:path>
                </a:pathLst>
              </a:custGeom>
              <a:solidFill>
                <a:srgbClr val="657E9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203" name="Google Shape;4203;p137"/>
              <p:cNvSpPr/>
              <p:nvPr/>
            </p:nvSpPr>
            <p:spPr>
              <a:xfrm>
                <a:off x="8210010" y="2121719"/>
                <a:ext cx="56112" cy="56112"/>
              </a:xfrm>
              <a:custGeom>
                <a:rect b="b" l="l" r="r" t="t"/>
                <a:pathLst>
                  <a:path extrusionOk="0" h="1763" w="1763">
                    <a:moveTo>
                      <a:pt x="881" y="334"/>
                    </a:moveTo>
                    <a:cubicBezTo>
                      <a:pt x="1191" y="334"/>
                      <a:pt x="1429" y="572"/>
                      <a:pt x="1429" y="882"/>
                    </a:cubicBezTo>
                    <a:cubicBezTo>
                      <a:pt x="1417" y="1180"/>
                      <a:pt x="1179" y="1430"/>
                      <a:pt x="881" y="1430"/>
                    </a:cubicBezTo>
                    <a:cubicBezTo>
                      <a:pt x="583" y="1430"/>
                      <a:pt x="333" y="1191"/>
                      <a:pt x="333" y="882"/>
                    </a:cubicBezTo>
                    <a:cubicBezTo>
                      <a:pt x="333" y="584"/>
                      <a:pt x="572" y="334"/>
                      <a:pt x="881" y="334"/>
                    </a:cubicBezTo>
                    <a:close/>
                    <a:moveTo>
                      <a:pt x="881" y="1"/>
                    </a:moveTo>
                    <a:cubicBezTo>
                      <a:pt x="405" y="1"/>
                      <a:pt x="0" y="394"/>
                      <a:pt x="0" y="882"/>
                    </a:cubicBezTo>
                    <a:cubicBezTo>
                      <a:pt x="0" y="1358"/>
                      <a:pt x="393" y="1763"/>
                      <a:pt x="881" y="1763"/>
                    </a:cubicBezTo>
                    <a:cubicBezTo>
                      <a:pt x="1357" y="1763"/>
                      <a:pt x="1762" y="1370"/>
                      <a:pt x="1762" y="882"/>
                    </a:cubicBezTo>
                    <a:cubicBezTo>
                      <a:pt x="1762" y="406"/>
                      <a:pt x="1357" y="1"/>
                      <a:pt x="881" y="1"/>
                    </a:cubicBezTo>
                    <a:close/>
                  </a:path>
                </a:pathLst>
              </a:custGeom>
              <a:solidFill>
                <a:srgbClr val="657E9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204" name="Google Shape;4204;p137"/>
              <p:cNvSpPr/>
              <p:nvPr/>
            </p:nvSpPr>
            <p:spPr>
              <a:xfrm>
                <a:off x="8051987" y="2121719"/>
                <a:ext cx="55730" cy="56112"/>
              </a:xfrm>
              <a:custGeom>
                <a:rect b="b" l="l" r="r" t="t"/>
                <a:pathLst>
                  <a:path extrusionOk="0" h="1763" w="1751">
                    <a:moveTo>
                      <a:pt x="881" y="334"/>
                    </a:moveTo>
                    <a:cubicBezTo>
                      <a:pt x="1179" y="334"/>
                      <a:pt x="1429" y="572"/>
                      <a:pt x="1429" y="882"/>
                    </a:cubicBezTo>
                    <a:cubicBezTo>
                      <a:pt x="1417" y="1180"/>
                      <a:pt x="1179" y="1430"/>
                      <a:pt x="881" y="1430"/>
                    </a:cubicBezTo>
                    <a:cubicBezTo>
                      <a:pt x="584" y="1430"/>
                      <a:pt x="322" y="1191"/>
                      <a:pt x="322" y="882"/>
                    </a:cubicBezTo>
                    <a:cubicBezTo>
                      <a:pt x="322" y="572"/>
                      <a:pt x="560" y="334"/>
                      <a:pt x="881" y="334"/>
                    </a:cubicBezTo>
                    <a:close/>
                    <a:moveTo>
                      <a:pt x="881" y="1"/>
                    </a:moveTo>
                    <a:cubicBezTo>
                      <a:pt x="405" y="1"/>
                      <a:pt x="0" y="394"/>
                      <a:pt x="0" y="882"/>
                    </a:cubicBezTo>
                    <a:cubicBezTo>
                      <a:pt x="0" y="1358"/>
                      <a:pt x="381" y="1763"/>
                      <a:pt x="881" y="1763"/>
                    </a:cubicBezTo>
                    <a:cubicBezTo>
                      <a:pt x="1357" y="1763"/>
                      <a:pt x="1750" y="1370"/>
                      <a:pt x="1750" y="882"/>
                    </a:cubicBezTo>
                    <a:cubicBezTo>
                      <a:pt x="1750" y="406"/>
                      <a:pt x="1357" y="1"/>
                      <a:pt x="881" y="1"/>
                    </a:cubicBezTo>
                    <a:close/>
                  </a:path>
                </a:pathLst>
              </a:custGeom>
              <a:solidFill>
                <a:srgbClr val="657E9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205" name="Google Shape;4205;p137"/>
              <p:cNvSpPr/>
              <p:nvPr/>
            </p:nvSpPr>
            <p:spPr>
              <a:xfrm>
                <a:off x="7978465" y="2285821"/>
                <a:ext cx="44749" cy="44368"/>
              </a:xfrm>
              <a:custGeom>
                <a:rect b="b" l="l" r="r" t="t"/>
                <a:pathLst>
                  <a:path extrusionOk="0" h="1394" w="1406">
                    <a:moveTo>
                      <a:pt x="703" y="322"/>
                    </a:moveTo>
                    <a:cubicBezTo>
                      <a:pt x="905" y="322"/>
                      <a:pt x="1072" y="488"/>
                      <a:pt x="1072" y="703"/>
                    </a:cubicBezTo>
                    <a:cubicBezTo>
                      <a:pt x="1072" y="905"/>
                      <a:pt x="893" y="1072"/>
                      <a:pt x="703" y="1072"/>
                    </a:cubicBezTo>
                    <a:cubicBezTo>
                      <a:pt x="489" y="1072"/>
                      <a:pt x="334" y="905"/>
                      <a:pt x="334" y="703"/>
                    </a:cubicBezTo>
                    <a:cubicBezTo>
                      <a:pt x="334" y="488"/>
                      <a:pt x="489" y="322"/>
                      <a:pt x="703" y="322"/>
                    </a:cubicBezTo>
                    <a:close/>
                    <a:moveTo>
                      <a:pt x="703" y="0"/>
                    </a:moveTo>
                    <a:cubicBezTo>
                      <a:pt x="310" y="0"/>
                      <a:pt x="0" y="310"/>
                      <a:pt x="0" y="703"/>
                    </a:cubicBezTo>
                    <a:cubicBezTo>
                      <a:pt x="0" y="1084"/>
                      <a:pt x="310" y="1393"/>
                      <a:pt x="703" y="1393"/>
                    </a:cubicBezTo>
                    <a:cubicBezTo>
                      <a:pt x="1084" y="1393"/>
                      <a:pt x="1405" y="1084"/>
                      <a:pt x="1405" y="703"/>
                    </a:cubicBezTo>
                    <a:cubicBezTo>
                      <a:pt x="1405" y="310"/>
                      <a:pt x="1084" y="0"/>
                      <a:pt x="703" y="0"/>
                    </a:cubicBezTo>
                    <a:close/>
                  </a:path>
                </a:pathLst>
              </a:custGeom>
              <a:solidFill>
                <a:srgbClr val="657E9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206" name="Google Shape;4206;p137"/>
              <p:cNvSpPr/>
              <p:nvPr/>
            </p:nvSpPr>
            <p:spPr>
              <a:xfrm>
                <a:off x="8294894" y="2285821"/>
                <a:ext cx="44718" cy="44368"/>
              </a:xfrm>
              <a:custGeom>
                <a:rect b="b" l="l" r="r" t="t"/>
                <a:pathLst>
                  <a:path extrusionOk="0" h="1394" w="1405">
                    <a:moveTo>
                      <a:pt x="703" y="322"/>
                    </a:moveTo>
                    <a:cubicBezTo>
                      <a:pt x="905" y="322"/>
                      <a:pt x="1072" y="488"/>
                      <a:pt x="1072" y="703"/>
                    </a:cubicBezTo>
                    <a:cubicBezTo>
                      <a:pt x="1072" y="905"/>
                      <a:pt x="893" y="1072"/>
                      <a:pt x="703" y="1072"/>
                    </a:cubicBezTo>
                    <a:cubicBezTo>
                      <a:pt x="488" y="1072"/>
                      <a:pt x="333" y="905"/>
                      <a:pt x="333" y="703"/>
                    </a:cubicBezTo>
                    <a:cubicBezTo>
                      <a:pt x="333" y="488"/>
                      <a:pt x="488" y="322"/>
                      <a:pt x="703" y="322"/>
                    </a:cubicBezTo>
                    <a:close/>
                    <a:moveTo>
                      <a:pt x="703" y="0"/>
                    </a:moveTo>
                    <a:cubicBezTo>
                      <a:pt x="310" y="0"/>
                      <a:pt x="0" y="310"/>
                      <a:pt x="0" y="703"/>
                    </a:cubicBezTo>
                    <a:cubicBezTo>
                      <a:pt x="0" y="1084"/>
                      <a:pt x="310" y="1393"/>
                      <a:pt x="703" y="1393"/>
                    </a:cubicBezTo>
                    <a:cubicBezTo>
                      <a:pt x="1084" y="1393"/>
                      <a:pt x="1405" y="1084"/>
                      <a:pt x="1405" y="703"/>
                    </a:cubicBezTo>
                    <a:cubicBezTo>
                      <a:pt x="1405" y="310"/>
                      <a:pt x="1084" y="0"/>
                      <a:pt x="703" y="0"/>
                    </a:cubicBezTo>
                    <a:close/>
                  </a:path>
                </a:pathLst>
              </a:custGeom>
              <a:solidFill>
                <a:srgbClr val="657E9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207" name="Google Shape;4207;p137"/>
              <p:cNvSpPr/>
              <p:nvPr/>
            </p:nvSpPr>
            <p:spPr>
              <a:xfrm>
                <a:off x="8119811" y="1969392"/>
                <a:ext cx="78455" cy="78487"/>
              </a:xfrm>
              <a:custGeom>
                <a:rect b="b" l="l" r="r" t="t"/>
                <a:pathLst>
                  <a:path extrusionOk="0" h="2466" w="2465">
                    <a:moveTo>
                      <a:pt x="1227" y="346"/>
                    </a:moveTo>
                    <a:cubicBezTo>
                      <a:pt x="1727" y="346"/>
                      <a:pt x="2120" y="739"/>
                      <a:pt x="2120" y="1239"/>
                    </a:cubicBezTo>
                    <a:cubicBezTo>
                      <a:pt x="2120" y="1727"/>
                      <a:pt x="1727" y="2132"/>
                      <a:pt x="1227" y="2132"/>
                    </a:cubicBezTo>
                    <a:cubicBezTo>
                      <a:pt x="739" y="2132"/>
                      <a:pt x="334" y="1727"/>
                      <a:pt x="334" y="1239"/>
                    </a:cubicBezTo>
                    <a:cubicBezTo>
                      <a:pt x="334" y="739"/>
                      <a:pt x="739" y="346"/>
                      <a:pt x="1227" y="346"/>
                    </a:cubicBezTo>
                    <a:close/>
                    <a:moveTo>
                      <a:pt x="1227" y="1"/>
                    </a:moveTo>
                    <a:cubicBezTo>
                      <a:pt x="548" y="1"/>
                      <a:pt x="0" y="548"/>
                      <a:pt x="0" y="1239"/>
                    </a:cubicBezTo>
                    <a:cubicBezTo>
                      <a:pt x="0" y="1917"/>
                      <a:pt x="548" y="2465"/>
                      <a:pt x="1227" y="2465"/>
                    </a:cubicBezTo>
                    <a:cubicBezTo>
                      <a:pt x="1917" y="2465"/>
                      <a:pt x="2465" y="1917"/>
                      <a:pt x="2465" y="1239"/>
                    </a:cubicBezTo>
                    <a:cubicBezTo>
                      <a:pt x="2465" y="548"/>
                      <a:pt x="1905" y="1"/>
                      <a:pt x="1227" y="1"/>
                    </a:cubicBezTo>
                    <a:close/>
                  </a:path>
                </a:pathLst>
              </a:custGeom>
              <a:solidFill>
                <a:srgbClr val="657E9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208" name="Google Shape;4208;p137"/>
              <p:cNvSpPr/>
              <p:nvPr/>
            </p:nvSpPr>
            <p:spPr>
              <a:xfrm>
                <a:off x="8012202" y="2189575"/>
                <a:ext cx="134917" cy="89690"/>
              </a:xfrm>
              <a:custGeom>
                <a:rect b="b" l="l" r="r" t="t"/>
                <a:pathLst>
                  <a:path extrusionOk="0" h="2818" w="4239">
                    <a:moveTo>
                      <a:pt x="2107" y="0"/>
                    </a:moveTo>
                    <a:cubicBezTo>
                      <a:pt x="2024" y="0"/>
                      <a:pt x="1953" y="71"/>
                      <a:pt x="1953" y="167"/>
                    </a:cubicBezTo>
                    <a:lnTo>
                      <a:pt x="1953" y="1417"/>
                    </a:lnTo>
                    <a:lnTo>
                      <a:pt x="1072" y="1417"/>
                    </a:lnTo>
                    <a:cubicBezTo>
                      <a:pt x="822" y="1417"/>
                      <a:pt x="583" y="1560"/>
                      <a:pt x="464" y="1786"/>
                    </a:cubicBezTo>
                    <a:lnTo>
                      <a:pt x="48" y="2560"/>
                    </a:lnTo>
                    <a:cubicBezTo>
                      <a:pt x="0" y="2631"/>
                      <a:pt x="24" y="2738"/>
                      <a:pt x="119" y="2786"/>
                    </a:cubicBezTo>
                    <a:cubicBezTo>
                      <a:pt x="143" y="2798"/>
                      <a:pt x="167" y="2798"/>
                      <a:pt x="191" y="2798"/>
                    </a:cubicBezTo>
                    <a:cubicBezTo>
                      <a:pt x="250" y="2798"/>
                      <a:pt x="310" y="2774"/>
                      <a:pt x="345" y="2715"/>
                    </a:cubicBezTo>
                    <a:lnTo>
                      <a:pt x="762" y="1941"/>
                    </a:lnTo>
                    <a:cubicBezTo>
                      <a:pt x="822" y="1822"/>
                      <a:pt x="953" y="1738"/>
                      <a:pt x="1083" y="1738"/>
                    </a:cubicBezTo>
                    <a:lnTo>
                      <a:pt x="3167" y="1738"/>
                    </a:lnTo>
                    <a:cubicBezTo>
                      <a:pt x="3298" y="1738"/>
                      <a:pt x="3417" y="1822"/>
                      <a:pt x="3500" y="1941"/>
                    </a:cubicBezTo>
                    <a:lnTo>
                      <a:pt x="3917" y="2727"/>
                    </a:lnTo>
                    <a:cubicBezTo>
                      <a:pt x="3943" y="2778"/>
                      <a:pt x="4006" y="2817"/>
                      <a:pt x="4066" y="2817"/>
                    </a:cubicBezTo>
                    <a:cubicBezTo>
                      <a:pt x="4089" y="2817"/>
                      <a:pt x="4112" y="2811"/>
                      <a:pt x="4131" y="2798"/>
                    </a:cubicBezTo>
                    <a:cubicBezTo>
                      <a:pt x="4215" y="2774"/>
                      <a:pt x="4239" y="2667"/>
                      <a:pt x="4191" y="2572"/>
                    </a:cubicBezTo>
                    <a:lnTo>
                      <a:pt x="3774" y="1786"/>
                    </a:lnTo>
                    <a:cubicBezTo>
                      <a:pt x="3655" y="1560"/>
                      <a:pt x="3417" y="1417"/>
                      <a:pt x="3155" y="1417"/>
                    </a:cubicBezTo>
                    <a:lnTo>
                      <a:pt x="2274" y="1417"/>
                    </a:lnTo>
                    <a:lnTo>
                      <a:pt x="2274" y="167"/>
                    </a:lnTo>
                    <a:cubicBezTo>
                      <a:pt x="2274" y="71"/>
                      <a:pt x="2203" y="0"/>
                      <a:pt x="2107" y="0"/>
                    </a:cubicBezTo>
                    <a:close/>
                  </a:path>
                </a:pathLst>
              </a:custGeom>
              <a:solidFill>
                <a:srgbClr val="657E9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209" name="Google Shape;4209;p137"/>
              <p:cNvSpPr/>
              <p:nvPr/>
            </p:nvSpPr>
            <p:spPr>
              <a:xfrm>
                <a:off x="8099346" y="2059973"/>
                <a:ext cx="119385" cy="56016"/>
              </a:xfrm>
              <a:custGeom>
                <a:rect b="b" l="l" r="r" t="t"/>
                <a:pathLst>
                  <a:path extrusionOk="0" h="1760" w="3751">
                    <a:moveTo>
                      <a:pt x="1870" y="0"/>
                    </a:moveTo>
                    <a:cubicBezTo>
                      <a:pt x="1786" y="0"/>
                      <a:pt x="1715" y="72"/>
                      <a:pt x="1715" y="155"/>
                    </a:cubicBezTo>
                    <a:lnTo>
                      <a:pt x="1715" y="714"/>
                    </a:lnTo>
                    <a:lnTo>
                      <a:pt x="774" y="714"/>
                    </a:lnTo>
                    <a:cubicBezTo>
                      <a:pt x="584" y="714"/>
                      <a:pt x="405" y="810"/>
                      <a:pt x="310" y="988"/>
                    </a:cubicBezTo>
                    <a:lnTo>
                      <a:pt x="48" y="1512"/>
                    </a:lnTo>
                    <a:cubicBezTo>
                      <a:pt x="0" y="1584"/>
                      <a:pt x="24" y="1691"/>
                      <a:pt x="120" y="1738"/>
                    </a:cubicBezTo>
                    <a:cubicBezTo>
                      <a:pt x="141" y="1753"/>
                      <a:pt x="167" y="1760"/>
                      <a:pt x="192" y="1760"/>
                    </a:cubicBezTo>
                    <a:cubicBezTo>
                      <a:pt x="251" y="1760"/>
                      <a:pt x="313" y="1725"/>
                      <a:pt x="346" y="1667"/>
                    </a:cubicBezTo>
                    <a:lnTo>
                      <a:pt x="608" y="1143"/>
                    </a:lnTo>
                    <a:cubicBezTo>
                      <a:pt x="643" y="1084"/>
                      <a:pt x="715" y="1036"/>
                      <a:pt x="774" y="1036"/>
                    </a:cubicBezTo>
                    <a:lnTo>
                      <a:pt x="2977" y="1036"/>
                    </a:lnTo>
                    <a:cubicBezTo>
                      <a:pt x="3048" y="1036"/>
                      <a:pt x="3108" y="1084"/>
                      <a:pt x="3144" y="1143"/>
                    </a:cubicBezTo>
                    <a:lnTo>
                      <a:pt x="3406" y="1667"/>
                    </a:lnTo>
                    <a:cubicBezTo>
                      <a:pt x="3441" y="1727"/>
                      <a:pt x="3501" y="1750"/>
                      <a:pt x="3560" y="1750"/>
                    </a:cubicBezTo>
                    <a:cubicBezTo>
                      <a:pt x="3584" y="1750"/>
                      <a:pt x="3620" y="1750"/>
                      <a:pt x="3632" y="1738"/>
                    </a:cubicBezTo>
                    <a:cubicBezTo>
                      <a:pt x="3715" y="1691"/>
                      <a:pt x="3751" y="1584"/>
                      <a:pt x="3703" y="1512"/>
                    </a:cubicBezTo>
                    <a:lnTo>
                      <a:pt x="3441" y="988"/>
                    </a:lnTo>
                    <a:cubicBezTo>
                      <a:pt x="3346" y="810"/>
                      <a:pt x="3168" y="714"/>
                      <a:pt x="2977" y="714"/>
                    </a:cubicBezTo>
                    <a:lnTo>
                      <a:pt x="2036" y="714"/>
                    </a:lnTo>
                    <a:lnTo>
                      <a:pt x="2036" y="155"/>
                    </a:lnTo>
                    <a:cubicBezTo>
                      <a:pt x="2036" y="72"/>
                      <a:pt x="1965" y="0"/>
                      <a:pt x="1870" y="0"/>
                    </a:cubicBezTo>
                    <a:close/>
                  </a:path>
                </a:pathLst>
              </a:custGeom>
              <a:solidFill>
                <a:srgbClr val="657E9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210" name="Google Shape;4210;p137"/>
              <p:cNvSpPr/>
              <p:nvPr/>
            </p:nvSpPr>
            <p:spPr>
              <a:xfrm>
                <a:off x="8170194" y="2189925"/>
                <a:ext cx="135331" cy="89849"/>
              </a:xfrm>
              <a:custGeom>
                <a:rect b="b" l="l" r="r" t="t"/>
                <a:pathLst>
                  <a:path extrusionOk="0" h="2823" w="4252">
                    <a:moveTo>
                      <a:pt x="2132" y="1"/>
                    </a:moveTo>
                    <a:cubicBezTo>
                      <a:pt x="2049" y="1"/>
                      <a:pt x="1965" y="84"/>
                      <a:pt x="1965" y="168"/>
                    </a:cubicBezTo>
                    <a:lnTo>
                      <a:pt x="1965" y="1418"/>
                    </a:lnTo>
                    <a:lnTo>
                      <a:pt x="1096" y="1418"/>
                    </a:lnTo>
                    <a:cubicBezTo>
                      <a:pt x="834" y="1418"/>
                      <a:pt x="596" y="1573"/>
                      <a:pt x="465" y="1787"/>
                    </a:cubicBezTo>
                    <a:lnTo>
                      <a:pt x="49" y="2585"/>
                    </a:lnTo>
                    <a:cubicBezTo>
                      <a:pt x="1" y="2656"/>
                      <a:pt x="37" y="2763"/>
                      <a:pt x="120" y="2799"/>
                    </a:cubicBezTo>
                    <a:cubicBezTo>
                      <a:pt x="148" y="2815"/>
                      <a:pt x="177" y="2823"/>
                      <a:pt x="205" y="2823"/>
                    </a:cubicBezTo>
                    <a:cubicBezTo>
                      <a:pt x="262" y="2823"/>
                      <a:pt x="314" y="2791"/>
                      <a:pt x="346" y="2727"/>
                    </a:cubicBezTo>
                    <a:lnTo>
                      <a:pt x="763" y="1942"/>
                    </a:lnTo>
                    <a:cubicBezTo>
                      <a:pt x="822" y="1823"/>
                      <a:pt x="953" y="1751"/>
                      <a:pt x="1096" y="1751"/>
                    </a:cubicBezTo>
                    <a:lnTo>
                      <a:pt x="3180" y="1751"/>
                    </a:lnTo>
                    <a:cubicBezTo>
                      <a:pt x="3311" y="1751"/>
                      <a:pt x="3430" y="1823"/>
                      <a:pt x="3501" y="1942"/>
                    </a:cubicBezTo>
                    <a:lnTo>
                      <a:pt x="3918" y="2716"/>
                    </a:lnTo>
                    <a:cubicBezTo>
                      <a:pt x="3954" y="2775"/>
                      <a:pt x="4013" y="2799"/>
                      <a:pt x="4073" y="2799"/>
                    </a:cubicBezTo>
                    <a:cubicBezTo>
                      <a:pt x="4097" y="2799"/>
                      <a:pt x="4132" y="2799"/>
                      <a:pt x="4144" y="2787"/>
                    </a:cubicBezTo>
                    <a:cubicBezTo>
                      <a:pt x="4216" y="2763"/>
                      <a:pt x="4251" y="2656"/>
                      <a:pt x="4204" y="2561"/>
                    </a:cubicBezTo>
                    <a:lnTo>
                      <a:pt x="3787" y="1787"/>
                    </a:lnTo>
                    <a:cubicBezTo>
                      <a:pt x="3668" y="1573"/>
                      <a:pt x="3430" y="1418"/>
                      <a:pt x="3180" y="1418"/>
                    </a:cubicBezTo>
                    <a:lnTo>
                      <a:pt x="2299" y="1418"/>
                    </a:lnTo>
                    <a:lnTo>
                      <a:pt x="2299" y="168"/>
                    </a:lnTo>
                    <a:cubicBezTo>
                      <a:pt x="2299" y="84"/>
                      <a:pt x="2227" y="1"/>
                      <a:pt x="2132" y="1"/>
                    </a:cubicBezTo>
                    <a:close/>
                  </a:path>
                </a:pathLst>
              </a:custGeom>
              <a:solidFill>
                <a:srgbClr val="657E9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sp>
          <p:nvSpPr>
            <p:cNvPr id="4211" name="Google Shape;4211;p137"/>
            <p:cNvSpPr txBox="1"/>
            <p:nvPr/>
          </p:nvSpPr>
          <p:spPr>
            <a:xfrm>
              <a:off x="4393200" y="1131188"/>
              <a:ext cx="967200" cy="526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200">
                  <a:latin typeface="Abel"/>
                  <a:ea typeface="Abel"/>
                  <a:cs typeface="Abel"/>
                  <a:sym typeface="Abel"/>
                </a:rPr>
                <a:t>Flow</a:t>
              </a:r>
              <a:endParaRPr sz="1200">
                <a:latin typeface="Abel"/>
                <a:ea typeface="Abel"/>
                <a:cs typeface="Abel"/>
                <a:sym typeface="Abel"/>
              </a:endParaRPr>
            </a:p>
          </p:txBody>
        </p:sp>
        <p:grpSp>
          <p:nvGrpSpPr>
            <p:cNvPr id="4212" name="Google Shape;4212;p137"/>
            <p:cNvGrpSpPr/>
            <p:nvPr/>
          </p:nvGrpSpPr>
          <p:grpSpPr>
            <a:xfrm>
              <a:off x="5158609" y="3606521"/>
              <a:ext cx="283443" cy="283103"/>
              <a:chOff x="4674791" y="1977447"/>
              <a:chExt cx="344528" cy="344114"/>
            </a:xfrm>
          </p:grpSpPr>
          <p:sp>
            <p:nvSpPr>
              <p:cNvPr id="4213" name="Google Shape;4213;p137"/>
              <p:cNvSpPr/>
              <p:nvPr/>
            </p:nvSpPr>
            <p:spPr>
              <a:xfrm>
                <a:off x="4696022" y="1996768"/>
                <a:ext cx="29570" cy="29220"/>
              </a:xfrm>
              <a:custGeom>
                <a:rect b="b" l="l" r="r" t="t"/>
                <a:pathLst>
                  <a:path extrusionOk="0" h="918" w="929">
                    <a:moveTo>
                      <a:pt x="476" y="310"/>
                    </a:moveTo>
                    <a:cubicBezTo>
                      <a:pt x="548" y="310"/>
                      <a:pt x="631" y="369"/>
                      <a:pt x="631" y="465"/>
                    </a:cubicBezTo>
                    <a:cubicBezTo>
                      <a:pt x="631" y="536"/>
                      <a:pt x="572" y="607"/>
                      <a:pt x="476" y="607"/>
                    </a:cubicBezTo>
                    <a:cubicBezTo>
                      <a:pt x="405" y="607"/>
                      <a:pt x="334" y="548"/>
                      <a:pt x="334" y="465"/>
                    </a:cubicBezTo>
                    <a:cubicBezTo>
                      <a:pt x="334" y="381"/>
                      <a:pt x="393" y="310"/>
                      <a:pt x="476" y="310"/>
                    </a:cubicBezTo>
                    <a:close/>
                    <a:moveTo>
                      <a:pt x="465" y="0"/>
                    </a:moveTo>
                    <a:cubicBezTo>
                      <a:pt x="215" y="0"/>
                      <a:pt x="0" y="203"/>
                      <a:pt x="0" y="465"/>
                    </a:cubicBezTo>
                    <a:cubicBezTo>
                      <a:pt x="0" y="715"/>
                      <a:pt x="215" y="917"/>
                      <a:pt x="465" y="917"/>
                    </a:cubicBezTo>
                    <a:cubicBezTo>
                      <a:pt x="715" y="917"/>
                      <a:pt x="929" y="715"/>
                      <a:pt x="929" y="465"/>
                    </a:cubicBezTo>
                    <a:cubicBezTo>
                      <a:pt x="929" y="203"/>
                      <a:pt x="715" y="0"/>
                      <a:pt x="465" y="0"/>
                    </a:cubicBezTo>
                    <a:close/>
                  </a:path>
                </a:pathLst>
              </a:custGeom>
              <a:solidFill>
                <a:srgbClr val="657E9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214" name="Google Shape;4214;p137"/>
              <p:cNvSpPr/>
              <p:nvPr/>
            </p:nvSpPr>
            <p:spPr>
              <a:xfrm>
                <a:off x="4733899" y="1996768"/>
                <a:ext cx="29602" cy="29220"/>
              </a:xfrm>
              <a:custGeom>
                <a:rect b="b" l="l" r="r" t="t"/>
                <a:pathLst>
                  <a:path extrusionOk="0" h="918" w="930">
                    <a:moveTo>
                      <a:pt x="465" y="310"/>
                    </a:moveTo>
                    <a:cubicBezTo>
                      <a:pt x="549" y="310"/>
                      <a:pt x="608" y="369"/>
                      <a:pt x="608" y="465"/>
                    </a:cubicBezTo>
                    <a:cubicBezTo>
                      <a:pt x="608" y="536"/>
                      <a:pt x="549" y="607"/>
                      <a:pt x="465" y="607"/>
                    </a:cubicBezTo>
                    <a:cubicBezTo>
                      <a:pt x="394" y="607"/>
                      <a:pt x="310" y="548"/>
                      <a:pt x="310" y="465"/>
                    </a:cubicBezTo>
                    <a:cubicBezTo>
                      <a:pt x="310" y="381"/>
                      <a:pt x="370" y="310"/>
                      <a:pt x="465" y="310"/>
                    </a:cubicBezTo>
                    <a:close/>
                    <a:moveTo>
                      <a:pt x="465" y="0"/>
                    </a:moveTo>
                    <a:cubicBezTo>
                      <a:pt x="215" y="0"/>
                      <a:pt x="1" y="203"/>
                      <a:pt x="1" y="465"/>
                    </a:cubicBezTo>
                    <a:cubicBezTo>
                      <a:pt x="1" y="715"/>
                      <a:pt x="215" y="917"/>
                      <a:pt x="465" y="917"/>
                    </a:cubicBezTo>
                    <a:cubicBezTo>
                      <a:pt x="715" y="917"/>
                      <a:pt x="930" y="715"/>
                      <a:pt x="930" y="465"/>
                    </a:cubicBezTo>
                    <a:cubicBezTo>
                      <a:pt x="930" y="203"/>
                      <a:pt x="715" y="0"/>
                      <a:pt x="465" y="0"/>
                    </a:cubicBezTo>
                    <a:close/>
                  </a:path>
                </a:pathLst>
              </a:custGeom>
              <a:solidFill>
                <a:srgbClr val="657E9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215" name="Google Shape;4215;p137"/>
              <p:cNvSpPr/>
              <p:nvPr/>
            </p:nvSpPr>
            <p:spPr>
              <a:xfrm>
                <a:off x="4771809" y="1996768"/>
                <a:ext cx="29602" cy="29220"/>
              </a:xfrm>
              <a:custGeom>
                <a:rect b="b" l="l" r="r" t="t"/>
                <a:pathLst>
                  <a:path extrusionOk="0" h="918" w="930">
                    <a:moveTo>
                      <a:pt x="465" y="310"/>
                    </a:moveTo>
                    <a:cubicBezTo>
                      <a:pt x="536" y="310"/>
                      <a:pt x="608" y="369"/>
                      <a:pt x="608" y="465"/>
                    </a:cubicBezTo>
                    <a:cubicBezTo>
                      <a:pt x="608" y="536"/>
                      <a:pt x="548" y="607"/>
                      <a:pt x="465" y="607"/>
                    </a:cubicBezTo>
                    <a:cubicBezTo>
                      <a:pt x="393" y="607"/>
                      <a:pt x="310" y="548"/>
                      <a:pt x="310" y="465"/>
                    </a:cubicBezTo>
                    <a:cubicBezTo>
                      <a:pt x="310" y="381"/>
                      <a:pt x="370" y="310"/>
                      <a:pt x="465" y="310"/>
                    </a:cubicBezTo>
                    <a:close/>
                    <a:moveTo>
                      <a:pt x="465" y="0"/>
                    </a:moveTo>
                    <a:cubicBezTo>
                      <a:pt x="215" y="0"/>
                      <a:pt x="0" y="203"/>
                      <a:pt x="0" y="465"/>
                    </a:cubicBezTo>
                    <a:cubicBezTo>
                      <a:pt x="0" y="715"/>
                      <a:pt x="215" y="917"/>
                      <a:pt x="465" y="917"/>
                    </a:cubicBezTo>
                    <a:cubicBezTo>
                      <a:pt x="715" y="917"/>
                      <a:pt x="929" y="715"/>
                      <a:pt x="929" y="465"/>
                    </a:cubicBezTo>
                    <a:cubicBezTo>
                      <a:pt x="929" y="203"/>
                      <a:pt x="715" y="0"/>
                      <a:pt x="465" y="0"/>
                    </a:cubicBezTo>
                    <a:close/>
                  </a:path>
                </a:pathLst>
              </a:custGeom>
              <a:solidFill>
                <a:srgbClr val="657E9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216" name="Google Shape;4216;p137"/>
              <p:cNvSpPr/>
              <p:nvPr/>
            </p:nvSpPr>
            <p:spPr>
              <a:xfrm>
                <a:off x="4674791" y="1977447"/>
                <a:ext cx="344528" cy="344114"/>
              </a:xfrm>
              <a:custGeom>
                <a:rect b="b" l="l" r="r" t="t"/>
                <a:pathLst>
                  <a:path extrusionOk="0" h="10811" w="10824">
                    <a:moveTo>
                      <a:pt x="10466" y="2155"/>
                    </a:moveTo>
                    <a:lnTo>
                      <a:pt x="10466" y="10120"/>
                    </a:lnTo>
                    <a:lnTo>
                      <a:pt x="10478" y="10120"/>
                    </a:lnTo>
                    <a:cubicBezTo>
                      <a:pt x="10478" y="10323"/>
                      <a:pt x="10311" y="10501"/>
                      <a:pt x="10085" y="10501"/>
                    </a:cubicBezTo>
                    <a:lnTo>
                      <a:pt x="667" y="10501"/>
                    </a:lnTo>
                    <a:cubicBezTo>
                      <a:pt x="465" y="10501"/>
                      <a:pt x="286" y="10335"/>
                      <a:pt x="286" y="10120"/>
                    </a:cubicBezTo>
                    <a:lnTo>
                      <a:pt x="286" y="2155"/>
                    </a:lnTo>
                    <a:close/>
                    <a:moveTo>
                      <a:pt x="703" y="0"/>
                    </a:moveTo>
                    <a:cubicBezTo>
                      <a:pt x="310" y="0"/>
                      <a:pt x="0" y="310"/>
                      <a:pt x="0" y="691"/>
                    </a:cubicBezTo>
                    <a:lnTo>
                      <a:pt x="0" y="10120"/>
                    </a:lnTo>
                    <a:cubicBezTo>
                      <a:pt x="0" y="10501"/>
                      <a:pt x="310" y="10811"/>
                      <a:pt x="703" y="10811"/>
                    </a:cubicBezTo>
                    <a:lnTo>
                      <a:pt x="10121" y="10811"/>
                    </a:lnTo>
                    <a:cubicBezTo>
                      <a:pt x="10502" y="10811"/>
                      <a:pt x="10823" y="10501"/>
                      <a:pt x="10823" y="10120"/>
                    </a:cubicBezTo>
                    <a:lnTo>
                      <a:pt x="10823" y="691"/>
                    </a:lnTo>
                    <a:cubicBezTo>
                      <a:pt x="10799" y="310"/>
                      <a:pt x="10490" y="0"/>
                      <a:pt x="10109" y="0"/>
                    </a:cubicBezTo>
                    <a:lnTo>
                      <a:pt x="5025" y="0"/>
                    </a:lnTo>
                    <a:cubicBezTo>
                      <a:pt x="4942" y="0"/>
                      <a:pt x="4870" y="71"/>
                      <a:pt x="4870" y="155"/>
                    </a:cubicBezTo>
                    <a:cubicBezTo>
                      <a:pt x="4870" y="250"/>
                      <a:pt x="4942" y="321"/>
                      <a:pt x="5025" y="321"/>
                    </a:cubicBezTo>
                    <a:lnTo>
                      <a:pt x="10109" y="321"/>
                    </a:lnTo>
                    <a:cubicBezTo>
                      <a:pt x="10311" y="321"/>
                      <a:pt x="10490" y="488"/>
                      <a:pt x="10490" y="714"/>
                    </a:cubicBezTo>
                    <a:lnTo>
                      <a:pt x="10490" y="1857"/>
                    </a:lnTo>
                    <a:lnTo>
                      <a:pt x="310" y="1857"/>
                    </a:lnTo>
                    <a:lnTo>
                      <a:pt x="310" y="714"/>
                    </a:lnTo>
                    <a:cubicBezTo>
                      <a:pt x="310" y="500"/>
                      <a:pt x="477" y="321"/>
                      <a:pt x="703" y="321"/>
                    </a:cubicBezTo>
                    <a:lnTo>
                      <a:pt x="4049" y="321"/>
                    </a:lnTo>
                    <a:cubicBezTo>
                      <a:pt x="4132" y="321"/>
                      <a:pt x="4215" y="250"/>
                      <a:pt x="4215" y="155"/>
                    </a:cubicBezTo>
                    <a:cubicBezTo>
                      <a:pt x="4215" y="71"/>
                      <a:pt x="4132" y="0"/>
                      <a:pt x="4049" y="0"/>
                    </a:cubicBezTo>
                    <a:close/>
                  </a:path>
                </a:pathLst>
              </a:custGeom>
              <a:solidFill>
                <a:srgbClr val="657E9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217" name="Google Shape;4217;p137"/>
              <p:cNvSpPr/>
              <p:nvPr/>
            </p:nvSpPr>
            <p:spPr>
              <a:xfrm>
                <a:off x="4696022" y="2073160"/>
                <a:ext cx="13655" cy="27469"/>
              </a:xfrm>
              <a:custGeom>
                <a:rect b="b" l="l" r="r" t="t"/>
                <a:pathLst>
                  <a:path extrusionOk="0" h="863" w="429">
                    <a:moveTo>
                      <a:pt x="249" y="1"/>
                    </a:moveTo>
                    <a:cubicBezTo>
                      <a:pt x="198" y="1"/>
                      <a:pt x="148" y="22"/>
                      <a:pt x="119" y="65"/>
                    </a:cubicBezTo>
                    <a:cubicBezTo>
                      <a:pt x="48" y="184"/>
                      <a:pt x="0" y="327"/>
                      <a:pt x="0" y="470"/>
                    </a:cubicBezTo>
                    <a:lnTo>
                      <a:pt x="0" y="708"/>
                    </a:lnTo>
                    <a:cubicBezTo>
                      <a:pt x="0" y="779"/>
                      <a:pt x="72" y="863"/>
                      <a:pt x="167" y="863"/>
                    </a:cubicBezTo>
                    <a:cubicBezTo>
                      <a:pt x="250" y="863"/>
                      <a:pt x="334" y="779"/>
                      <a:pt x="334" y="696"/>
                    </a:cubicBezTo>
                    <a:lnTo>
                      <a:pt x="334" y="470"/>
                    </a:lnTo>
                    <a:cubicBezTo>
                      <a:pt x="334" y="398"/>
                      <a:pt x="357" y="303"/>
                      <a:pt x="393" y="243"/>
                    </a:cubicBezTo>
                    <a:cubicBezTo>
                      <a:pt x="429" y="172"/>
                      <a:pt x="417" y="65"/>
                      <a:pt x="346" y="29"/>
                    </a:cubicBezTo>
                    <a:cubicBezTo>
                      <a:pt x="317" y="10"/>
                      <a:pt x="283" y="1"/>
                      <a:pt x="249" y="1"/>
                    </a:cubicBezTo>
                    <a:close/>
                  </a:path>
                </a:pathLst>
              </a:custGeom>
              <a:solidFill>
                <a:srgbClr val="657E9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218" name="Google Shape;4218;p137"/>
              <p:cNvSpPr/>
              <p:nvPr/>
            </p:nvSpPr>
            <p:spPr>
              <a:xfrm>
                <a:off x="4711173" y="2279419"/>
                <a:ext cx="28456" cy="10695"/>
              </a:xfrm>
              <a:custGeom>
                <a:rect b="b" l="l" r="r" t="t"/>
                <a:pathLst>
                  <a:path extrusionOk="0" h="336" w="894">
                    <a:moveTo>
                      <a:pt x="170" y="1"/>
                    </a:moveTo>
                    <a:cubicBezTo>
                      <a:pt x="96" y="1"/>
                      <a:pt x="34" y="57"/>
                      <a:pt x="12" y="133"/>
                    </a:cubicBezTo>
                    <a:cubicBezTo>
                      <a:pt x="0" y="228"/>
                      <a:pt x="60" y="300"/>
                      <a:pt x="131" y="312"/>
                    </a:cubicBezTo>
                    <a:cubicBezTo>
                      <a:pt x="179" y="312"/>
                      <a:pt x="215" y="336"/>
                      <a:pt x="251" y="336"/>
                    </a:cubicBezTo>
                    <a:lnTo>
                      <a:pt x="727" y="336"/>
                    </a:lnTo>
                    <a:cubicBezTo>
                      <a:pt x="822" y="336"/>
                      <a:pt x="893" y="252"/>
                      <a:pt x="893" y="169"/>
                    </a:cubicBezTo>
                    <a:cubicBezTo>
                      <a:pt x="893" y="74"/>
                      <a:pt x="822" y="2"/>
                      <a:pt x="727" y="2"/>
                    </a:cubicBezTo>
                    <a:lnTo>
                      <a:pt x="191" y="2"/>
                    </a:lnTo>
                    <a:cubicBezTo>
                      <a:pt x="184" y="1"/>
                      <a:pt x="177" y="1"/>
                      <a:pt x="170" y="1"/>
                    </a:cubicBezTo>
                    <a:close/>
                  </a:path>
                </a:pathLst>
              </a:custGeom>
              <a:solidFill>
                <a:srgbClr val="657E9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219" name="Google Shape;4219;p137"/>
              <p:cNvSpPr/>
              <p:nvPr/>
            </p:nvSpPr>
            <p:spPr>
              <a:xfrm>
                <a:off x="4714197" y="2064216"/>
                <a:ext cx="28456" cy="10631"/>
              </a:xfrm>
              <a:custGeom>
                <a:rect b="b" l="l" r="r" t="t"/>
                <a:pathLst>
                  <a:path extrusionOk="0" h="334" w="894">
                    <a:moveTo>
                      <a:pt x="156" y="1"/>
                    </a:moveTo>
                    <a:cubicBezTo>
                      <a:pt x="72" y="1"/>
                      <a:pt x="1" y="84"/>
                      <a:pt x="1" y="167"/>
                    </a:cubicBezTo>
                    <a:cubicBezTo>
                      <a:pt x="13" y="262"/>
                      <a:pt x="72" y="334"/>
                      <a:pt x="156" y="334"/>
                    </a:cubicBezTo>
                    <a:lnTo>
                      <a:pt x="727" y="334"/>
                    </a:lnTo>
                    <a:cubicBezTo>
                      <a:pt x="810" y="334"/>
                      <a:pt x="894" y="262"/>
                      <a:pt x="894" y="167"/>
                    </a:cubicBezTo>
                    <a:cubicBezTo>
                      <a:pt x="894" y="84"/>
                      <a:pt x="810" y="1"/>
                      <a:pt x="727" y="1"/>
                    </a:cubicBezTo>
                    <a:close/>
                  </a:path>
                </a:pathLst>
              </a:custGeom>
              <a:solidFill>
                <a:srgbClr val="657E9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220" name="Google Shape;4220;p137"/>
              <p:cNvSpPr/>
              <p:nvPr/>
            </p:nvSpPr>
            <p:spPr>
              <a:xfrm>
                <a:off x="4747173" y="2279482"/>
                <a:ext cx="28456" cy="10631"/>
              </a:xfrm>
              <a:custGeom>
                <a:rect b="b" l="l" r="r" t="t"/>
                <a:pathLst>
                  <a:path extrusionOk="0" h="334" w="894">
                    <a:moveTo>
                      <a:pt x="167" y="0"/>
                    </a:moveTo>
                    <a:cubicBezTo>
                      <a:pt x="72" y="0"/>
                      <a:pt x="1" y="72"/>
                      <a:pt x="1" y="167"/>
                    </a:cubicBezTo>
                    <a:cubicBezTo>
                      <a:pt x="1" y="250"/>
                      <a:pt x="72" y="334"/>
                      <a:pt x="167" y="334"/>
                    </a:cubicBezTo>
                    <a:lnTo>
                      <a:pt x="727" y="334"/>
                    </a:lnTo>
                    <a:cubicBezTo>
                      <a:pt x="822" y="334"/>
                      <a:pt x="894" y="250"/>
                      <a:pt x="894" y="167"/>
                    </a:cubicBezTo>
                    <a:cubicBezTo>
                      <a:pt x="894" y="72"/>
                      <a:pt x="822" y="0"/>
                      <a:pt x="727" y="0"/>
                    </a:cubicBezTo>
                    <a:close/>
                  </a:path>
                </a:pathLst>
              </a:custGeom>
              <a:solidFill>
                <a:srgbClr val="657E9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221" name="Google Shape;4221;p137"/>
              <p:cNvSpPr/>
              <p:nvPr/>
            </p:nvSpPr>
            <p:spPr>
              <a:xfrm>
                <a:off x="4750196" y="2064216"/>
                <a:ext cx="28456" cy="10631"/>
              </a:xfrm>
              <a:custGeom>
                <a:rect b="b" l="l" r="r" t="t"/>
                <a:pathLst>
                  <a:path extrusionOk="0" h="334" w="894">
                    <a:moveTo>
                      <a:pt x="156" y="1"/>
                    </a:moveTo>
                    <a:cubicBezTo>
                      <a:pt x="72" y="1"/>
                      <a:pt x="1" y="84"/>
                      <a:pt x="1" y="167"/>
                    </a:cubicBezTo>
                    <a:cubicBezTo>
                      <a:pt x="1" y="262"/>
                      <a:pt x="72" y="334"/>
                      <a:pt x="156" y="334"/>
                    </a:cubicBezTo>
                    <a:lnTo>
                      <a:pt x="727" y="334"/>
                    </a:lnTo>
                    <a:cubicBezTo>
                      <a:pt x="810" y="334"/>
                      <a:pt x="894" y="262"/>
                      <a:pt x="894" y="167"/>
                    </a:cubicBezTo>
                    <a:cubicBezTo>
                      <a:pt x="894" y="84"/>
                      <a:pt x="810" y="1"/>
                      <a:pt x="727" y="1"/>
                    </a:cubicBezTo>
                    <a:close/>
                  </a:path>
                </a:pathLst>
              </a:custGeom>
              <a:solidFill>
                <a:srgbClr val="657E9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222" name="Google Shape;4222;p137"/>
              <p:cNvSpPr/>
              <p:nvPr/>
            </p:nvSpPr>
            <p:spPr>
              <a:xfrm>
                <a:off x="4696022" y="2107791"/>
                <a:ext cx="10631" cy="28838"/>
              </a:xfrm>
              <a:custGeom>
                <a:rect b="b" l="l" r="r" t="t"/>
                <a:pathLst>
                  <a:path extrusionOk="0" h="906" w="334">
                    <a:moveTo>
                      <a:pt x="167" y="1"/>
                    </a:moveTo>
                    <a:cubicBezTo>
                      <a:pt x="72" y="1"/>
                      <a:pt x="0" y="84"/>
                      <a:pt x="0" y="167"/>
                    </a:cubicBezTo>
                    <a:lnTo>
                      <a:pt x="0" y="739"/>
                    </a:lnTo>
                    <a:cubicBezTo>
                      <a:pt x="0" y="822"/>
                      <a:pt x="72" y="906"/>
                      <a:pt x="167" y="906"/>
                    </a:cubicBezTo>
                    <a:cubicBezTo>
                      <a:pt x="250" y="906"/>
                      <a:pt x="334" y="822"/>
                      <a:pt x="334" y="739"/>
                    </a:cubicBezTo>
                    <a:lnTo>
                      <a:pt x="334" y="167"/>
                    </a:lnTo>
                    <a:cubicBezTo>
                      <a:pt x="334" y="84"/>
                      <a:pt x="250" y="1"/>
                      <a:pt x="167" y="1"/>
                    </a:cubicBezTo>
                    <a:close/>
                  </a:path>
                </a:pathLst>
              </a:custGeom>
              <a:solidFill>
                <a:srgbClr val="657E9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223" name="Google Shape;4223;p137"/>
              <p:cNvSpPr/>
              <p:nvPr/>
            </p:nvSpPr>
            <p:spPr>
              <a:xfrm>
                <a:off x="4695640" y="2251058"/>
                <a:ext cx="12541" cy="28074"/>
              </a:xfrm>
              <a:custGeom>
                <a:rect b="b" l="l" r="r" t="t"/>
                <a:pathLst>
                  <a:path extrusionOk="0" h="882" w="394">
                    <a:moveTo>
                      <a:pt x="155" y="0"/>
                    </a:moveTo>
                    <a:cubicBezTo>
                      <a:pt x="72" y="0"/>
                      <a:pt x="0" y="72"/>
                      <a:pt x="0" y="167"/>
                    </a:cubicBezTo>
                    <a:lnTo>
                      <a:pt x="0" y="488"/>
                    </a:lnTo>
                    <a:cubicBezTo>
                      <a:pt x="0" y="596"/>
                      <a:pt x="12" y="703"/>
                      <a:pt x="60" y="786"/>
                    </a:cubicBezTo>
                    <a:cubicBezTo>
                      <a:pt x="107" y="846"/>
                      <a:pt x="167" y="881"/>
                      <a:pt x="227" y="881"/>
                    </a:cubicBezTo>
                    <a:cubicBezTo>
                      <a:pt x="238" y="881"/>
                      <a:pt x="262" y="881"/>
                      <a:pt x="286" y="869"/>
                    </a:cubicBezTo>
                    <a:cubicBezTo>
                      <a:pt x="358" y="834"/>
                      <a:pt x="393" y="727"/>
                      <a:pt x="358" y="655"/>
                    </a:cubicBezTo>
                    <a:cubicBezTo>
                      <a:pt x="322" y="596"/>
                      <a:pt x="322" y="548"/>
                      <a:pt x="322" y="488"/>
                    </a:cubicBezTo>
                    <a:lnTo>
                      <a:pt x="322" y="167"/>
                    </a:lnTo>
                    <a:cubicBezTo>
                      <a:pt x="322" y="72"/>
                      <a:pt x="250" y="0"/>
                      <a:pt x="155" y="0"/>
                    </a:cubicBezTo>
                    <a:close/>
                  </a:path>
                </a:pathLst>
              </a:custGeom>
              <a:solidFill>
                <a:srgbClr val="657E9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224" name="Google Shape;4224;p137"/>
              <p:cNvSpPr/>
              <p:nvPr/>
            </p:nvSpPr>
            <p:spPr>
              <a:xfrm>
                <a:off x="4782790" y="2279482"/>
                <a:ext cx="28456" cy="10631"/>
              </a:xfrm>
              <a:custGeom>
                <a:rect b="b" l="l" r="r" t="t"/>
                <a:pathLst>
                  <a:path extrusionOk="0" h="334" w="894">
                    <a:moveTo>
                      <a:pt x="167" y="0"/>
                    </a:moveTo>
                    <a:cubicBezTo>
                      <a:pt x="72" y="0"/>
                      <a:pt x="1" y="72"/>
                      <a:pt x="1" y="167"/>
                    </a:cubicBezTo>
                    <a:cubicBezTo>
                      <a:pt x="13" y="250"/>
                      <a:pt x="72" y="334"/>
                      <a:pt x="167" y="334"/>
                    </a:cubicBezTo>
                    <a:lnTo>
                      <a:pt x="727" y="334"/>
                    </a:lnTo>
                    <a:cubicBezTo>
                      <a:pt x="822" y="334"/>
                      <a:pt x="894" y="250"/>
                      <a:pt x="894" y="167"/>
                    </a:cubicBezTo>
                    <a:cubicBezTo>
                      <a:pt x="894" y="72"/>
                      <a:pt x="822" y="0"/>
                      <a:pt x="727" y="0"/>
                    </a:cubicBezTo>
                    <a:close/>
                  </a:path>
                </a:pathLst>
              </a:custGeom>
              <a:solidFill>
                <a:srgbClr val="657E9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225" name="Google Shape;4225;p137"/>
              <p:cNvSpPr/>
              <p:nvPr/>
            </p:nvSpPr>
            <p:spPr>
              <a:xfrm>
                <a:off x="4696022" y="2143409"/>
                <a:ext cx="10631" cy="28456"/>
              </a:xfrm>
              <a:custGeom>
                <a:rect b="b" l="l" r="r" t="t"/>
                <a:pathLst>
                  <a:path extrusionOk="0" h="894" w="334">
                    <a:moveTo>
                      <a:pt x="167" y="1"/>
                    </a:moveTo>
                    <a:cubicBezTo>
                      <a:pt x="72" y="1"/>
                      <a:pt x="0" y="72"/>
                      <a:pt x="0" y="168"/>
                    </a:cubicBezTo>
                    <a:lnTo>
                      <a:pt x="0" y="739"/>
                    </a:lnTo>
                    <a:cubicBezTo>
                      <a:pt x="0" y="822"/>
                      <a:pt x="72" y="894"/>
                      <a:pt x="167" y="894"/>
                    </a:cubicBezTo>
                    <a:cubicBezTo>
                      <a:pt x="250" y="894"/>
                      <a:pt x="334" y="822"/>
                      <a:pt x="334" y="739"/>
                    </a:cubicBezTo>
                    <a:lnTo>
                      <a:pt x="334" y="168"/>
                    </a:lnTo>
                    <a:cubicBezTo>
                      <a:pt x="334" y="72"/>
                      <a:pt x="250" y="1"/>
                      <a:pt x="167" y="1"/>
                    </a:cubicBezTo>
                    <a:close/>
                  </a:path>
                </a:pathLst>
              </a:custGeom>
              <a:solidFill>
                <a:srgbClr val="657E9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226" name="Google Shape;4226;p137"/>
              <p:cNvSpPr/>
              <p:nvPr/>
            </p:nvSpPr>
            <p:spPr>
              <a:xfrm>
                <a:off x="4696022" y="2215440"/>
                <a:ext cx="10631" cy="28074"/>
              </a:xfrm>
              <a:custGeom>
                <a:rect b="b" l="l" r="r" t="t"/>
                <a:pathLst>
                  <a:path extrusionOk="0" h="882" w="334">
                    <a:moveTo>
                      <a:pt x="167" y="0"/>
                    </a:moveTo>
                    <a:cubicBezTo>
                      <a:pt x="72" y="0"/>
                      <a:pt x="0" y="83"/>
                      <a:pt x="0" y="167"/>
                    </a:cubicBezTo>
                    <a:lnTo>
                      <a:pt x="0" y="738"/>
                    </a:lnTo>
                    <a:cubicBezTo>
                      <a:pt x="0" y="810"/>
                      <a:pt x="72" y="881"/>
                      <a:pt x="167" y="881"/>
                    </a:cubicBezTo>
                    <a:cubicBezTo>
                      <a:pt x="250" y="881"/>
                      <a:pt x="334" y="810"/>
                      <a:pt x="334" y="715"/>
                    </a:cubicBezTo>
                    <a:lnTo>
                      <a:pt x="334" y="167"/>
                    </a:lnTo>
                    <a:cubicBezTo>
                      <a:pt x="334" y="83"/>
                      <a:pt x="250" y="0"/>
                      <a:pt x="167" y="0"/>
                    </a:cubicBezTo>
                    <a:close/>
                  </a:path>
                </a:pathLst>
              </a:custGeom>
              <a:solidFill>
                <a:srgbClr val="657E9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227" name="Google Shape;4227;p137"/>
              <p:cNvSpPr/>
              <p:nvPr/>
            </p:nvSpPr>
            <p:spPr>
              <a:xfrm>
                <a:off x="4696022" y="2179441"/>
                <a:ext cx="10631" cy="28424"/>
              </a:xfrm>
              <a:custGeom>
                <a:rect b="b" l="l" r="r" t="t"/>
                <a:pathLst>
                  <a:path extrusionOk="0" h="893" w="334">
                    <a:moveTo>
                      <a:pt x="167" y="0"/>
                    </a:moveTo>
                    <a:cubicBezTo>
                      <a:pt x="72" y="0"/>
                      <a:pt x="0" y="71"/>
                      <a:pt x="0" y="167"/>
                    </a:cubicBezTo>
                    <a:lnTo>
                      <a:pt x="0" y="738"/>
                    </a:lnTo>
                    <a:cubicBezTo>
                      <a:pt x="0" y="822"/>
                      <a:pt x="72" y="893"/>
                      <a:pt x="167" y="893"/>
                    </a:cubicBezTo>
                    <a:cubicBezTo>
                      <a:pt x="250" y="893"/>
                      <a:pt x="334" y="822"/>
                      <a:pt x="334" y="738"/>
                    </a:cubicBezTo>
                    <a:lnTo>
                      <a:pt x="334" y="167"/>
                    </a:lnTo>
                    <a:cubicBezTo>
                      <a:pt x="334" y="71"/>
                      <a:pt x="250" y="0"/>
                      <a:pt x="167" y="0"/>
                    </a:cubicBezTo>
                    <a:close/>
                  </a:path>
                </a:pathLst>
              </a:custGeom>
              <a:solidFill>
                <a:srgbClr val="657E9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228" name="Google Shape;4228;p137"/>
              <p:cNvSpPr/>
              <p:nvPr/>
            </p:nvSpPr>
            <p:spPr>
              <a:xfrm>
                <a:off x="4854790" y="2146847"/>
                <a:ext cx="10281" cy="28456"/>
              </a:xfrm>
              <a:custGeom>
                <a:rect b="b" l="l" r="r" t="t"/>
                <a:pathLst>
                  <a:path extrusionOk="0" h="894" w="323">
                    <a:moveTo>
                      <a:pt x="168" y="0"/>
                    </a:moveTo>
                    <a:cubicBezTo>
                      <a:pt x="72" y="0"/>
                      <a:pt x="1" y="72"/>
                      <a:pt x="1" y="167"/>
                    </a:cubicBezTo>
                    <a:lnTo>
                      <a:pt x="1" y="726"/>
                    </a:lnTo>
                    <a:cubicBezTo>
                      <a:pt x="1" y="822"/>
                      <a:pt x="72" y="893"/>
                      <a:pt x="168" y="893"/>
                    </a:cubicBezTo>
                    <a:cubicBezTo>
                      <a:pt x="251" y="893"/>
                      <a:pt x="322" y="822"/>
                      <a:pt x="322" y="726"/>
                    </a:cubicBezTo>
                    <a:lnTo>
                      <a:pt x="322" y="167"/>
                    </a:lnTo>
                    <a:cubicBezTo>
                      <a:pt x="311" y="72"/>
                      <a:pt x="251" y="0"/>
                      <a:pt x="168" y="0"/>
                    </a:cubicBezTo>
                    <a:close/>
                  </a:path>
                </a:pathLst>
              </a:custGeom>
              <a:solidFill>
                <a:srgbClr val="657E9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229" name="Google Shape;4229;p137"/>
              <p:cNvSpPr/>
              <p:nvPr/>
            </p:nvSpPr>
            <p:spPr>
              <a:xfrm>
                <a:off x="4854790" y="2110847"/>
                <a:ext cx="10281" cy="28424"/>
              </a:xfrm>
              <a:custGeom>
                <a:rect b="b" l="l" r="r" t="t"/>
                <a:pathLst>
                  <a:path extrusionOk="0" h="893" w="323">
                    <a:moveTo>
                      <a:pt x="168" y="0"/>
                    </a:moveTo>
                    <a:cubicBezTo>
                      <a:pt x="72" y="0"/>
                      <a:pt x="1" y="71"/>
                      <a:pt x="1" y="167"/>
                    </a:cubicBezTo>
                    <a:lnTo>
                      <a:pt x="1" y="726"/>
                    </a:lnTo>
                    <a:cubicBezTo>
                      <a:pt x="1" y="822"/>
                      <a:pt x="72" y="893"/>
                      <a:pt x="168" y="893"/>
                    </a:cubicBezTo>
                    <a:cubicBezTo>
                      <a:pt x="251" y="893"/>
                      <a:pt x="322" y="822"/>
                      <a:pt x="322" y="726"/>
                    </a:cubicBezTo>
                    <a:lnTo>
                      <a:pt x="322" y="167"/>
                    </a:lnTo>
                    <a:cubicBezTo>
                      <a:pt x="311" y="71"/>
                      <a:pt x="251" y="0"/>
                      <a:pt x="168" y="0"/>
                    </a:cubicBezTo>
                    <a:close/>
                  </a:path>
                </a:pathLst>
              </a:custGeom>
              <a:solidFill>
                <a:srgbClr val="657E9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230" name="Google Shape;4230;p137"/>
              <p:cNvSpPr/>
              <p:nvPr/>
            </p:nvSpPr>
            <p:spPr>
              <a:xfrm>
                <a:off x="4854790" y="2182846"/>
                <a:ext cx="10281" cy="28456"/>
              </a:xfrm>
              <a:custGeom>
                <a:rect b="b" l="l" r="r" t="t"/>
                <a:pathLst>
                  <a:path extrusionOk="0" h="894" w="323">
                    <a:moveTo>
                      <a:pt x="168" y="0"/>
                    </a:moveTo>
                    <a:cubicBezTo>
                      <a:pt x="72" y="0"/>
                      <a:pt x="1" y="72"/>
                      <a:pt x="1" y="167"/>
                    </a:cubicBezTo>
                    <a:lnTo>
                      <a:pt x="1" y="726"/>
                    </a:lnTo>
                    <a:cubicBezTo>
                      <a:pt x="1" y="822"/>
                      <a:pt x="72" y="893"/>
                      <a:pt x="168" y="893"/>
                    </a:cubicBezTo>
                    <a:cubicBezTo>
                      <a:pt x="251" y="893"/>
                      <a:pt x="322" y="822"/>
                      <a:pt x="322" y="726"/>
                    </a:cubicBezTo>
                    <a:lnTo>
                      <a:pt x="322" y="155"/>
                    </a:lnTo>
                    <a:cubicBezTo>
                      <a:pt x="311" y="60"/>
                      <a:pt x="251" y="0"/>
                      <a:pt x="168" y="0"/>
                    </a:cubicBezTo>
                    <a:close/>
                  </a:path>
                </a:pathLst>
              </a:custGeom>
              <a:solidFill>
                <a:srgbClr val="657E9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231" name="Google Shape;4231;p137"/>
              <p:cNvSpPr/>
              <p:nvPr/>
            </p:nvSpPr>
            <p:spPr>
              <a:xfrm>
                <a:off x="4852912" y="2075738"/>
                <a:ext cx="12159" cy="27915"/>
              </a:xfrm>
              <a:custGeom>
                <a:rect b="b" l="l" r="r" t="t"/>
                <a:pathLst>
                  <a:path extrusionOk="0" h="877" w="382">
                    <a:moveTo>
                      <a:pt x="185" y="0"/>
                    </a:moveTo>
                    <a:cubicBezTo>
                      <a:pt x="162" y="0"/>
                      <a:pt x="139" y="6"/>
                      <a:pt x="119" y="20"/>
                    </a:cubicBezTo>
                    <a:cubicBezTo>
                      <a:pt x="48" y="43"/>
                      <a:pt x="0" y="151"/>
                      <a:pt x="48" y="222"/>
                    </a:cubicBezTo>
                    <a:cubicBezTo>
                      <a:pt x="48" y="270"/>
                      <a:pt x="60" y="329"/>
                      <a:pt x="60" y="389"/>
                    </a:cubicBezTo>
                    <a:lnTo>
                      <a:pt x="60" y="722"/>
                    </a:lnTo>
                    <a:cubicBezTo>
                      <a:pt x="60" y="805"/>
                      <a:pt x="131" y="877"/>
                      <a:pt x="227" y="877"/>
                    </a:cubicBezTo>
                    <a:cubicBezTo>
                      <a:pt x="310" y="877"/>
                      <a:pt x="381" y="805"/>
                      <a:pt x="381" y="722"/>
                    </a:cubicBezTo>
                    <a:lnTo>
                      <a:pt x="381" y="389"/>
                    </a:lnTo>
                    <a:cubicBezTo>
                      <a:pt x="381" y="281"/>
                      <a:pt x="370" y="186"/>
                      <a:pt x="322" y="91"/>
                    </a:cubicBezTo>
                    <a:cubicBezTo>
                      <a:pt x="305" y="39"/>
                      <a:pt x="244" y="0"/>
                      <a:pt x="185" y="0"/>
                    </a:cubicBezTo>
                    <a:close/>
                  </a:path>
                </a:pathLst>
              </a:custGeom>
              <a:solidFill>
                <a:srgbClr val="657E9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232" name="Google Shape;4232;p137"/>
              <p:cNvSpPr/>
              <p:nvPr/>
            </p:nvSpPr>
            <p:spPr>
              <a:xfrm>
                <a:off x="4854790" y="2218464"/>
                <a:ext cx="10281" cy="28456"/>
              </a:xfrm>
              <a:custGeom>
                <a:rect b="b" l="l" r="r" t="t"/>
                <a:pathLst>
                  <a:path extrusionOk="0" h="894" w="323">
                    <a:moveTo>
                      <a:pt x="168" y="0"/>
                    </a:moveTo>
                    <a:cubicBezTo>
                      <a:pt x="72" y="0"/>
                      <a:pt x="1" y="72"/>
                      <a:pt x="1" y="167"/>
                    </a:cubicBezTo>
                    <a:lnTo>
                      <a:pt x="1" y="727"/>
                    </a:lnTo>
                    <a:cubicBezTo>
                      <a:pt x="1" y="822"/>
                      <a:pt x="72" y="893"/>
                      <a:pt x="168" y="893"/>
                    </a:cubicBezTo>
                    <a:cubicBezTo>
                      <a:pt x="251" y="893"/>
                      <a:pt x="322" y="822"/>
                      <a:pt x="322" y="727"/>
                    </a:cubicBezTo>
                    <a:lnTo>
                      <a:pt x="322" y="167"/>
                    </a:lnTo>
                    <a:cubicBezTo>
                      <a:pt x="311" y="72"/>
                      <a:pt x="251" y="0"/>
                      <a:pt x="168" y="0"/>
                    </a:cubicBezTo>
                    <a:close/>
                  </a:path>
                </a:pathLst>
              </a:custGeom>
              <a:solidFill>
                <a:srgbClr val="657E9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233" name="Google Shape;4233;p137"/>
              <p:cNvSpPr/>
              <p:nvPr/>
            </p:nvSpPr>
            <p:spPr>
              <a:xfrm>
                <a:off x="4821464" y="2064598"/>
                <a:ext cx="29188" cy="10249"/>
              </a:xfrm>
              <a:custGeom>
                <a:rect b="b" l="l" r="r" t="t"/>
                <a:pathLst>
                  <a:path extrusionOk="0" h="322" w="917">
                    <a:moveTo>
                      <a:pt x="167" y="0"/>
                    </a:moveTo>
                    <a:cubicBezTo>
                      <a:pt x="84" y="0"/>
                      <a:pt x="0" y="72"/>
                      <a:pt x="0" y="155"/>
                    </a:cubicBezTo>
                    <a:cubicBezTo>
                      <a:pt x="0" y="250"/>
                      <a:pt x="84" y="322"/>
                      <a:pt x="167" y="322"/>
                    </a:cubicBezTo>
                    <a:lnTo>
                      <a:pt x="738" y="322"/>
                    </a:lnTo>
                    <a:cubicBezTo>
                      <a:pt x="810" y="322"/>
                      <a:pt x="881" y="262"/>
                      <a:pt x="893" y="191"/>
                    </a:cubicBezTo>
                    <a:cubicBezTo>
                      <a:pt x="917" y="96"/>
                      <a:pt x="857" y="24"/>
                      <a:pt x="762" y="12"/>
                    </a:cubicBezTo>
                    <a:cubicBezTo>
                      <a:pt x="715" y="12"/>
                      <a:pt x="691" y="0"/>
                      <a:pt x="643" y="0"/>
                    </a:cubicBezTo>
                    <a:close/>
                  </a:path>
                </a:pathLst>
              </a:custGeom>
              <a:solidFill>
                <a:srgbClr val="657E9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234" name="Google Shape;4234;p137"/>
              <p:cNvSpPr/>
              <p:nvPr/>
            </p:nvSpPr>
            <p:spPr>
              <a:xfrm>
                <a:off x="4785464" y="2064216"/>
                <a:ext cx="28456" cy="10631"/>
              </a:xfrm>
              <a:custGeom>
                <a:rect b="b" l="l" r="r" t="t"/>
                <a:pathLst>
                  <a:path extrusionOk="0" h="334" w="894">
                    <a:moveTo>
                      <a:pt x="167" y="1"/>
                    </a:moveTo>
                    <a:cubicBezTo>
                      <a:pt x="83" y="1"/>
                      <a:pt x="0" y="84"/>
                      <a:pt x="0" y="167"/>
                    </a:cubicBezTo>
                    <a:cubicBezTo>
                      <a:pt x="24" y="262"/>
                      <a:pt x="83" y="334"/>
                      <a:pt x="167" y="334"/>
                    </a:cubicBezTo>
                    <a:lnTo>
                      <a:pt x="738" y="334"/>
                    </a:lnTo>
                    <a:cubicBezTo>
                      <a:pt x="822" y="334"/>
                      <a:pt x="893" y="262"/>
                      <a:pt x="893" y="167"/>
                    </a:cubicBezTo>
                    <a:cubicBezTo>
                      <a:pt x="893" y="84"/>
                      <a:pt x="822" y="1"/>
                      <a:pt x="738" y="1"/>
                    </a:cubicBezTo>
                    <a:close/>
                  </a:path>
                </a:pathLst>
              </a:custGeom>
              <a:solidFill>
                <a:srgbClr val="657E9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235" name="Google Shape;4235;p137"/>
              <p:cNvSpPr/>
              <p:nvPr/>
            </p:nvSpPr>
            <p:spPr>
              <a:xfrm>
                <a:off x="4818790" y="2279482"/>
                <a:ext cx="28456" cy="10631"/>
              </a:xfrm>
              <a:custGeom>
                <a:rect b="b" l="l" r="r" t="t"/>
                <a:pathLst>
                  <a:path extrusionOk="0" h="334" w="894">
                    <a:moveTo>
                      <a:pt x="168" y="0"/>
                    </a:moveTo>
                    <a:cubicBezTo>
                      <a:pt x="72" y="0"/>
                      <a:pt x="1" y="72"/>
                      <a:pt x="1" y="167"/>
                    </a:cubicBezTo>
                    <a:cubicBezTo>
                      <a:pt x="1" y="250"/>
                      <a:pt x="72" y="334"/>
                      <a:pt x="168" y="334"/>
                    </a:cubicBezTo>
                    <a:lnTo>
                      <a:pt x="727" y="334"/>
                    </a:lnTo>
                    <a:cubicBezTo>
                      <a:pt x="822" y="334"/>
                      <a:pt x="894" y="250"/>
                      <a:pt x="894" y="167"/>
                    </a:cubicBezTo>
                    <a:cubicBezTo>
                      <a:pt x="894" y="72"/>
                      <a:pt x="822" y="0"/>
                      <a:pt x="727" y="0"/>
                    </a:cubicBezTo>
                    <a:close/>
                  </a:path>
                </a:pathLst>
              </a:custGeom>
              <a:solidFill>
                <a:srgbClr val="657E9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236" name="Google Shape;4236;p137"/>
              <p:cNvSpPr/>
              <p:nvPr/>
            </p:nvSpPr>
            <p:spPr>
              <a:xfrm>
                <a:off x="4851002" y="2253700"/>
                <a:ext cx="14069" cy="28074"/>
              </a:xfrm>
              <a:custGeom>
                <a:rect b="b" l="l" r="r" t="t"/>
                <a:pathLst>
                  <a:path extrusionOk="0" h="882" w="442">
                    <a:moveTo>
                      <a:pt x="275" y="1"/>
                    </a:moveTo>
                    <a:cubicBezTo>
                      <a:pt x="191" y="1"/>
                      <a:pt x="120" y="84"/>
                      <a:pt x="120" y="167"/>
                    </a:cubicBezTo>
                    <a:lnTo>
                      <a:pt x="120" y="405"/>
                    </a:lnTo>
                    <a:cubicBezTo>
                      <a:pt x="120" y="489"/>
                      <a:pt x="84" y="572"/>
                      <a:pt x="60" y="632"/>
                    </a:cubicBezTo>
                    <a:cubicBezTo>
                      <a:pt x="1" y="703"/>
                      <a:pt x="25" y="810"/>
                      <a:pt x="108" y="858"/>
                    </a:cubicBezTo>
                    <a:cubicBezTo>
                      <a:pt x="132" y="870"/>
                      <a:pt x="168" y="882"/>
                      <a:pt x="191" y="882"/>
                    </a:cubicBezTo>
                    <a:cubicBezTo>
                      <a:pt x="239" y="882"/>
                      <a:pt x="299" y="858"/>
                      <a:pt x="322" y="810"/>
                    </a:cubicBezTo>
                    <a:cubicBezTo>
                      <a:pt x="406" y="691"/>
                      <a:pt x="441" y="560"/>
                      <a:pt x="441" y="405"/>
                    </a:cubicBezTo>
                    <a:lnTo>
                      <a:pt x="441" y="167"/>
                    </a:lnTo>
                    <a:cubicBezTo>
                      <a:pt x="441" y="84"/>
                      <a:pt x="370" y="1"/>
                      <a:pt x="275" y="1"/>
                    </a:cubicBezTo>
                    <a:close/>
                  </a:path>
                </a:pathLst>
              </a:custGeom>
              <a:solidFill>
                <a:srgbClr val="657E9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237" name="Google Shape;4237;p137"/>
              <p:cNvSpPr/>
              <p:nvPr/>
            </p:nvSpPr>
            <p:spPr>
              <a:xfrm>
                <a:off x="4883596" y="2064980"/>
                <a:ext cx="107299" cy="99310"/>
              </a:xfrm>
              <a:custGeom>
                <a:rect b="b" l="l" r="r" t="t"/>
                <a:pathLst>
                  <a:path extrusionOk="0" h="3120" w="3371">
                    <a:moveTo>
                      <a:pt x="2620" y="310"/>
                    </a:moveTo>
                    <a:cubicBezTo>
                      <a:pt x="2680" y="310"/>
                      <a:pt x="2739" y="322"/>
                      <a:pt x="2787" y="346"/>
                    </a:cubicBezTo>
                    <a:lnTo>
                      <a:pt x="1656" y="1334"/>
                    </a:lnTo>
                    <a:lnTo>
                      <a:pt x="525" y="346"/>
                    </a:lnTo>
                    <a:cubicBezTo>
                      <a:pt x="584" y="322"/>
                      <a:pt x="644" y="310"/>
                      <a:pt x="703" y="310"/>
                    </a:cubicBezTo>
                    <a:close/>
                    <a:moveTo>
                      <a:pt x="3013" y="572"/>
                    </a:moveTo>
                    <a:cubicBezTo>
                      <a:pt x="3025" y="619"/>
                      <a:pt x="3037" y="667"/>
                      <a:pt x="3037" y="727"/>
                    </a:cubicBezTo>
                    <a:lnTo>
                      <a:pt x="3037" y="2394"/>
                    </a:lnTo>
                    <a:cubicBezTo>
                      <a:pt x="3037" y="2453"/>
                      <a:pt x="3025" y="2501"/>
                      <a:pt x="3013" y="2548"/>
                    </a:cubicBezTo>
                    <a:lnTo>
                      <a:pt x="1906" y="1560"/>
                    </a:lnTo>
                    <a:lnTo>
                      <a:pt x="3013" y="572"/>
                    </a:lnTo>
                    <a:close/>
                    <a:moveTo>
                      <a:pt x="310" y="596"/>
                    </a:moveTo>
                    <a:lnTo>
                      <a:pt x="1418" y="1572"/>
                    </a:lnTo>
                    <a:lnTo>
                      <a:pt x="310" y="2560"/>
                    </a:lnTo>
                    <a:cubicBezTo>
                      <a:pt x="298" y="2513"/>
                      <a:pt x="287" y="2465"/>
                      <a:pt x="287" y="2405"/>
                    </a:cubicBezTo>
                    <a:lnTo>
                      <a:pt x="287" y="727"/>
                    </a:lnTo>
                    <a:cubicBezTo>
                      <a:pt x="287" y="679"/>
                      <a:pt x="298" y="619"/>
                      <a:pt x="310" y="596"/>
                    </a:cubicBezTo>
                    <a:close/>
                    <a:moveTo>
                      <a:pt x="715" y="0"/>
                    </a:moveTo>
                    <a:cubicBezTo>
                      <a:pt x="501" y="0"/>
                      <a:pt x="322" y="84"/>
                      <a:pt x="191" y="227"/>
                    </a:cubicBezTo>
                    <a:lnTo>
                      <a:pt x="179" y="238"/>
                    </a:lnTo>
                    <a:cubicBezTo>
                      <a:pt x="60" y="369"/>
                      <a:pt x="1" y="536"/>
                      <a:pt x="1" y="715"/>
                    </a:cubicBezTo>
                    <a:lnTo>
                      <a:pt x="1" y="2382"/>
                    </a:lnTo>
                    <a:cubicBezTo>
                      <a:pt x="1" y="2560"/>
                      <a:pt x="60" y="2727"/>
                      <a:pt x="168" y="2846"/>
                    </a:cubicBezTo>
                    <a:cubicBezTo>
                      <a:pt x="156" y="2870"/>
                      <a:pt x="156" y="2870"/>
                      <a:pt x="168" y="2882"/>
                    </a:cubicBezTo>
                    <a:lnTo>
                      <a:pt x="191" y="2917"/>
                    </a:lnTo>
                    <a:cubicBezTo>
                      <a:pt x="334" y="3048"/>
                      <a:pt x="513" y="3120"/>
                      <a:pt x="703" y="3120"/>
                    </a:cubicBezTo>
                    <a:lnTo>
                      <a:pt x="1132" y="3120"/>
                    </a:lnTo>
                    <a:cubicBezTo>
                      <a:pt x="1227" y="3120"/>
                      <a:pt x="1299" y="3048"/>
                      <a:pt x="1299" y="2953"/>
                    </a:cubicBezTo>
                    <a:cubicBezTo>
                      <a:pt x="1299" y="2870"/>
                      <a:pt x="1227" y="2798"/>
                      <a:pt x="1132" y="2798"/>
                    </a:cubicBezTo>
                    <a:lnTo>
                      <a:pt x="703" y="2798"/>
                    </a:lnTo>
                    <a:cubicBezTo>
                      <a:pt x="644" y="2798"/>
                      <a:pt x="584" y="2775"/>
                      <a:pt x="537" y="2763"/>
                    </a:cubicBezTo>
                    <a:lnTo>
                      <a:pt x="1668" y="1762"/>
                    </a:lnTo>
                    <a:lnTo>
                      <a:pt x="2799" y="2763"/>
                    </a:lnTo>
                    <a:cubicBezTo>
                      <a:pt x="2751" y="2775"/>
                      <a:pt x="2692" y="2798"/>
                      <a:pt x="2632" y="2798"/>
                    </a:cubicBezTo>
                    <a:lnTo>
                      <a:pt x="2096" y="2798"/>
                    </a:lnTo>
                    <a:cubicBezTo>
                      <a:pt x="2013" y="2798"/>
                      <a:pt x="1942" y="2870"/>
                      <a:pt x="1942" y="2953"/>
                    </a:cubicBezTo>
                    <a:cubicBezTo>
                      <a:pt x="1942" y="3048"/>
                      <a:pt x="2013" y="3120"/>
                      <a:pt x="2096" y="3120"/>
                    </a:cubicBezTo>
                    <a:lnTo>
                      <a:pt x="2632" y="3120"/>
                    </a:lnTo>
                    <a:cubicBezTo>
                      <a:pt x="2846" y="3120"/>
                      <a:pt x="3025" y="3036"/>
                      <a:pt x="3156" y="2905"/>
                    </a:cubicBezTo>
                    <a:lnTo>
                      <a:pt x="3168" y="2882"/>
                    </a:lnTo>
                    <a:cubicBezTo>
                      <a:pt x="3287" y="2751"/>
                      <a:pt x="3370" y="2584"/>
                      <a:pt x="3370" y="2394"/>
                    </a:cubicBezTo>
                    <a:lnTo>
                      <a:pt x="3370" y="727"/>
                    </a:lnTo>
                    <a:cubicBezTo>
                      <a:pt x="3370" y="322"/>
                      <a:pt x="3037" y="0"/>
                      <a:pt x="2632" y="0"/>
                    </a:cubicBezTo>
                    <a:close/>
                  </a:path>
                </a:pathLst>
              </a:custGeom>
              <a:solidFill>
                <a:srgbClr val="657E9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238" name="Google Shape;4238;p137"/>
              <p:cNvSpPr/>
              <p:nvPr/>
            </p:nvSpPr>
            <p:spPr>
              <a:xfrm>
                <a:off x="4882864" y="2190422"/>
                <a:ext cx="107267" cy="99692"/>
              </a:xfrm>
              <a:custGeom>
                <a:rect b="b" l="l" r="r" t="t"/>
                <a:pathLst>
                  <a:path extrusionOk="0" h="3132" w="3370">
                    <a:moveTo>
                      <a:pt x="2643" y="310"/>
                    </a:moveTo>
                    <a:cubicBezTo>
                      <a:pt x="2703" y="310"/>
                      <a:pt x="2762" y="334"/>
                      <a:pt x="2810" y="346"/>
                    </a:cubicBezTo>
                    <a:lnTo>
                      <a:pt x="1679" y="1346"/>
                    </a:lnTo>
                    <a:lnTo>
                      <a:pt x="548" y="346"/>
                    </a:lnTo>
                    <a:cubicBezTo>
                      <a:pt x="607" y="334"/>
                      <a:pt x="667" y="310"/>
                      <a:pt x="726" y="310"/>
                    </a:cubicBezTo>
                    <a:close/>
                    <a:moveTo>
                      <a:pt x="333" y="584"/>
                    </a:moveTo>
                    <a:lnTo>
                      <a:pt x="1441" y="1560"/>
                    </a:lnTo>
                    <a:lnTo>
                      <a:pt x="333" y="2548"/>
                    </a:lnTo>
                    <a:cubicBezTo>
                      <a:pt x="321" y="2501"/>
                      <a:pt x="310" y="2453"/>
                      <a:pt x="310" y="2393"/>
                    </a:cubicBezTo>
                    <a:lnTo>
                      <a:pt x="310" y="727"/>
                    </a:lnTo>
                    <a:cubicBezTo>
                      <a:pt x="310" y="691"/>
                      <a:pt x="321" y="631"/>
                      <a:pt x="333" y="584"/>
                    </a:cubicBezTo>
                    <a:close/>
                    <a:moveTo>
                      <a:pt x="3036" y="584"/>
                    </a:moveTo>
                    <a:cubicBezTo>
                      <a:pt x="3048" y="631"/>
                      <a:pt x="3060" y="667"/>
                      <a:pt x="3060" y="727"/>
                    </a:cubicBezTo>
                    <a:lnTo>
                      <a:pt x="3060" y="2393"/>
                    </a:lnTo>
                    <a:cubicBezTo>
                      <a:pt x="3060" y="2441"/>
                      <a:pt x="3048" y="2501"/>
                      <a:pt x="3036" y="2548"/>
                    </a:cubicBezTo>
                    <a:lnTo>
                      <a:pt x="1929" y="1560"/>
                    </a:lnTo>
                    <a:lnTo>
                      <a:pt x="3036" y="584"/>
                    </a:lnTo>
                    <a:close/>
                    <a:moveTo>
                      <a:pt x="1691" y="1786"/>
                    </a:moveTo>
                    <a:lnTo>
                      <a:pt x="2822" y="2786"/>
                    </a:lnTo>
                    <a:cubicBezTo>
                      <a:pt x="2762" y="2798"/>
                      <a:pt x="2703" y="2810"/>
                      <a:pt x="2643" y="2810"/>
                    </a:cubicBezTo>
                    <a:lnTo>
                      <a:pt x="726" y="2810"/>
                    </a:lnTo>
                    <a:cubicBezTo>
                      <a:pt x="667" y="2810"/>
                      <a:pt x="607" y="2798"/>
                      <a:pt x="560" y="2786"/>
                    </a:cubicBezTo>
                    <a:lnTo>
                      <a:pt x="1691" y="1786"/>
                    </a:lnTo>
                    <a:close/>
                    <a:moveTo>
                      <a:pt x="726" y="0"/>
                    </a:moveTo>
                    <a:cubicBezTo>
                      <a:pt x="512" y="0"/>
                      <a:pt x="333" y="96"/>
                      <a:pt x="202" y="227"/>
                    </a:cubicBezTo>
                    <a:lnTo>
                      <a:pt x="191" y="238"/>
                    </a:lnTo>
                    <a:cubicBezTo>
                      <a:pt x="71" y="369"/>
                      <a:pt x="0" y="536"/>
                      <a:pt x="0" y="727"/>
                    </a:cubicBezTo>
                    <a:lnTo>
                      <a:pt x="0" y="2393"/>
                    </a:lnTo>
                    <a:cubicBezTo>
                      <a:pt x="0" y="2596"/>
                      <a:pt x="71" y="2751"/>
                      <a:pt x="191" y="2894"/>
                    </a:cubicBezTo>
                    <a:cubicBezTo>
                      <a:pt x="333" y="3036"/>
                      <a:pt x="512" y="3132"/>
                      <a:pt x="726" y="3132"/>
                    </a:cubicBezTo>
                    <a:lnTo>
                      <a:pt x="2643" y="3132"/>
                    </a:lnTo>
                    <a:cubicBezTo>
                      <a:pt x="2858" y="3132"/>
                      <a:pt x="3036" y="3036"/>
                      <a:pt x="3167" y="2905"/>
                    </a:cubicBezTo>
                    <a:lnTo>
                      <a:pt x="3179" y="2894"/>
                    </a:lnTo>
                    <a:cubicBezTo>
                      <a:pt x="3298" y="2751"/>
                      <a:pt x="3369" y="2596"/>
                      <a:pt x="3369" y="2393"/>
                    </a:cubicBezTo>
                    <a:lnTo>
                      <a:pt x="3369" y="727"/>
                    </a:lnTo>
                    <a:cubicBezTo>
                      <a:pt x="3369" y="536"/>
                      <a:pt x="3298" y="369"/>
                      <a:pt x="3179" y="238"/>
                    </a:cubicBezTo>
                    <a:lnTo>
                      <a:pt x="3167" y="227"/>
                    </a:lnTo>
                    <a:cubicBezTo>
                      <a:pt x="3036" y="96"/>
                      <a:pt x="2858" y="0"/>
                      <a:pt x="2643" y="0"/>
                    </a:cubicBezTo>
                    <a:close/>
                  </a:path>
                </a:pathLst>
              </a:custGeom>
              <a:solidFill>
                <a:srgbClr val="657E9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sp>
          <p:nvSpPr>
            <p:cNvPr id="4239" name="Google Shape;4239;p137"/>
            <p:cNvSpPr txBox="1"/>
            <p:nvPr/>
          </p:nvSpPr>
          <p:spPr>
            <a:xfrm>
              <a:off x="4816725" y="3209463"/>
              <a:ext cx="967200" cy="526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200">
                  <a:latin typeface="Abel"/>
                  <a:ea typeface="Abel"/>
                  <a:cs typeface="Abel"/>
                  <a:sym typeface="Abel"/>
                </a:rPr>
                <a:t>Prototype</a:t>
              </a:r>
              <a:endParaRPr sz="1200">
                <a:latin typeface="Abel"/>
                <a:ea typeface="Abel"/>
                <a:cs typeface="Abel"/>
                <a:sym typeface="Abel"/>
              </a:endParaRPr>
            </a:p>
          </p:txBody>
        </p:sp>
        <p:cxnSp>
          <p:nvCxnSpPr>
            <p:cNvPr id="4240" name="Google Shape;4240;p137"/>
            <p:cNvCxnSpPr>
              <a:stCxn id="4101" idx="0"/>
            </p:cNvCxnSpPr>
            <p:nvPr/>
          </p:nvCxnSpPr>
          <p:spPr>
            <a:xfrm rot="10800000">
              <a:off x="4850348" y="1950148"/>
              <a:ext cx="0" cy="199800"/>
            </a:xfrm>
            <a:prstGeom prst="straightConnector1">
              <a:avLst/>
            </a:prstGeom>
            <a:noFill/>
            <a:ln cap="flat" cmpd="sng" w="9525">
              <a:solidFill>
                <a:srgbClr val="2F293A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4241" name="Google Shape;4241;p137"/>
            <p:cNvCxnSpPr/>
            <p:nvPr/>
          </p:nvCxnSpPr>
          <p:spPr>
            <a:xfrm flipH="1">
              <a:off x="4580300" y="3056775"/>
              <a:ext cx="78300" cy="266700"/>
            </a:xfrm>
            <a:prstGeom prst="straightConnector1">
              <a:avLst/>
            </a:prstGeom>
            <a:noFill/>
            <a:ln cap="flat" cmpd="sng" w="9525">
              <a:solidFill>
                <a:srgbClr val="2F293A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4242" name="Google Shape;4242;p137"/>
            <p:cNvCxnSpPr/>
            <p:nvPr/>
          </p:nvCxnSpPr>
          <p:spPr>
            <a:xfrm>
              <a:off x="5042800" y="3056775"/>
              <a:ext cx="125400" cy="282300"/>
            </a:xfrm>
            <a:prstGeom prst="straightConnector1">
              <a:avLst/>
            </a:prstGeom>
            <a:noFill/>
            <a:ln cap="flat" cmpd="sng" w="9525">
              <a:solidFill>
                <a:srgbClr val="2F293A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grpSp>
        <p:nvGrpSpPr>
          <p:cNvPr id="4243" name="Google Shape;4243;p137"/>
          <p:cNvGrpSpPr/>
          <p:nvPr/>
        </p:nvGrpSpPr>
        <p:grpSpPr>
          <a:xfrm>
            <a:off x="5517050" y="942013"/>
            <a:ext cx="1658525" cy="2757204"/>
            <a:chOff x="5288450" y="1253438"/>
            <a:chExt cx="1658525" cy="2757204"/>
          </a:xfrm>
        </p:grpSpPr>
        <p:grpSp>
          <p:nvGrpSpPr>
            <p:cNvPr id="4244" name="Google Shape;4244;p137"/>
            <p:cNvGrpSpPr/>
            <p:nvPr/>
          </p:nvGrpSpPr>
          <p:grpSpPr>
            <a:xfrm>
              <a:off x="5612164" y="1602482"/>
              <a:ext cx="319757" cy="287050"/>
              <a:chOff x="1865381" y="4277506"/>
              <a:chExt cx="396131" cy="355612"/>
            </a:xfrm>
          </p:grpSpPr>
          <p:sp>
            <p:nvSpPr>
              <p:cNvPr id="4245" name="Google Shape;4245;p137"/>
              <p:cNvSpPr/>
              <p:nvPr/>
            </p:nvSpPr>
            <p:spPr>
              <a:xfrm>
                <a:off x="1865381" y="4277506"/>
                <a:ext cx="396131" cy="355612"/>
              </a:xfrm>
              <a:custGeom>
                <a:rect b="b" l="l" r="r" t="t"/>
                <a:pathLst>
                  <a:path extrusionOk="0" h="11181" w="12455">
                    <a:moveTo>
                      <a:pt x="6240" y="322"/>
                    </a:moveTo>
                    <a:cubicBezTo>
                      <a:pt x="6883" y="322"/>
                      <a:pt x="7395" y="846"/>
                      <a:pt x="7395" y="1489"/>
                    </a:cubicBezTo>
                    <a:cubicBezTo>
                      <a:pt x="7395" y="2132"/>
                      <a:pt x="6883" y="2644"/>
                      <a:pt x="6240" y="2644"/>
                    </a:cubicBezTo>
                    <a:cubicBezTo>
                      <a:pt x="5597" y="2644"/>
                      <a:pt x="5073" y="2132"/>
                      <a:pt x="5073" y="1489"/>
                    </a:cubicBezTo>
                    <a:cubicBezTo>
                      <a:pt x="5073" y="834"/>
                      <a:pt x="5597" y="322"/>
                      <a:pt x="6240" y="322"/>
                    </a:cubicBezTo>
                    <a:close/>
                    <a:moveTo>
                      <a:pt x="8621" y="3703"/>
                    </a:moveTo>
                    <a:cubicBezTo>
                      <a:pt x="8943" y="3703"/>
                      <a:pt x="9276" y="3751"/>
                      <a:pt x="9585" y="3834"/>
                    </a:cubicBezTo>
                    <a:cubicBezTo>
                      <a:pt x="9657" y="4156"/>
                      <a:pt x="9705" y="4477"/>
                      <a:pt x="9705" y="4811"/>
                    </a:cubicBezTo>
                    <a:cubicBezTo>
                      <a:pt x="9705" y="6239"/>
                      <a:pt x="8847" y="7466"/>
                      <a:pt x="7609" y="7990"/>
                    </a:cubicBezTo>
                    <a:cubicBezTo>
                      <a:pt x="7669" y="7728"/>
                      <a:pt x="7692" y="7454"/>
                      <a:pt x="7692" y="7192"/>
                    </a:cubicBezTo>
                    <a:cubicBezTo>
                      <a:pt x="7692" y="6382"/>
                      <a:pt x="7454" y="5620"/>
                      <a:pt x="7002" y="4965"/>
                    </a:cubicBezTo>
                    <a:cubicBezTo>
                      <a:pt x="6859" y="4775"/>
                      <a:pt x="6704" y="4584"/>
                      <a:pt x="6526" y="4418"/>
                    </a:cubicBezTo>
                    <a:cubicBezTo>
                      <a:pt x="7097" y="3977"/>
                      <a:pt x="7835" y="3703"/>
                      <a:pt x="8621" y="3703"/>
                    </a:cubicBezTo>
                    <a:close/>
                    <a:moveTo>
                      <a:pt x="10478" y="7918"/>
                    </a:moveTo>
                    <a:lnTo>
                      <a:pt x="10598" y="8168"/>
                    </a:lnTo>
                    <a:lnTo>
                      <a:pt x="10359" y="8168"/>
                    </a:lnTo>
                    <a:lnTo>
                      <a:pt x="10478" y="7918"/>
                    </a:lnTo>
                    <a:close/>
                    <a:moveTo>
                      <a:pt x="6240" y="4656"/>
                    </a:moveTo>
                    <a:cubicBezTo>
                      <a:pt x="6407" y="4823"/>
                      <a:pt x="6561" y="4989"/>
                      <a:pt x="6704" y="5180"/>
                    </a:cubicBezTo>
                    <a:cubicBezTo>
                      <a:pt x="7121" y="5775"/>
                      <a:pt x="7335" y="6454"/>
                      <a:pt x="7335" y="7192"/>
                    </a:cubicBezTo>
                    <a:cubicBezTo>
                      <a:pt x="7335" y="7513"/>
                      <a:pt x="7299" y="7847"/>
                      <a:pt x="7204" y="8144"/>
                    </a:cubicBezTo>
                    <a:cubicBezTo>
                      <a:pt x="6907" y="8228"/>
                      <a:pt x="6585" y="8275"/>
                      <a:pt x="6252" y="8275"/>
                    </a:cubicBezTo>
                    <a:cubicBezTo>
                      <a:pt x="5930" y="8275"/>
                      <a:pt x="5597" y="8228"/>
                      <a:pt x="5299" y="8144"/>
                    </a:cubicBezTo>
                    <a:cubicBezTo>
                      <a:pt x="5180" y="7847"/>
                      <a:pt x="5133" y="7513"/>
                      <a:pt x="5133" y="7192"/>
                    </a:cubicBezTo>
                    <a:cubicBezTo>
                      <a:pt x="5133" y="6192"/>
                      <a:pt x="5549" y="5299"/>
                      <a:pt x="6240" y="4656"/>
                    </a:cubicBezTo>
                    <a:close/>
                    <a:moveTo>
                      <a:pt x="5430" y="8561"/>
                    </a:moveTo>
                    <a:lnTo>
                      <a:pt x="5430" y="8561"/>
                    </a:lnTo>
                    <a:cubicBezTo>
                      <a:pt x="5704" y="8621"/>
                      <a:pt x="5966" y="8644"/>
                      <a:pt x="6252" y="8644"/>
                    </a:cubicBezTo>
                    <a:cubicBezTo>
                      <a:pt x="6537" y="8644"/>
                      <a:pt x="6799" y="8621"/>
                      <a:pt x="7061" y="8561"/>
                    </a:cubicBezTo>
                    <a:lnTo>
                      <a:pt x="7061" y="8561"/>
                    </a:lnTo>
                    <a:cubicBezTo>
                      <a:pt x="6847" y="8990"/>
                      <a:pt x="6585" y="9395"/>
                      <a:pt x="6240" y="9716"/>
                    </a:cubicBezTo>
                    <a:cubicBezTo>
                      <a:pt x="5895" y="9395"/>
                      <a:pt x="5609" y="9002"/>
                      <a:pt x="5430" y="8561"/>
                    </a:cubicBezTo>
                    <a:close/>
                    <a:moveTo>
                      <a:pt x="2470" y="7643"/>
                    </a:moveTo>
                    <a:cubicBezTo>
                      <a:pt x="2693" y="7643"/>
                      <a:pt x="2903" y="7736"/>
                      <a:pt x="3049" y="7882"/>
                    </a:cubicBezTo>
                    <a:cubicBezTo>
                      <a:pt x="3216" y="8049"/>
                      <a:pt x="3323" y="8263"/>
                      <a:pt x="3323" y="8502"/>
                    </a:cubicBezTo>
                    <a:cubicBezTo>
                      <a:pt x="3323" y="8692"/>
                      <a:pt x="3263" y="8859"/>
                      <a:pt x="3144" y="9002"/>
                    </a:cubicBezTo>
                    <a:cubicBezTo>
                      <a:pt x="2954" y="9275"/>
                      <a:pt x="2799" y="9549"/>
                      <a:pt x="2739" y="9847"/>
                    </a:cubicBezTo>
                    <a:lnTo>
                      <a:pt x="2192" y="9847"/>
                    </a:lnTo>
                    <a:cubicBezTo>
                      <a:pt x="2132" y="9537"/>
                      <a:pt x="2001" y="9252"/>
                      <a:pt x="1799" y="9002"/>
                    </a:cubicBezTo>
                    <a:cubicBezTo>
                      <a:pt x="1680" y="8835"/>
                      <a:pt x="1620" y="8656"/>
                      <a:pt x="1620" y="8454"/>
                    </a:cubicBezTo>
                    <a:cubicBezTo>
                      <a:pt x="1644" y="8025"/>
                      <a:pt x="2001" y="7668"/>
                      <a:pt x="2430" y="7644"/>
                    </a:cubicBezTo>
                    <a:cubicBezTo>
                      <a:pt x="2443" y="7644"/>
                      <a:pt x="2457" y="7643"/>
                      <a:pt x="2470" y="7643"/>
                    </a:cubicBezTo>
                    <a:close/>
                    <a:moveTo>
                      <a:pt x="10300" y="8525"/>
                    </a:moveTo>
                    <a:lnTo>
                      <a:pt x="10300" y="10145"/>
                    </a:lnTo>
                    <a:lnTo>
                      <a:pt x="10109" y="10145"/>
                    </a:lnTo>
                    <a:lnTo>
                      <a:pt x="10109" y="8585"/>
                    </a:lnTo>
                    <a:cubicBezTo>
                      <a:pt x="10109" y="8561"/>
                      <a:pt x="10133" y="8525"/>
                      <a:pt x="10169" y="8525"/>
                    </a:cubicBezTo>
                    <a:close/>
                    <a:moveTo>
                      <a:pt x="10788" y="8525"/>
                    </a:moveTo>
                    <a:cubicBezTo>
                      <a:pt x="10824" y="8525"/>
                      <a:pt x="10848" y="8561"/>
                      <a:pt x="10848" y="8585"/>
                    </a:cubicBezTo>
                    <a:lnTo>
                      <a:pt x="10848" y="10145"/>
                    </a:lnTo>
                    <a:lnTo>
                      <a:pt x="10657" y="10145"/>
                    </a:lnTo>
                    <a:lnTo>
                      <a:pt x="10657" y="8525"/>
                    </a:lnTo>
                    <a:close/>
                    <a:moveTo>
                      <a:pt x="2847" y="10252"/>
                    </a:moveTo>
                    <a:lnTo>
                      <a:pt x="2847" y="10323"/>
                    </a:lnTo>
                    <a:lnTo>
                      <a:pt x="2073" y="10323"/>
                    </a:lnTo>
                    <a:lnTo>
                      <a:pt x="2073" y="10252"/>
                    </a:lnTo>
                    <a:close/>
                    <a:moveTo>
                      <a:pt x="2489" y="4013"/>
                    </a:moveTo>
                    <a:lnTo>
                      <a:pt x="2489" y="4013"/>
                    </a:lnTo>
                    <a:cubicBezTo>
                      <a:pt x="2430" y="4287"/>
                      <a:pt x="2394" y="4549"/>
                      <a:pt x="2394" y="4823"/>
                    </a:cubicBezTo>
                    <a:cubicBezTo>
                      <a:pt x="2394" y="6501"/>
                      <a:pt x="3489" y="7930"/>
                      <a:pt x="4990" y="8454"/>
                    </a:cubicBezTo>
                    <a:cubicBezTo>
                      <a:pt x="5180" y="9025"/>
                      <a:pt x="5525" y="9549"/>
                      <a:pt x="5954" y="9966"/>
                    </a:cubicBezTo>
                    <a:cubicBezTo>
                      <a:pt x="5371" y="10383"/>
                      <a:pt x="4644" y="10657"/>
                      <a:pt x="3859" y="10657"/>
                    </a:cubicBezTo>
                    <a:cubicBezTo>
                      <a:pt x="3644" y="10657"/>
                      <a:pt x="3430" y="10645"/>
                      <a:pt x="3216" y="10597"/>
                    </a:cubicBezTo>
                    <a:lnTo>
                      <a:pt x="3216" y="10192"/>
                    </a:lnTo>
                    <a:cubicBezTo>
                      <a:pt x="3216" y="10085"/>
                      <a:pt x="3168" y="10002"/>
                      <a:pt x="3097" y="9942"/>
                    </a:cubicBezTo>
                    <a:cubicBezTo>
                      <a:pt x="3156" y="9680"/>
                      <a:pt x="3263" y="9454"/>
                      <a:pt x="3430" y="9240"/>
                    </a:cubicBezTo>
                    <a:cubicBezTo>
                      <a:pt x="3585" y="9025"/>
                      <a:pt x="3680" y="8775"/>
                      <a:pt x="3680" y="8513"/>
                    </a:cubicBezTo>
                    <a:cubicBezTo>
                      <a:pt x="3680" y="8180"/>
                      <a:pt x="3549" y="7871"/>
                      <a:pt x="3311" y="7632"/>
                    </a:cubicBezTo>
                    <a:cubicBezTo>
                      <a:pt x="3072" y="7416"/>
                      <a:pt x="2769" y="7298"/>
                      <a:pt x="2462" y="7298"/>
                    </a:cubicBezTo>
                    <a:cubicBezTo>
                      <a:pt x="2447" y="7298"/>
                      <a:pt x="2433" y="7298"/>
                      <a:pt x="2418" y="7299"/>
                    </a:cubicBezTo>
                    <a:cubicBezTo>
                      <a:pt x="1787" y="7335"/>
                      <a:pt x="1275" y="7835"/>
                      <a:pt x="1263" y="8466"/>
                    </a:cubicBezTo>
                    <a:cubicBezTo>
                      <a:pt x="1251" y="8752"/>
                      <a:pt x="1346" y="9025"/>
                      <a:pt x="1525" y="9252"/>
                    </a:cubicBezTo>
                    <a:cubicBezTo>
                      <a:pt x="1680" y="9466"/>
                      <a:pt x="1787" y="9704"/>
                      <a:pt x="1846" y="9954"/>
                    </a:cubicBezTo>
                    <a:lnTo>
                      <a:pt x="1799" y="10002"/>
                    </a:lnTo>
                    <a:cubicBezTo>
                      <a:pt x="906" y="9347"/>
                      <a:pt x="382" y="8311"/>
                      <a:pt x="382" y="7204"/>
                    </a:cubicBezTo>
                    <a:cubicBezTo>
                      <a:pt x="382" y="5775"/>
                      <a:pt x="1251" y="4537"/>
                      <a:pt x="2489" y="4013"/>
                    </a:cubicBezTo>
                    <a:close/>
                    <a:moveTo>
                      <a:pt x="2847" y="10680"/>
                    </a:moveTo>
                    <a:lnTo>
                      <a:pt x="2847" y="10788"/>
                    </a:lnTo>
                    <a:lnTo>
                      <a:pt x="2073" y="10788"/>
                    </a:lnTo>
                    <a:lnTo>
                      <a:pt x="2073" y="10680"/>
                    </a:lnTo>
                    <a:close/>
                    <a:moveTo>
                      <a:pt x="10848" y="10526"/>
                    </a:moveTo>
                    <a:lnTo>
                      <a:pt x="10848" y="10728"/>
                    </a:lnTo>
                    <a:cubicBezTo>
                      <a:pt x="10848" y="10764"/>
                      <a:pt x="10824" y="10788"/>
                      <a:pt x="10788" y="10788"/>
                    </a:cubicBezTo>
                    <a:lnTo>
                      <a:pt x="10169" y="10788"/>
                    </a:lnTo>
                    <a:cubicBezTo>
                      <a:pt x="10133" y="10788"/>
                      <a:pt x="10109" y="10764"/>
                      <a:pt x="10109" y="10728"/>
                    </a:cubicBezTo>
                    <a:lnTo>
                      <a:pt x="10109" y="10526"/>
                    </a:lnTo>
                    <a:close/>
                    <a:moveTo>
                      <a:pt x="6228" y="0"/>
                    </a:moveTo>
                    <a:cubicBezTo>
                      <a:pt x="5454" y="0"/>
                      <a:pt x="4823" y="584"/>
                      <a:pt x="4716" y="1310"/>
                    </a:cubicBezTo>
                    <a:cubicBezTo>
                      <a:pt x="4049" y="1596"/>
                      <a:pt x="3466" y="2072"/>
                      <a:pt x="3049" y="2667"/>
                    </a:cubicBezTo>
                    <a:cubicBezTo>
                      <a:pt x="2858" y="2941"/>
                      <a:pt x="2692" y="3263"/>
                      <a:pt x="2597" y="3584"/>
                    </a:cubicBezTo>
                    <a:cubicBezTo>
                      <a:pt x="1084" y="4108"/>
                      <a:pt x="1" y="5537"/>
                      <a:pt x="1" y="7216"/>
                    </a:cubicBezTo>
                    <a:cubicBezTo>
                      <a:pt x="1" y="8502"/>
                      <a:pt x="632" y="9692"/>
                      <a:pt x="1704" y="10407"/>
                    </a:cubicBezTo>
                    <a:lnTo>
                      <a:pt x="1704" y="10847"/>
                    </a:lnTo>
                    <a:cubicBezTo>
                      <a:pt x="1704" y="11026"/>
                      <a:pt x="1846" y="11180"/>
                      <a:pt x="2025" y="11180"/>
                    </a:cubicBezTo>
                    <a:lnTo>
                      <a:pt x="2858" y="11180"/>
                    </a:lnTo>
                    <a:cubicBezTo>
                      <a:pt x="2989" y="11180"/>
                      <a:pt x="3108" y="11097"/>
                      <a:pt x="3156" y="10978"/>
                    </a:cubicBezTo>
                    <a:cubicBezTo>
                      <a:pt x="3382" y="11026"/>
                      <a:pt x="3609" y="11038"/>
                      <a:pt x="3823" y="11038"/>
                    </a:cubicBezTo>
                    <a:cubicBezTo>
                      <a:pt x="4716" y="11038"/>
                      <a:pt x="5549" y="10728"/>
                      <a:pt x="6204" y="10204"/>
                    </a:cubicBezTo>
                    <a:cubicBezTo>
                      <a:pt x="6764" y="10645"/>
                      <a:pt x="7419" y="10919"/>
                      <a:pt x="8157" y="11014"/>
                    </a:cubicBezTo>
                    <a:lnTo>
                      <a:pt x="8169" y="11014"/>
                    </a:lnTo>
                    <a:cubicBezTo>
                      <a:pt x="8264" y="11014"/>
                      <a:pt x="8335" y="10942"/>
                      <a:pt x="8347" y="10847"/>
                    </a:cubicBezTo>
                    <a:cubicBezTo>
                      <a:pt x="8371" y="10740"/>
                      <a:pt x="8288" y="10657"/>
                      <a:pt x="8192" y="10645"/>
                    </a:cubicBezTo>
                    <a:cubicBezTo>
                      <a:pt x="7550" y="10561"/>
                      <a:pt x="6966" y="10323"/>
                      <a:pt x="6490" y="9954"/>
                    </a:cubicBezTo>
                    <a:cubicBezTo>
                      <a:pt x="6918" y="9537"/>
                      <a:pt x="7264" y="9014"/>
                      <a:pt x="7454" y="8442"/>
                    </a:cubicBezTo>
                    <a:cubicBezTo>
                      <a:pt x="8966" y="7918"/>
                      <a:pt x="10050" y="6489"/>
                      <a:pt x="10050" y="4811"/>
                    </a:cubicBezTo>
                    <a:cubicBezTo>
                      <a:pt x="10050" y="4525"/>
                      <a:pt x="10014" y="4251"/>
                      <a:pt x="9955" y="4001"/>
                    </a:cubicBezTo>
                    <a:lnTo>
                      <a:pt x="9955" y="4001"/>
                    </a:lnTo>
                    <a:cubicBezTo>
                      <a:pt x="11193" y="4537"/>
                      <a:pt x="12062" y="5763"/>
                      <a:pt x="12062" y="7192"/>
                    </a:cubicBezTo>
                    <a:cubicBezTo>
                      <a:pt x="12062" y="8037"/>
                      <a:pt x="11741" y="8859"/>
                      <a:pt x="11181" y="9490"/>
                    </a:cubicBezTo>
                    <a:lnTo>
                      <a:pt x="11181" y="8597"/>
                    </a:lnTo>
                    <a:cubicBezTo>
                      <a:pt x="11181" y="8466"/>
                      <a:pt x="11109" y="8335"/>
                      <a:pt x="11002" y="8263"/>
                    </a:cubicBezTo>
                    <a:lnTo>
                      <a:pt x="10717" y="7644"/>
                    </a:lnTo>
                    <a:cubicBezTo>
                      <a:pt x="10669" y="7549"/>
                      <a:pt x="10574" y="7466"/>
                      <a:pt x="10455" y="7466"/>
                    </a:cubicBezTo>
                    <a:cubicBezTo>
                      <a:pt x="10336" y="7466"/>
                      <a:pt x="10228" y="7525"/>
                      <a:pt x="10181" y="7644"/>
                    </a:cubicBezTo>
                    <a:lnTo>
                      <a:pt x="9895" y="8263"/>
                    </a:lnTo>
                    <a:cubicBezTo>
                      <a:pt x="9800" y="8335"/>
                      <a:pt x="9716" y="8466"/>
                      <a:pt x="9716" y="8597"/>
                    </a:cubicBezTo>
                    <a:lnTo>
                      <a:pt x="9716" y="10478"/>
                    </a:lnTo>
                    <a:cubicBezTo>
                      <a:pt x="9466" y="10561"/>
                      <a:pt x="9216" y="10621"/>
                      <a:pt x="8943" y="10645"/>
                    </a:cubicBezTo>
                    <a:cubicBezTo>
                      <a:pt x="8847" y="10657"/>
                      <a:pt x="8764" y="10740"/>
                      <a:pt x="8788" y="10835"/>
                    </a:cubicBezTo>
                    <a:cubicBezTo>
                      <a:pt x="8800" y="10919"/>
                      <a:pt x="8871" y="11002"/>
                      <a:pt x="8966" y="11002"/>
                    </a:cubicBezTo>
                    <a:lnTo>
                      <a:pt x="8978" y="11002"/>
                    </a:lnTo>
                    <a:cubicBezTo>
                      <a:pt x="9228" y="10966"/>
                      <a:pt x="9478" y="10919"/>
                      <a:pt x="9740" y="10847"/>
                    </a:cubicBezTo>
                    <a:cubicBezTo>
                      <a:pt x="9776" y="11026"/>
                      <a:pt x="9943" y="11157"/>
                      <a:pt x="10133" y="11157"/>
                    </a:cubicBezTo>
                    <a:lnTo>
                      <a:pt x="10764" y="11157"/>
                    </a:lnTo>
                    <a:cubicBezTo>
                      <a:pt x="11002" y="11157"/>
                      <a:pt x="11193" y="10966"/>
                      <a:pt x="11193" y="10728"/>
                    </a:cubicBezTo>
                    <a:lnTo>
                      <a:pt x="11193" y="10014"/>
                    </a:lnTo>
                    <a:cubicBezTo>
                      <a:pt x="12002" y="9287"/>
                      <a:pt x="12455" y="8263"/>
                      <a:pt x="12455" y="7192"/>
                    </a:cubicBezTo>
                    <a:cubicBezTo>
                      <a:pt x="12455" y="5501"/>
                      <a:pt x="11371" y="4072"/>
                      <a:pt x="9871" y="3560"/>
                    </a:cubicBezTo>
                    <a:cubicBezTo>
                      <a:pt x="9740" y="3168"/>
                      <a:pt x="9538" y="2798"/>
                      <a:pt x="9276" y="2465"/>
                    </a:cubicBezTo>
                    <a:cubicBezTo>
                      <a:pt x="9242" y="2425"/>
                      <a:pt x="9189" y="2403"/>
                      <a:pt x="9137" y="2403"/>
                    </a:cubicBezTo>
                    <a:cubicBezTo>
                      <a:pt x="9097" y="2403"/>
                      <a:pt x="9057" y="2416"/>
                      <a:pt x="9026" y="2441"/>
                    </a:cubicBezTo>
                    <a:cubicBezTo>
                      <a:pt x="8943" y="2501"/>
                      <a:pt x="8931" y="2620"/>
                      <a:pt x="8990" y="2691"/>
                    </a:cubicBezTo>
                    <a:cubicBezTo>
                      <a:pt x="9169" y="2929"/>
                      <a:pt x="9324" y="3168"/>
                      <a:pt x="9443" y="3441"/>
                    </a:cubicBezTo>
                    <a:cubicBezTo>
                      <a:pt x="9169" y="3382"/>
                      <a:pt x="8907" y="3346"/>
                      <a:pt x="8621" y="3346"/>
                    </a:cubicBezTo>
                    <a:cubicBezTo>
                      <a:pt x="7728" y="3346"/>
                      <a:pt x="6895" y="3656"/>
                      <a:pt x="6240" y="4180"/>
                    </a:cubicBezTo>
                    <a:cubicBezTo>
                      <a:pt x="5930" y="3930"/>
                      <a:pt x="5573" y="3739"/>
                      <a:pt x="5192" y="3584"/>
                    </a:cubicBezTo>
                    <a:cubicBezTo>
                      <a:pt x="5175" y="3580"/>
                      <a:pt x="5158" y="3577"/>
                      <a:pt x="5140" y="3577"/>
                    </a:cubicBezTo>
                    <a:cubicBezTo>
                      <a:pt x="5068" y="3577"/>
                      <a:pt x="4992" y="3615"/>
                      <a:pt x="4954" y="3691"/>
                    </a:cubicBezTo>
                    <a:cubicBezTo>
                      <a:pt x="4930" y="3775"/>
                      <a:pt x="4978" y="3882"/>
                      <a:pt x="5061" y="3930"/>
                    </a:cubicBezTo>
                    <a:cubicBezTo>
                      <a:pt x="5394" y="4049"/>
                      <a:pt x="5692" y="4215"/>
                      <a:pt x="5954" y="4418"/>
                    </a:cubicBezTo>
                    <a:cubicBezTo>
                      <a:pt x="5228" y="5120"/>
                      <a:pt x="4775" y="6096"/>
                      <a:pt x="4775" y="7192"/>
                    </a:cubicBezTo>
                    <a:cubicBezTo>
                      <a:pt x="4775" y="7466"/>
                      <a:pt x="4811" y="7740"/>
                      <a:pt x="4871" y="7990"/>
                    </a:cubicBezTo>
                    <a:cubicBezTo>
                      <a:pt x="3632" y="7454"/>
                      <a:pt x="2775" y="6239"/>
                      <a:pt x="2775" y="4811"/>
                    </a:cubicBezTo>
                    <a:cubicBezTo>
                      <a:pt x="2775" y="4477"/>
                      <a:pt x="2811" y="4156"/>
                      <a:pt x="2906" y="3858"/>
                    </a:cubicBezTo>
                    <a:cubicBezTo>
                      <a:pt x="3204" y="3763"/>
                      <a:pt x="3525" y="3715"/>
                      <a:pt x="3859" y="3715"/>
                    </a:cubicBezTo>
                    <a:cubicBezTo>
                      <a:pt x="4025" y="3715"/>
                      <a:pt x="4168" y="3739"/>
                      <a:pt x="4335" y="3751"/>
                    </a:cubicBezTo>
                    <a:cubicBezTo>
                      <a:pt x="4342" y="3752"/>
                      <a:pt x="4349" y="3752"/>
                      <a:pt x="4356" y="3752"/>
                    </a:cubicBezTo>
                    <a:cubicBezTo>
                      <a:pt x="4444" y="3752"/>
                      <a:pt x="4526" y="3684"/>
                      <a:pt x="4537" y="3596"/>
                    </a:cubicBezTo>
                    <a:cubicBezTo>
                      <a:pt x="4549" y="3501"/>
                      <a:pt x="4478" y="3406"/>
                      <a:pt x="4394" y="3394"/>
                    </a:cubicBezTo>
                    <a:cubicBezTo>
                      <a:pt x="4216" y="3358"/>
                      <a:pt x="4049" y="3358"/>
                      <a:pt x="3870" y="3358"/>
                    </a:cubicBezTo>
                    <a:cubicBezTo>
                      <a:pt x="3585" y="3358"/>
                      <a:pt x="3323" y="3394"/>
                      <a:pt x="3049" y="3453"/>
                    </a:cubicBezTo>
                    <a:cubicBezTo>
                      <a:pt x="3144" y="3239"/>
                      <a:pt x="3239" y="3048"/>
                      <a:pt x="3382" y="2858"/>
                    </a:cubicBezTo>
                    <a:cubicBezTo>
                      <a:pt x="3716" y="2346"/>
                      <a:pt x="4192" y="1953"/>
                      <a:pt x="4728" y="1691"/>
                    </a:cubicBezTo>
                    <a:cubicBezTo>
                      <a:pt x="4835" y="2441"/>
                      <a:pt x="5466" y="3025"/>
                      <a:pt x="6240" y="3025"/>
                    </a:cubicBezTo>
                    <a:cubicBezTo>
                      <a:pt x="7014" y="3025"/>
                      <a:pt x="7657" y="2441"/>
                      <a:pt x="7740" y="1691"/>
                    </a:cubicBezTo>
                    <a:cubicBezTo>
                      <a:pt x="7990" y="1810"/>
                      <a:pt x="8228" y="1977"/>
                      <a:pt x="8454" y="2156"/>
                    </a:cubicBezTo>
                    <a:cubicBezTo>
                      <a:pt x="8490" y="2191"/>
                      <a:pt x="8526" y="2203"/>
                      <a:pt x="8573" y="2203"/>
                    </a:cubicBezTo>
                    <a:cubicBezTo>
                      <a:pt x="8633" y="2203"/>
                      <a:pt x="8681" y="2191"/>
                      <a:pt x="8704" y="2144"/>
                    </a:cubicBezTo>
                    <a:cubicBezTo>
                      <a:pt x="8764" y="2072"/>
                      <a:pt x="8764" y="1953"/>
                      <a:pt x="8681" y="1894"/>
                    </a:cubicBezTo>
                    <a:cubicBezTo>
                      <a:pt x="8395" y="1655"/>
                      <a:pt x="8073" y="1453"/>
                      <a:pt x="7728" y="1310"/>
                    </a:cubicBezTo>
                    <a:cubicBezTo>
                      <a:pt x="7621" y="560"/>
                      <a:pt x="7002" y="0"/>
                      <a:pt x="6228" y="0"/>
                    </a:cubicBezTo>
                    <a:close/>
                  </a:path>
                </a:pathLst>
              </a:custGeom>
              <a:solidFill>
                <a:srgbClr val="657E9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246" name="Google Shape;4246;p137"/>
              <p:cNvSpPr/>
              <p:nvPr/>
            </p:nvSpPr>
            <p:spPr>
              <a:xfrm>
                <a:off x="2057770" y="4294553"/>
                <a:ext cx="22741" cy="35622"/>
              </a:xfrm>
              <a:custGeom>
                <a:rect b="b" l="l" r="r" t="t"/>
                <a:pathLst>
                  <a:path extrusionOk="0" h="1120" w="715">
                    <a:moveTo>
                      <a:pt x="191" y="0"/>
                    </a:moveTo>
                    <a:cubicBezTo>
                      <a:pt x="84" y="0"/>
                      <a:pt x="12" y="72"/>
                      <a:pt x="12" y="179"/>
                    </a:cubicBezTo>
                    <a:lnTo>
                      <a:pt x="12" y="941"/>
                    </a:lnTo>
                    <a:cubicBezTo>
                      <a:pt x="0" y="1036"/>
                      <a:pt x="84" y="1119"/>
                      <a:pt x="191" y="1119"/>
                    </a:cubicBezTo>
                    <a:lnTo>
                      <a:pt x="536" y="1119"/>
                    </a:lnTo>
                    <a:cubicBezTo>
                      <a:pt x="631" y="1119"/>
                      <a:pt x="715" y="1036"/>
                      <a:pt x="715" y="941"/>
                    </a:cubicBezTo>
                    <a:cubicBezTo>
                      <a:pt x="715" y="834"/>
                      <a:pt x="631" y="750"/>
                      <a:pt x="536" y="750"/>
                    </a:cubicBezTo>
                    <a:lnTo>
                      <a:pt x="369" y="750"/>
                    </a:lnTo>
                    <a:lnTo>
                      <a:pt x="369" y="179"/>
                    </a:lnTo>
                    <a:cubicBezTo>
                      <a:pt x="369" y="72"/>
                      <a:pt x="298" y="0"/>
                      <a:pt x="191" y="0"/>
                    </a:cubicBezTo>
                    <a:close/>
                  </a:path>
                </a:pathLst>
              </a:custGeom>
              <a:solidFill>
                <a:srgbClr val="657E9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247" name="Google Shape;4247;p137"/>
              <p:cNvSpPr/>
              <p:nvPr/>
            </p:nvSpPr>
            <p:spPr>
              <a:xfrm>
                <a:off x="2048292" y="4456250"/>
                <a:ext cx="30724" cy="64055"/>
              </a:xfrm>
              <a:custGeom>
                <a:rect b="b" l="l" r="r" t="t"/>
                <a:pathLst>
                  <a:path extrusionOk="0" h="2014" w="966">
                    <a:moveTo>
                      <a:pt x="477" y="0"/>
                    </a:moveTo>
                    <a:cubicBezTo>
                      <a:pt x="370" y="0"/>
                      <a:pt x="298" y="84"/>
                      <a:pt x="298" y="179"/>
                    </a:cubicBezTo>
                    <a:lnTo>
                      <a:pt x="298" y="262"/>
                    </a:lnTo>
                    <a:cubicBezTo>
                      <a:pt x="120" y="334"/>
                      <a:pt x="1" y="512"/>
                      <a:pt x="1" y="703"/>
                    </a:cubicBezTo>
                    <a:cubicBezTo>
                      <a:pt x="1" y="977"/>
                      <a:pt x="215" y="1191"/>
                      <a:pt x="489" y="1191"/>
                    </a:cubicBezTo>
                    <a:cubicBezTo>
                      <a:pt x="560" y="1191"/>
                      <a:pt x="608" y="1250"/>
                      <a:pt x="608" y="1310"/>
                    </a:cubicBezTo>
                    <a:cubicBezTo>
                      <a:pt x="608" y="1381"/>
                      <a:pt x="548" y="1429"/>
                      <a:pt x="489" y="1429"/>
                    </a:cubicBezTo>
                    <a:cubicBezTo>
                      <a:pt x="441" y="1429"/>
                      <a:pt x="394" y="1405"/>
                      <a:pt x="382" y="1358"/>
                    </a:cubicBezTo>
                    <a:cubicBezTo>
                      <a:pt x="346" y="1287"/>
                      <a:pt x="284" y="1249"/>
                      <a:pt x="216" y="1249"/>
                    </a:cubicBezTo>
                    <a:cubicBezTo>
                      <a:pt x="192" y="1249"/>
                      <a:pt x="168" y="1253"/>
                      <a:pt x="144" y="1262"/>
                    </a:cubicBezTo>
                    <a:cubicBezTo>
                      <a:pt x="60" y="1310"/>
                      <a:pt x="13" y="1417"/>
                      <a:pt x="60" y="1500"/>
                    </a:cubicBezTo>
                    <a:cubicBezTo>
                      <a:pt x="120" y="1608"/>
                      <a:pt x="203" y="1703"/>
                      <a:pt x="310" y="1739"/>
                    </a:cubicBezTo>
                    <a:lnTo>
                      <a:pt x="310" y="1834"/>
                    </a:lnTo>
                    <a:cubicBezTo>
                      <a:pt x="310" y="1941"/>
                      <a:pt x="382" y="2012"/>
                      <a:pt x="489" y="2012"/>
                    </a:cubicBezTo>
                    <a:cubicBezTo>
                      <a:pt x="495" y="2013"/>
                      <a:pt x="501" y="2014"/>
                      <a:pt x="507" y="2014"/>
                    </a:cubicBezTo>
                    <a:cubicBezTo>
                      <a:pt x="586" y="2014"/>
                      <a:pt x="667" y="1945"/>
                      <a:pt x="667" y="1846"/>
                    </a:cubicBezTo>
                    <a:lnTo>
                      <a:pt x="667" y="1762"/>
                    </a:lnTo>
                    <a:cubicBezTo>
                      <a:pt x="846" y="1691"/>
                      <a:pt x="965" y="1512"/>
                      <a:pt x="965" y="1310"/>
                    </a:cubicBezTo>
                    <a:cubicBezTo>
                      <a:pt x="965" y="1048"/>
                      <a:pt x="739" y="822"/>
                      <a:pt x="477" y="822"/>
                    </a:cubicBezTo>
                    <a:cubicBezTo>
                      <a:pt x="394" y="822"/>
                      <a:pt x="358" y="762"/>
                      <a:pt x="358" y="703"/>
                    </a:cubicBezTo>
                    <a:cubicBezTo>
                      <a:pt x="358" y="631"/>
                      <a:pt x="417" y="584"/>
                      <a:pt x="477" y="584"/>
                    </a:cubicBezTo>
                    <a:cubicBezTo>
                      <a:pt x="513" y="584"/>
                      <a:pt x="548" y="596"/>
                      <a:pt x="572" y="643"/>
                    </a:cubicBezTo>
                    <a:cubicBezTo>
                      <a:pt x="608" y="700"/>
                      <a:pt x="660" y="727"/>
                      <a:pt x="717" y="727"/>
                    </a:cubicBezTo>
                    <a:cubicBezTo>
                      <a:pt x="755" y="727"/>
                      <a:pt x="796" y="715"/>
                      <a:pt x="834" y="691"/>
                    </a:cubicBezTo>
                    <a:cubicBezTo>
                      <a:pt x="917" y="631"/>
                      <a:pt x="929" y="524"/>
                      <a:pt x="870" y="441"/>
                    </a:cubicBezTo>
                    <a:cubicBezTo>
                      <a:pt x="810" y="357"/>
                      <a:pt x="739" y="286"/>
                      <a:pt x="656" y="262"/>
                    </a:cubicBezTo>
                    <a:lnTo>
                      <a:pt x="656" y="179"/>
                    </a:lnTo>
                    <a:cubicBezTo>
                      <a:pt x="656" y="84"/>
                      <a:pt x="572" y="0"/>
                      <a:pt x="477" y="0"/>
                    </a:cubicBezTo>
                    <a:close/>
                  </a:path>
                </a:pathLst>
              </a:custGeom>
              <a:solidFill>
                <a:srgbClr val="657E9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248" name="Google Shape;4248;p137"/>
              <p:cNvSpPr/>
              <p:nvPr/>
            </p:nvSpPr>
            <p:spPr>
              <a:xfrm>
                <a:off x="1898713" y="4487196"/>
                <a:ext cx="17461" cy="16030"/>
              </a:xfrm>
              <a:custGeom>
                <a:rect b="b" l="l" r="r" t="t"/>
                <a:pathLst>
                  <a:path extrusionOk="0" h="504" w="549">
                    <a:moveTo>
                      <a:pt x="193" y="1"/>
                    </a:moveTo>
                    <a:cubicBezTo>
                      <a:pt x="147" y="1"/>
                      <a:pt x="102" y="21"/>
                      <a:pt x="72" y="63"/>
                    </a:cubicBezTo>
                    <a:cubicBezTo>
                      <a:pt x="1" y="135"/>
                      <a:pt x="1" y="254"/>
                      <a:pt x="72" y="313"/>
                    </a:cubicBezTo>
                    <a:lnTo>
                      <a:pt x="203" y="444"/>
                    </a:lnTo>
                    <a:cubicBezTo>
                      <a:pt x="227" y="480"/>
                      <a:pt x="298" y="504"/>
                      <a:pt x="334" y="504"/>
                    </a:cubicBezTo>
                    <a:cubicBezTo>
                      <a:pt x="382" y="504"/>
                      <a:pt x="429" y="492"/>
                      <a:pt x="465" y="444"/>
                    </a:cubicBezTo>
                    <a:cubicBezTo>
                      <a:pt x="548" y="373"/>
                      <a:pt x="548" y="254"/>
                      <a:pt x="465" y="194"/>
                    </a:cubicBezTo>
                    <a:lnTo>
                      <a:pt x="322" y="63"/>
                    </a:lnTo>
                    <a:cubicBezTo>
                      <a:pt x="286" y="21"/>
                      <a:pt x="239" y="1"/>
                      <a:pt x="193" y="1"/>
                    </a:cubicBezTo>
                    <a:close/>
                  </a:path>
                </a:pathLst>
              </a:custGeom>
              <a:solidFill>
                <a:srgbClr val="657E9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249" name="Google Shape;4249;p137"/>
              <p:cNvSpPr/>
              <p:nvPr/>
            </p:nvSpPr>
            <p:spPr>
              <a:xfrm>
                <a:off x="1887740" y="4502494"/>
                <a:ext cx="19337" cy="13231"/>
              </a:xfrm>
              <a:custGeom>
                <a:rect b="b" l="l" r="r" t="t"/>
                <a:pathLst>
                  <a:path extrusionOk="0" h="416" w="608">
                    <a:moveTo>
                      <a:pt x="190" y="0"/>
                    </a:moveTo>
                    <a:cubicBezTo>
                      <a:pt x="112" y="0"/>
                      <a:pt x="53" y="56"/>
                      <a:pt x="24" y="142"/>
                    </a:cubicBezTo>
                    <a:cubicBezTo>
                      <a:pt x="0" y="249"/>
                      <a:pt x="60" y="332"/>
                      <a:pt x="155" y="368"/>
                    </a:cubicBezTo>
                    <a:lnTo>
                      <a:pt x="358" y="416"/>
                    </a:lnTo>
                    <a:lnTo>
                      <a:pt x="405" y="416"/>
                    </a:lnTo>
                    <a:cubicBezTo>
                      <a:pt x="477" y="416"/>
                      <a:pt x="548" y="356"/>
                      <a:pt x="572" y="273"/>
                    </a:cubicBezTo>
                    <a:cubicBezTo>
                      <a:pt x="608" y="189"/>
                      <a:pt x="548" y="82"/>
                      <a:pt x="441" y="58"/>
                    </a:cubicBezTo>
                    <a:lnTo>
                      <a:pt x="250" y="11"/>
                    </a:lnTo>
                    <a:cubicBezTo>
                      <a:pt x="229" y="4"/>
                      <a:pt x="209" y="0"/>
                      <a:pt x="190" y="0"/>
                    </a:cubicBezTo>
                    <a:close/>
                  </a:path>
                </a:pathLst>
              </a:custGeom>
              <a:solidFill>
                <a:srgbClr val="657E9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250" name="Google Shape;4250;p137"/>
              <p:cNvSpPr/>
              <p:nvPr/>
            </p:nvSpPr>
            <p:spPr>
              <a:xfrm>
                <a:off x="1913852" y="4477019"/>
                <a:ext cx="13676" cy="17874"/>
              </a:xfrm>
              <a:custGeom>
                <a:rect b="b" l="l" r="r" t="t"/>
                <a:pathLst>
                  <a:path extrusionOk="0" h="562" w="430">
                    <a:moveTo>
                      <a:pt x="175" y="0"/>
                    </a:moveTo>
                    <a:cubicBezTo>
                      <a:pt x="165" y="0"/>
                      <a:pt x="155" y="1"/>
                      <a:pt x="144" y="2"/>
                    </a:cubicBezTo>
                    <a:cubicBezTo>
                      <a:pt x="37" y="38"/>
                      <a:pt x="1" y="121"/>
                      <a:pt x="13" y="228"/>
                    </a:cubicBezTo>
                    <a:lnTo>
                      <a:pt x="60" y="419"/>
                    </a:lnTo>
                    <a:cubicBezTo>
                      <a:pt x="72" y="502"/>
                      <a:pt x="144" y="562"/>
                      <a:pt x="239" y="562"/>
                    </a:cubicBezTo>
                    <a:lnTo>
                      <a:pt x="275" y="562"/>
                    </a:lnTo>
                    <a:cubicBezTo>
                      <a:pt x="382" y="526"/>
                      <a:pt x="430" y="443"/>
                      <a:pt x="418" y="335"/>
                    </a:cubicBezTo>
                    <a:lnTo>
                      <a:pt x="370" y="145"/>
                    </a:lnTo>
                    <a:cubicBezTo>
                      <a:pt x="338" y="49"/>
                      <a:pt x="267" y="0"/>
                      <a:pt x="175" y="0"/>
                    </a:cubicBezTo>
                    <a:close/>
                  </a:path>
                </a:pathLst>
              </a:custGeom>
              <a:solidFill>
                <a:srgbClr val="657E9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sp>
          <p:nvSpPr>
            <p:cNvPr id="4251" name="Google Shape;4251;p137"/>
            <p:cNvSpPr txBox="1"/>
            <p:nvPr/>
          </p:nvSpPr>
          <p:spPr>
            <a:xfrm>
              <a:off x="5288450" y="1253438"/>
              <a:ext cx="967200" cy="282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200">
                  <a:latin typeface="Abel"/>
                  <a:ea typeface="Abel"/>
                  <a:cs typeface="Abel"/>
                  <a:sym typeface="Abel"/>
                </a:rPr>
                <a:t>Visual </a:t>
              </a:r>
              <a:endParaRPr sz="1200">
                <a:latin typeface="Abel"/>
                <a:ea typeface="Abel"/>
                <a:cs typeface="Abel"/>
                <a:sym typeface="Abel"/>
              </a:endParaRPr>
            </a:p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200">
                  <a:latin typeface="Abel"/>
                  <a:ea typeface="Abel"/>
                  <a:cs typeface="Abel"/>
                  <a:sym typeface="Abel"/>
                </a:rPr>
                <a:t>style</a:t>
              </a:r>
              <a:endParaRPr sz="1200">
                <a:latin typeface="Abel"/>
                <a:ea typeface="Abel"/>
                <a:cs typeface="Abel"/>
                <a:sym typeface="Abel"/>
              </a:endParaRPr>
            </a:p>
          </p:txBody>
        </p:sp>
        <p:grpSp>
          <p:nvGrpSpPr>
            <p:cNvPr id="4252" name="Google Shape;4252;p137"/>
            <p:cNvGrpSpPr/>
            <p:nvPr/>
          </p:nvGrpSpPr>
          <p:grpSpPr>
            <a:xfrm>
              <a:off x="6088910" y="3732872"/>
              <a:ext cx="255795" cy="277770"/>
              <a:chOff x="2219466" y="1500293"/>
              <a:chExt cx="330613" cy="359015"/>
            </a:xfrm>
          </p:grpSpPr>
          <p:sp>
            <p:nvSpPr>
              <p:cNvPr id="4253" name="Google Shape;4253;p137"/>
              <p:cNvSpPr/>
              <p:nvPr/>
            </p:nvSpPr>
            <p:spPr>
              <a:xfrm>
                <a:off x="2353906" y="1635560"/>
                <a:ext cx="65518" cy="82121"/>
              </a:xfrm>
              <a:custGeom>
                <a:rect b="b" l="l" r="r" t="t"/>
                <a:pathLst>
                  <a:path extrusionOk="0" h="2582" w="2060">
                    <a:moveTo>
                      <a:pt x="994" y="319"/>
                    </a:moveTo>
                    <a:cubicBezTo>
                      <a:pt x="1051" y="319"/>
                      <a:pt x="1107" y="355"/>
                      <a:pt x="1131" y="426"/>
                    </a:cubicBezTo>
                    <a:lnTo>
                      <a:pt x="1631" y="2093"/>
                    </a:lnTo>
                    <a:cubicBezTo>
                      <a:pt x="1667" y="2165"/>
                      <a:pt x="1607" y="2236"/>
                      <a:pt x="1536" y="2236"/>
                    </a:cubicBezTo>
                    <a:lnTo>
                      <a:pt x="476" y="2236"/>
                    </a:lnTo>
                    <a:cubicBezTo>
                      <a:pt x="405" y="2236"/>
                      <a:pt x="345" y="2165"/>
                      <a:pt x="357" y="2093"/>
                    </a:cubicBezTo>
                    <a:lnTo>
                      <a:pt x="857" y="426"/>
                    </a:lnTo>
                    <a:cubicBezTo>
                      <a:pt x="881" y="355"/>
                      <a:pt x="938" y="319"/>
                      <a:pt x="994" y="319"/>
                    </a:cubicBezTo>
                    <a:close/>
                    <a:moveTo>
                      <a:pt x="1006" y="1"/>
                    </a:moveTo>
                    <a:cubicBezTo>
                      <a:pt x="813" y="1"/>
                      <a:pt x="619" y="111"/>
                      <a:pt x="548" y="331"/>
                    </a:cubicBezTo>
                    <a:lnTo>
                      <a:pt x="48" y="1998"/>
                    </a:lnTo>
                    <a:cubicBezTo>
                      <a:pt x="0" y="2129"/>
                      <a:pt x="36" y="2284"/>
                      <a:pt x="119" y="2403"/>
                    </a:cubicBezTo>
                    <a:cubicBezTo>
                      <a:pt x="214" y="2522"/>
                      <a:pt x="345" y="2581"/>
                      <a:pt x="476" y="2581"/>
                    </a:cubicBezTo>
                    <a:lnTo>
                      <a:pt x="1536" y="2581"/>
                    </a:lnTo>
                    <a:cubicBezTo>
                      <a:pt x="1845" y="2581"/>
                      <a:pt x="2060" y="2284"/>
                      <a:pt x="1965" y="1998"/>
                    </a:cubicBezTo>
                    <a:lnTo>
                      <a:pt x="1464" y="331"/>
                    </a:lnTo>
                    <a:cubicBezTo>
                      <a:pt x="1393" y="111"/>
                      <a:pt x="1200" y="1"/>
                      <a:pt x="1006" y="1"/>
                    </a:cubicBezTo>
                    <a:close/>
                  </a:path>
                </a:pathLst>
              </a:custGeom>
              <a:solidFill>
                <a:srgbClr val="657E9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254" name="Google Shape;4254;p137"/>
              <p:cNvSpPr/>
              <p:nvPr/>
            </p:nvSpPr>
            <p:spPr>
              <a:xfrm>
                <a:off x="2219466" y="1500293"/>
                <a:ext cx="330613" cy="359015"/>
              </a:xfrm>
              <a:custGeom>
                <a:rect b="b" l="l" r="r" t="t"/>
                <a:pathLst>
                  <a:path extrusionOk="0" h="11288" w="10395">
                    <a:moveTo>
                      <a:pt x="1048" y="322"/>
                    </a:moveTo>
                    <a:lnTo>
                      <a:pt x="1048" y="1048"/>
                    </a:lnTo>
                    <a:lnTo>
                      <a:pt x="334" y="1048"/>
                    </a:lnTo>
                    <a:lnTo>
                      <a:pt x="334" y="322"/>
                    </a:lnTo>
                    <a:close/>
                    <a:moveTo>
                      <a:pt x="5549" y="334"/>
                    </a:moveTo>
                    <a:lnTo>
                      <a:pt x="5549" y="1048"/>
                    </a:lnTo>
                    <a:lnTo>
                      <a:pt x="4834" y="1048"/>
                    </a:lnTo>
                    <a:lnTo>
                      <a:pt x="4834" y="334"/>
                    </a:lnTo>
                    <a:close/>
                    <a:moveTo>
                      <a:pt x="10049" y="322"/>
                    </a:moveTo>
                    <a:lnTo>
                      <a:pt x="10049" y="1048"/>
                    </a:lnTo>
                    <a:lnTo>
                      <a:pt x="9335" y="1048"/>
                    </a:lnTo>
                    <a:lnTo>
                      <a:pt x="9335" y="322"/>
                    </a:lnTo>
                    <a:close/>
                    <a:moveTo>
                      <a:pt x="10061" y="5287"/>
                    </a:moveTo>
                    <a:lnTo>
                      <a:pt x="10061" y="6001"/>
                    </a:lnTo>
                    <a:lnTo>
                      <a:pt x="9347" y="6001"/>
                    </a:lnTo>
                    <a:lnTo>
                      <a:pt x="9347" y="5287"/>
                    </a:lnTo>
                    <a:close/>
                    <a:moveTo>
                      <a:pt x="1048" y="5299"/>
                    </a:moveTo>
                    <a:lnTo>
                      <a:pt x="1048" y="6013"/>
                    </a:lnTo>
                    <a:lnTo>
                      <a:pt x="334" y="6013"/>
                    </a:lnTo>
                    <a:lnTo>
                      <a:pt x="334" y="5299"/>
                    </a:lnTo>
                    <a:close/>
                    <a:moveTo>
                      <a:pt x="1381" y="10287"/>
                    </a:moveTo>
                    <a:lnTo>
                      <a:pt x="1524" y="10418"/>
                    </a:lnTo>
                    <a:lnTo>
                      <a:pt x="1381" y="10418"/>
                    </a:lnTo>
                    <a:lnTo>
                      <a:pt x="1381" y="10287"/>
                    </a:lnTo>
                    <a:close/>
                    <a:moveTo>
                      <a:pt x="9001" y="10287"/>
                    </a:moveTo>
                    <a:lnTo>
                      <a:pt x="9001" y="10418"/>
                    </a:lnTo>
                    <a:lnTo>
                      <a:pt x="8870" y="10418"/>
                    </a:lnTo>
                    <a:lnTo>
                      <a:pt x="9001" y="10287"/>
                    </a:lnTo>
                    <a:close/>
                    <a:moveTo>
                      <a:pt x="9025" y="857"/>
                    </a:moveTo>
                    <a:lnTo>
                      <a:pt x="9025" y="1215"/>
                    </a:lnTo>
                    <a:cubicBezTo>
                      <a:pt x="9025" y="1310"/>
                      <a:pt x="9097" y="1381"/>
                      <a:pt x="9180" y="1381"/>
                    </a:cubicBezTo>
                    <a:lnTo>
                      <a:pt x="9537" y="1381"/>
                    </a:lnTo>
                    <a:lnTo>
                      <a:pt x="9537" y="4953"/>
                    </a:lnTo>
                    <a:lnTo>
                      <a:pt x="9180" y="4953"/>
                    </a:lnTo>
                    <a:cubicBezTo>
                      <a:pt x="9097" y="4953"/>
                      <a:pt x="9025" y="5025"/>
                      <a:pt x="9025" y="5120"/>
                    </a:cubicBezTo>
                    <a:lnTo>
                      <a:pt x="9025" y="6180"/>
                    </a:lnTo>
                    <a:cubicBezTo>
                      <a:pt x="9025" y="6263"/>
                      <a:pt x="9097" y="6346"/>
                      <a:pt x="9180" y="6346"/>
                    </a:cubicBezTo>
                    <a:lnTo>
                      <a:pt x="9537" y="6346"/>
                    </a:lnTo>
                    <a:lnTo>
                      <a:pt x="9537" y="9894"/>
                    </a:lnTo>
                    <a:lnTo>
                      <a:pt x="9275" y="9894"/>
                    </a:lnTo>
                    <a:cubicBezTo>
                      <a:pt x="9406" y="9573"/>
                      <a:pt x="9442" y="9216"/>
                      <a:pt x="9323" y="8870"/>
                    </a:cubicBezTo>
                    <a:lnTo>
                      <a:pt x="7311" y="2632"/>
                    </a:lnTo>
                    <a:cubicBezTo>
                      <a:pt x="7283" y="2567"/>
                      <a:pt x="7227" y="2524"/>
                      <a:pt x="7160" y="2524"/>
                    </a:cubicBezTo>
                    <a:cubicBezTo>
                      <a:pt x="7139" y="2524"/>
                      <a:pt x="7118" y="2528"/>
                      <a:pt x="7096" y="2536"/>
                    </a:cubicBezTo>
                    <a:cubicBezTo>
                      <a:pt x="7013" y="2560"/>
                      <a:pt x="6965" y="2655"/>
                      <a:pt x="7001" y="2739"/>
                    </a:cubicBezTo>
                    <a:lnTo>
                      <a:pt x="9001" y="8978"/>
                    </a:lnTo>
                    <a:cubicBezTo>
                      <a:pt x="9263" y="9780"/>
                      <a:pt x="8624" y="10429"/>
                      <a:pt x="7936" y="10429"/>
                    </a:cubicBezTo>
                    <a:cubicBezTo>
                      <a:pt x="7685" y="10429"/>
                      <a:pt x="7427" y="10342"/>
                      <a:pt x="7204" y="10144"/>
                    </a:cubicBezTo>
                    <a:cubicBezTo>
                      <a:pt x="7171" y="10123"/>
                      <a:pt x="7132" y="10111"/>
                      <a:pt x="7093" y="10111"/>
                    </a:cubicBezTo>
                    <a:cubicBezTo>
                      <a:pt x="7045" y="10111"/>
                      <a:pt x="6998" y="10129"/>
                      <a:pt x="6965" y="10168"/>
                    </a:cubicBezTo>
                    <a:cubicBezTo>
                      <a:pt x="6906" y="10240"/>
                      <a:pt x="6906" y="10347"/>
                      <a:pt x="6977" y="10406"/>
                    </a:cubicBezTo>
                    <a:cubicBezTo>
                      <a:pt x="7001" y="10418"/>
                      <a:pt x="7013" y="10430"/>
                      <a:pt x="7025" y="10430"/>
                    </a:cubicBezTo>
                    <a:lnTo>
                      <a:pt x="5906" y="10430"/>
                    </a:lnTo>
                    <a:lnTo>
                      <a:pt x="5906" y="10073"/>
                    </a:lnTo>
                    <a:cubicBezTo>
                      <a:pt x="5906" y="9990"/>
                      <a:pt x="5834" y="9918"/>
                      <a:pt x="5751" y="9918"/>
                    </a:cubicBezTo>
                    <a:lnTo>
                      <a:pt x="4691" y="9918"/>
                    </a:lnTo>
                    <a:cubicBezTo>
                      <a:pt x="4596" y="9918"/>
                      <a:pt x="4525" y="9990"/>
                      <a:pt x="4525" y="10073"/>
                    </a:cubicBezTo>
                    <a:lnTo>
                      <a:pt x="4525" y="10430"/>
                    </a:lnTo>
                    <a:lnTo>
                      <a:pt x="3382" y="10430"/>
                    </a:lnTo>
                    <a:cubicBezTo>
                      <a:pt x="3834" y="10049"/>
                      <a:pt x="3858" y="9585"/>
                      <a:pt x="4037" y="9144"/>
                    </a:cubicBezTo>
                    <a:cubicBezTo>
                      <a:pt x="4167" y="8728"/>
                      <a:pt x="4548" y="8442"/>
                      <a:pt x="5001" y="8442"/>
                    </a:cubicBezTo>
                    <a:lnTo>
                      <a:pt x="5418" y="8442"/>
                    </a:lnTo>
                    <a:cubicBezTo>
                      <a:pt x="5846" y="8442"/>
                      <a:pt x="6239" y="8728"/>
                      <a:pt x="6382" y="9144"/>
                    </a:cubicBezTo>
                    <a:lnTo>
                      <a:pt x="6596" y="9775"/>
                    </a:lnTo>
                    <a:cubicBezTo>
                      <a:pt x="6615" y="9849"/>
                      <a:pt x="6676" y="9894"/>
                      <a:pt x="6742" y="9894"/>
                    </a:cubicBezTo>
                    <a:cubicBezTo>
                      <a:pt x="6761" y="9894"/>
                      <a:pt x="6780" y="9890"/>
                      <a:pt x="6799" y="9882"/>
                    </a:cubicBezTo>
                    <a:cubicBezTo>
                      <a:pt x="6894" y="9859"/>
                      <a:pt x="6930" y="9763"/>
                      <a:pt x="6906" y="9680"/>
                    </a:cubicBezTo>
                    <a:lnTo>
                      <a:pt x="6692" y="9037"/>
                    </a:lnTo>
                    <a:cubicBezTo>
                      <a:pt x="6513" y="8489"/>
                      <a:pt x="6001" y="8108"/>
                      <a:pt x="5418" y="8108"/>
                    </a:cubicBezTo>
                    <a:lnTo>
                      <a:pt x="5001" y="8108"/>
                    </a:lnTo>
                    <a:cubicBezTo>
                      <a:pt x="4418" y="8108"/>
                      <a:pt x="3894" y="8489"/>
                      <a:pt x="3715" y="9037"/>
                    </a:cubicBezTo>
                    <a:lnTo>
                      <a:pt x="3513" y="9680"/>
                    </a:lnTo>
                    <a:cubicBezTo>
                      <a:pt x="3358" y="10132"/>
                      <a:pt x="2929" y="10430"/>
                      <a:pt x="2453" y="10430"/>
                    </a:cubicBezTo>
                    <a:cubicBezTo>
                      <a:pt x="1846" y="10430"/>
                      <a:pt x="1334" y="9942"/>
                      <a:pt x="1334" y="9323"/>
                    </a:cubicBezTo>
                    <a:cubicBezTo>
                      <a:pt x="1334" y="9025"/>
                      <a:pt x="1429" y="8906"/>
                      <a:pt x="1751" y="7846"/>
                    </a:cubicBezTo>
                    <a:cubicBezTo>
                      <a:pt x="1786" y="7751"/>
                      <a:pt x="1739" y="7668"/>
                      <a:pt x="1655" y="7632"/>
                    </a:cubicBezTo>
                    <a:cubicBezTo>
                      <a:pt x="1639" y="7628"/>
                      <a:pt x="1622" y="7626"/>
                      <a:pt x="1607" y="7626"/>
                    </a:cubicBezTo>
                    <a:cubicBezTo>
                      <a:pt x="1532" y="7626"/>
                      <a:pt x="1470" y="7670"/>
                      <a:pt x="1441" y="7739"/>
                    </a:cubicBezTo>
                    <a:lnTo>
                      <a:pt x="1084" y="8870"/>
                    </a:lnTo>
                    <a:cubicBezTo>
                      <a:pt x="977" y="9216"/>
                      <a:pt x="1000" y="9573"/>
                      <a:pt x="1143" y="9894"/>
                    </a:cubicBezTo>
                    <a:lnTo>
                      <a:pt x="881" y="9894"/>
                    </a:lnTo>
                    <a:lnTo>
                      <a:pt x="881" y="6346"/>
                    </a:lnTo>
                    <a:lnTo>
                      <a:pt x="1239" y="6346"/>
                    </a:lnTo>
                    <a:cubicBezTo>
                      <a:pt x="1322" y="6346"/>
                      <a:pt x="1393" y="6263"/>
                      <a:pt x="1393" y="6180"/>
                    </a:cubicBezTo>
                    <a:lnTo>
                      <a:pt x="1393" y="5120"/>
                    </a:lnTo>
                    <a:cubicBezTo>
                      <a:pt x="1393" y="5037"/>
                      <a:pt x="1322" y="4953"/>
                      <a:pt x="1239" y="4953"/>
                    </a:cubicBezTo>
                    <a:lnTo>
                      <a:pt x="881" y="4953"/>
                    </a:lnTo>
                    <a:lnTo>
                      <a:pt x="881" y="1381"/>
                    </a:lnTo>
                    <a:lnTo>
                      <a:pt x="1239" y="1381"/>
                    </a:lnTo>
                    <a:cubicBezTo>
                      <a:pt x="1322" y="1381"/>
                      <a:pt x="1393" y="1310"/>
                      <a:pt x="1393" y="1227"/>
                    </a:cubicBezTo>
                    <a:lnTo>
                      <a:pt x="1393" y="869"/>
                    </a:lnTo>
                    <a:lnTo>
                      <a:pt x="3953" y="869"/>
                    </a:lnTo>
                    <a:cubicBezTo>
                      <a:pt x="3703" y="1060"/>
                      <a:pt x="3513" y="1322"/>
                      <a:pt x="3417" y="1643"/>
                    </a:cubicBezTo>
                    <a:lnTo>
                      <a:pt x="1643" y="7096"/>
                    </a:lnTo>
                    <a:cubicBezTo>
                      <a:pt x="1608" y="7204"/>
                      <a:pt x="1679" y="7323"/>
                      <a:pt x="1798" y="7323"/>
                    </a:cubicBezTo>
                    <a:cubicBezTo>
                      <a:pt x="1881" y="7323"/>
                      <a:pt x="1941" y="7275"/>
                      <a:pt x="1965" y="7204"/>
                    </a:cubicBezTo>
                    <a:lnTo>
                      <a:pt x="3739" y="1727"/>
                    </a:lnTo>
                    <a:cubicBezTo>
                      <a:pt x="3858" y="1334"/>
                      <a:pt x="4156" y="1036"/>
                      <a:pt x="4525" y="917"/>
                    </a:cubicBezTo>
                    <a:lnTo>
                      <a:pt x="4525" y="1215"/>
                    </a:lnTo>
                    <a:cubicBezTo>
                      <a:pt x="4525" y="1310"/>
                      <a:pt x="4596" y="1381"/>
                      <a:pt x="4691" y="1381"/>
                    </a:cubicBezTo>
                    <a:lnTo>
                      <a:pt x="5751" y="1381"/>
                    </a:lnTo>
                    <a:cubicBezTo>
                      <a:pt x="5834" y="1381"/>
                      <a:pt x="5906" y="1310"/>
                      <a:pt x="5906" y="1215"/>
                    </a:cubicBezTo>
                    <a:lnTo>
                      <a:pt x="5906" y="941"/>
                    </a:lnTo>
                    <a:cubicBezTo>
                      <a:pt x="6263" y="1072"/>
                      <a:pt x="6549" y="1358"/>
                      <a:pt x="6680" y="1739"/>
                    </a:cubicBezTo>
                    <a:lnTo>
                      <a:pt x="6799" y="2096"/>
                    </a:lnTo>
                    <a:cubicBezTo>
                      <a:pt x="6827" y="2172"/>
                      <a:pt x="6886" y="2210"/>
                      <a:pt x="6958" y="2210"/>
                    </a:cubicBezTo>
                    <a:cubicBezTo>
                      <a:pt x="6975" y="2210"/>
                      <a:pt x="6994" y="2208"/>
                      <a:pt x="7013" y="2203"/>
                    </a:cubicBezTo>
                    <a:cubicBezTo>
                      <a:pt x="7096" y="2167"/>
                      <a:pt x="7144" y="2084"/>
                      <a:pt x="7120" y="1989"/>
                    </a:cubicBezTo>
                    <a:cubicBezTo>
                      <a:pt x="7025" y="1786"/>
                      <a:pt x="6977" y="1262"/>
                      <a:pt x="6465" y="857"/>
                    </a:cubicBezTo>
                    <a:close/>
                    <a:moveTo>
                      <a:pt x="1048" y="10228"/>
                    </a:moveTo>
                    <a:lnTo>
                      <a:pt x="1048" y="10942"/>
                    </a:lnTo>
                    <a:lnTo>
                      <a:pt x="334" y="10942"/>
                    </a:lnTo>
                    <a:lnTo>
                      <a:pt x="334" y="10228"/>
                    </a:lnTo>
                    <a:close/>
                    <a:moveTo>
                      <a:pt x="5572" y="10228"/>
                    </a:moveTo>
                    <a:lnTo>
                      <a:pt x="5572" y="10942"/>
                    </a:lnTo>
                    <a:lnTo>
                      <a:pt x="4858" y="10942"/>
                    </a:lnTo>
                    <a:lnTo>
                      <a:pt x="4858" y="10228"/>
                    </a:lnTo>
                    <a:close/>
                    <a:moveTo>
                      <a:pt x="10061" y="10228"/>
                    </a:moveTo>
                    <a:lnTo>
                      <a:pt x="10061" y="10942"/>
                    </a:lnTo>
                    <a:lnTo>
                      <a:pt x="9347" y="10942"/>
                    </a:lnTo>
                    <a:lnTo>
                      <a:pt x="9347" y="10228"/>
                    </a:lnTo>
                    <a:close/>
                    <a:moveTo>
                      <a:pt x="167" y="0"/>
                    </a:moveTo>
                    <a:cubicBezTo>
                      <a:pt x="72" y="0"/>
                      <a:pt x="0" y="72"/>
                      <a:pt x="0" y="167"/>
                    </a:cubicBezTo>
                    <a:lnTo>
                      <a:pt x="0" y="1227"/>
                    </a:lnTo>
                    <a:cubicBezTo>
                      <a:pt x="0" y="1310"/>
                      <a:pt x="72" y="1381"/>
                      <a:pt x="167" y="1381"/>
                    </a:cubicBezTo>
                    <a:lnTo>
                      <a:pt x="524" y="1381"/>
                    </a:lnTo>
                    <a:lnTo>
                      <a:pt x="524" y="4953"/>
                    </a:lnTo>
                    <a:lnTo>
                      <a:pt x="167" y="4953"/>
                    </a:lnTo>
                    <a:cubicBezTo>
                      <a:pt x="72" y="4953"/>
                      <a:pt x="0" y="5037"/>
                      <a:pt x="0" y="5120"/>
                    </a:cubicBezTo>
                    <a:lnTo>
                      <a:pt x="0" y="6180"/>
                    </a:lnTo>
                    <a:cubicBezTo>
                      <a:pt x="0" y="6263"/>
                      <a:pt x="72" y="6346"/>
                      <a:pt x="167" y="6346"/>
                    </a:cubicBezTo>
                    <a:lnTo>
                      <a:pt x="524" y="6346"/>
                    </a:lnTo>
                    <a:lnTo>
                      <a:pt x="524" y="9894"/>
                    </a:lnTo>
                    <a:lnTo>
                      <a:pt x="167" y="9894"/>
                    </a:lnTo>
                    <a:cubicBezTo>
                      <a:pt x="72" y="9894"/>
                      <a:pt x="0" y="9978"/>
                      <a:pt x="0" y="10061"/>
                    </a:cubicBezTo>
                    <a:lnTo>
                      <a:pt x="0" y="11121"/>
                    </a:lnTo>
                    <a:cubicBezTo>
                      <a:pt x="0" y="11204"/>
                      <a:pt x="72" y="11287"/>
                      <a:pt x="167" y="11287"/>
                    </a:cubicBezTo>
                    <a:lnTo>
                      <a:pt x="1215" y="11287"/>
                    </a:lnTo>
                    <a:cubicBezTo>
                      <a:pt x="1310" y="11287"/>
                      <a:pt x="1381" y="11204"/>
                      <a:pt x="1381" y="11121"/>
                    </a:cubicBezTo>
                    <a:lnTo>
                      <a:pt x="1381" y="10763"/>
                    </a:lnTo>
                    <a:lnTo>
                      <a:pt x="4513" y="10763"/>
                    </a:lnTo>
                    <a:lnTo>
                      <a:pt x="4513" y="11121"/>
                    </a:lnTo>
                    <a:cubicBezTo>
                      <a:pt x="4513" y="11204"/>
                      <a:pt x="4584" y="11287"/>
                      <a:pt x="4679" y="11287"/>
                    </a:cubicBezTo>
                    <a:lnTo>
                      <a:pt x="5727" y="11287"/>
                    </a:lnTo>
                    <a:cubicBezTo>
                      <a:pt x="5822" y="11287"/>
                      <a:pt x="5894" y="11204"/>
                      <a:pt x="5894" y="11121"/>
                    </a:cubicBezTo>
                    <a:lnTo>
                      <a:pt x="5894" y="10763"/>
                    </a:lnTo>
                    <a:lnTo>
                      <a:pt x="9001" y="10763"/>
                    </a:lnTo>
                    <a:lnTo>
                      <a:pt x="9001" y="11121"/>
                    </a:lnTo>
                    <a:cubicBezTo>
                      <a:pt x="9001" y="11204"/>
                      <a:pt x="9085" y="11287"/>
                      <a:pt x="9168" y="11287"/>
                    </a:cubicBezTo>
                    <a:lnTo>
                      <a:pt x="10228" y="11287"/>
                    </a:lnTo>
                    <a:cubicBezTo>
                      <a:pt x="10311" y="11287"/>
                      <a:pt x="10394" y="11204"/>
                      <a:pt x="10394" y="11121"/>
                    </a:cubicBezTo>
                    <a:lnTo>
                      <a:pt x="10394" y="10061"/>
                    </a:lnTo>
                    <a:cubicBezTo>
                      <a:pt x="10394" y="9978"/>
                      <a:pt x="10311" y="9894"/>
                      <a:pt x="10228" y="9894"/>
                    </a:cubicBezTo>
                    <a:lnTo>
                      <a:pt x="9871" y="9894"/>
                    </a:lnTo>
                    <a:lnTo>
                      <a:pt x="9871" y="6346"/>
                    </a:lnTo>
                    <a:lnTo>
                      <a:pt x="10228" y="6346"/>
                    </a:lnTo>
                    <a:cubicBezTo>
                      <a:pt x="10311" y="6346"/>
                      <a:pt x="10394" y="6263"/>
                      <a:pt x="10394" y="6180"/>
                    </a:cubicBezTo>
                    <a:lnTo>
                      <a:pt x="10394" y="5120"/>
                    </a:lnTo>
                    <a:cubicBezTo>
                      <a:pt x="10394" y="5037"/>
                      <a:pt x="10311" y="4953"/>
                      <a:pt x="10228" y="4953"/>
                    </a:cubicBezTo>
                    <a:lnTo>
                      <a:pt x="9871" y="4953"/>
                    </a:lnTo>
                    <a:lnTo>
                      <a:pt x="9871" y="1381"/>
                    </a:lnTo>
                    <a:lnTo>
                      <a:pt x="10228" y="1381"/>
                    </a:lnTo>
                    <a:cubicBezTo>
                      <a:pt x="10311" y="1381"/>
                      <a:pt x="10394" y="1310"/>
                      <a:pt x="10394" y="1227"/>
                    </a:cubicBezTo>
                    <a:lnTo>
                      <a:pt x="10394" y="167"/>
                    </a:lnTo>
                    <a:cubicBezTo>
                      <a:pt x="10394" y="72"/>
                      <a:pt x="10311" y="0"/>
                      <a:pt x="10228" y="0"/>
                    </a:cubicBezTo>
                    <a:lnTo>
                      <a:pt x="9168" y="0"/>
                    </a:lnTo>
                    <a:cubicBezTo>
                      <a:pt x="9085" y="0"/>
                      <a:pt x="9001" y="72"/>
                      <a:pt x="9001" y="167"/>
                    </a:cubicBezTo>
                    <a:lnTo>
                      <a:pt x="9001" y="524"/>
                    </a:lnTo>
                    <a:lnTo>
                      <a:pt x="5894" y="524"/>
                    </a:lnTo>
                    <a:lnTo>
                      <a:pt x="5894" y="167"/>
                    </a:lnTo>
                    <a:cubicBezTo>
                      <a:pt x="5894" y="72"/>
                      <a:pt x="5822" y="0"/>
                      <a:pt x="5727" y="0"/>
                    </a:cubicBezTo>
                    <a:lnTo>
                      <a:pt x="4679" y="0"/>
                    </a:lnTo>
                    <a:cubicBezTo>
                      <a:pt x="4584" y="0"/>
                      <a:pt x="4513" y="72"/>
                      <a:pt x="4513" y="167"/>
                    </a:cubicBezTo>
                    <a:lnTo>
                      <a:pt x="4513" y="524"/>
                    </a:lnTo>
                    <a:lnTo>
                      <a:pt x="1381" y="524"/>
                    </a:lnTo>
                    <a:lnTo>
                      <a:pt x="1381" y="167"/>
                    </a:lnTo>
                    <a:cubicBezTo>
                      <a:pt x="1381" y="72"/>
                      <a:pt x="1310" y="0"/>
                      <a:pt x="1215" y="0"/>
                    </a:cubicBezTo>
                    <a:close/>
                  </a:path>
                </a:pathLst>
              </a:custGeom>
              <a:solidFill>
                <a:srgbClr val="657E9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sp>
          <p:nvSpPr>
            <p:cNvPr id="4255" name="Google Shape;4255;p137"/>
            <p:cNvSpPr txBox="1"/>
            <p:nvPr/>
          </p:nvSpPr>
          <p:spPr>
            <a:xfrm>
              <a:off x="5733200" y="3323400"/>
              <a:ext cx="967200" cy="389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200">
                  <a:latin typeface="Abel"/>
                  <a:ea typeface="Abel"/>
                  <a:cs typeface="Abel"/>
                  <a:sym typeface="Abel"/>
                </a:rPr>
                <a:t>Motion</a:t>
              </a:r>
              <a:endParaRPr sz="1200">
                <a:latin typeface="Abel"/>
                <a:ea typeface="Abel"/>
                <a:cs typeface="Abel"/>
                <a:sym typeface="Abel"/>
              </a:endParaRPr>
            </a:p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200">
                  <a:latin typeface="Abel"/>
                  <a:ea typeface="Abel"/>
                  <a:cs typeface="Abel"/>
                  <a:sym typeface="Abel"/>
                </a:rPr>
                <a:t>design</a:t>
              </a:r>
              <a:endParaRPr sz="1200">
                <a:latin typeface="Abel"/>
                <a:ea typeface="Abel"/>
                <a:cs typeface="Abel"/>
                <a:sym typeface="Abel"/>
              </a:endParaRPr>
            </a:p>
          </p:txBody>
        </p:sp>
        <p:grpSp>
          <p:nvGrpSpPr>
            <p:cNvPr id="4256" name="Google Shape;4256;p137"/>
            <p:cNvGrpSpPr/>
            <p:nvPr/>
          </p:nvGrpSpPr>
          <p:grpSpPr>
            <a:xfrm>
              <a:off x="6344699" y="1608122"/>
              <a:ext cx="329186" cy="275743"/>
              <a:chOff x="853950" y="2894720"/>
              <a:chExt cx="364104" cy="353290"/>
            </a:xfrm>
          </p:grpSpPr>
          <p:sp>
            <p:nvSpPr>
              <p:cNvPr id="4257" name="Google Shape;4257;p137"/>
              <p:cNvSpPr/>
              <p:nvPr/>
            </p:nvSpPr>
            <p:spPr>
              <a:xfrm>
                <a:off x="1056167" y="3155298"/>
                <a:ext cx="57472" cy="57662"/>
              </a:xfrm>
              <a:custGeom>
                <a:rect b="b" l="l" r="r" t="t"/>
                <a:pathLst>
                  <a:path extrusionOk="0" h="1813" w="1807">
                    <a:moveTo>
                      <a:pt x="907" y="0"/>
                    </a:moveTo>
                    <a:cubicBezTo>
                      <a:pt x="686" y="0"/>
                      <a:pt x="459" y="83"/>
                      <a:pt x="274" y="268"/>
                    </a:cubicBezTo>
                    <a:cubicBezTo>
                      <a:pt x="215" y="328"/>
                      <a:pt x="215" y="423"/>
                      <a:pt x="274" y="506"/>
                    </a:cubicBezTo>
                    <a:cubicBezTo>
                      <a:pt x="304" y="536"/>
                      <a:pt x="346" y="551"/>
                      <a:pt x="389" y="551"/>
                    </a:cubicBezTo>
                    <a:cubicBezTo>
                      <a:pt x="432" y="551"/>
                      <a:pt x="477" y="536"/>
                      <a:pt x="512" y="506"/>
                    </a:cubicBezTo>
                    <a:cubicBezTo>
                      <a:pt x="625" y="394"/>
                      <a:pt x="767" y="336"/>
                      <a:pt x="908" y="336"/>
                    </a:cubicBezTo>
                    <a:cubicBezTo>
                      <a:pt x="1020" y="336"/>
                      <a:pt x="1132" y="373"/>
                      <a:pt x="1227" y="447"/>
                    </a:cubicBezTo>
                    <a:cubicBezTo>
                      <a:pt x="1489" y="625"/>
                      <a:pt x="1560" y="983"/>
                      <a:pt x="1381" y="1233"/>
                    </a:cubicBezTo>
                    <a:cubicBezTo>
                      <a:pt x="1265" y="1401"/>
                      <a:pt x="1087" y="1477"/>
                      <a:pt x="911" y="1477"/>
                    </a:cubicBezTo>
                    <a:cubicBezTo>
                      <a:pt x="639" y="1477"/>
                      <a:pt x="370" y="1294"/>
                      <a:pt x="334" y="983"/>
                    </a:cubicBezTo>
                    <a:cubicBezTo>
                      <a:pt x="323" y="894"/>
                      <a:pt x="260" y="827"/>
                      <a:pt x="176" y="827"/>
                    </a:cubicBezTo>
                    <a:cubicBezTo>
                      <a:pt x="169" y="827"/>
                      <a:pt x="162" y="827"/>
                      <a:pt x="155" y="828"/>
                    </a:cubicBezTo>
                    <a:cubicBezTo>
                      <a:pt x="72" y="840"/>
                      <a:pt x="0" y="923"/>
                      <a:pt x="12" y="1006"/>
                    </a:cubicBezTo>
                    <a:cubicBezTo>
                      <a:pt x="63" y="1513"/>
                      <a:pt x="487" y="1812"/>
                      <a:pt x="913" y="1812"/>
                    </a:cubicBezTo>
                    <a:cubicBezTo>
                      <a:pt x="1189" y="1812"/>
                      <a:pt x="1466" y="1687"/>
                      <a:pt x="1643" y="1411"/>
                    </a:cubicBezTo>
                    <a:cubicBezTo>
                      <a:pt x="1751" y="1256"/>
                      <a:pt x="1798" y="1078"/>
                      <a:pt x="1798" y="899"/>
                    </a:cubicBezTo>
                    <a:cubicBezTo>
                      <a:pt x="1806" y="360"/>
                      <a:pt x="1368" y="0"/>
                      <a:pt x="907" y="0"/>
                    </a:cubicBezTo>
                    <a:close/>
                  </a:path>
                </a:pathLst>
              </a:custGeom>
              <a:solidFill>
                <a:srgbClr val="657E9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258" name="Google Shape;4258;p137"/>
              <p:cNvSpPr/>
              <p:nvPr/>
            </p:nvSpPr>
            <p:spPr>
              <a:xfrm>
                <a:off x="868326" y="2975027"/>
                <a:ext cx="192802" cy="82025"/>
              </a:xfrm>
              <a:custGeom>
                <a:rect b="b" l="l" r="r" t="t"/>
                <a:pathLst>
                  <a:path extrusionOk="0" h="2579" w="6062">
                    <a:moveTo>
                      <a:pt x="3619" y="1"/>
                    </a:moveTo>
                    <a:cubicBezTo>
                      <a:pt x="2165" y="1"/>
                      <a:pt x="686" y="811"/>
                      <a:pt x="48" y="2364"/>
                    </a:cubicBezTo>
                    <a:cubicBezTo>
                      <a:pt x="1" y="2460"/>
                      <a:pt x="84" y="2579"/>
                      <a:pt x="203" y="2579"/>
                    </a:cubicBezTo>
                    <a:cubicBezTo>
                      <a:pt x="263" y="2579"/>
                      <a:pt x="334" y="2543"/>
                      <a:pt x="346" y="2483"/>
                    </a:cubicBezTo>
                    <a:cubicBezTo>
                      <a:pt x="909" y="1104"/>
                      <a:pt x="2222" y="332"/>
                      <a:pt x="3567" y="332"/>
                    </a:cubicBezTo>
                    <a:cubicBezTo>
                      <a:pt x="4242" y="332"/>
                      <a:pt x="4925" y="526"/>
                      <a:pt x="5525" y="936"/>
                    </a:cubicBezTo>
                    <a:cubicBezTo>
                      <a:pt x="5609" y="995"/>
                      <a:pt x="5680" y="1031"/>
                      <a:pt x="5752" y="1114"/>
                    </a:cubicBezTo>
                    <a:cubicBezTo>
                      <a:pt x="5784" y="1142"/>
                      <a:pt x="5824" y="1156"/>
                      <a:pt x="5864" y="1156"/>
                    </a:cubicBezTo>
                    <a:cubicBezTo>
                      <a:pt x="5911" y="1156"/>
                      <a:pt x="5957" y="1136"/>
                      <a:pt x="5990" y="1090"/>
                    </a:cubicBezTo>
                    <a:cubicBezTo>
                      <a:pt x="6061" y="1019"/>
                      <a:pt x="6049" y="912"/>
                      <a:pt x="5978" y="852"/>
                    </a:cubicBezTo>
                    <a:cubicBezTo>
                      <a:pt x="5317" y="280"/>
                      <a:pt x="4473" y="1"/>
                      <a:pt x="3619" y="1"/>
                    </a:cubicBezTo>
                    <a:close/>
                  </a:path>
                </a:pathLst>
              </a:custGeom>
              <a:solidFill>
                <a:srgbClr val="657E9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259" name="Google Shape;4259;p137"/>
              <p:cNvSpPr/>
              <p:nvPr/>
            </p:nvSpPr>
            <p:spPr>
              <a:xfrm>
                <a:off x="853950" y="3067580"/>
                <a:ext cx="137875" cy="168598"/>
              </a:xfrm>
              <a:custGeom>
                <a:rect b="b" l="l" r="r" t="t"/>
                <a:pathLst>
                  <a:path extrusionOk="0" h="5301" w="4335">
                    <a:moveTo>
                      <a:pt x="479" y="1"/>
                    </a:moveTo>
                    <a:cubicBezTo>
                      <a:pt x="401" y="1"/>
                      <a:pt x="321" y="57"/>
                      <a:pt x="310" y="133"/>
                    </a:cubicBezTo>
                    <a:cubicBezTo>
                      <a:pt x="0" y="1633"/>
                      <a:pt x="608" y="3217"/>
                      <a:pt x="1893" y="4074"/>
                    </a:cubicBezTo>
                    <a:cubicBezTo>
                      <a:pt x="1965" y="4134"/>
                      <a:pt x="2858" y="4788"/>
                      <a:pt x="4072" y="5288"/>
                    </a:cubicBezTo>
                    <a:cubicBezTo>
                      <a:pt x="4084" y="5300"/>
                      <a:pt x="4120" y="5300"/>
                      <a:pt x="4132" y="5300"/>
                    </a:cubicBezTo>
                    <a:cubicBezTo>
                      <a:pt x="4191" y="5300"/>
                      <a:pt x="4275" y="5253"/>
                      <a:pt x="4287" y="5193"/>
                    </a:cubicBezTo>
                    <a:cubicBezTo>
                      <a:pt x="4334" y="5074"/>
                      <a:pt x="4287" y="4979"/>
                      <a:pt x="4191" y="4955"/>
                    </a:cubicBezTo>
                    <a:cubicBezTo>
                      <a:pt x="2989" y="4479"/>
                      <a:pt x="2084" y="3800"/>
                      <a:pt x="2084" y="3800"/>
                    </a:cubicBezTo>
                    <a:cubicBezTo>
                      <a:pt x="905" y="3002"/>
                      <a:pt x="346" y="1562"/>
                      <a:pt x="643" y="193"/>
                    </a:cubicBezTo>
                    <a:cubicBezTo>
                      <a:pt x="655" y="109"/>
                      <a:pt x="596" y="14"/>
                      <a:pt x="500" y="2"/>
                    </a:cubicBezTo>
                    <a:cubicBezTo>
                      <a:pt x="493" y="1"/>
                      <a:pt x="486" y="1"/>
                      <a:pt x="479" y="1"/>
                    </a:cubicBezTo>
                    <a:close/>
                  </a:path>
                </a:pathLst>
              </a:custGeom>
              <a:solidFill>
                <a:srgbClr val="657E9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260" name="Google Shape;4260;p137"/>
              <p:cNvSpPr/>
              <p:nvPr/>
            </p:nvSpPr>
            <p:spPr>
              <a:xfrm>
                <a:off x="937248" y="3014975"/>
                <a:ext cx="87877" cy="57217"/>
              </a:xfrm>
              <a:custGeom>
                <a:rect b="b" l="l" r="r" t="t"/>
                <a:pathLst>
                  <a:path extrusionOk="0" h="1799" w="2763">
                    <a:moveTo>
                      <a:pt x="2225" y="1"/>
                    </a:moveTo>
                    <a:cubicBezTo>
                      <a:pt x="2218" y="1"/>
                      <a:pt x="2211" y="1"/>
                      <a:pt x="2203" y="1"/>
                    </a:cubicBezTo>
                    <a:lnTo>
                      <a:pt x="941" y="61"/>
                    </a:lnTo>
                    <a:cubicBezTo>
                      <a:pt x="584" y="73"/>
                      <a:pt x="346" y="430"/>
                      <a:pt x="477" y="763"/>
                    </a:cubicBezTo>
                    <a:cubicBezTo>
                      <a:pt x="203" y="787"/>
                      <a:pt x="1" y="1025"/>
                      <a:pt x="13" y="1311"/>
                    </a:cubicBezTo>
                    <a:cubicBezTo>
                      <a:pt x="25" y="1597"/>
                      <a:pt x="263" y="1799"/>
                      <a:pt x="537" y="1799"/>
                    </a:cubicBezTo>
                    <a:cubicBezTo>
                      <a:pt x="560" y="1799"/>
                      <a:pt x="548" y="1799"/>
                      <a:pt x="953" y="1787"/>
                    </a:cubicBezTo>
                    <a:cubicBezTo>
                      <a:pt x="1037" y="1787"/>
                      <a:pt x="1120" y="1704"/>
                      <a:pt x="1120" y="1608"/>
                    </a:cubicBezTo>
                    <a:cubicBezTo>
                      <a:pt x="1120" y="1525"/>
                      <a:pt x="1025" y="1442"/>
                      <a:pt x="941" y="1442"/>
                    </a:cubicBezTo>
                    <a:lnTo>
                      <a:pt x="548" y="1466"/>
                    </a:lnTo>
                    <a:cubicBezTo>
                      <a:pt x="441" y="1466"/>
                      <a:pt x="346" y="1370"/>
                      <a:pt x="346" y="1263"/>
                    </a:cubicBezTo>
                    <a:cubicBezTo>
                      <a:pt x="346" y="1168"/>
                      <a:pt x="429" y="1073"/>
                      <a:pt x="537" y="1073"/>
                    </a:cubicBezTo>
                    <a:lnTo>
                      <a:pt x="667" y="1073"/>
                    </a:lnTo>
                    <a:cubicBezTo>
                      <a:pt x="858" y="1061"/>
                      <a:pt x="953" y="835"/>
                      <a:pt x="834" y="704"/>
                    </a:cubicBezTo>
                    <a:cubicBezTo>
                      <a:pt x="727" y="585"/>
                      <a:pt x="798" y="394"/>
                      <a:pt x="965" y="370"/>
                    </a:cubicBezTo>
                    <a:lnTo>
                      <a:pt x="2227" y="311"/>
                    </a:lnTo>
                    <a:cubicBezTo>
                      <a:pt x="2334" y="311"/>
                      <a:pt x="2442" y="406"/>
                      <a:pt x="2442" y="513"/>
                    </a:cubicBezTo>
                    <a:cubicBezTo>
                      <a:pt x="2442" y="608"/>
                      <a:pt x="2346" y="704"/>
                      <a:pt x="2263" y="704"/>
                    </a:cubicBezTo>
                    <a:lnTo>
                      <a:pt x="2144" y="704"/>
                    </a:lnTo>
                    <a:cubicBezTo>
                      <a:pt x="1953" y="716"/>
                      <a:pt x="1858" y="942"/>
                      <a:pt x="1977" y="1085"/>
                    </a:cubicBezTo>
                    <a:cubicBezTo>
                      <a:pt x="2084" y="1204"/>
                      <a:pt x="1989" y="1406"/>
                      <a:pt x="1834" y="1406"/>
                    </a:cubicBezTo>
                    <a:lnTo>
                      <a:pt x="1620" y="1418"/>
                    </a:lnTo>
                    <a:cubicBezTo>
                      <a:pt x="1537" y="1418"/>
                      <a:pt x="1453" y="1501"/>
                      <a:pt x="1453" y="1597"/>
                    </a:cubicBezTo>
                    <a:cubicBezTo>
                      <a:pt x="1453" y="1680"/>
                      <a:pt x="1549" y="1763"/>
                      <a:pt x="1632" y="1763"/>
                    </a:cubicBezTo>
                    <a:lnTo>
                      <a:pt x="1846" y="1739"/>
                    </a:lnTo>
                    <a:cubicBezTo>
                      <a:pt x="2203" y="1728"/>
                      <a:pt x="2442" y="1370"/>
                      <a:pt x="2322" y="1049"/>
                    </a:cubicBezTo>
                    <a:cubicBezTo>
                      <a:pt x="2561" y="1013"/>
                      <a:pt x="2763" y="775"/>
                      <a:pt x="2751" y="489"/>
                    </a:cubicBezTo>
                    <a:cubicBezTo>
                      <a:pt x="2739" y="222"/>
                      <a:pt x="2502" y="1"/>
                      <a:pt x="2225" y="1"/>
                    </a:cubicBezTo>
                    <a:close/>
                  </a:path>
                </a:pathLst>
              </a:custGeom>
              <a:solidFill>
                <a:srgbClr val="657E9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261" name="Google Shape;4261;p137"/>
              <p:cNvSpPr/>
              <p:nvPr/>
            </p:nvSpPr>
            <p:spPr>
              <a:xfrm>
                <a:off x="978912" y="3095664"/>
                <a:ext cx="78399" cy="79290"/>
              </a:xfrm>
              <a:custGeom>
                <a:rect b="b" l="l" r="r" t="t"/>
                <a:pathLst>
                  <a:path extrusionOk="0" h="2493" w="2465">
                    <a:moveTo>
                      <a:pt x="1751" y="0"/>
                    </a:moveTo>
                    <a:cubicBezTo>
                      <a:pt x="1513" y="0"/>
                      <a:pt x="1477" y="95"/>
                      <a:pt x="381" y="691"/>
                    </a:cubicBezTo>
                    <a:cubicBezTo>
                      <a:pt x="72" y="869"/>
                      <a:pt x="24" y="1286"/>
                      <a:pt x="286" y="1524"/>
                    </a:cubicBezTo>
                    <a:cubicBezTo>
                      <a:pt x="84" y="1667"/>
                      <a:pt x="0" y="1929"/>
                      <a:pt x="72" y="2155"/>
                    </a:cubicBezTo>
                    <a:cubicBezTo>
                      <a:pt x="154" y="2370"/>
                      <a:pt x="351" y="2493"/>
                      <a:pt x="555" y="2493"/>
                    </a:cubicBezTo>
                    <a:cubicBezTo>
                      <a:pt x="646" y="2493"/>
                      <a:pt x="738" y="2468"/>
                      <a:pt x="822" y="2417"/>
                    </a:cubicBezTo>
                    <a:lnTo>
                      <a:pt x="1096" y="2262"/>
                    </a:lnTo>
                    <a:cubicBezTo>
                      <a:pt x="1179" y="2215"/>
                      <a:pt x="1203" y="2108"/>
                      <a:pt x="1155" y="2036"/>
                    </a:cubicBezTo>
                    <a:cubicBezTo>
                      <a:pt x="1131" y="1987"/>
                      <a:pt x="1073" y="1955"/>
                      <a:pt x="1016" y="1955"/>
                    </a:cubicBezTo>
                    <a:cubicBezTo>
                      <a:pt x="989" y="1955"/>
                      <a:pt x="963" y="1962"/>
                      <a:pt x="941" y="1977"/>
                    </a:cubicBezTo>
                    <a:lnTo>
                      <a:pt x="655" y="2143"/>
                    </a:lnTo>
                    <a:cubicBezTo>
                      <a:pt x="624" y="2161"/>
                      <a:pt x="591" y="2169"/>
                      <a:pt x="558" y="2169"/>
                    </a:cubicBezTo>
                    <a:cubicBezTo>
                      <a:pt x="479" y="2169"/>
                      <a:pt x="403" y="2120"/>
                      <a:pt x="370" y="2036"/>
                    </a:cubicBezTo>
                    <a:cubicBezTo>
                      <a:pt x="346" y="1965"/>
                      <a:pt x="381" y="1846"/>
                      <a:pt x="465" y="1798"/>
                    </a:cubicBezTo>
                    <a:cubicBezTo>
                      <a:pt x="643" y="1691"/>
                      <a:pt x="667" y="1441"/>
                      <a:pt x="489" y="1310"/>
                    </a:cubicBezTo>
                    <a:cubicBezTo>
                      <a:pt x="381" y="1215"/>
                      <a:pt x="405" y="1048"/>
                      <a:pt x="512" y="976"/>
                    </a:cubicBezTo>
                    <a:cubicBezTo>
                      <a:pt x="1691" y="322"/>
                      <a:pt x="1632" y="322"/>
                      <a:pt x="1727" y="322"/>
                    </a:cubicBezTo>
                    <a:cubicBezTo>
                      <a:pt x="1822" y="322"/>
                      <a:pt x="1917" y="417"/>
                      <a:pt x="1917" y="512"/>
                    </a:cubicBezTo>
                    <a:cubicBezTo>
                      <a:pt x="1917" y="679"/>
                      <a:pt x="1751" y="715"/>
                      <a:pt x="1691" y="750"/>
                    </a:cubicBezTo>
                    <a:cubicBezTo>
                      <a:pt x="1536" y="846"/>
                      <a:pt x="1548" y="1084"/>
                      <a:pt x="1727" y="1155"/>
                    </a:cubicBezTo>
                    <a:cubicBezTo>
                      <a:pt x="1882" y="1215"/>
                      <a:pt x="1882" y="1429"/>
                      <a:pt x="1739" y="1512"/>
                    </a:cubicBezTo>
                    <a:lnTo>
                      <a:pt x="1501" y="1643"/>
                    </a:lnTo>
                    <a:cubicBezTo>
                      <a:pt x="1429" y="1691"/>
                      <a:pt x="1393" y="1798"/>
                      <a:pt x="1441" y="1869"/>
                    </a:cubicBezTo>
                    <a:cubicBezTo>
                      <a:pt x="1474" y="1918"/>
                      <a:pt x="1529" y="1951"/>
                      <a:pt x="1587" y="1951"/>
                    </a:cubicBezTo>
                    <a:cubicBezTo>
                      <a:pt x="1614" y="1951"/>
                      <a:pt x="1641" y="1944"/>
                      <a:pt x="1667" y="1929"/>
                    </a:cubicBezTo>
                    <a:lnTo>
                      <a:pt x="1905" y="1798"/>
                    </a:lnTo>
                    <a:cubicBezTo>
                      <a:pt x="2215" y="1619"/>
                      <a:pt x="2275" y="1203"/>
                      <a:pt x="2001" y="953"/>
                    </a:cubicBezTo>
                    <a:cubicBezTo>
                      <a:pt x="2465" y="679"/>
                      <a:pt x="2275" y="0"/>
                      <a:pt x="1751" y="0"/>
                    </a:cubicBezTo>
                    <a:close/>
                  </a:path>
                </a:pathLst>
              </a:custGeom>
              <a:solidFill>
                <a:srgbClr val="657E9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262" name="Google Shape;4262;p137"/>
              <p:cNvSpPr/>
              <p:nvPr/>
            </p:nvSpPr>
            <p:spPr>
              <a:xfrm>
                <a:off x="891067" y="3070697"/>
                <a:ext cx="74615" cy="77477"/>
              </a:xfrm>
              <a:custGeom>
                <a:rect b="b" l="l" r="r" t="t"/>
                <a:pathLst>
                  <a:path extrusionOk="0" h="2436" w="2346">
                    <a:moveTo>
                      <a:pt x="534" y="1"/>
                    </a:moveTo>
                    <a:cubicBezTo>
                      <a:pt x="499" y="1"/>
                      <a:pt x="464" y="4"/>
                      <a:pt x="429" y="11"/>
                    </a:cubicBezTo>
                    <a:cubicBezTo>
                      <a:pt x="191" y="71"/>
                      <a:pt x="0" y="273"/>
                      <a:pt x="0" y="523"/>
                    </a:cubicBezTo>
                    <a:cubicBezTo>
                      <a:pt x="0" y="690"/>
                      <a:pt x="72" y="749"/>
                      <a:pt x="203" y="1107"/>
                    </a:cubicBezTo>
                    <a:cubicBezTo>
                      <a:pt x="220" y="1178"/>
                      <a:pt x="284" y="1215"/>
                      <a:pt x="345" y="1215"/>
                    </a:cubicBezTo>
                    <a:cubicBezTo>
                      <a:pt x="366" y="1215"/>
                      <a:pt x="387" y="1211"/>
                      <a:pt x="405" y="1202"/>
                    </a:cubicBezTo>
                    <a:cubicBezTo>
                      <a:pt x="500" y="1166"/>
                      <a:pt x="548" y="1059"/>
                      <a:pt x="500" y="988"/>
                    </a:cubicBezTo>
                    <a:cubicBezTo>
                      <a:pt x="345" y="583"/>
                      <a:pt x="334" y="583"/>
                      <a:pt x="334" y="523"/>
                    </a:cubicBezTo>
                    <a:cubicBezTo>
                      <a:pt x="334" y="416"/>
                      <a:pt x="429" y="333"/>
                      <a:pt x="512" y="333"/>
                    </a:cubicBezTo>
                    <a:cubicBezTo>
                      <a:pt x="584" y="333"/>
                      <a:pt x="679" y="392"/>
                      <a:pt x="703" y="464"/>
                    </a:cubicBezTo>
                    <a:cubicBezTo>
                      <a:pt x="738" y="511"/>
                      <a:pt x="750" y="738"/>
                      <a:pt x="965" y="738"/>
                    </a:cubicBezTo>
                    <a:cubicBezTo>
                      <a:pt x="1036" y="738"/>
                      <a:pt x="1107" y="690"/>
                      <a:pt x="1155" y="618"/>
                    </a:cubicBezTo>
                    <a:cubicBezTo>
                      <a:pt x="1188" y="557"/>
                      <a:pt x="1253" y="527"/>
                      <a:pt x="1318" y="527"/>
                    </a:cubicBezTo>
                    <a:cubicBezTo>
                      <a:pt x="1393" y="527"/>
                      <a:pt x="1469" y="566"/>
                      <a:pt x="1500" y="642"/>
                    </a:cubicBezTo>
                    <a:cubicBezTo>
                      <a:pt x="1977" y="1881"/>
                      <a:pt x="1977" y="1833"/>
                      <a:pt x="1977" y="1892"/>
                    </a:cubicBezTo>
                    <a:cubicBezTo>
                      <a:pt x="1977" y="2018"/>
                      <a:pt x="1874" y="2091"/>
                      <a:pt x="1773" y="2091"/>
                    </a:cubicBezTo>
                    <a:cubicBezTo>
                      <a:pt x="1701" y="2091"/>
                      <a:pt x="1630" y="2055"/>
                      <a:pt x="1596" y="1976"/>
                    </a:cubicBezTo>
                    <a:lnTo>
                      <a:pt x="1536" y="1833"/>
                    </a:lnTo>
                    <a:cubicBezTo>
                      <a:pt x="1498" y="1739"/>
                      <a:pt x="1415" y="1691"/>
                      <a:pt x="1332" y="1691"/>
                    </a:cubicBezTo>
                    <a:cubicBezTo>
                      <a:pt x="1257" y="1691"/>
                      <a:pt x="1183" y="1730"/>
                      <a:pt x="1143" y="1809"/>
                    </a:cubicBezTo>
                    <a:cubicBezTo>
                      <a:pt x="1105" y="1875"/>
                      <a:pt x="1041" y="1908"/>
                      <a:pt x="976" y="1908"/>
                    </a:cubicBezTo>
                    <a:cubicBezTo>
                      <a:pt x="901" y="1908"/>
                      <a:pt x="824" y="1863"/>
                      <a:pt x="786" y="1773"/>
                    </a:cubicBezTo>
                    <a:lnTo>
                      <a:pt x="726" y="1607"/>
                    </a:lnTo>
                    <a:cubicBezTo>
                      <a:pt x="700" y="1546"/>
                      <a:pt x="637" y="1504"/>
                      <a:pt x="577" y="1504"/>
                    </a:cubicBezTo>
                    <a:cubicBezTo>
                      <a:pt x="554" y="1504"/>
                      <a:pt x="532" y="1510"/>
                      <a:pt x="512" y="1523"/>
                    </a:cubicBezTo>
                    <a:cubicBezTo>
                      <a:pt x="429" y="1559"/>
                      <a:pt x="381" y="1654"/>
                      <a:pt x="429" y="1726"/>
                    </a:cubicBezTo>
                    <a:lnTo>
                      <a:pt x="488" y="1892"/>
                    </a:lnTo>
                    <a:cubicBezTo>
                      <a:pt x="574" y="2112"/>
                      <a:pt x="779" y="2244"/>
                      <a:pt x="987" y="2244"/>
                    </a:cubicBezTo>
                    <a:cubicBezTo>
                      <a:pt x="1095" y="2244"/>
                      <a:pt x="1204" y="2208"/>
                      <a:pt x="1298" y="2131"/>
                    </a:cubicBezTo>
                    <a:cubicBezTo>
                      <a:pt x="1390" y="2315"/>
                      <a:pt x="1583" y="2436"/>
                      <a:pt x="1793" y="2436"/>
                    </a:cubicBezTo>
                    <a:cubicBezTo>
                      <a:pt x="1853" y="2436"/>
                      <a:pt x="1915" y="2426"/>
                      <a:pt x="1977" y="2404"/>
                    </a:cubicBezTo>
                    <a:cubicBezTo>
                      <a:pt x="2179" y="2321"/>
                      <a:pt x="2310" y="2119"/>
                      <a:pt x="2310" y="1904"/>
                    </a:cubicBezTo>
                    <a:cubicBezTo>
                      <a:pt x="2346" y="1738"/>
                      <a:pt x="2298" y="1738"/>
                      <a:pt x="1834" y="523"/>
                    </a:cubicBezTo>
                    <a:cubicBezTo>
                      <a:pt x="1757" y="315"/>
                      <a:pt x="1555" y="192"/>
                      <a:pt x="1349" y="192"/>
                    </a:cubicBezTo>
                    <a:cubicBezTo>
                      <a:pt x="1236" y="192"/>
                      <a:pt x="1121" y="229"/>
                      <a:pt x="1024" y="309"/>
                    </a:cubicBezTo>
                    <a:cubicBezTo>
                      <a:pt x="933" y="116"/>
                      <a:pt x="737" y="1"/>
                      <a:pt x="534" y="1"/>
                    </a:cubicBezTo>
                    <a:close/>
                  </a:path>
                </a:pathLst>
              </a:custGeom>
              <a:solidFill>
                <a:srgbClr val="657E9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263" name="Google Shape;4263;p137"/>
              <p:cNvSpPr/>
              <p:nvPr/>
            </p:nvSpPr>
            <p:spPr>
              <a:xfrm>
                <a:off x="999745" y="2894720"/>
                <a:ext cx="218310" cy="353290"/>
              </a:xfrm>
              <a:custGeom>
                <a:rect b="b" l="l" r="r" t="t"/>
                <a:pathLst>
                  <a:path extrusionOk="0" h="11108" w="6864">
                    <a:moveTo>
                      <a:pt x="6633" y="1"/>
                    </a:moveTo>
                    <a:cubicBezTo>
                      <a:pt x="6605" y="1"/>
                      <a:pt x="6577" y="7"/>
                      <a:pt x="6549" y="20"/>
                    </a:cubicBezTo>
                    <a:cubicBezTo>
                      <a:pt x="5918" y="282"/>
                      <a:pt x="5299" y="698"/>
                      <a:pt x="4703" y="1246"/>
                    </a:cubicBezTo>
                    <a:cubicBezTo>
                      <a:pt x="4644" y="1306"/>
                      <a:pt x="4620" y="1413"/>
                      <a:pt x="4703" y="1484"/>
                    </a:cubicBezTo>
                    <a:cubicBezTo>
                      <a:pt x="4735" y="1516"/>
                      <a:pt x="4778" y="1538"/>
                      <a:pt x="4824" y="1538"/>
                    </a:cubicBezTo>
                    <a:cubicBezTo>
                      <a:pt x="4862" y="1538"/>
                      <a:pt x="4903" y="1523"/>
                      <a:pt x="4941" y="1484"/>
                    </a:cubicBezTo>
                    <a:cubicBezTo>
                      <a:pt x="5430" y="1032"/>
                      <a:pt x="5918" y="675"/>
                      <a:pt x="6442" y="413"/>
                    </a:cubicBezTo>
                    <a:lnTo>
                      <a:pt x="6442" y="413"/>
                    </a:lnTo>
                    <a:cubicBezTo>
                      <a:pt x="6084" y="1579"/>
                      <a:pt x="5299" y="2603"/>
                      <a:pt x="4429" y="3449"/>
                    </a:cubicBezTo>
                    <a:cubicBezTo>
                      <a:pt x="4413" y="3444"/>
                      <a:pt x="4397" y="3442"/>
                      <a:pt x="4382" y="3442"/>
                    </a:cubicBezTo>
                    <a:cubicBezTo>
                      <a:pt x="4269" y="3442"/>
                      <a:pt x="4172" y="3548"/>
                      <a:pt x="4203" y="3663"/>
                    </a:cubicBezTo>
                    <a:cubicBezTo>
                      <a:pt x="4108" y="3746"/>
                      <a:pt x="4013" y="3842"/>
                      <a:pt x="3929" y="3913"/>
                    </a:cubicBezTo>
                    <a:cubicBezTo>
                      <a:pt x="3786" y="3711"/>
                      <a:pt x="3572" y="3508"/>
                      <a:pt x="3358" y="3425"/>
                    </a:cubicBezTo>
                    <a:cubicBezTo>
                      <a:pt x="3417" y="3330"/>
                      <a:pt x="3489" y="3234"/>
                      <a:pt x="3548" y="3115"/>
                    </a:cubicBezTo>
                    <a:cubicBezTo>
                      <a:pt x="3727" y="3258"/>
                      <a:pt x="3763" y="3318"/>
                      <a:pt x="3870" y="3318"/>
                    </a:cubicBezTo>
                    <a:cubicBezTo>
                      <a:pt x="4013" y="3318"/>
                      <a:pt x="4084" y="3127"/>
                      <a:pt x="3965" y="3020"/>
                    </a:cubicBezTo>
                    <a:lnTo>
                      <a:pt x="3751" y="2830"/>
                    </a:lnTo>
                    <a:cubicBezTo>
                      <a:pt x="3786" y="2758"/>
                      <a:pt x="3775" y="2782"/>
                      <a:pt x="3810" y="2734"/>
                    </a:cubicBezTo>
                    <a:cubicBezTo>
                      <a:pt x="3810" y="2734"/>
                      <a:pt x="3941" y="2544"/>
                      <a:pt x="3953" y="2544"/>
                    </a:cubicBezTo>
                    <a:lnTo>
                      <a:pt x="4358" y="2889"/>
                    </a:lnTo>
                    <a:cubicBezTo>
                      <a:pt x="4390" y="2916"/>
                      <a:pt x="4430" y="2928"/>
                      <a:pt x="4469" y="2928"/>
                    </a:cubicBezTo>
                    <a:cubicBezTo>
                      <a:pt x="4516" y="2928"/>
                      <a:pt x="4563" y="2910"/>
                      <a:pt x="4596" y="2877"/>
                    </a:cubicBezTo>
                    <a:cubicBezTo>
                      <a:pt x="4656" y="2794"/>
                      <a:pt x="4644" y="2699"/>
                      <a:pt x="4584" y="2639"/>
                    </a:cubicBezTo>
                    <a:lnTo>
                      <a:pt x="4167" y="2282"/>
                    </a:lnTo>
                    <a:cubicBezTo>
                      <a:pt x="4263" y="2139"/>
                      <a:pt x="4370" y="2020"/>
                      <a:pt x="4489" y="1901"/>
                    </a:cubicBezTo>
                    <a:cubicBezTo>
                      <a:pt x="4548" y="1830"/>
                      <a:pt x="4548" y="1722"/>
                      <a:pt x="4477" y="1663"/>
                    </a:cubicBezTo>
                    <a:cubicBezTo>
                      <a:pt x="4444" y="1636"/>
                      <a:pt x="4404" y="1621"/>
                      <a:pt x="4364" y="1621"/>
                    </a:cubicBezTo>
                    <a:cubicBezTo>
                      <a:pt x="4317" y="1621"/>
                      <a:pt x="4271" y="1641"/>
                      <a:pt x="4239" y="1687"/>
                    </a:cubicBezTo>
                    <a:cubicBezTo>
                      <a:pt x="4001" y="1937"/>
                      <a:pt x="3775" y="2222"/>
                      <a:pt x="3536" y="2532"/>
                    </a:cubicBezTo>
                    <a:cubicBezTo>
                      <a:pt x="3536" y="2532"/>
                      <a:pt x="3310" y="2830"/>
                      <a:pt x="3013" y="3306"/>
                    </a:cubicBezTo>
                    <a:cubicBezTo>
                      <a:pt x="2985" y="3304"/>
                      <a:pt x="2957" y="3303"/>
                      <a:pt x="2929" y="3303"/>
                    </a:cubicBezTo>
                    <a:cubicBezTo>
                      <a:pt x="2484" y="3303"/>
                      <a:pt x="2071" y="3569"/>
                      <a:pt x="1858" y="3973"/>
                    </a:cubicBezTo>
                    <a:cubicBezTo>
                      <a:pt x="1762" y="4151"/>
                      <a:pt x="1750" y="4330"/>
                      <a:pt x="1679" y="4449"/>
                    </a:cubicBezTo>
                    <a:cubicBezTo>
                      <a:pt x="1608" y="4568"/>
                      <a:pt x="1500" y="4687"/>
                      <a:pt x="1346" y="4770"/>
                    </a:cubicBezTo>
                    <a:cubicBezTo>
                      <a:pt x="1191" y="4866"/>
                      <a:pt x="1024" y="4913"/>
                      <a:pt x="846" y="4961"/>
                    </a:cubicBezTo>
                    <a:cubicBezTo>
                      <a:pt x="786" y="4973"/>
                      <a:pt x="679" y="5008"/>
                      <a:pt x="572" y="5020"/>
                    </a:cubicBezTo>
                    <a:cubicBezTo>
                      <a:pt x="369" y="5056"/>
                      <a:pt x="274" y="5330"/>
                      <a:pt x="441" y="5485"/>
                    </a:cubicBezTo>
                    <a:cubicBezTo>
                      <a:pt x="560" y="5580"/>
                      <a:pt x="679" y="5687"/>
                      <a:pt x="810" y="5759"/>
                    </a:cubicBezTo>
                    <a:cubicBezTo>
                      <a:pt x="838" y="5775"/>
                      <a:pt x="868" y="5783"/>
                      <a:pt x="897" y="5783"/>
                    </a:cubicBezTo>
                    <a:cubicBezTo>
                      <a:pt x="953" y="5783"/>
                      <a:pt x="1005" y="5754"/>
                      <a:pt x="1036" y="5699"/>
                    </a:cubicBezTo>
                    <a:cubicBezTo>
                      <a:pt x="1084" y="5628"/>
                      <a:pt x="1048" y="5520"/>
                      <a:pt x="977" y="5485"/>
                    </a:cubicBezTo>
                    <a:cubicBezTo>
                      <a:pt x="905" y="5437"/>
                      <a:pt x="834" y="5378"/>
                      <a:pt x="750" y="5318"/>
                    </a:cubicBezTo>
                    <a:cubicBezTo>
                      <a:pt x="1250" y="5199"/>
                      <a:pt x="1679" y="5044"/>
                      <a:pt x="1941" y="4616"/>
                    </a:cubicBezTo>
                    <a:cubicBezTo>
                      <a:pt x="2048" y="4437"/>
                      <a:pt x="2084" y="4246"/>
                      <a:pt x="2143" y="4116"/>
                    </a:cubicBezTo>
                    <a:cubicBezTo>
                      <a:pt x="2278" y="3831"/>
                      <a:pt x="2583" y="3626"/>
                      <a:pt x="2911" y="3626"/>
                    </a:cubicBezTo>
                    <a:cubicBezTo>
                      <a:pt x="3105" y="3626"/>
                      <a:pt x="3308" y="3698"/>
                      <a:pt x="3489" y="3865"/>
                    </a:cubicBezTo>
                    <a:cubicBezTo>
                      <a:pt x="3929" y="4270"/>
                      <a:pt x="3786" y="4985"/>
                      <a:pt x="3239" y="5330"/>
                    </a:cubicBezTo>
                    <a:cubicBezTo>
                      <a:pt x="2867" y="5559"/>
                      <a:pt x="2374" y="5719"/>
                      <a:pt x="1899" y="5719"/>
                    </a:cubicBezTo>
                    <a:cubicBezTo>
                      <a:pt x="1780" y="5719"/>
                      <a:pt x="1662" y="5709"/>
                      <a:pt x="1548" y="5687"/>
                    </a:cubicBezTo>
                    <a:cubicBezTo>
                      <a:pt x="1540" y="5686"/>
                      <a:pt x="1532" y="5686"/>
                      <a:pt x="1524" y="5686"/>
                    </a:cubicBezTo>
                    <a:cubicBezTo>
                      <a:pt x="1439" y="5686"/>
                      <a:pt x="1367" y="5742"/>
                      <a:pt x="1346" y="5818"/>
                    </a:cubicBezTo>
                    <a:cubicBezTo>
                      <a:pt x="1334" y="5913"/>
                      <a:pt x="1393" y="5997"/>
                      <a:pt x="1489" y="6009"/>
                    </a:cubicBezTo>
                    <a:cubicBezTo>
                      <a:pt x="1628" y="6035"/>
                      <a:pt x="1767" y="6048"/>
                      <a:pt x="1907" y="6048"/>
                    </a:cubicBezTo>
                    <a:cubicBezTo>
                      <a:pt x="2077" y="6048"/>
                      <a:pt x="2247" y="6029"/>
                      <a:pt x="2417" y="5997"/>
                    </a:cubicBezTo>
                    <a:cubicBezTo>
                      <a:pt x="2465" y="6937"/>
                      <a:pt x="3096" y="7675"/>
                      <a:pt x="3906" y="8033"/>
                    </a:cubicBezTo>
                    <a:cubicBezTo>
                      <a:pt x="4298" y="8199"/>
                      <a:pt x="4548" y="8592"/>
                      <a:pt x="4548" y="9009"/>
                    </a:cubicBezTo>
                    <a:cubicBezTo>
                      <a:pt x="4548" y="9342"/>
                      <a:pt x="4370" y="9580"/>
                      <a:pt x="4370" y="9580"/>
                    </a:cubicBezTo>
                    <a:cubicBezTo>
                      <a:pt x="3673" y="10434"/>
                      <a:pt x="2786" y="10777"/>
                      <a:pt x="1813" y="10777"/>
                    </a:cubicBezTo>
                    <a:cubicBezTo>
                      <a:pt x="1307" y="10777"/>
                      <a:pt x="777" y="10684"/>
                      <a:pt x="238" y="10521"/>
                    </a:cubicBezTo>
                    <a:cubicBezTo>
                      <a:pt x="224" y="10517"/>
                      <a:pt x="210" y="10516"/>
                      <a:pt x="196" y="10516"/>
                    </a:cubicBezTo>
                    <a:cubicBezTo>
                      <a:pt x="119" y="10516"/>
                      <a:pt x="54" y="10568"/>
                      <a:pt x="24" y="10628"/>
                    </a:cubicBezTo>
                    <a:cubicBezTo>
                      <a:pt x="0" y="10712"/>
                      <a:pt x="60" y="10807"/>
                      <a:pt x="131" y="10831"/>
                    </a:cubicBezTo>
                    <a:cubicBezTo>
                      <a:pt x="707" y="11009"/>
                      <a:pt x="1272" y="11107"/>
                      <a:pt x="1811" y="11107"/>
                    </a:cubicBezTo>
                    <a:cubicBezTo>
                      <a:pt x="2890" y="11107"/>
                      <a:pt x="3866" y="10716"/>
                      <a:pt x="4620" y="9795"/>
                    </a:cubicBezTo>
                    <a:cubicBezTo>
                      <a:pt x="4620" y="9783"/>
                      <a:pt x="4644" y="9783"/>
                      <a:pt x="4644" y="9759"/>
                    </a:cubicBezTo>
                    <a:cubicBezTo>
                      <a:pt x="5120" y="9045"/>
                      <a:pt x="4834" y="8068"/>
                      <a:pt x="4048" y="7723"/>
                    </a:cubicBezTo>
                    <a:cubicBezTo>
                      <a:pt x="3310" y="7414"/>
                      <a:pt x="2763" y="6747"/>
                      <a:pt x="2751" y="5913"/>
                    </a:cubicBezTo>
                    <a:cubicBezTo>
                      <a:pt x="3132" y="5794"/>
                      <a:pt x="3405" y="5628"/>
                      <a:pt x="3417" y="5616"/>
                    </a:cubicBezTo>
                    <a:cubicBezTo>
                      <a:pt x="3953" y="5282"/>
                      <a:pt x="4179" y="4687"/>
                      <a:pt x="4060" y="4187"/>
                    </a:cubicBezTo>
                    <a:cubicBezTo>
                      <a:pt x="5251" y="3234"/>
                      <a:pt x="6430" y="1818"/>
                      <a:pt x="6834" y="258"/>
                    </a:cubicBezTo>
                    <a:cubicBezTo>
                      <a:pt x="6864" y="121"/>
                      <a:pt x="6757" y="1"/>
                      <a:pt x="6633" y="1"/>
                    </a:cubicBezTo>
                    <a:close/>
                  </a:path>
                </a:pathLst>
              </a:custGeom>
              <a:solidFill>
                <a:srgbClr val="657E9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sp>
          <p:nvSpPr>
            <p:cNvPr id="4264" name="Google Shape;4264;p137"/>
            <p:cNvSpPr txBox="1"/>
            <p:nvPr/>
          </p:nvSpPr>
          <p:spPr>
            <a:xfrm>
              <a:off x="6025675" y="1253450"/>
              <a:ext cx="921300" cy="282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200">
                  <a:latin typeface="Abel"/>
                  <a:ea typeface="Abel"/>
                  <a:cs typeface="Abel"/>
                  <a:sym typeface="Abel"/>
                </a:rPr>
                <a:t>Mockup</a:t>
              </a:r>
              <a:endParaRPr sz="1200">
                <a:latin typeface="Abel"/>
                <a:ea typeface="Abel"/>
                <a:cs typeface="Abel"/>
                <a:sym typeface="Abel"/>
              </a:endParaRPr>
            </a:p>
          </p:txBody>
        </p:sp>
        <p:cxnSp>
          <p:nvCxnSpPr>
            <p:cNvPr id="4265" name="Google Shape;4265;p137"/>
            <p:cNvCxnSpPr/>
            <p:nvPr/>
          </p:nvCxnSpPr>
          <p:spPr>
            <a:xfrm>
              <a:off x="5809950" y="1968025"/>
              <a:ext cx="195900" cy="290100"/>
            </a:xfrm>
            <a:prstGeom prst="straightConnector1">
              <a:avLst/>
            </a:prstGeom>
            <a:noFill/>
            <a:ln cap="flat" cmpd="sng" w="9525">
              <a:solidFill>
                <a:srgbClr val="2F293A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4266" name="Google Shape;4266;p137"/>
            <p:cNvCxnSpPr/>
            <p:nvPr/>
          </p:nvCxnSpPr>
          <p:spPr>
            <a:xfrm flipH="1">
              <a:off x="6350975" y="1960175"/>
              <a:ext cx="117600" cy="282300"/>
            </a:xfrm>
            <a:prstGeom prst="straightConnector1">
              <a:avLst/>
            </a:prstGeom>
            <a:noFill/>
            <a:ln cap="flat" cmpd="sng" w="9525">
              <a:solidFill>
                <a:srgbClr val="2F293A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4267" name="Google Shape;4267;p137"/>
            <p:cNvCxnSpPr>
              <a:stCxn id="4104" idx="2"/>
              <a:endCxn id="4255" idx="0"/>
            </p:cNvCxnSpPr>
            <p:nvPr/>
          </p:nvCxnSpPr>
          <p:spPr>
            <a:xfrm>
              <a:off x="6216778" y="3116991"/>
              <a:ext cx="0" cy="206400"/>
            </a:xfrm>
            <a:prstGeom prst="straightConnector1">
              <a:avLst/>
            </a:prstGeom>
            <a:noFill/>
            <a:ln cap="flat" cmpd="sng" w="9525">
              <a:solidFill>
                <a:srgbClr val="2F293A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grpSp>
        <p:nvGrpSpPr>
          <p:cNvPr id="4268" name="Google Shape;4268;p137"/>
          <p:cNvGrpSpPr/>
          <p:nvPr/>
        </p:nvGrpSpPr>
        <p:grpSpPr>
          <a:xfrm>
            <a:off x="7315238" y="942013"/>
            <a:ext cx="967213" cy="2776361"/>
            <a:chOff x="7086638" y="1253438"/>
            <a:chExt cx="967213" cy="2776361"/>
          </a:xfrm>
        </p:grpSpPr>
        <p:grpSp>
          <p:nvGrpSpPr>
            <p:cNvPr id="4269" name="Google Shape;4269;p137"/>
            <p:cNvGrpSpPr/>
            <p:nvPr/>
          </p:nvGrpSpPr>
          <p:grpSpPr>
            <a:xfrm>
              <a:off x="7405652" y="1597124"/>
              <a:ext cx="329171" cy="297764"/>
              <a:chOff x="2633105" y="2431859"/>
              <a:chExt cx="363243" cy="328585"/>
            </a:xfrm>
          </p:grpSpPr>
          <p:sp>
            <p:nvSpPr>
              <p:cNvPr id="4270" name="Google Shape;4270;p137"/>
              <p:cNvSpPr/>
              <p:nvPr/>
            </p:nvSpPr>
            <p:spPr>
              <a:xfrm>
                <a:off x="2633105" y="2498260"/>
                <a:ext cx="250462" cy="262184"/>
              </a:xfrm>
              <a:custGeom>
                <a:rect b="b" l="l" r="r" t="t"/>
                <a:pathLst>
                  <a:path extrusionOk="0" h="8276" w="7906">
                    <a:moveTo>
                      <a:pt x="5322" y="6644"/>
                    </a:moveTo>
                    <a:lnTo>
                      <a:pt x="5465" y="7263"/>
                    </a:lnTo>
                    <a:lnTo>
                      <a:pt x="4560" y="7263"/>
                    </a:lnTo>
                    <a:lnTo>
                      <a:pt x="4691" y="6644"/>
                    </a:lnTo>
                    <a:close/>
                    <a:moveTo>
                      <a:pt x="6465" y="7608"/>
                    </a:moveTo>
                    <a:lnTo>
                      <a:pt x="6465" y="7954"/>
                    </a:lnTo>
                    <a:lnTo>
                      <a:pt x="3548" y="7954"/>
                    </a:lnTo>
                    <a:lnTo>
                      <a:pt x="3548" y="7608"/>
                    </a:lnTo>
                    <a:close/>
                    <a:moveTo>
                      <a:pt x="167" y="0"/>
                    </a:moveTo>
                    <a:cubicBezTo>
                      <a:pt x="84" y="0"/>
                      <a:pt x="0" y="72"/>
                      <a:pt x="0" y="167"/>
                    </a:cubicBezTo>
                    <a:lnTo>
                      <a:pt x="0" y="6489"/>
                    </a:lnTo>
                    <a:cubicBezTo>
                      <a:pt x="0" y="6585"/>
                      <a:pt x="84" y="6656"/>
                      <a:pt x="167" y="6656"/>
                    </a:cubicBezTo>
                    <a:lnTo>
                      <a:pt x="4346" y="6656"/>
                    </a:lnTo>
                    <a:lnTo>
                      <a:pt x="4203" y="7287"/>
                    </a:lnTo>
                    <a:lnTo>
                      <a:pt x="3370" y="7287"/>
                    </a:lnTo>
                    <a:cubicBezTo>
                      <a:pt x="3274" y="7287"/>
                      <a:pt x="3203" y="7358"/>
                      <a:pt x="3203" y="7442"/>
                    </a:cubicBezTo>
                    <a:lnTo>
                      <a:pt x="3203" y="8120"/>
                    </a:lnTo>
                    <a:cubicBezTo>
                      <a:pt x="3203" y="8204"/>
                      <a:pt x="3274" y="8275"/>
                      <a:pt x="3370" y="8275"/>
                    </a:cubicBezTo>
                    <a:lnTo>
                      <a:pt x="6632" y="8275"/>
                    </a:lnTo>
                    <a:cubicBezTo>
                      <a:pt x="6715" y="8275"/>
                      <a:pt x="6787" y="8204"/>
                      <a:pt x="6787" y="8120"/>
                    </a:cubicBezTo>
                    <a:lnTo>
                      <a:pt x="6787" y="7442"/>
                    </a:lnTo>
                    <a:cubicBezTo>
                      <a:pt x="6787" y="7358"/>
                      <a:pt x="6715" y="7287"/>
                      <a:pt x="6632" y="7287"/>
                    </a:cubicBezTo>
                    <a:lnTo>
                      <a:pt x="5787" y="7287"/>
                    </a:lnTo>
                    <a:lnTo>
                      <a:pt x="5644" y="6656"/>
                    </a:lnTo>
                    <a:lnTo>
                      <a:pt x="7727" y="6656"/>
                    </a:lnTo>
                    <a:cubicBezTo>
                      <a:pt x="7823" y="6656"/>
                      <a:pt x="7894" y="6585"/>
                      <a:pt x="7894" y="6489"/>
                    </a:cubicBezTo>
                    <a:cubicBezTo>
                      <a:pt x="7906" y="6394"/>
                      <a:pt x="7834" y="6311"/>
                      <a:pt x="7739" y="6311"/>
                    </a:cubicBezTo>
                    <a:lnTo>
                      <a:pt x="345" y="6311"/>
                    </a:lnTo>
                    <a:lnTo>
                      <a:pt x="345" y="334"/>
                    </a:lnTo>
                    <a:lnTo>
                      <a:pt x="4763" y="334"/>
                    </a:lnTo>
                    <a:cubicBezTo>
                      <a:pt x="4858" y="334"/>
                      <a:pt x="4929" y="262"/>
                      <a:pt x="4929" y="167"/>
                    </a:cubicBezTo>
                    <a:cubicBezTo>
                      <a:pt x="4929" y="72"/>
                      <a:pt x="4858" y="0"/>
                      <a:pt x="4763" y="0"/>
                    </a:cubicBezTo>
                    <a:close/>
                  </a:path>
                </a:pathLst>
              </a:custGeom>
              <a:solidFill>
                <a:srgbClr val="657E9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271" name="Google Shape;4271;p137"/>
              <p:cNvSpPr/>
              <p:nvPr/>
            </p:nvSpPr>
            <p:spPr>
              <a:xfrm>
                <a:off x="2772655" y="2680800"/>
                <a:ext cx="38491" cy="10613"/>
              </a:xfrm>
              <a:custGeom>
                <a:rect b="b" l="l" r="r" t="t"/>
                <a:pathLst>
                  <a:path extrusionOk="0" h="335" w="1215">
                    <a:moveTo>
                      <a:pt x="167" y="1"/>
                    </a:moveTo>
                    <a:cubicBezTo>
                      <a:pt x="84" y="1"/>
                      <a:pt x="0" y="72"/>
                      <a:pt x="0" y="168"/>
                    </a:cubicBezTo>
                    <a:cubicBezTo>
                      <a:pt x="0" y="251"/>
                      <a:pt x="84" y="334"/>
                      <a:pt x="167" y="334"/>
                    </a:cubicBezTo>
                    <a:lnTo>
                      <a:pt x="1048" y="334"/>
                    </a:lnTo>
                    <a:cubicBezTo>
                      <a:pt x="1132" y="334"/>
                      <a:pt x="1215" y="251"/>
                      <a:pt x="1215" y="168"/>
                    </a:cubicBezTo>
                    <a:cubicBezTo>
                      <a:pt x="1215" y="72"/>
                      <a:pt x="1132" y="1"/>
                      <a:pt x="1048" y="1"/>
                    </a:cubicBezTo>
                    <a:close/>
                  </a:path>
                </a:pathLst>
              </a:custGeom>
              <a:solidFill>
                <a:srgbClr val="657E9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272" name="Google Shape;4272;p137"/>
              <p:cNvSpPr/>
              <p:nvPr/>
            </p:nvSpPr>
            <p:spPr>
              <a:xfrm>
                <a:off x="2729286" y="2583131"/>
                <a:ext cx="35862" cy="35862"/>
              </a:xfrm>
              <a:custGeom>
                <a:rect b="b" l="l" r="r" t="t"/>
                <a:pathLst>
                  <a:path extrusionOk="0" h="1132" w="1132">
                    <a:moveTo>
                      <a:pt x="798" y="334"/>
                    </a:moveTo>
                    <a:lnTo>
                      <a:pt x="798" y="810"/>
                    </a:lnTo>
                    <a:lnTo>
                      <a:pt x="334" y="810"/>
                    </a:lnTo>
                    <a:lnTo>
                      <a:pt x="334" y="334"/>
                    </a:lnTo>
                    <a:close/>
                    <a:moveTo>
                      <a:pt x="167" y="0"/>
                    </a:moveTo>
                    <a:cubicBezTo>
                      <a:pt x="84" y="0"/>
                      <a:pt x="0" y="84"/>
                      <a:pt x="0" y="167"/>
                    </a:cubicBezTo>
                    <a:lnTo>
                      <a:pt x="0" y="977"/>
                    </a:lnTo>
                    <a:cubicBezTo>
                      <a:pt x="0" y="1060"/>
                      <a:pt x="84" y="1131"/>
                      <a:pt x="167" y="1131"/>
                    </a:cubicBezTo>
                    <a:lnTo>
                      <a:pt x="953" y="1131"/>
                    </a:lnTo>
                    <a:cubicBezTo>
                      <a:pt x="1048" y="1131"/>
                      <a:pt x="1119" y="1060"/>
                      <a:pt x="1119" y="977"/>
                    </a:cubicBezTo>
                    <a:lnTo>
                      <a:pt x="1119" y="167"/>
                    </a:lnTo>
                    <a:cubicBezTo>
                      <a:pt x="1131" y="84"/>
                      <a:pt x="1060" y="0"/>
                      <a:pt x="953" y="0"/>
                    </a:cubicBezTo>
                    <a:close/>
                  </a:path>
                </a:pathLst>
              </a:custGeom>
              <a:solidFill>
                <a:srgbClr val="657E9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273" name="Google Shape;4273;p137"/>
              <p:cNvSpPr/>
              <p:nvPr/>
            </p:nvSpPr>
            <p:spPr>
              <a:xfrm>
                <a:off x="2774176" y="2583131"/>
                <a:ext cx="35482" cy="35862"/>
              </a:xfrm>
              <a:custGeom>
                <a:rect b="b" l="l" r="r" t="t"/>
                <a:pathLst>
                  <a:path extrusionOk="0" h="1132" w="1120">
                    <a:moveTo>
                      <a:pt x="786" y="334"/>
                    </a:moveTo>
                    <a:lnTo>
                      <a:pt x="786" y="810"/>
                    </a:lnTo>
                    <a:lnTo>
                      <a:pt x="333" y="810"/>
                    </a:lnTo>
                    <a:lnTo>
                      <a:pt x="333" y="334"/>
                    </a:lnTo>
                    <a:close/>
                    <a:moveTo>
                      <a:pt x="167" y="0"/>
                    </a:moveTo>
                    <a:cubicBezTo>
                      <a:pt x="72" y="0"/>
                      <a:pt x="0" y="84"/>
                      <a:pt x="0" y="167"/>
                    </a:cubicBezTo>
                    <a:lnTo>
                      <a:pt x="0" y="977"/>
                    </a:lnTo>
                    <a:cubicBezTo>
                      <a:pt x="0" y="1060"/>
                      <a:pt x="72" y="1131"/>
                      <a:pt x="167" y="1131"/>
                    </a:cubicBezTo>
                    <a:lnTo>
                      <a:pt x="953" y="1131"/>
                    </a:lnTo>
                    <a:cubicBezTo>
                      <a:pt x="1048" y="1131"/>
                      <a:pt x="1119" y="1060"/>
                      <a:pt x="1119" y="977"/>
                    </a:cubicBezTo>
                    <a:lnTo>
                      <a:pt x="1119" y="167"/>
                    </a:lnTo>
                    <a:cubicBezTo>
                      <a:pt x="1119" y="84"/>
                      <a:pt x="1036" y="0"/>
                      <a:pt x="953" y="0"/>
                    </a:cubicBezTo>
                    <a:close/>
                  </a:path>
                </a:pathLst>
              </a:custGeom>
              <a:solidFill>
                <a:srgbClr val="657E9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274" name="Google Shape;4274;p137"/>
              <p:cNvSpPr/>
              <p:nvPr/>
            </p:nvSpPr>
            <p:spPr>
              <a:xfrm>
                <a:off x="2817926" y="2583131"/>
                <a:ext cx="35862" cy="35862"/>
              </a:xfrm>
              <a:custGeom>
                <a:rect b="b" l="l" r="r" t="t"/>
                <a:pathLst>
                  <a:path extrusionOk="0" h="1132" w="1132">
                    <a:moveTo>
                      <a:pt x="798" y="334"/>
                    </a:moveTo>
                    <a:lnTo>
                      <a:pt x="798" y="810"/>
                    </a:lnTo>
                    <a:lnTo>
                      <a:pt x="334" y="810"/>
                    </a:lnTo>
                    <a:lnTo>
                      <a:pt x="334" y="334"/>
                    </a:lnTo>
                    <a:close/>
                    <a:moveTo>
                      <a:pt x="167" y="0"/>
                    </a:moveTo>
                    <a:cubicBezTo>
                      <a:pt x="84" y="0"/>
                      <a:pt x="0" y="84"/>
                      <a:pt x="0" y="167"/>
                    </a:cubicBezTo>
                    <a:lnTo>
                      <a:pt x="0" y="977"/>
                    </a:lnTo>
                    <a:cubicBezTo>
                      <a:pt x="0" y="1060"/>
                      <a:pt x="84" y="1131"/>
                      <a:pt x="167" y="1131"/>
                    </a:cubicBezTo>
                    <a:lnTo>
                      <a:pt x="953" y="1131"/>
                    </a:lnTo>
                    <a:cubicBezTo>
                      <a:pt x="1048" y="1131"/>
                      <a:pt x="1119" y="1060"/>
                      <a:pt x="1119" y="977"/>
                    </a:cubicBezTo>
                    <a:lnTo>
                      <a:pt x="1119" y="167"/>
                    </a:lnTo>
                    <a:cubicBezTo>
                      <a:pt x="1131" y="84"/>
                      <a:pt x="1060" y="0"/>
                      <a:pt x="953" y="0"/>
                    </a:cubicBezTo>
                    <a:close/>
                  </a:path>
                </a:pathLst>
              </a:custGeom>
              <a:solidFill>
                <a:srgbClr val="657E9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275" name="Google Shape;4275;p137"/>
              <p:cNvSpPr/>
              <p:nvPr/>
            </p:nvSpPr>
            <p:spPr>
              <a:xfrm>
                <a:off x="2653475" y="2431859"/>
                <a:ext cx="342873" cy="275394"/>
              </a:xfrm>
              <a:custGeom>
                <a:rect b="b" l="l" r="r" t="t"/>
                <a:pathLst>
                  <a:path extrusionOk="0" h="8693" w="10823">
                    <a:moveTo>
                      <a:pt x="6429" y="3001"/>
                    </a:moveTo>
                    <a:cubicBezTo>
                      <a:pt x="6715" y="3870"/>
                      <a:pt x="7489" y="4513"/>
                      <a:pt x="8406" y="4585"/>
                    </a:cubicBezTo>
                    <a:lnTo>
                      <a:pt x="8406" y="7359"/>
                    </a:lnTo>
                    <a:lnTo>
                      <a:pt x="310" y="7359"/>
                    </a:lnTo>
                    <a:lnTo>
                      <a:pt x="310" y="3001"/>
                    </a:lnTo>
                    <a:close/>
                    <a:moveTo>
                      <a:pt x="8608" y="1"/>
                    </a:moveTo>
                    <a:cubicBezTo>
                      <a:pt x="7430" y="1"/>
                      <a:pt x="6477" y="906"/>
                      <a:pt x="6358" y="2073"/>
                    </a:cubicBezTo>
                    <a:lnTo>
                      <a:pt x="4798" y="2073"/>
                    </a:lnTo>
                    <a:cubicBezTo>
                      <a:pt x="4703" y="2073"/>
                      <a:pt x="4632" y="2144"/>
                      <a:pt x="4632" y="2239"/>
                    </a:cubicBezTo>
                    <a:cubicBezTo>
                      <a:pt x="4632" y="2323"/>
                      <a:pt x="4703" y="2394"/>
                      <a:pt x="4798" y="2394"/>
                    </a:cubicBezTo>
                    <a:lnTo>
                      <a:pt x="6334" y="2394"/>
                    </a:lnTo>
                    <a:cubicBezTo>
                      <a:pt x="6334" y="2489"/>
                      <a:pt x="6358" y="2561"/>
                      <a:pt x="6370" y="2656"/>
                    </a:cubicBezTo>
                    <a:lnTo>
                      <a:pt x="167" y="2656"/>
                    </a:lnTo>
                    <a:cubicBezTo>
                      <a:pt x="72" y="2656"/>
                      <a:pt x="0" y="2727"/>
                      <a:pt x="0" y="2811"/>
                    </a:cubicBezTo>
                    <a:lnTo>
                      <a:pt x="0" y="7502"/>
                    </a:lnTo>
                    <a:cubicBezTo>
                      <a:pt x="0" y="7597"/>
                      <a:pt x="72" y="7668"/>
                      <a:pt x="167" y="7668"/>
                    </a:cubicBezTo>
                    <a:lnTo>
                      <a:pt x="8608" y="7668"/>
                    </a:lnTo>
                    <a:cubicBezTo>
                      <a:pt x="8692" y="7668"/>
                      <a:pt x="8763" y="7597"/>
                      <a:pt x="8763" y="7502"/>
                    </a:cubicBezTo>
                    <a:lnTo>
                      <a:pt x="8763" y="4561"/>
                    </a:lnTo>
                    <a:cubicBezTo>
                      <a:pt x="8858" y="4561"/>
                      <a:pt x="8966" y="4537"/>
                      <a:pt x="9049" y="4513"/>
                    </a:cubicBezTo>
                    <a:lnTo>
                      <a:pt x="9049" y="8371"/>
                    </a:lnTo>
                    <a:lnTo>
                      <a:pt x="7787" y="8371"/>
                    </a:lnTo>
                    <a:cubicBezTo>
                      <a:pt x="7692" y="8371"/>
                      <a:pt x="7620" y="8442"/>
                      <a:pt x="7620" y="8526"/>
                    </a:cubicBezTo>
                    <a:cubicBezTo>
                      <a:pt x="7620" y="8621"/>
                      <a:pt x="7692" y="8692"/>
                      <a:pt x="7787" y="8692"/>
                    </a:cubicBezTo>
                    <a:lnTo>
                      <a:pt x="9216" y="8692"/>
                    </a:lnTo>
                    <a:cubicBezTo>
                      <a:pt x="9299" y="8692"/>
                      <a:pt x="9382" y="8621"/>
                      <a:pt x="9382" y="8526"/>
                    </a:cubicBezTo>
                    <a:lnTo>
                      <a:pt x="9382" y="4406"/>
                    </a:lnTo>
                    <a:cubicBezTo>
                      <a:pt x="9632" y="4323"/>
                      <a:pt x="9858" y="4180"/>
                      <a:pt x="10061" y="4001"/>
                    </a:cubicBezTo>
                    <a:cubicBezTo>
                      <a:pt x="10466" y="3644"/>
                      <a:pt x="10728" y="3168"/>
                      <a:pt x="10823" y="2632"/>
                    </a:cubicBezTo>
                    <a:cubicBezTo>
                      <a:pt x="10823" y="2596"/>
                      <a:pt x="10763" y="2501"/>
                      <a:pt x="10668" y="2489"/>
                    </a:cubicBezTo>
                    <a:cubicBezTo>
                      <a:pt x="10656" y="2486"/>
                      <a:pt x="10643" y="2484"/>
                      <a:pt x="10630" y="2484"/>
                    </a:cubicBezTo>
                    <a:cubicBezTo>
                      <a:pt x="10558" y="2484"/>
                      <a:pt x="10488" y="2539"/>
                      <a:pt x="10478" y="2620"/>
                    </a:cubicBezTo>
                    <a:cubicBezTo>
                      <a:pt x="10359" y="3358"/>
                      <a:pt x="9835" y="3942"/>
                      <a:pt x="9168" y="4156"/>
                    </a:cubicBezTo>
                    <a:lnTo>
                      <a:pt x="9144" y="4156"/>
                    </a:lnTo>
                    <a:cubicBezTo>
                      <a:pt x="8966" y="4216"/>
                      <a:pt x="8763" y="4239"/>
                      <a:pt x="8573" y="4239"/>
                    </a:cubicBezTo>
                    <a:cubicBezTo>
                      <a:pt x="7513" y="4239"/>
                      <a:pt x="6656" y="3358"/>
                      <a:pt x="6656" y="2287"/>
                    </a:cubicBezTo>
                    <a:cubicBezTo>
                      <a:pt x="6656" y="1215"/>
                      <a:pt x="7513" y="346"/>
                      <a:pt x="8573" y="346"/>
                    </a:cubicBezTo>
                    <a:cubicBezTo>
                      <a:pt x="9513" y="346"/>
                      <a:pt x="10335" y="1061"/>
                      <a:pt x="10478" y="1989"/>
                    </a:cubicBezTo>
                    <a:cubicBezTo>
                      <a:pt x="10490" y="2084"/>
                      <a:pt x="10585" y="2144"/>
                      <a:pt x="10668" y="2144"/>
                    </a:cubicBezTo>
                    <a:cubicBezTo>
                      <a:pt x="10763" y="2132"/>
                      <a:pt x="10823" y="2037"/>
                      <a:pt x="10823" y="1953"/>
                    </a:cubicBezTo>
                    <a:cubicBezTo>
                      <a:pt x="10751" y="1418"/>
                      <a:pt x="10478" y="918"/>
                      <a:pt x="10073" y="572"/>
                    </a:cubicBezTo>
                    <a:cubicBezTo>
                      <a:pt x="9656" y="215"/>
                      <a:pt x="9144" y="1"/>
                      <a:pt x="8608" y="1"/>
                    </a:cubicBezTo>
                    <a:close/>
                  </a:path>
                </a:pathLst>
              </a:custGeom>
              <a:solidFill>
                <a:srgbClr val="657E9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276" name="Google Shape;4276;p137"/>
              <p:cNvSpPr/>
              <p:nvPr/>
            </p:nvSpPr>
            <p:spPr>
              <a:xfrm>
                <a:off x="2881286" y="2460529"/>
                <a:ext cx="87532" cy="87912"/>
              </a:xfrm>
              <a:custGeom>
                <a:rect b="b" l="l" r="r" t="t"/>
                <a:pathLst>
                  <a:path extrusionOk="0" h="2775" w="2763">
                    <a:moveTo>
                      <a:pt x="1414" y="703"/>
                    </a:moveTo>
                    <a:cubicBezTo>
                      <a:pt x="1786" y="703"/>
                      <a:pt x="2084" y="1020"/>
                      <a:pt x="2084" y="1406"/>
                    </a:cubicBezTo>
                    <a:cubicBezTo>
                      <a:pt x="2084" y="1787"/>
                      <a:pt x="1775" y="2108"/>
                      <a:pt x="1394" y="2108"/>
                    </a:cubicBezTo>
                    <a:cubicBezTo>
                      <a:pt x="1013" y="2108"/>
                      <a:pt x="715" y="1787"/>
                      <a:pt x="715" y="1406"/>
                    </a:cubicBezTo>
                    <a:cubicBezTo>
                      <a:pt x="715" y="1013"/>
                      <a:pt x="1024" y="703"/>
                      <a:pt x="1394" y="703"/>
                    </a:cubicBezTo>
                    <a:cubicBezTo>
                      <a:pt x="1400" y="703"/>
                      <a:pt x="1407" y="703"/>
                      <a:pt x="1414" y="703"/>
                    </a:cubicBezTo>
                    <a:close/>
                    <a:moveTo>
                      <a:pt x="1382" y="1"/>
                    </a:moveTo>
                    <a:cubicBezTo>
                      <a:pt x="1286" y="1"/>
                      <a:pt x="1215" y="72"/>
                      <a:pt x="1215" y="167"/>
                    </a:cubicBezTo>
                    <a:lnTo>
                      <a:pt x="1215" y="370"/>
                    </a:lnTo>
                    <a:cubicBezTo>
                      <a:pt x="1048" y="406"/>
                      <a:pt x="917" y="465"/>
                      <a:pt x="786" y="560"/>
                    </a:cubicBezTo>
                    <a:lnTo>
                      <a:pt x="632" y="406"/>
                    </a:lnTo>
                    <a:cubicBezTo>
                      <a:pt x="607" y="374"/>
                      <a:pt x="559" y="356"/>
                      <a:pt x="511" y="356"/>
                    </a:cubicBezTo>
                    <a:cubicBezTo>
                      <a:pt x="467" y="356"/>
                      <a:pt x="422" y="371"/>
                      <a:pt x="393" y="406"/>
                    </a:cubicBezTo>
                    <a:cubicBezTo>
                      <a:pt x="334" y="465"/>
                      <a:pt x="322" y="584"/>
                      <a:pt x="393" y="644"/>
                    </a:cubicBezTo>
                    <a:lnTo>
                      <a:pt x="548" y="798"/>
                    </a:lnTo>
                    <a:cubicBezTo>
                      <a:pt x="453" y="929"/>
                      <a:pt x="393" y="1072"/>
                      <a:pt x="370" y="1227"/>
                    </a:cubicBezTo>
                    <a:lnTo>
                      <a:pt x="155" y="1227"/>
                    </a:lnTo>
                    <a:cubicBezTo>
                      <a:pt x="72" y="1227"/>
                      <a:pt x="0" y="1299"/>
                      <a:pt x="0" y="1394"/>
                    </a:cubicBezTo>
                    <a:cubicBezTo>
                      <a:pt x="0" y="1477"/>
                      <a:pt x="72" y="1549"/>
                      <a:pt x="155" y="1549"/>
                    </a:cubicBezTo>
                    <a:lnTo>
                      <a:pt x="370" y="1549"/>
                    </a:lnTo>
                    <a:cubicBezTo>
                      <a:pt x="393" y="1715"/>
                      <a:pt x="453" y="1870"/>
                      <a:pt x="548" y="1989"/>
                    </a:cubicBezTo>
                    <a:lnTo>
                      <a:pt x="393" y="2132"/>
                    </a:lnTo>
                    <a:cubicBezTo>
                      <a:pt x="334" y="2191"/>
                      <a:pt x="334" y="2311"/>
                      <a:pt x="393" y="2370"/>
                    </a:cubicBezTo>
                    <a:cubicBezTo>
                      <a:pt x="429" y="2406"/>
                      <a:pt x="477" y="2418"/>
                      <a:pt x="512" y="2418"/>
                    </a:cubicBezTo>
                    <a:cubicBezTo>
                      <a:pt x="560" y="2418"/>
                      <a:pt x="608" y="2394"/>
                      <a:pt x="632" y="2370"/>
                    </a:cubicBezTo>
                    <a:lnTo>
                      <a:pt x="786" y="2227"/>
                    </a:lnTo>
                    <a:cubicBezTo>
                      <a:pt x="905" y="2311"/>
                      <a:pt x="1048" y="2370"/>
                      <a:pt x="1215" y="2406"/>
                    </a:cubicBezTo>
                    <a:lnTo>
                      <a:pt x="1215" y="2608"/>
                    </a:lnTo>
                    <a:cubicBezTo>
                      <a:pt x="1215" y="2703"/>
                      <a:pt x="1286" y="2775"/>
                      <a:pt x="1382" y="2775"/>
                    </a:cubicBezTo>
                    <a:cubicBezTo>
                      <a:pt x="1465" y="2775"/>
                      <a:pt x="1548" y="2703"/>
                      <a:pt x="1548" y="2608"/>
                    </a:cubicBezTo>
                    <a:lnTo>
                      <a:pt x="1548" y="2430"/>
                    </a:lnTo>
                    <a:cubicBezTo>
                      <a:pt x="1703" y="2394"/>
                      <a:pt x="1846" y="2346"/>
                      <a:pt x="1977" y="2251"/>
                    </a:cubicBezTo>
                    <a:lnTo>
                      <a:pt x="2120" y="2394"/>
                    </a:lnTo>
                    <a:cubicBezTo>
                      <a:pt x="2156" y="2430"/>
                      <a:pt x="2203" y="2442"/>
                      <a:pt x="2239" y="2442"/>
                    </a:cubicBezTo>
                    <a:cubicBezTo>
                      <a:pt x="2286" y="2442"/>
                      <a:pt x="2334" y="2430"/>
                      <a:pt x="2358" y="2394"/>
                    </a:cubicBezTo>
                    <a:cubicBezTo>
                      <a:pt x="2417" y="2346"/>
                      <a:pt x="2441" y="2215"/>
                      <a:pt x="2358" y="2156"/>
                    </a:cubicBezTo>
                    <a:lnTo>
                      <a:pt x="2215" y="2013"/>
                    </a:lnTo>
                    <a:cubicBezTo>
                      <a:pt x="2298" y="1882"/>
                      <a:pt x="2358" y="1727"/>
                      <a:pt x="2394" y="1584"/>
                    </a:cubicBezTo>
                    <a:lnTo>
                      <a:pt x="2596" y="1584"/>
                    </a:lnTo>
                    <a:cubicBezTo>
                      <a:pt x="2691" y="1584"/>
                      <a:pt x="2763" y="1501"/>
                      <a:pt x="2763" y="1418"/>
                    </a:cubicBezTo>
                    <a:cubicBezTo>
                      <a:pt x="2763" y="1299"/>
                      <a:pt x="2691" y="1227"/>
                      <a:pt x="2608" y="1227"/>
                    </a:cubicBezTo>
                    <a:lnTo>
                      <a:pt x="2394" y="1227"/>
                    </a:lnTo>
                    <a:cubicBezTo>
                      <a:pt x="2370" y="1060"/>
                      <a:pt x="2310" y="906"/>
                      <a:pt x="2215" y="798"/>
                    </a:cubicBezTo>
                    <a:lnTo>
                      <a:pt x="2370" y="644"/>
                    </a:lnTo>
                    <a:cubicBezTo>
                      <a:pt x="2417" y="584"/>
                      <a:pt x="2417" y="465"/>
                      <a:pt x="2370" y="406"/>
                    </a:cubicBezTo>
                    <a:cubicBezTo>
                      <a:pt x="2340" y="376"/>
                      <a:pt x="2292" y="361"/>
                      <a:pt x="2245" y="361"/>
                    </a:cubicBezTo>
                    <a:cubicBezTo>
                      <a:pt x="2197" y="361"/>
                      <a:pt x="2150" y="376"/>
                      <a:pt x="2120" y="406"/>
                    </a:cubicBezTo>
                    <a:lnTo>
                      <a:pt x="1977" y="560"/>
                    </a:lnTo>
                    <a:cubicBezTo>
                      <a:pt x="1858" y="465"/>
                      <a:pt x="1715" y="406"/>
                      <a:pt x="1548" y="370"/>
                    </a:cubicBezTo>
                    <a:lnTo>
                      <a:pt x="1548" y="167"/>
                    </a:lnTo>
                    <a:cubicBezTo>
                      <a:pt x="1548" y="72"/>
                      <a:pt x="1477" y="1"/>
                      <a:pt x="1382" y="1"/>
                    </a:cubicBezTo>
                    <a:close/>
                  </a:path>
                </a:pathLst>
              </a:custGeom>
              <a:solidFill>
                <a:srgbClr val="657E9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277" name="Google Shape;4277;p137"/>
              <p:cNvSpPr/>
              <p:nvPr/>
            </p:nvSpPr>
            <p:spPr>
              <a:xfrm>
                <a:off x="2908436" y="2488059"/>
                <a:ext cx="33612" cy="33993"/>
              </a:xfrm>
              <a:custGeom>
                <a:rect b="b" l="l" r="r" t="t"/>
                <a:pathLst>
                  <a:path extrusionOk="0" h="1073" w="1061">
                    <a:moveTo>
                      <a:pt x="525" y="346"/>
                    </a:moveTo>
                    <a:cubicBezTo>
                      <a:pt x="632" y="346"/>
                      <a:pt x="715" y="430"/>
                      <a:pt x="715" y="537"/>
                    </a:cubicBezTo>
                    <a:cubicBezTo>
                      <a:pt x="715" y="632"/>
                      <a:pt x="632" y="727"/>
                      <a:pt x="525" y="727"/>
                    </a:cubicBezTo>
                    <a:cubicBezTo>
                      <a:pt x="417" y="727"/>
                      <a:pt x="334" y="632"/>
                      <a:pt x="334" y="537"/>
                    </a:cubicBezTo>
                    <a:cubicBezTo>
                      <a:pt x="334" y="430"/>
                      <a:pt x="417" y="346"/>
                      <a:pt x="525" y="346"/>
                    </a:cubicBezTo>
                    <a:close/>
                    <a:moveTo>
                      <a:pt x="525" y="1"/>
                    </a:moveTo>
                    <a:cubicBezTo>
                      <a:pt x="239" y="1"/>
                      <a:pt x="1" y="239"/>
                      <a:pt x="1" y="537"/>
                    </a:cubicBezTo>
                    <a:cubicBezTo>
                      <a:pt x="1" y="834"/>
                      <a:pt x="239" y="1072"/>
                      <a:pt x="525" y="1072"/>
                    </a:cubicBezTo>
                    <a:cubicBezTo>
                      <a:pt x="810" y="1072"/>
                      <a:pt x="1048" y="834"/>
                      <a:pt x="1048" y="537"/>
                    </a:cubicBezTo>
                    <a:cubicBezTo>
                      <a:pt x="1060" y="239"/>
                      <a:pt x="822" y="1"/>
                      <a:pt x="525" y="1"/>
                    </a:cubicBezTo>
                    <a:close/>
                  </a:path>
                </a:pathLst>
              </a:custGeom>
              <a:solidFill>
                <a:srgbClr val="657E9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sp>
          <p:nvSpPr>
            <p:cNvPr id="4278" name="Google Shape;4278;p137"/>
            <p:cNvSpPr txBox="1"/>
            <p:nvPr/>
          </p:nvSpPr>
          <p:spPr>
            <a:xfrm>
              <a:off x="7086638" y="1253438"/>
              <a:ext cx="967200" cy="282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200">
                  <a:latin typeface="Abel"/>
                  <a:ea typeface="Abel"/>
                  <a:cs typeface="Abel"/>
                  <a:sym typeface="Abel"/>
                </a:rPr>
                <a:t>Usibility test</a:t>
              </a:r>
              <a:endParaRPr sz="1200">
                <a:latin typeface="Abel"/>
                <a:ea typeface="Abel"/>
                <a:cs typeface="Abel"/>
                <a:sym typeface="Abel"/>
              </a:endParaRPr>
            </a:p>
          </p:txBody>
        </p:sp>
        <p:grpSp>
          <p:nvGrpSpPr>
            <p:cNvPr id="4279" name="Google Shape;4279;p137"/>
            <p:cNvGrpSpPr/>
            <p:nvPr/>
          </p:nvGrpSpPr>
          <p:grpSpPr>
            <a:xfrm>
              <a:off x="7411787" y="3736664"/>
              <a:ext cx="319747" cy="293135"/>
              <a:chOff x="2903337" y="4279032"/>
              <a:chExt cx="382519" cy="350682"/>
            </a:xfrm>
          </p:grpSpPr>
          <p:sp>
            <p:nvSpPr>
              <p:cNvPr id="4280" name="Google Shape;4280;p137"/>
              <p:cNvSpPr/>
              <p:nvPr/>
            </p:nvSpPr>
            <p:spPr>
              <a:xfrm>
                <a:off x="2966979" y="4320570"/>
                <a:ext cx="202248" cy="184183"/>
              </a:xfrm>
              <a:custGeom>
                <a:rect b="b" l="l" r="r" t="t"/>
                <a:pathLst>
                  <a:path extrusionOk="0" h="5791" w="6359">
                    <a:moveTo>
                      <a:pt x="3179" y="361"/>
                    </a:moveTo>
                    <a:cubicBezTo>
                      <a:pt x="3834" y="361"/>
                      <a:pt x="4477" y="611"/>
                      <a:pt x="4989" y="1099"/>
                    </a:cubicBezTo>
                    <a:cubicBezTo>
                      <a:pt x="5965" y="2087"/>
                      <a:pt x="5965" y="3707"/>
                      <a:pt x="4965" y="4683"/>
                    </a:cubicBezTo>
                    <a:cubicBezTo>
                      <a:pt x="4465" y="5183"/>
                      <a:pt x="3813" y="5433"/>
                      <a:pt x="3164" y="5433"/>
                    </a:cubicBezTo>
                    <a:cubicBezTo>
                      <a:pt x="2515" y="5433"/>
                      <a:pt x="1870" y="5183"/>
                      <a:pt x="1381" y="4683"/>
                    </a:cubicBezTo>
                    <a:cubicBezTo>
                      <a:pt x="393" y="3695"/>
                      <a:pt x="381" y="2087"/>
                      <a:pt x="1381" y="1099"/>
                    </a:cubicBezTo>
                    <a:cubicBezTo>
                      <a:pt x="1870" y="611"/>
                      <a:pt x="2524" y="361"/>
                      <a:pt x="3179" y="361"/>
                    </a:cubicBezTo>
                    <a:close/>
                    <a:moveTo>
                      <a:pt x="3179" y="1"/>
                    </a:moveTo>
                    <a:cubicBezTo>
                      <a:pt x="2438" y="1"/>
                      <a:pt x="1697" y="284"/>
                      <a:pt x="1131" y="849"/>
                    </a:cubicBezTo>
                    <a:cubicBezTo>
                      <a:pt x="0" y="1980"/>
                      <a:pt x="0" y="3814"/>
                      <a:pt x="1131" y="4945"/>
                    </a:cubicBezTo>
                    <a:cubicBezTo>
                      <a:pt x="1691" y="5504"/>
                      <a:pt x="2441" y="5790"/>
                      <a:pt x="3167" y="5790"/>
                    </a:cubicBezTo>
                    <a:cubicBezTo>
                      <a:pt x="3917" y="5790"/>
                      <a:pt x="4644" y="5504"/>
                      <a:pt x="5203" y="4945"/>
                    </a:cubicBezTo>
                    <a:cubicBezTo>
                      <a:pt x="6358" y="3814"/>
                      <a:pt x="6358" y="1980"/>
                      <a:pt x="5227" y="849"/>
                    </a:cubicBezTo>
                    <a:cubicBezTo>
                      <a:pt x="4662" y="284"/>
                      <a:pt x="3920" y="1"/>
                      <a:pt x="3179" y="1"/>
                    </a:cubicBezTo>
                    <a:close/>
                  </a:path>
                </a:pathLst>
              </a:custGeom>
              <a:solidFill>
                <a:srgbClr val="657E9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281" name="Google Shape;4281;p137"/>
              <p:cNvSpPr/>
              <p:nvPr/>
            </p:nvSpPr>
            <p:spPr>
              <a:xfrm>
                <a:off x="2903337" y="4279032"/>
                <a:ext cx="382519" cy="350682"/>
              </a:xfrm>
              <a:custGeom>
                <a:rect b="b" l="l" r="r" t="t"/>
                <a:pathLst>
                  <a:path extrusionOk="0" h="11026" w="12027">
                    <a:moveTo>
                      <a:pt x="5168" y="1072"/>
                    </a:moveTo>
                    <a:cubicBezTo>
                      <a:pt x="5966" y="1072"/>
                      <a:pt x="6776" y="1381"/>
                      <a:pt x="7383" y="1988"/>
                    </a:cubicBezTo>
                    <a:cubicBezTo>
                      <a:pt x="8609" y="3215"/>
                      <a:pt x="8609" y="5203"/>
                      <a:pt x="7383" y="6429"/>
                    </a:cubicBezTo>
                    <a:cubicBezTo>
                      <a:pt x="6776" y="7037"/>
                      <a:pt x="5966" y="7346"/>
                      <a:pt x="5168" y="7346"/>
                    </a:cubicBezTo>
                    <a:cubicBezTo>
                      <a:pt x="4359" y="7334"/>
                      <a:pt x="3561" y="7037"/>
                      <a:pt x="2954" y="6429"/>
                    </a:cubicBezTo>
                    <a:cubicBezTo>
                      <a:pt x="1727" y="5203"/>
                      <a:pt x="1727" y="3215"/>
                      <a:pt x="2954" y="1988"/>
                    </a:cubicBezTo>
                    <a:cubicBezTo>
                      <a:pt x="3561" y="1381"/>
                      <a:pt x="4359" y="1072"/>
                      <a:pt x="5168" y="1072"/>
                    </a:cubicBezTo>
                    <a:close/>
                    <a:moveTo>
                      <a:pt x="7788" y="6513"/>
                    </a:moveTo>
                    <a:lnTo>
                      <a:pt x="8538" y="7263"/>
                    </a:lnTo>
                    <a:lnTo>
                      <a:pt x="8240" y="7561"/>
                    </a:lnTo>
                    <a:lnTo>
                      <a:pt x="7490" y="6810"/>
                    </a:lnTo>
                    <a:cubicBezTo>
                      <a:pt x="7550" y="6763"/>
                      <a:pt x="7597" y="6727"/>
                      <a:pt x="7633" y="6668"/>
                    </a:cubicBezTo>
                    <a:lnTo>
                      <a:pt x="7788" y="6513"/>
                    </a:lnTo>
                    <a:close/>
                    <a:moveTo>
                      <a:pt x="9038" y="7251"/>
                    </a:moveTo>
                    <a:cubicBezTo>
                      <a:pt x="9050" y="7251"/>
                      <a:pt x="9050" y="7251"/>
                      <a:pt x="9074" y="7275"/>
                    </a:cubicBezTo>
                    <a:lnTo>
                      <a:pt x="11276" y="9477"/>
                    </a:lnTo>
                    <a:lnTo>
                      <a:pt x="10455" y="10287"/>
                    </a:lnTo>
                    <a:lnTo>
                      <a:pt x="8252" y="8084"/>
                    </a:lnTo>
                    <a:cubicBezTo>
                      <a:pt x="8240" y="8073"/>
                      <a:pt x="8240" y="8061"/>
                      <a:pt x="8240" y="8061"/>
                    </a:cubicBezTo>
                    <a:cubicBezTo>
                      <a:pt x="8240" y="8049"/>
                      <a:pt x="8240" y="8049"/>
                      <a:pt x="8252" y="8037"/>
                    </a:cubicBezTo>
                    <a:lnTo>
                      <a:pt x="9014" y="7275"/>
                    </a:lnTo>
                    <a:cubicBezTo>
                      <a:pt x="9026" y="7251"/>
                      <a:pt x="9026" y="7251"/>
                      <a:pt x="9038" y="7251"/>
                    </a:cubicBezTo>
                    <a:close/>
                    <a:moveTo>
                      <a:pt x="11514" y="9716"/>
                    </a:moveTo>
                    <a:lnTo>
                      <a:pt x="11621" y="9835"/>
                    </a:lnTo>
                    <a:cubicBezTo>
                      <a:pt x="11645" y="9847"/>
                      <a:pt x="11645" y="9882"/>
                      <a:pt x="11633" y="9894"/>
                    </a:cubicBezTo>
                    <a:lnTo>
                      <a:pt x="10871" y="10656"/>
                    </a:lnTo>
                    <a:cubicBezTo>
                      <a:pt x="10859" y="10668"/>
                      <a:pt x="10859" y="10668"/>
                      <a:pt x="10836" y="10668"/>
                    </a:cubicBezTo>
                    <a:cubicBezTo>
                      <a:pt x="10824" y="10668"/>
                      <a:pt x="10824" y="10668"/>
                      <a:pt x="10812" y="10656"/>
                    </a:cubicBezTo>
                    <a:lnTo>
                      <a:pt x="10693" y="10537"/>
                    </a:lnTo>
                    <a:lnTo>
                      <a:pt x="11514" y="9716"/>
                    </a:lnTo>
                    <a:close/>
                    <a:moveTo>
                      <a:pt x="656" y="0"/>
                    </a:moveTo>
                    <a:cubicBezTo>
                      <a:pt x="299" y="0"/>
                      <a:pt x="1" y="298"/>
                      <a:pt x="1" y="655"/>
                    </a:cubicBezTo>
                    <a:lnTo>
                      <a:pt x="1" y="8715"/>
                    </a:lnTo>
                    <a:cubicBezTo>
                      <a:pt x="1" y="8942"/>
                      <a:pt x="180" y="9132"/>
                      <a:pt x="418" y="9132"/>
                    </a:cubicBezTo>
                    <a:lnTo>
                      <a:pt x="5859" y="9132"/>
                    </a:lnTo>
                    <a:cubicBezTo>
                      <a:pt x="5954" y="9132"/>
                      <a:pt x="6037" y="9061"/>
                      <a:pt x="6037" y="8954"/>
                    </a:cubicBezTo>
                    <a:cubicBezTo>
                      <a:pt x="6037" y="8846"/>
                      <a:pt x="5954" y="8775"/>
                      <a:pt x="5859" y="8775"/>
                    </a:cubicBezTo>
                    <a:lnTo>
                      <a:pt x="418" y="8775"/>
                    </a:lnTo>
                    <a:cubicBezTo>
                      <a:pt x="394" y="8775"/>
                      <a:pt x="358" y="8739"/>
                      <a:pt x="358" y="8715"/>
                    </a:cubicBezTo>
                    <a:lnTo>
                      <a:pt x="358" y="1631"/>
                    </a:lnTo>
                    <a:lnTo>
                      <a:pt x="2787" y="1631"/>
                    </a:lnTo>
                    <a:lnTo>
                      <a:pt x="2704" y="1727"/>
                    </a:lnTo>
                    <a:cubicBezTo>
                      <a:pt x="1346" y="3072"/>
                      <a:pt x="1346" y="5298"/>
                      <a:pt x="2704" y="6668"/>
                    </a:cubicBezTo>
                    <a:cubicBezTo>
                      <a:pt x="3382" y="7346"/>
                      <a:pt x="4275" y="7692"/>
                      <a:pt x="5168" y="7692"/>
                    </a:cubicBezTo>
                    <a:cubicBezTo>
                      <a:pt x="5883" y="7692"/>
                      <a:pt x="6597" y="7465"/>
                      <a:pt x="7204" y="7037"/>
                    </a:cubicBezTo>
                    <a:lnTo>
                      <a:pt x="7978" y="7811"/>
                    </a:lnTo>
                    <a:cubicBezTo>
                      <a:pt x="7919" y="7882"/>
                      <a:pt x="7883" y="7977"/>
                      <a:pt x="7883" y="8061"/>
                    </a:cubicBezTo>
                    <a:cubicBezTo>
                      <a:pt x="7883" y="8168"/>
                      <a:pt x="7919" y="8275"/>
                      <a:pt x="8002" y="8346"/>
                    </a:cubicBezTo>
                    <a:lnTo>
                      <a:pt x="8443" y="8787"/>
                    </a:lnTo>
                    <a:lnTo>
                      <a:pt x="6609" y="8787"/>
                    </a:lnTo>
                    <a:cubicBezTo>
                      <a:pt x="6514" y="8787"/>
                      <a:pt x="6430" y="8870"/>
                      <a:pt x="6430" y="8966"/>
                    </a:cubicBezTo>
                    <a:cubicBezTo>
                      <a:pt x="6430" y="9073"/>
                      <a:pt x="6514" y="9144"/>
                      <a:pt x="6609" y="9144"/>
                    </a:cubicBezTo>
                    <a:lnTo>
                      <a:pt x="8800" y="9144"/>
                    </a:lnTo>
                    <a:lnTo>
                      <a:pt x="10562" y="10906"/>
                    </a:lnTo>
                    <a:cubicBezTo>
                      <a:pt x="10633" y="10978"/>
                      <a:pt x="10740" y="11025"/>
                      <a:pt x="10836" y="11025"/>
                    </a:cubicBezTo>
                    <a:cubicBezTo>
                      <a:pt x="10943" y="11025"/>
                      <a:pt x="11050" y="10978"/>
                      <a:pt x="11121" y="10906"/>
                    </a:cubicBezTo>
                    <a:lnTo>
                      <a:pt x="11883" y="10144"/>
                    </a:lnTo>
                    <a:cubicBezTo>
                      <a:pt x="12026" y="9978"/>
                      <a:pt x="12026" y="9728"/>
                      <a:pt x="11872" y="9585"/>
                    </a:cubicBezTo>
                    <a:lnTo>
                      <a:pt x="11062" y="8775"/>
                    </a:lnTo>
                    <a:lnTo>
                      <a:pt x="11062" y="8727"/>
                    </a:lnTo>
                    <a:lnTo>
                      <a:pt x="11062" y="7025"/>
                    </a:lnTo>
                    <a:cubicBezTo>
                      <a:pt x="11062" y="6918"/>
                      <a:pt x="10990" y="6846"/>
                      <a:pt x="10883" y="6846"/>
                    </a:cubicBezTo>
                    <a:cubicBezTo>
                      <a:pt x="10776" y="6846"/>
                      <a:pt x="10705" y="6918"/>
                      <a:pt x="10705" y="7025"/>
                    </a:cubicBezTo>
                    <a:lnTo>
                      <a:pt x="10705" y="8430"/>
                    </a:lnTo>
                    <a:lnTo>
                      <a:pt x="9312" y="7037"/>
                    </a:lnTo>
                    <a:cubicBezTo>
                      <a:pt x="9233" y="6958"/>
                      <a:pt x="9132" y="6919"/>
                      <a:pt x="9034" y="6919"/>
                    </a:cubicBezTo>
                    <a:cubicBezTo>
                      <a:pt x="8939" y="6919"/>
                      <a:pt x="8846" y="6955"/>
                      <a:pt x="8776" y="7025"/>
                    </a:cubicBezTo>
                    <a:lnTo>
                      <a:pt x="8002" y="6251"/>
                    </a:lnTo>
                    <a:cubicBezTo>
                      <a:pt x="8978" y="4882"/>
                      <a:pt x="8859" y="2953"/>
                      <a:pt x="7633" y="1738"/>
                    </a:cubicBezTo>
                    <a:lnTo>
                      <a:pt x="7550" y="1643"/>
                    </a:lnTo>
                    <a:lnTo>
                      <a:pt x="10705" y="1643"/>
                    </a:lnTo>
                    <a:lnTo>
                      <a:pt x="10705" y="6251"/>
                    </a:lnTo>
                    <a:cubicBezTo>
                      <a:pt x="10705" y="6346"/>
                      <a:pt x="10776" y="6429"/>
                      <a:pt x="10883" y="6429"/>
                    </a:cubicBezTo>
                    <a:cubicBezTo>
                      <a:pt x="10990" y="6429"/>
                      <a:pt x="11062" y="6346"/>
                      <a:pt x="11062" y="6251"/>
                    </a:cubicBezTo>
                    <a:lnTo>
                      <a:pt x="11062" y="655"/>
                    </a:lnTo>
                    <a:cubicBezTo>
                      <a:pt x="11062" y="298"/>
                      <a:pt x="10764" y="0"/>
                      <a:pt x="10407" y="0"/>
                    </a:cubicBezTo>
                    <a:lnTo>
                      <a:pt x="8812" y="0"/>
                    </a:lnTo>
                    <a:cubicBezTo>
                      <a:pt x="8716" y="0"/>
                      <a:pt x="8633" y="72"/>
                      <a:pt x="8633" y="179"/>
                    </a:cubicBezTo>
                    <a:cubicBezTo>
                      <a:pt x="8633" y="274"/>
                      <a:pt x="8716" y="357"/>
                      <a:pt x="8812" y="357"/>
                    </a:cubicBezTo>
                    <a:lnTo>
                      <a:pt x="10407" y="357"/>
                    </a:lnTo>
                    <a:cubicBezTo>
                      <a:pt x="10574" y="357"/>
                      <a:pt x="10705" y="488"/>
                      <a:pt x="10705" y="655"/>
                    </a:cubicBezTo>
                    <a:lnTo>
                      <a:pt x="10705" y="1286"/>
                    </a:lnTo>
                    <a:lnTo>
                      <a:pt x="7109" y="1286"/>
                    </a:lnTo>
                    <a:cubicBezTo>
                      <a:pt x="6520" y="899"/>
                      <a:pt x="5841" y="706"/>
                      <a:pt x="5165" y="706"/>
                    </a:cubicBezTo>
                    <a:cubicBezTo>
                      <a:pt x="4490" y="706"/>
                      <a:pt x="3817" y="899"/>
                      <a:pt x="3239" y="1286"/>
                    </a:cubicBezTo>
                    <a:lnTo>
                      <a:pt x="358" y="1286"/>
                    </a:lnTo>
                    <a:lnTo>
                      <a:pt x="358" y="655"/>
                    </a:lnTo>
                    <a:cubicBezTo>
                      <a:pt x="358" y="488"/>
                      <a:pt x="501" y="357"/>
                      <a:pt x="656" y="357"/>
                    </a:cubicBezTo>
                    <a:lnTo>
                      <a:pt x="8062" y="357"/>
                    </a:lnTo>
                    <a:cubicBezTo>
                      <a:pt x="8157" y="357"/>
                      <a:pt x="8240" y="274"/>
                      <a:pt x="8240" y="179"/>
                    </a:cubicBezTo>
                    <a:cubicBezTo>
                      <a:pt x="8240" y="72"/>
                      <a:pt x="8157" y="0"/>
                      <a:pt x="8062" y="0"/>
                    </a:cubicBezTo>
                    <a:close/>
                  </a:path>
                </a:pathLst>
              </a:custGeom>
              <a:solidFill>
                <a:srgbClr val="657E9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282" name="Google Shape;4282;p137"/>
              <p:cNvSpPr/>
              <p:nvPr/>
            </p:nvSpPr>
            <p:spPr>
              <a:xfrm>
                <a:off x="2937814" y="4300215"/>
                <a:ext cx="11768" cy="11418"/>
              </a:xfrm>
              <a:custGeom>
                <a:rect b="b" l="l" r="r" t="t"/>
                <a:pathLst>
                  <a:path extrusionOk="0" h="359" w="370">
                    <a:moveTo>
                      <a:pt x="191" y="1"/>
                    </a:moveTo>
                    <a:cubicBezTo>
                      <a:pt x="84" y="1"/>
                      <a:pt x="0" y="72"/>
                      <a:pt x="0" y="179"/>
                    </a:cubicBezTo>
                    <a:cubicBezTo>
                      <a:pt x="0" y="263"/>
                      <a:pt x="84" y="358"/>
                      <a:pt x="191" y="358"/>
                    </a:cubicBezTo>
                    <a:cubicBezTo>
                      <a:pt x="286" y="358"/>
                      <a:pt x="370" y="287"/>
                      <a:pt x="370" y="179"/>
                    </a:cubicBezTo>
                    <a:cubicBezTo>
                      <a:pt x="370" y="72"/>
                      <a:pt x="286" y="1"/>
                      <a:pt x="191" y="1"/>
                    </a:cubicBezTo>
                    <a:close/>
                  </a:path>
                </a:pathLst>
              </a:custGeom>
              <a:solidFill>
                <a:srgbClr val="657E9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283" name="Google Shape;4283;p137"/>
              <p:cNvSpPr/>
              <p:nvPr/>
            </p:nvSpPr>
            <p:spPr>
              <a:xfrm>
                <a:off x="2952572" y="4300215"/>
                <a:ext cx="11386" cy="11418"/>
              </a:xfrm>
              <a:custGeom>
                <a:rect b="b" l="l" r="r" t="t"/>
                <a:pathLst>
                  <a:path extrusionOk="0" h="359" w="358">
                    <a:moveTo>
                      <a:pt x="179" y="1"/>
                    </a:moveTo>
                    <a:cubicBezTo>
                      <a:pt x="84" y="1"/>
                      <a:pt x="1" y="72"/>
                      <a:pt x="1" y="179"/>
                    </a:cubicBezTo>
                    <a:cubicBezTo>
                      <a:pt x="1" y="263"/>
                      <a:pt x="84" y="358"/>
                      <a:pt x="179" y="358"/>
                    </a:cubicBezTo>
                    <a:cubicBezTo>
                      <a:pt x="287" y="358"/>
                      <a:pt x="358" y="287"/>
                      <a:pt x="358" y="179"/>
                    </a:cubicBezTo>
                    <a:cubicBezTo>
                      <a:pt x="358" y="72"/>
                      <a:pt x="275" y="1"/>
                      <a:pt x="179" y="1"/>
                    </a:cubicBezTo>
                    <a:close/>
                  </a:path>
                </a:pathLst>
              </a:custGeom>
              <a:solidFill>
                <a:srgbClr val="657E9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284" name="Google Shape;4284;p137"/>
              <p:cNvSpPr/>
              <p:nvPr/>
            </p:nvSpPr>
            <p:spPr>
              <a:xfrm>
                <a:off x="2967361" y="4300215"/>
                <a:ext cx="11386" cy="11418"/>
              </a:xfrm>
              <a:custGeom>
                <a:rect b="b" l="l" r="r" t="t"/>
                <a:pathLst>
                  <a:path extrusionOk="0" h="359" w="358">
                    <a:moveTo>
                      <a:pt x="179" y="1"/>
                    </a:moveTo>
                    <a:cubicBezTo>
                      <a:pt x="72" y="1"/>
                      <a:pt x="0" y="72"/>
                      <a:pt x="0" y="179"/>
                    </a:cubicBezTo>
                    <a:cubicBezTo>
                      <a:pt x="0" y="263"/>
                      <a:pt x="72" y="358"/>
                      <a:pt x="179" y="358"/>
                    </a:cubicBezTo>
                    <a:cubicBezTo>
                      <a:pt x="286" y="358"/>
                      <a:pt x="357" y="287"/>
                      <a:pt x="357" y="179"/>
                    </a:cubicBezTo>
                    <a:cubicBezTo>
                      <a:pt x="345" y="72"/>
                      <a:pt x="262" y="1"/>
                      <a:pt x="179" y="1"/>
                    </a:cubicBezTo>
                    <a:close/>
                  </a:path>
                </a:pathLst>
              </a:custGeom>
              <a:solidFill>
                <a:srgbClr val="657E9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285" name="Google Shape;4285;p137"/>
              <p:cNvSpPr/>
              <p:nvPr/>
            </p:nvSpPr>
            <p:spPr>
              <a:xfrm>
                <a:off x="3016563" y="4424063"/>
                <a:ext cx="11418" cy="11386"/>
              </a:xfrm>
              <a:custGeom>
                <a:rect b="b" l="l" r="r" t="t"/>
                <a:pathLst>
                  <a:path extrusionOk="0" h="358" w="359">
                    <a:moveTo>
                      <a:pt x="180" y="0"/>
                    </a:moveTo>
                    <a:cubicBezTo>
                      <a:pt x="72" y="0"/>
                      <a:pt x="1" y="84"/>
                      <a:pt x="1" y="179"/>
                    </a:cubicBezTo>
                    <a:cubicBezTo>
                      <a:pt x="1" y="286"/>
                      <a:pt x="72" y="357"/>
                      <a:pt x="180" y="357"/>
                    </a:cubicBezTo>
                    <a:cubicBezTo>
                      <a:pt x="287" y="357"/>
                      <a:pt x="358" y="286"/>
                      <a:pt x="358" y="179"/>
                    </a:cubicBezTo>
                    <a:cubicBezTo>
                      <a:pt x="358" y="84"/>
                      <a:pt x="287" y="0"/>
                      <a:pt x="180" y="0"/>
                    </a:cubicBezTo>
                    <a:close/>
                  </a:path>
                </a:pathLst>
              </a:custGeom>
              <a:solidFill>
                <a:srgbClr val="657E9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286" name="Google Shape;4286;p137"/>
              <p:cNvSpPr/>
              <p:nvPr/>
            </p:nvSpPr>
            <p:spPr>
              <a:xfrm>
                <a:off x="3016563" y="4442606"/>
                <a:ext cx="11418" cy="11386"/>
              </a:xfrm>
              <a:custGeom>
                <a:rect b="b" l="l" r="r" t="t"/>
                <a:pathLst>
                  <a:path extrusionOk="0" h="358" w="359">
                    <a:moveTo>
                      <a:pt x="180" y="1"/>
                    </a:moveTo>
                    <a:cubicBezTo>
                      <a:pt x="72" y="1"/>
                      <a:pt x="1" y="72"/>
                      <a:pt x="1" y="179"/>
                    </a:cubicBezTo>
                    <a:cubicBezTo>
                      <a:pt x="1" y="286"/>
                      <a:pt x="72" y="358"/>
                      <a:pt x="180" y="358"/>
                    </a:cubicBezTo>
                    <a:cubicBezTo>
                      <a:pt x="287" y="358"/>
                      <a:pt x="358" y="286"/>
                      <a:pt x="358" y="179"/>
                    </a:cubicBezTo>
                    <a:cubicBezTo>
                      <a:pt x="358" y="72"/>
                      <a:pt x="287" y="1"/>
                      <a:pt x="180" y="1"/>
                    </a:cubicBezTo>
                    <a:close/>
                  </a:path>
                </a:pathLst>
              </a:custGeom>
              <a:solidFill>
                <a:srgbClr val="657E9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287" name="Google Shape;4287;p137"/>
              <p:cNvSpPr/>
              <p:nvPr/>
            </p:nvSpPr>
            <p:spPr>
              <a:xfrm>
                <a:off x="3032498" y="4424063"/>
                <a:ext cx="11768" cy="11386"/>
              </a:xfrm>
              <a:custGeom>
                <a:rect b="b" l="l" r="r" t="t"/>
                <a:pathLst>
                  <a:path extrusionOk="0" h="358" w="370">
                    <a:moveTo>
                      <a:pt x="191" y="0"/>
                    </a:moveTo>
                    <a:cubicBezTo>
                      <a:pt x="83" y="0"/>
                      <a:pt x="0" y="84"/>
                      <a:pt x="0" y="179"/>
                    </a:cubicBezTo>
                    <a:cubicBezTo>
                      <a:pt x="0" y="286"/>
                      <a:pt x="83" y="357"/>
                      <a:pt x="191" y="357"/>
                    </a:cubicBezTo>
                    <a:cubicBezTo>
                      <a:pt x="286" y="357"/>
                      <a:pt x="369" y="286"/>
                      <a:pt x="369" y="179"/>
                    </a:cubicBezTo>
                    <a:cubicBezTo>
                      <a:pt x="369" y="84"/>
                      <a:pt x="274" y="0"/>
                      <a:pt x="191" y="0"/>
                    </a:cubicBezTo>
                    <a:close/>
                  </a:path>
                </a:pathLst>
              </a:custGeom>
              <a:solidFill>
                <a:srgbClr val="657E9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288" name="Google Shape;4288;p137"/>
              <p:cNvSpPr/>
              <p:nvPr/>
            </p:nvSpPr>
            <p:spPr>
              <a:xfrm>
                <a:off x="3032498" y="4442606"/>
                <a:ext cx="11768" cy="11386"/>
              </a:xfrm>
              <a:custGeom>
                <a:rect b="b" l="l" r="r" t="t"/>
                <a:pathLst>
                  <a:path extrusionOk="0" h="358" w="370">
                    <a:moveTo>
                      <a:pt x="191" y="1"/>
                    </a:moveTo>
                    <a:cubicBezTo>
                      <a:pt x="83" y="1"/>
                      <a:pt x="0" y="72"/>
                      <a:pt x="0" y="179"/>
                    </a:cubicBezTo>
                    <a:cubicBezTo>
                      <a:pt x="0" y="286"/>
                      <a:pt x="83" y="358"/>
                      <a:pt x="191" y="358"/>
                    </a:cubicBezTo>
                    <a:cubicBezTo>
                      <a:pt x="286" y="358"/>
                      <a:pt x="369" y="286"/>
                      <a:pt x="369" y="179"/>
                    </a:cubicBezTo>
                    <a:cubicBezTo>
                      <a:pt x="369" y="72"/>
                      <a:pt x="274" y="1"/>
                      <a:pt x="191" y="1"/>
                    </a:cubicBezTo>
                    <a:close/>
                  </a:path>
                </a:pathLst>
              </a:custGeom>
              <a:solidFill>
                <a:srgbClr val="657E9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289" name="Google Shape;4289;p137"/>
              <p:cNvSpPr/>
              <p:nvPr/>
            </p:nvSpPr>
            <p:spPr>
              <a:xfrm>
                <a:off x="3016213" y="4357527"/>
                <a:ext cx="112494" cy="111636"/>
              </a:xfrm>
              <a:custGeom>
                <a:rect b="b" l="l" r="r" t="t"/>
                <a:pathLst>
                  <a:path extrusionOk="0" h="3510" w="3537">
                    <a:moveTo>
                      <a:pt x="2250" y="354"/>
                    </a:moveTo>
                    <a:lnTo>
                      <a:pt x="2096" y="1080"/>
                    </a:lnTo>
                    <a:lnTo>
                      <a:pt x="1357" y="913"/>
                    </a:lnTo>
                    <a:cubicBezTo>
                      <a:pt x="1336" y="909"/>
                      <a:pt x="1315" y="907"/>
                      <a:pt x="1293" y="907"/>
                    </a:cubicBezTo>
                    <a:cubicBezTo>
                      <a:pt x="1193" y="907"/>
                      <a:pt x="1093" y="950"/>
                      <a:pt x="1024" y="1009"/>
                    </a:cubicBezTo>
                    <a:cubicBezTo>
                      <a:pt x="929" y="1104"/>
                      <a:pt x="905" y="1211"/>
                      <a:pt x="929" y="1342"/>
                    </a:cubicBezTo>
                    <a:lnTo>
                      <a:pt x="953" y="1366"/>
                    </a:lnTo>
                    <a:lnTo>
                      <a:pt x="369" y="818"/>
                    </a:lnTo>
                    <a:lnTo>
                      <a:pt x="2250" y="354"/>
                    </a:lnTo>
                    <a:close/>
                    <a:moveTo>
                      <a:pt x="1274" y="1259"/>
                    </a:moveTo>
                    <a:lnTo>
                      <a:pt x="2036" y="1425"/>
                    </a:lnTo>
                    <a:lnTo>
                      <a:pt x="1869" y="2259"/>
                    </a:lnTo>
                    <a:lnTo>
                      <a:pt x="1429" y="1830"/>
                    </a:lnTo>
                    <a:lnTo>
                      <a:pt x="1274" y="1259"/>
                    </a:lnTo>
                    <a:close/>
                    <a:moveTo>
                      <a:pt x="2369" y="1521"/>
                    </a:moveTo>
                    <a:lnTo>
                      <a:pt x="3167" y="1699"/>
                    </a:lnTo>
                    <a:lnTo>
                      <a:pt x="1715" y="3152"/>
                    </a:lnTo>
                    <a:lnTo>
                      <a:pt x="1548" y="2449"/>
                    </a:lnTo>
                    <a:lnTo>
                      <a:pt x="1607" y="2509"/>
                    </a:lnTo>
                    <a:cubicBezTo>
                      <a:pt x="1679" y="2568"/>
                      <a:pt x="1774" y="2616"/>
                      <a:pt x="1857" y="2616"/>
                    </a:cubicBezTo>
                    <a:cubicBezTo>
                      <a:pt x="1893" y="2616"/>
                      <a:pt x="1929" y="2616"/>
                      <a:pt x="1965" y="2604"/>
                    </a:cubicBezTo>
                    <a:cubicBezTo>
                      <a:pt x="2084" y="2557"/>
                      <a:pt x="2191" y="2473"/>
                      <a:pt x="2203" y="2330"/>
                    </a:cubicBezTo>
                    <a:lnTo>
                      <a:pt x="2369" y="1521"/>
                    </a:lnTo>
                    <a:close/>
                    <a:moveTo>
                      <a:pt x="2239" y="0"/>
                    </a:moveTo>
                    <a:cubicBezTo>
                      <a:pt x="2211" y="0"/>
                      <a:pt x="2183" y="3"/>
                      <a:pt x="2155" y="9"/>
                    </a:cubicBezTo>
                    <a:lnTo>
                      <a:pt x="274" y="473"/>
                    </a:lnTo>
                    <a:cubicBezTo>
                      <a:pt x="167" y="509"/>
                      <a:pt x="60" y="604"/>
                      <a:pt x="24" y="723"/>
                    </a:cubicBezTo>
                    <a:cubicBezTo>
                      <a:pt x="0" y="842"/>
                      <a:pt x="24" y="985"/>
                      <a:pt x="119" y="1068"/>
                    </a:cubicBezTo>
                    <a:lnTo>
                      <a:pt x="1084" y="2009"/>
                    </a:lnTo>
                    <a:lnTo>
                      <a:pt x="1369" y="3223"/>
                    </a:lnTo>
                    <a:cubicBezTo>
                      <a:pt x="1393" y="3342"/>
                      <a:pt x="1488" y="3450"/>
                      <a:pt x="1619" y="3497"/>
                    </a:cubicBezTo>
                    <a:cubicBezTo>
                      <a:pt x="1655" y="3509"/>
                      <a:pt x="1679" y="3509"/>
                      <a:pt x="1726" y="3509"/>
                    </a:cubicBezTo>
                    <a:cubicBezTo>
                      <a:pt x="1810" y="3509"/>
                      <a:pt x="1905" y="3473"/>
                      <a:pt x="1976" y="3402"/>
                    </a:cubicBezTo>
                    <a:lnTo>
                      <a:pt x="3441" y="1949"/>
                    </a:lnTo>
                    <a:cubicBezTo>
                      <a:pt x="3512" y="1842"/>
                      <a:pt x="3536" y="1711"/>
                      <a:pt x="3512" y="1592"/>
                    </a:cubicBezTo>
                    <a:cubicBezTo>
                      <a:pt x="3477" y="1473"/>
                      <a:pt x="3381" y="1366"/>
                      <a:pt x="3239" y="1342"/>
                    </a:cubicBezTo>
                    <a:lnTo>
                      <a:pt x="2441" y="1152"/>
                    </a:lnTo>
                    <a:lnTo>
                      <a:pt x="2584" y="425"/>
                    </a:lnTo>
                    <a:cubicBezTo>
                      <a:pt x="2619" y="306"/>
                      <a:pt x="2572" y="187"/>
                      <a:pt x="2488" y="104"/>
                    </a:cubicBezTo>
                    <a:cubicBezTo>
                      <a:pt x="2416" y="31"/>
                      <a:pt x="2329" y="0"/>
                      <a:pt x="2239" y="0"/>
                    </a:cubicBezTo>
                    <a:close/>
                  </a:path>
                </a:pathLst>
              </a:custGeom>
              <a:solidFill>
                <a:srgbClr val="657E9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290" name="Google Shape;4290;p137"/>
              <p:cNvSpPr/>
              <p:nvPr/>
            </p:nvSpPr>
            <p:spPr>
              <a:xfrm>
                <a:off x="2937051" y="4499791"/>
                <a:ext cx="14439" cy="11386"/>
              </a:xfrm>
              <a:custGeom>
                <a:rect b="b" l="l" r="r" t="t"/>
                <a:pathLst>
                  <a:path extrusionOk="0" h="358" w="454">
                    <a:moveTo>
                      <a:pt x="179" y="0"/>
                    </a:moveTo>
                    <a:cubicBezTo>
                      <a:pt x="72" y="0"/>
                      <a:pt x="1" y="72"/>
                      <a:pt x="1" y="179"/>
                    </a:cubicBezTo>
                    <a:cubicBezTo>
                      <a:pt x="1" y="286"/>
                      <a:pt x="96" y="358"/>
                      <a:pt x="179" y="358"/>
                    </a:cubicBezTo>
                    <a:lnTo>
                      <a:pt x="274" y="358"/>
                    </a:lnTo>
                    <a:cubicBezTo>
                      <a:pt x="370" y="358"/>
                      <a:pt x="453" y="286"/>
                      <a:pt x="453" y="179"/>
                    </a:cubicBezTo>
                    <a:cubicBezTo>
                      <a:pt x="453" y="72"/>
                      <a:pt x="370" y="0"/>
                      <a:pt x="274" y="0"/>
                    </a:cubicBezTo>
                    <a:close/>
                  </a:path>
                </a:pathLst>
              </a:custGeom>
              <a:solidFill>
                <a:srgbClr val="657E9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291" name="Google Shape;4291;p137"/>
              <p:cNvSpPr/>
              <p:nvPr/>
            </p:nvSpPr>
            <p:spPr>
              <a:xfrm>
                <a:off x="2953717" y="4499791"/>
                <a:ext cx="30310" cy="11386"/>
              </a:xfrm>
              <a:custGeom>
                <a:rect b="b" l="l" r="r" t="t"/>
                <a:pathLst>
                  <a:path extrusionOk="0" h="358" w="953">
                    <a:moveTo>
                      <a:pt x="179" y="0"/>
                    </a:moveTo>
                    <a:cubicBezTo>
                      <a:pt x="72" y="0"/>
                      <a:pt x="1" y="84"/>
                      <a:pt x="1" y="179"/>
                    </a:cubicBezTo>
                    <a:cubicBezTo>
                      <a:pt x="1" y="286"/>
                      <a:pt x="72" y="358"/>
                      <a:pt x="179" y="358"/>
                    </a:cubicBezTo>
                    <a:lnTo>
                      <a:pt x="774" y="358"/>
                    </a:lnTo>
                    <a:cubicBezTo>
                      <a:pt x="882" y="358"/>
                      <a:pt x="953" y="286"/>
                      <a:pt x="953" y="179"/>
                    </a:cubicBezTo>
                    <a:cubicBezTo>
                      <a:pt x="953" y="96"/>
                      <a:pt x="858" y="0"/>
                      <a:pt x="774" y="0"/>
                    </a:cubicBezTo>
                    <a:close/>
                  </a:path>
                </a:pathLst>
              </a:custGeom>
              <a:solidFill>
                <a:srgbClr val="657E9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292" name="Google Shape;4292;p137"/>
              <p:cNvSpPr/>
              <p:nvPr/>
            </p:nvSpPr>
            <p:spPr>
              <a:xfrm>
                <a:off x="2937051" y="4514930"/>
                <a:ext cx="46976" cy="11386"/>
              </a:xfrm>
              <a:custGeom>
                <a:rect b="b" l="l" r="r" t="t"/>
                <a:pathLst>
                  <a:path extrusionOk="0" h="358" w="1477">
                    <a:moveTo>
                      <a:pt x="179" y="1"/>
                    </a:moveTo>
                    <a:cubicBezTo>
                      <a:pt x="72" y="1"/>
                      <a:pt x="1" y="84"/>
                      <a:pt x="1" y="179"/>
                    </a:cubicBezTo>
                    <a:cubicBezTo>
                      <a:pt x="1" y="286"/>
                      <a:pt x="72" y="358"/>
                      <a:pt x="179" y="358"/>
                    </a:cubicBezTo>
                    <a:lnTo>
                      <a:pt x="1298" y="358"/>
                    </a:lnTo>
                    <a:cubicBezTo>
                      <a:pt x="1406" y="358"/>
                      <a:pt x="1477" y="286"/>
                      <a:pt x="1477" y="179"/>
                    </a:cubicBezTo>
                    <a:cubicBezTo>
                      <a:pt x="1477" y="84"/>
                      <a:pt x="1382" y="1"/>
                      <a:pt x="1298" y="1"/>
                    </a:cubicBezTo>
                    <a:close/>
                  </a:path>
                </a:pathLst>
              </a:custGeom>
              <a:solidFill>
                <a:srgbClr val="657E9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293" name="Google Shape;4293;p137"/>
              <p:cNvSpPr/>
              <p:nvPr/>
            </p:nvSpPr>
            <p:spPr>
              <a:xfrm>
                <a:off x="2937051" y="4529719"/>
                <a:ext cx="46976" cy="11386"/>
              </a:xfrm>
              <a:custGeom>
                <a:rect b="b" l="l" r="r" t="t"/>
                <a:pathLst>
                  <a:path extrusionOk="0" h="358" w="1477">
                    <a:moveTo>
                      <a:pt x="179" y="0"/>
                    </a:moveTo>
                    <a:cubicBezTo>
                      <a:pt x="72" y="0"/>
                      <a:pt x="1" y="71"/>
                      <a:pt x="1" y="179"/>
                    </a:cubicBezTo>
                    <a:cubicBezTo>
                      <a:pt x="1" y="286"/>
                      <a:pt x="72" y="357"/>
                      <a:pt x="179" y="357"/>
                    </a:cubicBezTo>
                    <a:lnTo>
                      <a:pt x="1298" y="357"/>
                    </a:lnTo>
                    <a:cubicBezTo>
                      <a:pt x="1406" y="357"/>
                      <a:pt x="1477" y="286"/>
                      <a:pt x="1477" y="179"/>
                    </a:cubicBezTo>
                    <a:cubicBezTo>
                      <a:pt x="1477" y="71"/>
                      <a:pt x="1382" y="0"/>
                      <a:pt x="1298" y="0"/>
                    </a:cubicBezTo>
                    <a:close/>
                  </a:path>
                </a:pathLst>
              </a:custGeom>
              <a:solidFill>
                <a:srgbClr val="657E9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294" name="Google Shape;4294;p137"/>
              <p:cNvSpPr/>
              <p:nvPr/>
            </p:nvSpPr>
            <p:spPr>
              <a:xfrm>
                <a:off x="3213881" y="4343787"/>
                <a:ext cx="11386" cy="126488"/>
              </a:xfrm>
              <a:custGeom>
                <a:rect b="b" l="l" r="r" t="t"/>
                <a:pathLst>
                  <a:path extrusionOk="0" h="3977" w="358">
                    <a:moveTo>
                      <a:pt x="179" y="0"/>
                    </a:moveTo>
                    <a:cubicBezTo>
                      <a:pt x="83" y="0"/>
                      <a:pt x="0" y="83"/>
                      <a:pt x="0" y="179"/>
                    </a:cubicBezTo>
                    <a:lnTo>
                      <a:pt x="0" y="3798"/>
                    </a:lnTo>
                    <a:cubicBezTo>
                      <a:pt x="0" y="3893"/>
                      <a:pt x="83" y="3977"/>
                      <a:pt x="179" y="3977"/>
                    </a:cubicBezTo>
                    <a:cubicBezTo>
                      <a:pt x="286" y="3977"/>
                      <a:pt x="357" y="3893"/>
                      <a:pt x="357" y="3798"/>
                    </a:cubicBezTo>
                    <a:lnTo>
                      <a:pt x="357" y="179"/>
                    </a:lnTo>
                    <a:cubicBezTo>
                      <a:pt x="357" y="72"/>
                      <a:pt x="286" y="0"/>
                      <a:pt x="179" y="0"/>
                    </a:cubicBezTo>
                    <a:close/>
                  </a:path>
                </a:pathLst>
              </a:custGeom>
              <a:solidFill>
                <a:srgbClr val="657E9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sp>
          <p:nvSpPr>
            <p:cNvPr id="4295" name="Google Shape;4295;p137"/>
            <p:cNvSpPr txBox="1"/>
            <p:nvPr/>
          </p:nvSpPr>
          <p:spPr>
            <a:xfrm>
              <a:off x="7086650" y="3323475"/>
              <a:ext cx="967200" cy="389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200">
                  <a:latin typeface="Abel"/>
                  <a:ea typeface="Abel"/>
                  <a:cs typeface="Abel"/>
                  <a:sym typeface="Abel"/>
                </a:rPr>
                <a:t>Graphic quality check</a:t>
              </a:r>
              <a:endParaRPr sz="1200">
                <a:latin typeface="Abel"/>
                <a:ea typeface="Abel"/>
                <a:cs typeface="Abel"/>
                <a:sym typeface="Abel"/>
              </a:endParaRPr>
            </a:p>
          </p:txBody>
        </p:sp>
        <p:cxnSp>
          <p:nvCxnSpPr>
            <p:cNvPr id="4296" name="Google Shape;4296;p137"/>
            <p:cNvCxnSpPr>
              <a:stCxn id="4089" idx="0"/>
            </p:cNvCxnSpPr>
            <p:nvPr/>
          </p:nvCxnSpPr>
          <p:spPr>
            <a:xfrm rot="10800000">
              <a:off x="7571632" y="1965748"/>
              <a:ext cx="0" cy="184200"/>
            </a:xfrm>
            <a:prstGeom prst="straightConnector1">
              <a:avLst/>
            </a:prstGeom>
            <a:noFill/>
            <a:ln cap="flat" cmpd="sng" w="9525">
              <a:solidFill>
                <a:srgbClr val="2F293A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4297" name="Google Shape;4297;p137"/>
            <p:cNvCxnSpPr>
              <a:stCxn id="4089" idx="2"/>
              <a:endCxn id="4295" idx="0"/>
            </p:cNvCxnSpPr>
            <p:nvPr/>
          </p:nvCxnSpPr>
          <p:spPr>
            <a:xfrm flipH="1">
              <a:off x="7570132" y="3116991"/>
              <a:ext cx="1500" cy="206400"/>
            </a:xfrm>
            <a:prstGeom prst="straightConnector1">
              <a:avLst/>
            </a:prstGeom>
            <a:noFill/>
            <a:ln cap="flat" cmpd="sng" w="9525">
              <a:solidFill>
                <a:srgbClr val="2F293A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grpSp>
        <p:nvGrpSpPr>
          <p:cNvPr id="4298" name="Google Shape;4298;p137"/>
          <p:cNvGrpSpPr/>
          <p:nvPr/>
        </p:nvGrpSpPr>
        <p:grpSpPr>
          <a:xfrm>
            <a:off x="923325" y="4104650"/>
            <a:ext cx="7137075" cy="855875"/>
            <a:chOff x="923325" y="4104650"/>
            <a:chExt cx="7137075" cy="855875"/>
          </a:xfrm>
        </p:grpSpPr>
        <p:cxnSp>
          <p:nvCxnSpPr>
            <p:cNvPr id="4299" name="Google Shape;4299;p137"/>
            <p:cNvCxnSpPr/>
            <p:nvPr/>
          </p:nvCxnSpPr>
          <p:spPr>
            <a:xfrm>
              <a:off x="1952325" y="4288850"/>
              <a:ext cx="6108000" cy="0"/>
            </a:xfrm>
            <a:prstGeom prst="straightConnector1">
              <a:avLst/>
            </a:prstGeom>
            <a:noFill/>
            <a:ln cap="flat" cmpd="sng" w="9525">
              <a:solidFill>
                <a:srgbClr val="5283B8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sp>
          <p:nvSpPr>
            <p:cNvPr id="4300" name="Google Shape;4300;p137"/>
            <p:cNvSpPr txBox="1"/>
            <p:nvPr/>
          </p:nvSpPr>
          <p:spPr>
            <a:xfrm>
              <a:off x="923325" y="4104650"/>
              <a:ext cx="1181400" cy="368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200">
                  <a:solidFill>
                    <a:srgbClr val="5283B8"/>
                  </a:solidFill>
                  <a:latin typeface="Abel"/>
                  <a:ea typeface="Abel"/>
                  <a:cs typeface="Abel"/>
                  <a:sym typeface="Abel"/>
                </a:rPr>
                <a:t>Dev Back-end</a:t>
              </a:r>
              <a:endParaRPr sz="1200">
                <a:solidFill>
                  <a:srgbClr val="5283B8"/>
                </a:solidFill>
                <a:latin typeface="Abel"/>
                <a:ea typeface="Abel"/>
                <a:cs typeface="Abel"/>
                <a:sym typeface="Abel"/>
              </a:endParaRPr>
            </a:p>
          </p:txBody>
        </p:sp>
        <p:cxnSp>
          <p:nvCxnSpPr>
            <p:cNvPr id="4301" name="Google Shape;4301;p137"/>
            <p:cNvCxnSpPr/>
            <p:nvPr/>
          </p:nvCxnSpPr>
          <p:spPr>
            <a:xfrm>
              <a:off x="6068700" y="4525425"/>
              <a:ext cx="1991700" cy="0"/>
            </a:xfrm>
            <a:prstGeom prst="straightConnector1">
              <a:avLst/>
            </a:prstGeom>
            <a:noFill/>
            <a:ln cap="flat" cmpd="sng" w="9525">
              <a:solidFill>
                <a:srgbClr val="FF2E69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sp>
          <p:nvSpPr>
            <p:cNvPr id="4302" name="Google Shape;4302;p137"/>
            <p:cNvSpPr txBox="1"/>
            <p:nvPr/>
          </p:nvSpPr>
          <p:spPr>
            <a:xfrm>
              <a:off x="923325" y="4341225"/>
              <a:ext cx="1181400" cy="368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200">
                  <a:solidFill>
                    <a:srgbClr val="FF2E69"/>
                  </a:solidFill>
                  <a:latin typeface="Abel"/>
                  <a:ea typeface="Abel"/>
                  <a:cs typeface="Abel"/>
                  <a:sym typeface="Abel"/>
                </a:rPr>
                <a:t>UI designer</a:t>
              </a:r>
              <a:endParaRPr sz="1200">
                <a:solidFill>
                  <a:srgbClr val="FF2E69"/>
                </a:solidFill>
                <a:latin typeface="Abel"/>
                <a:ea typeface="Abel"/>
                <a:cs typeface="Abel"/>
                <a:sym typeface="Abel"/>
              </a:endParaRPr>
            </a:p>
          </p:txBody>
        </p:sp>
        <p:cxnSp>
          <p:nvCxnSpPr>
            <p:cNvPr id="4303" name="Google Shape;4303;p137"/>
            <p:cNvCxnSpPr/>
            <p:nvPr/>
          </p:nvCxnSpPr>
          <p:spPr>
            <a:xfrm>
              <a:off x="4384100" y="4776325"/>
              <a:ext cx="3676200" cy="0"/>
            </a:xfrm>
            <a:prstGeom prst="straightConnector1">
              <a:avLst/>
            </a:prstGeom>
            <a:noFill/>
            <a:ln cap="flat" cmpd="sng" w="9525">
              <a:solidFill>
                <a:srgbClr val="372BD4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sp>
          <p:nvSpPr>
            <p:cNvPr id="4304" name="Google Shape;4304;p137"/>
            <p:cNvSpPr txBox="1"/>
            <p:nvPr/>
          </p:nvSpPr>
          <p:spPr>
            <a:xfrm>
              <a:off x="923325" y="4592125"/>
              <a:ext cx="1181400" cy="368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200">
                  <a:solidFill>
                    <a:srgbClr val="372BD4"/>
                  </a:solidFill>
                  <a:latin typeface="Abel"/>
                  <a:ea typeface="Abel"/>
                  <a:cs typeface="Abel"/>
                  <a:sym typeface="Abel"/>
                </a:rPr>
                <a:t>Dev Front-end</a:t>
              </a:r>
              <a:endParaRPr sz="1200">
                <a:solidFill>
                  <a:srgbClr val="372BD4"/>
                </a:solidFill>
                <a:latin typeface="Abel"/>
                <a:ea typeface="Abel"/>
                <a:cs typeface="Abel"/>
                <a:sym typeface="Abel"/>
              </a:endParaRPr>
            </a:p>
          </p:txBody>
        </p:sp>
      </p:grp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300"/>
                                        <p:tgtEl>
                                          <p:spTgt spid="40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300"/>
                                        <p:tgtEl>
                                          <p:spTgt spid="40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300"/>
                                        <p:tgtEl>
                                          <p:spTgt spid="41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300"/>
                                        <p:tgtEl>
                                          <p:spTgt spid="40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300"/>
                                        <p:tgtEl>
                                          <p:spTgt spid="41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300"/>
                                        <p:tgtEl>
                                          <p:spTgt spid="40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300"/>
                                        <p:tgtEl>
                                          <p:spTgt spid="41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300"/>
                                        <p:tgtEl>
                                          <p:spTgt spid="41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300"/>
                                        <p:tgtEl>
                                          <p:spTgt spid="42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300"/>
                                        <p:tgtEl>
                                          <p:spTgt spid="41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300"/>
                                        <p:tgtEl>
                                          <p:spTgt spid="42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300"/>
                                        <p:tgtEl>
                                          <p:spTgt spid="40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300"/>
                                        <p:tgtEl>
                                          <p:spTgt spid="42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308" name="Shape 4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9" name="Google Shape;4309;p138"/>
          <p:cNvSpPr txBox="1"/>
          <p:nvPr>
            <p:ph idx="1" type="subTitle"/>
          </p:nvPr>
        </p:nvSpPr>
        <p:spPr>
          <a:xfrm>
            <a:off x="2642550" y="2801819"/>
            <a:ext cx="3858900" cy="640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Do you have any questions? </a:t>
            </a:r>
            <a:br>
              <a:rPr lang="en">
                <a:solidFill>
                  <a:schemeClr val="dk1"/>
                </a:solidFill>
              </a:rPr>
            </a:br>
            <a:r>
              <a:rPr lang="en">
                <a:solidFill>
                  <a:schemeClr val="dk1"/>
                </a:solidFill>
              </a:rPr>
              <a:t>chrizmonkey@gmail.com</a:t>
            </a:r>
            <a:endParaRPr>
              <a:solidFill>
                <a:schemeClr val="dk1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+84  0937 566 561 </a:t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4310" name="Google Shape;4310;p138"/>
          <p:cNvSpPr txBox="1"/>
          <p:nvPr>
            <p:ph type="title"/>
          </p:nvPr>
        </p:nvSpPr>
        <p:spPr>
          <a:xfrm>
            <a:off x="2642550" y="1772900"/>
            <a:ext cx="3858900" cy="640200"/>
          </a:xfrm>
          <a:prstGeom prst="rect">
            <a:avLst/>
          </a:prstGeom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Thanks!</a:t>
            </a:r>
            <a:endParaRPr/>
          </a:p>
        </p:txBody>
      </p:sp>
      <p:pic>
        <p:nvPicPr>
          <p:cNvPr id="4311" name="Google Shape;4311;p138"/>
          <p:cNvPicPr preferRelativeResize="0"/>
          <p:nvPr/>
        </p:nvPicPr>
        <p:blipFill rotWithShape="1">
          <a:blip r:embed="rId3">
            <a:alphaModFix/>
          </a:blip>
          <a:srcRect b="48421" l="4136" r="46624" t="19664"/>
          <a:stretch/>
        </p:blipFill>
        <p:spPr>
          <a:xfrm>
            <a:off x="974575" y="974550"/>
            <a:ext cx="2227550" cy="1082850"/>
          </a:xfrm>
          <a:prstGeom prst="rect">
            <a:avLst/>
          </a:prstGeom>
          <a:noFill/>
          <a:ln>
            <a:noFill/>
          </a:ln>
        </p:spPr>
      </p:pic>
      <p:pic>
        <p:nvPicPr>
          <p:cNvPr id="4312" name="Google Shape;4312;p138"/>
          <p:cNvPicPr preferRelativeResize="0"/>
          <p:nvPr/>
        </p:nvPicPr>
        <p:blipFill rotWithShape="1">
          <a:blip r:embed="rId4">
            <a:alphaModFix/>
          </a:blip>
          <a:srcRect b="24383" l="51265" r="4158" t="41817"/>
          <a:stretch/>
        </p:blipFill>
        <p:spPr>
          <a:xfrm>
            <a:off x="5731350" y="2219950"/>
            <a:ext cx="2026475" cy="1152449"/>
          </a:xfrm>
          <a:prstGeom prst="rect">
            <a:avLst/>
          </a:prstGeom>
          <a:noFill/>
          <a:ln>
            <a:noFill/>
          </a:ln>
        </p:spPr>
      </p:pic>
      <p:pic>
        <p:nvPicPr>
          <p:cNvPr id="4313" name="Google Shape;4313;p138"/>
          <p:cNvPicPr preferRelativeResize="0"/>
          <p:nvPr/>
        </p:nvPicPr>
        <p:blipFill rotWithShape="1">
          <a:blip r:embed="rId5">
            <a:alphaModFix/>
          </a:blip>
          <a:srcRect b="30194" l="16779" r="16792" t="30186"/>
          <a:stretch/>
        </p:blipFill>
        <p:spPr>
          <a:xfrm>
            <a:off x="3932188" y="362300"/>
            <a:ext cx="1279626" cy="76322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Tema de Offic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Bloomies Social Media by Slidesgo">
  <a:themeElements>
    <a:clrScheme name="Simple Light">
      <a:dk1>
        <a:srgbClr val="2E2E64"/>
      </a:dk1>
      <a:lt1>
        <a:srgbClr val="FFFFFF"/>
      </a:lt1>
      <a:dk2>
        <a:srgbClr val="F8F8F8"/>
      </a:dk2>
      <a:lt2>
        <a:srgbClr val="C9DAF8"/>
      </a:lt2>
      <a:accent1>
        <a:srgbClr val="921937"/>
      </a:accent1>
      <a:accent2>
        <a:srgbClr val="EFEFEF"/>
      </a:accent2>
      <a:accent3>
        <a:srgbClr val="A9FC4E"/>
      </a:accent3>
      <a:accent4>
        <a:srgbClr val="FFCF13"/>
      </a:accent4>
      <a:accent5>
        <a:srgbClr val="2177CF"/>
      </a:accent5>
      <a:accent6>
        <a:srgbClr val="000000"/>
      </a:accent6>
      <a:hlink>
        <a:srgbClr val="000000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